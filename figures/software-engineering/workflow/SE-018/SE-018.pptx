
<file path=[Content_Types].xml><?xml version="1.0" encoding="utf-8"?>
<Types xmlns="http://schemas.openxmlformats.org/package/2006/content-types">
  <Default Extension="xml" ContentType="application/vnd.openxmlformats-package.core-properties+xml"/>
  <Default Extension="png" ContentType="image/png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1b856e1e29664221" /><Relationship Type="http://schemas.openxmlformats.org/officeDocument/2006/relationships/extended-properties" Target="/docProps/app.xml" Id="R775cf089c45a4cfe" /><Relationship Type="http://schemas.openxmlformats.org/officeDocument/2006/relationships/officeDocument" Target="/ppt/presentation.xml" Id="R662db2e1c2944dfa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465b13d231f046ab"/>
  </p:sldMasterIdLst>
  <p:notesMasterIdLst>
    <p:notesMasterId xmlns:r="http://schemas.openxmlformats.org/officeDocument/2006/relationships" r:id="Rbc534274853a4a22"/>
  </p:notesMasterIdLst>
  <p:sldIdLst>
    <p:sldId xmlns:r="http://schemas.openxmlformats.org/officeDocument/2006/relationships" id="256" r:id="R323afa4dcaeb4375"/>
  </p:sldIdLst>
  <p:sldSz cx="11687175" cy="9401175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d602f9227314488f" /><Relationship Type="http://schemas.openxmlformats.org/officeDocument/2006/relationships/slideMaster" Target="/ppt/slideMasters/slideMaster1.xml" Id="R465b13d231f046ab" /><Relationship Type="http://schemas.openxmlformats.org/officeDocument/2006/relationships/notesMaster" Target="/ppt/notesMasters/notesMaster1.xml" Id="Rbc534274853a4a22" /><Relationship Type="http://schemas.openxmlformats.org/officeDocument/2006/relationships/presProps" Target="/ppt/presProps.xml" Id="Rd6a3a1967e114683" /><Relationship Type="http://schemas.openxmlformats.org/officeDocument/2006/relationships/tableStyles" Target="/ppt/tableStyles.xml" Id="Ra2c2bad81a62482b" /><Relationship Type="http://schemas.openxmlformats.org/officeDocument/2006/relationships/slide" Target="/ppt/slides/slide1.xml" Id="R323afa4dcaeb4375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6188402baf6745fb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17bb92203866450b" /><Relationship Type="http://schemas.openxmlformats.org/officeDocument/2006/relationships/notesMaster" Target="/ppt/notesMasters/notesMaster1.xml" Id="Rc30a510005df45a1" /></Relationships>
</file>

<file path=ppt/notesSlides/notesSlide1.xml><?xml version="1.0" encoding="utf-8"?>
<ns0:notes xmlns:ns0="http://schemas.openxmlformats.org/presentationml/2006/main" xmlns:ns1="http://schemas.openxmlformats.org/drawingml/2006/main">
  <ns0:cSld>
    <ns0:spTree>
      <ns0:nvGrpSpPr>
        <ns0:cNvPr id="1" name=""/>
        <ns0:cNvGrpSpPr/>
        <ns0:nvPr/>
      </ns0:nvGrpSpPr>
      <ns0:grpSpPr>
        <ns1:xfrm/>
      </ns0:grpSpPr>
      <ns0:sp>
        <ns0:nvSpPr>
          <ns0:cNvPr id="2" name="Slide Image Placeholder 1"/>
          <ns0:cNvSpPr>
            <ns1:spLocks noGrp="1"/>
          </ns0:cNvSpPr>
          <ns0:nvPr>
            <ns0:ph type="sldImg" idx="0"/>
          </ns0:nvPr>
        </ns0:nvSpPr>
        <ns0:spPr/>
      </ns0:sp>
      <ns0:sp>
        <ns0:nvSpPr>
          <ns0:cNvPr id="3" name="Notes Placeholder 2"/>
          <ns0:cNvSpPr>
            <ns1:spLocks noGrp="1"/>
          </ns0:cNvSpPr>
          <ns0:nvPr>
            <ns0:ph type="body" idx="1"/>
          </ns0:nvPr>
        </ns0:nvSpPr>
        <ns0:spPr/>
        <ns0:txBody>
          <ns1:bodyPr/>
          <ns1:lstStyle/>
          <ns1:p>
            <ns1:r>
              <ns1:t>素材ID：SE-018</ns1:t>
            </ns1:r>
          </ns1:p>
          <ns1:p>
            <ns1:r>
              <ns1:t>论文：Think Like Human Developers: Harnessing Community Knowledge for Structured Code Reasoning</ns1:t>
            </ns1:r>
          </ns1:p>
          <ns1:p>
            <ns1:r>
              <ns1:t>会议：ICSE 2026</ns1:t>
            </ns1:r>
          </ns1:p>
          <ns1:p>
            <ns1:r>
              <ns1:t>奖项：ACM SIGSOFT Distinguished Paper Award</ns1:t>
            </ns1:r>
          </ns1:p>
          <ns1:p>
            <ns1:r>
              <ns1:t>图号：Figure 2，PDF第4页</ns1:t>
            </ns1:r>
          </ns1:p>
          <ns1:p>
            <ns1:r>
              <ns1:t>类型：研究流程</ns1:t>
            </ns1:r>
          </ns1:p>
          <ns1:p>
            <ns1:r>
              <ns1:t>借鉴点：上半部用样例说明知识补全与代码扰动，下半部将其展开为可读推理链；适合数据建设与训练样本加工。</ns1:t>
            </ns1:r>
          </ns1:p>
          <ns1:p>
            <ns1:r>
              <ns1:t>论文URL：https://arxiv.org/pdf/2503.14838</ns1:t>
            </ns1:r>
          </ns1:p>
          <ns1:p>
            <ns1:r>
              <ns1:t>官方获奖URL：https://conf.researchr.org/info/icse-2026/awards#acm-sigsoft-distinguished-paper-awards</ns1:t>
            </ns1:r>
          </ns1:p>
          <ns1:p>
            <ns1:r>
              <ns1:t>原始论文与绘图来源：见本页论文链接及仓库 catalog/papers.md。</ns1:t>
            </ns1:r>
          </ns1:p>
        </ns0:txBody>
      </ns0:sp>
      <ns0:sp>
        <ns0:nvSpPr>
          <ns0:cNvPr id="4" name="Slide Number Placeholder 3"/>
          <ns0:cNvSpPr>
            <ns1:spLocks noGrp="1"/>
          </ns0:cNvSpPr>
          <ns0:nvPr>
            <ns0:ph type="sldNum" idx="5"/>
          </ns0:nvPr>
        </ns0:nvSpPr>
        <ns0:spPr/>
        <ns0:txBody>
          <ns1:bodyPr/>
          <ns1:lstStyle/>
          <ns1:p/>
        </ns0:txBody>
      </ns0:sp>
    </ns0:spTree>
  </ns0:cSld>
  <ns0:clrMapOvr>
    <ns1:masterClrMapping/>
  </ns0:clrMapOvr>
</ns0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c10c2c994e4f4f87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83f38d0f71b645e4" /><Relationship Type="http://schemas.openxmlformats.org/officeDocument/2006/relationships/slideLayout" Target="/ppt/slideLayouts/slideLayout1.xml" Id="R4af3fbc5f38e4c17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4af3fbc5f38e4c17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1.xml" Id="R0ca327f6669d4a6c" /><Relationship Type="http://schemas.openxmlformats.org/officeDocument/2006/relationships/image" Target="/ppt/media/image.png" Id="Rf008ff539365467b" /><Relationship Type="http://schemas.openxmlformats.org/officeDocument/2006/relationships/image" Target="/ppt/media/image2.png" Id="R8fbab4cbbc514767" /><Relationship Type="http://schemas.openxmlformats.org/officeDocument/2006/relationships/image" Target="/ppt/media/image3.png" Id="Rcf6225cbbd39433f" /><Relationship Type="http://schemas.openxmlformats.org/officeDocument/2006/relationships/image" Target="/ppt/media/image4.png" Id="Rb32f82307ecd4f31" /><Relationship Type="http://schemas.openxmlformats.org/officeDocument/2006/relationships/image" Target="/ppt/media/image5.png" Id="Rcbae7c960f0441d7" /><Relationship Type="http://schemas.openxmlformats.org/officeDocument/2006/relationships/image" Target="/ppt/media/image6.png" Id="Rc1df5c60e84d4ade" /><Relationship Type="http://schemas.openxmlformats.org/officeDocument/2006/relationships/image" Target="/ppt/media/image7.png" Id="R0ae3ac60e80d41b2" /><Relationship Type="http://schemas.openxmlformats.org/officeDocument/2006/relationships/image" Target="/ppt/media/image8.png" Id="R05740d6647384f22" /><Relationship Type="http://schemas.openxmlformats.org/officeDocument/2006/relationships/notesSlide" Target="/ppt/notesSlides/notesSlide1.xml" Id="Rd365460187de4ac3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C2B7E-46C0-411A-B01F-71EE29BBE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25" y="48024"/>
            <a:ext cx="11530831" cy="9269940"/>
          </a:xfrm>
          <a:custGeom xmlns:a="http://schemas.openxmlformats.org/drawingml/2006/main">
            <a:pathLst>
              <a:path w="11530831" h="9269940">
                <a:moveTo>
                  <a:pt x="11530831" y="9269940"/>
                </a:moveTo>
                <a:lnTo>
                  <a:pt x="0" y="9269940"/>
                </a:lnTo>
                <a:lnTo>
                  <a:pt x="0" y="0"/>
                </a:lnTo>
                <a:lnTo>
                  <a:pt x="11530831" y="0"/>
                </a:lnTo>
                <a:lnTo>
                  <a:pt x="11530831" y="926994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pic>
        <p:nvPicPr>
          <p:cNvPr id="150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008ff539365467b"/>
          <a:stretch xmlns:a="http://schemas.openxmlformats.org/drawingml/2006/main"/>
        </p:blipFill>
        <p:spPr>
          <a:xfrm xmlns:a="http://schemas.openxmlformats.org/drawingml/2006/main">
            <a:off x="93570" y="1227018"/>
            <a:ext cx="3283189" cy="3159761"/>
          </a:xfrm>
          <a:prstGeom xmlns:a="http://schemas.openxmlformats.org/drawingml/2006/main" prst="rect">
            <a:avLst/>
          </a:prstGeom>
        </p:spPr>
      </p:pic>
      <p:sp>
        <p:nvSpPr>
          <p:cNvPr id="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4543A-8944-4899-B479-04C83710D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8869" y="199046"/>
            <a:ext cx="2667681" cy="945986"/>
          </a:xfrm>
          <a:custGeom xmlns:a="http://schemas.openxmlformats.org/drawingml/2006/main">
            <a:pathLst>
              <a:path w="2667681" h="945986" fill="none">
                <a:moveTo>
                  <a:pt x="2667681" y="157664"/>
                </a:moveTo>
                <a:lnTo>
                  <a:pt x="2667681" y="788322"/>
                </a:lnTo>
                <a:cubicBezTo>
                  <a:pt x="2667681" y="875437"/>
                  <a:pt x="2597131" y="945986"/>
                  <a:pt x="2510016" y="945986"/>
                </a:cubicBezTo>
                <a:lnTo>
                  <a:pt x="0" y="945986"/>
                </a:lnTo>
                <a:lnTo>
                  <a:pt x="0" y="0"/>
                </a:lnTo>
                <a:lnTo>
                  <a:pt x="2510016" y="0"/>
                </a:lnTo>
                <a:cubicBezTo>
                  <a:pt x="2597131" y="0"/>
                  <a:pt x="2667681" y="70550"/>
                  <a:pt x="2667681" y="157664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12616" cap="flat">
            <a:solidFill>
              <a:srgbClr val="042433"/>
            </a:solidFill>
            <a:miter/>
          </a:ln>
        </p:spPr>
      </p:sp>
      <p:sp>
        <p:nvSpPr>
          <p:cNvPr id="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825079-FFEF-4129-9438-EF0C56886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358" y="199046"/>
            <a:ext cx="586511" cy="945986"/>
          </a:xfrm>
          <a:custGeom xmlns:a="http://schemas.openxmlformats.org/drawingml/2006/main">
            <a:pathLst>
              <a:path w="586511" h="945986">
                <a:moveTo>
                  <a:pt x="0" y="848276"/>
                </a:moveTo>
                <a:lnTo>
                  <a:pt x="0" y="97710"/>
                </a:lnTo>
                <a:cubicBezTo>
                  <a:pt x="0" y="43726"/>
                  <a:pt x="43726" y="0"/>
                  <a:pt x="97794" y="0"/>
                </a:cubicBezTo>
                <a:lnTo>
                  <a:pt x="586511" y="0"/>
                </a:lnTo>
                <a:lnTo>
                  <a:pt x="586511" y="945986"/>
                </a:lnTo>
                <a:lnTo>
                  <a:pt x="97794" y="945986"/>
                </a:lnTo>
                <a:cubicBezTo>
                  <a:pt x="43726" y="945986"/>
                  <a:pt x="0" y="902261"/>
                  <a:pt x="0" y="848276"/>
                </a:cubicBezTo>
                <a:close/>
              </a:path>
            </a:pathLst>
          </a:custGeom>
          <a:solidFill xmlns:a="http://schemas.openxmlformats.org/drawingml/2006/main">
            <a:srgbClr val="D1D1D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12265-7832-4239-B354-C9B89A7D3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358" y="199046"/>
            <a:ext cx="586511" cy="945986"/>
          </a:xfrm>
          <a:custGeom xmlns:a="http://schemas.openxmlformats.org/drawingml/2006/main">
            <a:pathLst>
              <a:path w="586511" h="945986" fill="none">
                <a:moveTo>
                  <a:pt x="0" y="848276"/>
                </a:moveTo>
                <a:lnTo>
                  <a:pt x="0" y="97710"/>
                </a:lnTo>
                <a:cubicBezTo>
                  <a:pt x="0" y="43726"/>
                  <a:pt x="43726" y="0"/>
                  <a:pt x="97794" y="0"/>
                </a:cubicBezTo>
                <a:lnTo>
                  <a:pt x="586511" y="0"/>
                </a:lnTo>
                <a:lnTo>
                  <a:pt x="586511" y="945986"/>
                </a:lnTo>
                <a:lnTo>
                  <a:pt x="97794" y="945986"/>
                </a:lnTo>
                <a:cubicBezTo>
                  <a:pt x="43726" y="945986"/>
                  <a:pt x="0" y="902261"/>
                  <a:pt x="0" y="848276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12616" cap="flat">
            <a:solidFill>
              <a:srgbClr val="042433"/>
            </a:solidFill>
            <a:miter/>
          </a:ln>
        </p:spPr>
      </p:sp>
      <p:pic>
        <p:nvPicPr>
          <p:cNvPr id="154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fbab4cbbc514767"/>
          <a:stretch xmlns:a="http://schemas.openxmlformats.org/drawingml/2006/main"/>
        </p:blipFill>
        <p:spPr>
          <a:xfrm xmlns:a="http://schemas.openxmlformats.org/drawingml/2006/main">
            <a:off x="306504" y="350810"/>
            <a:ext cx="554978" cy="560446"/>
          </a:xfrm>
          <a:prstGeom xmlns:a="http://schemas.openxmlformats.org/drawingml/2006/main" prst="rect">
            <a:avLst/>
          </a:prstGeom>
        </p:spPr>
      </p:pic>
      <p:sp>
        <p:nvSpPr>
          <p:cNvPr id="7" name="Text LeetCodeProblem:Logical">
            <a:extLst xmlns:a="http://schemas.openxmlformats.org/drawingml/2006/main">
              <a:ext uri="{FF2B5EF4-FFF2-40B4-BE49-F238E27FC236}">
                <a16:creationId xmlns:a16="http://schemas.microsoft.com/office/drawing/2014/main" id="{EB5DF5DF-7785-4C59-A0B6-917037C22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653" y="363302"/>
            <a:ext cx="2233418" cy="168096"/>
          </a:xfrm>
          <a:custGeom xmlns:a="http://schemas.openxmlformats.org/drawingml/2006/main">
            <a:pathLst>
              <a:path w="2233418" h="168096">
                <a:moveTo>
                  <a:pt x="0" y="3440"/>
                </a:moveTo>
                <a:lnTo>
                  <a:pt x="0" y="132069"/>
                </a:lnTo>
                <a:lnTo>
                  <a:pt x="77311" y="132069"/>
                </a:lnTo>
                <a:lnTo>
                  <a:pt x="77311" y="117256"/>
                </a:lnTo>
                <a:lnTo>
                  <a:pt x="17201" y="117256"/>
                </a:lnTo>
                <a:lnTo>
                  <a:pt x="17201" y="3440"/>
                </a:lnTo>
                <a:lnTo>
                  <a:pt x="0" y="3440"/>
                </a:lnTo>
                <a:close/>
                <a:moveTo>
                  <a:pt x="901908" y="81198"/>
                </a:moveTo>
                <a:lnTo>
                  <a:pt x="902883" y="81160"/>
                </a:lnTo>
                <a:lnTo>
                  <a:pt x="903849" y="81107"/>
                </a:lnTo>
                <a:lnTo>
                  <a:pt x="904807" y="81038"/>
                </a:lnTo>
                <a:lnTo>
                  <a:pt x="905757" y="80955"/>
                </a:lnTo>
                <a:lnTo>
                  <a:pt x="906698" y="80856"/>
                </a:lnTo>
                <a:lnTo>
                  <a:pt x="907632" y="80741"/>
                </a:lnTo>
                <a:lnTo>
                  <a:pt x="908557" y="80612"/>
                </a:lnTo>
                <a:lnTo>
                  <a:pt x="909473" y="80467"/>
                </a:lnTo>
                <a:lnTo>
                  <a:pt x="910382" y="80307"/>
                </a:lnTo>
                <a:lnTo>
                  <a:pt x="911282" y="80131"/>
                </a:lnTo>
                <a:lnTo>
                  <a:pt x="912173" y="79941"/>
                </a:lnTo>
                <a:lnTo>
                  <a:pt x="913057" y="79735"/>
                </a:lnTo>
                <a:lnTo>
                  <a:pt x="913932" y="79514"/>
                </a:lnTo>
                <a:lnTo>
                  <a:pt x="914799" y="79278"/>
                </a:lnTo>
                <a:lnTo>
                  <a:pt x="915658" y="79026"/>
                </a:lnTo>
                <a:lnTo>
                  <a:pt x="916508" y="78760"/>
                </a:lnTo>
                <a:lnTo>
                  <a:pt x="917350" y="78478"/>
                </a:lnTo>
                <a:lnTo>
                  <a:pt x="918184" y="78180"/>
                </a:lnTo>
                <a:lnTo>
                  <a:pt x="919009" y="77868"/>
                </a:lnTo>
                <a:lnTo>
                  <a:pt x="919826" y="77540"/>
                </a:lnTo>
                <a:lnTo>
                  <a:pt x="920635" y="77197"/>
                </a:lnTo>
                <a:lnTo>
                  <a:pt x="921435" y="76839"/>
                </a:lnTo>
                <a:lnTo>
                  <a:pt x="922225" y="76466"/>
                </a:lnTo>
                <a:lnTo>
                  <a:pt x="923000" y="76079"/>
                </a:lnTo>
                <a:lnTo>
                  <a:pt x="923762" y="75677"/>
                </a:lnTo>
                <a:lnTo>
                  <a:pt x="924509" y="75262"/>
                </a:lnTo>
                <a:lnTo>
                  <a:pt x="925243" y="74832"/>
                </a:lnTo>
                <a:lnTo>
                  <a:pt x="925963" y="74388"/>
                </a:lnTo>
                <a:lnTo>
                  <a:pt x="926668" y="73929"/>
                </a:lnTo>
                <a:lnTo>
                  <a:pt x="927360" y="73456"/>
                </a:lnTo>
                <a:lnTo>
                  <a:pt x="928038" y="72970"/>
                </a:lnTo>
                <a:lnTo>
                  <a:pt x="928702" y="72468"/>
                </a:lnTo>
                <a:lnTo>
                  <a:pt x="929352" y="71953"/>
                </a:lnTo>
                <a:lnTo>
                  <a:pt x="929988" y="71423"/>
                </a:lnTo>
                <a:lnTo>
                  <a:pt x="930610" y="70879"/>
                </a:lnTo>
                <a:lnTo>
                  <a:pt x="931219" y="70321"/>
                </a:lnTo>
                <a:lnTo>
                  <a:pt x="931813" y="69749"/>
                </a:lnTo>
                <a:lnTo>
                  <a:pt x="932393" y="69162"/>
                </a:lnTo>
                <a:lnTo>
                  <a:pt x="932960" y="68561"/>
                </a:lnTo>
                <a:lnTo>
                  <a:pt x="933512" y="67946"/>
                </a:lnTo>
                <a:lnTo>
                  <a:pt x="934051" y="67317"/>
                </a:lnTo>
                <a:lnTo>
                  <a:pt x="934575" y="66673"/>
                </a:lnTo>
                <a:lnTo>
                  <a:pt x="935086" y="66015"/>
                </a:lnTo>
                <a:lnTo>
                  <a:pt x="935583" y="65343"/>
                </a:lnTo>
                <a:lnTo>
                  <a:pt x="936066" y="64657"/>
                </a:lnTo>
                <a:lnTo>
                  <a:pt x="936534" y="63956"/>
                </a:lnTo>
                <a:lnTo>
                  <a:pt x="936987" y="63241"/>
                </a:lnTo>
                <a:lnTo>
                  <a:pt x="937420" y="62512"/>
                </a:lnTo>
                <a:lnTo>
                  <a:pt x="937833" y="61769"/>
                </a:lnTo>
                <a:lnTo>
                  <a:pt x="938228" y="61012"/>
                </a:lnTo>
                <a:lnTo>
                  <a:pt x="938603" y="60242"/>
                </a:lnTo>
                <a:lnTo>
                  <a:pt x="938959" y="59457"/>
                </a:lnTo>
                <a:lnTo>
                  <a:pt x="939296" y="58659"/>
                </a:lnTo>
                <a:lnTo>
                  <a:pt x="939614" y="57846"/>
                </a:lnTo>
                <a:lnTo>
                  <a:pt x="939912" y="57020"/>
                </a:lnTo>
                <a:lnTo>
                  <a:pt x="940191" y="56180"/>
                </a:lnTo>
                <a:lnTo>
                  <a:pt x="940451" y="55326"/>
                </a:lnTo>
                <a:lnTo>
                  <a:pt x="940691" y="54458"/>
                </a:lnTo>
                <a:lnTo>
                  <a:pt x="940913" y="53576"/>
                </a:lnTo>
                <a:lnTo>
                  <a:pt x="941115" y="52680"/>
                </a:lnTo>
                <a:lnTo>
                  <a:pt x="941298" y="51770"/>
                </a:lnTo>
                <a:lnTo>
                  <a:pt x="941461" y="50846"/>
                </a:lnTo>
                <a:lnTo>
                  <a:pt x="941606" y="49909"/>
                </a:lnTo>
                <a:lnTo>
                  <a:pt x="941731" y="48957"/>
                </a:lnTo>
                <a:lnTo>
                  <a:pt x="941836" y="47992"/>
                </a:lnTo>
                <a:lnTo>
                  <a:pt x="941923" y="47012"/>
                </a:lnTo>
                <a:lnTo>
                  <a:pt x="941990" y="46019"/>
                </a:lnTo>
                <a:lnTo>
                  <a:pt x="942039" y="45012"/>
                </a:lnTo>
                <a:lnTo>
                  <a:pt x="942067" y="43991"/>
                </a:lnTo>
                <a:lnTo>
                  <a:pt x="942077" y="42956"/>
                </a:lnTo>
                <a:lnTo>
                  <a:pt x="942067" y="41897"/>
                </a:lnTo>
                <a:lnTo>
                  <a:pt x="942039" y="40852"/>
                </a:lnTo>
                <a:lnTo>
                  <a:pt x="941990" y="39820"/>
                </a:lnTo>
                <a:lnTo>
                  <a:pt x="941923" y="38802"/>
                </a:lnTo>
                <a:lnTo>
                  <a:pt x="941836" y="37798"/>
                </a:lnTo>
                <a:lnTo>
                  <a:pt x="941731" y="36808"/>
                </a:lnTo>
                <a:lnTo>
                  <a:pt x="941606" y="35832"/>
                </a:lnTo>
                <a:lnTo>
                  <a:pt x="941461" y="34869"/>
                </a:lnTo>
                <a:lnTo>
                  <a:pt x="941298" y="33920"/>
                </a:lnTo>
                <a:lnTo>
                  <a:pt x="941115" y="32985"/>
                </a:lnTo>
                <a:lnTo>
                  <a:pt x="940913" y="32064"/>
                </a:lnTo>
                <a:lnTo>
                  <a:pt x="940691" y="31156"/>
                </a:lnTo>
                <a:lnTo>
                  <a:pt x="940451" y="30262"/>
                </a:lnTo>
                <a:lnTo>
                  <a:pt x="940191" y="29382"/>
                </a:lnTo>
                <a:lnTo>
                  <a:pt x="939912" y="28516"/>
                </a:lnTo>
                <a:lnTo>
                  <a:pt x="939614" y="27663"/>
                </a:lnTo>
                <a:lnTo>
                  <a:pt x="939296" y="26824"/>
                </a:lnTo>
                <a:lnTo>
                  <a:pt x="938959" y="25999"/>
                </a:lnTo>
                <a:lnTo>
                  <a:pt x="938603" y="25188"/>
                </a:lnTo>
                <a:lnTo>
                  <a:pt x="938228" y="24390"/>
                </a:lnTo>
                <a:lnTo>
                  <a:pt x="937833" y="23606"/>
                </a:lnTo>
                <a:lnTo>
                  <a:pt x="937420" y="22836"/>
                </a:lnTo>
                <a:lnTo>
                  <a:pt x="936987" y="22080"/>
                </a:lnTo>
                <a:lnTo>
                  <a:pt x="936534" y="21338"/>
                </a:lnTo>
                <a:lnTo>
                  <a:pt x="936066" y="20609"/>
                </a:lnTo>
                <a:lnTo>
                  <a:pt x="935583" y="19896"/>
                </a:lnTo>
                <a:lnTo>
                  <a:pt x="935086" y="19197"/>
                </a:lnTo>
                <a:lnTo>
                  <a:pt x="934575" y="18513"/>
                </a:lnTo>
                <a:lnTo>
                  <a:pt x="934051" y="17845"/>
                </a:lnTo>
                <a:lnTo>
                  <a:pt x="933512" y="17191"/>
                </a:lnTo>
                <a:lnTo>
                  <a:pt x="932960" y="16552"/>
                </a:lnTo>
                <a:lnTo>
                  <a:pt x="932393" y="15928"/>
                </a:lnTo>
                <a:lnTo>
                  <a:pt x="931813" y="15319"/>
                </a:lnTo>
                <a:lnTo>
                  <a:pt x="931219" y="14725"/>
                </a:lnTo>
                <a:lnTo>
                  <a:pt x="930610" y="14146"/>
                </a:lnTo>
                <a:lnTo>
                  <a:pt x="929988" y="13581"/>
                </a:lnTo>
                <a:lnTo>
                  <a:pt x="929352" y="13032"/>
                </a:lnTo>
                <a:lnTo>
                  <a:pt x="928702" y="12497"/>
                </a:lnTo>
                <a:lnTo>
                  <a:pt x="928038" y="11978"/>
                </a:lnTo>
                <a:lnTo>
                  <a:pt x="927360" y="11473"/>
                </a:lnTo>
                <a:lnTo>
                  <a:pt x="926668" y="10984"/>
                </a:lnTo>
                <a:lnTo>
                  <a:pt x="925963" y="10509"/>
                </a:lnTo>
                <a:lnTo>
                  <a:pt x="925243" y="10049"/>
                </a:lnTo>
                <a:lnTo>
                  <a:pt x="924509" y="9604"/>
                </a:lnTo>
                <a:lnTo>
                  <a:pt x="923762" y="9174"/>
                </a:lnTo>
                <a:lnTo>
                  <a:pt x="923000" y="8759"/>
                </a:lnTo>
                <a:lnTo>
                  <a:pt x="922225" y="8359"/>
                </a:lnTo>
                <a:lnTo>
                  <a:pt x="921435" y="7974"/>
                </a:lnTo>
                <a:lnTo>
                  <a:pt x="920635" y="7604"/>
                </a:lnTo>
                <a:lnTo>
                  <a:pt x="919826" y="7250"/>
                </a:lnTo>
                <a:lnTo>
                  <a:pt x="919009" y="6911"/>
                </a:lnTo>
                <a:lnTo>
                  <a:pt x="918184" y="6588"/>
                </a:lnTo>
                <a:lnTo>
                  <a:pt x="917350" y="6281"/>
                </a:lnTo>
                <a:lnTo>
                  <a:pt x="916508" y="5990"/>
                </a:lnTo>
                <a:lnTo>
                  <a:pt x="915658" y="5715"/>
                </a:lnTo>
                <a:lnTo>
                  <a:pt x="914799" y="5455"/>
                </a:lnTo>
                <a:lnTo>
                  <a:pt x="913932" y="5211"/>
                </a:lnTo>
                <a:lnTo>
                  <a:pt x="913057" y="4983"/>
                </a:lnTo>
                <a:lnTo>
                  <a:pt x="912173" y="4770"/>
                </a:lnTo>
                <a:lnTo>
                  <a:pt x="911282" y="4574"/>
                </a:lnTo>
                <a:lnTo>
                  <a:pt x="910382" y="4393"/>
                </a:lnTo>
                <a:lnTo>
                  <a:pt x="909473" y="4227"/>
                </a:lnTo>
                <a:lnTo>
                  <a:pt x="908557" y="4078"/>
                </a:lnTo>
                <a:lnTo>
                  <a:pt x="907632" y="3944"/>
                </a:lnTo>
                <a:lnTo>
                  <a:pt x="906698" y="3826"/>
                </a:lnTo>
                <a:lnTo>
                  <a:pt x="905757" y="3724"/>
                </a:lnTo>
                <a:lnTo>
                  <a:pt x="904807" y="3637"/>
                </a:lnTo>
                <a:lnTo>
                  <a:pt x="903849" y="3566"/>
                </a:lnTo>
                <a:lnTo>
                  <a:pt x="902883" y="3511"/>
                </a:lnTo>
                <a:lnTo>
                  <a:pt x="901908" y="3472"/>
                </a:lnTo>
                <a:lnTo>
                  <a:pt x="900925" y="3448"/>
                </a:lnTo>
                <a:lnTo>
                  <a:pt x="899934" y="3440"/>
                </a:lnTo>
                <a:lnTo>
                  <a:pt x="853490" y="3440"/>
                </a:lnTo>
                <a:lnTo>
                  <a:pt x="853490" y="132069"/>
                </a:lnTo>
                <a:lnTo>
                  <a:pt x="870691" y="132069"/>
                </a:lnTo>
                <a:lnTo>
                  <a:pt x="870691" y="81229"/>
                </a:lnTo>
                <a:lnTo>
                  <a:pt x="899934" y="81229"/>
                </a:lnTo>
                <a:lnTo>
                  <a:pt x="900925" y="81221"/>
                </a:lnTo>
                <a:lnTo>
                  <a:pt x="901908" y="81198"/>
                </a:lnTo>
                <a:close/>
                <a:moveTo>
                  <a:pt x="901419" y="17681"/>
                </a:moveTo>
                <a:lnTo>
                  <a:pt x="902331" y="17756"/>
                </a:lnTo>
                <a:lnTo>
                  <a:pt x="903227" y="17853"/>
                </a:lnTo>
                <a:lnTo>
                  <a:pt x="904108" y="17971"/>
                </a:lnTo>
                <a:lnTo>
                  <a:pt x="904975" y="18111"/>
                </a:lnTo>
                <a:lnTo>
                  <a:pt x="905827" y="18273"/>
                </a:lnTo>
                <a:lnTo>
                  <a:pt x="906663" y="18456"/>
                </a:lnTo>
                <a:lnTo>
                  <a:pt x="907485" y="18660"/>
                </a:lnTo>
                <a:lnTo>
                  <a:pt x="908292" y="18886"/>
                </a:lnTo>
                <a:lnTo>
                  <a:pt x="909084" y="19134"/>
                </a:lnTo>
                <a:lnTo>
                  <a:pt x="909861" y="19403"/>
                </a:lnTo>
                <a:lnTo>
                  <a:pt x="910623" y="19693"/>
                </a:lnTo>
                <a:lnTo>
                  <a:pt x="911370" y="20005"/>
                </a:lnTo>
                <a:lnTo>
                  <a:pt x="912102" y="20339"/>
                </a:lnTo>
                <a:lnTo>
                  <a:pt x="912819" y="20694"/>
                </a:lnTo>
                <a:lnTo>
                  <a:pt x="913521" y="21071"/>
                </a:lnTo>
                <a:lnTo>
                  <a:pt x="914209" y="21469"/>
                </a:lnTo>
                <a:lnTo>
                  <a:pt x="914881" y="21889"/>
                </a:lnTo>
                <a:lnTo>
                  <a:pt x="915539" y="22330"/>
                </a:lnTo>
                <a:lnTo>
                  <a:pt x="916181" y="22793"/>
                </a:lnTo>
                <a:lnTo>
                  <a:pt x="916809" y="23277"/>
                </a:lnTo>
                <a:lnTo>
                  <a:pt x="917422" y="23783"/>
                </a:lnTo>
                <a:lnTo>
                  <a:pt x="918014" y="24312"/>
                </a:lnTo>
                <a:lnTo>
                  <a:pt x="918582" y="24864"/>
                </a:lnTo>
                <a:lnTo>
                  <a:pt x="919124" y="25439"/>
                </a:lnTo>
                <a:lnTo>
                  <a:pt x="919641" y="26038"/>
                </a:lnTo>
                <a:lnTo>
                  <a:pt x="920133" y="26661"/>
                </a:lnTo>
                <a:lnTo>
                  <a:pt x="920599" y="27307"/>
                </a:lnTo>
                <a:lnTo>
                  <a:pt x="921040" y="27976"/>
                </a:lnTo>
                <a:lnTo>
                  <a:pt x="921457" y="28669"/>
                </a:lnTo>
                <a:lnTo>
                  <a:pt x="921847" y="29386"/>
                </a:lnTo>
                <a:lnTo>
                  <a:pt x="922213" y="30126"/>
                </a:lnTo>
                <a:lnTo>
                  <a:pt x="922554" y="30889"/>
                </a:lnTo>
                <a:lnTo>
                  <a:pt x="922869" y="31676"/>
                </a:lnTo>
                <a:lnTo>
                  <a:pt x="923159" y="32487"/>
                </a:lnTo>
                <a:lnTo>
                  <a:pt x="923424" y="33321"/>
                </a:lnTo>
                <a:lnTo>
                  <a:pt x="923663" y="34179"/>
                </a:lnTo>
                <a:lnTo>
                  <a:pt x="923878" y="35060"/>
                </a:lnTo>
                <a:lnTo>
                  <a:pt x="924067" y="35965"/>
                </a:lnTo>
                <a:lnTo>
                  <a:pt x="924231" y="36893"/>
                </a:lnTo>
                <a:lnTo>
                  <a:pt x="924369" y="37844"/>
                </a:lnTo>
                <a:lnTo>
                  <a:pt x="924483" y="38820"/>
                </a:lnTo>
                <a:lnTo>
                  <a:pt x="924571" y="39818"/>
                </a:lnTo>
                <a:lnTo>
                  <a:pt x="924634" y="40841"/>
                </a:lnTo>
                <a:lnTo>
                  <a:pt x="924672" y="41886"/>
                </a:lnTo>
                <a:lnTo>
                  <a:pt x="924685" y="42956"/>
                </a:lnTo>
                <a:lnTo>
                  <a:pt x="924672" y="43954"/>
                </a:lnTo>
                <a:lnTo>
                  <a:pt x="924634" y="44932"/>
                </a:lnTo>
                <a:lnTo>
                  <a:pt x="924572" y="45888"/>
                </a:lnTo>
                <a:lnTo>
                  <a:pt x="924484" y="46822"/>
                </a:lnTo>
                <a:lnTo>
                  <a:pt x="924371" y="47736"/>
                </a:lnTo>
                <a:lnTo>
                  <a:pt x="924234" y="48628"/>
                </a:lnTo>
                <a:lnTo>
                  <a:pt x="924071" y="49498"/>
                </a:lnTo>
                <a:lnTo>
                  <a:pt x="923883" y="50347"/>
                </a:lnTo>
                <a:lnTo>
                  <a:pt x="923670" y="51175"/>
                </a:lnTo>
                <a:lnTo>
                  <a:pt x="923432" y="51982"/>
                </a:lnTo>
                <a:lnTo>
                  <a:pt x="923169" y="52767"/>
                </a:lnTo>
                <a:lnTo>
                  <a:pt x="922881" y="53530"/>
                </a:lnTo>
                <a:lnTo>
                  <a:pt x="922568" y="54273"/>
                </a:lnTo>
                <a:lnTo>
                  <a:pt x="922229" y="54994"/>
                </a:lnTo>
                <a:lnTo>
                  <a:pt x="921866" y="55694"/>
                </a:lnTo>
                <a:lnTo>
                  <a:pt x="921478" y="56372"/>
                </a:lnTo>
                <a:lnTo>
                  <a:pt x="921064" y="57029"/>
                </a:lnTo>
                <a:lnTo>
                  <a:pt x="920626" y="57664"/>
                </a:lnTo>
                <a:lnTo>
                  <a:pt x="920163" y="58279"/>
                </a:lnTo>
                <a:lnTo>
                  <a:pt x="919674" y="58871"/>
                </a:lnTo>
                <a:lnTo>
                  <a:pt x="919160" y="59443"/>
                </a:lnTo>
                <a:lnTo>
                  <a:pt x="918622" y="59993"/>
                </a:lnTo>
                <a:lnTo>
                  <a:pt x="918058" y="60522"/>
                </a:lnTo>
                <a:lnTo>
                  <a:pt x="917469" y="61029"/>
                </a:lnTo>
                <a:lnTo>
                  <a:pt x="916860" y="61516"/>
                </a:lnTo>
                <a:lnTo>
                  <a:pt x="916236" y="61981"/>
                </a:lnTo>
                <a:lnTo>
                  <a:pt x="915596" y="62426"/>
                </a:lnTo>
                <a:lnTo>
                  <a:pt x="914941" y="62851"/>
                </a:lnTo>
                <a:lnTo>
                  <a:pt x="914270" y="63254"/>
                </a:lnTo>
                <a:lnTo>
                  <a:pt x="913584" y="63637"/>
                </a:lnTo>
                <a:lnTo>
                  <a:pt x="912883" y="63999"/>
                </a:lnTo>
                <a:lnTo>
                  <a:pt x="912166" y="64341"/>
                </a:lnTo>
                <a:lnTo>
                  <a:pt x="911433" y="64662"/>
                </a:lnTo>
                <a:lnTo>
                  <a:pt x="910685" y="64962"/>
                </a:lnTo>
                <a:lnTo>
                  <a:pt x="909922" y="65241"/>
                </a:lnTo>
                <a:lnTo>
                  <a:pt x="909143" y="65500"/>
                </a:lnTo>
                <a:lnTo>
                  <a:pt x="908349" y="65738"/>
                </a:lnTo>
                <a:lnTo>
                  <a:pt x="907540" y="65955"/>
                </a:lnTo>
                <a:lnTo>
                  <a:pt x="906715" y="66152"/>
                </a:lnTo>
                <a:lnTo>
                  <a:pt x="905874" y="66328"/>
                </a:lnTo>
                <a:lnTo>
                  <a:pt x="905019" y="66483"/>
                </a:lnTo>
                <a:lnTo>
                  <a:pt x="904147" y="66617"/>
                </a:lnTo>
                <a:lnTo>
                  <a:pt x="903261" y="66731"/>
                </a:lnTo>
                <a:lnTo>
                  <a:pt x="902358" y="66824"/>
                </a:lnTo>
                <a:lnTo>
                  <a:pt x="901441" y="66897"/>
                </a:lnTo>
                <a:lnTo>
                  <a:pt x="900508" y="66949"/>
                </a:lnTo>
                <a:lnTo>
                  <a:pt x="899560" y="66980"/>
                </a:lnTo>
                <a:lnTo>
                  <a:pt x="898596" y="66990"/>
                </a:lnTo>
                <a:lnTo>
                  <a:pt x="870691" y="66990"/>
                </a:lnTo>
                <a:lnTo>
                  <a:pt x="870691" y="17584"/>
                </a:lnTo>
                <a:lnTo>
                  <a:pt x="898596" y="17584"/>
                </a:lnTo>
                <a:lnTo>
                  <a:pt x="899552" y="17594"/>
                </a:lnTo>
                <a:lnTo>
                  <a:pt x="900493" y="17627"/>
                </a:lnTo>
                <a:lnTo>
                  <a:pt x="901419" y="17681"/>
                </a:lnTo>
                <a:close/>
                <a:moveTo>
                  <a:pt x="1263265" y="119040"/>
                </a:moveTo>
                <a:lnTo>
                  <a:pt x="1262611" y="119000"/>
                </a:lnTo>
                <a:lnTo>
                  <a:pt x="1261978" y="118945"/>
                </a:lnTo>
                <a:lnTo>
                  <a:pt x="1261367" y="118873"/>
                </a:lnTo>
                <a:lnTo>
                  <a:pt x="1260778" y="118785"/>
                </a:lnTo>
                <a:lnTo>
                  <a:pt x="1260210" y="118682"/>
                </a:lnTo>
                <a:lnTo>
                  <a:pt x="1259664" y="118562"/>
                </a:lnTo>
                <a:lnTo>
                  <a:pt x="1259140" y="118427"/>
                </a:lnTo>
                <a:lnTo>
                  <a:pt x="1258638" y="118276"/>
                </a:lnTo>
                <a:lnTo>
                  <a:pt x="1258158" y="118109"/>
                </a:lnTo>
                <a:lnTo>
                  <a:pt x="1257699" y="117925"/>
                </a:lnTo>
                <a:lnTo>
                  <a:pt x="1257262" y="117726"/>
                </a:lnTo>
                <a:lnTo>
                  <a:pt x="1256846" y="117511"/>
                </a:lnTo>
                <a:lnTo>
                  <a:pt x="1256453" y="117280"/>
                </a:lnTo>
                <a:lnTo>
                  <a:pt x="1256081" y="117033"/>
                </a:lnTo>
                <a:lnTo>
                  <a:pt x="1255731" y="116771"/>
                </a:lnTo>
                <a:lnTo>
                  <a:pt x="1255402" y="116492"/>
                </a:lnTo>
                <a:lnTo>
                  <a:pt x="1255096" y="116197"/>
                </a:lnTo>
                <a:lnTo>
                  <a:pt x="1254811" y="115887"/>
                </a:lnTo>
                <a:lnTo>
                  <a:pt x="1254547" y="115560"/>
                </a:lnTo>
                <a:lnTo>
                  <a:pt x="1254306" y="115218"/>
                </a:lnTo>
                <a:lnTo>
                  <a:pt x="1254086" y="114859"/>
                </a:lnTo>
                <a:lnTo>
                  <a:pt x="1253888" y="114485"/>
                </a:lnTo>
                <a:lnTo>
                  <a:pt x="1253705" y="114096"/>
                </a:lnTo>
                <a:lnTo>
                  <a:pt x="1253529" y="113692"/>
                </a:lnTo>
                <a:lnTo>
                  <a:pt x="1253362" y="113274"/>
                </a:lnTo>
                <a:lnTo>
                  <a:pt x="1253202" y="112842"/>
                </a:lnTo>
                <a:lnTo>
                  <a:pt x="1253050" y="112395"/>
                </a:lnTo>
                <a:lnTo>
                  <a:pt x="1252906" y="111935"/>
                </a:lnTo>
                <a:lnTo>
                  <a:pt x="1252769" y="111460"/>
                </a:lnTo>
                <a:lnTo>
                  <a:pt x="1252641" y="110970"/>
                </a:lnTo>
                <a:lnTo>
                  <a:pt x="1252520" y="110467"/>
                </a:lnTo>
                <a:lnTo>
                  <a:pt x="1252407" y="109949"/>
                </a:lnTo>
                <a:lnTo>
                  <a:pt x="1252301" y="109417"/>
                </a:lnTo>
                <a:lnTo>
                  <a:pt x="1252204" y="108871"/>
                </a:lnTo>
                <a:lnTo>
                  <a:pt x="1252114" y="108310"/>
                </a:lnTo>
                <a:lnTo>
                  <a:pt x="1252032" y="107735"/>
                </a:lnTo>
                <a:lnTo>
                  <a:pt x="1251958" y="107146"/>
                </a:lnTo>
                <a:lnTo>
                  <a:pt x="1251892" y="106543"/>
                </a:lnTo>
                <a:lnTo>
                  <a:pt x="1251833" y="105925"/>
                </a:lnTo>
                <a:lnTo>
                  <a:pt x="1251783" y="105293"/>
                </a:lnTo>
                <a:lnTo>
                  <a:pt x="1251740" y="104647"/>
                </a:lnTo>
                <a:lnTo>
                  <a:pt x="1251705" y="103986"/>
                </a:lnTo>
                <a:lnTo>
                  <a:pt x="1251678" y="103312"/>
                </a:lnTo>
                <a:lnTo>
                  <a:pt x="1251658" y="102623"/>
                </a:lnTo>
                <a:lnTo>
                  <a:pt x="1251646" y="101919"/>
                </a:lnTo>
                <a:lnTo>
                  <a:pt x="1251642" y="101202"/>
                </a:lnTo>
                <a:lnTo>
                  <a:pt x="1251642" y="3440"/>
                </a:lnTo>
                <a:lnTo>
                  <a:pt x="1235779" y="3440"/>
                </a:lnTo>
                <a:lnTo>
                  <a:pt x="1235779" y="101966"/>
                </a:lnTo>
                <a:lnTo>
                  <a:pt x="1235783" y="102750"/>
                </a:lnTo>
                <a:lnTo>
                  <a:pt x="1235794" y="103524"/>
                </a:lnTo>
                <a:lnTo>
                  <a:pt x="1235813" y="104289"/>
                </a:lnTo>
                <a:lnTo>
                  <a:pt x="1235840" y="105044"/>
                </a:lnTo>
                <a:lnTo>
                  <a:pt x="1235874" y="105790"/>
                </a:lnTo>
                <a:lnTo>
                  <a:pt x="1235916" y="106526"/>
                </a:lnTo>
                <a:lnTo>
                  <a:pt x="1235966" y="107253"/>
                </a:lnTo>
                <a:lnTo>
                  <a:pt x="1236023" y="107971"/>
                </a:lnTo>
                <a:lnTo>
                  <a:pt x="1236088" y="108679"/>
                </a:lnTo>
                <a:lnTo>
                  <a:pt x="1236161" y="109377"/>
                </a:lnTo>
                <a:lnTo>
                  <a:pt x="1236241" y="110066"/>
                </a:lnTo>
                <a:lnTo>
                  <a:pt x="1236328" y="110746"/>
                </a:lnTo>
                <a:lnTo>
                  <a:pt x="1236424" y="111416"/>
                </a:lnTo>
                <a:lnTo>
                  <a:pt x="1236527" y="112077"/>
                </a:lnTo>
                <a:lnTo>
                  <a:pt x="1236637" y="112728"/>
                </a:lnTo>
                <a:lnTo>
                  <a:pt x="1236756" y="113370"/>
                </a:lnTo>
                <a:lnTo>
                  <a:pt x="1236882" y="114003"/>
                </a:lnTo>
                <a:lnTo>
                  <a:pt x="1237015" y="114625"/>
                </a:lnTo>
                <a:lnTo>
                  <a:pt x="1237156" y="115239"/>
                </a:lnTo>
                <a:lnTo>
                  <a:pt x="1237305" y="115843"/>
                </a:lnTo>
                <a:lnTo>
                  <a:pt x="1237462" y="116437"/>
                </a:lnTo>
                <a:lnTo>
                  <a:pt x="1237626" y="117022"/>
                </a:lnTo>
                <a:lnTo>
                  <a:pt x="1237798" y="117598"/>
                </a:lnTo>
                <a:lnTo>
                  <a:pt x="1237977" y="118164"/>
                </a:lnTo>
                <a:lnTo>
                  <a:pt x="1238167" y="118720"/>
                </a:lnTo>
                <a:lnTo>
                  <a:pt x="1238370" y="119265"/>
                </a:lnTo>
                <a:lnTo>
                  <a:pt x="1238586" y="119799"/>
                </a:lnTo>
                <a:lnTo>
                  <a:pt x="1238816" y="120322"/>
                </a:lnTo>
                <a:lnTo>
                  <a:pt x="1239059" y="120835"/>
                </a:lnTo>
                <a:lnTo>
                  <a:pt x="1239315" y="121336"/>
                </a:lnTo>
                <a:lnTo>
                  <a:pt x="1239584" y="121826"/>
                </a:lnTo>
                <a:lnTo>
                  <a:pt x="1239867" y="122305"/>
                </a:lnTo>
                <a:lnTo>
                  <a:pt x="1240163" y="122774"/>
                </a:lnTo>
                <a:lnTo>
                  <a:pt x="1240472" y="123231"/>
                </a:lnTo>
                <a:lnTo>
                  <a:pt x="1240795" y="123678"/>
                </a:lnTo>
                <a:lnTo>
                  <a:pt x="1241130" y="124113"/>
                </a:lnTo>
                <a:lnTo>
                  <a:pt x="1241480" y="124538"/>
                </a:lnTo>
                <a:lnTo>
                  <a:pt x="1241842" y="124951"/>
                </a:lnTo>
                <a:lnTo>
                  <a:pt x="1242218" y="125354"/>
                </a:lnTo>
                <a:lnTo>
                  <a:pt x="1242606" y="125746"/>
                </a:lnTo>
                <a:lnTo>
                  <a:pt x="1243009" y="126126"/>
                </a:lnTo>
                <a:lnTo>
                  <a:pt x="1243424" y="126496"/>
                </a:lnTo>
                <a:lnTo>
                  <a:pt x="1243853" y="126855"/>
                </a:lnTo>
                <a:lnTo>
                  <a:pt x="1244295" y="127203"/>
                </a:lnTo>
                <a:lnTo>
                  <a:pt x="1244750" y="127540"/>
                </a:lnTo>
                <a:lnTo>
                  <a:pt x="1245218" y="127866"/>
                </a:lnTo>
                <a:lnTo>
                  <a:pt x="1245700" y="128181"/>
                </a:lnTo>
                <a:lnTo>
                  <a:pt x="1246195" y="128485"/>
                </a:lnTo>
                <a:lnTo>
                  <a:pt x="1246706" y="128778"/>
                </a:lnTo>
                <a:lnTo>
                  <a:pt x="1247236" y="129057"/>
                </a:lnTo>
                <a:lnTo>
                  <a:pt x="1247784" y="129325"/>
                </a:lnTo>
                <a:lnTo>
                  <a:pt x="1248351" y="129580"/>
                </a:lnTo>
                <a:lnTo>
                  <a:pt x="1248936" y="129823"/>
                </a:lnTo>
                <a:lnTo>
                  <a:pt x="1249540" y="130053"/>
                </a:lnTo>
                <a:lnTo>
                  <a:pt x="1250163" y="130271"/>
                </a:lnTo>
                <a:lnTo>
                  <a:pt x="1250804" y="130476"/>
                </a:lnTo>
                <a:lnTo>
                  <a:pt x="1251463" y="130669"/>
                </a:lnTo>
                <a:lnTo>
                  <a:pt x="1252142" y="130849"/>
                </a:lnTo>
                <a:lnTo>
                  <a:pt x="1252838" y="131017"/>
                </a:lnTo>
                <a:lnTo>
                  <a:pt x="1253554" y="131173"/>
                </a:lnTo>
                <a:lnTo>
                  <a:pt x="1254288" y="131316"/>
                </a:lnTo>
                <a:lnTo>
                  <a:pt x="1255040" y="131447"/>
                </a:lnTo>
                <a:lnTo>
                  <a:pt x="1255811" y="131565"/>
                </a:lnTo>
                <a:lnTo>
                  <a:pt x="1256601" y="131671"/>
                </a:lnTo>
                <a:lnTo>
                  <a:pt x="1257409" y="131764"/>
                </a:lnTo>
                <a:lnTo>
                  <a:pt x="1258236" y="131845"/>
                </a:lnTo>
                <a:lnTo>
                  <a:pt x="1259082" y="131913"/>
                </a:lnTo>
                <a:lnTo>
                  <a:pt x="1259946" y="131969"/>
                </a:lnTo>
                <a:lnTo>
                  <a:pt x="1260828" y="132013"/>
                </a:lnTo>
                <a:lnTo>
                  <a:pt x="1261730" y="132044"/>
                </a:lnTo>
                <a:lnTo>
                  <a:pt x="1262650" y="132063"/>
                </a:lnTo>
                <a:lnTo>
                  <a:pt x="1263588" y="132069"/>
                </a:lnTo>
                <a:lnTo>
                  <a:pt x="1268939" y="132069"/>
                </a:lnTo>
                <a:lnTo>
                  <a:pt x="1268939" y="119072"/>
                </a:lnTo>
                <a:lnTo>
                  <a:pt x="1264639" y="119072"/>
                </a:lnTo>
                <a:lnTo>
                  <a:pt x="1263941" y="119064"/>
                </a:lnTo>
                <a:lnTo>
                  <a:pt x="1263265" y="119040"/>
                </a:lnTo>
                <a:close/>
                <a:moveTo>
                  <a:pt x="427158" y="133573"/>
                </a:moveTo>
                <a:lnTo>
                  <a:pt x="428314" y="133478"/>
                </a:lnTo>
                <a:lnTo>
                  <a:pt x="429459" y="133366"/>
                </a:lnTo>
                <a:lnTo>
                  <a:pt x="430595" y="133237"/>
                </a:lnTo>
                <a:lnTo>
                  <a:pt x="431721" y="133090"/>
                </a:lnTo>
                <a:lnTo>
                  <a:pt x="432837" y="132926"/>
                </a:lnTo>
                <a:lnTo>
                  <a:pt x="433943" y="132745"/>
                </a:lnTo>
                <a:lnTo>
                  <a:pt x="435039" y="132547"/>
                </a:lnTo>
                <a:lnTo>
                  <a:pt x="436125" y="132331"/>
                </a:lnTo>
                <a:lnTo>
                  <a:pt x="437201" y="132098"/>
                </a:lnTo>
                <a:lnTo>
                  <a:pt x="438267" y="131848"/>
                </a:lnTo>
                <a:lnTo>
                  <a:pt x="439323" y="131580"/>
                </a:lnTo>
                <a:lnTo>
                  <a:pt x="440370" y="131296"/>
                </a:lnTo>
                <a:lnTo>
                  <a:pt x="441406" y="130994"/>
                </a:lnTo>
                <a:lnTo>
                  <a:pt x="442432" y="130674"/>
                </a:lnTo>
                <a:lnTo>
                  <a:pt x="443448" y="130338"/>
                </a:lnTo>
                <a:lnTo>
                  <a:pt x="444455" y="129984"/>
                </a:lnTo>
                <a:lnTo>
                  <a:pt x="445451" y="129613"/>
                </a:lnTo>
                <a:lnTo>
                  <a:pt x="446438" y="129225"/>
                </a:lnTo>
                <a:lnTo>
                  <a:pt x="447414" y="128820"/>
                </a:lnTo>
                <a:lnTo>
                  <a:pt x="448378" y="128397"/>
                </a:lnTo>
                <a:lnTo>
                  <a:pt x="449328" y="127957"/>
                </a:lnTo>
                <a:lnTo>
                  <a:pt x="450262" y="127499"/>
                </a:lnTo>
                <a:lnTo>
                  <a:pt x="451181" y="127024"/>
                </a:lnTo>
                <a:lnTo>
                  <a:pt x="452086" y="126531"/>
                </a:lnTo>
                <a:lnTo>
                  <a:pt x="452975" y="126021"/>
                </a:lnTo>
                <a:lnTo>
                  <a:pt x="453849" y="125494"/>
                </a:lnTo>
                <a:lnTo>
                  <a:pt x="454709" y="124949"/>
                </a:lnTo>
                <a:lnTo>
                  <a:pt x="455554" y="124387"/>
                </a:lnTo>
                <a:lnTo>
                  <a:pt x="456383" y="123807"/>
                </a:lnTo>
                <a:lnTo>
                  <a:pt x="457198" y="123210"/>
                </a:lnTo>
                <a:lnTo>
                  <a:pt x="457998" y="122596"/>
                </a:lnTo>
                <a:lnTo>
                  <a:pt x="458783" y="121964"/>
                </a:lnTo>
                <a:lnTo>
                  <a:pt x="459553" y="121315"/>
                </a:lnTo>
                <a:lnTo>
                  <a:pt x="460308" y="120648"/>
                </a:lnTo>
                <a:lnTo>
                  <a:pt x="461048" y="119964"/>
                </a:lnTo>
                <a:lnTo>
                  <a:pt x="461773" y="119262"/>
                </a:lnTo>
                <a:lnTo>
                  <a:pt x="462484" y="118544"/>
                </a:lnTo>
                <a:lnTo>
                  <a:pt x="463179" y="117807"/>
                </a:lnTo>
                <a:lnTo>
                  <a:pt x="463859" y="117053"/>
                </a:lnTo>
                <a:lnTo>
                  <a:pt x="464525" y="116282"/>
                </a:lnTo>
                <a:lnTo>
                  <a:pt x="465175" y="115493"/>
                </a:lnTo>
                <a:lnTo>
                  <a:pt x="465811" y="114687"/>
                </a:lnTo>
                <a:lnTo>
                  <a:pt x="466432" y="113864"/>
                </a:lnTo>
                <a:lnTo>
                  <a:pt x="467035" y="113023"/>
                </a:lnTo>
                <a:lnTo>
                  <a:pt x="467617" y="112163"/>
                </a:lnTo>
                <a:lnTo>
                  <a:pt x="468180" y="111286"/>
                </a:lnTo>
                <a:lnTo>
                  <a:pt x="468722" y="110390"/>
                </a:lnTo>
                <a:lnTo>
                  <a:pt x="469244" y="109477"/>
                </a:lnTo>
                <a:lnTo>
                  <a:pt x="469746" y="108545"/>
                </a:lnTo>
                <a:lnTo>
                  <a:pt x="470228" y="107595"/>
                </a:lnTo>
                <a:lnTo>
                  <a:pt x="470689" y="106628"/>
                </a:lnTo>
                <a:lnTo>
                  <a:pt x="471131" y="105642"/>
                </a:lnTo>
                <a:lnTo>
                  <a:pt x="471551" y="104638"/>
                </a:lnTo>
                <a:lnTo>
                  <a:pt x="471952" y="103616"/>
                </a:lnTo>
                <a:lnTo>
                  <a:pt x="472333" y="102575"/>
                </a:lnTo>
                <a:lnTo>
                  <a:pt x="472693" y="101517"/>
                </a:lnTo>
                <a:lnTo>
                  <a:pt x="473033" y="100441"/>
                </a:lnTo>
                <a:lnTo>
                  <a:pt x="473352" y="99346"/>
                </a:lnTo>
                <a:lnTo>
                  <a:pt x="473652" y="98234"/>
                </a:lnTo>
                <a:lnTo>
                  <a:pt x="473931" y="97103"/>
                </a:lnTo>
                <a:lnTo>
                  <a:pt x="474190" y="95955"/>
                </a:lnTo>
                <a:lnTo>
                  <a:pt x="474429" y="94788"/>
                </a:lnTo>
                <a:lnTo>
                  <a:pt x="474647" y="93603"/>
                </a:lnTo>
                <a:lnTo>
                  <a:pt x="474846" y="92400"/>
                </a:lnTo>
                <a:lnTo>
                  <a:pt x="475024" y="91179"/>
                </a:lnTo>
                <a:lnTo>
                  <a:pt x="475181" y="89940"/>
                </a:lnTo>
                <a:lnTo>
                  <a:pt x="475319" y="88683"/>
                </a:lnTo>
                <a:lnTo>
                  <a:pt x="457926" y="88683"/>
                </a:lnTo>
                <a:lnTo>
                  <a:pt x="457785" y="89952"/>
                </a:lnTo>
                <a:lnTo>
                  <a:pt x="457614" y="91194"/>
                </a:lnTo>
                <a:lnTo>
                  <a:pt x="457416" y="92410"/>
                </a:lnTo>
                <a:lnTo>
                  <a:pt x="457188" y="93599"/>
                </a:lnTo>
                <a:lnTo>
                  <a:pt x="456933" y="94762"/>
                </a:lnTo>
                <a:lnTo>
                  <a:pt x="456648" y="95898"/>
                </a:lnTo>
                <a:lnTo>
                  <a:pt x="456335" y="97008"/>
                </a:lnTo>
                <a:lnTo>
                  <a:pt x="455994" y="98091"/>
                </a:lnTo>
                <a:lnTo>
                  <a:pt x="455624" y="99147"/>
                </a:lnTo>
                <a:lnTo>
                  <a:pt x="455225" y="100177"/>
                </a:lnTo>
                <a:lnTo>
                  <a:pt x="454798" y="101180"/>
                </a:lnTo>
                <a:lnTo>
                  <a:pt x="454343" y="102157"/>
                </a:lnTo>
                <a:lnTo>
                  <a:pt x="453859" y="103108"/>
                </a:lnTo>
                <a:lnTo>
                  <a:pt x="453346" y="104031"/>
                </a:lnTo>
                <a:lnTo>
                  <a:pt x="452805" y="104929"/>
                </a:lnTo>
                <a:lnTo>
                  <a:pt x="452235" y="105799"/>
                </a:lnTo>
                <a:lnTo>
                  <a:pt x="451637" y="106644"/>
                </a:lnTo>
                <a:lnTo>
                  <a:pt x="451010" y="107461"/>
                </a:lnTo>
                <a:lnTo>
                  <a:pt x="450355" y="108252"/>
                </a:lnTo>
                <a:lnTo>
                  <a:pt x="449671" y="109017"/>
                </a:lnTo>
                <a:lnTo>
                  <a:pt x="448958" y="109755"/>
                </a:lnTo>
                <a:lnTo>
                  <a:pt x="448217" y="110466"/>
                </a:lnTo>
                <a:lnTo>
                  <a:pt x="447448" y="111151"/>
                </a:lnTo>
                <a:lnTo>
                  <a:pt x="446650" y="111809"/>
                </a:lnTo>
                <a:lnTo>
                  <a:pt x="445827" y="112441"/>
                </a:lnTo>
                <a:lnTo>
                  <a:pt x="444984" y="113046"/>
                </a:lnTo>
                <a:lnTo>
                  <a:pt x="444120" y="113623"/>
                </a:lnTo>
                <a:lnTo>
                  <a:pt x="443236" y="114174"/>
                </a:lnTo>
                <a:lnTo>
                  <a:pt x="442331" y="114699"/>
                </a:lnTo>
                <a:lnTo>
                  <a:pt x="441406" y="115196"/>
                </a:lnTo>
                <a:lnTo>
                  <a:pt x="440460" y="115666"/>
                </a:lnTo>
                <a:lnTo>
                  <a:pt x="439493" y="116110"/>
                </a:lnTo>
                <a:lnTo>
                  <a:pt x="438506" y="116526"/>
                </a:lnTo>
                <a:lnTo>
                  <a:pt x="437498" y="116916"/>
                </a:lnTo>
                <a:lnTo>
                  <a:pt x="436470" y="117279"/>
                </a:lnTo>
                <a:lnTo>
                  <a:pt x="435421" y="117615"/>
                </a:lnTo>
                <a:lnTo>
                  <a:pt x="434352" y="117924"/>
                </a:lnTo>
                <a:lnTo>
                  <a:pt x="433262" y="118206"/>
                </a:lnTo>
                <a:lnTo>
                  <a:pt x="432151" y="118461"/>
                </a:lnTo>
                <a:lnTo>
                  <a:pt x="431020" y="118690"/>
                </a:lnTo>
                <a:lnTo>
                  <a:pt x="429868" y="118891"/>
                </a:lnTo>
                <a:lnTo>
                  <a:pt x="428696" y="119066"/>
                </a:lnTo>
                <a:lnTo>
                  <a:pt x="427503" y="119214"/>
                </a:lnTo>
                <a:lnTo>
                  <a:pt x="426290" y="119335"/>
                </a:lnTo>
                <a:lnTo>
                  <a:pt x="425056" y="119429"/>
                </a:lnTo>
                <a:lnTo>
                  <a:pt x="423801" y="119496"/>
                </a:lnTo>
                <a:lnTo>
                  <a:pt x="422526" y="119536"/>
                </a:lnTo>
                <a:lnTo>
                  <a:pt x="421230" y="119550"/>
                </a:lnTo>
                <a:lnTo>
                  <a:pt x="419950" y="119538"/>
                </a:lnTo>
                <a:lnTo>
                  <a:pt x="418691" y="119502"/>
                </a:lnTo>
                <a:lnTo>
                  <a:pt x="417451" y="119442"/>
                </a:lnTo>
                <a:lnTo>
                  <a:pt x="416233" y="119357"/>
                </a:lnTo>
                <a:lnTo>
                  <a:pt x="415035" y="119249"/>
                </a:lnTo>
                <a:lnTo>
                  <a:pt x="413857" y="119117"/>
                </a:lnTo>
                <a:lnTo>
                  <a:pt x="412699" y="118961"/>
                </a:lnTo>
                <a:lnTo>
                  <a:pt x="411562" y="118780"/>
                </a:lnTo>
                <a:lnTo>
                  <a:pt x="410445" y="118576"/>
                </a:lnTo>
                <a:lnTo>
                  <a:pt x="409349" y="118347"/>
                </a:lnTo>
                <a:lnTo>
                  <a:pt x="408273" y="118094"/>
                </a:lnTo>
                <a:lnTo>
                  <a:pt x="407218" y="117818"/>
                </a:lnTo>
                <a:lnTo>
                  <a:pt x="406183" y="117517"/>
                </a:lnTo>
                <a:lnTo>
                  <a:pt x="405168" y="117192"/>
                </a:lnTo>
                <a:lnTo>
                  <a:pt x="404174" y="116844"/>
                </a:lnTo>
                <a:lnTo>
                  <a:pt x="403200" y="116471"/>
                </a:lnTo>
                <a:lnTo>
                  <a:pt x="402247" y="116074"/>
                </a:lnTo>
                <a:lnTo>
                  <a:pt x="401314" y="115653"/>
                </a:lnTo>
                <a:lnTo>
                  <a:pt x="400401" y="115208"/>
                </a:lnTo>
                <a:lnTo>
                  <a:pt x="399509" y="114739"/>
                </a:lnTo>
                <a:lnTo>
                  <a:pt x="398637" y="114245"/>
                </a:lnTo>
                <a:lnTo>
                  <a:pt x="397786" y="113728"/>
                </a:lnTo>
                <a:lnTo>
                  <a:pt x="396955" y="113187"/>
                </a:lnTo>
                <a:lnTo>
                  <a:pt x="396145" y="112622"/>
                </a:lnTo>
                <a:lnTo>
                  <a:pt x="395353" y="112036"/>
                </a:lnTo>
                <a:lnTo>
                  <a:pt x="394580" y="111433"/>
                </a:lnTo>
                <a:lnTo>
                  <a:pt x="393825" y="110814"/>
                </a:lnTo>
                <a:lnTo>
                  <a:pt x="393088" y="110178"/>
                </a:lnTo>
                <a:lnTo>
                  <a:pt x="392369" y="109525"/>
                </a:lnTo>
                <a:lnTo>
                  <a:pt x="391668" y="108856"/>
                </a:lnTo>
                <a:lnTo>
                  <a:pt x="390985" y="108169"/>
                </a:lnTo>
                <a:lnTo>
                  <a:pt x="390320" y="107466"/>
                </a:lnTo>
                <a:lnTo>
                  <a:pt x="389674" y="106747"/>
                </a:lnTo>
                <a:lnTo>
                  <a:pt x="389045" y="106010"/>
                </a:lnTo>
                <a:lnTo>
                  <a:pt x="388435" y="105257"/>
                </a:lnTo>
                <a:lnTo>
                  <a:pt x="387842" y="104487"/>
                </a:lnTo>
                <a:lnTo>
                  <a:pt x="387268" y="103700"/>
                </a:lnTo>
                <a:lnTo>
                  <a:pt x="386712" y="102896"/>
                </a:lnTo>
                <a:lnTo>
                  <a:pt x="386174" y="102076"/>
                </a:lnTo>
                <a:lnTo>
                  <a:pt x="385654" y="101239"/>
                </a:lnTo>
                <a:lnTo>
                  <a:pt x="385152" y="100385"/>
                </a:lnTo>
                <a:lnTo>
                  <a:pt x="384668" y="99514"/>
                </a:lnTo>
                <a:lnTo>
                  <a:pt x="384202" y="98627"/>
                </a:lnTo>
                <a:lnTo>
                  <a:pt x="383754" y="97723"/>
                </a:lnTo>
                <a:lnTo>
                  <a:pt x="383325" y="96802"/>
                </a:lnTo>
                <a:lnTo>
                  <a:pt x="382913" y="95864"/>
                </a:lnTo>
                <a:lnTo>
                  <a:pt x="382520" y="94910"/>
                </a:lnTo>
                <a:lnTo>
                  <a:pt x="382145" y="93939"/>
                </a:lnTo>
                <a:lnTo>
                  <a:pt x="381786" y="92955"/>
                </a:lnTo>
                <a:lnTo>
                  <a:pt x="381442" y="91962"/>
                </a:lnTo>
                <a:lnTo>
                  <a:pt x="381114" y="90960"/>
                </a:lnTo>
                <a:lnTo>
                  <a:pt x="380801" y="89949"/>
                </a:lnTo>
                <a:lnTo>
                  <a:pt x="380504" y="88929"/>
                </a:lnTo>
                <a:lnTo>
                  <a:pt x="380221" y="87900"/>
                </a:lnTo>
                <a:lnTo>
                  <a:pt x="379954" y="86863"/>
                </a:lnTo>
                <a:lnTo>
                  <a:pt x="379702" y="85816"/>
                </a:lnTo>
                <a:lnTo>
                  <a:pt x="379466" y="84760"/>
                </a:lnTo>
                <a:lnTo>
                  <a:pt x="379244" y="83696"/>
                </a:lnTo>
                <a:lnTo>
                  <a:pt x="379038" y="82622"/>
                </a:lnTo>
                <a:lnTo>
                  <a:pt x="378848" y="81540"/>
                </a:lnTo>
                <a:lnTo>
                  <a:pt x="378672" y="80448"/>
                </a:lnTo>
                <a:lnTo>
                  <a:pt x="378512" y="79348"/>
                </a:lnTo>
                <a:lnTo>
                  <a:pt x="378367" y="78238"/>
                </a:lnTo>
                <a:lnTo>
                  <a:pt x="378237" y="77120"/>
                </a:lnTo>
                <a:lnTo>
                  <a:pt x="378123" y="75992"/>
                </a:lnTo>
                <a:lnTo>
                  <a:pt x="378023" y="74856"/>
                </a:lnTo>
                <a:lnTo>
                  <a:pt x="377939" y="73711"/>
                </a:lnTo>
                <a:lnTo>
                  <a:pt x="377871" y="72557"/>
                </a:lnTo>
                <a:lnTo>
                  <a:pt x="377817" y="71393"/>
                </a:lnTo>
                <a:lnTo>
                  <a:pt x="377779" y="70221"/>
                </a:lnTo>
                <a:lnTo>
                  <a:pt x="377756" y="69040"/>
                </a:lnTo>
                <a:lnTo>
                  <a:pt x="377749" y="67850"/>
                </a:lnTo>
                <a:lnTo>
                  <a:pt x="377756" y="66652"/>
                </a:lnTo>
                <a:lnTo>
                  <a:pt x="377779" y="65464"/>
                </a:lnTo>
                <a:lnTo>
                  <a:pt x="377817" y="64284"/>
                </a:lnTo>
                <a:lnTo>
                  <a:pt x="377871" y="63114"/>
                </a:lnTo>
                <a:lnTo>
                  <a:pt x="377939" y="61954"/>
                </a:lnTo>
                <a:lnTo>
                  <a:pt x="378023" y="60802"/>
                </a:lnTo>
                <a:lnTo>
                  <a:pt x="378123" y="59660"/>
                </a:lnTo>
                <a:lnTo>
                  <a:pt x="378237" y="58527"/>
                </a:lnTo>
                <a:lnTo>
                  <a:pt x="378367" y="57404"/>
                </a:lnTo>
                <a:lnTo>
                  <a:pt x="378512" y="56290"/>
                </a:lnTo>
                <a:lnTo>
                  <a:pt x="378672" y="55185"/>
                </a:lnTo>
                <a:lnTo>
                  <a:pt x="378848" y="54089"/>
                </a:lnTo>
                <a:lnTo>
                  <a:pt x="379038" y="53003"/>
                </a:lnTo>
                <a:lnTo>
                  <a:pt x="379244" y="51925"/>
                </a:lnTo>
                <a:lnTo>
                  <a:pt x="379466" y="50858"/>
                </a:lnTo>
                <a:lnTo>
                  <a:pt x="379702" y="49799"/>
                </a:lnTo>
                <a:lnTo>
                  <a:pt x="379954" y="48750"/>
                </a:lnTo>
                <a:lnTo>
                  <a:pt x="380221" y="47710"/>
                </a:lnTo>
                <a:lnTo>
                  <a:pt x="380504" y="46679"/>
                </a:lnTo>
                <a:lnTo>
                  <a:pt x="380801" y="45658"/>
                </a:lnTo>
                <a:lnTo>
                  <a:pt x="381114" y="44646"/>
                </a:lnTo>
                <a:lnTo>
                  <a:pt x="381442" y="43643"/>
                </a:lnTo>
                <a:lnTo>
                  <a:pt x="381786" y="42650"/>
                </a:lnTo>
                <a:lnTo>
                  <a:pt x="382145" y="41666"/>
                </a:lnTo>
                <a:lnTo>
                  <a:pt x="382520" y="40694"/>
                </a:lnTo>
                <a:lnTo>
                  <a:pt x="382913" y="39739"/>
                </a:lnTo>
                <a:lnTo>
                  <a:pt x="383325" y="38800"/>
                </a:lnTo>
                <a:lnTo>
                  <a:pt x="383754" y="37878"/>
                </a:lnTo>
                <a:lnTo>
                  <a:pt x="384202" y="36971"/>
                </a:lnTo>
                <a:lnTo>
                  <a:pt x="384668" y="36081"/>
                </a:lnTo>
                <a:lnTo>
                  <a:pt x="385152" y="35207"/>
                </a:lnTo>
                <a:lnTo>
                  <a:pt x="385654" y="34350"/>
                </a:lnTo>
                <a:lnTo>
                  <a:pt x="386174" y="33508"/>
                </a:lnTo>
                <a:lnTo>
                  <a:pt x="386712" y="32683"/>
                </a:lnTo>
                <a:lnTo>
                  <a:pt x="387268" y="31875"/>
                </a:lnTo>
                <a:lnTo>
                  <a:pt x="387842" y="31082"/>
                </a:lnTo>
                <a:lnTo>
                  <a:pt x="388435" y="30306"/>
                </a:lnTo>
                <a:lnTo>
                  <a:pt x="389045" y="29546"/>
                </a:lnTo>
                <a:lnTo>
                  <a:pt x="389674" y="28802"/>
                </a:lnTo>
                <a:lnTo>
                  <a:pt x="390320" y="28074"/>
                </a:lnTo>
                <a:lnTo>
                  <a:pt x="390985" y="27363"/>
                </a:lnTo>
                <a:lnTo>
                  <a:pt x="391668" y="26668"/>
                </a:lnTo>
                <a:lnTo>
                  <a:pt x="392369" y="25989"/>
                </a:lnTo>
                <a:lnTo>
                  <a:pt x="393088" y="25327"/>
                </a:lnTo>
                <a:lnTo>
                  <a:pt x="393825" y="24681"/>
                </a:lnTo>
                <a:lnTo>
                  <a:pt x="394580" y="24051"/>
                </a:lnTo>
                <a:lnTo>
                  <a:pt x="395353" y="23437"/>
                </a:lnTo>
                <a:lnTo>
                  <a:pt x="396145" y="22840"/>
                </a:lnTo>
                <a:lnTo>
                  <a:pt x="396955" y="22263"/>
                </a:lnTo>
                <a:lnTo>
                  <a:pt x="397786" y="21710"/>
                </a:lnTo>
                <a:lnTo>
                  <a:pt x="398637" y="21182"/>
                </a:lnTo>
                <a:lnTo>
                  <a:pt x="399509" y="20679"/>
                </a:lnTo>
                <a:lnTo>
                  <a:pt x="400401" y="20200"/>
                </a:lnTo>
                <a:lnTo>
                  <a:pt x="401314" y="19746"/>
                </a:lnTo>
                <a:lnTo>
                  <a:pt x="402247" y="19316"/>
                </a:lnTo>
                <a:lnTo>
                  <a:pt x="403200" y="18911"/>
                </a:lnTo>
                <a:lnTo>
                  <a:pt x="404174" y="18530"/>
                </a:lnTo>
                <a:lnTo>
                  <a:pt x="405168" y="18174"/>
                </a:lnTo>
                <a:lnTo>
                  <a:pt x="406183" y="17843"/>
                </a:lnTo>
                <a:lnTo>
                  <a:pt x="407218" y="17536"/>
                </a:lnTo>
                <a:lnTo>
                  <a:pt x="408273" y="17254"/>
                </a:lnTo>
                <a:lnTo>
                  <a:pt x="409349" y="16996"/>
                </a:lnTo>
                <a:lnTo>
                  <a:pt x="410445" y="16762"/>
                </a:lnTo>
                <a:lnTo>
                  <a:pt x="411562" y="16554"/>
                </a:lnTo>
                <a:lnTo>
                  <a:pt x="412699" y="16370"/>
                </a:lnTo>
                <a:lnTo>
                  <a:pt x="413857" y="16210"/>
                </a:lnTo>
                <a:lnTo>
                  <a:pt x="415035" y="16075"/>
                </a:lnTo>
                <a:lnTo>
                  <a:pt x="416233" y="15964"/>
                </a:lnTo>
                <a:lnTo>
                  <a:pt x="417451" y="15878"/>
                </a:lnTo>
                <a:lnTo>
                  <a:pt x="418691" y="15817"/>
                </a:lnTo>
                <a:lnTo>
                  <a:pt x="419950" y="15780"/>
                </a:lnTo>
                <a:lnTo>
                  <a:pt x="421230" y="15768"/>
                </a:lnTo>
                <a:lnTo>
                  <a:pt x="421969" y="15773"/>
                </a:lnTo>
                <a:lnTo>
                  <a:pt x="422704" y="15789"/>
                </a:lnTo>
                <a:lnTo>
                  <a:pt x="423435" y="15816"/>
                </a:lnTo>
                <a:lnTo>
                  <a:pt x="424162" y="15853"/>
                </a:lnTo>
                <a:lnTo>
                  <a:pt x="424885" y="15901"/>
                </a:lnTo>
                <a:lnTo>
                  <a:pt x="425605" y="15959"/>
                </a:lnTo>
                <a:lnTo>
                  <a:pt x="426321" y="16028"/>
                </a:lnTo>
                <a:lnTo>
                  <a:pt x="427033" y="16108"/>
                </a:lnTo>
                <a:lnTo>
                  <a:pt x="427741" y="16198"/>
                </a:lnTo>
                <a:lnTo>
                  <a:pt x="428445" y="16299"/>
                </a:lnTo>
                <a:lnTo>
                  <a:pt x="429146" y="16410"/>
                </a:lnTo>
                <a:lnTo>
                  <a:pt x="429843" y="16532"/>
                </a:lnTo>
                <a:lnTo>
                  <a:pt x="430536" y="16665"/>
                </a:lnTo>
                <a:lnTo>
                  <a:pt x="431225" y="16809"/>
                </a:lnTo>
                <a:lnTo>
                  <a:pt x="431910" y="16963"/>
                </a:lnTo>
                <a:lnTo>
                  <a:pt x="432591" y="17127"/>
                </a:lnTo>
                <a:lnTo>
                  <a:pt x="433269" y="17302"/>
                </a:lnTo>
                <a:lnTo>
                  <a:pt x="433943" y="17488"/>
                </a:lnTo>
                <a:lnTo>
                  <a:pt x="434613" y="17685"/>
                </a:lnTo>
                <a:lnTo>
                  <a:pt x="435279" y="17892"/>
                </a:lnTo>
                <a:lnTo>
                  <a:pt x="435942" y="18109"/>
                </a:lnTo>
                <a:lnTo>
                  <a:pt x="436600" y="18338"/>
                </a:lnTo>
                <a:lnTo>
                  <a:pt x="437255" y="18576"/>
                </a:lnTo>
                <a:lnTo>
                  <a:pt x="437906" y="18826"/>
                </a:lnTo>
                <a:lnTo>
                  <a:pt x="438551" y="19086"/>
                </a:lnTo>
                <a:lnTo>
                  <a:pt x="439187" y="19358"/>
                </a:lnTo>
                <a:lnTo>
                  <a:pt x="439814" y="19641"/>
                </a:lnTo>
                <a:lnTo>
                  <a:pt x="440433" y="19934"/>
                </a:lnTo>
                <a:lnTo>
                  <a:pt x="441043" y="20239"/>
                </a:lnTo>
                <a:lnTo>
                  <a:pt x="441645" y="20555"/>
                </a:lnTo>
                <a:lnTo>
                  <a:pt x="442238" y="20882"/>
                </a:lnTo>
                <a:lnTo>
                  <a:pt x="442822" y="21220"/>
                </a:lnTo>
                <a:lnTo>
                  <a:pt x="443398" y="21570"/>
                </a:lnTo>
                <a:lnTo>
                  <a:pt x="443965" y="21930"/>
                </a:lnTo>
                <a:lnTo>
                  <a:pt x="444523" y="22302"/>
                </a:lnTo>
                <a:lnTo>
                  <a:pt x="445073" y="22684"/>
                </a:lnTo>
                <a:lnTo>
                  <a:pt x="445614" y="23078"/>
                </a:lnTo>
                <a:lnTo>
                  <a:pt x="446147" y="23483"/>
                </a:lnTo>
                <a:lnTo>
                  <a:pt x="446671" y="23899"/>
                </a:lnTo>
                <a:lnTo>
                  <a:pt x="447186" y="24326"/>
                </a:lnTo>
                <a:lnTo>
                  <a:pt x="447693" y="24764"/>
                </a:lnTo>
                <a:lnTo>
                  <a:pt x="448191" y="25214"/>
                </a:lnTo>
                <a:lnTo>
                  <a:pt x="448680" y="25674"/>
                </a:lnTo>
                <a:lnTo>
                  <a:pt x="449161" y="26146"/>
                </a:lnTo>
                <a:lnTo>
                  <a:pt x="449633" y="26629"/>
                </a:lnTo>
                <a:lnTo>
                  <a:pt x="450097" y="27122"/>
                </a:lnTo>
                <a:lnTo>
                  <a:pt x="450552" y="27627"/>
                </a:lnTo>
                <a:lnTo>
                  <a:pt x="450998" y="28143"/>
                </a:lnTo>
                <a:lnTo>
                  <a:pt x="451433" y="28671"/>
                </a:lnTo>
                <a:lnTo>
                  <a:pt x="451853" y="29210"/>
                </a:lnTo>
                <a:lnTo>
                  <a:pt x="452259" y="29761"/>
                </a:lnTo>
                <a:lnTo>
                  <a:pt x="452650" y="30324"/>
                </a:lnTo>
                <a:lnTo>
                  <a:pt x="453027" y="30899"/>
                </a:lnTo>
                <a:lnTo>
                  <a:pt x="453390" y="31485"/>
                </a:lnTo>
                <a:lnTo>
                  <a:pt x="453738" y="32083"/>
                </a:lnTo>
                <a:lnTo>
                  <a:pt x="454072" y="32693"/>
                </a:lnTo>
                <a:lnTo>
                  <a:pt x="454391" y="33315"/>
                </a:lnTo>
                <a:lnTo>
                  <a:pt x="454696" y="33949"/>
                </a:lnTo>
                <a:lnTo>
                  <a:pt x="454987" y="34594"/>
                </a:lnTo>
                <a:lnTo>
                  <a:pt x="455263" y="35251"/>
                </a:lnTo>
                <a:lnTo>
                  <a:pt x="455524" y="35920"/>
                </a:lnTo>
                <a:lnTo>
                  <a:pt x="455771" y="36600"/>
                </a:lnTo>
                <a:lnTo>
                  <a:pt x="456004" y="37293"/>
                </a:lnTo>
                <a:lnTo>
                  <a:pt x="456222" y="37997"/>
                </a:lnTo>
                <a:lnTo>
                  <a:pt x="456426" y="38713"/>
                </a:lnTo>
                <a:lnTo>
                  <a:pt x="456615" y="39441"/>
                </a:lnTo>
                <a:lnTo>
                  <a:pt x="456790" y="40180"/>
                </a:lnTo>
                <a:lnTo>
                  <a:pt x="456951" y="40932"/>
                </a:lnTo>
                <a:lnTo>
                  <a:pt x="457097" y="41695"/>
                </a:lnTo>
                <a:lnTo>
                  <a:pt x="457229" y="42470"/>
                </a:lnTo>
                <a:lnTo>
                  <a:pt x="457346" y="43256"/>
                </a:lnTo>
                <a:lnTo>
                  <a:pt x="457449" y="44055"/>
                </a:lnTo>
                <a:lnTo>
                  <a:pt x="474746" y="44055"/>
                </a:lnTo>
                <a:lnTo>
                  <a:pt x="474623" y="42869"/>
                </a:lnTo>
                <a:lnTo>
                  <a:pt x="474478" y="41700"/>
                </a:lnTo>
                <a:lnTo>
                  <a:pt x="474310" y="40548"/>
                </a:lnTo>
                <a:lnTo>
                  <a:pt x="474120" y="39413"/>
                </a:lnTo>
                <a:lnTo>
                  <a:pt x="473908" y="38296"/>
                </a:lnTo>
                <a:lnTo>
                  <a:pt x="473673" y="37195"/>
                </a:lnTo>
                <a:lnTo>
                  <a:pt x="473416" y="36112"/>
                </a:lnTo>
                <a:lnTo>
                  <a:pt x="473137" y="35045"/>
                </a:lnTo>
                <a:lnTo>
                  <a:pt x="472835" y="33996"/>
                </a:lnTo>
                <a:lnTo>
                  <a:pt x="472511" y="32964"/>
                </a:lnTo>
                <a:lnTo>
                  <a:pt x="472164" y="31949"/>
                </a:lnTo>
                <a:lnTo>
                  <a:pt x="471795" y="30951"/>
                </a:lnTo>
                <a:lnTo>
                  <a:pt x="471404" y="29970"/>
                </a:lnTo>
                <a:lnTo>
                  <a:pt x="470990" y="29006"/>
                </a:lnTo>
                <a:lnTo>
                  <a:pt x="470553" y="28059"/>
                </a:lnTo>
                <a:lnTo>
                  <a:pt x="470095" y="27129"/>
                </a:lnTo>
                <a:lnTo>
                  <a:pt x="469614" y="26217"/>
                </a:lnTo>
                <a:lnTo>
                  <a:pt x="469110" y="25321"/>
                </a:lnTo>
                <a:lnTo>
                  <a:pt x="468584" y="24443"/>
                </a:lnTo>
                <a:lnTo>
                  <a:pt x="468036" y="23582"/>
                </a:lnTo>
                <a:lnTo>
                  <a:pt x="467466" y="22737"/>
                </a:lnTo>
                <a:lnTo>
                  <a:pt x="466872" y="21910"/>
                </a:lnTo>
                <a:lnTo>
                  <a:pt x="466257" y="21100"/>
                </a:lnTo>
                <a:lnTo>
                  <a:pt x="465619" y="20307"/>
                </a:lnTo>
                <a:lnTo>
                  <a:pt x="464963" y="19531"/>
                </a:lnTo>
                <a:lnTo>
                  <a:pt x="464294" y="18772"/>
                </a:lnTo>
                <a:lnTo>
                  <a:pt x="463611" y="18029"/>
                </a:lnTo>
                <a:lnTo>
                  <a:pt x="462914" y="17304"/>
                </a:lnTo>
                <a:lnTo>
                  <a:pt x="462204" y="16595"/>
                </a:lnTo>
                <a:lnTo>
                  <a:pt x="461480" y="15902"/>
                </a:lnTo>
                <a:lnTo>
                  <a:pt x="460743" y="15227"/>
                </a:lnTo>
                <a:lnTo>
                  <a:pt x="459992" y="14568"/>
                </a:lnTo>
                <a:lnTo>
                  <a:pt x="459227" y="13926"/>
                </a:lnTo>
                <a:lnTo>
                  <a:pt x="458449" y="13301"/>
                </a:lnTo>
                <a:lnTo>
                  <a:pt x="457657" y="12692"/>
                </a:lnTo>
                <a:lnTo>
                  <a:pt x="456851" y="12101"/>
                </a:lnTo>
                <a:lnTo>
                  <a:pt x="456032" y="11526"/>
                </a:lnTo>
                <a:lnTo>
                  <a:pt x="455199" y="10968"/>
                </a:lnTo>
                <a:lnTo>
                  <a:pt x="454353" y="10426"/>
                </a:lnTo>
                <a:lnTo>
                  <a:pt x="453493" y="9901"/>
                </a:lnTo>
                <a:lnTo>
                  <a:pt x="452620" y="9394"/>
                </a:lnTo>
                <a:lnTo>
                  <a:pt x="451733" y="8902"/>
                </a:lnTo>
                <a:lnTo>
                  <a:pt x="450832" y="8428"/>
                </a:lnTo>
                <a:lnTo>
                  <a:pt x="449918" y="7970"/>
                </a:lnTo>
                <a:lnTo>
                  <a:pt x="448990" y="7529"/>
                </a:lnTo>
                <a:lnTo>
                  <a:pt x="448048" y="7105"/>
                </a:lnTo>
                <a:lnTo>
                  <a:pt x="447093" y="6698"/>
                </a:lnTo>
                <a:lnTo>
                  <a:pt x="446124" y="6307"/>
                </a:lnTo>
                <a:lnTo>
                  <a:pt x="445146" y="5933"/>
                </a:lnTo>
                <a:lnTo>
                  <a:pt x="444163" y="5575"/>
                </a:lnTo>
                <a:lnTo>
                  <a:pt x="443174" y="5232"/>
                </a:lnTo>
                <a:lnTo>
                  <a:pt x="442181" y="4906"/>
                </a:lnTo>
                <a:lnTo>
                  <a:pt x="441182" y="4595"/>
                </a:lnTo>
                <a:lnTo>
                  <a:pt x="440178" y="4300"/>
                </a:lnTo>
                <a:lnTo>
                  <a:pt x="439169" y="4022"/>
                </a:lnTo>
                <a:lnTo>
                  <a:pt x="438155" y="3759"/>
                </a:lnTo>
                <a:lnTo>
                  <a:pt x="437136" y="3512"/>
                </a:lnTo>
                <a:lnTo>
                  <a:pt x="436112" y="3281"/>
                </a:lnTo>
                <a:lnTo>
                  <a:pt x="435082" y="3066"/>
                </a:lnTo>
                <a:lnTo>
                  <a:pt x="434047" y="2867"/>
                </a:lnTo>
                <a:lnTo>
                  <a:pt x="433008" y="2684"/>
                </a:lnTo>
                <a:lnTo>
                  <a:pt x="431963" y="2517"/>
                </a:lnTo>
                <a:lnTo>
                  <a:pt x="430912" y="2365"/>
                </a:lnTo>
                <a:lnTo>
                  <a:pt x="429857" y="2230"/>
                </a:lnTo>
                <a:lnTo>
                  <a:pt x="428797" y="2110"/>
                </a:lnTo>
                <a:lnTo>
                  <a:pt x="427731" y="2007"/>
                </a:lnTo>
                <a:lnTo>
                  <a:pt x="426661" y="1919"/>
                </a:lnTo>
                <a:lnTo>
                  <a:pt x="425585" y="1848"/>
                </a:lnTo>
                <a:lnTo>
                  <a:pt x="424504" y="1792"/>
                </a:lnTo>
                <a:lnTo>
                  <a:pt x="423418" y="1752"/>
                </a:lnTo>
                <a:lnTo>
                  <a:pt x="422326" y="1728"/>
                </a:lnTo>
                <a:lnTo>
                  <a:pt x="421230" y="1720"/>
                </a:lnTo>
                <a:lnTo>
                  <a:pt x="419577" y="1735"/>
                </a:lnTo>
                <a:lnTo>
                  <a:pt x="417945" y="1779"/>
                </a:lnTo>
                <a:lnTo>
                  <a:pt x="416335" y="1852"/>
                </a:lnTo>
                <a:lnTo>
                  <a:pt x="414748" y="1954"/>
                </a:lnTo>
                <a:lnTo>
                  <a:pt x="413182" y="2085"/>
                </a:lnTo>
                <a:lnTo>
                  <a:pt x="411638" y="2246"/>
                </a:lnTo>
                <a:lnTo>
                  <a:pt x="410116" y="2436"/>
                </a:lnTo>
                <a:lnTo>
                  <a:pt x="408616" y="2655"/>
                </a:lnTo>
                <a:lnTo>
                  <a:pt x="407137" y="2903"/>
                </a:lnTo>
                <a:lnTo>
                  <a:pt x="405681" y="3180"/>
                </a:lnTo>
                <a:lnTo>
                  <a:pt x="404247" y="3487"/>
                </a:lnTo>
                <a:lnTo>
                  <a:pt x="402834" y="3823"/>
                </a:lnTo>
                <a:lnTo>
                  <a:pt x="401443" y="4188"/>
                </a:lnTo>
                <a:lnTo>
                  <a:pt x="400075" y="4582"/>
                </a:lnTo>
                <a:lnTo>
                  <a:pt x="398728" y="5005"/>
                </a:lnTo>
                <a:lnTo>
                  <a:pt x="397403" y="5458"/>
                </a:lnTo>
                <a:lnTo>
                  <a:pt x="396100" y="5940"/>
                </a:lnTo>
                <a:lnTo>
                  <a:pt x="394819" y="6451"/>
                </a:lnTo>
                <a:lnTo>
                  <a:pt x="393559" y="6991"/>
                </a:lnTo>
                <a:lnTo>
                  <a:pt x="392322" y="7560"/>
                </a:lnTo>
                <a:lnTo>
                  <a:pt x="391107" y="8159"/>
                </a:lnTo>
                <a:lnTo>
                  <a:pt x="389913" y="8787"/>
                </a:lnTo>
                <a:lnTo>
                  <a:pt x="388741" y="9444"/>
                </a:lnTo>
                <a:lnTo>
                  <a:pt x="387592" y="10130"/>
                </a:lnTo>
                <a:lnTo>
                  <a:pt x="386464" y="10842"/>
                </a:lnTo>
                <a:lnTo>
                  <a:pt x="385360" y="11576"/>
                </a:lnTo>
                <a:lnTo>
                  <a:pt x="384279" y="12334"/>
                </a:lnTo>
                <a:lnTo>
                  <a:pt x="383221" y="13113"/>
                </a:lnTo>
                <a:lnTo>
                  <a:pt x="382186" y="13916"/>
                </a:lnTo>
                <a:lnTo>
                  <a:pt x="381174" y="14741"/>
                </a:lnTo>
                <a:lnTo>
                  <a:pt x="380185" y="15588"/>
                </a:lnTo>
                <a:lnTo>
                  <a:pt x="379219" y="16458"/>
                </a:lnTo>
                <a:lnTo>
                  <a:pt x="378276" y="17351"/>
                </a:lnTo>
                <a:lnTo>
                  <a:pt x="377357" y="18266"/>
                </a:lnTo>
                <a:lnTo>
                  <a:pt x="376460" y="19204"/>
                </a:lnTo>
                <a:lnTo>
                  <a:pt x="375586" y="20164"/>
                </a:lnTo>
                <a:lnTo>
                  <a:pt x="374736" y="21147"/>
                </a:lnTo>
                <a:lnTo>
                  <a:pt x="373908" y="22152"/>
                </a:lnTo>
                <a:lnTo>
                  <a:pt x="373104" y="23180"/>
                </a:lnTo>
                <a:lnTo>
                  <a:pt x="372323" y="24231"/>
                </a:lnTo>
                <a:lnTo>
                  <a:pt x="371564" y="25304"/>
                </a:lnTo>
                <a:lnTo>
                  <a:pt x="370829" y="26399"/>
                </a:lnTo>
                <a:lnTo>
                  <a:pt x="370117" y="27518"/>
                </a:lnTo>
                <a:lnTo>
                  <a:pt x="369428" y="28658"/>
                </a:lnTo>
                <a:lnTo>
                  <a:pt x="368762" y="29822"/>
                </a:lnTo>
                <a:lnTo>
                  <a:pt x="368119" y="31008"/>
                </a:lnTo>
                <a:lnTo>
                  <a:pt x="367499" y="32216"/>
                </a:lnTo>
                <a:lnTo>
                  <a:pt x="366902" y="33447"/>
                </a:lnTo>
                <a:lnTo>
                  <a:pt x="366329" y="34698"/>
                </a:lnTo>
                <a:lnTo>
                  <a:pt x="365780" y="35964"/>
                </a:lnTo>
                <a:lnTo>
                  <a:pt x="365256" y="37246"/>
                </a:lnTo>
                <a:lnTo>
                  <a:pt x="364756" y="38544"/>
                </a:lnTo>
                <a:lnTo>
                  <a:pt x="364280" y="39858"/>
                </a:lnTo>
                <a:lnTo>
                  <a:pt x="363829" y="41188"/>
                </a:lnTo>
                <a:lnTo>
                  <a:pt x="363402" y="42534"/>
                </a:lnTo>
                <a:lnTo>
                  <a:pt x="363000" y="43895"/>
                </a:lnTo>
                <a:lnTo>
                  <a:pt x="362622" y="45273"/>
                </a:lnTo>
                <a:lnTo>
                  <a:pt x="362268" y="46667"/>
                </a:lnTo>
                <a:lnTo>
                  <a:pt x="361939" y="48076"/>
                </a:lnTo>
                <a:lnTo>
                  <a:pt x="361634" y="49502"/>
                </a:lnTo>
                <a:lnTo>
                  <a:pt x="361354" y="50943"/>
                </a:lnTo>
                <a:lnTo>
                  <a:pt x="361098" y="52401"/>
                </a:lnTo>
                <a:lnTo>
                  <a:pt x="360866" y="53874"/>
                </a:lnTo>
                <a:lnTo>
                  <a:pt x="360659" y="55363"/>
                </a:lnTo>
                <a:lnTo>
                  <a:pt x="360476" y="56868"/>
                </a:lnTo>
                <a:lnTo>
                  <a:pt x="360317" y="58389"/>
                </a:lnTo>
                <a:lnTo>
                  <a:pt x="360183" y="59926"/>
                </a:lnTo>
                <a:lnTo>
                  <a:pt x="360073" y="61479"/>
                </a:lnTo>
                <a:lnTo>
                  <a:pt x="359988" y="63048"/>
                </a:lnTo>
                <a:lnTo>
                  <a:pt x="359927" y="64633"/>
                </a:lnTo>
                <a:lnTo>
                  <a:pt x="359890" y="66233"/>
                </a:lnTo>
                <a:lnTo>
                  <a:pt x="359878" y="67850"/>
                </a:lnTo>
                <a:lnTo>
                  <a:pt x="359890" y="69467"/>
                </a:lnTo>
                <a:lnTo>
                  <a:pt x="359927" y="71067"/>
                </a:lnTo>
                <a:lnTo>
                  <a:pt x="359988" y="72651"/>
                </a:lnTo>
                <a:lnTo>
                  <a:pt x="360073" y="74218"/>
                </a:lnTo>
                <a:lnTo>
                  <a:pt x="360183" y="75770"/>
                </a:lnTo>
                <a:lnTo>
                  <a:pt x="360317" y="77305"/>
                </a:lnTo>
                <a:lnTo>
                  <a:pt x="360476" y="78824"/>
                </a:lnTo>
                <a:lnTo>
                  <a:pt x="360659" y="80326"/>
                </a:lnTo>
                <a:lnTo>
                  <a:pt x="360866" y="81813"/>
                </a:lnTo>
                <a:lnTo>
                  <a:pt x="361098" y="83283"/>
                </a:lnTo>
                <a:lnTo>
                  <a:pt x="361354" y="84737"/>
                </a:lnTo>
                <a:lnTo>
                  <a:pt x="361634" y="86174"/>
                </a:lnTo>
                <a:lnTo>
                  <a:pt x="361939" y="87596"/>
                </a:lnTo>
                <a:lnTo>
                  <a:pt x="362268" y="89001"/>
                </a:lnTo>
                <a:lnTo>
                  <a:pt x="362622" y="90390"/>
                </a:lnTo>
                <a:lnTo>
                  <a:pt x="363000" y="91762"/>
                </a:lnTo>
                <a:lnTo>
                  <a:pt x="363402" y="93118"/>
                </a:lnTo>
                <a:lnTo>
                  <a:pt x="363829" y="94459"/>
                </a:lnTo>
                <a:lnTo>
                  <a:pt x="364280" y="95782"/>
                </a:lnTo>
                <a:lnTo>
                  <a:pt x="364756" y="97090"/>
                </a:lnTo>
                <a:lnTo>
                  <a:pt x="365256" y="98381"/>
                </a:lnTo>
                <a:lnTo>
                  <a:pt x="365780" y="99656"/>
                </a:lnTo>
                <a:lnTo>
                  <a:pt x="366329" y="100915"/>
                </a:lnTo>
                <a:lnTo>
                  <a:pt x="366902" y="102157"/>
                </a:lnTo>
                <a:lnTo>
                  <a:pt x="367499" y="103381"/>
                </a:lnTo>
                <a:lnTo>
                  <a:pt x="368119" y="104582"/>
                </a:lnTo>
                <a:lnTo>
                  <a:pt x="368762" y="105760"/>
                </a:lnTo>
                <a:lnTo>
                  <a:pt x="369428" y="106917"/>
                </a:lnTo>
                <a:lnTo>
                  <a:pt x="370117" y="108051"/>
                </a:lnTo>
                <a:lnTo>
                  <a:pt x="370829" y="109163"/>
                </a:lnTo>
                <a:lnTo>
                  <a:pt x="371564" y="110253"/>
                </a:lnTo>
                <a:lnTo>
                  <a:pt x="372323" y="111321"/>
                </a:lnTo>
                <a:lnTo>
                  <a:pt x="373104" y="112366"/>
                </a:lnTo>
                <a:lnTo>
                  <a:pt x="373908" y="113389"/>
                </a:lnTo>
                <a:lnTo>
                  <a:pt x="374736" y="114390"/>
                </a:lnTo>
                <a:lnTo>
                  <a:pt x="375586" y="115369"/>
                </a:lnTo>
                <a:lnTo>
                  <a:pt x="376460" y="116325"/>
                </a:lnTo>
                <a:lnTo>
                  <a:pt x="377357" y="117260"/>
                </a:lnTo>
                <a:lnTo>
                  <a:pt x="378276" y="118172"/>
                </a:lnTo>
                <a:lnTo>
                  <a:pt x="379219" y="119061"/>
                </a:lnTo>
                <a:lnTo>
                  <a:pt x="380185" y="119929"/>
                </a:lnTo>
                <a:lnTo>
                  <a:pt x="381174" y="120774"/>
                </a:lnTo>
                <a:lnTo>
                  <a:pt x="382186" y="121597"/>
                </a:lnTo>
                <a:lnTo>
                  <a:pt x="383221" y="122398"/>
                </a:lnTo>
                <a:lnTo>
                  <a:pt x="384279" y="123177"/>
                </a:lnTo>
                <a:lnTo>
                  <a:pt x="385360" y="123933"/>
                </a:lnTo>
                <a:lnTo>
                  <a:pt x="386464" y="124667"/>
                </a:lnTo>
                <a:lnTo>
                  <a:pt x="387592" y="125379"/>
                </a:lnTo>
                <a:lnTo>
                  <a:pt x="388741" y="126065"/>
                </a:lnTo>
                <a:lnTo>
                  <a:pt x="389913" y="126722"/>
                </a:lnTo>
                <a:lnTo>
                  <a:pt x="391107" y="127350"/>
                </a:lnTo>
                <a:lnTo>
                  <a:pt x="392322" y="127949"/>
                </a:lnTo>
                <a:lnTo>
                  <a:pt x="393559" y="128518"/>
                </a:lnTo>
                <a:lnTo>
                  <a:pt x="394819" y="129058"/>
                </a:lnTo>
                <a:lnTo>
                  <a:pt x="396100" y="129569"/>
                </a:lnTo>
                <a:lnTo>
                  <a:pt x="397403" y="130051"/>
                </a:lnTo>
                <a:lnTo>
                  <a:pt x="398728" y="130504"/>
                </a:lnTo>
                <a:lnTo>
                  <a:pt x="400075" y="130927"/>
                </a:lnTo>
                <a:lnTo>
                  <a:pt x="401443" y="131321"/>
                </a:lnTo>
                <a:lnTo>
                  <a:pt x="402834" y="131686"/>
                </a:lnTo>
                <a:lnTo>
                  <a:pt x="404247" y="132022"/>
                </a:lnTo>
                <a:lnTo>
                  <a:pt x="405681" y="132329"/>
                </a:lnTo>
                <a:lnTo>
                  <a:pt x="407137" y="132606"/>
                </a:lnTo>
                <a:lnTo>
                  <a:pt x="408616" y="132854"/>
                </a:lnTo>
                <a:lnTo>
                  <a:pt x="410116" y="133073"/>
                </a:lnTo>
                <a:lnTo>
                  <a:pt x="411638" y="133263"/>
                </a:lnTo>
                <a:lnTo>
                  <a:pt x="413182" y="133424"/>
                </a:lnTo>
                <a:lnTo>
                  <a:pt x="414748" y="133555"/>
                </a:lnTo>
                <a:lnTo>
                  <a:pt x="416335" y="133657"/>
                </a:lnTo>
                <a:lnTo>
                  <a:pt x="417945" y="133730"/>
                </a:lnTo>
                <a:lnTo>
                  <a:pt x="419577" y="133774"/>
                </a:lnTo>
                <a:lnTo>
                  <a:pt x="421230" y="133789"/>
                </a:lnTo>
                <a:lnTo>
                  <a:pt x="422435" y="133780"/>
                </a:lnTo>
                <a:lnTo>
                  <a:pt x="423631" y="133754"/>
                </a:lnTo>
                <a:lnTo>
                  <a:pt x="424817" y="133711"/>
                </a:lnTo>
                <a:lnTo>
                  <a:pt x="425992" y="133651"/>
                </a:lnTo>
                <a:lnTo>
                  <a:pt x="427158" y="133573"/>
                </a:lnTo>
                <a:close/>
                <a:moveTo>
                  <a:pt x="641011" y="133604"/>
                </a:moveTo>
                <a:lnTo>
                  <a:pt x="641842" y="133523"/>
                </a:lnTo>
                <a:lnTo>
                  <a:pt x="642663" y="133427"/>
                </a:lnTo>
                <a:lnTo>
                  <a:pt x="643475" y="133316"/>
                </a:lnTo>
                <a:lnTo>
                  <a:pt x="644277" y="133191"/>
                </a:lnTo>
                <a:lnTo>
                  <a:pt x="645070" y="133051"/>
                </a:lnTo>
                <a:lnTo>
                  <a:pt x="645853" y="132896"/>
                </a:lnTo>
                <a:lnTo>
                  <a:pt x="646626" y="132726"/>
                </a:lnTo>
                <a:lnTo>
                  <a:pt x="647390" y="132541"/>
                </a:lnTo>
                <a:lnTo>
                  <a:pt x="648144" y="132342"/>
                </a:lnTo>
                <a:lnTo>
                  <a:pt x="648888" y="132128"/>
                </a:lnTo>
                <a:lnTo>
                  <a:pt x="649623" y="131899"/>
                </a:lnTo>
                <a:lnTo>
                  <a:pt x="650348" y="131655"/>
                </a:lnTo>
                <a:lnTo>
                  <a:pt x="651064" y="131397"/>
                </a:lnTo>
                <a:lnTo>
                  <a:pt x="651770" y="131124"/>
                </a:lnTo>
                <a:lnTo>
                  <a:pt x="652466" y="130836"/>
                </a:lnTo>
                <a:lnTo>
                  <a:pt x="653153" y="130533"/>
                </a:lnTo>
                <a:lnTo>
                  <a:pt x="653830" y="130216"/>
                </a:lnTo>
                <a:lnTo>
                  <a:pt x="654497" y="129883"/>
                </a:lnTo>
                <a:lnTo>
                  <a:pt x="655155" y="129536"/>
                </a:lnTo>
                <a:lnTo>
                  <a:pt x="655803" y="129178"/>
                </a:lnTo>
                <a:lnTo>
                  <a:pt x="656441" y="128810"/>
                </a:lnTo>
                <a:lnTo>
                  <a:pt x="657069" y="128434"/>
                </a:lnTo>
                <a:lnTo>
                  <a:pt x="657687" y="128048"/>
                </a:lnTo>
                <a:lnTo>
                  <a:pt x="658296" y="127654"/>
                </a:lnTo>
                <a:lnTo>
                  <a:pt x="658894" y="127252"/>
                </a:lnTo>
                <a:lnTo>
                  <a:pt x="659482" y="126840"/>
                </a:lnTo>
                <a:lnTo>
                  <a:pt x="660061" y="126420"/>
                </a:lnTo>
                <a:lnTo>
                  <a:pt x="660629" y="125991"/>
                </a:lnTo>
                <a:lnTo>
                  <a:pt x="661187" y="125553"/>
                </a:lnTo>
                <a:lnTo>
                  <a:pt x="661736" y="125106"/>
                </a:lnTo>
                <a:lnTo>
                  <a:pt x="662274" y="124651"/>
                </a:lnTo>
                <a:lnTo>
                  <a:pt x="662803" y="124186"/>
                </a:lnTo>
                <a:lnTo>
                  <a:pt x="663322" y="123713"/>
                </a:lnTo>
                <a:lnTo>
                  <a:pt x="663830" y="123231"/>
                </a:lnTo>
                <a:lnTo>
                  <a:pt x="664329" y="122741"/>
                </a:lnTo>
                <a:lnTo>
                  <a:pt x="664818" y="122241"/>
                </a:lnTo>
                <a:lnTo>
                  <a:pt x="665297" y="121733"/>
                </a:lnTo>
                <a:lnTo>
                  <a:pt x="665765" y="121216"/>
                </a:lnTo>
                <a:lnTo>
                  <a:pt x="666224" y="120690"/>
                </a:lnTo>
                <a:lnTo>
                  <a:pt x="666673" y="120155"/>
                </a:lnTo>
                <a:lnTo>
                  <a:pt x="667112" y="119612"/>
                </a:lnTo>
                <a:lnTo>
                  <a:pt x="667541" y="119060"/>
                </a:lnTo>
                <a:lnTo>
                  <a:pt x="667960" y="118499"/>
                </a:lnTo>
                <a:lnTo>
                  <a:pt x="668821" y="132069"/>
                </a:lnTo>
                <a:lnTo>
                  <a:pt x="683920" y="132069"/>
                </a:lnTo>
                <a:lnTo>
                  <a:pt x="683920" y="3440"/>
                </a:lnTo>
                <a:lnTo>
                  <a:pt x="667960" y="3440"/>
                </a:lnTo>
                <a:lnTo>
                  <a:pt x="667960" y="50649"/>
                </a:lnTo>
                <a:lnTo>
                  <a:pt x="667581" y="50033"/>
                </a:lnTo>
                <a:lnTo>
                  <a:pt x="667192" y="49428"/>
                </a:lnTo>
                <a:lnTo>
                  <a:pt x="666793" y="48834"/>
                </a:lnTo>
                <a:lnTo>
                  <a:pt x="666384" y="48250"/>
                </a:lnTo>
                <a:lnTo>
                  <a:pt x="665965" y="47678"/>
                </a:lnTo>
                <a:lnTo>
                  <a:pt x="665536" y="47116"/>
                </a:lnTo>
                <a:lnTo>
                  <a:pt x="665097" y="46565"/>
                </a:lnTo>
                <a:lnTo>
                  <a:pt x="664648" y="46024"/>
                </a:lnTo>
                <a:lnTo>
                  <a:pt x="664189" y="45495"/>
                </a:lnTo>
                <a:lnTo>
                  <a:pt x="663720" y="44976"/>
                </a:lnTo>
                <a:lnTo>
                  <a:pt x="663241" y="44468"/>
                </a:lnTo>
                <a:lnTo>
                  <a:pt x="662752" y="43971"/>
                </a:lnTo>
                <a:lnTo>
                  <a:pt x="662254" y="43485"/>
                </a:lnTo>
                <a:lnTo>
                  <a:pt x="661745" y="43009"/>
                </a:lnTo>
                <a:lnTo>
                  <a:pt x="661226" y="42544"/>
                </a:lnTo>
                <a:lnTo>
                  <a:pt x="660698" y="42090"/>
                </a:lnTo>
                <a:lnTo>
                  <a:pt x="660159" y="41647"/>
                </a:lnTo>
                <a:lnTo>
                  <a:pt x="659611" y="41215"/>
                </a:lnTo>
                <a:lnTo>
                  <a:pt x="659052" y="40793"/>
                </a:lnTo>
                <a:lnTo>
                  <a:pt x="658484" y="40382"/>
                </a:lnTo>
                <a:lnTo>
                  <a:pt x="657905" y="39982"/>
                </a:lnTo>
                <a:lnTo>
                  <a:pt x="657317" y="39593"/>
                </a:lnTo>
                <a:lnTo>
                  <a:pt x="656719" y="39214"/>
                </a:lnTo>
                <a:lnTo>
                  <a:pt x="656111" y="38847"/>
                </a:lnTo>
                <a:lnTo>
                  <a:pt x="655493" y="38492"/>
                </a:lnTo>
                <a:lnTo>
                  <a:pt x="654866" y="38152"/>
                </a:lnTo>
                <a:lnTo>
                  <a:pt x="654231" y="37827"/>
                </a:lnTo>
                <a:lnTo>
                  <a:pt x="653586" y="37518"/>
                </a:lnTo>
                <a:lnTo>
                  <a:pt x="652933" y="37224"/>
                </a:lnTo>
                <a:lnTo>
                  <a:pt x="652270" y="36944"/>
                </a:lnTo>
                <a:lnTo>
                  <a:pt x="651599" y="36680"/>
                </a:lnTo>
                <a:lnTo>
                  <a:pt x="650918" y="36431"/>
                </a:lnTo>
                <a:lnTo>
                  <a:pt x="650229" y="36197"/>
                </a:lnTo>
                <a:lnTo>
                  <a:pt x="649531" y="35978"/>
                </a:lnTo>
                <a:lnTo>
                  <a:pt x="648823" y="35774"/>
                </a:lnTo>
                <a:lnTo>
                  <a:pt x="648107" y="35585"/>
                </a:lnTo>
                <a:lnTo>
                  <a:pt x="647382" y="35412"/>
                </a:lnTo>
                <a:lnTo>
                  <a:pt x="646648" y="35253"/>
                </a:lnTo>
                <a:lnTo>
                  <a:pt x="645905" y="35110"/>
                </a:lnTo>
                <a:lnTo>
                  <a:pt x="645153" y="34982"/>
                </a:lnTo>
                <a:lnTo>
                  <a:pt x="644392" y="34868"/>
                </a:lnTo>
                <a:lnTo>
                  <a:pt x="643622" y="34770"/>
                </a:lnTo>
                <a:lnTo>
                  <a:pt x="642843" y="34687"/>
                </a:lnTo>
                <a:lnTo>
                  <a:pt x="642055" y="34619"/>
                </a:lnTo>
                <a:lnTo>
                  <a:pt x="641258" y="34566"/>
                </a:lnTo>
                <a:lnTo>
                  <a:pt x="640452" y="34529"/>
                </a:lnTo>
                <a:lnTo>
                  <a:pt x="639637" y="34506"/>
                </a:lnTo>
                <a:lnTo>
                  <a:pt x="638814" y="34498"/>
                </a:lnTo>
                <a:lnTo>
                  <a:pt x="637824" y="34508"/>
                </a:lnTo>
                <a:lnTo>
                  <a:pt x="636845" y="34537"/>
                </a:lnTo>
                <a:lnTo>
                  <a:pt x="635877" y="34585"/>
                </a:lnTo>
                <a:lnTo>
                  <a:pt x="634919" y="34653"/>
                </a:lnTo>
                <a:lnTo>
                  <a:pt x="633973" y="34740"/>
                </a:lnTo>
                <a:lnTo>
                  <a:pt x="633038" y="34846"/>
                </a:lnTo>
                <a:lnTo>
                  <a:pt x="632114" y="34971"/>
                </a:lnTo>
                <a:lnTo>
                  <a:pt x="631200" y="35116"/>
                </a:lnTo>
                <a:lnTo>
                  <a:pt x="630298" y="35280"/>
                </a:lnTo>
                <a:lnTo>
                  <a:pt x="629407" y="35464"/>
                </a:lnTo>
                <a:lnTo>
                  <a:pt x="628526" y="35667"/>
                </a:lnTo>
                <a:lnTo>
                  <a:pt x="627657" y="35889"/>
                </a:lnTo>
                <a:lnTo>
                  <a:pt x="626798" y="36130"/>
                </a:lnTo>
                <a:lnTo>
                  <a:pt x="625950" y="36391"/>
                </a:lnTo>
                <a:lnTo>
                  <a:pt x="625114" y="36671"/>
                </a:lnTo>
                <a:lnTo>
                  <a:pt x="624288" y="36970"/>
                </a:lnTo>
                <a:lnTo>
                  <a:pt x="623473" y="37288"/>
                </a:lnTo>
                <a:lnTo>
                  <a:pt x="622669" y="37626"/>
                </a:lnTo>
                <a:lnTo>
                  <a:pt x="621876" y="37983"/>
                </a:lnTo>
                <a:lnTo>
                  <a:pt x="621095" y="38360"/>
                </a:lnTo>
                <a:lnTo>
                  <a:pt x="620324" y="38756"/>
                </a:lnTo>
                <a:lnTo>
                  <a:pt x="619564" y="39171"/>
                </a:lnTo>
                <a:lnTo>
                  <a:pt x="618814" y="39605"/>
                </a:lnTo>
                <a:lnTo>
                  <a:pt x="618076" y="40059"/>
                </a:lnTo>
                <a:lnTo>
                  <a:pt x="617351" y="40532"/>
                </a:lnTo>
                <a:lnTo>
                  <a:pt x="616639" y="41023"/>
                </a:lnTo>
                <a:lnTo>
                  <a:pt x="615940" y="41533"/>
                </a:lnTo>
                <a:lnTo>
                  <a:pt x="615256" y="42062"/>
                </a:lnTo>
                <a:lnTo>
                  <a:pt x="614585" y="42609"/>
                </a:lnTo>
                <a:lnTo>
                  <a:pt x="613928" y="43175"/>
                </a:lnTo>
                <a:lnTo>
                  <a:pt x="613285" y="43759"/>
                </a:lnTo>
                <a:lnTo>
                  <a:pt x="612656" y="44362"/>
                </a:lnTo>
                <a:lnTo>
                  <a:pt x="612040" y="44984"/>
                </a:lnTo>
                <a:lnTo>
                  <a:pt x="611438" y="45624"/>
                </a:lnTo>
                <a:lnTo>
                  <a:pt x="610850" y="46283"/>
                </a:lnTo>
                <a:lnTo>
                  <a:pt x="610276" y="46960"/>
                </a:lnTo>
                <a:lnTo>
                  <a:pt x="609715" y="47657"/>
                </a:lnTo>
                <a:lnTo>
                  <a:pt x="609169" y="48371"/>
                </a:lnTo>
                <a:lnTo>
                  <a:pt x="608636" y="49105"/>
                </a:lnTo>
                <a:lnTo>
                  <a:pt x="608116" y="49857"/>
                </a:lnTo>
                <a:lnTo>
                  <a:pt x="607611" y="50628"/>
                </a:lnTo>
                <a:lnTo>
                  <a:pt x="607119" y="51417"/>
                </a:lnTo>
                <a:lnTo>
                  <a:pt x="606641" y="52225"/>
                </a:lnTo>
                <a:lnTo>
                  <a:pt x="606177" y="53051"/>
                </a:lnTo>
                <a:lnTo>
                  <a:pt x="605727" y="53897"/>
                </a:lnTo>
                <a:lnTo>
                  <a:pt x="605290" y="54760"/>
                </a:lnTo>
                <a:lnTo>
                  <a:pt x="604868" y="55643"/>
                </a:lnTo>
                <a:lnTo>
                  <a:pt x="604459" y="56544"/>
                </a:lnTo>
                <a:lnTo>
                  <a:pt x="604065" y="57463"/>
                </a:lnTo>
                <a:lnTo>
                  <a:pt x="603688" y="58402"/>
                </a:lnTo>
                <a:lnTo>
                  <a:pt x="603327" y="59359"/>
                </a:lnTo>
                <a:lnTo>
                  <a:pt x="602984" y="60334"/>
                </a:lnTo>
                <a:lnTo>
                  <a:pt x="602657" y="61329"/>
                </a:lnTo>
                <a:lnTo>
                  <a:pt x="602347" y="62343"/>
                </a:lnTo>
                <a:lnTo>
                  <a:pt x="602054" y="63375"/>
                </a:lnTo>
                <a:lnTo>
                  <a:pt x="601777" y="64426"/>
                </a:lnTo>
                <a:lnTo>
                  <a:pt x="601518" y="65496"/>
                </a:lnTo>
                <a:lnTo>
                  <a:pt x="601275" y="66585"/>
                </a:lnTo>
                <a:lnTo>
                  <a:pt x="601049" y="67692"/>
                </a:lnTo>
                <a:lnTo>
                  <a:pt x="600839" y="68818"/>
                </a:lnTo>
                <a:lnTo>
                  <a:pt x="600646" y="69963"/>
                </a:lnTo>
                <a:lnTo>
                  <a:pt x="600470" y="71127"/>
                </a:lnTo>
                <a:lnTo>
                  <a:pt x="600311" y="72310"/>
                </a:lnTo>
                <a:lnTo>
                  <a:pt x="600169" y="73512"/>
                </a:lnTo>
                <a:lnTo>
                  <a:pt x="600043" y="74732"/>
                </a:lnTo>
                <a:lnTo>
                  <a:pt x="599934" y="75971"/>
                </a:lnTo>
                <a:lnTo>
                  <a:pt x="599842" y="77229"/>
                </a:lnTo>
                <a:lnTo>
                  <a:pt x="599767" y="78505"/>
                </a:lnTo>
                <a:lnTo>
                  <a:pt x="599708" y="79801"/>
                </a:lnTo>
                <a:lnTo>
                  <a:pt x="599666" y="81115"/>
                </a:lnTo>
                <a:lnTo>
                  <a:pt x="599641" y="82448"/>
                </a:lnTo>
                <a:lnTo>
                  <a:pt x="599633" y="83800"/>
                </a:lnTo>
                <a:lnTo>
                  <a:pt x="599640" y="85161"/>
                </a:lnTo>
                <a:lnTo>
                  <a:pt x="599664" y="86503"/>
                </a:lnTo>
                <a:lnTo>
                  <a:pt x="599703" y="87826"/>
                </a:lnTo>
                <a:lnTo>
                  <a:pt x="599759" y="89132"/>
                </a:lnTo>
                <a:lnTo>
                  <a:pt x="599830" y="90419"/>
                </a:lnTo>
                <a:lnTo>
                  <a:pt x="599916" y="91688"/>
                </a:lnTo>
                <a:lnTo>
                  <a:pt x="600019" y="92939"/>
                </a:lnTo>
                <a:lnTo>
                  <a:pt x="600137" y="94171"/>
                </a:lnTo>
                <a:lnTo>
                  <a:pt x="600271" y="95385"/>
                </a:lnTo>
                <a:lnTo>
                  <a:pt x="600421" y="96581"/>
                </a:lnTo>
                <a:lnTo>
                  <a:pt x="600586" y="97759"/>
                </a:lnTo>
                <a:lnTo>
                  <a:pt x="600767" y="98918"/>
                </a:lnTo>
                <a:lnTo>
                  <a:pt x="600964" y="100059"/>
                </a:lnTo>
                <a:lnTo>
                  <a:pt x="601177" y="101182"/>
                </a:lnTo>
                <a:lnTo>
                  <a:pt x="601406" y="102286"/>
                </a:lnTo>
                <a:lnTo>
                  <a:pt x="601650" y="103372"/>
                </a:lnTo>
                <a:lnTo>
                  <a:pt x="601910" y="104440"/>
                </a:lnTo>
                <a:lnTo>
                  <a:pt x="602186" y="105490"/>
                </a:lnTo>
                <a:lnTo>
                  <a:pt x="602477" y="106521"/>
                </a:lnTo>
                <a:lnTo>
                  <a:pt x="602785" y="107534"/>
                </a:lnTo>
                <a:lnTo>
                  <a:pt x="603108" y="108529"/>
                </a:lnTo>
                <a:lnTo>
                  <a:pt x="603447" y="109505"/>
                </a:lnTo>
                <a:lnTo>
                  <a:pt x="603801" y="110463"/>
                </a:lnTo>
                <a:lnTo>
                  <a:pt x="604172" y="111403"/>
                </a:lnTo>
                <a:lnTo>
                  <a:pt x="604557" y="112324"/>
                </a:lnTo>
                <a:lnTo>
                  <a:pt x="604955" y="113226"/>
                </a:lnTo>
                <a:lnTo>
                  <a:pt x="605366" y="114108"/>
                </a:lnTo>
                <a:lnTo>
                  <a:pt x="605790" y="114972"/>
                </a:lnTo>
                <a:lnTo>
                  <a:pt x="606227" y="115816"/>
                </a:lnTo>
                <a:lnTo>
                  <a:pt x="606677" y="116640"/>
                </a:lnTo>
                <a:lnTo>
                  <a:pt x="607141" y="117445"/>
                </a:lnTo>
                <a:lnTo>
                  <a:pt x="607617" y="118231"/>
                </a:lnTo>
                <a:lnTo>
                  <a:pt x="608107" y="118998"/>
                </a:lnTo>
                <a:lnTo>
                  <a:pt x="608610" y="119745"/>
                </a:lnTo>
                <a:lnTo>
                  <a:pt x="609126" y="120473"/>
                </a:lnTo>
                <a:lnTo>
                  <a:pt x="609655" y="121182"/>
                </a:lnTo>
                <a:lnTo>
                  <a:pt x="610197" y="121871"/>
                </a:lnTo>
                <a:lnTo>
                  <a:pt x="610752" y="122541"/>
                </a:lnTo>
                <a:lnTo>
                  <a:pt x="611320" y="123192"/>
                </a:lnTo>
                <a:lnTo>
                  <a:pt x="611902" y="123824"/>
                </a:lnTo>
                <a:lnTo>
                  <a:pt x="612496" y="124436"/>
                </a:lnTo>
                <a:lnTo>
                  <a:pt x="613104" y="125029"/>
                </a:lnTo>
                <a:lnTo>
                  <a:pt x="613725" y="125602"/>
                </a:lnTo>
                <a:lnTo>
                  <a:pt x="614359" y="126157"/>
                </a:lnTo>
                <a:lnTo>
                  <a:pt x="615006" y="126692"/>
                </a:lnTo>
                <a:lnTo>
                  <a:pt x="615666" y="127207"/>
                </a:lnTo>
                <a:lnTo>
                  <a:pt x="616339" y="127703"/>
                </a:lnTo>
                <a:lnTo>
                  <a:pt x="617025" y="128181"/>
                </a:lnTo>
                <a:lnTo>
                  <a:pt x="617723" y="128638"/>
                </a:lnTo>
                <a:lnTo>
                  <a:pt x="618432" y="129076"/>
                </a:lnTo>
                <a:lnTo>
                  <a:pt x="619151" y="129495"/>
                </a:lnTo>
                <a:lnTo>
                  <a:pt x="619881" y="129894"/>
                </a:lnTo>
                <a:lnTo>
                  <a:pt x="620622" y="130274"/>
                </a:lnTo>
                <a:lnTo>
                  <a:pt x="621373" y="130634"/>
                </a:lnTo>
                <a:lnTo>
                  <a:pt x="622135" y="130975"/>
                </a:lnTo>
                <a:lnTo>
                  <a:pt x="622908" y="131296"/>
                </a:lnTo>
                <a:lnTo>
                  <a:pt x="623691" y="131598"/>
                </a:lnTo>
                <a:lnTo>
                  <a:pt x="624484" y="131880"/>
                </a:lnTo>
                <a:lnTo>
                  <a:pt x="625289" y="132143"/>
                </a:lnTo>
                <a:lnTo>
                  <a:pt x="626104" y="132387"/>
                </a:lnTo>
                <a:lnTo>
                  <a:pt x="626929" y="132611"/>
                </a:lnTo>
                <a:lnTo>
                  <a:pt x="627765" y="132815"/>
                </a:lnTo>
                <a:lnTo>
                  <a:pt x="628612" y="133000"/>
                </a:lnTo>
                <a:lnTo>
                  <a:pt x="629470" y="133166"/>
                </a:lnTo>
                <a:lnTo>
                  <a:pt x="630338" y="133312"/>
                </a:lnTo>
                <a:lnTo>
                  <a:pt x="631216" y="133438"/>
                </a:lnTo>
                <a:lnTo>
                  <a:pt x="632106" y="133545"/>
                </a:lnTo>
                <a:lnTo>
                  <a:pt x="633005" y="133633"/>
                </a:lnTo>
                <a:lnTo>
                  <a:pt x="633916" y="133701"/>
                </a:lnTo>
                <a:lnTo>
                  <a:pt x="634837" y="133750"/>
                </a:lnTo>
                <a:lnTo>
                  <a:pt x="635769" y="133779"/>
                </a:lnTo>
                <a:lnTo>
                  <a:pt x="636711" y="133789"/>
                </a:lnTo>
                <a:lnTo>
                  <a:pt x="637590" y="133782"/>
                </a:lnTo>
                <a:lnTo>
                  <a:pt x="638460" y="133759"/>
                </a:lnTo>
                <a:lnTo>
                  <a:pt x="639320" y="133722"/>
                </a:lnTo>
                <a:lnTo>
                  <a:pt x="640170" y="133671"/>
                </a:lnTo>
                <a:lnTo>
                  <a:pt x="641011" y="133604"/>
                </a:lnTo>
                <a:close/>
                <a:moveTo>
                  <a:pt x="635310" y="120287"/>
                </a:moveTo>
                <a:lnTo>
                  <a:pt x="634439" y="120106"/>
                </a:lnTo>
                <a:lnTo>
                  <a:pt x="633587" y="119893"/>
                </a:lnTo>
                <a:lnTo>
                  <a:pt x="632756" y="119647"/>
                </a:lnTo>
                <a:lnTo>
                  <a:pt x="631944" y="119368"/>
                </a:lnTo>
                <a:lnTo>
                  <a:pt x="631152" y="119056"/>
                </a:lnTo>
                <a:lnTo>
                  <a:pt x="630380" y="118712"/>
                </a:lnTo>
                <a:lnTo>
                  <a:pt x="629628" y="118334"/>
                </a:lnTo>
                <a:lnTo>
                  <a:pt x="628895" y="117924"/>
                </a:lnTo>
                <a:lnTo>
                  <a:pt x="628182" y="117481"/>
                </a:lnTo>
                <a:lnTo>
                  <a:pt x="627489" y="117006"/>
                </a:lnTo>
                <a:lnTo>
                  <a:pt x="626815" y="116497"/>
                </a:lnTo>
                <a:lnTo>
                  <a:pt x="626161" y="115956"/>
                </a:lnTo>
                <a:lnTo>
                  <a:pt x="625527" y="115382"/>
                </a:lnTo>
                <a:lnTo>
                  <a:pt x="624913" y="114775"/>
                </a:lnTo>
                <a:lnTo>
                  <a:pt x="624318" y="114135"/>
                </a:lnTo>
                <a:lnTo>
                  <a:pt x="623744" y="113462"/>
                </a:lnTo>
                <a:lnTo>
                  <a:pt x="623189" y="112757"/>
                </a:lnTo>
                <a:lnTo>
                  <a:pt x="622653" y="112019"/>
                </a:lnTo>
                <a:lnTo>
                  <a:pt x="622138" y="111248"/>
                </a:lnTo>
                <a:lnTo>
                  <a:pt x="621643" y="110446"/>
                </a:lnTo>
                <a:lnTo>
                  <a:pt x="621169" y="109614"/>
                </a:lnTo>
                <a:lnTo>
                  <a:pt x="620716" y="108752"/>
                </a:lnTo>
                <a:lnTo>
                  <a:pt x="620284" y="107861"/>
                </a:lnTo>
                <a:lnTo>
                  <a:pt x="619873" y="106940"/>
                </a:lnTo>
                <a:lnTo>
                  <a:pt x="619483" y="105989"/>
                </a:lnTo>
                <a:lnTo>
                  <a:pt x="619114" y="105008"/>
                </a:lnTo>
                <a:lnTo>
                  <a:pt x="618766" y="103998"/>
                </a:lnTo>
                <a:lnTo>
                  <a:pt x="618440" y="102958"/>
                </a:lnTo>
                <a:lnTo>
                  <a:pt x="618134" y="101889"/>
                </a:lnTo>
                <a:lnTo>
                  <a:pt x="617850" y="100790"/>
                </a:lnTo>
                <a:lnTo>
                  <a:pt x="617587" y="99661"/>
                </a:lnTo>
                <a:lnTo>
                  <a:pt x="617344" y="98502"/>
                </a:lnTo>
                <a:lnTo>
                  <a:pt x="617123" y="97314"/>
                </a:lnTo>
                <a:lnTo>
                  <a:pt x="616923" y="96096"/>
                </a:lnTo>
                <a:lnTo>
                  <a:pt x="616744" y="94848"/>
                </a:lnTo>
                <a:lnTo>
                  <a:pt x="616586" y="93571"/>
                </a:lnTo>
                <a:lnTo>
                  <a:pt x="616449" y="92264"/>
                </a:lnTo>
                <a:lnTo>
                  <a:pt x="616333" y="90927"/>
                </a:lnTo>
                <a:lnTo>
                  <a:pt x="616238" y="89560"/>
                </a:lnTo>
                <a:lnTo>
                  <a:pt x="616164" y="88164"/>
                </a:lnTo>
                <a:lnTo>
                  <a:pt x="616112" y="86738"/>
                </a:lnTo>
                <a:lnTo>
                  <a:pt x="616080" y="85283"/>
                </a:lnTo>
                <a:lnTo>
                  <a:pt x="616069" y="83797"/>
                </a:lnTo>
                <a:lnTo>
                  <a:pt x="616081" y="82361"/>
                </a:lnTo>
                <a:lnTo>
                  <a:pt x="616114" y="80952"/>
                </a:lnTo>
                <a:lnTo>
                  <a:pt x="616170" y="79570"/>
                </a:lnTo>
                <a:lnTo>
                  <a:pt x="616249" y="78217"/>
                </a:lnTo>
                <a:lnTo>
                  <a:pt x="616349" y="76891"/>
                </a:lnTo>
                <a:lnTo>
                  <a:pt x="616473" y="75592"/>
                </a:lnTo>
                <a:lnTo>
                  <a:pt x="616618" y="74321"/>
                </a:lnTo>
                <a:lnTo>
                  <a:pt x="616786" y="73078"/>
                </a:lnTo>
                <a:lnTo>
                  <a:pt x="616977" y="71863"/>
                </a:lnTo>
                <a:lnTo>
                  <a:pt x="617189" y="70675"/>
                </a:lnTo>
                <a:lnTo>
                  <a:pt x="617425" y="69514"/>
                </a:lnTo>
                <a:lnTo>
                  <a:pt x="617682" y="68382"/>
                </a:lnTo>
                <a:lnTo>
                  <a:pt x="617962" y="67277"/>
                </a:lnTo>
                <a:lnTo>
                  <a:pt x="618264" y="66199"/>
                </a:lnTo>
                <a:lnTo>
                  <a:pt x="618589" y="65149"/>
                </a:lnTo>
                <a:lnTo>
                  <a:pt x="618936" y="64127"/>
                </a:lnTo>
                <a:lnTo>
                  <a:pt x="619306" y="63133"/>
                </a:lnTo>
                <a:lnTo>
                  <a:pt x="619698" y="62166"/>
                </a:lnTo>
                <a:lnTo>
                  <a:pt x="620112" y="61226"/>
                </a:lnTo>
                <a:lnTo>
                  <a:pt x="620549" y="60314"/>
                </a:lnTo>
                <a:lnTo>
                  <a:pt x="621008" y="59430"/>
                </a:lnTo>
                <a:lnTo>
                  <a:pt x="621490" y="58574"/>
                </a:lnTo>
                <a:lnTo>
                  <a:pt x="621994" y="57745"/>
                </a:lnTo>
                <a:lnTo>
                  <a:pt x="622520" y="56944"/>
                </a:lnTo>
                <a:lnTo>
                  <a:pt x="623068" y="56173"/>
                </a:lnTo>
                <a:lnTo>
                  <a:pt x="623639" y="55435"/>
                </a:lnTo>
                <a:lnTo>
                  <a:pt x="624230" y="54729"/>
                </a:lnTo>
                <a:lnTo>
                  <a:pt x="624844" y="54057"/>
                </a:lnTo>
                <a:lnTo>
                  <a:pt x="625479" y="53417"/>
                </a:lnTo>
                <a:lnTo>
                  <a:pt x="626137" y="52810"/>
                </a:lnTo>
                <a:lnTo>
                  <a:pt x="626815" y="52236"/>
                </a:lnTo>
                <a:lnTo>
                  <a:pt x="627516" y="51695"/>
                </a:lnTo>
                <a:lnTo>
                  <a:pt x="628238" y="51186"/>
                </a:lnTo>
                <a:lnTo>
                  <a:pt x="628982" y="50710"/>
                </a:lnTo>
                <a:lnTo>
                  <a:pt x="629748" y="50267"/>
                </a:lnTo>
                <a:lnTo>
                  <a:pt x="630535" y="49857"/>
                </a:lnTo>
                <a:lnTo>
                  <a:pt x="631345" y="49480"/>
                </a:lnTo>
                <a:lnTo>
                  <a:pt x="632176" y="49135"/>
                </a:lnTo>
                <a:lnTo>
                  <a:pt x="633028" y="48824"/>
                </a:lnTo>
                <a:lnTo>
                  <a:pt x="633903" y="48545"/>
                </a:lnTo>
                <a:lnTo>
                  <a:pt x="634799" y="48299"/>
                </a:lnTo>
                <a:lnTo>
                  <a:pt x="635717" y="48086"/>
                </a:lnTo>
                <a:lnTo>
                  <a:pt x="636656" y="47905"/>
                </a:lnTo>
                <a:lnTo>
                  <a:pt x="637618" y="47758"/>
                </a:lnTo>
                <a:lnTo>
                  <a:pt x="638601" y="47643"/>
                </a:lnTo>
                <a:lnTo>
                  <a:pt x="639606" y="47561"/>
                </a:lnTo>
                <a:lnTo>
                  <a:pt x="640632" y="47511"/>
                </a:lnTo>
                <a:lnTo>
                  <a:pt x="641681" y="47495"/>
                </a:lnTo>
                <a:lnTo>
                  <a:pt x="642479" y="47504"/>
                </a:lnTo>
                <a:lnTo>
                  <a:pt x="643266" y="47532"/>
                </a:lnTo>
                <a:lnTo>
                  <a:pt x="644042" y="47578"/>
                </a:lnTo>
                <a:lnTo>
                  <a:pt x="644806" y="47643"/>
                </a:lnTo>
                <a:lnTo>
                  <a:pt x="645559" y="47726"/>
                </a:lnTo>
                <a:lnTo>
                  <a:pt x="646300" y="47828"/>
                </a:lnTo>
                <a:lnTo>
                  <a:pt x="647030" y="47948"/>
                </a:lnTo>
                <a:lnTo>
                  <a:pt x="647749" y="48086"/>
                </a:lnTo>
                <a:lnTo>
                  <a:pt x="648456" y="48243"/>
                </a:lnTo>
                <a:lnTo>
                  <a:pt x="649151" y="48419"/>
                </a:lnTo>
                <a:lnTo>
                  <a:pt x="649836" y="48613"/>
                </a:lnTo>
                <a:lnTo>
                  <a:pt x="650508" y="48825"/>
                </a:lnTo>
                <a:lnTo>
                  <a:pt x="651169" y="49056"/>
                </a:lnTo>
                <a:lnTo>
                  <a:pt x="651819" y="49306"/>
                </a:lnTo>
                <a:lnTo>
                  <a:pt x="652458" y="49574"/>
                </a:lnTo>
                <a:lnTo>
                  <a:pt x="653084" y="49860"/>
                </a:lnTo>
                <a:lnTo>
                  <a:pt x="653700" y="50165"/>
                </a:lnTo>
                <a:lnTo>
                  <a:pt x="654304" y="50489"/>
                </a:lnTo>
                <a:lnTo>
                  <a:pt x="654896" y="50830"/>
                </a:lnTo>
                <a:lnTo>
                  <a:pt x="655477" y="51191"/>
                </a:lnTo>
                <a:lnTo>
                  <a:pt x="656047" y="51569"/>
                </a:lnTo>
                <a:lnTo>
                  <a:pt x="656605" y="51967"/>
                </a:lnTo>
                <a:lnTo>
                  <a:pt x="657152" y="52383"/>
                </a:lnTo>
                <a:lnTo>
                  <a:pt x="657687" y="52817"/>
                </a:lnTo>
                <a:lnTo>
                  <a:pt x="658213" y="53265"/>
                </a:lnTo>
                <a:lnTo>
                  <a:pt x="658730" y="53723"/>
                </a:lnTo>
                <a:lnTo>
                  <a:pt x="659238" y="54191"/>
                </a:lnTo>
                <a:lnTo>
                  <a:pt x="659738" y="54669"/>
                </a:lnTo>
                <a:lnTo>
                  <a:pt x="660230" y="55157"/>
                </a:lnTo>
                <a:lnTo>
                  <a:pt x="660713" y="55655"/>
                </a:lnTo>
                <a:lnTo>
                  <a:pt x="661187" y="56162"/>
                </a:lnTo>
                <a:lnTo>
                  <a:pt x="661653" y="56679"/>
                </a:lnTo>
                <a:lnTo>
                  <a:pt x="662111" y="57207"/>
                </a:lnTo>
                <a:lnTo>
                  <a:pt x="662560" y="57744"/>
                </a:lnTo>
                <a:lnTo>
                  <a:pt x="663001" y="58290"/>
                </a:lnTo>
                <a:lnTo>
                  <a:pt x="663433" y="58847"/>
                </a:lnTo>
                <a:lnTo>
                  <a:pt x="663857" y="59413"/>
                </a:lnTo>
                <a:lnTo>
                  <a:pt x="664272" y="59990"/>
                </a:lnTo>
                <a:lnTo>
                  <a:pt x="664679" y="60576"/>
                </a:lnTo>
                <a:lnTo>
                  <a:pt x="665078" y="61172"/>
                </a:lnTo>
                <a:lnTo>
                  <a:pt x="665468" y="61778"/>
                </a:lnTo>
                <a:lnTo>
                  <a:pt x="665849" y="62393"/>
                </a:lnTo>
                <a:lnTo>
                  <a:pt x="666222" y="63019"/>
                </a:lnTo>
                <a:lnTo>
                  <a:pt x="666587" y="63654"/>
                </a:lnTo>
                <a:lnTo>
                  <a:pt x="666943" y="64300"/>
                </a:lnTo>
                <a:lnTo>
                  <a:pt x="667291" y="64955"/>
                </a:lnTo>
                <a:lnTo>
                  <a:pt x="667630" y="65619"/>
                </a:lnTo>
                <a:lnTo>
                  <a:pt x="667960" y="66294"/>
                </a:lnTo>
                <a:lnTo>
                  <a:pt x="667960" y="103591"/>
                </a:lnTo>
                <a:lnTo>
                  <a:pt x="667606" y="104176"/>
                </a:lnTo>
                <a:lnTo>
                  <a:pt x="667242" y="104753"/>
                </a:lnTo>
                <a:lnTo>
                  <a:pt x="666869" y="105324"/>
                </a:lnTo>
                <a:lnTo>
                  <a:pt x="666487" y="105887"/>
                </a:lnTo>
                <a:lnTo>
                  <a:pt x="666096" y="106444"/>
                </a:lnTo>
                <a:lnTo>
                  <a:pt x="665697" y="106993"/>
                </a:lnTo>
                <a:lnTo>
                  <a:pt x="665288" y="107536"/>
                </a:lnTo>
                <a:lnTo>
                  <a:pt x="664871" y="108071"/>
                </a:lnTo>
                <a:lnTo>
                  <a:pt x="664444" y="108599"/>
                </a:lnTo>
                <a:lnTo>
                  <a:pt x="664009" y="109120"/>
                </a:lnTo>
                <a:lnTo>
                  <a:pt x="663564" y="109634"/>
                </a:lnTo>
                <a:lnTo>
                  <a:pt x="663111" y="110141"/>
                </a:lnTo>
                <a:lnTo>
                  <a:pt x="662648" y="110641"/>
                </a:lnTo>
                <a:lnTo>
                  <a:pt x="662177" y="111134"/>
                </a:lnTo>
                <a:lnTo>
                  <a:pt x="661697" y="111620"/>
                </a:lnTo>
                <a:lnTo>
                  <a:pt x="661207" y="112099"/>
                </a:lnTo>
                <a:lnTo>
                  <a:pt x="660709" y="112570"/>
                </a:lnTo>
                <a:lnTo>
                  <a:pt x="660202" y="113035"/>
                </a:lnTo>
                <a:lnTo>
                  <a:pt x="659686" y="113492"/>
                </a:lnTo>
                <a:lnTo>
                  <a:pt x="659161" y="113943"/>
                </a:lnTo>
                <a:lnTo>
                  <a:pt x="658627" y="114386"/>
                </a:lnTo>
                <a:lnTo>
                  <a:pt x="658084" y="114822"/>
                </a:lnTo>
                <a:lnTo>
                  <a:pt x="657532" y="115252"/>
                </a:lnTo>
                <a:lnTo>
                  <a:pt x="656971" y="115674"/>
                </a:lnTo>
                <a:lnTo>
                  <a:pt x="656399" y="116083"/>
                </a:lnTo>
                <a:lnTo>
                  <a:pt x="655816" y="116476"/>
                </a:lnTo>
                <a:lnTo>
                  <a:pt x="655221" y="116851"/>
                </a:lnTo>
                <a:lnTo>
                  <a:pt x="654613" y="117208"/>
                </a:lnTo>
                <a:lnTo>
                  <a:pt x="653994" y="117549"/>
                </a:lnTo>
                <a:lnTo>
                  <a:pt x="653363" y="117871"/>
                </a:lnTo>
                <a:lnTo>
                  <a:pt x="652720" y="118176"/>
                </a:lnTo>
                <a:lnTo>
                  <a:pt x="652065" y="118464"/>
                </a:lnTo>
                <a:lnTo>
                  <a:pt x="651398" y="118735"/>
                </a:lnTo>
                <a:lnTo>
                  <a:pt x="650719" y="118987"/>
                </a:lnTo>
                <a:lnTo>
                  <a:pt x="650028" y="119223"/>
                </a:lnTo>
                <a:lnTo>
                  <a:pt x="649326" y="119441"/>
                </a:lnTo>
                <a:lnTo>
                  <a:pt x="648611" y="119641"/>
                </a:lnTo>
                <a:lnTo>
                  <a:pt x="647884" y="119825"/>
                </a:lnTo>
                <a:lnTo>
                  <a:pt x="647146" y="119990"/>
                </a:lnTo>
                <a:lnTo>
                  <a:pt x="646395" y="120139"/>
                </a:lnTo>
                <a:lnTo>
                  <a:pt x="645632" y="120269"/>
                </a:lnTo>
                <a:lnTo>
                  <a:pt x="644858" y="120383"/>
                </a:lnTo>
                <a:lnTo>
                  <a:pt x="644072" y="120479"/>
                </a:lnTo>
                <a:lnTo>
                  <a:pt x="643273" y="120557"/>
                </a:lnTo>
                <a:lnTo>
                  <a:pt x="642463" y="120618"/>
                </a:lnTo>
                <a:lnTo>
                  <a:pt x="641641" y="120662"/>
                </a:lnTo>
                <a:lnTo>
                  <a:pt x="640806" y="120688"/>
                </a:lnTo>
                <a:lnTo>
                  <a:pt x="639960" y="120697"/>
                </a:lnTo>
                <a:lnTo>
                  <a:pt x="638991" y="120680"/>
                </a:lnTo>
                <a:lnTo>
                  <a:pt x="638041" y="120631"/>
                </a:lnTo>
                <a:lnTo>
                  <a:pt x="637111" y="120549"/>
                </a:lnTo>
                <a:lnTo>
                  <a:pt x="636200" y="120434"/>
                </a:lnTo>
                <a:lnTo>
                  <a:pt x="635310" y="120287"/>
                </a:lnTo>
                <a:close/>
                <a:moveTo>
                  <a:pt x="1179585" y="133545"/>
                </a:moveTo>
                <a:lnTo>
                  <a:pt x="1180514" y="133438"/>
                </a:lnTo>
                <a:lnTo>
                  <a:pt x="1181433" y="133312"/>
                </a:lnTo>
                <a:lnTo>
                  <a:pt x="1182340" y="133166"/>
                </a:lnTo>
                <a:lnTo>
                  <a:pt x="1183238" y="133000"/>
                </a:lnTo>
                <a:lnTo>
                  <a:pt x="1184124" y="132815"/>
                </a:lnTo>
                <a:lnTo>
                  <a:pt x="1185000" y="132611"/>
                </a:lnTo>
                <a:lnTo>
                  <a:pt x="1185866" y="132387"/>
                </a:lnTo>
                <a:lnTo>
                  <a:pt x="1186720" y="132143"/>
                </a:lnTo>
                <a:lnTo>
                  <a:pt x="1187565" y="131880"/>
                </a:lnTo>
                <a:lnTo>
                  <a:pt x="1188398" y="131598"/>
                </a:lnTo>
                <a:lnTo>
                  <a:pt x="1189221" y="131296"/>
                </a:lnTo>
                <a:lnTo>
                  <a:pt x="1190033" y="130975"/>
                </a:lnTo>
                <a:lnTo>
                  <a:pt x="1190835" y="130634"/>
                </a:lnTo>
                <a:lnTo>
                  <a:pt x="1191626" y="130274"/>
                </a:lnTo>
                <a:lnTo>
                  <a:pt x="1192406" y="129894"/>
                </a:lnTo>
                <a:lnTo>
                  <a:pt x="1193176" y="129495"/>
                </a:lnTo>
                <a:lnTo>
                  <a:pt x="1193935" y="129076"/>
                </a:lnTo>
                <a:lnTo>
                  <a:pt x="1194684" y="128638"/>
                </a:lnTo>
                <a:lnTo>
                  <a:pt x="1195422" y="128181"/>
                </a:lnTo>
                <a:lnTo>
                  <a:pt x="1196148" y="127704"/>
                </a:lnTo>
                <a:lnTo>
                  <a:pt x="1196860" y="127208"/>
                </a:lnTo>
                <a:lnTo>
                  <a:pt x="1197558" y="126693"/>
                </a:lnTo>
                <a:lnTo>
                  <a:pt x="1198242" y="126159"/>
                </a:lnTo>
                <a:lnTo>
                  <a:pt x="1198913" y="125607"/>
                </a:lnTo>
                <a:lnTo>
                  <a:pt x="1199570" y="125035"/>
                </a:lnTo>
                <a:lnTo>
                  <a:pt x="1200213" y="124444"/>
                </a:lnTo>
                <a:lnTo>
                  <a:pt x="1200843" y="123835"/>
                </a:lnTo>
                <a:lnTo>
                  <a:pt x="1201458" y="123206"/>
                </a:lnTo>
                <a:lnTo>
                  <a:pt x="1202060" y="122559"/>
                </a:lnTo>
                <a:lnTo>
                  <a:pt x="1202648" y="121892"/>
                </a:lnTo>
                <a:lnTo>
                  <a:pt x="1203222" y="121207"/>
                </a:lnTo>
                <a:lnTo>
                  <a:pt x="1203783" y="120502"/>
                </a:lnTo>
                <a:lnTo>
                  <a:pt x="1204330" y="119779"/>
                </a:lnTo>
                <a:lnTo>
                  <a:pt x="1204863" y="119036"/>
                </a:lnTo>
                <a:lnTo>
                  <a:pt x="1205382" y="118275"/>
                </a:lnTo>
                <a:lnTo>
                  <a:pt x="1205887" y="117495"/>
                </a:lnTo>
                <a:lnTo>
                  <a:pt x="1206379" y="116696"/>
                </a:lnTo>
                <a:lnTo>
                  <a:pt x="1206857" y="115877"/>
                </a:lnTo>
                <a:lnTo>
                  <a:pt x="1207321" y="115040"/>
                </a:lnTo>
                <a:lnTo>
                  <a:pt x="1207771" y="114184"/>
                </a:lnTo>
                <a:lnTo>
                  <a:pt x="1208208" y="113309"/>
                </a:lnTo>
                <a:lnTo>
                  <a:pt x="1208631" y="112415"/>
                </a:lnTo>
                <a:lnTo>
                  <a:pt x="1209040" y="111502"/>
                </a:lnTo>
                <a:lnTo>
                  <a:pt x="1209434" y="110570"/>
                </a:lnTo>
                <a:lnTo>
                  <a:pt x="1209811" y="109620"/>
                </a:lnTo>
                <a:lnTo>
                  <a:pt x="1210171" y="108651"/>
                </a:lnTo>
                <a:lnTo>
                  <a:pt x="1210514" y="107664"/>
                </a:lnTo>
                <a:lnTo>
                  <a:pt x="1210841" y="106660"/>
                </a:lnTo>
                <a:lnTo>
                  <a:pt x="1211151" y="105636"/>
                </a:lnTo>
                <a:lnTo>
                  <a:pt x="1211444" y="104595"/>
                </a:lnTo>
                <a:lnTo>
                  <a:pt x="1211721" y="103535"/>
                </a:lnTo>
                <a:lnTo>
                  <a:pt x="1211981" y="102457"/>
                </a:lnTo>
                <a:lnTo>
                  <a:pt x="1212224" y="101361"/>
                </a:lnTo>
                <a:lnTo>
                  <a:pt x="1212450" y="100246"/>
                </a:lnTo>
                <a:lnTo>
                  <a:pt x="1212659" y="99114"/>
                </a:lnTo>
                <a:lnTo>
                  <a:pt x="1212852" y="97962"/>
                </a:lnTo>
                <a:lnTo>
                  <a:pt x="1213028" y="96793"/>
                </a:lnTo>
                <a:lnTo>
                  <a:pt x="1213187" y="95606"/>
                </a:lnTo>
                <a:lnTo>
                  <a:pt x="1213330" y="94400"/>
                </a:lnTo>
                <a:lnTo>
                  <a:pt x="1213455" y="93176"/>
                </a:lnTo>
                <a:lnTo>
                  <a:pt x="1213564" y="91933"/>
                </a:lnTo>
                <a:lnTo>
                  <a:pt x="1213656" y="90673"/>
                </a:lnTo>
                <a:lnTo>
                  <a:pt x="1213732" y="89394"/>
                </a:lnTo>
                <a:lnTo>
                  <a:pt x="1213790" y="88097"/>
                </a:lnTo>
                <a:lnTo>
                  <a:pt x="1213832" y="86781"/>
                </a:lnTo>
                <a:lnTo>
                  <a:pt x="1213857" y="85448"/>
                </a:lnTo>
                <a:lnTo>
                  <a:pt x="1213866" y="84096"/>
                </a:lnTo>
                <a:lnTo>
                  <a:pt x="1213858" y="82736"/>
                </a:lnTo>
                <a:lnTo>
                  <a:pt x="1213834" y="81394"/>
                </a:lnTo>
                <a:lnTo>
                  <a:pt x="1213795" y="80072"/>
                </a:lnTo>
                <a:lnTo>
                  <a:pt x="1213740" y="78768"/>
                </a:lnTo>
                <a:lnTo>
                  <a:pt x="1213669" y="77483"/>
                </a:lnTo>
                <a:lnTo>
                  <a:pt x="1213582" y="76217"/>
                </a:lnTo>
                <a:lnTo>
                  <a:pt x="1213480" y="74970"/>
                </a:lnTo>
                <a:lnTo>
                  <a:pt x="1213361" y="73742"/>
                </a:lnTo>
                <a:lnTo>
                  <a:pt x="1213227" y="72532"/>
                </a:lnTo>
                <a:lnTo>
                  <a:pt x="1213078" y="71341"/>
                </a:lnTo>
                <a:lnTo>
                  <a:pt x="1212912" y="70169"/>
                </a:lnTo>
                <a:lnTo>
                  <a:pt x="1212731" y="69016"/>
                </a:lnTo>
                <a:lnTo>
                  <a:pt x="1212534" y="67881"/>
                </a:lnTo>
                <a:lnTo>
                  <a:pt x="1212321" y="66765"/>
                </a:lnTo>
                <a:lnTo>
                  <a:pt x="1212093" y="65668"/>
                </a:lnTo>
                <a:lnTo>
                  <a:pt x="1211848" y="64590"/>
                </a:lnTo>
                <a:lnTo>
                  <a:pt x="1211588" y="63531"/>
                </a:lnTo>
                <a:lnTo>
                  <a:pt x="1211312" y="62490"/>
                </a:lnTo>
                <a:lnTo>
                  <a:pt x="1211021" y="61469"/>
                </a:lnTo>
                <a:lnTo>
                  <a:pt x="1210713" y="60466"/>
                </a:lnTo>
                <a:lnTo>
                  <a:pt x="1210390" y="59482"/>
                </a:lnTo>
                <a:lnTo>
                  <a:pt x="1210052" y="58516"/>
                </a:lnTo>
                <a:lnTo>
                  <a:pt x="1209697" y="57570"/>
                </a:lnTo>
                <a:lnTo>
                  <a:pt x="1209326" y="56642"/>
                </a:lnTo>
                <a:lnTo>
                  <a:pt x="1208942" y="55733"/>
                </a:lnTo>
                <a:lnTo>
                  <a:pt x="1208544" y="54843"/>
                </a:lnTo>
                <a:lnTo>
                  <a:pt x="1208133" y="53972"/>
                </a:lnTo>
                <a:lnTo>
                  <a:pt x="1207709" y="53120"/>
                </a:lnTo>
                <a:lnTo>
                  <a:pt x="1207271" y="52287"/>
                </a:lnTo>
                <a:lnTo>
                  <a:pt x="1206821" y="51472"/>
                </a:lnTo>
                <a:lnTo>
                  <a:pt x="1206357" y="50677"/>
                </a:lnTo>
                <a:lnTo>
                  <a:pt x="1205881" y="49901"/>
                </a:lnTo>
                <a:lnTo>
                  <a:pt x="1205391" y="49143"/>
                </a:lnTo>
                <a:lnTo>
                  <a:pt x="1204888" y="48405"/>
                </a:lnTo>
                <a:lnTo>
                  <a:pt x="1204373" y="47686"/>
                </a:lnTo>
                <a:lnTo>
                  <a:pt x="1203844" y="46985"/>
                </a:lnTo>
                <a:lnTo>
                  <a:pt x="1203301" y="46304"/>
                </a:lnTo>
                <a:lnTo>
                  <a:pt x="1202746" y="45641"/>
                </a:lnTo>
                <a:lnTo>
                  <a:pt x="1202178" y="44998"/>
                </a:lnTo>
                <a:lnTo>
                  <a:pt x="1201596" y="44373"/>
                </a:lnTo>
                <a:lnTo>
                  <a:pt x="1201002" y="43767"/>
                </a:lnTo>
                <a:lnTo>
                  <a:pt x="1200394" y="43181"/>
                </a:lnTo>
                <a:lnTo>
                  <a:pt x="1199774" y="42613"/>
                </a:lnTo>
                <a:lnTo>
                  <a:pt x="1199140" y="42064"/>
                </a:lnTo>
                <a:lnTo>
                  <a:pt x="1198493" y="41535"/>
                </a:lnTo>
                <a:lnTo>
                  <a:pt x="1197833" y="41024"/>
                </a:lnTo>
                <a:lnTo>
                  <a:pt x="1197159" y="40532"/>
                </a:lnTo>
                <a:lnTo>
                  <a:pt x="1196473" y="40059"/>
                </a:lnTo>
                <a:lnTo>
                  <a:pt x="1195775" y="39605"/>
                </a:lnTo>
                <a:lnTo>
                  <a:pt x="1195066" y="39171"/>
                </a:lnTo>
                <a:lnTo>
                  <a:pt x="1194347" y="38756"/>
                </a:lnTo>
                <a:lnTo>
                  <a:pt x="1193617" y="38360"/>
                </a:lnTo>
                <a:lnTo>
                  <a:pt x="1192876" y="37983"/>
                </a:lnTo>
                <a:lnTo>
                  <a:pt x="1192125" y="37626"/>
                </a:lnTo>
                <a:lnTo>
                  <a:pt x="1191363" y="37288"/>
                </a:lnTo>
                <a:lnTo>
                  <a:pt x="1190591" y="36970"/>
                </a:lnTo>
                <a:lnTo>
                  <a:pt x="1189808" y="36671"/>
                </a:lnTo>
                <a:lnTo>
                  <a:pt x="1189014" y="36391"/>
                </a:lnTo>
                <a:lnTo>
                  <a:pt x="1188210" y="36130"/>
                </a:lnTo>
                <a:lnTo>
                  <a:pt x="1187395" y="35889"/>
                </a:lnTo>
                <a:lnTo>
                  <a:pt x="1186569" y="35667"/>
                </a:lnTo>
                <a:lnTo>
                  <a:pt x="1185733" y="35464"/>
                </a:lnTo>
                <a:lnTo>
                  <a:pt x="1184886" y="35280"/>
                </a:lnTo>
                <a:lnTo>
                  <a:pt x="1184029" y="35116"/>
                </a:lnTo>
                <a:lnTo>
                  <a:pt x="1183161" y="34971"/>
                </a:lnTo>
                <a:lnTo>
                  <a:pt x="1182282" y="34846"/>
                </a:lnTo>
                <a:lnTo>
                  <a:pt x="1181393" y="34740"/>
                </a:lnTo>
                <a:lnTo>
                  <a:pt x="1180493" y="34653"/>
                </a:lnTo>
                <a:lnTo>
                  <a:pt x="1179582" y="34585"/>
                </a:lnTo>
                <a:lnTo>
                  <a:pt x="1178661" y="34537"/>
                </a:lnTo>
                <a:lnTo>
                  <a:pt x="1177729" y="34508"/>
                </a:lnTo>
                <a:lnTo>
                  <a:pt x="1176787" y="34498"/>
                </a:lnTo>
                <a:lnTo>
                  <a:pt x="1175908" y="34506"/>
                </a:lnTo>
                <a:lnTo>
                  <a:pt x="1175038" y="34530"/>
                </a:lnTo>
                <a:lnTo>
                  <a:pt x="1174178" y="34570"/>
                </a:lnTo>
                <a:lnTo>
                  <a:pt x="1173327" y="34626"/>
                </a:lnTo>
                <a:lnTo>
                  <a:pt x="1172486" y="34698"/>
                </a:lnTo>
                <a:lnTo>
                  <a:pt x="1171654" y="34785"/>
                </a:lnTo>
                <a:lnTo>
                  <a:pt x="1170831" y="34889"/>
                </a:lnTo>
                <a:lnTo>
                  <a:pt x="1170018" y="35008"/>
                </a:lnTo>
                <a:lnTo>
                  <a:pt x="1169214" y="35143"/>
                </a:lnTo>
                <a:lnTo>
                  <a:pt x="1168420" y="35295"/>
                </a:lnTo>
                <a:lnTo>
                  <a:pt x="1167636" y="35462"/>
                </a:lnTo>
                <a:lnTo>
                  <a:pt x="1166860" y="35645"/>
                </a:lnTo>
                <a:lnTo>
                  <a:pt x="1166095" y="35844"/>
                </a:lnTo>
                <a:lnTo>
                  <a:pt x="1165338" y="36059"/>
                </a:lnTo>
                <a:lnTo>
                  <a:pt x="1164592" y="36290"/>
                </a:lnTo>
                <a:lnTo>
                  <a:pt x="1163854" y="36537"/>
                </a:lnTo>
                <a:lnTo>
                  <a:pt x="1163126" y="36800"/>
                </a:lnTo>
                <a:lnTo>
                  <a:pt x="1162408" y="37079"/>
                </a:lnTo>
                <a:lnTo>
                  <a:pt x="1161699" y="37373"/>
                </a:lnTo>
                <a:lnTo>
                  <a:pt x="1160999" y="37684"/>
                </a:lnTo>
                <a:lnTo>
                  <a:pt x="1160309" y="38010"/>
                </a:lnTo>
                <a:lnTo>
                  <a:pt x="1159629" y="38353"/>
                </a:lnTo>
                <a:lnTo>
                  <a:pt x="1158957" y="38711"/>
                </a:lnTo>
                <a:lnTo>
                  <a:pt x="1158296" y="39085"/>
                </a:lnTo>
                <a:lnTo>
                  <a:pt x="1157644" y="39473"/>
                </a:lnTo>
                <a:lnTo>
                  <a:pt x="1157002" y="39869"/>
                </a:lnTo>
                <a:lnTo>
                  <a:pt x="1156372" y="40276"/>
                </a:lnTo>
                <a:lnTo>
                  <a:pt x="1155751" y="40691"/>
                </a:lnTo>
                <a:lnTo>
                  <a:pt x="1155141" y="41117"/>
                </a:lnTo>
                <a:lnTo>
                  <a:pt x="1154542" y="41552"/>
                </a:lnTo>
                <a:lnTo>
                  <a:pt x="1153953" y="41997"/>
                </a:lnTo>
                <a:lnTo>
                  <a:pt x="1153374" y="42451"/>
                </a:lnTo>
                <a:lnTo>
                  <a:pt x="1152806" y="42915"/>
                </a:lnTo>
                <a:lnTo>
                  <a:pt x="1152248" y="43389"/>
                </a:lnTo>
                <a:lnTo>
                  <a:pt x="1151701" y="43872"/>
                </a:lnTo>
                <a:lnTo>
                  <a:pt x="1151164" y="44365"/>
                </a:lnTo>
                <a:lnTo>
                  <a:pt x="1150638" y="44868"/>
                </a:lnTo>
                <a:lnTo>
                  <a:pt x="1150122" y="45380"/>
                </a:lnTo>
                <a:lnTo>
                  <a:pt x="1149616" y="45902"/>
                </a:lnTo>
                <a:lnTo>
                  <a:pt x="1149121" y="46433"/>
                </a:lnTo>
                <a:lnTo>
                  <a:pt x="1148637" y="46974"/>
                </a:lnTo>
                <a:lnTo>
                  <a:pt x="1148163" y="47525"/>
                </a:lnTo>
                <a:lnTo>
                  <a:pt x="1147699" y="48085"/>
                </a:lnTo>
                <a:lnTo>
                  <a:pt x="1147246" y="48655"/>
                </a:lnTo>
                <a:lnTo>
                  <a:pt x="1146803" y="49235"/>
                </a:lnTo>
                <a:lnTo>
                  <a:pt x="1146371" y="49824"/>
                </a:lnTo>
                <a:lnTo>
                  <a:pt x="1145949" y="50423"/>
                </a:lnTo>
                <a:lnTo>
                  <a:pt x="1145538" y="51031"/>
                </a:lnTo>
                <a:lnTo>
                  <a:pt x="1145538" y="3440"/>
                </a:lnTo>
                <a:lnTo>
                  <a:pt x="1129579" y="3440"/>
                </a:lnTo>
                <a:lnTo>
                  <a:pt x="1129579" y="132069"/>
                </a:lnTo>
                <a:lnTo>
                  <a:pt x="1144487" y="132069"/>
                </a:lnTo>
                <a:lnTo>
                  <a:pt x="1145347" y="118881"/>
                </a:lnTo>
                <a:lnTo>
                  <a:pt x="1145734" y="119457"/>
                </a:lnTo>
                <a:lnTo>
                  <a:pt x="1146130" y="120023"/>
                </a:lnTo>
                <a:lnTo>
                  <a:pt x="1146535" y="120578"/>
                </a:lnTo>
                <a:lnTo>
                  <a:pt x="1146950" y="121123"/>
                </a:lnTo>
                <a:lnTo>
                  <a:pt x="1147374" y="121657"/>
                </a:lnTo>
                <a:lnTo>
                  <a:pt x="1147807" y="122181"/>
                </a:lnTo>
                <a:lnTo>
                  <a:pt x="1148250" y="122694"/>
                </a:lnTo>
                <a:lnTo>
                  <a:pt x="1148702" y="123197"/>
                </a:lnTo>
                <a:lnTo>
                  <a:pt x="1149163" y="123690"/>
                </a:lnTo>
                <a:lnTo>
                  <a:pt x="1149634" y="124172"/>
                </a:lnTo>
                <a:lnTo>
                  <a:pt x="1150114" y="124643"/>
                </a:lnTo>
                <a:lnTo>
                  <a:pt x="1150603" y="125105"/>
                </a:lnTo>
                <a:lnTo>
                  <a:pt x="1151101" y="125555"/>
                </a:lnTo>
                <a:lnTo>
                  <a:pt x="1151609" y="125995"/>
                </a:lnTo>
                <a:lnTo>
                  <a:pt x="1152126" y="126425"/>
                </a:lnTo>
                <a:lnTo>
                  <a:pt x="1152652" y="126845"/>
                </a:lnTo>
                <a:lnTo>
                  <a:pt x="1153188" y="127253"/>
                </a:lnTo>
                <a:lnTo>
                  <a:pt x="1153732" y="127652"/>
                </a:lnTo>
                <a:lnTo>
                  <a:pt x="1154287" y="128040"/>
                </a:lnTo>
                <a:lnTo>
                  <a:pt x="1154850" y="128417"/>
                </a:lnTo>
                <a:lnTo>
                  <a:pt x="1155423" y="128784"/>
                </a:lnTo>
                <a:lnTo>
                  <a:pt x="1156005" y="129141"/>
                </a:lnTo>
                <a:lnTo>
                  <a:pt x="1156596" y="129487"/>
                </a:lnTo>
                <a:lnTo>
                  <a:pt x="1157197" y="129823"/>
                </a:lnTo>
                <a:lnTo>
                  <a:pt x="1157807" y="130147"/>
                </a:lnTo>
                <a:lnTo>
                  <a:pt x="1158428" y="130456"/>
                </a:lnTo>
                <a:lnTo>
                  <a:pt x="1159060" y="130753"/>
                </a:lnTo>
                <a:lnTo>
                  <a:pt x="1159702" y="131035"/>
                </a:lnTo>
                <a:lnTo>
                  <a:pt x="1160356" y="131303"/>
                </a:lnTo>
                <a:lnTo>
                  <a:pt x="1161019" y="131558"/>
                </a:lnTo>
                <a:lnTo>
                  <a:pt x="1161693" y="131799"/>
                </a:lnTo>
                <a:lnTo>
                  <a:pt x="1162378" y="132026"/>
                </a:lnTo>
                <a:lnTo>
                  <a:pt x="1163074" y="132240"/>
                </a:lnTo>
                <a:lnTo>
                  <a:pt x="1163780" y="132439"/>
                </a:lnTo>
                <a:lnTo>
                  <a:pt x="1164497" y="132625"/>
                </a:lnTo>
                <a:lnTo>
                  <a:pt x="1165224" y="132797"/>
                </a:lnTo>
                <a:lnTo>
                  <a:pt x="1165962" y="132956"/>
                </a:lnTo>
                <a:lnTo>
                  <a:pt x="1166710" y="133100"/>
                </a:lnTo>
                <a:lnTo>
                  <a:pt x="1167470" y="133231"/>
                </a:lnTo>
                <a:lnTo>
                  <a:pt x="1168240" y="133348"/>
                </a:lnTo>
                <a:lnTo>
                  <a:pt x="1169020" y="133452"/>
                </a:lnTo>
                <a:lnTo>
                  <a:pt x="1169811" y="133541"/>
                </a:lnTo>
                <a:lnTo>
                  <a:pt x="1170613" y="133617"/>
                </a:lnTo>
                <a:lnTo>
                  <a:pt x="1171425" y="133679"/>
                </a:lnTo>
                <a:lnTo>
                  <a:pt x="1172248" y="133727"/>
                </a:lnTo>
                <a:lnTo>
                  <a:pt x="1173081" y="133761"/>
                </a:lnTo>
                <a:lnTo>
                  <a:pt x="1173926" y="133782"/>
                </a:lnTo>
                <a:lnTo>
                  <a:pt x="1174780" y="133789"/>
                </a:lnTo>
                <a:lnTo>
                  <a:pt x="1175762" y="133779"/>
                </a:lnTo>
                <a:lnTo>
                  <a:pt x="1176734" y="133750"/>
                </a:lnTo>
                <a:lnTo>
                  <a:pt x="1177695" y="133701"/>
                </a:lnTo>
                <a:lnTo>
                  <a:pt x="1178645" y="133633"/>
                </a:lnTo>
                <a:lnTo>
                  <a:pt x="1179585" y="133545"/>
                </a:lnTo>
                <a:close/>
                <a:moveTo>
                  <a:pt x="1167969" y="120487"/>
                </a:moveTo>
                <a:lnTo>
                  <a:pt x="1167231" y="120395"/>
                </a:lnTo>
                <a:lnTo>
                  <a:pt x="1166503" y="120286"/>
                </a:lnTo>
                <a:lnTo>
                  <a:pt x="1165787" y="120161"/>
                </a:lnTo>
                <a:lnTo>
                  <a:pt x="1165081" y="120018"/>
                </a:lnTo>
                <a:lnTo>
                  <a:pt x="1164385" y="119859"/>
                </a:lnTo>
                <a:lnTo>
                  <a:pt x="1163700" y="119684"/>
                </a:lnTo>
                <a:lnTo>
                  <a:pt x="1163026" y="119491"/>
                </a:lnTo>
                <a:lnTo>
                  <a:pt x="1162362" y="119282"/>
                </a:lnTo>
                <a:lnTo>
                  <a:pt x="1161709" y="119056"/>
                </a:lnTo>
                <a:lnTo>
                  <a:pt x="1161067" y="118813"/>
                </a:lnTo>
                <a:lnTo>
                  <a:pt x="1160435" y="118553"/>
                </a:lnTo>
                <a:lnTo>
                  <a:pt x="1159814" y="118277"/>
                </a:lnTo>
                <a:lnTo>
                  <a:pt x="1159203" y="117984"/>
                </a:lnTo>
                <a:lnTo>
                  <a:pt x="1158604" y="117674"/>
                </a:lnTo>
                <a:lnTo>
                  <a:pt x="1158014" y="117347"/>
                </a:lnTo>
                <a:lnTo>
                  <a:pt x="1157436" y="117004"/>
                </a:lnTo>
                <a:lnTo>
                  <a:pt x="1156867" y="116644"/>
                </a:lnTo>
                <a:lnTo>
                  <a:pt x="1156310" y="116267"/>
                </a:lnTo>
                <a:lnTo>
                  <a:pt x="1155763" y="115874"/>
                </a:lnTo>
                <a:lnTo>
                  <a:pt x="1155226" y="115467"/>
                </a:lnTo>
                <a:lnTo>
                  <a:pt x="1154699" y="115052"/>
                </a:lnTo>
                <a:lnTo>
                  <a:pt x="1154182" y="114628"/>
                </a:lnTo>
                <a:lnTo>
                  <a:pt x="1153674" y="114196"/>
                </a:lnTo>
                <a:lnTo>
                  <a:pt x="1153176" y="113754"/>
                </a:lnTo>
                <a:lnTo>
                  <a:pt x="1152687" y="113304"/>
                </a:lnTo>
                <a:lnTo>
                  <a:pt x="1152208" y="112845"/>
                </a:lnTo>
                <a:lnTo>
                  <a:pt x="1151739" y="112377"/>
                </a:lnTo>
                <a:lnTo>
                  <a:pt x="1151279" y="111900"/>
                </a:lnTo>
                <a:lnTo>
                  <a:pt x="1150829" y="111414"/>
                </a:lnTo>
                <a:lnTo>
                  <a:pt x="1150389" y="110920"/>
                </a:lnTo>
                <a:lnTo>
                  <a:pt x="1149958" y="110417"/>
                </a:lnTo>
                <a:lnTo>
                  <a:pt x="1149536" y="109905"/>
                </a:lnTo>
                <a:lnTo>
                  <a:pt x="1149125" y="109384"/>
                </a:lnTo>
                <a:lnTo>
                  <a:pt x="1148723" y="108855"/>
                </a:lnTo>
                <a:lnTo>
                  <a:pt x="1148330" y="108316"/>
                </a:lnTo>
                <a:lnTo>
                  <a:pt x="1147948" y="107769"/>
                </a:lnTo>
                <a:lnTo>
                  <a:pt x="1147575" y="107213"/>
                </a:lnTo>
                <a:lnTo>
                  <a:pt x="1147211" y="106648"/>
                </a:lnTo>
                <a:lnTo>
                  <a:pt x="1146857" y="106075"/>
                </a:lnTo>
                <a:lnTo>
                  <a:pt x="1146513" y="105492"/>
                </a:lnTo>
                <a:lnTo>
                  <a:pt x="1146178" y="104901"/>
                </a:lnTo>
                <a:lnTo>
                  <a:pt x="1145853" y="104301"/>
                </a:lnTo>
                <a:lnTo>
                  <a:pt x="1145538" y="103692"/>
                </a:lnTo>
                <a:lnTo>
                  <a:pt x="1145538" y="66399"/>
                </a:lnTo>
                <a:lnTo>
                  <a:pt x="1145877" y="65740"/>
                </a:lnTo>
                <a:lnTo>
                  <a:pt x="1146227" y="65089"/>
                </a:lnTo>
                <a:lnTo>
                  <a:pt x="1146587" y="64447"/>
                </a:lnTo>
                <a:lnTo>
                  <a:pt x="1146957" y="63813"/>
                </a:lnTo>
                <a:lnTo>
                  <a:pt x="1147337" y="63187"/>
                </a:lnTo>
                <a:lnTo>
                  <a:pt x="1147727" y="62570"/>
                </a:lnTo>
                <a:lnTo>
                  <a:pt x="1148127" y="61961"/>
                </a:lnTo>
                <a:lnTo>
                  <a:pt x="1148537" y="61360"/>
                </a:lnTo>
                <a:lnTo>
                  <a:pt x="1148958" y="60768"/>
                </a:lnTo>
                <a:lnTo>
                  <a:pt x="1149389" y="60183"/>
                </a:lnTo>
                <a:lnTo>
                  <a:pt x="1149829" y="59607"/>
                </a:lnTo>
                <a:lnTo>
                  <a:pt x="1150280" y="59040"/>
                </a:lnTo>
                <a:lnTo>
                  <a:pt x="1150741" y="58480"/>
                </a:lnTo>
                <a:lnTo>
                  <a:pt x="1151212" y="57929"/>
                </a:lnTo>
                <a:lnTo>
                  <a:pt x="1151693" y="57386"/>
                </a:lnTo>
                <a:lnTo>
                  <a:pt x="1152185" y="56852"/>
                </a:lnTo>
                <a:lnTo>
                  <a:pt x="1152686" y="56325"/>
                </a:lnTo>
                <a:lnTo>
                  <a:pt x="1153198" y="55807"/>
                </a:lnTo>
                <a:lnTo>
                  <a:pt x="1153720" y="55298"/>
                </a:lnTo>
                <a:lnTo>
                  <a:pt x="1154251" y="54796"/>
                </a:lnTo>
                <a:lnTo>
                  <a:pt x="1154793" y="54303"/>
                </a:lnTo>
                <a:lnTo>
                  <a:pt x="1155345" y="53818"/>
                </a:lnTo>
                <a:lnTo>
                  <a:pt x="1155908" y="53342"/>
                </a:lnTo>
                <a:lnTo>
                  <a:pt x="1156480" y="52873"/>
                </a:lnTo>
                <a:lnTo>
                  <a:pt x="1157063" y="52419"/>
                </a:lnTo>
                <a:lnTo>
                  <a:pt x="1157656" y="51984"/>
                </a:lnTo>
                <a:lnTo>
                  <a:pt x="1158261" y="51568"/>
                </a:lnTo>
                <a:lnTo>
                  <a:pt x="1158876" y="51172"/>
                </a:lnTo>
                <a:lnTo>
                  <a:pt x="1159502" y="50795"/>
                </a:lnTo>
                <a:lnTo>
                  <a:pt x="1160138" y="50437"/>
                </a:lnTo>
                <a:lnTo>
                  <a:pt x="1160786" y="50098"/>
                </a:lnTo>
                <a:lnTo>
                  <a:pt x="1161444" y="49779"/>
                </a:lnTo>
                <a:lnTo>
                  <a:pt x="1162113" y="49480"/>
                </a:lnTo>
                <a:lnTo>
                  <a:pt x="1162793" y="49199"/>
                </a:lnTo>
                <a:lnTo>
                  <a:pt x="1163483" y="48938"/>
                </a:lnTo>
                <a:lnTo>
                  <a:pt x="1164185" y="48696"/>
                </a:lnTo>
                <a:lnTo>
                  <a:pt x="1164897" y="48474"/>
                </a:lnTo>
                <a:lnTo>
                  <a:pt x="1165620" y="48271"/>
                </a:lnTo>
                <a:lnTo>
                  <a:pt x="1166354" y="48087"/>
                </a:lnTo>
                <a:lnTo>
                  <a:pt x="1167098" y="47923"/>
                </a:lnTo>
                <a:lnTo>
                  <a:pt x="1167853" y="47778"/>
                </a:lnTo>
                <a:lnTo>
                  <a:pt x="1168619" y="47652"/>
                </a:lnTo>
                <a:lnTo>
                  <a:pt x="1169396" y="47546"/>
                </a:lnTo>
                <a:lnTo>
                  <a:pt x="1170184" y="47459"/>
                </a:lnTo>
                <a:lnTo>
                  <a:pt x="1170982" y="47391"/>
                </a:lnTo>
                <a:lnTo>
                  <a:pt x="1171792" y="47343"/>
                </a:lnTo>
                <a:lnTo>
                  <a:pt x="1172612" y="47314"/>
                </a:lnTo>
                <a:lnTo>
                  <a:pt x="1173442" y="47304"/>
                </a:lnTo>
                <a:lnTo>
                  <a:pt x="1174420" y="47321"/>
                </a:lnTo>
                <a:lnTo>
                  <a:pt x="1175377" y="47370"/>
                </a:lnTo>
                <a:lnTo>
                  <a:pt x="1176315" y="47453"/>
                </a:lnTo>
                <a:lnTo>
                  <a:pt x="1177232" y="47569"/>
                </a:lnTo>
                <a:lnTo>
                  <a:pt x="1178129" y="47718"/>
                </a:lnTo>
                <a:lnTo>
                  <a:pt x="1179006" y="47901"/>
                </a:lnTo>
                <a:lnTo>
                  <a:pt x="1179863" y="48116"/>
                </a:lnTo>
                <a:lnTo>
                  <a:pt x="1180700" y="48365"/>
                </a:lnTo>
                <a:lnTo>
                  <a:pt x="1181517" y="48647"/>
                </a:lnTo>
                <a:lnTo>
                  <a:pt x="1182314" y="48961"/>
                </a:lnTo>
                <a:lnTo>
                  <a:pt x="1183090" y="49310"/>
                </a:lnTo>
                <a:lnTo>
                  <a:pt x="1183847" y="49691"/>
                </a:lnTo>
                <a:lnTo>
                  <a:pt x="1184583" y="50105"/>
                </a:lnTo>
                <a:lnTo>
                  <a:pt x="1185300" y="50553"/>
                </a:lnTo>
                <a:lnTo>
                  <a:pt x="1185996" y="51033"/>
                </a:lnTo>
                <a:lnTo>
                  <a:pt x="1186673" y="51547"/>
                </a:lnTo>
                <a:lnTo>
                  <a:pt x="1187329" y="52094"/>
                </a:lnTo>
                <a:lnTo>
                  <a:pt x="1187965" y="52674"/>
                </a:lnTo>
                <a:lnTo>
                  <a:pt x="1188581" y="53288"/>
                </a:lnTo>
                <a:lnTo>
                  <a:pt x="1189177" y="53934"/>
                </a:lnTo>
                <a:lnTo>
                  <a:pt x="1189753" y="54614"/>
                </a:lnTo>
                <a:lnTo>
                  <a:pt x="1190309" y="55326"/>
                </a:lnTo>
                <a:lnTo>
                  <a:pt x="1190845" y="56072"/>
                </a:lnTo>
                <a:lnTo>
                  <a:pt x="1191361" y="56851"/>
                </a:lnTo>
                <a:lnTo>
                  <a:pt x="1191856" y="57661"/>
                </a:lnTo>
                <a:lnTo>
                  <a:pt x="1192330" y="58501"/>
                </a:lnTo>
                <a:lnTo>
                  <a:pt x="1192783" y="59369"/>
                </a:lnTo>
                <a:lnTo>
                  <a:pt x="1193215" y="60266"/>
                </a:lnTo>
                <a:lnTo>
                  <a:pt x="1193626" y="61192"/>
                </a:lnTo>
                <a:lnTo>
                  <a:pt x="1194015" y="62147"/>
                </a:lnTo>
                <a:lnTo>
                  <a:pt x="1194384" y="63131"/>
                </a:lnTo>
                <a:lnTo>
                  <a:pt x="1194732" y="64144"/>
                </a:lnTo>
                <a:lnTo>
                  <a:pt x="1195058" y="65186"/>
                </a:lnTo>
                <a:lnTo>
                  <a:pt x="1195364" y="66258"/>
                </a:lnTo>
                <a:lnTo>
                  <a:pt x="1195648" y="67358"/>
                </a:lnTo>
                <a:lnTo>
                  <a:pt x="1195912" y="68487"/>
                </a:lnTo>
                <a:lnTo>
                  <a:pt x="1196154" y="69645"/>
                </a:lnTo>
                <a:lnTo>
                  <a:pt x="1196375" y="70832"/>
                </a:lnTo>
                <a:lnTo>
                  <a:pt x="1196575" y="72048"/>
                </a:lnTo>
                <a:lnTo>
                  <a:pt x="1196755" y="73294"/>
                </a:lnTo>
                <a:lnTo>
                  <a:pt x="1196913" y="74568"/>
                </a:lnTo>
                <a:lnTo>
                  <a:pt x="1197050" y="75871"/>
                </a:lnTo>
                <a:lnTo>
                  <a:pt x="1197165" y="77203"/>
                </a:lnTo>
                <a:lnTo>
                  <a:pt x="1197260" y="78564"/>
                </a:lnTo>
                <a:lnTo>
                  <a:pt x="1197334" y="79954"/>
                </a:lnTo>
                <a:lnTo>
                  <a:pt x="1197387" y="81374"/>
                </a:lnTo>
                <a:lnTo>
                  <a:pt x="1197418" y="82822"/>
                </a:lnTo>
                <a:lnTo>
                  <a:pt x="1197429" y="84299"/>
                </a:lnTo>
                <a:lnTo>
                  <a:pt x="1197418" y="85736"/>
                </a:lnTo>
                <a:lnTo>
                  <a:pt x="1197384" y="87145"/>
                </a:lnTo>
                <a:lnTo>
                  <a:pt x="1197327" y="88527"/>
                </a:lnTo>
                <a:lnTo>
                  <a:pt x="1197248" y="89881"/>
                </a:lnTo>
                <a:lnTo>
                  <a:pt x="1197147" y="91208"/>
                </a:lnTo>
                <a:lnTo>
                  <a:pt x="1197023" y="92507"/>
                </a:lnTo>
                <a:lnTo>
                  <a:pt x="1196876" y="93779"/>
                </a:lnTo>
                <a:lnTo>
                  <a:pt x="1196707" y="95023"/>
                </a:lnTo>
                <a:lnTo>
                  <a:pt x="1196515" y="96240"/>
                </a:lnTo>
                <a:lnTo>
                  <a:pt x="1196301" y="97430"/>
                </a:lnTo>
                <a:lnTo>
                  <a:pt x="1196064" y="98592"/>
                </a:lnTo>
                <a:lnTo>
                  <a:pt x="1195804" y="99726"/>
                </a:lnTo>
                <a:lnTo>
                  <a:pt x="1195522" y="100834"/>
                </a:lnTo>
                <a:lnTo>
                  <a:pt x="1195218" y="101913"/>
                </a:lnTo>
                <a:lnTo>
                  <a:pt x="1194890" y="102966"/>
                </a:lnTo>
                <a:lnTo>
                  <a:pt x="1194541" y="103990"/>
                </a:lnTo>
                <a:lnTo>
                  <a:pt x="1194168" y="104988"/>
                </a:lnTo>
                <a:lnTo>
                  <a:pt x="1193774" y="105958"/>
                </a:lnTo>
                <a:lnTo>
                  <a:pt x="1193356" y="106900"/>
                </a:lnTo>
                <a:lnTo>
                  <a:pt x="1192916" y="107815"/>
                </a:lnTo>
                <a:lnTo>
                  <a:pt x="1192454" y="108702"/>
                </a:lnTo>
                <a:lnTo>
                  <a:pt x="1191968" y="109562"/>
                </a:lnTo>
                <a:lnTo>
                  <a:pt x="1191461" y="110395"/>
                </a:lnTo>
                <a:lnTo>
                  <a:pt x="1190931" y="111200"/>
                </a:lnTo>
                <a:lnTo>
                  <a:pt x="1190378" y="111975"/>
                </a:lnTo>
                <a:lnTo>
                  <a:pt x="1189805" y="112717"/>
                </a:lnTo>
                <a:lnTo>
                  <a:pt x="1189210" y="113426"/>
                </a:lnTo>
                <a:lnTo>
                  <a:pt x="1188595" y="114102"/>
                </a:lnTo>
                <a:lnTo>
                  <a:pt x="1187957" y="114745"/>
                </a:lnTo>
                <a:lnTo>
                  <a:pt x="1187299" y="115355"/>
                </a:lnTo>
                <a:lnTo>
                  <a:pt x="1186620" y="115932"/>
                </a:lnTo>
                <a:lnTo>
                  <a:pt x="1185919" y="116476"/>
                </a:lnTo>
                <a:lnTo>
                  <a:pt x="1185197" y="116987"/>
                </a:lnTo>
                <a:lnTo>
                  <a:pt x="1184453" y="117465"/>
                </a:lnTo>
                <a:lnTo>
                  <a:pt x="1183689" y="117910"/>
                </a:lnTo>
                <a:lnTo>
                  <a:pt x="1182903" y="118323"/>
                </a:lnTo>
                <a:lnTo>
                  <a:pt x="1182096" y="118702"/>
                </a:lnTo>
                <a:lnTo>
                  <a:pt x="1181268" y="119048"/>
                </a:lnTo>
                <a:lnTo>
                  <a:pt x="1180419" y="119361"/>
                </a:lnTo>
                <a:lnTo>
                  <a:pt x="1179548" y="119642"/>
                </a:lnTo>
                <a:lnTo>
                  <a:pt x="1178656" y="119889"/>
                </a:lnTo>
                <a:lnTo>
                  <a:pt x="1177743" y="120103"/>
                </a:lnTo>
                <a:lnTo>
                  <a:pt x="1176808" y="120285"/>
                </a:lnTo>
                <a:lnTo>
                  <a:pt x="1175853" y="120433"/>
                </a:lnTo>
                <a:lnTo>
                  <a:pt x="1174876" y="120548"/>
                </a:lnTo>
                <a:lnTo>
                  <a:pt x="1173878" y="120631"/>
                </a:lnTo>
                <a:lnTo>
                  <a:pt x="1172858" y="120680"/>
                </a:lnTo>
                <a:lnTo>
                  <a:pt x="1171818" y="120697"/>
                </a:lnTo>
                <a:lnTo>
                  <a:pt x="1171027" y="120688"/>
                </a:lnTo>
                <a:lnTo>
                  <a:pt x="1170246" y="120663"/>
                </a:lnTo>
                <a:lnTo>
                  <a:pt x="1169477" y="120621"/>
                </a:lnTo>
                <a:lnTo>
                  <a:pt x="1168717" y="120563"/>
                </a:lnTo>
                <a:lnTo>
                  <a:pt x="1167969" y="120487"/>
                </a:lnTo>
                <a:close/>
                <a:moveTo>
                  <a:pt x="332463" y="119134"/>
                </a:moveTo>
                <a:lnTo>
                  <a:pt x="331808" y="119092"/>
                </a:lnTo>
                <a:lnTo>
                  <a:pt x="331176" y="119033"/>
                </a:lnTo>
                <a:lnTo>
                  <a:pt x="330565" y="118958"/>
                </a:lnTo>
                <a:lnTo>
                  <a:pt x="329976" y="118866"/>
                </a:lnTo>
                <a:lnTo>
                  <a:pt x="329408" y="118757"/>
                </a:lnTo>
                <a:lnTo>
                  <a:pt x="328862" y="118631"/>
                </a:lnTo>
                <a:lnTo>
                  <a:pt x="328338" y="118488"/>
                </a:lnTo>
                <a:lnTo>
                  <a:pt x="327836" y="118329"/>
                </a:lnTo>
                <a:lnTo>
                  <a:pt x="327355" y="118153"/>
                </a:lnTo>
                <a:lnTo>
                  <a:pt x="326897" y="117960"/>
                </a:lnTo>
                <a:lnTo>
                  <a:pt x="326460" y="117750"/>
                </a:lnTo>
                <a:lnTo>
                  <a:pt x="326044" y="117523"/>
                </a:lnTo>
                <a:lnTo>
                  <a:pt x="325651" y="117280"/>
                </a:lnTo>
                <a:lnTo>
                  <a:pt x="325279" y="117020"/>
                </a:lnTo>
                <a:lnTo>
                  <a:pt x="324929" y="116743"/>
                </a:lnTo>
                <a:lnTo>
                  <a:pt x="324600" y="116450"/>
                </a:lnTo>
                <a:lnTo>
                  <a:pt x="324293" y="116139"/>
                </a:lnTo>
                <a:lnTo>
                  <a:pt x="324008" y="115812"/>
                </a:lnTo>
                <a:lnTo>
                  <a:pt x="323745" y="115468"/>
                </a:lnTo>
                <a:lnTo>
                  <a:pt x="323504" y="115108"/>
                </a:lnTo>
                <a:lnTo>
                  <a:pt x="323284" y="114730"/>
                </a:lnTo>
                <a:lnTo>
                  <a:pt x="323086" y="114336"/>
                </a:lnTo>
                <a:lnTo>
                  <a:pt x="322903" y="113926"/>
                </a:lnTo>
                <a:lnTo>
                  <a:pt x="322727" y="113501"/>
                </a:lnTo>
                <a:lnTo>
                  <a:pt x="322560" y="113062"/>
                </a:lnTo>
                <a:lnTo>
                  <a:pt x="322400" y="112607"/>
                </a:lnTo>
                <a:lnTo>
                  <a:pt x="322248" y="112139"/>
                </a:lnTo>
                <a:lnTo>
                  <a:pt x="322104" y="111655"/>
                </a:lnTo>
                <a:lnTo>
                  <a:pt x="321967" y="111157"/>
                </a:lnTo>
                <a:lnTo>
                  <a:pt x="321838" y="110644"/>
                </a:lnTo>
                <a:lnTo>
                  <a:pt x="321718" y="110116"/>
                </a:lnTo>
                <a:lnTo>
                  <a:pt x="321604" y="109574"/>
                </a:lnTo>
                <a:lnTo>
                  <a:pt x="321499" y="109017"/>
                </a:lnTo>
                <a:lnTo>
                  <a:pt x="321402" y="108445"/>
                </a:lnTo>
                <a:lnTo>
                  <a:pt x="321312" y="107859"/>
                </a:lnTo>
                <a:lnTo>
                  <a:pt x="321230" y="107258"/>
                </a:lnTo>
                <a:lnTo>
                  <a:pt x="321156" y="106642"/>
                </a:lnTo>
                <a:lnTo>
                  <a:pt x="321090" y="106011"/>
                </a:lnTo>
                <a:lnTo>
                  <a:pt x="321031" y="105366"/>
                </a:lnTo>
                <a:lnTo>
                  <a:pt x="320981" y="104706"/>
                </a:lnTo>
                <a:lnTo>
                  <a:pt x="320938" y="104031"/>
                </a:lnTo>
                <a:lnTo>
                  <a:pt x="320903" y="103342"/>
                </a:lnTo>
                <a:lnTo>
                  <a:pt x="320875" y="102638"/>
                </a:lnTo>
                <a:lnTo>
                  <a:pt x="320856" y="101919"/>
                </a:lnTo>
                <a:lnTo>
                  <a:pt x="320844" y="101185"/>
                </a:lnTo>
                <a:lnTo>
                  <a:pt x="320840" y="100437"/>
                </a:lnTo>
                <a:lnTo>
                  <a:pt x="320840" y="49024"/>
                </a:lnTo>
                <a:lnTo>
                  <a:pt x="343776" y="49024"/>
                </a:lnTo>
                <a:lnTo>
                  <a:pt x="343776" y="36123"/>
                </a:lnTo>
                <a:lnTo>
                  <a:pt x="320840" y="36123"/>
                </a:lnTo>
                <a:lnTo>
                  <a:pt x="320840" y="14812"/>
                </a:lnTo>
                <a:lnTo>
                  <a:pt x="304977" y="14812"/>
                </a:lnTo>
                <a:lnTo>
                  <a:pt x="304977" y="36123"/>
                </a:lnTo>
                <a:lnTo>
                  <a:pt x="289400" y="36123"/>
                </a:lnTo>
                <a:lnTo>
                  <a:pt x="289400" y="49024"/>
                </a:lnTo>
                <a:lnTo>
                  <a:pt x="304977" y="49024"/>
                </a:lnTo>
                <a:lnTo>
                  <a:pt x="304977" y="100891"/>
                </a:lnTo>
                <a:lnTo>
                  <a:pt x="304981" y="101703"/>
                </a:lnTo>
                <a:lnTo>
                  <a:pt x="304992" y="102505"/>
                </a:lnTo>
                <a:lnTo>
                  <a:pt x="305012" y="103297"/>
                </a:lnTo>
                <a:lnTo>
                  <a:pt x="305039" y="104079"/>
                </a:lnTo>
                <a:lnTo>
                  <a:pt x="305074" y="104851"/>
                </a:lnTo>
                <a:lnTo>
                  <a:pt x="305117" y="105614"/>
                </a:lnTo>
                <a:lnTo>
                  <a:pt x="305168" y="106367"/>
                </a:lnTo>
                <a:lnTo>
                  <a:pt x="305226" y="107110"/>
                </a:lnTo>
                <a:lnTo>
                  <a:pt x="305293" y="107843"/>
                </a:lnTo>
                <a:lnTo>
                  <a:pt x="305367" y="108567"/>
                </a:lnTo>
                <a:lnTo>
                  <a:pt x="305449" y="109281"/>
                </a:lnTo>
                <a:lnTo>
                  <a:pt x="305538" y="109985"/>
                </a:lnTo>
                <a:lnTo>
                  <a:pt x="305636" y="110679"/>
                </a:lnTo>
                <a:lnTo>
                  <a:pt x="305741" y="111363"/>
                </a:lnTo>
                <a:lnTo>
                  <a:pt x="305854" y="112038"/>
                </a:lnTo>
                <a:lnTo>
                  <a:pt x="305975" y="112703"/>
                </a:lnTo>
                <a:lnTo>
                  <a:pt x="306104" y="113358"/>
                </a:lnTo>
                <a:lnTo>
                  <a:pt x="306240" y="114003"/>
                </a:lnTo>
                <a:lnTo>
                  <a:pt x="306384" y="114638"/>
                </a:lnTo>
                <a:lnTo>
                  <a:pt x="306536" y="115264"/>
                </a:lnTo>
                <a:lnTo>
                  <a:pt x="306696" y="115880"/>
                </a:lnTo>
                <a:lnTo>
                  <a:pt x="306864" y="116486"/>
                </a:lnTo>
                <a:lnTo>
                  <a:pt x="307039" y="117082"/>
                </a:lnTo>
                <a:lnTo>
                  <a:pt x="307222" y="117669"/>
                </a:lnTo>
                <a:lnTo>
                  <a:pt x="307416" y="118244"/>
                </a:lnTo>
                <a:lnTo>
                  <a:pt x="307623" y="118809"/>
                </a:lnTo>
                <a:lnTo>
                  <a:pt x="307843" y="119362"/>
                </a:lnTo>
                <a:lnTo>
                  <a:pt x="308076" y="119903"/>
                </a:lnTo>
                <a:lnTo>
                  <a:pt x="308322" y="120434"/>
                </a:lnTo>
                <a:lnTo>
                  <a:pt x="308581" y="120953"/>
                </a:lnTo>
                <a:lnTo>
                  <a:pt x="308854" y="121460"/>
                </a:lnTo>
                <a:lnTo>
                  <a:pt x="309139" y="121957"/>
                </a:lnTo>
                <a:lnTo>
                  <a:pt x="309438" y="122442"/>
                </a:lnTo>
                <a:lnTo>
                  <a:pt x="309749" y="122915"/>
                </a:lnTo>
                <a:lnTo>
                  <a:pt x="310074" y="123378"/>
                </a:lnTo>
                <a:lnTo>
                  <a:pt x="310412" y="123829"/>
                </a:lnTo>
                <a:lnTo>
                  <a:pt x="310763" y="124268"/>
                </a:lnTo>
                <a:lnTo>
                  <a:pt x="311127" y="124697"/>
                </a:lnTo>
                <a:lnTo>
                  <a:pt x="311504" y="125114"/>
                </a:lnTo>
                <a:lnTo>
                  <a:pt x="311894" y="125519"/>
                </a:lnTo>
                <a:lnTo>
                  <a:pt x="312298" y="125914"/>
                </a:lnTo>
                <a:lnTo>
                  <a:pt x="312714" y="126297"/>
                </a:lnTo>
                <a:lnTo>
                  <a:pt x="313144" y="126668"/>
                </a:lnTo>
                <a:lnTo>
                  <a:pt x="313587" y="127029"/>
                </a:lnTo>
                <a:lnTo>
                  <a:pt x="314043" y="127378"/>
                </a:lnTo>
                <a:lnTo>
                  <a:pt x="314512" y="127715"/>
                </a:lnTo>
                <a:lnTo>
                  <a:pt x="314994" y="128042"/>
                </a:lnTo>
                <a:lnTo>
                  <a:pt x="315489" y="128357"/>
                </a:lnTo>
                <a:lnTo>
                  <a:pt x="316000" y="128660"/>
                </a:lnTo>
                <a:lnTo>
                  <a:pt x="316529" y="128950"/>
                </a:lnTo>
                <a:lnTo>
                  <a:pt x="317076" y="129227"/>
                </a:lnTo>
                <a:lnTo>
                  <a:pt x="317642" y="129491"/>
                </a:lnTo>
                <a:lnTo>
                  <a:pt x="318225" y="129742"/>
                </a:lnTo>
                <a:lnTo>
                  <a:pt x="318827" y="129981"/>
                </a:lnTo>
                <a:lnTo>
                  <a:pt x="319448" y="130206"/>
                </a:lnTo>
                <a:lnTo>
                  <a:pt x="320086" y="130419"/>
                </a:lnTo>
                <a:lnTo>
                  <a:pt x="320743" y="130619"/>
                </a:lnTo>
                <a:lnTo>
                  <a:pt x="321418" y="130806"/>
                </a:lnTo>
                <a:lnTo>
                  <a:pt x="322112" y="130980"/>
                </a:lnTo>
                <a:lnTo>
                  <a:pt x="322823" y="131141"/>
                </a:lnTo>
                <a:lnTo>
                  <a:pt x="323553" y="131289"/>
                </a:lnTo>
                <a:lnTo>
                  <a:pt x="324301" y="131424"/>
                </a:lnTo>
                <a:lnTo>
                  <a:pt x="325067" y="131547"/>
                </a:lnTo>
                <a:lnTo>
                  <a:pt x="325852" y="131656"/>
                </a:lnTo>
                <a:lnTo>
                  <a:pt x="326655" y="131753"/>
                </a:lnTo>
                <a:lnTo>
                  <a:pt x="327476" y="131837"/>
                </a:lnTo>
                <a:lnTo>
                  <a:pt x="328315" y="131908"/>
                </a:lnTo>
                <a:lnTo>
                  <a:pt x="329173" y="131966"/>
                </a:lnTo>
                <a:lnTo>
                  <a:pt x="330049" y="132011"/>
                </a:lnTo>
                <a:lnTo>
                  <a:pt x="330943" y="132043"/>
                </a:lnTo>
                <a:lnTo>
                  <a:pt x="331855" y="132062"/>
                </a:lnTo>
                <a:lnTo>
                  <a:pt x="332786" y="132069"/>
                </a:lnTo>
                <a:lnTo>
                  <a:pt x="343967" y="132069"/>
                </a:lnTo>
                <a:lnTo>
                  <a:pt x="343967" y="119168"/>
                </a:lnTo>
                <a:lnTo>
                  <a:pt x="333837" y="119168"/>
                </a:lnTo>
                <a:lnTo>
                  <a:pt x="333139" y="119159"/>
                </a:lnTo>
                <a:lnTo>
                  <a:pt x="332463" y="119134"/>
                </a:lnTo>
                <a:close/>
                <a:moveTo>
                  <a:pt x="976045" y="62877"/>
                </a:moveTo>
                <a:lnTo>
                  <a:pt x="976310" y="62525"/>
                </a:lnTo>
                <a:lnTo>
                  <a:pt x="976578" y="62176"/>
                </a:lnTo>
                <a:lnTo>
                  <a:pt x="976849" y="61831"/>
                </a:lnTo>
                <a:lnTo>
                  <a:pt x="977124" y="61489"/>
                </a:lnTo>
                <a:lnTo>
                  <a:pt x="977401" y="61151"/>
                </a:lnTo>
                <a:lnTo>
                  <a:pt x="977681" y="60817"/>
                </a:lnTo>
                <a:lnTo>
                  <a:pt x="977964" y="60487"/>
                </a:lnTo>
                <a:lnTo>
                  <a:pt x="978250" y="60160"/>
                </a:lnTo>
                <a:lnTo>
                  <a:pt x="978540" y="59836"/>
                </a:lnTo>
                <a:lnTo>
                  <a:pt x="978832" y="59516"/>
                </a:lnTo>
                <a:lnTo>
                  <a:pt x="979127" y="59200"/>
                </a:lnTo>
                <a:lnTo>
                  <a:pt x="979425" y="58888"/>
                </a:lnTo>
                <a:lnTo>
                  <a:pt x="979726" y="58579"/>
                </a:lnTo>
                <a:lnTo>
                  <a:pt x="980030" y="58274"/>
                </a:lnTo>
                <a:lnTo>
                  <a:pt x="980337" y="57972"/>
                </a:lnTo>
                <a:lnTo>
                  <a:pt x="980648" y="57674"/>
                </a:lnTo>
                <a:lnTo>
                  <a:pt x="980961" y="57380"/>
                </a:lnTo>
                <a:lnTo>
                  <a:pt x="981277" y="57089"/>
                </a:lnTo>
                <a:lnTo>
                  <a:pt x="981596" y="56802"/>
                </a:lnTo>
                <a:lnTo>
                  <a:pt x="981918" y="56519"/>
                </a:lnTo>
                <a:lnTo>
                  <a:pt x="982243" y="56239"/>
                </a:lnTo>
                <a:lnTo>
                  <a:pt x="982572" y="55964"/>
                </a:lnTo>
                <a:lnTo>
                  <a:pt x="982905" y="55693"/>
                </a:lnTo>
                <a:lnTo>
                  <a:pt x="983243" y="55428"/>
                </a:lnTo>
                <a:lnTo>
                  <a:pt x="983586" y="55167"/>
                </a:lnTo>
                <a:lnTo>
                  <a:pt x="983933" y="54912"/>
                </a:lnTo>
                <a:lnTo>
                  <a:pt x="984285" y="54662"/>
                </a:lnTo>
                <a:lnTo>
                  <a:pt x="984642" y="54416"/>
                </a:lnTo>
                <a:lnTo>
                  <a:pt x="985003" y="54176"/>
                </a:lnTo>
                <a:lnTo>
                  <a:pt x="985369" y="53941"/>
                </a:lnTo>
                <a:lnTo>
                  <a:pt x="985740" y="53710"/>
                </a:lnTo>
                <a:lnTo>
                  <a:pt x="986115" y="53485"/>
                </a:lnTo>
                <a:lnTo>
                  <a:pt x="986495" y="53265"/>
                </a:lnTo>
                <a:lnTo>
                  <a:pt x="986880" y="53049"/>
                </a:lnTo>
                <a:lnTo>
                  <a:pt x="987269" y="52839"/>
                </a:lnTo>
                <a:lnTo>
                  <a:pt x="987663" y="52634"/>
                </a:lnTo>
                <a:lnTo>
                  <a:pt x="988061" y="52434"/>
                </a:lnTo>
                <a:lnTo>
                  <a:pt x="988465" y="52239"/>
                </a:lnTo>
                <a:lnTo>
                  <a:pt x="988872" y="52049"/>
                </a:lnTo>
                <a:lnTo>
                  <a:pt x="989285" y="51863"/>
                </a:lnTo>
                <a:lnTo>
                  <a:pt x="989702" y="51683"/>
                </a:lnTo>
                <a:lnTo>
                  <a:pt x="990124" y="51508"/>
                </a:lnTo>
                <a:lnTo>
                  <a:pt x="990550" y="51338"/>
                </a:lnTo>
                <a:lnTo>
                  <a:pt x="990981" y="51173"/>
                </a:lnTo>
                <a:lnTo>
                  <a:pt x="991417" y="51013"/>
                </a:lnTo>
                <a:lnTo>
                  <a:pt x="991858" y="50858"/>
                </a:lnTo>
                <a:lnTo>
                  <a:pt x="992305" y="50711"/>
                </a:lnTo>
                <a:lnTo>
                  <a:pt x="992758" y="50569"/>
                </a:lnTo>
                <a:lnTo>
                  <a:pt x="993217" y="50434"/>
                </a:lnTo>
                <a:lnTo>
                  <a:pt x="993681" y="50306"/>
                </a:lnTo>
                <a:lnTo>
                  <a:pt x="994152" y="50185"/>
                </a:lnTo>
                <a:lnTo>
                  <a:pt x="994629" y="50070"/>
                </a:lnTo>
                <a:lnTo>
                  <a:pt x="995112" y="49961"/>
                </a:lnTo>
                <a:lnTo>
                  <a:pt x="995601" y="49859"/>
                </a:lnTo>
                <a:lnTo>
                  <a:pt x="996095" y="49764"/>
                </a:lnTo>
                <a:lnTo>
                  <a:pt x="996596" y="49675"/>
                </a:lnTo>
                <a:lnTo>
                  <a:pt x="997103" y="49593"/>
                </a:lnTo>
                <a:lnTo>
                  <a:pt x="997616" y="49517"/>
                </a:lnTo>
                <a:lnTo>
                  <a:pt x="998134" y="49448"/>
                </a:lnTo>
                <a:lnTo>
                  <a:pt x="998659" y="49386"/>
                </a:lnTo>
                <a:lnTo>
                  <a:pt x="999189" y="49330"/>
                </a:lnTo>
                <a:lnTo>
                  <a:pt x="999726" y="49281"/>
                </a:lnTo>
                <a:lnTo>
                  <a:pt x="1000268" y="49238"/>
                </a:lnTo>
                <a:lnTo>
                  <a:pt x="1000817" y="49202"/>
                </a:lnTo>
                <a:lnTo>
                  <a:pt x="1001371" y="49172"/>
                </a:lnTo>
                <a:lnTo>
                  <a:pt x="1001932" y="49149"/>
                </a:lnTo>
                <a:lnTo>
                  <a:pt x="1002498" y="49133"/>
                </a:lnTo>
                <a:lnTo>
                  <a:pt x="1003071" y="49123"/>
                </a:lnTo>
                <a:lnTo>
                  <a:pt x="1003649" y="49120"/>
                </a:lnTo>
                <a:lnTo>
                  <a:pt x="1005847" y="49120"/>
                </a:lnTo>
                <a:lnTo>
                  <a:pt x="1005847" y="34498"/>
                </a:lnTo>
                <a:lnTo>
                  <a:pt x="1003936" y="34498"/>
                </a:lnTo>
                <a:lnTo>
                  <a:pt x="1003011" y="34507"/>
                </a:lnTo>
                <a:lnTo>
                  <a:pt x="1002101" y="34532"/>
                </a:lnTo>
                <a:lnTo>
                  <a:pt x="1001206" y="34575"/>
                </a:lnTo>
                <a:lnTo>
                  <a:pt x="1000325" y="34634"/>
                </a:lnTo>
                <a:lnTo>
                  <a:pt x="999459" y="34710"/>
                </a:lnTo>
                <a:lnTo>
                  <a:pt x="998608" y="34803"/>
                </a:lnTo>
                <a:lnTo>
                  <a:pt x="997771" y="34913"/>
                </a:lnTo>
                <a:lnTo>
                  <a:pt x="996949" y="35040"/>
                </a:lnTo>
                <a:lnTo>
                  <a:pt x="996141" y="35184"/>
                </a:lnTo>
                <a:lnTo>
                  <a:pt x="995348" y="35345"/>
                </a:lnTo>
                <a:lnTo>
                  <a:pt x="994570" y="35522"/>
                </a:lnTo>
                <a:lnTo>
                  <a:pt x="993806" y="35717"/>
                </a:lnTo>
                <a:lnTo>
                  <a:pt x="993057" y="35928"/>
                </a:lnTo>
                <a:lnTo>
                  <a:pt x="992322" y="36157"/>
                </a:lnTo>
                <a:lnTo>
                  <a:pt x="991602" y="36402"/>
                </a:lnTo>
                <a:lnTo>
                  <a:pt x="990897" y="36665"/>
                </a:lnTo>
                <a:lnTo>
                  <a:pt x="990206" y="36944"/>
                </a:lnTo>
                <a:lnTo>
                  <a:pt x="989529" y="37240"/>
                </a:lnTo>
                <a:lnTo>
                  <a:pt x="988868" y="37553"/>
                </a:lnTo>
                <a:lnTo>
                  <a:pt x="988221" y="37883"/>
                </a:lnTo>
                <a:lnTo>
                  <a:pt x="987588" y="38230"/>
                </a:lnTo>
                <a:lnTo>
                  <a:pt x="986970" y="38594"/>
                </a:lnTo>
                <a:lnTo>
                  <a:pt x="986367" y="38974"/>
                </a:lnTo>
                <a:lnTo>
                  <a:pt x="985779" y="39372"/>
                </a:lnTo>
                <a:lnTo>
                  <a:pt x="985203" y="39782"/>
                </a:lnTo>
                <a:lnTo>
                  <a:pt x="984637" y="40201"/>
                </a:lnTo>
                <a:lnTo>
                  <a:pt x="984082" y="40628"/>
                </a:lnTo>
                <a:lnTo>
                  <a:pt x="983538" y="41063"/>
                </a:lnTo>
                <a:lnTo>
                  <a:pt x="983005" y="41507"/>
                </a:lnTo>
                <a:lnTo>
                  <a:pt x="982482" y="41958"/>
                </a:lnTo>
                <a:lnTo>
                  <a:pt x="981969" y="42418"/>
                </a:lnTo>
                <a:lnTo>
                  <a:pt x="981468" y="42887"/>
                </a:lnTo>
                <a:lnTo>
                  <a:pt x="980977" y="43363"/>
                </a:lnTo>
                <a:lnTo>
                  <a:pt x="980496" y="43848"/>
                </a:lnTo>
                <a:lnTo>
                  <a:pt x="980026" y="44342"/>
                </a:lnTo>
                <a:lnTo>
                  <a:pt x="979567" y="44843"/>
                </a:lnTo>
                <a:lnTo>
                  <a:pt x="979118" y="45353"/>
                </a:lnTo>
                <a:lnTo>
                  <a:pt x="978680" y="45871"/>
                </a:lnTo>
                <a:lnTo>
                  <a:pt x="978253" y="46398"/>
                </a:lnTo>
                <a:lnTo>
                  <a:pt x="977836" y="46932"/>
                </a:lnTo>
                <a:lnTo>
                  <a:pt x="977430" y="47475"/>
                </a:lnTo>
                <a:lnTo>
                  <a:pt x="977035" y="48027"/>
                </a:lnTo>
                <a:lnTo>
                  <a:pt x="976650" y="48586"/>
                </a:lnTo>
                <a:lnTo>
                  <a:pt x="976275" y="49154"/>
                </a:lnTo>
                <a:lnTo>
                  <a:pt x="975912" y="49730"/>
                </a:lnTo>
                <a:lnTo>
                  <a:pt x="975559" y="50315"/>
                </a:lnTo>
                <a:lnTo>
                  <a:pt x="975216" y="50908"/>
                </a:lnTo>
                <a:lnTo>
                  <a:pt x="974884" y="51509"/>
                </a:lnTo>
                <a:lnTo>
                  <a:pt x="974311" y="36123"/>
                </a:lnTo>
                <a:lnTo>
                  <a:pt x="959307" y="36123"/>
                </a:lnTo>
                <a:lnTo>
                  <a:pt x="959307" y="132069"/>
                </a:lnTo>
                <a:lnTo>
                  <a:pt x="975267" y="132069"/>
                </a:lnTo>
                <a:lnTo>
                  <a:pt x="975267" y="63956"/>
                </a:lnTo>
                <a:lnTo>
                  <a:pt x="975523" y="63593"/>
                </a:lnTo>
                <a:lnTo>
                  <a:pt x="975782" y="63233"/>
                </a:lnTo>
                <a:lnTo>
                  <a:pt x="976045" y="62877"/>
                </a:lnTo>
                <a:close/>
                <a:moveTo>
                  <a:pt x="1466406" y="47214"/>
                </a:moveTo>
                <a:lnTo>
                  <a:pt x="1465923" y="46342"/>
                </a:lnTo>
                <a:lnTo>
                  <a:pt x="1465416" y="45496"/>
                </a:lnTo>
                <a:lnTo>
                  <a:pt x="1464886" y="44676"/>
                </a:lnTo>
                <a:lnTo>
                  <a:pt x="1464332" y="43882"/>
                </a:lnTo>
                <a:lnTo>
                  <a:pt x="1463752" y="43116"/>
                </a:lnTo>
                <a:lnTo>
                  <a:pt x="1463141" y="42383"/>
                </a:lnTo>
                <a:lnTo>
                  <a:pt x="1462500" y="41682"/>
                </a:lnTo>
                <a:lnTo>
                  <a:pt x="1461829" y="41014"/>
                </a:lnTo>
                <a:lnTo>
                  <a:pt x="1461128" y="40379"/>
                </a:lnTo>
                <a:lnTo>
                  <a:pt x="1460396" y="39776"/>
                </a:lnTo>
                <a:lnTo>
                  <a:pt x="1459635" y="39206"/>
                </a:lnTo>
                <a:lnTo>
                  <a:pt x="1458843" y="38669"/>
                </a:lnTo>
                <a:lnTo>
                  <a:pt x="1458021" y="38164"/>
                </a:lnTo>
                <a:lnTo>
                  <a:pt x="1457168" y="37691"/>
                </a:lnTo>
                <a:lnTo>
                  <a:pt x="1456286" y="37251"/>
                </a:lnTo>
                <a:lnTo>
                  <a:pt x="1455373" y="36844"/>
                </a:lnTo>
                <a:lnTo>
                  <a:pt x="1454430" y="36470"/>
                </a:lnTo>
                <a:lnTo>
                  <a:pt x="1453457" y="36127"/>
                </a:lnTo>
                <a:lnTo>
                  <a:pt x="1452454" y="35818"/>
                </a:lnTo>
                <a:lnTo>
                  <a:pt x="1451421" y="35541"/>
                </a:lnTo>
                <a:lnTo>
                  <a:pt x="1450357" y="35297"/>
                </a:lnTo>
                <a:lnTo>
                  <a:pt x="1449263" y="35085"/>
                </a:lnTo>
                <a:lnTo>
                  <a:pt x="1448139" y="34906"/>
                </a:lnTo>
                <a:lnTo>
                  <a:pt x="1446985" y="34759"/>
                </a:lnTo>
                <a:lnTo>
                  <a:pt x="1445800" y="34645"/>
                </a:lnTo>
                <a:lnTo>
                  <a:pt x="1444586" y="34564"/>
                </a:lnTo>
                <a:lnTo>
                  <a:pt x="1443341" y="34515"/>
                </a:lnTo>
                <a:lnTo>
                  <a:pt x="1442066" y="34498"/>
                </a:lnTo>
                <a:lnTo>
                  <a:pt x="1441085" y="34507"/>
                </a:lnTo>
                <a:lnTo>
                  <a:pt x="1440118" y="34533"/>
                </a:lnTo>
                <a:lnTo>
                  <a:pt x="1439165" y="34577"/>
                </a:lnTo>
                <a:lnTo>
                  <a:pt x="1438225" y="34638"/>
                </a:lnTo>
                <a:lnTo>
                  <a:pt x="1437299" y="34716"/>
                </a:lnTo>
                <a:lnTo>
                  <a:pt x="1436386" y="34812"/>
                </a:lnTo>
                <a:lnTo>
                  <a:pt x="1435487" y="34925"/>
                </a:lnTo>
                <a:lnTo>
                  <a:pt x="1434601" y="35056"/>
                </a:lnTo>
                <a:lnTo>
                  <a:pt x="1433730" y="35204"/>
                </a:lnTo>
                <a:lnTo>
                  <a:pt x="1432871" y="35369"/>
                </a:lnTo>
                <a:lnTo>
                  <a:pt x="1432027" y="35552"/>
                </a:lnTo>
                <a:lnTo>
                  <a:pt x="1431196" y="35753"/>
                </a:lnTo>
                <a:lnTo>
                  <a:pt x="1430378" y="35970"/>
                </a:lnTo>
                <a:lnTo>
                  <a:pt x="1429574" y="36206"/>
                </a:lnTo>
                <a:lnTo>
                  <a:pt x="1428784" y="36458"/>
                </a:lnTo>
                <a:lnTo>
                  <a:pt x="1428008" y="36728"/>
                </a:lnTo>
                <a:lnTo>
                  <a:pt x="1427245" y="37016"/>
                </a:lnTo>
                <a:lnTo>
                  <a:pt x="1426495" y="37321"/>
                </a:lnTo>
                <a:lnTo>
                  <a:pt x="1425759" y="37643"/>
                </a:lnTo>
                <a:lnTo>
                  <a:pt x="1425037" y="37983"/>
                </a:lnTo>
                <a:lnTo>
                  <a:pt x="1424329" y="38340"/>
                </a:lnTo>
                <a:lnTo>
                  <a:pt x="1423634" y="38714"/>
                </a:lnTo>
                <a:lnTo>
                  <a:pt x="1422952" y="39106"/>
                </a:lnTo>
                <a:lnTo>
                  <a:pt x="1422284" y="39516"/>
                </a:lnTo>
                <a:lnTo>
                  <a:pt x="1421630" y="39935"/>
                </a:lnTo>
                <a:lnTo>
                  <a:pt x="1420989" y="40356"/>
                </a:lnTo>
                <a:lnTo>
                  <a:pt x="1420361" y="40779"/>
                </a:lnTo>
                <a:lnTo>
                  <a:pt x="1419747" y="41205"/>
                </a:lnTo>
                <a:lnTo>
                  <a:pt x="1419145" y="41633"/>
                </a:lnTo>
                <a:lnTo>
                  <a:pt x="1418557" y="42063"/>
                </a:lnTo>
                <a:lnTo>
                  <a:pt x="1417983" y="42495"/>
                </a:lnTo>
                <a:lnTo>
                  <a:pt x="1417421" y="42929"/>
                </a:lnTo>
                <a:lnTo>
                  <a:pt x="1416873" y="43366"/>
                </a:lnTo>
                <a:lnTo>
                  <a:pt x="1416338" y="43804"/>
                </a:lnTo>
                <a:lnTo>
                  <a:pt x="1415817" y="44245"/>
                </a:lnTo>
                <a:lnTo>
                  <a:pt x="1415308" y="44688"/>
                </a:lnTo>
                <a:lnTo>
                  <a:pt x="1414813" y="45133"/>
                </a:lnTo>
                <a:lnTo>
                  <a:pt x="1414331" y="45580"/>
                </a:lnTo>
                <a:lnTo>
                  <a:pt x="1413863" y="46029"/>
                </a:lnTo>
                <a:lnTo>
                  <a:pt x="1413408" y="46481"/>
                </a:lnTo>
                <a:lnTo>
                  <a:pt x="1412966" y="46935"/>
                </a:lnTo>
                <a:lnTo>
                  <a:pt x="1412537" y="47391"/>
                </a:lnTo>
                <a:lnTo>
                  <a:pt x="1412121" y="47849"/>
                </a:lnTo>
                <a:lnTo>
                  <a:pt x="1411719" y="48309"/>
                </a:lnTo>
                <a:lnTo>
                  <a:pt x="1411330" y="48771"/>
                </a:lnTo>
                <a:lnTo>
                  <a:pt x="1410955" y="49235"/>
                </a:lnTo>
                <a:lnTo>
                  <a:pt x="1410592" y="49702"/>
                </a:lnTo>
                <a:lnTo>
                  <a:pt x="1410243" y="50171"/>
                </a:lnTo>
                <a:lnTo>
                  <a:pt x="1409670" y="36123"/>
                </a:lnTo>
                <a:lnTo>
                  <a:pt x="1394380" y="36123"/>
                </a:lnTo>
                <a:lnTo>
                  <a:pt x="1394380" y="132069"/>
                </a:lnTo>
                <a:lnTo>
                  <a:pt x="1410339" y="132069"/>
                </a:lnTo>
                <a:lnTo>
                  <a:pt x="1410339" y="63565"/>
                </a:lnTo>
                <a:lnTo>
                  <a:pt x="1410686" y="63078"/>
                </a:lnTo>
                <a:lnTo>
                  <a:pt x="1411042" y="62595"/>
                </a:lnTo>
                <a:lnTo>
                  <a:pt x="1411408" y="62115"/>
                </a:lnTo>
                <a:lnTo>
                  <a:pt x="1411783" y="61638"/>
                </a:lnTo>
                <a:lnTo>
                  <a:pt x="1412167" y="61164"/>
                </a:lnTo>
                <a:lnTo>
                  <a:pt x="1412561" y="60694"/>
                </a:lnTo>
                <a:lnTo>
                  <a:pt x="1412964" y="60227"/>
                </a:lnTo>
                <a:lnTo>
                  <a:pt x="1413376" y="59764"/>
                </a:lnTo>
                <a:lnTo>
                  <a:pt x="1413797" y="59303"/>
                </a:lnTo>
                <a:lnTo>
                  <a:pt x="1414228" y="58846"/>
                </a:lnTo>
                <a:lnTo>
                  <a:pt x="1414668" y="58393"/>
                </a:lnTo>
                <a:lnTo>
                  <a:pt x="1415117" y="57942"/>
                </a:lnTo>
                <a:lnTo>
                  <a:pt x="1415576" y="57495"/>
                </a:lnTo>
                <a:lnTo>
                  <a:pt x="1416044" y="57051"/>
                </a:lnTo>
                <a:lnTo>
                  <a:pt x="1416521" y="56610"/>
                </a:lnTo>
                <a:lnTo>
                  <a:pt x="1417007" y="56173"/>
                </a:lnTo>
                <a:lnTo>
                  <a:pt x="1417503" y="55739"/>
                </a:lnTo>
                <a:lnTo>
                  <a:pt x="1418008" y="55308"/>
                </a:lnTo>
                <a:lnTo>
                  <a:pt x="1418522" y="54881"/>
                </a:lnTo>
                <a:lnTo>
                  <a:pt x="1419046" y="54457"/>
                </a:lnTo>
                <a:lnTo>
                  <a:pt x="1419579" y="54036"/>
                </a:lnTo>
                <a:lnTo>
                  <a:pt x="1420121" y="53618"/>
                </a:lnTo>
                <a:lnTo>
                  <a:pt x="1420672" y="53204"/>
                </a:lnTo>
                <a:lnTo>
                  <a:pt x="1421233" y="52793"/>
                </a:lnTo>
                <a:lnTo>
                  <a:pt x="1421804" y="52392"/>
                </a:lnTo>
                <a:lnTo>
                  <a:pt x="1422385" y="52008"/>
                </a:lnTo>
                <a:lnTo>
                  <a:pt x="1422977" y="51641"/>
                </a:lnTo>
                <a:lnTo>
                  <a:pt x="1423580" y="51291"/>
                </a:lnTo>
                <a:lnTo>
                  <a:pt x="1424193" y="50958"/>
                </a:lnTo>
                <a:lnTo>
                  <a:pt x="1424817" y="50642"/>
                </a:lnTo>
                <a:lnTo>
                  <a:pt x="1425451" y="50344"/>
                </a:lnTo>
                <a:lnTo>
                  <a:pt x="1426096" y="50062"/>
                </a:lnTo>
                <a:lnTo>
                  <a:pt x="1426752" y="49797"/>
                </a:lnTo>
                <a:lnTo>
                  <a:pt x="1427418" y="49550"/>
                </a:lnTo>
                <a:lnTo>
                  <a:pt x="1428095" y="49320"/>
                </a:lnTo>
                <a:lnTo>
                  <a:pt x="1428783" y="49106"/>
                </a:lnTo>
                <a:lnTo>
                  <a:pt x="1429481" y="48910"/>
                </a:lnTo>
                <a:lnTo>
                  <a:pt x="1430190" y="48731"/>
                </a:lnTo>
                <a:lnTo>
                  <a:pt x="1430909" y="48569"/>
                </a:lnTo>
                <a:lnTo>
                  <a:pt x="1431639" y="48423"/>
                </a:lnTo>
                <a:lnTo>
                  <a:pt x="1432380" y="48295"/>
                </a:lnTo>
                <a:lnTo>
                  <a:pt x="1433131" y="48185"/>
                </a:lnTo>
                <a:lnTo>
                  <a:pt x="1433893" y="48091"/>
                </a:lnTo>
                <a:lnTo>
                  <a:pt x="1434665" y="48014"/>
                </a:lnTo>
                <a:lnTo>
                  <a:pt x="1435448" y="47954"/>
                </a:lnTo>
                <a:lnTo>
                  <a:pt x="1436242" y="47911"/>
                </a:lnTo>
                <a:lnTo>
                  <a:pt x="1437046" y="47886"/>
                </a:lnTo>
                <a:lnTo>
                  <a:pt x="1437861" y="47877"/>
                </a:lnTo>
                <a:lnTo>
                  <a:pt x="1438437" y="47883"/>
                </a:lnTo>
                <a:lnTo>
                  <a:pt x="1439001" y="47899"/>
                </a:lnTo>
                <a:lnTo>
                  <a:pt x="1439555" y="47926"/>
                </a:lnTo>
                <a:lnTo>
                  <a:pt x="1440096" y="47964"/>
                </a:lnTo>
                <a:lnTo>
                  <a:pt x="1440627" y="48013"/>
                </a:lnTo>
                <a:lnTo>
                  <a:pt x="1441146" y="48073"/>
                </a:lnTo>
                <a:lnTo>
                  <a:pt x="1441654" y="48143"/>
                </a:lnTo>
                <a:lnTo>
                  <a:pt x="1442151" y="48225"/>
                </a:lnTo>
                <a:lnTo>
                  <a:pt x="1442636" y="48317"/>
                </a:lnTo>
                <a:lnTo>
                  <a:pt x="1443111" y="48420"/>
                </a:lnTo>
                <a:lnTo>
                  <a:pt x="1443573" y="48534"/>
                </a:lnTo>
                <a:lnTo>
                  <a:pt x="1444025" y="48659"/>
                </a:lnTo>
                <a:lnTo>
                  <a:pt x="1444465" y="48795"/>
                </a:lnTo>
                <a:lnTo>
                  <a:pt x="1444894" y="48941"/>
                </a:lnTo>
                <a:lnTo>
                  <a:pt x="1445312" y="49099"/>
                </a:lnTo>
                <a:lnTo>
                  <a:pt x="1445719" y="49267"/>
                </a:lnTo>
                <a:lnTo>
                  <a:pt x="1446114" y="49446"/>
                </a:lnTo>
                <a:lnTo>
                  <a:pt x="1446498" y="49636"/>
                </a:lnTo>
                <a:lnTo>
                  <a:pt x="1446870" y="49837"/>
                </a:lnTo>
                <a:lnTo>
                  <a:pt x="1447232" y="50049"/>
                </a:lnTo>
                <a:lnTo>
                  <a:pt x="1447582" y="50271"/>
                </a:lnTo>
                <a:lnTo>
                  <a:pt x="1447921" y="50505"/>
                </a:lnTo>
                <a:lnTo>
                  <a:pt x="1448248" y="50749"/>
                </a:lnTo>
                <a:lnTo>
                  <a:pt x="1448564" y="51004"/>
                </a:lnTo>
                <a:lnTo>
                  <a:pt x="1448871" y="51269"/>
                </a:lnTo>
                <a:lnTo>
                  <a:pt x="1449169" y="51541"/>
                </a:lnTo>
                <a:lnTo>
                  <a:pt x="1449460" y="51822"/>
                </a:lnTo>
                <a:lnTo>
                  <a:pt x="1449742" y="52111"/>
                </a:lnTo>
                <a:lnTo>
                  <a:pt x="1450016" y="52408"/>
                </a:lnTo>
                <a:lnTo>
                  <a:pt x="1450282" y="52713"/>
                </a:lnTo>
                <a:lnTo>
                  <a:pt x="1450539" y="53027"/>
                </a:lnTo>
                <a:lnTo>
                  <a:pt x="1450789" y="53348"/>
                </a:lnTo>
                <a:lnTo>
                  <a:pt x="1451030" y="53677"/>
                </a:lnTo>
                <a:lnTo>
                  <a:pt x="1451264" y="54015"/>
                </a:lnTo>
                <a:lnTo>
                  <a:pt x="1451489" y="54361"/>
                </a:lnTo>
                <a:lnTo>
                  <a:pt x="1451706" y="54715"/>
                </a:lnTo>
                <a:lnTo>
                  <a:pt x="1451915" y="55076"/>
                </a:lnTo>
                <a:lnTo>
                  <a:pt x="1452116" y="55447"/>
                </a:lnTo>
                <a:lnTo>
                  <a:pt x="1452309" y="55825"/>
                </a:lnTo>
                <a:lnTo>
                  <a:pt x="1452493" y="56211"/>
                </a:lnTo>
                <a:lnTo>
                  <a:pt x="1452670" y="56605"/>
                </a:lnTo>
                <a:lnTo>
                  <a:pt x="1452838" y="57008"/>
                </a:lnTo>
                <a:lnTo>
                  <a:pt x="1452998" y="57418"/>
                </a:lnTo>
                <a:lnTo>
                  <a:pt x="1453150" y="57837"/>
                </a:lnTo>
                <a:lnTo>
                  <a:pt x="1453294" y="58264"/>
                </a:lnTo>
                <a:lnTo>
                  <a:pt x="1453430" y="58699"/>
                </a:lnTo>
                <a:lnTo>
                  <a:pt x="1453557" y="59142"/>
                </a:lnTo>
                <a:lnTo>
                  <a:pt x="1453677" y="59593"/>
                </a:lnTo>
                <a:lnTo>
                  <a:pt x="1453790" y="60050"/>
                </a:lnTo>
                <a:lnTo>
                  <a:pt x="1453898" y="60514"/>
                </a:lnTo>
                <a:lnTo>
                  <a:pt x="1454002" y="60982"/>
                </a:lnTo>
                <a:lnTo>
                  <a:pt x="1454100" y="61457"/>
                </a:lnTo>
                <a:lnTo>
                  <a:pt x="1454194" y="61936"/>
                </a:lnTo>
                <a:lnTo>
                  <a:pt x="1454283" y="62422"/>
                </a:lnTo>
                <a:lnTo>
                  <a:pt x="1454367" y="62913"/>
                </a:lnTo>
                <a:lnTo>
                  <a:pt x="1454447" y="63409"/>
                </a:lnTo>
                <a:lnTo>
                  <a:pt x="1454521" y="63911"/>
                </a:lnTo>
                <a:lnTo>
                  <a:pt x="1454591" y="64418"/>
                </a:lnTo>
                <a:lnTo>
                  <a:pt x="1454656" y="64931"/>
                </a:lnTo>
                <a:lnTo>
                  <a:pt x="1454716" y="65450"/>
                </a:lnTo>
                <a:lnTo>
                  <a:pt x="1454772" y="65974"/>
                </a:lnTo>
                <a:lnTo>
                  <a:pt x="1454822" y="66503"/>
                </a:lnTo>
                <a:lnTo>
                  <a:pt x="1454868" y="67038"/>
                </a:lnTo>
                <a:lnTo>
                  <a:pt x="1454909" y="67579"/>
                </a:lnTo>
                <a:lnTo>
                  <a:pt x="1454945" y="68125"/>
                </a:lnTo>
                <a:lnTo>
                  <a:pt x="1454976" y="68677"/>
                </a:lnTo>
                <a:lnTo>
                  <a:pt x="1455003" y="69234"/>
                </a:lnTo>
                <a:lnTo>
                  <a:pt x="1455024" y="69797"/>
                </a:lnTo>
                <a:lnTo>
                  <a:pt x="1455041" y="70365"/>
                </a:lnTo>
                <a:lnTo>
                  <a:pt x="1455053" y="70939"/>
                </a:lnTo>
                <a:lnTo>
                  <a:pt x="1455060" y="71518"/>
                </a:lnTo>
                <a:lnTo>
                  <a:pt x="1455063" y="72103"/>
                </a:lnTo>
                <a:lnTo>
                  <a:pt x="1455063" y="132069"/>
                </a:lnTo>
                <a:lnTo>
                  <a:pt x="1471117" y="132069"/>
                </a:lnTo>
                <a:lnTo>
                  <a:pt x="1471117" y="70051"/>
                </a:lnTo>
                <a:lnTo>
                  <a:pt x="1471106" y="68665"/>
                </a:lnTo>
                <a:lnTo>
                  <a:pt x="1471070" y="67304"/>
                </a:lnTo>
                <a:lnTo>
                  <a:pt x="1471011" y="65969"/>
                </a:lnTo>
                <a:lnTo>
                  <a:pt x="1470929" y="64660"/>
                </a:lnTo>
                <a:lnTo>
                  <a:pt x="1470823" y="63377"/>
                </a:lnTo>
                <a:lnTo>
                  <a:pt x="1470737" y="62542"/>
                </a:lnTo>
                <a:lnTo>
                  <a:pt x="1470914" y="62317"/>
                </a:lnTo>
                <a:lnTo>
                  <a:pt x="1471293" y="61852"/>
                </a:lnTo>
                <a:lnTo>
                  <a:pt x="1471680" y="61391"/>
                </a:lnTo>
                <a:lnTo>
                  <a:pt x="1472076" y="60934"/>
                </a:lnTo>
                <a:lnTo>
                  <a:pt x="1472479" y="60479"/>
                </a:lnTo>
                <a:lnTo>
                  <a:pt x="1472891" y="60029"/>
                </a:lnTo>
                <a:lnTo>
                  <a:pt x="1473311" y="59582"/>
                </a:lnTo>
                <a:lnTo>
                  <a:pt x="1473740" y="59138"/>
                </a:lnTo>
                <a:lnTo>
                  <a:pt x="1474177" y="58698"/>
                </a:lnTo>
                <a:lnTo>
                  <a:pt x="1474622" y="58261"/>
                </a:lnTo>
                <a:lnTo>
                  <a:pt x="1475075" y="57828"/>
                </a:lnTo>
                <a:lnTo>
                  <a:pt x="1475537" y="57398"/>
                </a:lnTo>
                <a:lnTo>
                  <a:pt x="1476007" y="56972"/>
                </a:lnTo>
                <a:lnTo>
                  <a:pt x="1476485" y="56549"/>
                </a:lnTo>
                <a:lnTo>
                  <a:pt x="1476972" y="56129"/>
                </a:lnTo>
                <a:lnTo>
                  <a:pt x="1477467" y="55714"/>
                </a:lnTo>
                <a:lnTo>
                  <a:pt x="1477970" y="55301"/>
                </a:lnTo>
                <a:lnTo>
                  <a:pt x="1478482" y="54892"/>
                </a:lnTo>
                <a:lnTo>
                  <a:pt x="1479001" y="54487"/>
                </a:lnTo>
                <a:lnTo>
                  <a:pt x="1479530" y="54085"/>
                </a:lnTo>
                <a:lnTo>
                  <a:pt x="1480066" y="53687"/>
                </a:lnTo>
                <a:lnTo>
                  <a:pt x="1480611" y="53292"/>
                </a:lnTo>
                <a:lnTo>
                  <a:pt x="1481164" y="52900"/>
                </a:lnTo>
                <a:lnTo>
                  <a:pt x="1481725" y="52512"/>
                </a:lnTo>
                <a:lnTo>
                  <a:pt x="1482296" y="52134"/>
                </a:lnTo>
                <a:lnTo>
                  <a:pt x="1482878" y="51772"/>
                </a:lnTo>
                <a:lnTo>
                  <a:pt x="1483470" y="51426"/>
                </a:lnTo>
                <a:lnTo>
                  <a:pt x="1484074" y="51096"/>
                </a:lnTo>
                <a:lnTo>
                  <a:pt x="1484689" y="50782"/>
                </a:lnTo>
                <a:lnTo>
                  <a:pt x="1485314" y="50484"/>
                </a:lnTo>
                <a:lnTo>
                  <a:pt x="1485951" y="50203"/>
                </a:lnTo>
                <a:lnTo>
                  <a:pt x="1486599" y="49937"/>
                </a:lnTo>
                <a:lnTo>
                  <a:pt x="1487257" y="49688"/>
                </a:lnTo>
                <a:lnTo>
                  <a:pt x="1487927" y="49454"/>
                </a:lnTo>
                <a:lnTo>
                  <a:pt x="1488607" y="49237"/>
                </a:lnTo>
                <a:lnTo>
                  <a:pt x="1489298" y="49036"/>
                </a:lnTo>
                <a:lnTo>
                  <a:pt x="1490001" y="48851"/>
                </a:lnTo>
                <a:lnTo>
                  <a:pt x="1490714" y="48682"/>
                </a:lnTo>
                <a:lnTo>
                  <a:pt x="1491438" y="48529"/>
                </a:lnTo>
                <a:lnTo>
                  <a:pt x="1492173" y="48392"/>
                </a:lnTo>
                <a:lnTo>
                  <a:pt x="1492919" y="48272"/>
                </a:lnTo>
                <a:lnTo>
                  <a:pt x="1493676" y="48167"/>
                </a:lnTo>
                <a:lnTo>
                  <a:pt x="1494444" y="48078"/>
                </a:lnTo>
                <a:lnTo>
                  <a:pt x="1495223" y="48006"/>
                </a:lnTo>
                <a:lnTo>
                  <a:pt x="1496013" y="47950"/>
                </a:lnTo>
                <a:lnTo>
                  <a:pt x="1496814" y="47909"/>
                </a:lnTo>
                <a:lnTo>
                  <a:pt x="1497626" y="47885"/>
                </a:lnTo>
                <a:lnTo>
                  <a:pt x="1498449" y="47877"/>
                </a:lnTo>
                <a:lnTo>
                  <a:pt x="1499016" y="47883"/>
                </a:lnTo>
                <a:lnTo>
                  <a:pt x="1499573" y="47899"/>
                </a:lnTo>
                <a:lnTo>
                  <a:pt x="1500119" y="47926"/>
                </a:lnTo>
                <a:lnTo>
                  <a:pt x="1500654" y="47964"/>
                </a:lnTo>
                <a:lnTo>
                  <a:pt x="1501179" y="48013"/>
                </a:lnTo>
                <a:lnTo>
                  <a:pt x="1501692" y="48073"/>
                </a:lnTo>
                <a:lnTo>
                  <a:pt x="1502194" y="48143"/>
                </a:lnTo>
                <a:lnTo>
                  <a:pt x="1502685" y="48225"/>
                </a:lnTo>
                <a:lnTo>
                  <a:pt x="1503165" y="48317"/>
                </a:lnTo>
                <a:lnTo>
                  <a:pt x="1503635" y="48420"/>
                </a:lnTo>
                <a:lnTo>
                  <a:pt x="1504093" y="48534"/>
                </a:lnTo>
                <a:lnTo>
                  <a:pt x="1504541" y="48659"/>
                </a:lnTo>
                <a:lnTo>
                  <a:pt x="1504977" y="48795"/>
                </a:lnTo>
                <a:lnTo>
                  <a:pt x="1505403" y="48941"/>
                </a:lnTo>
                <a:lnTo>
                  <a:pt x="1505817" y="49099"/>
                </a:lnTo>
                <a:lnTo>
                  <a:pt x="1506221" y="49267"/>
                </a:lnTo>
                <a:lnTo>
                  <a:pt x="1506614" y="49446"/>
                </a:lnTo>
                <a:lnTo>
                  <a:pt x="1506995" y="49636"/>
                </a:lnTo>
                <a:lnTo>
                  <a:pt x="1507366" y="49837"/>
                </a:lnTo>
                <a:lnTo>
                  <a:pt x="1507726" y="50049"/>
                </a:lnTo>
                <a:lnTo>
                  <a:pt x="1508075" y="50271"/>
                </a:lnTo>
                <a:lnTo>
                  <a:pt x="1508413" y="50505"/>
                </a:lnTo>
                <a:lnTo>
                  <a:pt x="1508740" y="50749"/>
                </a:lnTo>
                <a:lnTo>
                  <a:pt x="1509056" y="51004"/>
                </a:lnTo>
                <a:lnTo>
                  <a:pt x="1509363" y="51269"/>
                </a:lnTo>
                <a:lnTo>
                  <a:pt x="1509661" y="51541"/>
                </a:lnTo>
                <a:lnTo>
                  <a:pt x="1509951" y="51822"/>
                </a:lnTo>
                <a:lnTo>
                  <a:pt x="1510233" y="52111"/>
                </a:lnTo>
                <a:lnTo>
                  <a:pt x="1510507" y="52408"/>
                </a:lnTo>
                <a:lnTo>
                  <a:pt x="1510773" y="52713"/>
                </a:lnTo>
                <a:lnTo>
                  <a:pt x="1511031" y="53027"/>
                </a:lnTo>
                <a:lnTo>
                  <a:pt x="1511281" y="53348"/>
                </a:lnTo>
                <a:lnTo>
                  <a:pt x="1511522" y="53677"/>
                </a:lnTo>
                <a:lnTo>
                  <a:pt x="1511755" y="54015"/>
                </a:lnTo>
                <a:lnTo>
                  <a:pt x="1511981" y="54361"/>
                </a:lnTo>
                <a:lnTo>
                  <a:pt x="1512198" y="54715"/>
                </a:lnTo>
                <a:lnTo>
                  <a:pt x="1512407" y="55076"/>
                </a:lnTo>
                <a:lnTo>
                  <a:pt x="1512607" y="55447"/>
                </a:lnTo>
                <a:lnTo>
                  <a:pt x="1512800" y="55825"/>
                </a:lnTo>
                <a:lnTo>
                  <a:pt x="1512985" y="56211"/>
                </a:lnTo>
                <a:lnTo>
                  <a:pt x="1513161" y="56605"/>
                </a:lnTo>
                <a:lnTo>
                  <a:pt x="1513330" y="57008"/>
                </a:lnTo>
                <a:lnTo>
                  <a:pt x="1513490" y="57418"/>
                </a:lnTo>
                <a:lnTo>
                  <a:pt x="1513642" y="57837"/>
                </a:lnTo>
                <a:lnTo>
                  <a:pt x="1513786" y="58264"/>
                </a:lnTo>
                <a:lnTo>
                  <a:pt x="1513921" y="58699"/>
                </a:lnTo>
                <a:lnTo>
                  <a:pt x="1514049" y="59142"/>
                </a:lnTo>
                <a:lnTo>
                  <a:pt x="1514169" y="59593"/>
                </a:lnTo>
                <a:lnTo>
                  <a:pt x="1514282" y="60050"/>
                </a:lnTo>
                <a:lnTo>
                  <a:pt x="1514390" y="60514"/>
                </a:lnTo>
                <a:lnTo>
                  <a:pt x="1514493" y="60982"/>
                </a:lnTo>
                <a:lnTo>
                  <a:pt x="1514592" y="61457"/>
                </a:lnTo>
                <a:lnTo>
                  <a:pt x="1514686" y="61936"/>
                </a:lnTo>
                <a:lnTo>
                  <a:pt x="1514775" y="62422"/>
                </a:lnTo>
                <a:lnTo>
                  <a:pt x="1514859" y="62913"/>
                </a:lnTo>
                <a:lnTo>
                  <a:pt x="1514939" y="63409"/>
                </a:lnTo>
                <a:lnTo>
                  <a:pt x="1515013" y="63911"/>
                </a:lnTo>
                <a:lnTo>
                  <a:pt x="1515083" y="64418"/>
                </a:lnTo>
                <a:lnTo>
                  <a:pt x="1515148" y="64931"/>
                </a:lnTo>
                <a:lnTo>
                  <a:pt x="1515208" y="65450"/>
                </a:lnTo>
                <a:lnTo>
                  <a:pt x="1515263" y="65974"/>
                </a:lnTo>
                <a:lnTo>
                  <a:pt x="1515314" y="66503"/>
                </a:lnTo>
                <a:lnTo>
                  <a:pt x="1515360" y="67038"/>
                </a:lnTo>
                <a:lnTo>
                  <a:pt x="1515400" y="67579"/>
                </a:lnTo>
                <a:lnTo>
                  <a:pt x="1515436" y="68125"/>
                </a:lnTo>
                <a:lnTo>
                  <a:pt x="1515468" y="68677"/>
                </a:lnTo>
                <a:lnTo>
                  <a:pt x="1515494" y="69234"/>
                </a:lnTo>
                <a:lnTo>
                  <a:pt x="1515516" y="69797"/>
                </a:lnTo>
                <a:lnTo>
                  <a:pt x="1515533" y="70365"/>
                </a:lnTo>
                <a:lnTo>
                  <a:pt x="1515545" y="70939"/>
                </a:lnTo>
                <a:lnTo>
                  <a:pt x="1515552" y="71518"/>
                </a:lnTo>
                <a:lnTo>
                  <a:pt x="1515554" y="72103"/>
                </a:lnTo>
                <a:lnTo>
                  <a:pt x="1515554" y="132069"/>
                </a:lnTo>
                <a:lnTo>
                  <a:pt x="1531513" y="132069"/>
                </a:lnTo>
                <a:lnTo>
                  <a:pt x="1531513" y="70051"/>
                </a:lnTo>
                <a:lnTo>
                  <a:pt x="1531502" y="68665"/>
                </a:lnTo>
                <a:lnTo>
                  <a:pt x="1531466" y="67304"/>
                </a:lnTo>
                <a:lnTo>
                  <a:pt x="1531407" y="65969"/>
                </a:lnTo>
                <a:lnTo>
                  <a:pt x="1531325" y="64660"/>
                </a:lnTo>
                <a:lnTo>
                  <a:pt x="1531219" y="63377"/>
                </a:lnTo>
                <a:lnTo>
                  <a:pt x="1531089" y="62119"/>
                </a:lnTo>
                <a:lnTo>
                  <a:pt x="1530936" y="60888"/>
                </a:lnTo>
                <a:lnTo>
                  <a:pt x="1530760" y="59681"/>
                </a:lnTo>
                <a:lnTo>
                  <a:pt x="1530559" y="58501"/>
                </a:lnTo>
                <a:lnTo>
                  <a:pt x="1530336" y="57346"/>
                </a:lnTo>
                <a:lnTo>
                  <a:pt x="1530088" y="56217"/>
                </a:lnTo>
                <a:lnTo>
                  <a:pt x="1529817" y="55114"/>
                </a:lnTo>
                <a:lnTo>
                  <a:pt x="1529523" y="54036"/>
                </a:lnTo>
                <a:lnTo>
                  <a:pt x="1529205" y="52985"/>
                </a:lnTo>
                <a:lnTo>
                  <a:pt x="1528863" y="51959"/>
                </a:lnTo>
                <a:lnTo>
                  <a:pt x="1528498" y="50958"/>
                </a:lnTo>
                <a:lnTo>
                  <a:pt x="1528109" y="49984"/>
                </a:lnTo>
                <a:lnTo>
                  <a:pt x="1527697" y="49035"/>
                </a:lnTo>
                <a:lnTo>
                  <a:pt x="1527261" y="48112"/>
                </a:lnTo>
                <a:lnTo>
                  <a:pt x="1526802" y="47214"/>
                </a:lnTo>
                <a:lnTo>
                  <a:pt x="1526319" y="46342"/>
                </a:lnTo>
                <a:lnTo>
                  <a:pt x="1525812" y="45496"/>
                </a:lnTo>
                <a:lnTo>
                  <a:pt x="1525282" y="44676"/>
                </a:lnTo>
                <a:lnTo>
                  <a:pt x="1524728" y="43882"/>
                </a:lnTo>
                <a:lnTo>
                  <a:pt x="1524148" y="43116"/>
                </a:lnTo>
                <a:lnTo>
                  <a:pt x="1523537" y="42383"/>
                </a:lnTo>
                <a:lnTo>
                  <a:pt x="1522896" y="41682"/>
                </a:lnTo>
                <a:lnTo>
                  <a:pt x="1522225" y="41014"/>
                </a:lnTo>
                <a:lnTo>
                  <a:pt x="1521524" y="40379"/>
                </a:lnTo>
                <a:lnTo>
                  <a:pt x="1520792" y="39776"/>
                </a:lnTo>
                <a:lnTo>
                  <a:pt x="1520031" y="39206"/>
                </a:lnTo>
                <a:lnTo>
                  <a:pt x="1519239" y="38669"/>
                </a:lnTo>
                <a:lnTo>
                  <a:pt x="1518417" y="38164"/>
                </a:lnTo>
                <a:lnTo>
                  <a:pt x="1517565" y="37691"/>
                </a:lnTo>
                <a:lnTo>
                  <a:pt x="1516682" y="37251"/>
                </a:lnTo>
                <a:lnTo>
                  <a:pt x="1515769" y="36844"/>
                </a:lnTo>
                <a:lnTo>
                  <a:pt x="1514827" y="36470"/>
                </a:lnTo>
                <a:lnTo>
                  <a:pt x="1513853" y="36127"/>
                </a:lnTo>
                <a:lnTo>
                  <a:pt x="1512850" y="35818"/>
                </a:lnTo>
                <a:lnTo>
                  <a:pt x="1511817" y="35541"/>
                </a:lnTo>
                <a:lnTo>
                  <a:pt x="1510753" y="35297"/>
                </a:lnTo>
                <a:lnTo>
                  <a:pt x="1509659" y="35085"/>
                </a:lnTo>
                <a:lnTo>
                  <a:pt x="1508535" y="34906"/>
                </a:lnTo>
                <a:lnTo>
                  <a:pt x="1507381" y="34759"/>
                </a:lnTo>
                <a:lnTo>
                  <a:pt x="1506197" y="34645"/>
                </a:lnTo>
                <a:lnTo>
                  <a:pt x="1504982" y="34564"/>
                </a:lnTo>
                <a:lnTo>
                  <a:pt x="1503737" y="34515"/>
                </a:lnTo>
                <a:lnTo>
                  <a:pt x="1502462" y="34498"/>
                </a:lnTo>
                <a:lnTo>
                  <a:pt x="1501481" y="34508"/>
                </a:lnTo>
                <a:lnTo>
                  <a:pt x="1500511" y="34535"/>
                </a:lnTo>
                <a:lnTo>
                  <a:pt x="1499553" y="34581"/>
                </a:lnTo>
                <a:lnTo>
                  <a:pt x="1498606" y="34644"/>
                </a:lnTo>
                <a:lnTo>
                  <a:pt x="1497672" y="34727"/>
                </a:lnTo>
                <a:lnTo>
                  <a:pt x="1496749" y="34827"/>
                </a:lnTo>
                <a:lnTo>
                  <a:pt x="1495838" y="34946"/>
                </a:lnTo>
                <a:lnTo>
                  <a:pt x="1494939" y="35082"/>
                </a:lnTo>
                <a:lnTo>
                  <a:pt x="1494052" y="35238"/>
                </a:lnTo>
                <a:lnTo>
                  <a:pt x="1493176" y="35411"/>
                </a:lnTo>
                <a:lnTo>
                  <a:pt x="1492312" y="35603"/>
                </a:lnTo>
                <a:lnTo>
                  <a:pt x="1491460" y="35812"/>
                </a:lnTo>
                <a:lnTo>
                  <a:pt x="1490620" y="36041"/>
                </a:lnTo>
                <a:lnTo>
                  <a:pt x="1489792" y="36287"/>
                </a:lnTo>
                <a:lnTo>
                  <a:pt x="1488975" y="36552"/>
                </a:lnTo>
                <a:lnTo>
                  <a:pt x="1488170" y="36834"/>
                </a:lnTo>
                <a:lnTo>
                  <a:pt x="1487377" y="37136"/>
                </a:lnTo>
                <a:lnTo>
                  <a:pt x="1486596" y="37455"/>
                </a:lnTo>
                <a:lnTo>
                  <a:pt x="1485826" y="37793"/>
                </a:lnTo>
                <a:lnTo>
                  <a:pt x="1485068" y="38148"/>
                </a:lnTo>
                <a:lnTo>
                  <a:pt x="1484322" y="38523"/>
                </a:lnTo>
                <a:lnTo>
                  <a:pt x="1483588" y="38915"/>
                </a:lnTo>
                <a:lnTo>
                  <a:pt x="1482866" y="39326"/>
                </a:lnTo>
                <a:lnTo>
                  <a:pt x="1482155" y="39754"/>
                </a:lnTo>
                <a:lnTo>
                  <a:pt x="1481455" y="40194"/>
                </a:lnTo>
                <a:lnTo>
                  <a:pt x="1480766" y="40636"/>
                </a:lnTo>
                <a:lnTo>
                  <a:pt x="1480086" y="41082"/>
                </a:lnTo>
                <a:lnTo>
                  <a:pt x="1479417" y="41530"/>
                </a:lnTo>
                <a:lnTo>
                  <a:pt x="1478758" y="41982"/>
                </a:lnTo>
                <a:lnTo>
                  <a:pt x="1478108" y="42436"/>
                </a:lnTo>
                <a:lnTo>
                  <a:pt x="1477469" y="42894"/>
                </a:lnTo>
                <a:lnTo>
                  <a:pt x="1476841" y="43354"/>
                </a:lnTo>
                <a:lnTo>
                  <a:pt x="1476222" y="43817"/>
                </a:lnTo>
                <a:lnTo>
                  <a:pt x="1475613" y="44284"/>
                </a:lnTo>
                <a:lnTo>
                  <a:pt x="1475015" y="44753"/>
                </a:lnTo>
                <a:lnTo>
                  <a:pt x="1474426" y="45225"/>
                </a:lnTo>
                <a:lnTo>
                  <a:pt x="1473848" y="45701"/>
                </a:lnTo>
                <a:lnTo>
                  <a:pt x="1473280" y="46179"/>
                </a:lnTo>
                <a:lnTo>
                  <a:pt x="1472722" y="46660"/>
                </a:lnTo>
                <a:lnTo>
                  <a:pt x="1472174" y="47145"/>
                </a:lnTo>
                <a:lnTo>
                  <a:pt x="1471636" y="47632"/>
                </a:lnTo>
                <a:lnTo>
                  <a:pt x="1471108" y="48122"/>
                </a:lnTo>
                <a:lnTo>
                  <a:pt x="1470591" y="48615"/>
                </a:lnTo>
                <a:lnTo>
                  <a:pt x="1470083" y="49112"/>
                </a:lnTo>
                <a:lnTo>
                  <a:pt x="1469586" y="49611"/>
                </a:lnTo>
                <a:lnTo>
                  <a:pt x="1469099" y="50113"/>
                </a:lnTo>
                <a:lnTo>
                  <a:pt x="1468622" y="50618"/>
                </a:lnTo>
                <a:lnTo>
                  <a:pt x="1468161" y="51120"/>
                </a:lnTo>
                <a:lnTo>
                  <a:pt x="1468102" y="50958"/>
                </a:lnTo>
                <a:lnTo>
                  <a:pt x="1467713" y="49984"/>
                </a:lnTo>
                <a:lnTo>
                  <a:pt x="1467301" y="49035"/>
                </a:lnTo>
                <a:lnTo>
                  <a:pt x="1466865" y="48112"/>
                </a:lnTo>
                <a:lnTo>
                  <a:pt x="1466406" y="47214"/>
                </a:lnTo>
                <a:close/>
                <a:moveTo>
                  <a:pt x="136756" y="133616"/>
                </a:moveTo>
                <a:lnTo>
                  <a:pt x="137675" y="133540"/>
                </a:lnTo>
                <a:lnTo>
                  <a:pt x="138584" y="133449"/>
                </a:lnTo>
                <a:lnTo>
                  <a:pt x="139481" y="133346"/>
                </a:lnTo>
                <a:lnTo>
                  <a:pt x="140368" y="133228"/>
                </a:lnTo>
                <a:lnTo>
                  <a:pt x="141243" y="133096"/>
                </a:lnTo>
                <a:lnTo>
                  <a:pt x="142108" y="132951"/>
                </a:lnTo>
                <a:lnTo>
                  <a:pt x="142961" y="132791"/>
                </a:lnTo>
                <a:lnTo>
                  <a:pt x="143804" y="132618"/>
                </a:lnTo>
                <a:lnTo>
                  <a:pt x="144636" y="132431"/>
                </a:lnTo>
                <a:lnTo>
                  <a:pt x="145456" y="132230"/>
                </a:lnTo>
                <a:lnTo>
                  <a:pt x="146266" y="132016"/>
                </a:lnTo>
                <a:lnTo>
                  <a:pt x="147065" y="131787"/>
                </a:lnTo>
                <a:lnTo>
                  <a:pt x="147853" y="131545"/>
                </a:lnTo>
                <a:lnTo>
                  <a:pt x="148630" y="131288"/>
                </a:lnTo>
                <a:lnTo>
                  <a:pt x="149396" y="131018"/>
                </a:lnTo>
                <a:lnTo>
                  <a:pt x="150151" y="130734"/>
                </a:lnTo>
                <a:lnTo>
                  <a:pt x="150895" y="130436"/>
                </a:lnTo>
                <a:lnTo>
                  <a:pt x="151628" y="130125"/>
                </a:lnTo>
                <a:lnTo>
                  <a:pt x="152350" y="129799"/>
                </a:lnTo>
                <a:lnTo>
                  <a:pt x="153060" y="129461"/>
                </a:lnTo>
                <a:lnTo>
                  <a:pt x="153757" y="129110"/>
                </a:lnTo>
                <a:lnTo>
                  <a:pt x="154441" y="128749"/>
                </a:lnTo>
                <a:lnTo>
                  <a:pt x="155111" y="128375"/>
                </a:lnTo>
                <a:lnTo>
                  <a:pt x="155768" y="127990"/>
                </a:lnTo>
                <a:lnTo>
                  <a:pt x="156412" y="127593"/>
                </a:lnTo>
                <a:lnTo>
                  <a:pt x="157042" y="127185"/>
                </a:lnTo>
                <a:lnTo>
                  <a:pt x="157659" y="126765"/>
                </a:lnTo>
                <a:lnTo>
                  <a:pt x="158263" y="126333"/>
                </a:lnTo>
                <a:lnTo>
                  <a:pt x="158854" y="125890"/>
                </a:lnTo>
                <a:lnTo>
                  <a:pt x="159431" y="125435"/>
                </a:lnTo>
                <a:lnTo>
                  <a:pt x="159995" y="124969"/>
                </a:lnTo>
                <a:lnTo>
                  <a:pt x="160546" y="124491"/>
                </a:lnTo>
                <a:lnTo>
                  <a:pt x="161084" y="124001"/>
                </a:lnTo>
                <a:lnTo>
                  <a:pt x="161608" y="123499"/>
                </a:lnTo>
                <a:lnTo>
                  <a:pt x="162119" y="122986"/>
                </a:lnTo>
                <a:lnTo>
                  <a:pt x="162617" y="122462"/>
                </a:lnTo>
                <a:lnTo>
                  <a:pt x="163101" y="121925"/>
                </a:lnTo>
                <a:lnTo>
                  <a:pt x="163572" y="121377"/>
                </a:lnTo>
                <a:lnTo>
                  <a:pt x="164030" y="120818"/>
                </a:lnTo>
                <a:lnTo>
                  <a:pt x="164475" y="120246"/>
                </a:lnTo>
                <a:lnTo>
                  <a:pt x="164906" y="119664"/>
                </a:lnTo>
                <a:lnTo>
                  <a:pt x="165324" y="119069"/>
                </a:lnTo>
                <a:lnTo>
                  <a:pt x="165729" y="118463"/>
                </a:lnTo>
                <a:lnTo>
                  <a:pt x="166120" y="117846"/>
                </a:lnTo>
                <a:lnTo>
                  <a:pt x="166494" y="117219"/>
                </a:lnTo>
                <a:lnTo>
                  <a:pt x="166854" y="116583"/>
                </a:lnTo>
                <a:lnTo>
                  <a:pt x="167197" y="115937"/>
                </a:lnTo>
                <a:lnTo>
                  <a:pt x="167525" y="115281"/>
                </a:lnTo>
                <a:lnTo>
                  <a:pt x="167838" y="114616"/>
                </a:lnTo>
                <a:lnTo>
                  <a:pt x="168134" y="113940"/>
                </a:lnTo>
                <a:lnTo>
                  <a:pt x="168416" y="113255"/>
                </a:lnTo>
                <a:lnTo>
                  <a:pt x="168681" y="112561"/>
                </a:lnTo>
                <a:lnTo>
                  <a:pt x="168931" y="111856"/>
                </a:lnTo>
                <a:lnTo>
                  <a:pt x="169166" y="111142"/>
                </a:lnTo>
                <a:lnTo>
                  <a:pt x="169385" y="110418"/>
                </a:lnTo>
                <a:lnTo>
                  <a:pt x="169588" y="109684"/>
                </a:lnTo>
                <a:lnTo>
                  <a:pt x="169775" y="108940"/>
                </a:lnTo>
                <a:lnTo>
                  <a:pt x="169947" y="108187"/>
                </a:lnTo>
                <a:lnTo>
                  <a:pt x="170104" y="107424"/>
                </a:lnTo>
                <a:lnTo>
                  <a:pt x="170245" y="106651"/>
                </a:lnTo>
                <a:lnTo>
                  <a:pt x="170370" y="105869"/>
                </a:lnTo>
                <a:lnTo>
                  <a:pt x="170480" y="105076"/>
                </a:lnTo>
                <a:lnTo>
                  <a:pt x="170574" y="104274"/>
                </a:lnTo>
                <a:lnTo>
                  <a:pt x="170652" y="103463"/>
                </a:lnTo>
                <a:lnTo>
                  <a:pt x="170715" y="102641"/>
                </a:lnTo>
                <a:lnTo>
                  <a:pt x="170762" y="101810"/>
                </a:lnTo>
                <a:lnTo>
                  <a:pt x="170794" y="100969"/>
                </a:lnTo>
                <a:lnTo>
                  <a:pt x="155026" y="100969"/>
                </a:lnTo>
                <a:lnTo>
                  <a:pt x="154992" y="101789"/>
                </a:lnTo>
                <a:lnTo>
                  <a:pt x="154939" y="102594"/>
                </a:lnTo>
                <a:lnTo>
                  <a:pt x="154865" y="103382"/>
                </a:lnTo>
                <a:lnTo>
                  <a:pt x="154771" y="104154"/>
                </a:lnTo>
                <a:lnTo>
                  <a:pt x="154658" y="104910"/>
                </a:lnTo>
                <a:lnTo>
                  <a:pt x="154524" y="105649"/>
                </a:lnTo>
                <a:lnTo>
                  <a:pt x="154371" y="106372"/>
                </a:lnTo>
                <a:lnTo>
                  <a:pt x="154198" y="107080"/>
                </a:lnTo>
                <a:lnTo>
                  <a:pt x="154005" y="107770"/>
                </a:lnTo>
                <a:lnTo>
                  <a:pt x="153792" y="108445"/>
                </a:lnTo>
                <a:lnTo>
                  <a:pt x="153559" y="109103"/>
                </a:lnTo>
                <a:lnTo>
                  <a:pt x="153306" y="109746"/>
                </a:lnTo>
                <a:lnTo>
                  <a:pt x="153033" y="110372"/>
                </a:lnTo>
                <a:lnTo>
                  <a:pt x="152741" y="110981"/>
                </a:lnTo>
                <a:lnTo>
                  <a:pt x="152428" y="111575"/>
                </a:lnTo>
                <a:lnTo>
                  <a:pt x="152096" y="112152"/>
                </a:lnTo>
                <a:lnTo>
                  <a:pt x="151743" y="112714"/>
                </a:lnTo>
                <a:lnTo>
                  <a:pt x="151371" y="113258"/>
                </a:lnTo>
                <a:lnTo>
                  <a:pt x="150979" y="113787"/>
                </a:lnTo>
                <a:lnTo>
                  <a:pt x="150566" y="114300"/>
                </a:lnTo>
                <a:lnTo>
                  <a:pt x="150134" y="114796"/>
                </a:lnTo>
                <a:lnTo>
                  <a:pt x="149683" y="115276"/>
                </a:lnTo>
                <a:lnTo>
                  <a:pt x="149211" y="115740"/>
                </a:lnTo>
                <a:lnTo>
                  <a:pt x="148719" y="116187"/>
                </a:lnTo>
                <a:lnTo>
                  <a:pt x="148209" y="116618"/>
                </a:lnTo>
                <a:lnTo>
                  <a:pt x="147683" y="117030"/>
                </a:lnTo>
                <a:lnTo>
                  <a:pt x="147141" y="117423"/>
                </a:lnTo>
                <a:lnTo>
                  <a:pt x="146582" y="117799"/>
                </a:lnTo>
                <a:lnTo>
                  <a:pt x="146007" y="118156"/>
                </a:lnTo>
                <a:lnTo>
                  <a:pt x="145416" y="118495"/>
                </a:lnTo>
                <a:lnTo>
                  <a:pt x="144809" y="118815"/>
                </a:lnTo>
                <a:lnTo>
                  <a:pt x="144185" y="119117"/>
                </a:lnTo>
                <a:lnTo>
                  <a:pt x="143545" y="119401"/>
                </a:lnTo>
                <a:lnTo>
                  <a:pt x="142889" y="119667"/>
                </a:lnTo>
                <a:lnTo>
                  <a:pt x="142216" y="119914"/>
                </a:lnTo>
                <a:lnTo>
                  <a:pt x="141528" y="120143"/>
                </a:lnTo>
                <a:lnTo>
                  <a:pt x="140823" y="120353"/>
                </a:lnTo>
                <a:lnTo>
                  <a:pt x="140102" y="120546"/>
                </a:lnTo>
                <a:lnTo>
                  <a:pt x="139364" y="120720"/>
                </a:lnTo>
                <a:lnTo>
                  <a:pt x="138610" y="120875"/>
                </a:lnTo>
                <a:lnTo>
                  <a:pt x="137840" y="121013"/>
                </a:lnTo>
                <a:lnTo>
                  <a:pt x="137054" y="121132"/>
                </a:lnTo>
                <a:lnTo>
                  <a:pt x="136252" y="121232"/>
                </a:lnTo>
                <a:lnTo>
                  <a:pt x="135433" y="121315"/>
                </a:lnTo>
                <a:lnTo>
                  <a:pt x="134598" y="121379"/>
                </a:lnTo>
                <a:lnTo>
                  <a:pt x="133747" y="121425"/>
                </a:lnTo>
                <a:lnTo>
                  <a:pt x="132879" y="121452"/>
                </a:lnTo>
                <a:lnTo>
                  <a:pt x="131995" y="121461"/>
                </a:lnTo>
                <a:lnTo>
                  <a:pt x="131166" y="121453"/>
                </a:lnTo>
                <a:lnTo>
                  <a:pt x="130350" y="121428"/>
                </a:lnTo>
                <a:lnTo>
                  <a:pt x="129548" y="121386"/>
                </a:lnTo>
                <a:lnTo>
                  <a:pt x="128759" y="121328"/>
                </a:lnTo>
                <a:lnTo>
                  <a:pt x="127984" y="121254"/>
                </a:lnTo>
                <a:lnTo>
                  <a:pt x="127223" y="121162"/>
                </a:lnTo>
                <a:lnTo>
                  <a:pt x="126475" y="121054"/>
                </a:lnTo>
                <a:lnTo>
                  <a:pt x="125741" y="120930"/>
                </a:lnTo>
                <a:lnTo>
                  <a:pt x="125021" y="120788"/>
                </a:lnTo>
                <a:lnTo>
                  <a:pt x="124314" y="120631"/>
                </a:lnTo>
                <a:lnTo>
                  <a:pt x="123620" y="120456"/>
                </a:lnTo>
                <a:lnTo>
                  <a:pt x="122941" y="120265"/>
                </a:lnTo>
                <a:lnTo>
                  <a:pt x="122275" y="120058"/>
                </a:lnTo>
                <a:lnTo>
                  <a:pt x="121622" y="119833"/>
                </a:lnTo>
                <a:lnTo>
                  <a:pt x="120983" y="119592"/>
                </a:lnTo>
                <a:lnTo>
                  <a:pt x="120358" y="119335"/>
                </a:lnTo>
                <a:lnTo>
                  <a:pt x="119746" y="119061"/>
                </a:lnTo>
                <a:lnTo>
                  <a:pt x="119148" y="118770"/>
                </a:lnTo>
                <a:lnTo>
                  <a:pt x="118564" y="118463"/>
                </a:lnTo>
                <a:lnTo>
                  <a:pt x="117993" y="118139"/>
                </a:lnTo>
                <a:lnTo>
                  <a:pt x="117435" y="117798"/>
                </a:lnTo>
                <a:lnTo>
                  <a:pt x="116892" y="117441"/>
                </a:lnTo>
                <a:lnTo>
                  <a:pt x="116362" y="117067"/>
                </a:lnTo>
                <a:lnTo>
                  <a:pt x="115845" y="116677"/>
                </a:lnTo>
                <a:lnTo>
                  <a:pt x="115341" y="116273"/>
                </a:lnTo>
                <a:lnTo>
                  <a:pt x="114849" y="115858"/>
                </a:lnTo>
                <a:lnTo>
                  <a:pt x="114368" y="115432"/>
                </a:lnTo>
                <a:lnTo>
                  <a:pt x="113898" y="114995"/>
                </a:lnTo>
                <a:lnTo>
                  <a:pt x="113440" y="114547"/>
                </a:lnTo>
                <a:lnTo>
                  <a:pt x="112993" y="114089"/>
                </a:lnTo>
                <a:lnTo>
                  <a:pt x="112558" y="113619"/>
                </a:lnTo>
                <a:lnTo>
                  <a:pt x="112134" y="113139"/>
                </a:lnTo>
                <a:lnTo>
                  <a:pt x="111722" y="112648"/>
                </a:lnTo>
                <a:lnTo>
                  <a:pt x="111321" y="112145"/>
                </a:lnTo>
                <a:lnTo>
                  <a:pt x="110931" y="111632"/>
                </a:lnTo>
                <a:lnTo>
                  <a:pt x="110553" y="111108"/>
                </a:lnTo>
                <a:lnTo>
                  <a:pt x="110187" y="110573"/>
                </a:lnTo>
                <a:lnTo>
                  <a:pt x="109832" y="110028"/>
                </a:lnTo>
                <a:lnTo>
                  <a:pt x="109488" y="109471"/>
                </a:lnTo>
                <a:lnTo>
                  <a:pt x="109156" y="108903"/>
                </a:lnTo>
                <a:lnTo>
                  <a:pt x="108835" y="108325"/>
                </a:lnTo>
                <a:lnTo>
                  <a:pt x="108526" y="107735"/>
                </a:lnTo>
                <a:lnTo>
                  <a:pt x="108228" y="107135"/>
                </a:lnTo>
                <a:lnTo>
                  <a:pt x="107941" y="106524"/>
                </a:lnTo>
                <a:lnTo>
                  <a:pt x="107666" y="105902"/>
                </a:lnTo>
                <a:lnTo>
                  <a:pt x="107403" y="105269"/>
                </a:lnTo>
                <a:lnTo>
                  <a:pt x="107151" y="104625"/>
                </a:lnTo>
                <a:lnTo>
                  <a:pt x="106910" y="103970"/>
                </a:lnTo>
                <a:lnTo>
                  <a:pt x="106680" y="103307"/>
                </a:lnTo>
                <a:lnTo>
                  <a:pt x="106459" y="102639"/>
                </a:lnTo>
                <a:lnTo>
                  <a:pt x="106248" y="101965"/>
                </a:lnTo>
                <a:lnTo>
                  <a:pt x="106046" y="101286"/>
                </a:lnTo>
                <a:lnTo>
                  <a:pt x="105853" y="100602"/>
                </a:lnTo>
                <a:lnTo>
                  <a:pt x="105671" y="99912"/>
                </a:lnTo>
                <a:lnTo>
                  <a:pt x="105497" y="99217"/>
                </a:lnTo>
                <a:lnTo>
                  <a:pt x="105333" y="98517"/>
                </a:lnTo>
                <a:lnTo>
                  <a:pt x="105179" y="97811"/>
                </a:lnTo>
                <a:lnTo>
                  <a:pt x="105033" y="97100"/>
                </a:lnTo>
                <a:lnTo>
                  <a:pt x="104898" y="96383"/>
                </a:lnTo>
                <a:lnTo>
                  <a:pt x="104772" y="95661"/>
                </a:lnTo>
                <a:lnTo>
                  <a:pt x="104655" y="94934"/>
                </a:lnTo>
                <a:lnTo>
                  <a:pt x="104548" y="94201"/>
                </a:lnTo>
                <a:lnTo>
                  <a:pt x="104450" y="93463"/>
                </a:lnTo>
                <a:lnTo>
                  <a:pt x="104362" y="92720"/>
                </a:lnTo>
                <a:lnTo>
                  <a:pt x="104283" y="91971"/>
                </a:lnTo>
                <a:lnTo>
                  <a:pt x="104213" y="91217"/>
                </a:lnTo>
                <a:lnTo>
                  <a:pt x="104153" y="90458"/>
                </a:lnTo>
                <a:lnTo>
                  <a:pt x="104103" y="89693"/>
                </a:lnTo>
                <a:lnTo>
                  <a:pt x="104062" y="88923"/>
                </a:lnTo>
                <a:lnTo>
                  <a:pt x="104030" y="88148"/>
                </a:lnTo>
                <a:lnTo>
                  <a:pt x="104008" y="87367"/>
                </a:lnTo>
                <a:lnTo>
                  <a:pt x="103995" y="86581"/>
                </a:lnTo>
                <a:lnTo>
                  <a:pt x="170316" y="86581"/>
                </a:lnTo>
                <a:lnTo>
                  <a:pt x="170332" y="86505"/>
                </a:lnTo>
                <a:lnTo>
                  <a:pt x="170347" y="86425"/>
                </a:lnTo>
                <a:lnTo>
                  <a:pt x="170363" y="86342"/>
                </a:lnTo>
                <a:lnTo>
                  <a:pt x="170377" y="86255"/>
                </a:lnTo>
                <a:lnTo>
                  <a:pt x="170392" y="86163"/>
                </a:lnTo>
                <a:lnTo>
                  <a:pt x="170406" y="86068"/>
                </a:lnTo>
                <a:lnTo>
                  <a:pt x="170420" y="85969"/>
                </a:lnTo>
                <a:lnTo>
                  <a:pt x="170433" y="85866"/>
                </a:lnTo>
                <a:lnTo>
                  <a:pt x="170446" y="85759"/>
                </a:lnTo>
                <a:lnTo>
                  <a:pt x="170459" y="85648"/>
                </a:lnTo>
                <a:lnTo>
                  <a:pt x="170471" y="85533"/>
                </a:lnTo>
                <a:lnTo>
                  <a:pt x="170484" y="85414"/>
                </a:lnTo>
                <a:lnTo>
                  <a:pt x="170495" y="85292"/>
                </a:lnTo>
                <a:lnTo>
                  <a:pt x="170507" y="85165"/>
                </a:lnTo>
                <a:lnTo>
                  <a:pt x="170518" y="85035"/>
                </a:lnTo>
                <a:lnTo>
                  <a:pt x="170529" y="84900"/>
                </a:lnTo>
                <a:lnTo>
                  <a:pt x="170539" y="84762"/>
                </a:lnTo>
                <a:lnTo>
                  <a:pt x="170549" y="84620"/>
                </a:lnTo>
                <a:lnTo>
                  <a:pt x="170559" y="84473"/>
                </a:lnTo>
                <a:lnTo>
                  <a:pt x="170568" y="84323"/>
                </a:lnTo>
                <a:lnTo>
                  <a:pt x="170578" y="84169"/>
                </a:lnTo>
                <a:lnTo>
                  <a:pt x="170586" y="84011"/>
                </a:lnTo>
                <a:lnTo>
                  <a:pt x="170595" y="83850"/>
                </a:lnTo>
                <a:lnTo>
                  <a:pt x="170603" y="83684"/>
                </a:lnTo>
                <a:lnTo>
                  <a:pt x="170611" y="83517"/>
                </a:lnTo>
                <a:lnTo>
                  <a:pt x="170618" y="83352"/>
                </a:lnTo>
                <a:lnTo>
                  <a:pt x="170625" y="83188"/>
                </a:lnTo>
                <a:lnTo>
                  <a:pt x="170632" y="83027"/>
                </a:lnTo>
                <a:lnTo>
                  <a:pt x="170639" y="82867"/>
                </a:lnTo>
                <a:lnTo>
                  <a:pt x="170645" y="82710"/>
                </a:lnTo>
                <a:lnTo>
                  <a:pt x="170651" y="82554"/>
                </a:lnTo>
                <a:lnTo>
                  <a:pt x="170656" y="82400"/>
                </a:lnTo>
                <a:lnTo>
                  <a:pt x="170661" y="82248"/>
                </a:lnTo>
                <a:lnTo>
                  <a:pt x="170666" y="82098"/>
                </a:lnTo>
                <a:lnTo>
                  <a:pt x="170670" y="81949"/>
                </a:lnTo>
                <a:lnTo>
                  <a:pt x="170675" y="81803"/>
                </a:lnTo>
                <a:lnTo>
                  <a:pt x="170678" y="81659"/>
                </a:lnTo>
                <a:lnTo>
                  <a:pt x="170682" y="81516"/>
                </a:lnTo>
                <a:lnTo>
                  <a:pt x="170685" y="81375"/>
                </a:lnTo>
                <a:lnTo>
                  <a:pt x="170688" y="81236"/>
                </a:lnTo>
                <a:lnTo>
                  <a:pt x="170690" y="81099"/>
                </a:lnTo>
                <a:lnTo>
                  <a:pt x="170693" y="80964"/>
                </a:lnTo>
                <a:lnTo>
                  <a:pt x="170694" y="80831"/>
                </a:lnTo>
                <a:lnTo>
                  <a:pt x="170696" y="80699"/>
                </a:lnTo>
                <a:lnTo>
                  <a:pt x="170697" y="80570"/>
                </a:lnTo>
                <a:lnTo>
                  <a:pt x="170698" y="80442"/>
                </a:lnTo>
                <a:lnTo>
                  <a:pt x="170698" y="80317"/>
                </a:lnTo>
                <a:lnTo>
                  <a:pt x="170699" y="80193"/>
                </a:lnTo>
                <a:lnTo>
                  <a:pt x="170680" y="78368"/>
                </a:lnTo>
                <a:lnTo>
                  <a:pt x="170624" y="76579"/>
                </a:lnTo>
                <a:lnTo>
                  <a:pt x="170530" y="74826"/>
                </a:lnTo>
                <a:lnTo>
                  <a:pt x="170399" y="73109"/>
                </a:lnTo>
                <a:lnTo>
                  <a:pt x="170230" y="71428"/>
                </a:lnTo>
                <a:lnTo>
                  <a:pt x="170024" y="69782"/>
                </a:lnTo>
                <a:lnTo>
                  <a:pt x="169780" y="68173"/>
                </a:lnTo>
                <a:lnTo>
                  <a:pt x="169499" y="66599"/>
                </a:lnTo>
                <a:lnTo>
                  <a:pt x="169180" y="65061"/>
                </a:lnTo>
                <a:lnTo>
                  <a:pt x="168824" y="63559"/>
                </a:lnTo>
                <a:lnTo>
                  <a:pt x="168430" y="62092"/>
                </a:lnTo>
                <a:lnTo>
                  <a:pt x="167999" y="60662"/>
                </a:lnTo>
                <a:lnTo>
                  <a:pt x="167530" y="59267"/>
                </a:lnTo>
                <a:lnTo>
                  <a:pt x="167024" y="57908"/>
                </a:lnTo>
                <a:lnTo>
                  <a:pt x="166480" y="56586"/>
                </a:lnTo>
                <a:lnTo>
                  <a:pt x="165899" y="55298"/>
                </a:lnTo>
                <a:lnTo>
                  <a:pt x="165280" y="54047"/>
                </a:lnTo>
                <a:lnTo>
                  <a:pt x="164624" y="52832"/>
                </a:lnTo>
                <a:lnTo>
                  <a:pt x="163931" y="51652"/>
                </a:lnTo>
                <a:lnTo>
                  <a:pt x="163199" y="50508"/>
                </a:lnTo>
                <a:lnTo>
                  <a:pt x="162431" y="49400"/>
                </a:lnTo>
                <a:lnTo>
                  <a:pt x="161625" y="48328"/>
                </a:lnTo>
                <a:lnTo>
                  <a:pt x="160781" y="47292"/>
                </a:lnTo>
                <a:lnTo>
                  <a:pt x="159900" y="46292"/>
                </a:lnTo>
                <a:lnTo>
                  <a:pt x="158986" y="45329"/>
                </a:lnTo>
                <a:lnTo>
                  <a:pt x="158043" y="44408"/>
                </a:lnTo>
                <a:lnTo>
                  <a:pt x="157072" y="43528"/>
                </a:lnTo>
                <a:lnTo>
                  <a:pt x="156072" y="42688"/>
                </a:lnTo>
                <a:lnTo>
                  <a:pt x="155044" y="41890"/>
                </a:lnTo>
                <a:lnTo>
                  <a:pt x="153987" y="41132"/>
                </a:lnTo>
                <a:lnTo>
                  <a:pt x="152901" y="40415"/>
                </a:lnTo>
                <a:lnTo>
                  <a:pt x="151788" y="39740"/>
                </a:lnTo>
                <a:lnTo>
                  <a:pt x="150645" y="39105"/>
                </a:lnTo>
                <a:lnTo>
                  <a:pt x="149474" y="38511"/>
                </a:lnTo>
                <a:lnTo>
                  <a:pt x="148275" y="37959"/>
                </a:lnTo>
                <a:lnTo>
                  <a:pt x="147047" y="37447"/>
                </a:lnTo>
                <a:lnTo>
                  <a:pt x="145790" y="36976"/>
                </a:lnTo>
                <a:lnTo>
                  <a:pt x="144505" y="36546"/>
                </a:lnTo>
                <a:lnTo>
                  <a:pt x="143191" y="36157"/>
                </a:lnTo>
                <a:lnTo>
                  <a:pt x="141849" y="35809"/>
                </a:lnTo>
                <a:lnTo>
                  <a:pt x="140478" y="35502"/>
                </a:lnTo>
                <a:lnTo>
                  <a:pt x="139079" y="35235"/>
                </a:lnTo>
                <a:lnTo>
                  <a:pt x="137651" y="35010"/>
                </a:lnTo>
                <a:lnTo>
                  <a:pt x="136195" y="34826"/>
                </a:lnTo>
                <a:lnTo>
                  <a:pt x="134710" y="34683"/>
                </a:lnTo>
                <a:lnTo>
                  <a:pt x="133196" y="34580"/>
                </a:lnTo>
                <a:lnTo>
                  <a:pt x="131655" y="34519"/>
                </a:lnTo>
                <a:lnTo>
                  <a:pt x="130084" y="34498"/>
                </a:lnTo>
                <a:lnTo>
                  <a:pt x="128898" y="34509"/>
                </a:lnTo>
                <a:lnTo>
                  <a:pt x="127730" y="34542"/>
                </a:lnTo>
                <a:lnTo>
                  <a:pt x="126579" y="34597"/>
                </a:lnTo>
                <a:lnTo>
                  <a:pt x="125445" y="34673"/>
                </a:lnTo>
                <a:lnTo>
                  <a:pt x="124329" y="34772"/>
                </a:lnTo>
                <a:lnTo>
                  <a:pt x="123230" y="34892"/>
                </a:lnTo>
                <a:lnTo>
                  <a:pt x="122149" y="35034"/>
                </a:lnTo>
                <a:lnTo>
                  <a:pt x="121085" y="35198"/>
                </a:lnTo>
                <a:lnTo>
                  <a:pt x="120039" y="35384"/>
                </a:lnTo>
                <a:lnTo>
                  <a:pt x="119010" y="35592"/>
                </a:lnTo>
                <a:lnTo>
                  <a:pt x="117998" y="35821"/>
                </a:lnTo>
                <a:lnTo>
                  <a:pt x="117004" y="36073"/>
                </a:lnTo>
                <a:lnTo>
                  <a:pt x="116027" y="36346"/>
                </a:lnTo>
                <a:lnTo>
                  <a:pt x="115068" y="36642"/>
                </a:lnTo>
                <a:lnTo>
                  <a:pt x="114126" y="36959"/>
                </a:lnTo>
                <a:lnTo>
                  <a:pt x="113201" y="37298"/>
                </a:lnTo>
                <a:lnTo>
                  <a:pt x="112294" y="37658"/>
                </a:lnTo>
                <a:lnTo>
                  <a:pt x="111404" y="38041"/>
                </a:lnTo>
                <a:lnTo>
                  <a:pt x="110532" y="38446"/>
                </a:lnTo>
                <a:lnTo>
                  <a:pt x="109677" y="38872"/>
                </a:lnTo>
                <a:lnTo>
                  <a:pt x="108840" y="39321"/>
                </a:lnTo>
                <a:lnTo>
                  <a:pt x="108020" y="39791"/>
                </a:lnTo>
                <a:lnTo>
                  <a:pt x="107217" y="40283"/>
                </a:lnTo>
                <a:lnTo>
                  <a:pt x="106432" y="40797"/>
                </a:lnTo>
                <a:lnTo>
                  <a:pt x="105664" y="41330"/>
                </a:lnTo>
                <a:lnTo>
                  <a:pt x="104912" y="41880"/>
                </a:lnTo>
                <a:lnTo>
                  <a:pt x="104177" y="42447"/>
                </a:lnTo>
                <a:lnTo>
                  <a:pt x="103459" y="43031"/>
                </a:lnTo>
                <a:lnTo>
                  <a:pt x="102757" y="43632"/>
                </a:lnTo>
                <a:lnTo>
                  <a:pt x="102072" y="44250"/>
                </a:lnTo>
                <a:lnTo>
                  <a:pt x="101403" y="44885"/>
                </a:lnTo>
                <a:lnTo>
                  <a:pt x="100751" y="45537"/>
                </a:lnTo>
                <a:lnTo>
                  <a:pt x="100116" y="46205"/>
                </a:lnTo>
                <a:lnTo>
                  <a:pt x="99497" y="46891"/>
                </a:lnTo>
                <a:lnTo>
                  <a:pt x="98895" y="47593"/>
                </a:lnTo>
                <a:lnTo>
                  <a:pt x="98309" y="48313"/>
                </a:lnTo>
                <a:lnTo>
                  <a:pt x="97740" y="49049"/>
                </a:lnTo>
                <a:lnTo>
                  <a:pt x="97188" y="49802"/>
                </a:lnTo>
                <a:lnTo>
                  <a:pt x="96652" y="50572"/>
                </a:lnTo>
                <a:lnTo>
                  <a:pt x="96132" y="51359"/>
                </a:lnTo>
                <a:lnTo>
                  <a:pt x="95630" y="52163"/>
                </a:lnTo>
                <a:lnTo>
                  <a:pt x="95144" y="52984"/>
                </a:lnTo>
                <a:lnTo>
                  <a:pt x="94674" y="53822"/>
                </a:lnTo>
                <a:lnTo>
                  <a:pt x="94221" y="54676"/>
                </a:lnTo>
                <a:lnTo>
                  <a:pt x="93785" y="55548"/>
                </a:lnTo>
                <a:lnTo>
                  <a:pt x="93365" y="56436"/>
                </a:lnTo>
                <a:lnTo>
                  <a:pt x="92962" y="57342"/>
                </a:lnTo>
                <a:lnTo>
                  <a:pt x="92575" y="58264"/>
                </a:lnTo>
                <a:lnTo>
                  <a:pt x="92205" y="59201"/>
                </a:lnTo>
                <a:lnTo>
                  <a:pt x="91850" y="60150"/>
                </a:lnTo>
                <a:lnTo>
                  <a:pt x="91511" y="61111"/>
                </a:lnTo>
                <a:lnTo>
                  <a:pt x="91188" y="62084"/>
                </a:lnTo>
                <a:lnTo>
                  <a:pt x="90881" y="63069"/>
                </a:lnTo>
                <a:lnTo>
                  <a:pt x="90589" y="64067"/>
                </a:lnTo>
                <a:lnTo>
                  <a:pt x="90314" y="65076"/>
                </a:lnTo>
                <a:lnTo>
                  <a:pt x="90054" y="66098"/>
                </a:lnTo>
                <a:lnTo>
                  <a:pt x="89809" y="67132"/>
                </a:lnTo>
                <a:lnTo>
                  <a:pt x="89581" y="68178"/>
                </a:lnTo>
                <a:lnTo>
                  <a:pt x="89368" y="69236"/>
                </a:lnTo>
                <a:lnTo>
                  <a:pt x="89171" y="70306"/>
                </a:lnTo>
                <a:lnTo>
                  <a:pt x="88990" y="71389"/>
                </a:lnTo>
                <a:lnTo>
                  <a:pt x="88824" y="72483"/>
                </a:lnTo>
                <a:lnTo>
                  <a:pt x="88674" y="73590"/>
                </a:lnTo>
                <a:lnTo>
                  <a:pt x="88540" y="74709"/>
                </a:lnTo>
                <a:lnTo>
                  <a:pt x="88422" y="75840"/>
                </a:lnTo>
                <a:lnTo>
                  <a:pt x="88320" y="76983"/>
                </a:lnTo>
                <a:lnTo>
                  <a:pt x="88233" y="78138"/>
                </a:lnTo>
                <a:lnTo>
                  <a:pt x="88162" y="79305"/>
                </a:lnTo>
                <a:lnTo>
                  <a:pt x="88107" y="80485"/>
                </a:lnTo>
                <a:lnTo>
                  <a:pt x="88068" y="81676"/>
                </a:lnTo>
                <a:lnTo>
                  <a:pt x="88044" y="82880"/>
                </a:lnTo>
                <a:lnTo>
                  <a:pt x="88036" y="84096"/>
                </a:lnTo>
                <a:lnTo>
                  <a:pt x="88044" y="85264"/>
                </a:lnTo>
                <a:lnTo>
                  <a:pt x="88069" y="86422"/>
                </a:lnTo>
                <a:lnTo>
                  <a:pt x="88109" y="87570"/>
                </a:lnTo>
                <a:lnTo>
                  <a:pt x="88166" y="88709"/>
                </a:lnTo>
                <a:lnTo>
                  <a:pt x="88239" y="89837"/>
                </a:lnTo>
                <a:lnTo>
                  <a:pt x="88329" y="90956"/>
                </a:lnTo>
                <a:lnTo>
                  <a:pt x="88434" y="92066"/>
                </a:lnTo>
                <a:lnTo>
                  <a:pt x="88556" y="93165"/>
                </a:lnTo>
                <a:lnTo>
                  <a:pt x="88695" y="94255"/>
                </a:lnTo>
                <a:lnTo>
                  <a:pt x="88849" y="95335"/>
                </a:lnTo>
                <a:lnTo>
                  <a:pt x="89020" y="96406"/>
                </a:lnTo>
                <a:lnTo>
                  <a:pt x="89207" y="97467"/>
                </a:lnTo>
                <a:lnTo>
                  <a:pt x="89410" y="98517"/>
                </a:lnTo>
                <a:lnTo>
                  <a:pt x="89629" y="99559"/>
                </a:lnTo>
                <a:lnTo>
                  <a:pt x="89865" y="100590"/>
                </a:lnTo>
                <a:lnTo>
                  <a:pt x="90117" y="101612"/>
                </a:lnTo>
                <a:lnTo>
                  <a:pt x="90386" y="102624"/>
                </a:lnTo>
                <a:lnTo>
                  <a:pt x="90670" y="103626"/>
                </a:lnTo>
                <a:lnTo>
                  <a:pt x="90971" y="104619"/>
                </a:lnTo>
                <a:lnTo>
                  <a:pt x="91288" y="105601"/>
                </a:lnTo>
                <a:lnTo>
                  <a:pt x="91621" y="106574"/>
                </a:lnTo>
                <a:lnTo>
                  <a:pt x="91971" y="107538"/>
                </a:lnTo>
                <a:lnTo>
                  <a:pt x="92337" y="108491"/>
                </a:lnTo>
                <a:lnTo>
                  <a:pt x="92719" y="109435"/>
                </a:lnTo>
                <a:lnTo>
                  <a:pt x="93118" y="110366"/>
                </a:lnTo>
                <a:lnTo>
                  <a:pt x="93534" y="111280"/>
                </a:lnTo>
                <a:lnTo>
                  <a:pt x="93968" y="112178"/>
                </a:lnTo>
                <a:lnTo>
                  <a:pt x="94419" y="113059"/>
                </a:lnTo>
                <a:lnTo>
                  <a:pt x="94888" y="113924"/>
                </a:lnTo>
                <a:lnTo>
                  <a:pt x="95374" y="114772"/>
                </a:lnTo>
                <a:lnTo>
                  <a:pt x="95877" y="115605"/>
                </a:lnTo>
                <a:lnTo>
                  <a:pt x="96398" y="116421"/>
                </a:lnTo>
                <a:lnTo>
                  <a:pt x="96936" y="117220"/>
                </a:lnTo>
                <a:lnTo>
                  <a:pt x="97492" y="118003"/>
                </a:lnTo>
                <a:lnTo>
                  <a:pt x="98065" y="118770"/>
                </a:lnTo>
                <a:lnTo>
                  <a:pt x="98656" y="119520"/>
                </a:lnTo>
                <a:lnTo>
                  <a:pt x="99264" y="120254"/>
                </a:lnTo>
                <a:lnTo>
                  <a:pt x="99889" y="120972"/>
                </a:lnTo>
                <a:lnTo>
                  <a:pt x="100532" y="121673"/>
                </a:lnTo>
                <a:lnTo>
                  <a:pt x="101192" y="122357"/>
                </a:lnTo>
                <a:lnTo>
                  <a:pt x="101870" y="123026"/>
                </a:lnTo>
                <a:lnTo>
                  <a:pt x="102565" y="123678"/>
                </a:lnTo>
                <a:lnTo>
                  <a:pt x="103277" y="124313"/>
                </a:lnTo>
                <a:lnTo>
                  <a:pt x="104007" y="124933"/>
                </a:lnTo>
                <a:lnTo>
                  <a:pt x="104754" y="125536"/>
                </a:lnTo>
                <a:lnTo>
                  <a:pt x="105519" y="126122"/>
                </a:lnTo>
                <a:lnTo>
                  <a:pt x="106301" y="126692"/>
                </a:lnTo>
                <a:lnTo>
                  <a:pt x="107101" y="127246"/>
                </a:lnTo>
                <a:lnTo>
                  <a:pt x="107919" y="127780"/>
                </a:lnTo>
                <a:lnTo>
                  <a:pt x="108756" y="128291"/>
                </a:lnTo>
                <a:lnTo>
                  <a:pt x="109612" y="128779"/>
                </a:lnTo>
                <a:lnTo>
                  <a:pt x="110487" y="129245"/>
                </a:lnTo>
                <a:lnTo>
                  <a:pt x="111381" y="129688"/>
                </a:lnTo>
                <a:lnTo>
                  <a:pt x="112294" y="130108"/>
                </a:lnTo>
                <a:lnTo>
                  <a:pt x="113227" y="130506"/>
                </a:lnTo>
                <a:lnTo>
                  <a:pt x="114178" y="130881"/>
                </a:lnTo>
                <a:lnTo>
                  <a:pt x="115149" y="131233"/>
                </a:lnTo>
                <a:lnTo>
                  <a:pt x="116138" y="131562"/>
                </a:lnTo>
                <a:lnTo>
                  <a:pt x="117147" y="131869"/>
                </a:lnTo>
                <a:lnTo>
                  <a:pt x="118174" y="132153"/>
                </a:lnTo>
                <a:lnTo>
                  <a:pt x="119221" y="132414"/>
                </a:lnTo>
                <a:lnTo>
                  <a:pt x="120287" y="132653"/>
                </a:lnTo>
                <a:lnTo>
                  <a:pt x="121372" y="132869"/>
                </a:lnTo>
                <a:lnTo>
                  <a:pt x="122476" y="133062"/>
                </a:lnTo>
                <a:lnTo>
                  <a:pt x="123599" y="133232"/>
                </a:lnTo>
                <a:lnTo>
                  <a:pt x="124741" y="133380"/>
                </a:lnTo>
                <a:lnTo>
                  <a:pt x="125903" y="133505"/>
                </a:lnTo>
                <a:lnTo>
                  <a:pt x="127083" y="133607"/>
                </a:lnTo>
                <a:lnTo>
                  <a:pt x="128283" y="133687"/>
                </a:lnTo>
                <a:lnTo>
                  <a:pt x="129501" y="133743"/>
                </a:lnTo>
                <a:lnTo>
                  <a:pt x="130739" y="133778"/>
                </a:lnTo>
                <a:lnTo>
                  <a:pt x="131995" y="133789"/>
                </a:lnTo>
                <a:lnTo>
                  <a:pt x="132969" y="133782"/>
                </a:lnTo>
                <a:lnTo>
                  <a:pt x="133932" y="133761"/>
                </a:lnTo>
                <a:lnTo>
                  <a:pt x="134885" y="133727"/>
                </a:lnTo>
                <a:lnTo>
                  <a:pt x="135826" y="133678"/>
                </a:lnTo>
                <a:lnTo>
                  <a:pt x="136756" y="133616"/>
                </a:lnTo>
                <a:close/>
                <a:moveTo>
                  <a:pt x="104771" y="69461"/>
                </a:moveTo>
                <a:lnTo>
                  <a:pt x="104966" y="68437"/>
                </a:lnTo>
                <a:lnTo>
                  <a:pt x="105180" y="67436"/>
                </a:lnTo>
                <a:lnTo>
                  <a:pt x="105413" y="66459"/>
                </a:lnTo>
                <a:lnTo>
                  <a:pt x="105665" y="65504"/>
                </a:lnTo>
                <a:lnTo>
                  <a:pt x="105937" y="64572"/>
                </a:lnTo>
                <a:lnTo>
                  <a:pt x="106229" y="63663"/>
                </a:lnTo>
                <a:lnTo>
                  <a:pt x="106540" y="62777"/>
                </a:lnTo>
                <a:lnTo>
                  <a:pt x="106870" y="61914"/>
                </a:lnTo>
                <a:lnTo>
                  <a:pt x="107219" y="61074"/>
                </a:lnTo>
                <a:lnTo>
                  <a:pt x="107589" y="60256"/>
                </a:lnTo>
                <a:lnTo>
                  <a:pt x="107977" y="59462"/>
                </a:lnTo>
                <a:lnTo>
                  <a:pt x="108385" y="58690"/>
                </a:lnTo>
                <a:lnTo>
                  <a:pt x="108812" y="57942"/>
                </a:lnTo>
                <a:lnTo>
                  <a:pt x="109259" y="57216"/>
                </a:lnTo>
                <a:lnTo>
                  <a:pt x="109725" y="56513"/>
                </a:lnTo>
                <a:lnTo>
                  <a:pt x="110211" y="55833"/>
                </a:lnTo>
                <a:lnTo>
                  <a:pt x="110716" y="55176"/>
                </a:lnTo>
                <a:lnTo>
                  <a:pt x="111240" y="54542"/>
                </a:lnTo>
                <a:lnTo>
                  <a:pt x="111784" y="53931"/>
                </a:lnTo>
                <a:lnTo>
                  <a:pt x="112346" y="53343"/>
                </a:lnTo>
                <a:lnTo>
                  <a:pt x="112925" y="52781"/>
                </a:lnTo>
                <a:lnTo>
                  <a:pt x="113522" y="52243"/>
                </a:lnTo>
                <a:lnTo>
                  <a:pt x="114137" y="51731"/>
                </a:lnTo>
                <a:lnTo>
                  <a:pt x="114769" y="51243"/>
                </a:lnTo>
                <a:lnTo>
                  <a:pt x="115418" y="50781"/>
                </a:lnTo>
                <a:lnTo>
                  <a:pt x="116085" y="50343"/>
                </a:lnTo>
                <a:lnTo>
                  <a:pt x="116769" y="49931"/>
                </a:lnTo>
                <a:lnTo>
                  <a:pt x="117470" y="49543"/>
                </a:lnTo>
                <a:lnTo>
                  <a:pt x="118189" y="49181"/>
                </a:lnTo>
                <a:lnTo>
                  <a:pt x="118926" y="48843"/>
                </a:lnTo>
                <a:lnTo>
                  <a:pt x="119680" y="48531"/>
                </a:lnTo>
                <a:lnTo>
                  <a:pt x="120451" y="48243"/>
                </a:lnTo>
                <a:lnTo>
                  <a:pt x="121239" y="47981"/>
                </a:lnTo>
                <a:lnTo>
                  <a:pt x="122046" y="47743"/>
                </a:lnTo>
                <a:lnTo>
                  <a:pt x="122869" y="47531"/>
                </a:lnTo>
                <a:lnTo>
                  <a:pt x="123710" y="47343"/>
                </a:lnTo>
                <a:lnTo>
                  <a:pt x="124568" y="47181"/>
                </a:lnTo>
                <a:lnTo>
                  <a:pt x="125444" y="47043"/>
                </a:lnTo>
                <a:lnTo>
                  <a:pt x="126337" y="46931"/>
                </a:lnTo>
                <a:lnTo>
                  <a:pt x="127248" y="46843"/>
                </a:lnTo>
                <a:lnTo>
                  <a:pt x="128176" y="46781"/>
                </a:lnTo>
                <a:lnTo>
                  <a:pt x="129121" y="46743"/>
                </a:lnTo>
                <a:lnTo>
                  <a:pt x="130084" y="46731"/>
                </a:lnTo>
                <a:lnTo>
                  <a:pt x="131039" y="46743"/>
                </a:lnTo>
                <a:lnTo>
                  <a:pt x="131976" y="46781"/>
                </a:lnTo>
                <a:lnTo>
                  <a:pt x="132896" y="46844"/>
                </a:lnTo>
                <a:lnTo>
                  <a:pt x="133798" y="46932"/>
                </a:lnTo>
                <a:lnTo>
                  <a:pt x="134682" y="47045"/>
                </a:lnTo>
                <a:lnTo>
                  <a:pt x="135549" y="47184"/>
                </a:lnTo>
                <a:lnTo>
                  <a:pt x="136398" y="47347"/>
                </a:lnTo>
                <a:lnTo>
                  <a:pt x="137230" y="47536"/>
                </a:lnTo>
                <a:lnTo>
                  <a:pt x="138044" y="47750"/>
                </a:lnTo>
                <a:lnTo>
                  <a:pt x="138841" y="47989"/>
                </a:lnTo>
                <a:lnTo>
                  <a:pt x="139620" y="48254"/>
                </a:lnTo>
                <a:lnTo>
                  <a:pt x="140381" y="48543"/>
                </a:lnTo>
                <a:lnTo>
                  <a:pt x="141125" y="48858"/>
                </a:lnTo>
                <a:lnTo>
                  <a:pt x="141851" y="49198"/>
                </a:lnTo>
                <a:lnTo>
                  <a:pt x="142560" y="49563"/>
                </a:lnTo>
                <a:lnTo>
                  <a:pt x="143251" y="49953"/>
                </a:lnTo>
                <a:lnTo>
                  <a:pt x="143924" y="50369"/>
                </a:lnTo>
                <a:lnTo>
                  <a:pt x="144580" y="50809"/>
                </a:lnTo>
                <a:lnTo>
                  <a:pt x="145218" y="51275"/>
                </a:lnTo>
                <a:lnTo>
                  <a:pt x="145839" y="51766"/>
                </a:lnTo>
                <a:lnTo>
                  <a:pt x="146442" y="52282"/>
                </a:lnTo>
                <a:lnTo>
                  <a:pt x="147027" y="52823"/>
                </a:lnTo>
                <a:lnTo>
                  <a:pt x="147595" y="53390"/>
                </a:lnTo>
                <a:lnTo>
                  <a:pt x="148146" y="53981"/>
                </a:lnTo>
                <a:lnTo>
                  <a:pt x="148676" y="54597"/>
                </a:lnTo>
                <a:lnTo>
                  <a:pt x="149185" y="55234"/>
                </a:lnTo>
                <a:lnTo>
                  <a:pt x="149673" y="55894"/>
                </a:lnTo>
                <a:lnTo>
                  <a:pt x="150139" y="56576"/>
                </a:lnTo>
                <a:lnTo>
                  <a:pt x="150584" y="57281"/>
                </a:lnTo>
                <a:lnTo>
                  <a:pt x="151006" y="58008"/>
                </a:lnTo>
                <a:lnTo>
                  <a:pt x="151408" y="58758"/>
                </a:lnTo>
                <a:lnTo>
                  <a:pt x="151788" y="59529"/>
                </a:lnTo>
                <a:lnTo>
                  <a:pt x="152146" y="60324"/>
                </a:lnTo>
                <a:lnTo>
                  <a:pt x="152482" y="61140"/>
                </a:lnTo>
                <a:lnTo>
                  <a:pt x="152797" y="61979"/>
                </a:lnTo>
                <a:lnTo>
                  <a:pt x="153091" y="62840"/>
                </a:lnTo>
                <a:lnTo>
                  <a:pt x="153363" y="63724"/>
                </a:lnTo>
                <a:lnTo>
                  <a:pt x="153613" y="64630"/>
                </a:lnTo>
                <a:lnTo>
                  <a:pt x="153842" y="65559"/>
                </a:lnTo>
                <a:lnTo>
                  <a:pt x="154049" y="66510"/>
                </a:lnTo>
                <a:lnTo>
                  <a:pt x="154235" y="67483"/>
                </a:lnTo>
                <a:lnTo>
                  <a:pt x="154399" y="68478"/>
                </a:lnTo>
                <a:lnTo>
                  <a:pt x="154541" y="69496"/>
                </a:lnTo>
                <a:lnTo>
                  <a:pt x="154662" y="70537"/>
                </a:lnTo>
                <a:lnTo>
                  <a:pt x="154762" y="71599"/>
                </a:lnTo>
                <a:lnTo>
                  <a:pt x="154840" y="72684"/>
                </a:lnTo>
                <a:lnTo>
                  <a:pt x="154896" y="73792"/>
                </a:lnTo>
                <a:lnTo>
                  <a:pt x="154931" y="74922"/>
                </a:lnTo>
                <a:lnTo>
                  <a:pt x="104091" y="74922"/>
                </a:lnTo>
                <a:lnTo>
                  <a:pt x="104188" y="73784"/>
                </a:lnTo>
                <a:lnTo>
                  <a:pt x="104305" y="72669"/>
                </a:lnTo>
                <a:lnTo>
                  <a:pt x="104441" y="71576"/>
                </a:lnTo>
                <a:lnTo>
                  <a:pt x="104596" y="70507"/>
                </a:lnTo>
                <a:lnTo>
                  <a:pt x="104771" y="69461"/>
                </a:lnTo>
                <a:close/>
                <a:moveTo>
                  <a:pt x="244007" y="133616"/>
                </a:moveTo>
                <a:lnTo>
                  <a:pt x="244927" y="133540"/>
                </a:lnTo>
                <a:lnTo>
                  <a:pt x="245835" y="133449"/>
                </a:lnTo>
                <a:lnTo>
                  <a:pt x="246732" y="133346"/>
                </a:lnTo>
                <a:lnTo>
                  <a:pt x="247619" y="133228"/>
                </a:lnTo>
                <a:lnTo>
                  <a:pt x="248494" y="133096"/>
                </a:lnTo>
                <a:lnTo>
                  <a:pt x="249359" y="132951"/>
                </a:lnTo>
                <a:lnTo>
                  <a:pt x="250213" y="132791"/>
                </a:lnTo>
                <a:lnTo>
                  <a:pt x="251055" y="132618"/>
                </a:lnTo>
                <a:lnTo>
                  <a:pt x="251887" y="132431"/>
                </a:lnTo>
                <a:lnTo>
                  <a:pt x="252708" y="132230"/>
                </a:lnTo>
                <a:lnTo>
                  <a:pt x="253517" y="132016"/>
                </a:lnTo>
                <a:lnTo>
                  <a:pt x="254316" y="131787"/>
                </a:lnTo>
                <a:lnTo>
                  <a:pt x="255104" y="131545"/>
                </a:lnTo>
                <a:lnTo>
                  <a:pt x="255881" y="131288"/>
                </a:lnTo>
                <a:lnTo>
                  <a:pt x="256647" y="131018"/>
                </a:lnTo>
                <a:lnTo>
                  <a:pt x="257402" y="130734"/>
                </a:lnTo>
                <a:lnTo>
                  <a:pt x="258146" y="130436"/>
                </a:lnTo>
                <a:lnTo>
                  <a:pt x="258879" y="130125"/>
                </a:lnTo>
                <a:lnTo>
                  <a:pt x="259602" y="129799"/>
                </a:lnTo>
                <a:lnTo>
                  <a:pt x="260312" y="129461"/>
                </a:lnTo>
                <a:lnTo>
                  <a:pt x="261009" y="129110"/>
                </a:lnTo>
                <a:lnTo>
                  <a:pt x="261692" y="128749"/>
                </a:lnTo>
                <a:lnTo>
                  <a:pt x="262362" y="128375"/>
                </a:lnTo>
                <a:lnTo>
                  <a:pt x="263019" y="127990"/>
                </a:lnTo>
                <a:lnTo>
                  <a:pt x="263663" y="127593"/>
                </a:lnTo>
                <a:lnTo>
                  <a:pt x="264294" y="127185"/>
                </a:lnTo>
                <a:lnTo>
                  <a:pt x="264911" y="126765"/>
                </a:lnTo>
                <a:lnTo>
                  <a:pt x="265515" y="126333"/>
                </a:lnTo>
                <a:lnTo>
                  <a:pt x="266105" y="125890"/>
                </a:lnTo>
                <a:lnTo>
                  <a:pt x="266683" y="125435"/>
                </a:lnTo>
                <a:lnTo>
                  <a:pt x="267247" y="124969"/>
                </a:lnTo>
                <a:lnTo>
                  <a:pt x="267798" y="124491"/>
                </a:lnTo>
                <a:lnTo>
                  <a:pt x="268335" y="124001"/>
                </a:lnTo>
                <a:lnTo>
                  <a:pt x="268859" y="123499"/>
                </a:lnTo>
                <a:lnTo>
                  <a:pt x="269370" y="122986"/>
                </a:lnTo>
                <a:lnTo>
                  <a:pt x="269868" y="122462"/>
                </a:lnTo>
                <a:lnTo>
                  <a:pt x="270353" y="121925"/>
                </a:lnTo>
                <a:lnTo>
                  <a:pt x="270824" y="121377"/>
                </a:lnTo>
                <a:lnTo>
                  <a:pt x="271282" y="120818"/>
                </a:lnTo>
                <a:lnTo>
                  <a:pt x="271726" y="120246"/>
                </a:lnTo>
                <a:lnTo>
                  <a:pt x="272158" y="119664"/>
                </a:lnTo>
                <a:lnTo>
                  <a:pt x="272576" y="119069"/>
                </a:lnTo>
                <a:lnTo>
                  <a:pt x="272981" y="118463"/>
                </a:lnTo>
                <a:lnTo>
                  <a:pt x="273371" y="117846"/>
                </a:lnTo>
                <a:lnTo>
                  <a:pt x="273746" y="117219"/>
                </a:lnTo>
                <a:lnTo>
                  <a:pt x="274105" y="116583"/>
                </a:lnTo>
                <a:lnTo>
                  <a:pt x="274449" y="115937"/>
                </a:lnTo>
                <a:lnTo>
                  <a:pt x="274777" y="115281"/>
                </a:lnTo>
                <a:lnTo>
                  <a:pt x="275089" y="114616"/>
                </a:lnTo>
                <a:lnTo>
                  <a:pt x="275386" y="113940"/>
                </a:lnTo>
                <a:lnTo>
                  <a:pt x="275667" y="113255"/>
                </a:lnTo>
                <a:lnTo>
                  <a:pt x="275933" y="112561"/>
                </a:lnTo>
                <a:lnTo>
                  <a:pt x="276183" y="111856"/>
                </a:lnTo>
                <a:lnTo>
                  <a:pt x="276417" y="111142"/>
                </a:lnTo>
                <a:lnTo>
                  <a:pt x="276636" y="110418"/>
                </a:lnTo>
                <a:lnTo>
                  <a:pt x="276839" y="109684"/>
                </a:lnTo>
                <a:lnTo>
                  <a:pt x="277027" y="108940"/>
                </a:lnTo>
                <a:lnTo>
                  <a:pt x="277199" y="108187"/>
                </a:lnTo>
                <a:lnTo>
                  <a:pt x="277355" y="107424"/>
                </a:lnTo>
                <a:lnTo>
                  <a:pt x="277496" y="106651"/>
                </a:lnTo>
                <a:lnTo>
                  <a:pt x="277621" y="105869"/>
                </a:lnTo>
                <a:lnTo>
                  <a:pt x="277731" y="105076"/>
                </a:lnTo>
                <a:lnTo>
                  <a:pt x="277825" y="104274"/>
                </a:lnTo>
                <a:lnTo>
                  <a:pt x="277904" y="103463"/>
                </a:lnTo>
                <a:lnTo>
                  <a:pt x="277966" y="102641"/>
                </a:lnTo>
                <a:lnTo>
                  <a:pt x="278014" y="101810"/>
                </a:lnTo>
                <a:lnTo>
                  <a:pt x="278045" y="100969"/>
                </a:lnTo>
                <a:lnTo>
                  <a:pt x="262277" y="100969"/>
                </a:lnTo>
                <a:lnTo>
                  <a:pt x="262244" y="101789"/>
                </a:lnTo>
                <a:lnTo>
                  <a:pt x="262190" y="102594"/>
                </a:lnTo>
                <a:lnTo>
                  <a:pt x="262116" y="103382"/>
                </a:lnTo>
                <a:lnTo>
                  <a:pt x="262023" y="104154"/>
                </a:lnTo>
                <a:lnTo>
                  <a:pt x="261909" y="104910"/>
                </a:lnTo>
                <a:lnTo>
                  <a:pt x="261776" y="105649"/>
                </a:lnTo>
                <a:lnTo>
                  <a:pt x="261622" y="106372"/>
                </a:lnTo>
                <a:lnTo>
                  <a:pt x="261449" y="107080"/>
                </a:lnTo>
                <a:lnTo>
                  <a:pt x="261256" y="107770"/>
                </a:lnTo>
                <a:lnTo>
                  <a:pt x="261043" y="108445"/>
                </a:lnTo>
                <a:lnTo>
                  <a:pt x="260810" y="109103"/>
                </a:lnTo>
                <a:lnTo>
                  <a:pt x="260557" y="109746"/>
                </a:lnTo>
                <a:lnTo>
                  <a:pt x="260285" y="110372"/>
                </a:lnTo>
                <a:lnTo>
                  <a:pt x="259992" y="110981"/>
                </a:lnTo>
                <a:lnTo>
                  <a:pt x="259679" y="111575"/>
                </a:lnTo>
                <a:lnTo>
                  <a:pt x="259347" y="112152"/>
                </a:lnTo>
                <a:lnTo>
                  <a:pt x="258994" y="112714"/>
                </a:lnTo>
                <a:lnTo>
                  <a:pt x="258622" y="113258"/>
                </a:lnTo>
                <a:lnTo>
                  <a:pt x="258230" y="113787"/>
                </a:lnTo>
                <a:lnTo>
                  <a:pt x="257818" y="114300"/>
                </a:lnTo>
                <a:lnTo>
                  <a:pt x="257386" y="114796"/>
                </a:lnTo>
                <a:lnTo>
                  <a:pt x="256934" y="115276"/>
                </a:lnTo>
                <a:lnTo>
                  <a:pt x="256462" y="115740"/>
                </a:lnTo>
                <a:lnTo>
                  <a:pt x="255970" y="116187"/>
                </a:lnTo>
                <a:lnTo>
                  <a:pt x="255460" y="116618"/>
                </a:lnTo>
                <a:lnTo>
                  <a:pt x="254934" y="117030"/>
                </a:lnTo>
                <a:lnTo>
                  <a:pt x="254392" y="117423"/>
                </a:lnTo>
                <a:lnTo>
                  <a:pt x="253833" y="117799"/>
                </a:lnTo>
                <a:lnTo>
                  <a:pt x="253258" y="118156"/>
                </a:lnTo>
                <a:lnTo>
                  <a:pt x="252667" y="118495"/>
                </a:lnTo>
                <a:lnTo>
                  <a:pt x="252060" y="118815"/>
                </a:lnTo>
                <a:lnTo>
                  <a:pt x="251436" y="119117"/>
                </a:lnTo>
                <a:lnTo>
                  <a:pt x="250796" y="119401"/>
                </a:lnTo>
                <a:lnTo>
                  <a:pt x="250140" y="119667"/>
                </a:lnTo>
                <a:lnTo>
                  <a:pt x="249468" y="119914"/>
                </a:lnTo>
                <a:lnTo>
                  <a:pt x="248779" y="120143"/>
                </a:lnTo>
                <a:lnTo>
                  <a:pt x="248074" y="120353"/>
                </a:lnTo>
                <a:lnTo>
                  <a:pt x="247353" y="120546"/>
                </a:lnTo>
                <a:lnTo>
                  <a:pt x="246615" y="120720"/>
                </a:lnTo>
                <a:lnTo>
                  <a:pt x="245862" y="120875"/>
                </a:lnTo>
                <a:lnTo>
                  <a:pt x="245092" y="121013"/>
                </a:lnTo>
                <a:lnTo>
                  <a:pt x="244306" y="121132"/>
                </a:lnTo>
                <a:lnTo>
                  <a:pt x="243503" y="121232"/>
                </a:lnTo>
                <a:lnTo>
                  <a:pt x="242684" y="121315"/>
                </a:lnTo>
                <a:lnTo>
                  <a:pt x="241849" y="121379"/>
                </a:lnTo>
                <a:lnTo>
                  <a:pt x="240998" y="121425"/>
                </a:lnTo>
                <a:lnTo>
                  <a:pt x="240130" y="121452"/>
                </a:lnTo>
                <a:lnTo>
                  <a:pt x="239247" y="121461"/>
                </a:lnTo>
                <a:lnTo>
                  <a:pt x="238417" y="121453"/>
                </a:lnTo>
                <a:lnTo>
                  <a:pt x="237601" y="121428"/>
                </a:lnTo>
                <a:lnTo>
                  <a:pt x="236799" y="121386"/>
                </a:lnTo>
                <a:lnTo>
                  <a:pt x="236011" y="121328"/>
                </a:lnTo>
                <a:lnTo>
                  <a:pt x="235236" y="121254"/>
                </a:lnTo>
                <a:lnTo>
                  <a:pt x="234474" y="121162"/>
                </a:lnTo>
                <a:lnTo>
                  <a:pt x="233727" y="121054"/>
                </a:lnTo>
                <a:lnTo>
                  <a:pt x="232993" y="120930"/>
                </a:lnTo>
                <a:lnTo>
                  <a:pt x="232272" y="120788"/>
                </a:lnTo>
                <a:lnTo>
                  <a:pt x="231565" y="120631"/>
                </a:lnTo>
                <a:lnTo>
                  <a:pt x="230872" y="120456"/>
                </a:lnTo>
                <a:lnTo>
                  <a:pt x="230192" y="120265"/>
                </a:lnTo>
                <a:lnTo>
                  <a:pt x="229526" y="120058"/>
                </a:lnTo>
                <a:lnTo>
                  <a:pt x="228873" y="119833"/>
                </a:lnTo>
                <a:lnTo>
                  <a:pt x="228234" y="119592"/>
                </a:lnTo>
                <a:lnTo>
                  <a:pt x="227609" y="119335"/>
                </a:lnTo>
                <a:lnTo>
                  <a:pt x="226997" y="119061"/>
                </a:lnTo>
                <a:lnTo>
                  <a:pt x="226399" y="118770"/>
                </a:lnTo>
                <a:lnTo>
                  <a:pt x="225815" y="118463"/>
                </a:lnTo>
                <a:lnTo>
                  <a:pt x="225244" y="118139"/>
                </a:lnTo>
                <a:lnTo>
                  <a:pt x="224687" y="117798"/>
                </a:lnTo>
                <a:lnTo>
                  <a:pt x="224143" y="117441"/>
                </a:lnTo>
                <a:lnTo>
                  <a:pt x="223613" y="117067"/>
                </a:lnTo>
                <a:lnTo>
                  <a:pt x="223096" y="116677"/>
                </a:lnTo>
                <a:lnTo>
                  <a:pt x="222592" y="116273"/>
                </a:lnTo>
                <a:lnTo>
                  <a:pt x="222100" y="115858"/>
                </a:lnTo>
                <a:lnTo>
                  <a:pt x="221619" y="115432"/>
                </a:lnTo>
                <a:lnTo>
                  <a:pt x="221149" y="114995"/>
                </a:lnTo>
                <a:lnTo>
                  <a:pt x="220691" y="114547"/>
                </a:lnTo>
                <a:lnTo>
                  <a:pt x="220244" y="114089"/>
                </a:lnTo>
                <a:lnTo>
                  <a:pt x="219809" y="113619"/>
                </a:lnTo>
                <a:lnTo>
                  <a:pt x="219385" y="113139"/>
                </a:lnTo>
                <a:lnTo>
                  <a:pt x="218973" y="112648"/>
                </a:lnTo>
                <a:lnTo>
                  <a:pt x="218572" y="112145"/>
                </a:lnTo>
                <a:lnTo>
                  <a:pt x="218183" y="111632"/>
                </a:lnTo>
                <a:lnTo>
                  <a:pt x="217805" y="111108"/>
                </a:lnTo>
                <a:lnTo>
                  <a:pt x="217438" y="110573"/>
                </a:lnTo>
                <a:lnTo>
                  <a:pt x="217083" y="110028"/>
                </a:lnTo>
                <a:lnTo>
                  <a:pt x="216739" y="109471"/>
                </a:lnTo>
                <a:lnTo>
                  <a:pt x="216407" y="108903"/>
                </a:lnTo>
                <a:lnTo>
                  <a:pt x="216086" y="108325"/>
                </a:lnTo>
                <a:lnTo>
                  <a:pt x="215777" y="107735"/>
                </a:lnTo>
                <a:lnTo>
                  <a:pt x="215479" y="107135"/>
                </a:lnTo>
                <a:lnTo>
                  <a:pt x="215193" y="106524"/>
                </a:lnTo>
                <a:lnTo>
                  <a:pt x="214918" y="105902"/>
                </a:lnTo>
                <a:lnTo>
                  <a:pt x="214654" y="105269"/>
                </a:lnTo>
                <a:lnTo>
                  <a:pt x="214402" y="104625"/>
                </a:lnTo>
                <a:lnTo>
                  <a:pt x="214161" y="103970"/>
                </a:lnTo>
                <a:lnTo>
                  <a:pt x="213931" y="103307"/>
                </a:lnTo>
                <a:lnTo>
                  <a:pt x="213710" y="102639"/>
                </a:lnTo>
                <a:lnTo>
                  <a:pt x="213499" y="101965"/>
                </a:lnTo>
                <a:lnTo>
                  <a:pt x="213297" y="101286"/>
                </a:lnTo>
                <a:lnTo>
                  <a:pt x="213105" y="100602"/>
                </a:lnTo>
                <a:lnTo>
                  <a:pt x="212922" y="99912"/>
                </a:lnTo>
                <a:lnTo>
                  <a:pt x="212748" y="99217"/>
                </a:lnTo>
                <a:lnTo>
                  <a:pt x="212584" y="98517"/>
                </a:lnTo>
                <a:lnTo>
                  <a:pt x="212430" y="97811"/>
                </a:lnTo>
                <a:lnTo>
                  <a:pt x="212285" y="97100"/>
                </a:lnTo>
                <a:lnTo>
                  <a:pt x="212149" y="96383"/>
                </a:lnTo>
                <a:lnTo>
                  <a:pt x="212023" y="95661"/>
                </a:lnTo>
                <a:lnTo>
                  <a:pt x="211906" y="94934"/>
                </a:lnTo>
                <a:lnTo>
                  <a:pt x="211799" y="94201"/>
                </a:lnTo>
                <a:lnTo>
                  <a:pt x="211701" y="93463"/>
                </a:lnTo>
                <a:lnTo>
                  <a:pt x="211613" y="92720"/>
                </a:lnTo>
                <a:lnTo>
                  <a:pt x="211534" y="91971"/>
                </a:lnTo>
                <a:lnTo>
                  <a:pt x="211465" y="91217"/>
                </a:lnTo>
                <a:lnTo>
                  <a:pt x="211405" y="90458"/>
                </a:lnTo>
                <a:lnTo>
                  <a:pt x="211354" y="89693"/>
                </a:lnTo>
                <a:lnTo>
                  <a:pt x="211313" y="88923"/>
                </a:lnTo>
                <a:lnTo>
                  <a:pt x="211281" y="88148"/>
                </a:lnTo>
                <a:lnTo>
                  <a:pt x="211259" y="87367"/>
                </a:lnTo>
                <a:lnTo>
                  <a:pt x="211247" y="86581"/>
                </a:lnTo>
                <a:lnTo>
                  <a:pt x="277568" y="86581"/>
                </a:lnTo>
                <a:lnTo>
                  <a:pt x="277583" y="86505"/>
                </a:lnTo>
                <a:lnTo>
                  <a:pt x="277599" y="86425"/>
                </a:lnTo>
                <a:lnTo>
                  <a:pt x="277614" y="86342"/>
                </a:lnTo>
                <a:lnTo>
                  <a:pt x="277629" y="86255"/>
                </a:lnTo>
                <a:lnTo>
                  <a:pt x="277643" y="86163"/>
                </a:lnTo>
                <a:lnTo>
                  <a:pt x="277657" y="86068"/>
                </a:lnTo>
                <a:lnTo>
                  <a:pt x="277671" y="85969"/>
                </a:lnTo>
                <a:lnTo>
                  <a:pt x="277684" y="85866"/>
                </a:lnTo>
                <a:lnTo>
                  <a:pt x="277697" y="85759"/>
                </a:lnTo>
                <a:lnTo>
                  <a:pt x="277710" y="85648"/>
                </a:lnTo>
                <a:lnTo>
                  <a:pt x="277723" y="85533"/>
                </a:lnTo>
                <a:lnTo>
                  <a:pt x="277735" y="85414"/>
                </a:lnTo>
                <a:lnTo>
                  <a:pt x="277747" y="85292"/>
                </a:lnTo>
                <a:lnTo>
                  <a:pt x="277758" y="85165"/>
                </a:lnTo>
                <a:lnTo>
                  <a:pt x="277769" y="85035"/>
                </a:lnTo>
                <a:lnTo>
                  <a:pt x="277780" y="84900"/>
                </a:lnTo>
                <a:lnTo>
                  <a:pt x="277790" y="84762"/>
                </a:lnTo>
                <a:lnTo>
                  <a:pt x="277801" y="84620"/>
                </a:lnTo>
                <a:lnTo>
                  <a:pt x="277810" y="84473"/>
                </a:lnTo>
                <a:lnTo>
                  <a:pt x="277820" y="84323"/>
                </a:lnTo>
                <a:lnTo>
                  <a:pt x="277829" y="84169"/>
                </a:lnTo>
                <a:lnTo>
                  <a:pt x="277838" y="84011"/>
                </a:lnTo>
                <a:lnTo>
                  <a:pt x="277846" y="83850"/>
                </a:lnTo>
                <a:lnTo>
                  <a:pt x="277854" y="83684"/>
                </a:lnTo>
                <a:lnTo>
                  <a:pt x="277862" y="83517"/>
                </a:lnTo>
                <a:lnTo>
                  <a:pt x="277870" y="83352"/>
                </a:lnTo>
                <a:lnTo>
                  <a:pt x="277877" y="83188"/>
                </a:lnTo>
                <a:lnTo>
                  <a:pt x="277883" y="83027"/>
                </a:lnTo>
                <a:lnTo>
                  <a:pt x="277890" y="82867"/>
                </a:lnTo>
                <a:lnTo>
                  <a:pt x="277896" y="82710"/>
                </a:lnTo>
                <a:lnTo>
                  <a:pt x="277902" y="82554"/>
                </a:lnTo>
                <a:lnTo>
                  <a:pt x="277907" y="82400"/>
                </a:lnTo>
                <a:lnTo>
                  <a:pt x="277913" y="82248"/>
                </a:lnTo>
                <a:lnTo>
                  <a:pt x="277917" y="82098"/>
                </a:lnTo>
                <a:lnTo>
                  <a:pt x="277922" y="81949"/>
                </a:lnTo>
                <a:lnTo>
                  <a:pt x="277926" y="81803"/>
                </a:lnTo>
                <a:lnTo>
                  <a:pt x="277930" y="81659"/>
                </a:lnTo>
                <a:lnTo>
                  <a:pt x="277933" y="81516"/>
                </a:lnTo>
                <a:lnTo>
                  <a:pt x="277936" y="81375"/>
                </a:lnTo>
                <a:lnTo>
                  <a:pt x="277939" y="81236"/>
                </a:lnTo>
                <a:lnTo>
                  <a:pt x="277942" y="81099"/>
                </a:lnTo>
                <a:lnTo>
                  <a:pt x="277944" y="80964"/>
                </a:lnTo>
                <a:lnTo>
                  <a:pt x="277946" y="80831"/>
                </a:lnTo>
                <a:lnTo>
                  <a:pt x="277947" y="80699"/>
                </a:lnTo>
                <a:lnTo>
                  <a:pt x="277948" y="80570"/>
                </a:lnTo>
                <a:lnTo>
                  <a:pt x="277949" y="80442"/>
                </a:lnTo>
                <a:lnTo>
                  <a:pt x="277950" y="80317"/>
                </a:lnTo>
                <a:lnTo>
                  <a:pt x="277950" y="80193"/>
                </a:lnTo>
                <a:lnTo>
                  <a:pt x="277931" y="78368"/>
                </a:lnTo>
                <a:lnTo>
                  <a:pt x="277875" y="76579"/>
                </a:lnTo>
                <a:lnTo>
                  <a:pt x="277781" y="74826"/>
                </a:lnTo>
                <a:lnTo>
                  <a:pt x="277650" y="73109"/>
                </a:lnTo>
                <a:lnTo>
                  <a:pt x="277481" y="71428"/>
                </a:lnTo>
                <a:lnTo>
                  <a:pt x="277275" y="69782"/>
                </a:lnTo>
                <a:lnTo>
                  <a:pt x="277031" y="68173"/>
                </a:lnTo>
                <a:lnTo>
                  <a:pt x="276750" y="66599"/>
                </a:lnTo>
                <a:lnTo>
                  <a:pt x="276431" y="65061"/>
                </a:lnTo>
                <a:lnTo>
                  <a:pt x="276075" y="63559"/>
                </a:lnTo>
                <a:lnTo>
                  <a:pt x="275681" y="62092"/>
                </a:lnTo>
                <a:lnTo>
                  <a:pt x="275250" y="60662"/>
                </a:lnTo>
                <a:lnTo>
                  <a:pt x="274781" y="59267"/>
                </a:lnTo>
                <a:lnTo>
                  <a:pt x="274275" y="57908"/>
                </a:lnTo>
                <a:lnTo>
                  <a:pt x="273732" y="56586"/>
                </a:lnTo>
                <a:lnTo>
                  <a:pt x="273150" y="55298"/>
                </a:lnTo>
                <a:lnTo>
                  <a:pt x="272532" y="54047"/>
                </a:lnTo>
                <a:lnTo>
                  <a:pt x="271876" y="52832"/>
                </a:lnTo>
                <a:lnTo>
                  <a:pt x="271182" y="51652"/>
                </a:lnTo>
                <a:lnTo>
                  <a:pt x="270451" y="50508"/>
                </a:lnTo>
                <a:lnTo>
                  <a:pt x="269682" y="49400"/>
                </a:lnTo>
                <a:lnTo>
                  <a:pt x="268876" y="48328"/>
                </a:lnTo>
                <a:lnTo>
                  <a:pt x="268032" y="47292"/>
                </a:lnTo>
                <a:lnTo>
                  <a:pt x="267151" y="46292"/>
                </a:lnTo>
                <a:lnTo>
                  <a:pt x="266237" y="45329"/>
                </a:lnTo>
                <a:lnTo>
                  <a:pt x="265294" y="44408"/>
                </a:lnTo>
                <a:lnTo>
                  <a:pt x="264323" y="43528"/>
                </a:lnTo>
                <a:lnTo>
                  <a:pt x="263323" y="42688"/>
                </a:lnTo>
                <a:lnTo>
                  <a:pt x="262295" y="41890"/>
                </a:lnTo>
                <a:lnTo>
                  <a:pt x="261238" y="41132"/>
                </a:lnTo>
                <a:lnTo>
                  <a:pt x="260153" y="40415"/>
                </a:lnTo>
                <a:lnTo>
                  <a:pt x="259039" y="39740"/>
                </a:lnTo>
                <a:lnTo>
                  <a:pt x="257896" y="39105"/>
                </a:lnTo>
                <a:lnTo>
                  <a:pt x="256725" y="38511"/>
                </a:lnTo>
                <a:lnTo>
                  <a:pt x="255526" y="37959"/>
                </a:lnTo>
                <a:lnTo>
                  <a:pt x="254298" y="37447"/>
                </a:lnTo>
                <a:lnTo>
                  <a:pt x="253041" y="36976"/>
                </a:lnTo>
                <a:lnTo>
                  <a:pt x="251756" y="36546"/>
                </a:lnTo>
                <a:lnTo>
                  <a:pt x="250442" y="36157"/>
                </a:lnTo>
                <a:lnTo>
                  <a:pt x="249100" y="35809"/>
                </a:lnTo>
                <a:lnTo>
                  <a:pt x="247730" y="35502"/>
                </a:lnTo>
                <a:lnTo>
                  <a:pt x="246330" y="35235"/>
                </a:lnTo>
                <a:lnTo>
                  <a:pt x="244902" y="35010"/>
                </a:lnTo>
                <a:lnTo>
                  <a:pt x="243446" y="34826"/>
                </a:lnTo>
                <a:lnTo>
                  <a:pt x="241961" y="34683"/>
                </a:lnTo>
                <a:lnTo>
                  <a:pt x="240448" y="34580"/>
                </a:lnTo>
                <a:lnTo>
                  <a:pt x="238906" y="34519"/>
                </a:lnTo>
                <a:lnTo>
                  <a:pt x="237335" y="34498"/>
                </a:lnTo>
                <a:lnTo>
                  <a:pt x="236150" y="34509"/>
                </a:lnTo>
                <a:lnTo>
                  <a:pt x="234981" y="34542"/>
                </a:lnTo>
                <a:lnTo>
                  <a:pt x="233830" y="34597"/>
                </a:lnTo>
                <a:lnTo>
                  <a:pt x="232697" y="34673"/>
                </a:lnTo>
                <a:lnTo>
                  <a:pt x="231580" y="34772"/>
                </a:lnTo>
                <a:lnTo>
                  <a:pt x="230482" y="34892"/>
                </a:lnTo>
                <a:lnTo>
                  <a:pt x="229400" y="35034"/>
                </a:lnTo>
                <a:lnTo>
                  <a:pt x="228336" y="35198"/>
                </a:lnTo>
                <a:lnTo>
                  <a:pt x="227290" y="35384"/>
                </a:lnTo>
                <a:lnTo>
                  <a:pt x="226261" y="35592"/>
                </a:lnTo>
                <a:lnTo>
                  <a:pt x="225249" y="35821"/>
                </a:lnTo>
                <a:lnTo>
                  <a:pt x="224255" y="36073"/>
                </a:lnTo>
                <a:lnTo>
                  <a:pt x="223278" y="36346"/>
                </a:lnTo>
                <a:lnTo>
                  <a:pt x="222319" y="36642"/>
                </a:lnTo>
                <a:lnTo>
                  <a:pt x="221377" y="36959"/>
                </a:lnTo>
                <a:lnTo>
                  <a:pt x="220452" y="37298"/>
                </a:lnTo>
                <a:lnTo>
                  <a:pt x="219545" y="37658"/>
                </a:lnTo>
                <a:lnTo>
                  <a:pt x="218656" y="38041"/>
                </a:lnTo>
                <a:lnTo>
                  <a:pt x="217783" y="38446"/>
                </a:lnTo>
                <a:lnTo>
                  <a:pt x="216929" y="38872"/>
                </a:lnTo>
                <a:lnTo>
                  <a:pt x="216091" y="39321"/>
                </a:lnTo>
                <a:lnTo>
                  <a:pt x="215271" y="39791"/>
                </a:lnTo>
                <a:lnTo>
                  <a:pt x="214469" y="40283"/>
                </a:lnTo>
                <a:lnTo>
                  <a:pt x="213683" y="40797"/>
                </a:lnTo>
                <a:lnTo>
                  <a:pt x="212915" y="41330"/>
                </a:lnTo>
                <a:lnTo>
                  <a:pt x="212164" y="41880"/>
                </a:lnTo>
                <a:lnTo>
                  <a:pt x="211429" y="42447"/>
                </a:lnTo>
                <a:lnTo>
                  <a:pt x="210710" y="43031"/>
                </a:lnTo>
                <a:lnTo>
                  <a:pt x="210009" y="43632"/>
                </a:lnTo>
                <a:lnTo>
                  <a:pt x="209323" y="44250"/>
                </a:lnTo>
                <a:lnTo>
                  <a:pt x="208655" y="44885"/>
                </a:lnTo>
                <a:lnTo>
                  <a:pt x="208003" y="45537"/>
                </a:lnTo>
                <a:lnTo>
                  <a:pt x="207367" y="46205"/>
                </a:lnTo>
                <a:lnTo>
                  <a:pt x="206748" y="46891"/>
                </a:lnTo>
                <a:lnTo>
                  <a:pt x="206146" y="47593"/>
                </a:lnTo>
                <a:lnTo>
                  <a:pt x="205561" y="48313"/>
                </a:lnTo>
                <a:lnTo>
                  <a:pt x="204991" y="49049"/>
                </a:lnTo>
                <a:lnTo>
                  <a:pt x="204439" y="49802"/>
                </a:lnTo>
                <a:lnTo>
                  <a:pt x="203903" y="50572"/>
                </a:lnTo>
                <a:lnTo>
                  <a:pt x="203384" y="51359"/>
                </a:lnTo>
                <a:lnTo>
                  <a:pt x="202881" y="52163"/>
                </a:lnTo>
                <a:lnTo>
                  <a:pt x="202395" y="52984"/>
                </a:lnTo>
                <a:lnTo>
                  <a:pt x="201925" y="53822"/>
                </a:lnTo>
                <a:lnTo>
                  <a:pt x="201473" y="54676"/>
                </a:lnTo>
                <a:lnTo>
                  <a:pt x="201036" y="55548"/>
                </a:lnTo>
                <a:lnTo>
                  <a:pt x="200616" y="56436"/>
                </a:lnTo>
                <a:lnTo>
                  <a:pt x="200213" y="57342"/>
                </a:lnTo>
                <a:lnTo>
                  <a:pt x="199827" y="58264"/>
                </a:lnTo>
                <a:lnTo>
                  <a:pt x="199456" y="59201"/>
                </a:lnTo>
                <a:lnTo>
                  <a:pt x="199102" y="60150"/>
                </a:lnTo>
                <a:lnTo>
                  <a:pt x="198763" y="61111"/>
                </a:lnTo>
                <a:lnTo>
                  <a:pt x="198440" y="62084"/>
                </a:lnTo>
                <a:lnTo>
                  <a:pt x="198132" y="63069"/>
                </a:lnTo>
                <a:lnTo>
                  <a:pt x="197841" y="64067"/>
                </a:lnTo>
                <a:lnTo>
                  <a:pt x="197565" y="65076"/>
                </a:lnTo>
                <a:lnTo>
                  <a:pt x="197305" y="66098"/>
                </a:lnTo>
                <a:lnTo>
                  <a:pt x="197061" y="67132"/>
                </a:lnTo>
                <a:lnTo>
                  <a:pt x="196832" y="68178"/>
                </a:lnTo>
                <a:lnTo>
                  <a:pt x="196619" y="69236"/>
                </a:lnTo>
                <a:lnTo>
                  <a:pt x="196422" y="70306"/>
                </a:lnTo>
                <a:lnTo>
                  <a:pt x="196241" y="71389"/>
                </a:lnTo>
                <a:lnTo>
                  <a:pt x="196075" y="72483"/>
                </a:lnTo>
                <a:lnTo>
                  <a:pt x="195926" y="73590"/>
                </a:lnTo>
                <a:lnTo>
                  <a:pt x="195792" y="74709"/>
                </a:lnTo>
                <a:lnTo>
                  <a:pt x="195674" y="75840"/>
                </a:lnTo>
                <a:lnTo>
                  <a:pt x="195571" y="76983"/>
                </a:lnTo>
                <a:lnTo>
                  <a:pt x="195484" y="78138"/>
                </a:lnTo>
                <a:lnTo>
                  <a:pt x="195414" y="79305"/>
                </a:lnTo>
                <a:lnTo>
                  <a:pt x="195358" y="80485"/>
                </a:lnTo>
                <a:lnTo>
                  <a:pt x="195319" y="81676"/>
                </a:lnTo>
                <a:lnTo>
                  <a:pt x="195295" y="82880"/>
                </a:lnTo>
                <a:lnTo>
                  <a:pt x="195287" y="84096"/>
                </a:lnTo>
                <a:lnTo>
                  <a:pt x="195296" y="85264"/>
                </a:lnTo>
                <a:lnTo>
                  <a:pt x="195320" y="86422"/>
                </a:lnTo>
                <a:lnTo>
                  <a:pt x="195361" y="87570"/>
                </a:lnTo>
                <a:lnTo>
                  <a:pt x="195418" y="88709"/>
                </a:lnTo>
                <a:lnTo>
                  <a:pt x="195491" y="89837"/>
                </a:lnTo>
                <a:lnTo>
                  <a:pt x="195580" y="90956"/>
                </a:lnTo>
                <a:lnTo>
                  <a:pt x="195686" y="92066"/>
                </a:lnTo>
                <a:lnTo>
                  <a:pt x="195808" y="93165"/>
                </a:lnTo>
                <a:lnTo>
                  <a:pt x="195946" y="94255"/>
                </a:lnTo>
                <a:lnTo>
                  <a:pt x="196100" y="95335"/>
                </a:lnTo>
                <a:lnTo>
                  <a:pt x="196271" y="96406"/>
                </a:lnTo>
                <a:lnTo>
                  <a:pt x="196458" y="97467"/>
                </a:lnTo>
                <a:lnTo>
                  <a:pt x="196661" y="98517"/>
                </a:lnTo>
                <a:lnTo>
                  <a:pt x="196881" y="99559"/>
                </a:lnTo>
                <a:lnTo>
                  <a:pt x="197117" y="100590"/>
                </a:lnTo>
                <a:lnTo>
                  <a:pt x="197369" y="101612"/>
                </a:lnTo>
                <a:lnTo>
                  <a:pt x="197637" y="102624"/>
                </a:lnTo>
                <a:lnTo>
                  <a:pt x="197921" y="103626"/>
                </a:lnTo>
                <a:lnTo>
                  <a:pt x="198222" y="104619"/>
                </a:lnTo>
                <a:lnTo>
                  <a:pt x="198539" y="105601"/>
                </a:lnTo>
                <a:lnTo>
                  <a:pt x="198873" y="106574"/>
                </a:lnTo>
                <a:lnTo>
                  <a:pt x="199222" y="107538"/>
                </a:lnTo>
                <a:lnTo>
                  <a:pt x="199588" y="108491"/>
                </a:lnTo>
                <a:lnTo>
                  <a:pt x="199970" y="109435"/>
                </a:lnTo>
                <a:lnTo>
                  <a:pt x="200369" y="110366"/>
                </a:lnTo>
                <a:lnTo>
                  <a:pt x="200785" y="111280"/>
                </a:lnTo>
                <a:lnTo>
                  <a:pt x="201219" y="112178"/>
                </a:lnTo>
                <a:lnTo>
                  <a:pt x="201670" y="113059"/>
                </a:lnTo>
                <a:lnTo>
                  <a:pt x="202139" y="113924"/>
                </a:lnTo>
                <a:lnTo>
                  <a:pt x="202625" y="114772"/>
                </a:lnTo>
                <a:lnTo>
                  <a:pt x="203128" y="115605"/>
                </a:lnTo>
                <a:lnTo>
                  <a:pt x="203649" y="116421"/>
                </a:lnTo>
                <a:lnTo>
                  <a:pt x="204188" y="117220"/>
                </a:lnTo>
                <a:lnTo>
                  <a:pt x="204743" y="118003"/>
                </a:lnTo>
                <a:lnTo>
                  <a:pt x="205316" y="118770"/>
                </a:lnTo>
                <a:lnTo>
                  <a:pt x="205907" y="119520"/>
                </a:lnTo>
                <a:lnTo>
                  <a:pt x="206515" y="120254"/>
                </a:lnTo>
                <a:lnTo>
                  <a:pt x="207140" y="120972"/>
                </a:lnTo>
                <a:lnTo>
                  <a:pt x="207783" y="121673"/>
                </a:lnTo>
                <a:lnTo>
                  <a:pt x="208443" y="122357"/>
                </a:lnTo>
                <a:lnTo>
                  <a:pt x="209121" y="123026"/>
                </a:lnTo>
                <a:lnTo>
                  <a:pt x="209816" y="123678"/>
                </a:lnTo>
                <a:lnTo>
                  <a:pt x="210529" y="124313"/>
                </a:lnTo>
                <a:lnTo>
                  <a:pt x="211258" y="124933"/>
                </a:lnTo>
                <a:lnTo>
                  <a:pt x="212006" y="125536"/>
                </a:lnTo>
                <a:lnTo>
                  <a:pt x="212771" y="126122"/>
                </a:lnTo>
                <a:lnTo>
                  <a:pt x="213553" y="126692"/>
                </a:lnTo>
                <a:lnTo>
                  <a:pt x="214352" y="127246"/>
                </a:lnTo>
                <a:lnTo>
                  <a:pt x="215170" y="127780"/>
                </a:lnTo>
                <a:lnTo>
                  <a:pt x="216007" y="128291"/>
                </a:lnTo>
                <a:lnTo>
                  <a:pt x="216863" y="128779"/>
                </a:lnTo>
                <a:lnTo>
                  <a:pt x="217738" y="129245"/>
                </a:lnTo>
                <a:lnTo>
                  <a:pt x="218632" y="129688"/>
                </a:lnTo>
                <a:lnTo>
                  <a:pt x="219546" y="130108"/>
                </a:lnTo>
                <a:lnTo>
                  <a:pt x="220478" y="130506"/>
                </a:lnTo>
                <a:lnTo>
                  <a:pt x="221429" y="130881"/>
                </a:lnTo>
                <a:lnTo>
                  <a:pt x="222400" y="131233"/>
                </a:lnTo>
                <a:lnTo>
                  <a:pt x="223389" y="131562"/>
                </a:lnTo>
                <a:lnTo>
                  <a:pt x="224398" y="131869"/>
                </a:lnTo>
                <a:lnTo>
                  <a:pt x="225426" y="132153"/>
                </a:lnTo>
                <a:lnTo>
                  <a:pt x="226473" y="132414"/>
                </a:lnTo>
                <a:lnTo>
                  <a:pt x="227538" y="132653"/>
                </a:lnTo>
                <a:lnTo>
                  <a:pt x="228623" y="132869"/>
                </a:lnTo>
                <a:lnTo>
                  <a:pt x="229727" y="133062"/>
                </a:lnTo>
                <a:lnTo>
                  <a:pt x="230851" y="133232"/>
                </a:lnTo>
                <a:lnTo>
                  <a:pt x="231993" y="133380"/>
                </a:lnTo>
                <a:lnTo>
                  <a:pt x="233154" y="133505"/>
                </a:lnTo>
                <a:lnTo>
                  <a:pt x="234334" y="133607"/>
                </a:lnTo>
                <a:lnTo>
                  <a:pt x="235534" y="133687"/>
                </a:lnTo>
                <a:lnTo>
                  <a:pt x="236752" y="133743"/>
                </a:lnTo>
                <a:lnTo>
                  <a:pt x="237990" y="133778"/>
                </a:lnTo>
                <a:lnTo>
                  <a:pt x="239247" y="133789"/>
                </a:lnTo>
                <a:lnTo>
                  <a:pt x="240221" y="133782"/>
                </a:lnTo>
                <a:lnTo>
                  <a:pt x="241184" y="133761"/>
                </a:lnTo>
                <a:lnTo>
                  <a:pt x="242136" y="133727"/>
                </a:lnTo>
                <a:lnTo>
                  <a:pt x="243077" y="133678"/>
                </a:lnTo>
                <a:lnTo>
                  <a:pt x="244007" y="133616"/>
                </a:lnTo>
                <a:close/>
                <a:moveTo>
                  <a:pt x="212023" y="69461"/>
                </a:moveTo>
                <a:lnTo>
                  <a:pt x="212217" y="68437"/>
                </a:lnTo>
                <a:lnTo>
                  <a:pt x="212431" y="67436"/>
                </a:lnTo>
                <a:lnTo>
                  <a:pt x="212664" y="66459"/>
                </a:lnTo>
                <a:lnTo>
                  <a:pt x="212917" y="65504"/>
                </a:lnTo>
                <a:lnTo>
                  <a:pt x="213189" y="64572"/>
                </a:lnTo>
                <a:lnTo>
                  <a:pt x="213480" y="63663"/>
                </a:lnTo>
                <a:lnTo>
                  <a:pt x="213791" y="62777"/>
                </a:lnTo>
                <a:lnTo>
                  <a:pt x="214121" y="61914"/>
                </a:lnTo>
                <a:lnTo>
                  <a:pt x="214471" y="61074"/>
                </a:lnTo>
                <a:lnTo>
                  <a:pt x="214840" y="60256"/>
                </a:lnTo>
                <a:lnTo>
                  <a:pt x="215228" y="59462"/>
                </a:lnTo>
                <a:lnTo>
                  <a:pt x="215636" y="58690"/>
                </a:lnTo>
                <a:lnTo>
                  <a:pt x="216064" y="57942"/>
                </a:lnTo>
                <a:lnTo>
                  <a:pt x="216510" y="57216"/>
                </a:lnTo>
                <a:lnTo>
                  <a:pt x="216976" y="56513"/>
                </a:lnTo>
                <a:lnTo>
                  <a:pt x="217462" y="55833"/>
                </a:lnTo>
                <a:lnTo>
                  <a:pt x="217967" y="55176"/>
                </a:lnTo>
                <a:lnTo>
                  <a:pt x="218491" y="54542"/>
                </a:lnTo>
                <a:lnTo>
                  <a:pt x="219035" y="53931"/>
                </a:lnTo>
                <a:lnTo>
                  <a:pt x="219597" y="53343"/>
                </a:lnTo>
                <a:lnTo>
                  <a:pt x="220177" y="52781"/>
                </a:lnTo>
                <a:lnTo>
                  <a:pt x="220774" y="52243"/>
                </a:lnTo>
                <a:lnTo>
                  <a:pt x="221388" y="51731"/>
                </a:lnTo>
                <a:lnTo>
                  <a:pt x="222020" y="51243"/>
                </a:lnTo>
                <a:lnTo>
                  <a:pt x="222669" y="50781"/>
                </a:lnTo>
                <a:lnTo>
                  <a:pt x="223336" y="50343"/>
                </a:lnTo>
                <a:lnTo>
                  <a:pt x="224020" y="49931"/>
                </a:lnTo>
                <a:lnTo>
                  <a:pt x="224722" y="49543"/>
                </a:lnTo>
                <a:lnTo>
                  <a:pt x="225441" y="49181"/>
                </a:lnTo>
                <a:lnTo>
                  <a:pt x="226177" y="48843"/>
                </a:lnTo>
                <a:lnTo>
                  <a:pt x="226931" y="48531"/>
                </a:lnTo>
                <a:lnTo>
                  <a:pt x="227702" y="48243"/>
                </a:lnTo>
                <a:lnTo>
                  <a:pt x="228491" y="47981"/>
                </a:lnTo>
                <a:lnTo>
                  <a:pt x="229297" y="47743"/>
                </a:lnTo>
                <a:lnTo>
                  <a:pt x="230120" y="47531"/>
                </a:lnTo>
                <a:lnTo>
                  <a:pt x="230961" y="47343"/>
                </a:lnTo>
                <a:lnTo>
                  <a:pt x="231820" y="47181"/>
                </a:lnTo>
                <a:lnTo>
                  <a:pt x="232695" y="47043"/>
                </a:lnTo>
                <a:lnTo>
                  <a:pt x="233588" y="46931"/>
                </a:lnTo>
                <a:lnTo>
                  <a:pt x="234499" y="46843"/>
                </a:lnTo>
                <a:lnTo>
                  <a:pt x="235427" y="46781"/>
                </a:lnTo>
                <a:lnTo>
                  <a:pt x="236373" y="46743"/>
                </a:lnTo>
                <a:lnTo>
                  <a:pt x="237335" y="46731"/>
                </a:lnTo>
                <a:lnTo>
                  <a:pt x="238290" y="46743"/>
                </a:lnTo>
                <a:lnTo>
                  <a:pt x="239227" y="46781"/>
                </a:lnTo>
                <a:lnTo>
                  <a:pt x="240147" y="46844"/>
                </a:lnTo>
                <a:lnTo>
                  <a:pt x="241049" y="46932"/>
                </a:lnTo>
                <a:lnTo>
                  <a:pt x="241934" y="47045"/>
                </a:lnTo>
                <a:lnTo>
                  <a:pt x="242800" y="47184"/>
                </a:lnTo>
                <a:lnTo>
                  <a:pt x="243650" y="47347"/>
                </a:lnTo>
                <a:lnTo>
                  <a:pt x="244481" y="47536"/>
                </a:lnTo>
                <a:lnTo>
                  <a:pt x="245296" y="47750"/>
                </a:lnTo>
                <a:lnTo>
                  <a:pt x="246092" y="47989"/>
                </a:lnTo>
                <a:lnTo>
                  <a:pt x="246871" y="48254"/>
                </a:lnTo>
                <a:lnTo>
                  <a:pt x="247632" y="48543"/>
                </a:lnTo>
                <a:lnTo>
                  <a:pt x="248376" y="48858"/>
                </a:lnTo>
                <a:lnTo>
                  <a:pt x="249102" y="49198"/>
                </a:lnTo>
                <a:lnTo>
                  <a:pt x="249811" y="49563"/>
                </a:lnTo>
                <a:lnTo>
                  <a:pt x="250502" y="49953"/>
                </a:lnTo>
                <a:lnTo>
                  <a:pt x="251175" y="50369"/>
                </a:lnTo>
                <a:lnTo>
                  <a:pt x="251831" y="50809"/>
                </a:lnTo>
                <a:lnTo>
                  <a:pt x="252469" y="51275"/>
                </a:lnTo>
                <a:lnTo>
                  <a:pt x="253090" y="51766"/>
                </a:lnTo>
                <a:lnTo>
                  <a:pt x="253693" y="52282"/>
                </a:lnTo>
                <a:lnTo>
                  <a:pt x="254279" y="52823"/>
                </a:lnTo>
                <a:lnTo>
                  <a:pt x="254847" y="53390"/>
                </a:lnTo>
                <a:lnTo>
                  <a:pt x="255397" y="53981"/>
                </a:lnTo>
                <a:lnTo>
                  <a:pt x="255928" y="54597"/>
                </a:lnTo>
                <a:lnTo>
                  <a:pt x="256437" y="55234"/>
                </a:lnTo>
                <a:lnTo>
                  <a:pt x="256924" y="55894"/>
                </a:lnTo>
                <a:lnTo>
                  <a:pt x="257390" y="56576"/>
                </a:lnTo>
                <a:lnTo>
                  <a:pt x="257835" y="57281"/>
                </a:lnTo>
                <a:lnTo>
                  <a:pt x="258258" y="58008"/>
                </a:lnTo>
                <a:lnTo>
                  <a:pt x="258659" y="58758"/>
                </a:lnTo>
                <a:lnTo>
                  <a:pt x="259039" y="59529"/>
                </a:lnTo>
                <a:lnTo>
                  <a:pt x="259397" y="60324"/>
                </a:lnTo>
                <a:lnTo>
                  <a:pt x="259734" y="61140"/>
                </a:lnTo>
                <a:lnTo>
                  <a:pt x="260049" y="61979"/>
                </a:lnTo>
                <a:lnTo>
                  <a:pt x="260342" y="62840"/>
                </a:lnTo>
                <a:lnTo>
                  <a:pt x="260614" y="63724"/>
                </a:lnTo>
                <a:lnTo>
                  <a:pt x="260865" y="64630"/>
                </a:lnTo>
                <a:lnTo>
                  <a:pt x="261093" y="65559"/>
                </a:lnTo>
                <a:lnTo>
                  <a:pt x="261301" y="66510"/>
                </a:lnTo>
                <a:lnTo>
                  <a:pt x="261486" y="67483"/>
                </a:lnTo>
                <a:lnTo>
                  <a:pt x="261650" y="68478"/>
                </a:lnTo>
                <a:lnTo>
                  <a:pt x="261793" y="69496"/>
                </a:lnTo>
                <a:lnTo>
                  <a:pt x="261914" y="70537"/>
                </a:lnTo>
                <a:lnTo>
                  <a:pt x="262013" y="71599"/>
                </a:lnTo>
                <a:lnTo>
                  <a:pt x="262091" y="72684"/>
                </a:lnTo>
                <a:lnTo>
                  <a:pt x="262147" y="73792"/>
                </a:lnTo>
                <a:lnTo>
                  <a:pt x="262182" y="74922"/>
                </a:lnTo>
                <a:lnTo>
                  <a:pt x="211342" y="74922"/>
                </a:lnTo>
                <a:lnTo>
                  <a:pt x="211439" y="73784"/>
                </a:lnTo>
                <a:lnTo>
                  <a:pt x="211556" y="72669"/>
                </a:lnTo>
                <a:lnTo>
                  <a:pt x="211692" y="71576"/>
                </a:lnTo>
                <a:lnTo>
                  <a:pt x="211848" y="70507"/>
                </a:lnTo>
                <a:lnTo>
                  <a:pt x="212023" y="69461"/>
                </a:lnTo>
                <a:close/>
                <a:moveTo>
                  <a:pt x="541208" y="133531"/>
                </a:moveTo>
                <a:lnTo>
                  <a:pt x="542294" y="133417"/>
                </a:lnTo>
                <a:lnTo>
                  <a:pt x="543365" y="133283"/>
                </a:lnTo>
                <a:lnTo>
                  <a:pt x="544422" y="133128"/>
                </a:lnTo>
                <a:lnTo>
                  <a:pt x="545464" y="132952"/>
                </a:lnTo>
                <a:lnTo>
                  <a:pt x="546493" y="132756"/>
                </a:lnTo>
                <a:lnTo>
                  <a:pt x="547508" y="132539"/>
                </a:lnTo>
                <a:lnTo>
                  <a:pt x="548508" y="132301"/>
                </a:lnTo>
                <a:lnTo>
                  <a:pt x="549495" y="132043"/>
                </a:lnTo>
                <a:lnTo>
                  <a:pt x="550467" y="131764"/>
                </a:lnTo>
                <a:lnTo>
                  <a:pt x="551425" y="131464"/>
                </a:lnTo>
                <a:lnTo>
                  <a:pt x="552369" y="131144"/>
                </a:lnTo>
                <a:lnTo>
                  <a:pt x="553299" y="130803"/>
                </a:lnTo>
                <a:lnTo>
                  <a:pt x="554215" y="130441"/>
                </a:lnTo>
                <a:lnTo>
                  <a:pt x="555117" y="130059"/>
                </a:lnTo>
                <a:lnTo>
                  <a:pt x="556005" y="129656"/>
                </a:lnTo>
                <a:lnTo>
                  <a:pt x="556878" y="129232"/>
                </a:lnTo>
                <a:lnTo>
                  <a:pt x="557738" y="128788"/>
                </a:lnTo>
                <a:lnTo>
                  <a:pt x="558583" y="128323"/>
                </a:lnTo>
                <a:lnTo>
                  <a:pt x="559414" y="127837"/>
                </a:lnTo>
                <a:lnTo>
                  <a:pt x="560231" y="127332"/>
                </a:lnTo>
                <a:lnTo>
                  <a:pt x="561031" y="126809"/>
                </a:lnTo>
                <a:lnTo>
                  <a:pt x="561815" y="126268"/>
                </a:lnTo>
                <a:lnTo>
                  <a:pt x="562584" y="125710"/>
                </a:lnTo>
                <a:lnTo>
                  <a:pt x="563336" y="125134"/>
                </a:lnTo>
                <a:lnTo>
                  <a:pt x="564073" y="124540"/>
                </a:lnTo>
                <a:lnTo>
                  <a:pt x="564794" y="123928"/>
                </a:lnTo>
                <a:lnTo>
                  <a:pt x="565499" y="123299"/>
                </a:lnTo>
                <a:lnTo>
                  <a:pt x="566187" y="122652"/>
                </a:lnTo>
                <a:lnTo>
                  <a:pt x="566860" y="121987"/>
                </a:lnTo>
                <a:lnTo>
                  <a:pt x="567517" y="121304"/>
                </a:lnTo>
                <a:lnTo>
                  <a:pt x="568158" y="120603"/>
                </a:lnTo>
                <a:lnTo>
                  <a:pt x="568784" y="119885"/>
                </a:lnTo>
                <a:lnTo>
                  <a:pt x="569393" y="119149"/>
                </a:lnTo>
                <a:lnTo>
                  <a:pt x="569986" y="118395"/>
                </a:lnTo>
                <a:lnTo>
                  <a:pt x="570563" y="117624"/>
                </a:lnTo>
                <a:lnTo>
                  <a:pt x="571125" y="116834"/>
                </a:lnTo>
                <a:lnTo>
                  <a:pt x="571670" y="116027"/>
                </a:lnTo>
                <a:lnTo>
                  <a:pt x="572200" y="115202"/>
                </a:lnTo>
                <a:lnTo>
                  <a:pt x="572714" y="114360"/>
                </a:lnTo>
                <a:lnTo>
                  <a:pt x="573211" y="113500"/>
                </a:lnTo>
                <a:lnTo>
                  <a:pt x="573693" y="112621"/>
                </a:lnTo>
                <a:lnTo>
                  <a:pt x="574159" y="111725"/>
                </a:lnTo>
                <a:lnTo>
                  <a:pt x="574609" y="110812"/>
                </a:lnTo>
                <a:lnTo>
                  <a:pt x="575042" y="109882"/>
                </a:lnTo>
                <a:lnTo>
                  <a:pt x="575456" y="108938"/>
                </a:lnTo>
                <a:lnTo>
                  <a:pt x="575852" y="107979"/>
                </a:lnTo>
                <a:lnTo>
                  <a:pt x="576230" y="107005"/>
                </a:lnTo>
                <a:lnTo>
                  <a:pt x="576589" y="106018"/>
                </a:lnTo>
                <a:lnTo>
                  <a:pt x="576929" y="105015"/>
                </a:lnTo>
                <a:lnTo>
                  <a:pt x="577252" y="103998"/>
                </a:lnTo>
                <a:lnTo>
                  <a:pt x="577556" y="102967"/>
                </a:lnTo>
                <a:lnTo>
                  <a:pt x="577841" y="101921"/>
                </a:lnTo>
                <a:lnTo>
                  <a:pt x="578108" y="100860"/>
                </a:lnTo>
                <a:lnTo>
                  <a:pt x="578357" y="99785"/>
                </a:lnTo>
                <a:lnTo>
                  <a:pt x="578587" y="98695"/>
                </a:lnTo>
                <a:lnTo>
                  <a:pt x="578799" y="97591"/>
                </a:lnTo>
                <a:lnTo>
                  <a:pt x="578992" y="96473"/>
                </a:lnTo>
                <a:lnTo>
                  <a:pt x="579167" y="95339"/>
                </a:lnTo>
                <a:lnTo>
                  <a:pt x="579323" y="94192"/>
                </a:lnTo>
                <a:lnTo>
                  <a:pt x="579462" y="93030"/>
                </a:lnTo>
                <a:lnTo>
                  <a:pt x="579581" y="91853"/>
                </a:lnTo>
                <a:lnTo>
                  <a:pt x="579683" y="90661"/>
                </a:lnTo>
                <a:lnTo>
                  <a:pt x="579765" y="89456"/>
                </a:lnTo>
                <a:lnTo>
                  <a:pt x="579830" y="88235"/>
                </a:lnTo>
                <a:lnTo>
                  <a:pt x="579876" y="87000"/>
                </a:lnTo>
                <a:lnTo>
                  <a:pt x="579904" y="85751"/>
                </a:lnTo>
                <a:lnTo>
                  <a:pt x="579913" y="84487"/>
                </a:lnTo>
                <a:lnTo>
                  <a:pt x="579904" y="83191"/>
                </a:lnTo>
                <a:lnTo>
                  <a:pt x="579876" y="81911"/>
                </a:lnTo>
                <a:lnTo>
                  <a:pt x="579830" y="80646"/>
                </a:lnTo>
                <a:lnTo>
                  <a:pt x="579765" y="79396"/>
                </a:lnTo>
                <a:lnTo>
                  <a:pt x="579683" y="78162"/>
                </a:lnTo>
                <a:lnTo>
                  <a:pt x="579581" y="76944"/>
                </a:lnTo>
                <a:lnTo>
                  <a:pt x="579462" y="75741"/>
                </a:lnTo>
                <a:lnTo>
                  <a:pt x="579323" y="74554"/>
                </a:lnTo>
                <a:lnTo>
                  <a:pt x="579167" y="73382"/>
                </a:lnTo>
                <a:lnTo>
                  <a:pt x="578992" y="72226"/>
                </a:lnTo>
                <a:lnTo>
                  <a:pt x="578799" y="71086"/>
                </a:lnTo>
                <a:lnTo>
                  <a:pt x="578587" y="69961"/>
                </a:lnTo>
                <a:lnTo>
                  <a:pt x="578357" y="68851"/>
                </a:lnTo>
                <a:lnTo>
                  <a:pt x="578108" y="67757"/>
                </a:lnTo>
                <a:lnTo>
                  <a:pt x="577841" y="66679"/>
                </a:lnTo>
                <a:lnTo>
                  <a:pt x="577556" y="65616"/>
                </a:lnTo>
                <a:lnTo>
                  <a:pt x="577252" y="64569"/>
                </a:lnTo>
                <a:lnTo>
                  <a:pt x="576929" y="63537"/>
                </a:lnTo>
                <a:lnTo>
                  <a:pt x="576589" y="62521"/>
                </a:lnTo>
                <a:lnTo>
                  <a:pt x="576230" y="61520"/>
                </a:lnTo>
                <a:lnTo>
                  <a:pt x="575852" y="60535"/>
                </a:lnTo>
                <a:lnTo>
                  <a:pt x="575456" y="59565"/>
                </a:lnTo>
                <a:lnTo>
                  <a:pt x="575042" y="58611"/>
                </a:lnTo>
                <a:lnTo>
                  <a:pt x="574609" y="57673"/>
                </a:lnTo>
                <a:lnTo>
                  <a:pt x="574159" y="56751"/>
                </a:lnTo>
                <a:lnTo>
                  <a:pt x="573693" y="55847"/>
                </a:lnTo>
                <a:lnTo>
                  <a:pt x="573211" y="54961"/>
                </a:lnTo>
                <a:lnTo>
                  <a:pt x="572714" y="54093"/>
                </a:lnTo>
                <a:lnTo>
                  <a:pt x="572200" y="53243"/>
                </a:lnTo>
                <a:lnTo>
                  <a:pt x="571670" y="52411"/>
                </a:lnTo>
                <a:lnTo>
                  <a:pt x="571125" y="51597"/>
                </a:lnTo>
                <a:lnTo>
                  <a:pt x="570563" y="50801"/>
                </a:lnTo>
                <a:lnTo>
                  <a:pt x="569986" y="50022"/>
                </a:lnTo>
                <a:lnTo>
                  <a:pt x="569393" y="49262"/>
                </a:lnTo>
                <a:lnTo>
                  <a:pt x="568784" y="48520"/>
                </a:lnTo>
                <a:lnTo>
                  <a:pt x="568158" y="47795"/>
                </a:lnTo>
                <a:lnTo>
                  <a:pt x="567517" y="47089"/>
                </a:lnTo>
                <a:lnTo>
                  <a:pt x="566860" y="46400"/>
                </a:lnTo>
                <a:lnTo>
                  <a:pt x="566187" y="45729"/>
                </a:lnTo>
                <a:lnTo>
                  <a:pt x="565499" y="45077"/>
                </a:lnTo>
                <a:lnTo>
                  <a:pt x="564794" y="44442"/>
                </a:lnTo>
                <a:lnTo>
                  <a:pt x="564073" y="43825"/>
                </a:lnTo>
                <a:lnTo>
                  <a:pt x="563336" y="43226"/>
                </a:lnTo>
                <a:lnTo>
                  <a:pt x="562584" y="42645"/>
                </a:lnTo>
                <a:lnTo>
                  <a:pt x="561815" y="42082"/>
                </a:lnTo>
                <a:lnTo>
                  <a:pt x="561031" y="41537"/>
                </a:lnTo>
                <a:lnTo>
                  <a:pt x="560231" y="41010"/>
                </a:lnTo>
                <a:lnTo>
                  <a:pt x="559414" y="40501"/>
                </a:lnTo>
                <a:lnTo>
                  <a:pt x="558583" y="40011"/>
                </a:lnTo>
                <a:lnTo>
                  <a:pt x="557738" y="39542"/>
                </a:lnTo>
                <a:lnTo>
                  <a:pt x="556878" y="39094"/>
                </a:lnTo>
                <a:lnTo>
                  <a:pt x="556005" y="38667"/>
                </a:lnTo>
                <a:lnTo>
                  <a:pt x="555117" y="38260"/>
                </a:lnTo>
                <a:lnTo>
                  <a:pt x="554215" y="37875"/>
                </a:lnTo>
                <a:lnTo>
                  <a:pt x="553299" y="37510"/>
                </a:lnTo>
                <a:lnTo>
                  <a:pt x="552369" y="37166"/>
                </a:lnTo>
                <a:lnTo>
                  <a:pt x="551425" y="36843"/>
                </a:lnTo>
                <a:lnTo>
                  <a:pt x="550467" y="36541"/>
                </a:lnTo>
                <a:lnTo>
                  <a:pt x="549495" y="36260"/>
                </a:lnTo>
                <a:lnTo>
                  <a:pt x="548508" y="35999"/>
                </a:lnTo>
                <a:lnTo>
                  <a:pt x="547508" y="35759"/>
                </a:lnTo>
                <a:lnTo>
                  <a:pt x="546493" y="35541"/>
                </a:lnTo>
                <a:lnTo>
                  <a:pt x="545464" y="35343"/>
                </a:lnTo>
                <a:lnTo>
                  <a:pt x="544422" y="35165"/>
                </a:lnTo>
                <a:lnTo>
                  <a:pt x="543365" y="35009"/>
                </a:lnTo>
                <a:lnTo>
                  <a:pt x="542294" y="34874"/>
                </a:lnTo>
                <a:lnTo>
                  <a:pt x="541208" y="34759"/>
                </a:lnTo>
                <a:lnTo>
                  <a:pt x="540109" y="34665"/>
                </a:lnTo>
                <a:lnTo>
                  <a:pt x="538996" y="34592"/>
                </a:lnTo>
                <a:lnTo>
                  <a:pt x="537868" y="34540"/>
                </a:lnTo>
                <a:lnTo>
                  <a:pt x="536727" y="34509"/>
                </a:lnTo>
                <a:lnTo>
                  <a:pt x="535571" y="34498"/>
                </a:lnTo>
                <a:lnTo>
                  <a:pt x="534439" y="34509"/>
                </a:lnTo>
                <a:lnTo>
                  <a:pt x="533321" y="34540"/>
                </a:lnTo>
                <a:lnTo>
                  <a:pt x="532216" y="34592"/>
                </a:lnTo>
                <a:lnTo>
                  <a:pt x="531125" y="34665"/>
                </a:lnTo>
                <a:lnTo>
                  <a:pt x="530047" y="34759"/>
                </a:lnTo>
                <a:lnTo>
                  <a:pt x="528983" y="34874"/>
                </a:lnTo>
                <a:lnTo>
                  <a:pt x="527933" y="35009"/>
                </a:lnTo>
                <a:lnTo>
                  <a:pt x="526896" y="35165"/>
                </a:lnTo>
                <a:lnTo>
                  <a:pt x="525873" y="35343"/>
                </a:lnTo>
                <a:lnTo>
                  <a:pt x="524864" y="35541"/>
                </a:lnTo>
                <a:lnTo>
                  <a:pt x="523868" y="35759"/>
                </a:lnTo>
                <a:lnTo>
                  <a:pt x="522885" y="35999"/>
                </a:lnTo>
                <a:lnTo>
                  <a:pt x="521917" y="36260"/>
                </a:lnTo>
                <a:lnTo>
                  <a:pt x="520961" y="36541"/>
                </a:lnTo>
                <a:lnTo>
                  <a:pt x="520020" y="36843"/>
                </a:lnTo>
                <a:lnTo>
                  <a:pt x="519092" y="37166"/>
                </a:lnTo>
                <a:lnTo>
                  <a:pt x="518178" y="37510"/>
                </a:lnTo>
                <a:lnTo>
                  <a:pt x="517277" y="37875"/>
                </a:lnTo>
                <a:lnTo>
                  <a:pt x="516390" y="38260"/>
                </a:lnTo>
                <a:lnTo>
                  <a:pt x="515516" y="38667"/>
                </a:lnTo>
                <a:lnTo>
                  <a:pt x="514656" y="39094"/>
                </a:lnTo>
                <a:lnTo>
                  <a:pt x="513810" y="39542"/>
                </a:lnTo>
                <a:lnTo>
                  <a:pt x="512977" y="40011"/>
                </a:lnTo>
                <a:lnTo>
                  <a:pt x="512158" y="40501"/>
                </a:lnTo>
                <a:lnTo>
                  <a:pt x="511354" y="41010"/>
                </a:lnTo>
                <a:lnTo>
                  <a:pt x="510566" y="41537"/>
                </a:lnTo>
                <a:lnTo>
                  <a:pt x="509794" y="42082"/>
                </a:lnTo>
                <a:lnTo>
                  <a:pt x="509038" y="42645"/>
                </a:lnTo>
                <a:lnTo>
                  <a:pt x="508298" y="43226"/>
                </a:lnTo>
                <a:lnTo>
                  <a:pt x="507574" y="43825"/>
                </a:lnTo>
                <a:lnTo>
                  <a:pt x="506867" y="44442"/>
                </a:lnTo>
                <a:lnTo>
                  <a:pt x="506175" y="45077"/>
                </a:lnTo>
                <a:lnTo>
                  <a:pt x="505499" y="45729"/>
                </a:lnTo>
                <a:lnTo>
                  <a:pt x="504840" y="46400"/>
                </a:lnTo>
                <a:lnTo>
                  <a:pt x="504197" y="47089"/>
                </a:lnTo>
                <a:lnTo>
                  <a:pt x="503569" y="47795"/>
                </a:lnTo>
                <a:lnTo>
                  <a:pt x="502958" y="48520"/>
                </a:lnTo>
                <a:lnTo>
                  <a:pt x="502363" y="49262"/>
                </a:lnTo>
                <a:lnTo>
                  <a:pt x="501784" y="50022"/>
                </a:lnTo>
                <a:lnTo>
                  <a:pt x="501222" y="50801"/>
                </a:lnTo>
                <a:lnTo>
                  <a:pt x="500675" y="51597"/>
                </a:lnTo>
                <a:lnTo>
                  <a:pt x="500144" y="52411"/>
                </a:lnTo>
                <a:lnTo>
                  <a:pt x="499630" y="53243"/>
                </a:lnTo>
                <a:lnTo>
                  <a:pt x="499131" y="54093"/>
                </a:lnTo>
                <a:lnTo>
                  <a:pt x="498649" y="54961"/>
                </a:lnTo>
                <a:lnTo>
                  <a:pt x="498182" y="55847"/>
                </a:lnTo>
                <a:lnTo>
                  <a:pt x="497732" y="56751"/>
                </a:lnTo>
                <a:lnTo>
                  <a:pt x="497298" y="57673"/>
                </a:lnTo>
                <a:lnTo>
                  <a:pt x="496881" y="58611"/>
                </a:lnTo>
                <a:lnTo>
                  <a:pt x="496482" y="59565"/>
                </a:lnTo>
                <a:lnTo>
                  <a:pt x="496100" y="60535"/>
                </a:lnTo>
                <a:lnTo>
                  <a:pt x="495736" y="61520"/>
                </a:lnTo>
                <a:lnTo>
                  <a:pt x="495390" y="62521"/>
                </a:lnTo>
                <a:lnTo>
                  <a:pt x="495061" y="63537"/>
                </a:lnTo>
                <a:lnTo>
                  <a:pt x="494751" y="64569"/>
                </a:lnTo>
                <a:lnTo>
                  <a:pt x="494458" y="65616"/>
                </a:lnTo>
                <a:lnTo>
                  <a:pt x="494183" y="66679"/>
                </a:lnTo>
                <a:lnTo>
                  <a:pt x="493925" y="67757"/>
                </a:lnTo>
                <a:lnTo>
                  <a:pt x="493686" y="68851"/>
                </a:lnTo>
                <a:lnTo>
                  <a:pt x="493464" y="69961"/>
                </a:lnTo>
                <a:lnTo>
                  <a:pt x="493259" y="71086"/>
                </a:lnTo>
                <a:lnTo>
                  <a:pt x="493073" y="72226"/>
                </a:lnTo>
                <a:lnTo>
                  <a:pt x="492904" y="73382"/>
                </a:lnTo>
                <a:lnTo>
                  <a:pt x="492754" y="74554"/>
                </a:lnTo>
                <a:lnTo>
                  <a:pt x="492620" y="75741"/>
                </a:lnTo>
                <a:lnTo>
                  <a:pt x="492505" y="76944"/>
                </a:lnTo>
                <a:lnTo>
                  <a:pt x="492407" y="78162"/>
                </a:lnTo>
                <a:lnTo>
                  <a:pt x="492327" y="79396"/>
                </a:lnTo>
                <a:lnTo>
                  <a:pt x="492265" y="80646"/>
                </a:lnTo>
                <a:lnTo>
                  <a:pt x="492221" y="81911"/>
                </a:lnTo>
                <a:lnTo>
                  <a:pt x="492194" y="83191"/>
                </a:lnTo>
                <a:lnTo>
                  <a:pt x="492185" y="84487"/>
                </a:lnTo>
                <a:lnTo>
                  <a:pt x="492194" y="85751"/>
                </a:lnTo>
                <a:lnTo>
                  <a:pt x="492221" y="87000"/>
                </a:lnTo>
                <a:lnTo>
                  <a:pt x="492265" y="88235"/>
                </a:lnTo>
                <a:lnTo>
                  <a:pt x="492327" y="89456"/>
                </a:lnTo>
                <a:lnTo>
                  <a:pt x="492407" y="90661"/>
                </a:lnTo>
                <a:lnTo>
                  <a:pt x="492505" y="91853"/>
                </a:lnTo>
                <a:lnTo>
                  <a:pt x="492620" y="93030"/>
                </a:lnTo>
                <a:lnTo>
                  <a:pt x="492754" y="94192"/>
                </a:lnTo>
                <a:lnTo>
                  <a:pt x="492904" y="95339"/>
                </a:lnTo>
                <a:lnTo>
                  <a:pt x="493073" y="96473"/>
                </a:lnTo>
                <a:lnTo>
                  <a:pt x="493259" y="97591"/>
                </a:lnTo>
                <a:lnTo>
                  <a:pt x="493464" y="98695"/>
                </a:lnTo>
                <a:lnTo>
                  <a:pt x="493686" y="99785"/>
                </a:lnTo>
                <a:lnTo>
                  <a:pt x="493925" y="100860"/>
                </a:lnTo>
                <a:lnTo>
                  <a:pt x="494183" y="101921"/>
                </a:lnTo>
                <a:lnTo>
                  <a:pt x="494458" y="102967"/>
                </a:lnTo>
                <a:lnTo>
                  <a:pt x="494751" y="103998"/>
                </a:lnTo>
                <a:lnTo>
                  <a:pt x="495061" y="105015"/>
                </a:lnTo>
                <a:lnTo>
                  <a:pt x="495390" y="106018"/>
                </a:lnTo>
                <a:lnTo>
                  <a:pt x="495736" y="107005"/>
                </a:lnTo>
                <a:lnTo>
                  <a:pt x="496100" y="107979"/>
                </a:lnTo>
                <a:lnTo>
                  <a:pt x="496482" y="108938"/>
                </a:lnTo>
                <a:lnTo>
                  <a:pt x="496881" y="109882"/>
                </a:lnTo>
                <a:lnTo>
                  <a:pt x="497298" y="110812"/>
                </a:lnTo>
                <a:lnTo>
                  <a:pt x="497732" y="111725"/>
                </a:lnTo>
                <a:lnTo>
                  <a:pt x="498182" y="112621"/>
                </a:lnTo>
                <a:lnTo>
                  <a:pt x="498649" y="113500"/>
                </a:lnTo>
                <a:lnTo>
                  <a:pt x="499131" y="114360"/>
                </a:lnTo>
                <a:lnTo>
                  <a:pt x="499630" y="115202"/>
                </a:lnTo>
                <a:lnTo>
                  <a:pt x="500144" y="116027"/>
                </a:lnTo>
                <a:lnTo>
                  <a:pt x="500675" y="116834"/>
                </a:lnTo>
                <a:lnTo>
                  <a:pt x="501222" y="117624"/>
                </a:lnTo>
                <a:lnTo>
                  <a:pt x="501784" y="118395"/>
                </a:lnTo>
                <a:lnTo>
                  <a:pt x="502363" y="119149"/>
                </a:lnTo>
                <a:lnTo>
                  <a:pt x="502958" y="119885"/>
                </a:lnTo>
                <a:lnTo>
                  <a:pt x="503569" y="120603"/>
                </a:lnTo>
                <a:lnTo>
                  <a:pt x="504197" y="121304"/>
                </a:lnTo>
                <a:lnTo>
                  <a:pt x="504840" y="121987"/>
                </a:lnTo>
                <a:lnTo>
                  <a:pt x="505499" y="122652"/>
                </a:lnTo>
                <a:lnTo>
                  <a:pt x="506175" y="123299"/>
                </a:lnTo>
                <a:lnTo>
                  <a:pt x="506867" y="123928"/>
                </a:lnTo>
                <a:lnTo>
                  <a:pt x="507574" y="124540"/>
                </a:lnTo>
                <a:lnTo>
                  <a:pt x="508298" y="125134"/>
                </a:lnTo>
                <a:lnTo>
                  <a:pt x="509038" y="125710"/>
                </a:lnTo>
                <a:lnTo>
                  <a:pt x="509794" y="126268"/>
                </a:lnTo>
                <a:lnTo>
                  <a:pt x="510566" y="126809"/>
                </a:lnTo>
                <a:lnTo>
                  <a:pt x="511354" y="127332"/>
                </a:lnTo>
                <a:lnTo>
                  <a:pt x="512158" y="127837"/>
                </a:lnTo>
                <a:lnTo>
                  <a:pt x="512977" y="128323"/>
                </a:lnTo>
                <a:lnTo>
                  <a:pt x="513810" y="128788"/>
                </a:lnTo>
                <a:lnTo>
                  <a:pt x="514656" y="129232"/>
                </a:lnTo>
                <a:lnTo>
                  <a:pt x="515516" y="129656"/>
                </a:lnTo>
                <a:lnTo>
                  <a:pt x="516390" y="130059"/>
                </a:lnTo>
                <a:lnTo>
                  <a:pt x="517277" y="130441"/>
                </a:lnTo>
                <a:lnTo>
                  <a:pt x="518178" y="130803"/>
                </a:lnTo>
                <a:lnTo>
                  <a:pt x="519092" y="131144"/>
                </a:lnTo>
                <a:lnTo>
                  <a:pt x="520020" y="131464"/>
                </a:lnTo>
                <a:lnTo>
                  <a:pt x="520961" y="131764"/>
                </a:lnTo>
                <a:lnTo>
                  <a:pt x="521917" y="132043"/>
                </a:lnTo>
                <a:lnTo>
                  <a:pt x="522885" y="132301"/>
                </a:lnTo>
                <a:lnTo>
                  <a:pt x="523868" y="132539"/>
                </a:lnTo>
                <a:lnTo>
                  <a:pt x="524864" y="132756"/>
                </a:lnTo>
                <a:lnTo>
                  <a:pt x="525873" y="132952"/>
                </a:lnTo>
                <a:lnTo>
                  <a:pt x="526896" y="133128"/>
                </a:lnTo>
                <a:lnTo>
                  <a:pt x="527933" y="133283"/>
                </a:lnTo>
                <a:lnTo>
                  <a:pt x="528983" y="133417"/>
                </a:lnTo>
                <a:lnTo>
                  <a:pt x="530047" y="133531"/>
                </a:lnTo>
                <a:lnTo>
                  <a:pt x="531125" y="133624"/>
                </a:lnTo>
                <a:lnTo>
                  <a:pt x="532216" y="133696"/>
                </a:lnTo>
                <a:lnTo>
                  <a:pt x="533321" y="133748"/>
                </a:lnTo>
                <a:lnTo>
                  <a:pt x="534439" y="133779"/>
                </a:lnTo>
                <a:lnTo>
                  <a:pt x="535571" y="133789"/>
                </a:lnTo>
                <a:lnTo>
                  <a:pt x="536727" y="133779"/>
                </a:lnTo>
                <a:lnTo>
                  <a:pt x="537868" y="133748"/>
                </a:lnTo>
                <a:lnTo>
                  <a:pt x="538996" y="133696"/>
                </a:lnTo>
                <a:lnTo>
                  <a:pt x="540109" y="133624"/>
                </a:lnTo>
                <a:lnTo>
                  <a:pt x="541208" y="133531"/>
                </a:lnTo>
                <a:close/>
                <a:moveTo>
                  <a:pt x="531571" y="120874"/>
                </a:moveTo>
                <a:lnTo>
                  <a:pt x="530814" y="120784"/>
                </a:lnTo>
                <a:lnTo>
                  <a:pt x="530072" y="120677"/>
                </a:lnTo>
                <a:lnTo>
                  <a:pt x="529344" y="120554"/>
                </a:lnTo>
                <a:lnTo>
                  <a:pt x="528630" y="120415"/>
                </a:lnTo>
                <a:lnTo>
                  <a:pt x="527931" y="120259"/>
                </a:lnTo>
                <a:lnTo>
                  <a:pt x="527247" y="120087"/>
                </a:lnTo>
                <a:lnTo>
                  <a:pt x="526576" y="119899"/>
                </a:lnTo>
                <a:lnTo>
                  <a:pt x="525921" y="119694"/>
                </a:lnTo>
                <a:lnTo>
                  <a:pt x="525279" y="119472"/>
                </a:lnTo>
                <a:lnTo>
                  <a:pt x="524652" y="119235"/>
                </a:lnTo>
                <a:lnTo>
                  <a:pt x="524040" y="118981"/>
                </a:lnTo>
                <a:lnTo>
                  <a:pt x="523442" y="118710"/>
                </a:lnTo>
                <a:lnTo>
                  <a:pt x="522858" y="118423"/>
                </a:lnTo>
                <a:lnTo>
                  <a:pt x="522289" y="118120"/>
                </a:lnTo>
                <a:lnTo>
                  <a:pt x="521735" y="117800"/>
                </a:lnTo>
                <a:lnTo>
                  <a:pt x="521194" y="117464"/>
                </a:lnTo>
                <a:lnTo>
                  <a:pt x="520668" y="117112"/>
                </a:lnTo>
                <a:lnTo>
                  <a:pt x="520157" y="116743"/>
                </a:lnTo>
                <a:lnTo>
                  <a:pt x="519660" y="116358"/>
                </a:lnTo>
                <a:lnTo>
                  <a:pt x="519176" y="115958"/>
                </a:lnTo>
                <a:lnTo>
                  <a:pt x="518703" y="115545"/>
                </a:lnTo>
                <a:lnTo>
                  <a:pt x="518242" y="115121"/>
                </a:lnTo>
                <a:lnTo>
                  <a:pt x="517793" y="114683"/>
                </a:lnTo>
                <a:lnTo>
                  <a:pt x="517354" y="114234"/>
                </a:lnTo>
                <a:lnTo>
                  <a:pt x="516927" y="113772"/>
                </a:lnTo>
                <a:lnTo>
                  <a:pt x="516512" y="113297"/>
                </a:lnTo>
                <a:lnTo>
                  <a:pt x="516108" y="112810"/>
                </a:lnTo>
                <a:lnTo>
                  <a:pt x="515716" y="112311"/>
                </a:lnTo>
                <a:lnTo>
                  <a:pt x="515335" y="111799"/>
                </a:lnTo>
                <a:lnTo>
                  <a:pt x="514965" y="111275"/>
                </a:lnTo>
                <a:lnTo>
                  <a:pt x="514607" y="110739"/>
                </a:lnTo>
                <a:lnTo>
                  <a:pt x="514260" y="110190"/>
                </a:lnTo>
                <a:lnTo>
                  <a:pt x="513925" y="109628"/>
                </a:lnTo>
                <a:lnTo>
                  <a:pt x="513601" y="109054"/>
                </a:lnTo>
                <a:lnTo>
                  <a:pt x="513289" y="108468"/>
                </a:lnTo>
                <a:lnTo>
                  <a:pt x="512988" y="107870"/>
                </a:lnTo>
                <a:lnTo>
                  <a:pt x="512699" y="107258"/>
                </a:lnTo>
                <a:lnTo>
                  <a:pt x="512421" y="106635"/>
                </a:lnTo>
                <a:lnTo>
                  <a:pt x="512154" y="105999"/>
                </a:lnTo>
                <a:lnTo>
                  <a:pt x="511899" y="105351"/>
                </a:lnTo>
                <a:lnTo>
                  <a:pt x="511656" y="104690"/>
                </a:lnTo>
                <a:lnTo>
                  <a:pt x="511423" y="104017"/>
                </a:lnTo>
                <a:lnTo>
                  <a:pt x="511203" y="103331"/>
                </a:lnTo>
                <a:lnTo>
                  <a:pt x="510992" y="102635"/>
                </a:lnTo>
                <a:lnTo>
                  <a:pt x="510790" y="101932"/>
                </a:lnTo>
                <a:lnTo>
                  <a:pt x="510598" y="101221"/>
                </a:lnTo>
                <a:lnTo>
                  <a:pt x="510414" y="100502"/>
                </a:lnTo>
                <a:lnTo>
                  <a:pt x="510240" y="99775"/>
                </a:lnTo>
                <a:lnTo>
                  <a:pt x="510074" y="99040"/>
                </a:lnTo>
                <a:lnTo>
                  <a:pt x="509917" y="98298"/>
                </a:lnTo>
                <a:lnTo>
                  <a:pt x="509769" y="97548"/>
                </a:lnTo>
                <a:lnTo>
                  <a:pt x="509630" y="96790"/>
                </a:lnTo>
                <a:lnTo>
                  <a:pt x="509500" y="96025"/>
                </a:lnTo>
                <a:lnTo>
                  <a:pt x="509379" y="95252"/>
                </a:lnTo>
                <a:lnTo>
                  <a:pt x="509267" y="94470"/>
                </a:lnTo>
                <a:lnTo>
                  <a:pt x="509164" y="93682"/>
                </a:lnTo>
                <a:lnTo>
                  <a:pt x="509070" y="92885"/>
                </a:lnTo>
                <a:lnTo>
                  <a:pt x="508985" y="92081"/>
                </a:lnTo>
                <a:lnTo>
                  <a:pt x="508909" y="91269"/>
                </a:lnTo>
                <a:lnTo>
                  <a:pt x="508842" y="90449"/>
                </a:lnTo>
                <a:lnTo>
                  <a:pt x="508784" y="89621"/>
                </a:lnTo>
                <a:lnTo>
                  <a:pt x="508734" y="88786"/>
                </a:lnTo>
                <a:lnTo>
                  <a:pt x="508694" y="87943"/>
                </a:lnTo>
                <a:lnTo>
                  <a:pt x="508663" y="87092"/>
                </a:lnTo>
                <a:lnTo>
                  <a:pt x="508640" y="86234"/>
                </a:lnTo>
                <a:lnTo>
                  <a:pt x="508627" y="85367"/>
                </a:lnTo>
                <a:lnTo>
                  <a:pt x="508622" y="84493"/>
                </a:lnTo>
                <a:lnTo>
                  <a:pt x="508627" y="83602"/>
                </a:lnTo>
                <a:lnTo>
                  <a:pt x="508640" y="82719"/>
                </a:lnTo>
                <a:lnTo>
                  <a:pt x="508663" y="81844"/>
                </a:lnTo>
                <a:lnTo>
                  <a:pt x="508694" y="80977"/>
                </a:lnTo>
                <a:lnTo>
                  <a:pt x="508734" y="80118"/>
                </a:lnTo>
                <a:lnTo>
                  <a:pt x="508784" y="79267"/>
                </a:lnTo>
                <a:lnTo>
                  <a:pt x="508842" y="78423"/>
                </a:lnTo>
                <a:lnTo>
                  <a:pt x="508909" y="77588"/>
                </a:lnTo>
                <a:lnTo>
                  <a:pt x="508985" y="76761"/>
                </a:lnTo>
                <a:lnTo>
                  <a:pt x="509070" y="75941"/>
                </a:lnTo>
                <a:lnTo>
                  <a:pt x="509164" y="75130"/>
                </a:lnTo>
                <a:lnTo>
                  <a:pt x="509267" y="74326"/>
                </a:lnTo>
                <a:lnTo>
                  <a:pt x="509379" y="73530"/>
                </a:lnTo>
                <a:lnTo>
                  <a:pt x="509500" y="72743"/>
                </a:lnTo>
                <a:lnTo>
                  <a:pt x="509630" y="71963"/>
                </a:lnTo>
                <a:lnTo>
                  <a:pt x="509769" y="71191"/>
                </a:lnTo>
                <a:lnTo>
                  <a:pt x="509917" y="70427"/>
                </a:lnTo>
                <a:lnTo>
                  <a:pt x="510074" y="69671"/>
                </a:lnTo>
                <a:lnTo>
                  <a:pt x="510240" y="68923"/>
                </a:lnTo>
                <a:lnTo>
                  <a:pt x="510414" y="68183"/>
                </a:lnTo>
                <a:lnTo>
                  <a:pt x="510598" y="67451"/>
                </a:lnTo>
                <a:lnTo>
                  <a:pt x="510790" y="66727"/>
                </a:lnTo>
                <a:lnTo>
                  <a:pt x="510992" y="66011"/>
                </a:lnTo>
                <a:lnTo>
                  <a:pt x="511203" y="65303"/>
                </a:lnTo>
                <a:lnTo>
                  <a:pt x="511423" y="64605"/>
                </a:lnTo>
                <a:lnTo>
                  <a:pt x="511656" y="63919"/>
                </a:lnTo>
                <a:lnTo>
                  <a:pt x="511899" y="63247"/>
                </a:lnTo>
                <a:lnTo>
                  <a:pt x="512154" y="62586"/>
                </a:lnTo>
                <a:lnTo>
                  <a:pt x="512421" y="61939"/>
                </a:lnTo>
                <a:lnTo>
                  <a:pt x="512699" y="61304"/>
                </a:lnTo>
                <a:lnTo>
                  <a:pt x="512988" y="60682"/>
                </a:lnTo>
                <a:lnTo>
                  <a:pt x="513289" y="60072"/>
                </a:lnTo>
                <a:lnTo>
                  <a:pt x="513601" y="59475"/>
                </a:lnTo>
                <a:lnTo>
                  <a:pt x="513925" y="58890"/>
                </a:lnTo>
                <a:lnTo>
                  <a:pt x="514260" y="58318"/>
                </a:lnTo>
                <a:lnTo>
                  <a:pt x="514607" y="57759"/>
                </a:lnTo>
                <a:lnTo>
                  <a:pt x="514965" y="57213"/>
                </a:lnTo>
                <a:lnTo>
                  <a:pt x="515335" y="56678"/>
                </a:lnTo>
                <a:lnTo>
                  <a:pt x="515716" y="56157"/>
                </a:lnTo>
                <a:lnTo>
                  <a:pt x="516108" y="55648"/>
                </a:lnTo>
                <a:lnTo>
                  <a:pt x="516512" y="55152"/>
                </a:lnTo>
                <a:lnTo>
                  <a:pt x="516927" y="54668"/>
                </a:lnTo>
                <a:lnTo>
                  <a:pt x="517354" y="54197"/>
                </a:lnTo>
                <a:lnTo>
                  <a:pt x="517793" y="53739"/>
                </a:lnTo>
                <a:lnTo>
                  <a:pt x="518242" y="53293"/>
                </a:lnTo>
                <a:lnTo>
                  <a:pt x="518703" y="52860"/>
                </a:lnTo>
                <a:lnTo>
                  <a:pt x="519176" y="52439"/>
                </a:lnTo>
                <a:lnTo>
                  <a:pt x="519660" y="52031"/>
                </a:lnTo>
                <a:lnTo>
                  <a:pt x="520157" y="51638"/>
                </a:lnTo>
                <a:lnTo>
                  <a:pt x="520668" y="51261"/>
                </a:lnTo>
                <a:lnTo>
                  <a:pt x="521194" y="50901"/>
                </a:lnTo>
                <a:lnTo>
                  <a:pt x="521735" y="50558"/>
                </a:lnTo>
                <a:lnTo>
                  <a:pt x="522289" y="50231"/>
                </a:lnTo>
                <a:lnTo>
                  <a:pt x="522858" y="49921"/>
                </a:lnTo>
                <a:lnTo>
                  <a:pt x="523442" y="49628"/>
                </a:lnTo>
                <a:lnTo>
                  <a:pt x="524040" y="49352"/>
                </a:lnTo>
                <a:lnTo>
                  <a:pt x="524652" y="49092"/>
                </a:lnTo>
                <a:lnTo>
                  <a:pt x="525279" y="48850"/>
                </a:lnTo>
                <a:lnTo>
                  <a:pt x="525921" y="48623"/>
                </a:lnTo>
                <a:lnTo>
                  <a:pt x="526576" y="48414"/>
                </a:lnTo>
                <a:lnTo>
                  <a:pt x="527247" y="48222"/>
                </a:lnTo>
                <a:lnTo>
                  <a:pt x="527931" y="48046"/>
                </a:lnTo>
                <a:lnTo>
                  <a:pt x="528630" y="47887"/>
                </a:lnTo>
                <a:lnTo>
                  <a:pt x="529344" y="47744"/>
                </a:lnTo>
                <a:lnTo>
                  <a:pt x="530072" y="47619"/>
                </a:lnTo>
                <a:lnTo>
                  <a:pt x="530814" y="47510"/>
                </a:lnTo>
                <a:lnTo>
                  <a:pt x="531571" y="47418"/>
                </a:lnTo>
                <a:lnTo>
                  <a:pt x="532342" y="47342"/>
                </a:lnTo>
                <a:lnTo>
                  <a:pt x="533128" y="47284"/>
                </a:lnTo>
                <a:lnTo>
                  <a:pt x="533928" y="47242"/>
                </a:lnTo>
                <a:lnTo>
                  <a:pt x="534742" y="47217"/>
                </a:lnTo>
                <a:lnTo>
                  <a:pt x="535571" y="47208"/>
                </a:lnTo>
                <a:lnTo>
                  <a:pt x="536424" y="47217"/>
                </a:lnTo>
                <a:lnTo>
                  <a:pt x="537262" y="47242"/>
                </a:lnTo>
                <a:lnTo>
                  <a:pt x="538086" y="47284"/>
                </a:lnTo>
                <a:lnTo>
                  <a:pt x="538895" y="47342"/>
                </a:lnTo>
                <a:lnTo>
                  <a:pt x="539689" y="47418"/>
                </a:lnTo>
                <a:lnTo>
                  <a:pt x="540469" y="47510"/>
                </a:lnTo>
                <a:lnTo>
                  <a:pt x="541234" y="47619"/>
                </a:lnTo>
                <a:lnTo>
                  <a:pt x="541985" y="47744"/>
                </a:lnTo>
                <a:lnTo>
                  <a:pt x="542721" y="47887"/>
                </a:lnTo>
                <a:lnTo>
                  <a:pt x="543442" y="48046"/>
                </a:lnTo>
                <a:lnTo>
                  <a:pt x="544149" y="48222"/>
                </a:lnTo>
                <a:lnTo>
                  <a:pt x="544841" y="48414"/>
                </a:lnTo>
                <a:lnTo>
                  <a:pt x="545519" y="48623"/>
                </a:lnTo>
                <a:lnTo>
                  <a:pt x="546182" y="48850"/>
                </a:lnTo>
                <a:lnTo>
                  <a:pt x="546830" y="49092"/>
                </a:lnTo>
                <a:lnTo>
                  <a:pt x="547464" y="49352"/>
                </a:lnTo>
                <a:lnTo>
                  <a:pt x="548083" y="49628"/>
                </a:lnTo>
                <a:lnTo>
                  <a:pt x="548687" y="49921"/>
                </a:lnTo>
                <a:lnTo>
                  <a:pt x="549277" y="50231"/>
                </a:lnTo>
                <a:lnTo>
                  <a:pt x="549853" y="50558"/>
                </a:lnTo>
                <a:lnTo>
                  <a:pt x="550414" y="50901"/>
                </a:lnTo>
                <a:lnTo>
                  <a:pt x="550960" y="51261"/>
                </a:lnTo>
                <a:lnTo>
                  <a:pt x="551491" y="51638"/>
                </a:lnTo>
                <a:lnTo>
                  <a:pt x="552008" y="52031"/>
                </a:lnTo>
                <a:lnTo>
                  <a:pt x="552512" y="52439"/>
                </a:lnTo>
                <a:lnTo>
                  <a:pt x="553004" y="52860"/>
                </a:lnTo>
                <a:lnTo>
                  <a:pt x="553483" y="53293"/>
                </a:lnTo>
                <a:lnTo>
                  <a:pt x="553951" y="53739"/>
                </a:lnTo>
                <a:lnTo>
                  <a:pt x="554407" y="54197"/>
                </a:lnTo>
                <a:lnTo>
                  <a:pt x="554851" y="54668"/>
                </a:lnTo>
                <a:lnTo>
                  <a:pt x="555283" y="55152"/>
                </a:lnTo>
                <a:lnTo>
                  <a:pt x="555703" y="55648"/>
                </a:lnTo>
                <a:lnTo>
                  <a:pt x="556111" y="56157"/>
                </a:lnTo>
                <a:lnTo>
                  <a:pt x="556508" y="56678"/>
                </a:lnTo>
                <a:lnTo>
                  <a:pt x="556892" y="57213"/>
                </a:lnTo>
                <a:lnTo>
                  <a:pt x="557264" y="57759"/>
                </a:lnTo>
                <a:lnTo>
                  <a:pt x="557625" y="58318"/>
                </a:lnTo>
                <a:lnTo>
                  <a:pt x="557973" y="58890"/>
                </a:lnTo>
                <a:lnTo>
                  <a:pt x="558309" y="59475"/>
                </a:lnTo>
                <a:lnTo>
                  <a:pt x="558634" y="60072"/>
                </a:lnTo>
                <a:lnTo>
                  <a:pt x="558947" y="60682"/>
                </a:lnTo>
                <a:lnTo>
                  <a:pt x="559247" y="61304"/>
                </a:lnTo>
                <a:lnTo>
                  <a:pt x="559536" y="61939"/>
                </a:lnTo>
                <a:lnTo>
                  <a:pt x="559813" y="62586"/>
                </a:lnTo>
                <a:lnTo>
                  <a:pt x="560077" y="63247"/>
                </a:lnTo>
                <a:lnTo>
                  <a:pt x="560330" y="63919"/>
                </a:lnTo>
                <a:lnTo>
                  <a:pt x="560571" y="64605"/>
                </a:lnTo>
                <a:lnTo>
                  <a:pt x="560800" y="65303"/>
                </a:lnTo>
                <a:lnTo>
                  <a:pt x="561018" y="66011"/>
                </a:lnTo>
                <a:lnTo>
                  <a:pt x="561227" y="66727"/>
                </a:lnTo>
                <a:lnTo>
                  <a:pt x="561427" y="67451"/>
                </a:lnTo>
                <a:lnTo>
                  <a:pt x="561618" y="68183"/>
                </a:lnTo>
                <a:lnTo>
                  <a:pt x="561799" y="68923"/>
                </a:lnTo>
                <a:lnTo>
                  <a:pt x="561971" y="69671"/>
                </a:lnTo>
                <a:lnTo>
                  <a:pt x="562133" y="70427"/>
                </a:lnTo>
                <a:lnTo>
                  <a:pt x="562287" y="71191"/>
                </a:lnTo>
                <a:lnTo>
                  <a:pt x="562431" y="71963"/>
                </a:lnTo>
                <a:lnTo>
                  <a:pt x="562565" y="72743"/>
                </a:lnTo>
                <a:lnTo>
                  <a:pt x="562691" y="73530"/>
                </a:lnTo>
                <a:lnTo>
                  <a:pt x="562807" y="74326"/>
                </a:lnTo>
                <a:lnTo>
                  <a:pt x="562914" y="75130"/>
                </a:lnTo>
                <a:lnTo>
                  <a:pt x="563011" y="75941"/>
                </a:lnTo>
                <a:lnTo>
                  <a:pt x="563100" y="76761"/>
                </a:lnTo>
                <a:lnTo>
                  <a:pt x="563179" y="77588"/>
                </a:lnTo>
                <a:lnTo>
                  <a:pt x="563248" y="78423"/>
                </a:lnTo>
                <a:lnTo>
                  <a:pt x="563309" y="79267"/>
                </a:lnTo>
                <a:lnTo>
                  <a:pt x="563360" y="80118"/>
                </a:lnTo>
                <a:lnTo>
                  <a:pt x="563402" y="80977"/>
                </a:lnTo>
                <a:lnTo>
                  <a:pt x="563434" y="81844"/>
                </a:lnTo>
                <a:lnTo>
                  <a:pt x="563457" y="82719"/>
                </a:lnTo>
                <a:lnTo>
                  <a:pt x="563471" y="83602"/>
                </a:lnTo>
                <a:lnTo>
                  <a:pt x="563476" y="84493"/>
                </a:lnTo>
                <a:lnTo>
                  <a:pt x="563471" y="85367"/>
                </a:lnTo>
                <a:lnTo>
                  <a:pt x="563457" y="86234"/>
                </a:lnTo>
                <a:lnTo>
                  <a:pt x="563434" y="87092"/>
                </a:lnTo>
                <a:lnTo>
                  <a:pt x="563402" y="87943"/>
                </a:lnTo>
                <a:lnTo>
                  <a:pt x="563360" y="88786"/>
                </a:lnTo>
                <a:lnTo>
                  <a:pt x="563309" y="89621"/>
                </a:lnTo>
                <a:lnTo>
                  <a:pt x="563248" y="90449"/>
                </a:lnTo>
                <a:lnTo>
                  <a:pt x="563179" y="91269"/>
                </a:lnTo>
                <a:lnTo>
                  <a:pt x="563100" y="92081"/>
                </a:lnTo>
                <a:lnTo>
                  <a:pt x="563011" y="92885"/>
                </a:lnTo>
                <a:lnTo>
                  <a:pt x="562914" y="93682"/>
                </a:lnTo>
                <a:lnTo>
                  <a:pt x="562807" y="94470"/>
                </a:lnTo>
                <a:lnTo>
                  <a:pt x="562691" y="95252"/>
                </a:lnTo>
                <a:lnTo>
                  <a:pt x="562565" y="96025"/>
                </a:lnTo>
                <a:lnTo>
                  <a:pt x="562431" y="96790"/>
                </a:lnTo>
                <a:lnTo>
                  <a:pt x="562287" y="97548"/>
                </a:lnTo>
                <a:lnTo>
                  <a:pt x="562133" y="98298"/>
                </a:lnTo>
                <a:lnTo>
                  <a:pt x="561971" y="99040"/>
                </a:lnTo>
                <a:lnTo>
                  <a:pt x="561799" y="99775"/>
                </a:lnTo>
                <a:lnTo>
                  <a:pt x="561618" y="100502"/>
                </a:lnTo>
                <a:lnTo>
                  <a:pt x="561427" y="101221"/>
                </a:lnTo>
                <a:lnTo>
                  <a:pt x="561227" y="101932"/>
                </a:lnTo>
                <a:lnTo>
                  <a:pt x="561018" y="102635"/>
                </a:lnTo>
                <a:lnTo>
                  <a:pt x="560800" y="103331"/>
                </a:lnTo>
                <a:lnTo>
                  <a:pt x="560571" y="104017"/>
                </a:lnTo>
                <a:lnTo>
                  <a:pt x="560330" y="104690"/>
                </a:lnTo>
                <a:lnTo>
                  <a:pt x="560077" y="105351"/>
                </a:lnTo>
                <a:lnTo>
                  <a:pt x="559813" y="105999"/>
                </a:lnTo>
                <a:lnTo>
                  <a:pt x="559536" y="106635"/>
                </a:lnTo>
                <a:lnTo>
                  <a:pt x="559247" y="107258"/>
                </a:lnTo>
                <a:lnTo>
                  <a:pt x="558947" y="107870"/>
                </a:lnTo>
                <a:lnTo>
                  <a:pt x="558634" y="108468"/>
                </a:lnTo>
                <a:lnTo>
                  <a:pt x="558309" y="109054"/>
                </a:lnTo>
                <a:lnTo>
                  <a:pt x="557973" y="109628"/>
                </a:lnTo>
                <a:lnTo>
                  <a:pt x="557625" y="110190"/>
                </a:lnTo>
                <a:lnTo>
                  <a:pt x="557264" y="110739"/>
                </a:lnTo>
                <a:lnTo>
                  <a:pt x="556892" y="111275"/>
                </a:lnTo>
                <a:lnTo>
                  <a:pt x="556508" y="111799"/>
                </a:lnTo>
                <a:lnTo>
                  <a:pt x="556111" y="112311"/>
                </a:lnTo>
                <a:lnTo>
                  <a:pt x="555703" y="112810"/>
                </a:lnTo>
                <a:lnTo>
                  <a:pt x="555283" y="113297"/>
                </a:lnTo>
                <a:lnTo>
                  <a:pt x="554851" y="113772"/>
                </a:lnTo>
                <a:lnTo>
                  <a:pt x="554407" y="114234"/>
                </a:lnTo>
                <a:lnTo>
                  <a:pt x="553951" y="114683"/>
                </a:lnTo>
                <a:lnTo>
                  <a:pt x="553483" y="115121"/>
                </a:lnTo>
                <a:lnTo>
                  <a:pt x="553004" y="115545"/>
                </a:lnTo>
                <a:lnTo>
                  <a:pt x="552512" y="115958"/>
                </a:lnTo>
                <a:lnTo>
                  <a:pt x="552008" y="116358"/>
                </a:lnTo>
                <a:lnTo>
                  <a:pt x="551491" y="116743"/>
                </a:lnTo>
                <a:lnTo>
                  <a:pt x="550960" y="117112"/>
                </a:lnTo>
                <a:lnTo>
                  <a:pt x="550414" y="117464"/>
                </a:lnTo>
                <a:lnTo>
                  <a:pt x="549853" y="117800"/>
                </a:lnTo>
                <a:lnTo>
                  <a:pt x="549277" y="118120"/>
                </a:lnTo>
                <a:lnTo>
                  <a:pt x="548687" y="118423"/>
                </a:lnTo>
                <a:lnTo>
                  <a:pt x="548083" y="118710"/>
                </a:lnTo>
                <a:lnTo>
                  <a:pt x="547464" y="118981"/>
                </a:lnTo>
                <a:lnTo>
                  <a:pt x="546830" y="119235"/>
                </a:lnTo>
                <a:lnTo>
                  <a:pt x="546182" y="119472"/>
                </a:lnTo>
                <a:lnTo>
                  <a:pt x="545519" y="119694"/>
                </a:lnTo>
                <a:lnTo>
                  <a:pt x="544841" y="119899"/>
                </a:lnTo>
                <a:lnTo>
                  <a:pt x="544149" y="120087"/>
                </a:lnTo>
                <a:lnTo>
                  <a:pt x="543442" y="120259"/>
                </a:lnTo>
                <a:lnTo>
                  <a:pt x="542721" y="120415"/>
                </a:lnTo>
                <a:lnTo>
                  <a:pt x="541985" y="120554"/>
                </a:lnTo>
                <a:lnTo>
                  <a:pt x="541234" y="120677"/>
                </a:lnTo>
                <a:lnTo>
                  <a:pt x="540469" y="120784"/>
                </a:lnTo>
                <a:lnTo>
                  <a:pt x="539689" y="120874"/>
                </a:lnTo>
                <a:lnTo>
                  <a:pt x="538895" y="120948"/>
                </a:lnTo>
                <a:lnTo>
                  <a:pt x="538086" y="121005"/>
                </a:lnTo>
                <a:lnTo>
                  <a:pt x="537262" y="121046"/>
                </a:lnTo>
                <a:lnTo>
                  <a:pt x="536424" y="121071"/>
                </a:lnTo>
                <a:lnTo>
                  <a:pt x="535571" y="121079"/>
                </a:lnTo>
                <a:lnTo>
                  <a:pt x="534742" y="121071"/>
                </a:lnTo>
                <a:lnTo>
                  <a:pt x="533928" y="121046"/>
                </a:lnTo>
                <a:lnTo>
                  <a:pt x="533128" y="121005"/>
                </a:lnTo>
                <a:lnTo>
                  <a:pt x="532342" y="120948"/>
                </a:lnTo>
                <a:lnTo>
                  <a:pt x="531571" y="120874"/>
                </a:lnTo>
                <a:close/>
                <a:moveTo>
                  <a:pt x="755800" y="133616"/>
                </a:moveTo>
                <a:lnTo>
                  <a:pt x="756719" y="133540"/>
                </a:lnTo>
                <a:lnTo>
                  <a:pt x="757627" y="133449"/>
                </a:lnTo>
                <a:lnTo>
                  <a:pt x="758525" y="133346"/>
                </a:lnTo>
                <a:lnTo>
                  <a:pt x="759411" y="133228"/>
                </a:lnTo>
                <a:lnTo>
                  <a:pt x="760287" y="133096"/>
                </a:lnTo>
                <a:lnTo>
                  <a:pt x="761151" y="132951"/>
                </a:lnTo>
                <a:lnTo>
                  <a:pt x="762005" y="132791"/>
                </a:lnTo>
                <a:lnTo>
                  <a:pt x="762847" y="132618"/>
                </a:lnTo>
                <a:lnTo>
                  <a:pt x="763679" y="132431"/>
                </a:lnTo>
                <a:lnTo>
                  <a:pt x="764500" y="132230"/>
                </a:lnTo>
                <a:lnTo>
                  <a:pt x="765310" y="132016"/>
                </a:lnTo>
                <a:lnTo>
                  <a:pt x="766108" y="131787"/>
                </a:lnTo>
                <a:lnTo>
                  <a:pt x="766896" y="131545"/>
                </a:lnTo>
                <a:lnTo>
                  <a:pt x="767673" y="131288"/>
                </a:lnTo>
                <a:lnTo>
                  <a:pt x="768439" y="131018"/>
                </a:lnTo>
                <a:lnTo>
                  <a:pt x="769194" y="130734"/>
                </a:lnTo>
                <a:lnTo>
                  <a:pt x="769938" y="130436"/>
                </a:lnTo>
                <a:lnTo>
                  <a:pt x="770672" y="130125"/>
                </a:lnTo>
                <a:lnTo>
                  <a:pt x="771394" y="129799"/>
                </a:lnTo>
                <a:lnTo>
                  <a:pt x="772104" y="129461"/>
                </a:lnTo>
                <a:lnTo>
                  <a:pt x="772801" y="129110"/>
                </a:lnTo>
                <a:lnTo>
                  <a:pt x="773484" y="128749"/>
                </a:lnTo>
                <a:lnTo>
                  <a:pt x="774155" y="128375"/>
                </a:lnTo>
                <a:lnTo>
                  <a:pt x="774812" y="127990"/>
                </a:lnTo>
                <a:lnTo>
                  <a:pt x="775455" y="127593"/>
                </a:lnTo>
                <a:lnTo>
                  <a:pt x="776086" y="127185"/>
                </a:lnTo>
                <a:lnTo>
                  <a:pt x="776703" y="126765"/>
                </a:lnTo>
                <a:lnTo>
                  <a:pt x="777307" y="126333"/>
                </a:lnTo>
                <a:lnTo>
                  <a:pt x="777897" y="125890"/>
                </a:lnTo>
                <a:lnTo>
                  <a:pt x="778475" y="125435"/>
                </a:lnTo>
                <a:lnTo>
                  <a:pt x="779039" y="124969"/>
                </a:lnTo>
                <a:lnTo>
                  <a:pt x="779590" y="124491"/>
                </a:lnTo>
                <a:lnTo>
                  <a:pt x="780127" y="124001"/>
                </a:lnTo>
                <a:lnTo>
                  <a:pt x="780652" y="123499"/>
                </a:lnTo>
                <a:lnTo>
                  <a:pt x="781163" y="122986"/>
                </a:lnTo>
                <a:lnTo>
                  <a:pt x="781660" y="122462"/>
                </a:lnTo>
                <a:lnTo>
                  <a:pt x="782145" y="121925"/>
                </a:lnTo>
                <a:lnTo>
                  <a:pt x="782616" y="121377"/>
                </a:lnTo>
                <a:lnTo>
                  <a:pt x="783074" y="120818"/>
                </a:lnTo>
                <a:lnTo>
                  <a:pt x="783518" y="120246"/>
                </a:lnTo>
                <a:lnTo>
                  <a:pt x="783950" y="119664"/>
                </a:lnTo>
                <a:lnTo>
                  <a:pt x="784368" y="119069"/>
                </a:lnTo>
                <a:lnTo>
                  <a:pt x="784773" y="118463"/>
                </a:lnTo>
                <a:lnTo>
                  <a:pt x="785163" y="117846"/>
                </a:lnTo>
                <a:lnTo>
                  <a:pt x="785538" y="117219"/>
                </a:lnTo>
                <a:lnTo>
                  <a:pt x="785897" y="116583"/>
                </a:lnTo>
                <a:lnTo>
                  <a:pt x="786241" y="115937"/>
                </a:lnTo>
                <a:lnTo>
                  <a:pt x="786569" y="115281"/>
                </a:lnTo>
                <a:lnTo>
                  <a:pt x="786881" y="114616"/>
                </a:lnTo>
                <a:lnTo>
                  <a:pt x="787178" y="113940"/>
                </a:lnTo>
                <a:lnTo>
                  <a:pt x="787459" y="113255"/>
                </a:lnTo>
                <a:lnTo>
                  <a:pt x="787725" y="112561"/>
                </a:lnTo>
                <a:lnTo>
                  <a:pt x="787975" y="111856"/>
                </a:lnTo>
                <a:lnTo>
                  <a:pt x="788209" y="111142"/>
                </a:lnTo>
                <a:lnTo>
                  <a:pt x="788428" y="110418"/>
                </a:lnTo>
                <a:lnTo>
                  <a:pt x="788631" y="109684"/>
                </a:lnTo>
                <a:lnTo>
                  <a:pt x="788819" y="108940"/>
                </a:lnTo>
                <a:lnTo>
                  <a:pt x="788991" y="108187"/>
                </a:lnTo>
                <a:lnTo>
                  <a:pt x="789147" y="107424"/>
                </a:lnTo>
                <a:lnTo>
                  <a:pt x="789288" y="106651"/>
                </a:lnTo>
                <a:lnTo>
                  <a:pt x="789414" y="105869"/>
                </a:lnTo>
                <a:lnTo>
                  <a:pt x="789523" y="105076"/>
                </a:lnTo>
                <a:lnTo>
                  <a:pt x="789617" y="104274"/>
                </a:lnTo>
                <a:lnTo>
                  <a:pt x="789696" y="103463"/>
                </a:lnTo>
                <a:lnTo>
                  <a:pt x="789759" y="102641"/>
                </a:lnTo>
                <a:lnTo>
                  <a:pt x="789806" y="101810"/>
                </a:lnTo>
                <a:lnTo>
                  <a:pt x="789838" y="100969"/>
                </a:lnTo>
                <a:lnTo>
                  <a:pt x="774070" y="100969"/>
                </a:lnTo>
                <a:lnTo>
                  <a:pt x="774036" y="101789"/>
                </a:lnTo>
                <a:lnTo>
                  <a:pt x="773982" y="102594"/>
                </a:lnTo>
                <a:lnTo>
                  <a:pt x="773908" y="103382"/>
                </a:lnTo>
                <a:lnTo>
                  <a:pt x="773815" y="104154"/>
                </a:lnTo>
                <a:lnTo>
                  <a:pt x="773701" y="104910"/>
                </a:lnTo>
                <a:lnTo>
                  <a:pt x="773568" y="105649"/>
                </a:lnTo>
                <a:lnTo>
                  <a:pt x="773415" y="106372"/>
                </a:lnTo>
                <a:lnTo>
                  <a:pt x="773241" y="107080"/>
                </a:lnTo>
                <a:lnTo>
                  <a:pt x="773048" y="107770"/>
                </a:lnTo>
                <a:lnTo>
                  <a:pt x="772835" y="108445"/>
                </a:lnTo>
                <a:lnTo>
                  <a:pt x="772602" y="109103"/>
                </a:lnTo>
                <a:lnTo>
                  <a:pt x="772349" y="109746"/>
                </a:lnTo>
                <a:lnTo>
                  <a:pt x="772077" y="110372"/>
                </a:lnTo>
                <a:lnTo>
                  <a:pt x="771784" y="110981"/>
                </a:lnTo>
                <a:lnTo>
                  <a:pt x="771471" y="111575"/>
                </a:lnTo>
                <a:lnTo>
                  <a:pt x="771139" y="112152"/>
                </a:lnTo>
                <a:lnTo>
                  <a:pt x="770787" y="112714"/>
                </a:lnTo>
                <a:lnTo>
                  <a:pt x="770414" y="113258"/>
                </a:lnTo>
                <a:lnTo>
                  <a:pt x="770022" y="113787"/>
                </a:lnTo>
                <a:lnTo>
                  <a:pt x="769610" y="114300"/>
                </a:lnTo>
                <a:lnTo>
                  <a:pt x="769178" y="114796"/>
                </a:lnTo>
                <a:lnTo>
                  <a:pt x="768726" y="115276"/>
                </a:lnTo>
                <a:lnTo>
                  <a:pt x="768254" y="115740"/>
                </a:lnTo>
                <a:lnTo>
                  <a:pt x="767762" y="116187"/>
                </a:lnTo>
                <a:lnTo>
                  <a:pt x="767253" y="116618"/>
                </a:lnTo>
                <a:lnTo>
                  <a:pt x="766727" y="117030"/>
                </a:lnTo>
                <a:lnTo>
                  <a:pt x="766184" y="117423"/>
                </a:lnTo>
                <a:lnTo>
                  <a:pt x="765626" y="117799"/>
                </a:lnTo>
                <a:lnTo>
                  <a:pt x="765051" y="118156"/>
                </a:lnTo>
                <a:lnTo>
                  <a:pt x="764460" y="118495"/>
                </a:lnTo>
                <a:lnTo>
                  <a:pt x="763852" y="118815"/>
                </a:lnTo>
                <a:lnTo>
                  <a:pt x="763228" y="119117"/>
                </a:lnTo>
                <a:lnTo>
                  <a:pt x="762589" y="119401"/>
                </a:lnTo>
                <a:lnTo>
                  <a:pt x="761932" y="119667"/>
                </a:lnTo>
                <a:lnTo>
                  <a:pt x="761260" y="119914"/>
                </a:lnTo>
                <a:lnTo>
                  <a:pt x="760571" y="120143"/>
                </a:lnTo>
                <a:lnTo>
                  <a:pt x="759866" y="120353"/>
                </a:lnTo>
                <a:lnTo>
                  <a:pt x="759145" y="120546"/>
                </a:lnTo>
                <a:lnTo>
                  <a:pt x="758408" y="120720"/>
                </a:lnTo>
                <a:lnTo>
                  <a:pt x="757654" y="120875"/>
                </a:lnTo>
                <a:lnTo>
                  <a:pt x="756884" y="121013"/>
                </a:lnTo>
                <a:lnTo>
                  <a:pt x="756098" y="121132"/>
                </a:lnTo>
                <a:lnTo>
                  <a:pt x="755295" y="121232"/>
                </a:lnTo>
                <a:lnTo>
                  <a:pt x="754476" y="121315"/>
                </a:lnTo>
                <a:lnTo>
                  <a:pt x="753641" y="121379"/>
                </a:lnTo>
                <a:lnTo>
                  <a:pt x="752790" y="121425"/>
                </a:lnTo>
                <a:lnTo>
                  <a:pt x="751923" y="121452"/>
                </a:lnTo>
                <a:lnTo>
                  <a:pt x="751039" y="121461"/>
                </a:lnTo>
                <a:lnTo>
                  <a:pt x="750209" y="121453"/>
                </a:lnTo>
                <a:lnTo>
                  <a:pt x="749394" y="121428"/>
                </a:lnTo>
                <a:lnTo>
                  <a:pt x="748592" y="121386"/>
                </a:lnTo>
                <a:lnTo>
                  <a:pt x="747803" y="121328"/>
                </a:lnTo>
                <a:lnTo>
                  <a:pt x="747028" y="121254"/>
                </a:lnTo>
                <a:lnTo>
                  <a:pt x="746267" y="121162"/>
                </a:lnTo>
                <a:lnTo>
                  <a:pt x="745519" y="121054"/>
                </a:lnTo>
                <a:lnTo>
                  <a:pt x="744785" y="120930"/>
                </a:lnTo>
                <a:lnTo>
                  <a:pt x="744064" y="120788"/>
                </a:lnTo>
                <a:lnTo>
                  <a:pt x="743357" y="120631"/>
                </a:lnTo>
                <a:lnTo>
                  <a:pt x="742664" y="120456"/>
                </a:lnTo>
                <a:lnTo>
                  <a:pt x="741984" y="120265"/>
                </a:lnTo>
                <a:lnTo>
                  <a:pt x="741318" y="120058"/>
                </a:lnTo>
                <a:lnTo>
                  <a:pt x="740666" y="119833"/>
                </a:lnTo>
                <a:lnTo>
                  <a:pt x="740027" y="119592"/>
                </a:lnTo>
                <a:lnTo>
                  <a:pt x="739401" y="119335"/>
                </a:lnTo>
                <a:lnTo>
                  <a:pt x="738790" y="119061"/>
                </a:lnTo>
                <a:lnTo>
                  <a:pt x="738192" y="118770"/>
                </a:lnTo>
                <a:lnTo>
                  <a:pt x="737607" y="118463"/>
                </a:lnTo>
                <a:lnTo>
                  <a:pt x="737036" y="118139"/>
                </a:lnTo>
                <a:lnTo>
                  <a:pt x="736479" y="117798"/>
                </a:lnTo>
                <a:lnTo>
                  <a:pt x="735935" y="117441"/>
                </a:lnTo>
                <a:lnTo>
                  <a:pt x="735405" y="117067"/>
                </a:lnTo>
                <a:lnTo>
                  <a:pt x="734889" y="116677"/>
                </a:lnTo>
                <a:lnTo>
                  <a:pt x="734385" y="116273"/>
                </a:lnTo>
                <a:lnTo>
                  <a:pt x="733892" y="115858"/>
                </a:lnTo>
                <a:lnTo>
                  <a:pt x="733411" y="115432"/>
                </a:lnTo>
                <a:lnTo>
                  <a:pt x="732941" y="114995"/>
                </a:lnTo>
                <a:lnTo>
                  <a:pt x="732483" y="114547"/>
                </a:lnTo>
                <a:lnTo>
                  <a:pt x="732037" y="114089"/>
                </a:lnTo>
                <a:lnTo>
                  <a:pt x="731601" y="113619"/>
                </a:lnTo>
                <a:lnTo>
                  <a:pt x="731178" y="113139"/>
                </a:lnTo>
                <a:lnTo>
                  <a:pt x="730765" y="112648"/>
                </a:lnTo>
                <a:lnTo>
                  <a:pt x="730364" y="112145"/>
                </a:lnTo>
                <a:lnTo>
                  <a:pt x="729975" y="111632"/>
                </a:lnTo>
                <a:lnTo>
                  <a:pt x="729597" y="111108"/>
                </a:lnTo>
                <a:lnTo>
                  <a:pt x="729230" y="110573"/>
                </a:lnTo>
                <a:lnTo>
                  <a:pt x="728875" y="110028"/>
                </a:lnTo>
                <a:lnTo>
                  <a:pt x="728531" y="109471"/>
                </a:lnTo>
                <a:lnTo>
                  <a:pt x="728199" y="108903"/>
                </a:lnTo>
                <a:lnTo>
                  <a:pt x="727878" y="108325"/>
                </a:lnTo>
                <a:lnTo>
                  <a:pt x="727569" y="107735"/>
                </a:lnTo>
                <a:lnTo>
                  <a:pt x="727271" y="107135"/>
                </a:lnTo>
                <a:lnTo>
                  <a:pt x="726985" y="106524"/>
                </a:lnTo>
                <a:lnTo>
                  <a:pt x="726710" y="105902"/>
                </a:lnTo>
                <a:lnTo>
                  <a:pt x="726446" y="105269"/>
                </a:lnTo>
                <a:lnTo>
                  <a:pt x="726194" y="104625"/>
                </a:lnTo>
                <a:lnTo>
                  <a:pt x="725953" y="103970"/>
                </a:lnTo>
                <a:lnTo>
                  <a:pt x="725723" y="103307"/>
                </a:lnTo>
                <a:lnTo>
                  <a:pt x="725502" y="102639"/>
                </a:lnTo>
                <a:lnTo>
                  <a:pt x="725291" y="101965"/>
                </a:lnTo>
                <a:lnTo>
                  <a:pt x="725089" y="101286"/>
                </a:lnTo>
                <a:lnTo>
                  <a:pt x="724897" y="100602"/>
                </a:lnTo>
                <a:lnTo>
                  <a:pt x="724714" y="99912"/>
                </a:lnTo>
                <a:lnTo>
                  <a:pt x="724541" y="99217"/>
                </a:lnTo>
                <a:lnTo>
                  <a:pt x="724377" y="98517"/>
                </a:lnTo>
                <a:lnTo>
                  <a:pt x="724222" y="97811"/>
                </a:lnTo>
                <a:lnTo>
                  <a:pt x="724077" y="97100"/>
                </a:lnTo>
                <a:lnTo>
                  <a:pt x="723941" y="96383"/>
                </a:lnTo>
                <a:lnTo>
                  <a:pt x="723815" y="95661"/>
                </a:lnTo>
                <a:lnTo>
                  <a:pt x="723698" y="94934"/>
                </a:lnTo>
                <a:lnTo>
                  <a:pt x="723591" y="94201"/>
                </a:lnTo>
                <a:lnTo>
                  <a:pt x="723493" y="93463"/>
                </a:lnTo>
                <a:lnTo>
                  <a:pt x="723405" y="92720"/>
                </a:lnTo>
                <a:lnTo>
                  <a:pt x="723326" y="91971"/>
                </a:lnTo>
                <a:lnTo>
                  <a:pt x="723257" y="91217"/>
                </a:lnTo>
                <a:lnTo>
                  <a:pt x="723197" y="90458"/>
                </a:lnTo>
                <a:lnTo>
                  <a:pt x="723146" y="89693"/>
                </a:lnTo>
                <a:lnTo>
                  <a:pt x="723105" y="88923"/>
                </a:lnTo>
                <a:lnTo>
                  <a:pt x="723074" y="88148"/>
                </a:lnTo>
                <a:lnTo>
                  <a:pt x="723051" y="87367"/>
                </a:lnTo>
                <a:lnTo>
                  <a:pt x="723039" y="86581"/>
                </a:lnTo>
                <a:lnTo>
                  <a:pt x="789360" y="86581"/>
                </a:lnTo>
                <a:lnTo>
                  <a:pt x="789376" y="86505"/>
                </a:lnTo>
                <a:lnTo>
                  <a:pt x="789391" y="86425"/>
                </a:lnTo>
                <a:lnTo>
                  <a:pt x="789406" y="86342"/>
                </a:lnTo>
                <a:lnTo>
                  <a:pt x="789421" y="86255"/>
                </a:lnTo>
                <a:lnTo>
                  <a:pt x="789435" y="86163"/>
                </a:lnTo>
                <a:lnTo>
                  <a:pt x="789449" y="86068"/>
                </a:lnTo>
                <a:lnTo>
                  <a:pt x="789463" y="85969"/>
                </a:lnTo>
                <a:lnTo>
                  <a:pt x="789477" y="85866"/>
                </a:lnTo>
                <a:lnTo>
                  <a:pt x="789490" y="85759"/>
                </a:lnTo>
                <a:lnTo>
                  <a:pt x="789502" y="85648"/>
                </a:lnTo>
                <a:lnTo>
                  <a:pt x="789515" y="85533"/>
                </a:lnTo>
                <a:lnTo>
                  <a:pt x="789527" y="85414"/>
                </a:lnTo>
                <a:lnTo>
                  <a:pt x="789539" y="85292"/>
                </a:lnTo>
                <a:lnTo>
                  <a:pt x="789550" y="85165"/>
                </a:lnTo>
                <a:lnTo>
                  <a:pt x="789561" y="85035"/>
                </a:lnTo>
                <a:lnTo>
                  <a:pt x="789572" y="84900"/>
                </a:lnTo>
                <a:lnTo>
                  <a:pt x="789583" y="84762"/>
                </a:lnTo>
                <a:lnTo>
                  <a:pt x="789593" y="84620"/>
                </a:lnTo>
                <a:lnTo>
                  <a:pt x="789603" y="84473"/>
                </a:lnTo>
                <a:lnTo>
                  <a:pt x="789612" y="84323"/>
                </a:lnTo>
                <a:lnTo>
                  <a:pt x="789621" y="84169"/>
                </a:lnTo>
                <a:lnTo>
                  <a:pt x="789630" y="84011"/>
                </a:lnTo>
                <a:lnTo>
                  <a:pt x="789638" y="83850"/>
                </a:lnTo>
                <a:lnTo>
                  <a:pt x="789646" y="83684"/>
                </a:lnTo>
                <a:lnTo>
                  <a:pt x="789654" y="83517"/>
                </a:lnTo>
                <a:lnTo>
                  <a:pt x="789662" y="83352"/>
                </a:lnTo>
                <a:lnTo>
                  <a:pt x="789669" y="83188"/>
                </a:lnTo>
                <a:lnTo>
                  <a:pt x="789676" y="83027"/>
                </a:lnTo>
                <a:lnTo>
                  <a:pt x="789682" y="82867"/>
                </a:lnTo>
                <a:lnTo>
                  <a:pt x="789688" y="82710"/>
                </a:lnTo>
                <a:lnTo>
                  <a:pt x="789694" y="82554"/>
                </a:lnTo>
                <a:lnTo>
                  <a:pt x="789700" y="82400"/>
                </a:lnTo>
                <a:lnTo>
                  <a:pt x="789705" y="82248"/>
                </a:lnTo>
                <a:lnTo>
                  <a:pt x="789710" y="82098"/>
                </a:lnTo>
                <a:lnTo>
                  <a:pt x="789714" y="81949"/>
                </a:lnTo>
                <a:lnTo>
                  <a:pt x="789718" y="81803"/>
                </a:lnTo>
                <a:lnTo>
                  <a:pt x="789722" y="81659"/>
                </a:lnTo>
                <a:lnTo>
                  <a:pt x="789725" y="81516"/>
                </a:lnTo>
                <a:lnTo>
                  <a:pt x="789729" y="81375"/>
                </a:lnTo>
                <a:lnTo>
                  <a:pt x="789731" y="81236"/>
                </a:lnTo>
                <a:lnTo>
                  <a:pt x="789734" y="81099"/>
                </a:lnTo>
                <a:lnTo>
                  <a:pt x="789736" y="80964"/>
                </a:lnTo>
                <a:lnTo>
                  <a:pt x="789738" y="80831"/>
                </a:lnTo>
                <a:lnTo>
                  <a:pt x="789739" y="80699"/>
                </a:lnTo>
                <a:lnTo>
                  <a:pt x="789741" y="80570"/>
                </a:lnTo>
                <a:lnTo>
                  <a:pt x="789741" y="80442"/>
                </a:lnTo>
                <a:lnTo>
                  <a:pt x="789742" y="80317"/>
                </a:lnTo>
                <a:lnTo>
                  <a:pt x="789742" y="80193"/>
                </a:lnTo>
                <a:lnTo>
                  <a:pt x="789723" y="78368"/>
                </a:lnTo>
                <a:lnTo>
                  <a:pt x="789667" y="76579"/>
                </a:lnTo>
                <a:lnTo>
                  <a:pt x="789573" y="74826"/>
                </a:lnTo>
                <a:lnTo>
                  <a:pt x="789442" y="73109"/>
                </a:lnTo>
                <a:lnTo>
                  <a:pt x="789273" y="71428"/>
                </a:lnTo>
                <a:lnTo>
                  <a:pt x="789067" y="69782"/>
                </a:lnTo>
                <a:lnTo>
                  <a:pt x="788823" y="68173"/>
                </a:lnTo>
                <a:lnTo>
                  <a:pt x="788542" y="66599"/>
                </a:lnTo>
                <a:lnTo>
                  <a:pt x="788223" y="65061"/>
                </a:lnTo>
                <a:lnTo>
                  <a:pt x="787867" y="63559"/>
                </a:lnTo>
                <a:lnTo>
                  <a:pt x="787474" y="62092"/>
                </a:lnTo>
                <a:lnTo>
                  <a:pt x="787042" y="60662"/>
                </a:lnTo>
                <a:lnTo>
                  <a:pt x="786574" y="59267"/>
                </a:lnTo>
                <a:lnTo>
                  <a:pt x="786067" y="57908"/>
                </a:lnTo>
                <a:lnTo>
                  <a:pt x="785524" y="56586"/>
                </a:lnTo>
                <a:lnTo>
                  <a:pt x="784943" y="55298"/>
                </a:lnTo>
                <a:lnTo>
                  <a:pt x="784324" y="54047"/>
                </a:lnTo>
                <a:lnTo>
                  <a:pt x="783668" y="52832"/>
                </a:lnTo>
                <a:lnTo>
                  <a:pt x="782974" y="51652"/>
                </a:lnTo>
                <a:lnTo>
                  <a:pt x="782243" y="50508"/>
                </a:lnTo>
                <a:lnTo>
                  <a:pt x="781474" y="49400"/>
                </a:lnTo>
                <a:lnTo>
                  <a:pt x="780668" y="48328"/>
                </a:lnTo>
                <a:lnTo>
                  <a:pt x="779825" y="47292"/>
                </a:lnTo>
                <a:lnTo>
                  <a:pt x="778943" y="46292"/>
                </a:lnTo>
                <a:lnTo>
                  <a:pt x="778029" y="45329"/>
                </a:lnTo>
                <a:lnTo>
                  <a:pt x="777087" y="44408"/>
                </a:lnTo>
                <a:lnTo>
                  <a:pt x="776115" y="43528"/>
                </a:lnTo>
                <a:lnTo>
                  <a:pt x="775116" y="42688"/>
                </a:lnTo>
                <a:lnTo>
                  <a:pt x="774087" y="41890"/>
                </a:lnTo>
                <a:lnTo>
                  <a:pt x="773030" y="41132"/>
                </a:lnTo>
                <a:lnTo>
                  <a:pt x="771945" y="40415"/>
                </a:lnTo>
                <a:lnTo>
                  <a:pt x="770831" y="39740"/>
                </a:lnTo>
                <a:lnTo>
                  <a:pt x="769689" y="39105"/>
                </a:lnTo>
                <a:lnTo>
                  <a:pt x="768518" y="38511"/>
                </a:lnTo>
                <a:lnTo>
                  <a:pt x="767318" y="37959"/>
                </a:lnTo>
                <a:lnTo>
                  <a:pt x="766090" y="37447"/>
                </a:lnTo>
                <a:lnTo>
                  <a:pt x="764833" y="36976"/>
                </a:lnTo>
                <a:lnTo>
                  <a:pt x="763548" y="36546"/>
                </a:lnTo>
                <a:lnTo>
                  <a:pt x="762235" y="36157"/>
                </a:lnTo>
                <a:lnTo>
                  <a:pt x="760892" y="35809"/>
                </a:lnTo>
                <a:lnTo>
                  <a:pt x="759522" y="35502"/>
                </a:lnTo>
                <a:lnTo>
                  <a:pt x="758122" y="35235"/>
                </a:lnTo>
                <a:lnTo>
                  <a:pt x="756695" y="35010"/>
                </a:lnTo>
                <a:lnTo>
                  <a:pt x="755238" y="34826"/>
                </a:lnTo>
                <a:lnTo>
                  <a:pt x="753753" y="34683"/>
                </a:lnTo>
                <a:lnTo>
                  <a:pt x="752240" y="34580"/>
                </a:lnTo>
                <a:lnTo>
                  <a:pt x="750698" y="34519"/>
                </a:lnTo>
                <a:lnTo>
                  <a:pt x="749128" y="34498"/>
                </a:lnTo>
                <a:lnTo>
                  <a:pt x="747942" y="34509"/>
                </a:lnTo>
                <a:lnTo>
                  <a:pt x="746773" y="34542"/>
                </a:lnTo>
                <a:lnTo>
                  <a:pt x="745622" y="34597"/>
                </a:lnTo>
                <a:lnTo>
                  <a:pt x="744489" y="34673"/>
                </a:lnTo>
                <a:lnTo>
                  <a:pt x="743373" y="34772"/>
                </a:lnTo>
                <a:lnTo>
                  <a:pt x="742274" y="34892"/>
                </a:lnTo>
                <a:lnTo>
                  <a:pt x="741193" y="35034"/>
                </a:lnTo>
                <a:lnTo>
                  <a:pt x="740129" y="35198"/>
                </a:lnTo>
                <a:lnTo>
                  <a:pt x="739082" y="35384"/>
                </a:lnTo>
                <a:lnTo>
                  <a:pt x="738053" y="35592"/>
                </a:lnTo>
                <a:lnTo>
                  <a:pt x="737042" y="35821"/>
                </a:lnTo>
                <a:lnTo>
                  <a:pt x="736047" y="36073"/>
                </a:lnTo>
                <a:lnTo>
                  <a:pt x="735071" y="36346"/>
                </a:lnTo>
                <a:lnTo>
                  <a:pt x="734111" y="36642"/>
                </a:lnTo>
                <a:lnTo>
                  <a:pt x="733169" y="36959"/>
                </a:lnTo>
                <a:lnTo>
                  <a:pt x="732245" y="37298"/>
                </a:lnTo>
                <a:lnTo>
                  <a:pt x="731338" y="37658"/>
                </a:lnTo>
                <a:lnTo>
                  <a:pt x="730448" y="38041"/>
                </a:lnTo>
                <a:lnTo>
                  <a:pt x="729576" y="38446"/>
                </a:lnTo>
                <a:lnTo>
                  <a:pt x="728721" y="38872"/>
                </a:lnTo>
                <a:lnTo>
                  <a:pt x="727883" y="39321"/>
                </a:lnTo>
                <a:lnTo>
                  <a:pt x="727063" y="39791"/>
                </a:lnTo>
                <a:lnTo>
                  <a:pt x="726261" y="40283"/>
                </a:lnTo>
                <a:lnTo>
                  <a:pt x="725476" y="40797"/>
                </a:lnTo>
                <a:lnTo>
                  <a:pt x="724707" y="41330"/>
                </a:lnTo>
                <a:lnTo>
                  <a:pt x="723956" y="41880"/>
                </a:lnTo>
                <a:lnTo>
                  <a:pt x="723221" y="42447"/>
                </a:lnTo>
                <a:lnTo>
                  <a:pt x="722503" y="43031"/>
                </a:lnTo>
                <a:lnTo>
                  <a:pt x="721801" y="43632"/>
                </a:lnTo>
                <a:lnTo>
                  <a:pt x="721116" y="44250"/>
                </a:lnTo>
                <a:lnTo>
                  <a:pt x="720447" y="44885"/>
                </a:lnTo>
                <a:lnTo>
                  <a:pt x="719795" y="45537"/>
                </a:lnTo>
                <a:lnTo>
                  <a:pt x="719159" y="46205"/>
                </a:lnTo>
                <a:lnTo>
                  <a:pt x="718541" y="46891"/>
                </a:lnTo>
                <a:lnTo>
                  <a:pt x="717938" y="47593"/>
                </a:lnTo>
                <a:lnTo>
                  <a:pt x="717353" y="48313"/>
                </a:lnTo>
                <a:lnTo>
                  <a:pt x="716784" y="49049"/>
                </a:lnTo>
                <a:lnTo>
                  <a:pt x="716231" y="49802"/>
                </a:lnTo>
                <a:lnTo>
                  <a:pt x="715695" y="50572"/>
                </a:lnTo>
                <a:lnTo>
                  <a:pt x="715176" y="51359"/>
                </a:lnTo>
                <a:lnTo>
                  <a:pt x="714673" y="52163"/>
                </a:lnTo>
                <a:lnTo>
                  <a:pt x="714187" y="52984"/>
                </a:lnTo>
                <a:lnTo>
                  <a:pt x="713718" y="53822"/>
                </a:lnTo>
                <a:lnTo>
                  <a:pt x="713265" y="54676"/>
                </a:lnTo>
                <a:lnTo>
                  <a:pt x="712828" y="55548"/>
                </a:lnTo>
                <a:lnTo>
                  <a:pt x="712409" y="56436"/>
                </a:lnTo>
                <a:lnTo>
                  <a:pt x="712005" y="57342"/>
                </a:lnTo>
                <a:lnTo>
                  <a:pt x="711619" y="58264"/>
                </a:lnTo>
                <a:lnTo>
                  <a:pt x="711248" y="59201"/>
                </a:lnTo>
                <a:lnTo>
                  <a:pt x="710894" y="60150"/>
                </a:lnTo>
                <a:lnTo>
                  <a:pt x="710555" y="61111"/>
                </a:lnTo>
                <a:lnTo>
                  <a:pt x="710232" y="62084"/>
                </a:lnTo>
                <a:lnTo>
                  <a:pt x="709925" y="63069"/>
                </a:lnTo>
                <a:lnTo>
                  <a:pt x="709633" y="64067"/>
                </a:lnTo>
                <a:lnTo>
                  <a:pt x="709357" y="65076"/>
                </a:lnTo>
                <a:lnTo>
                  <a:pt x="709097" y="66098"/>
                </a:lnTo>
                <a:lnTo>
                  <a:pt x="708853" y="67132"/>
                </a:lnTo>
                <a:lnTo>
                  <a:pt x="708624" y="68178"/>
                </a:lnTo>
                <a:lnTo>
                  <a:pt x="708411" y="69236"/>
                </a:lnTo>
                <a:lnTo>
                  <a:pt x="708214" y="70306"/>
                </a:lnTo>
                <a:lnTo>
                  <a:pt x="708033" y="71389"/>
                </a:lnTo>
                <a:lnTo>
                  <a:pt x="707868" y="72483"/>
                </a:lnTo>
                <a:lnTo>
                  <a:pt x="707718" y="73590"/>
                </a:lnTo>
                <a:lnTo>
                  <a:pt x="707584" y="74709"/>
                </a:lnTo>
                <a:lnTo>
                  <a:pt x="707466" y="75840"/>
                </a:lnTo>
                <a:lnTo>
                  <a:pt x="707363" y="76983"/>
                </a:lnTo>
                <a:lnTo>
                  <a:pt x="707277" y="78138"/>
                </a:lnTo>
                <a:lnTo>
                  <a:pt x="707206" y="79305"/>
                </a:lnTo>
                <a:lnTo>
                  <a:pt x="707151" y="80485"/>
                </a:lnTo>
                <a:lnTo>
                  <a:pt x="707111" y="81676"/>
                </a:lnTo>
                <a:lnTo>
                  <a:pt x="707088" y="82880"/>
                </a:lnTo>
                <a:lnTo>
                  <a:pt x="707080" y="84096"/>
                </a:lnTo>
                <a:lnTo>
                  <a:pt x="707088" y="85264"/>
                </a:lnTo>
                <a:lnTo>
                  <a:pt x="707112" y="86422"/>
                </a:lnTo>
                <a:lnTo>
                  <a:pt x="707153" y="87570"/>
                </a:lnTo>
                <a:lnTo>
                  <a:pt x="707210" y="88709"/>
                </a:lnTo>
                <a:lnTo>
                  <a:pt x="707283" y="89837"/>
                </a:lnTo>
                <a:lnTo>
                  <a:pt x="707372" y="90956"/>
                </a:lnTo>
                <a:lnTo>
                  <a:pt x="707478" y="92066"/>
                </a:lnTo>
                <a:lnTo>
                  <a:pt x="707600" y="93165"/>
                </a:lnTo>
                <a:lnTo>
                  <a:pt x="707738" y="94255"/>
                </a:lnTo>
                <a:lnTo>
                  <a:pt x="707893" y="95335"/>
                </a:lnTo>
                <a:lnTo>
                  <a:pt x="708063" y="96406"/>
                </a:lnTo>
                <a:lnTo>
                  <a:pt x="708250" y="97467"/>
                </a:lnTo>
                <a:lnTo>
                  <a:pt x="708454" y="98517"/>
                </a:lnTo>
                <a:lnTo>
                  <a:pt x="708673" y="99559"/>
                </a:lnTo>
                <a:lnTo>
                  <a:pt x="708909" y="100590"/>
                </a:lnTo>
                <a:lnTo>
                  <a:pt x="709161" y="101612"/>
                </a:lnTo>
                <a:lnTo>
                  <a:pt x="709429" y="102624"/>
                </a:lnTo>
                <a:lnTo>
                  <a:pt x="709714" y="103626"/>
                </a:lnTo>
                <a:lnTo>
                  <a:pt x="710014" y="104619"/>
                </a:lnTo>
                <a:lnTo>
                  <a:pt x="710331" y="105601"/>
                </a:lnTo>
                <a:lnTo>
                  <a:pt x="710665" y="106574"/>
                </a:lnTo>
                <a:lnTo>
                  <a:pt x="711014" y="107538"/>
                </a:lnTo>
                <a:lnTo>
                  <a:pt x="711380" y="108491"/>
                </a:lnTo>
                <a:lnTo>
                  <a:pt x="711762" y="109435"/>
                </a:lnTo>
                <a:lnTo>
                  <a:pt x="712161" y="110366"/>
                </a:lnTo>
                <a:lnTo>
                  <a:pt x="712578" y="111280"/>
                </a:lnTo>
                <a:lnTo>
                  <a:pt x="713011" y="112178"/>
                </a:lnTo>
                <a:lnTo>
                  <a:pt x="713462" y="113059"/>
                </a:lnTo>
                <a:lnTo>
                  <a:pt x="713931" y="113924"/>
                </a:lnTo>
                <a:lnTo>
                  <a:pt x="714417" y="114772"/>
                </a:lnTo>
                <a:lnTo>
                  <a:pt x="714921" y="115605"/>
                </a:lnTo>
                <a:lnTo>
                  <a:pt x="715441" y="116421"/>
                </a:lnTo>
                <a:lnTo>
                  <a:pt x="715980" y="117220"/>
                </a:lnTo>
                <a:lnTo>
                  <a:pt x="716535" y="118003"/>
                </a:lnTo>
                <a:lnTo>
                  <a:pt x="717109" y="118770"/>
                </a:lnTo>
                <a:lnTo>
                  <a:pt x="717699" y="119520"/>
                </a:lnTo>
                <a:lnTo>
                  <a:pt x="718307" y="120254"/>
                </a:lnTo>
                <a:lnTo>
                  <a:pt x="718932" y="120972"/>
                </a:lnTo>
                <a:lnTo>
                  <a:pt x="719575" y="121673"/>
                </a:lnTo>
                <a:lnTo>
                  <a:pt x="720236" y="122357"/>
                </a:lnTo>
                <a:lnTo>
                  <a:pt x="720913" y="123026"/>
                </a:lnTo>
                <a:lnTo>
                  <a:pt x="721608" y="123678"/>
                </a:lnTo>
                <a:lnTo>
                  <a:pt x="722321" y="124313"/>
                </a:lnTo>
                <a:lnTo>
                  <a:pt x="723051" y="124933"/>
                </a:lnTo>
                <a:lnTo>
                  <a:pt x="723798" y="125536"/>
                </a:lnTo>
                <a:lnTo>
                  <a:pt x="724563" y="126122"/>
                </a:lnTo>
                <a:lnTo>
                  <a:pt x="725345" y="126692"/>
                </a:lnTo>
                <a:lnTo>
                  <a:pt x="726145" y="127246"/>
                </a:lnTo>
                <a:lnTo>
                  <a:pt x="726962" y="127780"/>
                </a:lnTo>
                <a:lnTo>
                  <a:pt x="727799" y="128291"/>
                </a:lnTo>
                <a:lnTo>
                  <a:pt x="728655" y="128779"/>
                </a:lnTo>
                <a:lnTo>
                  <a:pt x="729530" y="129245"/>
                </a:lnTo>
                <a:lnTo>
                  <a:pt x="730425" y="129688"/>
                </a:lnTo>
                <a:lnTo>
                  <a:pt x="731338" y="130108"/>
                </a:lnTo>
                <a:lnTo>
                  <a:pt x="732270" y="130506"/>
                </a:lnTo>
                <a:lnTo>
                  <a:pt x="733222" y="130881"/>
                </a:lnTo>
                <a:lnTo>
                  <a:pt x="734192" y="131233"/>
                </a:lnTo>
                <a:lnTo>
                  <a:pt x="735182" y="131562"/>
                </a:lnTo>
                <a:lnTo>
                  <a:pt x="736190" y="131869"/>
                </a:lnTo>
                <a:lnTo>
                  <a:pt x="737218" y="132153"/>
                </a:lnTo>
                <a:lnTo>
                  <a:pt x="738265" y="132414"/>
                </a:lnTo>
                <a:lnTo>
                  <a:pt x="739331" y="132653"/>
                </a:lnTo>
                <a:lnTo>
                  <a:pt x="740416" y="132869"/>
                </a:lnTo>
                <a:lnTo>
                  <a:pt x="741520" y="133062"/>
                </a:lnTo>
                <a:lnTo>
                  <a:pt x="742643" y="133232"/>
                </a:lnTo>
                <a:lnTo>
                  <a:pt x="743785" y="133380"/>
                </a:lnTo>
                <a:lnTo>
                  <a:pt x="744946" y="133505"/>
                </a:lnTo>
                <a:lnTo>
                  <a:pt x="746127" y="133607"/>
                </a:lnTo>
                <a:lnTo>
                  <a:pt x="747326" y="133687"/>
                </a:lnTo>
                <a:lnTo>
                  <a:pt x="748545" y="133743"/>
                </a:lnTo>
                <a:lnTo>
                  <a:pt x="749782" y="133778"/>
                </a:lnTo>
                <a:lnTo>
                  <a:pt x="751039" y="133789"/>
                </a:lnTo>
                <a:lnTo>
                  <a:pt x="752013" y="133782"/>
                </a:lnTo>
                <a:lnTo>
                  <a:pt x="752976" y="133761"/>
                </a:lnTo>
                <a:lnTo>
                  <a:pt x="753928" y="133727"/>
                </a:lnTo>
                <a:lnTo>
                  <a:pt x="754869" y="133678"/>
                </a:lnTo>
                <a:lnTo>
                  <a:pt x="755800" y="133616"/>
                </a:lnTo>
                <a:close/>
                <a:moveTo>
                  <a:pt x="723815" y="69461"/>
                </a:moveTo>
                <a:lnTo>
                  <a:pt x="724009" y="68437"/>
                </a:lnTo>
                <a:lnTo>
                  <a:pt x="724223" y="67436"/>
                </a:lnTo>
                <a:lnTo>
                  <a:pt x="724456" y="66459"/>
                </a:lnTo>
                <a:lnTo>
                  <a:pt x="724709" y="65504"/>
                </a:lnTo>
                <a:lnTo>
                  <a:pt x="724981" y="64572"/>
                </a:lnTo>
                <a:lnTo>
                  <a:pt x="725272" y="63663"/>
                </a:lnTo>
                <a:lnTo>
                  <a:pt x="725583" y="62777"/>
                </a:lnTo>
                <a:lnTo>
                  <a:pt x="725913" y="61914"/>
                </a:lnTo>
                <a:lnTo>
                  <a:pt x="726263" y="61074"/>
                </a:lnTo>
                <a:lnTo>
                  <a:pt x="726632" y="60256"/>
                </a:lnTo>
                <a:lnTo>
                  <a:pt x="727021" y="59462"/>
                </a:lnTo>
                <a:lnTo>
                  <a:pt x="727428" y="58690"/>
                </a:lnTo>
                <a:lnTo>
                  <a:pt x="727856" y="57942"/>
                </a:lnTo>
                <a:lnTo>
                  <a:pt x="728302" y="57216"/>
                </a:lnTo>
                <a:lnTo>
                  <a:pt x="728769" y="56513"/>
                </a:lnTo>
                <a:lnTo>
                  <a:pt x="729254" y="55833"/>
                </a:lnTo>
                <a:lnTo>
                  <a:pt x="729759" y="55176"/>
                </a:lnTo>
                <a:lnTo>
                  <a:pt x="730283" y="54542"/>
                </a:lnTo>
                <a:lnTo>
                  <a:pt x="730827" y="53931"/>
                </a:lnTo>
                <a:lnTo>
                  <a:pt x="731389" y="53343"/>
                </a:lnTo>
                <a:lnTo>
                  <a:pt x="731969" y="52781"/>
                </a:lnTo>
                <a:lnTo>
                  <a:pt x="732566" y="52243"/>
                </a:lnTo>
                <a:lnTo>
                  <a:pt x="733180" y="51731"/>
                </a:lnTo>
                <a:lnTo>
                  <a:pt x="733812" y="51243"/>
                </a:lnTo>
                <a:lnTo>
                  <a:pt x="734462" y="50781"/>
                </a:lnTo>
                <a:lnTo>
                  <a:pt x="735128" y="50343"/>
                </a:lnTo>
                <a:lnTo>
                  <a:pt x="735812" y="49931"/>
                </a:lnTo>
                <a:lnTo>
                  <a:pt x="736514" y="49543"/>
                </a:lnTo>
                <a:lnTo>
                  <a:pt x="737233" y="49181"/>
                </a:lnTo>
                <a:lnTo>
                  <a:pt x="737969" y="48843"/>
                </a:lnTo>
                <a:lnTo>
                  <a:pt x="738723" y="48531"/>
                </a:lnTo>
                <a:lnTo>
                  <a:pt x="739494" y="48243"/>
                </a:lnTo>
                <a:lnTo>
                  <a:pt x="740283" y="47981"/>
                </a:lnTo>
                <a:lnTo>
                  <a:pt x="741089" y="47743"/>
                </a:lnTo>
                <a:lnTo>
                  <a:pt x="741913" y="47531"/>
                </a:lnTo>
                <a:lnTo>
                  <a:pt x="742753" y="47343"/>
                </a:lnTo>
                <a:lnTo>
                  <a:pt x="743612" y="47181"/>
                </a:lnTo>
                <a:lnTo>
                  <a:pt x="744488" y="47043"/>
                </a:lnTo>
                <a:lnTo>
                  <a:pt x="745381" y="46931"/>
                </a:lnTo>
                <a:lnTo>
                  <a:pt x="746291" y="46843"/>
                </a:lnTo>
                <a:lnTo>
                  <a:pt x="747219" y="46781"/>
                </a:lnTo>
                <a:lnTo>
                  <a:pt x="748165" y="46743"/>
                </a:lnTo>
                <a:lnTo>
                  <a:pt x="749128" y="46731"/>
                </a:lnTo>
                <a:lnTo>
                  <a:pt x="750082" y="46743"/>
                </a:lnTo>
                <a:lnTo>
                  <a:pt x="751020" y="46781"/>
                </a:lnTo>
                <a:lnTo>
                  <a:pt x="751939" y="46844"/>
                </a:lnTo>
                <a:lnTo>
                  <a:pt x="752841" y="46932"/>
                </a:lnTo>
                <a:lnTo>
                  <a:pt x="753726" y="47045"/>
                </a:lnTo>
                <a:lnTo>
                  <a:pt x="754593" y="47184"/>
                </a:lnTo>
                <a:lnTo>
                  <a:pt x="755442" y="47347"/>
                </a:lnTo>
                <a:lnTo>
                  <a:pt x="756274" y="47536"/>
                </a:lnTo>
                <a:lnTo>
                  <a:pt x="757088" y="47750"/>
                </a:lnTo>
                <a:lnTo>
                  <a:pt x="757884" y="47989"/>
                </a:lnTo>
                <a:lnTo>
                  <a:pt x="758663" y="48254"/>
                </a:lnTo>
                <a:lnTo>
                  <a:pt x="759425" y="48543"/>
                </a:lnTo>
                <a:lnTo>
                  <a:pt x="760168" y="48858"/>
                </a:lnTo>
                <a:lnTo>
                  <a:pt x="760894" y="49198"/>
                </a:lnTo>
                <a:lnTo>
                  <a:pt x="761603" y="49563"/>
                </a:lnTo>
                <a:lnTo>
                  <a:pt x="762294" y="49953"/>
                </a:lnTo>
                <a:lnTo>
                  <a:pt x="762968" y="50369"/>
                </a:lnTo>
                <a:lnTo>
                  <a:pt x="763623" y="50809"/>
                </a:lnTo>
                <a:lnTo>
                  <a:pt x="764262" y="51275"/>
                </a:lnTo>
                <a:lnTo>
                  <a:pt x="764882" y="51766"/>
                </a:lnTo>
                <a:lnTo>
                  <a:pt x="765485" y="52282"/>
                </a:lnTo>
                <a:lnTo>
                  <a:pt x="766071" y="52823"/>
                </a:lnTo>
                <a:lnTo>
                  <a:pt x="766639" y="53390"/>
                </a:lnTo>
                <a:lnTo>
                  <a:pt x="767189" y="53981"/>
                </a:lnTo>
                <a:lnTo>
                  <a:pt x="767720" y="54597"/>
                </a:lnTo>
                <a:lnTo>
                  <a:pt x="768229" y="55234"/>
                </a:lnTo>
                <a:lnTo>
                  <a:pt x="768717" y="55894"/>
                </a:lnTo>
                <a:lnTo>
                  <a:pt x="769183" y="56576"/>
                </a:lnTo>
                <a:lnTo>
                  <a:pt x="769627" y="57281"/>
                </a:lnTo>
                <a:lnTo>
                  <a:pt x="770050" y="58008"/>
                </a:lnTo>
                <a:lnTo>
                  <a:pt x="770451" y="58758"/>
                </a:lnTo>
                <a:lnTo>
                  <a:pt x="770831" y="59529"/>
                </a:lnTo>
                <a:lnTo>
                  <a:pt x="771189" y="60324"/>
                </a:lnTo>
                <a:lnTo>
                  <a:pt x="771526" y="61140"/>
                </a:lnTo>
                <a:lnTo>
                  <a:pt x="771841" y="61979"/>
                </a:lnTo>
                <a:lnTo>
                  <a:pt x="772134" y="62840"/>
                </a:lnTo>
                <a:lnTo>
                  <a:pt x="772406" y="63724"/>
                </a:lnTo>
                <a:lnTo>
                  <a:pt x="772657" y="64630"/>
                </a:lnTo>
                <a:lnTo>
                  <a:pt x="772886" y="65559"/>
                </a:lnTo>
                <a:lnTo>
                  <a:pt x="773093" y="66510"/>
                </a:lnTo>
                <a:lnTo>
                  <a:pt x="773278" y="67483"/>
                </a:lnTo>
                <a:lnTo>
                  <a:pt x="773442" y="68478"/>
                </a:lnTo>
                <a:lnTo>
                  <a:pt x="773585" y="69496"/>
                </a:lnTo>
                <a:lnTo>
                  <a:pt x="773706" y="70537"/>
                </a:lnTo>
                <a:lnTo>
                  <a:pt x="773805" y="71599"/>
                </a:lnTo>
                <a:lnTo>
                  <a:pt x="773883" y="72684"/>
                </a:lnTo>
                <a:lnTo>
                  <a:pt x="773939" y="73792"/>
                </a:lnTo>
                <a:lnTo>
                  <a:pt x="773974" y="74922"/>
                </a:lnTo>
                <a:lnTo>
                  <a:pt x="723134" y="74922"/>
                </a:lnTo>
                <a:lnTo>
                  <a:pt x="723232" y="73784"/>
                </a:lnTo>
                <a:lnTo>
                  <a:pt x="723348" y="72669"/>
                </a:lnTo>
                <a:lnTo>
                  <a:pt x="723484" y="71576"/>
                </a:lnTo>
                <a:lnTo>
                  <a:pt x="723640" y="70507"/>
                </a:lnTo>
                <a:lnTo>
                  <a:pt x="723815" y="69461"/>
                </a:lnTo>
                <a:close/>
                <a:moveTo>
                  <a:pt x="1066094" y="133531"/>
                </a:moveTo>
                <a:lnTo>
                  <a:pt x="1067179" y="133417"/>
                </a:lnTo>
                <a:lnTo>
                  <a:pt x="1068251" y="133283"/>
                </a:lnTo>
                <a:lnTo>
                  <a:pt x="1069307" y="133128"/>
                </a:lnTo>
                <a:lnTo>
                  <a:pt x="1070350" y="132952"/>
                </a:lnTo>
                <a:lnTo>
                  <a:pt x="1071379" y="132756"/>
                </a:lnTo>
                <a:lnTo>
                  <a:pt x="1072394" y="132539"/>
                </a:lnTo>
                <a:lnTo>
                  <a:pt x="1073394" y="132301"/>
                </a:lnTo>
                <a:lnTo>
                  <a:pt x="1074381" y="132043"/>
                </a:lnTo>
                <a:lnTo>
                  <a:pt x="1075353" y="131764"/>
                </a:lnTo>
                <a:lnTo>
                  <a:pt x="1076311" y="131464"/>
                </a:lnTo>
                <a:lnTo>
                  <a:pt x="1077255" y="131144"/>
                </a:lnTo>
                <a:lnTo>
                  <a:pt x="1078185" y="130803"/>
                </a:lnTo>
                <a:lnTo>
                  <a:pt x="1079101" y="130441"/>
                </a:lnTo>
                <a:lnTo>
                  <a:pt x="1080003" y="130059"/>
                </a:lnTo>
                <a:lnTo>
                  <a:pt x="1080891" y="129656"/>
                </a:lnTo>
                <a:lnTo>
                  <a:pt x="1081764" y="129232"/>
                </a:lnTo>
                <a:lnTo>
                  <a:pt x="1082624" y="128788"/>
                </a:lnTo>
                <a:lnTo>
                  <a:pt x="1083469" y="128323"/>
                </a:lnTo>
                <a:lnTo>
                  <a:pt x="1084300" y="127837"/>
                </a:lnTo>
                <a:lnTo>
                  <a:pt x="1085117" y="127332"/>
                </a:lnTo>
                <a:lnTo>
                  <a:pt x="1085917" y="126809"/>
                </a:lnTo>
                <a:lnTo>
                  <a:pt x="1086701" y="126268"/>
                </a:lnTo>
                <a:lnTo>
                  <a:pt x="1087470" y="125710"/>
                </a:lnTo>
                <a:lnTo>
                  <a:pt x="1088222" y="125134"/>
                </a:lnTo>
                <a:lnTo>
                  <a:pt x="1088959" y="124540"/>
                </a:lnTo>
                <a:lnTo>
                  <a:pt x="1089680" y="123928"/>
                </a:lnTo>
                <a:lnTo>
                  <a:pt x="1090384" y="123299"/>
                </a:lnTo>
                <a:lnTo>
                  <a:pt x="1091073" y="122652"/>
                </a:lnTo>
                <a:lnTo>
                  <a:pt x="1091746" y="121987"/>
                </a:lnTo>
                <a:lnTo>
                  <a:pt x="1092403" y="121304"/>
                </a:lnTo>
                <a:lnTo>
                  <a:pt x="1093044" y="120603"/>
                </a:lnTo>
                <a:lnTo>
                  <a:pt x="1093669" y="119885"/>
                </a:lnTo>
                <a:lnTo>
                  <a:pt x="1094279" y="119149"/>
                </a:lnTo>
                <a:lnTo>
                  <a:pt x="1094872" y="118395"/>
                </a:lnTo>
                <a:lnTo>
                  <a:pt x="1095449" y="117624"/>
                </a:lnTo>
                <a:lnTo>
                  <a:pt x="1096011" y="116834"/>
                </a:lnTo>
                <a:lnTo>
                  <a:pt x="1096556" y="116027"/>
                </a:lnTo>
                <a:lnTo>
                  <a:pt x="1097086" y="115202"/>
                </a:lnTo>
                <a:lnTo>
                  <a:pt x="1097600" y="114360"/>
                </a:lnTo>
                <a:lnTo>
                  <a:pt x="1098097" y="113500"/>
                </a:lnTo>
                <a:lnTo>
                  <a:pt x="1098579" y="112621"/>
                </a:lnTo>
                <a:lnTo>
                  <a:pt x="1099045" y="111725"/>
                </a:lnTo>
                <a:lnTo>
                  <a:pt x="1099495" y="110812"/>
                </a:lnTo>
                <a:lnTo>
                  <a:pt x="1099928" y="109882"/>
                </a:lnTo>
                <a:lnTo>
                  <a:pt x="1100342" y="108938"/>
                </a:lnTo>
                <a:lnTo>
                  <a:pt x="1100738" y="107979"/>
                </a:lnTo>
                <a:lnTo>
                  <a:pt x="1101115" y="107005"/>
                </a:lnTo>
                <a:lnTo>
                  <a:pt x="1101475" y="106018"/>
                </a:lnTo>
                <a:lnTo>
                  <a:pt x="1101815" y="105015"/>
                </a:lnTo>
                <a:lnTo>
                  <a:pt x="1102138" y="103998"/>
                </a:lnTo>
                <a:lnTo>
                  <a:pt x="1102441" y="102967"/>
                </a:lnTo>
                <a:lnTo>
                  <a:pt x="1102727" y="101921"/>
                </a:lnTo>
                <a:lnTo>
                  <a:pt x="1102994" y="100860"/>
                </a:lnTo>
                <a:lnTo>
                  <a:pt x="1103243" y="99785"/>
                </a:lnTo>
                <a:lnTo>
                  <a:pt x="1103473" y="98695"/>
                </a:lnTo>
                <a:lnTo>
                  <a:pt x="1103684" y="97591"/>
                </a:lnTo>
                <a:lnTo>
                  <a:pt x="1103878" y="96473"/>
                </a:lnTo>
                <a:lnTo>
                  <a:pt x="1104053" y="95339"/>
                </a:lnTo>
                <a:lnTo>
                  <a:pt x="1104209" y="94192"/>
                </a:lnTo>
                <a:lnTo>
                  <a:pt x="1104347" y="93030"/>
                </a:lnTo>
                <a:lnTo>
                  <a:pt x="1104467" y="91853"/>
                </a:lnTo>
                <a:lnTo>
                  <a:pt x="1104568" y="90661"/>
                </a:lnTo>
                <a:lnTo>
                  <a:pt x="1104651" y="89456"/>
                </a:lnTo>
                <a:lnTo>
                  <a:pt x="1104716" y="88235"/>
                </a:lnTo>
                <a:lnTo>
                  <a:pt x="1104762" y="87000"/>
                </a:lnTo>
                <a:lnTo>
                  <a:pt x="1104789" y="85751"/>
                </a:lnTo>
                <a:lnTo>
                  <a:pt x="1104799" y="84487"/>
                </a:lnTo>
                <a:lnTo>
                  <a:pt x="1104789" y="83191"/>
                </a:lnTo>
                <a:lnTo>
                  <a:pt x="1104762" y="81911"/>
                </a:lnTo>
                <a:lnTo>
                  <a:pt x="1104716" y="80646"/>
                </a:lnTo>
                <a:lnTo>
                  <a:pt x="1104651" y="79396"/>
                </a:lnTo>
                <a:lnTo>
                  <a:pt x="1104568" y="78162"/>
                </a:lnTo>
                <a:lnTo>
                  <a:pt x="1104467" y="76944"/>
                </a:lnTo>
                <a:lnTo>
                  <a:pt x="1104347" y="75741"/>
                </a:lnTo>
                <a:lnTo>
                  <a:pt x="1104209" y="74554"/>
                </a:lnTo>
                <a:lnTo>
                  <a:pt x="1104053" y="73382"/>
                </a:lnTo>
                <a:lnTo>
                  <a:pt x="1103878" y="72226"/>
                </a:lnTo>
                <a:lnTo>
                  <a:pt x="1103684" y="71086"/>
                </a:lnTo>
                <a:lnTo>
                  <a:pt x="1103473" y="69961"/>
                </a:lnTo>
                <a:lnTo>
                  <a:pt x="1103243" y="68851"/>
                </a:lnTo>
                <a:lnTo>
                  <a:pt x="1102994" y="67757"/>
                </a:lnTo>
                <a:lnTo>
                  <a:pt x="1102727" y="66679"/>
                </a:lnTo>
                <a:lnTo>
                  <a:pt x="1102441" y="65616"/>
                </a:lnTo>
                <a:lnTo>
                  <a:pt x="1102138" y="64569"/>
                </a:lnTo>
                <a:lnTo>
                  <a:pt x="1101815" y="63537"/>
                </a:lnTo>
                <a:lnTo>
                  <a:pt x="1101475" y="62521"/>
                </a:lnTo>
                <a:lnTo>
                  <a:pt x="1101115" y="61520"/>
                </a:lnTo>
                <a:lnTo>
                  <a:pt x="1100738" y="60535"/>
                </a:lnTo>
                <a:lnTo>
                  <a:pt x="1100342" y="59565"/>
                </a:lnTo>
                <a:lnTo>
                  <a:pt x="1099928" y="58611"/>
                </a:lnTo>
                <a:lnTo>
                  <a:pt x="1099495" y="57673"/>
                </a:lnTo>
                <a:lnTo>
                  <a:pt x="1099045" y="56751"/>
                </a:lnTo>
                <a:lnTo>
                  <a:pt x="1098579" y="55847"/>
                </a:lnTo>
                <a:lnTo>
                  <a:pt x="1098097" y="54961"/>
                </a:lnTo>
                <a:lnTo>
                  <a:pt x="1097600" y="54093"/>
                </a:lnTo>
                <a:lnTo>
                  <a:pt x="1097086" y="53243"/>
                </a:lnTo>
                <a:lnTo>
                  <a:pt x="1096556" y="52411"/>
                </a:lnTo>
                <a:lnTo>
                  <a:pt x="1096011" y="51597"/>
                </a:lnTo>
                <a:lnTo>
                  <a:pt x="1095449" y="50801"/>
                </a:lnTo>
                <a:lnTo>
                  <a:pt x="1094872" y="50022"/>
                </a:lnTo>
                <a:lnTo>
                  <a:pt x="1094279" y="49262"/>
                </a:lnTo>
                <a:lnTo>
                  <a:pt x="1093669" y="48520"/>
                </a:lnTo>
                <a:lnTo>
                  <a:pt x="1093044" y="47795"/>
                </a:lnTo>
                <a:lnTo>
                  <a:pt x="1092403" y="47089"/>
                </a:lnTo>
                <a:lnTo>
                  <a:pt x="1091746" y="46400"/>
                </a:lnTo>
                <a:lnTo>
                  <a:pt x="1091073" y="45729"/>
                </a:lnTo>
                <a:lnTo>
                  <a:pt x="1090384" y="45077"/>
                </a:lnTo>
                <a:lnTo>
                  <a:pt x="1089680" y="44442"/>
                </a:lnTo>
                <a:lnTo>
                  <a:pt x="1088959" y="43825"/>
                </a:lnTo>
                <a:lnTo>
                  <a:pt x="1088222" y="43226"/>
                </a:lnTo>
                <a:lnTo>
                  <a:pt x="1087470" y="42645"/>
                </a:lnTo>
                <a:lnTo>
                  <a:pt x="1086701" y="42082"/>
                </a:lnTo>
                <a:lnTo>
                  <a:pt x="1085917" y="41537"/>
                </a:lnTo>
                <a:lnTo>
                  <a:pt x="1085117" y="41010"/>
                </a:lnTo>
                <a:lnTo>
                  <a:pt x="1084300" y="40501"/>
                </a:lnTo>
                <a:lnTo>
                  <a:pt x="1083469" y="40011"/>
                </a:lnTo>
                <a:lnTo>
                  <a:pt x="1082624" y="39542"/>
                </a:lnTo>
                <a:lnTo>
                  <a:pt x="1081764" y="39094"/>
                </a:lnTo>
                <a:lnTo>
                  <a:pt x="1080891" y="38667"/>
                </a:lnTo>
                <a:lnTo>
                  <a:pt x="1080003" y="38260"/>
                </a:lnTo>
                <a:lnTo>
                  <a:pt x="1079101" y="37875"/>
                </a:lnTo>
                <a:lnTo>
                  <a:pt x="1078185" y="37510"/>
                </a:lnTo>
                <a:lnTo>
                  <a:pt x="1077255" y="37166"/>
                </a:lnTo>
                <a:lnTo>
                  <a:pt x="1076311" y="36843"/>
                </a:lnTo>
                <a:lnTo>
                  <a:pt x="1075353" y="36541"/>
                </a:lnTo>
                <a:lnTo>
                  <a:pt x="1074381" y="36260"/>
                </a:lnTo>
                <a:lnTo>
                  <a:pt x="1073394" y="35999"/>
                </a:lnTo>
                <a:lnTo>
                  <a:pt x="1072394" y="35759"/>
                </a:lnTo>
                <a:lnTo>
                  <a:pt x="1071379" y="35541"/>
                </a:lnTo>
                <a:lnTo>
                  <a:pt x="1070350" y="35343"/>
                </a:lnTo>
                <a:lnTo>
                  <a:pt x="1069307" y="35165"/>
                </a:lnTo>
                <a:lnTo>
                  <a:pt x="1068251" y="35009"/>
                </a:lnTo>
                <a:lnTo>
                  <a:pt x="1067179" y="34874"/>
                </a:lnTo>
                <a:lnTo>
                  <a:pt x="1066094" y="34759"/>
                </a:lnTo>
                <a:lnTo>
                  <a:pt x="1064995" y="34665"/>
                </a:lnTo>
                <a:lnTo>
                  <a:pt x="1063882" y="34592"/>
                </a:lnTo>
                <a:lnTo>
                  <a:pt x="1062754" y="34540"/>
                </a:lnTo>
                <a:lnTo>
                  <a:pt x="1061613" y="34509"/>
                </a:lnTo>
                <a:lnTo>
                  <a:pt x="1060457" y="34498"/>
                </a:lnTo>
                <a:lnTo>
                  <a:pt x="1059325" y="34509"/>
                </a:lnTo>
                <a:lnTo>
                  <a:pt x="1058207" y="34540"/>
                </a:lnTo>
                <a:lnTo>
                  <a:pt x="1057102" y="34592"/>
                </a:lnTo>
                <a:lnTo>
                  <a:pt x="1056011" y="34665"/>
                </a:lnTo>
                <a:lnTo>
                  <a:pt x="1054933" y="34759"/>
                </a:lnTo>
                <a:lnTo>
                  <a:pt x="1053869" y="34874"/>
                </a:lnTo>
                <a:lnTo>
                  <a:pt x="1052819" y="35009"/>
                </a:lnTo>
                <a:lnTo>
                  <a:pt x="1051782" y="35165"/>
                </a:lnTo>
                <a:lnTo>
                  <a:pt x="1050759" y="35343"/>
                </a:lnTo>
                <a:lnTo>
                  <a:pt x="1049749" y="35541"/>
                </a:lnTo>
                <a:lnTo>
                  <a:pt x="1048753" y="35759"/>
                </a:lnTo>
                <a:lnTo>
                  <a:pt x="1047771" y="35999"/>
                </a:lnTo>
                <a:lnTo>
                  <a:pt x="1046802" y="36260"/>
                </a:lnTo>
                <a:lnTo>
                  <a:pt x="1045847" y="36541"/>
                </a:lnTo>
                <a:lnTo>
                  <a:pt x="1044906" y="36843"/>
                </a:lnTo>
                <a:lnTo>
                  <a:pt x="1043978" y="37166"/>
                </a:lnTo>
                <a:lnTo>
                  <a:pt x="1043063" y="37510"/>
                </a:lnTo>
                <a:lnTo>
                  <a:pt x="1042163" y="37875"/>
                </a:lnTo>
                <a:lnTo>
                  <a:pt x="1041276" y="38260"/>
                </a:lnTo>
                <a:lnTo>
                  <a:pt x="1040402" y="38667"/>
                </a:lnTo>
                <a:lnTo>
                  <a:pt x="1039542" y="39094"/>
                </a:lnTo>
                <a:lnTo>
                  <a:pt x="1038696" y="39542"/>
                </a:lnTo>
                <a:lnTo>
                  <a:pt x="1037863" y="40011"/>
                </a:lnTo>
                <a:lnTo>
                  <a:pt x="1037044" y="40501"/>
                </a:lnTo>
                <a:lnTo>
                  <a:pt x="1036240" y="41010"/>
                </a:lnTo>
                <a:lnTo>
                  <a:pt x="1035452" y="41537"/>
                </a:lnTo>
                <a:lnTo>
                  <a:pt x="1034680" y="42082"/>
                </a:lnTo>
                <a:lnTo>
                  <a:pt x="1033924" y="42645"/>
                </a:lnTo>
                <a:lnTo>
                  <a:pt x="1033184" y="43226"/>
                </a:lnTo>
                <a:lnTo>
                  <a:pt x="1032460" y="43825"/>
                </a:lnTo>
                <a:lnTo>
                  <a:pt x="1031752" y="44442"/>
                </a:lnTo>
                <a:lnTo>
                  <a:pt x="1031061" y="45077"/>
                </a:lnTo>
                <a:lnTo>
                  <a:pt x="1030385" y="45729"/>
                </a:lnTo>
                <a:lnTo>
                  <a:pt x="1029726" y="46400"/>
                </a:lnTo>
                <a:lnTo>
                  <a:pt x="1029083" y="47089"/>
                </a:lnTo>
                <a:lnTo>
                  <a:pt x="1028455" y="47795"/>
                </a:lnTo>
                <a:lnTo>
                  <a:pt x="1027844" y="48520"/>
                </a:lnTo>
                <a:lnTo>
                  <a:pt x="1027249" y="49262"/>
                </a:lnTo>
                <a:lnTo>
                  <a:pt x="1026670" y="50022"/>
                </a:lnTo>
                <a:lnTo>
                  <a:pt x="1026107" y="50801"/>
                </a:lnTo>
                <a:lnTo>
                  <a:pt x="1025561" y="51597"/>
                </a:lnTo>
                <a:lnTo>
                  <a:pt x="1025030" y="52411"/>
                </a:lnTo>
                <a:lnTo>
                  <a:pt x="1024515" y="53243"/>
                </a:lnTo>
                <a:lnTo>
                  <a:pt x="1024017" y="54093"/>
                </a:lnTo>
                <a:lnTo>
                  <a:pt x="1023535" y="54961"/>
                </a:lnTo>
                <a:lnTo>
                  <a:pt x="1023068" y="55847"/>
                </a:lnTo>
                <a:lnTo>
                  <a:pt x="1022618" y="56751"/>
                </a:lnTo>
                <a:lnTo>
                  <a:pt x="1022184" y="57673"/>
                </a:lnTo>
                <a:lnTo>
                  <a:pt x="1021767" y="58611"/>
                </a:lnTo>
                <a:lnTo>
                  <a:pt x="1021367" y="59565"/>
                </a:lnTo>
                <a:lnTo>
                  <a:pt x="1020986" y="60535"/>
                </a:lnTo>
                <a:lnTo>
                  <a:pt x="1020622" y="61520"/>
                </a:lnTo>
                <a:lnTo>
                  <a:pt x="1020276" y="62521"/>
                </a:lnTo>
                <a:lnTo>
                  <a:pt x="1019947" y="63537"/>
                </a:lnTo>
                <a:lnTo>
                  <a:pt x="1019637" y="64569"/>
                </a:lnTo>
                <a:lnTo>
                  <a:pt x="1019344" y="65616"/>
                </a:lnTo>
                <a:lnTo>
                  <a:pt x="1019068" y="66679"/>
                </a:lnTo>
                <a:lnTo>
                  <a:pt x="1018811" y="67757"/>
                </a:lnTo>
                <a:lnTo>
                  <a:pt x="1018571" y="68851"/>
                </a:lnTo>
                <a:lnTo>
                  <a:pt x="1018350" y="69961"/>
                </a:lnTo>
                <a:lnTo>
                  <a:pt x="1018145" y="71086"/>
                </a:lnTo>
                <a:lnTo>
                  <a:pt x="1017959" y="72226"/>
                </a:lnTo>
                <a:lnTo>
                  <a:pt x="1017790" y="73382"/>
                </a:lnTo>
                <a:lnTo>
                  <a:pt x="1017639" y="74554"/>
                </a:lnTo>
                <a:lnTo>
                  <a:pt x="1017506" y="75741"/>
                </a:lnTo>
                <a:lnTo>
                  <a:pt x="1017391" y="76944"/>
                </a:lnTo>
                <a:lnTo>
                  <a:pt x="1017293" y="78162"/>
                </a:lnTo>
                <a:lnTo>
                  <a:pt x="1017213" y="79396"/>
                </a:lnTo>
                <a:lnTo>
                  <a:pt x="1017151" y="80646"/>
                </a:lnTo>
                <a:lnTo>
                  <a:pt x="1017107" y="81911"/>
                </a:lnTo>
                <a:lnTo>
                  <a:pt x="1017080" y="83191"/>
                </a:lnTo>
                <a:lnTo>
                  <a:pt x="1017071" y="84487"/>
                </a:lnTo>
                <a:lnTo>
                  <a:pt x="1017080" y="85751"/>
                </a:lnTo>
                <a:lnTo>
                  <a:pt x="1017107" y="87000"/>
                </a:lnTo>
                <a:lnTo>
                  <a:pt x="1017151" y="88235"/>
                </a:lnTo>
                <a:lnTo>
                  <a:pt x="1017213" y="89456"/>
                </a:lnTo>
                <a:lnTo>
                  <a:pt x="1017293" y="90661"/>
                </a:lnTo>
                <a:lnTo>
                  <a:pt x="1017391" y="91853"/>
                </a:lnTo>
                <a:lnTo>
                  <a:pt x="1017506" y="93030"/>
                </a:lnTo>
                <a:lnTo>
                  <a:pt x="1017639" y="94192"/>
                </a:lnTo>
                <a:lnTo>
                  <a:pt x="1017790" y="95339"/>
                </a:lnTo>
                <a:lnTo>
                  <a:pt x="1017959" y="96473"/>
                </a:lnTo>
                <a:lnTo>
                  <a:pt x="1018145" y="97591"/>
                </a:lnTo>
                <a:lnTo>
                  <a:pt x="1018350" y="98695"/>
                </a:lnTo>
                <a:lnTo>
                  <a:pt x="1018571" y="99785"/>
                </a:lnTo>
                <a:lnTo>
                  <a:pt x="1018811" y="100860"/>
                </a:lnTo>
                <a:lnTo>
                  <a:pt x="1019068" y="101921"/>
                </a:lnTo>
                <a:lnTo>
                  <a:pt x="1019344" y="102967"/>
                </a:lnTo>
                <a:lnTo>
                  <a:pt x="1019637" y="103998"/>
                </a:lnTo>
                <a:lnTo>
                  <a:pt x="1019947" y="105015"/>
                </a:lnTo>
                <a:lnTo>
                  <a:pt x="1020276" y="106018"/>
                </a:lnTo>
                <a:lnTo>
                  <a:pt x="1020622" y="107005"/>
                </a:lnTo>
                <a:lnTo>
                  <a:pt x="1020986" y="107979"/>
                </a:lnTo>
                <a:lnTo>
                  <a:pt x="1021367" y="108938"/>
                </a:lnTo>
                <a:lnTo>
                  <a:pt x="1021767" y="109882"/>
                </a:lnTo>
                <a:lnTo>
                  <a:pt x="1022184" y="110812"/>
                </a:lnTo>
                <a:lnTo>
                  <a:pt x="1022618" y="111725"/>
                </a:lnTo>
                <a:lnTo>
                  <a:pt x="1023068" y="112621"/>
                </a:lnTo>
                <a:lnTo>
                  <a:pt x="1023535" y="113500"/>
                </a:lnTo>
                <a:lnTo>
                  <a:pt x="1024017" y="114360"/>
                </a:lnTo>
                <a:lnTo>
                  <a:pt x="1024515" y="115202"/>
                </a:lnTo>
                <a:lnTo>
                  <a:pt x="1025030" y="116027"/>
                </a:lnTo>
                <a:lnTo>
                  <a:pt x="1025561" y="116834"/>
                </a:lnTo>
                <a:lnTo>
                  <a:pt x="1026107" y="117624"/>
                </a:lnTo>
                <a:lnTo>
                  <a:pt x="1026670" y="118395"/>
                </a:lnTo>
                <a:lnTo>
                  <a:pt x="1027249" y="119149"/>
                </a:lnTo>
                <a:lnTo>
                  <a:pt x="1027844" y="119885"/>
                </a:lnTo>
                <a:lnTo>
                  <a:pt x="1028455" y="120603"/>
                </a:lnTo>
                <a:lnTo>
                  <a:pt x="1029083" y="121304"/>
                </a:lnTo>
                <a:lnTo>
                  <a:pt x="1029726" y="121987"/>
                </a:lnTo>
                <a:lnTo>
                  <a:pt x="1030385" y="122652"/>
                </a:lnTo>
                <a:lnTo>
                  <a:pt x="1031061" y="123299"/>
                </a:lnTo>
                <a:lnTo>
                  <a:pt x="1031752" y="123928"/>
                </a:lnTo>
                <a:lnTo>
                  <a:pt x="1032460" y="124540"/>
                </a:lnTo>
                <a:lnTo>
                  <a:pt x="1033184" y="125134"/>
                </a:lnTo>
                <a:lnTo>
                  <a:pt x="1033924" y="125710"/>
                </a:lnTo>
                <a:lnTo>
                  <a:pt x="1034680" y="126268"/>
                </a:lnTo>
                <a:lnTo>
                  <a:pt x="1035452" y="126809"/>
                </a:lnTo>
                <a:lnTo>
                  <a:pt x="1036240" y="127332"/>
                </a:lnTo>
                <a:lnTo>
                  <a:pt x="1037044" y="127837"/>
                </a:lnTo>
                <a:lnTo>
                  <a:pt x="1037863" y="128323"/>
                </a:lnTo>
                <a:lnTo>
                  <a:pt x="1038696" y="128788"/>
                </a:lnTo>
                <a:lnTo>
                  <a:pt x="1039542" y="129232"/>
                </a:lnTo>
                <a:lnTo>
                  <a:pt x="1040402" y="129656"/>
                </a:lnTo>
                <a:lnTo>
                  <a:pt x="1041276" y="130059"/>
                </a:lnTo>
                <a:lnTo>
                  <a:pt x="1042163" y="130441"/>
                </a:lnTo>
                <a:lnTo>
                  <a:pt x="1043063" y="130803"/>
                </a:lnTo>
                <a:lnTo>
                  <a:pt x="1043978" y="131144"/>
                </a:lnTo>
                <a:lnTo>
                  <a:pt x="1044906" y="131464"/>
                </a:lnTo>
                <a:lnTo>
                  <a:pt x="1045847" y="131764"/>
                </a:lnTo>
                <a:lnTo>
                  <a:pt x="1046802" y="132043"/>
                </a:lnTo>
                <a:lnTo>
                  <a:pt x="1047771" y="132301"/>
                </a:lnTo>
                <a:lnTo>
                  <a:pt x="1048753" y="132539"/>
                </a:lnTo>
                <a:lnTo>
                  <a:pt x="1049749" y="132756"/>
                </a:lnTo>
                <a:lnTo>
                  <a:pt x="1050759" y="132952"/>
                </a:lnTo>
                <a:lnTo>
                  <a:pt x="1051782" y="133128"/>
                </a:lnTo>
                <a:lnTo>
                  <a:pt x="1052819" y="133283"/>
                </a:lnTo>
                <a:lnTo>
                  <a:pt x="1053869" y="133417"/>
                </a:lnTo>
                <a:lnTo>
                  <a:pt x="1054933" y="133531"/>
                </a:lnTo>
                <a:lnTo>
                  <a:pt x="1056011" y="133624"/>
                </a:lnTo>
                <a:lnTo>
                  <a:pt x="1057102" y="133696"/>
                </a:lnTo>
                <a:lnTo>
                  <a:pt x="1058207" y="133748"/>
                </a:lnTo>
                <a:lnTo>
                  <a:pt x="1059325" y="133779"/>
                </a:lnTo>
                <a:lnTo>
                  <a:pt x="1060457" y="133789"/>
                </a:lnTo>
                <a:lnTo>
                  <a:pt x="1061613" y="133779"/>
                </a:lnTo>
                <a:lnTo>
                  <a:pt x="1062754" y="133748"/>
                </a:lnTo>
                <a:lnTo>
                  <a:pt x="1063882" y="133696"/>
                </a:lnTo>
                <a:lnTo>
                  <a:pt x="1064995" y="133624"/>
                </a:lnTo>
                <a:lnTo>
                  <a:pt x="1066094" y="133531"/>
                </a:lnTo>
                <a:close/>
                <a:moveTo>
                  <a:pt x="1056457" y="120874"/>
                </a:moveTo>
                <a:lnTo>
                  <a:pt x="1055700" y="120784"/>
                </a:lnTo>
                <a:lnTo>
                  <a:pt x="1054958" y="120677"/>
                </a:lnTo>
                <a:lnTo>
                  <a:pt x="1054230" y="120554"/>
                </a:lnTo>
                <a:lnTo>
                  <a:pt x="1053516" y="120415"/>
                </a:lnTo>
                <a:lnTo>
                  <a:pt x="1052817" y="120259"/>
                </a:lnTo>
                <a:lnTo>
                  <a:pt x="1052132" y="120087"/>
                </a:lnTo>
                <a:lnTo>
                  <a:pt x="1051462" y="119899"/>
                </a:lnTo>
                <a:lnTo>
                  <a:pt x="1050807" y="119694"/>
                </a:lnTo>
                <a:lnTo>
                  <a:pt x="1050165" y="119472"/>
                </a:lnTo>
                <a:lnTo>
                  <a:pt x="1049538" y="119235"/>
                </a:lnTo>
                <a:lnTo>
                  <a:pt x="1048926" y="118981"/>
                </a:lnTo>
                <a:lnTo>
                  <a:pt x="1048328" y="118710"/>
                </a:lnTo>
                <a:lnTo>
                  <a:pt x="1047744" y="118423"/>
                </a:lnTo>
                <a:lnTo>
                  <a:pt x="1047175" y="118120"/>
                </a:lnTo>
                <a:lnTo>
                  <a:pt x="1046620" y="117800"/>
                </a:lnTo>
                <a:lnTo>
                  <a:pt x="1046080" y="117464"/>
                </a:lnTo>
                <a:lnTo>
                  <a:pt x="1045554" y="117112"/>
                </a:lnTo>
                <a:lnTo>
                  <a:pt x="1045043" y="116743"/>
                </a:lnTo>
                <a:lnTo>
                  <a:pt x="1044546" y="116358"/>
                </a:lnTo>
                <a:lnTo>
                  <a:pt x="1044062" y="115958"/>
                </a:lnTo>
                <a:lnTo>
                  <a:pt x="1043589" y="115545"/>
                </a:lnTo>
                <a:lnTo>
                  <a:pt x="1043128" y="115121"/>
                </a:lnTo>
                <a:lnTo>
                  <a:pt x="1042678" y="114683"/>
                </a:lnTo>
                <a:lnTo>
                  <a:pt x="1042240" y="114234"/>
                </a:lnTo>
                <a:lnTo>
                  <a:pt x="1041813" y="113772"/>
                </a:lnTo>
                <a:lnTo>
                  <a:pt x="1041398" y="113297"/>
                </a:lnTo>
                <a:lnTo>
                  <a:pt x="1040994" y="112810"/>
                </a:lnTo>
                <a:lnTo>
                  <a:pt x="1040602" y="112311"/>
                </a:lnTo>
                <a:lnTo>
                  <a:pt x="1040221" y="111799"/>
                </a:lnTo>
                <a:lnTo>
                  <a:pt x="1039851" y="111275"/>
                </a:lnTo>
                <a:lnTo>
                  <a:pt x="1039493" y="110739"/>
                </a:lnTo>
                <a:lnTo>
                  <a:pt x="1039146" y="110190"/>
                </a:lnTo>
                <a:lnTo>
                  <a:pt x="1038811" y="109628"/>
                </a:lnTo>
                <a:lnTo>
                  <a:pt x="1038487" y="109054"/>
                </a:lnTo>
                <a:lnTo>
                  <a:pt x="1038175" y="108468"/>
                </a:lnTo>
                <a:lnTo>
                  <a:pt x="1037874" y="107870"/>
                </a:lnTo>
                <a:lnTo>
                  <a:pt x="1037585" y="107258"/>
                </a:lnTo>
                <a:lnTo>
                  <a:pt x="1037307" y="106635"/>
                </a:lnTo>
                <a:lnTo>
                  <a:pt x="1037040" y="105999"/>
                </a:lnTo>
                <a:lnTo>
                  <a:pt x="1036785" y="105351"/>
                </a:lnTo>
                <a:lnTo>
                  <a:pt x="1036541" y="104690"/>
                </a:lnTo>
                <a:lnTo>
                  <a:pt x="1036309" y="104017"/>
                </a:lnTo>
                <a:lnTo>
                  <a:pt x="1036089" y="103331"/>
                </a:lnTo>
                <a:lnTo>
                  <a:pt x="1035878" y="102635"/>
                </a:lnTo>
                <a:lnTo>
                  <a:pt x="1035676" y="101932"/>
                </a:lnTo>
                <a:lnTo>
                  <a:pt x="1035484" y="101221"/>
                </a:lnTo>
                <a:lnTo>
                  <a:pt x="1035300" y="100502"/>
                </a:lnTo>
                <a:lnTo>
                  <a:pt x="1035125" y="99775"/>
                </a:lnTo>
                <a:lnTo>
                  <a:pt x="1034960" y="99040"/>
                </a:lnTo>
                <a:lnTo>
                  <a:pt x="1034803" y="98298"/>
                </a:lnTo>
                <a:lnTo>
                  <a:pt x="1034655" y="97548"/>
                </a:lnTo>
                <a:lnTo>
                  <a:pt x="1034516" y="96790"/>
                </a:lnTo>
                <a:lnTo>
                  <a:pt x="1034386" y="96025"/>
                </a:lnTo>
                <a:lnTo>
                  <a:pt x="1034265" y="95252"/>
                </a:lnTo>
                <a:lnTo>
                  <a:pt x="1034153" y="94470"/>
                </a:lnTo>
                <a:lnTo>
                  <a:pt x="1034050" y="93682"/>
                </a:lnTo>
                <a:lnTo>
                  <a:pt x="1033956" y="92885"/>
                </a:lnTo>
                <a:lnTo>
                  <a:pt x="1033871" y="92081"/>
                </a:lnTo>
                <a:lnTo>
                  <a:pt x="1033795" y="91269"/>
                </a:lnTo>
                <a:lnTo>
                  <a:pt x="1033728" y="90449"/>
                </a:lnTo>
                <a:lnTo>
                  <a:pt x="1033670" y="89621"/>
                </a:lnTo>
                <a:lnTo>
                  <a:pt x="1033620" y="88786"/>
                </a:lnTo>
                <a:lnTo>
                  <a:pt x="1033580" y="87943"/>
                </a:lnTo>
                <a:lnTo>
                  <a:pt x="1033549" y="87092"/>
                </a:lnTo>
                <a:lnTo>
                  <a:pt x="1033526" y="86234"/>
                </a:lnTo>
                <a:lnTo>
                  <a:pt x="1033513" y="85367"/>
                </a:lnTo>
                <a:lnTo>
                  <a:pt x="1033508" y="84493"/>
                </a:lnTo>
                <a:lnTo>
                  <a:pt x="1033513" y="83602"/>
                </a:lnTo>
                <a:lnTo>
                  <a:pt x="1033526" y="82719"/>
                </a:lnTo>
                <a:lnTo>
                  <a:pt x="1033549" y="81844"/>
                </a:lnTo>
                <a:lnTo>
                  <a:pt x="1033580" y="80977"/>
                </a:lnTo>
                <a:lnTo>
                  <a:pt x="1033620" y="80118"/>
                </a:lnTo>
                <a:lnTo>
                  <a:pt x="1033670" y="79267"/>
                </a:lnTo>
                <a:lnTo>
                  <a:pt x="1033728" y="78423"/>
                </a:lnTo>
                <a:lnTo>
                  <a:pt x="1033795" y="77588"/>
                </a:lnTo>
                <a:lnTo>
                  <a:pt x="1033871" y="76761"/>
                </a:lnTo>
                <a:lnTo>
                  <a:pt x="1033956" y="75941"/>
                </a:lnTo>
                <a:lnTo>
                  <a:pt x="1034050" y="75130"/>
                </a:lnTo>
                <a:lnTo>
                  <a:pt x="1034153" y="74326"/>
                </a:lnTo>
                <a:lnTo>
                  <a:pt x="1034265" y="73530"/>
                </a:lnTo>
                <a:lnTo>
                  <a:pt x="1034386" y="72743"/>
                </a:lnTo>
                <a:lnTo>
                  <a:pt x="1034516" y="71963"/>
                </a:lnTo>
                <a:lnTo>
                  <a:pt x="1034655" y="71191"/>
                </a:lnTo>
                <a:lnTo>
                  <a:pt x="1034803" y="70427"/>
                </a:lnTo>
                <a:lnTo>
                  <a:pt x="1034960" y="69671"/>
                </a:lnTo>
                <a:lnTo>
                  <a:pt x="1035125" y="68923"/>
                </a:lnTo>
                <a:lnTo>
                  <a:pt x="1035300" y="68183"/>
                </a:lnTo>
                <a:lnTo>
                  <a:pt x="1035484" y="67451"/>
                </a:lnTo>
                <a:lnTo>
                  <a:pt x="1035676" y="66727"/>
                </a:lnTo>
                <a:lnTo>
                  <a:pt x="1035878" y="66011"/>
                </a:lnTo>
                <a:lnTo>
                  <a:pt x="1036089" y="65303"/>
                </a:lnTo>
                <a:lnTo>
                  <a:pt x="1036309" y="64605"/>
                </a:lnTo>
                <a:lnTo>
                  <a:pt x="1036541" y="63919"/>
                </a:lnTo>
                <a:lnTo>
                  <a:pt x="1036785" y="63247"/>
                </a:lnTo>
                <a:lnTo>
                  <a:pt x="1037040" y="62586"/>
                </a:lnTo>
                <a:lnTo>
                  <a:pt x="1037307" y="61939"/>
                </a:lnTo>
                <a:lnTo>
                  <a:pt x="1037585" y="61304"/>
                </a:lnTo>
                <a:lnTo>
                  <a:pt x="1037874" y="60682"/>
                </a:lnTo>
                <a:lnTo>
                  <a:pt x="1038175" y="60072"/>
                </a:lnTo>
                <a:lnTo>
                  <a:pt x="1038487" y="59475"/>
                </a:lnTo>
                <a:lnTo>
                  <a:pt x="1038811" y="58890"/>
                </a:lnTo>
                <a:lnTo>
                  <a:pt x="1039146" y="58318"/>
                </a:lnTo>
                <a:lnTo>
                  <a:pt x="1039493" y="57759"/>
                </a:lnTo>
                <a:lnTo>
                  <a:pt x="1039851" y="57213"/>
                </a:lnTo>
                <a:lnTo>
                  <a:pt x="1040221" y="56678"/>
                </a:lnTo>
                <a:lnTo>
                  <a:pt x="1040602" y="56157"/>
                </a:lnTo>
                <a:lnTo>
                  <a:pt x="1040994" y="55648"/>
                </a:lnTo>
                <a:lnTo>
                  <a:pt x="1041398" y="55152"/>
                </a:lnTo>
                <a:lnTo>
                  <a:pt x="1041813" y="54668"/>
                </a:lnTo>
                <a:lnTo>
                  <a:pt x="1042240" y="54197"/>
                </a:lnTo>
                <a:lnTo>
                  <a:pt x="1042678" y="53739"/>
                </a:lnTo>
                <a:lnTo>
                  <a:pt x="1043128" y="53293"/>
                </a:lnTo>
                <a:lnTo>
                  <a:pt x="1043589" y="52860"/>
                </a:lnTo>
                <a:lnTo>
                  <a:pt x="1044062" y="52439"/>
                </a:lnTo>
                <a:lnTo>
                  <a:pt x="1044546" y="52031"/>
                </a:lnTo>
                <a:lnTo>
                  <a:pt x="1045043" y="51638"/>
                </a:lnTo>
                <a:lnTo>
                  <a:pt x="1045554" y="51261"/>
                </a:lnTo>
                <a:lnTo>
                  <a:pt x="1046080" y="50901"/>
                </a:lnTo>
                <a:lnTo>
                  <a:pt x="1046620" y="50558"/>
                </a:lnTo>
                <a:lnTo>
                  <a:pt x="1047175" y="50231"/>
                </a:lnTo>
                <a:lnTo>
                  <a:pt x="1047744" y="49921"/>
                </a:lnTo>
                <a:lnTo>
                  <a:pt x="1048328" y="49628"/>
                </a:lnTo>
                <a:lnTo>
                  <a:pt x="1048926" y="49352"/>
                </a:lnTo>
                <a:lnTo>
                  <a:pt x="1049538" y="49092"/>
                </a:lnTo>
                <a:lnTo>
                  <a:pt x="1050165" y="48850"/>
                </a:lnTo>
                <a:lnTo>
                  <a:pt x="1050807" y="48623"/>
                </a:lnTo>
                <a:lnTo>
                  <a:pt x="1051462" y="48414"/>
                </a:lnTo>
                <a:lnTo>
                  <a:pt x="1052132" y="48222"/>
                </a:lnTo>
                <a:lnTo>
                  <a:pt x="1052817" y="48046"/>
                </a:lnTo>
                <a:lnTo>
                  <a:pt x="1053516" y="47887"/>
                </a:lnTo>
                <a:lnTo>
                  <a:pt x="1054230" y="47744"/>
                </a:lnTo>
                <a:lnTo>
                  <a:pt x="1054958" y="47619"/>
                </a:lnTo>
                <a:lnTo>
                  <a:pt x="1055700" y="47510"/>
                </a:lnTo>
                <a:lnTo>
                  <a:pt x="1056457" y="47418"/>
                </a:lnTo>
                <a:lnTo>
                  <a:pt x="1057228" y="47342"/>
                </a:lnTo>
                <a:lnTo>
                  <a:pt x="1058014" y="47284"/>
                </a:lnTo>
                <a:lnTo>
                  <a:pt x="1058814" y="47242"/>
                </a:lnTo>
                <a:lnTo>
                  <a:pt x="1059628" y="47217"/>
                </a:lnTo>
                <a:lnTo>
                  <a:pt x="1060457" y="47208"/>
                </a:lnTo>
                <a:lnTo>
                  <a:pt x="1061310" y="47217"/>
                </a:lnTo>
                <a:lnTo>
                  <a:pt x="1062148" y="47242"/>
                </a:lnTo>
                <a:lnTo>
                  <a:pt x="1062972" y="47284"/>
                </a:lnTo>
                <a:lnTo>
                  <a:pt x="1063781" y="47342"/>
                </a:lnTo>
                <a:lnTo>
                  <a:pt x="1064575" y="47418"/>
                </a:lnTo>
                <a:lnTo>
                  <a:pt x="1065355" y="47510"/>
                </a:lnTo>
                <a:lnTo>
                  <a:pt x="1066120" y="47619"/>
                </a:lnTo>
                <a:lnTo>
                  <a:pt x="1066871" y="47744"/>
                </a:lnTo>
                <a:lnTo>
                  <a:pt x="1067607" y="47887"/>
                </a:lnTo>
                <a:lnTo>
                  <a:pt x="1068328" y="48046"/>
                </a:lnTo>
                <a:lnTo>
                  <a:pt x="1069035" y="48222"/>
                </a:lnTo>
                <a:lnTo>
                  <a:pt x="1069727" y="48414"/>
                </a:lnTo>
                <a:lnTo>
                  <a:pt x="1070404" y="48623"/>
                </a:lnTo>
                <a:lnTo>
                  <a:pt x="1071067" y="48850"/>
                </a:lnTo>
                <a:lnTo>
                  <a:pt x="1071716" y="49092"/>
                </a:lnTo>
                <a:lnTo>
                  <a:pt x="1072350" y="49352"/>
                </a:lnTo>
                <a:lnTo>
                  <a:pt x="1072969" y="49628"/>
                </a:lnTo>
                <a:lnTo>
                  <a:pt x="1073573" y="49921"/>
                </a:lnTo>
                <a:lnTo>
                  <a:pt x="1074163" y="50231"/>
                </a:lnTo>
                <a:lnTo>
                  <a:pt x="1074739" y="50558"/>
                </a:lnTo>
                <a:lnTo>
                  <a:pt x="1075299" y="50901"/>
                </a:lnTo>
                <a:lnTo>
                  <a:pt x="1075846" y="51261"/>
                </a:lnTo>
                <a:lnTo>
                  <a:pt x="1076377" y="51638"/>
                </a:lnTo>
                <a:lnTo>
                  <a:pt x="1076894" y="52031"/>
                </a:lnTo>
                <a:lnTo>
                  <a:pt x="1077398" y="52439"/>
                </a:lnTo>
                <a:lnTo>
                  <a:pt x="1077890" y="52860"/>
                </a:lnTo>
                <a:lnTo>
                  <a:pt x="1078369" y="53293"/>
                </a:lnTo>
                <a:lnTo>
                  <a:pt x="1078837" y="53739"/>
                </a:lnTo>
                <a:lnTo>
                  <a:pt x="1079293" y="54197"/>
                </a:lnTo>
                <a:lnTo>
                  <a:pt x="1079737" y="54668"/>
                </a:lnTo>
                <a:lnTo>
                  <a:pt x="1080169" y="55152"/>
                </a:lnTo>
                <a:lnTo>
                  <a:pt x="1080589" y="55648"/>
                </a:lnTo>
                <a:lnTo>
                  <a:pt x="1080997" y="56157"/>
                </a:lnTo>
                <a:lnTo>
                  <a:pt x="1081394" y="56678"/>
                </a:lnTo>
                <a:lnTo>
                  <a:pt x="1081778" y="57213"/>
                </a:lnTo>
                <a:lnTo>
                  <a:pt x="1082150" y="57759"/>
                </a:lnTo>
                <a:lnTo>
                  <a:pt x="1082510" y="58318"/>
                </a:lnTo>
                <a:lnTo>
                  <a:pt x="1082859" y="58890"/>
                </a:lnTo>
                <a:lnTo>
                  <a:pt x="1083195" y="59475"/>
                </a:lnTo>
                <a:lnTo>
                  <a:pt x="1083520" y="60072"/>
                </a:lnTo>
                <a:lnTo>
                  <a:pt x="1083832" y="60682"/>
                </a:lnTo>
                <a:lnTo>
                  <a:pt x="1084133" y="61304"/>
                </a:lnTo>
                <a:lnTo>
                  <a:pt x="1084422" y="61939"/>
                </a:lnTo>
                <a:lnTo>
                  <a:pt x="1084698" y="62586"/>
                </a:lnTo>
                <a:lnTo>
                  <a:pt x="1084963" y="63247"/>
                </a:lnTo>
                <a:lnTo>
                  <a:pt x="1085216" y="63919"/>
                </a:lnTo>
                <a:lnTo>
                  <a:pt x="1085457" y="64605"/>
                </a:lnTo>
                <a:lnTo>
                  <a:pt x="1085686" y="65303"/>
                </a:lnTo>
                <a:lnTo>
                  <a:pt x="1085904" y="66011"/>
                </a:lnTo>
                <a:lnTo>
                  <a:pt x="1086113" y="66727"/>
                </a:lnTo>
                <a:lnTo>
                  <a:pt x="1086313" y="67451"/>
                </a:lnTo>
                <a:lnTo>
                  <a:pt x="1086504" y="68183"/>
                </a:lnTo>
                <a:lnTo>
                  <a:pt x="1086685" y="68923"/>
                </a:lnTo>
                <a:lnTo>
                  <a:pt x="1086857" y="69671"/>
                </a:lnTo>
                <a:lnTo>
                  <a:pt x="1087019" y="70427"/>
                </a:lnTo>
                <a:lnTo>
                  <a:pt x="1087172" y="71191"/>
                </a:lnTo>
                <a:lnTo>
                  <a:pt x="1087317" y="71963"/>
                </a:lnTo>
                <a:lnTo>
                  <a:pt x="1087451" y="72743"/>
                </a:lnTo>
                <a:lnTo>
                  <a:pt x="1087577" y="73530"/>
                </a:lnTo>
                <a:lnTo>
                  <a:pt x="1087693" y="74326"/>
                </a:lnTo>
                <a:lnTo>
                  <a:pt x="1087800" y="75130"/>
                </a:lnTo>
                <a:lnTo>
                  <a:pt x="1087897" y="75941"/>
                </a:lnTo>
                <a:lnTo>
                  <a:pt x="1087985" y="76761"/>
                </a:lnTo>
                <a:lnTo>
                  <a:pt x="1088064" y="77588"/>
                </a:lnTo>
                <a:lnTo>
                  <a:pt x="1088134" y="78423"/>
                </a:lnTo>
                <a:lnTo>
                  <a:pt x="1088194" y="79267"/>
                </a:lnTo>
                <a:lnTo>
                  <a:pt x="1088246" y="80118"/>
                </a:lnTo>
                <a:lnTo>
                  <a:pt x="1088287" y="80977"/>
                </a:lnTo>
                <a:lnTo>
                  <a:pt x="1088320" y="81844"/>
                </a:lnTo>
                <a:lnTo>
                  <a:pt x="1088343" y="82719"/>
                </a:lnTo>
                <a:lnTo>
                  <a:pt x="1088357" y="83602"/>
                </a:lnTo>
                <a:lnTo>
                  <a:pt x="1088362" y="84493"/>
                </a:lnTo>
                <a:lnTo>
                  <a:pt x="1088357" y="85367"/>
                </a:lnTo>
                <a:lnTo>
                  <a:pt x="1088343" y="86234"/>
                </a:lnTo>
                <a:lnTo>
                  <a:pt x="1088320" y="87092"/>
                </a:lnTo>
                <a:lnTo>
                  <a:pt x="1088287" y="87943"/>
                </a:lnTo>
                <a:lnTo>
                  <a:pt x="1088246" y="88786"/>
                </a:lnTo>
                <a:lnTo>
                  <a:pt x="1088194" y="89621"/>
                </a:lnTo>
                <a:lnTo>
                  <a:pt x="1088134" y="90449"/>
                </a:lnTo>
                <a:lnTo>
                  <a:pt x="1088064" y="91269"/>
                </a:lnTo>
                <a:lnTo>
                  <a:pt x="1087985" y="92081"/>
                </a:lnTo>
                <a:lnTo>
                  <a:pt x="1087897" y="92885"/>
                </a:lnTo>
                <a:lnTo>
                  <a:pt x="1087800" y="93682"/>
                </a:lnTo>
                <a:lnTo>
                  <a:pt x="1087693" y="94470"/>
                </a:lnTo>
                <a:lnTo>
                  <a:pt x="1087577" y="95252"/>
                </a:lnTo>
                <a:lnTo>
                  <a:pt x="1087451" y="96025"/>
                </a:lnTo>
                <a:lnTo>
                  <a:pt x="1087317" y="96790"/>
                </a:lnTo>
                <a:lnTo>
                  <a:pt x="1087172" y="97548"/>
                </a:lnTo>
                <a:lnTo>
                  <a:pt x="1087019" y="98298"/>
                </a:lnTo>
                <a:lnTo>
                  <a:pt x="1086857" y="99040"/>
                </a:lnTo>
                <a:lnTo>
                  <a:pt x="1086685" y="99775"/>
                </a:lnTo>
                <a:lnTo>
                  <a:pt x="1086504" y="100502"/>
                </a:lnTo>
                <a:lnTo>
                  <a:pt x="1086313" y="101221"/>
                </a:lnTo>
                <a:lnTo>
                  <a:pt x="1086113" y="101932"/>
                </a:lnTo>
                <a:lnTo>
                  <a:pt x="1085904" y="102635"/>
                </a:lnTo>
                <a:lnTo>
                  <a:pt x="1085686" y="103331"/>
                </a:lnTo>
                <a:lnTo>
                  <a:pt x="1085457" y="104017"/>
                </a:lnTo>
                <a:lnTo>
                  <a:pt x="1085216" y="104690"/>
                </a:lnTo>
                <a:lnTo>
                  <a:pt x="1084963" y="105351"/>
                </a:lnTo>
                <a:lnTo>
                  <a:pt x="1084698" y="105999"/>
                </a:lnTo>
                <a:lnTo>
                  <a:pt x="1084422" y="106635"/>
                </a:lnTo>
                <a:lnTo>
                  <a:pt x="1084133" y="107258"/>
                </a:lnTo>
                <a:lnTo>
                  <a:pt x="1083832" y="107870"/>
                </a:lnTo>
                <a:lnTo>
                  <a:pt x="1083520" y="108468"/>
                </a:lnTo>
                <a:lnTo>
                  <a:pt x="1083195" y="109054"/>
                </a:lnTo>
                <a:lnTo>
                  <a:pt x="1082859" y="109628"/>
                </a:lnTo>
                <a:lnTo>
                  <a:pt x="1082510" y="110190"/>
                </a:lnTo>
                <a:lnTo>
                  <a:pt x="1082150" y="110739"/>
                </a:lnTo>
                <a:lnTo>
                  <a:pt x="1081778" y="111275"/>
                </a:lnTo>
                <a:lnTo>
                  <a:pt x="1081394" y="111799"/>
                </a:lnTo>
                <a:lnTo>
                  <a:pt x="1080997" y="112311"/>
                </a:lnTo>
                <a:lnTo>
                  <a:pt x="1080589" y="112810"/>
                </a:lnTo>
                <a:lnTo>
                  <a:pt x="1080169" y="113297"/>
                </a:lnTo>
                <a:lnTo>
                  <a:pt x="1079737" y="113772"/>
                </a:lnTo>
                <a:lnTo>
                  <a:pt x="1079293" y="114234"/>
                </a:lnTo>
                <a:lnTo>
                  <a:pt x="1078837" y="114683"/>
                </a:lnTo>
                <a:lnTo>
                  <a:pt x="1078369" y="115121"/>
                </a:lnTo>
                <a:lnTo>
                  <a:pt x="1077890" y="115545"/>
                </a:lnTo>
                <a:lnTo>
                  <a:pt x="1077398" y="115958"/>
                </a:lnTo>
                <a:lnTo>
                  <a:pt x="1076894" y="116358"/>
                </a:lnTo>
                <a:lnTo>
                  <a:pt x="1076377" y="116743"/>
                </a:lnTo>
                <a:lnTo>
                  <a:pt x="1075846" y="117112"/>
                </a:lnTo>
                <a:lnTo>
                  <a:pt x="1075299" y="117464"/>
                </a:lnTo>
                <a:lnTo>
                  <a:pt x="1074739" y="117800"/>
                </a:lnTo>
                <a:lnTo>
                  <a:pt x="1074163" y="118120"/>
                </a:lnTo>
                <a:lnTo>
                  <a:pt x="1073573" y="118423"/>
                </a:lnTo>
                <a:lnTo>
                  <a:pt x="1072969" y="118710"/>
                </a:lnTo>
                <a:lnTo>
                  <a:pt x="1072350" y="118981"/>
                </a:lnTo>
                <a:lnTo>
                  <a:pt x="1071716" y="119235"/>
                </a:lnTo>
                <a:lnTo>
                  <a:pt x="1071067" y="119472"/>
                </a:lnTo>
                <a:lnTo>
                  <a:pt x="1070404" y="119694"/>
                </a:lnTo>
                <a:lnTo>
                  <a:pt x="1069727" y="119899"/>
                </a:lnTo>
                <a:lnTo>
                  <a:pt x="1069035" y="120087"/>
                </a:lnTo>
                <a:lnTo>
                  <a:pt x="1068328" y="120259"/>
                </a:lnTo>
                <a:lnTo>
                  <a:pt x="1067607" y="120415"/>
                </a:lnTo>
                <a:lnTo>
                  <a:pt x="1066871" y="120554"/>
                </a:lnTo>
                <a:lnTo>
                  <a:pt x="1066120" y="120677"/>
                </a:lnTo>
                <a:lnTo>
                  <a:pt x="1065355" y="120784"/>
                </a:lnTo>
                <a:lnTo>
                  <a:pt x="1064575" y="120874"/>
                </a:lnTo>
                <a:lnTo>
                  <a:pt x="1063781" y="120948"/>
                </a:lnTo>
                <a:lnTo>
                  <a:pt x="1062972" y="121005"/>
                </a:lnTo>
                <a:lnTo>
                  <a:pt x="1062148" y="121046"/>
                </a:lnTo>
                <a:lnTo>
                  <a:pt x="1061310" y="121071"/>
                </a:lnTo>
                <a:lnTo>
                  <a:pt x="1060457" y="121079"/>
                </a:lnTo>
                <a:lnTo>
                  <a:pt x="1059628" y="121071"/>
                </a:lnTo>
                <a:lnTo>
                  <a:pt x="1058814" y="121046"/>
                </a:lnTo>
                <a:lnTo>
                  <a:pt x="1058014" y="121005"/>
                </a:lnTo>
                <a:lnTo>
                  <a:pt x="1057228" y="120948"/>
                </a:lnTo>
                <a:lnTo>
                  <a:pt x="1056457" y="120874"/>
                </a:lnTo>
                <a:close/>
                <a:moveTo>
                  <a:pt x="1331180" y="133616"/>
                </a:moveTo>
                <a:lnTo>
                  <a:pt x="1332099" y="133540"/>
                </a:lnTo>
                <a:lnTo>
                  <a:pt x="1333007" y="133449"/>
                </a:lnTo>
                <a:lnTo>
                  <a:pt x="1333905" y="133346"/>
                </a:lnTo>
                <a:lnTo>
                  <a:pt x="1334791" y="133228"/>
                </a:lnTo>
                <a:lnTo>
                  <a:pt x="1335667" y="133096"/>
                </a:lnTo>
                <a:lnTo>
                  <a:pt x="1336531" y="132951"/>
                </a:lnTo>
                <a:lnTo>
                  <a:pt x="1337385" y="132791"/>
                </a:lnTo>
                <a:lnTo>
                  <a:pt x="1338227" y="132618"/>
                </a:lnTo>
                <a:lnTo>
                  <a:pt x="1339059" y="132431"/>
                </a:lnTo>
                <a:lnTo>
                  <a:pt x="1339880" y="132230"/>
                </a:lnTo>
                <a:lnTo>
                  <a:pt x="1340690" y="132016"/>
                </a:lnTo>
                <a:lnTo>
                  <a:pt x="1341489" y="131787"/>
                </a:lnTo>
                <a:lnTo>
                  <a:pt x="1342276" y="131545"/>
                </a:lnTo>
                <a:lnTo>
                  <a:pt x="1343053" y="131288"/>
                </a:lnTo>
                <a:lnTo>
                  <a:pt x="1343819" y="131018"/>
                </a:lnTo>
                <a:lnTo>
                  <a:pt x="1344574" y="130734"/>
                </a:lnTo>
                <a:lnTo>
                  <a:pt x="1345319" y="130436"/>
                </a:lnTo>
                <a:lnTo>
                  <a:pt x="1346052" y="130125"/>
                </a:lnTo>
                <a:lnTo>
                  <a:pt x="1346774" y="129799"/>
                </a:lnTo>
                <a:lnTo>
                  <a:pt x="1347484" y="129461"/>
                </a:lnTo>
                <a:lnTo>
                  <a:pt x="1348181" y="129110"/>
                </a:lnTo>
                <a:lnTo>
                  <a:pt x="1348864" y="128749"/>
                </a:lnTo>
                <a:lnTo>
                  <a:pt x="1349535" y="128375"/>
                </a:lnTo>
                <a:lnTo>
                  <a:pt x="1350192" y="127990"/>
                </a:lnTo>
                <a:lnTo>
                  <a:pt x="1350835" y="127593"/>
                </a:lnTo>
                <a:lnTo>
                  <a:pt x="1351466" y="127185"/>
                </a:lnTo>
                <a:lnTo>
                  <a:pt x="1352083" y="126765"/>
                </a:lnTo>
                <a:lnTo>
                  <a:pt x="1352687" y="126333"/>
                </a:lnTo>
                <a:lnTo>
                  <a:pt x="1353278" y="125890"/>
                </a:lnTo>
                <a:lnTo>
                  <a:pt x="1353855" y="125435"/>
                </a:lnTo>
                <a:lnTo>
                  <a:pt x="1354419" y="124969"/>
                </a:lnTo>
                <a:lnTo>
                  <a:pt x="1354970" y="124491"/>
                </a:lnTo>
                <a:lnTo>
                  <a:pt x="1355507" y="124001"/>
                </a:lnTo>
                <a:lnTo>
                  <a:pt x="1356032" y="123499"/>
                </a:lnTo>
                <a:lnTo>
                  <a:pt x="1356543" y="122986"/>
                </a:lnTo>
                <a:lnTo>
                  <a:pt x="1357040" y="122462"/>
                </a:lnTo>
                <a:lnTo>
                  <a:pt x="1357525" y="121925"/>
                </a:lnTo>
                <a:lnTo>
                  <a:pt x="1357996" y="121377"/>
                </a:lnTo>
                <a:lnTo>
                  <a:pt x="1358454" y="120818"/>
                </a:lnTo>
                <a:lnTo>
                  <a:pt x="1358899" y="120246"/>
                </a:lnTo>
                <a:lnTo>
                  <a:pt x="1359330" y="119664"/>
                </a:lnTo>
                <a:lnTo>
                  <a:pt x="1359748" y="119069"/>
                </a:lnTo>
                <a:lnTo>
                  <a:pt x="1360153" y="118463"/>
                </a:lnTo>
                <a:lnTo>
                  <a:pt x="1360543" y="117846"/>
                </a:lnTo>
                <a:lnTo>
                  <a:pt x="1360918" y="117219"/>
                </a:lnTo>
                <a:lnTo>
                  <a:pt x="1361277" y="116583"/>
                </a:lnTo>
                <a:lnTo>
                  <a:pt x="1361621" y="115937"/>
                </a:lnTo>
                <a:lnTo>
                  <a:pt x="1361949" y="115281"/>
                </a:lnTo>
                <a:lnTo>
                  <a:pt x="1362261" y="114616"/>
                </a:lnTo>
                <a:lnTo>
                  <a:pt x="1362558" y="113940"/>
                </a:lnTo>
                <a:lnTo>
                  <a:pt x="1362839" y="113255"/>
                </a:lnTo>
                <a:lnTo>
                  <a:pt x="1363105" y="112561"/>
                </a:lnTo>
                <a:lnTo>
                  <a:pt x="1363355" y="111856"/>
                </a:lnTo>
                <a:lnTo>
                  <a:pt x="1363589" y="111142"/>
                </a:lnTo>
                <a:lnTo>
                  <a:pt x="1363808" y="110418"/>
                </a:lnTo>
                <a:lnTo>
                  <a:pt x="1364011" y="109684"/>
                </a:lnTo>
                <a:lnTo>
                  <a:pt x="1364199" y="108940"/>
                </a:lnTo>
                <a:lnTo>
                  <a:pt x="1364371" y="108187"/>
                </a:lnTo>
                <a:lnTo>
                  <a:pt x="1364527" y="107424"/>
                </a:lnTo>
                <a:lnTo>
                  <a:pt x="1364668" y="106651"/>
                </a:lnTo>
                <a:lnTo>
                  <a:pt x="1364794" y="105869"/>
                </a:lnTo>
                <a:lnTo>
                  <a:pt x="1364903" y="105076"/>
                </a:lnTo>
                <a:lnTo>
                  <a:pt x="1364997" y="104274"/>
                </a:lnTo>
                <a:lnTo>
                  <a:pt x="1365076" y="103463"/>
                </a:lnTo>
                <a:lnTo>
                  <a:pt x="1365139" y="102641"/>
                </a:lnTo>
                <a:lnTo>
                  <a:pt x="1365186" y="101810"/>
                </a:lnTo>
                <a:lnTo>
                  <a:pt x="1365218" y="100969"/>
                </a:lnTo>
                <a:lnTo>
                  <a:pt x="1349450" y="100969"/>
                </a:lnTo>
                <a:lnTo>
                  <a:pt x="1349416" y="101789"/>
                </a:lnTo>
                <a:lnTo>
                  <a:pt x="1349362" y="102594"/>
                </a:lnTo>
                <a:lnTo>
                  <a:pt x="1349288" y="103382"/>
                </a:lnTo>
                <a:lnTo>
                  <a:pt x="1349195" y="104154"/>
                </a:lnTo>
                <a:lnTo>
                  <a:pt x="1349081" y="104910"/>
                </a:lnTo>
                <a:lnTo>
                  <a:pt x="1348948" y="105649"/>
                </a:lnTo>
                <a:lnTo>
                  <a:pt x="1348795" y="106372"/>
                </a:lnTo>
                <a:lnTo>
                  <a:pt x="1348621" y="107080"/>
                </a:lnTo>
                <a:lnTo>
                  <a:pt x="1348428" y="107770"/>
                </a:lnTo>
                <a:lnTo>
                  <a:pt x="1348215" y="108445"/>
                </a:lnTo>
                <a:lnTo>
                  <a:pt x="1347982" y="109103"/>
                </a:lnTo>
                <a:lnTo>
                  <a:pt x="1347730" y="109746"/>
                </a:lnTo>
                <a:lnTo>
                  <a:pt x="1347457" y="110372"/>
                </a:lnTo>
                <a:lnTo>
                  <a:pt x="1347164" y="110981"/>
                </a:lnTo>
                <a:lnTo>
                  <a:pt x="1346852" y="111575"/>
                </a:lnTo>
                <a:lnTo>
                  <a:pt x="1346519" y="112152"/>
                </a:lnTo>
                <a:lnTo>
                  <a:pt x="1346167" y="112714"/>
                </a:lnTo>
                <a:lnTo>
                  <a:pt x="1345794" y="113258"/>
                </a:lnTo>
                <a:lnTo>
                  <a:pt x="1345402" y="113787"/>
                </a:lnTo>
                <a:lnTo>
                  <a:pt x="1344990" y="114300"/>
                </a:lnTo>
                <a:lnTo>
                  <a:pt x="1344558" y="114796"/>
                </a:lnTo>
                <a:lnTo>
                  <a:pt x="1344106" y="115276"/>
                </a:lnTo>
                <a:lnTo>
                  <a:pt x="1343634" y="115740"/>
                </a:lnTo>
                <a:lnTo>
                  <a:pt x="1343142" y="116187"/>
                </a:lnTo>
                <a:lnTo>
                  <a:pt x="1342633" y="116618"/>
                </a:lnTo>
                <a:lnTo>
                  <a:pt x="1342107" y="117030"/>
                </a:lnTo>
                <a:lnTo>
                  <a:pt x="1341564" y="117423"/>
                </a:lnTo>
                <a:lnTo>
                  <a:pt x="1341006" y="117799"/>
                </a:lnTo>
                <a:lnTo>
                  <a:pt x="1340431" y="118156"/>
                </a:lnTo>
                <a:lnTo>
                  <a:pt x="1339840" y="118495"/>
                </a:lnTo>
                <a:lnTo>
                  <a:pt x="1339232" y="118815"/>
                </a:lnTo>
                <a:lnTo>
                  <a:pt x="1338609" y="119117"/>
                </a:lnTo>
                <a:lnTo>
                  <a:pt x="1337969" y="119401"/>
                </a:lnTo>
                <a:lnTo>
                  <a:pt x="1337312" y="119667"/>
                </a:lnTo>
                <a:lnTo>
                  <a:pt x="1336640" y="119914"/>
                </a:lnTo>
                <a:lnTo>
                  <a:pt x="1335951" y="120143"/>
                </a:lnTo>
                <a:lnTo>
                  <a:pt x="1335246" y="120353"/>
                </a:lnTo>
                <a:lnTo>
                  <a:pt x="1334525" y="120546"/>
                </a:lnTo>
                <a:lnTo>
                  <a:pt x="1333788" y="120720"/>
                </a:lnTo>
                <a:lnTo>
                  <a:pt x="1333034" y="120875"/>
                </a:lnTo>
                <a:lnTo>
                  <a:pt x="1332264" y="121013"/>
                </a:lnTo>
                <a:lnTo>
                  <a:pt x="1331478" y="121132"/>
                </a:lnTo>
                <a:lnTo>
                  <a:pt x="1330675" y="121232"/>
                </a:lnTo>
                <a:lnTo>
                  <a:pt x="1329857" y="121315"/>
                </a:lnTo>
                <a:lnTo>
                  <a:pt x="1329021" y="121379"/>
                </a:lnTo>
                <a:lnTo>
                  <a:pt x="1328170" y="121425"/>
                </a:lnTo>
                <a:lnTo>
                  <a:pt x="1327303" y="121452"/>
                </a:lnTo>
                <a:lnTo>
                  <a:pt x="1326419" y="121461"/>
                </a:lnTo>
                <a:lnTo>
                  <a:pt x="1325590" y="121453"/>
                </a:lnTo>
                <a:lnTo>
                  <a:pt x="1324774" y="121428"/>
                </a:lnTo>
                <a:lnTo>
                  <a:pt x="1323972" y="121386"/>
                </a:lnTo>
                <a:lnTo>
                  <a:pt x="1323183" y="121328"/>
                </a:lnTo>
                <a:lnTo>
                  <a:pt x="1322408" y="121254"/>
                </a:lnTo>
                <a:lnTo>
                  <a:pt x="1321647" y="121162"/>
                </a:lnTo>
                <a:lnTo>
                  <a:pt x="1320899" y="121054"/>
                </a:lnTo>
                <a:lnTo>
                  <a:pt x="1320165" y="120930"/>
                </a:lnTo>
                <a:lnTo>
                  <a:pt x="1319444" y="120788"/>
                </a:lnTo>
                <a:lnTo>
                  <a:pt x="1318737" y="120631"/>
                </a:lnTo>
                <a:lnTo>
                  <a:pt x="1318044" y="120456"/>
                </a:lnTo>
                <a:lnTo>
                  <a:pt x="1317364" y="120265"/>
                </a:lnTo>
                <a:lnTo>
                  <a:pt x="1316698" y="120058"/>
                </a:lnTo>
                <a:lnTo>
                  <a:pt x="1316046" y="119833"/>
                </a:lnTo>
                <a:lnTo>
                  <a:pt x="1315407" y="119592"/>
                </a:lnTo>
                <a:lnTo>
                  <a:pt x="1314781" y="119335"/>
                </a:lnTo>
                <a:lnTo>
                  <a:pt x="1314170" y="119061"/>
                </a:lnTo>
                <a:lnTo>
                  <a:pt x="1313572" y="118770"/>
                </a:lnTo>
                <a:lnTo>
                  <a:pt x="1312987" y="118463"/>
                </a:lnTo>
                <a:lnTo>
                  <a:pt x="1312416" y="118139"/>
                </a:lnTo>
                <a:lnTo>
                  <a:pt x="1311859" y="117798"/>
                </a:lnTo>
                <a:lnTo>
                  <a:pt x="1311315" y="117441"/>
                </a:lnTo>
                <a:lnTo>
                  <a:pt x="1310785" y="117067"/>
                </a:lnTo>
                <a:lnTo>
                  <a:pt x="1310269" y="116677"/>
                </a:lnTo>
                <a:lnTo>
                  <a:pt x="1309765" y="116273"/>
                </a:lnTo>
                <a:lnTo>
                  <a:pt x="1309272" y="115858"/>
                </a:lnTo>
                <a:lnTo>
                  <a:pt x="1308791" y="115432"/>
                </a:lnTo>
                <a:lnTo>
                  <a:pt x="1308322" y="114995"/>
                </a:lnTo>
                <a:lnTo>
                  <a:pt x="1307863" y="114547"/>
                </a:lnTo>
                <a:lnTo>
                  <a:pt x="1307417" y="114089"/>
                </a:lnTo>
                <a:lnTo>
                  <a:pt x="1306981" y="113619"/>
                </a:lnTo>
                <a:lnTo>
                  <a:pt x="1306558" y="113139"/>
                </a:lnTo>
                <a:lnTo>
                  <a:pt x="1306145" y="112648"/>
                </a:lnTo>
                <a:lnTo>
                  <a:pt x="1305744" y="112145"/>
                </a:lnTo>
                <a:lnTo>
                  <a:pt x="1305355" y="111632"/>
                </a:lnTo>
                <a:lnTo>
                  <a:pt x="1304977" y="111108"/>
                </a:lnTo>
                <a:lnTo>
                  <a:pt x="1304610" y="110573"/>
                </a:lnTo>
                <a:lnTo>
                  <a:pt x="1304255" y="110028"/>
                </a:lnTo>
                <a:lnTo>
                  <a:pt x="1303911" y="109471"/>
                </a:lnTo>
                <a:lnTo>
                  <a:pt x="1303579" y="108903"/>
                </a:lnTo>
                <a:lnTo>
                  <a:pt x="1303258" y="108325"/>
                </a:lnTo>
                <a:lnTo>
                  <a:pt x="1302949" y="107735"/>
                </a:lnTo>
                <a:lnTo>
                  <a:pt x="1302651" y="107135"/>
                </a:lnTo>
                <a:lnTo>
                  <a:pt x="1302365" y="106524"/>
                </a:lnTo>
                <a:lnTo>
                  <a:pt x="1302090" y="105902"/>
                </a:lnTo>
                <a:lnTo>
                  <a:pt x="1301826" y="105269"/>
                </a:lnTo>
                <a:lnTo>
                  <a:pt x="1301574" y="104625"/>
                </a:lnTo>
                <a:lnTo>
                  <a:pt x="1301333" y="103970"/>
                </a:lnTo>
                <a:lnTo>
                  <a:pt x="1301103" y="103307"/>
                </a:lnTo>
                <a:lnTo>
                  <a:pt x="1300883" y="102639"/>
                </a:lnTo>
                <a:lnTo>
                  <a:pt x="1300671" y="101965"/>
                </a:lnTo>
                <a:lnTo>
                  <a:pt x="1300469" y="101286"/>
                </a:lnTo>
                <a:lnTo>
                  <a:pt x="1300277" y="100602"/>
                </a:lnTo>
                <a:lnTo>
                  <a:pt x="1300094" y="99912"/>
                </a:lnTo>
                <a:lnTo>
                  <a:pt x="1299921" y="99217"/>
                </a:lnTo>
                <a:lnTo>
                  <a:pt x="1299757" y="98517"/>
                </a:lnTo>
                <a:lnTo>
                  <a:pt x="1299602" y="97811"/>
                </a:lnTo>
                <a:lnTo>
                  <a:pt x="1299457" y="97100"/>
                </a:lnTo>
                <a:lnTo>
                  <a:pt x="1299321" y="96383"/>
                </a:lnTo>
                <a:lnTo>
                  <a:pt x="1299195" y="95661"/>
                </a:lnTo>
                <a:lnTo>
                  <a:pt x="1299079" y="94934"/>
                </a:lnTo>
                <a:lnTo>
                  <a:pt x="1298971" y="94201"/>
                </a:lnTo>
                <a:lnTo>
                  <a:pt x="1298873" y="93463"/>
                </a:lnTo>
                <a:lnTo>
                  <a:pt x="1298785" y="92720"/>
                </a:lnTo>
                <a:lnTo>
                  <a:pt x="1298706" y="91971"/>
                </a:lnTo>
                <a:lnTo>
                  <a:pt x="1298637" y="91217"/>
                </a:lnTo>
                <a:lnTo>
                  <a:pt x="1298577" y="90458"/>
                </a:lnTo>
                <a:lnTo>
                  <a:pt x="1298526" y="89693"/>
                </a:lnTo>
                <a:lnTo>
                  <a:pt x="1298485" y="88923"/>
                </a:lnTo>
                <a:lnTo>
                  <a:pt x="1298454" y="88148"/>
                </a:lnTo>
                <a:lnTo>
                  <a:pt x="1298431" y="87367"/>
                </a:lnTo>
                <a:lnTo>
                  <a:pt x="1298419" y="86581"/>
                </a:lnTo>
                <a:lnTo>
                  <a:pt x="1364740" y="86581"/>
                </a:lnTo>
                <a:lnTo>
                  <a:pt x="1364756" y="86505"/>
                </a:lnTo>
                <a:lnTo>
                  <a:pt x="1364771" y="86425"/>
                </a:lnTo>
                <a:lnTo>
                  <a:pt x="1364786" y="86342"/>
                </a:lnTo>
                <a:lnTo>
                  <a:pt x="1364801" y="86255"/>
                </a:lnTo>
                <a:lnTo>
                  <a:pt x="1364815" y="86163"/>
                </a:lnTo>
                <a:lnTo>
                  <a:pt x="1364829" y="86068"/>
                </a:lnTo>
                <a:lnTo>
                  <a:pt x="1364843" y="85969"/>
                </a:lnTo>
                <a:lnTo>
                  <a:pt x="1364857" y="85866"/>
                </a:lnTo>
                <a:lnTo>
                  <a:pt x="1364870" y="85759"/>
                </a:lnTo>
                <a:lnTo>
                  <a:pt x="1364883" y="85648"/>
                </a:lnTo>
                <a:lnTo>
                  <a:pt x="1364895" y="85533"/>
                </a:lnTo>
                <a:lnTo>
                  <a:pt x="1364907" y="85414"/>
                </a:lnTo>
                <a:lnTo>
                  <a:pt x="1364919" y="85292"/>
                </a:lnTo>
                <a:lnTo>
                  <a:pt x="1364930" y="85165"/>
                </a:lnTo>
                <a:lnTo>
                  <a:pt x="1364941" y="85035"/>
                </a:lnTo>
                <a:lnTo>
                  <a:pt x="1364952" y="84900"/>
                </a:lnTo>
                <a:lnTo>
                  <a:pt x="1364963" y="84762"/>
                </a:lnTo>
                <a:lnTo>
                  <a:pt x="1364973" y="84620"/>
                </a:lnTo>
                <a:lnTo>
                  <a:pt x="1364983" y="84473"/>
                </a:lnTo>
                <a:lnTo>
                  <a:pt x="1364992" y="84323"/>
                </a:lnTo>
                <a:lnTo>
                  <a:pt x="1365001" y="84169"/>
                </a:lnTo>
                <a:lnTo>
                  <a:pt x="1365010" y="84011"/>
                </a:lnTo>
                <a:lnTo>
                  <a:pt x="1365018" y="83850"/>
                </a:lnTo>
                <a:lnTo>
                  <a:pt x="1365027" y="83684"/>
                </a:lnTo>
                <a:lnTo>
                  <a:pt x="1365034" y="83517"/>
                </a:lnTo>
                <a:lnTo>
                  <a:pt x="1365042" y="83352"/>
                </a:lnTo>
                <a:lnTo>
                  <a:pt x="1365049" y="83188"/>
                </a:lnTo>
                <a:lnTo>
                  <a:pt x="1365056" y="83027"/>
                </a:lnTo>
                <a:lnTo>
                  <a:pt x="1365062" y="82867"/>
                </a:lnTo>
                <a:lnTo>
                  <a:pt x="1365068" y="82710"/>
                </a:lnTo>
                <a:lnTo>
                  <a:pt x="1365074" y="82554"/>
                </a:lnTo>
                <a:lnTo>
                  <a:pt x="1365080" y="82400"/>
                </a:lnTo>
                <a:lnTo>
                  <a:pt x="1365085" y="82248"/>
                </a:lnTo>
                <a:lnTo>
                  <a:pt x="1365090" y="82098"/>
                </a:lnTo>
                <a:lnTo>
                  <a:pt x="1365094" y="81949"/>
                </a:lnTo>
                <a:lnTo>
                  <a:pt x="1365098" y="81803"/>
                </a:lnTo>
                <a:lnTo>
                  <a:pt x="1365102" y="81659"/>
                </a:lnTo>
                <a:lnTo>
                  <a:pt x="1365106" y="81516"/>
                </a:lnTo>
                <a:lnTo>
                  <a:pt x="1365109" y="81375"/>
                </a:lnTo>
                <a:lnTo>
                  <a:pt x="1365111" y="81236"/>
                </a:lnTo>
                <a:lnTo>
                  <a:pt x="1365114" y="81099"/>
                </a:lnTo>
                <a:lnTo>
                  <a:pt x="1365116" y="80964"/>
                </a:lnTo>
                <a:lnTo>
                  <a:pt x="1365118" y="80831"/>
                </a:lnTo>
                <a:lnTo>
                  <a:pt x="1365119" y="80699"/>
                </a:lnTo>
                <a:lnTo>
                  <a:pt x="1365121" y="80570"/>
                </a:lnTo>
                <a:lnTo>
                  <a:pt x="1365121" y="80442"/>
                </a:lnTo>
                <a:lnTo>
                  <a:pt x="1365122" y="80317"/>
                </a:lnTo>
                <a:lnTo>
                  <a:pt x="1365122" y="80193"/>
                </a:lnTo>
                <a:lnTo>
                  <a:pt x="1365103" y="78368"/>
                </a:lnTo>
                <a:lnTo>
                  <a:pt x="1365047" y="76579"/>
                </a:lnTo>
                <a:lnTo>
                  <a:pt x="1364953" y="74826"/>
                </a:lnTo>
                <a:lnTo>
                  <a:pt x="1364822" y="73109"/>
                </a:lnTo>
                <a:lnTo>
                  <a:pt x="1364653" y="71428"/>
                </a:lnTo>
                <a:lnTo>
                  <a:pt x="1364447" y="69782"/>
                </a:lnTo>
                <a:lnTo>
                  <a:pt x="1364203" y="68173"/>
                </a:lnTo>
                <a:lnTo>
                  <a:pt x="1363922" y="66599"/>
                </a:lnTo>
                <a:lnTo>
                  <a:pt x="1363604" y="65061"/>
                </a:lnTo>
                <a:lnTo>
                  <a:pt x="1363247" y="63559"/>
                </a:lnTo>
                <a:lnTo>
                  <a:pt x="1362854" y="62092"/>
                </a:lnTo>
                <a:lnTo>
                  <a:pt x="1362422" y="60662"/>
                </a:lnTo>
                <a:lnTo>
                  <a:pt x="1361954" y="59267"/>
                </a:lnTo>
                <a:lnTo>
                  <a:pt x="1361448" y="57908"/>
                </a:lnTo>
                <a:lnTo>
                  <a:pt x="1360904" y="56586"/>
                </a:lnTo>
                <a:lnTo>
                  <a:pt x="1360323" y="55298"/>
                </a:lnTo>
                <a:lnTo>
                  <a:pt x="1359704" y="54047"/>
                </a:lnTo>
                <a:lnTo>
                  <a:pt x="1359048" y="52832"/>
                </a:lnTo>
                <a:lnTo>
                  <a:pt x="1358354" y="51652"/>
                </a:lnTo>
                <a:lnTo>
                  <a:pt x="1357623" y="50508"/>
                </a:lnTo>
                <a:lnTo>
                  <a:pt x="1356854" y="49400"/>
                </a:lnTo>
                <a:lnTo>
                  <a:pt x="1356048" y="48328"/>
                </a:lnTo>
                <a:lnTo>
                  <a:pt x="1355205" y="47292"/>
                </a:lnTo>
                <a:lnTo>
                  <a:pt x="1354323" y="46292"/>
                </a:lnTo>
                <a:lnTo>
                  <a:pt x="1353409" y="45329"/>
                </a:lnTo>
                <a:lnTo>
                  <a:pt x="1352467" y="44408"/>
                </a:lnTo>
                <a:lnTo>
                  <a:pt x="1351495" y="43528"/>
                </a:lnTo>
                <a:lnTo>
                  <a:pt x="1350496" y="42688"/>
                </a:lnTo>
                <a:lnTo>
                  <a:pt x="1349467" y="41890"/>
                </a:lnTo>
                <a:lnTo>
                  <a:pt x="1348410" y="41132"/>
                </a:lnTo>
                <a:lnTo>
                  <a:pt x="1347325" y="40415"/>
                </a:lnTo>
                <a:lnTo>
                  <a:pt x="1346211" y="39740"/>
                </a:lnTo>
                <a:lnTo>
                  <a:pt x="1345069" y="39105"/>
                </a:lnTo>
                <a:lnTo>
                  <a:pt x="1343898" y="38511"/>
                </a:lnTo>
                <a:lnTo>
                  <a:pt x="1342698" y="37959"/>
                </a:lnTo>
                <a:lnTo>
                  <a:pt x="1341470" y="37447"/>
                </a:lnTo>
                <a:lnTo>
                  <a:pt x="1340214" y="36976"/>
                </a:lnTo>
                <a:lnTo>
                  <a:pt x="1338928" y="36546"/>
                </a:lnTo>
                <a:lnTo>
                  <a:pt x="1337615" y="36157"/>
                </a:lnTo>
                <a:lnTo>
                  <a:pt x="1336273" y="35809"/>
                </a:lnTo>
                <a:lnTo>
                  <a:pt x="1334902" y="35502"/>
                </a:lnTo>
                <a:lnTo>
                  <a:pt x="1333503" y="35235"/>
                </a:lnTo>
                <a:lnTo>
                  <a:pt x="1332075" y="35010"/>
                </a:lnTo>
                <a:lnTo>
                  <a:pt x="1330618" y="34826"/>
                </a:lnTo>
                <a:lnTo>
                  <a:pt x="1329133" y="34683"/>
                </a:lnTo>
                <a:lnTo>
                  <a:pt x="1327620" y="34580"/>
                </a:lnTo>
                <a:lnTo>
                  <a:pt x="1326078" y="34519"/>
                </a:lnTo>
                <a:lnTo>
                  <a:pt x="1324508" y="34498"/>
                </a:lnTo>
                <a:lnTo>
                  <a:pt x="1323322" y="34509"/>
                </a:lnTo>
                <a:lnTo>
                  <a:pt x="1322153" y="34542"/>
                </a:lnTo>
                <a:lnTo>
                  <a:pt x="1321002" y="34597"/>
                </a:lnTo>
                <a:lnTo>
                  <a:pt x="1319869" y="34673"/>
                </a:lnTo>
                <a:lnTo>
                  <a:pt x="1318753" y="34772"/>
                </a:lnTo>
                <a:lnTo>
                  <a:pt x="1317654" y="34892"/>
                </a:lnTo>
                <a:lnTo>
                  <a:pt x="1316573" y="35034"/>
                </a:lnTo>
                <a:lnTo>
                  <a:pt x="1315509" y="35198"/>
                </a:lnTo>
                <a:lnTo>
                  <a:pt x="1314462" y="35384"/>
                </a:lnTo>
                <a:lnTo>
                  <a:pt x="1313433" y="35592"/>
                </a:lnTo>
                <a:lnTo>
                  <a:pt x="1312422" y="35821"/>
                </a:lnTo>
                <a:lnTo>
                  <a:pt x="1311427" y="36073"/>
                </a:lnTo>
                <a:lnTo>
                  <a:pt x="1310451" y="36346"/>
                </a:lnTo>
                <a:lnTo>
                  <a:pt x="1309491" y="36642"/>
                </a:lnTo>
                <a:lnTo>
                  <a:pt x="1308549" y="36959"/>
                </a:lnTo>
                <a:lnTo>
                  <a:pt x="1307625" y="37298"/>
                </a:lnTo>
                <a:lnTo>
                  <a:pt x="1306718" y="37658"/>
                </a:lnTo>
                <a:lnTo>
                  <a:pt x="1305828" y="38041"/>
                </a:lnTo>
                <a:lnTo>
                  <a:pt x="1304956" y="38446"/>
                </a:lnTo>
                <a:lnTo>
                  <a:pt x="1304101" y="38872"/>
                </a:lnTo>
                <a:lnTo>
                  <a:pt x="1303263" y="39321"/>
                </a:lnTo>
                <a:lnTo>
                  <a:pt x="1302443" y="39791"/>
                </a:lnTo>
                <a:lnTo>
                  <a:pt x="1301641" y="40283"/>
                </a:lnTo>
                <a:lnTo>
                  <a:pt x="1300856" y="40797"/>
                </a:lnTo>
                <a:lnTo>
                  <a:pt x="1300087" y="41330"/>
                </a:lnTo>
                <a:lnTo>
                  <a:pt x="1299336" y="41880"/>
                </a:lnTo>
                <a:lnTo>
                  <a:pt x="1298601" y="42447"/>
                </a:lnTo>
                <a:lnTo>
                  <a:pt x="1297883" y="43031"/>
                </a:lnTo>
                <a:lnTo>
                  <a:pt x="1297181" y="43632"/>
                </a:lnTo>
                <a:lnTo>
                  <a:pt x="1296496" y="44250"/>
                </a:lnTo>
                <a:lnTo>
                  <a:pt x="1295827" y="44885"/>
                </a:lnTo>
                <a:lnTo>
                  <a:pt x="1295175" y="45537"/>
                </a:lnTo>
                <a:lnTo>
                  <a:pt x="1294540" y="46205"/>
                </a:lnTo>
                <a:lnTo>
                  <a:pt x="1293921" y="46891"/>
                </a:lnTo>
                <a:lnTo>
                  <a:pt x="1293318" y="47593"/>
                </a:lnTo>
                <a:lnTo>
                  <a:pt x="1292733" y="48313"/>
                </a:lnTo>
                <a:lnTo>
                  <a:pt x="1292164" y="49049"/>
                </a:lnTo>
                <a:lnTo>
                  <a:pt x="1291611" y="49802"/>
                </a:lnTo>
                <a:lnTo>
                  <a:pt x="1291075" y="50572"/>
                </a:lnTo>
                <a:lnTo>
                  <a:pt x="1290556" y="51359"/>
                </a:lnTo>
                <a:lnTo>
                  <a:pt x="1290053" y="52163"/>
                </a:lnTo>
                <a:lnTo>
                  <a:pt x="1289567" y="52984"/>
                </a:lnTo>
                <a:lnTo>
                  <a:pt x="1289098" y="53822"/>
                </a:lnTo>
                <a:lnTo>
                  <a:pt x="1288645" y="54676"/>
                </a:lnTo>
                <a:lnTo>
                  <a:pt x="1288208" y="55548"/>
                </a:lnTo>
                <a:lnTo>
                  <a:pt x="1287789" y="56436"/>
                </a:lnTo>
                <a:lnTo>
                  <a:pt x="1287386" y="57342"/>
                </a:lnTo>
                <a:lnTo>
                  <a:pt x="1286999" y="58264"/>
                </a:lnTo>
                <a:lnTo>
                  <a:pt x="1286629" y="59201"/>
                </a:lnTo>
                <a:lnTo>
                  <a:pt x="1286274" y="60150"/>
                </a:lnTo>
                <a:lnTo>
                  <a:pt x="1285935" y="61111"/>
                </a:lnTo>
                <a:lnTo>
                  <a:pt x="1285612" y="62084"/>
                </a:lnTo>
                <a:lnTo>
                  <a:pt x="1285305" y="63069"/>
                </a:lnTo>
                <a:lnTo>
                  <a:pt x="1285013" y="64067"/>
                </a:lnTo>
                <a:lnTo>
                  <a:pt x="1284737" y="65076"/>
                </a:lnTo>
                <a:lnTo>
                  <a:pt x="1284477" y="66098"/>
                </a:lnTo>
                <a:lnTo>
                  <a:pt x="1284233" y="67132"/>
                </a:lnTo>
                <a:lnTo>
                  <a:pt x="1284004" y="68178"/>
                </a:lnTo>
                <a:lnTo>
                  <a:pt x="1283792" y="69236"/>
                </a:lnTo>
                <a:lnTo>
                  <a:pt x="1283594" y="70306"/>
                </a:lnTo>
                <a:lnTo>
                  <a:pt x="1283413" y="71389"/>
                </a:lnTo>
                <a:lnTo>
                  <a:pt x="1283248" y="72483"/>
                </a:lnTo>
                <a:lnTo>
                  <a:pt x="1283098" y="73590"/>
                </a:lnTo>
                <a:lnTo>
                  <a:pt x="1282964" y="74709"/>
                </a:lnTo>
                <a:lnTo>
                  <a:pt x="1282846" y="75840"/>
                </a:lnTo>
                <a:lnTo>
                  <a:pt x="1282743" y="76983"/>
                </a:lnTo>
                <a:lnTo>
                  <a:pt x="1282657" y="78138"/>
                </a:lnTo>
                <a:lnTo>
                  <a:pt x="1282586" y="79305"/>
                </a:lnTo>
                <a:lnTo>
                  <a:pt x="1282531" y="80485"/>
                </a:lnTo>
                <a:lnTo>
                  <a:pt x="1282491" y="81676"/>
                </a:lnTo>
                <a:lnTo>
                  <a:pt x="1282468" y="82880"/>
                </a:lnTo>
                <a:lnTo>
                  <a:pt x="1282460" y="84096"/>
                </a:lnTo>
                <a:lnTo>
                  <a:pt x="1282468" y="85264"/>
                </a:lnTo>
                <a:lnTo>
                  <a:pt x="1282492" y="86422"/>
                </a:lnTo>
                <a:lnTo>
                  <a:pt x="1282533" y="87570"/>
                </a:lnTo>
                <a:lnTo>
                  <a:pt x="1282590" y="88709"/>
                </a:lnTo>
                <a:lnTo>
                  <a:pt x="1282663" y="89837"/>
                </a:lnTo>
                <a:lnTo>
                  <a:pt x="1282752" y="90956"/>
                </a:lnTo>
                <a:lnTo>
                  <a:pt x="1282858" y="92066"/>
                </a:lnTo>
                <a:lnTo>
                  <a:pt x="1282980" y="93165"/>
                </a:lnTo>
                <a:lnTo>
                  <a:pt x="1283118" y="94255"/>
                </a:lnTo>
                <a:lnTo>
                  <a:pt x="1283273" y="95335"/>
                </a:lnTo>
                <a:lnTo>
                  <a:pt x="1283443" y="96406"/>
                </a:lnTo>
                <a:lnTo>
                  <a:pt x="1283630" y="97467"/>
                </a:lnTo>
                <a:lnTo>
                  <a:pt x="1283834" y="98517"/>
                </a:lnTo>
                <a:lnTo>
                  <a:pt x="1284053" y="99559"/>
                </a:lnTo>
                <a:lnTo>
                  <a:pt x="1284289" y="100590"/>
                </a:lnTo>
                <a:lnTo>
                  <a:pt x="1284541" y="101612"/>
                </a:lnTo>
                <a:lnTo>
                  <a:pt x="1284809" y="102624"/>
                </a:lnTo>
                <a:lnTo>
                  <a:pt x="1285094" y="103626"/>
                </a:lnTo>
                <a:lnTo>
                  <a:pt x="1285394" y="104619"/>
                </a:lnTo>
                <a:lnTo>
                  <a:pt x="1285711" y="105601"/>
                </a:lnTo>
                <a:lnTo>
                  <a:pt x="1286045" y="106574"/>
                </a:lnTo>
                <a:lnTo>
                  <a:pt x="1286394" y="107538"/>
                </a:lnTo>
                <a:lnTo>
                  <a:pt x="1286760" y="108491"/>
                </a:lnTo>
                <a:lnTo>
                  <a:pt x="1287142" y="109435"/>
                </a:lnTo>
                <a:lnTo>
                  <a:pt x="1287541" y="110366"/>
                </a:lnTo>
                <a:lnTo>
                  <a:pt x="1287958" y="111280"/>
                </a:lnTo>
                <a:lnTo>
                  <a:pt x="1288391" y="112178"/>
                </a:lnTo>
                <a:lnTo>
                  <a:pt x="1288843" y="113059"/>
                </a:lnTo>
                <a:lnTo>
                  <a:pt x="1289311" y="113924"/>
                </a:lnTo>
                <a:lnTo>
                  <a:pt x="1289797" y="114772"/>
                </a:lnTo>
                <a:lnTo>
                  <a:pt x="1290301" y="115605"/>
                </a:lnTo>
                <a:lnTo>
                  <a:pt x="1290821" y="116421"/>
                </a:lnTo>
                <a:lnTo>
                  <a:pt x="1291360" y="117220"/>
                </a:lnTo>
                <a:lnTo>
                  <a:pt x="1291915" y="118003"/>
                </a:lnTo>
                <a:lnTo>
                  <a:pt x="1292489" y="118770"/>
                </a:lnTo>
                <a:lnTo>
                  <a:pt x="1293079" y="119520"/>
                </a:lnTo>
                <a:lnTo>
                  <a:pt x="1293687" y="120254"/>
                </a:lnTo>
                <a:lnTo>
                  <a:pt x="1294313" y="120972"/>
                </a:lnTo>
                <a:lnTo>
                  <a:pt x="1294955" y="121673"/>
                </a:lnTo>
                <a:lnTo>
                  <a:pt x="1295616" y="122357"/>
                </a:lnTo>
                <a:lnTo>
                  <a:pt x="1296293" y="123026"/>
                </a:lnTo>
                <a:lnTo>
                  <a:pt x="1296988" y="123678"/>
                </a:lnTo>
                <a:lnTo>
                  <a:pt x="1297701" y="124313"/>
                </a:lnTo>
                <a:lnTo>
                  <a:pt x="1298431" y="124933"/>
                </a:lnTo>
                <a:lnTo>
                  <a:pt x="1299178" y="125536"/>
                </a:lnTo>
                <a:lnTo>
                  <a:pt x="1299943" y="126122"/>
                </a:lnTo>
                <a:lnTo>
                  <a:pt x="1300725" y="126692"/>
                </a:lnTo>
                <a:lnTo>
                  <a:pt x="1301525" y="127246"/>
                </a:lnTo>
                <a:lnTo>
                  <a:pt x="1302342" y="127780"/>
                </a:lnTo>
                <a:lnTo>
                  <a:pt x="1303179" y="128291"/>
                </a:lnTo>
                <a:lnTo>
                  <a:pt x="1304035" y="128779"/>
                </a:lnTo>
                <a:lnTo>
                  <a:pt x="1304910" y="129245"/>
                </a:lnTo>
                <a:lnTo>
                  <a:pt x="1305805" y="129688"/>
                </a:lnTo>
                <a:lnTo>
                  <a:pt x="1306718" y="130108"/>
                </a:lnTo>
                <a:lnTo>
                  <a:pt x="1307650" y="130506"/>
                </a:lnTo>
                <a:lnTo>
                  <a:pt x="1308602" y="130881"/>
                </a:lnTo>
                <a:lnTo>
                  <a:pt x="1309572" y="131233"/>
                </a:lnTo>
                <a:lnTo>
                  <a:pt x="1310562" y="131562"/>
                </a:lnTo>
                <a:lnTo>
                  <a:pt x="1311570" y="131869"/>
                </a:lnTo>
                <a:lnTo>
                  <a:pt x="1312598" y="132153"/>
                </a:lnTo>
                <a:lnTo>
                  <a:pt x="1313645" y="132414"/>
                </a:lnTo>
                <a:lnTo>
                  <a:pt x="1314711" y="132653"/>
                </a:lnTo>
                <a:lnTo>
                  <a:pt x="1315796" y="132869"/>
                </a:lnTo>
                <a:lnTo>
                  <a:pt x="1316900" y="133062"/>
                </a:lnTo>
                <a:lnTo>
                  <a:pt x="1318023" y="133232"/>
                </a:lnTo>
                <a:lnTo>
                  <a:pt x="1319165" y="133380"/>
                </a:lnTo>
                <a:lnTo>
                  <a:pt x="1320326" y="133505"/>
                </a:lnTo>
                <a:lnTo>
                  <a:pt x="1321507" y="133607"/>
                </a:lnTo>
                <a:lnTo>
                  <a:pt x="1322706" y="133687"/>
                </a:lnTo>
                <a:lnTo>
                  <a:pt x="1323925" y="133743"/>
                </a:lnTo>
                <a:lnTo>
                  <a:pt x="1325162" y="133778"/>
                </a:lnTo>
                <a:lnTo>
                  <a:pt x="1326419" y="133789"/>
                </a:lnTo>
                <a:lnTo>
                  <a:pt x="1327393" y="133782"/>
                </a:lnTo>
                <a:lnTo>
                  <a:pt x="1328356" y="133761"/>
                </a:lnTo>
                <a:lnTo>
                  <a:pt x="1329308" y="133727"/>
                </a:lnTo>
                <a:lnTo>
                  <a:pt x="1330249" y="133678"/>
                </a:lnTo>
                <a:lnTo>
                  <a:pt x="1331180" y="133616"/>
                </a:lnTo>
                <a:close/>
                <a:moveTo>
                  <a:pt x="1299195" y="69461"/>
                </a:moveTo>
                <a:lnTo>
                  <a:pt x="1299389" y="68437"/>
                </a:lnTo>
                <a:lnTo>
                  <a:pt x="1299603" y="67436"/>
                </a:lnTo>
                <a:lnTo>
                  <a:pt x="1299836" y="66459"/>
                </a:lnTo>
                <a:lnTo>
                  <a:pt x="1300089" y="65504"/>
                </a:lnTo>
                <a:lnTo>
                  <a:pt x="1300361" y="64572"/>
                </a:lnTo>
                <a:lnTo>
                  <a:pt x="1300652" y="63663"/>
                </a:lnTo>
                <a:lnTo>
                  <a:pt x="1300963" y="62777"/>
                </a:lnTo>
                <a:lnTo>
                  <a:pt x="1301293" y="61914"/>
                </a:lnTo>
                <a:lnTo>
                  <a:pt x="1301643" y="61074"/>
                </a:lnTo>
                <a:lnTo>
                  <a:pt x="1302012" y="60256"/>
                </a:lnTo>
                <a:lnTo>
                  <a:pt x="1302401" y="59462"/>
                </a:lnTo>
                <a:lnTo>
                  <a:pt x="1302808" y="58690"/>
                </a:lnTo>
                <a:lnTo>
                  <a:pt x="1303236" y="57942"/>
                </a:lnTo>
                <a:lnTo>
                  <a:pt x="1303682" y="57216"/>
                </a:lnTo>
                <a:lnTo>
                  <a:pt x="1304149" y="56513"/>
                </a:lnTo>
                <a:lnTo>
                  <a:pt x="1304634" y="55833"/>
                </a:lnTo>
                <a:lnTo>
                  <a:pt x="1305139" y="55176"/>
                </a:lnTo>
                <a:lnTo>
                  <a:pt x="1305663" y="54542"/>
                </a:lnTo>
                <a:lnTo>
                  <a:pt x="1306207" y="53931"/>
                </a:lnTo>
                <a:lnTo>
                  <a:pt x="1306769" y="53343"/>
                </a:lnTo>
                <a:lnTo>
                  <a:pt x="1307349" y="52781"/>
                </a:lnTo>
                <a:lnTo>
                  <a:pt x="1307946" y="52243"/>
                </a:lnTo>
                <a:lnTo>
                  <a:pt x="1308560" y="51731"/>
                </a:lnTo>
                <a:lnTo>
                  <a:pt x="1309192" y="51243"/>
                </a:lnTo>
                <a:lnTo>
                  <a:pt x="1309842" y="50781"/>
                </a:lnTo>
                <a:lnTo>
                  <a:pt x="1310508" y="50343"/>
                </a:lnTo>
                <a:lnTo>
                  <a:pt x="1311192" y="49931"/>
                </a:lnTo>
                <a:lnTo>
                  <a:pt x="1311894" y="49543"/>
                </a:lnTo>
                <a:lnTo>
                  <a:pt x="1312613" y="49181"/>
                </a:lnTo>
                <a:lnTo>
                  <a:pt x="1313349" y="48843"/>
                </a:lnTo>
                <a:lnTo>
                  <a:pt x="1314103" y="48531"/>
                </a:lnTo>
                <a:lnTo>
                  <a:pt x="1314874" y="48243"/>
                </a:lnTo>
                <a:lnTo>
                  <a:pt x="1315663" y="47981"/>
                </a:lnTo>
                <a:lnTo>
                  <a:pt x="1316469" y="47743"/>
                </a:lnTo>
                <a:lnTo>
                  <a:pt x="1317293" y="47531"/>
                </a:lnTo>
                <a:lnTo>
                  <a:pt x="1318133" y="47343"/>
                </a:lnTo>
                <a:lnTo>
                  <a:pt x="1318992" y="47181"/>
                </a:lnTo>
                <a:lnTo>
                  <a:pt x="1319868" y="47043"/>
                </a:lnTo>
                <a:lnTo>
                  <a:pt x="1320761" y="46931"/>
                </a:lnTo>
                <a:lnTo>
                  <a:pt x="1321671" y="46843"/>
                </a:lnTo>
                <a:lnTo>
                  <a:pt x="1322599" y="46781"/>
                </a:lnTo>
                <a:lnTo>
                  <a:pt x="1323545" y="46743"/>
                </a:lnTo>
                <a:lnTo>
                  <a:pt x="1324508" y="46731"/>
                </a:lnTo>
                <a:lnTo>
                  <a:pt x="1325462" y="46743"/>
                </a:lnTo>
                <a:lnTo>
                  <a:pt x="1326400" y="46781"/>
                </a:lnTo>
                <a:lnTo>
                  <a:pt x="1327319" y="46844"/>
                </a:lnTo>
                <a:lnTo>
                  <a:pt x="1328221" y="46932"/>
                </a:lnTo>
                <a:lnTo>
                  <a:pt x="1329106" y="47045"/>
                </a:lnTo>
                <a:lnTo>
                  <a:pt x="1329973" y="47184"/>
                </a:lnTo>
                <a:lnTo>
                  <a:pt x="1330822" y="47347"/>
                </a:lnTo>
                <a:lnTo>
                  <a:pt x="1331654" y="47536"/>
                </a:lnTo>
                <a:lnTo>
                  <a:pt x="1332468" y="47750"/>
                </a:lnTo>
                <a:lnTo>
                  <a:pt x="1333264" y="47989"/>
                </a:lnTo>
                <a:lnTo>
                  <a:pt x="1334043" y="48254"/>
                </a:lnTo>
                <a:lnTo>
                  <a:pt x="1334805" y="48543"/>
                </a:lnTo>
                <a:lnTo>
                  <a:pt x="1335548" y="48858"/>
                </a:lnTo>
                <a:lnTo>
                  <a:pt x="1336275" y="49198"/>
                </a:lnTo>
                <a:lnTo>
                  <a:pt x="1336983" y="49563"/>
                </a:lnTo>
                <a:lnTo>
                  <a:pt x="1337674" y="49953"/>
                </a:lnTo>
                <a:lnTo>
                  <a:pt x="1338348" y="50369"/>
                </a:lnTo>
                <a:lnTo>
                  <a:pt x="1339003" y="50809"/>
                </a:lnTo>
                <a:lnTo>
                  <a:pt x="1339642" y="51275"/>
                </a:lnTo>
                <a:lnTo>
                  <a:pt x="1340262" y="51766"/>
                </a:lnTo>
                <a:lnTo>
                  <a:pt x="1340865" y="52282"/>
                </a:lnTo>
                <a:lnTo>
                  <a:pt x="1341451" y="52823"/>
                </a:lnTo>
                <a:lnTo>
                  <a:pt x="1342019" y="53390"/>
                </a:lnTo>
                <a:lnTo>
                  <a:pt x="1342569" y="53981"/>
                </a:lnTo>
                <a:lnTo>
                  <a:pt x="1343100" y="54597"/>
                </a:lnTo>
                <a:lnTo>
                  <a:pt x="1343609" y="55234"/>
                </a:lnTo>
                <a:lnTo>
                  <a:pt x="1344097" y="55894"/>
                </a:lnTo>
                <a:lnTo>
                  <a:pt x="1344563" y="56576"/>
                </a:lnTo>
                <a:lnTo>
                  <a:pt x="1345007" y="57281"/>
                </a:lnTo>
                <a:lnTo>
                  <a:pt x="1345430" y="58008"/>
                </a:lnTo>
                <a:lnTo>
                  <a:pt x="1345831" y="58758"/>
                </a:lnTo>
                <a:lnTo>
                  <a:pt x="1346211" y="59529"/>
                </a:lnTo>
                <a:lnTo>
                  <a:pt x="1346569" y="60324"/>
                </a:lnTo>
                <a:lnTo>
                  <a:pt x="1346906" y="61140"/>
                </a:lnTo>
                <a:lnTo>
                  <a:pt x="1347221" y="61979"/>
                </a:lnTo>
                <a:lnTo>
                  <a:pt x="1347515" y="62840"/>
                </a:lnTo>
                <a:lnTo>
                  <a:pt x="1347786" y="63724"/>
                </a:lnTo>
                <a:lnTo>
                  <a:pt x="1348037" y="64630"/>
                </a:lnTo>
                <a:lnTo>
                  <a:pt x="1348266" y="65559"/>
                </a:lnTo>
                <a:lnTo>
                  <a:pt x="1348473" y="66510"/>
                </a:lnTo>
                <a:lnTo>
                  <a:pt x="1348658" y="67483"/>
                </a:lnTo>
                <a:lnTo>
                  <a:pt x="1348823" y="68478"/>
                </a:lnTo>
                <a:lnTo>
                  <a:pt x="1348965" y="69496"/>
                </a:lnTo>
                <a:lnTo>
                  <a:pt x="1349086" y="70537"/>
                </a:lnTo>
                <a:lnTo>
                  <a:pt x="1349185" y="71599"/>
                </a:lnTo>
                <a:lnTo>
                  <a:pt x="1349263" y="72684"/>
                </a:lnTo>
                <a:lnTo>
                  <a:pt x="1349319" y="73792"/>
                </a:lnTo>
                <a:lnTo>
                  <a:pt x="1349354" y="74922"/>
                </a:lnTo>
                <a:lnTo>
                  <a:pt x="1298514" y="74922"/>
                </a:lnTo>
                <a:lnTo>
                  <a:pt x="1298612" y="73784"/>
                </a:lnTo>
                <a:lnTo>
                  <a:pt x="1298728" y="72669"/>
                </a:lnTo>
                <a:lnTo>
                  <a:pt x="1298864" y="71576"/>
                </a:lnTo>
                <a:lnTo>
                  <a:pt x="1299020" y="70507"/>
                </a:lnTo>
                <a:lnTo>
                  <a:pt x="1299195" y="69461"/>
                </a:lnTo>
                <a:close/>
                <a:moveTo>
                  <a:pt x="1958958" y="18425"/>
                </a:moveTo>
                <a:lnTo>
                  <a:pt x="1959299" y="18375"/>
                </a:lnTo>
                <a:lnTo>
                  <a:pt x="1959635" y="18316"/>
                </a:lnTo>
                <a:lnTo>
                  <a:pt x="1959964" y="18247"/>
                </a:lnTo>
                <a:lnTo>
                  <a:pt x="1960288" y="18170"/>
                </a:lnTo>
                <a:lnTo>
                  <a:pt x="1960606" y="18083"/>
                </a:lnTo>
                <a:lnTo>
                  <a:pt x="1960917" y="17987"/>
                </a:lnTo>
                <a:lnTo>
                  <a:pt x="1961223" y="17882"/>
                </a:lnTo>
                <a:lnTo>
                  <a:pt x="1961522" y="17768"/>
                </a:lnTo>
                <a:lnTo>
                  <a:pt x="1961816" y="17645"/>
                </a:lnTo>
                <a:lnTo>
                  <a:pt x="1962104" y="17513"/>
                </a:lnTo>
                <a:lnTo>
                  <a:pt x="1962385" y="17371"/>
                </a:lnTo>
                <a:lnTo>
                  <a:pt x="1962661" y="17221"/>
                </a:lnTo>
                <a:lnTo>
                  <a:pt x="1962931" y="17061"/>
                </a:lnTo>
                <a:lnTo>
                  <a:pt x="1963195" y="16892"/>
                </a:lnTo>
                <a:lnTo>
                  <a:pt x="1963453" y="16714"/>
                </a:lnTo>
                <a:lnTo>
                  <a:pt x="1963704" y="16527"/>
                </a:lnTo>
                <a:lnTo>
                  <a:pt x="1963950" y="16331"/>
                </a:lnTo>
                <a:lnTo>
                  <a:pt x="1964190" y="16126"/>
                </a:lnTo>
                <a:lnTo>
                  <a:pt x="1964424" y="15911"/>
                </a:lnTo>
                <a:lnTo>
                  <a:pt x="1964650" y="15690"/>
                </a:lnTo>
                <a:lnTo>
                  <a:pt x="1964867" y="15464"/>
                </a:lnTo>
                <a:lnTo>
                  <a:pt x="1965074" y="15233"/>
                </a:lnTo>
                <a:lnTo>
                  <a:pt x="1965271" y="14997"/>
                </a:lnTo>
                <a:lnTo>
                  <a:pt x="1965459" y="14756"/>
                </a:lnTo>
                <a:lnTo>
                  <a:pt x="1965637" y="14511"/>
                </a:lnTo>
                <a:lnTo>
                  <a:pt x="1965805" y="14260"/>
                </a:lnTo>
                <a:lnTo>
                  <a:pt x="1965964" y="14005"/>
                </a:lnTo>
                <a:lnTo>
                  <a:pt x="1966113" y="13745"/>
                </a:lnTo>
                <a:lnTo>
                  <a:pt x="1966252" y="13481"/>
                </a:lnTo>
                <a:lnTo>
                  <a:pt x="1966382" y="13211"/>
                </a:lnTo>
                <a:lnTo>
                  <a:pt x="1966503" y="12937"/>
                </a:lnTo>
                <a:lnTo>
                  <a:pt x="1966613" y="12658"/>
                </a:lnTo>
                <a:lnTo>
                  <a:pt x="1966714" y="12374"/>
                </a:lnTo>
                <a:lnTo>
                  <a:pt x="1966806" y="12085"/>
                </a:lnTo>
                <a:lnTo>
                  <a:pt x="1966888" y="11791"/>
                </a:lnTo>
                <a:lnTo>
                  <a:pt x="1966960" y="11493"/>
                </a:lnTo>
                <a:lnTo>
                  <a:pt x="1967022" y="11190"/>
                </a:lnTo>
                <a:lnTo>
                  <a:pt x="1967075" y="10882"/>
                </a:lnTo>
                <a:lnTo>
                  <a:pt x="1967118" y="10569"/>
                </a:lnTo>
                <a:lnTo>
                  <a:pt x="1967152" y="10251"/>
                </a:lnTo>
                <a:lnTo>
                  <a:pt x="1967176" y="9929"/>
                </a:lnTo>
                <a:lnTo>
                  <a:pt x="1967191" y="9602"/>
                </a:lnTo>
                <a:lnTo>
                  <a:pt x="1967195" y="9270"/>
                </a:lnTo>
                <a:lnTo>
                  <a:pt x="1967191" y="8938"/>
                </a:lnTo>
                <a:lnTo>
                  <a:pt x="1967176" y="8610"/>
                </a:lnTo>
                <a:lnTo>
                  <a:pt x="1967152" y="8288"/>
                </a:lnTo>
                <a:lnTo>
                  <a:pt x="1967118" y="7970"/>
                </a:lnTo>
                <a:lnTo>
                  <a:pt x="1967075" y="7657"/>
                </a:lnTo>
                <a:lnTo>
                  <a:pt x="1967022" y="7349"/>
                </a:lnTo>
                <a:lnTo>
                  <a:pt x="1966960" y="7046"/>
                </a:lnTo>
                <a:lnTo>
                  <a:pt x="1966888" y="6748"/>
                </a:lnTo>
                <a:lnTo>
                  <a:pt x="1966806" y="6454"/>
                </a:lnTo>
                <a:lnTo>
                  <a:pt x="1966714" y="6166"/>
                </a:lnTo>
                <a:lnTo>
                  <a:pt x="1966613" y="5882"/>
                </a:lnTo>
                <a:lnTo>
                  <a:pt x="1966503" y="5602"/>
                </a:lnTo>
                <a:lnTo>
                  <a:pt x="1966382" y="5328"/>
                </a:lnTo>
                <a:lnTo>
                  <a:pt x="1966252" y="5059"/>
                </a:lnTo>
                <a:lnTo>
                  <a:pt x="1966113" y="4794"/>
                </a:lnTo>
                <a:lnTo>
                  <a:pt x="1965964" y="4534"/>
                </a:lnTo>
                <a:lnTo>
                  <a:pt x="1965805" y="4279"/>
                </a:lnTo>
                <a:lnTo>
                  <a:pt x="1965637" y="4029"/>
                </a:lnTo>
                <a:lnTo>
                  <a:pt x="1965459" y="3783"/>
                </a:lnTo>
                <a:lnTo>
                  <a:pt x="1965271" y="3542"/>
                </a:lnTo>
                <a:lnTo>
                  <a:pt x="1965074" y="3307"/>
                </a:lnTo>
                <a:lnTo>
                  <a:pt x="1964867" y="3076"/>
                </a:lnTo>
                <a:lnTo>
                  <a:pt x="1964650" y="2849"/>
                </a:lnTo>
                <a:lnTo>
                  <a:pt x="1964424" y="2628"/>
                </a:lnTo>
                <a:lnTo>
                  <a:pt x="1964190" y="2414"/>
                </a:lnTo>
                <a:lnTo>
                  <a:pt x="1963950" y="2208"/>
                </a:lnTo>
                <a:lnTo>
                  <a:pt x="1963704" y="2012"/>
                </a:lnTo>
                <a:lnTo>
                  <a:pt x="1963453" y="1825"/>
                </a:lnTo>
                <a:lnTo>
                  <a:pt x="1963195" y="1647"/>
                </a:lnTo>
                <a:lnTo>
                  <a:pt x="1962931" y="1478"/>
                </a:lnTo>
                <a:lnTo>
                  <a:pt x="1962661" y="1319"/>
                </a:lnTo>
                <a:lnTo>
                  <a:pt x="1962385" y="1168"/>
                </a:lnTo>
                <a:lnTo>
                  <a:pt x="1962104" y="1027"/>
                </a:lnTo>
                <a:lnTo>
                  <a:pt x="1961816" y="894"/>
                </a:lnTo>
                <a:lnTo>
                  <a:pt x="1961522" y="771"/>
                </a:lnTo>
                <a:lnTo>
                  <a:pt x="1961223" y="657"/>
                </a:lnTo>
                <a:lnTo>
                  <a:pt x="1960917" y="552"/>
                </a:lnTo>
                <a:lnTo>
                  <a:pt x="1960606" y="456"/>
                </a:lnTo>
                <a:lnTo>
                  <a:pt x="1960288" y="370"/>
                </a:lnTo>
                <a:lnTo>
                  <a:pt x="1959964" y="292"/>
                </a:lnTo>
                <a:lnTo>
                  <a:pt x="1959635" y="224"/>
                </a:lnTo>
                <a:lnTo>
                  <a:pt x="1959299" y="164"/>
                </a:lnTo>
                <a:lnTo>
                  <a:pt x="1958958" y="114"/>
                </a:lnTo>
                <a:lnTo>
                  <a:pt x="1958611" y="73"/>
                </a:lnTo>
                <a:lnTo>
                  <a:pt x="1958257" y="41"/>
                </a:lnTo>
                <a:lnTo>
                  <a:pt x="1957898" y="18"/>
                </a:lnTo>
                <a:lnTo>
                  <a:pt x="1957533" y="5"/>
                </a:lnTo>
                <a:lnTo>
                  <a:pt x="1957161" y="0"/>
                </a:lnTo>
                <a:lnTo>
                  <a:pt x="1956790" y="5"/>
                </a:lnTo>
                <a:lnTo>
                  <a:pt x="1956425" y="18"/>
                </a:lnTo>
                <a:lnTo>
                  <a:pt x="1956066" y="41"/>
                </a:lnTo>
                <a:lnTo>
                  <a:pt x="1955713" y="73"/>
                </a:lnTo>
                <a:lnTo>
                  <a:pt x="1955367" y="114"/>
                </a:lnTo>
                <a:lnTo>
                  <a:pt x="1955026" y="164"/>
                </a:lnTo>
                <a:lnTo>
                  <a:pt x="1954692" y="224"/>
                </a:lnTo>
                <a:lnTo>
                  <a:pt x="1954363" y="292"/>
                </a:lnTo>
                <a:lnTo>
                  <a:pt x="1954041" y="370"/>
                </a:lnTo>
                <a:lnTo>
                  <a:pt x="1953725" y="456"/>
                </a:lnTo>
                <a:lnTo>
                  <a:pt x="1953415" y="552"/>
                </a:lnTo>
                <a:lnTo>
                  <a:pt x="1953112" y="657"/>
                </a:lnTo>
                <a:lnTo>
                  <a:pt x="1952814" y="771"/>
                </a:lnTo>
                <a:lnTo>
                  <a:pt x="1952523" y="894"/>
                </a:lnTo>
                <a:lnTo>
                  <a:pt x="1952238" y="1027"/>
                </a:lnTo>
                <a:lnTo>
                  <a:pt x="1951958" y="1168"/>
                </a:lnTo>
                <a:lnTo>
                  <a:pt x="1951685" y="1319"/>
                </a:lnTo>
                <a:lnTo>
                  <a:pt x="1951418" y="1478"/>
                </a:lnTo>
                <a:lnTo>
                  <a:pt x="1951158" y="1647"/>
                </a:lnTo>
                <a:lnTo>
                  <a:pt x="1950903" y="1825"/>
                </a:lnTo>
                <a:lnTo>
                  <a:pt x="1950655" y="2012"/>
                </a:lnTo>
                <a:lnTo>
                  <a:pt x="1950412" y="2208"/>
                </a:lnTo>
                <a:lnTo>
                  <a:pt x="1950176" y="2414"/>
                </a:lnTo>
                <a:lnTo>
                  <a:pt x="1949946" y="2628"/>
                </a:lnTo>
                <a:lnTo>
                  <a:pt x="1949724" y="2849"/>
                </a:lnTo>
                <a:lnTo>
                  <a:pt x="1949511" y="3076"/>
                </a:lnTo>
                <a:lnTo>
                  <a:pt x="1949308" y="3307"/>
                </a:lnTo>
                <a:lnTo>
                  <a:pt x="1949114" y="3542"/>
                </a:lnTo>
                <a:lnTo>
                  <a:pt x="1948930" y="3783"/>
                </a:lnTo>
                <a:lnTo>
                  <a:pt x="1948755" y="4029"/>
                </a:lnTo>
                <a:lnTo>
                  <a:pt x="1948589" y="4279"/>
                </a:lnTo>
                <a:lnTo>
                  <a:pt x="1948433" y="4534"/>
                </a:lnTo>
                <a:lnTo>
                  <a:pt x="1948287" y="4794"/>
                </a:lnTo>
                <a:lnTo>
                  <a:pt x="1948149" y="5059"/>
                </a:lnTo>
                <a:lnTo>
                  <a:pt x="1948022" y="5328"/>
                </a:lnTo>
                <a:lnTo>
                  <a:pt x="1947904" y="5602"/>
                </a:lnTo>
                <a:lnTo>
                  <a:pt x="1947795" y="5882"/>
                </a:lnTo>
                <a:lnTo>
                  <a:pt x="1947696" y="6166"/>
                </a:lnTo>
                <a:lnTo>
                  <a:pt x="1947606" y="6454"/>
                </a:lnTo>
                <a:lnTo>
                  <a:pt x="1947525" y="6748"/>
                </a:lnTo>
                <a:lnTo>
                  <a:pt x="1947454" y="7046"/>
                </a:lnTo>
                <a:lnTo>
                  <a:pt x="1947393" y="7349"/>
                </a:lnTo>
                <a:lnTo>
                  <a:pt x="1947341" y="7657"/>
                </a:lnTo>
                <a:lnTo>
                  <a:pt x="1947298" y="7970"/>
                </a:lnTo>
                <a:lnTo>
                  <a:pt x="1947265" y="8288"/>
                </a:lnTo>
                <a:lnTo>
                  <a:pt x="1947242" y="8610"/>
                </a:lnTo>
                <a:lnTo>
                  <a:pt x="1947227" y="8938"/>
                </a:lnTo>
                <a:lnTo>
                  <a:pt x="1947223" y="9270"/>
                </a:lnTo>
                <a:lnTo>
                  <a:pt x="1947227" y="9602"/>
                </a:lnTo>
                <a:lnTo>
                  <a:pt x="1947242" y="9929"/>
                </a:lnTo>
                <a:lnTo>
                  <a:pt x="1947265" y="10251"/>
                </a:lnTo>
                <a:lnTo>
                  <a:pt x="1947298" y="10569"/>
                </a:lnTo>
                <a:lnTo>
                  <a:pt x="1947341" y="10882"/>
                </a:lnTo>
                <a:lnTo>
                  <a:pt x="1947393" y="11190"/>
                </a:lnTo>
                <a:lnTo>
                  <a:pt x="1947454" y="11493"/>
                </a:lnTo>
                <a:lnTo>
                  <a:pt x="1947525" y="11791"/>
                </a:lnTo>
                <a:lnTo>
                  <a:pt x="1947606" y="12085"/>
                </a:lnTo>
                <a:lnTo>
                  <a:pt x="1947696" y="12374"/>
                </a:lnTo>
                <a:lnTo>
                  <a:pt x="1947795" y="12658"/>
                </a:lnTo>
                <a:lnTo>
                  <a:pt x="1947904" y="12937"/>
                </a:lnTo>
                <a:lnTo>
                  <a:pt x="1948022" y="13211"/>
                </a:lnTo>
                <a:lnTo>
                  <a:pt x="1948149" y="13481"/>
                </a:lnTo>
                <a:lnTo>
                  <a:pt x="1948287" y="13745"/>
                </a:lnTo>
                <a:lnTo>
                  <a:pt x="1948433" y="14005"/>
                </a:lnTo>
                <a:lnTo>
                  <a:pt x="1948589" y="14260"/>
                </a:lnTo>
                <a:lnTo>
                  <a:pt x="1948755" y="14511"/>
                </a:lnTo>
                <a:lnTo>
                  <a:pt x="1948930" y="14756"/>
                </a:lnTo>
                <a:lnTo>
                  <a:pt x="1949114" y="14997"/>
                </a:lnTo>
                <a:lnTo>
                  <a:pt x="1949308" y="15233"/>
                </a:lnTo>
                <a:lnTo>
                  <a:pt x="1949511" y="15464"/>
                </a:lnTo>
                <a:lnTo>
                  <a:pt x="1949724" y="15690"/>
                </a:lnTo>
                <a:lnTo>
                  <a:pt x="1949946" y="15911"/>
                </a:lnTo>
                <a:lnTo>
                  <a:pt x="1950176" y="16126"/>
                </a:lnTo>
                <a:lnTo>
                  <a:pt x="1950412" y="16331"/>
                </a:lnTo>
                <a:lnTo>
                  <a:pt x="1950655" y="16527"/>
                </a:lnTo>
                <a:lnTo>
                  <a:pt x="1950903" y="16714"/>
                </a:lnTo>
                <a:lnTo>
                  <a:pt x="1951158" y="16892"/>
                </a:lnTo>
                <a:lnTo>
                  <a:pt x="1951418" y="17061"/>
                </a:lnTo>
                <a:lnTo>
                  <a:pt x="1951685" y="17221"/>
                </a:lnTo>
                <a:lnTo>
                  <a:pt x="1951958" y="17371"/>
                </a:lnTo>
                <a:lnTo>
                  <a:pt x="1952238" y="17513"/>
                </a:lnTo>
                <a:lnTo>
                  <a:pt x="1952523" y="17645"/>
                </a:lnTo>
                <a:lnTo>
                  <a:pt x="1952814" y="17768"/>
                </a:lnTo>
                <a:lnTo>
                  <a:pt x="1953112" y="17882"/>
                </a:lnTo>
                <a:lnTo>
                  <a:pt x="1953415" y="17987"/>
                </a:lnTo>
                <a:lnTo>
                  <a:pt x="1953725" y="18083"/>
                </a:lnTo>
                <a:lnTo>
                  <a:pt x="1954041" y="18170"/>
                </a:lnTo>
                <a:lnTo>
                  <a:pt x="1954363" y="18247"/>
                </a:lnTo>
                <a:lnTo>
                  <a:pt x="1954692" y="18316"/>
                </a:lnTo>
                <a:lnTo>
                  <a:pt x="1955026" y="18375"/>
                </a:lnTo>
                <a:lnTo>
                  <a:pt x="1955367" y="18425"/>
                </a:lnTo>
                <a:lnTo>
                  <a:pt x="1955713" y="18466"/>
                </a:lnTo>
                <a:lnTo>
                  <a:pt x="1956066" y="18498"/>
                </a:lnTo>
                <a:lnTo>
                  <a:pt x="1956425" y="18521"/>
                </a:lnTo>
                <a:lnTo>
                  <a:pt x="1956790" y="18535"/>
                </a:lnTo>
                <a:lnTo>
                  <a:pt x="1957161" y="18539"/>
                </a:lnTo>
                <a:lnTo>
                  <a:pt x="1957533" y="18535"/>
                </a:lnTo>
                <a:lnTo>
                  <a:pt x="1957898" y="18521"/>
                </a:lnTo>
                <a:lnTo>
                  <a:pt x="1958257" y="18498"/>
                </a:lnTo>
                <a:lnTo>
                  <a:pt x="1958611" y="18466"/>
                </a:lnTo>
                <a:lnTo>
                  <a:pt x="1958958" y="18425"/>
                </a:lnTo>
                <a:close/>
                <a:moveTo>
                  <a:pt x="1912967" y="42776"/>
                </a:moveTo>
                <a:lnTo>
                  <a:pt x="1913329" y="42451"/>
                </a:lnTo>
                <a:lnTo>
                  <a:pt x="1913699" y="42141"/>
                </a:lnTo>
                <a:lnTo>
                  <a:pt x="1914076" y="41845"/>
                </a:lnTo>
                <a:lnTo>
                  <a:pt x="1914459" y="41563"/>
                </a:lnTo>
                <a:lnTo>
                  <a:pt x="1914850" y="41296"/>
                </a:lnTo>
                <a:lnTo>
                  <a:pt x="1915248" y="41044"/>
                </a:lnTo>
                <a:lnTo>
                  <a:pt x="1915654" y="40806"/>
                </a:lnTo>
                <a:lnTo>
                  <a:pt x="1916066" y="40582"/>
                </a:lnTo>
                <a:lnTo>
                  <a:pt x="1916486" y="40373"/>
                </a:lnTo>
                <a:lnTo>
                  <a:pt x="1916912" y="40178"/>
                </a:lnTo>
                <a:lnTo>
                  <a:pt x="1917346" y="39997"/>
                </a:lnTo>
                <a:lnTo>
                  <a:pt x="1917787" y="39831"/>
                </a:lnTo>
                <a:lnTo>
                  <a:pt x="1918235" y="39680"/>
                </a:lnTo>
                <a:lnTo>
                  <a:pt x="1918690" y="39543"/>
                </a:lnTo>
                <a:lnTo>
                  <a:pt x="1919152" y="39420"/>
                </a:lnTo>
                <a:lnTo>
                  <a:pt x="1919620" y="39307"/>
                </a:lnTo>
                <a:lnTo>
                  <a:pt x="1920092" y="39199"/>
                </a:lnTo>
                <a:lnTo>
                  <a:pt x="1920567" y="39095"/>
                </a:lnTo>
                <a:lnTo>
                  <a:pt x="1921046" y="38997"/>
                </a:lnTo>
                <a:lnTo>
                  <a:pt x="1921529" y="38903"/>
                </a:lnTo>
                <a:lnTo>
                  <a:pt x="1922016" y="38814"/>
                </a:lnTo>
                <a:lnTo>
                  <a:pt x="1922507" y="38730"/>
                </a:lnTo>
                <a:lnTo>
                  <a:pt x="1923001" y="38650"/>
                </a:lnTo>
                <a:lnTo>
                  <a:pt x="1923500" y="38576"/>
                </a:lnTo>
                <a:lnTo>
                  <a:pt x="1924002" y="38506"/>
                </a:lnTo>
                <a:lnTo>
                  <a:pt x="1924508" y="38441"/>
                </a:lnTo>
                <a:lnTo>
                  <a:pt x="1925018" y="38381"/>
                </a:lnTo>
                <a:lnTo>
                  <a:pt x="1925531" y="38325"/>
                </a:lnTo>
                <a:lnTo>
                  <a:pt x="1926049" y="38275"/>
                </a:lnTo>
                <a:lnTo>
                  <a:pt x="1926570" y="38229"/>
                </a:lnTo>
                <a:lnTo>
                  <a:pt x="1927095" y="38188"/>
                </a:lnTo>
                <a:lnTo>
                  <a:pt x="1927624" y="38152"/>
                </a:lnTo>
                <a:lnTo>
                  <a:pt x="1928156" y="38121"/>
                </a:lnTo>
                <a:lnTo>
                  <a:pt x="1928693" y="38094"/>
                </a:lnTo>
                <a:lnTo>
                  <a:pt x="1929233" y="38073"/>
                </a:lnTo>
                <a:lnTo>
                  <a:pt x="1929777" y="38056"/>
                </a:lnTo>
                <a:lnTo>
                  <a:pt x="1930325" y="38044"/>
                </a:lnTo>
                <a:lnTo>
                  <a:pt x="1930877" y="38037"/>
                </a:lnTo>
                <a:lnTo>
                  <a:pt x="1931432" y="38034"/>
                </a:lnTo>
                <a:lnTo>
                  <a:pt x="1931432" y="24560"/>
                </a:lnTo>
                <a:lnTo>
                  <a:pt x="1930563" y="24589"/>
                </a:lnTo>
                <a:lnTo>
                  <a:pt x="1929707" y="24628"/>
                </a:lnTo>
                <a:lnTo>
                  <a:pt x="1928865" y="24678"/>
                </a:lnTo>
                <a:lnTo>
                  <a:pt x="1928036" y="24738"/>
                </a:lnTo>
                <a:lnTo>
                  <a:pt x="1927220" y="24808"/>
                </a:lnTo>
                <a:lnTo>
                  <a:pt x="1926418" y="24888"/>
                </a:lnTo>
                <a:lnTo>
                  <a:pt x="1925630" y="24979"/>
                </a:lnTo>
                <a:lnTo>
                  <a:pt x="1924854" y="25080"/>
                </a:lnTo>
                <a:lnTo>
                  <a:pt x="1924093" y="25191"/>
                </a:lnTo>
                <a:lnTo>
                  <a:pt x="1923344" y="25313"/>
                </a:lnTo>
                <a:lnTo>
                  <a:pt x="1922609" y="25445"/>
                </a:lnTo>
                <a:lnTo>
                  <a:pt x="1921888" y="25587"/>
                </a:lnTo>
                <a:lnTo>
                  <a:pt x="1921180" y="25740"/>
                </a:lnTo>
                <a:lnTo>
                  <a:pt x="1920485" y="25902"/>
                </a:lnTo>
                <a:lnTo>
                  <a:pt x="1919804" y="26075"/>
                </a:lnTo>
                <a:lnTo>
                  <a:pt x="1919136" y="26259"/>
                </a:lnTo>
                <a:lnTo>
                  <a:pt x="1918482" y="26452"/>
                </a:lnTo>
                <a:lnTo>
                  <a:pt x="1917841" y="26656"/>
                </a:lnTo>
                <a:lnTo>
                  <a:pt x="1917214" y="26870"/>
                </a:lnTo>
                <a:lnTo>
                  <a:pt x="1916600" y="27095"/>
                </a:lnTo>
                <a:lnTo>
                  <a:pt x="1916000" y="27330"/>
                </a:lnTo>
                <a:lnTo>
                  <a:pt x="1915412" y="27575"/>
                </a:lnTo>
                <a:lnTo>
                  <a:pt x="1914839" y="27830"/>
                </a:lnTo>
                <a:lnTo>
                  <a:pt x="1914279" y="28096"/>
                </a:lnTo>
                <a:lnTo>
                  <a:pt x="1913730" y="28376"/>
                </a:lnTo>
                <a:lnTo>
                  <a:pt x="1913189" y="28677"/>
                </a:lnTo>
                <a:lnTo>
                  <a:pt x="1912658" y="28998"/>
                </a:lnTo>
                <a:lnTo>
                  <a:pt x="1912135" y="29338"/>
                </a:lnTo>
                <a:lnTo>
                  <a:pt x="1911621" y="29698"/>
                </a:lnTo>
                <a:lnTo>
                  <a:pt x="1911116" y="30079"/>
                </a:lnTo>
                <a:lnTo>
                  <a:pt x="1910620" y="30479"/>
                </a:lnTo>
                <a:lnTo>
                  <a:pt x="1910132" y="30899"/>
                </a:lnTo>
                <a:lnTo>
                  <a:pt x="1909653" y="31339"/>
                </a:lnTo>
                <a:lnTo>
                  <a:pt x="1909184" y="31799"/>
                </a:lnTo>
                <a:lnTo>
                  <a:pt x="1908722" y="32279"/>
                </a:lnTo>
                <a:lnTo>
                  <a:pt x="1908270" y="32778"/>
                </a:lnTo>
                <a:lnTo>
                  <a:pt x="1907827" y="33298"/>
                </a:lnTo>
                <a:lnTo>
                  <a:pt x="1907392" y="33837"/>
                </a:lnTo>
                <a:lnTo>
                  <a:pt x="1906966" y="34397"/>
                </a:lnTo>
                <a:lnTo>
                  <a:pt x="1906549" y="34976"/>
                </a:lnTo>
                <a:lnTo>
                  <a:pt x="1906140" y="35575"/>
                </a:lnTo>
                <a:lnTo>
                  <a:pt x="1905741" y="36195"/>
                </a:lnTo>
                <a:lnTo>
                  <a:pt x="1905350" y="36834"/>
                </a:lnTo>
                <a:lnTo>
                  <a:pt x="1904968" y="37493"/>
                </a:lnTo>
                <a:lnTo>
                  <a:pt x="1904595" y="38172"/>
                </a:lnTo>
                <a:lnTo>
                  <a:pt x="1904230" y="38870"/>
                </a:lnTo>
                <a:lnTo>
                  <a:pt x="1903956" y="39424"/>
                </a:lnTo>
                <a:lnTo>
                  <a:pt x="1903353" y="39159"/>
                </a:lnTo>
                <a:lnTo>
                  <a:pt x="1902629" y="38863"/>
                </a:lnTo>
                <a:lnTo>
                  <a:pt x="1901891" y="38582"/>
                </a:lnTo>
                <a:lnTo>
                  <a:pt x="1901140" y="38317"/>
                </a:lnTo>
                <a:lnTo>
                  <a:pt x="1900374" y="38066"/>
                </a:lnTo>
                <a:lnTo>
                  <a:pt x="1899595" y="37831"/>
                </a:lnTo>
                <a:lnTo>
                  <a:pt x="1898801" y="37611"/>
                </a:lnTo>
                <a:lnTo>
                  <a:pt x="1897994" y="37406"/>
                </a:lnTo>
                <a:lnTo>
                  <a:pt x="1897173" y="37216"/>
                </a:lnTo>
                <a:lnTo>
                  <a:pt x="1896338" y="37041"/>
                </a:lnTo>
                <a:lnTo>
                  <a:pt x="1895488" y="36882"/>
                </a:lnTo>
                <a:lnTo>
                  <a:pt x="1894625" y="36738"/>
                </a:lnTo>
                <a:lnTo>
                  <a:pt x="1893748" y="36609"/>
                </a:lnTo>
                <a:lnTo>
                  <a:pt x="1892857" y="36495"/>
                </a:lnTo>
                <a:lnTo>
                  <a:pt x="1891953" y="36396"/>
                </a:lnTo>
                <a:lnTo>
                  <a:pt x="1891034" y="36313"/>
                </a:lnTo>
                <a:lnTo>
                  <a:pt x="1890101" y="36244"/>
                </a:lnTo>
                <a:lnTo>
                  <a:pt x="1889154" y="36191"/>
                </a:lnTo>
                <a:lnTo>
                  <a:pt x="1888194" y="36153"/>
                </a:lnTo>
                <a:lnTo>
                  <a:pt x="1887219" y="36131"/>
                </a:lnTo>
                <a:lnTo>
                  <a:pt x="1886231" y="36123"/>
                </a:lnTo>
                <a:lnTo>
                  <a:pt x="1885265" y="36131"/>
                </a:lnTo>
                <a:lnTo>
                  <a:pt x="1884312" y="36153"/>
                </a:lnTo>
                <a:lnTo>
                  <a:pt x="1883372" y="36191"/>
                </a:lnTo>
                <a:lnTo>
                  <a:pt x="1882444" y="36244"/>
                </a:lnTo>
                <a:lnTo>
                  <a:pt x="1881528" y="36313"/>
                </a:lnTo>
                <a:lnTo>
                  <a:pt x="1880625" y="36396"/>
                </a:lnTo>
                <a:lnTo>
                  <a:pt x="1879735" y="36495"/>
                </a:lnTo>
                <a:lnTo>
                  <a:pt x="1878856" y="36609"/>
                </a:lnTo>
                <a:lnTo>
                  <a:pt x="1877991" y="36738"/>
                </a:lnTo>
                <a:lnTo>
                  <a:pt x="1877137" y="36882"/>
                </a:lnTo>
                <a:lnTo>
                  <a:pt x="1876296" y="37041"/>
                </a:lnTo>
                <a:lnTo>
                  <a:pt x="1875468" y="37216"/>
                </a:lnTo>
                <a:lnTo>
                  <a:pt x="1874652" y="37406"/>
                </a:lnTo>
                <a:lnTo>
                  <a:pt x="1873848" y="37611"/>
                </a:lnTo>
                <a:lnTo>
                  <a:pt x="1873057" y="37831"/>
                </a:lnTo>
                <a:lnTo>
                  <a:pt x="1872278" y="38066"/>
                </a:lnTo>
                <a:lnTo>
                  <a:pt x="1871512" y="38317"/>
                </a:lnTo>
                <a:lnTo>
                  <a:pt x="1870758" y="38582"/>
                </a:lnTo>
                <a:lnTo>
                  <a:pt x="1870017" y="38863"/>
                </a:lnTo>
                <a:lnTo>
                  <a:pt x="1869288" y="39159"/>
                </a:lnTo>
                <a:lnTo>
                  <a:pt x="1868572" y="39470"/>
                </a:lnTo>
                <a:lnTo>
                  <a:pt x="1867868" y="39797"/>
                </a:lnTo>
                <a:lnTo>
                  <a:pt x="1867176" y="40138"/>
                </a:lnTo>
                <a:lnTo>
                  <a:pt x="1866497" y="40495"/>
                </a:lnTo>
                <a:lnTo>
                  <a:pt x="1865831" y="40864"/>
                </a:lnTo>
                <a:lnTo>
                  <a:pt x="1865178" y="41244"/>
                </a:lnTo>
                <a:lnTo>
                  <a:pt x="1864539" y="41634"/>
                </a:lnTo>
                <a:lnTo>
                  <a:pt x="1863914" y="42035"/>
                </a:lnTo>
                <a:lnTo>
                  <a:pt x="1863302" y="42446"/>
                </a:lnTo>
                <a:lnTo>
                  <a:pt x="1862704" y="42868"/>
                </a:lnTo>
                <a:lnTo>
                  <a:pt x="1862120" y="43300"/>
                </a:lnTo>
                <a:lnTo>
                  <a:pt x="1861549" y="43743"/>
                </a:lnTo>
                <a:lnTo>
                  <a:pt x="1860992" y="44196"/>
                </a:lnTo>
                <a:lnTo>
                  <a:pt x="1860448" y="44660"/>
                </a:lnTo>
                <a:lnTo>
                  <a:pt x="1859918" y="45134"/>
                </a:lnTo>
                <a:lnTo>
                  <a:pt x="1859401" y="45618"/>
                </a:lnTo>
                <a:lnTo>
                  <a:pt x="1858898" y="46113"/>
                </a:lnTo>
                <a:lnTo>
                  <a:pt x="1858409" y="46619"/>
                </a:lnTo>
                <a:lnTo>
                  <a:pt x="1857933" y="47135"/>
                </a:lnTo>
                <a:lnTo>
                  <a:pt x="1857471" y="47661"/>
                </a:lnTo>
                <a:lnTo>
                  <a:pt x="1857023" y="48198"/>
                </a:lnTo>
                <a:lnTo>
                  <a:pt x="1856588" y="48745"/>
                </a:lnTo>
                <a:lnTo>
                  <a:pt x="1856167" y="49303"/>
                </a:lnTo>
                <a:lnTo>
                  <a:pt x="1855759" y="49871"/>
                </a:lnTo>
                <a:lnTo>
                  <a:pt x="1855365" y="50450"/>
                </a:lnTo>
                <a:lnTo>
                  <a:pt x="1854985" y="51039"/>
                </a:lnTo>
                <a:lnTo>
                  <a:pt x="1854618" y="51639"/>
                </a:lnTo>
                <a:lnTo>
                  <a:pt x="1854265" y="52249"/>
                </a:lnTo>
                <a:lnTo>
                  <a:pt x="1853926" y="52867"/>
                </a:lnTo>
                <a:lnTo>
                  <a:pt x="1853601" y="53491"/>
                </a:lnTo>
                <a:lnTo>
                  <a:pt x="1853290" y="54121"/>
                </a:lnTo>
                <a:lnTo>
                  <a:pt x="1852995" y="54756"/>
                </a:lnTo>
                <a:lnTo>
                  <a:pt x="1852713" y="55397"/>
                </a:lnTo>
                <a:lnTo>
                  <a:pt x="1852446" y="56044"/>
                </a:lnTo>
                <a:lnTo>
                  <a:pt x="1852193" y="56696"/>
                </a:lnTo>
                <a:lnTo>
                  <a:pt x="1851955" y="57354"/>
                </a:lnTo>
                <a:lnTo>
                  <a:pt x="1851732" y="58018"/>
                </a:lnTo>
                <a:lnTo>
                  <a:pt x="1851522" y="58688"/>
                </a:lnTo>
                <a:lnTo>
                  <a:pt x="1851327" y="59363"/>
                </a:lnTo>
                <a:lnTo>
                  <a:pt x="1851147" y="60044"/>
                </a:lnTo>
                <a:lnTo>
                  <a:pt x="1850981" y="60731"/>
                </a:lnTo>
                <a:lnTo>
                  <a:pt x="1850829" y="61424"/>
                </a:lnTo>
                <a:lnTo>
                  <a:pt x="1850692" y="62122"/>
                </a:lnTo>
                <a:lnTo>
                  <a:pt x="1850570" y="62826"/>
                </a:lnTo>
                <a:lnTo>
                  <a:pt x="1850461" y="63536"/>
                </a:lnTo>
                <a:lnTo>
                  <a:pt x="1850368" y="64252"/>
                </a:lnTo>
                <a:lnTo>
                  <a:pt x="1850288" y="64973"/>
                </a:lnTo>
                <a:lnTo>
                  <a:pt x="1850223" y="65700"/>
                </a:lnTo>
                <a:lnTo>
                  <a:pt x="1850173" y="66433"/>
                </a:lnTo>
                <a:lnTo>
                  <a:pt x="1850137" y="67171"/>
                </a:lnTo>
                <a:lnTo>
                  <a:pt x="1850115" y="67915"/>
                </a:lnTo>
                <a:lnTo>
                  <a:pt x="1850108" y="68665"/>
                </a:lnTo>
                <a:lnTo>
                  <a:pt x="1850115" y="69375"/>
                </a:lnTo>
                <a:lnTo>
                  <a:pt x="1850136" y="70081"/>
                </a:lnTo>
                <a:lnTo>
                  <a:pt x="1850172" y="70783"/>
                </a:lnTo>
                <a:lnTo>
                  <a:pt x="1850222" y="71481"/>
                </a:lnTo>
                <a:lnTo>
                  <a:pt x="1850286" y="72174"/>
                </a:lnTo>
                <a:lnTo>
                  <a:pt x="1850365" y="72863"/>
                </a:lnTo>
                <a:lnTo>
                  <a:pt x="1850457" y="73548"/>
                </a:lnTo>
                <a:lnTo>
                  <a:pt x="1850564" y="74229"/>
                </a:lnTo>
                <a:lnTo>
                  <a:pt x="1850686" y="74905"/>
                </a:lnTo>
                <a:lnTo>
                  <a:pt x="1850821" y="75577"/>
                </a:lnTo>
                <a:lnTo>
                  <a:pt x="1850971" y="76245"/>
                </a:lnTo>
                <a:lnTo>
                  <a:pt x="1851135" y="76909"/>
                </a:lnTo>
                <a:lnTo>
                  <a:pt x="1851313" y="77569"/>
                </a:lnTo>
                <a:lnTo>
                  <a:pt x="1851506" y="78224"/>
                </a:lnTo>
                <a:lnTo>
                  <a:pt x="1851713" y="78875"/>
                </a:lnTo>
                <a:lnTo>
                  <a:pt x="1851934" y="79522"/>
                </a:lnTo>
                <a:lnTo>
                  <a:pt x="1852169" y="80165"/>
                </a:lnTo>
                <a:lnTo>
                  <a:pt x="1852419" y="80804"/>
                </a:lnTo>
                <a:lnTo>
                  <a:pt x="1852683" y="81438"/>
                </a:lnTo>
                <a:lnTo>
                  <a:pt x="1852961" y="82068"/>
                </a:lnTo>
                <a:lnTo>
                  <a:pt x="1853254" y="82694"/>
                </a:lnTo>
                <a:lnTo>
                  <a:pt x="1853561" y="83316"/>
                </a:lnTo>
                <a:lnTo>
                  <a:pt x="1853882" y="83933"/>
                </a:lnTo>
                <a:lnTo>
                  <a:pt x="1854217" y="84547"/>
                </a:lnTo>
                <a:lnTo>
                  <a:pt x="1854566" y="85153"/>
                </a:lnTo>
                <a:lnTo>
                  <a:pt x="1854929" y="85750"/>
                </a:lnTo>
                <a:lnTo>
                  <a:pt x="1855305" y="86336"/>
                </a:lnTo>
                <a:lnTo>
                  <a:pt x="1855694" y="86913"/>
                </a:lnTo>
                <a:lnTo>
                  <a:pt x="1856097" y="87481"/>
                </a:lnTo>
                <a:lnTo>
                  <a:pt x="1856513" y="88038"/>
                </a:lnTo>
                <a:lnTo>
                  <a:pt x="1856943" y="88586"/>
                </a:lnTo>
                <a:lnTo>
                  <a:pt x="1857386" y="89124"/>
                </a:lnTo>
                <a:lnTo>
                  <a:pt x="1857843" y="89652"/>
                </a:lnTo>
                <a:lnTo>
                  <a:pt x="1858313" y="90170"/>
                </a:lnTo>
                <a:lnTo>
                  <a:pt x="1858797" y="90679"/>
                </a:lnTo>
                <a:lnTo>
                  <a:pt x="1859294" y="91177"/>
                </a:lnTo>
                <a:lnTo>
                  <a:pt x="1859804" y="91666"/>
                </a:lnTo>
                <a:lnTo>
                  <a:pt x="1860328" y="92145"/>
                </a:lnTo>
                <a:lnTo>
                  <a:pt x="1860865" y="92615"/>
                </a:lnTo>
                <a:lnTo>
                  <a:pt x="1861416" y="93075"/>
                </a:lnTo>
                <a:lnTo>
                  <a:pt x="1861980" y="93524"/>
                </a:lnTo>
                <a:lnTo>
                  <a:pt x="1862558" y="93964"/>
                </a:lnTo>
                <a:lnTo>
                  <a:pt x="1862872" y="94193"/>
                </a:lnTo>
                <a:lnTo>
                  <a:pt x="1862693" y="94262"/>
                </a:lnTo>
                <a:lnTo>
                  <a:pt x="1862068" y="94514"/>
                </a:lnTo>
                <a:lnTo>
                  <a:pt x="1861460" y="94771"/>
                </a:lnTo>
                <a:lnTo>
                  <a:pt x="1860869" y="95034"/>
                </a:lnTo>
                <a:lnTo>
                  <a:pt x="1860295" y="95301"/>
                </a:lnTo>
                <a:lnTo>
                  <a:pt x="1859737" y="95574"/>
                </a:lnTo>
                <a:lnTo>
                  <a:pt x="1859197" y="95852"/>
                </a:lnTo>
                <a:lnTo>
                  <a:pt x="1858673" y="96135"/>
                </a:lnTo>
                <a:lnTo>
                  <a:pt x="1858165" y="96423"/>
                </a:lnTo>
                <a:lnTo>
                  <a:pt x="1857675" y="96716"/>
                </a:lnTo>
                <a:lnTo>
                  <a:pt x="1857201" y="97015"/>
                </a:lnTo>
                <a:lnTo>
                  <a:pt x="1856744" y="97318"/>
                </a:lnTo>
                <a:lnTo>
                  <a:pt x="1856304" y="97627"/>
                </a:lnTo>
                <a:lnTo>
                  <a:pt x="1855880" y="97941"/>
                </a:lnTo>
                <a:lnTo>
                  <a:pt x="1855474" y="98260"/>
                </a:lnTo>
                <a:lnTo>
                  <a:pt x="1855084" y="98584"/>
                </a:lnTo>
                <a:lnTo>
                  <a:pt x="1854710" y="98913"/>
                </a:lnTo>
                <a:lnTo>
                  <a:pt x="1854354" y="99248"/>
                </a:lnTo>
                <a:lnTo>
                  <a:pt x="1854014" y="99588"/>
                </a:lnTo>
                <a:lnTo>
                  <a:pt x="1853691" y="99933"/>
                </a:lnTo>
                <a:lnTo>
                  <a:pt x="1853383" y="100281"/>
                </a:lnTo>
                <a:lnTo>
                  <a:pt x="1853088" y="100631"/>
                </a:lnTo>
                <a:lnTo>
                  <a:pt x="1852807" y="100983"/>
                </a:lnTo>
                <a:lnTo>
                  <a:pt x="1852538" y="101337"/>
                </a:lnTo>
                <a:lnTo>
                  <a:pt x="1852282" y="101692"/>
                </a:lnTo>
                <a:lnTo>
                  <a:pt x="1852040" y="102050"/>
                </a:lnTo>
                <a:lnTo>
                  <a:pt x="1851811" y="102409"/>
                </a:lnTo>
                <a:lnTo>
                  <a:pt x="1851594" y="102770"/>
                </a:lnTo>
                <a:lnTo>
                  <a:pt x="1851391" y="103133"/>
                </a:lnTo>
                <a:lnTo>
                  <a:pt x="1851201" y="103498"/>
                </a:lnTo>
                <a:lnTo>
                  <a:pt x="1851024" y="103864"/>
                </a:lnTo>
                <a:lnTo>
                  <a:pt x="1850860" y="104233"/>
                </a:lnTo>
                <a:lnTo>
                  <a:pt x="1850710" y="104603"/>
                </a:lnTo>
                <a:lnTo>
                  <a:pt x="1850572" y="104975"/>
                </a:lnTo>
                <a:lnTo>
                  <a:pt x="1850447" y="105349"/>
                </a:lnTo>
                <a:lnTo>
                  <a:pt x="1850336" y="105725"/>
                </a:lnTo>
                <a:lnTo>
                  <a:pt x="1850238" y="106102"/>
                </a:lnTo>
                <a:lnTo>
                  <a:pt x="1850153" y="106482"/>
                </a:lnTo>
                <a:lnTo>
                  <a:pt x="1850080" y="106863"/>
                </a:lnTo>
                <a:lnTo>
                  <a:pt x="1850021" y="107246"/>
                </a:lnTo>
                <a:lnTo>
                  <a:pt x="1849976" y="107631"/>
                </a:lnTo>
                <a:lnTo>
                  <a:pt x="1849943" y="108017"/>
                </a:lnTo>
                <a:lnTo>
                  <a:pt x="1849923" y="108406"/>
                </a:lnTo>
                <a:lnTo>
                  <a:pt x="1849917" y="108796"/>
                </a:lnTo>
                <a:lnTo>
                  <a:pt x="1849920" y="109068"/>
                </a:lnTo>
                <a:lnTo>
                  <a:pt x="1849932" y="109341"/>
                </a:lnTo>
                <a:lnTo>
                  <a:pt x="1849951" y="109615"/>
                </a:lnTo>
                <a:lnTo>
                  <a:pt x="1849978" y="109890"/>
                </a:lnTo>
                <a:lnTo>
                  <a:pt x="1850012" y="110165"/>
                </a:lnTo>
                <a:lnTo>
                  <a:pt x="1850054" y="110442"/>
                </a:lnTo>
                <a:lnTo>
                  <a:pt x="1850104" y="110719"/>
                </a:lnTo>
                <a:lnTo>
                  <a:pt x="1850161" y="110997"/>
                </a:lnTo>
                <a:lnTo>
                  <a:pt x="1850226" y="111275"/>
                </a:lnTo>
                <a:lnTo>
                  <a:pt x="1850298" y="111555"/>
                </a:lnTo>
                <a:lnTo>
                  <a:pt x="1850378" y="111836"/>
                </a:lnTo>
                <a:lnTo>
                  <a:pt x="1850466" y="112117"/>
                </a:lnTo>
                <a:lnTo>
                  <a:pt x="1850561" y="112399"/>
                </a:lnTo>
                <a:lnTo>
                  <a:pt x="1850665" y="112682"/>
                </a:lnTo>
                <a:lnTo>
                  <a:pt x="1850775" y="112966"/>
                </a:lnTo>
                <a:lnTo>
                  <a:pt x="1850893" y="113250"/>
                </a:lnTo>
                <a:lnTo>
                  <a:pt x="1851019" y="113536"/>
                </a:lnTo>
                <a:lnTo>
                  <a:pt x="1851153" y="113822"/>
                </a:lnTo>
                <a:lnTo>
                  <a:pt x="1851294" y="114109"/>
                </a:lnTo>
                <a:lnTo>
                  <a:pt x="1851443" y="114397"/>
                </a:lnTo>
                <a:lnTo>
                  <a:pt x="1851599" y="114686"/>
                </a:lnTo>
                <a:lnTo>
                  <a:pt x="1851764" y="114975"/>
                </a:lnTo>
                <a:lnTo>
                  <a:pt x="1851935" y="115266"/>
                </a:lnTo>
                <a:lnTo>
                  <a:pt x="1852115" y="115557"/>
                </a:lnTo>
                <a:lnTo>
                  <a:pt x="1852303" y="115847"/>
                </a:lnTo>
                <a:lnTo>
                  <a:pt x="1852502" y="116135"/>
                </a:lnTo>
                <a:lnTo>
                  <a:pt x="1852711" y="116421"/>
                </a:lnTo>
                <a:lnTo>
                  <a:pt x="1852931" y="116704"/>
                </a:lnTo>
                <a:lnTo>
                  <a:pt x="1853161" y="116985"/>
                </a:lnTo>
                <a:lnTo>
                  <a:pt x="1853402" y="117264"/>
                </a:lnTo>
                <a:lnTo>
                  <a:pt x="1853653" y="117540"/>
                </a:lnTo>
                <a:lnTo>
                  <a:pt x="1853914" y="117814"/>
                </a:lnTo>
                <a:lnTo>
                  <a:pt x="1854186" y="118086"/>
                </a:lnTo>
                <a:lnTo>
                  <a:pt x="1854469" y="118355"/>
                </a:lnTo>
                <a:lnTo>
                  <a:pt x="1854762" y="118622"/>
                </a:lnTo>
                <a:lnTo>
                  <a:pt x="1855065" y="118887"/>
                </a:lnTo>
                <a:lnTo>
                  <a:pt x="1855379" y="119149"/>
                </a:lnTo>
                <a:lnTo>
                  <a:pt x="1855703" y="119409"/>
                </a:lnTo>
                <a:lnTo>
                  <a:pt x="1856038" y="119667"/>
                </a:lnTo>
                <a:lnTo>
                  <a:pt x="1856383" y="119923"/>
                </a:lnTo>
                <a:lnTo>
                  <a:pt x="1856739" y="120176"/>
                </a:lnTo>
                <a:lnTo>
                  <a:pt x="1857105" y="120426"/>
                </a:lnTo>
                <a:lnTo>
                  <a:pt x="1857481" y="120675"/>
                </a:lnTo>
                <a:lnTo>
                  <a:pt x="1857868" y="120921"/>
                </a:lnTo>
                <a:lnTo>
                  <a:pt x="1858266" y="121165"/>
                </a:lnTo>
                <a:lnTo>
                  <a:pt x="1858674" y="121406"/>
                </a:lnTo>
                <a:lnTo>
                  <a:pt x="1859092" y="121645"/>
                </a:lnTo>
                <a:lnTo>
                  <a:pt x="1859521" y="121882"/>
                </a:lnTo>
                <a:lnTo>
                  <a:pt x="1859961" y="122114"/>
                </a:lnTo>
                <a:lnTo>
                  <a:pt x="1860416" y="122340"/>
                </a:lnTo>
                <a:lnTo>
                  <a:pt x="1860883" y="122559"/>
                </a:lnTo>
                <a:lnTo>
                  <a:pt x="1861042" y="122630"/>
                </a:lnTo>
                <a:lnTo>
                  <a:pt x="1860567" y="122838"/>
                </a:lnTo>
                <a:lnTo>
                  <a:pt x="1859716" y="123235"/>
                </a:lnTo>
                <a:lnTo>
                  <a:pt x="1858891" y="123645"/>
                </a:lnTo>
                <a:lnTo>
                  <a:pt x="1858093" y="124068"/>
                </a:lnTo>
                <a:lnTo>
                  <a:pt x="1857320" y="124504"/>
                </a:lnTo>
                <a:lnTo>
                  <a:pt x="1856573" y="124953"/>
                </a:lnTo>
                <a:lnTo>
                  <a:pt x="1855853" y="125416"/>
                </a:lnTo>
                <a:lnTo>
                  <a:pt x="1855158" y="125892"/>
                </a:lnTo>
                <a:lnTo>
                  <a:pt x="1854489" y="126381"/>
                </a:lnTo>
                <a:lnTo>
                  <a:pt x="1853847" y="126883"/>
                </a:lnTo>
                <a:lnTo>
                  <a:pt x="1853231" y="127398"/>
                </a:lnTo>
                <a:lnTo>
                  <a:pt x="1852640" y="127927"/>
                </a:lnTo>
                <a:lnTo>
                  <a:pt x="1852075" y="128465"/>
                </a:lnTo>
                <a:lnTo>
                  <a:pt x="1851534" y="129009"/>
                </a:lnTo>
                <a:lnTo>
                  <a:pt x="1851016" y="129560"/>
                </a:lnTo>
                <a:lnTo>
                  <a:pt x="1850523" y="130117"/>
                </a:lnTo>
                <a:lnTo>
                  <a:pt x="1850054" y="130681"/>
                </a:lnTo>
                <a:lnTo>
                  <a:pt x="1849609" y="131251"/>
                </a:lnTo>
                <a:lnTo>
                  <a:pt x="1849188" y="131828"/>
                </a:lnTo>
                <a:lnTo>
                  <a:pt x="1848791" y="132411"/>
                </a:lnTo>
                <a:lnTo>
                  <a:pt x="1848418" y="133000"/>
                </a:lnTo>
                <a:lnTo>
                  <a:pt x="1848069" y="133596"/>
                </a:lnTo>
                <a:lnTo>
                  <a:pt x="1847745" y="134198"/>
                </a:lnTo>
                <a:lnTo>
                  <a:pt x="1847444" y="134807"/>
                </a:lnTo>
                <a:lnTo>
                  <a:pt x="1847167" y="135422"/>
                </a:lnTo>
                <a:lnTo>
                  <a:pt x="1846915" y="136044"/>
                </a:lnTo>
                <a:lnTo>
                  <a:pt x="1846686" y="136672"/>
                </a:lnTo>
                <a:lnTo>
                  <a:pt x="1846482" y="137306"/>
                </a:lnTo>
                <a:lnTo>
                  <a:pt x="1846301" y="137947"/>
                </a:lnTo>
                <a:lnTo>
                  <a:pt x="1846145" y="138595"/>
                </a:lnTo>
                <a:lnTo>
                  <a:pt x="1846013" y="139248"/>
                </a:lnTo>
                <a:lnTo>
                  <a:pt x="1845904" y="139909"/>
                </a:lnTo>
                <a:lnTo>
                  <a:pt x="1845820" y="140575"/>
                </a:lnTo>
                <a:lnTo>
                  <a:pt x="1845760" y="141248"/>
                </a:lnTo>
                <a:lnTo>
                  <a:pt x="1845724" y="141928"/>
                </a:lnTo>
                <a:lnTo>
                  <a:pt x="1845712" y="142614"/>
                </a:lnTo>
                <a:lnTo>
                  <a:pt x="1845719" y="143179"/>
                </a:lnTo>
                <a:lnTo>
                  <a:pt x="1845740" y="143741"/>
                </a:lnTo>
                <a:lnTo>
                  <a:pt x="1845775" y="144300"/>
                </a:lnTo>
                <a:lnTo>
                  <a:pt x="1845823" y="144855"/>
                </a:lnTo>
                <a:lnTo>
                  <a:pt x="1845886" y="145407"/>
                </a:lnTo>
                <a:lnTo>
                  <a:pt x="1845963" y="145956"/>
                </a:lnTo>
                <a:lnTo>
                  <a:pt x="1846053" y="146501"/>
                </a:lnTo>
                <a:lnTo>
                  <a:pt x="1846158" y="147043"/>
                </a:lnTo>
                <a:lnTo>
                  <a:pt x="1846276" y="147582"/>
                </a:lnTo>
                <a:lnTo>
                  <a:pt x="1846409" y="148117"/>
                </a:lnTo>
                <a:lnTo>
                  <a:pt x="1846555" y="148648"/>
                </a:lnTo>
                <a:lnTo>
                  <a:pt x="1846715" y="149177"/>
                </a:lnTo>
                <a:lnTo>
                  <a:pt x="1846889" y="149702"/>
                </a:lnTo>
                <a:lnTo>
                  <a:pt x="1847078" y="150224"/>
                </a:lnTo>
                <a:lnTo>
                  <a:pt x="1847280" y="150742"/>
                </a:lnTo>
                <a:lnTo>
                  <a:pt x="1847496" y="151257"/>
                </a:lnTo>
                <a:lnTo>
                  <a:pt x="1847726" y="151768"/>
                </a:lnTo>
                <a:lnTo>
                  <a:pt x="1847970" y="152276"/>
                </a:lnTo>
                <a:lnTo>
                  <a:pt x="1848227" y="152781"/>
                </a:lnTo>
                <a:lnTo>
                  <a:pt x="1848499" y="153283"/>
                </a:lnTo>
                <a:lnTo>
                  <a:pt x="1848785" y="153781"/>
                </a:lnTo>
                <a:lnTo>
                  <a:pt x="1849084" y="154276"/>
                </a:lnTo>
                <a:lnTo>
                  <a:pt x="1849398" y="154767"/>
                </a:lnTo>
                <a:lnTo>
                  <a:pt x="1849725" y="155255"/>
                </a:lnTo>
                <a:lnTo>
                  <a:pt x="1850069" y="155737"/>
                </a:lnTo>
                <a:lnTo>
                  <a:pt x="1850429" y="156212"/>
                </a:lnTo>
                <a:lnTo>
                  <a:pt x="1850807" y="156678"/>
                </a:lnTo>
                <a:lnTo>
                  <a:pt x="1851203" y="157136"/>
                </a:lnTo>
                <a:lnTo>
                  <a:pt x="1851616" y="157586"/>
                </a:lnTo>
                <a:lnTo>
                  <a:pt x="1852046" y="158028"/>
                </a:lnTo>
                <a:lnTo>
                  <a:pt x="1852494" y="158462"/>
                </a:lnTo>
                <a:lnTo>
                  <a:pt x="1852959" y="158887"/>
                </a:lnTo>
                <a:lnTo>
                  <a:pt x="1853441" y="159305"/>
                </a:lnTo>
                <a:lnTo>
                  <a:pt x="1853941" y="159714"/>
                </a:lnTo>
                <a:lnTo>
                  <a:pt x="1854459" y="160115"/>
                </a:lnTo>
                <a:lnTo>
                  <a:pt x="1854993" y="160509"/>
                </a:lnTo>
                <a:lnTo>
                  <a:pt x="1855546" y="160894"/>
                </a:lnTo>
                <a:lnTo>
                  <a:pt x="1856115" y="161271"/>
                </a:lnTo>
                <a:lnTo>
                  <a:pt x="1856702" y="161639"/>
                </a:lnTo>
                <a:lnTo>
                  <a:pt x="1857307" y="162000"/>
                </a:lnTo>
                <a:lnTo>
                  <a:pt x="1857929" y="162353"/>
                </a:lnTo>
                <a:lnTo>
                  <a:pt x="1858568" y="162697"/>
                </a:lnTo>
                <a:lnTo>
                  <a:pt x="1859225" y="163033"/>
                </a:lnTo>
                <a:lnTo>
                  <a:pt x="1859899" y="163362"/>
                </a:lnTo>
                <a:lnTo>
                  <a:pt x="1860591" y="163682"/>
                </a:lnTo>
                <a:lnTo>
                  <a:pt x="1861300" y="163994"/>
                </a:lnTo>
                <a:lnTo>
                  <a:pt x="1862026" y="164297"/>
                </a:lnTo>
                <a:lnTo>
                  <a:pt x="1862770" y="164593"/>
                </a:lnTo>
                <a:lnTo>
                  <a:pt x="1863533" y="164879"/>
                </a:lnTo>
                <a:lnTo>
                  <a:pt x="1864317" y="165153"/>
                </a:lnTo>
                <a:lnTo>
                  <a:pt x="1865122" y="165414"/>
                </a:lnTo>
                <a:lnTo>
                  <a:pt x="1865949" y="165664"/>
                </a:lnTo>
                <a:lnTo>
                  <a:pt x="1866796" y="165901"/>
                </a:lnTo>
                <a:lnTo>
                  <a:pt x="1867665" y="166126"/>
                </a:lnTo>
                <a:lnTo>
                  <a:pt x="1868554" y="166339"/>
                </a:lnTo>
                <a:lnTo>
                  <a:pt x="1869465" y="166539"/>
                </a:lnTo>
                <a:lnTo>
                  <a:pt x="1870396" y="166728"/>
                </a:lnTo>
                <a:lnTo>
                  <a:pt x="1871349" y="166904"/>
                </a:lnTo>
                <a:lnTo>
                  <a:pt x="1872323" y="167068"/>
                </a:lnTo>
                <a:lnTo>
                  <a:pt x="1873318" y="167220"/>
                </a:lnTo>
                <a:lnTo>
                  <a:pt x="1874334" y="167360"/>
                </a:lnTo>
                <a:lnTo>
                  <a:pt x="1875371" y="167488"/>
                </a:lnTo>
                <a:lnTo>
                  <a:pt x="1876429" y="167604"/>
                </a:lnTo>
                <a:lnTo>
                  <a:pt x="1877508" y="167707"/>
                </a:lnTo>
                <a:lnTo>
                  <a:pt x="1878608" y="167798"/>
                </a:lnTo>
                <a:lnTo>
                  <a:pt x="1879729" y="167877"/>
                </a:lnTo>
                <a:lnTo>
                  <a:pt x="1880872" y="167944"/>
                </a:lnTo>
                <a:lnTo>
                  <a:pt x="1882035" y="167999"/>
                </a:lnTo>
                <a:lnTo>
                  <a:pt x="1883220" y="168041"/>
                </a:lnTo>
                <a:lnTo>
                  <a:pt x="1884425" y="168072"/>
                </a:lnTo>
                <a:lnTo>
                  <a:pt x="1885652" y="168090"/>
                </a:lnTo>
                <a:lnTo>
                  <a:pt x="1886900" y="168096"/>
                </a:lnTo>
                <a:lnTo>
                  <a:pt x="1888720" y="168082"/>
                </a:lnTo>
                <a:lnTo>
                  <a:pt x="1890504" y="168039"/>
                </a:lnTo>
                <a:lnTo>
                  <a:pt x="1892249" y="167968"/>
                </a:lnTo>
                <a:lnTo>
                  <a:pt x="1893957" y="167868"/>
                </a:lnTo>
                <a:lnTo>
                  <a:pt x="1895627" y="167739"/>
                </a:lnTo>
                <a:lnTo>
                  <a:pt x="1897259" y="167583"/>
                </a:lnTo>
                <a:lnTo>
                  <a:pt x="1898854" y="167397"/>
                </a:lnTo>
                <a:lnTo>
                  <a:pt x="1900411" y="167183"/>
                </a:lnTo>
                <a:lnTo>
                  <a:pt x="1901931" y="166940"/>
                </a:lnTo>
                <a:lnTo>
                  <a:pt x="1903413" y="166669"/>
                </a:lnTo>
                <a:lnTo>
                  <a:pt x="1904857" y="166370"/>
                </a:lnTo>
                <a:lnTo>
                  <a:pt x="1906263" y="166042"/>
                </a:lnTo>
                <a:lnTo>
                  <a:pt x="1907632" y="165685"/>
                </a:lnTo>
                <a:lnTo>
                  <a:pt x="1908963" y="165300"/>
                </a:lnTo>
                <a:lnTo>
                  <a:pt x="1910257" y="164886"/>
                </a:lnTo>
                <a:lnTo>
                  <a:pt x="1911513" y="164444"/>
                </a:lnTo>
                <a:lnTo>
                  <a:pt x="1912731" y="163973"/>
                </a:lnTo>
                <a:lnTo>
                  <a:pt x="1913911" y="163473"/>
                </a:lnTo>
                <a:lnTo>
                  <a:pt x="1915054" y="162945"/>
                </a:lnTo>
                <a:lnTo>
                  <a:pt x="1916159" y="162389"/>
                </a:lnTo>
                <a:lnTo>
                  <a:pt x="1917227" y="161804"/>
                </a:lnTo>
                <a:lnTo>
                  <a:pt x="1918257" y="161190"/>
                </a:lnTo>
                <a:lnTo>
                  <a:pt x="1919249" y="160548"/>
                </a:lnTo>
                <a:lnTo>
                  <a:pt x="1920204" y="159878"/>
                </a:lnTo>
                <a:lnTo>
                  <a:pt x="1921120" y="159185"/>
                </a:lnTo>
                <a:lnTo>
                  <a:pt x="1921997" y="158476"/>
                </a:lnTo>
                <a:lnTo>
                  <a:pt x="1922835" y="157751"/>
                </a:lnTo>
                <a:lnTo>
                  <a:pt x="1923635" y="157010"/>
                </a:lnTo>
                <a:lnTo>
                  <a:pt x="1924395" y="156253"/>
                </a:lnTo>
                <a:lnTo>
                  <a:pt x="1925116" y="155480"/>
                </a:lnTo>
                <a:lnTo>
                  <a:pt x="1925798" y="154690"/>
                </a:lnTo>
                <a:lnTo>
                  <a:pt x="1926442" y="153885"/>
                </a:lnTo>
                <a:lnTo>
                  <a:pt x="1927046" y="153064"/>
                </a:lnTo>
                <a:lnTo>
                  <a:pt x="1927611" y="152226"/>
                </a:lnTo>
                <a:lnTo>
                  <a:pt x="1928138" y="151373"/>
                </a:lnTo>
                <a:lnTo>
                  <a:pt x="1928625" y="150504"/>
                </a:lnTo>
                <a:lnTo>
                  <a:pt x="1929073" y="149618"/>
                </a:lnTo>
                <a:lnTo>
                  <a:pt x="1929483" y="148716"/>
                </a:lnTo>
                <a:lnTo>
                  <a:pt x="1929853" y="147799"/>
                </a:lnTo>
                <a:lnTo>
                  <a:pt x="1930185" y="146865"/>
                </a:lnTo>
                <a:lnTo>
                  <a:pt x="1930477" y="145915"/>
                </a:lnTo>
                <a:lnTo>
                  <a:pt x="1930730" y="144950"/>
                </a:lnTo>
                <a:lnTo>
                  <a:pt x="1930945" y="143968"/>
                </a:lnTo>
                <a:lnTo>
                  <a:pt x="1931120" y="142970"/>
                </a:lnTo>
                <a:lnTo>
                  <a:pt x="1931257" y="141956"/>
                </a:lnTo>
                <a:lnTo>
                  <a:pt x="1931354" y="140926"/>
                </a:lnTo>
                <a:lnTo>
                  <a:pt x="1931413" y="139880"/>
                </a:lnTo>
                <a:lnTo>
                  <a:pt x="1931432" y="138818"/>
                </a:lnTo>
                <a:lnTo>
                  <a:pt x="1931415" y="137752"/>
                </a:lnTo>
                <a:lnTo>
                  <a:pt x="1931364" y="136709"/>
                </a:lnTo>
                <a:lnTo>
                  <a:pt x="1931278" y="135689"/>
                </a:lnTo>
                <a:lnTo>
                  <a:pt x="1931159" y="134693"/>
                </a:lnTo>
                <a:lnTo>
                  <a:pt x="1931005" y="133721"/>
                </a:lnTo>
                <a:lnTo>
                  <a:pt x="1930817" y="132772"/>
                </a:lnTo>
                <a:lnTo>
                  <a:pt x="1930595" y="131847"/>
                </a:lnTo>
                <a:lnTo>
                  <a:pt x="1930339" y="130945"/>
                </a:lnTo>
                <a:lnTo>
                  <a:pt x="1930048" y="130066"/>
                </a:lnTo>
                <a:lnTo>
                  <a:pt x="1929723" y="129211"/>
                </a:lnTo>
                <a:lnTo>
                  <a:pt x="1929365" y="128379"/>
                </a:lnTo>
                <a:lnTo>
                  <a:pt x="1928972" y="127571"/>
                </a:lnTo>
                <a:lnTo>
                  <a:pt x="1928544" y="126787"/>
                </a:lnTo>
                <a:lnTo>
                  <a:pt x="1928083" y="126026"/>
                </a:lnTo>
                <a:lnTo>
                  <a:pt x="1927587" y="125288"/>
                </a:lnTo>
                <a:lnTo>
                  <a:pt x="1927058" y="124574"/>
                </a:lnTo>
                <a:lnTo>
                  <a:pt x="1926494" y="123883"/>
                </a:lnTo>
                <a:lnTo>
                  <a:pt x="1925896" y="123216"/>
                </a:lnTo>
                <a:lnTo>
                  <a:pt x="1925263" y="122572"/>
                </a:lnTo>
                <a:lnTo>
                  <a:pt x="1924597" y="121952"/>
                </a:lnTo>
                <a:lnTo>
                  <a:pt x="1923896" y="121355"/>
                </a:lnTo>
                <a:lnTo>
                  <a:pt x="1923161" y="120781"/>
                </a:lnTo>
                <a:lnTo>
                  <a:pt x="1922392" y="120232"/>
                </a:lnTo>
                <a:lnTo>
                  <a:pt x="1921589" y="119705"/>
                </a:lnTo>
                <a:lnTo>
                  <a:pt x="1920746" y="119201"/>
                </a:lnTo>
                <a:lnTo>
                  <a:pt x="1919858" y="118719"/>
                </a:lnTo>
                <a:lnTo>
                  <a:pt x="1918924" y="118258"/>
                </a:lnTo>
                <a:lnTo>
                  <a:pt x="1917945" y="117818"/>
                </a:lnTo>
                <a:lnTo>
                  <a:pt x="1916920" y="117400"/>
                </a:lnTo>
                <a:lnTo>
                  <a:pt x="1915849" y="117003"/>
                </a:lnTo>
                <a:lnTo>
                  <a:pt x="1914734" y="116628"/>
                </a:lnTo>
                <a:lnTo>
                  <a:pt x="1913573" y="116274"/>
                </a:lnTo>
                <a:lnTo>
                  <a:pt x="1912366" y="115942"/>
                </a:lnTo>
                <a:lnTo>
                  <a:pt x="1911114" y="115631"/>
                </a:lnTo>
                <a:lnTo>
                  <a:pt x="1909816" y="115341"/>
                </a:lnTo>
                <a:lnTo>
                  <a:pt x="1908473" y="115073"/>
                </a:lnTo>
                <a:lnTo>
                  <a:pt x="1907085" y="114827"/>
                </a:lnTo>
                <a:lnTo>
                  <a:pt x="1905651" y="114602"/>
                </a:lnTo>
                <a:lnTo>
                  <a:pt x="1904171" y="114398"/>
                </a:lnTo>
                <a:lnTo>
                  <a:pt x="1902646" y="114216"/>
                </a:lnTo>
                <a:lnTo>
                  <a:pt x="1901076" y="114055"/>
                </a:lnTo>
                <a:lnTo>
                  <a:pt x="1899460" y="113915"/>
                </a:lnTo>
                <a:lnTo>
                  <a:pt x="1897799" y="113797"/>
                </a:lnTo>
                <a:lnTo>
                  <a:pt x="1896092" y="113701"/>
                </a:lnTo>
                <a:lnTo>
                  <a:pt x="1894340" y="113626"/>
                </a:lnTo>
                <a:lnTo>
                  <a:pt x="1892543" y="113572"/>
                </a:lnTo>
                <a:lnTo>
                  <a:pt x="1890699" y="113540"/>
                </a:lnTo>
                <a:lnTo>
                  <a:pt x="1888811" y="113529"/>
                </a:lnTo>
                <a:lnTo>
                  <a:pt x="1882599" y="113529"/>
                </a:lnTo>
                <a:lnTo>
                  <a:pt x="1881976" y="113528"/>
                </a:lnTo>
                <a:lnTo>
                  <a:pt x="1881364" y="113523"/>
                </a:lnTo>
                <a:lnTo>
                  <a:pt x="1880763" y="113515"/>
                </a:lnTo>
                <a:lnTo>
                  <a:pt x="1880174" y="113504"/>
                </a:lnTo>
                <a:lnTo>
                  <a:pt x="1879597" y="113490"/>
                </a:lnTo>
                <a:lnTo>
                  <a:pt x="1879031" y="113472"/>
                </a:lnTo>
                <a:lnTo>
                  <a:pt x="1878476" y="113452"/>
                </a:lnTo>
                <a:lnTo>
                  <a:pt x="1877933" y="113428"/>
                </a:lnTo>
                <a:lnTo>
                  <a:pt x="1877401" y="113401"/>
                </a:lnTo>
                <a:lnTo>
                  <a:pt x="1876880" y="113371"/>
                </a:lnTo>
                <a:lnTo>
                  <a:pt x="1876372" y="113337"/>
                </a:lnTo>
                <a:lnTo>
                  <a:pt x="1875874" y="113301"/>
                </a:lnTo>
                <a:lnTo>
                  <a:pt x="1875388" y="113261"/>
                </a:lnTo>
                <a:lnTo>
                  <a:pt x="1874913" y="113218"/>
                </a:lnTo>
                <a:lnTo>
                  <a:pt x="1874450" y="113172"/>
                </a:lnTo>
                <a:lnTo>
                  <a:pt x="1873999" y="113123"/>
                </a:lnTo>
                <a:lnTo>
                  <a:pt x="1873558" y="113071"/>
                </a:lnTo>
                <a:lnTo>
                  <a:pt x="1873130" y="113015"/>
                </a:lnTo>
                <a:lnTo>
                  <a:pt x="1872712" y="112957"/>
                </a:lnTo>
                <a:lnTo>
                  <a:pt x="1872306" y="112895"/>
                </a:lnTo>
                <a:lnTo>
                  <a:pt x="1871912" y="112830"/>
                </a:lnTo>
                <a:lnTo>
                  <a:pt x="1871529" y="112762"/>
                </a:lnTo>
                <a:lnTo>
                  <a:pt x="1871157" y="112690"/>
                </a:lnTo>
                <a:lnTo>
                  <a:pt x="1870797" y="112616"/>
                </a:lnTo>
                <a:lnTo>
                  <a:pt x="1870447" y="112538"/>
                </a:lnTo>
                <a:lnTo>
                  <a:pt x="1870106" y="112459"/>
                </a:lnTo>
                <a:lnTo>
                  <a:pt x="1869773" y="112378"/>
                </a:lnTo>
                <a:lnTo>
                  <a:pt x="1869449" y="112295"/>
                </a:lnTo>
                <a:lnTo>
                  <a:pt x="1869133" y="112210"/>
                </a:lnTo>
                <a:lnTo>
                  <a:pt x="1868826" y="112123"/>
                </a:lnTo>
                <a:lnTo>
                  <a:pt x="1868528" y="112034"/>
                </a:lnTo>
                <a:lnTo>
                  <a:pt x="1868238" y="111942"/>
                </a:lnTo>
                <a:lnTo>
                  <a:pt x="1867957" y="111849"/>
                </a:lnTo>
                <a:lnTo>
                  <a:pt x="1867685" y="111754"/>
                </a:lnTo>
                <a:lnTo>
                  <a:pt x="1867421" y="111657"/>
                </a:lnTo>
                <a:lnTo>
                  <a:pt x="1867166" y="111558"/>
                </a:lnTo>
                <a:lnTo>
                  <a:pt x="1866919" y="111457"/>
                </a:lnTo>
                <a:lnTo>
                  <a:pt x="1866681" y="111353"/>
                </a:lnTo>
                <a:lnTo>
                  <a:pt x="1866452" y="111248"/>
                </a:lnTo>
                <a:lnTo>
                  <a:pt x="1866231" y="111141"/>
                </a:lnTo>
                <a:lnTo>
                  <a:pt x="1866019" y="111032"/>
                </a:lnTo>
                <a:lnTo>
                  <a:pt x="1865816" y="110921"/>
                </a:lnTo>
                <a:lnTo>
                  <a:pt x="1865621" y="110807"/>
                </a:lnTo>
                <a:lnTo>
                  <a:pt x="1865435" y="110692"/>
                </a:lnTo>
                <a:lnTo>
                  <a:pt x="1865258" y="110575"/>
                </a:lnTo>
                <a:lnTo>
                  <a:pt x="1865089" y="110456"/>
                </a:lnTo>
                <a:lnTo>
                  <a:pt x="1864928" y="110335"/>
                </a:lnTo>
                <a:lnTo>
                  <a:pt x="1864777" y="110212"/>
                </a:lnTo>
                <a:lnTo>
                  <a:pt x="1864632" y="110087"/>
                </a:lnTo>
                <a:lnTo>
                  <a:pt x="1864494" y="109960"/>
                </a:lnTo>
                <a:lnTo>
                  <a:pt x="1864362" y="109832"/>
                </a:lnTo>
                <a:lnTo>
                  <a:pt x="1864237" y="109703"/>
                </a:lnTo>
                <a:lnTo>
                  <a:pt x="1864117" y="109572"/>
                </a:lnTo>
                <a:lnTo>
                  <a:pt x="1864003" y="109439"/>
                </a:lnTo>
                <a:lnTo>
                  <a:pt x="1863896" y="109305"/>
                </a:lnTo>
                <a:lnTo>
                  <a:pt x="1863795" y="109170"/>
                </a:lnTo>
                <a:lnTo>
                  <a:pt x="1863699" y="109033"/>
                </a:lnTo>
                <a:lnTo>
                  <a:pt x="1863610" y="108895"/>
                </a:lnTo>
                <a:lnTo>
                  <a:pt x="1863528" y="108755"/>
                </a:lnTo>
                <a:lnTo>
                  <a:pt x="1863451" y="108613"/>
                </a:lnTo>
                <a:lnTo>
                  <a:pt x="1863380" y="108470"/>
                </a:lnTo>
                <a:lnTo>
                  <a:pt x="1863316" y="108326"/>
                </a:lnTo>
                <a:lnTo>
                  <a:pt x="1863257" y="108180"/>
                </a:lnTo>
                <a:lnTo>
                  <a:pt x="1863205" y="108032"/>
                </a:lnTo>
                <a:lnTo>
                  <a:pt x="1863159" y="107883"/>
                </a:lnTo>
                <a:lnTo>
                  <a:pt x="1863119" y="107733"/>
                </a:lnTo>
                <a:lnTo>
                  <a:pt x="1863086" y="107581"/>
                </a:lnTo>
                <a:lnTo>
                  <a:pt x="1863058" y="107427"/>
                </a:lnTo>
                <a:lnTo>
                  <a:pt x="1863036" y="107272"/>
                </a:lnTo>
                <a:lnTo>
                  <a:pt x="1863021" y="107116"/>
                </a:lnTo>
                <a:lnTo>
                  <a:pt x="1863012" y="106958"/>
                </a:lnTo>
                <a:lnTo>
                  <a:pt x="1863009" y="106798"/>
                </a:lnTo>
                <a:lnTo>
                  <a:pt x="1863014" y="106567"/>
                </a:lnTo>
                <a:lnTo>
                  <a:pt x="1863029" y="106337"/>
                </a:lnTo>
                <a:lnTo>
                  <a:pt x="1863055" y="106109"/>
                </a:lnTo>
                <a:lnTo>
                  <a:pt x="1863091" y="105883"/>
                </a:lnTo>
                <a:lnTo>
                  <a:pt x="1863137" y="105659"/>
                </a:lnTo>
                <a:lnTo>
                  <a:pt x="1863194" y="105437"/>
                </a:lnTo>
                <a:lnTo>
                  <a:pt x="1863261" y="105216"/>
                </a:lnTo>
                <a:lnTo>
                  <a:pt x="1863338" y="104998"/>
                </a:lnTo>
                <a:lnTo>
                  <a:pt x="1863425" y="104781"/>
                </a:lnTo>
                <a:lnTo>
                  <a:pt x="1863523" y="104566"/>
                </a:lnTo>
                <a:lnTo>
                  <a:pt x="1863631" y="104353"/>
                </a:lnTo>
                <a:lnTo>
                  <a:pt x="1863749" y="104142"/>
                </a:lnTo>
                <a:lnTo>
                  <a:pt x="1863878" y="103932"/>
                </a:lnTo>
                <a:lnTo>
                  <a:pt x="1864017" y="103725"/>
                </a:lnTo>
                <a:lnTo>
                  <a:pt x="1864166" y="103519"/>
                </a:lnTo>
                <a:lnTo>
                  <a:pt x="1864325" y="103315"/>
                </a:lnTo>
                <a:lnTo>
                  <a:pt x="1864495" y="103113"/>
                </a:lnTo>
                <a:lnTo>
                  <a:pt x="1864675" y="102913"/>
                </a:lnTo>
                <a:lnTo>
                  <a:pt x="1864865" y="102715"/>
                </a:lnTo>
                <a:lnTo>
                  <a:pt x="1865066" y="102519"/>
                </a:lnTo>
                <a:lnTo>
                  <a:pt x="1865277" y="102324"/>
                </a:lnTo>
                <a:lnTo>
                  <a:pt x="1865498" y="102131"/>
                </a:lnTo>
                <a:lnTo>
                  <a:pt x="1865730" y="101940"/>
                </a:lnTo>
                <a:lnTo>
                  <a:pt x="1865971" y="101751"/>
                </a:lnTo>
                <a:lnTo>
                  <a:pt x="1866222" y="101564"/>
                </a:lnTo>
                <a:lnTo>
                  <a:pt x="1866480" y="101380"/>
                </a:lnTo>
                <a:lnTo>
                  <a:pt x="1866745" y="101199"/>
                </a:lnTo>
                <a:lnTo>
                  <a:pt x="1867017" y="101020"/>
                </a:lnTo>
                <a:lnTo>
                  <a:pt x="1867297" y="100845"/>
                </a:lnTo>
                <a:lnTo>
                  <a:pt x="1867584" y="100672"/>
                </a:lnTo>
                <a:lnTo>
                  <a:pt x="1867878" y="100502"/>
                </a:lnTo>
                <a:lnTo>
                  <a:pt x="1868180" y="100335"/>
                </a:lnTo>
                <a:lnTo>
                  <a:pt x="1868489" y="100171"/>
                </a:lnTo>
                <a:lnTo>
                  <a:pt x="1868805" y="100009"/>
                </a:lnTo>
                <a:lnTo>
                  <a:pt x="1869129" y="99851"/>
                </a:lnTo>
                <a:lnTo>
                  <a:pt x="1869459" y="99695"/>
                </a:lnTo>
                <a:lnTo>
                  <a:pt x="1869797" y="99542"/>
                </a:lnTo>
                <a:lnTo>
                  <a:pt x="1870143" y="99392"/>
                </a:lnTo>
                <a:lnTo>
                  <a:pt x="1870496" y="99245"/>
                </a:lnTo>
                <a:lnTo>
                  <a:pt x="1870856" y="99101"/>
                </a:lnTo>
                <a:lnTo>
                  <a:pt x="1871223" y="98959"/>
                </a:lnTo>
                <a:lnTo>
                  <a:pt x="1871598" y="98820"/>
                </a:lnTo>
                <a:lnTo>
                  <a:pt x="1871676" y="98793"/>
                </a:lnTo>
                <a:lnTo>
                  <a:pt x="1872013" y="98908"/>
                </a:lnTo>
                <a:lnTo>
                  <a:pt x="1872781" y="99151"/>
                </a:lnTo>
                <a:lnTo>
                  <a:pt x="1873561" y="99379"/>
                </a:lnTo>
                <a:lnTo>
                  <a:pt x="1874353" y="99590"/>
                </a:lnTo>
                <a:lnTo>
                  <a:pt x="1875157" y="99786"/>
                </a:lnTo>
                <a:lnTo>
                  <a:pt x="1875974" y="99967"/>
                </a:lnTo>
                <a:lnTo>
                  <a:pt x="1876802" y="100131"/>
                </a:lnTo>
                <a:lnTo>
                  <a:pt x="1877643" y="100280"/>
                </a:lnTo>
                <a:lnTo>
                  <a:pt x="1878495" y="100413"/>
                </a:lnTo>
                <a:lnTo>
                  <a:pt x="1879360" y="100531"/>
                </a:lnTo>
                <a:lnTo>
                  <a:pt x="1880237" y="100633"/>
                </a:lnTo>
                <a:lnTo>
                  <a:pt x="1881126" y="100719"/>
                </a:lnTo>
                <a:lnTo>
                  <a:pt x="1882027" y="100790"/>
                </a:lnTo>
                <a:lnTo>
                  <a:pt x="1882941" y="100844"/>
                </a:lnTo>
                <a:lnTo>
                  <a:pt x="1883866" y="100884"/>
                </a:lnTo>
                <a:lnTo>
                  <a:pt x="1884803" y="100907"/>
                </a:lnTo>
                <a:lnTo>
                  <a:pt x="1885753" y="100915"/>
                </a:lnTo>
                <a:lnTo>
                  <a:pt x="1886757" y="100907"/>
                </a:lnTo>
                <a:lnTo>
                  <a:pt x="1887747" y="100884"/>
                </a:lnTo>
                <a:lnTo>
                  <a:pt x="1888723" y="100846"/>
                </a:lnTo>
                <a:lnTo>
                  <a:pt x="1889684" y="100792"/>
                </a:lnTo>
                <a:lnTo>
                  <a:pt x="1890631" y="100723"/>
                </a:lnTo>
                <a:lnTo>
                  <a:pt x="1891564" y="100639"/>
                </a:lnTo>
                <a:lnTo>
                  <a:pt x="1892483" y="100539"/>
                </a:lnTo>
                <a:lnTo>
                  <a:pt x="1893387" y="100424"/>
                </a:lnTo>
                <a:lnTo>
                  <a:pt x="1894277" y="100294"/>
                </a:lnTo>
                <a:lnTo>
                  <a:pt x="1895153" y="100148"/>
                </a:lnTo>
                <a:lnTo>
                  <a:pt x="1896015" y="99987"/>
                </a:lnTo>
                <a:lnTo>
                  <a:pt x="1896862" y="99810"/>
                </a:lnTo>
                <a:lnTo>
                  <a:pt x="1897695" y="99618"/>
                </a:lnTo>
                <a:lnTo>
                  <a:pt x="1898514" y="99411"/>
                </a:lnTo>
                <a:lnTo>
                  <a:pt x="1899318" y="99189"/>
                </a:lnTo>
                <a:lnTo>
                  <a:pt x="1900109" y="98951"/>
                </a:lnTo>
                <a:lnTo>
                  <a:pt x="1900885" y="98697"/>
                </a:lnTo>
                <a:lnTo>
                  <a:pt x="1901646" y="98429"/>
                </a:lnTo>
                <a:lnTo>
                  <a:pt x="1902394" y="98145"/>
                </a:lnTo>
                <a:lnTo>
                  <a:pt x="1903127" y="97846"/>
                </a:lnTo>
                <a:lnTo>
                  <a:pt x="1903846" y="97531"/>
                </a:lnTo>
                <a:lnTo>
                  <a:pt x="1904550" y="97201"/>
                </a:lnTo>
                <a:lnTo>
                  <a:pt x="1905241" y="96856"/>
                </a:lnTo>
                <a:lnTo>
                  <a:pt x="1905917" y="96495"/>
                </a:lnTo>
                <a:lnTo>
                  <a:pt x="1906579" y="96122"/>
                </a:lnTo>
                <a:lnTo>
                  <a:pt x="1907226" y="95738"/>
                </a:lnTo>
                <a:lnTo>
                  <a:pt x="1907860" y="95345"/>
                </a:lnTo>
                <a:lnTo>
                  <a:pt x="1908480" y="94941"/>
                </a:lnTo>
                <a:lnTo>
                  <a:pt x="1909085" y="94527"/>
                </a:lnTo>
                <a:lnTo>
                  <a:pt x="1909677" y="94103"/>
                </a:lnTo>
                <a:lnTo>
                  <a:pt x="1910254" y="93669"/>
                </a:lnTo>
                <a:lnTo>
                  <a:pt x="1910817" y="93225"/>
                </a:lnTo>
                <a:lnTo>
                  <a:pt x="1911366" y="92770"/>
                </a:lnTo>
                <a:lnTo>
                  <a:pt x="1911901" y="92306"/>
                </a:lnTo>
                <a:lnTo>
                  <a:pt x="1912422" y="91831"/>
                </a:lnTo>
                <a:lnTo>
                  <a:pt x="1912929" y="91347"/>
                </a:lnTo>
                <a:lnTo>
                  <a:pt x="1913421" y="90852"/>
                </a:lnTo>
                <a:lnTo>
                  <a:pt x="1913900" y="90347"/>
                </a:lnTo>
                <a:lnTo>
                  <a:pt x="1914364" y="89832"/>
                </a:lnTo>
                <a:lnTo>
                  <a:pt x="1914815" y="89307"/>
                </a:lnTo>
                <a:lnTo>
                  <a:pt x="1915251" y="88771"/>
                </a:lnTo>
                <a:lnTo>
                  <a:pt x="1915673" y="88226"/>
                </a:lnTo>
                <a:lnTo>
                  <a:pt x="1916081" y="87670"/>
                </a:lnTo>
                <a:lnTo>
                  <a:pt x="1916475" y="87105"/>
                </a:lnTo>
                <a:lnTo>
                  <a:pt x="1916855" y="86529"/>
                </a:lnTo>
                <a:lnTo>
                  <a:pt x="1917221" y="85943"/>
                </a:lnTo>
                <a:lnTo>
                  <a:pt x="1917572" y="85347"/>
                </a:lnTo>
                <a:lnTo>
                  <a:pt x="1917910" y="84741"/>
                </a:lnTo>
                <a:lnTo>
                  <a:pt x="1918234" y="84127"/>
                </a:lnTo>
                <a:lnTo>
                  <a:pt x="1918543" y="83509"/>
                </a:lnTo>
                <a:lnTo>
                  <a:pt x="1918840" y="82885"/>
                </a:lnTo>
                <a:lnTo>
                  <a:pt x="1919122" y="82257"/>
                </a:lnTo>
                <a:lnTo>
                  <a:pt x="1919390" y="81624"/>
                </a:lnTo>
                <a:lnTo>
                  <a:pt x="1919645" y="80986"/>
                </a:lnTo>
                <a:lnTo>
                  <a:pt x="1919886" y="80343"/>
                </a:lnTo>
                <a:lnTo>
                  <a:pt x="1920113" y="79695"/>
                </a:lnTo>
                <a:lnTo>
                  <a:pt x="1920327" y="79042"/>
                </a:lnTo>
                <a:lnTo>
                  <a:pt x="1920526" y="78385"/>
                </a:lnTo>
                <a:lnTo>
                  <a:pt x="1920712" y="77722"/>
                </a:lnTo>
                <a:lnTo>
                  <a:pt x="1920884" y="77055"/>
                </a:lnTo>
                <a:lnTo>
                  <a:pt x="1921043" y="76383"/>
                </a:lnTo>
                <a:lnTo>
                  <a:pt x="1921187" y="75705"/>
                </a:lnTo>
                <a:lnTo>
                  <a:pt x="1921318" y="75023"/>
                </a:lnTo>
                <a:lnTo>
                  <a:pt x="1921435" y="74336"/>
                </a:lnTo>
                <a:lnTo>
                  <a:pt x="1921539" y="73645"/>
                </a:lnTo>
                <a:lnTo>
                  <a:pt x="1921628" y="72948"/>
                </a:lnTo>
                <a:lnTo>
                  <a:pt x="1921704" y="72246"/>
                </a:lnTo>
                <a:lnTo>
                  <a:pt x="1921766" y="71540"/>
                </a:lnTo>
                <a:lnTo>
                  <a:pt x="1921814" y="70829"/>
                </a:lnTo>
                <a:lnTo>
                  <a:pt x="1921848" y="70112"/>
                </a:lnTo>
                <a:lnTo>
                  <a:pt x="1921869" y="69391"/>
                </a:lnTo>
                <a:lnTo>
                  <a:pt x="1921876" y="68665"/>
                </a:lnTo>
                <a:lnTo>
                  <a:pt x="1921869" y="67915"/>
                </a:lnTo>
                <a:lnTo>
                  <a:pt x="1921849" y="67171"/>
                </a:lnTo>
                <a:lnTo>
                  <a:pt x="1921815" y="66433"/>
                </a:lnTo>
                <a:lnTo>
                  <a:pt x="1921767" y="65700"/>
                </a:lnTo>
                <a:lnTo>
                  <a:pt x="1921706" y="64973"/>
                </a:lnTo>
                <a:lnTo>
                  <a:pt x="1921631" y="64252"/>
                </a:lnTo>
                <a:lnTo>
                  <a:pt x="1921543" y="63536"/>
                </a:lnTo>
                <a:lnTo>
                  <a:pt x="1921441" y="62826"/>
                </a:lnTo>
                <a:lnTo>
                  <a:pt x="1921325" y="62122"/>
                </a:lnTo>
                <a:lnTo>
                  <a:pt x="1921196" y="61424"/>
                </a:lnTo>
                <a:lnTo>
                  <a:pt x="1921053" y="60731"/>
                </a:lnTo>
                <a:lnTo>
                  <a:pt x="1920896" y="60044"/>
                </a:lnTo>
                <a:lnTo>
                  <a:pt x="1920726" y="59363"/>
                </a:lnTo>
                <a:lnTo>
                  <a:pt x="1920543" y="58688"/>
                </a:lnTo>
                <a:lnTo>
                  <a:pt x="1920345" y="58018"/>
                </a:lnTo>
                <a:lnTo>
                  <a:pt x="1920135" y="57354"/>
                </a:lnTo>
                <a:lnTo>
                  <a:pt x="1919910" y="56696"/>
                </a:lnTo>
                <a:lnTo>
                  <a:pt x="1919672" y="56044"/>
                </a:lnTo>
                <a:lnTo>
                  <a:pt x="1919420" y="55397"/>
                </a:lnTo>
                <a:lnTo>
                  <a:pt x="1919155" y="54756"/>
                </a:lnTo>
                <a:lnTo>
                  <a:pt x="1918876" y="54121"/>
                </a:lnTo>
                <a:lnTo>
                  <a:pt x="1918584" y="53491"/>
                </a:lnTo>
                <a:lnTo>
                  <a:pt x="1918278" y="52867"/>
                </a:lnTo>
                <a:lnTo>
                  <a:pt x="1917958" y="52249"/>
                </a:lnTo>
                <a:lnTo>
                  <a:pt x="1917624" y="51639"/>
                </a:lnTo>
                <a:lnTo>
                  <a:pt x="1917277" y="51039"/>
                </a:lnTo>
                <a:lnTo>
                  <a:pt x="1916916" y="50450"/>
                </a:lnTo>
                <a:lnTo>
                  <a:pt x="1916540" y="49871"/>
                </a:lnTo>
                <a:lnTo>
                  <a:pt x="1916151" y="49303"/>
                </a:lnTo>
                <a:lnTo>
                  <a:pt x="1915748" y="48745"/>
                </a:lnTo>
                <a:lnTo>
                  <a:pt x="1915331" y="48198"/>
                </a:lnTo>
                <a:lnTo>
                  <a:pt x="1914900" y="47661"/>
                </a:lnTo>
                <a:lnTo>
                  <a:pt x="1914455" y="47135"/>
                </a:lnTo>
                <a:lnTo>
                  <a:pt x="1913996" y="46619"/>
                </a:lnTo>
                <a:lnTo>
                  <a:pt x="1913523" y="46113"/>
                </a:lnTo>
                <a:lnTo>
                  <a:pt x="1913036" y="45618"/>
                </a:lnTo>
                <a:lnTo>
                  <a:pt x="1912536" y="45134"/>
                </a:lnTo>
                <a:lnTo>
                  <a:pt x="1912021" y="44660"/>
                </a:lnTo>
                <a:lnTo>
                  <a:pt x="1911559" y="44255"/>
                </a:lnTo>
                <a:lnTo>
                  <a:pt x="1911588" y="44219"/>
                </a:lnTo>
                <a:lnTo>
                  <a:pt x="1911922" y="43837"/>
                </a:lnTo>
                <a:lnTo>
                  <a:pt x="1912263" y="43469"/>
                </a:lnTo>
                <a:lnTo>
                  <a:pt x="1912612" y="43115"/>
                </a:lnTo>
                <a:lnTo>
                  <a:pt x="1912967" y="42776"/>
                </a:lnTo>
                <a:close/>
                <a:moveTo>
                  <a:pt x="1882358" y="89789"/>
                </a:moveTo>
                <a:lnTo>
                  <a:pt x="1881718" y="89687"/>
                </a:lnTo>
                <a:lnTo>
                  <a:pt x="1881086" y="89567"/>
                </a:lnTo>
                <a:lnTo>
                  <a:pt x="1880460" y="89428"/>
                </a:lnTo>
                <a:lnTo>
                  <a:pt x="1879841" y="89270"/>
                </a:lnTo>
                <a:lnTo>
                  <a:pt x="1879228" y="89094"/>
                </a:lnTo>
                <a:lnTo>
                  <a:pt x="1878623" y="88900"/>
                </a:lnTo>
                <a:lnTo>
                  <a:pt x="1878024" y="88687"/>
                </a:lnTo>
                <a:lnTo>
                  <a:pt x="1877432" y="88455"/>
                </a:lnTo>
                <a:lnTo>
                  <a:pt x="1876847" y="88205"/>
                </a:lnTo>
                <a:lnTo>
                  <a:pt x="1876269" y="87936"/>
                </a:lnTo>
                <a:lnTo>
                  <a:pt x="1875698" y="87649"/>
                </a:lnTo>
                <a:lnTo>
                  <a:pt x="1875133" y="87343"/>
                </a:lnTo>
                <a:lnTo>
                  <a:pt x="1874575" y="87019"/>
                </a:lnTo>
                <a:lnTo>
                  <a:pt x="1874024" y="86676"/>
                </a:lnTo>
                <a:lnTo>
                  <a:pt x="1873480" y="86315"/>
                </a:lnTo>
                <a:lnTo>
                  <a:pt x="1872942" y="85935"/>
                </a:lnTo>
                <a:lnTo>
                  <a:pt x="1872412" y="85537"/>
                </a:lnTo>
                <a:lnTo>
                  <a:pt x="1871888" y="85120"/>
                </a:lnTo>
                <a:lnTo>
                  <a:pt x="1871371" y="84684"/>
                </a:lnTo>
                <a:lnTo>
                  <a:pt x="1870868" y="84230"/>
                </a:lnTo>
                <a:lnTo>
                  <a:pt x="1870386" y="83757"/>
                </a:lnTo>
                <a:lnTo>
                  <a:pt x="1869926" y="83264"/>
                </a:lnTo>
                <a:lnTo>
                  <a:pt x="1869487" y="82753"/>
                </a:lnTo>
                <a:lnTo>
                  <a:pt x="1869070" y="82223"/>
                </a:lnTo>
                <a:lnTo>
                  <a:pt x="1868674" y="81675"/>
                </a:lnTo>
                <a:lnTo>
                  <a:pt x="1868299" y="81107"/>
                </a:lnTo>
                <a:lnTo>
                  <a:pt x="1867946" y="80521"/>
                </a:lnTo>
                <a:lnTo>
                  <a:pt x="1867615" y="79915"/>
                </a:lnTo>
                <a:lnTo>
                  <a:pt x="1867304" y="79291"/>
                </a:lnTo>
                <a:lnTo>
                  <a:pt x="1867015" y="78648"/>
                </a:lnTo>
                <a:lnTo>
                  <a:pt x="1866748" y="77986"/>
                </a:lnTo>
                <a:lnTo>
                  <a:pt x="1866502" y="77305"/>
                </a:lnTo>
                <a:lnTo>
                  <a:pt x="1866277" y="76605"/>
                </a:lnTo>
                <a:lnTo>
                  <a:pt x="1866074" y="75887"/>
                </a:lnTo>
                <a:lnTo>
                  <a:pt x="1865892" y="75149"/>
                </a:lnTo>
                <a:lnTo>
                  <a:pt x="1865731" y="74393"/>
                </a:lnTo>
                <a:lnTo>
                  <a:pt x="1865592" y="73617"/>
                </a:lnTo>
                <a:lnTo>
                  <a:pt x="1865474" y="72823"/>
                </a:lnTo>
                <a:lnTo>
                  <a:pt x="1865378" y="72010"/>
                </a:lnTo>
                <a:lnTo>
                  <a:pt x="1865303" y="71179"/>
                </a:lnTo>
                <a:lnTo>
                  <a:pt x="1865250" y="70328"/>
                </a:lnTo>
                <a:lnTo>
                  <a:pt x="1865217" y="69458"/>
                </a:lnTo>
                <a:lnTo>
                  <a:pt x="1865207" y="68570"/>
                </a:lnTo>
                <a:lnTo>
                  <a:pt x="1865217" y="67689"/>
                </a:lnTo>
                <a:lnTo>
                  <a:pt x="1865248" y="66826"/>
                </a:lnTo>
                <a:lnTo>
                  <a:pt x="1865300" y="65982"/>
                </a:lnTo>
                <a:lnTo>
                  <a:pt x="1865373" y="65155"/>
                </a:lnTo>
                <a:lnTo>
                  <a:pt x="1865466" y="64347"/>
                </a:lnTo>
                <a:lnTo>
                  <a:pt x="1865580" y="63556"/>
                </a:lnTo>
                <a:lnTo>
                  <a:pt x="1865715" y="62784"/>
                </a:lnTo>
                <a:lnTo>
                  <a:pt x="1865870" y="62029"/>
                </a:lnTo>
                <a:lnTo>
                  <a:pt x="1866047" y="61292"/>
                </a:lnTo>
                <a:lnTo>
                  <a:pt x="1866244" y="60574"/>
                </a:lnTo>
                <a:lnTo>
                  <a:pt x="1866461" y="59874"/>
                </a:lnTo>
                <a:lnTo>
                  <a:pt x="1866700" y="59191"/>
                </a:lnTo>
                <a:lnTo>
                  <a:pt x="1866959" y="58527"/>
                </a:lnTo>
                <a:lnTo>
                  <a:pt x="1867239" y="57880"/>
                </a:lnTo>
                <a:lnTo>
                  <a:pt x="1867540" y="57252"/>
                </a:lnTo>
                <a:lnTo>
                  <a:pt x="1867861" y="56642"/>
                </a:lnTo>
                <a:lnTo>
                  <a:pt x="1868203" y="56049"/>
                </a:lnTo>
                <a:lnTo>
                  <a:pt x="1868566" y="55475"/>
                </a:lnTo>
                <a:lnTo>
                  <a:pt x="1868950" y="54919"/>
                </a:lnTo>
                <a:lnTo>
                  <a:pt x="1869354" y="54380"/>
                </a:lnTo>
                <a:lnTo>
                  <a:pt x="1869780" y="53860"/>
                </a:lnTo>
                <a:lnTo>
                  <a:pt x="1870226" y="53358"/>
                </a:lnTo>
                <a:lnTo>
                  <a:pt x="1870692" y="52874"/>
                </a:lnTo>
                <a:lnTo>
                  <a:pt x="1871179" y="52408"/>
                </a:lnTo>
                <a:lnTo>
                  <a:pt x="1871683" y="51960"/>
                </a:lnTo>
                <a:lnTo>
                  <a:pt x="1872197" y="51531"/>
                </a:lnTo>
                <a:lnTo>
                  <a:pt x="1872721" y="51122"/>
                </a:lnTo>
                <a:lnTo>
                  <a:pt x="1873257" y="50731"/>
                </a:lnTo>
                <a:lnTo>
                  <a:pt x="1873803" y="50360"/>
                </a:lnTo>
                <a:lnTo>
                  <a:pt x="1874360" y="50008"/>
                </a:lnTo>
                <a:lnTo>
                  <a:pt x="1874928" y="49674"/>
                </a:lnTo>
                <a:lnTo>
                  <a:pt x="1875506" y="49360"/>
                </a:lnTo>
                <a:lnTo>
                  <a:pt x="1876096" y="49065"/>
                </a:lnTo>
                <a:lnTo>
                  <a:pt x="1876696" y="48788"/>
                </a:lnTo>
                <a:lnTo>
                  <a:pt x="1877307" y="48531"/>
                </a:lnTo>
                <a:lnTo>
                  <a:pt x="1877929" y="48293"/>
                </a:lnTo>
                <a:lnTo>
                  <a:pt x="1878561" y="48074"/>
                </a:lnTo>
                <a:lnTo>
                  <a:pt x="1879204" y="47874"/>
                </a:lnTo>
                <a:lnTo>
                  <a:pt x="1879859" y="47693"/>
                </a:lnTo>
                <a:lnTo>
                  <a:pt x="1880523" y="47531"/>
                </a:lnTo>
                <a:lnTo>
                  <a:pt x="1881199" y="47388"/>
                </a:lnTo>
                <a:lnTo>
                  <a:pt x="1881886" y="47265"/>
                </a:lnTo>
                <a:lnTo>
                  <a:pt x="1882583" y="47160"/>
                </a:lnTo>
                <a:lnTo>
                  <a:pt x="1883291" y="47074"/>
                </a:lnTo>
                <a:lnTo>
                  <a:pt x="1884010" y="47007"/>
                </a:lnTo>
                <a:lnTo>
                  <a:pt x="1884739" y="46960"/>
                </a:lnTo>
                <a:lnTo>
                  <a:pt x="1885480" y="46931"/>
                </a:lnTo>
                <a:lnTo>
                  <a:pt x="1886231" y="46922"/>
                </a:lnTo>
                <a:lnTo>
                  <a:pt x="1886997" y="46931"/>
                </a:lnTo>
                <a:lnTo>
                  <a:pt x="1887750" y="46959"/>
                </a:lnTo>
                <a:lnTo>
                  <a:pt x="1888491" y="47005"/>
                </a:lnTo>
                <a:lnTo>
                  <a:pt x="1889220" y="47070"/>
                </a:lnTo>
                <a:lnTo>
                  <a:pt x="1889935" y="47153"/>
                </a:lnTo>
                <a:lnTo>
                  <a:pt x="1890639" y="47255"/>
                </a:lnTo>
                <a:lnTo>
                  <a:pt x="1891329" y="47376"/>
                </a:lnTo>
                <a:lnTo>
                  <a:pt x="1892007" y="47515"/>
                </a:lnTo>
                <a:lnTo>
                  <a:pt x="1892672" y="47673"/>
                </a:lnTo>
                <a:lnTo>
                  <a:pt x="1893325" y="47849"/>
                </a:lnTo>
                <a:lnTo>
                  <a:pt x="1893965" y="48043"/>
                </a:lnTo>
                <a:lnTo>
                  <a:pt x="1894593" y="48257"/>
                </a:lnTo>
                <a:lnTo>
                  <a:pt x="1895207" y="48488"/>
                </a:lnTo>
                <a:lnTo>
                  <a:pt x="1895810" y="48739"/>
                </a:lnTo>
                <a:lnTo>
                  <a:pt x="1896399" y="49007"/>
                </a:lnTo>
                <a:lnTo>
                  <a:pt x="1896976" y="49295"/>
                </a:lnTo>
                <a:lnTo>
                  <a:pt x="1897541" y="49601"/>
                </a:lnTo>
                <a:lnTo>
                  <a:pt x="1898093" y="49925"/>
                </a:lnTo>
                <a:lnTo>
                  <a:pt x="1898632" y="50268"/>
                </a:lnTo>
                <a:lnTo>
                  <a:pt x="1899158" y="50630"/>
                </a:lnTo>
                <a:lnTo>
                  <a:pt x="1899672" y="51010"/>
                </a:lnTo>
                <a:lnTo>
                  <a:pt x="1900174" y="51408"/>
                </a:lnTo>
                <a:lnTo>
                  <a:pt x="1900662" y="51826"/>
                </a:lnTo>
                <a:lnTo>
                  <a:pt x="1901139" y="52261"/>
                </a:lnTo>
                <a:lnTo>
                  <a:pt x="1901599" y="52716"/>
                </a:lnTo>
                <a:lnTo>
                  <a:pt x="1902039" y="53191"/>
                </a:lnTo>
                <a:lnTo>
                  <a:pt x="1902460" y="53685"/>
                </a:lnTo>
                <a:lnTo>
                  <a:pt x="1902861" y="54199"/>
                </a:lnTo>
                <a:lnTo>
                  <a:pt x="1903243" y="54734"/>
                </a:lnTo>
                <a:lnTo>
                  <a:pt x="1903605" y="55288"/>
                </a:lnTo>
                <a:lnTo>
                  <a:pt x="1903948" y="55862"/>
                </a:lnTo>
                <a:lnTo>
                  <a:pt x="1904271" y="56456"/>
                </a:lnTo>
                <a:lnTo>
                  <a:pt x="1904574" y="57070"/>
                </a:lnTo>
                <a:lnTo>
                  <a:pt x="1904858" y="57704"/>
                </a:lnTo>
                <a:lnTo>
                  <a:pt x="1905123" y="58358"/>
                </a:lnTo>
                <a:lnTo>
                  <a:pt x="1905367" y="59031"/>
                </a:lnTo>
                <a:lnTo>
                  <a:pt x="1905592" y="59725"/>
                </a:lnTo>
                <a:lnTo>
                  <a:pt x="1905798" y="60438"/>
                </a:lnTo>
                <a:lnTo>
                  <a:pt x="1905984" y="61172"/>
                </a:lnTo>
                <a:lnTo>
                  <a:pt x="1906150" y="61925"/>
                </a:lnTo>
                <a:lnTo>
                  <a:pt x="1906297" y="62698"/>
                </a:lnTo>
                <a:lnTo>
                  <a:pt x="1906424" y="63491"/>
                </a:lnTo>
                <a:lnTo>
                  <a:pt x="1906532" y="64305"/>
                </a:lnTo>
                <a:lnTo>
                  <a:pt x="1906620" y="65137"/>
                </a:lnTo>
                <a:lnTo>
                  <a:pt x="1906689" y="65990"/>
                </a:lnTo>
                <a:lnTo>
                  <a:pt x="1906738" y="66863"/>
                </a:lnTo>
                <a:lnTo>
                  <a:pt x="1906767" y="67756"/>
                </a:lnTo>
                <a:lnTo>
                  <a:pt x="1906777" y="68668"/>
                </a:lnTo>
                <a:lnTo>
                  <a:pt x="1906767" y="69541"/>
                </a:lnTo>
                <a:lnTo>
                  <a:pt x="1906735" y="70395"/>
                </a:lnTo>
                <a:lnTo>
                  <a:pt x="1906684" y="71232"/>
                </a:lnTo>
                <a:lnTo>
                  <a:pt x="1906611" y="72050"/>
                </a:lnTo>
                <a:lnTo>
                  <a:pt x="1906518" y="72850"/>
                </a:lnTo>
                <a:lnTo>
                  <a:pt x="1906404" y="73633"/>
                </a:lnTo>
                <a:lnTo>
                  <a:pt x="1906269" y="74397"/>
                </a:lnTo>
                <a:lnTo>
                  <a:pt x="1906113" y="75143"/>
                </a:lnTo>
                <a:lnTo>
                  <a:pt x="1905937" y="75872"/>
                </a:lnTo>
                <a:lnTo>
                  <a:pt x="1905740" y="76582"/>
                </a:lnTo>
                <a:lnTo>
                  <a:pt x="1905522" y="77274"/>
                </a:lnTo>
                <a:lnTo>
                  <a:pt x="1905284" y="77948"/>
                </a:lnTo>
                <a:lnTo>
                  <a:pt x="1905024" y="78605"/>
                </a:lnTo>
                <a:lnTo>
                  <a:pt x="1904744" y="79243"/>
                </a:lnTo>
                <a:lnTo>
                  <a:pt x="1904444" y="79863"/>
                </a:lnTo>
                <a:lnTo>
                  <a:pt x="1904122" y="80465"/>
                </a:lnTo>
                <a:lnTo>
                  <a:pt x="1903780" y="81049"/>
                </a:lnTo>
                <a:lnTo>
                  <a:pt x="1903417" y="81615"/>
                </a:lnTo>
                <a:lnTo>
                  <a:pt x="1903034" y="82163"/>
                </a:lnTo>
                <a:lnTo>
                  <a:pt x="1902629" y="82693"/>
                </a:lnTo>
                <a:lnTo>
                  <a:pt x="1902204" y="83205"/>
                </a:lnTo>
                <a:lnTo>
                  <a:pt x="1901758" y="83699"/>
                </a:lnTo>
                <a:lnTo>
                  <a:pt x="1901292" y="84175"/>
                </a:lnTo>
                <a:lnTo>
                  <a:pt x="1900804" y="84633"/>
                </a:lnTo>
                <a:lnTo>
                  <a:pt x="1900301" y="85073"/>
                </a:lnTo>
                <a:lnTo>
                  <a:pt x="1899786" y="85494"/>
                </a:lnTo>
                <a:lnTo>
                  <a:pt x="1899261" y="85896"/>
                </a:lnTo>
                <a:lnTo>
                  <a:pt x="1898724" y="86280"/>
                </a:lnTo>
                <a:lnTo>
                  <a:pt x="1898177" y="86644"/>
                </a:lnTo>
                <a:lnTo>
                  <a:pt x="1897618" y="86990"/>
                </a:lnTo>
                <a:lnTo>
                  <a:pt x="1897048" y="87318"/>
                </a:lnTo>
                <a:lnTo>
                  <a:pt x="1896467" y="87626"/>
                </a:lnTo>
                <a:lnTo>
                  <a:pt x="1895874" y="87916"/>
                </a:lnTo>
                <a:lnTo>
                  <a:pt x="1895271" y="88188"/>
                </a:lnTo>
                <a:lnTo>
                  <a:pt x="1894657" y="88440"/>
                </a:lnTo>
                <a:lnTo>
                  <a:pt x="1894031" y="88674"/>
                </a:lnTo>
                <a:lnTo>
                  <a:pt x="1893394" y="88889"/>
                </a:lnTo>
                <a:lnTo>
                  <a:pt x="1892747" y="89085"/>
                </a:lnTo>
                <a:lnTo>
                  <a:pt x="1892088" y="89263"/>
                </a:lnTo>
                <a:lnTo>
                  <a:pt x="1891418" y="89422"/>
                </a:lnTo>
                <a:lnTo>
                  <a:pt x="1890737" y="89563"/>
                </a:lnTo>
                <a:lnTo>
                  <a:pt x="1890044" y="89684"/>
                </a:lnTo>
                <a:lnTo>
                  <a:pt x="1889341" y="89787"/>
                </a:lnTo>
                <a:lnTo>
                  <a:pt x="1888626" y="89871"/>
                </a:lnTo>
                <a:lnTo>
                  <a:pt x="1887901" y="89937"/>
                </a:lnTo>
                <a:lnTo>
                  <a:pt x="1887164" y="89983"/>
                </a:lnTo>
                <a:lnTo>
                  <a:pt x="1886416" y="90011"/>
                </a:lnTo>
                <a:lnTo>
                  <a:pt x="1885657" y="90021"/>
                </a:lnTo>
                <a:lnTo>
                  <a:pt x="1884984" y="90012"/>
                </a:lnTo>
                <a:lnTo>
                  <a:pt x="1884317" y="89984"/>
                </a:lnTo>
                <a:lnTo>
                  <a:pt x="1883657" y="89937"/>
                </a:lnTo>
                <a:lnTo>
                  <a:pt x="1883004" y="89873"/>
                </a:lnTo>
                <a:lnTo>
                  <a:pt x="1882358" y="89789"/>
                </a:lnTo>
                <a:close/>
                <a:moveTo>
                  <a:pt x="1880037" y="156252"/>
                </a:moveTo>
                <a:lnTo>
                  <a:pt x="1879053" y="156151"/>
                </a:lnTo>
                <a:lnTo>
                  <a:pt x="1878097" y="156034"/>
                </a:lnTo>
                <a:lnTo>
                  <a:pt x="1877169" y="155901"/>
                </a:lnTo>
                <a:lnTo>
                  <a:pt x="1876268" y="155753"/>
                </a:lnTo>
                <a:lnTo>
                  <a:pt x="1875394" y="155589"/>
                </a:lnTo>
                <a:lnTo>
                  <a:pt x="1874548" y="155410"/>
                </a:lnTo>
                <a:lnTo>
                  <a:pt x="1873730" y="155215"/>
                </a:lnTo>
                <a:lnTo>
                  <a:pt x="1872939" y="155005"/>
                </a:lnTo>
                <a:lnTo>
                  <a:pt x="1872175" y="154779"/>
                </a:lnTo>
                <a:lnTo>
                  <a:pt x="1871440" y="154537"/>
                </a:lnTo>
                <a:lnTo>
                  <a:pt x="1870731" y="154279"/>
                </a:lnTo>
                <a:lnTo>
                  <a:pt x="1870051" y="154007"/>
                </a:lnTo>
                <a:lnTo>
                  <a:pt x="1869397" y="153718"/>
                </a:lnTo>
                <a:lnTo>
                  <a:pt x="1868772" y="153414"/>
                </a:lnTo>
                <a:lnTo>
                  <a:pt x="1868174" y="153094"/>
                </a:lnTo>
                <a:lnTo>
                  <a:pt x="1867603" y="152759"/>
                </a:lnTo>
                <a:lnTo>
                  <a:pt x="1867060" y="152408"/>
                </a:lnTo>
                <a:lnTo>
                  <a:pt x="1866545" y="152042"/>
                </a:lnTo>
                <a:lnTo>
                  <a:pt x="1866053" y="151665"/>
                </a:lnTo>
                <a:lnTo>
                  <a:pt x="1865583" y="151283"/>
                </a:lnTo>
                <a:lnTo>
                  <a:pt x="1865134" y="150896"/>
                </a:lnTo>
                <a:lnTo>
                  <a:pt x="1864705" y="150505"/>
                </a:lnTo>
                <a:lnTo>
                  <a:pt x="1864297" y="150108"/>
                </a:lnTo>
                <a:lnTo>
                  <a:pt x="1863911" y="149706"/>
                </a:lnTo>
                <a:lnTo>
                  <a:pt x="1863545" y="149300"/>
                </a:lnTo>
                <a:lnTo>
                  <a:pt x="1863200" y="148888"/>
                </a:lnTo>
                <a:lnTo>
                  <a:pt x="1862876" y="148472"/>
                </a:lnTo>
                <a:lnTo>
                  <a:pt x="1862573" y="148050"/>
                </a:lnTo>
                <a:lnTo>
                  <a:pt x="1862291" y="147624"/>
                </a:lnTo>
                <a:lnTo>
                  <a:pt x="1862029" y="147192"/>
                </a:lnTo>
                <a:lnTo>
                  <a:pt x="1861789" y="146756"/>
                </a:lnTo>
                <a:lnTo>
                  <a:pt x="1861569" y="146315"/>
                </a:lnTo>
                <a:lnTo>
                  <a:pt x="1861371" y="145868"/>
                </a:lnTo>
                <a:lnTo>
                  <a:pt x="1861193" y="145417"/>
                </a:lnTo>
                <a:lnTo>
                  <a:pt x="1861036" y="144961"/>
                </a:lnTo>
                <a:lnTo>
                  <a:pt x="1860900" y="144500"/>
                </a:lnTo>
                <a:lnTo>
                  <a:pt x="1860785" y="144033"/>
                </a:lnTo>
                <a:lnTo>
                  <a:pt x="1860691" y="143562"/>
                </a:lnTo>
                <a:lnTo>
                  <a:pt x="1860618" y="143086"/>
                </a:lnTo>
                <a:lnTo>
                  <a:pt x="1860566" y="142605"/>
                </a:lnTo>
                <a:lnTo>
                  <a:pt x="1860535" y="142119"/>
                </a:lnTo>
                <a:lnTo>
                  <a:pt x="1860524" y="141628"/>
                </a:lnTo>
                <a:lnTo>
                  <a:pt x="1860530" y="141186"/>
                </a:lnTo>
                <a:lnTo>
                  <a:pt x="1860549" y="140749"/>
                </a:lnTo>
                <a:lnTo>
                  <a:pt x="1860579" y="140315"/>
                </a:lnTo>
                <a:lnTo>
                  <a:pt x="1860622" y="139887"/>
                </a:lnTo>
                <a:lnTo>
                  <a:pt x="1860678" y="139463"/>
                </a:lnTo>
                <a:lnTo>
                  <a:pt x="1860745" y="139043"/>
                </a:lnTo>
                <a:lnTo>
                  <a:pt x="1860825" y="138628"/>
                </a:lnTo>
                <a:lnTo>
                  <a:pt x="1860917" y="138217"/>
                </a:lnTo>
                <a:lnTo>
                  <a:pt x="1861021" y="137811"/>
                </a:lnTo>
                <a:lnTo>
                  <a:pt x="1861138" y="137409"/>
                </a:lnTo>
                <a:lnTo>
                  <a:pt x="1861267" y="137011"/>
                </a:lnTo>
                <a:lnTo>
                  <a:pt x="1861408" y="136618"/>
                </a:lnTo>
                <a:lnTo>
                  <a:pt x="1861562" y="136230"/>
                </a:lnTo>
                <a:lnTo>
                  <a:pt x="1861727" y="135846"/>
                </a:lnTo>
                <a:lnTo>
                  <a:pt x="1861905" y="135466"/>
                </a:lnTo>
                <a:lnTo>
                  <a:pt x="1862096" y="135091"/>
                </a:lnTo>
                <a:lnTo>
                  <a:pt x="1862298" y="134721"/>
                </a:lnTo>
                <a:lnTo>
                  <a:pt x="1862513" y="134354"/>
                </a:lnTo>
                <a:lnTo>
                  <a:pt x="1862740" y="133993"/>
                </a:lnTo>
                <a:lnTo>
                  <a:pt x="1862980" y="133635"/>
                </a:lnTo>
                <a:lnTo>
                  <a:pt x="1863231" y="133283"/>
                </a:lnTo>
                <a:lnTo>
                  <a:pt x="1863495" y="132934"/>
                </a:lnTo>
                <a:lnTo>
                  <a:pt x="1863771" y="132590"/>
                </a:lnTo>
                <a:lnTo>
                  <a:pt x="1864060" y="132251"/>
                </a:lnTo>
                <a:lnTo>
                  <a:pt x="1864360" y="131918"/>
                </a:lnTo>
                <a:lnTo>
                  <a:pt x="1864670" y="131593"/>
                </a:lnTo>
                <a:lnTo>
                  <a:pt x="1864990" y="131276"/>
                </a:lnTo>
                <a:lnTo>
                  <a:pt x="1865321" y="130968"/>
                </a:lnTo>
                <a:lnTo>
                  <a:pt x="1865662" y="130668"/>
                </a:lnTo>
                <a:lnTo>
                  <a:pt x="1866013" y="130376"/>
                </a:lnTo>
                <a:lnTo>
                  <a:pt x="1866375" y="130092"/>
                </a:lnTo>
                <a:lnTo>
                  <a:pt x="1866746" y="129816"/>
                </a:lnTo>
                <a:lnTo>
                  <a:pt x="1867128" y="129549"/>
                </a:lnTo>
                <a:lnTo>
                  <a:pt x="1867521" y="129290"/>
                </a:lnTo>
                <a:lnTo>
                  <a:pt x="1867924" y="129039"/>
                </a:lnTo>
                <a:lnTo>
                  <a:pt x="1868336" y="128796"/>
                </a:lnTo>
                <a:lnTo>
                  <a:pt x="1868760" y="128562"/>
                </a:lnTo>
                <a:lnTo>
                  <a:pt x="1869193" y="128336"/>
                </a:lnTo>
                <a:lnTo>
                  <a:pt x="1869637" y="128118"/>
                </a:lnTo>
                <a:lnTo>
                  <a:pt x="1870091" y="127908"/>
                </a:lnTo>
                <a:lnTo>
                  <a:pt x="1870555" y="127707"/>
                </a:lnTo>
                <a:lnTo>
                  <a:pt x="1871030" y="127513"/>
                </a:lnTo>
                <a:lnTo>
                  <a:pt x="1871515" y="127328"/>
                </a:lnTo>
                <a:lnTo>
                  <a:pt x="1872010" y="127151"/>
                </a:lnTo>
                <a:lnTo>
                  <a:pt x="1872516" y="126983"/>
                </a:lnTo>
                <a:lnTo>
                  <a:pt x="1873032" y="126822"/>
                </a:lnTo>
                <a:lnTo>
                  <a:pt x="1873558" y="126670"/>
                </a:lnTo>
                <a:lnTo>
                  <a:pt x="1874094" y="126526"/>
                </a:lnTo>
                <a:lnTo>
                  <a:pt x="1888238" y="126526"/>
                </a:lnTo>
                <a:lnTo>
                  <a:pt x="1889160" y="126529"/>
                </a:lnTo>
                <a:lnTo>
                  <a:pt x="1890066" y="126538"/>
                </a:lnTo>
                <a:lnTo>
                  <a:pt x="1890953" y="126552"/>
                </a:lnTo>
                <a:lnTo>
                  <a:pt x="1891823" y="126573"/>
                </a:lnTo>
                <a:lnTo>
                  <a:pt x="1892674" y="126599"/>
                </a:lnTo>
                <a:lnTo>
                  <a:pt x="1893508" y="126631"/>
                </a:lnTo>
                <a:lnTo>
                  <a:pt x="1894325" y="126669"/>
                </a:lnTo>
                <a:lnTo>
                  <a:pt x="1895123" y="126713"/>
                </a:lnTo>
                <a:lnTo>
                  <a:pt x="1895904" y="126762"/>
                </a:lnTo>
                <a:lnTo>
                  <a:pt x="1896667" y="126817"/>
                </a:lnTo>
                <a:lnTo>
                  <a:pt x="1897413" y="126879"/>
                </a:lnTo>
                <a:lnTo>
                  <a:pt x="1898140" y="126946"/>
                </a:lnTo>
                <a:lnTo>
                  <a:pt x="1898850" y="127018"/>
                </a:lnTo>
                <a:lnTo>
                  <a:pt x="1899542" y="127097"/>
                </a:lnTo>
                <a:lnTo>
                  <a:pt x="1900217" y="127182"/>
                </a:lnTo>
                <a:lnTo>
                  <a:pt x="1900873" y="127272"/>
                </a:lnTo>
                <a:lnTo>
                  <a:pt x="1901512" y="127368"/>
                </a:lnTo>
                <a:lnTo>
                  <a:pt x="1902133" y="127470"/>
                </a:lnTo>
                <a:lnTo>
                  <a:pt x="1902736" y="127578"/>
                </a:lnTo>
                <a:lnTo>
                  <a:pt x="1903322" y="127692"/>
                </a:lnTo>
                <a:lnTo>
                  <a:pt x="1903890" y="127811"/>
                </a:lnTo>
                <a:lnTo>
                  <a:pt x="1904440" y="127936"/>
                </a:lnTo>
                <a:lnTo>
                  <a:pt x="1904972" y="128067"/>
                </a:lnTo>
                <a:lnTo>
                  <a:pt x="1905487" y="128204"/>
                </a:lnTo>
                <a:lnTo>
                  <a:pt x="1905986" y="128347"/>
                </a:lnTo>
                <a:lnTo>
                  <a:pt x="1906472" y="128493"/>
                </a:lnTo>
                <a:lnTo>
                  <a:pt x="1906944" y="128645"/>
                </a:lnTo>
                <a:lnTo>
                  <a:pt x="1907403" y="128801"/>
                </a:lnTo>
                <a:lnTo>
                  <a:pt x="1907849" y="128962"/>
                </a:lnTo>
                <a:lnTo>
                  <a:pt x="1908282" y="129127"/>
                </a:lnTo>
                <a:lnTo>
                  <a:pt x="1908701" y="129297"/>
                </a:lnTo>
                <a:lnTo>
                  <a:pt x="1909108" y="129471"/>
                </a:lnTo>
                <a:lnTo>
                  <a:pt x="1909500" y="129650"/>
                </a:lnTo>
                <a:lnTo>
                  <a:pt x="1909880" y="129834"/>
                </a:lnTo>
                <a:lnTo>
                  <a:pt x="1910246" y="130023"/>
                </a:lnTo>
                <a:lnTo>
                  <a:pt x="1910599" y="130216"/>
                </a:lnTo>
                <a:lnTo>
                  <a:pt x="1910939" y="130413"/>
                </a:lnTo>
                <a:lnTo>
                  <a:pt x="1911266" y="130616"/>
                </a:lnTo>
                <a:lnTo>
                  <a:pt x="1911579" y="130823"/>
                </a:lnTo>
                <a:lnTo>
                  <a:pt x="1911879" y="131034"/>
                </a:lnTo>
                <a:lnTo>
                  <a:pt x="1912166" y="131250"/>
                </a:lnTo>
                <a:lnTo>
                  <a:pt x="1912439" y="131471"/>
                </a:lnTo>
                <a:lnTo>
                  <a:pt x="1912699" y="131697"/>
                </a:lnTo>
                <a:lnTo>
                  <a:pt x="1912946" y="131927"/>
                </a:lnTo>
                <a:lnTo>
                  <a:pt x="1913180" y="132161"/>
                </a:lnTo>
                <a:lnTo>
                  <a:pt x="1913400" y="132401"/>
                </a:lnTo>
                <a:lnTo>
                  <a:pt x="1913607" y="132644"/>
                </a:lnTo>
                <a:lnTo>
                  <a:pt x="1913801" y="132893"/>
                </a:lnTo>
                <a:lnTo>
                  <a:pt x="1913984" y="133146"/>
                </a:lnTo>
                <a:lnTo>
                  <a:pt x="1914159" y="133403"/>
                </a:lnTo>
                <a:lnTo>
                  <a:pt x="1914327" y="133663"/>
                </a:lnTo>
                <a:lnTo>
                  <a:pt x="1914487" y="133928"/>
                </a:lnTo>
                <a:lnTo>
                  <a:pt x="1914639" y="134197"/>
                </a:lnTo>
                <a:lnTo>
                  <a:pt x="1914783" y="134469"/>
                </a:lnTo>
                <a:lnTo>
                  <a:pt x="1914920" y="134745"/>
                </a:lnTo>
                <a:lnTo>
                  <a:pt x="1915048" y="135026"/>
                </a:lnTo>
                <a:lnTo>
                  <a:pt x="1915169" y="135310"/>
                </a:lnTo>
                <a:lnTo>
                  <a:pt x="1915282" y="135599"/>
                </a:lnTo>
                <a:lnTo>
                  <a:pt x="1915388" y="135891"/>
                </a:lnTo>
                <a:lnTo>
                  <a:pt x="1915485" y="136187"/>
                </a:lnTo>
                <a:lnTo>
                  <a:pt x="1915575" y="136487"/>
                </a:lnTo>
                <a:lnTo>
                  <a:pt x="1915657" y="136791"/>
                </a:lnTo>
                <a:lnTo>
                  <a:pt x="1915731" y="137099"/>
                </a:lnTo>
                <a:lnTo>
                  <a:pt x="1915797" y="137411"/>
                </a:lnTo>
                <a:lnTo>
                  <a:pt x="1915855" y="137727"/>
                </a:lnTo>
                <a:lnTo>
                  <a:pt x="1915906" y="138047"/>
                </a:lnTo>
                <a:lnTo>
                  <a:pt x="1915949" y="138370"/>
                </a:lnTo>
                <a:lnTo>
                  <a:pt x="1915984" y="138698"/>
                </a:lnTo>
                <a:lnTo>
                  <a:pt x="1916011" y="139030"/>
                </a:lnTo>
                <a:lnTo>
                  <a:pt x="1916031" y="139365"/>
                </a:lnTo>
                <a:lnTo>
                  <a:pt x="1916043" y="139705"/>
                </a:lnTo>
                <a:lnTo>
                  <a:pt x="1916047" y="140048"/>
                </a:lnTo>
                <a:lnTo>
                  <a:pt x="1916035" y="140628"/>
                </a:lnTo>
                <a:lnTo>
                  <a:pt x="1916000" y="141201"/>
                </a:lnTo>
                <a:lnTo>
                  <a:pt x="1915943" y="141765"/>
                </a:lnTo>
                <a:lnTo>
                  <a:pt x="1915862" y="142321"/>
                </a:lnTo>
                <a:lnTo>
                  <a:pt x="1915758" y="142870"/>
                </a:lnTo>
                <a:lnTo>
                  <a:pt x="1915631" y="143411"/>
                </a:lnTo>
                <a:lnTo>
                  <a:pt x="1915482" y="143944"/>
                </a:lnTo>
                <a:lnTo>
                  <a:pt x="1915309" y="144468"/>
                </a:lnTo>
                <a:lnTo>
                  <a:pt x="1915113" y="144985"/>
                </a:lnTo>
                <a:lnTo>
                  <a:pt x="1914893" y="145495"/>
                </a:lnTo>
                <a:lnTo>
                  <a:pt x="1914651" y="145996"/>
                </a:lnTo>
                <a:lnTo>
                  <a:pt x="1914386" y="146489"/>
                </a:lnTo>
                <a:lnTo>
                  <a:pt x="1914098" y="146975"/>
                </a:lnTo>
                <a:lnTo>
                  <a:pt x="1913787" y="147452"/>
                </a:lnTo>
                <a:lnTo>
                  <a:pt x="1913452" y="147922"/>
                </a:lnTo>
                <a:lnTo>
                  <a:pt x="1913095" y="148384"/>
                </a:lnTo>
                <a:lnTo>
                  <a:pt x="1912714" y="148837"/>
                </a:lnTo>
                <a:lnTo>
                  <a:pt x="1912311" y="149283"/>
                </a:lnTo>
                <a:lnTo>
                  <a:pt x="1911884" y="149722"/>
                </a:lnTo>
                <a:lnTo>
                  <a:pt x="1911434" y="150152"/>
                </a:lnTo>
                <a:lnTo>
                  <a:pt x="1910962" y="150574"/>
                </a:lnTo>
                <a:lnTo>
                  <a:pt x="1910466" y="150988"/>
                </a:lnTo>
                <a:lnTo>
                  <a:pt x="1909947" y="151395"/>
                </a:lnTo>
                <a:lnTo>
                  <a:pt x="1909405" y="151794"/>
                </a:lnTo>
                <a:lnTo>
                  <a:pt x="1908835" y="152180"/>
                </a:lnTo>
                <a:lnTo>
                  <a:pt x="1908231" y="152551"/>
                </a:lnTo>
                <a:lnTo>
                  <a:pt x="1907594" y="152904"/>
                </a:lnTo>
                <a:lnTo>
                  <a:pt x="1906924" y="153242"/>
                </a:lnTo>
                <a:lnTo>
                  <a:pt x="1906221" y="153563"/>
                </a:lnTo>
                <a:lnTo>
                  <a:pt x="1905484" y="153867"/>
                </a:lnTo>
                <a:lnTo>
                  <a:pt x="1904714" y="154155"/>
                </a:lnTo>
                <a:lnTo>
                  <a:pt x="1903910" y="154427"/>
                </a:lnTo>
                <a:lnTo>
                  <a:pt x="1903073" y="154682"/>
                </a:lnTo>
                <a:lnTo>
                  <a:pt x="1902203" y="154920"/>
                </a:lnTo>
                <a:lnTo>
                  <a:pt x="1901299" y="155142"/>
                </a:lnTo>
                <a:lnTo>
                  <a:pt x="1900362" y="155348"/>
                </a:lnTo>
                <a:lnTo>
                  <a:pt x="1899392" y="155537"/>
                </a:lnTo>
                <a:lnTo>
                  <a:pt x="1898388" y="155710"/>
                </a:lnTo>
                <a:lnTo>
                  <a:pt x="1897351" y="155867"/>
                </a:lnTo>
                <a:lnTo>
                  <a:pt x="1896281" y="156006"/>
                </a:lnTo>
                <a:lnTo>
                  <a:pt x="1895177" y="156130"/>
                </a:lnTo>
                <a:lnTo>
                  <a:pt x="1894040" y="156237"/>
                </a:lnTo>
                <a:lnTo>
                  <a:pt x="1892870" y="156327"/>
                </a:lnTo>
                <a:lnTo>
                  <a:pt x="1891666" y="156401"/>
                </a:lnTo>
                <a:lnTo>
                  <a:pt x="1890429" y="156459"/>
                </a:lnTo>
                <a:lnTo>
                  <a:pt x="1889158" y="156500"/>
                </a:lnTo>
                <a:lnTo>
                  <a:pt x="1887855" y="156525"/>
                </a:lnTo>
                <a:lnTo>
                  <a:pt x="1886517" y="156533"/>
                </a:lnTo>
                <a:lnTo>
                  <a:pt x="1885369" y="156525"/>
                </a:lnTo>
                <a:lnTo>
                  <a:pt x="1884247" y="156502"/>
                </a:lnTo>
                <a:lnTo>
                  <a:pt x="1883153" y="156463"/>
                </a:lnTo>
                <a:lnTo>
                  <a:pt x="1882087" y="156408"/>
                </a:lnTo>
                <a:lnTo>
                  <a:pt x="1881048" y="156338"/>
                </a:lnTo>
                <a:lnTo>
                  <a:pt x="1880037" y="156252"/>
                </a:lnTo>
                <a:close/>
                <a:moveTo>
                  <a:pt x="1573209" y="61965"/>
                </a:moveTo>
                <a:lnTo>
                  <a:pt x="1573613" y="61898"/>
                </a:lnTo>
                <a:lnTo>
                  <a:pt x="1574010" y="61820"/>
                </a:lnTo>
                <a:lnTo>
                  <a:pt x="1574401" y="61729"/>
                </a:lnTo>
                <a:lnTo>
                  <a:pt x="1574785" y="61626"/>
                </a:lnTo>
                <a:lnTo>
                  <a:pt x="1575163" y="61511"/>
                </a:lnTo>
                <a:lnTo>
                  <a:pt x="1575535" y="61384"/>
                </a:lnTo>
                <a:lnTo>
                  <a:pt x="1575900" y="61244"/>
                </a:lnTo>
                <a:lnTo>
                  <a:pt x="1576260" y="61093"/>
                </a:lnTo>
                <a:lnTo>
                  <a:pt x="1576612" y="60929"/>
                </a:lnTo>
                <a:lnTo>
                  <a:pt x="1576959" y="60754"/>
                </a:lnTo>
                <a:lnTo>
                  <a:pt x="1577299" y="60566"/>
                </a:lnTo>
                <a:lnTo>
                  <a:pt x="1577633" y="60366"/>
                </a:lnTo>
                <a:lnTo>
                  <a:pt x="1577961" y="60154"/>
                </a:lnTo>
                <a:lnTo>
                  <a:pt x="1578282" y="59930"/>
                </a:lnTo>
                <a:lnTo>
                  <a:pt x="1578597" y="59694"/>
                </a:lnTo>
                <a:lnTo>
                  <a:pt x="1578906" y="59446"/>
                </a:lnTo>
                <a:lnTo>
                  <a:pt x="1579209" y="59185"/>
                </a:lnTo>
                <a:lnTo>
                  <a:pt x="1579505" y="58913"/>
                </a:lnTo>
                <a:lnTo>
                  <a:pt x="1579795" y="58628"/>
                </a:lnTo>
                <a:lnTo>
                  <a:pt x="1580075" y="58335"/>
                </a:lnTo>
                <a:lnTo>
                  <a:pt x="1580344" y="58036"/>
                </a:lnTo>
                <a:lnTo>
                  <a:pt x="1580601" y="57732"/>
                </a:lnTo>
                <a:lnTo>
                  <a:pt x="1580846" y="57422"/>
                </a:lnTo>
                <a:lnTo>
                  <a:pt x="1581079" y="57106"/>
                </a:lnTo>
                <a:lnTo>
                  <a:pt x="1581300" y="56786"/>
                </a:lnTo>
                <a:lnTo>
                  <a:pt x="1581509" y="56459"/>
                </a:lnTo>
                <a:lnTo>
                  <a:pt x="1581706" y="56128"/>
                </a:lnTo>
                <a:lnTo>
                  <a:pt x="1581891" y="55790"/>
                </a:lnTo>
                <a:lnTo>
                  <a:pt x="1582064" y="55448"/>
                </a:lnTo>
                <a:lnTo>
                  <a:pt x="1582225" y="55100"/>
                </a:lnTo>
                <a:lnTo>
                  <a:pt x="1582375" y="54746"/>
                </a:lnTo>
                <a:lnTo>
                  <a:pt x="1582512" y="54387"/>
                </a:lnTo>
                <a:lnTo>
                  <a:pt x="1582638" y="54022"/>
                </a:lnTo>
                <a:lnTo>
                  <a:pt x="1582751" y="53652"/>
                </a:lnTo>
                <a:lnTo>
                  <a:pt x="1582853" y="53277"/>
                </a:lnTo>
                <a:lnTo>
                  <a:pt x="1582942" y="52896"/>
                </a:lnTo>
                <a:lnTo>
                  <a:pt x="1583020" y="52509"/>
                </a:lnTo>
                <a:lnTo>
                  <a:pt x="1583086" y="52117"/>
                </a:lnTo>
                <a:lnTo>
                  <a:pt x="1583139" y="51720"/>
                </a:lnTo>
                <a:lnTo>
                  <a:pt x="1583181" y="51317"/>
                </a:lnTo>
                <a:lnTo>
                  <a:pt x="1583211" y="50908"/>
                </a:lnTo>
                <a:lnTo>
                  <a:pt x="1583229" y="50495"/>
                </a:lnTo>
                <a:lnTo>
                  <a:pt x="1583235" y="50075"/>
                </a:lnTo>
                <a:lnTo>
                  <a:pt x="1583229" y="49641"/>
                </a:lnTo>
                <a:lnTo>
                  <a:pt x="1583211" y="49212"/>
                </a:lnTo>
                <a:lnTo>
                  <a:pt x="1583181" y="48790"/>
                </a:lnTo>
                <a:lnTo>
                  <a:pt x="1583139" y="48375"/>
                </a:lnTo>
                <a:lnTo>
                  <a:pt x="1583086" y="47966"/>
                </a:lnTo>
                <a:lnTo>
                  <a:pt x="1583020" y="47564"/>
                </a:lnTo>
                <a:lnTo>
                  <a:pt x="1582942" y="47168"/>
                </a:lnTo>
                <a:lnTo>
                  <a:pt x="1582853" y="46778"/>
                </a:lnTo>
                <a:lnTo>
                  <a:pt x="1582751" y="46395"/>
                </a:lnTo>
                <a:lnTo>
                  <a:pt x="1582638" y="46019"/>
                </a:lnTo>
                <a:lnTo>
                  <a:pt x="1582512" y="45649"/>
                </a:lnTo>
                <a:lnTo>
                  <a:pt x="1582375" y="45285"/>
                </a:lnTo>
                <a:lnTo>
                  <a:pt x="1582225" y="44928"/>
                </a:lnTo>
                <a:lnTo>
                  <a:pt x="1582064" y="44577"/>
                </a:lnTo>
                <a:lnTo>
                  <a:pt x="1581891" y="44233"/>
                </a:lnTo>
                <a:lnTo>
                  <a:pt x="1581706" y="43895"/>
                </a:lnTo>
                <a:lnTo>
                  <a:pt x="1581509" y="43564"/>
                </a:lnTo>
                <a:lnTo>
                  <a:pt x="1581300" y="43239"/>
                </a:lnTo>
                <a:lnTo>
                  <a:pt x="1581079" y="42921"/>
                </a:lnTo>
                <a:lnTo>
                  <a:pt x="1580846" y="42609"/>
                </a:lnTo>
                <a:lnTo>
                  <a:pt x="1580601" y="42304"/>
                </a:lnTo>
                <a:lnTo>
                  <a:pt x="1580344" y="42005"/>
                </a:lnTo>
                <a:lnTo>
                  <a:pt x="1580075" y="41713"/>
                </a:lnTo>
                <a:lnTo>
                  <a:pt x="1579795" y="41427"/>
                </a:lnTo>
                <a:lnTo>
                  <a:pt x="1579505" y="41150"/>
                </a:lnTo>
                <a:lnTo>
                  <a:pt x="1579209" y="40885"/>
                </a:lnTo>
                <a:lnTo>
                  <a:pt x="1578906" y="40632"/>
                </a:lnTo>
                <a:lnTo>
                  <a:pt x="1578597" y="40390"/>
                </a:lnTo>
                <a:lnTo>
                  <a:pt x="1578282" y="40160"/>
                </a:lnTo>
                <a:lnTo>
                  <a:pt x="1577961" y="39943"/>
                </a:lnTo>
                <a:lnTo>
                  <a:pt x="1577633" y="39736"/>
                </a:lnTo>
                <a:lnTo>
                  <a:pt x="1577299" y="39542"/>
                </a:lnTo>
                <a:lnTo>
                  <a:pt x="1576959" y="39359"/>
                </a:lnTo>
                <a:lnTo>
                  <a:pt x="1576612" y="39189"/>
                </a:lnTo>
                <a:lnTo>
                  <a:pt x="1576260" y="39030"/>
                </a:lnTo>
                <a:lnTo>
                  <a:pt x="1575900" y="38882"/>
                </a:lnTo>
                <a:lnTo>
                  <a:pt x="1575535" y="38747"/>
                </a:lnTo>
                <a:lnTo>
                  <a:pt x="1575163" y="38623"/>
                </a:lnTo>
                <a:lnTo>
                  <a:pt x="1574785" y="38511"/>
                </a:lnTo>
                <a:lnTo>
                  <a:pt x="1574401" y="38411"/>
                </a:lnTo>
                <a:lnTo>
                  <a:pt x="1574010" y="38323"/>
                </a:lnTo>
                <a:lnTo>
                  <a:pt x="1573613" y="38246"/>
                </a:lnTo>
                <a:lnTo>
                  <a:pt x="1573209" y="38182"/>
                </a:lnTo>
                <a:lnTo>
                  <a:pt x="1572800" y="38129"/>
                </a:lnTo>
                <a:lnTo>
                  <a:pt x="1572384" y="38087"/>
                </a:lnTo>
                <a:lnTo>
                  <a:pt x="1571962" y="38058"/>
                </a:lnTo>
                <a:lnTo>
                  <a:pt x="1571533" y="38040"/>
                </a:lnTo>
                <a:lnTo>
                  <a:pt x="1571098" y="38034"/>
                </a:lnTo>
                <a:lnTo>
                  <a:pt x="1570655" y="38040"/>
                </a:lnTo>
                <a:lnTo>
                  <a:pt x="1570219" y="38058"/>
                </a:lnTo>
                <a:lnTo>
                  <a:pt x="1569789" y="38087"/>
                </a:lnTo>
                <a:lnTo>
                  <a:pt x="1569365" y="38129"/>
                </a:lnTo>
                <a:lnTo>
                  <a:pt x="1568947" y="38182"/>
                </a:lnTo>
                <a:lnTo>
                  <a:pt x="1568536" y="38246"/>
                </a:lnTo>
                <a:lnTo>
                  <a:pt x="1568131" y="38323"/>
                </a:lnTo>
                <a:lnTo>
                  <a:pt x="1567732" y="38411"/>
                </a:lnTo>
                <a:lnTo>
                  <a:pt x="1567340" y="38511"/>
                </a:lnTo>
                <a:lnTo>
                  <a:pt x="1566954" y="38623"/>
                </a:lnTo>
                <a:lnTo>
                  <a:pt x="1566574" y="38747"/>
                </a:lnTo>
                <a:lnTo>
                  <a:pt x="1566201" y="38882"/>
                </a:lnTo>
                <a:lnTo>
                  <a:pt x="1565834" y="39030"/>
                </a:lnTo>
                <a:lnTo>
                  <a:pt x="1565473" y="39189"/>
                </a:lnTo>
                <a:lnTo>
                  <a:pt x="1565118" y="39359"/>
                </a:lnTo>
                <a:lnTo>
                  <a:pt x="1564770" y="39542"/>
                </a:lnTo>
                <a:lnTo>
                  <a:pt x="1564428" y="39736"/>
                </a:lnTo>
                <a:lnTo>
                  <a:pt x="1564092" y="39943"/>
                </a:lnTo>
                <a:lnTo>
                  <a:pt x="1563763" y="40160"/>
                </a:lnTo>
                <a:lnTo>
                  <a:pt x="1563440" y="40390"/>
                </a:lnTo>
                <a:lnTo>
                  <a:pt x="1563123" y="40632"/>
                </a:lnTo>
                <a:lnTo>
                  <a:pt x="1562813" y="40885"/>
                </a:lnTo>
                <a:lnTo>
                  <a:pt x="1562509" y="41150"/>
                </a:lnTo>
                <a:lnTo>
                  <a:pt x="1562211" y="41427"/>
                </a:lnTo>
                <a:lnTo>
                  <a:pt x="1561922" y="41713"/>
                </a:lnTo>
                <a:lnTo>
                  <a:pt x="1561646" y="42005"/>
                </a:lnTo>
                <a:lnTo>
                  <a:pt x="1561382" y="42304"/>
                </a:lnTo>
                <a:lnTo>
                  <a:pt x="1561130" y="42609"/>
                </a:lnTo>
                <a:lnTo>
                  <a:pt x="1560891" y="42921"/>
                </a:lnTo>
                <a:lnTo>
                  <a:pt x="1560664" y="43239"/>
                </a:lnTo>
                <a:lnTo>
                  <a:pt x="1560449" y="43564"/>
                </a:lnTo>
                <a:lnTo>
                  <a:pt x="1560247" y="43895"/>
                </a:lnTo>
                <a:lnTo>
                  <a:pt x="1560056" y="44233"/>
                </a:lnTo>
                <a:lnTo>
                  <a:pt x="1559878" y="44577"/>
                </a:lnTo>
                <a:lnTo>
                  <a:pt x="1559712" y="44928"/>
                </a:lnTo>
                <a:lnTo>
                  <a:pt x="1559559" y="45285"/>
                </a:lnTo>
                <a:lnTo>
                  <a:pt x="1559418" y="45649"/>
                </a:lnTo>
                <a:lnTo>
                  <a:pt x="1559289" y="46019"/>
                </a:lnTo>
                <a:lnTo>
                  <a:pt x="1559172" y="46395"/>
                </a:lnTo>
                <a:lnTo>
                  <a:pt x="1559068" y="46778"/>
                </a:lnTo>
                <a:lnTo>
                  <a:pt x="1558976" y="47168"/>
                </a:lnTo>
                <a:lnTo>
                  <a:pt x="1558896" y="47564"/>
                </a:lnTo>
                <a:lnTo>
                  <a:pt x="1558829" y="47966"/>
                </a:lnTo>
                <a:lnTo>
                  <a:pt x="1558773" y="48375"/>
                </a:lnTo>
                <a:lnTo>
                  <a:pt x="1558730" y="48790"/>
                </a:lnTo>
                <a:lnTo>
                  <a:pt x="1558700" y="49212"/>
                </a:lnTo>
                <a:lnTo>
                  <a:pt x="1558681" y="49641"/>
                </a:lnTo>
                <a:lnTo>
                  <a:pt x="1558675" y="50075"/>
                </a:lnTo>
                <a:lnTo>
                  <a:pt x="1558681" y="50495"/>
                </a:lnTo>
                <a:lnTo>
                  <a:pt x="1558700" y="50908"/>
                </a:lnTo>
                <a:lnTo>
                  <a:pt x="1558730" y="51317"/>
                </a:lnTo>
                <a:lnTo>
                  <a:pt x="1558773" y="51720"/>
                </a:lnTo>
                <a:lnTo>
                  <a:pt x="1558829" y="52117"/>
                </a:lnTo>
                <a:lnTo>
                  <a:pt x="1558896" y="52509"/>
                </a:lnTo>
                <a:lnTo>
                  <a:pt x="1558976" y="52896"/>
                </a:lnTo>
                <a:lnTo>
                  <a:pt x="1559068" y="53277"/>
                </a:lnTo>
                <a:lnTo>
                  <a:pt x="1559172" y="53652"/>
                </a:lnTo>
                <a:lnTo>
                  <a:pt x="1559289" y="54022"/>
                </a:lnTo>
                <a:lnTo>
                  <a:pt x="1559418" y="54387"/>
                </a:lnTo>
                <a:lnTo>
                  <a:pt x="1559559" y="54746"/>
                </a:lnTo>
                <a:lnTo>
                  <a:pt x="1559712" y="55100"/>
                </a:lnTo>
                <a:lnTo>
                  <a:pt x="1559878" y="55448"/>
                </a:lnTo>
                <a:lnTo>
                  <a:pt x="1560056" y="55790"/>
                </a:lnTo>
                <a:lnTo>
                  <a:pt x="1560247" y="56128"/>
                </a:lnTo>
                <a:lnTo>
                  <a:pt x="1560449" y="56459"/>
                </a:lnTo>
                <a:lnTo>
                  <a:pt x="1560664" y="56786"/>
                </a:lnTo>
                <a:lnTo>
                  <a:pt x="1560891" y="57106"/>
                </a:lnTo>
                <a:lnTo>
                  <a:pt x="1561130" y="57422"/>
                </a:lnTo>
                <a:lnTo>
                  <a:pt x="1561382" y="57732"/>
                </a:lnTo>
                <a:lnTo>
                  <a:pt x="1561646" y="58036"/>
                </a:lnTo>
                <a:lnTo>
                  <a:pt x="1561922" y="58335"/>
                </a:lnTo>
                <a:lnTo>
                  <a:pt x="1562211" y="58628"/>
                </a:lnTo>
                <a:lnTo>
                  <a:pt x="1562509" y="58913"/>
                </a:lnTo>
                <a:lnTo>
                  <a:pt x="1562813" y="59185"/>
                </a:lnTo>
                <a:lnTo>
                  <a:pt x="1563123" y="59446"/>
                </a:lnTo>
                <a:lnTo>
                  <a:pt x="1563440" y="59694"/>
                </a:lnTo>
                <a:lnTo>
                  <a:pt x="1563763" y="59930"/>
                </a:lnTo>
                <a:lnTo>
                  <a:pt x="1564092" y="60154"/>
                </a:lnTo>
                <a:lnTo>
                  <a:pt x="1564428" y="60366"/>
                </a:lnTo>
                <a:lnTo>
                  <a:pt x="1564770" y="60566"/>
                </a:lnTo>
                <a:lnTo>
                  <a:pt x="1565118" y="60754"/>
                </a:lnTo>
                <a:lnTo>
                  <a:pt x="1565473" y="60929"/>
                </a:lnTo>
                <a:lnTo>
                  <a:pt x="1565834" y="61093"/>
                </a:lnTo>
                <a:lnTo>
                  <a:pt x="1566201" y="61244"/>
                </a:lnTo>
                <a:lnTo>
                  <a:pt x="1566574" y="61384"/>
                </a:lnTo>
                <a:lnTo>
                  <a:pt x="1566954" y="61511"/>
                </a:lnTo>
                <a:lnTo>
                  <a:pt x="1567340" y="61626"/>
                </a:lnTo>
                <a:lnTo>
                  <a:pt x="1567732" y="61729"/>
                </a:lnTo>
                <a:lnTo>
                  <a:pt x="1568131" y="61820"/>
                </a:lnTo>
                <a:lnTo>
                  <a:pt x="1568536" y="61898"/>
                </a:lnTo>
                <a:lnTo>
                  <a:pt x="1568947" y="61965"/>
                </a:lnTo>
                <a:lnTo>
                  <a:pt x="1569365" y="62019"/>
                </a:lnTo>
                <a:lnTo>
                  <a:pt x="1569789" y="62062"/>
                </a:lnTo>
                <a:lnTo>
                  <a:pt x="1570219" y="62092"/>
                </a:lnTo>
                <a:lnTo>
                  <a:pt x="1570655" y="62110"/>
                </a:lnTo>
                <a:lnTo>
                  <a:pt x="1571098" y="62116"/>
                </a:lnTo>
                <a:lnTo>
                  <a:pt x="1571533" y="62110"/>
                </a:lnTo>
                <a:lnTo>
                  <a:pt x="1571962" y="62092"/>
                </a:lnTo>
                <a:lnTo>
                  <a:pt x="1572384" y="62062"/>
                </a:lnTo>
                <a:lnTo>
                  <a:pt x="1572800" y="62019"/>
                </a:lnTo>
                <a:lnTo>
                  <a:pt x="1573209" y="61965"/>
                </a:lnTo>
                <a:close/>
                <a:moveTo>
                  <a:pt x="1654156" y="3440"/>
                </a:moveTo>
                <a:lnTo>
                  <a:pt x="1654156" y="132069"/>
                </a:lnTo>
                <a:lnTo>
                  <a:pt x="1731467" y="132069"/>
                </a:lnTo>
                <a:lnTo>
                  <a:pt x="1731467" y="117256"/>
                </a:lnTo>
                <a:lnTo>
                  <a:pt x="1671357" y="117256"/>
                </a:lnTo>
                <a:lnTo>
                  <a:pt x="1671357" y="3440"/>
                </a:lnTo>
                <a:lnTo>
                  <a:pt x="1654156" y="3440"/>
                </a:lnTo>
                <a:close/>
                <a:moveTo>
                  <a:pt x="2227744" y="119040"/>
                </a:moveTo>
                <a:lnTo>
                  <a:pt x="2227089" y="119000"/>
                </a:lnTo>
                <a:lnTo>
                  <a:pt x="2226457" y="118945"/>
                </a:lnTo>
                <a:lnTo>
                  <a:pt x="2225846" y="118873"/>
                </a:lnTo>
                <a:lnTo>
                  <a:pt x="2225257" y="118785"/>
                </a:lnTo>
                <a:lnTo>
                  <a:pt x="2224689" y="118682"/>
                </a:lnTo>
                <a:lnTo>
                  <a:pt x="2224143" y="118562"/>
                </a:lnTo>
                <a:lnTo>
                  <a:pt x="2223619" y="118427"/>
                </a:lnTo>
                <a:lnTo>
                  <a:pt x="2223117" y="118276"/>
                </a:lnTo>
                <a:lnTo>
                  <a:pt x="2222636" y="118109"/>
                </a:lnTo>
                <a:lnTo>
                  <a:pt x="2222178" y="117925"/>
                </a:lnTo>
                <a:lnTo>
                  <a:pt x="2221741" y="117726"/>
                </a:lnTo>
                <a:lnTo>
                  <a:pt x="2221325" y="117511"/>
                </a:lnTo>
                <a:lnTo>
                  <a:pt x="2220932" y="117280"/>
                </a:lnTo>
                <a:lnTo>
                  <a:pt x="2220560" y="117033"/>
                </a:lnTo>
                <a:lnTo>
                  <a:pt x="2220210" y="116771"/>
                </a:lnTo>
                <a:lnTo>
                  <a:pt x="2219881" y="116492"/>
                </a:lnTo>
                <a:lnTo>
                  <a:pt x="2219574" y="116197"/>
                </a:lnTo>
                <a:lnTo>
                  <a:pt x="2219290" y="115887"/>
                </a:lnTo>
                <a:lnTo>
                  <a:pt x="2219026" y="115560"/>
                </a:lnTo>
                <a:lnTo>
                  <a:pt x="2218785" y="115218"/>
                </a:lnTo>
                <a:lnTo>
                  <a:pt x="2218565" y="114859"/>
                </a:lnTo>
                <a:lnTo>
                  <a:pt x="2218367" y="114485"/>
                </a:lnTo>
                <a:lnTo>
                  <a:pt x="2218184" y="114096"/>
                </a:lnTo>
                <a:lnTo>
                  <a:pt x="2218008" y="113692"/>
                </a:lnTo>
                <a:lnTo>
                  <a:pt x="2217841" y="113274"/>
                </a:lnTo>
                <a:lnTo>
                  <a:pt x="2217681" y="112842"/>
                </a:lnTo>
                <a:lnTo>
                  <a:pt x="2217529" y="112395"/>
                </a:lnTo>
                <a:lnTo>
                  <a:pt x="2217385" y="111935"/>
                </a:lnTo>
                <a:lnTo>
                  <a:pt x="2217248" y="111460"/>
                </a:lnTo>
                <a:lnTo>
                  <a:pt x="2217119" y="110970"/>
                </a:lnTo>
                <a:lnTo>
                  <a:pt x="2216999" y="110467"/>
                </a:lnTo>
                <a:lnTo>
                  <a:pt x="2216886" y="109949"/>
                </a:lnTo>
                <a:lnTo>
                  <a:pt x="2216780" y="109417"/>
                </a:lnTo>
                <a:lnTo>
                  <a:pt x="2216683" y="108871"/>
                </a:lnTo>
                <a:lnTo>
                  <a:pt x="2216593" y="108310"/>
                </a:lnTo>
                <a:lnTo>
                  <a:pt x="2216511" y="107735"/>
                </a:lnTo>
                <a:lnTo>
                  <a:pt x="2216437" y="107146"/>
                </a:lnTo>
                <a:lnTo>
                  <a:pt x="2216371" y="106543"/>
                </a:lnTo>
                <a:lnTo>
                  <a:pt x="2216312" y="105925"/>
                </a:lnTo>
                <a:lnTo>
                  <a:pt x="2216262" y="105293"/>
                </a:lnTo>
                <a:lnTo>
                  <a:pt x="2216219" y="104647"/>
                </a:lnTo>
                <a:lnTo>
                  <a:pt x="2216184" y="103986"/>
                </a:lnTo>
                <a:lnTo>
                  <a:pt x="2216156" y="103312"/>
                </a:lnTo>
                <a:lnTo>
                  <a:pt x="2216137" y="102623"/>
                </a:lnTo>
                <a:lnTo>
                  <a:pt x="2216125" y="101919"/>
                </a:lnTo>
                <a:lnTo>
                  <a:pt x="2216121" y="101202"/>
                </a:lnTo>
                <a:lnTo>
                  <a:pt x="2216121" y="3440"/>
                </a:lnTo>
                <a:lnTo>
                  <a:pt x="2200258" y="3440"/>
                </a:lnTo>
                <a:lnTo>
                  <a:pt x="2200258" y="101966"/>
                </a:lnTo>
                <a:lnTo>
                  <a:pt x="2200262" y="102750"/>
                </a:lnTo>
                <a:lnTo>
                  <a:pt x="2200273" y="103524"/>
                </a:lnTo>
                <a:lnTo>
                  <a:pt x="2200292" y="104289"/>
                </a:lnTo>
                <a:lnTo>
                  <a:pt x="2200319" y="105044"/>
                </a:lnTo>
                <a:lnTo>
                  <a:pt x="2200353" y="105790"/>
                </a:lnTo>
                <a:lnTo>
                  <a:pt x="2200395" y="106526"/>
                </a:lnTo>
                <a:lnTo>
                  <a:pt x="2200445" y="107253"/>
                </a:lnTo>
                <a:lnTo>
                  <a:pt x="2200502" y="107971"/>
                </a:lnTo>
                <a:lnTo>
                  <a:pt x="2200567" y="108679"/>
                </a:lnTo>
                <a:lnTo>
                  <a:pt x="2200639" y="109377"/>
                </a:lnTo>
                <a:lnTo>
                  <a:pt x="2200720" y="110066"/>
                </a:lnTo>
                <a:lnTo>
                  <a:pt x="2200807" y="110746"/>
                </a:lnTo>
                <a:lnTo>
                  <a:pt x="2200903" y="111416"/>
                </a:lnTo>
                <a:lnTo>
                  <a:pt x="2201006" y="112077"/>
                </a:lnTo>
                <a:lnTo>
                  <a:pt x="2201116" y="112728"/>
                </a:lnTo>
                <a:lnTo>
                  <a:pt x="2201235" y="113370"/>
                </a:lnTo>
                <a:lnTo>
                  <a:pt x="2201361" y="114003"/>
                </a:lnTo>
                <a:lnTo>
                  <a:pt x="2201494" y="114625"/>
                </a:lnTo>
                <a:lnTo>
                  <a:pt x="2201635" y="115239"/>
                </a:lnTo>
                <a:lnTo>
                  <a:pt x="2201784" y="115843"/>
                </a:lnTo>
                <a:lnTo>
                  <a:pt x="2201941" y="116437"/>
                </a:lnTo>
                <a:lnTo>
                  <a:pt x="2202105" y="117022"/>
                </a:lnTo>
                <a:lnTo>
                  <a:pt x="2202276" y="117598"/>
                </a:lnTo>
                <a:lnTo>
                  <a:pt x="2202456" y="118164"/>
                </a:lnTo>
                <a:lnTo>
                  <a:pt x="2202646" y="118720"/>
                </a:lnTo>
                <a:lnTo>
                  <a:pt x="2202849" y="119265"/>
                </a:lnTo>
                <a:lnTo>
                  <a:pt x="2203065" y="119799"/>
                </a:lnTo>
                <a:lnTo>
                  <a:pt x="2203295" y="120322"/>
                </a:lnTo>
                <a:lnTo>
                  <a:pt x="2203537" y="120835"/>
                </a:lnTo>
                <a:lnTo>
                  <a:pt x="2203794" y="121336"/>
                </a:lnTo>
                <a:lnTo>
                  <a:pt x="2204063" y="121826"/>
                </a:lnTo>
                <a:lnTo>
                  <a:pt x="2204346" y="122305"/>
                </a:lnTo>
                <a:lnTo>
                  <a:pt x="2204642" y="122774"/>
                </a:lnTo>
                <a:lnTo>
                  <a:pt x="2204951" y="123231"/>
                </a:lnTo>
                <a:lnTo>
                  <a:pt x="2205274" y="123678"/>
                </a:lnTo>
                <a:lnTo>
                  <a:pt x="2205609" y="124113"/>
                </a:lnTo>
                <a:lnTo>
                  <a:pt x="2205958" y="124538"/>
                </a:lnTo>
                <a:lnTo>
                  <a:pt x="2206321" y="124951"/>
                </a:lnTo>
                <a:lnTo>
                  <a:pt x="2206696" y="125354"/>
                </a:lnTo>
                <a:lnTo>
                  <a:pt x="2207085" y="125746"/>
                </a:lnTo>
                <a:lnTo>
                  <a:pt x="2207487" y="126126"/>
                </a:lnTo>
                <a:lnTo>
                  <a:pt x="2207903" y="126496"/>
                </a:lnTo>
                <a:lnTo>
                  <a:pt x="2208332" y="126855"/>
                </a:lnTo>
                <a:lnTo>
                  <a:pt x="2208774" y="127203"/>
                </a:lnTo>
                <a:lnTo>
                  <a:pt x="2209229" y="127540"/>
                </a:lnTo>
                <a:lnTo>
                  <a:pt x="2209697" y="127866"/>
                </a:lnTo>
                <a:lnTo>
                  <a:pt x="2210179" y="128181"/>
                </a:lnTo>
                <a:lnTo>
                  <a:pt x="2210674" y="128485"/>
                </a:lnTo>
                <a:lnTo>
                  <a:pt x="2211185" y="128778"/>
                </a:lnTo>
                <a:lnTo>
                  <a:pt x="2211715" y="129057"/>
                </a:lnTo>
                <a:lnTo>
                  <a:pt x="2212263" y="129325"/>
                </a:lnTo>
                <a:lnTo>
                  <a:pt x="2212830" y="129580"/>
                </a:lnTo>
                <a:lnTo>
                  <a:pt x="2213415" y="129823"/>
                </a:lnTo>
                <a:lnTo>
                  <a:pt x="2214019" y="130053"/>
                </a:lnTo>
                <a:lnTo>
                  <a:pt x="2214641" y="130271"/>
                </a:lnTo>
                <a:lnTo>
                  <a:pt x="2215283" y="130476"/>
                </a:lnTo>
                <a:lnTo>
                  <a:pt x="2215942" y="130669"/>
                </a:lnTo>
                <a:lnTo>
                  <a:pt x="2216620" y="130849"/>
                </a:lnTo>
                <a:lnTo>
                  <a:pt x="2217317" y="131017"/>
                </a:lnTo>
                <a:lnTo>
                  <a:pt x="2218033" y="131173"/>
                </a:lnTo>
                <a:lnTo>
                  <a:pt x="2218767" y="131316"/>
                </a:lnTo>
                <a:lnTo>
                  <a:pt x="2219519" y="131447"/>
                </a:lnTo>
                <a:lnTo>
                  <a:pt x="2220290" y="131565"/>
                </a:lnTo>
                <a:lnTo>
                  <a:pt x="2221080" y="131671"/>
                </a:lnTo>
                <a:lnTo>
                  <a:pt x="2221888" y="131764"/>
                </a:lnTo>
                <a:lnTo>
                  <a:pt x="2222715" y="131845"/>
                </a:lnTo>
                <a:lnTo>
                  <a:pt x="2223561" y="131913"/>
                </a:lnTo>
                <a:lnTo>
                  <a:pt x="2224425" y="131969"/>
                </a:lnTo>
                <a:lnTo>
                  <a:pt x="2225307" y="132013"/>
                </a:lnTo>
                <a:lnTo>
                  <a:pt x="2226209" y="132044"/>
                </a:lnTo>
                <a:lnTo>
                  <a:pt x="2227128" y="132063"/>
                </a:lnTo>
                <a:lnTo>
                  <a:pt x="2228067" y="132069"/>
                </a:lnTo>
                <a:lnTo>
                  <a:pt x="2233418" y="132069"/>
                </a:lnTo>
                <a:lnTo>
                  <a:pt x="2233418" y="119072"/>
                </a:lnTo>
                <a:lnTo>
                  <a:pt x="2229118" y="119072"/>
                </a:lnTo>
                <a:lnTo>
                  <a:pt x="2228420" y="119064"/>
                </a:lnTo>
                <a:lnTo>
                  <a:pt x="2227744" y="119040"/>
                </a:lnTo>
                <a:close/>
                <a:moveTo>
                  <a:pt x="1965189" y="132069"/>
                </a:moveTo>
                <a:lnTo>
                  <a:pt x="1965189" y="36123"/>
                </a:lnTo>
                <a:lnTo>
                  <a:pt x="1949229" y="36123"/>
                </a:lnTo>
                <a:lnTo>
                  <a:pt x="1949229" y="132069"/>
                </a:lnTo>
                <a:lnTo>
                  <a:pt x="1965189" y="132069"/>
                </a:lnTo>
                <a:close/>
                <a:moveTo>
                  <a:pt x="1791020" y="133531"/>
                </a:moveTo>
                <a:lnTo>
                  <a:pt x="1792105" y="133417"/>
                </a:lnTo>
                <a:lnTo>
                  <a:pt x="1793176" y="133283"/>
                </a:lnTo>
                <a:lnTo>
                  <a:pt x="1794233" y="133128"/>
                </a:lnTo>
                <a:lnTo>
                  <a:pt x="1795275" y="132952"/>
                </a:lnTo>
                <a:lnTo>
                  <a:pt x="1796304" y="132756"/>
                </a:lnTo>
                <a:lnTo>
                  <a:pt x="1797319" y="132539"/>
                </a:lnTo>
                <a:lnTo>
                  <a:pt x="1798319" y="132301"/>
                </a:lnTo>
                <a:lnTo>
                  <a:pt x="1799306" y="132043"/>
                </a:lnTo>
                <a:lnTo>
                  <a:pt x="1800278" y="131764"/>
                </a:lnTo>
                <a:lnTo>
                  <a:pt x="1801236" y="131464"/>
                </a:lnTo>
                <a:lnTo>
                  <a:pt x="1802180" y="131144"/>
                </a:lnTo>
                <a:lnTo>
                  <a:pt x="1803110" y="130803"/>
                </a:lnTo>
                <a:lnTo>
                  <a:pt x="1804026" y="130441"/>
                </a:lnTo>
                <a:lnTo>
                  <a:pt x="1804928" y="130059"/>
                </a:lnTo>
                <a:lnTo>
                  <a:pt x="1805816" y="129656"/>
                </a:lnTo>
                <a:lnTo>
                  <a:pt x="1806689" y="129232"/>
                </a:lnTo>
                <a:lnTo>
                  <a:pt x="1807549" y="128788"/>
                </a:lnTo>
                <a:lnTo>
                  <a:pt x="1808394" y="128323"/>
                </a:lnTo>
                <a:lnTo>
                  <a:pt x="1809225" y="127837"/>
                </a:lnTo>
                <a:lnTo>
                  <a:pt x="1810042" y="127332"/>
                </a:lnTo>
                <a:lnTo>
                  <a:pt x="1810842" y="126809"/>
                </a:lnTo>
                <a:lnTo>
                  <a:pt x="1811626" y="126268"/>
                </a:lnTo>
                <a:lnTo>
                  <a:pt x="1812395" y="125710"/>
                </a:lnTo>
                <a:lnTo>
                  <a:pt x="1813148" y="125134"/>
                </a:lnTo>
                <a:lnTo>
                  <a:pt x="1813884" y="124540"/>
                </a:lnTo>
                <a:lnTo>
                  <a:pt x="1814605" y="123928"/>
                </a:lnTo>
                <a:lnTo>
                  <a:pt x="1815310" y="123299"/>
                </a:lnTo>
                <a:lnTo>
                  <a:pt x="1815999" y="122652"/>
                </a:lnTo>
                <a:lnTo>
                  <a:pt x="1816671" y="121987"/>
                </a:lnTo>
                <a:lnTo>
                  <a:pt x="1817328" y="121304"/>
                </a:lnTo>
                <a:lnTo>
                  <a:pt x="1817970" y="120603"/>
                </a:lnTo>
                <a:lnTo>
                  <a:pt x="1818595" y="119885"/>
                </a:lnTo>
                <a:lnTo>
                  <a:pt x="1819204" y="119149"/>
                </a:lnTo>
                <a:lnTo>
                  <a:pt x="1819797" y="118395"/>
                </a:lnTo>
                <a:lnTo>
                  <a:pt x="1820375" y="117624"/>
                </a:lnTo>
                <a:lnTo>
                  <a:pt x="1820936" y="116834"/>
                </a:lnTo>
                <a:lnTo>
                  <a:pt x="1821481" y="116027"/>
                </a:lnTo>
                <a:lnTo>
                  <a:pt x="1822011" y="115202"/>
                </a:lnTo>
                <a:lnTo>
                  <a:pt x="1822525" y="114360"/>
                </a:lnTo>
                <a:lnTo>
                  <a:pt x="1823022" y="113500"/>
                </a:lnTo>
                <a:lnTo>
                  <a:pt x="1823504" y="112621"/>
                </a:lnTo>
                <a:lnTo>
                  <a:pt x="1823970" y="111725"/>
                </a:lnTo>
                <a:lnTo>
                  <a:pt x="1824420" y="110812"/>
                </a:lnTo>
                <a:lnTo>
                  <a:pt x="1824853" y="109882"/>
                </a:lnTo>
                <a:lnTo>
                  <a:pt x="1825267" y="108938"/>
                </a:lnTo>
                <a:lnTo>
                  <a:pt x="1825663" y="107979"/>
                </a:lnTo>
                <a:lnTo>
                  <a:pt x="1826041" y="107005"/>
                </a:lnTo>
                <a:lnTo>
                  <a:pt x="1826400" y="106018"/>
                </a:lnTo>
                <a:lnTo>
                  <a:pt x="1826740" y="105015"/>
                </a:lnTo>
                <a:lnTo>
                  <a:pt x="1827063" y="103998"/>
                </a:lnTo>
                <a:lnTo>
                  <a:pt x="1827367" y="102967"/>
                </a:lnTo>
                <a:lnTo>
                  <a:pt x="1827652" y="101921"/>
                </a:lnTo>
                <a:lnTo>
                  <a:pt x="1827919" y="100860"/>
                </a:lnTo>
                <a:lnTo>
                  <a:pt x="1828168" y="99785"/>
                </a:lnTo>
                <a:lnTo>
                  <a:pt x="1828398" y="98695"/>
                </a:lnTo>
                <a:lnTo>
                  <a:pt x="1828610" y="97591"/>
                </a:lnTo>
                <a:lnTo>
                  <a:pt x="1828803" y="96473"/>
                </a:lnTo>
                <a:lnTo>
                  <a:pt x="1828978" y="95339"/>
                </a:lnTo>
                <a:lnTo>
                  <a:pt x="1829135" y="94192"/>
                </a:lnTo>
                <a:lnTo>
                  <a:pt x="1829273" y="93030"/>
                </a:lnTo>
                <a:lnTo>
                  <a:pt x="1829392" y="91853"/>
                </a:lnTo>
                <a:lnTo>
                  <a:pt x="1829494" y="90661"/>
                </a:lnTo>
                <a:lnTo>
                  <a:pt x="1829576" y="89456"/>
                </a:lnTo>
                <a:lnTo>
                  <a:pt x="1829641" y="88235"/>
                </a:lnTo>
                <a:lnTo>
                  <a:pt x="1829687" y="87000"/>
                </a:lnTo>
                <a:lnTo>
                  <a:pt x="1829715" y="85751"/>
                </a:lnTo>
                <a:lnTo>
                  <a:pt x="1829724" y="84487"/>
                </a:lnTo>
                <a:lnTo>
                  <a:pt x="1829715" y="83191"/>
                </a:lnTo>
                <a:lnTo>
                  <a:pt x="1829687" y="81911"/>
                </a:lnTo>
                <a:lnTo>
                  <a:pt x="1829641" y="80646"/>
                </a:lnTo>
                <a:lnTo>
                  <a:pt x="1829576" y="79396"/>
                </a:lnTo>
                <a:lnTo>
                  <a:pt x="1829494" y="78162"/>
                </a:lnTo>
                <a:lnTo>
                  <a:pt x="1829392" y="76944"/>
                </a:lnTo>
                <a:lnTo>
                  <a:pt x="1829273" y="75741"/>
                </a:lnTo>
                <a:lnTo>
                  <a:pt x="1829135" y="74554"/>
                </a:lnTo>
                <a:lnTo>
                  <a:pt x="1828978" y="73382"/>
                </a:lnTo>
                <a:lnTo>
                  <a:pt x="1828803" y="72226"/>
                </a:lnTo>
                <a:lnTo>
                  <a:pt x="1828610" y="71086"/>
                </a:lnTo>
                <a:lnTo>
                  <a:pt x="1828398" y="69961"/>
                </a:lnTo>
                <a:lnTo>
                  <a:pt x="1828168" y="68851"/>
                </a:lnTo>
                <a:lnTo>
                  <a:pt x="1827919" y="67757"/>
                </a:lnTo>
                <a:lnTo>
                  <a:pt x="1827652" y="66679"/>
                </a:lnTo>
                <a:lnTo>
                  <a:pt x="1827367" y="65616"/>
                </a:lnTo>
                <a:lnTo>
                  <a:pt x="1827063" y="64569"/>
                </a:lnTo>
                <a:lnTo>
                  <a:pt x="1826740" y="63537"/>
                </a:lnTo>
                <a:lnTo>
                  <a:pt x="1826400" y="62521"/>
                </a:lnTo>
                <a:lnTo>
                  <a:pt x="1826041" y="61520"/>
                </a:lnTo>
                <a:lnTo>
                  <a:pt x="1825663" y="60535"/>
                </a:lnTo>
                <a:lnTo>
                  <a:pt x="1825267" y="59565"/>
                </a:lnTo>
                <a:lnTo>
                  <a:pt x="1824853" y="58611"/>
                </a:lnTo>
                <a:lnTo>
                  <a:pt x="1824420" y="57673"/>
                </a:lnTo>
                <a:lnTo>
                  <a:pt x="1823970" y="56751"/>
                </a:lnTo>
                <a:lnTo>
                  <a:pt x="1823504" y="55847"/>
                </a:lnTo>
                <a:lnTo>
                  <a:pt x="1823022" y="54961"/>
                </a:lnTo>
                <a:lnTo>
                  <a:pt x="1822525" y="54093"/>
                </a:lnTo>
                <a:lnTo>
                  <a:pt x="1822011" y="53243"/>
                </a:lnTo>
                <a:lnTo>
                  <a:pt x="1821481" y="52411"/>
                </a:lnTo>
                <a:lnTo>
                  <a:pt x="1820936" y="51597"/>
                </a:lnTo>
                <a:lnTo>
                  <a:pt x="1820375" y="50801"/>
                </a:lnTo>
                <a:lnTo>
                  <a:pt x="1819797" y="50022"/>
                </a:lnTo>
                <a:lnTo>
                  <a:pt x="1819204" y="49262"/>
                </a:lnTo>
                <a:lnTo>
                  <a:pt x="1818595" y="48520"/>
                </a:lnTo>
                <a:lnTo>
                  <a:pt x="1817970" y="47795"/>
                </a:lnTo>
                <a:lnTo>
                  <a:pt x="1817328" y="47089"/>
                </a:lnTo>
                <a:lnTo>
                  <a:pt x="1816671" y="46400"/>
                </a:lnTo>
                <a:lnTo>
                  <a:pt x="1815999" y="45729"/>
                </a:lnTo>
                <a:lnTo>
                  <a:pt x="1815310" y="45077"/>
                </a:lnTo>
                <a:lnTo>
                  <a:pt x="1814605" y="44442"/>
                </a:lnTo>
                <a:lnTo>
                  <a:pt x="1813884" y="43825"/>
                </a:lnTo>
                <a:lnTo>
                  <a:pt x="1813148" y="43226"/>
                </a:lnTo>
                <a:lnTo>
                  <a:pt x="1812395" y="42645"/>
                </a:lnTo>
                <a:lnTo>
                  <a:pt x="1811626" y="42082"/>
                </a:lnTo>
                <a:lnTo>
                  <a:pt x="1810842" y="41537"/>
                </a:lnTo>
                <a:lnTo>
                  <a:pt x="1810042" y="41010"/>
                </a:lnTo>
                <a:lnTo>
                  <a:pt x="1809225" y="40501"/>
                </a:lnTo>
                <a:lnTo>
                  <a:pt x="1808394" y="40011"/>
                </a:lnTo>
                <a:lnTo>
                  <a:pt x="1807549" y="39542"/>
                </a:lnTo>
                <a:lnTo>
                  <a:pt x="1806689" y="39094"/>
                </a:lnTo>
                <a:lnTo>
                  <a:pt x="1805816" y="38667"/>
                </a:lnTo>
                <a:lnTo>
                  <a:pt x="1804928" y="38260"/>
                </a:lnTo>
                <a:lnTo>
                  <a:pt x="1804026" y="37875"/>
                </a:lnTo>
                <a:lnTo>
                  <a:pt x="1803110" y="37510"/>
                </a:lnTo>
                <a:lnTo>
                  <a:pt x="1802180" y="37166"/>
                </a:lnTo>
                <a:lnTo>
                  <a:pt x="1801236" y="36843"/>
                </a:lnTo>
                <a:lnTo>
                  <a:pt x="1800278" y="36541"/>
                </a:lnTo>
                <a:lnTo>
                  <a:pt x="1799306" y="36260"/>
                </a:lnTo>
                <a:lnTo>
                  <a:pt x="1798319" y="35999"/>
                </a:lnTo>
                <a:lnTo>
                  <a:pt x="1797319" y="35759"/>
                </a:lnTo>
                <a:lnTo>
                  <a:pt x="1796304" y="35541"/>
                </a:lnTo>
                <a:lnTo>
                  <a:pt x="1795275" y="35343"/>
                </a:lnTo>
                <a:lnTo>
                  <a:pt x="1794233" y="35165"/>
                </a:lnTo>
                <a:lnTo>
                  <a:pt x="1793176" y="35009"/>
                </a:lnTo>
                <a:lnTo>
                  <a:pt x="1792105" y="34874"/>
                </a:lnTo>
                <a:lnTo>
                  <a:pt x="1791020" y="34759"/>
                </a:lnTo>
                <a:lnTo>
                  <a:pt x="1789920" y="34665"/>
                </a:lnTo>
                <a:lnTo>
                  <a:pt x="1788807" y="34592"/>
                </a:lnTo>
                <a:lnTo>
                  <a:pt x="1787680" y="34540"/>
                </a:lnTo>
                <a:lnTo>
                  <a:pt x="1786538" y="34509"/>
                </a:lnTo>
                <a:lnTo>
                  <a:pt x="1785382" y="34498"/>
                </a:lnTo>
                <a:lnTo>
                  <a:pt x="1784250" y="34509"/>
                </a:lnTo>
                <a:lnTo>
                  <a:pt x="1783132" y="34540"/>
                </a:lnTo>
                <a:lnTo>
                  <a:pt x="1782027" y="34592"/>
                </a:lnTo>
                <a:lnTo>
                  <a:pt x="1780936" y="34665"/>
                </a:lnTo>
                <a:lnTo>
                  <a:pt x="1779858" y="34759"/>
                </a:lnTo>
                <a:lnTo>
                  <a:pt x="1778794" y="34874"/>
                </a:lnTo>
                <a:lnTo>
                  <a:pt x="1777744" y="35009"/>
                </a:lnTo>
                <a:lnTo>
                  <a:pt x="1776707" y="35165"/>
                </a:lnTo>
                <a:lnTo>
                  <a:pt x="1775684" y="35343"/>
                </a:lnTo>
                <a:lnTo>
                  <a:pt x="1774675" y="35541"/>
                </a:lnTo>
                <a:lnTo>
                  <a:pt x="1773679" y="35759"/>
                </a:lnTo>
                <a:lnTo>
                  <a:pt x="1772696" y="35999"/>
                </a:lnTo>
                <a:lnTo>
                  <a:pt x="1771728" y="36260"/>
                </a:lnTo>
                <a:lnTo>
                  <a:pt x="1770772" y="36541"/>
                </a:lnTo>
                <a:lnTo>
                  <a:pt x="1769831" y="36843"/>
                </a:lnTo>
                <a:lnTo>
                  <a:pt x="1768903" y="37166"/>
                </a:lnTo>
                <a:lnTo>
                  <a:pt x="1767989" y="37510"/>
                </a:lnTo>
                <a:lnTo>
                  <a:pt x="1767088" y="37875"/>
                </a:lnTo>
                <a:lnTo>
                  <a:pt x="1766201" y="38260"/>
                </a:lnTo>
                <a:lnTo>
                  <a:pt x="1765327" y="38667"/>
                </a:lnTo>
                <a:lnTo>
                  <a:pt x="1764467" y="39094"/>
                </a:lnTo>
                <a:lnTo>
                  <a:pt x="1763621" y="39542"/>
                </a:lnTo>
                <a:lnTo>
                  <a:pt x="1762788" y="40011"/>
                </a:lnTo>
                <a:lnTo>
                  <a:pt x="1761969" y="40501"/>
                </a:lnTo>
                <a:lnTo>
                  <a:pt x="1761165" y="41010"/>
                </a:lnTo>
                <a:lnTo>
                  <a:pt x="1760377" y="41537"/>
                </a:lnTo>
                <a:lnTo>
                  <a:pt x="1759605" y="42082"/>
                </a:lnTo>
                <a:lnTo>
                  <a:pt x="1758849" y="42645"/>
                </a:lnTo>
                <a:lnTo>
                  <a:pt x="1758109" y="43226"/>
                </a:lnTo>
                <a:lnTo>
                  <a:pt x="1757385" y="43825"/>
                </a:lnTo>
                <a:lnTo>
                  <a:pt x="1756678" y="44442"/>
                </a:lnTo>
                <a:lnTo>
                  <a:pt x="1755986" y="45077"/>
                </a:lnTo>
                <a:lnTo>
                  <a:pt x="1755310" y="45729"/>
                </a:lnTo>
                <a:lnTo>
                  <a:pt x="1754651" y="46400"/>
                </a:lnTo>
                <a:lnTo>
                  <a:pt x="1754008" y="47089"/>
                </a:lnTo>
                <a:lnTo>
                  <a:pt x="1753381" y="47795"/>
                </a:lnTo>
                <a:lnTo>
                  <a:pt x="1752769" y="48520"/>
                </a:lnTo>
                <a:lnTo>
                  <a:pt x="1752174" y="49262"/>
                </a:lnTo>
                <a:lnTo>
                  <a:pt x="1751595" y="50022"/>
                </a:lnTo>
                <a:lnTo>
                  <a:pt x="1751033" y="50801"/>
                </a:lnTo>
                <a:lnTo>
                  <a:pt x="1750486" y="51597"/>
                </a:lnTo>
                <a:lnTo>
                  <a:pt x="1749955" y="52411"/>
                </a:lnTo>
                <a:lnTo>
                  <a:pt x="1749441" y="53243"/>
                </a:lnTo>
                <a:lnTo>
                  <a:pt x="1748942" y="54093"/>
                </a:lnTo>
                <a:lnTo>
                  <a:pt x="1748460" y="54961"/>
                </a:lnTo>
                <a:lnTo>
                  <a:pt x="1747993" y="55847"/>
                </a:lnTo>
                <a:lnTo>
                  <a:pt x="1747543" y="56751"/>
                </a:lnTo>
                <a:lnTo>
                  <a:pt x="1747109" y="57673"/>
                </a:lnTo>
                <a:lnTo>
                  <a:pt x="1746692" y="58611"/>
                </a:lnTo>
                <a:lnTo>
                  <a:pt x="1746293" y="59565"/>
                </a:lnTo>
                <a:lnTo>
                  <a:pt x="1745911" y="60535"/>
                </a:lnTo>
                <a:lnTo>
                  <a:pt x="1745547" y="61520"/>
                </a:lnTo>
                <a:lnTo>
                  <a:pt x="1745201" y="62521"/>
                </a:lnTo>
                <a:lnTo>
                  <a:pt x="1744872" y="63537"/>
                </a:lnTo>
                <a:lnTo>
                  <a:pt x="1744562" y="64569"/>
                </a:lnTo>
                <a:lnTo>
                  <a:pt x="1744269" y="65616"/>
                </a:lnTo>
                <a:lnTo>
                  <a:pt x="1743994" y="66679"/>
                </a:lnTo>
                <a:lnTo>
                  <a:pt x="1743736" y="67757"/>
                </a:lnTo>
                <a:lnTo>
                  <a:pt x="1743497" y="68851"/>
                </a:lnTo>
                <a:lnTo>
                  <a:pt x="1743275" y="69961"/>
                </a:lnTo>
                <a:lnTo>
                  <a:pt x="1743071" y="71086"/>
                </a:lnTo>
                <a:lnTo>
                  <a:pt x="1742884" y="72226"/>
                </a:lnTo>
                <a:lnTo>
                  <a:pt x="1742716" y="73382"/>
                </a:lnTo>
                <a:lnTo>
                  <a:pt x="1742565" y="74554"/>
                </a:lnTo>
                <a:lnTo>
                  <a:pt x="1742431" y="75741"/>
                </a:lnTo>
                <a:lnTo>
                  <a:pt x="1742316" y="76944"/>
                </a:lnTo>
                <a:lnTo>
                  <a:pt x="1742218" y="78162"/>
                </a:lnTo>
                <a:lnTo>
                  <a:pt x="1742139" y="79396"/>
                </a:lnTo>
                <a:lnTo>
                  <a:pt x="1742076" y="80646"/>
                </a:lnTo>
                <a:lnTo>
                  <a:pt x="1742032" y="81911"/>
                </a:lnTo>
                <a:lnTo>
                  <a:pt x="1742005" y="83191"/>
                </a:lnTo>
                <a:lnTo>
                  <a:pt x="1741997" y="84487"/>
                </a:lnTo>
                <a:lnTo>
                  <a:pt x="1742005" y="85751"/>
                </a:lnTo>
                <a:lnTo>
                  <a:pt x="1742032" y="87000"/>
                </a:lnTo>
                <a:lnTo>
                  <a:pt x="1742076" y="88235"/>
                </a:lnTo>
                <a:lnTo>
                  <a:pt x="1742139" y="89456"/>
                </a:lnTo>
                <a:lnTo>
                  <a:pt x="1742218" y="90661"/>
                </a:lnTo>
                <a:lnTo>
                  <a:pt x="1742316" y="91853"/>
                </a:lnTo>
                <a:lnTo>
                  <a:pt x="1742431" y="93030"/>
                </a:lnTo>
                <a:lnTo>
                  <a:pt x="1742565" y="94192"/>
                </a:lnTo>
                <a:lnTo>
                  <a:pt x="1742716" y="95339"/>
                </a:lnTo>
                <a:lnTo>
                  <a:pt x="1742884" y="96473"/>
                </a:lnTo>
                <a:lnTo>
                  <a:pt x="1743071" y="97591"/>
                </a:lnTo>
                <a:lnTo>
                  <a:pt x="1743275" y="98695"/>
                </a:lnTo>
                <a:lnTo>
                  <a:pt x="1743497" y="99785"/>
                </a:lnTo>
                <a:lnTo>
                  <a:pt x="1743736" y="100860"/>
                </a:lnTo>
                <a:lnTo>
                  <a:pt x="1743994" y="101921"/>
                </a:lnTo>
                <a:lnTo>
                  <a:pt x="1744269" y="102967"/>
                </a:lnTo>
                <a:lnTo>
                  <a:pt x="1744562" y="103998"/>
                </a:lnTo>
                <a:lnTo>
                  <a:pt x="1744872" y="105015"/>
                </a:lnTo>
                <a:lnTo>
                  <a:pt x="1745201" y="106018"/>
                </a:lnTo>
                <a:lnTo>
                  <a:pt x="1745547" y="107005"/>
                </a:lnTo>
                <a:lnTo>
                  <a:pt x="1745911" y="107979"/>
                </a:lnTo>
                <a:lnTo>
                  <a:pt x="1746293" y="108938"/>
                </a:lnTo>
                <a:lnTo>
                  <a:pt x="1746692" y="109882"/>
                </a:lnTo>
                <a:lnTo>
                  <a:pt x="1747109" y="110812"/>
                </a:lnTo>
                <a:lnTo>
                  <a:pt x="1747543" y="111725"/>
                </a:lnTo>
                <a:lnTo>
                  <a:pt x="1747993" y="112621"/>
                </a:lnTo>
                <a:lnTo>
                  <a:pt x="1748460" y="113500"/>
                </a:lnTo>
                <a:lnTo>
                  <a:pt x="1748942" y="114360"/>
                </a:lnTo>
                <a:lnTo>
                  <a:pt x="1749441" y="115202"/>
                </a:lnTo>
                <a:lnTo>
                  <a:pt x="1749955" y="116027"/>
                </a:lnTo>
                <a:lnTo>
                  <a:pt x="1750486" y="116834"/>
                </a:lnTo>
                <a:lnTo>
                  <a:pt x="1751033" y="117624"/>
                </a:lnTo>
                <a:lnTo>
                  <a:pt x="1751595" y="118395"/>
                </a:lnTo>
                <a:lnTo>
                  <a:pt x="1752174" y="119149"/>
                </a:lnTo>
                <a:lnTo>
                  <a:pt x="1752769" y="119885"/>
                </a:lnTo>
                <a:lnTo>
                  <a:pt x="1753381" y="120603"/>
                </a:lnTo>
                <a:lnTo>
                  <a:pt x="1754008" y="121304"/>
                </a:lnTo>
                <a:lnTo>
                  <a:pt x="1754651" y="121987"/>
                </a:lnTo>
                <a:lnTo>
                  <a:pt x="1755310" y="122652"/>
                </a:lnTo>
                <a:lnTo>
                  <a:pt x="1755986" y="123299"/>
                </a:lnTo>
                <a:lnTo>
                  <a:pt x="1756678" y="123928"/>
                </a:lnTo>
                <a:lnTo>
                  <a:pt x="1757385" y="124540"/>
                </a:lnTo>
                <a:lnTo>
                  <a:pt x="1758109" y="125134"/>
                </a:lnTo>
                <a:lnTo>
                  <a:pt x="1758849" y="125710"/>
                </a:lnTo>
                <a:lnTo>
                  <a:pt x="1759605" y="126268"/>
                </a:lnTo>
                <a:lnTo>
                  <a:pt x="1760377" y="126809"/>
                </a:lnTo>
                <a:lnTo>
                  <a:pt x="1761165" y="127332"/>
                </a:lnTo>
                <a:lnTo>
                  <a:pt x="1761969" y="127837"/>
                </a:lnTo>
                <a:lnTo>
                  <a:pt x="1762788" y="128323"/>
                </a:lnTo>
                <a:lnTo>
                  <a:pt x="1763621" y="128788"/>
                </a:lnTo>
                <a:lnTo>
                  <a:pt x="1764467" y="129232"/>
                </a:lnTo>
                <a:lnTo>
                  <a:pt x="1765327" y="129656"/>
                </a:lnTo>
                <a:lnTo>
                  <a:pt x="1766201" y="130059"/>
                </a:lnTo>
                <a:lnTo>
                  <a:pt x="1767088" y="130441"/>
                </a:lnTo>
                <a:lnTo>
                  <a:pt x="1767989" y="130803"/>
                </a:lnTo>
                <a:lnTo>
                  <a:pt x="1768903" y="131144"/>
                </a:lnTo>
                <a:lnTo>
                  <a:pt x="1769831" y="131464"/>
                </a:lnTo>
                <a:lnTo>
                  <a:pt x="1770772" y="131764"/>
                </a:lnTo>
                <a:lnTo>
                  <a:pt x="1771728" y="132043"/>
                </a:lnTo>
                <a:lnTo>
                  <a:pt x="1772696" y="132301"/>
                </a:lnTo>
                <a:lnTo>
                  <a:pt x="1773679" y="132539"/>
                </a:lnTo>
                <a:lnTo>
                  <a:pt x="1774675" y="132756"/>
                </a:lnTo>
                <a:lnTo>
                  <a:pt x="1775684" y="132952"/>
                </a:lnTo>
                <a:lnTo>
                  <a:pt x="1776707" y="133128"/>
                </a:lnTo>
                <a:lnTo>
                  <a:pt x="1777744" y="133283"/>
                </a:lnTo>
                <a:lnTo>
                  <a:pt x="1778794" y="133417"/>
                </a:lnTo>
                <a:lnTo>
                  <a:pt x="1779858" y="133531"/>
                </a:lnTo>
                <a:lnTo>
                  <a:pt x="1780936" y="133624"/>
                </a:lnTo>
                <a:lnTo>
                  <a:pt x="1782027" y="133696"/>
                </a:lnTo>
                <a:lnTo>
                  <a:pt x="1783132" y="133748"/>
                </a:lnTo>
                <a:lnTo>
                  <a:pt x="1784250" y="133779"/>
                </a:lnTo>
                <a:lnTo>
                  <a:pt x="1785382" y="133789"/>
                </a:lnTo>
                <a:lnTo>
                  <a:pt x="1786538" y="133779"/>
                </a:lnTo>
                <a:lnTo>
                  <a:pt x="1787680" y="133748"/>
                </a:lnTo>
                <a:lnTo>
                  <a:pt x="1788807" y="133696"/>
                </a:lnTo>
                <a:lnTo>
                  <a:pt x="1789920" y="133624"/>
                </a:lnTo>
                <a:lnTo>
                  <a:pt x="1791020" y="133531"/>
                </a:lnTo>
                <a:close/>
                <a:moveTo>
                  <a:pt x="1781382" y="120874"/>
                </a:moveTo>
                <a:lnTo>
                  <a:pt x="1780625" y="120784"/>
                </a:lnTo>
                <a:lnTo>
                  <a:pt x="1779883" y="120677"/>
                </a:lnTo>
                <a:lnTo>
                  <a:pt x="1779155" y="120554"/>
                </a:lnTo>
                <a:lnTo>
                  <a:pt x="1778441" y="120415"/>
                </a:lnTo>
                <a:lnTo>
                  <a:pt x="1777742" y="120259"/>
                </a:lnTo>
                <a:lnTo>
                  <a:pt x="1777058" y="120087"/>
                </a:lnTo>
                <a:lnTo>
                  <a:pt x="1776387" y="119899"/>
                </a:lnTo>
                <a:lnTo>
                  <a:pt x="1775732" y="119694"/>
                </a:lnTo>
                <a:lnTo>
                  <a:pt x="1775090" y="119472"/>
                </a:lnTo>
                <a:lnTo>
                  <a:pt x="1774463" y="119235"/>
                </a:lnTo>
                <a:lnTo>
                  <a:pt x="1773851" y="118981"/>
                </a:lnTo>
                <a:lnTo>
                  <a:pt x="1773253" y="118710"/>
                </a:lnTo>
                <a:lnTo>
                  <a:pt x="1772669" y="118423"/>
                </a:lnTo>
                <a:lnTo>
                  <a:pt x="1772100" y="118120"/>
                </a:lnTo>
                <a:lnTo>
                  <a:pt x="1771546" y="117800"/>
                </a:lnTo>
                <a:lnTo>
                  <a:pt x="1771005" y="117464"/>
                </a:lnTo>
                <a:lnTo>
                  <a:pt x="1770479" y="117112"/>
                </a:lnTo>
                <a:lnTo>
                  <a:pt x="1769968" y="116743"/>
                </a:lnTo>
                <a:lnTo>
                  <a:pt x="1769471" y="116358"/>
                </a:lnTo>
                <a:lnTo>
                  <a:pt x="1768987" y="115958"/>
                </a:lnTo>
                <a:lnTo>
                  <a:pt x="1768514" y="115545"/>
                </a:lnTo>
                <a:lnTo>
                  <a:pt x="1768053" y="115121"/>
                </a:lnTo>
                <a:lnTo>
                  <a:pt x="1767604" y="114683"/>
                </a:lnTo>
                <a:lnTo>
                  <a:pt x="1767165" y="114234"/>
                </a:lnTo>
                <a:lnTo>
                  <a:pt x="1766739" y="113772"/>
                </a:lnTo>
                <a:lnTo>
                  <a:pt x="1766323" y="113297"/>
                </a:lnTo>
                <a:lnTo>
                  <a:pt x="1765919" y="112810"/>
                </a:lnTo>
                <a:lnTo>
                  <a:pt x="1765527" y="112311"/>
                </a:lnTo>
                <a:lnTo>
                  <a:pt x="1765146" y="111799"/>
                </a:lnTo>
                <a:lnTo>
                  <a:pt x="1764776" y="111275"/>
                </a:lnTo>
                <a:lnTo>
                  <a:pt x="1764418" y="110739"/>
                </a:lnTo>
                <a:lnTo>
                  <a:pt x="1764071" y="110190"/>
                </a:lnTo>
                <a:lnTo>
                  <a:pt x="1763736" y="109628"/>
                </a:lnTo>
                <a:lnTo>
                  <a:pt x="1763412" y="109054"/>
                </a:lnTo>
                <a:lnTo>
                  <a:pt x="1763100" y="108468"/>
                </a:lnTo>
                <a:lnTo>
                  <a:pt x="1762799" y="107870"/>
                </a:lnTo>
                <a:lnTo>
                  <a:pt x="1762510" y="107258"/>
                </a:lnTo>
                <a:lnTo>
                  <a:pt x="1762232" y="106635"/>
                </a:lnTo>
                <a:lnTo>
                  <a:pt x="1761965" y="105999"/>
                </a:lnTo>
                <a:lnTo>
                  <a:pt x="1761710" y="105351"/>
                </a:lnTo>
                <a:lnTo>
                  <a:pt x="1761467" y="104690"/>
                </a:lnTo>
                <a:lnTo>
                  <a:pt x="1761234" y="104017"/>
                </a:lnTo>
                <a:lnTo>
                  <a:pt x="1761014" y="103331"/>
                </a:lnTo>
                <a:lnTo>
                  <a:pt x="1760803" y="102635"/>
                </a:lnTo>
                <a:lnTo>
                  <a:pt x="1760602" y="101932"/>
                </a:lnTo>
                <a:lnTo>
                  <a:pt x="1760409" y="101221"/>
                </a:lnTo>
                <a:lnTo>
                  <a:pt x="1760225" y="100502"/>
                </a:lnTo>
                <a:lnTo>
                  <a:pt x="1760051" y="99775"/>
                </a:lnTo>
                <a:lnTo>
                  <a:pt x="1759885" y="99040"/>
                </a:lnTo>
                <a:lnTo>
                  <a:pt x="1759728" y="98298"/>
                </a:lnTo>
                <a:lnTo>
                  <a:pt x="1759580" y="97548"/>
                </a:lnTo>
                <a:lnTo>
                  <a:pt x="1759441" y="96790"/>
                </a:lnTo>
                <a:lnTo>
                  <a:pt x="1759311" y="96025"/>
                </a:lnTo>
                <a:lnTo>
                  <a:pt x="1759191" y="95252"/>
                </a:lnTo>
                <a:lnTo>
                  <a:pt x="1759079" y="94470"/>
                </a:lnTo>
                <a:lnTo>
                  <a:pt x="1758975" y="93682"/>
                </a:lnTo>
                <a:lnTo>
                  <a:pt x="1758881" y="92885"/>
                </a:lnTo>
                <a:lnTo>
                  <a:pt x="1758796" y="92081"/>
                </a:lnTo>
                <a:lnTo>
                  <a:pt x="1758720" y="91269"/>
                </a:lnTo>
                <a:lnTo>
                  <a:pt x="1758653" y="90449"/>
                </a:lnTo>
                <a:lnTo>
                  <a:pt x="1758595" y="89621"/>
                </a:lnTo>
                <a:lnTo>
                  <a:pt x="1758545" y="88786"/>
                </a:lnTo>
                <a:lnTo>
                  <a:pt x="1758505" y="87943"/>
                </a:lnTo>
                <a:lnTo>
                  <a:pt x="1758474" y="87092"/>
                </a:lnTo>
                <a:lnTo>
                  <a:pt x="1758451" y="86234"/>
                </a:lnTo>
                <a:lnTo>
                  <a:pt x="1758438" y="85367"/>
                </a:lnTo>
                <a:lnTo>
                  <a:pt x="1758433" y="84493"/>
                </a:lnTo>
                <a:lnTo>
                  <a:pt x="1758438" y="83602"/>
                </a:lnTo>
                <a:lnTo>
                  <a:pt x="1758451" y="82719"/>
                </a:lnTo>
                <a:lnTo>
                  <a:pt x="1758474" y="81844"/>
                </a:lnTo>
                <a:lnTo>
                  <a:pt x="1758505" y="80977"/>
                </a:lnTo>
                <a:lnTo>
                  <a:pt x="1758545" y="80118"/>
                </a:lnTo>
                <a:lnTo>
                  <a:pt x="1758595" y="79267"/>
                </a:lnTo>
                <a:lnTo>
                  <a:pt x="1758653" y="78423"/>
                </a:lnTo>
                <a:lnTo>
                  <a:pt x="1758720" y="77588"/>
                </a:lnTo>
                <a:lnTo>
                  <a:pt x="1758796" y="76761"/>
                </a:lnTo>
                <a:lnTo>
                  <a:pt x="1758881" y="75941"/>
                </a:lnTo>
                <a:lnTo>
                  <a:pt x="1758975" y="75130"/>
                </a:lnTo>
                <a:lnTo>
                  <a:pt x="1759079" y="74326"/>
                </a:lnTo>
                <a:lnTo>
                  <a:pt x="1759191" y="73530"/>
                </a:lnTo>
                <a:lnTo>
                  <a:pt x="1759311" y="72743"/>
                </a:lnTo>
                <a:lnTo>
                  <a:pt x="1759441" y="71963"/>
                </a:lnTo>
                <a:lnTo>
                  <a:pt x="1759580" y="71191"/>
                </a:lnTo>
                <a:lnTo>
                  <a:pt x="1759728" y="70427"/>
                </a:lnTo>
                <a:lnTo>
                  <a:pt x="1759885" y="69671"/>
                </a:lnTo>
                <a:lnTo>
                  <a:pt x="1760051" y="68923"/>
                </a:lnTo>
                <a:lnTo>
                  <a:pt x="1760225" y="68183"/>
                </a:lnTo>
                <a:lnTo>
                  <a:pt x="1760409" y="67451"/>
                </a:lnTo>
                <a:lnTo>
                  <a:pt x="1760602" y="66727"/>
                </a:lnTo>
                <a:lnTo>
                  <a:pt x="1760803" y="66011"/>
                </a:lnTo>
                <a:lnTo>
                  <a:pt x="1761014" y="65303"/>
                </a:lnTo>
                <a:lnTo>
                  <a:pt x="1761234" y="64605"/>
                </a:lnTo>
                <a:lnTo>
                  <a:pt x="1761467" y="63919"/>
                </a:lnTo>
                <a:lnTo>
                  <a:pt x="1761710" y="63247"/>
                </a:lnTo>
                <a:lnTo>
                  <a:pt x="1761965" y="62586"/>
                </a:lnTo>
                <a:lnTo>
                  <a:pt x="1762232" y="61939"/>
                </a:lnTo>
                <a:lnTo>
                  <a:pt x="1762510" y="61304"/>
                </a:lnTo>
                <a:lnTo>
                  <a:pt x="1762799" y="60682"/>
                </a:lnTo>
                <a:lnTo>
                  <a:pt x="1763100" y="60072"/>
                </a:lnTo>
                <a:lnTo>
                  <a:pt x="1763412" y="59475"/>
                </a:lnTo>
                <a:lnTo>
                  <a:pt x="1763736" y="58890"/>
                </a:lnTo>
                <a:lnTo>
                  <a:pt x="1764071" y="58318"/>
                </a:lnTo>
                <a:lnTo>
                  <a:pt x="1764418" y="57759"/>
                </a:lnTo>
                <a:lnTo>
                  <a:pt x="1764776" y="57213"/>
                </a:lnTo>
                <a:lnTo>
                  <a:pt x="1765146" y="56678"/>
                </a:lnTo>
                <a:lnTo>
                  <a:pt x="1765527" y="56157"/>
                </a:lnTo>
                <a:lnTo>
                  <a:pt x="1765919" y="55648"/>
                </a:lnTo>
                <a:lnTo>
                  <a:pt x="1766323" y="55152"/>
                </a:lnTo>
                <a:lnTo>
                  <a:pt x="1766739" y="54668"/>
                </a:lnTo>
                <a:lnTo>
                  <a:pt x="1767165" y="54197"/>
                </a:lnTo>
                <a:lnTo>
                  <a:pt x="1767604" y="53739"/>
                </a:lnTo>
                <a:lnTo>
                  <a:pt x="1768053" y="53293"/>
                </a:lnTo>
                <a:lnTo>
                  <a:pt x="1768514" y="52860"/>
                </a:lnTo>
                <a:lnTo>
                  <a:pt x="1768987" y="52439"/>
                </a:lnTo>
                <a:lnTo>
                  <a:pt x="1769471" y="52031"/>
                </a:lnTo>
                <a:lnTo>
                  <a:pt x="1769968" y="51638"/>
                </a:lnTo>
                <a:lnTo>
                  <a:pt x="1770479" y="51261"/>
                </a:lnTo>
                <a:lnTo>
                  <a:pt x="1771005" y="50901"/>
                </a:lnTo>
                <a:lnTo>
                  <a:pt x="1771546" y="50558"/>
                </a:lnTo>
                <a:lnTo>
                  <a:pt x="1772100" y="50231"/>
                </a:lnTo>
                <a:lnTo>
                  <a:pt x="1772669" y="49921"/>
                </a:lnTo>
                <a:lnTo>
                  <a:pt x="1773253" y="49628"/>
                </a:lnTo>
                <a:lnTo>
                  <a:pt x="1773851" y="49352"/>
                </a:lnTo>
                <a:lnTo>
                  <a:pt x="1774463" y="49092"/>
                </a:lnTo>
                <a:lnTo>
                  <a:pt x="1775090" y="48850"/>
                </a:lnTo>
                <a:lnTo>
                  <a:pt x="1775732" y="48623"/>
                </a:lnTo>
                <a:lnTo>
                  <a:pt x="1776387" y="48414"/>
                </a:lnTo>
                <a:lnTo>
                  <a:pt x="1777058" y="48222"/>
                </a:lnTo>
                <a:lnTo>
                  <a:pt x="1777742" y="48046"/>
                </a:lnTo>
                <a:lnTo>
                  <a:pt x="1778441" y="47887"/>
                </a:lnTo>
                <a:lnTo>
                  <a:pt x="1779155" y="47744"/>
                </a:lnTo>
                <a:lnTo>
                  <a:pt x="1779883" y="47619"/>
                </a:lnTo>
                <a:lnTo>
                  <a:pt x="1780625" y="47510"/>
                </a:lnTo>
                <a:lnTo>
                  <a:pt x="1781382" y="47418"/>
                </a:lnTo>
                <a:lnTo>
                  <a:pt x="1782153" y="47342"/>
                </a:lnTo>
                <a:lnTo>
                  <a:pt x="1782939" y="47284"/>
                </a:lnTo>
                <a:lnTo>
                  <a:pt x="1783739" y="47242"/>
                </a:lnTo>
                <a:lnTo>
                  <a:pt x="1784553" y="47217"/>
                </a:lnTo>
                <a:lnTo>
                  <a:pt x="1785382" y="47208"/>
                </a:lnTo>
                <a:lnTo>
                  <a:pt x="1786235" y="47217"/>
                </a:lnTo>
                <a:lnTo>
                  <a:pt x="1787073" y="47242"/>
                </a:lnTo>
                <a:lnTo>
                  <a:pt x="1787897" y="47284"/>
                </a:lnTo>
                <a:lnTo>
                  <a:pt x="1788706" y="47342"/>
                </a:lnTo>
                <a:lnTo>
                  <a:pt x="1789500" y="47418"/>
                </a:lnTo>
                <a:lnTo>
                  <a:pt x="1790280" y="47510"/>
                </a:lnTo>
                <a:lnTo>
                  <a:pt x="1791045" y="47619"/>
                </a:lnTo>
                <a:lnTo>
                  <a:pt x="1791796" y="47744"/>
                </a:lnTo>
                <a:lnTo>
                  <a:pt x="1792532" y="47887"/>
                </a:lnTo>
                <a:lnTo>
                  <a:pt x="1793253" y="48046"/>
                </a:lnTo>
                <a:lnTo>
                  <a:pt x="1793960" y="48222"/>
                </a:lnTo>
                <a:lnTo>
                  <a:pt x="1794652" y="48414"/>
                </a:lnTo>
                <a:lnTo>
                  <a:pt x="1795330" y="48623"/>
                </a:lnTo>
                <a:lnTo>
                  <a:pt x="1795993" y="48850"/>
                </a:lnTo>
                <a:lnTo>
                  <a:pt x="1796641" y="49092"/>
                </a:lnTo>
                <a:lnTo>
                  <a:pt x="1797275" y="49352"/>
                </a:lnTo>
                <a:lnTo>
                  <a:pt x="1797894" y="49628"/>
                </a:lnTo>
                <a:lnTo>
                  <a:pt x="1798498" y="49921"/>
                </a:lnTo>
                <a:lnTo>
                  <a:pt x="1799088" y="50231"/>
                </a:lnTo>
                <a:lnTo>
                  <a:pt x="1799664" y="50558"/>
                </a:lnTo>
                <a:lnTo>
                  <a:pt x="1800225" y="50901"/>
                </a:lnTo>
                <a:lnTo>
                  <a:pt x="1800771" y="51261"/>
                </a:lnTo>
                <a:lnTo>
                  <a:pt x="1801302" y="51638"/>
                </a:lnTo>
                <a:lnTo>
                  <a:pt x="1801819" y="52031"/>
                </a:lnTo>
                <a:lnTo>
                  <a:pt x="1802323" y="52439"/>
                </a:lnTo>
                <a:lnTo>
                  <a:pt x="1802815" y="52860"/>
                </a:lnTo>
                <a:lnTo>
                  <a:pt x="1803295" y="53293"/>
                </a:lnTo>
                <a:lnTo>
                  <a:pt x="1803762" y="53739"/>
                </a:lnTo>
                <a:lnTo>
                  <a:pt x="1804218" y="54197"/>
                </a:lnTo>
                <a:lnTo>
                  <a:pt x="1804662" y="54668"/>
                </a:lnTo>
                <a:lnTo>
                  <a:pt x="1805094" y="55152"/>
                </a:lnTo>
                <a:lnTo>
                  <a:pt x="1805514" y="55648"/>
                </a:lnTo>
                <a:lnTo>
                  <a:pt x="1805923" y="56157"/>
                </a:lnTo>
                <a:lnTo>
                  <a:pt x="1806319" y="56678"/>
                </a:lnTo>
                <a:lnTo>
                  <a:pt x="1806703" y="57213"/>
                </a:lnTo>
                <a:lnTo>
                  <a:pt x="1807075" y="57759"/>
                </a:lnTo>
                <a:lnTo>
                  <a:pt x="1807436" y="58318"/>
                </a:lnTo>
                <a:lnTo>
                  <a:pt x="1807784" y="58890"/>
                </a:lnTo>
                <a:lnTo>
                  <a:pt x="1808121" y="59475"/>
                </a:lnTo>
                <a:lnTo>
                  <a:pt x="1808445" y="60072"/>
                </a:lnTo>
                <a:lnTo>
                  <a:pt x="1808758" y="60682"/>
                </a:lnTo>
                <a:lnTo>
                  <a:pt x="1809058" y="61304"/>
                </a:lnTo>
                <a:lnTo>
                  <a:pt x="1809347" y="61939"/>
                </a:lnTo>
                <a:lnTo>
                  <a:pt x="1809624" y="62586"/>
                </a:lnTo>
                <a:lnTo>
                  <a:pt x="1809888" y="63247"/>
                </a:lnTo>
                <a:lnTo>
                  <a:pt x="1810141" y="63919"/>
                </a:lnTo>
                <a:lnTo>
                  <a:pt x="1810382" y="64605"/>
                </a:lnTo>
                <a:lnTo>
                  <a:pt x="1810611" y="65303"/>
                </a:lnTo>
                <a:lnTo>
                  <a:pt x="1810829" y="66011"/>
                </a:lnTo>
                <a:lnTo>
                  <a:pt x="1811039" y="66727"/>
                </a:lnTo>
                <a:lnTo>
                  <a:pt x="1811238" y="67451"/>
                </a:lnTo>
                <a:lnTo>
                  <a:pt x="1811429" y="68183"/>
                </a:lnTo>
                <a:lnTo>
                  <a:pt x="1811610" y="68923"/>
                </a:lnTo>
                <a:lnTo>
                  <a:pt x="1811782" y="69671"/>
                </a:lnTo>
                <a:lnTo>
                  <a:pt x="1811944" y="70427"/>
                </a:lnTo>
                <a:lnTo>
                  <a:pt x="1812098" y="71191"/>
                </a:lnTo>
                <a:lnTo>
                  <a:pt x="1812242" y="71963"/>
                </a:lnTo>
                <a:lnTo>
                  <a:pt x="1812376" y="72743"/>
                </a:lnTo>
                <a:lnTo>
                  <a:pt x="1812502" y="73530"/>
                </a:lnTo>
                <a:lnTo>
                  <a:pt x="1812618" y="74326"/>
                </a:lnTo>
                <a:lnTo>
                  <a:pt x="1812725" y="75130"/>
                </a:lnTo>
                <a:lnTo>
                  <a:pt x="1812822" y="75941"/>
                </a:lnTo>
                <a:lnTo>
                  <a:pt x="1812911" y="76761"/>
                </a:lnTo>
                <a:lnTo>
                  <a:pt x="1812990" y="77588"/>
                </a:lnTo>
                <a:lnTo>
                  <a:pt x="1813059" y="78423"/>
                </a:lnTo>
                <a:lnTo>
                  <a:pt x="1813120" y="79267"/>
                </a:lnTo>
                <a:lnTo>
                  <a:pt x="1813171" y="80118"/>
                </a:lnTo>
                <a:lnTo>
                  <a:pt x="1813213" y="80977"/>
                </a:lnTo>
                <a:lnTo>
                  <a:pt x="1813245" y="81844"/>
                </a:lnTo>
                <a:lnTo>
                  <a:pt x="1813268" y="82719"/>
                </a:lnTo>
                <a:lnTo>
                  <a:pt x="1813282" y="83602"/>
                </a:lnTo>
                <a:lnTo>
                  <a:pt x="1813287" y="84493"/>
                </a:lnTo>
                <a:lnTo>
                  <a:pt x="1813282" y="85367"/>
                </a:lnTo>
                <a:lnTo>
                  <a:pt x="1813268" y="86234"/>
                </a:lnTo>
                <a:lnTo>
                  <a:pt x="1813245" y="87092"/>
                </a:lnTo>
                <a:lnTo>
                  <a:pt x="1813213" y="87943"/>
                </a:lnTo>
                <a:lnTo>
                  <a:pt x="1813171" y="88786"/>
                </a:lnTo>
                <a:lnTo>
                  <a:pt x="1813120" y="89621"/>
                </a:lnTo>
                <a:lnTo>
                  <a:pt x="1813059" y="90449"/>
                </a:lnTo>
                <a:lnTo>
                  <a:pt x="1812990" y="91269"/>
                </a:lnTo>
                <a:lnTo>
                  <a:pt x="1812911" y="92081"/>
                </a:lnTo>
                <a:lnTo>
                  <a:pt x="1812822" y="92885"/>
                </a:lnTo>
                <a:lnTo>
                  <a:pt x="1812725" y="93682"/>
                </a:lnTo>
                <a:lnTo>
                  <a:pt x="1812618" y="94470"/>
                </a:lnTo>
                <a:lnTo>
                  <a:pt x="1812502" y="95252"/>
                </a:lnTo>
                <a:lnTo>
                  <a:pt x="1812376" y="96025"/>
                </a:lnTo>
                <a:lnTo>
                  <a:pt x="1812242" y="96790"/>
                </a:lnTo>
                <a:lnTo>
                  <a:pt x="1812098" y="97548"/>
                </a:lnTo>
                <a:lnTo>
                  <a:pt x="1811944" y="98298"/>
                </a:lnTo>
                <a:lnTo>
                  <a:pt x="1811782" y="99040"/>
                </a:lnTo>
                <a:lnTo>
                  <a:pt x="1811610" y="99775"/>
                </a:lnTo>
                <a:lnTo>
                  <a:pt x="1811429" y="100502"/>
                </a:lnTo>
                <a:lnTo>
                  <a:pt x="1811238" y="101221"/>
                </a:lnTo>
                <a:lnTo>
                  <a:pt x="1811039" y="101932"/>
                </a:lnTo>
                <a:lnTo>
                  <a:pt x="1810829" y="102635"/>
                </a:lnTo>
                <a:lnTo>
                  <a:pt x="1810611" y="103331"/>
                </a:lnTo>
                <a:lnTo>
                  <a:pt x="1810382" y="104017"/>
                </a:lnTo>
                <a:lnTo>
                  <a:pt x="1810141" y="104690"/>
                </a:lnTo>
                <a:lnTo>
                  <a:pt x="1809888" y="105351"/>
                </a:lnTo>
                <a:lnTo>
                  <a:pt x="1809624" y="105999"/>
                </a:lnTo>
                <a:lnTo>
                  <a:pt x="1809347" y="106635"/>
                </a:lnTo>
                <a:lnTo>
                  <a:pt x="1809058" y="107258"/>
                </a:lnTo>
                <a:lnTo>
                  <a:pt x="1808758" y="107870"/>
                </a:lnTo>
                <a:lnTo>
                  <a:pt x="1808445" y="108468"/>
                </a:lnTo>
                <a:lnTo>
                  <a:pt x="1808121" y="109054"/>
                </a:lnTo>
                <a:lnTo>
                  <a:pt x="1807784" y="109628"/>
                </a:lnTo>
                <a:lnTo>
                  <a:pt x="1807436" y="110190"/>
                </a:lnTo>
                <a:lnTo>
                  <a:pt x="1807075" y="110739"/>
                </a:lnTo>
                <a:lnTo>
                  <a:pt x="1806703" y="111275"/>
                </a:lnTo>
                <a:lnTo>
                  <a:pt x="1806319" y="111799"/>
                </a:lnTo>
                <a:lnTo>
                  <a:pt x="1805923" y="112311"/>
                </a:lnTo>
                <a:lnTo>
                  <a:pt x="1805514" y="112810"/>
                </a:lnTo>
                <a:lnTo>
                  <a:pt x="1805094" y="113297"/>
                </a:lnTo>
                <a:lnTo>
                  <a:pt x="1804662" y="113772"/>
                </a:lnTo>
                <a:lnTo>
                  <a:pt x="1804218" y="114234"/>
                </a:lnTo>
                <a:lnTo>
                  <a:pt x="1803762" y="114683"/>
                </a:lnTo>
                <a:lnTo>
                  <a:pt x="1803295" y="115121"/>
                </a:lnTo>
                <a:lnTo>
                  <a:pt x="1802815" y="115545"/>
                </a:lnTo>
                <a:lnTo>
                  <a:pt x="1802323" y="115958"/>
                </a:lnTo>
                <a:lnTo>
                  <a:pt x="1801819" y="116358"/>
                </a:lnTo>
                <a:lnTo>
                  <a:pt x="1801302" y="116743"/>
                </a:lnTo>
                <a:lnTo>
                  <a:pt x="1800771" y="117112"/>
                </a:lnTo>
                <a:lnTo>
                  <a:pt x="1800225" y="117464"/>
                </a:lnTo>
                <a:lnTo>
                  <a:pt x="1799664" y="117800"/>
                </a:lnTo>
                <a:lnTo>
                  <a:pt x="1799088" y="118120"/>
                </a:lnTo>
                <a:lnTo>
                  <a:pt x="1798498" y="118423"/>
                </a:lnTo>
                <a:lnTo>
                  <a:pt x="1797894" y="118710"/>
                </a:lnTo>
                <a:lnTo>
                  <a:pt x="1797275" y="118981"/>
                </a:lnTo>
                <a:lnTo>
                  <a:pt x="1796641" y="119235"/>
                </a:lnTo>
                <a:lnTo>
                  <a:pt x="1795993" y="119472"/>
                </a:lnTo>
                <a:lnTo>
                  <a:pt x="1795330" y="119694"/>
                </a:lnTo>
                <a:lnTo>
                  <a:pt x="1794652" y="119899"/>
                </a:lnTo>
                <a:lnTo>
                  <a:pt x="1793960" y="120087"/>
                </a:lnTo>
                <a:lnTo>
                  <a:pt x="1793253" y="120259"/>
                </a:lnTo>
                <a:lnTo>
                  <a:pt x="1792532" y="120415"/>
                </a:lnTo>
                <a:lnTo>
                  <a:pt x="1791796" y="120554"/>
                </a:lnTo>
                <a:lnTo>
                  <a:pt x="1791045" y="120677"/>
                </a:lnTo>
                <a:lnTo>
                  <a:pt x="1790280" y="120784"/>
                </a:lnTo>
                <a:lnTo>
                  <a:pt x="1789500" y="120874"/>
                </a:lnTo>
                <a:lnTo>
                  <a:pt x="1788706" y="120948"/>
                </a:lnTo>
                <a:lnTo>
                  <a:pt x="1787897" y="121005"/>
                </a:lnTo>
                <a:lnTo>
                  <a:pt x="1787073" y="121046"/>
                </a:lnTo>
                <a:lnTo>
                  <a:pt x="1786235" y="121071"/>
                </a:lnTo>
                <a:lnTo>
                  <a:pt x="1785382" y="121079"/>
                </a:lnTo>
                <a:lnTo>
                  <a:pt x="1784553" y="121071"/>
                </a:lnTo>
                <a:lnTo>
                  <a:pt x="1783739" y="121046"/>
                </a:lnTo>
                <a:lnTo>
                  <a:pt x="1782939" y="121005"/>
                </a:lnTo>
                <a:lnTo>
                  <a:pt x="1782153" y="120948"/>
                </a:lnTo>
                <a:lnTo>
                  <a:pt x="1781382" y="120874"/>
                </a:lnTo>
                <a:close/>
                <a:moveTo>
                  <a:pt x="2035594" y="133622"/>
                </a:moveTo>
                <a:lnTo>
                  <a:pt x="2036469" y="133549"/>
                </a:lnTo>
                <a:lnTo>
                  <a:pt x="2037336" y="133462"/>
                </a:lnTo>
                <a:lnTo>
                  <a:pt x="2038196" y="133362"/>
                </a:lnTo>
                <a:lnTo>
                  <a:pt x="2039048" y="133248"/>
                </a:lnTo>
                <a:lnTo>
                  <a:pt x="2039893" y="133122"/>
                </a:lnTo>
                <a:lnTo>
                  <a:pt x="2040730" y="132981"/>
                </a:lnTo>
                <a:lnTo>
                  <a:pt x="2041560" y="132828"/>
                </a:lnTo>
                <a:lnTo>
                  <a:pt x="2042383" y="132661"/>
                </a:lnTo>
                <a:lnTo>
                  <a:pt x="2043198" y="132481"/>
                </a:lnTo>
                <a:lnTo>
                  <a:pt x="2044005" y="132288"/>
                </a:lnTo>
                <a:lnTo>
                  <a:pt x="2044806" y="132081"/>
                </a:lnTo>
                <a:lnTo>
                  <a:pt x="2045598" y="131860"/>
                </a:lnTo>
                <a:lnTo>
                  <a:pt x="2046383" y="131627"/>
                </a:lnTo>
                <a:lnTo>
                  <a:pt x="2047161" y="131380"/>
                </a:lnTo>
                <a:lnTo>
                  <a:pt x="2047931" y="131120"/>
                </a:lnTo>
                <a:lnTo>
                  <a:pt x="2048694" y="130846"/>
                </a:lnTo>
                <a:lnTo>
                  <a:pt x="2049449" y="130559"/>
                </a:lnTo>
                <a:lnTo>
                  <a:pt x="2050197" y="130259"/>
                </a:lnTo>
                <a:lnTo>
                  <a:pt x="2050938" y="129945"/>
                </a:lnTo>
                <a:lnTo>
                  <a:pt x="2051668" y="129618"/>
                </a:lnTo>
                <a:lnTo>
                  <a:pt x="2052386" y="129278"/>
                </a:lnTo>
                <a:lnTo>
                  <a:pt x="2053091" y="128924"/>
                </a:lnTo>
                <a:lnTo>
                  <a:pt x="2053783" y="128556"/>
                </a:lnTo>
                <a:lnTo>
                  <a:pt x="2054463" y="128175"/>
                </a:lnTo>
                <a:lnTo>
                  <a:pt x="2055130" y="127781"/>
                </a:lnTo>
                <a:lnTo>
                  <a:pt x="2055785" y="127372"/>
                </a:lnTo>
                <a:lnTo>
                  <a:pt x="2056427" y="126951"/>
                </a:lnTo>
                <a:lnTo>
                  <a:pt x="2057057" y="126516"/>
                </a:lnTo>
                <a:lnTo>
                  <a:pt x="2057673" y="126067"/>
                </a:lnTo>
                <a:lnTo>
                  <a:pt x="2058278" y="125605"/>
                </a:lnTo>
                <a:lnTo>
                  <a:pt x="2058869" y="125129"/>
                </a:lnTo>
                <a:lnTo>
                  <a:pt x="2059448" y="124640"/>
                </a:lnTo>
                <a:lnTo>
                  <a:pt x="2060015" y="124137"/>
                </a:lnTo>
                <a:lnTo>
                  <a:pt x="2060569" y="123621"/>
                </a:lnTo>
                <a:lnTo>
                  <a:pt x="2061110" y="123091"/>
                </a:lnTo>
                <a:lnTo>
                  <a:pt x="2061638" y="122548"/>
                </a:lnTo>
                <a:lnTo>
                  <a:pt x="2062154" y="121991"/>
                </a:lnTo>
                <a:lnTo>
                  <a:pt x="2062658" y="121421"/>
                </a:lnTo>
                <a:lnTo>
                  <a:pt x="2063148" y="120837"/>
                </a:lnTo>
                <a:lnTo>
                  <a:pt x="2063627" y="120240"/>
                </a:lnTo>
                <a:lnTo>
                  <a:pt x="2064092" y="119629"/>
                </a:lnTo>
                <a:lnTo>
                  <a:pt x="2064545" y="119005"/>
                </a:lnTo>
                <a:lnTo>
                  <a:pt x="2064985" y="118367"/>
                </a:lnTo>
                <a:lnTo>
                  <a:pt x="2065411" y="117716"/>
                </a:lnTo>
                <a:lnTo>
                  <a:pt x="2065819" y="117051"/>
                </a:lnTo>
                <a:lnTo>
                  <a:pt x="2066211" y="116373"/>
                </a:lnTo>
                <a:lnTo>
                  <a:pt x="2066585" y="115681"/>
                </a:lnTo>
                <a:lnTo>
                  <a:pt x="2066942" y="114976"/>
                </a:lnTo>
                <a:lnTo>
                  <a:pt x="2067282" y="114257"/>
                </a:lnTo>
                <a:lnTo>
                  <a:pt x="2067605" y="113524"/>
                </a:lnTo>
                <a:lnTo>
                  <a:pt x="2067911" y="112778"/>
                </a:lnTo>
                <a:lnTo>
                  <a:pt x="2068199" y="112019"/>
                </a:lnTo>
                <a:lnTo>
                  <a:pt x="2068471" y="111246"/>
                </a:lnTo>
                <a:lnTo>
                  <a:pt x="2068726" y="110459"/>
                </a:lnTo>
                <a:lnTo>
                  <a:pt x="2068963" y="109659"/>
                </a:lnTo>
                <a:lnTo>
                  <a:pt x="2069184" y="108846"/>
                </a:lnTo>
                <a:lnTo>
                  <a:pt x="2069387" y="108018"/>
                </a:lnTo>
                <a:lnTo>
                  <a:pt x="2069573" y="107178"/>
                </a:lnTo>
                <a:lnTo>
                  <a:pt x="2069742" y="106324"/>
                </a:lnTo>
                <a:lnTo>
                  <a:pt x="2069894" y="105456"/>
                </a:lnTo>
                <a:lnTo>
                  <a:pt x="2070029" y="104575"/>
                </a:lnTo>
                <a:lnTo>
                  <a:pt x="2070147" y="103680"/>
                </a:lnTo>
                <a:lnTo>
                  <a:pt x="2070248" y="102772"/>
                </a:lnTo>
                <a:lnTo>
                  <a:pt x="2070332" y="101850"/>
                </a:lnTo>
                <a:lnTo>
                  <a:pt x="2070398" y="100915"/>
                </a:lnTo>
                <a:lnTo>
                  <a:pt x="2070448" y="99966"/>
                </a:lnTo>
                <a:lnTo>
                  <a:pt x="2070480" y="99004"/>
                </a:lnTo>
                <a:lnTo>
                  <a:pt x="2054712" y="99004"/>
                </a:lnTo>
                <a:lnTo>
                  <a:pt x="2054678" y="99890"/>
                </a:lnTo>
                <a:lnTo>
                  <a:pt x="2054622" y="100758"/>
                </a:lnTo>
                <a:lnTo>
                  <a:pt x="2054545" y="101608"/>
                </a:lnTo>
                <a:lnTo>
                  <a:pt x="2054447" y="102441"/>
                </a:lnTo>
                <a:lnTo>
                  <a:pt x="2054327" y="103255"/>
                </a:lnTo>
                <a:lnTo>
                  <a:pt x="2054187" y="104052"/>
                </a:lnTo>
                <a:lnTo>
                  <a:pt x="2054025" y="104830"/>
                </a:lnTo>
                <a:lnTo>
                  <a:pt x="2053842" y="105591"/>
                </a:lnTo>
                <a:lnTo>
                  <a:pt x="2053637" y="106333"/>
                </a:lnTo>
                <a:lnTo>
                  <a:pt x="2053412" y="107058"/>
                </a:lnTo>
                <a:lnTo>
                  <a:pt x="2053165" y="107765"/>
                </a:lnTo>
                <a:lnTo>
                  <a:pt x="2052897" y="108453"/>
                </a:lnTo>
                <a:lnTo>
                  <a:pt x="2052607" y="109124"/>
                </a:lnTo>
                <a:lnTo>
                  <a:pt x="2052297" y="109777"/>
                </a:lnTo>
                <a:lnTo>
                  <a:pt x="2051965" y="110412"/>
                </a:lnTo>
                <a:lnTo>
                  <a:pt x="2051612" y="111029"/>
                </a:lnTo>
                <a:lnTo>
                  <a:pt x="2051238" y="111628"/>
                </a:lnTo>
                <a:lnTo>
                  <a:pt x="2050842" y="112209"/>
                </a:lnTo>
                <a:lnTo>
                  <a:pt x="2050425" y="112772"/>
                </a:lnTo>
                <a:lnTo>
                  <a:pt x="2049987" y="113317"/>
                </a:lnTo>
                <a:lnTo>
                  <a:pt x="2049528" y="113844"/>
                </a:lnTo>
                <a:lnTo>
                  <a:pt x="2049048" y="114354"/>
                </a:lnTo>
                <a:lnTo>
                  <a:pt x="2048546" y="114845"/>
                </a:lnTo>
                <a:lnTo>
                  <a:pt x="2048023" y="115318"/>
                </a:lnTo>
                <a:lnTo>
                  <a:pt x="2047483" y="115773"/>
                </a:lnTo>
                <a:lnTo>
                  <a:pt x="2046929" y="116208"/>
                </a:lnTo>
                <a:lnTo>
                  <a:pt x="2046362" y="116624"/>
                </a:lnTo>
                <a:lnTo>
                  <a:pt x="2045782" y="117020"/>
                </a:lnTo>
                <a:lnTo>
                  <a:pt x="2045189" y="117397"/>
                </a:lnTo>
                <a:lnTo>
                  <a:pt x="2044583" y="117755"/>
                </a:lnTo>
                <a:lnTo>
                  <a:pt x="2043963" y="118093"/>
                </a:lnTo>
                <a:lnTo>
                  <a:pt x="2043330" y="118412"/>
                </a:lnTo>
                <a:lnTo>
                  <a:pt x="2042683" y="118712"/>
                </a:lnTo>
                <a:lnTo>
                  <a:pt x="2042024" y="118993"/>
                </a:lnTo>
                <a:lnTo>
                  <a:pt x="2041351" y="119254"/>
                </a:lnTo>
                <a:lnTo>
                  <a:pt x="2040664" y="119495"/>
                </a:lnTo>
                <a:lnTo>
                  <a:pt x="2039965" y="119718"/>
                </a:lnTo>
                <a:lnTo>
                  <a:pt x="2039252" y="119921"/>
                </a:lnTo>
                <a:lnTo>
                  <a:pt x="2038526" y="120105"/>
                </a:lnTo>
                <a:lnTo>
                  <a:pt x="2037787" y="120269"/>
                </a:lnTo>
                <a:lnTo>
                  <a:pt x="2037034" y="120414"/>
                </a:lnTo>
                <a:lnTo>
                  <a:pt x="2036269" y="120540"/>
                </a:lnTo>
                <a:lnTo>
                  <a:pt x="2035489" y="120646"/>
                </a:lnTo>
                <a:lnTo>
                  <a:pt x="2034697" y="120733"/>
                </a:lnTo>
                <a:lnTo>
                  <a:pt x="2033891" y="120801"/>
                </a:lnTo>
                <a:lnTo>
                  <a:pt x="2033072" y="120849"/>
                </a:lnTo>
                <a:lnTo>
                  <a:pt x="2032240" y="120878"/>
                </a:lnTo>
                <a:lnTo>
                  <a:pt x="2031395" y="120888"/>
                </a:lnTo>
                <a:lnTo>
                  <a:pt x="2030651" y="120880"/>
                </a:lnTo>
                <a:lnTo>
                  <a:pt x="2029918" y="120858"/>
                </a:lnTo>
                <a:lnTo>
                  <a:pt x="2029195" y="120820"/>
                </a:lnTo>
                <a:lnTo>
                  <a:pt x="2028483" y="120768"/>
                </a:lnTo>
                <a:lnTo>
                  <a:pt x="2027781" y="120700"/>
                </a:lnTo>
                <a:lnTo>
                  <a:pt x="2027088" y="120617"/>
                </a:lnTo>
                <a:lnTo>
                  <a:pt x="2026407" y="120519"/>
                </a:lnTo>
                <a:lnTo>
                  <a:pt x="2025735" y="120407"/>
                </a:lnTo>
                <a:lnTo>
                  <a:pt x="2025074" y="120279"/>
                </a:lnTo>
                <a:lnTo>
                  <a:pt x="2024423" y="120136"/>
                </a:lnTo>
                <a:lnTo>
                  <a:pt x="2023783" y="119978"/>
                </a:lnTo>
                <a:lnTo>
                  <a:pt x="2023152" y="119805"/>
                </a:lnTo>
                <a:lnTo>
                  <a:pt x="2022532" y="119617"/>
                </a:lnTo>
                <a:lnTo>
                  <a:pt x="2021923" y="119414"/>
                </a:lnTo>
                <a:lnTo>
                  <a:pt x="2021323" y="119196"/>
                </a:lnTo>
                <a:lnTo>
                  <a:pt x="2020734" y="118963"/>
                </a:lnTo>
                <a:lnTo>
                  <a:pt x="2020155" y="118715"/>
                </a:lnTo>
                <a:lnTo>
                  <a:pt x="2019587" y="118452"/>
                </a:lnTo>
                <a:lnTo>
                  <a:pt x="2019028" y="118174"/>
                </a:lnTo>
                <a:lnTo>
                  <a:pt x="2018480" y="117881"/>
                </a:lnTo>
                <a:lnTo>
                  <a:pt x="2017943" y="117572"/>
                </a:lnTo>
                <a:lnTo>
                  <a:pt x="2017415" y="117249"/>
                </a:lnTo>
                <a:lnTo>
                  <a:pt x="2016898" y="116911"/>
                </a:lnTo>
                <a:lnTo>
                  <a:pt x="2016391" y="116558"/>
                </a:lnTo>
                <a:lnTo>
                  <a:pt x="2015895" y="116190"/>
                </a:lnTo>
                <a:lnTo>
                  <a:pt x="2015409" y="115809"/>
                </a:lnTo>
                <a:lnTo>
                  <a:pt x="2014934" y="115415"/>
                </a:lnTo>
                <a:lnTo>
                  <a:pt x="2014469" y="115008"/>
                </a:lnTo>
                <a:lnTo>
                  <a:pt x="2014016" y="114588"/>
                </a:lnTo>
                <a:lnTo>
                  <a:pt x="2013572" y="114155"/>
                </a:lnTo>
                <a:lnTo>
                  <a:pt x="2013140" y="113708"/>
                </a:lnTo>
                <a:lnTo>
                  <a:pt x="2012717" y="113249"/>
                </a:lnTo>
                <a:lnTo>
                  <a:pt x="2012306" y="112776"/>
                </a:lnTo>
                <a:lnTo>
                  <a:pt x="2011905" y="112290"/>
                </a:lnTo>
                <a:lnTo>
                  <a:pt x="2011515" y="111791"/>
                </a:lnTo>
                <a:lnTo>
                  <a:pt x="2011135" y="111279"/>
                </a:lnTo>
                <a:lnTo>
                  <a:pt x="2010766" y="110754"/>
                </a:lnTo>
                <a:lnTo>
                  <a:pt x="2010408" y="110216"/>
                </a:lnTo>
                <a:lnTo>
                  <a:pt x="2010060" y="109664"/>
                </a:lnTo>
                <a:lnTo>
                  <a:pt x="2009723" y="109100"/>
                </a:lnTo>
                <a:lnTo>
                  <a:pt x="2009397" y="108522"/>
                </a:lnTo>
                <a:lnTo>
                  <a:pt x="2009081" y="107931"/>
                </a:lnTo>
                <a:lnTo>
                  <a:pt x="2008775" y="107327"/>
                </a:lnTo>
                <a:lnTo>
                  <a:pt x="2008481" y="106710"/>
                </a:lnTo>
                <a:lnTo>
                  <a:pt x="2008197" y="106080"/>
                </a:lnTo>
                <a:lnTo>
                  <a:pt x="2007923" y="105437"/>
                </a:lnTo>
                <a:lnTo>
                  <a:pt x="2007661" y="104780"/>
                </a:lnTo>
                <a:lnTo>
                  <a:pt x="2007408" y="104110"/>
                </a:lnTo>
                <a:lnTo>
                  <a:pt x="2007167" y="103428"/>
                </a:lnTo>
                <a:lnTo>
                  <a:pt x="2006935" y="102733"/>
                </a:lnTo>
                <a:lnTo>
                  <a:pt x="2006714" y="102026"/>
                </a:lnTo>
                <a:lnTo>
                  <a:pt x="2006503" y="101307"/>
                </a:lnTo>
                <a:lnTo>
                  <a:pt x="2006303" y="100575"/>
                </a:lnTo>
                <a:lnTo>
                  <a:pt x="2006112" y="99831"/>
                </a:lnTo>
                <a:lnTo>
                  <a:pt x="2005932" y="99075"/>
                </a:lnTo>
                <a:lnTo>
                  <a:pt x="2005763" y="98307"/>
                </a:lnTo>
                <a:lnTo>
                  <a:pt x="2005603" y="97526"/>
                </a:lnTo>
                <a:lnTo>
                  <a:pt x="2005454" y="96733"/>
                </a:lnTo>
                <a:lnTo>
                  <a:pt x="2005315" y="95928"/>
                </a:lnTo>
                <a:lnTo>
                  <a:pt x="2005187" y="95110"/>
                </a:lnTo>
                <a:lnTo>
                  <a:pt x="2005068" y="94281"/>
                </a:lnTo>
                <a:lnTo>
                  <a:pt x="2004960" y="93439"/>
                </a:lnTo>
                <a:lnTo>
                  <a:pt x="2004863" y="92584"/>
                </a:lnTo>
                <a:lnTo>
                  <a:pt x="2004775" y="91718"/>
                </a:lnTo>
                <a:lnTo>
                  <a:pt x="2004698" y="90839"/>
                </a:lnTo>
                <a:lnTo>
                  <a:pt x="2004631" y="89948"/>
                </a:lnTo>
                <a:lnTo>
                  <a:pt x="2004575" y="89044"/>
                </a:lnTo>
                <a:lnTo>
                  <a:pt x="2004528" y="88129"/>
                </a:lnTo>
                <a:lnTo>
                  <a:pt x="2004492" y="87201"/>
                </a:lnTo>
                <a:lnTo>
                  <a:pt x="2004466" y="86261"/>
                </a:lnTo>
                <a:lnTo>
                  <a:pt x="2004451" y="85308"/>
                </a:lnTo>
                <a:lnTo>
                  <a:pt x="2004446" y="84344"/>
                </a:lnTo>
                <a:lnTo>
                  <a:pt x="2004458" y="82897"/>
                </a:lnTo>
                <a:lnTo>
                  <a:pt x="2004492" y="81477"/>
                </a:lnTo>
                <a:lnTo>
                  <a:pt x="2004550" y="80084"/>
                </a:lnTo>
                <a:lnTo>
                  <a:pt x="2004632" y="78719"/>
                </a:lnTo>
                <a:lnTo>
                  <a:pt x="2004736" y="77380"/>
                </a:lnTo>
                <a:lnTo>
                  <a:pt x="2004864" y="76069"/>
                </a:lnTo>
                <a:lnTo>
                  <a:pt x="2005015" y="74785"/>
                </a:lnTo>
                <a:lnTo>
                  <a:pt x="2005189" y="73528"/>
                </a:lnTo>
                <a:lnTo>
                  <a:pt x="2005387" y="72298"/>
                </a:lnTo>
                <a:lnTo>
                  <a:pt x="2005607" y="71095"/>
                </a:lnTo>
                <a:lnTo>
                  <a:pt x="2005851" y="69920"/>
                </a:lnTo>
                <a:lnTo>
                  <a:pt x="2006118" y="68771"/>
                </a:lnTo>
                <a:lnTo>
                  <a:pt x="2006409" y="67650"/>
                </a:lnTo>
                <a:lnTo>
                  <a:pt x="2006722" y="66556"/>
                </a:lnTo>
                <a:lnTo>
                  <a:pt x="2007059" y="65489"/>
                </a:lnTo>
                <a:lnTo>
                  <a:pt x="2007419" y="64449"/>
                </a:lnTo>
                <a:lnTo>
                  <a:pt x="2007802" y="63437"/>
                </a:lnTo>
                <a:lnTo>
                  <a:pt x="2008209" y="62451"/>
                </a:lnTo>
                <a:lnTo>
                  <a:pt x="2008638" y="61493"/>
                </a:lnTo>
                <a:lnTo>
                  <a:pt x="2009091" y="60562"/>
                </a:lnTo>
                <a:lnTo>
                  <a:pt x="2009568" y="59657"/>
                </a:lnTo>
                <a:lnTo>
                  <a:pt x="2010067" y="58781"/>
                </a:lnTo>
                <a:lnTo>
                  <a:pt x="2010590" y="57931"/>
                </a:lnTo>
                <a:lnTo>
                  <a:pt x="2011135" y="57108"/>
                </a:lnTo>
                <a:lnTo>
                  <a:pt x="2011705" y="56316"/>
                </a:lnTo>
                <a:lnTo>
                  <a:pt x="2012298" y="55557"/>
                </a:lnTo>
                <a:lnTo>
                  <a:pt x="2012915" y="54833"/>
                </a:lnTo>
                <a:lnTo>
                  <a:pt x="2013556" y="54142"/>
                </a:lnTo>
                <a:lnTo>
                  <a:pt x="2014221" y="53484"/>
                </a:lnTo>
                <a:lnTo>
                  <a:pt x="2014910" y="52861"/>
                </a:lnTo>
                <a:lnTo>
                  <a:pt x="2015623" y="52271"/>
                </a:lnTo>
                <a:lnTo>
                  <a:pt x="2016360" y="51714"/>
                </a:lnTo>
                <a:lnTo>
                  <a:pt x="2017120" y="51192"/>
                </a:lnTo>
                <a:lnTo>
                  <a:pt x="2017904" y="50703"/>
                </a:lnTo>
                <a:lnTo>
                  <a:pt x="2018713" y="50248"/>
                </a:lnTo>
                <a:lnTo>
                  <a:pt x="2019545" y="49827"/>
                </a:lnTo>
                <a:lnTo>
                  <a:pt x="2020401" y="49439"/>
                </a:lnTo>
                <a:lnTo>
                  <a:pt x="2021281" y="49085"/>
                </a:lnTo>
                <a:lnTo>
                  <a:pt x="2022185" y="48765"/>
                </a:lnTo>
                <a:lnTo>
                  <a:pt x="2023113" y="48478"/>
                </a:lnTo>
                <a:lnTo>
                  <a:pt x="2024064" y="48225"/>
                </a:lnTo>
                <a:lnTo>
                  <a:pt x="2025040" y="48006"/>
                </a:lnTo>
                <a:lnTo>
                  <a:pt x="2026039" y="47821"/>
                </a:lnTo>
                <a:lnTo>
                  <a:pt x="2027063" y="47669"/>
                </a:lnTo>
                <a:lnTo>
                  <a:pt x="2028110" y="47551"/>
                </a:lnTo>
                <a:lnTo>
                  <a:pt x="2029181" y="47467"/>
                </a:lnTo>
                <a:lnTo>
                  <a:pt x="2030276" y="47416"/>
                </a:lnTo>
                <a:lnTo>
                  <a:pt x="2031395" y="47399"/>
                </a:lnTo>
                <a:lnTo>
                  <a:pt x="2032239" y="47409"/>
                </a:lnTo>
                <a:lnTo>
                  <a:pt x="2033069" y="47437"/>
                </a:lnTo>
                <a:lnTo>
                  <a:pt x="2033884" y="47484"/>
                </a:lnTo>
                <a:lnTo>
                  <a:pt x="2034684" y="47550"/>
                </a:lnTo>
                <a:lnTo>
                  <a:pt x="2035469" y="47635"/>
                </a:lnTo>
                <a:lnTo>
                  <a:pt x="2036239" y="47738"/>
                </a:lnTo>
                <a:lnTo>
                  <a:pt x="2036994" y="47860"/>
                </a:lnTo>
                <a:lnTo>
                  <a:pt x="2037734" y="48001"/>
                </a:lnTo>
                <a:lnTo>
                  <a:pt x="2038459" y="48161"/>
                </a:lnTo>
                <a:lnTo>
                  <a:pt x="2039169" y="48340"/>
                </a:lnTo>
                <a:lnTo>
                  <a:pt x="2039865" y="48537"/>
                </a:lnTo>
                <a:lnTo>
                  <a:pt x="2040545" y="48754"/>
                </a:lnTo>
                <a:lnTo>
                  <a:pt x="2041210" y="48989"/>
                </a:lnTo>
                <a:lnTo>
                  <a:pt x="2041861" y="49243"/>
                </a:lnTo>
                <a:lnTo>
                  <a:pt x="2042497" y="49516"/>
                </a:lnTo>
                <a:lnTo>
                  <a:pt x="2043117" y="49807"/>
                </a:lnTo>
                <a:lnTo>
                  <a:pt x="2043723" y="50118"/>
                </a:lnTo>
                <a:lnTo>
                  <a:pt x="2044314" y="50447"/>
                </a:lnTo>
                <a:lnTo>
                  <a:pt x="2044890" y="50795"/>
                </a:lnTo>
                <a:lnTo>
                  <a:pt x="2045451" y="51161"/>
                </a:lnTo>
                <a:lnTo>
                  <a:pt x="2045997" y="51547"/>
                </a:lnTo>
                <a:lnTo>
                  <a:pt x="2046528" y="51951"/>
                </a:lnTo>
                <a:lnTo>
                  <a:pt x="2047044" y="52375"/>
                </a:lnTo>
                <a:lnTo>
                  <a:pt x="2047545" y="52817"/>
                </a:lnTo>
                <a:lnTo>
                  <a:pt x="2048030" y="53275"/>
                </a:lnTo>
                <a:lnTo>
                  <a:pt x="2048495" y="53747"/>
                </a:lnTo>
                <a:lnTo>
                  <a:pt x="2048943" y="54233"/>
                </a:lnTo>
                <a:lnTo>
                  <a:pt x="2049371" y="54733"/>
                </a:lnTo>
                <a:lnTo>
                  <a:pt x="2049782" y="55247"/>
                </a:lnTo>
                <a:lnTo>
                  <a:pt x="2050173" y="55775"/>
                </a:lnTo>
                <a:lnTo>
                  <a:pt x="2050546" y="56317"/>
                </a:lnTo>
                <a:lnTo>
                  <a:pt x="2050900" y="56872"/>
                </a:lnTo>
                <a:lnTo>
                  <a:pt x="2051236" y="57442"/>
                </a:lnTo>
                <a:lnTo>
                  <a:pt x="2051553" y="58025"/>
                </a:lnTo>
                <a:lnTo>
                  <a:pt x="2051852" y="58623"/>
                </a:lnTo>
                <a:lnTo>
                  <a:pt x="2052132" y="59234"/>
                </a:lnTo>
                <a:lnTo>
                  <a:pt x="2052394" y="59860"/>
                </a:lnTo>
                <a:lnTo>
                  <a:pt x="2052636" y="60499"/>
                </a:lnTo>
                <a:lnTo>
                  <a:pt x="2052861" y="61152"/>
                </a:lnTo>
                <a:lnTo>
                  <a:pt x="2053067" y="61820"/>
                </a:lnTo>
                <a:lnTo>
                  <a:pt x="2053254" y="62501"/>
                </a:lnTo>
                <a:lnTo>
                  <a:pt x="2053422" y="63196"/>
                </a:lnTo>
                <a:lnTo>
                  <a:pt x="2053572" y="63905"/>
                </a:lnTo>
                <a:lnTo>
                  <a:pt x="2053704" y="64628"/>
                </a:lnTo>
                <a:lnTo>
                  <a:pt x="2053816" y="65365"/>
                </a:lnTo>
                <a:lnTo>
                  <a:pt x="2053911" y="66116"/>
                </a:lnTo>
                <a:lnTo>
                  <a:pt x="2053986" y="66880"/>
                </a:lnTo>
                <a:lnTo>
                  <a:pt x="2054043" y="67659"/>
                </a:lnTo>
                <a:lnTo>
                  <a:pt x="2069811" y="67659"/>
                </a:lnTo>
                <a:lnTo>
                  <a:pt x="2069779" y="66731"/>
                </a:lnTo>
                <a:lnTo>
                  <a:pt x="2069730" y="65816"/>
                </a:lnTo>
                <a:lnTo>
                  <a:pt x="2069664" y="64915"/>
                </a:lnTo>
                <a:lnTo>
                  <a:pt x="2069580" y="64028"/>
                </a:lnTo>
                <a:lnTo>
                  <a:pt x="2069480" y="63154"/>
                </a:lnTo>
                <a:lnTo>
                  <a:pt x="2069363" y="62293"/>
                </a:lnTo>
                <a:lnTo>
                  <a:pt x="2069230" y="61446"/>
                </a:lnTo>
                <a:lnTo>
                  <a:pt x="2069079" y="60613"/>
                </a:lnTo>
                <a:lnTo>
                  <a:pt x="2068911" y="59793"/>
                </a:lnTo>
                <a:lnTo>
                  <a:pt x="2068726" y="58986"/>
                </a:lnTo>
                <a:lnTo>
                  <a:pt x="2068525" y="58193"/>
                </a:lnTo>
                <a:lnTo>
                  <a:pt x="2068306" y="57413"/>
                </a:lnTo>
                <a:lnTo>
                  <a:pt x="2068071" y="56647"/>
                </a:lnTo>
                <a:lnTo>
                  <a:pt x="2067818" y="55895"/>
                </a:lnTo>
                <a:lnTo>
                  <a:pt x="2067549" y="55156"/>
                </a:lnTo>
                <a:lnTo>
                  <a:pt x="2067263" y="54430"/>
                </a:lnTo>
                <a:lnTo>
                  <a:pt x="2066960" y="53718"/>
                </a:lnTo>
                <a:lnTo>
                  <a:pt x="2066640" y="53019"/>
                </a:lnTo>
                <a:lnTo>
                  <a:pt x="2066303" y="52334"/>
                </a:lnTo>
                <a:lnTo>
                  <a:pt x="2065949" y="51662"/>
                </a:lnTo>
                <a:lnTo>
                  <a:pt x="2065578" y="51004"/>
                </a:lnTo>
                <a:lnTo>
                  <a:pt x="2065190" y="50360"/>
                </a:lnTo>
                <a:lnTo>
                  <a:pt x="2064786" y="49728"/>
                </a:lnTo>
                <a:lnTo>
                  <a:pt x="2064364" y="49111"/>
                </a:lnTo>
                <a:lnTo>
                  <a:pt x="2063928" y="48506"/>
                </a:lnTo>
                <a:lnTo>
                  <a:pt x="2063480" y="47914"/>
                </a:lnTo>
                <a:lnTo>
                  <a:pt x="2063020" y="47335"/>
                </a:lnTo>
                <a:lnTo>
                  <a:pt x="2062547" y="46769"/>
                </a:lnTo>
                <a:lnTo>
                  <a:pt x="2062063" y="46216"/>
                </a:lnTo>
                <a:lnTo>
                  <a:pt x="2061566" y="45676"/>
                </a:lnTo>
                <a:lnTo>
                  <a:pt x="2061057" y="45148"/>
                </a:lnTo>
                <a:lnTo>
                  <a:pt x="2060536" y="44633"/>
                </a:lnTo>
                <a:lnTo>
                  <a:pt x="2060003" y="44131"/>
                </a:lnTo>
                <a:lnTo>
                  <a:pt x="2059458" y="43642"/>
                </a:lnTo>
                <a:lnTo>
                  <a:pt x="2058901" y="43166"/>
                </a:lnTo>
                <a:lnTo>
                  <a:pt x="2058332" y="42702"/>
                </a:lnTo>
                <a:lnTo>
                  <a:pt x="2057750" y="42251"/>
                </a:lnTo>
                <a:lnTo>
                  <a:pt x="2057157" y="41813"/>
                </a:lnTo>
                <a:lnTo>
                  <a:pt x="2056551" y="41388"/>
                </a:lnTo>
                <a:lnTo>
                  <a:pt x="2055933" y="40976"/>
                </a:lnTo>
                <a:lnTo>
                  <a:pt x="2055304" y="40576"/>
                </a:lnTo>
                <a:lnTo>
                  <a:pt x="2054662" y="40190"/>
                </a:lnTo>
                <a:lnTo>
                  <a:pt x="2054007" y="39816"/>
                </a:lnTo>
                <a:lnTo>
                  <a:pt x="2053341" y="39455"/>
                </a:lnTo>
                <a:lnTo>
                  <a:pt x="2052663" y="39107"/>
                </a:lnTo>
                <a:lnTo>
                  <a:pt x="2051973" y="38771"/>
                </a:lnTo>
                <a:lnTo>
                  <a:pt x="2051270" y="38449"/>
                </a:lnTo>
                <a:lnTo>
                  <a:pt x="2050555" y="38139"/>
                </a:lnTo>
                <a:lnTo>
                  <a:pt x="2049831" y="37842"/>
                </a:lnTo>
                <a:lnTo>
                  <a:pt x="2049099" y="37557"/>
                </a:lnTo>
                <a:lnTo>
                  <a:pt x="2048360" y="37286"/>
                </a:lnTo>
                <a:lnTo>
                  <a:pt x="2047613" y="37026"/>
                </a:lnTo>
                <a:lnTo>
                  <a:pt x="2046858" y="36780"/>
                </a:lnTo>
                <a:lnTo>
                  <a:pt x="2046097" y="36546"/>
                </a:lnTo>
                <a:lnTo>
                  <a:pt x="2045327" y="36325"/>
                </a:lnTo>
                <a:lnTo>
                  <a:pt x="2044551" y="36116"/>
                </a:lnTo>
                <a:lnTo>
                  <a:pt x="2043767" y="35920"/>
                </a:lnTo>
                <a:lnTo>
                  <a:pt x="2042975" y="35737"/>
                </a:lnTo>
                <a:lnTo>
                  <a:pt x="2042176" y="35567"/>
                </a:lnTo>
                <a:lnTo>
                  <a:pt x="2041369" y="35409"/>
                </a:lnTo>
                <a:lnTo>
                  <a:pt x="2040555" y="35263"/>
                </a:lnTo>
                <a:lnTo>
                  <a:pt x="2039734" y="35130"/>
                </a:lnTo>
                <a:lnTo>
                  <a:pt x="2038905" y="35010"/>
                </a:lnTo>
                <a:lnTo>
                  <a:pt x="2038068" y="34903"/>
                </a:lnTo>
                <a:lnTo>
                  <a:pt x="2037224" y="34808"/>
                </a:lnTo>
                <a:lnTo>
                  <a:pt x="2036373" y="34726"/>
                </a:lnTo>
                <a:lnTo>
                  <a:pt x="2035514" y="34656"/>
                </a:lnTo>
                <a:lnTo>
                  <a:pt x="2034648" y="34600"/>
                </a:lnTo>
                <a:lnTo>
                  <a:pt x="2033774" y="34555"/>
                </a:lnTo>
                <a:lnTo>
                  <a:pt x="2032893" y="34524"/>
                </a:lnTo>
                <a:lnTo>
                  <a:pt x="2032004" y="34505"/>
                </a:lnTo>
                <a:lnTo>
                  <a:pt x="2031108" y="34498"/>
                </a:lnTo>
                <a:lnTo>
                  <a:pt x="2030039" y="34508"/>
                </a:lnTo>
                <a:lnTo>
                  <a:pt x="2028980" y="34537"/>
                </a:lnTo>
                <a:lnTo>
                  <a:pt x="2027933" y="34585"/>
                </a:lnTo>
                <a:lnTo>
                  <a:pt x="2026897" y="34653"/>
                </a:lnTo>
                <a:lnTo>
                  <a:pt x="2025872" y="34740"/>
                </a:lnTo>
                <a:lnTo>
                  <a:pt x="2024858" y="34846"/>
                </a:lnTo>
                <a:lnTo>
                  <a:pt x="2023855" y="34972"/>
                </a:lnTo>
                <a:lnTo>
                  <a:pt x="2022863" y="35117"/>
                </a:lnTo>
                <a:lnTo>
                  <a:pt x="2021883" y="35281"/>
                </a:lnTo>
                <a:lnTo>
                  <a:pt x="2020913" y="35465"/>
                </a:lnTo>
                <a:lnTo>
                  <a:pt x="2019955" y="35668"/>
                </a:lnTo>
                <a:lnTo>
                  <a:pt x="2019007" y="35890"/>
                </a:lnTo>
                <a:lnTo>
                  <a:pt x="2018071" y="36132"/>
                </a:lnTo>
                <a:lnTo>
                  <a:pt x="2017146" y="36393"/>
                </a:lnTo>
                <a:lnTo>
                  <a:pt x="2016232" y="36673"/>
                </a:lnTo>
                <a:lnTo>
                  <a:pt x="2015330" y="36972"/>
                </a:lnTo>
                <a:lnTo>
                  <a:pt x="2014438" y="37291"/>
                </a:lnTo>
                <a:lnTo>
                  <a:pt x="2013557" y="37630"/>
                </a:lnTo>
                <a:lnTo>
                  <a:pt x="2012688" y="37987"/>
                </a:lnTo>
                <a:lnTo>
                  <a:pt x="2011830" y="38364"/>
                </a:lnTo>
                <a:lnTo>
                  <a:pt x="2010982" y="38760"/>
                </a:lnTo>
                <a:lnTo>
                  <a:pt x="2010146" y="39176"/>
                </a:lnTo>
                <a:lnTo>
                  <a:pt x="2009321" y="39611"/>
                </a:lnTo>
                <a:lnTo>
                  <a:pt x="2008507" y="40065"/>
                </a:lnTo>
                <a:lnTo>
                  <a:pt x="2007707" y="40538"/>
                </a:lnTo>
                <a:lnTo>
                  <a:pt x="2006921" y="41031"/>
                </a:lnTo>
                <a:lnTo>
                  <a:pt x="2006150" y="41542"/>
                </a:lnTo>
                <a:lnTo>
                  <a:pt x="2005394" y="42073"/>
                </a:lnTo>
                <a:lnTo>
                  <a:pt x="2004652" y="42623"/>
                </a:lnTo>
                <a:lnTo>
                  <a:pt x="2003926" y="43192"/>
                </a:lnTo>
                <a:lnTo>
                  <a:pt x="2003215" y="43780"/>
                </a:lnTo>
                <a:lnTo>
                  <a:pt x="2002519" y="44387"/>
                </a:lnTo>
                <a:lnTo>
                  <a:pt x="2001837" y="45014"/>
                </a:lnTo>
                <a:lnTo>
                  <a:pt x="2001171" y="45659"/>
                </a:lnTo>
                <a:lnTo>
                  <a:pt x="2000519" y="46324"/>
                </a:lnTo>
                <a:lnTo>
                  <a:pt x="1999883" y="47008"/>
                </a:lnTo>
                <a:lnTo>
                  <a:pt x="1999261" y="47711"/>
                </a:lnTo>
                <a:lnTo>
                  <a:pt x="1998654" y="48434"/>
                </a:lnTo>
                <a:lnTo>
                  <a:pt x="1998063" y="49175"/>
                </a:lnTo>
                <a:lnTo>
                  <a:pt x="1997486" y="49936"/>
                </a:lnTo>
                <a:lnTo>
                  <a:pt x="1996924" y="50716"/>
                </a:lnTo>
                <a:lnTo>
                  <a:pt x="1996377" y="51515"/>
                </a:lnTo>
                <a:lnTo>
                  <a:pt x="1995845" y="52333"/>
                </a:lnTo>
                <a:lnTo>
                  <a:pt x="1995328" y="53170"/>
                </a:lnTo>
                <a:lnTo>
                  <a:pt x="1994825" y="54027"/>
                </a:lnTo>
                <a:lnTo>
                  <a:pt x="1994338" y="54902"/>
                </a:lnTo>
                <a:lnTo>
                  <a:pt x="1993866" y="55797"/>
                </a:lnTo>
                <a:lnTo>
                  <a:pt x="1993408" y="56711"/>
                </a:lnTo>
                <a:lnTo>
                  <a:pt x="1992968" y="57644"/>
                </a:lnTo>
                <a:lnTo>
                  <a:pt x="1992546" y="58596"/>
                </a:lnTo>
                <a:lnTo>
                  <a:pt x="1992143" y="59567"/>
                </a:lnTo>
                <a:lnTo>
                  <a:pt x="1991759" y="60557"/>
                </a:lnTo>
                <a:lnTo>
                  <a:pt x="1991393" y="61566"/>
                </a:lnTo>
                <a:lnTo>
                  <a:pt x="1991046" y="62594"/>
                </a:lnTo>
                <a:lnTo>
                  <a:pt x="1990718" y="63641"/>
                </a:lnTo>
                <a:lnTo>
                  <a:pt x="1990409" y="64706"/>
                </a:lnTo>
                <a:lnTo>
                  <a:pt x="1990118" y="65791"/>
                </a:lnTo>
                <a:lnTo>
                  <a:pt x="1989846" y="66895"/>
                </a:lnTo>
                <a:lnTo>
                  <a:pt x="1989593" y="68018"/>
                </a:lnTo>
                <a:lnTo>
                  <a:pt x="1989359" y="69160"/>
                </a:lnTo>
                <a:lnTo>
                  <a:pt x="1989143" y="70320"/>
                </a:lnTo>
                <a:lnTo>
                  <a:pt x="1988946" y="71500"/>
                </a:lnTo>
                <a:lnTo>
                  <a:pt x="1988768" y="72699"/>
                </a:lnTo>
                <a:lnTo>
                  <a:pt x="1988609" y="73916"/>
                </a:lnTo>
                <a:lnTo>
                  <a:pt x="1988468" y="75153"/>
                </a:lnTo>
                <a:lnTo>
                  <a:pt x="1988346" y="76409"/>
                </a:lnTo>
                <a:lnTo>
                  <a:pt x="1988243" y="77683"/>
                </a:lnTo>
                <a:lnTo>
                  <a:pt x="1988159" y="78977"/>
                </a:lnTo>
                <a:lnTo>
                  <a:pt x="1988093" y="80289"/>
                </a:lnTo>
                <a:lnTo>
                  <a:pt x="1988047" y="81621"/>
                </a:lnTo>
                <a:lnTo>
                  <a:pt x="1988018" y="82971"/>
                </a:lnTo>
                <a:lnTo>
                  <a:pt x="1988009" y="84341"/>
                </a:lnTo>
                <a:lnTo>
                  <a:pt x="1988019" y="85710"/>
                </a:lnTo>
                <a:lnTo>
                  <a:pt x="1988047" y="87060"/>
                </a:lnTo>
                <a:lnTo>
                  <a:pt x="1988095" y="88391"/>
                </a:lnTo>
                <a:lnTo>
                  <a:pt x="1988162" y="89702"/>
                </a:lnTo>
                <a:lnTo>
                  <a:pt x="1988247" y="90994"/>
                </a:lnTo>
                <a:lnTo>
                  <a:pt x="1988352" y="92267"/>
                </a:lnTo>
                <a:lnTo>
                  <a:pt x="1988476" y="93520"/>
                </a:lnTo>
                <a:lnTo>
                  <a:pt x="1988620" y="94754"/>
                </a:lnTo>
                <a:lnTo>
                  <a:pt x="1988782" y="95969"/>
                </a:lnTo>
                <a:lnTo>
                  <a:pt x="1988963" y="97164"/>
                </a:lnTo>
                <a:lnTo>
                  <a:pt x="1989163" y="98340"/>
                </a:lnTo>
                <a:lnTo>
                  <a:pt x="1989383" y="99497"/>
                </a:lnTo>
                <a:lnTo>
                  <a:pt x="1989621" y="100635"/>
                </a:lnTo>
                <a:lnTo>
                  <a:pt x="1989879" y="101753"/>
                </a:lnTo>
                <a:lnTo>
                  <a:pt x="1990155" y="102852"/>
                </a:lnTo>
                <a:lnTo>
                  <a:pt x="1990451" y="103931"/>
                </a:lnTo>
                <a:lnTo>
                  <a:pt x="1990766" y="104991"/>
                </a:lnTo>
                <a:lnTo>
                  <a:pt x="1991100" y="106032"/>
                </a:lnTo>
                <a:lnTo>
                  <a:pt x="1991453" y="107054"/>
                </a:lnTo>
                <a:lnTo>
                  <a:pt x="1991825" y="108056"/>
                </a:lnTo>
                <a:lnTo>
                  <a:pt x="1992216" y="109039"/>
                </a:lnTo>
                <a:lnTo>
                  <a:pt x="1992626" y="110003"/>
                </a:lnTo>
                <a:lnTo>
                  <a:pt x="1993056" y="110947"/>
                </a:lnTo>
                <a:lnTo>
                  <a:pt x="1993504" y="111872"/>
                </a:lnTo>
                <a:lnTo>
                  <a:pt x="1993969" y="112778"/>
                </a:lnTo>
                <a:lnTo>
                  <a:pt x="1994449" y="113664"/>
                </a:lnTo>
                <a:lnTo>
                  <a:pt x="1994944" y="114532"/>
                </a:lnTo>
                <a:lnTo>
                  <a:pt x="1995454" y="115380"/>
                </a:lnTo>
                <a:lnTo>
                  <a:pt x="1995978" y="116209"/>
                </a:lnTo>
                <a:lnTo>
                  <a:pt x="1996517" y="117019"/>
                </a:lnTo>
                <a:lnTo>
                  <a:pt x="1997071" y="117810"/>
                </a:lnTo>
                <a:lnTo>
                  <a:pt x="1997640" y="118582"/>
                </a:lnTo>
                <a:lnTo>
                  <a:pt x="1998223" y="119334"/>
                </a:lnTo>
                <a:lnTo>
                  <a:pt x="1998821" y="120068"/>
                </a:lnTo>
                <a:lnTo>
                  <a:pt x="1999434" y="120782"/>
                </a:lnTo>
                <a:lnTo>
                  <a:pt x="2000062" y="121477"/>
                </a:lnTo>
                <a:lnTo>
                  <a:pt x="2000704" y="122153"/>
                </a:lnTo>
                <a:lnTo>
                  <a:pt x="2001362" y="122810"/>
                </a:lnTo>
                <a:lnTo>
                  <a:pt x="2002034" y="123447"/>
                </a:lnTo>
                <a:lnTo>
                  <a:pt x="2002720" y="124066"/>
                </a:lnTo>
                <a:lnTo>
                  <a:pt x="2003422" y="124665"/>
                </a:lnTo>
                <a:lnTo>
                  <a:pt x="2004138" y="125245"/>
                </a:lnTo>
                <a:lnTo>
                  <a:pt x="2004869" y="125806"/>
                </a:lnTo>
                <a:lnTo>
                  <a:pt x="2005615" y="126348"/>
                </a:lnTo>
                <a:lnTo>
                  <a:pt x="2006376" y="126871"/>
                </a:lnTo>
                <a:lnTo>
                  <a:pt x="2007151" y="127374"/>
                </a:lnTo>
                <a:lnTo>
                  <a:pt x="2007941" y="127859"/>
                </a:lnTo>
                <a:lnTo>
                  <a:pt x="2008746" y="128324"/>
                </a:lnTo>
                <a:lnTo>
                  <a:pt x="2009564" y="128770"/>
                </a:lnTo>
                <a:lnTo>
                  <a:pt x="2010391" y="129197"/>
                </a:lnTo>
                <a:lnTo>
                  <a:pt x="2011228" y="129605"/>
                </a:lnTo>
                <a:lnTo>
                  <a:pt x="2012075" y="129994"/>
                </a:lnTo>
                <a:lnTo>
                  <a:pt x="2012932" y="130364"/>
                </a:lnTo>
                <a:lnTo>
                  <a:pt x="2013799" y="130715"/>
                </a:lnTo>
                <a:lnTo>
                  <a:pt x="2014676" y="131047"/>
                </a:lnTo>
                <a:lnTo>
                  <a:pt x="2015563" y="131360"/>
                </a:lnTo>
                <a:lnTo>
                  <a:pt x="2016460" y="131654"/>
                </a:lnTo>
                <a:lnTo>
                  <a:pt x="2017367" y="131929"/>
                </a:lnTo>
                <a:lnTo>
                  <a:pt x="2018284" y="132185"/>
                </a:lnTo>
                <a:lnTo>
                  <a:pt x="2019210" y="132423"/>
                </a:lnTo>
                <a:lnTo>
                  <a:pt x="2020147" y="132641"/>
                </a:lnTo>
                <a:lnTo>
                  <a:pt x="2021094" y="132840"/>
                </a:lnTo>
                <a:lnTo>
                  <a:pt x="2022051" y="133020"/>
                </a:lnTo>
                <a:lnTo>
                  <a:pt x="2023017" y="133182"/>
                </a:lnTo>
                <a:lnTo>
                  <a:pt x="2023994" y="133324"/>
                </a:lnTo>
                <a:lnTo>
                  <a:pt x="2024980" y="133447"/>
                </a:lnTo>
                <a:lnTo>
                  <a:pt x="2025977" y="133552"/>
                </a:lnTo>
                <a:lnTo>
                  <a:pt x="2026983" y="133637"/>
                </a:lnTo>
                <a:lnTo>
                  <a:pt x="2027999" y="133703"/>
                </a:lnTo>
                <a:lnTo>
                  <a:pt x="2029026" y="133751"/>
                </a:lnTo>
                <a:lnTo>
                  <a:pt x="2030062" y="133779"/>
                </a:lnTo>
                <a:lnTo>
                  <a:pt x="2031108" y="133789"/>
                </a:lnTo>
                <a:lnTo>
                  <a:pt x="2032020" y="133782"/>
                </a:lnTo>
                <a:lnTo>
                  <a:pt x="2032925" y="133762"/>
                </a:lnTo>
                <a:lnTo>
                  <a:pt x="2033822" y="133729"/>
                </a:lnTo>
                <a:lnTo>
                  <a:pt x="2034712" y="133682"/>
                </a:lnTo>
                <a:lnTo>
                  <a:pt x="2035594" y="133622"/>
                </a:lnTo>
                <a:close/>
                <a:moveTo>
                  <a:pt x="2122816" y="133600"/>
                </a:moveTo>
                <a:lnTo>
                  <a:pt x="2123702" y="133517"/>
                </a:lnTo>
                <a:lnTo>
                  <a:pt x="2124578" y="133419"/>
                </a:lnTo>
                <a:lnTo>
                  <a:pt x="2125444" y="133306"/>
                </a:lnTo>
                <a:lnTo>
                  <a:pt x="2126301" y="133177"/>
                </a:lnTo>
                <a:lnTo>
                  <a:pt x="2127148" y="133034"/>
                </a:lnTo>
                <a:lnTo>
                  <a:pt x="2127985" y="132875"/>
                </a:lnTo>
                <a:lnTo>
                  <a:pt x="2128812" y="132702"/>
                </a:lnTo>
                <a:lnTo>
                  <a:pt x="2129629" y="132513"/>
                </a:lnTo>
                <a:lnTo>
                  <a:pt x="2130437" y="132309"/>
                </a:lnTo>
                <a:lnTo>
                  <a:pt x="2131234" y="132090"/>
                </a:lnTo>
                <a:lnTo>
                  <a:pt x="2132022" y="131856"/>
                </a:lnTo>
                <a:lnTo>
                  <a:pt x="2132801" y="131607"/>
                </a:lnTo>
                <a:lnTo>
                  <a:pt x="2133569" y="131343"/>
                </a:lnTo>
                <a:lnTo>
                  <a:pt x="2134328" y="131064"/>
                </a:lnTo>
                <a:lnTo>
                  <a:pt x="2135076" y="130769"/>
                </a:lnTo>
                <a:lnTo>
                  <a:pt x="2135816" y="130460"/>
                </a:lnTo>
                <a:lnTo>
                  <a:pt x="2136545" y="130135"/>
                </a:lnTo>
                <a:lnTo>
                  <a:pt x="2137264" y="129796"/>
                </a:lnTo>
                <a:lnTo>
                  <a:pt x="2137974" y="129441"/>
                </a:lnTo>
                <a:lnTo>
                  <a:pt x="2138675" y="129074"/>
                </a:lnTo>
                <a:lnTo>
                  <a:pt x="2139369" y="128696"/>
                </a:lnTo>
                <a:lnTo>
                  <a:pt x="2140056" y="128310"/>
                </a:lnTo>
                <a:lnTo>
                  <a:pt x="2140736" y="127913"/>
                </a:lnTo>
                <a:lnTo>
                  <a:pt x="2141409" y="127507"/>
                </a:lnTo>
                <a:lnTo>
                  <a:pt x="2142074" y="127090"/>
                </a:lnTo>
                <a:lnTo>
                  <a:pt x="2142733" y="126665"/>
                </a:lnTo>
                <a:lnTo>
                  <a:pt x="2143384" y="126229"/>
                </a:lnTo>
                <a:lnTo>
                  <a:pt x="2144028" y="125783"/>
                </a:lnTo>
                <a:lnTo>
                  <a:pt x="2144665" y="125328"/>
                </a:lnTo>
                <a:lnTo>
                  <a:pt x="2145295" y="124863"/>
                </a:lnTo>
                <a:lnTo>
                  <a:pt x="2145918" y="124388"/>
                </a:lnTo>
                <a:lnTo>
                  <a:pt x="2146533" y="123903"/>
                </a:lnTo>
                <a:lnTo>
                  <a:pt x="2147142" y="123409"/>
                </a:lnTo>
                <a:lnTo>
                  <a:pt x="2147743" y="122904"/>
                </a:lnTo>
                <a:lnTo>
                  <a:pt x="2148337" y="122390"/>
                </a:lnTo>
                <a:lnTo>
                  <a:pt x="2148924" y="121866"/>
                </a:lnTo>
                <a:lnTo>
                  <a:pt x="2149504" y="121333"/>
                </a:lnTo>
                <a:lnTo>
                  <a:pt x="2150077" y="120789"/>
                </a:lnTo>
                <a:lnTo>
                  <a:pt x="2150643" y="120236"/>
                </a:lnTo>
                <a:lnTo>
                  <a:pt x="2151201" y="119673"/>
                </a:lnTo>
                <a:lnTo>
                  <a:pt x="2151753" y="119100"/>
                </a:lnTo>
                <a:lnTo>
                  <a:pt x="2152297" y="118518"/>
                </a:lnTo>
                <a:lnTo>
                  <a:pt x="2152834" y="117925"/>
                </a:lnTo>
                <a:lnTo>
                  <a:pt x="2153503" y="132069"/>
                </a:lnTo>
                <a:lnTo>
                  <a:pt x="2168411" y="132069"/>
                </a:lnTo>
                <a:lnTo>
                  <a:pt x="2168411" y="67973"/>
                </a:lnTo>
                <a:lnTo>
                  <a:pt x="2168406" y="67118"/>
                </a:lnTo>
                <a:lnTo>
                  <a:pt x="2168390" y="66276"/>
                </a:lnTo>
                <a:lnTo>
                  <a:pt x="2168363" y="65448"/>
                </a:lnTo>
                <a:lnTo>
                  <a:pt x="2168326" y="64633"/>
                </a:lnTo>
                <a:lnTo>
                  <a:pt x="2168278" y="63830"/>
                </a:lnTo>
                <a:lnTo>
                  <a:pt x="2168220" y="63041"/>
                </a:lnTo>
                <a:lnTo>
                  <a:pt x="2168151" y="62266"/>
                </a:lnTo>
                <a:lnTo>
                  <a:pt x="2168071" y="61503"/>
                </a:lnTo>
                <a:lnTo>
                  <a:pt x="2167981" y="60754"/>
                </a:lnTo>
                <a:lnTo>
                  <a:pt x="2167880" y="60017"/>
                </a:lnTo>
                <a:lnTo>
                  <a:pt x="2167768" y="59294"/>
                </a:lnTo>
                <a:lnTo>
                  <a:pt x="2167646" y="58584"/>
                </a:lnTo>
                <a:lnTo>
                  <a:pt x="2167514" y="57887"/>
                </a:lnTo>
                <a:lnTo>
                  <a:pt x="2167370" y="57204"/>
                </a:lnTo>
                <a:lnTo>
                  <a:pt x="2167216" y="56533"/>
                </a:lnTo>
                <a:lnTo>
                  <a:pt x="2167052" y="55876"/>
                </a:lnTo>
                <a:lnTo>
                  <a:pt x="2166877" y="55232"/>
                </a:lnTo>
                <a:lnTo>
                  <a:pt x="2166691" y="54601"/>
                </a:lnTo>
                <a:lnTo>
                  <a:pt x="2166494" y="53983"/>
                </a:lnTo>
                <a:lnTo>
                  <a:pt x="2166287" y="53378"/>
                </a:lnTo>
                <a:lnTo>
                  <a:pt x="2166070" y="52786"/>
                </a:lnTo>
                <a:lnTo>
                  <a:pt x="2165841" y="52208"/>
                </a:lnTo>
                <a:lnTo>
                  <a:pt x="2165602" y="51643"/>
                </a:lnTo>
                <a:lnTo>
                  <a:pt x="2165353" y="51091"/>
                </a:lnTo>
                <a:lnTo>
                  <a:pt x="2165094" y="50550"/>
                </a:lnTo>
                <a:lnTo>
                  <a:pt x="2164828" y="50019"/>
                </a:lnTo>
                <a:lnTo>
                  <a:pt x="2164555" y="49499"/>
                </a:lnTo>
                <a:lnTo>
                  <a:pt x="2164274" y="48988"/>
                </a:lnTo>
                <a:lnTo>
                  <a:pt x="2163985" y="48488"/>
                </a:lnTo>
                <a:lnTo>
                  <a:pt x="2163689" y="47998"/>
                </a:lnTo>
                <a:lnTo>
                  <a:pt x="2163386" y="47518"/>
                </a:lnTo>
                <a:lnTo>
                  <a:pt x="2163075" y="47047"/>
                </a:lnTo>
                <a:lnTo>
                  <a:pt x="2162757" y="46587"/>
                </a:lnTo>
                <a:lnTo>
                  <a:pt x="2162431" y="46138"/>
                </a:lnTo>
                <a:lnTo>
                  <a:pt x="2162098" y="45698"/>
                </a:lnTo>
                <a:lnTo>
                  <a:pt x="2161757" y="45268"/>
                </a:lnTo>
                <a:lnTo>
                  <a:pt x="2161409" y="44848"/>
                </a:lnTo>
                <a:lnTo>
                  <a:pt x="2161053" y="44439"/>
                </a:lnTo>
                <a:lnTo>
                  <a:pt x="2160690" y="44039"/>
                </a:lnTo>
                <a:lnTo>
                  <a:pt x="2160320" y="43650"/>
                </a:lnTo>
                <a:lnTo>
                  <a:pt x="2159942" y="43271"/>
                </a:lnTo>
                <a:lnTo>
                  <a:pt x="2159556" y="42901"/>
                </a:lnTo>
                <a:lnTo>
                  <a:pt x="2159163" y="42542"/>
                </a:lnTo>
                <a:lnTo>
                  <a:pt x="2158763" y="42193"/>
                </a:lnTo>
                <a:lnTo>
                  <a:pt x="2158355" y="41854"/>
                </a:lnTo>
                <a:lnTo>
                  <a:pt x="2157940" y="41526"/>
                </a:lnTo>
                <a:lnTo>
                  <a:pt x="2157517" y="41207"/>
                </a:lnTo>
                <a:lnTo>
                  <a:pt x="2157087" y="40898"/>
                </a:lnTo>
                <a:lnTo>
                  <a:pt x="2156650" y="40599"/>
                </a:lnTo>
                <a:lnTo>
                  <a:pt x="2156209" y="40307"/>
                </a:lnTo>
                <a:lnTo>
                  <a:pt x="2155764" y="40023"/>
                </a:lnTo>
                <a:lnTo>
                  <a:pt x="2155313" y="39747"/>
                </a:lnTo>
                <a:lnTo>
                  <a:pt x="2154858" y="39478"/>
                </a:lnTo>
                <a:lnTo>
                  <a:pt x="2154399" y="39218"/>
                </a:lnTo>
                <a:lnTo>
                  <a:pt x="2153935" y="38966"/>
                </a:lnTo>
                <a:lnTo>
                  <a:pt x="2153466" y="38721"/>
                </a:lnTo>
                <a:lnTo>
                  <a:pt x="2152992" y="38484"/>
                </a:lnTo>
                <a:lnTo>
                  <a:pt x="2152514" y="38256"/>
                </a:lnTo>
                <a:lnTo>
                  <a:pt x="2152031" y="38035"/>
                </a:lnTo>
                <a:lnTo>
                  <a:pt x="2151544" y="37821"/>
                </a:lnTo>
                <a:lnTo>
                  <a:pt x="2151052" y="37616"/>
                </a:lnTo>
                <a:lnTo>
                  <a:pt x="2150555" y="37419"/>
                </a:lnTo>
                <a:lnTo>
                  <a:pt x="2150054" y="37229"/>
                </a:lnTo>
                <a:lnTo>
                  <a:pt x="2149548" y="37048"/>
                </a:lnTo>
                <a:lnTo>
                  <a:pt x="2149037" y="36874"/>
                </a:lnTo>
                <a:lnTo>
                  <a:pt x="2148522" y="36708"/>
                </a:lnTo>
                <a:lnTo>
                  <a:pt x="2148002" y="36550"/>
                </a:lnTo>
                <a:lnTo>
                  <a:pt x="2147477" y="36400"/>
                </a:lnTo>
                <a:lnTo>
                  <a:pt x="2146948" y="36258"/>
                </a:lnTo>
                <a:lnTo>
                  <a:pt x="2146414" y="36123"/>
                </a:lnTo>
                <a:lnTo>
                  <a:pt x="2145875" y="35997"/>
                </a:lnTo>
                <a:lnTo>
                  <a:pt x="2145332" y="35878"/>
                </a:lnTo>
                <a:lnTo>
                  <a:pt x="2144786" y="35766"/>
                </a:lnTo>
                <a:lnTo>
                  <a:pt x="2144237" y="35658"/>
                </a:lnTo>
                <a:lnTo>
                  <a:pt x="2143686" y="35555"/>
                </a:lnTo>
                <a:lnTo>
                  <a:pt x="2143133" y="35457"/>
                </a:lnTo>
                <a:lnTo>
                  <a:pt x="2142578" y="35363"/>
                </a:lnTo>
                <a:lnTo>
                  <a:pt x="2142020" y="35275"/>
                </a:lnTo>
                <a:lnTo>
                  <a:pt x="2141461" y="35191"/>
                </a:lnTo>
                <a:lnTo>
                  <a:pt x="2140899" y="35112"/>
                </a:lnTo>
                <a:lnTo>
                  <a:pt x="2140335" y="35037"/>
                </a:lnTo>
                <a:lnTo>
                  <a:pt x="2139769" y="34968"/>
                </a:lnTo>
                <a:lnTo>
                  <a:pt x="2139201" y="34903"/>
                </a:lnTo>
                <a:lnTo>
                  <a:pt x="2138631" y="34843"/>
                </a:lnTo>
                <a:lnTo>
                  <a:pt x="2138058" y="34788"/>
                </a:lnTo>
                <a:lnTo>
                  <a:pt x="2137484" y="34738"/>
                </a:lnTo>
                <a:lnTo>
                  <a:pt x="2136907" y="34692"/>
                </a:lnTo>
                <a:lnTo>
                  <a:pt x="2136328" y="34652"/>
                </a:lnTo>
                <a:lnTo>
                  <a:pt x="2135747" y="34616"/>
                </a:lnTo>
                <a:lnTo>
                  <a:pt x="2135164" y="34585"/>
                </a:lnTo>
                <a:lnTo>
                  <a:pt x="2134578" y="34558"/>
                </a:lnTo>
                <a:lnTo>
                  <a:pt x="2133991" y="34537"/>
                </a:lnTo>
                <a:lnTo>
                  <a:pt x="2133401" y="34520"/>
                </a:lnTo>
                <a:lnTo>
                  <a:pt x="2132809" y="34508"/>
                </a:lnTo>
                <a:lnTo>
                  <a:pt x="2132215" y="34501"/>
                </a:lnTo>
                <a:lnTo>
                  <a:pt x="2131619" y="34498"/>
                </a:lnTo>
                <a:lnTo>
                  <a:pt x="2130692" y="34504"/>
                </a:lnTo>
                <a:lnTo>
                  <a:pt x="2129773" y="34522"/>
                </a:lnTo>
                <a:lnTo>
                  <a:pt x="2128863" y="34551"/>
                </a:lnTo>
                <a:lnTo>
                  <a:pt x="2127962" y="34591"/>
                </a:lnTo>
                <a:lnTo>
                  <a:pt x="2127070" y="34644"/>
                </a:lnTo>
                <a:lnTo>
                  <a:pt x="2126187" y="34708"/>
                </a:lnTo>
                <a:lnTo>
                  <a:pt x="2125312" y="34783"/>
                </a:lnTo>
                <a:lnTo>
                  <a:pt x="2124446" y="34870"/>
                </a:lnTo>
                <a:lnTo>
                  <a:pt x="2123589" y="34969"/>
                </a:lnTo>
                <a:lnTo>
                  <a:pt x="2122741" y="35080"/>
                </a:lnTo>
                <a:lnTo>
                  <a:pt x="2121902" y="35202"/>
                </a:lnTo>
                <a:lnTo>
                  <a:pt x="2121071" y="35335"/>
                </a:lnTo>
                <a:lnTo>
                  <a:pt x="2120249" y="35481"/>
                </a:lnTo>
                <a:lnTo>
                  <a:pt x="2119436" y="35638"/>
                </a:lnTo>
                <a:lnTo>
                  <a:pt x="2118632" y="35806"/>
                </a:lnTo>
                <a:lnTo>
                  <a:pt x="2117837" y="35986"/>
                </a:lnTo>
                <a:lnTo>
                  <a:pt x="2117050" y="36178"/>
                </a:lnTo>
                <a:lnTo>
                  <a:pt x="2116272" y="36382"/>
                </a:lnTo>
                <a:lnTo>
                  <a:pt x="2115503" y="36597"/>
                </a:lnTo>
                <a:lnTo>
                  <a:pt x="2114743" y="36823"/>
                </a:lnTo>
                <a:lnTo>
                  <a:pt x="2113991" y="37062"/>
                </a:lnTo>
                <a:lnTo>
                  <a:pt x="2113249" y="37311"/>
                </a:lnTo>
                <a:lnTo>
                  <a:pt x="2112515" y="37573"/>
                </a:lnTo>
                <a:lnTo>
                  <a:pt x="2111790" y="37846"/>
                </a:lnTo>
                <a:lnTo>
                  <a:pt x="2111075" y="38132"/>
                </a:lnTo>
                <a:lnTo>
                  <a:pt x="2110374" y="38431"/>
                </a:lnTo>
                <a:lnTo>
                  <a:pt x="2109686" y="38744"/>
                </a:lnTo>
                <a:lnTo>
                  <a:pt x="2109010" y="39070"/>
                </a:lnTo>
                <a:lnTo>
                  <a:pt x="2108348" y="39411"/>
                </a:lnTo>
                <a:lnTo>
                  <a:pt x="2107698" y="39765"/>
                </a:lnTo>
                <a:lnTo>
                  <a:pt x="2107062" y="40132"/>
                </a:lnTo>
                <a:lnTo>
                  <a:pt x="2106438" y="40514"/>
                </a:lnTo>
                <a:lnTo>
                  <a:pt x="2105827" y="40909"/>
                </a:lnTo>
                <a:lnTo>
                  <a:pt x="2105229" y="41317"/>
                </a:lnTo>
                <a:lnTo>
                  <a:pt x="2104645" y="41740"/>
                </a:lnTo>
                <a:lnTo>
                  <a:pt x="2104073" y="42176"/>
                </a:lnTo>
                <a:lnTo>
                  <a:pt x="2103514" y="42625"/>
                </a:lnTo>
                <a:lnTo>
                  <a:pt x="2102968" y="43089"/>
                </a:lnTo>
                <a:lnTo>
                  <a:pt x="2102435" y="43566"/>
                </a:lnTo>
                <a:lnTo>
                  <a:pt x="2101915" y="44056"/>
                </a:lnTo>
                <a:lnTo>
                  <a:pt x="2101407" y="44561"/>
                </a:lnTo>
                <a:lnTo>
                  <a:pt x="2100913" y="45079"/>
                </a:lnTo>
                <a:lnTo>
                  <a:pt x="2100432" y="45611"/>
                </a:lnTo>
                <a:lnTo>
                  <a:pt x="2099964" y="46156"/>
                </a:lnTo>
                <a:lnTo>
                  <a:pt x="2099508" y="46715"/>
                </a:lnTo>
                <a:lnTo>
                  <a:pt x="2099066" y="47288"/>
                </a:lnTo>
                <a:lnTo>
                  <a:pt x="2098636" y="47874"/>
                </a:lnTo>
                <a:lnTo>
                  <a:pt x="2098220" y="48475"/>
                </a:lnTo>
                <a:lnTo>
                  <a:pt x="2097818" y="49089"/>
                </a:lnTo>
                <a:lnTo>
                  <a:pt x="2097433" y="49719"/>
                </a:lnTo>
                <a:lnTo>
                  <a:pt x="2097066" y="50366"/>
                </a:lnTo>
                <a:lnTo>
                  <a:pt x="2096716" y="51027"/>
                </a:lnTo>
                <a:lnTo>
                  <a:pt x="2096382" y="51705"/>
                </a:lnTo>
                <a:lnTo>
                  <a:pt x="2096066" y="52398"/>
                </a:lnTo>
                <a:lnTo>
                  <a:pt x="2095767" y="53107"/>
                </a:lnTo>
                <a:lnTo>
                  <a:pt x="2095485" y="53831"/>
                </a:lnTo>
                <a:lnTo>
                  <a:pt x="2095220" y="54572"/>
                </a:lnTo>
                <a:lnTo>
                  <a:pt x="2094973" y="55328"/>
                </a:lnTo>
                <a:lnTo>
                  <a:pt x="2094742" y="56100"/>
                </a:lnTo>
                <a:lnTo>
                  <a:pt x="2094528" y="56887"/>
                </a:lnTo>
                <a:lnTo>
                  <a:pt x="2094332" y="57690"/>
                </a:lnTo>
                <a:lnTo>
                  <a:pt x="2094152" y="58509"/>
                </a:lnTo>
                <a:lnTo>
                  <a:pt x="2093990" y="59344"/>
                </a:lnTo>
                <a:lnTo>
                  <a:pt x="2093845" y="60194"/>
                </a:lnTo>
                <a:lnTo>
                  <a:pt x="2093717" y="61060"/>
                </a:lnTo>
                <a:lnTo>
                  <a:pt x="2093606" y="61942"/>
                </a:lnTo>
                <a:lnTo>
                  <a:pt x="2093512" y="62840"/>
                </a:lnTo>
                <a:lnTo>
                  <a:pt x="2093435" y="63753"/>
                </a:lnTo>
                <a:lnTo>
                  <a:pt x="2093375" y="64682"/>
                </a:lnTo>
                <a:lnTo>
                  <a:pt x="2093332" y="65627"/>
                </a:lnTo>
                <a:lnTo>
                  <a:pt x="2093307" y="66587"/>
                </a:lnTo>
                <a:lnTo>
                  <a:pt x="2093298" y="67563"/>
                </a:lnTo>
                <a:lnTo>
                  <a:pt x="2108779" y="67563"/>
                </a:lnTo>
                <a:lnTo>
                  <a:pt x="2108791" y="66656"/>
                </a:lnTo>
                <a:lnTo>
                  <a:pt x="2108825" y="65770"/>
                </a:lnTo>
                <a:lnTo>
                  <a:pt x="2108882" y="64904"/>
                </a:lnTo>
                <a:lnTo>
                  <a:pt x="2108962" y="64058"/>
                </a:lnTo>
                <a:lnTo>
                  <a:pt x="2109065" y="63233"/>
                </a:lnTo>
                <a:lnTo>
                  <a:pt x="2109191" y="62429"/>
                </a:lnTo>
                <a:lnTo>
                  <a:pt x="2109340" y="61644"/>
                </a:lnTo>
                <a:lnTo>
                  <a:pt x="2109512" y="60881"/>
                </a:lnTo>
                <a:lnTo>
                  <a:pt x="2109707" y="60138"/>
                </a:lnTo>
                <a:lnTo>
                  <a:pt x="2109924" y="59415"/>
                </a:lnTo>
                <a:lnTo>
                  <a:pt x="2110164" y="58713"/>
                </a:lnTo>
                <a:lnTo>
                  <a:pt x="2110428" y="58032"/>
                </a:lnTo>
                <a:lnTo>
                  <a:pt x="2110714" y="57371"/>
                </a:lnTo>
                <a:lnTo>
                  <a:pt x="2111023" y="56730"/>
                </a:lnTo>
                <a:lnTo>
                  <a:pt x="2111355" y="56110"/>
                </a:lnTo>
                <a:lnTo>
                  <a:pt x="2111710" y="55510"/>
                </a:lnTo>
                <a:lnTo>
                  <a:pt x="2112088" y="54931"/>
                </a:lnTo>
                <a:lnTo>
                  <a:pt x="2112488" y="54373"/>
                </a:lnTo>
                <a:lnTo>
                  <a:pt x="2112912" y="53835"/>
                </a:lnTo>
                <a:lnTo>
                  <a:pt x="2113358" y="53317"/>
                </a:lnTo>
                <a:lnTo>
                  <a:pt x="2113828" y="52820"/>
                </a:lnTo>
                <a:lnTo>
                  <a:pt x="2114320" y="52344"/>
                </a:lnTo>
                <a:lnTo>
                  <a:pt x="2114835" y="51888"/>
                </a:lnTo>
                <a:lnTo>
                  <a:pt x="2115373" y="51452"/>
                </a:lnTo>
                <a:lnTo>
                  <a:pt x="2115928" y="51036"/>
                </a:lnTo>
                <a:lnTo>
                  <a:pt x="2116493" y="50637"/>
                </a:lnTo>
                <a:lnTo>
                  <a:pt x="2117069" y="50256"/>
                </a:lnTo>
                <a:lnTo>
                  <a:pt x="2117656" y="49893"/>
                </a:lnTo>
                <a:lnTo>
                  <a:pt x="2118253" y="49547"/>
                </a:lnTo>
                <a:lnTo>
                  <a:pt x="2118861" y="49219"/>
                </a:lnTo>
                <a:lnTo>
                  <a:pt x="2119480" y="48909"/>
                </a:lnTo>
                <a:lnTo>
                  <a:pt x="2120109" y="48617"/>
                </a:lnTo>
                <a:lnTo>
                  <a:pt x="2120749" y="48342"/>
                </a:lnTo>
                <a:lnTo>
                  <a:pt x="2121399" y="48085"/>
                </a:lnTo>
                <a:lnTo>
                  <a:pt x="2122060" y="47846"/>
                </a:lnTo>
                <a:lnTo>
                  <a:pt x="2122732" y="47624"/>
                </a:lnTo>
                <a:lnTo>
                  <a:pt x="2123414" y="47420"/>
                </a:lnTo>
                <a:lnTo>
                  <a:pt x="2124107" y="47234"/>
                </a:lnTo>
                <a:lnTo>
                  <a:pt x="2124810" y="47066"/>
                </a:lnTo>
                <a:lnTo>
                  <a:pt x="2125524" y="46915"/>
                </a:lnTo>
                <a:lnTo>
                  <a:pt x="2126249" y="46782"/>
                </a:lnTo>
                <a:lnTo>
                  <a:pt x="2126984" y="46667"/>
                </a:lnTo>
                <a:lnTo>
                  <a:pt x="2127730" y="46570"/>
                </a:lnTo>
                <a:lnTo>
                  <a:pt x="2128487" y="46490"/>
                </a:lnTo>
                <a:lnTo>
                  <a:pt x="2129254" y="46428"/>
                </a:lnTo>
                <a:lnTo>
                  <a:pt x="2130032" y="46384"/>
                </a:lnTo>
                <a:lnTo>
                  <a:pt x="2130820" y="46357"/>
                </a:lnTo>
                <a:lnTo>
                  <a:pt x="2131619" y="46348"/>
                </a:lnTo>
                <a:lnTo>
                  <a:pt x="2132370" y="46356"/>
                </a:lnTo>
                <a:lnTo>
                  <a:pt x="2133110" y="46381"/>
                </a:lnTo>
                <a:lnTo>
                  <a:pt x="2133839" y="46421"/>
                </a:lnTo>
                <a:lnTo>
                  <a:pt x="2134558" y="46478"/>
                </a:lnTo>
                <a:lnTo>
                  <a:pt x="2135265" y="46552"/>
                </a:lnTo>
                <a:lnTo>
                  <a:pt x="2135961" y="46641"/>
                </a:lnTo>
                <a:lnTo>
                  <a:pt x="2136646" y="46747"/>
                </a:lnTo>
                <a:lnTo>
                  <a:pt x="2137321" y="46869"/>
                </a:lnTo>
                <a:lnTo>
                  <a:pt x="2137984" y="47007"/>
                </a:lnTo>
                <a:lnTo>
                  <a:pt x="2138637" y="47161"/>
                </a:lnTo>
                <a:lnTo>
                  <a:pt x="2139278" y="47332"/>
                </a:lnTo>
                <a:lnTo>
                  <a:pt x="2139909" y="47519"/>
                </a:lnTo>
                <a:lnTo>
                  <a:pt x="2140529" y="47722"/>
                </a:lnTo>
                <a:lnTo>
                  <a:pt x="2141137" y="47942"/>
                </a:lnTo>
                <a:lnTo>
                  <a:pt x="2141735" y="48177"/>
                </a:lnTo>
                <a:lnTo>
                  <a:pt x="2142322" y="48429"/>
                </a:lnTo>
                <a:lnTo>
                  <a:pt x="2142898" y="48698"/>
                </a:lnTo>
                <a:lnTo>
                  <a:pt x="2143463" y="48982"/>
                </a:lnTo>
                <a:lnTo>
                  <a:pt x="2144017" y="49283"/>
                </a:lnTo>
                <a:lnTo>
                  <a:pt x="2144560" y="49600"/>
                </a:lnTo>
                <a:lnTo>
                  <a:pt x="2145092" y="49933"/>
                </a:lnTo>
                <a:lnTo>
                  <a:pt x="2145613" y="50283"/>
                </a:lnTo>
                <a:lnTo>
                  <a:pt x="2146123" y="50649"/>
                </a:lnTo>
                <a:lnTo>
                  <a:pt x="2146622" y="51031"/>
                </a:lnTo>
                <a:lnTo>
                  <a:pt x="2147106" y="51435"/>
                </a:lnTo>
                <a:lnTo>
                  <a:pt x="2147569" y="51866"/>
                </a:lnTo>
                <a:lnTo>
                  <a:pt x="2148011" y="52325"/>
                </a:lnTo>
                <a:lnTo>
                  <a:pt x="2148433" y="52811"/>
                </a:lnTo>
                <a:lnTo>
                  <a:pt x="2148834" y="53325"/>
                </a:lnTo>
                <a:lnTo>
                  <a:pt x="2149215" y="53866"/>
                </a:lnTo>
                <a:lnTo>
                  <a:pt x="2149575" y="54435"/>
                </a:lnTo>
                <a:lnTo>
                  <a:pt x="2149914" y="55031"/>
                </a:lnTo>
                <a:lnTo>
                  <a:pt x="2150233" y="55654"/>
                </a:lnTo>
                <a:lnTo>
                  <a:pt x="2150531" y="56305"/>
                </a:lnTo>
                <a:lnTo>
                  <a:pt x="2150809" y="56984"/>
                </a:lnTo>
                <a:lnTo>
                  <a:pt x="2151066" y="57690"/>
                </a:lnTo>
                <a:lnTo>
                  <a:pt x="2151303" y="58423"/>
                </a:lnTo>
                <a:lnTo>
                  <a:pt x="2151519" y="59184"/>
                </a:lnTo>
                <a:lnTo>
                  <a:pt x="2151714" y="59972"/>
                </a:lnTo>
                <a:lnTo>
                  <a:pt x="2151889" y="60788"/>
                </a:lnTo>
                <a:lnTo>
                  <a:pt x="2152043" y="61631"/>
                </a:lnTo>
                <a:lnTo>
                  <a:pt x="2152177" y="62501"/>
                </a:lnTo>
                <a:lnTo>
                  <a:pt x="2152290" y="63399"/>
                </a:lnTo>
                <a:lnTo>
                  <a:pt x="2152383" y="64325"/>
                </a:lnTo>
                <a:lnTo>
                  <a:pt x="2152455" y="65278"/>
                </a:lnTo>
                <a:lnTo>
                  <a:pt x="2152506" y="66258"/>
                </a:lnTo>
                <a:lnTo>
                  <a:pt x="2152537" y="67266"/>
                </a:lnTo>
                <a:lnTo>
                  <a:pt x="2152547" y="68301"/>
                </a:lnTo>
                <a:lnTo>
                  <a:pt x="2152547" y="75149"/>
                </a:lnTo>
                <a:lnTo>
                  <a:pt x="2150955" y="75169"/>
                </a:lnTo>
                <a:lnTo>
                  <a:pt x="2149380" y="75197"/>
                </a:lnTo>
                <a:lnTo>
                  <a:pt x="2147821" y="75232"/>
                </a:lnTo>
                <a:lnTo>
                  <a:pt x="2146280" y="75276"/>
                </a:lnTo>
                <a:lnTo>
                  <a:pt x="2144755" y="75326"/>
                </a:lnTo>
                <a:lnTo>
                  <a:pt x="2143248" y="75385"/>
                </a:lnTo>
                <a:lnTo>
                  <a:pt x="2141757" y="75451"/>
                </a:lnTo>
                <a:lnTo>
                  <a:pt x="2140283" y="75525"/>
                </a:lnTo>
                <a:lnTo>
                  <a:pt x="2138827" y="75606"/>
                </a:lnTo>
                <a:lnTo>
                  <a:pt x="2137387" y="75695"/>
                </a:lnTo>
                <a:lnTo>
                  <a:pt x="2135964" y="75792"/>
                </a:lnTo>
                <a:lnTo>
                  <a:pt x="2134558" y="75896"/>
                </a:lnTo>
                <a:lnTo>
                  <a:pt x="2133168" y="76008"/>
                </a:lnTo>
                <a:lnTo>
                  <a:pt x="2131796" y="76128"/>
                </a:lnTo>
                <a:lnTo>
                  <a:pt x="2130441" y="76255"/>
                </a:lnTo>
                <a:lnTo>
                  <a:pt x="2129102" y="76390"/>
                </a:lnTo>
                <a:lnTo>
                  <a:pt x="2127781" y="76532"/>
                </a:lnTo>
                <a:lnTo>
                  <a:pt x="2126476" y="76682"/>
                </a:lnTo>
                <a:lnTo>
                  <a:pt x="2125189" y="76840"/>
                </a:lnTo>
                <a:lnTo>
                  <a:pt x="2123918" y="77006"/>
                </a:lnTo>
                <a:lnTo>
                  <a:pt x="2122664" y="77179"/>
                </a:lnTo>
                <a:lnTo>
                  <a:pt x="2121427" y="77359"/>
                </a:lnTo>
                <a:lnTo>
                  <a:pt x="2120208" y="77548"/>
                </a:lnTo>
                <a:lnTo>
                  <a:pt x="2119005" y="77744"/>
                </a:lnTo>
                <a:lnTo>
                  <a:pt x="2117821" y="77951"/>
                </a:lnTo>
                <a:lnTo>
                  <a:pt x="2116661" y="78173"/>
                </a:lnTo>
                <a:lnTo>
                  <a:pt x="2115522" y="78410"/>
                </a:lnTo>
                <a:lnTo>
                  <a:pt x="2114407" y="78662"/>
                </a:lnTo>
                <a:lnTo>
                  <a:pt x="2113314" y="78928"/>
                </a:lnTo>
                <a:lnTo>
                  <a:pt x="2112243" y="79209"/>
                </a:lnTo>
                <a:lnTo>
                  <a:pt x="2111196" y="79505"/>
                </a:lnTo>
                <a:lnTo>
                  <a:pt x="2110170" y="79816"/>
                </a:lnTo>
                <a:lnTo>
                  <a:pt x="2109167" y="80141"/>
                </a:lnTo>
                <a:lnTo>
                  <a:pt x="2108187" y="80482"/>
                </a:lnTo>
                <a:lnTo>
                  <a:pt x="2107230" y="80837"/>
                </a:lnTo>
                <a:lnTo>
                  <a:pt x="2106295" y="81207"/>
                </a:lnTo>
                <a:lnTo>
                  <a:pt x="2105382" y="81591"/>
                </a:lnTo>
                <a:lnTo>
                  <a:pt x="2104492" y="81991"/>
                </a:lnTo>
                <a:lnTo>
                  <a:pt x="2103625" y="82405"/>
                </a:lnTo>
                <a:lnTo>
                  <a:pt x="2102780" y="82834"/>
                </a:lnTo>
                <a:lnTo>
                  <a:pt x="2101958" y="83278"/>
                </a:lnTo>
                <a:lnTo>
                  <a:pt x="2101158" y="83736"/>
                </a:lnTo>
                <a:lnTo>
                  <a:pt x="2100381" y="84210"/>
                </a:lnTo>
                <a:lnTo>
                  <a:pt x="2099626" y="84698"/>
                </a:lnTo>
                <a:lnTo>
                  <a:pt x="2098894" y="85201"/>
                </a:lnTo>
                <a:lnTo>
                  <a:pt x="2098185" y="85719"/>
                </a:lnTo>
                <a:lnTo>
                  <a:pt x="2097498" y="86251"/>
                </a:lnTo>
                <a:lnTo>
                  <a:pt x="2096834" y="86799"/>
                </a:lnTo>
                <a:lnTo>
                  <a:pt x="2096194" y="87364"/>
                </a:lnTo>
                <a:lnTo>
                  <a:pt x="2095582" y="87951"/>
                </a:lnTo>
                <a:lnTo>
                  <a:pt x="2094997" y="88559"/>
                </a:lnTo>
                <a:lnTo>
                  <a:pt x="2094439" y="89189"/>
                </a:lnTo>
                <a:lnTo>
                  <a:pt x="2093909" y="89840"/>
                </a:lnTo>
                <a:lnTo>
                  <a:pt x="2093405" y="90512"/>
                </a:lnTo>
                <a:lnTo>
                  <a:pt x="2092929" y="91206"/>
                </a:lnTo>
                <a:lnTo>
                  <a:pt x="2092480" y="91921"/>
                </a:lnTo>
                <a:lnTo>
                  <a:pt x="2092059" y="92658"/>
                </a:lnTo>
                <a:lnTo>
                  <a:pt x="2091664" y="93416"/>
                </a:lnTo>
                <a:lnTo>
                  <a:pt x="2091297" y="94196"/>
                </a:lnTo>
                <a:lnTo>
                  <a:pt x="2090957" y="94997"/>
                </a:lnTo>
                <a:lnTo>
                  <a:pt x="2090644" y="95819"/>
                </a:lnTo>
                <a:lnTo>
                  <a:pt x="2090358" y="96663"/>
                </a:lnTo>
                <a:lnTo>
                  <a:pt x="2090100" y="97528"/>
                </a:lnTo>
                <a:lnTo>
                  <a:pt x="2089868" y="98415"/>
                </a:lnTo>
                <a:lnTo>
                  <a:pt x="2089664" y="99323"/>
                </a:lnTo>
                <a:lnTo>
                  <a:pt x="2089487" y="100252"/>
                </a:lnTo>
                <a:lnTo>
                  <a:pt x="2089338" y="101203"/>
                </a:lnTo>
                <a:lnTo>
                  <a:pt x="2089215" y="102175"/>
                </a:lnTo>
                <a:lnTo>
                  <a:pt x="2089120" y="103169"/>
                </a:lnTo>
                <a:lnTo>
                  <a:pt x="2089052" y="104184"/>
                </a:lnTo>
                <a:lnTo>
                  <a:pt x="2089011" y="105221"/>
                </a:lnTo>
                <a:lnTo>
                  <a:pt x="2088998" y="106279"/>
                </a:lnTo>
                <a:lnTo>
                  <a:pt x="2089005" y="107024"/>
                </a:lnTo>
                <a:lnTo>
                  <a:pt x="2089025" y="107760"/>
                </a:lnTo>
                <a:lnTo>
                  <a:pt x="2089060" y="108485"/>
                </a:lnTo>
                <a:lnTo>
                  <a:pt x="2089108" y="109201"/>
                </a:lnTo>
                <a:lnTo>
                  <a:pt x="2089170" y="109906"/>
                </a:lnTo>
                <a:lnTo>
                  <a:pt x="2089245" y="110601"/>
                </a:lnTo>
                <a:lnTo>
                  <a:pt x="2089335" y="111287"/>
                </a:lnTo>
                <a:lnTo>
                  <a:pt x="2089438" y="111962"/>
                </a:lnTo>
                <a:lnTo>
                  <a:pt x="2089555" y="112628"/>
                </a:lnTo>
                <a:lnTo>
                  <a:pt x="2089686" y="113283"/>
                </a:lnTo>
                <a:lnTo>
                  <a:pt x="2089831" y="113928"/>
                </a:lnTo>
                <a:lnTo>
                  <a:pt x="2089989" y="114563"/>
                </a:lnTo>
                <a:lnTo>
                  <a:pt x="2090161" y="115189"/>
                </a:lnTo>
                <a:lnTo>
                  <a:pt x="2090347" y="115804"/>
                </a:lnTo>
                <a:lnTo>
                  <a:pt x="2090547" y="116409"/>
                </a:lnTo>
                <a:lnTo>
                  <a:pt x="2090760" y="117004"/>
                </a:lnTo>
                <a:lnTo>
                  <a:pt x="2090987" y="117589"/>
                </a:lnTo>
                <a:lnTo>
                  <a:pt x="2091228" y="118164"/>
                </a:lnTo>
                <a:lnTo>
                  <a:pt x="2091483" y="118730"/>
                </a:lnTo>
                <a:lnTo>
                  <a:pt x="2091752" y="119285"/>
                </a:lnTo>
                <a:lnTo>
                  <a:pt x="2092034" y="119830"/>
                </a:lnTo>
                <a:lnTo>
                  <a:pt x="2092330" y="120365"/>
                </a:lnTo>
                <a:lnTo>
                  <a:pt x="2092640" y="120890"/>
                </a:lnTo>
                <a:lnTo>
                  <a:pt x="2092964" y="121404"/>
                </a:lnTo>
                <a:lnTo>
                  <a:pt x="2093299" y="121909"/>
                </a:lnTo>
                <a:lnTo>
                  <a:pt x="2093643" y="122404"/>
                </a:lnTo>
                <a:lnTo>
                  <a:pt x="2093997" y="122888"/>
                </a:lnTo>
                <a:lnTo>
                  <a:pt x="2094360" y="123361"/>
                </a:lnTo>
                <a:lnTo>
                  <a:pt x="2094732" y="123824"/>
                </a:lnTo>
                <a:lnTo>
                  <a:pt x="2095114" y="124277"/>
                </a:lnTo>
                <a:lnTo>
                  <a:pt x="2095505" y="124720"/>
                </a:lnTo>
                <a:lnTo>
                  <a:pt x="2095905" y="125152"/>
                </a:lnTo>
                <a:lnTo>
                  <a:pt x="2096314" y="125574"/>
                </a:lnTo>
                <a:lnTo>
                  <a:pt x="2096733" y="125985"/>
                </a:lnTo>
                <a:lnTo>
                  <a:pt x="2097161" y="126386"/>
                </a:lnTo>
                <a:lnTo>
                  <a:pt x="2097598" y="126777"/>
                </a:lnTo>
                <a:lnTo>
                  <a:pt x="2098045" y="127157"/>
                </a:lnTo>
                <a:lnTo>
                  <a:pt x="2098501" y="127527"/>
                </a:lnTo>
                <a:lnTo>
                  <a:pt x="2098966" y="127887"/>
                </a:lnTo>
                <a:lnTo>
                  <a:pt x="2099441" y="128236"/>
                </a:lnTo>
                <a:lnTo>
                  <a:pt x="2099924" y="128575"/>
                </a:lnTo>
                <a:lnTo>
                  <a:pt x="2100417" y="128903"/>
                </a:lnTo>
                <a:lnTo>
                  <a:pt x="2100920" y="129221"/>
                </a:lnTo>
                <a:lnTo>
                  <a:pt x="2101431" y="129529"/>
                </a:lnTo>
                <a:lnTo>
                  <a:pt x="2101952" y="129826"/>
                </a:lnTo>
                <a:lnTo>
                  <a:pt x="2102483" y="130113"/>
                </a:lnTo>
                <a:lnTo>
                  <a:pt x="2103022" y="130390"/>
                </a:lnTo>
                <a:lnTo>
                  <a:pt x="2103571" y="130656"/>
                </a:lnTo>
                <a:lnTo>
                  <a:pt x="2104127" y="130912"/>
                </a:lnTo>
                <a:lnTo>
                  <a:pt x="2104688" y="131157"/>
                </a:lnTo>
                <a:lnTo>
                  <a:pt x="2105253" y="131390"/>
                </a:lnTo>
                <a:lnTo>
                  <a:pt x="2105823" y="131613"/>
                </a:lnTo>
                <a:lnTo>
                  <a:pt x="2106399" y="131826"/>
                </a:lnTo>
                <a:lnTo>
                  <a:pt x="2106978" y="132027"/>
                </a:lnTo>
                <a:lnTo>
                  <a:pt x="2107563" y="132217"/>
                </a:lnTo>
                <a:lnTo>
                  <a:pt x="2108153" y="132397"/>
                </a:lnTo>
                <a:lnTo>
                  <a:pt x="2108747" y="132565"/>
                </a:lnTo>
                <a:lnTo>
                  <a:pt x="2109346" y="132723"/>
                </a:lnTo>
                <a:lnTo>
                  <a:pt x="2109950" y="132870"/>
                </a:lnTo>
                <a:lnTo>
                  <a:pt x="2110559" y="133006"/>
                </a:lnTo>
                <a:lnTo>
                  <a:pt x="2111173" y="133131"/>
                </a:lnTo>
                <a:lnTo>
                  <a:pt x="2111791" y="133245"/>
                </a:lnTo>
                <a:lnTo>
                  <a:pt x="2112414" y="133348"/>
                </a:lnTo>
                <a:lnTo>
                  <a:pt x="2113042" y="133441"/>
                </a:lnTo>
                <a:lnTo>
                  <a:pt x="2113675" y="133522"/>
                </a:lnTo>
                <a:lnTo>
                  <a:pt x="2114313" y="133593"/>
                </a:lnTo>
                <a:lnTo>
                  <a:pt x="2114955" y="133653"/>
                </a:lnTo>
                <a:lnTo>
                  <a:pt x="2115603" y="133702"/>
                </a:lnTo>
                <a:lnTo>
                  <a:pt x="2116255" y="133740"/>
                </a:lnTo>
                <a:lnTo>
                  <a:pt x="2116912" y="133767"/>
                </a:lnTo>
                <a:lnTo>
                  <a:pt x="2117574" y="133783"/>
                </a:lnTo>
                <a:lnTo>
                  <a:pt x="2118240" y="133789"/>
                </a:lnTo>
                <a:lnTo>
                  <a:pt x="2119175" y="133781"/>
                </a:lnTo>
                <a:lnTo>
                  <a:pt x="2120100" y="133759"/>
                </a:lnTo>
                <a:lnTo>
                  <a:pt x="2121015" y="133721"/>
                </a:lnTo>
                <a:lnTo>
                  <a:pt x="2121921" y="133668"/>
                </a:lnTo>
                <a:lnTo>
                  <a:pt x="2122816" y="133600"/>
                </a:lnTo>
                <a:close/>
                <a:moveTo>
                  <a:pt x="2119042" y="121369"/>
                </a:moveTo>
                <a:lnTo>
                  <a:pt x="2118404" y="121286"/>
                </a:lnTo>
                <a:lnTo>
                  <a:pt x="2117781" y="121189"/>
                </a:lnTo>
                <a:lnTo>
                  <a:pt x="2117173" y="121076"/>
                </a:lnTo>
                <a:lnTo>
                  <a:pt x="2116579" y="120949"/>
                </a:lnTo>
                <a:lnTo>
                  <a:pt x="2115999" y="120806"/>
                </a:lnTo>
                <a:lnTo>
                  <a:pt x="2115434" y="120648"/>
                </a:lnTo>
                <a:lnTo>
                  <a:pt x="2114883" y="120476"/>
                </a:lnTo>
                <a:lnTo>
                  <a:pt x="2114347" y="120288"/>
                </a:lnTo>
                <a:lnTo>
                  <a:pt x="2113825" y="120085"/>
                </a:lnTo>
                <a:lnTo>
                  <a:pt x="2113318" y="119868"/>
                </a:lnTo>
                <a:lnTo>
                  <a:pt x="2112825" y="119635"/>
                </a:lnTo>
                <a:lnTo>
                  <a:pt x="2112346" y="119387"/>
                </a:lnTo>
                <a:lnTo>
                  <a:pt x="2111882" y="119124"/>
                </a:lnTo>
                <a:lnTo>
                  <a:pt x="2111432" y="118847"/>
                </a:lnTo>
                <a:lnTo>
                  <a:pt x="2110997" y="118554"/>
                </a:lnTo>
                <a:lnTo>
                  <a:pt x="2110576" y="118246"/>
                </a:lnTo>
                <a:lnTo>
                  <a:pt x="2110170" y="117923"/>
                </a:lnTo>
                <a:lnTo>
                  <a:pt x="2109778" y="117585"/>
                </a:lnTo>
                <a:lnTo>
                  <a:pt x="2109400" y="117233"/>
                </a:lnTo>
                <a:lnTo>
                  <a:pt x="2109038" y="116867"/>
                </a:lnTo>
                <a:lnTo>
                  <a:pt x="2108691" y="116491"/>
                </a:lnTo>
                <a:lnTo>
                  <a:pt x="2108359" y="116106"/>
                </a:lnTo>
                <a:lnTo>
                  <a:pt x="2108043" y="115710"/>
                </a:lnTo>
                <a:lnTo>
                  <a:pt x="2107742" y="115303"/>
                </a:lnTo>
                <a:lnTo>
                  <a:pt x="2107456" y="114887"/>
                </a:lnTo>
                <a:lnTo>
                  <a:pt x="2107186" y="114461"/>
                </a:lnTo>
                <a:lnTo>
                  <a:pt x="2106932" y="114024"/>
                </a:lnTo>
                <a:lnTo>
                  <a:pt x="2106693" y="113577"/>
                </a:lnTo>
                <a:lnTo>
                  <a:pt x="2106469" y="113120"/>
                </a:lnTo>
                <a:lnTo>
                  <a:pt x="2106261" y="112653"/>
                </a:lnTo>
                <a:lnTo>
                  <a:pt x="2106068" y="112175"/>
                </a:lnTo>
                <a:lnTo>
                  <a:pt x="2105890" y="111687"/>
                </a:lnTo>
                <a:lnTo>
                  <a:pt x="2105728" y="111190"/>
                </a:lnTo>
                <a:lnTo>
                  <a:pt x="2105582" y="110682"/>
                </a:lnTo>
                <a:lnTo>
                  <a:pt x="2105450" y="110163"/>
                </a:lnTo>
                <a:lnTo>
                  <a:pt x="2105335" y="109635"/>
                </a:lnTo>
                <a:lnTo>
                  <a:pt x="2105234" y="109097"/>
                </a:lnTo>
                <a:lnTo>
                  <a:pt x="2105150" y="108548"/>
                </a:lnTo>
                <a:lnTo>
                  <a:pt x="2105080" y="107989"/>
                </a:lnTo>
                <a:lnTo>
                  <a:pt x="2105026" y="107420"/>
                </a:lnTo>
                <a:lnTo>
                  <a:pt x="2104988" y="106841"/>
                </a:lnTo>
                <a:lnTo>
                  <a:pt x="2104964" y="106251"/>
                </a:lnTo>
                <a:lnTo>
                  <a:pt x="2104957" y="105651"/>
                </a:lnTo>
                <a:lnTo>
                  <a:pt x="2104976" y="104776"/>
                </a:lnTo>
                <a:lnTo>
                  <a:pt x="2105033" y="103920"/>
                </a:lnTo>
                <a:lnTo>
                  <a:pt x="2105129" y="103086"/>
                </a:lnTo>
                <a:lnTo>
                  <a:pt x="2105263" y="102272"/>
                </a:lnTo>
                <a:lnTo>
                  <a:pt x="2105436" y="101479"/>
                </a:lnTo>
                <a:lnTo>
                  <a:pt x="2105647" y="100707"/>
                </a:lnTo>
                <a:lnTo>
                  <a:pt x="2105896" y="99955"/>
                </a:lnTo>
                <a:lnTo>
                  <a:pt x="2106183" y="99224"/>
                </a:lnTo>
                <a:lnTo>
                  <a:pt x="2106509" y="98514"/>
                </a:lnTo>
                <a:lnTo>
                  <a:pt x="2106873" y="97825"/>
                </a:lnTo>
                <a:lnTo>
                  <a:pt x="2107275" y="97156"/>
                </a:lnTo>
                <a:lnTo>
                  <a:pt x="2107716" y="96508"/>
                </a:lnTo>
                <a:lnTo>
                  <a:pt x="2108195" y="95881"/>
                </a:lnTo>
                <a:lnTo>
                  <a:pt x="2108713" y="95274"/>
                </a:lnTo>
                <a:lnTo>
                  <a:pt x="2109268" y="94688"/>
                </a:lnTo>
                <a:lnTo>
                  <a:pt x="2109862" y="94123"/>
                </a:lnTo>
                <a:lnTo>
                  <a:pt x="2110495" y="93578"/>
                </a:lnTo>
                <a:lnTo>
                  <a:pt x="2111165" y="93054"/>
                </a:lnTo>
                <a:lnTo>
                  <a:pt x="2111874" y="92551"/>
                </a:lnTo>
                <a:lnTo>
                  <a:pt x="2112622" y="92069"/>
                </a:lnTo>
                <a:lnTo>
                  <a:pt x="2113407" y="91607"/>
                </a:lnTo>
                <a:lnTo>
                  <a:pt x="2114231" y="91166"/>
                </a:lnTo>
                <a:lnTo>
                  <a:pt x="2115094" y="90746"/>
                </a:lnTo>
                <a:lnTo>
                  <a:pt x="2115994" y="90346"/>
                </a:lnTo>
                <a:lnTo>
                  <a:pt x="2116939" y="89964"/>
                </a:lnTo>
                <a:lnTo>
                  <a:pt x="2117934" y="89598"/>
                </a:lnTo>
                <a:lnTo>
                  <a:pt x="2118978" y="89246"/>
                </a:lnTo>
                <a:lnTo>
                  <a:pt x="2120073" y="88910"/>
                </a:lnTo>
                <a:lnTo>
                  <a:pt x="2121218" y="88589"/>
                </a:lnTo>
                <a:lnTo>
                  <a:pt x="2122412" y="88283"/>
                </a:lnTo>
                <a:lnTo>
                  <a:pt x="2123656" y="87992"/>
                </a:lnTo>
                <a:lnTo>
                  <a:pt x="2124951" y="87717"/>
                </a:lnTo>
                <a:lnTo>
                  <a:pt x="2126295" y="87456"/>
                </a:lnTo>
                <a:lnTo>
                  <a:pt x="2127689" y="87211"/>
                </a:lnTo>
                <a:lnTo>
                  <a:pt x="2129133" y="86981"/>
                </a:lnTo>
                <a:lnTo>
                  <a:pt x="2130627" y="86766"/>
                </a:lnTo>
                <a:lnTo>
                  <a:pt x="2132172" y="86567"/>
                </a:lnTo>
                <a:lnTo>
                  <a:pt x="2133765" y="86382"/>
                </a:lnTo>
                <a:lnTo>
                  <a:pt x="2135409" y="86213"/>
                </a:lnTo>
                <a:lnTo>
                  <a:pt x="2137103" y="86059"/>
                </a:lnTo>
                <a:lnTo>
                  <a:pt x="2138847" y="85920"/>
                </a:lnTo>
                <a:lnTo>
                  <a:pt x="2140641" y="85797"/>
                </a:lnTo>
                <a:lnTo>
                  <a:pt x="2142484" y="85688"/>
                </a:lnTo>
                <a:lnTo>
                  <a:pt x="2144378" y="85595"/>
                </a:lnTo>
                <a:lnTo>
                  <a:pt x="2146322" y="85517"/>
                </a:lnTo>
                <a:lnTo>
                  <a:pt x="2148315" y="85454"/>
                </a:lnTo>
                <a:lnTo>
                  <a:pt x="2150358" y="85407"/>
                </a:lnTo>
                <a:lnTo>
                  <a:pt x="2152452" y="85374"/>
                </a:lnTo>
                <a:lnTo>
                  <a:pt x="2152452" y="105057"/>
                </a:lnTo>
                <a:lnTo>
                  <a:pt x="2152017" y="105649"/>
                </a:lnTo>
                <a:lnTo>
                  <a:pt x="2151574" y="106232"/>
                </a:lnTo>
                <a:lnTo>
                  <a:pt x="2151123" y="106807"/>
                </a:lnTo>
                <a:lnTo>
                  <a:pt x="2150663" y="107373"/>
                </a:lnTo>
                <a:lnTo>
                  <a:pt x="2150194" y="107931"/>
                </a:lnTo>
                <a:lnTo>
                  <a:pt x="2149716" y="108480"/>
                </a:lnTo>
                <a:lnTo>
                  <a:pt x="2149230" y="109020"/>
                </a:lnTo>
                <a:lnTo>
                  <a:pt x="2148735" y="109552"/>
                </a:lnTo>
                <a:lnTo>
                  <a:pt x="2148232" y="110075"/>
                </a:lnTo>
                <a:lnTo>
                  <a:pt x="2147720" y="110589"/>
                </a:lnTo>
                <a:lnTo>
                  <a:pt x="2147199" y="111095"/>
                </a:lnTo>
                <a:lnTo>
                  <a:pt x="2146670" y="111592"/>
                </a:lnTo>
                <a:lnTo>
                  <a:pt x="2146132" y="112081"/>
                </a:lnTo>
                <a:lnTo>
                  <a:pt x="2145586" y="112561"/>
                </a:lnTo>
                <a:lnTo>
                  <a:pt x="2145031" y="113032"/>
                </a:lnTo>
                <a:lnTo>
                  <a:pt x="2144467" y="113495"/>
                </a:lnTo>
                <a:lnTo>
                  <a:pt x="2143895" y="113949"/>
                </a:lnTo>
                <a:lnTo>
                  <a:pt x="2143314" y="114394"/>
                </a:lnTo>
                <a:lnTo>
                  <a:pt x="2142724" y="114831"/>
                </a:lnTo>
                <a:lnTo>
                  <a:pt x="2142126" y="115259"/>
                </a:lnTo>
                <a:lnTo>
                  <a:pt x="2141519" y="115679"/>
                </a:lnTo>
                <a:lnTo>
                  <a:pt x="2140903" y="116090"/>
                </a:lnTo>
                <a:lnTo>
                  <a:pt x="2140279" y="116492"/>
                </a:lnTo>
                <a:lnTo>
                  <a:pt x="2139646" y="116886"/>
                </a:lnTo>
                <a:lnTo>
                  <a:pt x="2139006" y="117267"/>
                </a:lnTo>
                <a:lnTo>
                  <a:pt x="2138359" y="117632"/>
                </a:lnTo>
                <a:lnTo>
                  <a:pt x="2137705" y="117981"/>
                </a:lnTo>
                <a:lnTo>
                  <a:pt x="2137045" y="118313"/>
                </a:lnTo>
                <a:lnTo>
                  <a:pt x="2136378" y="118629"/>
                </a:lnTo>
                <a:lnTo>
                  <a:pt x="2135704" y="118930"/>
                </a:lnTo>
                <a:lnTo>
                  <a:pt x="2135024" y="119213"/>
                </a:lnTo>
                <a:lnTo>
                  <a:pt x="2134337" y="119481"/>
                </a:lnTo>
                <a:lnTo>
                  <a:pt x="2133644" y="119732"/>
                </a:lnTo>
                <a:lnTo>
                  <a:pt x="2132944" y="119967"/>
                </a:lnTo>
                <a:lnTo>
                  <a:pt x="2132237" y="120186"/>
                </a:lnTo>
                <a:lnTo>
                  <a:pt x="2131523" y="120389"/>
                </a:lnTo>
                <a:lnTo>
                  <a:pt x="2130803" y="120576"/>
                </a:lnTo>
                <a:lnTo>
                  <a:pt x="2130077" y="120746"/>
                </a:lnTo>
                <a:lnTo>
                  <a:pt x="2129343" y="120900"/>
                </a:lnTo>
                <a:lnTo>
                  <a:pt x="2128603" y="121038"/>
                </a:lnTo>
                <a:lnTo>
                  <a:pt x="2127857" y="121159"/>
                </a:lnTo>
                <a:lnTo>
                  <a:pt x="2127104" y="121265"/>
                </a:lnTo>
                <a:lnTo>
                  <a:pt x="2126344" y="121354"/>
                </a:lnTo>
                <a:lnTo>
                  <a:pt x="2125577" y="121427"/>
                </a:lnTo>
                <a:lnTo>
                  <a:pt x="2124804" y="121484"/>
                </a:lnTo>
                <a:lnTo>
                  <a:pt x="2124024" y="121524"/>
                </a:lnTo>
                <a:lnTo>
                  <a:pt x="2123238" y="121549"/>
                </a:lnTo>
                <a:lnTo>
                  <a:pt x="2122445" y="121557"/>
                </a:lnTo>
                <a:lnTo>
                  <a:pt x="2121735" y="121549"/>
                </a:lnTo>
                <a:lnTo>
                  <a:pt x="2121040" y="121527"/>
                </a:lnTo>
                <a:lnTo>
                  <a:pt x="2120360" y="121489"/>
                </a:lnTo>
                <a:lnTo>
                  <a:pt x="2119693" y="121437"/>
                </a:lnTo>
                <a:lnTo>
                  <a:pt x="2119042" y="121369"/>
                </a:lnTo>
                <a:close/>
                <a:moveTo>
                  <a:pt x="1573613" y="131851"/>
                </a:moveTo>
                <a:lnTo>
                  <a:pt x="1574010" y="131772"/>
                </a:lnTo>
                <a:lnTo>
                  <a:pt x="1574401" y="131681"/>
                </a:lnTo>
                <a:lnTo>
                  <a:pt x="1574785" y="131578"/>
                </a:lnTo>
                <a:lnTo>
                  <a:pt x="1575163" y="131463"/>
                </a:lnTo>
                <a:lnTo>
                  <a:pt x="1575535" y="131336"/>
                </a:lnTo>
                <a:lnTo>
                  <a:pt x="1575900" y="131197"/>
                </a:lnTo>
                <a:lnTo>
                  <a:pt x="1576260" y="131045"/>
                </a:lnTo>
                <a:lnTo>
                  <a:pt x="1576612" y="130882"/>
                </a:lnTo>
                <a:lnTo>
                  <a:pt x="1576959" y="130706"/>
                </a:lnTo>
                <a:lnTo>
                  <a:pt x="1577299" y="130518"/>
                </a:lnTo>
                <a:lnTo>
                  <a:pt x="1577633" y="130319"/>
                </a:lnTo>
                <a:lnTo>
                  <a:pt x="1577961" y="130107"/>
                </a:lnTo>
                <a:lnTo>
                  <a:pt x="1578282" y="129883"/>
                </a:lnTo>
                <a:lnTo>
                  <a:pt x="1578597" y="129646"/>
                </a:lnTo>
                <a:lnTo>
                  <a:pt x="1578906" y="129398"/>
                </a:lnTo>
                <a:lnTo>
                  <a:pt x="1579209" y="129138"/>
                </a:lnTo>
                <a:lnTo>
                  <a:pt x="1579505" y="128865"/>
                </a:lnTo>
                <a:lnTo>
                  <a:pt x="1579795" y="128581"/>
                </a:lnTo>
                <a:lnTo>
                  <a:pt x="1580075" y="128287"/>
                </a:lnTo>
                <a:lnTo>
                  <a:pt x="1580344" y="127988"/>
                </a:lnTo>
                <a:lnTo>
                  <a:pt x="1580601" y="127684"/>
                </a:lnTo>
                <a:lnTo>
                  <a:pt x="1580846" y="127374"/>
                </a:lnTo>
                <a:lnTo>
                  <a:pt x="1581079" y="127059"/>
                </a:lnTo>
                <a:lnTo>
                  <a:pt x="1581300" y="126738"/>
                </a:lnTo>
                <a:lnTo>
                  <a:pt x="1581509" y="126412"/>
                </a:lnTo>
                <a:lnTo>
                  <a:pt x="1581706" y="126080"/>
                </a:lnTo>
                <a:lnTo>
                  <a:pt x="1581891" y="125743"/>
                </a:lnTo>
                <a:lnTo>
                  <a:pt x="1582064" y="125400"/>
                </a:lnTo>
                <a:lnTo>
                  <a:pt x="1582225" y="125052"/>
                </a:lnTo>
                <a:lnTo>
                  <a:pt x="1582375" y="124698"/>
                </a:lnTo>
                <a:lnTo>
                  <a:pt x="1582512" y="124339"/>
                </a:lnTo>
                <a:lnTo>
                  <a:pt x="1582638" y="123975"/>
                </a:lnTo>
                <a:lnTo>
                  <a:pt x="1582751" y="123605"/>
                </a:lnTo>
                <a:lnTo>
                  <a:pt x="1582853" y="123229"/>
                </a:lnTo>
                <a:lnTo>
                  <a:pt x="1582942" y="122848"/>
                </a:lnTo>
                <a:lnTo>
                  <a:pt x="1583020" y="122462"/>
                </a:lnTo>
                <a:lnTo>
                  <a:pt x="1583086" y="122070"/>
                </a:lnTo>
                <a:lnTo>
                  <a:pt x="1583139" y="121672"/>
                </a:lnTo>
                <a:lnTo>
                  <a:pt x="1583181" y="121269"/>
                </a:lnTo>
                <a:lnTo>
                  <a:pt x="1583211" y="120861"/>
                </a:lnTo>
                <a:lnTo>
                  <a:pt x="1583229" y="120447"/>
                </a:lnTo>
                <a:lnTo>
                  <a:pt x="1583235" y="120028"/>
                </a:lnTo>
                <a:lnTo>
                  <a:pt x="1583229" y="119593"/>
                </a:lnTo>
                <a:lnTo>
                  <a:pt x="1583211" y="119165"/>
                </a:lnTo>
                <a:lnTo>
                  <a:pt x="1583181" y="118743"/>
                </a:lnTo>
                <a:lnTo>
                  <a:pt x="1583139" y="118328"/>
                </a:lnTo>
                <a:lnTo>
                  <a:pt x="1583086" y="117919"/>
                </a:lnTo>
                <a:lnTo>
                  <a:pt x="1583020" y="117516"/>
                </a:lnTo>
                <a:lnTo>
                  <a:pt x="1582942" y="117120"/>
                </a:lnTo>
                <a:lnTo>
                  <a:pt x="1582853" y="116731"/>
                </a:lnTo>
                <a:lnTo>
                  <a:pt x="1582751" y="116348"/>
                </a:lnTo>
                <a:lnTo>
                  <a:pt x="1582638" y="115971"/>
                </a:lnTo>
                <a:lnTo>
                  <a:pt x="1582512" y="115601"/>
                </a:lnTo>
                <a:lnTo>
                  <a:pt x="1582375" y="115238"/>
                </a:lnTo>
                <a:lnTo>
                  <a:pt x="1582225" y="114881"/>
                </a:lnTo>
                <a:lnTo>
                  <a:pt x="1582064" y="114530"/>
                </a:lnTo>
                <a:lnTo>
                  <a:pt x="1581891" y="114186"/>
                </a:lnTo>
                <a:lnTo>
                  <a:pt x="1581706" y="113848"/>
                </a:lnTo>
                <a:lnTo>
                  <a:pt x="1581509" y="113517"/>
                </a:lnTo>
                <a:lnTo>
                  <a:pt x="1581300" y="113192"/>
                </a:lnTo>
                <a:lnTo>
                  <a:pt x="1581079" y="112874"/>
                </a:lnTo>
                <a:lnTo>
                  <a:pt x="1580846" y="112562"/>
                </a:lnTo>
                <a:lnTo>
                  <a:pt x="1580601" y="112256"/>
                </a:lnTo>
                <a:lnTo>
                  <a:pt x="1580344" y="111958"/>
                </a:lnTo>
                <a:lnTo>
                  <a:pt x="1580075" y="111665"/>
                </a:lnTo>
                <a:lnTo>
                  <a:pt x="1579795" y="111379"/>
                </a:lnTo>
                <a:lnTo>
                  <a:pt x="1579505" y="111102"/>
                </a:lnTo>
                <a:lnTo>
                  <a:pt x="1579209" y="110837"/>
                </a:lnTo>
                <a:lnTo>
                  <a:pt x="1578906" y="110584"/>
                </a:lnTo>
                <a:lnTo>
                  <a:pt x="1578597" y="110343"/>
                </a:lnTo>
                <a:lnTo>
                  <a:pt x="1578282" y="110113"/>
                </a:lnTo>
                <a:lnTo>
                  <a:pt x="1577961" y="109895"/>
                </a:lnTo>
                <a:lnTo>
                  <a:pt x="1577633" y="109689"/>
                </a:lnTo>
                <a:lnTo>
                  <a:pt x="1577299" y="109495"/>
                </a:lnTo>
                <a:lnTo>
                  <a:pt x="1576959" y="109312"/>
                </a:lnTo>
                <a:lnTo>
                  <a:pt x="1576612" y="109141"/>
                </a:lnTo>
                <a:lnTo>
                  <a:pt x="1576260" y="108982"/>
                </a:lnTo>
                <a:lnTo>
                  <a:pt x="1575900" y="108835"/>
                </a:lnTo>
                <a:lnTo>
                  <a:pt x="1575535" y="108699"/>
                </a:lnTo>
                <a:lnTo>
                  <a:pt x="1575163" y="108576"/>
                </a:lnTo>
                <a:lnTo>
                  <a:pt x="1574785" y="108464"/>
                </a:lnTo>
                <a:lnTo>
                  <a:pt x="1574401" y="108364"/>
                </a:lnTo>
                <a:lnTo>
                  <a:pt x="1574010" y="108275"/>
                </a:lnTo>
                <a:lnTo>
                  <a:pt x="1573613" y="108199"/>
                </a:lnTo>
                <a:lnTo>
                  <a:pt x="1573209" y="108134"/>
                </a:lnTo>
                <a:lnTo>
                  <a:pt x="1572800" y="108081"/>
                </a:lnTo>
                <a:lnTo>
                  <a:pt x="1572384" y="108040"/>
                </a:lnTo>
                <a:lnTo>
                  <a:pt x="1571962" y="108010"/>
                </a:lnTo>
                <a:lnTo>
                  <a:pt x="1571533" y="107993"/>
                </a:lnTo>
                <a:lnTo>
                  <a:pt x="1571098" y="107987"/>
                </a:lnTo>
                <a:lnTo>
                  <a:pt x="1570655" y="107993"/>
                </a:lnTo>
                <a:lnTo>
                  <a:pt x="1570219" y="108010"/>
                </a:lnTo>
                <a:lnTo>
                  <a:pt x="1569789" y="108040"/>
                </a:lnTo>
                <a:lnTo>
                  <a:pt x="1569365" y="108081"/>
                </a:lnTo>
                <a:lnTo>
                  <a:pt x="1568947" y="108134"/>
                </a:lnTo>
                <a:lnTo>
                  <a:pt x="1568536" y="108199"/>
                </a:lnTo>
                <a:lnTo>
                  <a:pt x="1568131" y="108275"/>
                </a:lnTo>
                <a:lnTo>
                  <a:pt x="1567732" y="108364"/>
                </a:lnTo>
                <a:lnTo>
                  <a:pt x="1567340" y="108464"/>
                </a:lnTo>
                <a:lnTo>
                  <a:pt x="1566954" y="108576"/>
                </a:lnTo>
                <a:lnTo>
                  <a:pt x="1566574" y="108699"/>
                </a:lnTo>
                <a:lnTo>
                  <a:pt x="1566201" y="108835"/>
                </a:lnTo>
                <a:lnTo>
                  <a:pt x="1565834" y="108982"/>
                </a:lnTo>
                <a:lnTo>
                  <a:pt x="1565473" y="109141"/>
                </a:lnTo>
                <a:lnTo>
                  <a:pt x="1565118" y="109312"/>
                </a:lnTo>
                <a:lnTo>
                  <a:pt x="1564770" y="109495"/>
                </a:lnTo>
                <a:lnTo>
                  <a:pt x="1564428" y="109689"/>
                </a:lnTo>
                <a:lnTo>
                  <a:pt x="1564092" y="109895"/>
                </a:lnTo>
                <a:lnTo>
                  <a:pt x="1563763" y="110113"/>
                </a:lnTo>
                <a:lnTo>
                  <a:pt x="1563440" y="110343"/>
                </a:lnTo>
                <a:lnTo>
                  <a:pt x="1563123" y="110584"/>
                </a:lnTo>
                <a:lnTo>
                  <a:pt x="1562813" y="110837"/>
                </a:lnTo>
                <a:lnTo>
                  <a:pt x="1562509" y="111102"/>
                </a:lnTo>
                <a:lnTo>
                  <a:pt x="1562211" y="111379"/>
                </a:lnTo>
                <a:lnTo>
                  <a:pt x="1561922" y="111665"/>
                </a:lnTo>
                <a:lnTo>
                  <a:pt x="1561646" y="111958"/>
                </a:lnTo>
                <a:lnTo>
                  <a:pt x="1561382" y="112256"/>
                </a:lnTo>
                <a:lnTo>
                  <a:pt x="1561130" y="112562"/>
                </a:lnTo>
                <a:lnTo>
                  <a:pt x="1560891" y="112874"/>
                </a:lnTo>
                <a:lnTo>
                  <a:pt x="1560664" y="113192"/>
                </a:lnTo>
                <a:lnTo>
                  <a:pt x="1560449" y="113517"/>
                </a:lnTo>
                <a:lnTo>
                  <a:pt x="1560247" y="113848"/>
                </a:lnTo>
                <a:lnTo>
                  <a:pt x="1560056" y="114186"/>
                </a:lnTo>
                <a:lnTo>
                  <a:pt x="1559878" y="114530"/>
                </a:lnTo>
                <a:lnTo>
                  <a:pt x="1559712" y="114881"/>
                </a:lnTo>
                <a:lnTo>
                  <a:pt x="1559559" y="115238"/>
                </a:lnTo>
                <a:lnTo>
                  <a:pt x="1559418" y="115601"/>
                </a:lnTo>
                <a:lnTo>
                  <a:pt x="1559289" y="115971"/>
                </a:lnTo>
                <a:lnTo>
                  <a:pt x="1559172" y="116348"/>
                </a:lnTo>
                <a:lnTo>
                  <a:pt x="1559068" y="116731"/>
                </a:lnTo>
                <a:lnTo>
                  <a:pt x="1558976" y="117120"/>
                </a:lnTo>
                <a:lnTo>
                  <a:pt x="1558896" y="117516"/>
                </a:lnTo>
                <a:lnTo>
                  <a:pt x="1558829" y="117919"/>
                </a:lnTo>
                <a:lnTo>
                  <a:pt x="1558773" y="118328"/>
                </a:lnTo>
                <a:lnTo>
                  <a:pt x="1558730" y="118743"/>
                </a:lnTo>
                <a:lnTo>
                  <a:pt x="1558700" y="119165"/>
                </a:lnTo>
                <a:lnTo>
                  <a:pt x="1558681" y="119593"/>
                </a:lnTo>
                <a:lnTo>
                  <a:pt x="1558675" y="120028"/>
                </a:lnTo>
                <a:lnTo>
                  <a:pt x="1558681" y="120447"/>
                </a:lnTo>
                <a:lnTo>
                  <a:pt x="1558700" y="120861"/>
                </a:lnTo>
                <a:lnTo>
                  <a:pt x="1558730" y="121269"/>
                </a:lnTo>
                <a:lnTo>
                  <a:pt x="1558773" y="121672"/>
                </a:lnTo>
                <a:lnTo>
                  <a:pt x="1558829" y="122070"/>
                </a:lnTo>
                <a:lnTo>
                  <a:pt x="1558896" y="122462"/>
                </a:lnTo>
                <a:lnTo>
                  <a:pt x="1558976" y="122848"/>
                </a:lnTo>
                <a:lnTo>
                  <a:pt x="1559068" y="123229"/>
                </a:lnTo>
                <a:lnTo>
                  <a:pt x="1559172" y="123605"/>
                </a:lnTo>
                <a:lnTo>
                  <a:pt x="1559289" y="123975"/>
                </a:lnTo>
                <a:lnTo>
                  <a:pt x="1559418" y="124339"/>
                </a:lnTo>
                <a:lnTo>
                  <a:pt x="1559559" y="124698"/>
                </a:lnTo>
                <a:lnTo>
                  <a:pt x="1559712" y="125052"/>
                </a:lnTo>
                <a:lnTo>
                  <a:pt x="1559878" y="125400"/>
                </a:lnTo>
                <a:lnTo>
                  <a:pt x="1560056" y="125743"/>
                </a:lnTo>
                <a:lnTo>
                  <a:pt x="1560247" y="126080"/>
                </a:lnTo>
                <a:lnTo>
                  <a:pt x="1560449" y="126412"/>
                </a:lnTo>
                <a:lnTo>
                  <a:pt x="1560664" y="126738"/>
                </a:lnTo>
                <a:lnTo>
                  <a:pt x="1560891" y="127059"/>
                </a:lnTo>
                <a:lnTo>
                  <a:pt x="1561130" y="127374"/>
                </a:lnTo>
                <a:lnTo>
                  <a:pt x="1561382" y="127684"/>
                </a:lnTo>
                <a:lnTo>
                  <a:pt x="1561646" y="127988"/>
                </a:lnTo>
                <a:lnTo>
                  <a:pt x="1561922" y="128287"/>
                </a:lnTo>
                <a:lnTo>
                  <a:pt x="1562211" y="128581"/>
                </a:lnTo>
                <a:lnTo>
                  <a:pt x="1562509" y="128865"/>
                </a:lnTo>
                <a:lnTo>
                  <a:pt x="1562813" y="129138"/>
                </a:lnTo>
                <a:lnTo>
                  <a:pt x="1563123" y="129398"/>
                </a:lnTo>
                <a:lnTo>
                  <a:pt x="1563440" y="129646"/>
                </a:lnTo>
                <a:lnTo>
                  <a:pt x="1563763" y="129883"/>
                </a:lnTo>
                <a:lnTo>
                  <a:pt x="1564092" y="130107"/>
                </a:lnTo>
                <a:lnTo>
                  <a:pt x="1564428" y="130319"/>
                </a:lnTo>
                <a:lnTo>
                  <a:pt x="1564770" y="130518"/>
                </a:lnTo>
                <a:lnTo>
                  <a:pt x="1565118" y="130706"/>
                </a:lnTo>
                <a:lnTo>
                  <a:pt x="1565473" y="130882"/>
                </a:lnTo>
                <a:lnTo>
                  <a:pt x="1565834" y="131045"/>
                </a:lnTo>
                <a:lnTo>
                  <a:pt x="1566201" y="131197"/>
                </a:lnTo>
                <a:lnTo>
                  <a:pt x="1566574" y="131336"/>
                </a:lnTo>
                <a:lnTo>
                  <a:pt x="1566954" y="131463"/>
                </a:lnTo>
                <a:lnTo>
                  <a:pt x="1567340" y="131578"/>
                </a:lnTo>
                <a:lnTo>
                  <a:pt x="1567732" y="131681"/>
                </a:lnTo>
                <a:lnTo>
                  <a:pt x="1568131" y="131772"/>
                </a:lnTo>
                <a:lnTo>
                  <a:pt x="1568536" y="131851"/>
                </a:lnTo>
                <a:lnTo>
                  <a:pt x="1568947" y="131917"/>
                </a:lnTo>
                <a:lnTo>
                  <a:pt x="1569365" y="131972"/>
                </a:lnTo>
                <a:lnTo>
                  <a:pt x="1569789" y="132014"/>
                </a:lnTo>
                <a:lnTo>
                  <a:pt x="1570219" y="132045"/>
                </a:lnTo>
                <a:lnTo>
                  <a:pt x="1570655" y="132063"/>
                </a:lnTo>
                <a:lnTo>
                  <a:pt x="1571098" y="132069"/>
                </a:lnTo>
                <a:lnTo>
                  <a:pt x="1571533" y="132063"/>
                </a:lnTo>
                <a:lnTo>
                  <a:pt x="1571962" y="132045"/>
                </a:lnTo>
                <a:lnTo>
                  <a:pt x="1572384" y="132014"/>
                </a:lnTo>
                <a:lnTo>
                  <a:pt x="1572800" y="131972"/>
                </a:lnTo>
                <a:lnTo>
                  <a:pt x="1573209" y="131917"/>
                </a:lnTo>
                <a:lnTo>
                  <a:pt x="1573613" y="1318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" name="Text ORoftwobinarygrids">
            <a:extLst xmlns:a="http://schemas.openxmlformats.org/drawingml/2006/main">
              <a:ext uri="{FF2B5EF4-FFF2-40B4-BE49-F238E27FC236}">
                <a16:creationId xmlns:a16="http://schemas.microsoft.com/office/drawing/2014/main" id="{214258FE-73EB-4383-B4B1-ECA1CCD60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144" y="597040"/>
            <a:ext cx="1798498" cy="167916"/>
          </a:xfrm>
          <a:custGeom xmlns:a="http://schemas.openxmlformats.org/drawingml/2006/main">
            <a:pathLst>
              <a:path w="1798498" h="167916">
                <a:moveTo>
                  <a:pt x="973963" y="18446"/>
                </a:moveTo>
                <a:lnTo>
                  <a:pt x="974310" y="18405"/>
                </a:lnTo>
                <a:lnTo>
                  <a:pt x="974651" y="18355"/>
                </a:lnTo>
                <a:lnTo>
                  <a:pt x="974987" y="18296"/>
                </a:lnTo>
                <a:lnTo>
                  <a:pt x="975316" y="18228"/>
                </a:lnTo>
                <a:lnTo>
                  <a:pt x="975639" y="18150"/>
                </a:lnTo>
                <a:lnTo>
                  <a:pt x="975956" y="18064"/>
                </a:lnTo>
                <a:lnTo>
                  <a:pt x="976267" y="17968"/>
                </a:lnTo>
                <a:lnTo>
                  <a:pt x="976573" y="17863"/>
                </a:lnTo>
                <a:lnTo>
                  <a:pt x="976872" y="17749"/>
                </a:lnTo>
                <a:lnTo>
                  <a:pt x="977165" y="17626"/>
                </a:lnTo>
                <a:lnTo>
                  <a:pt x="977453" y="17494"/>
                </a:lnTo>
                <a:lnTo>
                  <a:pt x="977734" y="17353"/>
                </a:lnTo>
                <a:lnTo>
                  <a:pt x="978009" y="17202"/>
                </a:lnTo>
                <a:lnTo>
                  <a:pt x="978279" y="17043"/>
                </a:lnTo>
                <a:lnTo>
                  <a:pt x="978542" y="16874"/>
                </a:lnTo>
                <a:lnTo>
                  <a:pt x="978800" y="16696"/>
                </a:lnTo>
                <a:lnTo>
                  <a:pt x="979052" y="16510"/>
                </a:lnTo>
                <a:lnTo>
                  <a:pt x="979297" y="16314"/>
                </a:lnTo>
                <a:lnTo>
                  <a:pt x="979537" y="16108"/>
                </a:lnTo>
                <a:lnTo>
                  <a:pt x="979770" y="15894"/>
                </a:lnTo>
                <a:lnTo>
                  <a:pt x="979996" y="15673"/>
                </a:lnTo>
                <a:lnTo>
                  <a:pt x="980213" y="15447"/>
                </a:lnTo>
                <a:lnTo>
                  <a:pt x="980419" y="15216"/>
                </a:lnTo>
                <a:lnTo>
                  <a:pt x="980616" y="14981"/>
                </a:lnTo>
                <a:lnTo>
                  <a:pt x="980804" y="14740"/>
                </a:lnTo>
                <a:lnTo>
                  <a:pt x="980982" y="14495"/>
                </a:lnTo>
                <a:lnTo>
                  <a:pt x="981150" y="14245"/>
                </a:lnTo>
                <a:lnTo>
                  <a:pt x="981308" y="13990"/>
                </a:lnTo>
                <a:lnTo>
                  <a:pt x="981457" y="13731"/>
                </a:lnTo>
                <a:lnTo>
                  <a:pt x="981597" y="13466"/>
                </a:lnTo>
                <a:lnTo>
                  <a:pt x="981727" y="13197"/>
                </a:lnTo>
                <a:lnTo>
                  <a:pt x="981847" y="12923"/>
                </a:lnTo>
                <a:lnTo>
                  <a:pt x="981957" y="12644"/>
                </a:lnTo>
                <a:lnTo>
                  <a:pt x="982058" y="12361"/>
                </a:lnTo>
                <a:lnTo>
                  <a:pt x="982150" y="12072"/>
                </a:lnTo>
                <a:lnTo>
                  <a:pt x="982231" y="11779"/>
                </a:lnTo>
                <a:lnTo>
                  <a:pt x="982303" y="11481"/>
                </a:lnTo>
                <a:lnTo>
                  <a:pt x="982366" y="11178"/>
                </a:lnTo>
                <a:lnTo>
                  <a:pt x="982419" y="10870"/>
                </a:lnTo>
                <a:lnTo>
                  <a:pt x="982462" y="10558"/>
                </a:lnTo>
                <a:lnTo>
                  <a:pt x="982496" y="10240"/>
                </a:lnTo>
                <a:lnTo>
                  <a:pt x="982520" y="9918"/>
                </a:lnTo>
                <a:lnTo>
                  <a:pt x="982534" y="9591"/>
                </a:lnTo>
                <a:lnTo>
                  <a:pt x="982539" y="9260"/>
                </a:lnTo>
                <a:lnTo>
                  <a:pt x="982534" y="8928"/>
                </a:lnTo>
                <a:lnTo>
                  <a:pt x="982520" y="8601"/>
                </a:lnTo>
                <a:lnTo>
                  <a:pt x="982496" y="8279"/>
                </a:lnTo>
                <a:lnTo>
                  <a:pt x="982462" y="7962"/>
                </a:lnTo>
                <a:lnTo>
                  <a:pt x="982419" y="7649"/>
                </a:lnTo>
                <a:lnTo>
                  <a:pt x="982366" y="7342"/>
                </a:lnTo>
                <a:lnTo>
                  <a:pt x="982303" y="7039"/>
                </a:lnTo>
                <a:lnTo>
                  <a:pt x="982231" y="6741"/>
                </a:lnTo>
                <a:lnTo>
                  <a:pt x="982150" y="6447"/>
                </a:lnTo>
                <a:lnTo>
                  <a:pt x="982058" y="6159"/>
                </a:lnTo>
                <a:lnTo>
                  <a:pt x="981957" y="5875"/>
                </a:lnTo>
                <a:lnTo>
                  <a:pt x="981847" y="5596"/>
                </a:lnTo>
                <a:lnTo>
                  <a:pt x="981727" y="5322"/>
                </a:lnTo>
                <a:lnTo>
                  <a:pt x="981597" y="5053"/>
                </a:lnTo>
                <a:lnTo>
                  <a:pt x="981457" y="4789"/>
                </a:lnTo>
                <a:lnTo>
                  <a:pt x="981308" y="4529"/>
                </a:lnTo>
                <a:lnTo>
                  <a:pt x="981150" y="4274"/>
                </a:lnTo>
                <a:lnTo>
                  <a:pt x="980982" y="4024"/>
                </a:lnTo>
                <a:lnTo>
                  <a:pt x="980804" y="3779"/>
                </a:lnTo>
                <a:lnTo>
                  <a:pt x="980616" y="3539"/>
                </a:lnTo>
                <a:lnTo>
                  <a:pt x="980419" y="3303"/>
                </a:lnTo>
                <a:lnTo>
                  <a:pt x="980213" y="3072"/>
                </a:lnTo>
                <a:lnTo>
                  <a:pt x="979996" y="2846"/>
                </a:lnTo>
                <a:lnTo>
                  <a:pt x="979770" y="2625"/>
                </a:lnTo>
                <a:lnTo>
                  <a:pt x="979537" y="2411"/>
                </a:lnTo>
                <a:lnTo>
                  <a:pt x="979297" y="2206"/>
                </a:lnTo>
                <a:lnTo>
                  <a:pt x="979052" y="2010"/>
                </a:lnTo>
                <a:lnTo>
                  <a:pt x="978800" y="1823"/>
                </a:lnTo>
                <a:lnTo>
                  <a:pt x="978542" y="1645"/>
                </a:lnTo>
                <a:lnTo>
                  <a:pt x="978279" y="1477"/>
                </a:lnTo>
                <a:lnTo>
                  <a:pt x="978009" y="1317"/>
                </a:lnTo>
                <a:lnTo>
                  <a:pt x="977734" y="1167"/>
                </a:lnTo>
                <a:lnTo>
                  <a:pt x="977453" y="1025"/>
                </a:lnTo>
                <a:lnTo>
                  <a:pt x="977165" y="893"/>
                </a:lnTo>
                <a:lnTo>
                  <a:pt x="976872" y="770"/>
                </a:lnTo>
                <a:lnTo>
                  <a:pt x="976573" y="656"/>
                </a:lnTo>
                <a:lnTo>
                  <a:pt x="976267" y="551"/>
                </a:lnTo>
                <a:lnTo>
                  <a:pt x="975956" y="456"/>
                </a:lnTo>
                <a:lnTo>
                  <a:pt x="975639" y="369"/>
                </a:lnTo>
                <a:lnTo>
                  <a:pt x="975316" y="292"/>
                </a:lnTo>
                <a:lnTo>
                  <a:pt x="974987" y="223"/>
                </a:lnTo>
                <a:lnTo>
                  <a:pt x="974651" y="164"/>
                </a:lnTo>
                <a:lnTo>
                  <a:pt x="974310" y="114"/>
                </a:lnTo>
                <a:lnTo>
                  <a:pt x="973963" y="73"/>
                </a:lnTo>
                <a:lnTo>
                  <a:pt x="973610" y="41"/>
                </a:lnTo>
                <a:lnTo>
                  <a:pt x="973251" y="18"/>
                </a:lnTo>
                <a:lnTo>
                  <a:pt x="972886" y="5"/>
                </a:lnTo>
                <a:lnTo>
                  <a:pt x="972515" y="0"/>
                </a:lnTo>
                <a:lnTo>
                  <a:pt x="972145" y="5"/>
                </a:lnTo>
                <a:lnTo>
                  <a:pt x="971780" y="18"/>
                </a:lnTo>
                <a:lnTo>
                  <a:pt x="971421" y="41"/>
                </a:lnTo>
                <a:lnTo>
                  <a:pt x="971069" y="73"/>
                </a:lnTo>
                <a:lnTo>
                  <a:pt x="970723" y="114"/>
                </a:lnTo>
                <a:lnTo>
                  <a:pt x="970383" y="164"/>
                </a:lnTo>
                <a:lnTo>
                  <a:pt x="970048" y="223"/>
                </a:lnTo>
                <a:lnTo>
                  <a:pt x="969721" y="292"/>
                </a:lnTo>
                <a:lnTo>
                  <a:pt x="969399" y="369"/>
                </a:lnTo>
                <a:lnTo>
                  <a:pt x="969083" y="456"/>
                </a:lnTo>
                <a:lnTo>
                  <a:pt x="968774" y="551"/>
                </a:lnTo>
                <a:lnTo>
                  <a:pt x="968470" y="656"/>
                </a:lnTo>
                <a:lnTo>
                  <a:pt x="968173" y="770"/>
                </a:lnTo>
                <a:lnTo>
                  <a:pt x="967882" y="893"/>
                </a:lnTo>
                <a:lnTo>
                  <a:pt x="967597" y="1025"/>
                </a:lnTo>
                <a:lnTo>
                  <a:pt x="967318" y="1167"/>
                </a:lnTo>
                <a:lnTo>
                  <a:pt x="967045" y="1317"/>
                </a:lnTo>
                <a:lnTo>
                  <a:pt x="966779" y="1477"/>
                </a:lnTo>
                <a:lnTo>
                  <a:pt x="966518" y="1645"/>
                </a:lnTo>
                <a:lnTo>
                  <a:pt x="966264" y="1823"/>
                </a:lnTo>
                <a:lnTo>
                  <a:pt x="966016" y="2010"/>
                </a:lnTo>
                <a:lnTo>
                  <a:pt x="965774" y="2206"/>
                </a:lnTo>
                <a:lnTo>
                  <a:pt x="965538" y="2411"/>
                </a:lnTo>
                <a:lnTo>
                  <a:pt x="965308" y="2625"/>
                </a:lnTo>
                <a:lnTo>
                  <a:pt x="965086" y="2846"/>
                </a:lnTo>
                <a:lnTo>
                  <a:pt x="964874" y="3072"/>
                </a:lnTo>
                <a:lnTo>
                  <a:pt x="964671" y="3303"/>
                </a:lnTo>
                <a:lnTo>
                  <a:pt x="964477" y="3539"/>
                </a:lnTo>
                <a:lnTo>
                  <a:pt x="964293" y="3779"/>
                </a:lnTo>
                <a:lnTo>
                  <a:pt x="964118" y="4024"/>
                </a:lnTo>
                <a:lnTo>
                  <a:pt x="963953" y="4274"/>
                </a:lnTo>
                <a:lnTo>
                  <a:pt x="963797" y="4529"/>
                </a:lnTo>
                <a:lnTo>
                  <a:pt x="963650" y="4789"/>
                </a:lnTo>
                <a:lnTo>
                  <a:pt x="963513" y="5053"/>
                </a:lnTo>
                <a:lnTo>
                  <a:pt x="963386" y="5322"/>
                </a:lnTo>
                <a:lnTo>
                  <a:pt x="963268" y="5596"/>
                </a:lnTo>
                <a:lnTo>
                  <a:pt x="963159" y="5875"/>
                </a:lnTo>
                <a:lnTo>
                  <a:pt x="963060" y="6159"/>
                </a:lnTo>
                <a:lnTo>
                  <a:pt x="962970" y="6447"/>
                </a:lnTo>
                <a:lnTo>
                  <a:pt x="962890" y="6741"/>
                </a:lnTo>
                <a:lnTo>
                  <a:pt x="962819" y="7039"/>
                </a:lnTo>
                <a:lnTo>
                  <a:pt x="962758" y="7342"/>
                </a:lnTo>
                <a:lnTo>
                  <a:pt x="962706" y="7649"/>
                </a:lnTo>
                <a:lnTo>
                  <a:pt x="962663" y="7962"/>
                </a:lnTo>
                <a:lnTo>
                  <a:pt x="962630" y="8279"/>
                </a:lnTo>
                <a:lnTo>
                  <a:pt x="962606" y="8601"/>
                </a:lnTo>
                <a:lnTo>
                  <a:pt x="962592" y="8928"/>
                </a:lnTo>
                <a:lnTo>
                  <a:pt x="962588" y="9260"/>
                </a:lnTo>
                <a:lnTo>
                  <a:pt x="962592" y="9591"/>
                </a:lnTo>
                <a:lnTo>
                  <a:pt x="962606" y="9918"/>
                </a:lnTo>
                <a:lnTo>
                  <a:pt x="962630" y="10240"/>
                </a:lnTo>
                <a:lnTo>
                  <a:pt x="962663" y="10558"/>
                </a:lnTo>
                <a:lnTo>
                  <a:pt x="962706" y="10870"/>
                </a:lnTo>
                <a:lnTo>
                  <a:pt x="962758" y="11178"/>
                </a:lnTo>
                <a:lnTo>
                  <a:pt x="962819" y="11481"/>
                </a:lnTo>
                <a:lnTo>
                  <a:pt x="962890" y="11779"/>
                </a:lnTo>
                <a:lnTo>
                  <a:pt x="962970" y="12072"/>
                </a:lnTo>
                <a:lnTo>
                  <a:pt x="963060" y="12361"/>
                </a:lnTo>
                <a:lnTo>
                  <a:pt x="963159" y="12644"/>
                </a:lnTo>
                <a:lnTo>
                  <a:pt x="963268" y="12923"/>
                </a:lnTo>
                <a:lnTo>
                  <a:pt x="963386" y="13197"/>
                </a:lnTo>
                <a:lnTo>
                  <a:pt x="963513" y="13466"/>
                </a:lnTo>
                <a:lnTo>
                  <a:pt x="963650" y="13731"/>
                </a:lnTo>
                <a:lnTo>
                  <a:pt x="963797" y="13990"/>
                </a:lnTo>
                <a:lnTo>
                  <a:pt x="963953" y="14245"/>
                </a:lnTo>
                <a:lnTo>
                  <a:pt x="964118" y="14495"/>
                </a:lnTo>
                <a:lnTo>
                  <a:pt x="964293" y="14740"/>
                </a:lnTo>
                <a:lnTo>
                  <a:pt x="964477" y="14981"/>
                </a:lnTo>
                <a:lnTo>
                  <a:pt x="964671" y="15216"/>
                </a:lnTo>
                <a:lnTo>
                  <a:pt x="964874" y="15447"/>
                </a:lnTo>
                <a:lnTo>
                  <a:pt x="965086" y="15673"/>
                </a:lnTo>
                <a:lnTo>
                  <a:pt x="965308" y="15894"/>
                </a:lnTo>
                <a:lnTo>
                  <a:pt x="965538" y="16108"/>
                </a:lnTo>
                <a:lnTo>
                  <a:pt x="965774" y="16314"/>
                </a:lnTo>
                <a:lnTo>
                  <a:pt x="966016" y="16510"/>
                </a:lnTo>
                <a:lnTo>
                  <a:pt x="966264" y="16696"/>
                </a:lnTo>
                <a:lnTo>
                  <a:pt x="966518" y="16874"/>
                </a:lnTo>
                <a:lnTo>
                  <a:pt x="966779" y="17043"/>
                </a:lnTo>
                <a:lnTo>
                  <a:pt x="967045" y="17202"/>
                </a:lnTo>
                <a:lnTo>
                  <a:pt x="967318" y="17353"/>
                </a:lnTo>
                <a:lnTo>
                  <a:pt x="967597" y="17494"/>
                </a:lnTo>
                <a:lnTo>
                  <a:pt x="967882" y="17626"/>
                </a:lnTo>
                <a:lnTo>
                  <a:pt x="968173" y="17749"/>
                </a:lnTo>
                <a:lnTo>
                  <a:pt x="968470" y="17863"/>
                </a:lnTo>
                <a:lnTo>
                  <a:pt x="968774" y="17968"/>
                </a:lnTo>
                <a:lnTo>
                  <a:pt x="969083" y="18064"/>
                </a:lnTo>
                <a:lnTo>
                  <a:pt x="969399" y="18150"/>
                </a:lnTo>
                <a:lnTo>
                  <a:pt x="969721" y="18228"/>
                </a:lnTo>
                <a:lnTo>
                  <a:pt x="970048" y="18296"/>
                </a:lnTo>
                <a:lnTo>
                  <a:pt x="970383" y="18355"/>
                </a:lnTo>
                <a:lnTo>
                  <a:pt x="970723" y="18405"/>
                </a:lnTo>
                <a:lnTo>
                  <a:pt x="971069" y="18446"/>
                </a:lnTo>
                <a:lnTo>
                  <a:pt x="971421" y="18478"/>
                </a:lnTo>
                <a:lnTo>
                  <a:pt x="971780" y="18501"/>
                </a:lnTo>
                <a:lnTo>
                  <a:pt x="972145" y="18515"/>
                </a:lnTo>
                <a:lnTo>
                  <a:pt x="972515" y="18519"/>
                </a:lnTo>
                <a:lnTo>
                  <a:pt x="972886" y="18515"/>
                </a:lnTo>
                <a:lnTo>
                  <a:pt x="973251" y="18501"/>
                </a:lnTo>
                <a:lnTo>
                  <a:pt x="973610" y="18478"/>
                </a:lnTo>
                <a:lnTo>
                  <a:pt x="973963" y="18446"/>
                </a:lnTo>
                <a:close/>
                <a:moveTo>
                  <a:pt x="200108" y="77534"/>
                </a:moveTo>
                <a:lnTo>
                  <a:pt x="200695" y="77560"/>
                </a:lnTo>
                <a:lnTo>
                  <a:pt x="201272" y="77595"/>
                </a:lnTo>
                <a:lnTo>
                  <a:pt x="201838" y="77641"/>
                </a:lnTo>
                <a:lnTo>
                  <a:pt x="202394" y="77696"/>
                </a:lnTo>
                <a:lnTo>
                  <a:pt x="202940" y="77762"/>
                </a:lnTo>
                <a:lnTo>
                  <a:pt x="203475" y="77838"/>
                </a:lnTo>
                <a:lnTo>
                  <a:pt x="204000" y="77924"/>
                </a:lnTo>
                <a:lnTo>
                  <a:pt x="204515" y="78020"/>
                </a:lnTo>
                <a:lnTo>
                  <a:pt x="205020" y="78126"/>
                </a:lnTo>
                <a:lnTo>
                  <a:pt x="205514" y="78242"/>
                </a:lnTo>
                <a:lnTo>
                  <a:pt x="205999" y="78368"/>
                </a:lnTo>
                <a:lnTo>
                  <a:pt x="206472" y="78505"/>
                </a:lnTo>
                <a:lnTo>
                  <a:pt x="206936" y="78652"/>
                </a:lnTo>
                <a:lnTo>
                  <a:pt x="207389" y="78808"/>
                </a:lnTo>
                <a:lnTo>
                  <a:pt x="207832" y="78975"/>
                </a:lnTo>
                <a:lnTo>
                  <a:pt x="208265" y="79152"/>
                </a:lnTo>
                <a:lnTo>
                  <a:pt x="208687" y="79339"/>
                </a:lnTo>
                <a:lnTo>
                  <a:pt x="209100" y="79536"/>
                </a:lnTo>
                <a:lnTo>
                  <a:pt x="209501" y="79743"/>
                </a:lnTo>
                <a:lnTo>
                  <a:pt x="209893" y="79961"/>
                </a:lnTo>
                <a:lnTo>
                  <a:pt x="210274" y="80188"/>
                </a:lnTo>
                <a:lnTo>
                  <a:pt x="210645" y="80426"/>
                </a:lnTo>
                <a:lnTo>
                  <a:pt x="211008" y="80673"/>
                </a:lnTo>
                <a:lnTo>
                  <a:pt x="211365" y="80930"/>
                </a:lnTo>
                <a:lnTo>
                  <a:pt x="211716" y="81195"/>
                </a:lnTo>
                <a:lnTo>
                  <a:pt x="212060" y="81471"/>
                </a:lnTo>
                <a:lnTo>
                  <a:pt x="212398" y="81755"/>
                </a:lnTo>
                <a:lnTo>
                  <a:pt x="212731" y="82049"/>
                </a:lnTo>
                <a:lnTo>
                  <a:pt x="213057" y="82352"/>
                </a:lnTo>
                <a:lnTo>
                  <a:pt x="213377" y="82664"/>
                </a:lnTo>
                <a:lnTo>
                  <a:pt x="213690" y="82985"/>
                </a:lnTo>
                <a:lnTo>
                  <a:pt x="213998" y="83316"/>
                </a:lnTo>
                <a:lnTo>
                  <a:pt x="214300" y="83656"/>
                </a:lnTo>
                <a:lnTo>
                  <a:pt x="214595" y="84006"/>
                </a:lnTo>
                <a:lnTo>
                  <a:pt x="214884" y="84364"/>
                </a:lnTo>
                <a:lnTo>
                  <a:pt x="215168" y="84732"/>
                </a:lnTo>
                <a:lnTo>
                  <a:pt x="215445" y="85109"/>
                </a:lnTo>
                <a:lnTo>
                  <a:pt x="215715" y="85496"/>
                </a:lnTo>
                <a:lnTo>
                  <a:pt x="215980" y="85892"/>
                </a:lnTo>
                <a:lnTo>
                  <a:pt x="216239" y="86297"/>
                </a:lnTo>
                <a:lnTo>
                  <a:pt x="216491" y="86711"/>
                </a:lnTo>
                <a:lnTo>
                  <a:pt x="216738" y="87135"/>
                </a:lnTo>
                <a:lnTo>
                  <a:pt x="216978" y="87567"/>
                </a:lnTo>
                <a:lnTo>
                  <a:pt x="217212" y="88010"/>
                </a:lnTo>
                <a:lnTo>
                  <a:pt x="217440" y="88461"/>
                </a:lnTo>
                <a:lnTo>
                  <a:pt x="217662" y="88922"/>
                </a:lnTo>
                <a:lnTo>
                  <a:pt x="217879" y="89391"/>
                </a:lnTo>
                <a:lnTo>
                  <a:pt x="218094" y="89869"/>
                </a:lnTo>
                <a:lnTo>
                  <a:pt x="218307" y="90354"/>
                </a:lnTo>
                <a:lnTo>
                  <a:pt x="218517" y="90848"/>
                </a:lnTo>
                <a:lnTo>
                  <a:pt x="218725" y="91350"/>
                </a:lnTo>
                <a:lnTo>
                  <a:pt x="218930" y="91860"/>
                </a:lnTo>
                <a:lnTo>
                  <a:pt x="219132" y="92378"/>
                </a:lnTo>
                <a:lnTo>
                  <a:pt x="219332" y="92905"/>
                </a:lnTo>
                <a:lnTo>
                  <a:pt x="219530" y="93439"/>
                </a:lnTo>
                <a:lnTo>
                  <a:pt x="219725" y="93982"/>
                </a:lnTo>
                <a:lnTo>
                  <a:pt x="219918" y="94532"/>
                </a:lnTo>
                <a:lnTo>
                  <a:pt x="220108" y="95091"/>
                </a:lnTo>
                <a:lnTo>
                  <a:pt x="220296" y="95658"/>
                </a:lnTo>
                <a:lnTo>
                  <a:pt x="220481" y="96233"/>
                </a:lnTo>
                <a:lnTo>
                  <a:pt x="220664" y="96816"/>
                </a:lnTo>
                <a:lnTo>
                  <a:pt x="220844" y="97407"/>
                </a:lnTo>
                <a:lnTo>
                  <a:pt x="221022" y="98007"/>
                </a:lnTo>
                <a:lnTo>
                  <a:pt x="221197" y="98614"/>
                </a:lnTo>
                <a:lnTo>
                  <a:pt x="221370" y="99230"/>
                </a:lnTo>
                <a:lnTo>
                  <a:pt x="221540" y="99853"/>
                </a:lnTo>
                <a:lnTo>
                  <a:pt x="221708" y="100485"/>
                </a:lnTo>
                <a:lnTo>
                  <a:pt x="221873" y="101125"/>
                </a:lnTo>
                <a:lnTo>
                  <a:pt x="222036" y="101773"/>
                </a:lnTo>
                <a:lnTo>
                  <a:pt x="222196" y="102429"/>
                </a:lnTo>
                <a:lnTo>
                  <a:pt x="229547" y="131927"/>
                </a:lnTo>
                <a:lnTo>
                  <a:pt x="247111" y="131927"/>
                </a:lnTo>
                <a:lnTo>
                  <a:pt x="238711" y="99757"/>
                </a:lnTo>
                <a:lnTo>
                  <a:pt x="238519" y="99006"/>
                </a:lnTo>
                <a:lnTo>
                  <a:pt x="238323" y="98265"/>
                </a:lnTo>
                <a:lnTo>
                  <a:pt x="238125" y="97535"/>
                </a:lnTo>
                <a:lnTo>
                  <a:pt x="237925" y="96815"/>
                </a:lnTo>
                <a:lnTo>
                  <a:pt x="237721" y="96104"/>
                </a:lnTo>
                <a:lnTo>
                  <a:pt x="237515" y="95404"/>
                </a:lnTo>
                <a:lnTo>
                  <a:pt x="237305" y="94714"/>
                </a:lnTo>
                <a:lnTo>
                  <a:pt x="237093" y="94034"/>
                </a:lnTo>
                <a:lnTo>
                  <a:pt x="236879" y="93364"/>
                </a:lnTo>
                <a:lnTo>
                  <a:pt x="236661" y="92705"/>
                </a:lnTo>
                <a:lnTo>
                  <a:pt x="236440" y="92055"/>
                </a:lnTo>
                <a:lnTo>
                  <a:pt x="236217" y="91416"/>
                </a:lnTo>
                <a:lnTo>
                  <a:pt x="235991" y="90786"/>
                </a:lnTo>
                <a:lnTo>
                  <a:pt x="235762" y="90167"/>
                </a:lnTo>
                <a:lnTo>
                  <a:pt x="235530" y="89558"/>
                </a:lnTo>
                <a:lnTo>
                  <a:pt x="235296" y="88959"/>
                </a:lnTo>
                <a:lnTo>
                  <a:pt x="235058" y="88370"/>
                </a:lnTo>
                <a:lnTo>
                  <a:pt x="234818" y="87791"/>
                </a:lnTo>
                <a:lnTo>
                  <a:pt x="234575" y="87222"/>
                </a:lnTo>
                <a:lnTo>
                  <a:pt x="234329" y="86664"/>
                </a:lnTo>
                <a:lnTo>
                  <a:pt x="234080" y="86115"/>
                </a:lnTo>
                <a:lnTo>
                  <a:pt x="233829" y="85577"/>
                </a:lnTo>
                <a:lnTo>
                  <a:pt x="233575" y="85049"/>
                </a:lnTo>
                <a:lnTo>
                  <a:pt x="233317" y="84531"/>
                </a:lnTo>
                <a:lnTo>
                  <a:pt x="233056" y="84022"/>
                </a:lnTo>
                <a:lnTo>
                  <a:pt x="232789" y="83522"/>
                </a:lnTo>
                <a:lnTo>
                  <a:pt x="232517" y="83031"/>
                </a:lnTo>
                <a:lnTo>
                  <a:pt x="232239" y="82548"/>
                </a:lnTo>
                <a:lnTo>
                  <a:pt x="231956" y="82075"/>
                </a:lnTo>
                <a:lnTo>
                  <a:pt x="231668" y="81610"/>
                </a:lnTo>
                <a:lnTo>
                  <a:pt x="231374" y="81154"/>
                </a:lnTo>
                <a:lnTo>
                  <a:pt x="231074" y="80707"/>
                </a:lnTo>
                <a:lnTo>
                  <a:pt x="230769" y="80268"/>
                </a:lnTo>
                <a:lnTo>
                  <a:pt x="230459" y="79839"/>
                </a:lnTo>
                <a:lnTo>
                  <a:pt x="230143" y="79418"/>
                </a:lnTo>
                <a:lnTo>
                  <a:pt x="229821" y="79006"/>
                </a:lnTo>
                <a:lnTo>
                  <a:pt x="229494" y="78602"/>
                </a:lnTo>
                <a:lnTo>
                  <a:pt x="229162" y="78208"/>
                </a:lnTo>
                <a:lnTo>
                  <a:pt x="228824" y="77822"/>
                </a:lnTo>
                <a:lnTo>
                  <a:pt x="228481" y="77445"/>
                </a:lnTo>
                <a:lnTo>
                  <a:pt x="228132" y="77077"/>
                </a:lnTo>
                <a:lnTo>
                  <a:pt x="227778" y="76718"/>
                </a:lnTo>
                <a:lnTo>
                  <a:pt x="227418" y="76367"/>
                </a:lnTo>
                <a:lnTo>
                  <a:pt x="227053" y="76025"/>
                </a:lnTo>
                <a:lnTo>
                  <a:pt x="226682" y="75692"/>
                </a:lnTo>
                <a:lnTo>
                  <a:pt x="226306" y="75368"/>
                </a:lnTo>
                <a:lnTo>
                  <a:pt x="225924" y="75053"/>
                </a:lnTo>
                <a:lnTo>
                  <a:pt x="225537" y="74746"/>
                </a:lnTo>
                <a:lnTo>
                  <a:pt x="225143" y="74448"/>
                </a:lnTo>
                <a:lnTo>
                  <a:pt x="224740" y="74159"/>
                </a:lnTo>
                <a:lnTo>
                  <a:pt x="224328" y="73879"/>
                </a:lnTo>
                <a:lnTo>
                  <a:pt x="223907" y="73608"/>
                </a:lnTo>
                <a:lnTo>
                  <a:pt x="223476" y="73346"/>
                </a:lnTo>
                <a:lnTo>
                  <a:pt x="223037" y="73093"/>
                </a:lnTo>
                <a:lnTo>
                  <a:pt x="222589" y="72849"/>
                </a:lnTo>
                <a:lnTo>
                  <a:pt x="222133" y="72614"/>
                </a:lnTo>
                <a:lnTo>
                  <a:pt x="221667" y="72388"/>
                </a:lnTo>
                <a:lnTo>
                  <a:pt x="221192" y="72170"/>
                </a:lnTo>
                <a:lnTo>
                  <a:pt x="220708" y="71962"/>
                </a:lnTo>
                <a:lnTo>
                  <a:pt x="220215" y="71763"/>
                </a:lnTo>
                <a:lnTo>
                  <a:pt x="219714" y="71572"/>
                </a:lnTo>
                <a:lnTo>
                  <a:pt x="219203" y="71391"/>
                </a:lnTo>
                <a:lnTo>
                  <a:pt x="218684" y="71218"/>
                </a:lnTo>
                <a:lnTo>
                  <a:pt x="218155" y="71055"/>
                </a:lnTo>
                <a:lnTo>
                  <a:pt x="217618" y="70900"/>
                </a:lnTo>
                <a:lnTo>
                  <a:pt x="217071" y="70754"/>
                </a:lnTo>
                <a:lnTo>
                  <a:pt x="216516" y="70618"/>
                </a:lnTo>
                <a:lnTo>
                  <a:pt x="215951" y="70490"/>
                </a:lnTo>
                <a:lnTo>
                  <a:pt x="215378" y="70371"/>
                </a:lnTo>
                <a:lnTo>
                  <a:pt x="214796" y="70261"/>
                </a:lnTo>
                <a:lnTo>
                  <a:pt x="214205" y="70160"/>
                </a:lnTo>
                <a:lnTo>
                  <a:pt x="213605" y="70068"/>
                </a:lnTo>
                <a:lnTo>
                  <a:pt x="214692" y="69804"/>
                </a:lnTo>
                <a:lnTo>
                  <a:pt x="215756" y="69521"/>
                </a:lnTo>
                <a:lnTo>
                  <a:pt x="216799" y="69218"/>
                </a:lnTo>
                <a:lnTo>
                  <a:pt x="217820" y="68896"/>
                </a:lnTo>
                <a:lnTo>
                  <a:pt x="218818" y="68555"/>
                </a:lnTo>
                <a:lnTo>
                  <a:pt x="219795" y="68195"/>
                </a:lnTo>
                <a:lnTo>
                  <a:pt x="220749" y="67815"/>
                </a:lnTo>
                <a:lnTo>
                  <a:pt x="221682" y="67417"/>
                </a:lnTo>
                <a:lnTo>
                  <a:pt x="222592" y="66999"/>
                </a:lnTo>
                <a:lnTo>
                  <a:pt x="223481" y="66561"/>
                </a:lnTo>
                <a:lnTo>
                  <a:pt x="224347" y="66105"/>
                </a:lnTo>
                <a:lnTo>
                  <a:pt x="225191" y="65629"/>
                </a:lnTo>
                <a:lnTo>
                  <a:pt x="226014" y="65134"/>
                </a:lnTo>
                <a:lnTo>
                  <a:pt x="226814" y="64620"/>
                </a:lnTo>
                <a:lnTo>
                  <a:pt x="227592" y="64087"/>
                </a:lnTo>
                <a:lnTo>
                  <a:pt x="228348" y="63534"/>
                </a:lnTo>
                <a:lnTo>
                  <a:pt x="229082" y="62963"/>
                </a:lnTo>
                <a:lnTo>
                  <a:pt x="229794" y="62372"/>
                </a:lnTo>
                <a:lnTo>
                  <a:pt x="230484" y="61762"/>
                </a:lnTo>
                <a:lnTo>
                  <a:pt x="231152" y="61132"/>
                </a:lnTo>
                <a:lnTo>
                  <a:pt x="231798" y="60483"/>
                </a:lnTo>
                <a:lnTo>
                  <a:pt x="232422" y="59815"/>
                </a:lnTo>
                <a:lnTo>
                  <a:pt x="233024" y="59128"/>
                </a:lnTo>
                <a:lnTo>
                  <a:pt x="233604" y="58422"/>
                </a:lnTo>
                <a:lnTo>
                  <a:pt x="234161" y="57700"/>
                </a:lnTo>
                <a:lnTo>
                  <a:pt x="234694" y="56965"/>
                </a:lnTo>
                <a:lnTo>
                  <a:pt x="235203" y="56217"/>
                </a:lnTo>
                <a:lnTo>
                  <a:pt x="235689" y="55457"/>
                </a:lnTo>
                <a:lnTo>
                  <a:pt x="236151" y="54685"/>
                </a:lnTo>
                <a:lnTo>
                  <a:pt x="236590" y="53900"/>
                </a:lnTo>
                <a:lnTo>
                  <a:pt x="237005" y="53102"/>
                </a:lnTo>
                <a:lnTo>
                  <a:pt x="237396" y="52291"/>
                </a:lnTo>
                <a:lnTo>
                  <a:pt x="237763" y="51468"/>
                </a:lnTo>
                <a:lnTo>
                  <a:pt x="238107" y="50633"/>
                </a:lnTo>
                <a:lnTo>
                  <a:pt x="238427" y="49784"/>
                </a:lnTo>
                <a:lnTo>
                  <a:pt x="238723" y="48924"/>
                </a:lnTo>
                <a:lnTo>
                  <a:pt x="238995" y="48050"/>
                </a:lnTo>
                <a:lnTo>
                  <a:pt x="239244" y="47164"/>
                </a:lnTo>
                <a:lnTo>
                  <a:pt x="239469" y="46266"/>
                </a:lnTo>
                <a:lnTo>
                  <a:pt x="239671" y="45355"/>
                </a:lnTo>
                <a:lnTo>
                  <a:pt x="239849" y="44431"/>
                </a:lnTo>
                <a:lnTo>
                  <a:pt x="240003" y="43494"/>
                </a:lnTo>
                <a:lnTo>
                  <a:pt x="240133" y="42545"/>
                </a:lnTo>
                <a:lnTo>
                  <a:pt x="240240" y="41584"/>
                </a:lnTo>
                <a:lnTo>
                  <a:pt x="240323" y="40610"/>
                </a:lnTo>
                <a:lnTo>
                  <a:pt x="240382" y="39623"/>
                </a:lnTo>
                <a:lnTo>
                  <a:pt x="240417" y="38624"/>
                </a:lnTo>
                <a:lnTo>
                  <a:pt x="240429" y="37612"/>
                </a:lnTo>
                <a:lnTo>
                  <a:pt x="240420" y="36617"/>
                </a:lnTo>
                <a:lnTo>
                  <a:pt x="240391" y="35638"/>
                </a:lnTo>
                <a:lnTo>
                  <a:pt x="240344" y="34675"/>
                </a:lnTo>
                <a:lnTo>
                  <a:pt x="240278" y="33727"/>
                </a:lnTo>
                <a:lnTo>
                  <a:pt x="240193" y="32795"/>
                </a:lnTo>
                <a:lnTo>
                  <a:pt x="240089" y="31878"/>
                </a:lnTo>
                <a:lnTo>
                  <a:pt x="239966" y="30977"/>
                </a:lnTo>
                <a:lnTo>
                  <a:pt x="239825" y="30091"/>
                </a:lnTo>
                <a:lnTo>
                  <a:pt x="239664" y="29221"/>
                </a:lnTo>
                <a:lnTo>
                  <a:pt x="239485" y="28367"/>
                </a:lnTo>
                <a:lnTo>
                  <a:pt x="239286" y="27528"/>
                </a:lnTo>
                <a:lnTo>
                  <a:pt x="239069" y="26705"/>
                </a:lnTo>
                <a:lnTo>
                  <a:pt x="238833" y="25898"/>
                </a:lnTo>
                <a:lnTo>
                  <a:pt x="238578" y="25106"/>
                </a:lnTo>
                <a:lnTo>
                  <a:pt x="238304" y="24329"/>
                </a:lnTo>
                <a:lnTo>
                  <a:pt x="238011" y="23568"/>
                </a:lnTo>
                <a:lnTo>
                  <a:pt x="237699" y="22823"/>
                </a:lnTo>
                <a:lnTo>
                  <a:pt x="237369" y="22093"/>
                </a:lnTo>
                <a:lnTo>
                  <a:pt x="237019" y="21379"/>
                </a:lnTo>
                <a:lnTo>
                  <a:pt x="236651" y="20681"/>
                </a:lnTo>
                <a:lnTo>
                  <a:pt x="236263" y="19998"/>
                </a:lnTo>
                <a:lnTo>
                  <a:pt x="235857" y="19330"/>
                </a:lnTo>
                <a:lnTo>
                  <a:pt x="235432" y="18678"/>
                </a:lnTo>
                <a:lnTo>
                  <a:pt x="234988" y="18042"/>
                </a:lnTo>
                <a:lnTo>
                  <a:pt x="234528" y="17421"/>
                </a:lnTo>
                <a:lnTo>
                  <a:pt x="234056" y="16813"/>
                </a:lnTo>
                <a:lnTo>
                  <a:pt x="233570" y="16219"/>
                </a:lnTo>
                <a:lnTo>
                  <a:pt x="233072" y="15640"/>
                </a:lnTo>
                <a:lnTo>
                  <a:pt x="232561" y="15074"/>
                </a:lnTo>
                <a:lnTo>
                  <a:pt x="232038" y="14522"/>
                </a:lnTo>
                <a:lnTo>
                  <a:pt x="231501" y="13984"/>
                </a:lnTo>
                <a:lnTo>
                  <a:pt x="230952" y="13460"/>
                </a:lnTo>
                <a:lnTo>
                  <a:pt x="230390" y="12950"/>
                </a:lnTo>
                <a:lnTo>
                  <a:pt x="229816" y="12454"/>
                </a:lnTo>
                <a:lnTo>
                  <a:pt x="229228" y="11971"/>
                </a:lnTo>
                <a:lnTo>
                  <a:pt x="228628" y="11503"/>
                </a:lnTo>
                <a:lnTo>
                  <a:pt x="228015" y="11049"/>
                </a:lnTo>
                <a:lnTo>
                  <a:pt x="227389" y="10608"/>
                </a:lnTo>
                <a:lnTo>
                  <a:pt x="226751" y="10181"/>
                </a:lnTo>
                <a:lnTo>
                  <a:pt x="226099" y="9769"/>
                </a:lnTo>
                <a:lnTo>
                  <a:pt x="225435" y="9370"/>
                </a:lnTo>
                <a:lnTo>
                  <a:pt x="224759" y="8985"/>
                </a:lnTo>
                <a:lnTo>
                  <a:pt x="224069" y="8614"/>
                </a:lnTo>
                <a:lnTo>
                  <a:pt x="223367" y="8257"/>
                </a:lnTo>
                <a:lnTo>
                  <a:pt x="222652" y="7914"/>
                </a:lnTo>
                <a:lnTo>
                  <a:pt x="221924" y="7585"/>
                </a:lnTo>
                <a:lnTo>
                  <a:pt x="221184" y="7270"/>
                </a:lnTo>
                <a:lnTo>
                  <a:pt x="220430" y="6969"/>
                </a:lnTo>
                <a:lnTo>
                  <a:pt x="219667" y="6680"/>
                </a:lnTo>
                <a:lnTo>
                  <a:pt x="218897" y="6404"/>
                </a:lnTo>
                <a:lnTo>
                  <a:pt x="218119" y="6141"/>
                </a:lnTo>
                <a:lnTo>
                  <a:pt x="217334" y="5889"/>
                </a:lnTo>
                <a:lnTo>
                  <a:pt x="216543" y="5650"/>
                </a:lnTo>
                <a:lnTo>
                  <a:pt x="215744" y="5423"/>
                </a:lnTo>
                <a:lnTo>
                  <a:pt x="214938" y="5209"/>
                </a:lnTo>
                <a:lnTo>
                  <a:pt x="214124" y="5006"/>
                </a:lnTo>
                <a:lnTo>
                  <a:pt x="213304" y="4816"/>
                </a:lnTo>
                <a:lnTo>
                  <a:pt x="212477" y="4638"/>
                </a:lnTo>
                <a:lnTo>
                  <a:pt x="211642" y="4473"/>
                </a:lnTo>
                <a:lnTo>
                  <a:pt x="210801" y="4320"/>
                </a:lnTo>
                <a:lnTo>
                  <a:pt x="209952" y="4179"/>
                </a:lnTo>
                <a:lnTo>
                  <a:pt x="209096" y="4050"/>
                </a:lnTo>
                <a:lnTo>
                  <a:pt x="208233" y="3933"/>
                </a:lnTo>
                <a:lnTo>
                  <a:pt x="207363" y="3829"/>
                </a:lnTo>
                <a:lnTo>
                  <a:pt x="206485" y="3737"/>
                </a:lnTo>
                <a:lnTo>
                  <a:pt x="205601" y="3657"/>
                </a:lnTo>
                <a:lnTo>
                  <a:pt x="204709" y="3590"/>
                </a:lnTo>
                <a:lnTo>
                  <a:pt x="203811" y="3535"/>
                </a:lnTo>
                <a:lnTo>
                  <a:pt x="202905" y="3492"/>
                </a:lnTo>
                <a:lnTo>
                  <a:pt x="201992" y="3461"/>
                </a:lnTo>
                <a:lnTo>
                  <a:pt x="201072" y="3443"/>
                </a:lnTo>
                <a:lnTo>
                  <a:pt x="200145" y="3437"/>
                </a:lnTo>
                <a:lnTo>
                  <a:pt x="151555" y="3437"/>
                </a:lnTo>
                <a:lnTo>
                  <a:pt x="151555" y="131927"/>
                </a:lnTo>
                <a:lnTo>
                  <a:pt x="168738" y="131927"/>
                </a:lnTo>
                <a:lnTo>
                  <a:pt x="168738" y="77514"/>
                </a:lnTo>
                <a:lnTo>
                  <a:pt x="198904" y="77514"/>
                </a:lnTo>
                <a:lnTo>
                  <a:pt x="199511" y="77519"/>
                </a:lnTo>
                <a:lnTo>
                  <a:pt x="200108" y="77534"/>
                </a:lnTo>
                <a:close/>
                <a:moveTo>
                  <a:pt x="201367" y="17850"/>
                </a:moveTo>
                <a:lnTo>
                  <a:pt x="202307" y="17923"/>
                </a:lnTo>
                <a:lnTo>
                  <a:pt x="203227" y="18017"/>
                </a:lnTo>
                <a:lnTo>
                  <a:pt x="204127" y="18132"/>
                </a:lnTo>
                <a:lnTo>
                  <a:pt x="205007" y="18267"/>
                </a:lnTo>
                <a:lnTo>
                  <a:pt x="205867" y="18424"/>
                </a:lnTo>
                <a:lnTo>
                  <a:pt x="206707" y="18601"/>
                </a:lnTo>
                <a:lnTo>
                  <a:pt x="207527" y="18800"/>
                </a:lnTo>
                <a:lnTo>
                  <a:pt x="208326" y="19019"/>
                </a:lnTo>
                <a:lnTo>
                  <a:pt x="209106" y="19259"/>
                </a:lnTo>
                <a:lnTo>
                  <a:pt x="209866" y="19520"/>
                </a:lnTo>
                <a:lnTo>
                  <a:pt x="210605" y="19802"/>
                </a:lnTo>
                <a:lnTo>
                  <a:pt x="211325" y="20105"/>
                </a:lnTo>
                <a:lnTo>
                  <a:pt x="212024" y="20429"/>
                </a:lnTo>
                <a:lnTo>
                  <a:pt x="212704" y="20773"/>
                </a:lnTo>
                <a:lnTo>
                  <a:pt x="213363" y="21139"/>
                </a:lnTo>
                <a:lnTo>
                  <a:pt x="214002" y="21525"/>
                </a:lnTo>
                <a:lnTo>
                  <a:pt x="214622" y="21932"/>
                </a:lnTo>
                <a:lnTo>
                  <a:pt x="215221" y="22360"/>
                </a:lnTo>
                <a:lnTo>
                  <a:pt x="215800" y="22809"/>
                </a:lnTo>
                <a:lnTo>
                  <a:pt x="216359" y="23279"/>
                </a:lnTo>
                <a:lnTo>
                  <a:pt x="216898" y="23770"/>
                </a:lnTo>
                <a:lnTo>
                  <a:pt x="217416" y="24279"/>
                </a:lnTo>
                <a:lnTo>
                  <a:pt x="217912" y="24805"/>
                </a:lnTo>
                <a:lnTo>
                  <a:pt x="218386" y="25348"/>
                </a:lnTo>
                <a:lnTo>
                  <a:pt x="218838" y="25907"/>
                </a:lnTo>
                <a:lnTo>
                  <a:pt x="219268" y="26483"/>
                </a:lnTo>
                <a:lnTo>
                  <a:pt x="219675" y="27075"/>
                </a:lnTo>
                <a:lnTo>
                  <a:pt x="220061" y="27684"/>
                </a:lnTo>
                <a:lnTo>
                  <a:pt x="220425" y="28309"/>
                </a:lnTo>
                <a:lnTo>
                  <a:pt x="220767" y="28951"/>
                </a:lnTo>
                <a:lnTo>
                  <a:pt x="221086" y="29610"/>
                </a:lnTo>
                <a:lnTo>
                  <a:pt x="221384" y="30285"/>
                </a:lnTo>
                <a:lnTo>
                  <a:pt x="221659" y="30977"/>
                </a:lnTo>
                <a:lnTo>
                  <a:pt x="221913" y="31685"/>
                </a:lnTo>
                <a:lnTo>
                  <a:pt x="222144" y="32410"/>
                </a:lnTo>
                <a:lnTo>
                  <a:pt x="222354" y="33152"/>
                </a:lnTo>
                <a:lnTo>
                  <a:pt x="222541" y="33910"/>
                </a:lnTo>
                <a:lnTo>
                  <a:pt x="222706" y="34684"/>
                </a:lnTo>
                <a:lnTo>
                  <a:pt x="222850" y="35476"/>
                </a:lnTo>
                <a:lnTo>
                  <a:pt x="222971" y="36283"/>
                </a:lnTo>
                <a:lnTo>
                  <a:pt x="223070" y="37108"/>
                </a:lnTo>
                <a:lnTo>
                  <a:pt x="223147" y="37949"/>
                </a:lnTo>
                <a:lnTo>
                  <a:pt x="223202" y="38806"/>
                </a:lnTo>
                <a:lnTo>
                  <a:pt x="223235" y="39680"/>
                </a:lnTo>
                <a:lnTo>
                  <a:pt x="223246" y="40571"/>
                </a:lnTo>
                <a:lnTo>
                  <a:pt x="223240" y="41164"/>
                </a:lnTo>
                <a:lnTo>
                  <a:pt x="223223" y="41750"/>
                </a:lnTo>
                <a:lnTo>
                  <a:pt x="223193" y="42328"/>
                </a:lnTo>
                <a:lnTo>
                  <a:pt x="223152" y="42899"/>
                </a:lnTo>
                <a:lnTo>
                  <a:pt x="223099" y="43463"/>
                </a:lnTo>
                <a:lnTo>
                  <a:pt x="223034" y="44019"/>
                </a:lnTo>
                <a:lnTo>
                  <a:pt x="222958" y="44569"/>
                </a:lnTo>
                <a:lnTo>
                  <a:pt x="222870" y="45111"/>
                </a:lnTo>
                <a:lnTo>
                  <a:pt x="222770" y="45645"/>
                </a:lnTo>
                <a:lnTo>
                  <a:pt x="222658" y="46173"/>
                </a:lnTo>
                <a:lnTo>
                  <a:pt x="222534" y="46693"/>
                </a:lnTo>
                <a:lnTo>
                  <a:pt x="222399" y="47205"/>
                </a:lnTo>
                <a:lnTo>
                  <a:pt x="222252" y="47711"/>
                </a:lnTo>
                <a:lnTo>
                  <a:pt x="222093" y="48209"/>
                </a:lnTo>
                <a:lnTo>
                  <a:pt x="221923" y="48700"/>
                </a:lnTo>
                <a:lnTo>
                  <a:pt x="221740" y="49184"/>
                </a:lnTo>
                <a:lnTo>
                  <a:pt x="221546" y="49660"/>
                </a:lnTo>
                <a:lnTo>
                  <a:pt x="221340" y="50129"/>
                </a:lnTo>
                <a:lnTo>
                  <a:pt x="221122" y="50591"/>
                </a:lnTo>
                <a:lnTo>
                  <a:pt x="220893" y="51045"/>
                </a:lnTo>
                <a:lnTo>
                  <a:pt x="220652" y="51492"/>
                </a:lnTo>
                <a:lnTo>
                  <a:pt x="220399" y="51932"/>
                </a:lnTo>
                <a:lnTo>
                  <a:pt x="220134" y="52365"/>
                </a:lnTo>
                <a:lnTo>
                  <a:pt x="219857" y="52790"/>
                </a:lnTo>
                <a:lnTo>
                  <a:pt x="219571" y="53207"/>
                </a:lnTo>
                <a:lnTo>
                  <a:pt x="219276" y="53617"/>
                </a:lnTo>
                <a:lnTo>
                  <a:pt x="218974" y="54017"/>
                </a:lnTo>
                <a:lnTo>
                  <a:pt x="218663" y="54410"/>
                </a:lnTo>
                <a:lnTo>
                  <a:pt x="218344" y="54794"/>
                </a:lnTo>
                <a:lnTo>
                  <a:pt x="218017" y="55170"/>
                </a:lnTo>
                <a:lnTo>
                  <a:pt x="217682" y="55538"/>
                </a:lnTo>
                <a:lnTo>
                  <a:pt x="217338" y="55898"/>
                </a:lnTo>
                <a:lnTo>
                  <a:pt x="216987" y="56249"/>
                </a:lnTo>
                <a:lnTo>
                  <a:pt x="216627" y="56592"/>
                </a:lnTo>
                <a:lnTo>
                  <a:pt x="216260" y="56926"/>
                </a:lnTo>
                <a:lnTo>
                  <a:pt x="215884" y="57253"/>
                </a:lnTo>
                <a:lnTo>
                  <a:pt x="215500" y="57571"/>
                </a:lnTo>
                <a:lnTo>
                  <a:pt x="215108" y="57880"/>
                </a:lnTo>
                <a:lnTo>
                  <a:pt x="214708" y="58182"/>
                </a:lnTo>
                <a:lnTo>
                  <a:pt x="214299" y="58475"/>
                </a:lnTo>
                <a:lnTo>
                  <a:pt x="213883" y="58760"/>
                </a:lnTo>
                <a:lnTo>
                  <a:pt x="213459" y="59037"/>
                </a:lnTo>
                <a:lnTo>
                  <a:pt x="213026" y="59305"/>
                </a:lnTo>
                <a:lnTo>
                  <a:pt x="212585" y="59565"/>
                </a:lnTo>
                <a:lnTo>
                  <a:pt x="212136" y="59817"/>
                </a:lnTo>
                <a:lnTo>
                  <a:pt x="211679" y="60060"/>
                </a:lnTo>
                <a:lnTo>
                  <a:pt x="211214" y="60295"/>
                </a:lnTo>
                <a:lnTo>
                  <a:pt x="210741" y="60522"/>
                </a:lnTo>
                <a:lnTo>
                  <a:pt x="210261" y="60740"/>
                </a:lnTo>
                <a:lnTo>
                  <a:pt x="209777" y="60949"/>
                </a:lnTo>
                <a:lnTo>
                  <a:pt x="209288" y="61149"/>
                </a:lnTo>
                <a:lnTo>
                  <a:pt x="208795" y="61339"/>
                </a:lnTo>
                <a:lnTo>
                  <a:pt x="208296" y="61520"/>
                </a:lnTo>
                <a:lnTo>
                  <a:pt x="207794" y="61692"/>
                </a:lnTo>
                <a:lnTo>
                  <a:pt x="207286" y="61854"/>
                </a:lnTo>
                <a:lnTo>
                  <a:pt x="206774" y="62007"/>
                </a:lnTo>
                <a:lnTo>
                  <a:pt x="206257" y="62151"/>
                </a:lnTo>
                <a:lnTo>
                  <a:pt x="205736" y="62286"/>
                </a:lnTo>
                <a:lnTo>
                  <a:pt x="205210" y="62411"/>
                </a:lnTo>
                <a:lnTo>
                  <a:pt x="204679" y="62527"/>
                </a:lnTo>
                <a:lnTo>
                  <a:pt x="204144" y="62634"/>
                </a:lnTo>
                <a:lnTo>
                  <a:pt x="203604" y="62731"/>
                </a:lnTo>
                <a:lnTo>
                  <a:pt x="203059" y="62819"/>
                </a:lnTo>
                <a:lnTo>
                  <a:pt x="202510" y="62898"/>
                </a:lnTo>
                <a:lnTo>
                  <a:pt x="201956" y="62968"/>
                </a:lnTo>
                <a:lnTo>
                  <a:pt x="201398" y="63028"/>
                </a:lnTo>
                <a:lnTo>
                  <a:pt x="200835" y="63079"/>
                </a:lnTo>
                <a:lnTo>
                  <a:pt x="200267" y="63121"/>
                </a:lnTo>
                <a:lnTo>
                  <a:pt x="199694" y="63153"/>
                </a:lnTo>
                <a:lnTo>
                  <a:pt x="199117" y="63177"/>
                </a:lnTo>
                <a:lnTo>
                  <a:pt x="198536" y="63190"/>
                </a:lnTo>
                <a:lnTo>
                  <a:pt x="197949" y="63195"/>
                </a:lnTo>
                <a:lnTo>
                  <a:pt x="168738" y="63195"/>
                </a:lnTo>
                <a:lnTo>
                  <a:pt x="168738" y="17756"/>
                </a:lnTo>
                <a:lnTo>
                  <a:pt x="198426" y="17756"/>
                </a:lnTo>
                <a:lnTo>
                  <a:pt x="199427" y="17766"/>
                </a:lnTo>
                <a:lnTo>
                  <a:pt x="200407" y="17797"/>
                </a:lnTo>
                <a:lnTo>
                  <a:pt x="201367" y="17850"/>
                </a:lnTo>
                <a:close/>
                <a:moveTo>
                  <a:pt x="428844" y="36084"/>
                </a:moveTo>
                <a:lnTo>
                  <a:pt x="428844" y="31571"/>
                </a:lnTo>
                <a:lnTo>
                  <a:pt x="428848" y="30943"/>
                </a:lnTo>
                <a:lnTo>
                  <a:pt x="428860" y="30328"/>
                </a:lnTo>
                <a:lnTo>
                  <a:pt x="428880" y="29726"/>
                </a:lnTo>
                <a:lnTo>
                  <a:pt x="428907" y="29136"/>
                </a:lnTo>
                <a:lnTo>
                  <a:pt x="428942" y="28558"/>
                </a:lnTo>
                <a:lnTo>
                  <a:pt x="428985" y="27993"/>
                </a:lnTo>
                <a:lnTo>
                  <a:pt x="429035" y="27441"/>
                </a:lnTo>
                <a:lnTo>
                  <a:pt x="429094" y="26900"/>
                </a:lnTo>
                <a:lnTo>
                  <a:pt x="429160" y="26373"/>
                </a:lnTo>
                <a:lnTo>
                  <a:pt x="429234" y="25858"/>
                </a:lnTo>
                <a:lnTo>
                  <a:pt x="429316" y="25355"/>
                </a:lnTo>
                <a:lnTo>
                  <a:pt x="429405" y="24865"/>
                </a:lnTo>
                <a:lnTo>
                  <a:pt x="429503" y="24387"/>
                </a:lnTo>
                <a:lnTo>
                  <a:pt x="429608" y="23921"/>
                </a:lnTo>
                <a:lnTo>
                  <a:pt x="429721" y="23469"/>
                </a:lnTo>
                <a:lnTo>
                  <a:pt x="429841" y="23028"/>
                </a:lnTo>
                <a:lnTo>
                  <a:pt x="429970" y="22600"/>
                </a:lnTo>
                <a:lnTo>
                  <a:pt x="430106" y="22185"/>
                </a:lnTo>
                <a:lnTo>
                  <a:pt x="430250" y="21782"/>
                </a:lnTo>
                <a:lnTo>
                  <a:pt x="430402" y="21392"/>
                </a:lnTo>
                <a:lnTo>
                  <a:pt x="430562" y="21014"/>
                </a:lnTo>
                <a:lnTo>
                  <a:pt x="430729" y="20648"/>
                </a:lnTo>
                <a:lnTo>
                  <a:pt x="430905" y="20295"/>
                </a:lnTo>
                <a:lnTo>
                  <a:pt x="431088" y="19954"/>
                </a:lnTo>
                <a:lnTo>
                  <a:pt x="431286" y="19627"/>
                </a:lnTo>
                <a:lnTo>
                  <a:pt x="431505" y="19313"/>
                </a:lnTo>
                <a:lnTo>
                  <a:pt x="431746" y="19014"/>
                </a:lnTo>
                <a:lnTo>
                  <a:pt x="432009" y="18728"/>
                </a:lnTo>
                <a:lnTo>
                  <a:pt x="432294" y="18457"/>
                </a:lnTo>
                <a:lnTo>
                  <a:pt x="432600" y="18199"/>
                </a:lnTo>
                <a:lnTo>
                  <a:pt x="432928" y="17955"/>
                </a:lnTo>
                <a:lnTo>
                  <a:pt x="433278" y="17725"/>
                </a:lnTo>
                <a:lnTo>
                  <a:pt x="433650" y="17509"/>
                </a:lnTo>
                <a:lnTo>
                  <a:pt x="434043" y="17307"/>
                </a:lnTo>
                <a:lnTo>
                  <a:pt x="434458" y="17119"/>
                </a:lnTo>
                <a:lnTo>
                  <a:pt x="434894" y="16945"/>
                </a:lnTo>
                <a:lnTo>
                  <a:pt x="435353" y="16785"/>
                </a:lnTo>
                <a:lnTo>
                  <a:pt x="435833" y="16639"/>
                </a:lnTo>
                <a:lnTo>
                  <a:pt x="436334" y="16506"/>
                </a:lnTo>
                <a:lnTo>
                  <a:pt x="436858" y="16388"/>
                </a:lnTo>
                <a:lnTo>
                  <a:pt x="437403" y="16283"/>
                </a:lnTo>
                <a:lnTo>
                  <a:pt x="437970" y="16193"/>
                </a:lnTo>
                <a:lnTo>
                  <a:pt x="438559" y="16116"/>
                </a:lnTo>
                <a:lnTo>
                  <a:pt x="439169" y="16053"/>
                </a:lnTo>
                <a:lnTo>
                  <a:pt x="439801" y="16005"/>
                </a:lnTo>
                <a:lnTo>
                  <a:pt x="440455" y="15970"/>
                </a:lnTo>
                <a:lnTo>
                  <a:pt x="441130" y="15949"/>
                </a:lnTo>
                <a:lnTo>
                  <a:pt x="441827" y="15942"/>
                </a:lnTo>
                <a:lnTo>
                  <a:pt x="450419" y="15942"/>
                </a:lnTo>
                <a:lnTo>
                  <a:pt x="450419" y="3437"/>
                </a:lnTo>
                <a:lnTo>
                  <a:pt x="440777" y="3437"/>
                </a:lnTo>
                <a:lnTo>
                  <a:pt x="440067" y="3440"/>
                </a:lnTo>
                <a:lnTo>
                  <a:pt x="439367" y="3450"/>
                </a:lnTo>
                <a:lnTo>
                  <a:pt x="438679" y="3466"/>
                </a:lnTo>
                <a:lnTo>
                  <a:pt x="438002" y="3489"/>
                </a:lnTo>
                <a:lnTo>
                  <a:pt x="437336" y="3519"/>
                </a:lnTo>
                <a:lnTo>
                  <a:pt x="436681" y="3555"/>
                </a:lnTo>
                <a:lnTo>
                  <a:pt x="436037" y="3597"/>
                </a:lnTo>
                <a:lnTo>
                  <a:pt x="435405" y="3646"/>
                </a:lnTo>
                <a:lnTo>
                  <a:pt x="434783" y="3702"/>
                </a:lnTo>
                <a:lnTo>
                  <a:pt x="434173" y="3764"/>
                </a:lnTo>
                <a:lnTo>
                  <a:pt x="433573" y="3833"/>
                </a:lnTo>
                <a:lnTo>
                  <a:pt x="432985" y="3909"/>
                </a:lnTo>
                <a:lnTo>
                  <a:pt x="432408" y="3991"/>
                </a:lnTo>
                <a:lnTo>
                  <a:pt x="431842" y="4079"/>
                </a:lnTo>
                <a:lnTo>
                  <a:pt x="431287" y="4174"/>
                </a:lnTo>
                <a:lnTo>
                  <a:pt x="430743" y="4276"/>
                </a:lnTo>
                <a:lnTo>
                  <a:pt x="430210" y="4384"/>
                </a:lnTo>
                <a:lnTo>
                  <a:pt x="429689" y="4499"/>
                </a:lnTo>
                <a:lnTo>
                  <a:pt x="429178" y="4620"/>
                </a:lnTo>
                <a:lnTo>
                  <a:pt x="428679" y="4748"/>
                </a:lnTo>
                <a:lnTo>
                  <a:pt x="428190" y="4882"/>
                </a:lnTo>
                <a:lnTo>
                  <a:pt x="427713" y="5023"/>
                </a:lnTo>
                <a:lnTo>
                  <a:pt x="427247" y="5171"/>
                </a:lnTo>
                <a:lnTo>
                  <a:pt x="426792" y="5325"/>
                </a:lnTo>
                <a:lnTo>
                  <a:pt x="426347" y="5485"/>
                </a:lnTo>
                <a:lnTo>
                  <a:pt x="425910" y="5651"/>
                </a:lnTo>
                <a:lnTo>
                  <a:pt x="425481" y="5822"/>
                </a:lnTo>
                <a:lnTo>
                  <a:pt x="425060" y="6000"/>
                </a:lnTo>
                <a:lnTo>
                  <a:pt x="424648" y="6183"/>
                </a:lnTo>
                <a:lnTo>
                  <a:pt x="424244" y="6372"/>
                </a:lnTo>
                <a:lnTo>
                  <a:pt x="423849" y="6567"/>
                </a:lnTo>
                <a:lnTo>
                  <a:pt x="423462" y="6767"/>
                </a:lnTo>
                <a:lnTo>
                  <a:pt x="423083" y="6974"/>
                </a:lnTo>
                <a:lnTo>
                  <a:pt x="422712" y="7186"/>
                </a:lnTo>
                <a:lnTo>
                  <a:pt x="422349" y="7404"/>
                </a:lnTo>
                <a:lnTo>
                  <a:pt x="421995" y="7628"/>
                </a:lnTo>
                <a:lnTo>
                  <a:pt x="421649" y="7858"/>
                </a:lnTo>
                <a:lnTo>
                  <a:pt x="421312" y="8093"/>
                </a:lnTo>
                <a:lnTo>
                  <a:pt x="420982" y="8334"/>
                </a:lnTo>
                <a:lnTo>
                  <a:pt x="420661" y="8581"/>
                </a:lnTo>
                <a:lnTo>
                  <a:pt x="420349" y="8834"/>
                </a:lnTo>
                <a:lnTo>
                  <a:pt x="420044" y="9093"/>
                </a:lnTo>
                <a:lnTo>
                  <a:pt x="419748" y="9357"/>
                </a:lnTo>
                <a:lnTo>
                  <a:pt x="419460" y="9627"/>
                </a:lnTo>
                <a:lnTo>
                  <a:pt x="419181" y="9903"/>
                </a:lnTo>
                <a:lnTo>
                  <a:pt x="418909" y="10185"/>
                </a:lnTo>
                <a:lnTo>
                  <a:pt x="418646" y="10473"/>
                </a:lnTo>
                <a:lnTo>
                  <a:pt x="418391" y="10766"/>
                </a:lnTo>
                <a:lnTo>
                  <a:pt x="418144" y="11065"/>
                </a:lnTo>
                <a:lnTo>
                  <a:pt x="417903" y="11370"/>
                </a:lnTo>
                <a:lnTo>
                  <a:pt x="417668" y="11680"/>
                </a:lnTo>
                <a:lnTo>
                  <a:pt x="417440" y="11996"/>
                </a:lnTo>
                <a:lnTo>
                  <a:pt x="417217" y="12317"/>
                </a:lnTo>
                <a:lnTo>
                  <a:pt x="417001" y="12644"/>
                </a:lnTo>
                <a:lnTo>
                  <a:pt x="416792" y="12977"/>
                </a:lnTo>
                <a:lnTo>
                  <a:pt x="416588" y="13315"/>
                </a:lnTo>
                <a:lnTo>
                  <a:pt x="416391" y="13660"/>
                </a:lnTo>
                <a:lnTo>
                  <a:pt x="416201" y="14009"/>
                </a:lnTo>
                <a:lnTo>
                  <a:pt x="416016" y="14365"/>
                </a:lnTo>
                <a:lnTo>
                  <a:pt x="415838" y="14726"/>
                </a:lnTo>
                <a:lnTo>
                  <a:pt x="415666" y="15092"/>
                </a:lnTo>
                <a:lnTo>
                  <a:pt x="415500" y="15465"/>
                </a:lnTo>
                <a:lnTo>
                  <a:pt x="415341" y="15842"/>
                </a:lnTo>
                <a:lnTo>
                  <a:pt x="415188" y="16226"/>
                </a:lnTo>
                <a:lnTo>
                  <a:pt x="415042" y="16615"/>
                </a:lnTo>
                <a:lnTo>
                  <a:pt x="414901" y="17010"/>
                </a:lnTo>
                <a:lnTo>
                  <a:pt x="414767" y="17411"/>
                </a:lnTo>
                <a:lnTo>
                  <a:pt x="414639" y="17817"/>
                </a:lnTo>
                <a:lnTo>
                  <a:pt x="414518" y="18229"/>
                </a:lnTo>
                <a:lnTo>
                  <a:pt x="414403" y="18646"/>
                </a:lnTo>
                <a:lnTo>
                  <a:pt x="414294" y="19069"/>
                </a:lnTo>
                <a:lnTo>
                  <a:pt x="414191" y="19498"/>
                </a:lnTo>
                <a:lnTo>
                  <a:pt x="414094" y="19931"/>
                </a:lnTo>
                <a:lnTo>
                  <a:pt x="414001" y="20370"/>
                </a:lnTo>
                <a:lnTo>
                  <a:pt x="413912" y="20812"/>
                </a:lnTo>
                <a:lnTo>
                  <a:pt x="413827" y="21260"/>
                </a:lnTo>
                <a:lnTo>
                  <a:pt x="413746" y="21712"/>
                </a:lnTo>
                <a:lnTo>
                  <a:pt x="413669" y="22168"/>
                </a:lnTo>
                <a:lnTo>
                  <a:pt x="413597" y="22629"/>
                </a:lnTo>
                <a:lnTo>
                  <a:pt x="413528" y="23095"/>
                </a:lnTo>
                <a:lnTo>
                  <a:pt x="413464" y="23566"/>
                </a:lnTo>
                <a:lnTo>
                  <a:pt x="413404" y="24040"/>
                </a:lnTo>
                <a:lnTo>
                  <a:pt x="413348" y="24520"/>
                </a:lnTo>
                <a:lnTo>
                  <a:pt x="413296" y="25004"/>
                </a:lnTo>
                <a:lnTo>
                  <a:pt x="413249" y="25493"/>
                </a:lnTo>
                <a:lnTo>
                  <a:pt x="413205" y="25986"/>
                </a:lnTo>
                <a:lnTo>
                  <a:pt x="413166" y="26484"/>
                </a:lnTo>
                <a:lnTo>
                  <a:pt x="413131" y="26986"/>
                </a:lnTo>
                <a:lnTo>
                  <a:pt x="413099" y="27493"/>
                </a:lnTo>
                <a:lnTo>
                  <a:pt x="413073" y="28005"/>
                </a:lnTo>
                <a:lnTo>
                  <a:pt x="413050" y="28521"/>
                </a:lnTo>
                <a:lnTo>
                  <a:pt x="413031" y="29042"/>
                </a:lnTo>
                <a:lnTo>
                  <a:pt x="413017" y="29567"/>
                </a:lnTo>
                <a:lnTo>
                  <a:pt x="413006" y="30097"/>
                </a:lnTo>
                <a:lnTo>
                  <a:pt x="413000" y="30632"/>
                </a:lnTo>
                <a:lnTo>
                  <a:pt x="412998" y="31171"/>
                </a:lnTo>
                <a:lnTo>
                  <a:pt x="412998" y="36084"/>
                </a:lnTo>
                <a:lnTo>
                  <a:pt x="397438" y="36084"/>
                </a:lnTo>
                <a:lnTo>
                  <a:pt x="397438" y="48971"/>
                </a:lnTo>
                <a:lnTo>
                  <a:pt x="412998" y="48971"/>
                </a:lnTo>
                <a:lnTo>
                  <a:pt x="412998" y="131927"/>
                </a:lnTo>
                <a:lnTo>
                  <a:pt x="428844" y="131927"/>
                </a:lnTo>
                <a:lnTo>
                  <a:pt x="428844" y="48971"/>
                </a:lnTo>
                <a:lnTo>
                  <a:pt x="450514" y="48971"/>
                </a:lnTo>
                <a:lnTo>
                  <a:pt x="450514" y="36084"/>
                </a:lnTo>
                <a:lnTo>
                  <a:pt x="428844" y="36084"/>
                </a:lnTo>
                <a:close/>
                <a:moveTo>
                  <a:pt x="67817" y="133412"/>
                </a:moveTo>
                <a:lnTo>
                  <a:pt x="69393" y="133281"/>
                </a:lnTo>
                <a:lnTo>
                  <a:pt x="70945" y="133120"/>
                </a:lnTo>
                <a:lnTo>
                  <a:pt x="72475" y="132931"/>
                </a:lnTo>
                <a:lnTo>
                  <a:pt x="73982" y="132712"/>
                </a:lnTo>
                <a:lnTo>
                  <a:pt x="75466" y="132464"/>
                </a:lnTo>
                <a:lnTo>
                  <a:pt x="76928" y="132187"/>
                </a:lnTo>
                <a:lnTo>
                  <a:pt x="78366" y="131880"/>
                </a:lnTo>
                <a:lnTo>
                  <a:pt x="79781" y="131545"/>
                </a:lnTo>
                <a:lnTo>
                  <a:pt x="81174" y="131180"/>
                </a:lnTo>
                <a:lnTo>
                  <a:pt x="82544" y="130787"/>
                </a:lnTo>
                <a:lnTo>
                  <a:pt x="83891" y="130364"/>
                </a:lnTo>
                <a:lnTo>
                  <a:pt x="85215" y="129912"/>
                </a:lnTo>
                <a:lnTo>
                  <a:pt x="86516" y="129430"/>
                </a:lnTo>
                <a:lnTo>
                  <a:pt x="87794" y="128920"/>
                </a:lnTo>
                <a:lnTo>
                  <a:pt x="89050" y="128380"/>
                </a:lnTo>
                <a:lnTo>
                  <a:pt x="90282" y="127811"/>
                </a:lnTo>
                <a:lnTo>
                  <a:pt x="91492" y="127214"/>
                </a:lnTo>
                <a:lnTo>
                  <a:pt x="92679" y="126586"/>
                </a:lnTo>
                <a:lnTo>
                  <a:pt x="93842" y="125930"/>
                </a:lnTo>
                <a:lnTo>
                  <a:pt x="94984" y="125245"/>
                </a:lnTo>
                <a:lnTo>
                  <a:pt x="96102" y="124533"/>
                </a:lnTo>
                <a:lnTo>
                  <a:pt x="97197" y="123800"/>
                </a:lnTo>
                <a:lnTo>
                  <a:pt x="98269" y="123045"/>
                </a:lnTo>
                <a:lnTo>
                  <a:pt x="99318" y="122267"/>
                </a:lnTo>
                <a:lnTo>
                  <a:pt x="100344" y="121467"/>
                </a:lnTo>
                <a:lnTo>
                  <a:pt x="101347" y="120645"/>
                </a:lnTo>
                <a:lnTo>
                  <a:pt x="102326" y="119800"/>
                </a:lnTo>
                <a:lnTo>
                  <a:pt x="103283" y="118934"/>
                </a:lnTo>
                <a:lnTo>
                  <a:pt x="104217" y="118045"/>
                </a:lnTo>
                <a:lnTo>
                  <a:pt x="105128" y="117134"/>
                </a:lnTo>
                <a:lnTo>
                  <a:pt x="106016" y="116201"/>
                </a:lnTo>
                <a:lnTo>
                  <a:pt x="106880" y="115245"/>
                </a:lnTo>
                <a:lnTo>
                  <a:pt x="107722" y="114267"/>
                </a:lnTo>
                <a:lnTo>
                  <a:pt x="108541" y="113268"/>
                </a:lnTo>
                <a:lnTo>
                  <a:pt x="109336" y="112246"/>
                </a:lnTo>
                <a:lnTo>
                  <a:pt x="110109" y="111201"/>
                </a:lnTo>
                <a:lnTo>
                  <a:pt x="110858" y="110135"/>
                </a:lnTo>
                <a:lnTo>
                  <a:pt x="111585" y="109046"/>
                </a:lnTo>
                <a:lnTo>
                  <a:pt x="112288" y="107935"/>
                </a:lnTo>
                <a:lnTo>
                  <a:pt x="112969" y="106802"/>
                </a:lnTo>
                <a:lnTo>
                  <a:pt x="113626" y="105647"/>
                </a:lnTo>
                <a:lnTo>
                  <a:pt x="114260" y="104469"/>
                </a:lnTo>
                <a:lnTo>
                  <a:pt x="114872" y="103270"/>
                </a:lnTo>
                <a:lnTo>
                  <a:pt x="115460" y="102048"/>
                </a:lnTo>
                <a:lnTo>
                  <a:pt x="116025" y="100806"/>
                </a:lnTo>
                <a:lnTo>
                  <a:pt x="116565" y="99549"/>
                </a:lnTo>
                <a:lnTo>
                  <a:pt x="117082" y="98275"/>
                </a:lnTo>
                <a:lnTo>
                  <a:pt x="117575" y="96986"/>
                </a:lnTo>
                <a:lnTo>
                  <a:pt x="118043" y="95679"/>
                </a:lnTo>
                <a:lnTo>
                  <a:pt x="118488" y="94357"/>
                </a:lnTo>
                <a:lnTo>
                  <a:pt x="118908" y="93018"/>
                </a:lnTo>
                <a:lnTo>
                  <a:pt x="119305" y="91664"/>
                </a:lnTo>
                <a:lnTo>
                  <a:pt x="119677" y="90293"/>
                </a:lnTo>
                <a:lnTo>
                  <a:pt x="120026" y="88905"/>
                </a:lnTo>
                <a:lnTo>
                  <a:pt x="120350" y="87502"/>
                </a:lnTo>
                <a:lnTo>
                  <a:pt x="120651" y="86082"/>
                </a:lnTo>
                <a:lnTo>
                  <a:pt x="120927" y="84646"/>
                </a:lnTo>
                <a:lnTo>
                  <a:pt x="121179" y="83193"/>
                </a:lnTo>
                <a:lnTo>
                  <a:pt x="121408" y="81725"/>
                </a:lnTo>
                <a:lnTo>
                  <a:pt x="121612" y="80240"/>
                </a:lnTo>
                <a:lnTo>
                  <a:pt x="121792" y="78739"/>
                </a:lnTo>
                <a:lnTo>
                  <a:pt x="121948" y="77222"/>
                </a:lnTo>
                <a:lnTo>
                  <a:pt x="122080" y="75688"/>
                </a:lnTo>
                <a:lnTo>
                  <a:pt x="122189" y="74139"/>
                </a:lnTo>
                <a:lnTo>
                  <a:pt x="122273" y="72573"/>
                </a:lnTo>
                <a:lnTo>
                  <a:pt x="122333" y="70990"/>
                </a:lnTo>
                <a:lnTo>
                  <a:pt x="122369" y="69392"/>
                </a:lnTo>
                <a:lnTo>
                  <a:pt x="122381" y="67777"/>
                </a:lnTo>
                <a:lnTo>
                  <a:pt x="122369" y="66162"/>
                </a:lnTo>
                <a:lnTo>
                  <a:pt x="122333" y="64563"/>
                </a:lnTo>
                <a:lnTo>
                  <a:pt x="122273" y="62980"/>
                </a:lnTo>
                <a:lnTo>
                  <a:pt x="122189" y="61413"/>
                </a:lnTo>
                <a:lnTo>
                  <a:pt x="122080" y="59862"/>
                </a:lnTo>
                <a:lnTo>
                  <a:pt x="121948" y="58327"/>
                </a:lnTo>
                <a:lnTo>
                  <a:pt x="121792" y="56807"/>
                </a:lnTo>
                <a:lnTo>
                  <a:pt x="121612" y="55304"/>
                </a:lnTo>
                <a:lnTo>
                  <a:pt x="121408" y="53816"/>
                </a:lnTo>
                <a:lnTo>
                  <a:pt x="121179" y="52344"/>
                </a:lnTo>
                <a:lnTo>
                  <a:pt x="120927" y="50889"/>
                </a:lnTo>
                <a:lnTo>
                  <a:pt x="120651" y="49449"/>
                </a:lnTo>
                <a:lnTo>
                  <a:pt x="120350" y="48025"/>
                </a:lnTo>
                <a:lnTo>
                  <a:pt x="120026" y="46617"/>
                </a:lnTo>
                <a:lnTo>
                  <a:pt x="119677" y="45225"/>
                </a:lnTo>
                <a:lnTo>
                  <a:pt x="119305" y="43848"/>
                </a:lnTo>
                <a:lnTo>
                  <a:pt x="118908" y="42488"/>
                </a:lnTo>
                <a:lnTo>
                  <a:pt x="118488" y="41144"/>
                </a:lnTo>
                <a:lnTo>
                  <a:pt x="118043" y="39815"/>
                </a:lnTo>
                <a:lnTo>
                  <a:pt x="117575" y="38503"/>
                </a:lnTo>
                <a:lnTo>
                  <a:pt x="117082" y="37206"/>
                </a:lnTo>
                <a:lnTo>
                  <a:pt x="116565" y="35925"/>
                </a:lnTo>
                <a:lnTo>
                  <a:pt x="116025" y="34660"/>
                </a:lnTo>
                <a:lnTo>
                  <a:pt x="115460" y="33411"/>
                </a:lnTo>
                <a:lnTo>
                  <a:pt x="114872" y="32182"/>
                </a:lnTo>
                <a:lnTo>
                  <a:pt x="114260" y="30974"/>
                </a:lnTo>
                <a:lnTo>
                  <a:pt x="113626" y="29790"/>
                </a:lnTo>
                <a:lnTo>
                  <a:pt x="112969" y="28628"/>
                </a:lnTo>
                <a:lnTo>
                  <a:pt x="112288" y="27488"/>
                </a:lnTo>
                <a:lnTo>
                  <a:pt x="111585" y="26371"/>
                </a:lnTo>
                <a:lnTo>
                  <a:pt x="110858" y="25277"/>
                </a:lnTo>
                <a:lnTo>
                  <a:pt x="110109" y="24205"/>
                </a:lnTo>
                <a:lnTo>
                  <a:pt x="109336" y="23155"/>
                </a:lnTo>
                <a:lnTo>
                  <a:pt x="108541" y="22128"/>
                </a:lnTo>
                <a:lnTo>
                  <a:pt x="107722" y="21124"/>
                </a:lnTo>
                <a:lnTo>
                  <a:pt x="106880" y="20142"/>
                </a:lnTo>
                <a:lnTo>
                  <a:pt x="106016" y="19183"/>
                </a:lnTo>
                <a:lnTo>
                  <a:pt x="105128" y="18246"/>
                </a:lnTo>
                <a:lnTo>
                  <a:pt x="104217" y="17332"/>
                </a:lnTo>
                <a:lnTo>
                  <a:pt x="103283" y="16440"/>
                </a:lnTo>
                <a:lnTo>
                  <a:pt x="102326" y="15571"/>
                </a:lnTo>
                <a:lnTo>
                  <a:pt x="101347" y="14725"/>
                </a:lnTo>
                <a:lnTo>
                  <a:pt x="100344" y="13901"/>
                </a:lnTo>
                <a:lnTo>
                  <a:pt x="99318" y="13099"/>
                </a:lnTo>
                <a:lnTo>
                  <a:pt x="98269" y="12320"/>
                </a:lnTo>
                <a:lnTo>
                  <a:pt x="97197" y="11564"/>
                </a:lnTo>
                <a:lnTo>
                  <a:pt x="96102" y="10830"/>
                </a:lnTo>
                <a:lnTo>
                  <a:pt x="94984" y="10119"/>
                </a:lnTo>
                <a:lnTo>
                  <a:pt x="93842" y="9433"/>
                </a:lnTo>
                <a:lnTo>
                  <a:pt x="92679" y="8777"/>
                </a:lnTo>
                <a:lnTo>
                  <a:pt x="91492" y="8150"/>
                </a:lnTo>
                <a:lnTo>
                  <a:pt x="90282" y="7552"/>
                </a:lnTo>
                <a:lnTo>
                  <a:pt x="89050" y="6983"/>
                </a:lnTo>
                <a:lnTo>
                  <a:pt x="87794" y="6444"/>
                </a:lnTo>
                <a:lnTo>
                  <a:pt x="86516" y="5933"/>
                </a:lnTo>
                <a:lnTo>
                  <a:pt x="85215" y="5452"/>
                </a:lnTo>
                <a:lnTo>
                  <a:pt x="83891" y="5000"/>
                </a:lnTo>
                <a:lnTo>
                  <a:pt x="82544" y="4577"/>
                </a:lnTo>
                <a:lnTo>
                  <a:pt x="81174" y="4183"/>
                </a:lnTo>
                <a:lnTo>
                  <a:pt x="79781" y="3818"/>
                </a:lnTo>
                <a:lnTo>
                  <a:pt x="78366" y="3483"/>
                </a:lnTo>
                <a:lnTo>
                  <a:pt x="76928" y="3177"/>
                </a:lnTo>
                <a:lnTo>
                  <a:pt x="75466" y="2900"/>
                </a:lnTo>
                <a:lnTo>
                  <a:pt x="73982" y="2652"/>
                </a:lnTo>
                <a:lnTo>
                  <a:pt x="72475" y="2433"/>
                </a:lnTo>
                <a:lnTo>
                  <a:pt x="70945" y="2243"/>
                </a:lnTo>
                <a:lnTo>
                  <a:pt x="69393" y="2083"/>
                </a:lnTo>
                <a:lnTo>
                  <a:pt x="67817" y="1952"/>
                </a:lnTo>
                <a:lnTo>
                  <a:pt x="66219" y="1850"/>
                </a:lnTo>
                <a:lnTo>
                  <a:pt x="64597" y="1777"/>
                </a:lnTo>
                <a:lnTo>
                  <a:pt x="62953" y="1733"/>
                </a:lnTo>
                <a:lnTo>
                  <a:pt x="61286" y="1718"/>
                </a:lnTo>
                <a:lnTo>
                  <a:pt x="59619" y="1733"/>
                </a:lnTo>
                <a:lnTo>
                  <a:pt x="57974" y="1777"/>
                </a:lnTo>
                <a:lnTo>
                  <a:pt x="56352" y="1850"/>
                </a:lnTo>
                <a:lnTo>
                  <a:pt x="54752" y="1952"/>
                </a:lnTo>
                <a:lnTo>
                  <a:pt x="53175" y="2083"/>
                </a:lnTo>
                <a:lnTo>
                  <a:pt x="51620" y="2243"/>
                </a:lnTo>
                <a:lnTo>
                  <a:pt x="50088" y="2433"/>
                </a:lnTo>
                <a:lnTo>
                  <a:pt x="48579" y="2652"/>
                </a:lnTo>
                <a:lnTo>
                  <a:pt x="47092" y="2900"/>
                </a:lnTo>
                <a:lnTo>
                  <a:pt x="45628" y="3177"/>
                </a:lnTo>
                <a:lnTo>
                  <a:pt x="44186" y="3483"/>
                </a:lnTo>
                <a:lnTo>
                  <a:pt x="42766" y="3818"/>
                </a:lnTo>
                <a:lnTo>
                  <a:pt x="41370" y="4183"/>
                </a:lnTo>
                <a:lnTo>
                  <a:pt x="39995" y="4577"/>
                </a:lnTo>
                <a:lnTo>
                  <a:pt x="38644" y="5000"/>
                </a:lnTo>
                <a:lnTo>
                  <a:pt x="37315" y="5452"/>
                </a:lnTo>
                <a:lnTo>
                  <a:pt x="36008" y="5933"/>
                </a:lnTo>
                <a:lnTo>
                  <a:pt x="34724" y="6444"/>
                </a:lnTo>
                <a:lnTo>
                  <a:pt x="33462" y="6983"/>
                </a:lnTo>
                <a:lnTo>
                  <a:pt x="32223" y="7552"/>
                </a:lnTo>
                <a:lnTo>
                  <a:pt x="31007" y="8150"/>
                </a:lnTo>
                <a:lnTo>
                  <a:pt x="29813" y="8777"/>
                </a:lnTo>
                <a:lnTo>
                  <a:pt x="28642" y="9433"/>
                </a:lnTo>
                <a:lnTo>
                  <a:pt x="27493" y="10119"/>
                </a:lnTo>
                <a:lnTo>
                  <a:pt x="26367" y="10830"/>
                </a:lnTo>
                <a:lnTo>
                  <a:pt x="25264" y="11564"/>
                </a:lnTo>
                <a:lnTo>
                  <a:pt x="24185" y="12320"/>
                </a:lnTo>
                <a:lnTo>
                  <a:pt x="23129" y="13099"/>
                </a:lnTo>
                <a:lnTo>
                  <a:pt x="22097" y="13901"/>
                </a:lnTo>
                <a:lnTo>
                  <a:pt x="21088" y="14725"/>
                </a:lnTo>
                <a:lnTo>
                  <a:pt x="20102" y="15571"/>
                </a:lnTo>
                <a:lnTo>
                  <a:pt x="19140" y="16440"/>
                </a:lnTo>
                <a:lnTo>
                  <a:pt x="18201" y="17332"/>
                </a:lnTo>
                <a:lnTo>
                  <a:pt x="17285" y="18246"/>
                </a:lnTo>
                <a:lnTo>
                  <a:pt x="16393" y="19183"/>
                </a:lnTo>
                <a:lnTo>
                  <a:pt x="15524" y="20142"/>
                </a:lnTo>
                <a:lnTo>
                  <a:pt x="14679" y="21124"/>
                </a:lnTo>
                <a:lnTo>
                  <a:pt x="13857" y="22128"/>
                </a:lnTo>
                <a:lnTo>
                  <a:pt x="13058" y="23155"/>
                </a:lnTo>
                <a:lnTo>
                  <a:pt x="12283" y="24205"/>
                </a:lnTo>
                <a:lnTo>
                  <a:pt x="11531" y="25277"/>
                </a:lnTo>
                <a:lnTo>
                  <a:pt x="10802" y="26371"/>
                </a:lnTo>
                <a:lnTo>
                  <a:pt x="10097" y="27488"/>
                </a:lnTo>
                <a:lnTo>
                  <a:pt x="9415" y="28628"/>
                </a:lnTo>
                <a:lnTo>
                  <a:pt x="8756" y="29790"/>
                </a:lnTo>
                <a:lnTo>
                  <a:pt x="8121" y="30974"/>
                </a:lnTo>
                <a:lnTo>
                  <a:pt x="7509" y="32182"/>
                </a:lnTo>
                <a:lnTo>
                  <a:pt x="6921" y="33411"/>
                </a:lnTo>
                <a:lnTo>
                  <a:pt x="6356" y="34660"/>
                </a:lnTo>
                <a:lnTo>
                  <a:pt x="5815" y="35925"/>
                </a:lnTo>
                <a:lnTo>
                  <a:pt x="5299" y="37206"/>
                </a:lnTo>
                <a:lnTo>
                  <a:pt x="4806" y="38503"/>
                </a:lnTo>
                <a:lnTo>
                  <a:pt x="4338" y="39815"/>
                </a:lnTo>
                <a:lnTo>
                  <a:pt x="3893" y="41144"/>
                </a:lnTo>
                <a:lnTo>
                  <a:pt x="3472" y="42488"/>
                </a:lnTo>
                <a:lnTo>
                  <a:pt x="3076" y="43848"/>
                </a:lnTo>
                <a:lnTo>
                  <a:pt x="2703" y="45225"/>
                </a:lnTo>
                <a:lnTo>
                  <a:pt x="2355" y="46617"/>
                </a:lnTo>
                <a:lnTo>
                  <a:pt x="2031" y="48025"/>
                </a:lnTo>
                <a:lnTo>
                  <a:pt x="1730" y="49449"/>
                </a:lnTo>
                <a:lnTo>
                  <a:pt x="1454" y="50889"/>
                </a:lnTo>
                <a:lnTo>
                  <a:pt x="1202" y="52344"/>
                </a:lnTo>
                <a:lnTo>
                  <a:pt x="973" y="53816"/>
                </a:lnTo>
                <a:lnTo>
                  <a:pt x="769" y="55304"/>
                </a:lnTo>
                <a:lnTo>
                  <a:pt x="589" y="56807"/>
                </a:lnTo>
                <a:lnTo>
                  <a:pt x="433" y="58327"/>
                </a:lnTo>
                <a:lnTo>
                  <a:pt x="300" y="59862"/>
                </a:lnTo>
                <a:lnTo>
                  <a:pt x="192" y="61413"/>
                </a:lnTo>
                <a:lnTo>
                  <a:pt x="108" y="62980"/>
                </a:lnTo>
                <a:lnTo>
                  <a:pt x="48" y="64563"/>
                </a:lnTo>
                <a:lnTo>
                  <a:pt x="12" y="66162"/>
                </a:lnTo>
                <a:lnTo>
                  <a:pt x="0" y="67777"/>
                </a:lnTo>
                <a:lnTo>
                  <a:pt x="12" y="69392"/>
                </a:lnTo>
                <a:lnTo>
                  <a:pt x="48" y="70990"/>
                </a:lnTo>
                <a:lnTo>
                  <a:pt x="108" y="72573"/>
                </a:lnTo>
                <a:lnTo>
                  <a:pt x="192" y="74139"/>
                </a:lnTo>
                <a:lnTo>
                  <a:pt x="300" y="75688"/>
                </a:lnTo>
                <a:lnTo>
                  <a:pt x="433" y="77222"/>
                </a:lnTo>
                <a:lnTo>
                  <a:pt x="589" y="78739"/>
                </a:lnTo>
                <a:lnTo>
                  <a:pt x="769" y="80240"/>
                </a:lnTo>
                <a:lnTo>
                  <a:pt x="973" y="81725"/>
                </a:lnTo>
                <a:lnTo>
                  <a:pt x="1202" y="83193"/>
                </a:lnTo>
                <a:lnTo>
                  <a:pt x="1454" y="84646"/>
                </a:lnTo>
                <a:lnTo>
                  <a:pt x="1730" y="86082"/>
                </a:lnTo>
                <a:lnTo>
                  <a:pt x="2031" y="87502"/>
                </a:lnTo>
                <a:lnTo>
                  <a:pt x="2355" y="88905"/>
                </a:lnTo>
                <a:lnTo>
                  <a:pt x="2703" y="90293"/>
                </a:lnTo>
                <a:lnTo>
                  <a:pt x="3076" y="91664"/>
                </a:lnTo>
                <a:lnTo>
                  <a:pt x="3472" y="93018"/>
                </a:lnTo>
                <a:lnTo>
                  <a:pt x="3893" y="94357"/>
                </a:lnTo>
                <a:lnTo>
                  <a:pt x="4338" y="95679"/>
                </a:lnTo>
                <a:lnTo>
                  <a:pt x="4806" y="96986"/>
                </a:lnTo>
                <a:lnTo>
                  <a:pt x="5299" y="98275"/>
                </a:lnTo>
                <a:lnTo>
                  <a:pt x="5815" y="99549"/>
                </a:lnTo>
                <a:lnTo>
                  <a:pt x="6356" y="100806"/>
                </a:lnTo>
                <a:lnTo>
                  <a:pt x="6921" y="102048"/>
                </a:lnTo>
                <a:lnTo>
                  <a:pt x="7509" y="103270"/>
                </a:lnTo>
                <a:lnTo>
                  <a:pt x="8121" y="104469"/>
                </a:lnTo>
                <a:lnTo>
                  <a:pt x="8756" y="105647"/>
                </a:lnTo>
                <a:lnTo>
                  <a:pt x="9415" y="106802"/>
                </a:lnTo>
                <a:lnTo>
                  <a:pt x="10097" y="107935"/>
                </a:lnTo>
                <a:lnTo>
                  <a:pt x="10802" y="109046"/>
                </a:lnTo>
                <a:lnTo>
                  <a:pt x="11531" y="110135"/>
                </a:lnTo>
                <a:lnTo>
                  <a:pt x="12283" y="111201"/>
                </a:lnTo>
                <a:lnTo>
                  <a:pt x="13058" y="112246"/>
                </a:lnTo>
                <a:lnTo>
                  <a:pt x="13857" y="113268"/>
                </a:lnTo>
                <a:lnTo>
                  <a:pt x="14679" y="114267"/>
                </a:lnTo>
                <a:lnTo>
                  <a:pt x="15524" y="115245"/>
                </a:lnTo>
                <a:lnTo>
                  <a:pt x="16393" y="116201"/>
                </a:lnTo>
                <a:lnTo>
                  <a:pt x="17285" y="117134"/>
                </a:lnTo>
                <a:lnTo>
                  <a:pt x="18201" y="118045"/>
                </a:lnTo>
                <a:lnTo>
                  <a:pt x="19140" y="118934"/>
                </a:lnTo>
                <a:lnTo>
                  <a:pt x="20102" y="119800"/>
                </a:lnTo>
                <a:lnTo>
                  <a:pt x="21088" y="120645"/>
                </a:lnTo>
                <a:lnTo>
                  <a:pt x="22097" y="121467"/>
                </a:lnTo>
                <a:lnTo>
                  <a:pt x="23129" y="122267"/>
                </a:lnTo>
                <a:lnTo>
                  <a:pt x="24185" y="123045"/>
                </a:lnTo>
                <a:lnTo>
                  <a:pt x="25264" y="123800"/>
                </a:lnTo>
                <a:lnTo>
                  <a:pt x="26367" y="124533"/>
                </a:lnTo>
                <a:lnTo>
                  <a:pt x="27493" y="125245"/>
                </a:lnTo>
                <a:lnTo>
                  <a:pt x="28642" y="125930"/>
                </a:lnTo>
                <a:lnTo>
                  <a:pt x="29813" y="126586"/>
                </a:lnTo>
                <a:lnTo>
                  <a:pt x="31007" y="127214"/>
                </a:lnTo>
                <a:lnTo>
                  <a:pt x="32223" y="127811"/>
                </a:lnTo>
                <a:lnTo>
                  <a:pt x="33462" y="128380"/>
                </a:lnTo>
                <a:lnTo>
                  <a:pt x="34724" y="128920"/>
                </a:lnTo>
                <a:lnTo>
                  <a:pt x="36008" y="129430"/>
                </a:lnTo>
                <a:lnTo>
                  <a:pt x="37315" y="129912"/>
                </a:lnTo>
                <a:lnTo>
                  <a:pt x="38644" y="130364"/>
                </a:lnTo>
                <a:lnTo>
                  <a:pt x="39995" y="130787"/>
                </a:lnTo>
                <a:lnTo>
                  <a:pt x="41370" y="131180"/>
                </a:lnTo>
                <a:lnTo>
                  <a:pt x="42766" y="131545"/>
                </a:lnTo>
                <a:lnTo>
                  <a:pt x="44186" y="131880"/>
                </a:lnTo>
                <a:lnTo>
                  <a:pt x="45628" y="132187"/>
                </a:lnTo>
                <a:lnTo>
                  <a:pt x="47092" y="132464"/>
                </a:lnTo>
                <a:lnTo>
                  <a:pt x="48579" y="132712"/>
                </a:lnTo>
                <a:lnTo>
                  <a:pt x="50088" y="132931"/>
                </a:lnTo>
                <a:lnTo>
                  <a:pt x="51620" y="133120"/>
                </a:lnTo>
                <a:lnTo>
                  <a:pt x="53175" y="133281"/>
                </a:lnTo>
                <a:lnTo>
                  <a:pt x="54752" y="133412"/>
                </a:lnTo>
                <a:lnTo>
                  <a:pt x="56352" y="133514"/>
                </a:lnTo>
                <a:lnTo>
                  <a:pt x="57974" y="133587"/>
                </a:lnTo>
                <a:lnTo>
                  <a:pt x="59619" y="133631"/>
                </a:lnTo>
                <a:lnTo>
                  <a:pt x="61286" y="133645"/>
                </a:lnTo>
                <a:lnTo>
                  <a:pt x="62953" y="133631"/>
                </a:lnTo>
                <a:lnTo>
                  <a:pt x="64597" y="133587"/>
                </a:lnTo>
                <a:lnTo>
                  <a:pt x="66219" y="133514"/>
                </a:lnTo>
                <a:lnTo>
                  <a:pt x="67817" y="133412"/>
                </a:lnTo>
                <a:close/>
                <a:moveTo>
                  <a:pt x="56294" y="119419"/>
                </a:moveTo>
                <a:lnTo>
                  <a:pt x="55097" y="119310"/>
                </a:lnTo>
                <a:lnTo>
                  <a:pt x="53920" y="119177"/>
                </a:lnTo>
                <a:lnTo>
                  <a:pt x="52764" y="119020"/>
                </a:lnTo>
                <a:lnTo>
                  <a:pt x="51628" y="118838"/>
                </a:lnTo>
                <a:lnTo>
                  <a:pt x="50513" y="118632"/>
                </a:lnTo>
                <a:lnTo>
                  <a:pt x="49418" y="118403"/>
                </a:lnTo>
                <a:lnTo>
                  <a:pt x="48343" y="118149"/>
                </a:lnTo>
                <a:lnTo>
                  <a:pt x="47289" y="117870"/>
                </a:lnTo>
                <a:lnTo>
                  <a:pt x="46255" y="117568"/>
                </a:lnTo>
                <a:lnTo>
                  <a:pt x="45241" y="117241"/>
                </a:lnTo>
                <a:lnTo>
                  <a:pt x="44248" y="116890"/>
                </a:lnTo>
                <a:lnTo>
                  <a:pt x="43276" y="116515"/>
                </a:lnTo>
                <a:lnTo>
                  <a:pt x="42323" y="116116"/>
                </a:lnTo>
                <a:lnTo>
                  <a:pt x="41391" y="115693"/>
                </a:lnTo>
                <a:lnTo>
                  <a:pt x="40480" y="115245"/>
                </a:lnTo>
                <a:lnTo>
                  <a:pt x="39588" y="114773"/>
                </a:lnTo>
                <a:lnTo>
                  <a:pt x="38718" y="114277"/>
                </a:lnTo>
                <a:lnTo>
                  <a:pt x="37867" y="113757"/>
                </a:lnTo>
                <a:lnTo>
                  <a:pt x="37037" y="113212"/>
                </a:lnTo>
                <a:lnTo>
                  <a:pt x="36227" y="112644"/>
                </a:lnTo>
                <a:lnTo>
                  <a:pt x="35437" y="112055"/>
                </a:lnTo>
                <a:lnTo>
                  <a:pt x="34665" y="111449"/>
                </a:lnTo>
                <a:lnTo>
                  <a:pt x="33910" y="110826"/>
                </a:lnTo>
                <a:lnTo>
                  <a:pt x="33174" y="110187"/>
                </a:lnTo>
                <a:lnTo>
                  <a:pt x="32456" y="109531"/>
                </a:lnTo>
                <a:lnTo>
                  <a:pt x="31756" y="108858"/>
                </a:lnTo>
                <a:lnTo>
                  <a:pt x="31074" y="108169"/>
                </a:lnTo>
                <a:lnTo>
                  <a:pt x="30410" y="107462"/>
                </a:lnTo>
                <a:lnTo>
                  <a:pt x="29764" y="106739"/>
                </a:lnTo>
                <a:lnTo>
                  <a:pt x="29136" y="106000"/>
                </a:lnTo>
                <a:lnTo>
                  <a:pt x="28526" y="105243"/>
                </a:lnTo>
                <a:lnTo>
                  <a:pt x="27934" y="104470"/>
                </a:lnTo>
                <a:lnTo>
                  <a:pt x="27361" y="103680"/>
                </a:lnTo>
                <a:lnTo>
                  <a:pt x="26805" y="102873"/>
                </a:lnTo>
                <a:lnTo>
                  <a:pt x="26267" y="102050"/>
                </a:lnTo>
                <a:lnTo>
                  <a:pt x="25748" y="101210"/>
                </a:lnTo>
                <a:lnTo>
                  <a:pt x="25246" y="100353"/>
                </a:lnTo>
                <a:lnTo>
                  <a:pt x="24763" y="99479"/>
                </a:lnTo>
                <a:lnTo>
                  <a:pt x="24298" y="98589"/>
                </a:lnTo>
                <a:lnTo>
                  <a:pt x="23851" y="97682"/>
                </a:lnTo>
                <a:lnTo>
                  <a:pt x="23421" y="96758"/>
                </a:lnTo>
                <a:lnTo>
                  <a:pt x="23010" y="95817"/>
                </a:lnTo>
                <a:lnTo>
                  <a:pt x="22617" y="94860"/>
                </a:lnTo>
                <a:lnTo>
                  <a:pt x="22242" y="93886"/>
                </a:lnTo>
                <a:lnTo>
                  <a:pt x="21884" y="92899"/>
                </a:lnTo>
                <a:lnTo>
                  <a:pt x="21541" y="91903"/>
                </a:lnTo>
                <a:lnTo>
                  <a:pt x="21213" y="90899"/>
                </a:lnTo>
                <a:lnTo>
                  <a:pt x="20901" y="89886"/>
                </a:lnTo>
                <a:lnTo>
                  <a:pt x="20603" y="88864"/>
                </a:lnTo>
                <a:lnTo>
                  <a:pt x="20321" y="87833"/>
                </a:lnTo>
                <a:lnTo>
                  <a:pt x="20054" y="86793"/>
                </a:lnTo>
                <a:lnTo>
                  <a:pt x="19803" y="85745"/>
                </a:lnTo>
                <a:lnTo>
                  <a:pt x="19566" y="84688"/>
                </a:lnTo>
                <a:lnTo>
                  <a:pt x="19345" y="83622"/>
                </a:lnTo>
                <a:lnTo>
                  <a:pt x="19140" y="82547"/>
                </a:lnTo>
                <a:lnTo>
                  <a:pt x="18949" y="81464"/>
                </a:lnTo>
                <a:lnTo>
                  <a:pt x="18774" y="80372"/>
                </a:lnTo>
                <a:lnTo>
                  <a:pt x="18614" y="79271"/>
                </a:lnTo>
                <a:lnTo>
                  <a:pt x="18469" y="78161"/>
                </a:lnTo>
                <a:lnTo>
                  <a:pt x="18339" y="77042"/>
                </a:lnTo>
                <a:lnTo>
                  <a:pt x="18225" y="75915"/>
                </a:lnTo>
                <a:lnTo>
                  <a:pt x="18126" y="74779"/>
                </a:lnTo>
                <a:lnTo>
                  <a:pt x="18042" y="73634"/>
                </a:lnTo>
                <a:lnTo>
                  <a:pt x="17973" y="72480"/>
                </a:lnTo>
                <a:lnTo>
                  <a:pt x="17920" y="71317"/>
                </a:lnTo>
                <a:lnTo>
                  <a:pt x="17882" y="70146"/>
                </a:lnTo>
                <a:lnTo>
                  <a:pt x="17859" y="68966"/>
                </a:lnTo>
                <a:lnTo>
                  <a:pt x="17851" y="67777"/>
                </a:lnTo>
                <a:lnTo>
                  <a:pt x="17859" y="66581"/>
                </a:lnTo>
                <a:lnTo>
                  <a:pt x="17882" y="65393"/>
                </a:lnTo>
                <a:lnTo>
                  <a:pt x="17920" y="64215"/>
                </a:lnTo>
                <a:lnTo>
                  <a:pt x="17973" y="63045"/>
                </a:lnTo>
                <a:lnTo>
                  <a:pt x="18042" y="61885"/>
                </a:lnTo>
                <a:lnTo>
                  <a:pt x="18126" y="60734"/>
                </a:lnTo>
                <a:lnTo>
                  <a:pt x="18225" y="59592"/>
                </a:lnTo>
                <a:lnTo>
                  <a:pt x="18339" y="58459"/>
                </a:lnTo>
                <a:lnTo>
                  <a:pt x="18469" y="57335"/>
                </a:lnTo>
                <a:lnTo>
                  <a:pt x="18614" y="56221"/>
                </a:lnTo>
                <a:lnTo>
                  <a:pt x="18774" y="55115"/>
                </a:lnTo>
                <a:lnTo>
                  <a:pt x="18949" y="54019"/>
                </a:lnTo>
                <a:lnTo>
                  <a:pt x="19140" y="52932"/>
                </a:lnTo>
                <a:lnTo>
                  <a:pt x="19345" y="51853"/>
                </a:lnTo>
                <a:lnTo>
                  <a:pt x="19566" y="50784"/>
                </a:lnTo>
                <a:lnTo>
                  <a:pt x="19803" y="49724"/>
                </a:lnTo>
                <a:lnTo>
                  <a:pt x="20054" y="48674"/>
                </a:lnTo>
                <a:lnTo>
                  <a:pt x="20321" y="47632"/>
                </a:lnTo>
                <a:lnTo>
                  <a:pt x="20603" y="46599"/>
                </a:lnTo>
                <a:lnTo>
                  <a:pt x="20901" y="45576"/>
                </a:lnTo>
                <a:lnTo>
                  <a:pt x="21213" y="44562"/>
                </a:lnTo>
                <a:lnTo>
                  <a:pt x="21541" y="43556"/>
                </a:lnTo>
                <a:lnTo>
                  <a:pt x="21884" y="42560"/>
                </a:lnTo>
                <a:lnTo>
                  <a:pt x="22242" y="41573"/>
                </a:lnTo>
                <a:lnTo>
                  <a:pt x="22617" y="40599"/>
                </a:lnTo>
                <a:lnTo>
                  <a:pt x="23010" y="39641"/>
                </a:lnTo>
                <a:lnTo>
                  <a:pt x="23421" y="38700"/>
                </a:lnTo>
                <a:lnTo>
                  <a:pt x="23851" y="37776"/>
                </a:lnTo>
                <a:lnTo>
                  <a:pt x="24298" y="36868"/>
                </a:lnTo>
                <a:lnTo>
                  <a:pt x="24763" y="35977"/>
                </a:lnTo>
                <a:lnTo>
                  <a:pt x="25246" y="35102"/>
                </a:lnTo>
                <a:lnTo>
                  <a:pt x="25748" y="34244"/>
                </a:lnTo>
                <a:lnTo>
                  <a:pt x="26267" y="33402"/>
                </a:lnTo>
                <a:lnTo>
                  <a:pt x="26805" y="32577"/>
                </a:lnTo>
                <a:lnTo>
                  <a:pt x="27361" y="31769"/>
                </a:lnTo>
                <a:lnTo>
                  <a:pt x="27934" y="30977"/>
                </a:lnTo>
                <a:lnTo>
                  <a:pt x="28526" y="30202"/>
                </a:lnTo>
                <a:lnTo>
                  <a:pt x="29136" y="29443"/>
                </a:lnTo>
                <a:lnTo>
                  <a:pt x="29764" y="28701"/>
                </a:lnTo>
                <a:lnTo>
                  <a:pt x="30410" y="27975"/>
                </a:lnTo>
                <a:lnTo>
                  <a:pt x="31074" y="27266"/>
                </a:lnTo>
                <a:lnTo>
                  <a:pt x="31756" y="26574"/>
                </a:lnTo>
                <a:lnTo>
                  <a:pt x="32456" y="25898"/>
                </a:lnTo>
                <a:lnTo>
                  <a:pt x="33174" y="25239"/>
                </a:lnTo>
                <a:lnTo>
                  <a:pt x="33910" y="24596"/>
                </a:lnTo>
                <a:lnTo>
                  <a:pt x="34665" y="23970"/>
                </a:lnTo>
                <a:lnTo>
                  <a:pt x="35437" y="23360"/>
                </a:lnTo>
                <a:lnTo>
                  <a:pt x="36227" y="22767"/>
                </a:lnTo>
                <a:lnTo>
                  <a:pt x="37037" y="22195"/>
                </a:lnTo>
                <a:lnTo>
                  <a:pt x="37867" y="21647"/>
                </a:lnTo>
                <a:lnTo>
                  <a:pt x="38718" y="21123"/>
                </a:lnTo>
                <a:lnTo>
                  <a:pt x="39588" y="20624"/>
                </a:lnTo>
                <a:lnTo>
                  <a:pt x="40480" y="20148"/>
                </a:lnTo>
                <a:lnTo>
                  <a:pt x="41391" y="19698"/>
                </a:lnTo>
                <a:lnTo>
                  <a:pt x="42323" y="19271"/>
                </a:lnTo>
                <a:lnTo>
                  <a:pt x="43276" y="18869"/>
                </a:lnTo>
                <a:lnTo>
                  <a:pt x="44248" y="18492"/>
                </a:lnTo>
                <a:lnTo>
                  <a:pt x="45241" y="18139"/>
                </a:lnTo>
                <a:lnTo>
                  <a:pt x="46255" y="17810"/>
                </a:lnTo>
                <a:lnTo>
                  <a:pt x="47289" y="17505"/>
                </a:lnTo>
                <a:lnTo>
                  <a:pt x="48343" y="17225"/>
                </a:lnTo>
                <a:lnTo>
                  <a:pt x="49418" y="16969"/>
                </a:lnTo>
                <a:lnTo>
                  <a:pt x="50513" y="16738"/>
                </a:lnTo>
                <a:lnTo>
                  <a:pt x="51628" y="16531"/>
                </a:lnTo>
                <a:lnTo>
                  <a:pt x="52764" y="16348"/>
                </a:lnTo>
                <a:lnTo>
                  <a:pt x="53920" y="16190"/>
                </a:lnTo>
                <a:lnTo>
                  <a:pt x="55097" y="16056"/>
                </a:lnTo>
                <a:lnTo>
                  <a:pt x="56294" y="15946"/>
                </a:lnTo>
                <a:lnTo>
                  <a:pt x="57511" y="15861"/>
                </a:lnTo>
                <a:lnTo>
                  <a:pt x="58749" y="15800"/>
                </a:lnTo>
                <a:lnTo>
                  <a:pt x="60007" y="15763"/>
                </a:lnTo>
                <a:lnTo>
                  <a:pt x="61286" y="15751"/>
                </a:lnTo>
                <a:lnTo>
                  <a:pt x="62564" y="15763"/>
                </a:lnTo>
                <a:lnTo>
                  <a:pt x="63822" y="15800"/>
                </a:lnTo>
                <a:lnTo>
                  <a:pt x="65060" y="15861"/>
                </a:lnTo>
                <a:lnTo>
                  <a:pt x="66276" y="15946"/>
                </a:lnTo>
                <a:lnTo>
                  <a:pt x="67473" y="16056"/>
                </a:lnTo>
                <a:lnTo>
                  <a:pt x="68648" y="16190"/>
                </a:lnTo>
                <a:lnTo>
                  <a:pt x="69803" y="16348"/>
                </a:lnTo>
                <a:lnTo>
                  <a:pt x="70938" y="16531"/>
                </a:lnTo>
                <a:lnTo>
                  <a:pt x="72052" y="16738"/>
                </a:lnTo>
                <a:lnTo>
                  <a:pt x="73146" y="16969"/>
                </a:lnTo>
                <a:lnTo>
                  <a:pt x="74218" y="17225"/>
                </a:lnTo>
                <a:lnTo>
                  <a:pt x="75271" y="17505"/>
                </a:lnTo>
                <a:lnTo>
                  <a:pt x="76303" y="17810"/>
                </a:lnTo>
                <a:lnTo>
                  <a:pt x="77314" y="18139"/>
                </a:lnTo>
                <a:lnTo>
                  <a:pt x="78305" y="18492"/>
                </a:lnTo>
                <a:lnTo>
                  <a:pt x="79275" y="18869"/>
                </a:lnTo>
                <a:lnTo>
                  <a:pt x="80225" y="19271"/>
                </a:lnTo>
                <a:lnTo>
                  <a:pt x="81154" y="19698"/>
                </a:lnTo>
                <a:lnTo>
                  <a:pt x="82062" y="20148"/>
                </a:lnTo>
                <a:lnTo>
                  <a:pt x="82950" y="20624"/>
                </a:lnTo>
                <a:lnTo>
                  <a:pt x="83818" y="21123"/>
                </a:lnTo>
                <a:lnTo>
                  <a:pt x="84664" y="21647"/>
                </a:lnTo>
                <a:lnTo>
                  <a:pt x="85491" y="22195"/>
                </a:lnTo>
                <a:lnTo>
                  <a:pt x="86297" y="22767"/>
                </a:lnTo>
                <a:lnTo>
                  <a:pt x="87083" y="23360"/>
                </a:lnTo>
                <a:lnTo>
                  <a:pt x="87852" y="23970"/>
                </a:lnTo>
                <a:lnTo>
                  <a:pt x="88603" y="24596"/>
                </a:lnTo>
                <a:lnTo>
                  <a:pt x="89337" y="25239"/>
                </a:lnTo>
                <a:lnTo>
                  <a:pt x="90052" y="25898"/>
                </a:lnTo>
                <a:lnTo>
                  <a:pt x="90750" y="26574"/>
                </a:lnTo>
                <a:lnTo>
                  <a:pt x="91431" y="27266"/>
                </a:lnTo>
                <a:lnTo>
                  <a:pt x="92093" y="27975"/>
                </a:lnTo>
                <a:lnTo>
                  <a:pt x="92738" y="28701"/>
                </a:lnTo>
                <a:lnTo>
                  <a:pt x="93365" y="29443"/>
                </a:lnTo>
                <a:lnTo>
                  <a:pt x="93974" y="30202"/>
                </a:lnTo>
                <a:lnTo>
                  <a:pt x="94566" y="30977"/>
                </a:lnTo>
                <a:lnTo>
                  <a:pt x="95140" y="31769"/>
                </a:lnTo>
                <a:lnTo>
                  <a:pt x="95696" y="32577"/>
                </a:lnTo>
                <a:lnTo>
                  <a:pt x="96234" y="33402"/>
                </a:lnTo>
                <a:lnTo>
                  <a:pt x="96755" y="34244"/>
                </a:lnTo>
                <a:lnTo>
                  <a:pt x="97258" y="35102"/>
                </a:lnTo>
                <a:lnTo>
                  <a:pt x="97743" y="35977"/>
                </a:lnTo>
                <a:lnTo>
                  <a:pt x="98210" y="36868"/>
                </a:lnTo>
                <a:lnTo>
                  <a:pt x="98660" y="37776"/>
                </a:lnTo>
                <a:lnTo>
                  <a:pt x="99092" y="38700"/>
                </a:lnTo>
                <a:lnTo>
                  <a:pt x="99506" y="39641"/>
                </a:lnTo>
                <a:lnTo>
                  <a:pt x="99903" y="40599"/>
                </a:lnTo>
                <a:lnTo>
                  <a:pt x="100282" y="41573"/>
                </a:lnTo>
                <a:lnTo>
                  <a:pt x="100644" y="42560"/>
                </a:lnTo>
                <a:lnTo>
                  <a:pt x="100991" y="43556"/>
                </a:lnTo>
                <a:lnTo>
                  <a:pt x="101322" y="44562"/>
                </a:lnTo>
                <a:lnTo>
                  <a:pt x="101638" y="45576"/>
                </a:lnTo>
                <a:lnTo>
                  <a:pt x="101939" y="46599"/>
                </a:lnTo>
                <a:lnTo>
                  <a:pt x="102224" y="47632"/>
                </a:lnTo>
                <a:lnTo>
                  <a:pt x="102493" y="48674"/>
                </a:lnTo>
                <a:lnTo>
                  <a:pt x="102748" y="49724"/>
                </a:lnTo>
                <a:lnTo>
                  <a:pt x="102987" y="50784"/>
                </a:lnTo>
                <a:lnTo>
                  <a:pt x="103210" y="51853"/>
                </a:lnTo>
                <a:lnTo>
                  <a:pt x="103418" y="52932"/>
                </a:lnTo>
                <a:lnTo>
                  <a:pt x="103611" y="54019"/>
                </a:lnTo>
                <a:lnTo>
                  <a:pt x="103788" y="55115"/>
                </a:lnTo>
                <a:lnTo>
                  <a:pt x="103950" y="56221"/>
                </a:lnTo>
                <a:lnTo>
                  <a:pt x="104096" y="57335"/>
                </a:lnTo>
                <a:lnTo>
                  <a:pt x="104227" y="58459"/>
                </a:lnTo>
                <a:lnTo>
                  <a:pt x="104343" y="59592"/>
                </a:lnTo>
                <a:lnTo>
                  <a:pt x="104443" y="60734"/>
                </a:lnTo>
                <a:lnTo>
                  <a:pt x="104528" y="61885"/>
                </a:lnTo>
                <a:lnTo>
                  <a:pt x="104597" y="63045"/>
                </a:lnTo>
                <a:lnTo>
                  <a:pt x="104651" y="64215"/>
                </a:lnTo>
                <a:lnTo>
                  <a:pt x="104690" y="65393"/>
                </a:lnTo>
                <a:lnTo>
                  <a:pt x="104713" y="66581"/>
                </a:lnTo>
                <a:lnTo>
                  <a:pt x="104721" y="67777"/>
                </a:lnTo>
                <a:lnTo>
                  <a:pt x="104713" y="68966"/>
                </a:lnTo>
                <a:lnTo>
                  <a:pt x="104690" y="70146"/>
                </a:lnTo>
                <a:lnTo>
                  <a:pt x="104651" y="71317"/>
                </a:lnTo>
                <a:lnTo>
                  <a:pt x="104597" y="72480"/>
                </a:lnTo>
                <a:lnTo>
                  <a:pt x="104528" y="73634"/>
                </a:lnTo>
                <a:lnTo>
                  <a:pt x="104443" y="74779"/>
                </a:lnTo>
                <a:lnTo>
                  <a:pt x="104343" y="75915"/>
                </a:lnTo>
                <a:lnTo>
                  <a:pt x="104227" y="77042"/>
                </a:lnTo>
                <a:lnTo>
                  <a:pt x="104096" y="78161"/>
                </a:lnTo>
                <a:lnTo>
                  <a:pt x="103950" y="79271"/>
                </a:lnTo>
                <a:lnTo>
                  <a:pt x="103788" y="80372"/>
                </a:lnTo>
                <a:lnTo>
                  <a:pt x="103611" y="81464"/>
                </a:lnTo>
                <a:lnTo>
                  <a:pt x="103418" y="82547"/>
                </a:lnTo>
                <a:lnTo>
                  <a:pt x="103210" y="83622"/>
                </a:lnTo>
                <a:lnTo>
                  <a:pt x="102987" y="84688"/>
                </a:lnTo>
                <a:lnTo>
                  <a:pt x="102748" y="85745"/>
                </a:lnTo>
                <a:lnTo>
                  <a:pt x="102493" y="86793"/>
                </a:lnTo>
                <a:lnTo>
                  <a:pt x="102224" y="87833"/>
                </a:lnTo>
                <a:lnTo>
                  <a:pt x="101939" y="88864"/>
                </a:lnTo>
                <a:lnTo>
                  <a:pt x="101638" y="89886"/>
                </a:lnTo>
                <a:lnTo>
                  <a:pt x="101322" y="90899"/>
                </a:lnTo>
                <a:lnTo>
                  <a:pt x="100991" y="91903"/>
                </a:lnTo>
                <a:lnTo>
                  <a:pt x="100644" y="92899"/>
                </a:lnTo>
                <a:lnTo>
                  <a:pt x="100282" y="93886"/>
                </a:lnTo>
                <a:lnTo>
                  <a:pt x="99903" y="94860"/>
                </a:lnTo>
                <a:lnTo>
                  <a:pt x="99506" y="95817"/>
                </a:lnTo>
                <a:lnTo>
                  <a:pt x="99092" y="96758"/>
                </a:lnTo>
                <a:lnTo>
                  <a:pt x="98660" y="97682"/>
                </a:lnTo>
                <a:lnTo>
                  <a:pt x="98210" y="98589"/>
                </a:lnTo>
                <a:lnTo>
                  <a:pt x="97743" y="99479"/>
                </a:lnTo>
                <a:lnTo>
                  <a:pt x="97258" y="100353"/>
                </a:lnTo>
                <a:lnTo>
                  <a:pt x="96755" y="101210"/>
                </a:lnTo>
                <a:lnTo>
                  <a:pt x="96234" y="102050"/>
                </a:lnTo>
                <a:lnTo>
                  <a:pt x="95696" y="102873"/>
                </a:lnTo>
                <a:lnTo>
                  <a:pt x="95140" y="103680"/>
                </a:lnTo>
                <a:lnTo>
                  <a:pt x="94566" y="104470"/>
                </a:lnTo>
                <a:lnTo>
                  <a:pt x="93974" y="105243"/>
                </a:lnTo>
                <a:lnTo>
                  <a:pt x="93365" y="106000"/>
                </a:lnTo>
                <a:lnTo>
                  <a:pt x="92738" y="106739"/>
                </a:lnTo>
                <a:lnTo>
                  <a:pt x="92093" y="107462"/>
                </a:lnTo>
                <a:lnTo>
                  <a:pt x="91431" y="108169"/>
                </a:lnTo>
                <a:lnTo>
                  <a:pt x="90750" y="108858"/>
                </a:lnTo>
                <a:lnTo>
                  <a:pt x="90052" y="109531"/>
                </a:lnTo>
                <a:lnTo>
                  <a:pt x="89337" y="110187"/>
                </a:lnTo>
                <a:lnTo>
                  <a:pt x="88603" y="110826"/>
                </a:lnTo>
                <a:lnTo>
                  <a:pt x="87852" y="111449"/>
                </a:lnTo>
                <a:lnTo>
                  <a:pt x="87083" y="112055"/>
                </a:lnTo>
                <a:lnTo>
                  <a:pt x="86297" y="112644"/>
                </a:lnTo>
                <a:lnTo>
                  <a:pt x="85491" y="113212"/>
                </a:lnTo>
                <a:lnTo>
                  <a:pt x="84664" y="113757"/>
                </a:lnTo>
                <a:lnTo>
                  <a:pt x="83818" y="114277"/>
                </a:lnTo>
                <a:lnTo>
                  <a:pt x="82950" y="114773"/>
                </a:lnTo>
                <a:lnTo>
                  <a:pt x="82062" y="115245"/>
                </a:lnTo>
                <a:lnTo>
                  <a:pt x="81154" y="115693"/>
                </a:lnTo>
                <a:lnTo>
                  <a:pt x="80225" y="116116"/>
                </a:lnTo>
                <a:lnTo>
                  <a:pt x="79275" y="116515"/>
                </a:lnTo>
                <a:lnTo>
                  <a:pt x="78305" y="116890"/>
                </a:lnTo>
                <a:lnTo>
                  <a:pt x="77314" y="117241"/>
                </a:lnTo>
                <a:lnTo>
                  <a:pt x="76303" y="117568"/>
                </a:lnTo>
                <a:lnTo>
                  <a:pt x="75271" y="117870"/>
                </a:lnTo>
                <a:lnTo>
                  <a:pt x="74218" y="118149"/>
                </a:lnTo>
                <a:lnTo>
                  <a:pt x="73146" y="118403"/>
                </a:lnTo>
                <a:lnTo>
                  <a:pt x="72052" y="118632"/>
                </a:lnTo>
                <a:lnTo>
                  <a:pt x="70938" y="118838"/>
                </a:lnTo>
                <a:lnTo>
                  <a:pt x="69803" y="119020"/>
                </a:lnTo>
                <a:lnTo>
                  <a:pt x="68648" y="119177"/>
                </a:lnTo>
                <a:lnTo>
                  <a:pt x="67473" y="119310"/>
                </a:lnTo>
                <a:lnTo>
                  <a:pt x="66276" y="119419"/>
                </a:lnTo>
                <a:lnTo>
                  <a:pt x="65060" y="119504"/>
                </a:lnTo>
                <a:lnTo>
                  <a:pt x="63822" y="119564"/>
                </a:lnTo>
                <a:lnTo>
                  <a:pt x="62564" y="119600"/>
                </a:lnTo>
                <a:lnTo>
                  <a:pt x="61286" y="119612"/>
                </a:lnTo>
                <a:lnTo>
                  <a:pt x="60007" y="119600"/>
                </a:lnTo>
                <a:lnTo>
                  <a:pt x="58749" y="119564"/>
                </a:lnTo>
                <a:lnTo>
                  <a:pt x="57511" y="119504"/>
                </a:lnTo>
                <a:lnTo>
                  <a:pt x="56294" y="119419"/>
                </a:lnTo>
                <a:close/>
                <a:moveTo>
                  <a:pt x="900957" y="133402"/>
                </a:moveTo>
                <a:lnTo>
                  <a:pt x="901885" y="133295"/>
                </a:lnTo>
                <a:lnTo>
                  <a:pt x="902803" y="133169"/>
                </a:lnTo>
                <a:lnTo>
                  <a:pt x="903710" y="133023"/>
                </a:lnTo>
                <a:lnTo>
                  <a:pt x="904606" y="132857"/>
                </a:lnTo>
                <a:lnTo>
                  <a:pt x="905492" y="132673"/>
                </a:lnTo>
                <a:lnTo>
                  <a:pt x="906367" y="132468"/>
                </a:lnTo>
                <a:lnTo>
                  <a:pt x="907231" y="132245"/>
                </a:lnTo>
                <a:lnTo>
                  <a:pt x="908085" y="132001"/>
                </a:lnTo>
                <a:lnTo>
                  <a:pt x="908928" y="131739"/>
                </a:lnTo>
                <a:lnTo>
                  <a:pt x="909761" y="131457"/>
                </a:lnTo>
                <a:lnTo>
                  <a:pt x="910583" y="131155"/>
                </a:lnTo>
                <a:lnTo>
                  <a:pt x="911394" y="130834"/>
                </a:lnTo>
                <a:lnTo>
                  <a:pt x="912195" y="130494"/>
                </a:lnTo>
                <a:lnTo>
                  <a:pt x="912985" y="130134"/>
                </a:lnTo>
                <a:lnTo>
                  <a:pt x="913765" y="129755"/>
                </a:lnTo>
                <a:lnTo>
                  <a:pt x="914534" y="129356"/>
                </a:lnTo>
                <a:lnTo>
                  <a:pt x="915292" y="128938"/>
                </a:lnTo>
                <a:lnTo>
                  <a:pt x="916040" y="128500"/>
                </a:lnTo>
                <a:lnTo>
                  <a:pt x="916777" y="128043"/>
                </a:lnTo>
                <a:lnTo>
                  <a:pt x="917502" y="127566"/>
                </a:lnTo>
                <a:lnTo>
                  <a:pt x="918213" y="127071"/>
                </a:lnTo>
                <a:lnTo>
                  <a:pt x="918911" y="126557"/>
                </a:lnTo>
                <a:lnTo>
                  <a:pt x="919595" y="126024"/>
                </a:lnTo>
                <a:lnTo>
                  <a:pt x="920264" y="125472"/>
                </a:lnTo>
                <a:lnTo>
                  <a:pt x="920921" y="124901"/>
                </a:lnTo>
                <a:lnTo>
                  <a:pt x="921563" y="124311"/>
                </a:lnTo>
                <a:lnTo>
                  <a:pt x="922192" y="123702"/>
                </a:lnTo>
                <a:lnTo>
                  <a:pt x="922807" y="123074"/>
                </a:lnTo>
                <a:lnTo>
                  <a:pt x="923408" y="122427"/>
                </a:lnTo>
                <a:lnTo>
                  <a:pt x="923995" y="121761"/>
                </a:lnTo>
                <a:lnTo>
                  <a:pt x="924569" y="121076"/>
                </a:lnTo>
                <a:lnTo>
                  <a:pt x="925129" y="120373"/>
                </a:lnTo>
                <a:lnTo>
                  <a:pt x="925675" y="119650"/>
                </a:lnTo>
                <a:lnTo>
                  <a:pt x="926208" y="118909"/>
                </a:lnTo>
                <a:lnTo>
                  <a:pt x="926726" y="118148"/>
                </a:lnTo>
                <a:lnTo>
                  <a:pt x="927231" y="117369"/>
                </a:lnTo>
                <a:lnTo>
                  <a:pt x="927722" y="116570"/>
                </a:lnTo>
                <a:lnTo>
                  <a:pt x="928200" y="115753"/>
                </a:lnTo>
                <a:lnTo>
                  <a:pt x="928663" y="114917"/>
                </a:lnTo>
                <a:lnTo>
                  <a:pt x="929113" y="114061"/>
                </a:lnTo>
                <a:lnTo>
                  <a:pt x="929549" y="113187"/>
                </a:lnTo>
                <a:lnTo>
                  <a:pt x="929972" y="112294"/>
                </a:lnTo>
                <a:lnTo>
                  <a:pt x="930380" y="111382"/>
                </a:lnTo>
                <a:lnTo>
                  <a:pt x="930774" y="110451"/>
                </a:lnTo>
                <a:lnTo>
                  <a:pt x="931150" y="109502"/>
                </a:lnTo>
                <a:lnTo>
                  <a:pt x="931510" y="108534"/>
                </a:lnTo>
                <a:lnTo>
                  <a:pt x="931853" y="107549"/>
                </a:lnTo>
                <a:lnTo>
                  <a:pt x="932180" y="106545"/>
                </a:lnTo>
                <a:lnTo>
                  <a:pt x="932489" y="105523"/>
                </a:lnTo>
                <a:lnTo>
                  <a:pt x="932782" y="104482"/>
                </a:lnTo>
                <a:lnTo>
                  <a:pt x="933058" y="103424"/>
                </a:lnTo>
                <a:lnTo>
                  <a:pt x="933318" y="102347"/>
                </a:lnTo>
                <a:lnTo>
                  <a:pt x="933561" y="101252"/>
                </a:lnTo>
                <a:lnTo>
                  <a:pt x="933787" y="100139"/>
                </a:lnTo>
                <a:lnTo>
                  <a:pt x="933996" y="99007"/>
                </a:lnTo>
                <a:lnTo>
                  <a:pt x="934188" y="97857"/>
                </a:lnTo>
                <a:lnTo>
                  <a:pt x="934364" y="96689"/>
                </a:lnTo>
                <a:lnTo>
                  <a:pt x="934523" y="95503"/>
                </a:lnTo>
                <a:lnTo>
                  <a:pt x="934665" y="94298"/>
                </a:lnTo>
                <a:lnTo>
                  <a:pt x="934791" y="93076"/>
                </a:lnTo>
                <a:lnTo>
                  <a:pt x="934900" y="91835"/>
                </a:lnTo>
                <a:lnTo>
                  <a:pt x="934992" y="90575"/>
                </a:lnTo>
                <a:lnTo>
                  <a:pt x="935067" y="89298"/>
                </a:lnTo>
                <a:lnTo>
                  <a:pt x="935126" y="88002"/>
                </a:lnTo>
                <a:lnTo>
                  <a:pt x="935168" y="86688"/>
                </a:lnTo>
                <a:lnTo>
                  <a:pt x="935193" y="85356"/>
                </a:lnTo>
                <a:lnTo>
                  <a:pt x="935201" y="84006"/>
                </a:lnTo>
                <a:lnTo>
                  <a:pt x="935193" y="82647"/>
                </a:lnTo>
                <a:lnTo>
                  <a:pt x="935170" y="81307"/>
                </a:lnTo>
                <a:lnTo>
                  <a:pt x="935130" y="79986"/>
                </a:lnTo>
                <a:lnTo>
                  <a:pt x="935075" y="78684"/>
                </a:lnTo>
                <a:lnTo>
                  <a:pt x="935004" y="77400"/>
                </a:lnTo>
                <a:lnTo>
                  <a:pt x="934918" y="76135"/>
                </a:lnTo>
                <a:lnTo>
                  <a:pt x="934815" y="74889"/>
                </a:lnTo>
                <a:lnTo>
                  <a:pt x="934697" y="73662"/>
                </a:lnTo>
                <a:lnTo>
                  <a:pt x="934563" y="72454"/>
                </a:lnTo>
                <a:lnTo>
                  <a:pt x="934414" y="71264"/>
                </a:lnTo>
                <a:lnTo>
                  <a:pt x="934249" y="70093"/>
                </a:lnTo>
                <a:lnTo>
                  <a:pt x="934067" y="68941"/>
                </a:lnTo>
                <a:lnTo>
                  <a:pt x="933871" y="67808"/>
                </a:lnTo>
                <a:lnTo>
                  <a:pt x="933658" y="66694"/>
                </a:lnTo>
                <a:lnTo>
                  <a:pt x="933430" y="65598"/>
                </a:lnTo>
                <a:lnTo>
                  <a:pt x="933186" y="64521"/>
                </a:lnTo>
                <a:lnTo>
                  <a:pt x="932926" y="63463"/>
                </a:lnTo>
                <a:lnTo>
                  <a:pt x="932650" y="62423"/>
                </a:lnTo>
                <a:lnTo>
                  <a:pt x="932359" y="61403"/>
                </a:lnTo>
                <a:lnTo>
                  <a:pt x="932052" y="60401"/>
                </a:lnTo>
                <a:lnTo>
                  <a:pt x="931729" y="59418"/>
                </a:lnTo>
                <a:lnTo>
                  <a:pt x="931391" y="58454"/>
                </a:lnTo>
                <a:lnTo>
                  <a:pt x="931037" y="57508"/>
                </a:lnTo>
                <a:lnTo>
                  <a:pt x="930667" y="56581"/>
                </a:lnTo>
                <a:lnTo>
                  <a:pt x="930282" y="55673"/>
                </a:lnTo>
                <a:lnTo>
                  <a:pt x="929885" y="54784"/>
                </a:lnTo>
                <a:lnTo>
                  <a:pt x="929474" y="53914"/>
                </a:lnTo>
                <a:lnTo>
                  <a:pt x="929050" y="53063"/>
                </a:lnTo>
                <a:lnTo>
                  <a:pt x="928614" y="52230"/>
                </a:lnTo>
                <a:lnTo>
                  <a:pt x="928164" y="51417"/>
                </a:lnTo>
                <a:lnTo>
                  <a:pt x="927701" y="50623"/>
                </a:lnTo>
                <a:lnTo>
                  <a:pt x="927225" y="49847"/>
                </a:lnTo>
                <a:lnTo>
                  <a:pt x="926736" y="49091"/>
                </a:lnTo>
                <a:lnTo>
                  <a:pt x="926233" y="48353"/>
                </a:lnTo>
                <a:lnTo>
                  <a:pt x="925718" y="47634"/>
                </a:lnTo>
                <a:lnTo>
                  <a:pt x="925190" y="46935"/>
                </a:lnTo>
                <a:lnTo>
                  <a:pt x="924648" y="46254"/>
                </a:lnTo>
                <a:lnTo>
                  <a:pt x="924093" y="45592"/>
                </a:lnTo>
                <a:lnTo>
                  <a:pt x="923526" y="44949"/>
                </a:lnTo>
                <a:lnTo>
                  <a:pt x="922945" y="44325"/>
                </a:lnTo>
                <a:lnTo>
                  <a:pt x="922351" y="43720"/>
                </a:lnTo>
                <a:lnTo>
                  <a:pt x="921744" y="43134"/>
                </a:lnTo>
                <a:lnTo>
                  <a:pt x="921124" y="42567"/>
                </a:lnTo>
                <a:lnTo>
                  <a:pt x="920491" y="42019"/>
                </a:lnTo>
                <a:lnTo>
                  <a:pt x="919845" y="41490"/>
                </a:lnTo>
                <a:lnTo>
                  <a:pt x="919185" y="40980"/>
                </a:lnTo>
                <a:lnTo>
                  <a:pt x="918513" y="40488"/>
                </a:lnTo>
                <a:lnTo>
                  <a:pt x="917827" y="40016"/>
                </a:lnTo>
                <a:lnTo>
                  <a:pt x="917130" y="39563"/>
                </a:lnTo>
                <a:lnTo>
                  <a:pt x="916422" y="39129"/>
                </a:lnTo>
                <a:lnTo>
                  <a:pt x="915703" y="38714"/>
                </a:lnTo>
                <a:lnTo>
                  <a:pt x="914974" y="38319"/>
                </a:lnTo>
                <a:lnTo>
                  <a:pt x="914234" y="37943"/>
                </a:lnTo>
                <a:lnTo>
                  <a:pt x="913484" y="37586"/>
                </a:lnTo>
                <a:lnTo>
                  <a:pt x="912723" y="37248"/>
                </a:lnTo>
                <a:lnTo>
                  <a:pt x="911951" y="36930"/>
                </a:lnTo>
                <a:lnTo>
                  <a:pt x="911169" y="36631"/>
                </a:lnTo>
                <a:lnTo>
                  <a:pt x="910376" y="36351"/>
                </a:lnTo>
                <a:lnTo>
                  <a:pt x="909572" y="36091"/>
                </a:lnTo>
                <a:lnTo>
                  <a:pt x="908758" y="35850"/>
                </a:lnTo>
                <a:lnTo>
                  <a:pt x="907934" y="35628"/>
                </a:lnTo>
                <a:lnTo>
                  <a:pt x="907098" y="35426"/>
                </a:lnTo>
                <a:lnTo>
                  <a:pt x="906253" y="35242"/>
                </a:lnTo>
                <a:lnTo>
                  <a:pt x="905396" y="35079"/>
                </a:lnTo>
                <a:lnTo>
                  <a:pt x="904529" y="34934"/>
                </a:lnTo>
                <a:lnTo>
                  <a:pt x="903651" y="34809"/>
                </a:lnTo>
                <a:lnTo>
                  <a:pt x="902763" y="34702"/>
                </a:lnTo>
                <a:lnTo>
                  <a:pt x="901864" y="34616"/>
                </a:lnTo>
                <a:lnTo>
                  <a:pt x="900954" y="34548"/>
                </a:lnTo>
                <a:lnTo>
                  <a:pt x="900034" y="34500"/>
                </a:lnTo>
                <a:lnTo>
                  <a:pt x="899104" y="34471"/>
                </a:lnTo>
                <a:lnTo>
                  <a:pt x="898162" y="34461"/>
                </a:lnTo>
                <a:lnTo>
                  <a:pt x="897284" y="34469"/>
                </a:lnTo>
                <a:lnTo>
                  <a:pt x="896415" y="34493"/>
                </a:lnTo>
                <a:lnTo>
                  <a:pt x="895556" y="34533"/>
                </a:lnTo>
                <a:lnTo>
                  <a:pt x="894706" y="34589"/>
                </a:lnTo>
                <a:lnTo>
                  <a:pt x="893865" y="34660"/>
                </a:lnTo>
                <a:lnTo>
                  <a:pt x="893034" y="34748"/>
                </a:lnTo>
                <a:lnTo>
                  <a:pt x="892213" y="34851"/>
                </a:lnTo>
                <a:lnTo>
                  <a:pt x="891400" y="34970"/>
                </a:lnTo>
                <a:lnTo>
                  <a:pt x="890598" y="35106"/>
                </a:lnTo>
                <a:lnTo>
                  <a:pt x="889804" y="35257"/>
                </a:lnTo>
                <a:lnTo>
                  <a:pt x="889021" y="35424"/>
                </a:lnTo>
                <a:lnTo>
                  <a:pt x="888246" y="35607"/>
                </a:lnTo>
                <a:lnTo>
                  <a:pt x="887481" y="35806"/>
                </a:lnTo>
                <a:lnTo>
                  <a:pt x="886726" y="36021"/>
                </a:lnTo>
                <a:lnTo>
                  <a:pt x="885980" y="36251"/>
                </a:lnTo>
                <a:lnTo>
                  <a:pt x="885243" y="36498"/>
                </a:lnTo>
                <a:lnTo>
                  <a:pt x="884516" y="36760"/>
                </a:lnTo>
                <a:lnTo>
                  <a:pt x="883798" y="37039"/>
                </a:lnTo>
                <a:lnTo>
                  <a:pt x="883090" y="37333"/>
                </a:lnTo>
                <a:lnTo>
                  <a:pt x="882391" y="37643"/>
                </a:lnTo>
                <a:lnTo>
                  <a:pt x="881702" y="37970"/>
                </a:lnTo>
                <a:lnTo>
                  <a:pt x="881022" y="38312"/>
                </a:lnTo>
                <a:lnTo>
                  <a:pt x="880352" y="38670"/>
                </a:lnTo>
                <a:lnTo>
                  <a:pt x="879691" y="39043"/>
                </a:lnTo>
                <a:lnTo>
                  <a:pt x="879039" y="39430"/>
                </a:lnTo>
                <a:lnTo>
                  <a:pt x="878399" y="39826"/>
                </a:lnTo>
                <a:lnTo>
                  <a:pt x="877769" y="40232"/>
                </a:lnTo>
                <a:lnTo>
                  <a:pt x="877149" y="40648"/>
                </a:lnTo>
                <a:lnTo>
                  <a:pt x="876540" y="41073"/>
                </a:lnTo>
                <a:lnTo>
                  <a:pt x="875941" y="41508"/>
                </a:lnTo>
                <a:lnTo>
                  <a:pt x="875352" y="41952"/>
                </a:lnTo>
                <a:lnTo>
                  <a:pt x="874774" y="42406"/>
                </a:lnTo>
                <a:lnTo>
                  <a:pt x="874207" y="42869"/>
                </a:lnTo>
                <a:lnTo>
                  <a:pt x="873650" y="43343"/>
                </a:lnTo>
                <a:lnTo>
                  <a:pt x="873103" y="43825"/>
                </a:lnTo>
                <a:lnTo>
                  <a:pt x="872567" y="44318"/>
                </a:lnTo>
                <a:lnTo>
                  <a:pt x="872041" y="44820"/>
                </a:lnTo>
                <a:lnTo>
                  <a:pt x="871526" y="45331"/>
                </a:lnTo>
                <a:lnTo>
                  <a:pt x="871021" y="45853"/>
                </a:lnTo>
                <a:lnTo>
                  <a:pt x="870526" y="46383"/>
                </a:lnTo>
                <a:lnTo>
                  <a:pt x="870042" y="46924"/>
                </a:lnTo>
                <a:lnTo>
                  <a:pt x="869569" y="47474"/>
                </a:lnTo>
                <a:lnTo>
                  <a:pt x="869106" y="48034"/>
                </a:lnTo>
                <a:lnTo>
                  <a:pt x="868653" y="48603"/>
                </a:lnTo>
                <a:lnTo>
                  <a:pt x="868211" y="49182"/>
                </a:lnTo>
                <a:lnTo>
                  <a:pt x="867779" y="49770"/>
                </a:lnTo>
                <a:lnTo>
                  <a:pt x="867357" y="50368"/>
                </a:lnTo>
                <a:lnTo>
                  <a:pt x="866947" y="50976"/>
                </a:lnTo>
                <a:lnTo>
                  <a:pt x="866947" y="3437"/>
                </a:lnTo>
                <a:lnTo>
                  <a:pt x="851005" y="3437"/>
                </a:lnTo>
                <a:lnTo>
                  <a:pt x="851005" y="131927"/>
                </a:lnTo>
                <a:lnTo>
                  <a:pt x="865896" y="131927"/>
                </a:lnTo>
                <a:lnTo>
                  <a:pt x="866756" y="118753"/>
                </a:lnTo>
                <a:lnTo>
                  <a:pt x="867142" y="119329"/>
                </a:lnTo>
                <a:lnTo>
                  <a:pt x="867538" y="119894"/>
                </a:lnTo>
                <a:lnTo>
                  <a:pt x="867943" y="120448"/>
                </a:lnTo>
                <a:lnTo>
                  <a:pt x="868357" y="120993"/>
                </a:lnTo>
                <a:lnTo>
                  <a:pt x="868781" y="121526"/>
                </a:lnTo>
                <a:lnTo>
                  <a:pt x="869214" y="122050"/>
                </a:lnTo>
                <a:lnTo>
                  <a:pt x="869656" y="122563"/>
                </a:lnTo>
                <a:lnTo>
                  <a:pt x="870107" y="123065"/>
                </a:lnTo>
                <a:lnTo>
                  <a:pt x="870568" y="123557"/>
                </a:lnTo>
                <a:lnTo>
                  <a:pt x="871038" y="124038"/>
                </a:lnTo>
                <a:lnTo>
                  <a:pt x="871517" y="124510"/>
                </a:lnTo>
                <a:lnTo>
                  <a:pt x="872006" y="124970"/>
                </a:lnTo>
                <a:lnTo>
                  <a:pt x="872504" y="125420"/>
                </a:lnTo>
                <a:lnTo>
                  <a:pt x="873011" y="125860"/>
                </a:lnTo>
                <a:lnTo>
                  <a:pt x="873527" y="126289"/>
                </a:lnTo>
                <a:lnTo>
                  <a:pt x="874053" y="126708"/>
                </a:lnTo>
                <a:lnTo>
                  <a:pt x="874588" y="127117"/>
                </a:lnTo>
                <a:lnTo>
                  <a:pt x="875132" y="127515"/>
                </a:lnTo>
                <a:lnTo>
                  <a:pt x="875686" y="127902"/>
                </a:lnTo>
                <a:lnTo>
                  <a:pt x="876249" y="128279"/>
                </a:lnTo>
                <a:lnTo>
                  <a:pt x="876821" y="128646"/>
                </a:lnTo>
                <a:lnTo>
                  <a:pt x="877402" y="129002"/>
                </a:lnTo>
                <a:lnTo>
                  <a:pt x="877993" y="129348"/>
                </a:lnTo>
                <a:lnTo>
                  <a:pt x="878593" y="129684"/>
                </a:lnTo>
                <a:lnTo>
                  <a:pt x="879203" y="130007"/>
                </a:lnTo>
                <a:lnTo>
                  <a:pt x="879823" y="130316"/>
                </a:lnTo>
                <a:lnTo>
                  <a:pt x="880454" y="130612"/>
                </a:lnTo>
                <a:lnTo>
                  <a:pt x="881096" y="130894"/>
                </a:lnTo>
                <a:lnTo>
                  <a:pt x="881748" y="131162"/>
                </a:lnTo>
                <a:lnTo>
                  <a:pt x="882411" y="131417"/>
                </a:lnTo>
                <a:lnTo>
                  <a:pt x="883085" y="131657"/>
                </a:lnTo>
                <a:lnTo>
                  <a:pt x="883769" y="131884"/>
                </a:lnTo>
                <a:lnTo>
                  <a:pt x="884464" y="132098"/>
                </a:lnTo>
                <a:lnTo>
                  <a:pt x="885169" y="132297"/>
                </a:lnTo>
                <a:lnTo>
                  <a:pt x="885885" y="132483"/>
                </a:lnTo>
                <a:lnTo>
                  <a:pt x="886611" y="132655"/>
                </a:lnTo>
                <a:lnTo>
                  <a:pt x="887349" y="132813"/>
                </a:lnTo>
                <a:lnTo>
                  <a:pt x="888096" y="132957"/>
                </a:lnTo>
                <a:lnTo>
                  <a:pt x="888855" y="133088"/>
                </a:lnTo>
                <a:lnTo>
                  <a:pt x="889624" y="133205"/>
                </a:lnTo>
                <a:lnTo>
                  <a:pt x="890403" y="133308"/>
                </a:lnTo>
                <a:lnTo>
                  <a:pt x="891194" y="133398"/>
                </a:lnTo>
                <a:lnTo>
                  <a:pt x="891994" y="133473"/>
                </a:lnTo>
                <a:lnTo>
                  <a:pt x="892806" y="133535"/>
                </a:lnTo>
                <a:lnTo>
                  <a:pt x="893628" y="133583"/>
                </a:lnTo>
                <a:lnTo>
                  <a:pt x="894460" y="133618"/>
                </a:lnTo>
                <a:lnTo>
                  <a:pt x="895304" y="133638"/>
                </a:lnTo>
                <a:lnTo>
                  <a:pt x="896158" y="133645"/>
                </a:lnTo>
                <a:lnTo>
                  <a:pt x="897139" y="133635"/>
                </a:lnTo>
                <a:lnTo>
                  <a:pt x="898109" y="133606"/>
                </a:lnTo>
                <a:lnTo>
                  <a:pt x="899069" y="133558"/>
                </a:lnTo>
                <a:lnTo>
                  <a:pt x="900018" y="133490"/>
                </a:lnTo>
                <a:lnTo>
                  <a:pt x="900957" y="133402"/>
                </a:lnTo>
                <a:close/>
                <a:moveTo>
                  <a:pt x="889353" y="120358"/>
                </a:moveTo>
                <a:lnTo>
                  <a:pt x="888616" y="120266"/>
                </a:lnTo>
                <a:lnTo>
                  <a:pt x="887890" y="120157"/>
                </a:lnTo>
                <a:lnTo>
                  <a:pt x="887174" y="120032"/>
                </a:lnTo>
                <a:lnTo>
                  <a:pt x="886468" y="119890"/>
                </a:lnTo>
                <a:lnTo>
                  <a:pt x="885774" y="119731"/>
                </a:lnTo>
                <a:lnTo>
                  <a:pt x="885089" y="119555"/>
                </a:lnTo>
                <a:lnTo>
                  <a:pt x="884416" y="119363"/>
                </a:lnTo>
                <a:lnTo>
                  <a:pt x="883753" y="119153"/>
                </a:lnTo>
                <a:lnTo>
                  <a:pt x="883101" y="118928"/>
                </a:lnTo>
                <a:lnTo>
                  <a:pt x="882459" y="118685"/>
                </a:lnTo>
                <a:lnTo>
                  <a:pt x="881828" y="118426"/>
                </a:lnTo>
                <a:lnTo>
                  <a:pt x="881207" y="118150"/>
                </a:lnTo>
                <a:lnTo>
                  <a:pt x="880597" y="117857"/>
                </a:lnTo>
                <a:lnTo>
                  <a:pt x="879998" y="117548"/>
                </a:lnTo>
                <a:lnTo>
                  <a:pt x="879409" y="117221"/>
                </a:lnTo>
                <a:lnTo>
                  <a:pt x="878831" y="116878"/>
                </a:lnTo>
                <a:lnTo>
                  <a:pt x="878264" y="116519"/>
                </a:lnTo>
                <a:lnTo>
                  <a:pt x="877707" y="116142"/>
                </a:lnTo>
                <a:lnTo>
                  <a:pt x="877161" y="115749"/>
                </a:lnTo>
                <a:lnTo>
                  <a:pt x="876625" y="115343"/>
                </a:lnTo>
                <a:lnTo>
                  <a:pt x="876098" y="114929"/>
                </a:lnTo>
                <a:lnTo>
                  <a:pt x="875581" y="114505"/>
                </a:lnTo>
                <a:lnTo>
                  <a:pt x="875074" y="114073"/>
                </a:lnTo>
                <a:lnTo>
                  <a:pt x="874576" y="113632"/>
                </a:lnTo>
                <a:lnTo>
                  <a:pt x="874088" y="113182"/>
                </a:lnTo>
                <a:lnTo>
                  <a:pt x="873610" y="112723"/>
                </a:lnTo>
                <a:lnTo>
                  <a:pt x="873141" y="112256"/>
                </a:lnTo>
                <a:lnTo>
                  <a:pt x="872682" y="111780"/>
                </a:lnTo>
                <a:lnTo>
                  <a:pt x="872232" y="111295"/>
                </a:lnTo>
                <a:lnTo>
                  <a:pt x="871792" y="110801"/>
                </a:lnTo>
                <a:lnTo>
                  <a:pt x="871362" y="110298"/>
                </a:lnTo>
                <a:lnTo>
                  <a:pt x="870941" y="109787"/>
                </a:lnTo>
                <a:lnTo>
                  <a:pt x="870530" y="109267"/>
                </a:lnTo>
                <a:lnTo>
                  <a:pt x="870128" y="108738"/>
                </a:lnTo>
                <a:lnTo>
                  <a:pt x="869736" y="108200"/>
                </a:lnTo>
                <a:lnTo>
                  <a:pt x="869354" y="107653"/>
                </a:lnTo>
                <a:lnTo>
                  <a:pt x="868981" y="107098"/>
                </a:lnTo>
                <a:lnTo>
                  <a:pt x="868618" y="106534"/>
                </a:lnTo>
                <a:lnTo>
                  <a:pt x="868264" y="105961"/>
                </a:lnTo>
                <a:lnTo>
                  <a:pt x="867921" y="105379"/>
                </a:lnTo>
                <a:lnTo>
                  <a:pt x="867586" y="104788"/>
                </a:lnTo>
                <a:lnTo>
                  <a:pt x="867262" y="104189"/>
                </a:lnTo>
                <a:lnTo>
                  <a:pt x="866947" y="103581"/>
                </a:lnTo>
                <a:lnTo>
                  <a:pt x="866947" y="66327"/>
                </a:lnTo>
                <a:lnTo>
                  <a:pt x="867286" y="65669"/>
                </a:lnTo>
                <a:lnTo>
                  <a:pt x="867635" y="65019"/>
                </a:lnTo>
                <a:lnTo>
                  <a:pt x="867994" y="64378"/>
                </a:lnTo>
                <a:lnTo>
                  <a:pt x="868364" y="63745"/>
                </a:lnTo>
                <a:lnTo>
                  <a:pt x="868743" y="63120"/>
                </a:lnTo>
                <a:lnTo>
                  <a:pt x="869133" y="62503"/>
                </a:lnTo>
                <a:lnTo>
                  <a:pt x="869533" y="61894"/>
                </a:lnTo>
                <a:lnTo>
                  <a:pt x="869943" y="61294"/>
                </a:lnTo>
                <a:lnTo>
                  <a:pt x="870363" y="60702"/>
                </a:lnTo>
                <a:lnTo>
                  <a:pt x="870793" y="60119"/>
                </a:lnTo>
                <a:lnTo>
                  <a:pt x="871233" y="59543"/>
                </a:lnTo>
                <a:lnTo>
                  <a:pt x="871684" y="58976"/>
                </a:lnTo>
                <a:lnTo>
                  <a:pt x="872144" y="58417"/>
                </a:lnTo>
                <a:lnTo>
                  <a:pt x="872615" y="57867"/>
                </a:lnTo>
                <a:lnTo>
                  <a:pt x="873096" y="57325"/>
                </a:lnTo>
                <a:lnTo>
                  <a:pt x="873586" y="56791"/>
                </a:lnTo>
                <a:lnTo>
                  <a:pt x="874087" y="56265"/>
                </a:lnTo>
                <a:lnTo>
                  <a:pt x="874598" y="55747"/>
                </a:lnTo>
                <a:lnTo>
                  <a:pt x="875119" y="55238"/>
                </a:lnTo>
                <a:lnTo>
                  <a:pt x="875651" y="54737"/>
                </a:lnTo>
                <a:lnTo>
                  <a:pt x="876192" y="54245"/>
                </a:lnTo>
                <a:lnTo>
                  <a:pt x="876744" y="53761"/>
                </a:lnTo>
                <a:lnTo>
                  <a:pt x="877305" y="53284"/>
                </a:lnTo>
                <a:lnTo>
                  <a:pt x="877877" y="52817"/>
                </a:lnTo>
                <a:lnTo>
                  <a:pt x="878459" y="52363"/>
                </a:lnTo>
                <a:lnTo>
                  <a:pt x="879052" y="51928"/>
                </a:lnTo>
                <a:lnTo>
                  <a:pt x="879656" y="51513"/>
                </a:lnTo>
                <a:lnTo>
                  <a:pt x="880270" y="51117"/>
                </a:lnTo>
                <a:lnTo>
                  <a:pt x="880895" y="50740"/>
                </a:lnTo>
                <a:lnTo>
                  <a:pt x="881531" y="50383"/>
                </a:lnTo>
                <a:lnTo>
                  <a:pt x="882178" y="50045"/>
                </a:lnTo>
                <a:lnTo>
                  <a:pt x="882835" y="49726"/>
                </a:lnTo>
                <a:lnTo>
                  <a:pt x="883504" y="49426"/>
                </a:lnTo>
                <a:lnTo>
                  <a:pt x="884183" y="49146"/>
                </a:lnTo>
                <a:lnTo>
                  <a:pt x="884873" y="48885"/>
                </a:lnTo>
                <a:lnTo>
                  <a:pt x="885573" y="48644"/>
                </a:lnTo>
                <a:lnTo>
                  <a:pt x="886285" y="48422"/>
                </a:lnTo>
                <a:lnTo>
                  <a:pt x="887007" y="48219"/>
                </a:lnTo>
                <a:lnTo>
                  <a:pt x="887740" y="48035"/>
                </a:lnTo>
                <a:lnTo>
                  <a:pt x="888484" y="47871"/>
                </a:lnTo>
                <a:lnTo>
                  <a:pt x="889238" y="47726"/>
                </a:lnTo>
                <a:lnTo>
                  <a:pt x="890003" y="47601"/>
                </a:lnTo>
                <a:lnTo>
                  <a:pt x="890779" y="47495"/>
                </a:lnTo>
                <a:lnTo>
                  <a:pt x="891566" y="47408"/>
                </a:lnTo>
                <a:lnTo>
                  <a:pt x="892364" y="47340"/>
                </a:lnTo>
                <a:lnTo>
                  <a:pt x="893172" y="47292"/>
                </a:lnTo>
                <a:lnTo>
                  <a:pt x="893991" y="47263"/>
                </a:lnTo>
                <a:lnTo>
                  <a:pt x="894821" y="47253"/>
                </a:lnTo>
                <a:lnTo>
                  <a:pt x="895798" y="47270"/>
                </a:lnTo>
                <a:lnTo>
                  <a:pt x="896754" y="47319"/>
                </a:lnTo>
                <a:lnTo>
                  <a:pt x="897690" y="47402"/>
                </a:lnTo>
                <a:lnTo>
                  <a:pt x="898606" y="47518"/>
                </a:lnTo>
                <a:lnTo>
                  <a:pt x="899503" y="47667"/>
                </a:lnTo>
                <a:lnTo>
                  <a:pt x="900379" y="47849"/>
                </a:lnTo>
                <a:lnTo>
                  <a:pt x="901235" y="48064"/>
                </a:lnTo>
                <a:lnTo>
                  <a:pt x="902071" y="48313"/>
                </a:lnTo>
                <a:lnTo>
                  <a:pt x="902887" y="48594"/>
                </a:lnTo>
                <a:lnTo>
                  <a:pt x="903683" y="48909"/>
                </a:lnTo>
                <a:lnTo>
                  <a:pt x="904459" y="49257"/>
                </a:lnTo>
                <a:lnTo>
                  <a:pt x="905214" y="49637"/>
                </a:lnTo>
                <a:lnTo>
                  <a:pt x="905950" y="50051"/>
                </a:lnTo>
                <a:lnTo>
                  <a:pt x="906666" y="50498"/>
                </a:lnTo>
                <a:lnTo>
                  <a:pt x="907362" y="50979"/>
                </a:lnTo>
                <a:lnTo>
                  <a:pt x="908037" y="51492"/>
                </a:lnTo>
                <a:lnTo>
                  <a:pt x="908693" y="52038"/>
                </a:lnTo>
                <a:lnTo>
                  <a:pt x="909328" y="52618"/>
                </a:lnTo>
                <a:lnTo>
                  <a:pt x="909944" y="53230"/>
                </a:lnTo>
                <a:lnTo>
                  <a:pt x="910539" y="53876"/>
                </a:lnTo>
                <a:lnTo>
                  <a:pt x="911114" y="54555"/>
                </a:lnTo>
                <a:lnTo>
                  <a:pt x="911670" y="55267"/>
                </a:lnTo>
                <a:lnTo>
                  <a:pt x="912205" y="56012"/>
                </a:lnTo>
                <a:lnTo>
                  <a:pt x="912720" y="56790"/>
                </a:lnTo>
                <a:lnTo>
                  <a:pt x="913215" y="57600"/>
                </a:lnTo>
                <a:lnTo>
                  <a:pt x="913688" y="58438"/>
                </a:lnTo>
                <a:lnTo>
                  <a:pt x="914141" y="59305"/>
                </a:lnTo>
                <a:lnTo>
                  <a:pt x="914572" y="60201"/>
                </a:lnTo>
                <a:lnTo>
                  <a:pt x="914983" y="61126"/>
                </a:lnTo>
                <a:lnTo>
                  <a:pt x="915372" y="62080"/>
                </a:lnTo>
                <a:lnTo>
                  <a:pt x="915740" y="63063"/>
                </a:lnTo>
                <a:lnTo>
                  <a:pt x="916088" y="64075"/>
                </a:lnTo>
                <a:lnTo>
                  <a:pt x="916414" y="65116"/>
                </a:lnTo>
                <a:lnTo>
                  <a:pt x="916719" y="66186"/>
                </a:lnTo>
                <a:lnTo>
                  <a:pt x="917003" y="67285"/>
                </a:lnTo>
                <a:lnTo>
                  <a:pt x="917266" y="68413"/>
                </a:lnTo>
                <a:lnTo>
                  <a:pt x="917508" y="69570"/>
                </a:lnTo>
                <a:lnTo>
                  <a:pt x="917729" y="70756"/>
                </a:lnTo>
                <a:lnTo>
                  <a:pt x="917929" y="71971"/>
                </a:lnTo>
                <a:lnTo>
                  <a:pt x="918108" y="73215"/>
                </a:lnTo>
                <a:lnTo>
                  <a:pt x="918266" y="74488"/>
                </a:lnTo>
                <a:lnTo>
                  <a:pt x="918403" y="75789"/>
                </a:lnTo>
                <a:lnTo>
                  <a:pt x="918519" y="77120"/>
                </a:lnTo>
                <a:lnTo>
                  <a:pt x="918613" y="78480"/>
                </a:lnTo>
                <a:lnTo>
                  <a:pt x="918687" y="79869"/>
                </a:lnTo>
                <a:lnTo>
                  <a:pt x="918740" y="81286"/>
                </a:lnTo>
                <a:lnTo>
                  <a:pt x="918771" y="82733"/>
                </a:lnTo>
                <a:lnTo>
                  <a:pt x="918782" y="84208"/>
                </a:lnTo>
                <a:lnTo>
                  <a:pt x="918771" y="85644"/>
                </a:lnTo>
                <a:lnTo>
                  <a:pt x="918737" y="87051"/>
                </a:lnTo>
                <a:lnTo>
                  <a:pt x="918680" y="88431"/>
                </a:lnTo>
                <a:lnTo>
                  <a:pt x="918601" y="89784"/>
                </a:lnTo>
                <a:lnTo>
                  <a:pt x="918500" y="91110"/>
                </a:lnTo>
                <a:lnTo>
                  <a:pt x="918376" y="92408"/>
                </a:lnTo>
                <a:lnTo>
                  <a:pt x="918230" y="93678"/>
                </a:lnTo>
                <a:lnTo>
                  <a:pt x="918061" y="94921"/>
                </a:lnTo>
                <a:lnTo>
                  <a:pt x="917869" y="96137"/>
                </a:lnTo>
                <a:lnTo>
                  <a:pt x="917655" y="97325"/>
                </a:lnTo>
                <a:lnTo>
                  <a:pt x="917418" y="98486"/>
                </a:lnTo>
                <a:lnTo>
                  <a:pt x="917159" y="99619"/>
                </a:lnTo>
                <a:lnTo>
                  <a:pt x="916877" y="100725"/>
                </a:lnTo>
                <a:lnTo>
                  <a:pt x="916573" y="101804"/>
                </a:lnTo>
                <a:lnTo>
                  <a:pt x="916246" y="102855"/>
                </a:lnTo>
                <a:lnTo>
                  <a:pt x="915897" y="103879"/>
                </a:lnTo>
                <a:lnTo>
                  <a:pt x="915525" y="104875"/>
                </a:lnTo>
                <a:lnTo>
                  <a:pt x="915130" y="105844"/>
                </a:lnTo>
                <a:lnTo>
                  <a:pt x="914713" y="106785"/>
                </a:lnTo>
                <a:lnTo>
                  <a:pt x="914274" y="107699"/>
                </a:lnTo>
                <a:lnTo>
                  <a:pt x="913812" y="108586"/>
                </a:lnTo>
                <a:lnTo>
                  <a:pt x="913327" y="109445"/>
                </a:lnTo>
                <a:lnTo>
                  <a:pt x="912820" y="110276"/>
                </a:lnTo>
                <a:lnTo>
                  <a:pt x="912290" y="111081"/>
                </a:lnTo>
                <a:lnTo>
                  <a:pt x="911739" y="111855"/>
                </a:lnTo>
                <a:lnTo>
                  <a:pt x="911166" y="112596"/>
                </a:lnTo>
                <a:lnTo>
                  <a:pt x="910572" y="113304"/>
                </a:lnTo>
                <a:lnTo>
                  <a:pt x="909957" y="113979"/>
                </a:lnTo>
                <a:lnTo>
                  <a:pt x="909321" y="114622"/>
                </a:lnTo>
                <a:lnTo>
                  <a:pt x="908663" y="115231"/>
                </a:lnTo>
                <a:lnTo>
                  <a:pt x="907984" y="115807"/>
                </a:lnTo>
                <a:lnTo>
                  <a:pt x="907284" y="116351"/>
                </a:lnTo>
                <a:lnTo>
                  <a:pt x="906563" y="116861"/>
                </a:lnTo>
                <a:lnTo>
                  <a:pt x="905820" y="117339"/>
                </a:lnTo>
                <a:lnTo>
                  <a:pt x="905057" y="117784"/>
                </a:lnTo>
                <a:lnTo>
                  <a:pt x="904272" y="118195"/>
                </a:lnTo>
                <a:lnTo>
                  <a:pt x="903466" y="118574"/>
                </a:lnTo>
                <a:lnTo>
                  <a:pt x="902638" y="118920"/>
                </a:lnTo>
                <a:lnTo>
                  <a:pt x="901790" y="119233"/>
                </a:lnTo>
                <a:lnTo>
                  <a:pt x="900920" y="119513"/>
                </a:lnTo>
                <a:lnTo>
                  <a:pt x="900029" y="119760"/>
                </a:lnTo>
                <a:lnTo>
                  <a:pt x="899117" y="119974"/>
                </a:lnTo>
                <a:lnTo>
                  <a:pt x="898183" y="120155"/>
                </a:lnTo>
                <a:lnTo>
                  <a:pt x="897229" y="120304"/>
                </a:lnTo>
                <a:lnTo>
                  <a:pt x="896253" y="120419"/>
                </a:lnTo>
                <a:lnTo>
                  <a:pt x="895256" y="120501"/>
                </a:lnTo>
                <a:lnTo>
                  <a:pt x="894238" y="120551"/>
                </a:lnTo>
                <a:lnTo>
                  <a:pt x="893198" y="120567"/>
                </a:lnTo>
                <a:lnTo>
                  <a:pt x="892408" y="120559"/>
                </a:lnTo>
                <a:lnTo>
                  <a:pt x="891628" y="120534"/>
                </a:lnTo>
                <a:lnTo>
                  <a:pt x="890859" y="120492"/>
                </a:lnTo>
                <a:lnTo>
                  <a:pt x="890101" y="120433"/>
                </a:lnTo>
                <a:lnTo>
                  <a:pt x="889353" y="120358"/>
                </a:lnTo>
                <a:close/>
                <a:moveTo>
                  <a:pt x="540748" y="119006"/>
                </a:moveTo>
                <a:lnTo>
                  <a:pt x="540094" y="118964"/>
                </a:lnTo>
                <a:lnTo>
                  <a:pt x="539462" y="118906"/>
                </a:lnTo>
                <a:lnTo>
                  <a:pt x="538852" y="118830"/>
                </a:lnTo>
                <a:lnTo>
                  <a:pt x="538263" y="118738"/>
                </a:lnTo>
                <a:lnTo>
                  <a:pt x="537697" y="118629"/>
                </a:lnTo>
                <a:lnTo>
                  <a:pt x="537151" y="118503"/>
                </a:lnTo>
                <a:lnTo>
                  <a:pt x="536628" y="118361"/>
                </a:lnTo>
                <a:lnTo>
                  <a:pt x="536126" y="118202"/>
                </a:lnTo>
                <a:lnTo>
                  <a:pt x="535646" y="118026"/>
                </a:lnTo>
                <a:lnTo>
                  <a:pt x="535188" y="117833"/>
                </a:lnTo>
                <a:lnTo>
                  <a:pt x="534751" y="117623"/>
                </a:lnTo>
                <a:lnTo>
                  <a:pt x="534336" y="117397"/>
                </a:lnTo>
                <a:lnTo>
                  <a:pt x="533943" y="117154"/>
                </a:lnTo>
                <a:lnTo>
                  <a:pt x="533572" y="116894"/>
                </a:lnTo>
                <a:lnTo>
                  <a:pt x="533222" y="116618"/>
                </a:lnTo>
                <a:lnTo>
                  <a:pt x="532894" y="116325"/>
                </a:lnTo>
                <a:lnTo>
                  <a:pt x="532587" y="116015"/>
                </a:lnTo>
                <a:lnTo>
                  <a:pt x="532303" y="115688"/>
                </a:lnTo>
                <a:lnTo>
                  <a:pt x="532040" y="115344"/>
                </a:lnTo>
                <a:lnTo>
                  <a:pt x="531799" y="114984"/>
                </a:lnTo>
                <a:lnTo>
                  <a:pt x="531579" y="114607"/>
                </a:lnTo>
                <a:lnTo>
                  <a:pt x="531381" y="114213"/>
                </a:lnTo>
                <a:lnTo>
                  <a:pt x="531198" y="113803"/>
                </a:lnTo>
                <a:lnTo>
                  <a:pt x="531023" y="113379"/>
                </a:lnTo>
                <a:lnTo>
                  <a:pt x="530856" y="112940"/>
                </a:lnTo>
                <a:lnTo>
                  <a:pt x="530696" y="112487"/>
                </a:lnTo>
                <a:lnTo>
                  <a:pt x="530544" y="112018"/>
                </a:lnTo>
                <a:lnTo>
                  <a:pt x="530400" y="111535"/>
                </a:lnTo>
                <a:lnTo>
                  <a:pt x="530264" y="111037"/>
                </a:lnTo>
                <a:lnTo>
                  <a:pt x="530135" y="110525"/>
                </a:lnTo>
                <a:lnTo>
                  <a:pt x="530014" y="109998"/>
                </a:lnTo>
                <a:lnTo>
                  <a:pt x="529901" y="109456"/>
                </a:lnTo>
                <a:lnTo>
                  <a:pt x="529796" y="108900"/>
                </a:lnTo>
                <a:lnTo>
                  <a:pt x="529699" y="108329"/>
                </a:lnTo>
                <a:lnTo>
                  <a:pt x="529609" y="107743"/>
                </a:lnTo>
                <a:lnTo>
                  <a:pt x="529527" y="107142"/>
                </a:lnTo>
                <a:lnTo>
                  <a:pt x="529453" y="106527"/>
                </a:lnTo>
                <a:lnTo>
                  <a:pt x="529387" y="105897"/>
                </a:lnTo>
                <a:lnTo>
                  <a:pt x="529329" y="105253"/>
                </a:lnTo>
                <a:lnTo>
                  <a:pt x="529278" y="104593"/>
                </a:lnTo>
                <a:lnTo>
                  <a:pt x="529235" y="103919"/>
                </a:lnTo>
                <a:lnTo>
                  <a:pt x="529200" y="103231"/>
                </a:lnTo>
                <a:lnTo>
                  <a:pt x="529173" y="102527"/>
                </a:lnTo>
                <a:lnTo>
                  <a:pt x="529154" y="101809"/>
                </a:lnTo>
                <a:lnTo>
                  <a:pt x="529142" y="101077"/>
                </a:lnTo>
                <a:lnTo>
                  <a:pt x="529138" y="100329"/>
                </a:lnTo>
                <a:lnTo>
                  <a:pt x="529138" y="48971"/>
                </a:lnTo>
                <a:lnTo>
                  <a:pt x="552049" y="48971"/>
                </a:lnTo>
                <a:lnTo>
                  <a:pt x="552049" y="36084"/>
                </a:lnTo>
                <a:lnTo>
                  <a:pt x="529138" y="36084"/>
                </a:lnTo>
                <a:lnTo>
                  <a:pt x="529138" y="14796"/>
                </a:lnTo>
                <a:lnTo>
                  <a:pt x="513291" y="14796"/>
                </a:lnTo>
                <a:lnTo>
                  <a:pt x="513291" y="36084"/>
                </a:lnTo>
                <a:lnTo>
                  <a:pt x="497731" y="36084"/>
                </a:lnTo>
                <a:lnTo>
                  <a:pt x="497731" y="48971"/>
                </a:lnTo>
                <a:lnTo>
                  <a:pt x="513291" y="48971"/>
                </a:lnTo>
                <a:lnTo>
                  <a:pt x="513291" y="100783"/>
                </a:lnTo>
                <a:lnTo>
                  <a:pt x="513295" y="101594"/>
                </a:lnTo>
                <a:lnTo>
                  <a:pt x="513307" y="102395"/>
                </a:lnTo>
                <a:lnTo>
                  <a:pt x="513327" y="103186"/>
                </a:lnTo>
                <a:lnTo>
                  <a:pt x="513354" y="103967"/>
                </a:lnTo>
                <a:lnTo>
                  <a:pt x="513389" y="104739"/>
                </a:lnTo>
                <a:lnTo>
                  <a:pt x="513432" y="105501"/>
                </a:lnTo>
                <a:lnTo>
                  <a:pt x="513482" y="106253"/>
                </a:lnTo>
                <a:lnTo>
                  <a:pt x="513541" y="106995"/>
                </a:lnTo>
                <a:lnTo>
                  <a:pt x="513607" y="107728"/>
                </a:lnTo>
                <a:lnTo>
                  <a:pt x="513681" y="108450"/>
                </a:lnTo>
                <a:lnTo>
                  <a:pt x="513763" y="109163"/>
                </a:lnTo>
                <a:lnTo>
                  <a:pt x="513852" y="109866"/>
                </a:lnTo>
                <a:lnTo>
                  <a:pt x="513950" y="110560"/>
                </a:lnTo>
                <a:lnTo>
                  <a:pt x="514055" y="111244"/>
                </a:lnTo>
                <a:lnTo>
                  <a:pt x="514168" y="111917"/>
                </a:lnTo>
                <a:lnTo>
                  <a:pt x="514289" y="112581"/>
                </a:lnTo>
                <a:lnTo>
                  <a:pt x="514417" y="113236"/>
                </a:lnTo>
                <a:lnTo>
                  <a:pt x="514553" y="113880"/>
                </a:lnTo>
                <a:lnTo>
                  <a:pt x="514697" y="114515"/>
                </a:lnTo>
                <a:lnTo>
                  <a:pt x="514849" y="115140"/>
                </a:lnTo>
                <a:lnTo>
                  <a:pt x="515009" y="115755"/>
                </a:lnTo>
                <a:lnTo>
                  <a:pt x="515177" y="116361"/>
                </a:lnTo>
                <a:lnTo>
                  <a:pt x="515352" y="116956"/>
                </a:lnTo>
                <a:lnTo>
                  <a:pt x="515535" y="117542"/>
                </a:lnTo>
                <a:lnTo>
                  <a:pt x="515728" y="118117"/>
                </a:lnTo>
                <a:lnTo>
                  <a:pt x="515935" y="118681"/>
                </a:lnTo>
                <a:lnTo>
                  <a:pt x="516155" y="119233"/>
                </a:lnTo>
                <a:lnTo>
                  <a:pt x="516387" y="119774"/>
                </a:lnTo>
                <a:lnTo>
                  <a:pt x="516633" y="120304"/>
                </a:lnTo>
                <a:lnTo>
                  <a:pt x="516892" y="120823"/>
                </a:lnTo>
                <a:lnTo>
                  <a:pt x="517164" y="121330"/>
                </a:lnTo>
                <a:lnTo>
                  <a:pt x="517449" y="121826"/>
                </a:lnTo>
                <a:lnTo>
                  <a:pt x="517748" y="122310"/>
                </a:lnTo>
                <a:lnTo>
                  <a:pt x="518059" y="122783"/>
                </a:lnTo>
                <a:lnTo>
                  <a:pt x="518383" y="123245"/>
                </a:lnTo>
                <a:lnTo>
                  <a:pt x="518721" y="123696"/>
                </a:lnTo>
                <a:lnTo>
                  <a:pt x="519071" y="124135"/>
                </a:lnTo>
                <a:lnTo>
                  <a:pt x="519435" y="124563"/>
                </a:lnTo>
                <a:lnTo>
                  <a:pt x="519812" y="124979"/>
                </a:lnTo>
                <a:lnTo>
                  <a:pt x="520202" y="125385"/>
                </a:lnTo>
                <a:lnTo>
                  <a:pt x="520605" y="125778"/>
                </a:lnTo>
                <a:lnTo>
                  <a:pt x="521021" y="126161"/>
                </a:lnTo>
                <a:lnTo>
                  <a:pt x="521450" y="126532"/>
                </a:lnTo>
                <a:lnTo>
                  <a:pt x="521892" y="126892"/>
                </a:lnTo>
                <a:lnTo>
                  <a:pt x="522348" y="127241"/>
                </a:lnTo>
                <a:lnTo>
                  <a:pt x="522816" y="127578"/>
                </a:lnTo>
                <a:lnTo>
                  <a:pt x="523298" y="127904"/>
                </a:lnTo>
                <a:lnTo>
                  <a:pt x="523792" y="128219"/>
                </a:lnTo>
                <a:lnTo>
                  <a:pt x="524302" y="128521"/>
                </a:lnTo>
                <a:lnTo>
                  <a:pt x="524831" y="128811"/>
                </a:lnTo>
                <a:lnTo>
                  <a:pt x="525378" y="129088"/>
                </a:lnTo>
                <a:lnTo>
                  <a:pt x="525943" y="129352"/>
                </a:lnTo>
                <a:lnTo>
                  <a:pt x="526526" y="129603"/>
                </a:lnTo>
                <a:lnTo>
                  <a:pt x="527127" y="129841"/>
                </a:lnTo>
                <a:lnTo>
                  <a:pt x="527747" y="130066"/>
                </a:lnTo>
                <a:lnTo>
                  <a:pt x="528385" y="130279"/>
                </a:lnTo>
                <a:lnTo>
                  <a:pt x="529041" y="130478"/>
                </a:lnTo>
                <a:lnTo>
                  <a:pt x="529715" y="130665"/>
                </a:lnTo>
                <a:lnTo>
                  <a:pt x="530408" y="130839"/>
                </a:lnTo>
                <a:lnTo>
                  <a:pt x="531119" y="131000"/>
                </a:lnTo>
                <a:lnTo>
                  <a:pt x="531848" y="131148"/>
                </a:lnTo>
                <a:lnTo>
                  <a:pt x="532595" y="131283"/>
                </a:lnTo>
                <a:lnTo>
                  <a:pt x="533361" y="131405"/>
                </a:lnTo>
                <a:lnTo>
                  <a:pt x="534144" y="131515"/>
                </a:lnTo>
                <a:lnTo>
                  <a:pt x="534946" y="131611"/>
                </a:lnTo>
                <a:lnTo>
                  <a:pt x="535767" y="131695"/>
                </a:lnTo>
                <a:lnTo>
                  <a:pt x="536605" y="131766"/>
                </a:lnTo>
                <a:lnTo>
                  <a:pt x="537462" y="131824"/>
                </a:lnTo>
                <a:lnTo>
                  <a:pt x="538337" y="131869"/>
                </a:lnTo>
                <a:lnTo>
                  <a:pt x="539230" y="131901"/>
                </a:lnTo>
                <a:lnTo>
                  <a:pt x="540141" y="131920"/>
                </a:lnTo>
                <a:lnTo>
                  <a:pt x="541071" y="131927"/>
                </a:lnTo>
                <a:lnTo>
                  <a:pt x="552240" y="131927"/>
                </a:lnTo>
                <a:lnTo>
                  <a:pt x="552240" y="119040"/>
                </a:lnTo>
                <a:lnTo>
                  <a:pt x="542121" y="119040"/>
                </a:lnTo>
                <a:lnTo>
                  <a:pt x="541424" y="119031"/>
                </a:lnTo>
                <a:lnTo>
                  <a:pt x="540748" y="119006"/>
                </a:lnTo>
                <a:close/>
                <a:moveTo>
                  <a:pt x="1025453" y="62527"/>
                </a:moveTo>
                <a:lnTo>
                  <a:pt x="1025835" y="62048"/>
                </a:lnTo>
                <a:lnTo>
                  <a:pt x="1026227" y="61572"/>
                </a:lnTo>
                <a:lnTo>
                  <a:pt x="1026628" y="61099"/>
                </a:lnTo>
                <a:lnTo>
                  <a:pt x="1027039" y="60629"/>
                </a:lnTo>
                <a:lnTo>
                  <a:pt x="1027460" y="60163"/>
                </a:lnTo>
                <a:lnTo>
                  <a:pt x="1027890" y="59699"/>
                </a:lnTo>
                <a:lnTo>
                  <a:pt x="1028329" y="59240"/>
                </a:lnTo>
                <a:lnTo>
                  <a:pt x="1028779" y="58783"/>
                </a:lnTo>
                <a:lnTo>
                  <a:pt x="1029238" y="58330"/>
                </a:lnTo>
                <a:lnTo>
                  <a:pt x="1029706" y="57880"/>
                </a:lnTo>
                <a:lnTo>
                  <a:pt x="1030184" y="57433"/>
                </a:lnTo>
                <a:lnTo>
                  <a:pt x="1030672" y="56990"/>
                </a:lnTo>
                <a:lnTo>
                  <a:pt x="1031169" y="56550"/>
                </a:lnTo>
                <a:lnTo>
                  <a:pt x="1031676" y="56113"/>
                </a:lnTo>
                <a:lnTo>
                  <a:pt x="1032193" y="55679"/>
                </a:lnTo>
                <a:lnTo>
                  <a:pt x="1032719" y="55249"/>
                </a:lnTo>
                <a:lnTo>
                  <a:pt x="1033255" y="54822"/>
                </a:lnTo>
                <a:lnTo>
                  <a:pt x="1033800" y="54398"/>
                </a:lnTo>
                <a:lnTo>
                  <a:pt x="1034355" y="53978"/>
                </a:lnTo>
                <a:lnTo>
                  <a:pt x="1034920" y="53561"/>
                </a:lnTo>
                <a:lnTo>
                  <a:pt x="1035494" y="53147"/>
                </a:lnTo>
                <a:lnTo>
                  <a:pt x="1036078" y="52736"/>
                </a:lnTo>
                <a:lnTo>
                  <a:pt x="1036673" y="52335"/>
                </a:lnTo>
                <a:lnTo>
                  <a:pt x="1037279" y="51952"/>
                </a:lnTo>
                <a:lnTo>
                  <a:pt x="1037896" y="51585"/>
                </a:lnTo>
                <a:lnTo>
                  <a:pt x="1038526" y="51236"/>
                </a:lnTo>
                <a:lnTo>
                  <a:pt x="1039166" y="50903"/>
                </a:lnTo>
                <a:lnTo>
                  <a:pt x="1039819" y="50588"/>
                </a:lnTo>
                <a:lnTo>
                  <a:pt x="1040483" y="50290"/>
                </a:lnTo>
                <a:lnTo>
                  <a:pt x="1041159" y="50008"/>
                </a:lnTo>
                <a:lnTo>
                  <a:pt x="1041846" y="49744"/>
                </a:lnTo>
                <a:lnTo>
                  <a:pt x="1042545" y="49497"/>
                </a:lnTo>
                <a:lnTo>
                  <a:pt x="1043255" y="49267"/>
                </a:lnTo>
                <a:lnTo>
                  <a:pt x="1043977" y="49053"/>
                </a:lnTo>
                <a:lnTo>
                  <a:pt x="1044711" y="48857"/>
                </a:lnTo>
                <a:lnTo>
                  <a:pt x="1045456" y="48678"/>
                </a:lnTo>
                <a:lnTo>
                  <a:pt x="1046213" y="48516"/>
                </a:lnTo>
                <a:lnTo>
                  <a:pt x="1046982" y="48371"/>
                </a:lnTo>
                <a:lnTo>
                  <a:pt x="1047762" y="48244"/>
                </a:lnTo>
                <a:lnTo>
                  <a:pt x="1048554" y="48133"/>
                </a:lnTo>
                <a:lnTo>
                  <a:pt x="1049357" y="48039"/>
                </a:lnTo>
                <a:lnTo>
                  <a:pt x="1050172" y="47962"/>
                </a:lnTo>
                <a:lnTo>
                  <a:pt x="1050998" y="47903"/>
                </a:lnTo>
                <a:lnTo>
                  <a:pt x="1051836" y="47860"/>
                </a:lnTo>
                <a:lnTo>
                  <a:pt x="1052686" y="47834"/>
                </a:lnTo>
                <a:lnTo>
                  <a:pt x="1053547" y="47826"/>
                </a:lnTo>
                <a:lnTo>
                  <a:pt x="1054122" y="47831"/>
                </a:lnTo>
                <a:lnTo>
                  <a:pt x="1054686" y="47848"/>
                </a:lnTo>
                <a:lnTo>
                  <a:pt x="1055238" y="47875"/>
                </a:lnTo>
                <a:lnTo>
                  <a:pt x="1055779" y="47913"/>
                </a:lnTo>
                <a:lnTo>
                  <a:pt x="1056308" y="47961"/>
                </a:lnTo>
                <a:lnTo>
                  <a:pt x="1056826" y="48021"/>
                </a:lnTo>
                <a:lnTo>
                  <a:pt x="1057332" y="48092"/>
                </a:lnTo>
                <a:lnTo>
                  <a:pt x="1057827" y="48173"/>
                </a:lnTo>
                <a:lnTo>
                  <a:pt x="1058311" y="48265"/>
                </a:lnTo>
                <a:lnTo>
                  <a:pt x="1058783" y="48368"/>
                </a:lnTo>
                <a:lnTo>
                  <a:pt x="1059244" y="48482"/>
                </a:lnTo>
                <a:lnTo>
                  <a:pt x="1059693" y="48607"/>
                </a:lnTo>
                <a:lnTo>
                  <a:pt x="1060131" y="48742"/>
                </a:lnTo>
                <a:lnTo>
                  <a:pt x="1060557" y="48889"/>
                </a:lnTo>
                <a:lnTo>
                  <a:pt x="1060972" y="49046"/>
                </a:lnTo>
                <a:lnTo>
                  <a:pt x="1061375" y="49214"/>
                </a:lnTo>
                <a:lnTo>
                  <a:pt x="1061767" y="49393"/>
                </a:lnTo>
                <a:lnTo>
                  <a:pt x="1062148" y="49583"/>
                </a:lnTo>
                <a:lnTo>
                  <a:pt x="1062517" y="49783"/>
                </a:lnTo>
                <a:lnTo>
                  <a:pt x="1062875" y="49995"/>
                </a:lnTo>
                <a:lnTo>
                  <a:pt x="1063221" y="50217"/>
                </a:lnTo>
                <a:lnTo>
                  <a:pt x="1063556" y="50450"/>
                </a:lnTo>
                <a:lnTo>
                  <a:pt x="1063879" y="50694"/>
                </a:lnTo>
                <a:lnTo>
                  <a:pt x="1064191" y="50949"/>
                </a:lnTo>
                <a:lnTo>
                  <a:pt x="1064494" y="51214"/>
                </a:lnTo>
                <a:lnTo>
                  <a:pt x="1064788" y="51486"/>
                </a:lnTo>
                <a:lnTo>
                  <a:pt x="1065075" y="51767"/>
                </a:lnTo>
                <a:lnTo>
                  <a:pt x="1065354" y="52055"/>
                </a:lnTo>
                <a:lnTo>
                  <a:pt x="1065625" y="52352"/>
                </a:lnTo>
                <a:lnTo>
                  <a:pt x="1065889" y="52657"/>
                </a:lnTo>
                <a:lnTo>
                  <a:pt x="1066144" y="52970"/>
                </a:lnTo>
                <a:lnTo>
                  <a:pt x="1066392" y="53291"/>
                </a:lnTo>
                <a:lnTo>
                  <a:pt x="1066632" y="53620"/>
                </a:lnTo>
                <a:lnTo>
                  <a:pt x="1066865" y="53957"/>
                </a:lnTo>
                <a:lnTo>
                  <a:pt x="1067089" y="54302"/>
                </a:lnTo>
                <a:lnTo>
                  <a:pt x="1067306" y="54656"/>
                </a:lnTo>
                <a:lnTo>
                  <a:pt x="1067515" y="55017"/>
                </a:lnTo>
                <a:lnTo>
                  <a:pt x="1067716" y="55387"/>
                </a:lnTo>
                <a:lnTo>
                  <a:pt x="1067909" y="55765"/>
                </a:lnTo>
                <a:lnTo>
                  <a:pt x="1068095" y="56151"/>
                </a:lnTo>
                <a:lnTo>
                  <a:pt x="1068272" y="56544"/>
                </a:lnTo>
                <a:lnTo>
                  <a:pt x="1068442" y="56946"/>
                </a:lnTo>
                <a:lnTo>
                  <a:pt x="1068604" y="57357"/>
                </a:lnTo>
                <a:lnTo>
                  <a:pt x="1068759" y="57775"/>
                </a:lnTo>
                <a:lnTo>
                  <a:pt x="1068905" y="58201"/>
                </a:lnTo>
                <a:lnTo>
                  <a:pt x="1069044" y="58636"/>
                </a:lnTo>
                <a:lnTo>
                  <a:pt x="1069175" y="59078"/>
                </a:lnTo>
                <a:lnTo>
                  <a:pt x="1069298" y="59529"/>
                </a:lnTo>
                <a:lnTo>
                  <a:pt x="1069415" y="59986"/>
                </a:lnTo>
                <a:lnTo>
                  <a:pt x="1069527" y="60449"/>
                </a:lnTo>
                <a:lnTo>
                  <a:pt x="1069634" y="60917"/>
                </a:lnTo>
                <a:lnTo>
                  <a:pt x="1069736" y="61391"/>
                </a:lnTo>
                <a:lnTo>
                  <a:pt x="1069833" y="61870"/>
                </a:lnTo>
                <a:lnTo>
                  <a:pt x="1069925" y="62355"/>
                </a:lnTo>
                <a:lnTo>
                  <a:pt x="1070012" y="62845"/>
                </a:lnTo>
                <a:lnTo>
                  <a:pt x="1070094" y="63341"/>
                </a:lnTo>
                <a:lnTo>
                  <a:pt x="1070171" y="63842"/>
                </a:lnTo>
                <a:lnTo>
                  <a:pt x="1070243" y="64349"/>
                </a:lnTo>
                <a:lnTo>
                  <a:pt x="1070310" y="64862"/>
                </a:lnTo>
                <a:lnTo>
                  <a:pt x="1070372" y="65379"/>
                </a:lnTo>
                <a:lnTo>
                  <a:pt x="1070430" y="65903"/>
                </a:lnTo>
                <a:lnTo>
                  <a:pt x="1070482" y="66432"/>
                </a:lnTo>
                <a:lnTo>
                  <a:pt x="1070529" y="66966"/>
                </a:lnTo>
                <a:lnTo>
                  <a:pt x="1070571" y="67506"/>
                </a:lnTo>
                <a:lnTo>
                  <a:pt x="1070609" y="68052"/>
                </a:lnTo>
                <a:lnTo>
                  <a:pt x="1070641" y="68603"/>
                </a:lnTo>
                <a:lnTo>
                  <a:pt x="1070668" y="69160"/>
                </a:lnTo>
                <a:lnTo>
                  <a:pt x="1070691" y="69722"/>
                </a:lnTo>
                <a:lnTo>
                  <a:pt x="1070708" y="70289"/>
                </a:lnTo>
                <a:lnTo>
                  <a:pt x="1070720" y="70862"/>
                </a:lnTo>
                <a:lnTo>
                  <a:pt x="1070728" y="71441"/>
                </a:lnTo>
                <a:lnTo>
                  <a:pt x="1070730" y="72025"/>
                </a:lnTo>
                <a:lnTo>
                  <a:pt x="1070730" y="131927"/>
                </a:lnTo>
                <a:lnTo>
                  <a:pt x="1086672" y="131927"/>
                </a:lnTo>
                <a:lnTo>
                  <a:pt x="1086672" y="69976"/>
                </a:lnTo>
                <a:lnTo>
                  <a:pt x="1086660" y="68583"/>
                </a:lnTo>
                <a:lnTo>
                  <a:pt x="1086624" y="67217"/>
                </a:lnTo>
                <a:lnTo>
                  <a:pt x="1086563" y="65876"/>
                </a:lnTo>
                <a:lnTo>
                  <a:pt x="1086479" y="64562"/>
                </a:lnTo>
                <a:lnTo>
                  <a:pt x="1086370" y="63274"/>
                </a:lnTo>
                <a:lnTo>
                  <a:pt x="1086237" y="62013"/>
                </a:lnTo>
                <a:lnTo>
                  <a:pt x="1086080" y="60777"/>
                </a:lnTo>
                <a:lnTo>
                  <a:pt x="1085898" y="59568"/>
                </a:lnTo>
                <a:lnTo>
                  <a:pt x="1085692" y="58385"/>
                </a:lnTo>
                <a:lnTo>
                  <a:pt x="1085463" y="57228"/>
                </a:lnTo>
                <a:lnTo>
                  <a:pt x="1085208" y="56097"/>
                </a:lnTo>
                <a:lnTo>
                  <a:pt x="1084930" y="54993"/>
                </a:lnTo>
                <a:lnTo>
                  <a:pt x="1084628" y="53915"/>
                </a:lnTo>
                <a:lnTo>
                  <a:pt x="1084301" y="52863"/>
                </a:lnTo>
                <a:lnTo>
                  <a:pt x="1083950" y="51837"/>
                </a:lnTo>
                <a:lnTo>
                  <a:pt x="1083575" y="50837"/>
                </a:lnTo>
                <a:lnTo>
                  <a:pt x="1083176" y="49864"/>
                </a:lnTo>
                <a:lnTo>
                  <a:pt x="1082752" y="48917"/>
                </a:lnTo>
                <a:lnTo>
                  <a:pt x="1082305" y="47996"/>
                </a:lnTo>
                <a:lnTo>
                  <a:pt x="1081833" y="47101"/>
                </a:lnTo>
                <a:lnTo>
                  <a:pt x="1081337" y="46232"/>
                </a:lnTo>
                <a:lnTo>
                  <a:pt x="1080817" y="45390"/>
                </a:lnTo>
                <a:lnTo>
                  <a:pt x="1080272" y="44574"/>
                </a:lnTo>
                <a:lnTo>
                  <a:pt x="1079704" y="43784"/>
                </a:lnTo>
                <a:lnTo>
                  <a:pt x="1079109" y="43023"/>
                </a:lnTo>
                <a:lnTo>
                  <a:pt x="1078485" y="42295"/>
                </a:lnTo>
                <a:lnTo>
                  <a:pt x="1077832" y="41599"/>
                </a:lnTo>
                <a:lnTo>
                  <a:pt x="1077150" y="40935"/>
                </a:lnTo>
                <a:lnTo>
                  <a:pt x="1076440" y="40304"/>
                </a:lnTo>
                <a:lnTo>
                  <a:pt x="1075700" y="39705"/>
                </a:lnTo>
                <a:lnTo>
                  <a:pt x="1074932" y="39139"/>
                </a:lnTo>
                <a:lnTo>
                  <a:pt x="1074135" y="38605"/>
                </a:lnTo>
                <a:lnTo>
                  <a:pt x="1073309" y="38103"/>
                </a:lnTo>
                <a:lnTo>
                  <a:pt x="1072455" y="37634"/>
                </a:lnTo>
                <a:lnTo>
                  <a:pt x="1071571" y="37197"/>
                </a:lnTo>
                <a:lnTo>
                  <a:pt x="1070659" y="36792"/>
                </a:lnTo>
                <a:lnTo>
                  <a:pt x="1069718" y="36420"/>
                </a:lnTo>
                <a:lnTo>
                  <a:pt x="1068748" y="36080"/>
                </a:lnTo>
                <a:lnTo>
                  <a:pt x="1067749" y="35772"/>
                </a:lnTo>
                <a:lnTo>
                  <a:pt x="1066721" y="35497"/>
                </a:lnTo>
                <a:lnTo>
                  <a:pt x="1065665" y="35254"/>
                </a:lnTo>
                <a:lnTo>
                  <a:pt x="1064579" y="35044"/>
                </a:lnTo>
                <a:lnTo>
                  <a:pt x="1063465" y="34866"/>
                </a:lnTo>
                <a:lnTo>
                  <a:pt x="1062322" y="34720"/>
                </a:lnTo>
                <a:lnTo>
                  <a:pt x="1061150" y="34607"/>
                </a:lnTo>
                <a:lnTo>
                  <a:pt x="1059949" y="34526"/>
                </a:lnTo>
                <a:lnTo>
                  <a:pt x="1058720" y="34478"/>
                </a:lnTo>
                <a:lnTo>
                  <a:pt x="1057461" y="34461"/>
                </a:lnTo>
                <a:lnTo>
                  <a:pt x="1056427" y="34470"/>
                </a:lnTo>
                <a:lnTo>
                  <a:pt x="1055408" y="34496"/>
                </a:lnTo>
                <a:lnTo>
                  <a:pt x="1054405" y="34540"/>
                </a:lnTo>
                <a:lnTo>
                  <a:pt x="1053418" y="34601"/>
                </a:lnTo>
                <a:lnTo>
                  <a:pt x="1052445" y="34679"/>
                </a:lnTo>
                <a:lnTo>
                  <a:pt x="1051489" y="34775"/>
                </a:lnTo>
                <a:lnTo>
                  <a:pt x="1050548" y="34888"/>
                </a:lnTo>
                <a:lnTo>
                  <a:pt x="1049623" y="35018"/>
                </a:lnTo>
                <a:lnTo>
                  <a:pt x="1048713" y="35166"/>
                </a:lnTo>
                <a:lnTo>
                  <a:pt x="1047819" y="35331"/>
                </a:lnTo>
                <a:lnTo>
                  <a:pt x="1046941" y="35514"/>
                </a:lnTo>
                <a:lnTo>
                  <a:pt x="1046078" y="35714"/>
                </a:lnTo>
                <a:lnTo>
                  <a:pt x="1045230" y="35932"/>
                </a:lnTo>
                <a:lnTo>
                  <a:pt x="1044398" y="36167"/>
                </a:lnTo>
                <a:lnTo>
                  <a:pt x="1043582" y="36419"/>
                </a:lnTo>
                <a:lnTo>
                  <a:pt x="1042782" y="36689"/>
                </a:lnTo>
                <a:lnTo>
                  <a:pt x="1041997" y="36976"/>
                </a:lnTo>
                <a:lnTo>
                  <a:pt x="1041227" y="37280"/>
                </a:lnTo>
                <a:lnTo>
                  <a:pt x="1040473" y="37602"/>
                </a:lnTo>
                <a:lnTo>
                  <a:pt x="1039735" y="37942"/>
                </a:lnTo>
                <a:lnTo>
                  <a:pt x="1039012" y="38298"/>
                </a:lnTo>
                <a:lnTo>
                  <a:pt x="1038305" y="38673"/>
                </a:lnTo>
                <a:lnTo>
                  <a:pt x="1037613" y="39064"/>
                </a:lnTo>
                <a:lnTo>
                  <a:pt x="1036937" y="39473"/>
                </a:lnTo>
                <a:lnTo>
                  <a:pt x="1036275" y="39892"/>
                </a:lnTo>
                <a:lnTo>
                  <a:pt x="1035627" y="40313"/>
                </a:lnTo>
                <a:lnTo>
                  <a:pt x="1034991" y="40736"/>
                </a:lnTo>
                <a:lnTo>
                  <a:pt x="1034368" y="41161"/>
                </a:lnTo>
                <a:lnTo>
                  <a:pt x="1033758" y="41588"/>
                </a:lnTo>
                <a:lnTo>
                  <a:pt x="1033161" y="42018"/>
                </a:lnTo>
                <a:lnTo>
                  <a:pt x="1032576" y="42449"/>
                </a:lnTo>
                <a:lnTo>
                  <a:pt x="1032005" y="42883"/>
                </a:lnTo>
                <a:lnTo>
                  <a:pt x="1031447" y="43319"/>
                </a:lnTo>
                <a:lnTo>
                  <a:pt x="1030901" y="43757"/>
                </a:lnTo>
                <a:lnTo>
                  <a:pt x="1030369" y="44197"/>
                </a:lnTo>
                <a:lnTo>
                  <a:pt x="1029849" y="44640"/>
                </a:lnTo>
                <a:lnTo>
                  <a:pt x="1029343" y="45084"/>
                </a:lnTo>
                <a:lnTo>
                  <a:pt x="1028849" y="45531"/>
                </a:lnTo>
                <a:lnTo>
                  <a:pt x="1028368" y="45980"/>
                </a:lnTo>
                <a:lnTo>
                  <a:pt x="1027900" y="46431"/>
                </a:lnTo>
                <a:lnTo>
                  <a:pt x="1027445" y="46884"/>
                </a:lnTo>
                <a:lnTo>
                  <a:pt x="1027003" y="47340"/>
                </a:lnTo>
                <a:lnTo>
                  <a:pt x="1026574" y="47797"/>
                </a:lnTo>
                <a:lnTo>
                  <a:pt x="1026158" y="48257"/>
                </a:lnTo>
                <a:lnTo>
                  <a:pt x="1025755" y="48719"/>
                </a:lnTo>
                <a:lnTo>
                  <a:pt x="1025365" y="49183"/>
                </a:lnTo>
                <a:lnTo>
                  <a:pt x="1024987" y="49649"/>
                </a:lnTo>
                <a:lnTo>
                  <a:pt x="1024623" y="50117"/>
                </a:lnTo>
                <a:lnTo>
                  <a:pt x="1024050" y="36084"/>
                </a:lnTo>
                <a:lnTo>
                  <a:pt x="1008776" y="36084"/>
                </a:lnTo>
                <a:lnTo>
                  <a:pt x="1008776" y="131927"/>
                </a:lnTo>
                <a:lnTo>
                  <a:pt x="1024718" y="131927"/>
                </a:lnTo>
                <a:lnTo>
                  <a:pt x="1024718" y="63496"/>
                </a:lnTo>
                <a:lnTo>
                  <a:pt x="1025081" y="63010"/>
                </a:lnTo>
                <a:lnTo>
                  <a:pt x="1025453" y="62527"/>
                </a:lnTo>
                <a:close/>
                <a:moveTo>
                  <a:pt x="1234098" y="62809"/>
                </a:moveTo>
                <a:lnTo>
                  <a:pt x="1234363" y="62457"/>
                </a:lnTo>
                <a:lnTo>
                  <a:pt x="1234631" y="62109"/>
                </a:lnTo>
                <a:lnTo>
                  <a:pt x="1234902" y="61764"/>
                </a:lnTo>
                <a:lnTo>
                  <a:pt x="1235176" y="61423"/>
                </a:lnTo>
                <a:lnTo>
                  <a:pt x="1235453" y="61086"/>
                </a:lnTo>
                <a:lnTo>
                  <a:pt x="1235733" y="60752"/>
                </a:lnTo>
                <a:lnTo>
                  <a:pt x="1236016" y="60422"/>
                </a:lnTo>
                <a:lnTo>
                  <a:pt x="1236302" y="60095"/>
                </a:lnTo>
                <a:lnTo>
                  <a:pt x="1236590" y="59772"/>
                </a:lnTo>
                <a:lnTo>
                  <a:pt x="1236882" y="59453"/>
                </a:lnTo>
                <a:lnTo>
                  <a:pt x="1237177" y="59137"/>
                </a:lnTo>
                <a:lnTo>
                  <a:pt x="1237475" y="58825"/>
                </a:lnTo>
                <a:lnTo>
                  <a:pt x="1237776" y="58516"/>
                </a:lnTo>
                <a:lnTo>
                  <a:pt x="1238080" y="58211"/>
                </a:lnTo>
                <a:lnTo>
                  <a:pt x="1238386" y="57910"/>
                </a:lnTo>
                <a:lnTo>
                  <a:pt x="1238696" y="57612"/>
                </a:lnTo>
                <a:lnTo>
                  <a:pt x="1239009" y="57318"/>
                </a:lnTo>
                <a:lnTo>
                  <a:pt x="1239324" y="57028"/>
                </a:lnTo>
                <a:lnTo>
                  <a:pt x="1239643" y="56741"/>
                </a:lnTo>
                <a:lnTo>
                  <a:pt x="1239965" y="56458"/>
                </a:lnTo>
                <a:lnTo>
                  <a:pt x="1240290" y="56179"/>
                </a:lnTo>
                <a:lnTo>
                  <a:pt x="1240618" y="55904"/>
                </a:lnTo>
                <a:lnTo>
                  <a:pt x="1240951" y="55633"/>
                </a:lnTo>
                <a:lnTo>
                  <a:pt x="1241289" y="55368"/>
                </a:lnTo>
                <a:lnTo>
                  <a:pt x="1241631" y="55108"/>
                </a:lnTo>
                <a:lnTo>
                  <a:pt x="1241978" y="54853"/>
                </a:lnTo>
                <a:lnTo>
                  <a:pt x="1242330" y="54603"/>
                </a:lnTo>
                <a:lnTo>
                  <a:pt x="1242686" y="54358"/>
                </a:lnTo>
                <a:lnTo>
                  <a:pt x="1243047" y="54118"/>
                </a:lnTo>
                <a:lnTo>
                  <a:pt x="1243413" y="53883"/>
                </a:lnTo>
                <a:lnTo>
                  <a:pt x="1243783" y="53653"/>
                </a:lnTo>
                <a:lnTo>
                  <a:pt x="1244158" y="53428"/>
                </a:lnTo>
                <a:lnTo>
                  <a:pt x="1244538" y="53207"/>
                </a:lnTo>
                <a:lnTo>
                  <a:pt x="1244922" y="52992"/>
                </a:lnTo>
                <a:lnTo>
                  <a:pt x="1245311" y="52782"/>
                </a:lnTo>
                <a:lnTo>
                  <a:pt x="1245704" y="52577"/>
                </a:lnTo>
                <a:lnTo>
                  <a:pt x="1246102" y="52378"/>
                </a:lnTo>
                <a:lnTo>
                  <a:pt x="1246505" y="52183"/>
                </a:lnTo>
                <a:lnTo>
                  <a:pt x="1246912" y="51993"/>
                </a:lnTo>
                <a:lnTo>
                  <a:pt x="1247324" y="51808"/>
                </a:lnTo>
                <a:lnTo>
                  <a:pt x="1247741" y="51628"/>
                </a:lnTo>
                <a:lnTo>
                  <a:pt x="1248162" y="51453"/>
                </a:lnTo>
                <a:lnTo>
                  <a:pt x="1248588" y="51283"/>
                </a:lnTo>
                <a:lnTo>
                  <a:pt x="1249019" y="51118"/>
                </a:lnTo>
                <a:lnTo>
                  <a:pt x="1249454" y="50958"/>
                </a:lnTo>
                <a:lnTo>
                  <a:pt x="1249894" y="50804"/>
                </a:lnTo>
                <a:lnTo>
                  <a:pt x="1250341" y="50656"/>
                </a:lnTo>
                <a:lnTo>
                  <a:pt x="1250793" y="50515"/>
                </a:lnTo>
                <a:lnTo>
                  <a:pt x="1251252" y="50380"/>
                </a:lnTo>
                <a:lnTo>
                  <a:pt x="1251716" y="50252"/>
                </a:lnTo>
                <a:lnTo>
                  <a:pt x="1252186" y="50131"/>
                </a:lnTo>
                <a:lnTo>
                  <a:pt x="1252663" y="50016"/>
                </a:lnTo>
                <a:lnTo>
                  <a:pt x="1253145" y="49907"/>
                </a:lnTo>
                <a:lnTo>
                  <a:pt x="1253633" y="49806"/>
                </a:lnTo>
                <a:lnTo>
                  <a:pt x="1254127" y="49710"/>
                </a:lnTo>
                <a:lnTo>
                  <a:pt x="1254628" y="49622"/>
                </a:lnTo>
                <a:lnTo>
                  <a:pt x="1255134" y="49540"/>
                </a:lnTo>
                <a:lnTo>
                  <a:pt x="1255646" y="49464"/>
                </a:lnTo>
                <a:lnTo>
                  <a:pt x="1256164" y="49395"/>
                </a:lnTo>
                <a:lnTo>
                  <a:pt x="1256688" y="49333"/>
                </a:lnTo>
                <a:lnTo>
                  <a:pt x="1257218" y="49277"/>
                </a:lnTo>
                <a:lnTo>
                  <a:pt x="1257754" y="49228"/>
                </a:lnTo>
                <a:lnTo>
                  <a:pt x="1258296" y="49185"/>
                </a:lnTo>
                <a:lnTo>
                  <a:pt x="1258844" y="49149"/>
                </a:lnTo>
                <a:lnTo>
                  <a:pt x="1259398" y="49119"/>
                </a:lnTo>
                <a:lnTo>
                  <a:pt x="1259957" y="49096"/>
                </a:lnTo>
                <a:lnTo>
                  <a:pt x="1260523" y="49080"/>
                </a:lnTo>
                <a:lnTo>
                  <a:pt x="1261095" y="49070"/>
                </a:lnTo>
                <a:lnTo>
                  <a:pt x="1261673" y="49067"/>
                </a:lnTo>
                <a:lnTo>
                  <a:pt x="1263868" y="49067"/>
                </a:lnTo>
                <a:lnTo>
                  <a:pt x="1263868" y="34461"/>
                </a:lnTo>
                <a:lnTo>
                  <a:pt x="1261959" y="34461"/>
                </a:lnTo>
                <a:lnTo>
                  <a:pt x="1261036" y="34470"/>
                </a:lnTo>
                <a:lnTo>
                  <a:pt x="1260127" y="34495"/>
                </a:lnTo>
                <a:lnTo>
                  <a:pt x="1259233" y="34537"/>
                </a:lnTo>
                <a:lnTo>
                  <a:pt x="1258353" y="34597"/>
                </a:lnTo>
                <a:lnTo>
                  <a:pt x="1257488" y="34673"/>
                </a:lnTo>
                <a:lnTo>
                  <a:pt x="1256637" y="34766"/>
                </a:lnTo>
                <a:lnTo>
                  <a:pt x="1255801" y="34876"/>
                </a:lnTo>
                <a:lnTo>
                  <a:pt x="1254980" y="35002"/>
                </a:lnTo>
                <a:lnTo>
                  <a:pt x="1254173" y="35146"/>
                </a:lnTo>
                <a:lnTo>
                  <a:pt x="1253381" y="35307"/>
                </a:lnTo>
                <a:lnTo>
                  <a:pt x="1252603" y="35484"/>
                </a:lnTo>
                <a:lnTo>
                  <a:pt x="1251840" y="35678"/>
                </a:lnTo>
                <a:lnTo>
                  <a:pt x="1251092" y="35890"/>
                </a:lnTo>
                <a:lnTo>
                  <a:pt x="1250358" y="36118"/>
                </a:lnTo>
                <a:lnTo>
                  <a:pt x="1249639" y="36363"/>
                </a:lnTo>
                <a:lnTo>
                  <a:pt x="1248934" y="36625"/>
                </a:lnTo>
                <a:lnTo>
                  <a:pt x="1248244" y="36904"/>
                </a:lnTo>
                <a:lnTo>
                  <a:pt x="1247568" y="37200"/>
                </a:lnTo>
                <a:lnTo>
                  <a:pt x="1246908" y="37513"/>
                </a:lnTo>
                <a:lnTo>
                  <a:pt x="1246261" y="37842"/>
                </a:lnTo>
                <a:lnTo>
                  <a:pt x="1245629" y="38189"/>
                </a:lnTo>
                <a:lnTo>
                  <a:pt x="1245012" y="38552"/>
                </a:lnTo>
                <a:lnTo>
                  <a:pt x="1244410" y="38933"/>
                </a:lnTo>
                <a:lnTo>
                  <a:pt x="1243822" y="39330"/>
                </a:lnTo>
                <a:lnTo>
                  <a:pt x="1243246" y="39740"/>
                </a:lnTo>
                <a:lnTo>
                  <a:pt x="1242681" y="40158"/>
                </a:lnTo>
                <a:lnTo>
                  <a:pt x="1242127" y="40584"/>
                </a:lnTo>
                <a:lnTo>
                  <a:pt x="1241584" y="41019"/>
                </a:lnTo>
                <a:lnTo>
                  <a:pt x="1241051" y="41462"/>
                </a:lnTo>
                <a:lnTo>
                  <a:pt x="1240528" y="41913"/>
                </a:lnTo>
                <a:lnTo>
                  <a:pt x="1240016" y="42373"/>
                </a:lnTo>
                <a:lnTo>
                  <a:pt x="1239515" y="42841"/>
                </a:lnTo>
                <a:lnTo>
                  <a:pt x="1239025" y="43317"/>
                </a:lnTo>
                <a:lnTo>
                  <a:pt x="1238545" y="43801"/>
                </a:lnTo>
                <a:lnTo>
                  <a:pt x="1238075" y="44294"/>
                </a:lnTo>
                <a:lnTo>
                  <a:pt x="1237617" y="44795"/>
                </a:lnTo>
                <a:lnTo>
                  <a:pt x="1237169" y="45304"/>
                </a:lnTo>
                <a:lnTo>
                  <a:pt x="1236731" y="45822"/>
                </a:lnTo>
                <a:lnTo>
                  <a:pt x="1236304" y="46348"/>
                </a:lnTo>
                <a:lnTo>
                  <a:pt x="1235888" y="46882"/>
                </a:lnTo>
                <a:lnTo>
                  <a:pt x="1235482" y="47424"/>
                </a:lnTo>
                <a:lnTo>
                  <a:pt x="1235087" y="47975"/>
                </a:lnTo>
                <a:lnTo>
                  <a:pt x="1234702" y="48534"/>
                </a:lnTo>
                <a:lnTo>
                  <a:pt x="1234329" y="49101"/>
                </a:lnTo>
                <a:lnTo>
                  <a:pt x="1233965" y="49677"/>
                </a:lnTo>
                <a:lnTo>
                  <a:pt x="1233613" y="50261"/>
                </a:lnTo>
                <a:lnTo>
                  <a:pt x="1233271" y="50853"/>
                </a:lnTo>
                <a:lnTo>
                  <a:pt x="1232939" y="51453"/>
                </a:lnTo>
                <a:lnTo>
                  <a:pt x="1232366" y="36084"/>
                </a:lnTo>
                <a:lnTo>
                  <a:pt x="1217379" y="36084"/>
                </a:lnTo>
                <a:lnTo>
                  <a:pt x="1217379" y="131927"/>
                </a:lnTo>
                <a:lnTo>
                  <a:pt x="1233321" y="131927"/>
                </a:lnTo>
                <a:lnTo>
                  <a:pt x="1233321" y="63887"/>
                </a:lnTo>
                <a:lnTo>
                  <a:pt x="1233577" y="63524"/>
                </a:lnTo>
                <a:lnTo>
                  <a:pt x="1233836" y="63165"/>
                </a:lnTo>
                <a:lnTo>
                  <a:pt x="1234098" y="62809"/>
                </a:lnTo>
                <a:close/>
                <a:moveTo>
                  <a:pt x="691127" y="36084"/>
                </a:moveTo>
                <a:lnTo>
                  <a:pt x="675472" y="36084"/>
                </a:lnTo>
                <a:lnTo>
                  <a:pt x="653611" y="113330"/>
                </a:lnTo>
                <a:lnTo>
                  <a:pt x="630987" y="36084"/>
                </a:lnTo>
                <a:lnTo>
                  <a:pt x="613327" y="36084"/>
                </a:lnTo>
                <a:lnTo>
                  <a:pt x="591084" y="113428"/>
                </a:lnTo>
                <a:lnTo>
                  <a:pt x="569033" y="36084"/>
                </a:lnTo>
                <a:lnTo>
                  <a:pt x="552423" y="36084"/>
                </a:lnTo>
                <a:lnTo>
                  <a:pt x="582111" y="131927"/>
                </a:lnTo>
                <a:lnTo>
                  <a:pt x="599103" y="131927"/>
                </a:lnTo>
                <a:lnTo>
                  <a:pt x="621823" y="53894"/>
                </a:lnTo>
                <a:lnTo>
                  <a:pt x="644638" y="131927"/>
                </a:lnTo>
                <a:lnTo>
                  <a:pt x="661439" y="131927"/>
                </a:lnTo>
                <a:lnTo>
                  <a:pt x="691127" y="36084"/>
                </a:lnTo>
                <a:close/>
                <a:moveTo>
                  <a:pt x="980534" y="131927"/>
                </a:moveTo>
                <a:lnTo>
                  <a:pt x="980534" y="36084"/>
                </a:lnTo>
                <a:lnTo>
                  <a:pt x="964592" y="36084"/>
                </a:lnTo>
                <a:lnTo>
                  <a:pt x="964592" y="131927"/>
                </a:lnTo>
                <a:lnTo>
                  <a:pt x="980534" y="131927"/>
                </a:lnTo>
                <a:close/>
                <a:moveTo>
                  <a:pt x="345554" y="133387"/>
                </a:moveTo>
                <a:lnTo>
                  <a:pt x="346638" y="133274"/>
                </a:lnTo>
                <a:lnTo>
                  <a:pt x="347708" y="133139"/>
                </a:lnTo>
                <a:lnTo>
                  <a:pt x="348764" y="132985"/>
                </a:lnTo>
                <a:lnTo>
                  <a:pt x="349806" y="132809"/>
                </a:lnTo>
                <a:lnTo>
                  <a:pt x="350833" y="132613"/>
                </a:lnTo>
                <a:lnTo>
                  <a:pt x="351847" y="132396"/>
                </a:lnTo>
                <a:lnTo>
                  <a:pt x="352846" y="132159"/>
                </a:lnTo>
                <a:lnTo>
                  <a:pt x="353832" y="131901"/>
                </a:lnTo>
                <a:lnTo>
                  <a:pt x="354803" y="131622"/>
                </a:lnTo>
                <a:lnTo>
                  <a:pt x="355760" y="131323"/>
                </a:lnTo>
                <a:lnTo>
                  <a:pt x="356703" y="131003"/>
                </a:lnTo>
                <a:lnTo>
                  <a:pt x="357632" y="130662"/>
                </a:lnTo>
                <a:lnTo>
                  <a:pt x="358547" y="130301"/>
                </a:lnTo>
                <a:lnTo>
                  <a:pt x="359448" y="129919"/>
                </a:lnTo>
                <a:lnTo>
                  <a:pt x="360335" y="129516"/>
                </a:lnTo>
                <a:lnTo>
                  <a:pt x="361207" y="129093"/>
                </a:lnTo>
                <a:lnTo>
                  <a:pt x="362066" y="128649"/>
                </a:lnTo>
                <a:lnTo>
                  <a:pt x="362910" y="128185"/>
                </a:lnTo>
                <a:lnTo>
                  <a:pt x="363741" y="127700"/>
                </a:lnTo>
                <a:lnTo>
                  <a:pt x="364556" y="127195"/>
                </a:lnTo>
                <a:lnTo>
                  <a:pt x="365356" y="126673"/>
                </a:lnTo>
                <a:lnTo>
                  <a:pt x="366139" y="126133"/>
                </a:lnTo>
                <a:lnTo>
                  <a:pt x="366907" y="125575"/>
                </a:lnTo>
                <a:lnTo>
                  <a:pt x="367659" y="124999"/>
                </a:lnTo>
                <a:lnTo>
                  <a:pt x="368394" y="124406"/>
                </a:lnTo>
                <a:lnTo>
                  <a:pt x="369114" y="123795"/>
                </a:lnTo>
                <a:lnTo>
                  <a:pt x="369818" y="123166"/>
                </a:lnTo>
                <a:lnTo>
                  <a:pt x="370506" y="122520"/>
                </a:lnTo>
                <a:lnTo>
                  <a:pt x="371179" y="121856"/>
                </a:lnTo>
                <a:lnTo>
                  <a:pt x="371835" y="121174"/>
                </a:lnTo>
                <a:lnTo>
                  <a:pt x="372475" y="120474"/>
                </a:lnTo>
                <a:lnTo>
                  <a:pt x="373100" y="119756"/>
                </a:lnTo>
                <a:lnTo>
                  <a:pt x="373708" y="119021"/>
                </a:lnTo>
                <a:lnTo>
                  <a:pt x="374301" y="118268"/>
                </a:lnTo>
                <a:lnTo>
                  <a:pt x="374878" y="117497"/>
                </a:lnTo>
                <a:lnTo>
                  <a:pt x="375439" y="116709"/>
                </a:lnTo>
                <a:lnTo>
                  <a:pt x="375984" y="115903"/>
                </a:lnTo>
                <a:lnTo>
                  <a:pt x="376513" y="115079"/>
                </a:lnTo>
                <a:lnTo>
                  <a:pt x="377026" y="114237"/>
                </a:lnTo>
                <a:lnTo>
                  <a:pt x="377523" y="113378"/>
                </a:lnTo>
                <a:lnTo>
                  <a:pt x="378004" y="112500"/>
                </a:lnTo>
                <a:lnTo>
                  <a:pt x="378470" y="111605"/>
                </a:lnTo>
                <a:lnTo>
                  <a:pt x="378919" y="110693"/>
                </a:lnTo>
                <a:lnTo>
                  <a:pt x="379351" y="109764"/>
                </a:lnTo>
                <a:lnTo>
                  <a:pt x="379765" y="108821"/>
                </a:lnTo>
                <a:lnTo>
                  <a:pt x="380161" y="107863"/>
                </a:lnTo>
                <a:lnTo>
                  <a:pt x="380538" y="106891"/>
                </a:lnTo>
                <a:lnTo>
                  <a:pt x="380897" y="105904"/>
                </a:lnTo>
                <a:lnTo>
                  <a:pt x="381237" y="104902"/>
                </a:lnTo>
                <a:lnTo>
                  <a:pt x="381559" y="103886"/>
                </a:lnTo>
                <a:lnTo>
                  <a:pt x="381862" y="102856"/>
                </a:lnTo>
                <a:lnTo>
                  <a:pt x="382147" y="101811"/>
                </a:lnTo>
                <a:lnTo>
                  <a:pt x="382414" y="100752"/>
                </a:lnTo>
                <a:lnTo>
                  <a:pt x="382663" y="99678"/>
                </a:lnTo>
                <a:lnTo>
                  <a:pt x="382893" y="98589"/>
                </a:lnTo>
                <a:lnTo>
                  <a:pt x="383104" y="97486"/>
                </a:lnTo>
                <a:lnTo>
                  <a:pt x="383297" y="96369"/>
                </a:lnTo>
                <a:lnTo>
                  <a:pt x="383472" y="95237"/>
                </a:lnTo>
                <a:lnTo>
                  <a:pt x="383628" y="94091"/>
                </a:lnTo>
                <a:lnTo>
                  <a:pt x="383766" y="92930"/>
                </a:lnTo>
                <a:lnTo>
                  <a:pt x="383886" y="91754"/>
                </a:lnTo>
                <a:lnTo>
                  <a:pt x="383987" y="90564"/>
                </a:lnTo>
                <a:lnTo>
                  <a:pt x="384070" y="89360"/>
                </a:lnTo>
                <a:lnTo>
                  <a:pt x="384134" y="88141"/>
                </a:lnTo>
                <a:lnTo>
                  <a:pt x="384180" y="86907"/>
                </a:lnTo>
                <a:lnTo>
                  <a:pt x="384208" y="85659"/>
                </a:lnTo>
                <a:lnTo>
                  <a:pt x="384217" y="84396"/>
                </a:lnTo>
                <a:lnTo>
                  <a:pt x="384208" y="83102"/>
                </a:lnTo>
                <a:lnTo>
                  <a:pt x="384180" y="81823"/>
                </a:lnTo>
                <a:lnTo>
                  <a:pt x="384134" y="80559"/>
                </a:lnTo>
                <a:lnTo>
                  <a:pt x="384070" y="79311"/>
                </a:lnTo>
                <a:lnTo>
                  <a:pt x="383987" y="78078"/>
                </a:lnTo>
                <a:lnTo>
                  <a:pt x="383886" y="76861"/>
                </a:lnTo>
                <a:lnTo>
                  <a:pt x="383766" y="75660"/>
                </a:lnTo>
                <a:lnTo>
                  <a:pt x="383628" y="74474"/>
                </a:lnTo>
                <a:lnTo>
                  <a:pt x="383472" y="73304"/>
                </a:lnTo>
                <a:lnTo>
                  <a:pt x="383297" y="72149"/>
                </a:lnTo>
                <a:lnTo>
                  <a:pt x="383104" y="71009"/>
                </a:lnTo>
                <a:lnTo>
                  <a:pt x="382893" y="69886"/>
                </a:lnTo>
                <a:lnTo>
                  <a:pt x="382663" y="68777"/>
                </a:lnTo>
                <a:lnTo>
                  <a:pt x="382414" y="67684"/>
                </a:lnTo>
                <a:lnTo>
                  <a:pt x="382147" y="66607"/>
                </a:lnTo>
                <a:lnTo>
                  <a:pt x="381862" y="65545"/>
                </a:lnTo>
                <a:lnTo>
                  <a:pt x="381559" y="64499"/>
                </a:lnTo>
                <a:lnTo>
                  <a:pt x="381237" y="63469"/>
                </a:lnTo>
                <a:lnTo>
                  <a:pt x="380897" y="62453"/>
                </a:lnTo>
                <a:lnTo>
                  <a:pt x="380538" y="61454"/>
                </a:lnTo>
                <a:lnTo>
                  <a:pt x="380161" y="60470"/>
                </a:lnTo>
                <a:lnTo>
                  <a:pt x="379765" y="59501"/>
                </a:lnTo>
                <a:lnTo>
                  <a:pt x="379351" y="58548"/>
                </a:lnTo>
                <a:lnTo>
                  <a:pt x="378919" y="57611"/>
                </a:lnTo>
                <a:lnTo>
                  <a:pt x="378470" y="56690"/>
                </a:lnTo>
                <a:lnTo>
                  <a:pt x="378004" y="55787"/>
                </a:lnTo>
                <a:lnTo>
                  <a:pt x="377523" y="54902"/>
                </a:lnTo>
                <a:lnTo>
                  <a:pt x="377026" y="54035"/>
                </a:lnTo>
                <a:lnTo>
                  <a:pt x="376513" y="53186"/>
                </a:lnTo>
                <a:lnTo>
                  <a:pt x="375984" y="52355"/>
                </a:lnTo>
                <a:lnTo>
                  <a:pt x="375439" y="51541"/>
                </a:lnTo>
                <a:lnTo>
                  <a:pt x="374878" y="50746"/>
                </a:lnTo>
                <a:lnTo>
                  <a:pt x="374301" y="49969"/>
                </a:lnTo>
                <a:lnTo>
                  <a:pt x="373708" y="49209"/>
                </a:lnTo>
                <a:lnTo>
                  <a:pt x="373100" y="48468"/>
                </a:lnTo>
                <a:lnTo>
                  <a:pt x="372475" y="47744"/>
                </a:lnTo>
                <a:lnTo>
                  <a:pt x="371835" y="47038"/>
                </a:lnTo>
                <a:lnTo>
                  <a:pt x="371179" y="46350"/>
                </a:lnTo>
                <a:lnTo>
                  <a:pt x="370506" y="45680"/>
                </a:lnTo>
                <a:lnTo>
                  <a:pt x="369818" y="45028"/>
                </a:lnTo>
                <a:lnTo>
                  <a:pt x="369114" y="44394"/>
                </a:lnTo>
                <a:lnTo>
                  <a:pt x="368394" y="43778"/>
                </a:lnTo>
                <a:lnTo>
                  <a:pt x="367659" y="43180"/>
                </a:lnTo>
                <a:lnTo>
                  <a:pt x="366907" y="42600"/>
                </a:lnTo>
                <a:lnTo>
                  <a:pt x="366139" y="42037"/>
                </a:lnTo>
                <a:lnTo>
                  <a:pt x="365356" y="41493"/>
                </a:lnTo>
                <a:lnTo>
                  <a:pt x="364556" y="40966"/>
                </a:lnTo>
                <a:lnTo>
                  <a:pt x="363741" y="40457"/>
                </a:lnTo>
                <a:lnTo>
                  <a:pt x="362910" y="39968"/>
                </a:lnTo>
                <a:lnTo>
                  <a:pt x="362066" y="39500"/>
                </a:lnTo>
                <a:lnTo>
                  <a:pt x="361207" y="39052"/>
                </a:lnTo>
                <a:lnTo>
                  <a:pt x="360335" y="38625"/>
                </a:lnTo>
                <a:lnTo>
                  <a:pt x="359448" y="38219"/>
                </a:lnTo>
                <a:lnTo>
                  <a:pt x="358547" y="37834"/>
                </a:lnTo>
                <a:lnTo>
                  <a:pt x="357632" y="37470"/>
                </a:lnTo>
                <a:lnTo>
                  <a:pt x="356703" y="37126"/>
                </a:lnTo>
                <a:lnTo>
                  <a:pt x="355760" y="36804"/>
                </a:lnTo>
                <a:lnTo>
                  <a:pt x="354803" y="36502"/>
                </a:lnTo>
                <a:lnTo>
                  <a:pt x="353832" y="36221"/>
                </a:lnTo>
                <a:lnTo>
                  <a:pt x="352846" y="35960"/>
                </a:lnTo>
                <a:lnTo>
                  <a:pt x="351847" y="35721"/>
                </a:lnTo>
                <a:lnTo>
                  <a:pt x="350833" y="35502"/>
                </a:lnTo>
                <a:lnTo>
                  <a:pt x="349806" y="35305"/>
                </a:lnTo>
                <a:lnTo>
                  <a:pt x="348764" y="35128"/>
                </a:lnTo>
                <a:lnTo>
                  <a:pt x="347708" y="34971"/>
                </a:lnTo>
                <a:lnTo>
                  <a:pt x="346638" y="34836"/>
                </a:lnTo>
                <a:lnTo>
                  <a:pt x="345554" y="34722"/>
                </a:lnTo>
                <a:lnTo>
                  <a:pt x="344456" y="34628"/>
                </a:lnTo>
                <a:lnTo>
                  <a:pt x="343344" y="34555"/>
                </a:lnTo>
                <a:lnTo>
                  <a:pt x="342218" y="34503"/>
                </a:lnTo>
                <a:lnTo>
                  <a:pt x="341078" y="34472"/>
                </a:lnTo>
                <a:lnTo>
                  <a:pt x="339923" y="34461"/>
                </a:lnTo>
                <a:lnTo>
                  <a:pt x="338792" y="34472"/>
                </a:lnTo>
                <a:lnTo>
                  <a:pt x="337675" y="34503"/>
                </a:lnTo>
                <a:lnTo>
                  <a:pt x="336572" y="34555"/>
                </a:lnTo>
                <a:lnTo>
                  <a:pt x="335482" y="34628"/>
                </a:lnTo>
                <a:lnTo>
                  <a:pt x="334405" y="34722"/>
                </a:lnTo>
                <a:lnTo>
                  <a:pt x="333342" y="34836"/>
                </a:lnTo>
                <a:lnTo>
                  <a:pt x="332293" y="34971"/>
                </a:lnTo>
                <a:lnTo>
                  <a:pt x="331257" y="35128"/>
                </a:lnTo>
                <a:lnTo>
                  <a:pt x="330235" y="35305"/>
                </a:lnTo>
                <a:lnTo>
                  <a:pt x="329227" y="35502"/>
                </a:lnTo>
                <a:lnTo>
                  <a:pt x="328232" y="35721"/>
                </a:lnTo>
                <a:lnTo>
                  <a:pt x="327251" y="35960"/>
                </a:lnTo>
                <a:lnTo>
                  <a:pt x="326283" y="36221"/>
                </a:lnTo>
                <a:lnTo>
                  <a:pt x="325329" y="36502"/>
                </a:lnTo>
                <a:lnTo>
                  <a:pt x="324388" y="36804"/>
                </a:lnTo>
                <a:lnTo>
                  <a:pt x="323462" y="37126"/>
                </a:lnTo>
                <a:lnTo>
                  <a:pt x="322548" y="37470"/>
                </a:lnTo>
                <a:lnTo>
                  <a:pt x="321648" y="37834"/>
                </a:lnTo>
                <a:lnTo>
                  <a:pt x="320762" y="38219"/>
                </a:lnTo>
                <a:lnTo>
                  <a:pt x="319890" y="38625"/>
                </a:lnTo>
                <a:lnTo>
                  <a:pt x="319031" y="39052"/>
                </a:lnTo>
                <a:lnTo>
                  <a:pt x="318185" y="39500"/>
                </a:lnTo>
                <a:lnTo>
                  <a:pt x="317354" y="39968"/>
                </a:lnTo>
                <a:lnTo>
                  <a:pt x="316535" y="40457"/>
                </a:lnTo>
                <a:lnTo>
                  <a:pt x="315732" y="40966"/>
                </a:lnTo>
                <a:lnTo>
                  <a:pt x="314945" y="41493"/>
                </a:lnTo>
                <a:lnTo>
                  <a:pt x="314173" y="42037"/>
                </a:lnTo>
                <a:lnTo>
                  <a:pt x="313418" y="42600"/>
                </a:lnTo>
                <a:lnTo>
                  <a:pt x="312679" y="43180"/>
                </a:lnTo>
                <a:lnTo>
                  <a:pt x="311956" y="43778"/>
                </a:lnTo>
                <a:lnTo>
                  <a:pt x="311249" y="44394"/>
                </a:lnTo>
                <a:lnTo>
                  <a:pt x="310558" y="45028"/>
                </a:lnTo>
                <a:lnTo>
                  <a:pt x="309884" y="45680"/>
                </a:lnTo>
                <a:lnTo>
                  <a:pt x="309225" y="46350"/>
                </a:lnTo>
                <a:lnTo>
                  <a:pt x="308582" y="47038"/>
                </a:lnTo>
                <a:lnTo>
                  <a:pt x="307956" y="47744"/>
                </a:lnTo>
                <a:lnTo>
                  <a:pt x="307345" y="48468"/>
                </a:lnTo>
                <a:lnTo>
                  <a:pt x="306751" y="49209"/>
                </a:lnTo>
                <a:lnTo>
                  <a:pt x="306173" y="49969"/>
                </a:lnTo>
                <a:lnTo>
                  <a:pt x="305610" y="50746"/>
                </a:lnTo>
                <a:lnTo>
                  <a:pt x="305064" y="51541"/>
                </a:lnTo>
                <a:lnTo>
                  <a:pt x="304534" y="52355"/>
                </a:lnTo>
                <a:lnTo>
                  <a:pt x="304020" y="53186"/>
                </a:lnTo>
                <a:lnTo>
                  <a:pt x="303522" y="54035"/>
                </a:lnTo>
                <a:lnTo>
                  <a:pt x="303040" y="54902"/>
                </a:lnTo>
                <a:lnTo>
                  <a:pt x="302574" y="55787"/>
                </a:lnTo>
                <a:lnTo>
                  <a:pt x="302125" y="56690"/>
                </a:lnTo>
                <a:lnTo>
                  <a:pt x="301691" y="57611"/>
                </a:lnTo>
                <a:lnTo>
                  <a:pt x="301274" y="58548"/>
                </a:lnTo>
                <a:lnTo>
                  <a:pt x="300875" y="59501"/>
                </a:lnTo>
                <a:lnTo>
                  <a:pt x="300494" y="60470"/>
                </a:lnTo>
                <a:lnTo>
                  <a:pt x="300131" y="61454"/>
                </a:lnTo>
                <a:lnTo>
                  <a:pt x="299785" y="62453"/>
                </a:lnTo>
                <a:lnTo>
                  <a:pt x="299457" y="63469"/>
                </a:lnTo>
                <a:lnTo>
                  <a:pt x="299146" y="64499"/>
                </a:lnTo>
                <a:lnTo>
                  <a:pt x="298854" y="65545"/>
                </a:lnTo>
                <a:lnTo>
                  <a:pt x="298579" y="66607"/>
                </a:lnTo>
                <a:lnTo>
                  <a:pt x="298322" y="67684"/>
                </a:lnTo>
                <a:lnTo>
                  <a:pt x="298082" y="68777"/>
                </a:lnTo>
                <a:lnTo>
                  <a:pt x="297861" y="69886"/>
                </a:lnTo>
                <a:lnTo>
                  <a:pt x="297657" y="71009"/>
                </a:lnTo>
                <a:lnTo>
                  <a:pt x="297471" y="72149"/>
                </a:lnTo>
                <a:lnTo>
                  <a:pt x="297302" y="73304"/>
                </a:lnTo>
                <a:lnTo>
                  <a:pt x="297151" y="74474"/>
                </a:lnTo>
                <a:lnTo>
                  <a:pt x="297018" y="75660"/>
                </a:lnTo>
                <a:lnTo>
                  <a:pt x="296903" y="76861"/>
                </a:lnTo>
                <a:lnTo>
                  <a:pt x="296806" y="78078"/>
                </a:lnTo>
                <a:lnTo>
                  <a:pt x="296726" y="79311"/>
                </a:lnTo>
                <a:lnTo>
                  <a:pt x="296664" y="80559"/>
                </a:lnTo>
                <a:lnTo>
                  <a:pt x="296619" y="81823"/>
                </a:lnTo>
                <a:lnTo>
                  <a:pt x="296593" y="83102"/>
                </a:lnTo>
                <a:lnTo>
                  <a:pt x="296584" y="84396"/>
                </a:lnTo>
                <a:lnTo>
                  <a:pt x="296593" y="85659"/>
                </a:lnTo>
                <a:lnTo>
                  <a:pt x="296619" y="86907"/>
                </a:lnTo>
                <a:lnTo>
                  <a:pt x="296664" y="88141"/>
                </a:lnTo>
                <a:lnTo>
                  <a:pt x="296726" y="89360"/>
                </a:lnTo>
                <a:lnTo>
                  <a:pt x="296806" y="90564"/>
                </a:lnTo>
                <a:lnTo>
                  <a:pt x="296903" y="91754"/>
                </a:lnTo>
                <a:lnTo>
                  <a:pt x="297018" y="92930"/>
                </a:lnTo>
                <a:lnTo>
                  <a:pt x="297151" y="94091"/>
                </a:lnTo>
                <a:lnTo>
                  <a:pt x="297302" y="95237"/>
                </a:lnTo>
                <a:lnTo>
                  <a:pt x="297471" y="96369"/>
                </a:lnTo>
                <a:lnTo>
                  <a:pt x="297657" y="97486"/>
                </a:lnTo>
                <a:lnTo>
                  <a:pt x="297861" y="98589"/>
                </a:lnTo>
                <a:lnTo>
                  <a:pt x="298082" y="99678"/>
                </a:lnTo>
                <a:lnTo>
                  <a:pt x="298322" y="100752"/>
                </a:lnTo>
                <a:lnTo>
                  <a:pt x="298579" y="101811"/>
                </a:lnTo>
                <a:lnTo>
                  <a:pt x="298854" y="102856"/>
                </a:lnTo>
                <a:lnTo>
                  <a:pt x="299146" y="103886"/>
                </a:lnTo>
                <a:lnTo>
                  <a:pt x="299457" y="104902"/>
                </a:lnTo>
                <a:lnTo>
                  <a:pt x="299785" y="105904"/>
                </a:lnTo>
                <a:lnTo>
                  <a:pt x="300131" y="106891"/>
                </a:lnTo>
                <a:lnTo>
                  <a:pt x="300494" y="107863"/>
                </a:lnTo>
                <a:lnTo>
                  <a:pt x="300875" y="108821"/>
                </a:lnTo>
                <a:lnTo>
                  <a:pt x="301274" y="109764"/>
                </a:lnTo>
                <a:lnTo>
                  <a:pt x="301691" y="110693"/>
                </a:lnTo>
                <a:lnTo>
                  <a:pt x="302125" y="111605"/>
                </a:lnTo>
                <a:lnTo>
                  <a:pt x="302574" y="112500"/>
                </a:lnTo>
                <a:lnTo>
                  <a:pt x="303040" y="113378"/>
                </a:lnTo>
                <a:lnTo>
                  <a:pt x="303522" y="114237"/>
                </a:lnTo>
                <a:lnTo>
                  <a:pt x="304020" y="115079"/>
                </a:lnTo>
                <a:lnTo>
                  <a:pt x="304534" y="115903"/>
                </a:lnTo>
                <a:lnTo>
                  <a:pt x="305064" y="116709"/>
                </a:lnTo>
                <a:lnTo>
                  <a:pt x="305610" y="117497"/>
                </a:lnTo>
                <a:lnTo>
                  <a:pt x="306173" y="118268"/>
                </a:lnTo>
                <a:lnTo>
                  <a:pt x="306751" y="119021"/>
                </a:lnTo>
                <a:lnTo>
                  <a:pt x="307345" y="119756"/>
                </a:lnTo>
                <a:lnTo>
                  <a:pt x="307956" y="120474"/>
                </a:lnTo>
                <a:lnTo>
                  <a:pt x="308582" y="121174"/>
                </a:lnTo>
                <a:lnTo>
                  <a:pt x="309225" y="121856"/>
                </a:lnTo>
                <a:lnTo>
                  <a:pt x="309884" y="122520"/>
                </a:lnTo>
                <a:lnTo>
                  <a:pt x="310558" y="123166"/>
                </a:lnTo>
                <a:lnTo>
                  <a:pt x="311249" y="123795"/>
                </a:lnTo>
                <a:lnTo>
                  <a:pt x="311956" y="124406"/>
                </a:lnTo>
                <a:lnTo>
                  <a:pt x="312679" y="124999"/>
                </a:lnTo>
                <a:lnTo>
                  <a:pt x="313418" y="125575"/>
                </a:lnTo>
                <a:lnTo>
                  <a:pt x="314173" y="126133"/>
                </a:lnTo>
                <a:lnTo>
                  <a:pt x="314945" y="126673"/>
                </a:lnTo>
                <a:lnTo>
                  <a:pt x="315732" y="127195"/>
                </a:lnTo>
                <a:lnTo>
                  <a:pt x="316535" y="127700"/>
                </a:lnTo>
                <a:lnTo>
                  <a:pt x="317354" y="128185"/>
                </a:lnTo>
                <a:lnTo>
                  <a:pt x="318185" y="128649"/>
                </a:lnTo>
                <a:lnTo>
                  <a:pt x="319031" y="129093"/>
                </a:lnTo>
                <a:lnTo>
                  <a:pt x="319890" y="129516"/>
                </a:lnTo>
                <a:lnTo>
                  <a:pt x="320762" y="129919"/>
                </a:lnTo>
                <a:lnTo>
                  <a:pt x="321648" y="130301"/>
                </a:lnTo>
                <a:lnTo>
                  <a:pt x="322548" y="130662"/>
                </a:lnTo>
                <a:lnTo>
                  <a:pt x="323462" y="131003"/>
                </a:lnTo>
                <a:lnTo>
                  <a:pt x="324388" y="131323"/>
                </a:lnTo>
                <a:lnTo>
                  <a:pt x="325329" y="131622"/>
                </a:lnTo>
                <a:lnTo>
                  <a:pt x="326283" y="131901"/>
                </a:lnTo>
                <a:lnTo>
                  <a:pt x="327251" y="132159"/>
                </a:lnTo>
                <a:lnTo>
                  <a:pt x="328232" y="132396"/>
                </a:lnTo>
                <a:lnTo>
                  <a:pt x="329227" y="132613"/>
                </a:lnTo>
                <a:lnTo>
                  <a:pt x="330235" y="132809"/>
                </a:lnTo>
                <a:lnTo>
                  <a:pt x="331257" y="132985"/>
                </a:lnTo>
                <a:lnTo>
                  <a:pt x="332293" y="133139"/>
                </a:lnTo>
                <a:lnTo>
                  <a:pt x="333342" y="133274"/>
                </a:lnTo>
                <a:lnTo>
                  <a:pt x="334405" y="133387"/>
                </a:lnTo>
                <a:lnTo>
                  <a:pt x="335482" y="133480"/>
                </a:lnTo>
                <a:lnTo>
                  <a:pt x="336572" y="133552"/>
                </a:lnTo>
                <a:lnTo>
                  <a:pt x="337675" y="133604"/>
                </a:lnTo>
                <a:lnTo>
                  <a:pt x="338792" y="133635"/>
                </a:lnTo>
                <a:lnTo>
                  <a:pt x="339923" y="133645"/>
                </a:lnTo>
                <a:lnTo>
                  <a:pt x="341078" y="133635"/>
                </a:lnTo>
                <a:lnTo>
                  <a:pt x="342218" y="133604"/>
                </a:lnTo>
                <a:lnTo>
                  <a:pt x="343344" y="133552"/>
                </a:lnTo>
                <a:lnTo>
                  <a:pt x="344456" y="133480"/>
                </a:lnTo>
                <a:lnTo>
                  <a:pt x="345554" y="133387"/>
                </a:lnTo>
                <a:close/>
                <a:moveTo>
                  <a:pt x="335927" y="120744"/>
                </a:moveTo>
                <a:lnTo>
                  <a:pt x="335171" y="120654"/>
                </a:lnTo>
                <a:lnTo>
                  <a:pt x="334429" y="120548"/>
                </a:lnTo>
                <a:lnTo>
                  <a:pt x="333702" y="120425"/>
                </a:lnTo>
                <a:lnTo>
                  <a:pt x="332990" y="120286"/>
                </a:lnTo>
                <a:lnTo>
                  <a:pt x="332291" y="120130"/>
                </a:lnTo>
                <a:lnTo>
                  <a:pt x="331607" y="119958"/>
                </a:lnTo>
                <a:lnTo>
                  <a:pt x="330938" y="119770"/>
                </a:lnTo>
                <a:lnTo>
                  <a:pt x="330283" y="119565"/>
                </a:lnTo>
                <a:lnTo>
                  <a:pt x="329642" y="119344"/>
                </a:lnTo>
                <a:lnTo>
                  <a:pt x="329016" y="119107"/>
                </a:lnTo>
                <a:lnTo>
                  <a:pt x="328404" y="118853"/>
                </a:lnTo>
                <a:lnTo>
                  <a:pt x="327807" y="118583"/>
                </a:lnTo>
                <a:lnTo>
                  <a:pt x="327224" y="118296"/>
                </a:lnTo>
                <a:lnTo>
                  <a:pt x="326655" y="117993"/>
                </a:lnTo>
                <a:lnTo>
                  <a:pt x="326101" y="117674"/>
                </a:lnTo>
                <a:lnTo>
                  <a:pt x="325562" y="117338"/>
                </a:lnTo>
                <a:lnTo>
                  <a:pt x="325036" y="116986"/>
                </a:lnTo>
                <a:lnTo>
                  <a:pt x="324525" y="116617"/>
                </a:lnTo>
                <a:lnTo>
                  <a:pt x="324029" y="116233"/>
                </a:lnTo>
                <a:lnTo>
                  <a:pt x="323545" y="115833"/>
                </a:lnTo>
                <a:lnTo>
                  <a:pt x="323073" y="115421"/>
                </a:lnTo>
                <a:lnTo>
                  <a:pt x="322613" y="114997"/>
                </a:lnTo>
                <a:lnTo>
                  <a:pt x="322164" y="114560"/>
                </a:lnTo>
                <a:lnTo>
                  <a:pt x="321726" y="114111"/>
                </a:lnTo>
                <a:lnTo>
                  <a:pt x="321299" y="113649"/>
                </a:lnTo>
                <a:lnTo>
                  <a:pt x="320885" y="113176"/>
                </a:lnTo>
                <a:lnTo>
                  <a:pt x="320481" y="112689"/>
                </a:lnTo>
                <a:lnTo>
                  <a:pt x="320089" y="112190"/>
                </a:lnTo>
                <a:lnTo>
                  <a:pt x="319708" y="111679"/>
                </a:lnTo>
                <a:lnTo>
                  <a:pt x="319339" y="111156"/>
                </a:lnTo>
                <a:lnTo>
                  <a:pt x="318981" y="110620"/>
                </a:lnTo>
                <a:lnTo>
                  <a:pt x="318635" y="110071"/>
                </a:lnTo>
                <a:lnTo>
                  <a:pt x="318300" y="109511"/>
                </a:lnTo>
                <a:lnTo>
                  <a:pt x="317977" y="108937"/>
                </a:lnTo>
                <a:lnTo>
                  <a:pt x="317665" y="108352"/>
                </a:lnTo>
                <a:lnTo>
                  <a:pt x="317364" y="107754"/>
                </a:lnTo>
                <a:lnTo>
                  <a:pt x="317075" y="107143"/>
                </a:lnTo>
                <a:lnTo>
                  <a:pt x="316798" y="106520"/>
                </a:lnTo>
                <a:lnTo>
                  <a:pt x="316531" y="105885"/>
                </a:lnTo>
                <a:lnTo>
                  <a:pt x="316277" y="105237"/>
                </a:lnTo>
                <a:lnTo>
                  <a:pt x="316033" y="104577"/>
                </a:lnTo>
                <a:lnTo>
                  <a:pt x="315801" y="103905"/>
                </a:lnTo>
                <a:lnTo>
                  <a:pt x="315581" y="103220"/>
                </a:lnTo>
                <a:lnTo>
                  <a:pt x="315370" y="102525"/>
                </a:lnTo>
                <a:lnTo>
                  <a:pt x="315169" y="101822"/>
                </a:lnTo>
                <a:lnTo>
                  <a:pt x="314977" y="101112"/>
                </a:lnTo>
                <a:lnTo>
                  <a:pt x="314793" y="100394"/>
                </a:lnTo>
                <a:lnTo>
                  <a:pt x="314619" y="99668"/>
                </a:lnTo>
                <a:lnTo>
                  <a:pt x="314453" y="98934"/>
                </a:lnTo>
                <a:lnTo>
                  <a:pt x="314296" y="98193"/>
                </a:lnTo>
                <a:lnTo>
                  <a:pt x="314149" y="97443"/>
                </a:lnTo>
                <a:lnTo>
                  <a:pt x="314010" y="96686"/>
                </a:lnTo>
                <a:lnTo>
                  <a:pt x="313880" y="95922"/>
                </a:lnTo>
                <a:lnTo>
                  <a:pt x="313759" y="95149"/>
                </a:lnTo>
                <a:lnTo>
                  <a:pt x="313648" y="94369"/>
                </a:lnTo>
                <a:lnTo>
                  <a:pt x="313545" y="93581"/>
                </a:lnTo>
                <a:lnTo>
                  <a:pt x="313451" y="92785"/>
                </a:lnTo>
                <a:lnTo>
                  <a:pt x="313366" y="91982"/>
                </a:lnTo>
                <a:lnTo>
                  <a:pt x="313290" y="91171"/>
                </a:lnTo>
                <a:lnTo>
                  <a:pt x="313223" y="90352"/>
                </a:lnTo>
                <a:lnTo>
                  <a:pt x="313164" y="89525"/>
                </a:lnTo>
                <a:lnTo>
                  <a:pt x="313115" y="88691"/>
                </a:lnTo>
                <a:lnTo>
                  <a:pt x="313075" y="87849"/>
                </a:lnTo>
                <a:lnTo>
                  <a:pt x="313044" y="86999"/>
                </a:lnTo>
                <a:lnTo>
                  <a:pt x="313021" y="86141"/>
                </a:lnTo>
                <a:lnTo>
                  <a:pt x="313008" y="85275"/>
                </a:lnTo>
                <a:lnTo>
                  <a:pt x="313003" y="84402"/>
                </a:lnTo>
                <a:lnTo>
                  <a:pt x="313008" y="83512"/>
                </a:lnTo>
                <a:lnTo>
                  <a:pt x="313021" y="82630"/>
                </a:lnTo>
                <a:lnTo>
                  <a:pt x="313044" y="81756"/>
                </a:lnTo>
                <a:lnTo>
                  <a:pt x="313075" y="80890"/>
                </a:lnTo>
                <a:lnTo>
                  <a:pt x="313115" y="80032"/>
                </a:lnTo>
                <a:lnTo>
                  <a:pt x="313164" y="79181"/>
                </a:lnTo>
                <a:lnTo>
                  <a:pt x="313223" y="78339"/>
                </a:lnTo>
                <a:lnTo>
                  <a:pt x="313290" y="77505"/>
                </a:lnTo>
                <a:lnTo>
                  <a:pt x="313366" y="76678"/>
                </a:lnTo>
                <a:lnTo>
                  <a:pt x="313451" y="75860"/>
                </a:lnTo>
                <a:lnTo>
                  <a:pt x="313545" y="75049"/>
                </a:lnTo>
                <a:lnTo>
                  <a:pt x="313648" y="74246"/>
                </a:lnTo>
                <a:lnTo>
                  <a:pt x="313759" y="73451"/>
                </a:lnTo>
                <a:lnTo>
                  <a:pt x="313880" y="72665"/>
                </a:lnTo>
                <a:lnTo>
                  <a:pt x="314010" y="71886"/>
                </a:lnTo>
                <a:lnTo>
                  <a:pt x="314149" y="71115"/>
                </a:lnTo>
                <a:lnTo>
                  <a:pt x="314296" y="70352"/>
                </a:lnTo>
                <a:lnTo>
                  <a:pt x="314453" y="69597"/>
                </a:lnTo>
                <a:lnTo>
                  <a:pt x="314619" y="68849"/>
                </a:lnTo>
                <a:lnTo>
                  <a:pt x="314793" y="68110"/>
                </a:lnTo>
                <a:lnTo>
                  <a:pt x="314977" y="67379"/>
                </a:lnTo>
                <a:lnTo>
                  <a:pt x="315169" y="66655"/>
                </a:lnTo>
                <a:lnTo>
                  <a:pt x="315370" y="65940"/>
                </a:lnTo>
                <a:lnTo>
                  <a:pt x="315581" y="65233"/>
                </a:lnTo>
                <a:lnTo>
                  <a:pt x="315801" y="64535"/>
                </a:lnTo>
                <a:lnTo>
                  <a:pt x="316033" y="63851"/>
                </a:lnTo>
                <a:lnTo>
                  <a:pt x="316277" y="63179"/>
                </a:lnTo>
                <a:lnTo>
                  <a:pt x="316531" y="62519"/>
                </a:lnTo>
                <a:lnTo>
                  <a:pt x="316798" y="61872"/>
                </a:lnTo>
                <a:lnTo>
                  <a:pt x="317075" y="61238"/>
                </a:lnTo>
                <a:lnTo>
                  <a:pt x="317364" y="60616"/>
                </a:lnTo>
                <a:lnTo>
                  <a:pt x="317665" y="60007"/>
                </a:lnTo>
                <a:lnTo>
                  <a:pt x="317977" y="59411"/>
                </a:lnTo>
                <a:lnTo>
                  <a:pt x="318300" y="58827"/>
                </a:lnTo>
                <a:lnTo>
                  <a:pt x="318635" y="58256"/>
                </a:lnTo>
                <a:lnTo>
                  <a:pt x="318981" y="57697"/>
                </a:lnTo>
                <a:lnTo>
                  <a:pt x="319339" y="57151"/>
                </a:lnTo>
                <a:lnTo>
                  <a:pt x="319708" y="56618"/>
                </a:lnTo>
                <a:lnTo>
                  <a:pt x="320089" y="56097"/>
                </a:lnTo>
                <a:lnTo>
                  <a:pt x="320481" y="55588"/>
                </a:lnTo>
                <a:lnTo>
                  <a:pt x="320885" y="55093"/>
                </a:lnTo>
                <a:lnTo>
                  <a:pt x="321299" y="54610"/>
                </a:lnTo>
                <a:lnTo>
                  <a:pt x="321726" y="54139"/>
                </a:lnTo>
                <a:lnTo>
                  <a:pt x="322164" y="53681"/>
                </a:lnTo>
                <a:lnTo>
                  <a:pt x="322613" y="53236"/>
                </a:lnTo>
                <a:lnTo>
                  <a:pt x="323073" y="52803"/>
                </a:lnTo>
                <a:lnTo>
                  <a:pt x="323545" y="52383"/>
                </a:lnTo>
                <a:lnTo>
                  <a:pt x="324029" y="51975"/>
                </a:lnTo>
                <a:lnTo>
                  <a:pt x="324525" y="51582"/>
                </a:lnTo>
                <a:lnTo>
                  <a:pt x="325036" y="51206"/>
                </a:lnTo>
                <a:lnTo>
                  <a:pt x="325562" y="50846"/>
                </a:lnTo>
                <a:lnTo>
                  <a:pt x="326101" y="50503"/>
                </a:lnTo>
                <a:lnTo>
                  <a:pt x="326655" y="50177"/>
                </a:lnTo>
                <a:lnTo>
                  <a:pt x="327224" y="49868"/>
                </a:lnTo>
                <a:lnTo>
                  <a:pt x="327807" y="49575"/>
                </a:lnTo>
                <a:lnTo>
                  <a:pt x="328404" y="49299"/>
                </a:lnTo>
                <a:lnTo>
                  <a:pt x="329016" y="49040"/>
                </a:lnTo>
                <a:lnTo>
                  <a:pt x="329642" y="48797"/>
                </a:lnTo>
                <a:lnTo>
                  <a:pt x="330283" y="48571"/>
                </a:lnTo>
                <a:lnTo>
                  <a:pt x="330938" y="48362"/>
                </a:lnTo>
                <a:lnTo>
                  <a:pt x="331607" y="48170"/>
                </a:lnTo>
                <a:lnTo>
                  <a:pt x="332291" y="47994"/>
                </a:lnTo>
                <a:lnTo>
                  <a:pt x="332990" y="47835"/>
                </a:lnTo>
                <a:lnTo>
                  <a:pt x="333702" y="47693"/>
                </a:lnTo>
                <a:lnTo>
                  <a:pt x="334429" y="47568"/>
                </a:lnTo>
                <a:lnTo>
                  <a:pt x="335171" y="47459"/>
                </a:lnTo>
                <a:lnTo>
                  <a:pt x="335927" y="47367"/>
                </a:lnTo>
                <a:lnTo>
                  <a:pt x="336697" y="47291"/>
                </a:lnTo>
                <a:lnTo>
                  <a:pt x="337482" y="47233"/>
                </a:lnTo>
                <a:lnTo>
                  <a:pt x="338281" y="47191"/>
                </a:lnTo>
                <a:lnTo>
                  <a:pt x="339095" y="47166"/>
                </a:lnTo>
                <a:lnTo>
                  <a:pt x="339923" y="47158"/>
                </a:lnTo>
                <a:lnTo>
                  <a:pt x="340775" y="47166"/>
                </a:lnTo>
                <a:lnTo>
                  <a:pt x="341612" y="47191"/>
                </a:lnTo>
                <a:lnTo>
                  <a:pt x="342435" y="47233"/>
                </a:lnTo>
                <a:lnTo>
                  <a:pt x="343243" y="47291"/>
                </a:lnTo>
                <a:lnTo>
                  <a:pt x="344037" y="47367"/>
                </a:lnTo>
                <a:lnTo>
                  <a:pt x="344816" y="47459"/>
                </a:lnTo>
                <a:lnTo>
                  <a:pt x="345580" y="47568"/>
                </a:lnTo>
                <a:lnTo>
                  <a:pt x="346330" y="47693"/>
                </a:lnTo>
                <a:lnTo>
                  <a:pt x="347065" y="47835"/>
                </a:lnTo>
                <a:lnTo>
                  <a:pt x="347785" y="47994"/>
                </a:lnTo>
                <a:lnTo>
                  <a:pt x="348491" y="48170"/>
                </a:lnTo>
                <a:lnTo>
                  <a:pt x="349183" y="48362"/>
                </a:lnTo>
                <a:lnTo>
                  <a:pt x="349860" y="48571"/>
                </a:lnTo>
                <a:lnTo>
                  <a:pt x="350522" y="48797"/>
                </a:lnTo>
                <a:lnTo>
                  <a:pt x="351170" y="49040"/>
                </a:lnTo>
                <a:lnTo>
                  <a:pt x="351803" y="49299"/>
                </a:lnTo>
                <a:lnTo>
                  <a:pt x="352421" y="49575"/>
                </a:lnTo>
                <a:lnTo>
                  <a:pt x="353025" y="49868"/>
                </a:lnTo>
                <a:lnTo>
                  <a:pt x="353615" y="50177"/>
                </a:lnTo>
                <a:lnTo>
                  <a:pt x="354189" y="50503"/>
                </a:lnTo>
                <a:lnTo>
                  <a:pt x="354749" y="50846"/>
                </a:lnTo>
                <a:lnTo>
                  <a:pt x="355295" y="51206"/>
                </a:lnTo>
                <a:lnTo>
                  <a:pt x="355826" y="51582"/>
                </a:lnTo>
                <a:lnTo>
                  <a:pt x="356342" y="51975"/>
                </a:lnTo>
                <a:lnTo>
                  <a:pt x="356846" y="52383"/>
                </a:lnTo>
                <a:lnTo>
                  <a:pt x="357337" y="52803"/>
                </a:lnTo>
                <a:lnTo>
                  <a:pt x="357816" y="53236"/>
                </a:lnTo>
                <a:lnTo>
                  <a:pt x="358284" y="53681"/>
                </a:lnTo>
                <a:lnTo>
                  <a:pt x="358739" y="54139"/>
                </a:lnTo>
                <a:lnTo>
                  <a:pt x="359182" y="54610"/>
                </a:lnTo>
                <a:lnTo>
                  <a:pt x="359614" y="55093"/>
                </a:lnTo>
                <a:lnTo>
                  <a:pt x="360034" y="55588"/>
                </a:lnTo>
                <a:lnTo>
                  <a:pt x="360441" y="56097"/>
                </a:lnTo>
                <a:lnTo>
                  <a:pt x="360837" y="56618"/>
                </a:lnTo>
                <a:lnTo>
                  <a:pt x="361221" y="57151"/>
                </a:lnTo>
                <a:lnTo>
                  <a:pt x="361593" y="57697"/>
                </a:lnTo>
                <a:lnTo>
                  <a:pt x="361953" y="58256"/>
                </a:lnTo>
                <a:lnTo>
                  <a:pt x="362301" y="58827"/>
                </a:lnTo>
                <a:lnTo>
                  <a:pt x="362637" y="59411"/>
                </a:lnTo>
                <a:lnTo>
                  <a:pt x="362961" y="60007"/>
                </a:lnTo>
                <a:lnTo>
                  <a:pt x="363273" y="60616"/>
                </a:lnTo>
                <a:lnTo>
                  <a:pt x="363574" y="61238"/>
                </a:lnTo>
                <a:lnTo>
                  <a:pt x="363862" y="61872"/>
                </a:lnTo>
                <a:lnTo>
                  <a:pt x="364138" y="62519"/>
                </a:lnTo>
                <a:lnTo>
                  <a:pt x="364403" y="63179"/>
                </a:lnTo>
                <a:lnTo>
                  <a:pt x="364656" y="63851"/>
                </a:lnTo>
                <a:lnTo>
                  <a:pt x="364896" y="64535"/>
                </a:lnTo>
                <a:lnTo>
                  <a:pt x="365125" y="65233"/>
                </a:lnTo>
                <a:lnTo>
                  <a:pt x="365343" y="65940"/>
                </a:lnTo>
                <a:lnTo>
                  <a:pt x="365552" y="66655"/>
                </a:lnTo>
                <a:lnTo>
                  <a:pt x="365751" y="67379"/>
                </a:lnTo>
                <a:lnTo>
                  <a:pt x="365942" y="68110"/>
                </a:lnTo>
                <a:lnTo>
                  <a:pt x="366123" y="68849"/>
                </a:lnTo>
                <a:lnTo>
                  <a:pt x="366294" y="69597"/>
                </a:lnTo>
                <a:lnTo>
                  <a:pt x="366457" y="70352"/>
                </a:lnTo>
                <a:lnTo>
                  <a:pt x="366610" y="71115"/>
                </a:lnTo>
                <a:lnTo>
                  <a:pt x="366754" y="71886"/>
                </a:lnTo>
                <a:lnTo>
                  <a:pt x="366888" y="72665"/>
                </a:lnTo>
                <a:lnTo>
                  <a:pt x="367014" y="73451"/>
                </a:lnTo>
                <a:lnTo>
                  <a:pt x="367130" y="74246"/>
                </a:lnTo>
                <a:lnTo>
                  <a:pt x="367236" y="75049"/>
                </a:lnTo>
                <a:lnTo>
                  <a:pt x="367334" y="75860"/>
                </a:lnTo>
                <a:lnTo>
                  <a:pt x="367422" y="76678"/>
                </a:lnTo>
                <a:lnTo>
                  <a:pt x="367501" y="77505"/>
                </a:lnTo>
                <a:lnTo>
                  <a:pt x="367570" y="78339"/>
                </a:lnTo>
                <a:lnTo>
                  <a:pt x="367631" y="79181"/>
                </a:lnTo>
                <a:lnTo>
                  <a:pt x="367682" y="80032"/>
                </a:lnTo>
                <a:lnTo>
                  <a:pt x="367724" y="80890"/>
                </a:lnTo>
                <a:lnTo>
                  <a:pt x="367756" y="81756"/>
                </a:lnTo>
                <a:lnTo>
                  <a:pt x="367779" y="82630"/>
                </a:lnTo>
                <a:lnTo>
                  <a:pt x="367793" y="83512"/>
                </a:lnTo>
                <a:lnTo>
                  <a:pt x="367798" y="84402"/>
                </a:lnTo>
                <a:lnTo>
                  <a:pt x="367793" y="85275"/>
                </a:lnTo>
                <a:lnTo>
                  <a:pt x="367779" y="86141"/>
                </a:lnTo>
                <a:lnTo>
                  <a:pt x="367756" y="86999"/>
                </a:lnTo>
                <a:lnTo>
                  <a:pt x="367724" y="87849"/>
                </a:lnTo>
                <a:lnTo>
                  <a:pt x="367682" y="88691"/>
                </a:lnTo>
                <a:lnTo>
                  <a:pt x="367631" y="89525"/>
                </a:lnTo>
                <a:lnTo>
                  <a:pt x="367570" y="90352"/>
                </a:lnTo>
                <a:lnTo>
                  <a:pt x="367501" y="91171"/>
                </a:lnTo>
                <a:lnTo>
                  <a:pt x="367422" y="91982"/>
                </a:lnTo>
                <a:lnTo>
                  <a:pt x="367334" y="92785"/>
                </a:lnTo>
                <a:lnTo>
                  <a:pt x="367236" y="93581"/>
                </a:lnTo>
                <a:lnTo>
                  <a:pt x="367130" y="94369"/>
                </a:lnTo>
                <a:lnTo>
                  <a:pt x="367014" y="95149"/>
                </a:lnTo>
                <a:lnTo>
                  <a:pt x="366888" y="95922"/>
                </a:lnTo>
                <a:lnTo>
                  <a:pt x="366754" y="96686"/>
                </a:lnTo>
                <a:lnTo>
                  <a:pt x="366610" y="97443"/>
                </a:lnTo>
                <a:lnTo>
                  <a:pt x="366457" y="98193"/>
                </a:lnTo>
                <a:lnTo>
                  <a:pt x="366294" y="98934"/>
                </a:lnTo>
                <a:lnTo>
                  <a:pt x="366123" y="99668"/>
                </a:lnTo>
                <a:lnTo>
                  <a:pt x="365942" y="100394"/>
                </a:lnTo>
                <a:lnTo>
                  <a:pt x="365751" y="101112"/>
                </a:lnTo>
                <a:lnTo>
                  <a:pt x="365552" y="101822"/>
                </a:lnTo>
                <a:lnTo>
                  <a:pt x="365343" y="102525"/>
                </a:lnTo>
                <a:lnTo>
                  <a:pt x="365125" y="103220"/>
                </a:lnTo>
                <a:lnTo>
                  <a:pt x="364896" y="103905"/>
                </a:lnTo>
                <a:lnTo>
                  <a:pt x="364656" y="104577"/>
                </a:lnTo>
                <a:lnTo>
                  <a:pt x="364403" y="105237"/>
                </a:lnTo>
                <a:lnTo>
                  <a:pt x="364138" y="105885"/>
                </a:lnTo>
                <a:lnTo>
                  <a:pt x="363862" y="106520"/>
                </a:lnTo>
                <a:lnTo>
                  <a:pt x="363574" y="107143"/>
                </a:lnTo>
                <a:lnTo>
                  <a:pt x="363273" y="107754"/>
                </a:lnTo>
                <a:lnTo>
                  <a:pt x="362961" y="108352"/>
                </a:lnTo>
                <a:lnTo>
                  <a:pt x="362637" y="108937"/>
                </a:lnTo>
                <a:lnTo>
                  <a:pt x="362301" y="109511"/>
                </a:lnTo>
                <a:lnTo>
                  <a:pt x="361953" y="110071"/>
                </a:lnTo>
                <a:lnTo>
                  <a:pt x="361593" y="110620"/>
                </a:lnTo>
                <a:lnTo>
                  <a:pt x="361221" y="111156"/>
                </a:lnTo>
                <a:lnTo>
                  <a:pt x="360837" y="111679"/>
                </a:lnTo>
                <a:lnTo>
                  <a:pt x="360441" y="112190"/>
                </a:lnTo>
                <a:lnTo>
                  <a:pt x="360034" y="112689"/>
                </a:lnTo>
                <a:lnTo>
                  <a:pt x="359614" y="113176"/>
                </a:lnTo>
                <a:lnTo>
                  <a:pt x="359182" y="113649"/>
                </a:lnTo>
                <a:lnTo>
                  <a:pt x="358739" y="114111"/>
                </a:lnTo>
                <a:lnTo>
                  <a:pt x="358284" y="114560"/>
                </a:lnTo>
                <a:lnTo>
                  <a:pt x="357816" y="114997"/>
                </a:lnTo>
                <a:lnTo>
                  <a:pt x="357337" y="115421"/>
                </a:lnTo>
                <a:lnTo>
                  <a:pt x="356846" y="115833"/>
                </a:lnTo>
                <a:lnTo>
                  <a:pt x="356342" y="116233"/>
                </a:lnTo>
                <a:lnTo>
                  <a:pt x="355826" y="116617"/>
                </a:lnTo>
                <a:lnTo>
                  <a:pt x="355295" y="116986"/>
                </a:lnTo>
                <a:lnTo>
                  <a:pt x="354749" y="117338"/>
                </a:lnTo>
                <a:lnTo>
                  <a:pt x="354189" y="117674"/>
                </a:lnTo>
                <a:lnTo>
                  <a:pt x="353615" y="117993"/>
                </a:lnTo>
                <a:lnTo>
                  <a:pt x="353025" y="118296"/>
                </a:lnTo>
                <a:lnTo>
                  <a:pt x="352421" y="118583"/>
                </a:lnTo>
                <a:lnTo>
                  <a:pt x="351803" y="118853"/>
                </a:lnTo>
                <a:lnTo>
                  <a:pt x="351170" y="119107"/>
                </a:lnTo>
                <a:lnTo>
                  <a:pt x="350522" y="119344"/>
                </a:lnTo>
                <a:lnTo>
                  <a:pt x="349860" y="119565"/>
                </a:lnTo>
                <a:lnTo>
                  <a:pt x="349183" y="119770"/>
                </a:lnTo>
                <a:lnTo>
                  <a:pt x="348491" y="119958"/>
                </a:lnTo>
                <a:lnTo>
                  <a:pt x="347785" y="120130"/>
                </a:lnTo>
                <a:lnTo>
                  <a:pt x="347065" y="120286"/>
                </a:lnTo>
                <a:lnTo>
                  <a:pt x="346330" y="120425"/>
                </a:lnTo>
                <a:lnTo>
                  <a:pt x="345580" y="120548"/>
                </a:lnTo>
                <a:lnTo>
                  <a:pt x="344816" y="120654"/>
                </a:lnTo>
                <a:lnTo>
                  <a:pt x="344037" y="120744"/>
                </a:lnTo>
                <a:lnTo>
                  <a:pt x="343243" y="120818"/>
                </a:lnTo>
                <a:lnTo>
                  <a:pt x="342435" y="120875"/>
                </a:lnTo>
                <a:lnTo>
                  <a:pt x="341612" y="120916"/>
                </a:lnTo>
                <a:lnTo>
                  <a:pt x="340775" y="120941"/>
                </a:lnTo>
                <a:lnTo>
                  <a:pt x="339923" y="120949"/>
                </a:lnTo>
                <a:lnTo>
                  <a:pt x="339095" y="120941"/>
                </a:lnTo>
                <a:lnTo>
                  <a:pt x="338281" y="120916"/>
                </a:lnTo>
                <a:lnTo>
                  <a:pt x="337482" y="120875"/>
                </a:lnTo>
                <a:lnTo>
                  <a:pt x="336697" y="120818"/>
                </a:lnTo>
                <a:lnTo>
                  <a:pt x="335927" y="120744"/>
                </a:lnTo>
                <a:close/>
                <a:moveTo>
                  <a:pt x="749465" y="133387"/>
                </a:moveTo>
                <a:lnTo>
                  <a:pt x="750549" y="133274"/>
                </a:lnTo>
                <a:lnTo>
                  <a:pt x="751619" y="133139"/>
                </a:lnTo>
                <a:lnTo>
                  <a:pt x="752675" y="132985"/>
                </a:lnTo>
                <a:lnTo>
                  <a:pt x="753716" y="132809"/>
                </a:lnTo>
                <a:lnTo>
                  <a:pt x="754744" y="132613"/>
                </a:lnTo>
                <a:lnTo>
                  <a:pt x="755757" y="132396"/>
                </a:lnTo>
                <a:lnTo>
                  <a:pt x="756757" y="132159"/>
                </a:lnTo>
                <a:lnTo>
                  <a:pt x="757742" y="131901"/>
                </a:lnTo>
                <a:lnTo>
                  <a:pt x="758714" y="131622"/>
                </a:lnTo>
                <a:lnTo>
                  <a:pt x="759671" y="131323"/>
                </a:lnTo>
                <a:lnTo>
                  <a:pt x="760614" y="131003"/>
                </a:lnTo>
                <a:lnTo>
                  <a:pt x="761543" y="130662"/>
                </a:lnTo>
                <a:lnTo>
                  <a:pt x="762458" y="130301"/>
                </a:lnTo>
                <a:lnTo>
                  <a:pt x="763359" y="129919"/>
                </a:lnTo>
                <a:lnTo>
                  <a:pt x="764245" y="129516"/>
                </a:lnTo>
                <a:lnTo>
                  <a:pt x="765118" y="129093"/>
                </a:lnTo>
                <a:lnTo>
                  <a:pt x="765976" y="128649"/>
                </a:lnTo>
                <a:lnTo>
                  <a:pt x="766821" y="128185"/>
                </a:lnTo>
                <a:lnTo>
                  <a:pt x="767651" y="127700"/>
                </a:lnTo>
                <a:lnTo>
                  <a:pt x="768467" y="127195"/>
                </a:lnTo>
                <a:lnTo>
                  <a:pt x="769266" y="126673"/>
                </a:lnTo>
                <a:lnTo>
                  <a:pt x="770050" y="126133"/>
                </a:lnTo>
                <a:lnTo>
                  <a:pt x="770817" y="125575"/>
                </a:lnTo>
                <a:lnTo>
                  <a:pt x="771569" y="124999"/>
                </a:lnTo>
                <a:lnTo>
                  <a:pt x="772305" y="124406"/>
                </a:lnTo>
                <a:lnTo>
                  <a:pt x="773025" y="123795"/>
                </a:lnTo>
                <a:lnTo>
                  <a:pt x="773729" y="123166"/>
                </a:lnTo>
                <a:lnTo>
                  <a:pt x="774417" y="122520"/>
                </a:lnTo>
                <a:lnTo>
                  <a:pt x="775089" y="121856"/>
                </a:lnTo>
                <a:lnTo>
                  <a:pt x="775746" y="121174"/>
                </a:lnTo>
                <a:lnTo>
                  <a:pt x="776386" y="120474"/>
                </a:lnTo>
                <a:lnTo>
                  <a:pt x="777010" y="119756"/>
                </a:lnTo>
                <a:lnTo>
                  <a:pt x="777619" y="119021"/>
                </a:lnTo>
                <a:lnTo>
                  <a:pt x="778212" y="118268"/>
                </a:lnTo>
                <a:lnTo>
                  <a:pt x="778788" y="117497"/>
                </a:lnTo>
                <a:lnTo>
                  <a:pt x="779349" y="116709"/>
                </a:lnTo>
                <a:lnTo>
                  <a:pt x="779894" y="115903"/>
                </a:lnTo>
                <a:lnTo>
                  <a:pt x="780423" y="115079"/>
                </a:lnTo>
                <a:lnTo>
                  <a:pt x="780936" y="114237"/>
                </a:lnTo>
                <a:lnTo>
                  <a:pt x="781434" y="113378"/>
                </a:lnTo>
                <a:lnTo>
                  <a:pt x="781915" y="112500"/>
                </a:lnTo>
                <a:lnTo>
                  <a:pt x="782380" y="111605"/>
                </a:lnTo>
                <a:lnTo>
                  <a:pt x="782830" y="110693"/>
                </a:lnTo>
                <a:lnTo>
                  <a:pt x="783262" y="109764"/>
                </a:lnTo>
                <a:lnTo>
                  <a:pt x="783676" y="108821"/>
                </a:lnTo>
                <a:lnTo>
                  <a:pt x="784071" y="107863"/>
                </a:lnTo>
                <a:lnTo>
                  <a:pt x="784448" y="106891"/>
                </a:lnTo>
                <a:lnTo>
                  <a:pt x="784807" y="105904"/>
                </a:lnTo>
                <a:lnTo>
                  <a:pt x="785148" y="104902"/>
                </a:lnTo>
                <a:lnTo>
                  <a:pt x="785469" y="103886"/>
                </a:lnTo>
                <a:lnTo>
                  <a:pt x="785773" y="102856"/>
                </a:lnTo>
                <a:lnTo>
                  <a:pt x="786058" y="101811"/>
                </a:lnTo>
                <a:lnTo>
                  <a:pt x="786325" y="100752"/>
                </a:lnTo>
                <a:lnTo>
                  <a:pt x="786573" y="99678"/>
                </a:lnTo>
                <a:lnTo>
                  <a:pt x="786803" y="98589"/>
                </a:lnTo>
                <a:lnTo>
                  <a:pt x="787015" y="97486"/>
                </a:lnTo>
                <a:lnTo>
                  <a:pt x="787208" y="96369"/>
                </a:lnTo>
                <a:lnTo>
                  <a:pt x="787383" y="95237"/>
                </a:lnTo>
                <a:lnTo>
                  <a:pt x="787539" y="94091"/>
                </a:lnTo>
                <a:lnTo>
                  <a:pt x="787677" y="92930"/>
                </a:lnTo>
                <a:lnTo>
                  <a:pt x="787797" y="91754"/>
                </a:lnTo>
                <a:lnTo>
                  <a:pt x="787898" y="90564"/>
                </a:lnTo>
                <a:lnTo>
                  <a:pt x="787981" y="89360"/>
                </a:lnTo>
                <a:lnTo>
                  <a:pt x="788045" y="88141"/>
                </a:lnTo>
                <a:lnTo>
                  <a:pt x="788091" y="86907"/>
                </a:lnTo>
                <a:lnTo>
                  <a:pt x="788119" y="85659"/>
                </a:lnTo>
                <a:lnTo>
                  <a:pt x="788128" y="84396"/>
                </a:lnTo>
                <a:lnTo>
                  <a:pt x="788119" y="83102"/>
                </a:lnTo>
                <a:lnTo>
                  <a:pt x="788091" y="81823"/>
                </a:lnTo>
                <a:lnTo>
                  <a:pt x="788045" y="80559"/>
                </a:lnTo>
                <a:lnTo>
                  <a:pt x="787981" y="79311"/>
                </a:lnTo>
                <a:lnTo>
                  <a:pt x="787898" y="78078"/>
                </a:lnTo>
                <a:lnTo>
                  <a:pt x="787797" y="76861"/>
                </a:lnTo>
                <a:lnTo>
                  <a:pt x="787677" y="75660"/>
                </a:lnTo>
                <a:lnTo>
                  <a:pt x="787539" y="74474"/>
                </a:lnTo>
                <a:lnTo>
                  <a:pt x="787383" y="73304"/>
                </a:lnTo>
                <a:lnTo>
                  <a:pt x="787208" y="72149"/>
                </a:lnTo>
                <a:lnTo>
                  <a:pt x="787015" y="71009"/>
                </a:lnTo>
                <a:lnTo>
                  <a:pt x="786803" y="69886"/>
                </a:lnTo>
                <a:lnTo>
                  <a:pt x="786573" y="68777"/>
                </a:lnTo>
                <a:lnTo>
                  <a:pt x="786325" y="67684"/>
                </a:lnTo>
                <a:lnTo>
                  <a:pt x="786058" y="66607"/>
                </a:lnTo>
                <a:lnTo>
                  <a:pt x="785773" y="65545"/>
                </a:lnTo>
                <a:lnTo>
                  <a:pt x="785469" y="64499"/>
                </a:lnTo>
                <a:lnTo>
                  <a:pt x="785148" y="63469"/>
                </a:lnTo>
                <a:lnTo>
                  <a:pt x="784807" y="62453"/>
                </a:lnTo>
                <a:lnTo>
                  <a:pt x="784448" y="61454"/>
                </a:lnTo>
                <a:lnTo>
                  <a:pt x="784071" y="60470"/>
                </a:lnTo>
                <a:lnTo>
                  <a:pt x="783676" y="59501"/>
                </a:lnTo>
                <a:lnTo>
                  <a:pt x="783262" y="58548"/>
                </a:lnTo>
                <a:lnTo>
                  <a:pt x="782830" y="57611"/>
                </a:lnTo>
                <a:lnTo>
                  <a:pt x="782380" y="56690"/>
                </a:lnTo>
                <a:lnTo>
                  <a:pt x="781915" y="55787"/>
                </a:lnTo>
                <a:lnTo>
                  <a:pt x="781434" y="54902"/>
                </a:lnTo>
                <a:lnTo>
                  <a:pt x="780936" y="54035"/>
                </a:lnTo>
                <a:lnTo>
                  <a:pt x="780423" y="53186"/>
                </a:lnTo>
                <a:lnTo>
                  <a:pt x="779894" y="52355"/>
                </a:lnTo>
                <a:lnTo>
                  <a:pt x="779349" y="51541"/>
                </a:lnTo>
                <a:lnTo>
                  <a:pt x="778788" y="50746"/>
                </a:lnTo>
                <a:lnTo>
                  <a:pt x="778212" y="49969"/>
                </a:lnTo>
                <a:lnTo>
                  <a:pt x="777619" y="49209"/>
                </a:lnTo>
                <a:lnTo>
                  <a:pt x="777010" y="48468"/>
                </a:lnTo>
                <a:lnTo>
                  <a:pt x="776386" y="47744"/>
                </a:lnTo>
                <a:lnTo>
                  <a:pt x="775746" y="47038"/>
                </a:lnTo>
                <a:lnTo>
                  <a:pt x="775089" y="46350"/>
                </a:lnTo>
                <a:lnTo>
                  <a:pt x="774417" y="45680"/>
                </a:lnTo>
                <a:lnTo>
                  <a:pt x="773729" y="45028"/>
                </a:lnTo>
                <a:lnTo>
                  <a:pt x="773025" y="44394"/>
                </a:lnTo>
                <a:lnTo>
                  <a:pt x="772305" y="43778"/>
                </a:lnTo>
                <a:lnTo>
                  <a:pt x="771569" y="43180"/>
                </a:lnTo>
                <a:lnTo>
                  <a:pt x="770817" y="42600"/>
                </a:lnTo>
                <a:lnTo>
                  <a:pt x="770050" y="42037"/>
                </a:lnTo>
                <a:lnTo>
                  <a:pt x="769266" y="41493"/>
                </a:lnTo>
                <a:lnTo>
                  <a:pt x="768467" y="40966"/>
                </a:lnTo>
                <a:lnTo>
                  <a:pt x="767651" y="40457"/>
                </a:lnTo>
                <a:lnTo>
                  <a:pt x="766821" y="39968"/>
                </a:lnTo>
                <a:lnTo>
                  <a:pt x="765976" y="39500"/>
                </a:lnTo>
                <a:lnTo>
                  <a:pt x="765118" y="39052"/>
                </a:lnTo>
                <a:lnTo>
                  <a:pt x="764245" y="38625"/>
                </a:lnTo>
                <a:lnTo>
                  <a:pt x="763359" y="38219"/>
                </a:lnTo>
                <a:lnTo>
                  <a:pt x="762458" y="37834"/>
                </a:lnTo>
                <a:lnTo>
                  <a:pt x="761543" y="37470"/>
                </a:lnTo>
                <a:lnTo>
                  <a:pt x="760614" y="37126"/>
                </a:lnTo>
                <a:lnTo>
                  <a:pt x="759671" y="36804"/>
                </a:lnTo>
                <a:lnTo>
                  <a:pt x="758714" y="36502"/>
                </a:lnTo>
                <a:lnTo>
                  <a:pt x="757742" y="36221"/>
                </a:lnTo>
                <a:lnTo>
                  <a:pt x="756757" y="35960"/>
                </a:lnTo>
                <a:lnTo>
                  <a:pt x="755757" y="35721"/>
                </a:lnTo>
                <a:lnTo>
                  <a:pt x="754744" y="35502"/>
                </a:lnTo>
                <a:lnTo>
                  <a:pt x="753716" y="35305"/>
                </a:lnTo>
                <a:lnTo>
                  <a:pt x="752675" y="35128"/>
                </a:lnTo>
                <a:lnTo>
                  <a:pt x="751619" y="34971"/>
                </a:lnTo>
                <a:lnTo>
                  <a:pt x="750549" y="34836"/>
                </a:lnTo>
                <a:lnTo>
                  <a:pt x="749465" y="34722"/>
                </a:lnTo>
                <a:lnTo>
                  <a:pt x="748367" y="34628"/>
                </a:lnTo>
                <a:lnTo>
                  <a:pt x="747255" y="34555"/>
                </a:lnTo>
                <a:lnTo>
                  <a:pt x="746129" y="34503"/>
                </a:lnTo>
                <a:lnTo>
                  <a:pt x="744988" y="34472"/>
                </a:lnTo>
                <a:lnTo>
                  <a:pt x="743834" y="34461"/>
                </a:lnTo>
                <a:lnTo>
                  <a:pt x="742703" y="34472"/>
                </a:lnTo>
                <a:lnTo>
                  <a:pt x="741586" y="34503"/>
                </a:lnTo>
                <a:lnTo>
                  <a:pt x="740482" y="34555"/>
                </a:lnTo>
                <a:lnTo>
                  <a:pt x="739392" y="34628"/>
                </a:lnTo>
                <a:lnTo>
                  <a:pt x="738316" y="34722"/>
                </a:lnTo>
                <a:lnTo>
                  <a:pt x="737253" y="34836"/>
                </a:lnTo>
                <a:lnTo>
                  <a:pt x="736204" y="34971"/>
                </a:lnTo>
                <a:lnTo>
                  <a:pt x="735168" y="35128"/>
                </a:lnTo>
                <a:lnTo>
                  <a:pt x="734146" y="35305"/>
                </a:lnTo>
                <a:lnTo>
                  <a:pt x="733138" y="35502"/>
                </a:lnTo>
                <a:lnTo>
                  <a:pt x="732143" y="35721"/>
                </a:lnTo>
                <a:lnTo>
                  <a:pt x="731161" y="35960"/>
                </a:lnTo>
                <a:lnTo>
                  <a:pt x="730194" y="36221"/>
                </a:lnTo>
                <a:lnTo>
                  <a:pt x="729240" y="36502"/>
                </a:lnTo>
                <a:lnTo>
                  <a:pt x="728299" y="36804"/>
                </a:lnTo>
                <a:lnTo>
                  <a:pt x="727372" y="37126"/>
                </a:lnTo>
                <a:lnTo>
                  <a:pt x="726459" y="37470"/>
                </a:lnTo>
                <a:lnTo>
                  <a:pt x="725559" y="37834"/>
                </a:lnTo>
                <a:lnTo>
                  <a:pt x="724673" y="38219"/>
                </a:lnTo>
                <a:lnTo>
                  <a:pt x="723800" y="38625"/>
                </a:lnTo>
                <a:lnTo>
                  <a:pt x="722941" y="39052"/>
                </a:lnTo>
                <a:lnTo>
                  <a:pt x="722096" y="39500"/>
                </a:lnTo>
                <a:lnTo>
                  <a:pt x="721264" y="39968"/>
                </a:lnTo>
                <a:lnTo>
                  <a:pt x="720446" y="40457"/>
                </a:lnTo>
                <a:lnTo>
                  <a:pt x="719643" y="40966"/>
                </a:lnTo>
                <a:lnTo>
                  <a:pt x="718855" y="41493"/>
                </a:lnTo>
                <a:lnTo>
                  <a:pt x="718084" y="42037"/>
                </a:lnTo>
                <a:lnTo>
                  <a:pt x="717329" y="42600"/>
                </a:lnTo>
                <a:lnTo>
                  <a:pt x="716590" y="43180"/>
                </a:lnTo>
                <a:lnTo>
                  <a:pt x="715867" y="43778"/>
                </a:lnTo>
                <a:lnTo>
                  <a:pt x="715160" y="44394"/>
                </a:lnTo>
                <a:lnTo>
                  <a:pt x="714469" y="45028"/>
                </a:lnTo>
                <a:lnTo>
                  <a:pt x="713794" y="45680"/>
                </a:lnTo>
                <a:lnTo>
                  <a:pt x="713136" y="46350"/>
                </a:lnTo>
                <a:lnTo>
                  <a:pt x="712493" y="47038"/>
                </a:lnTo>
                <a:lnTo>
                  <a:pt x="711866" y="47744"/>
                </a:lnTo>
                <a:lnTo>
                  <a:pt x="711256" y="48468"/>
                </a:lnTo>
                <a:lnTo>
                  <a:pt x="710662" y="49209"/>
                </a:lnTo>
                <a:lnTo>
                  <a:pt x="710083" y="49969"/>
                </a:lnTo>
                <a:lnTo>
                  <a:pt x="709521" y="50746"/>
                </a:lnTo>
                <a:lnTo>
                  <a:pt x="708975" y="51541"/>
                </a:lnTo>
                <a:lnTo>
                  <a:pt x="708445" y="52355"/>
                </a:lnTo>
                <a:lnTo>
                  <a:pt x="707931" y="53186"/>
                </a:lnTo>
                <a:lnTo>
                  <a:pt x="707433" y="54035"/>
                </a:lnTo>
                <a:lnTo>
                  <a:pt x="706951" y="54902"/>
                </a:lnTo>
                <a:lnTo>
                  <a:pt x="706485" y="55787"/>
                </a:lnTo>
                <a:lnTo>
                  <a:pt x="706035" y="56690"/>
                </a:lnTo>
                <a:lnTo>
                  <a:pt x="705602" y="57611"/>
                </a:lnTo>
                <a:lnTo>
                  <a:pt x="705185" y="58548"/>
                </a:lnTo>
                <a:lnTo>
                  <a:pt x="704786" y="59501"/>
                </a:lnTo>
                <a:lnTo>
                  <a:pt x="704405" y="60470"/>
                </a:lnTo>
                <a:lnTo>
                  <a:pt x="704041" y="61454"/>
                </a:lnTo>
                <a:lnTo>
                  <a:pt x="703695" y="62453"/>
                </a:lnTo>
                <a:lnTo>
                  <a:pt x="703367" y="63469"/>
                </a:lnTo>
                <a:lnTo>
                  <a:pt x="703057" y="64499"/>
                </a:lnTo>
                <a:lnTo>
                  <a:pt x="702764" y="65545"/>
                </a:lnTo>
                <a:lnTo>
                  <a:pt x="702490" y="66607"/>
                </a:lnTo>
                <a:lnTo>
                  <a:pt x="702233" y="67684"/>
                </a:lnTo>
                <a:lnTo>
                  <a:pt x="701993" y="68777"/>
                </a:lnTo>
                <a:lnTo>
                  <a:pt x="701771" y="69886"/>
                </a:lnTo>
                <a:lnTo>
                  <a:pt x="701568" y="71009"/>
                </a:lnTo>
                <a:lnTo>
                  <a:pt x="701381" y="72149"/>
                </a:lnTo>
                <a:lnTo>
                  <a:pt x="701213" y="73304"/>
                </a:lnTo>
                <a:lnTo>
                  <a:pt x="701062" y="74474"/>
                </a:lnTo>
                <a:lnTo>
                  <a:pt x="700929" y="75660"/>
                </a:lnTo>
                <a:lnTo>
                  <a:pt x="700814" y="76861"/>
                </a:lnTo>
                <a:lnTo>
                  <a:pt x="700716" y="78078"/>
                </a:lnTo>
                <a:lnTo>
                  <a:pt x="700637" y="79311"/>
                </a:lnTo>
                <a:lnTo>
                  <a:pt x="700574" y="80559"/>
                </a:lnTo>
                <a:lnTo>
                  <a:pt x="700530" y="81823"/>
                </a:lnTo>
                <a:lnTo>
                  <a:pt x="700504" y="83102"/>
                </a:lnTo>
                <a:lnTo>
                  <a:pt x="700495" y="84396"/>
                </a:lnTo>
                <a:lnTo>
                  <a:pt x="700504" y="85659"/>
                </a:lnTo>
                <a:lnTo>
                  <a:pt x="700530" y="86907"/>
                </a:lnTo>
                <a:lnTo>
                  <a:pt x="700574" y="88141"/>
                </a:lnTo>
                <a:lnTo>
                  <a:pt x="700637" y="89360"/>
                </a:lnTo>
                <a:lnTo>
                  <a:pt x="700716" y="90564"/>
                </a:lnTo>
                <a:lnTo>
                  <a:pt x="700814" y="91754"/>
                </a:lnTo>
                <a:lnTo>
                  <a:pt x="700929" y="92930"/>
                </a:lnTo>
                <a:lnTo>
                  <a:pt x="701062" y="94091"/>
                </a:lnTo>
                <a:lnTo>
                  <a:pt x="701213" y="95237"/>
                </a:lnTo>
                <a:lnTo>
                  <a:pt x="701381" y="96369"/>
                </a:lnTo>
                <a:lnTo>
                  <a:pt x="701568" y="97486"/>
                </a:lnTo>
                <a:lnTo>
                  <a:pt x="701771" y="98589"/>
                </a:lnTo>
                <a:lnTo>
                  <a:pt x="701993" y="99678"/>
                </a:lnTo>
                <a:lnTo>
                  <a:pt x="702233" y="100752"/>
                </a:lnTo>
                <a:lnTo>
                  <a:pt x="702490" y="101811"/>
                </a:lnTo>
                <a:lnTo>
                  <a:pt x="702764" y="102856"/>
                </a:lnTo>
                <a:lnTo>
                  <a:pt x="703057" y="103886"/>
                </a:lnTo>
                <a:lnTo>
                  <a:pt x="703367" y="104902"/>
                </a:lnTo>
                <a:lnTo>
                  <a:pt x="703695" y="105904"/>
                </a:lnTo>
                <a:lnTo>
                  <a:pt x="704041" y="106891"/>
                </a:lnTo>
                <a:lnTo>
                  <a:pt x="704405" y="107863"/>
                </a:lnTo>
                <a:lnTo>
                  <a:pt x="704786" y="108821"/>
                </a:lnTo>
                <a:lnTo>
                  <a:pt x="705185" y="109764"/>
                </a:lnTo>
                <a:lnTo>
                  <a:pt x="705602" y="110693"/>
                </a:lnTo>
                <a:lnTo>
                  <a:pt x="706035" y="111605"/>
                </a:lnTo>
                <a:lnTo>
                  <a:pt x="706485" y="112500"/>
                </a:lnTo>
                <a:lnTo>
                  <a:pt x="706951" y="113378"/>
                </a:lnTo>
                <a:lnTo>
                  <a:pt x="707433" y="114237"/>
                </a:lnTo>
                <a:lnTo>
                  <a:pt x="707931" y="115079"/>
                </a:lnTo>
                <a:lnTo>
                  <a:pt x="708445" y="115903"/>
                </a:lnTo>
                <a:lnTo>
                  <a:pt x="708975" y="116709"/>
                </a:lnTo>
                <a:lnTo>
                  <a:pt x="709521" y="117497"/>
                </a:lnTo>
                <a:lnTo>
                  <a:pt x="710083" y="118268"/>
                </a:lnTo>
                <a:lnTo>
                  <a:pt x="710662" y="119021"/>
                </a:lnTo>
                <a:lnTo>
                  <a:pt x="711256" y="119756"/>
                </a:lnTo>
                <a:lnTo>
                  <a:pt x="711866" y="120474"/>
                </a:lnTo>
                <a:lnTo>
                  <a:pt x="712493" y="121174"/>
                </a:lnTo>
                <a:lnTo>
                  <a:pt x="713136" y="121856"/>
                </a:lnTo>
                <a:lnTo>
                  <a:pt x="713794" y="122520"/>
                </a:lnTo>
                <a:lnTo>
                  <a:pt x="714469" y="123166"/>
                </a:lnTo>
                <a:lnTo>
                  <a:pt x="715160" y="123795"/>
                </a:lnTo>
                <a:lnTo>
                  <a:pt x="715867" y="124406"/>
                </a:lnTo>
                <a:lnTo>
                  <a:pt x="716590" y="124999"/>
                </a:lnTo>
                <a:lnTo>
                  <a:pt x="717329" y="125575"/>
                </a:lnTo>
                <a:lnTo>
                  <a:pt x="718084" y="126133"/>
                </a:lnTo>
                <a:lnTo>
                  <a:pt x="718855" y="126673"/>
                </a:lnTo>
                <a:lnTo>
                  <a:pt x="719643" y="127195"/>
                </a:lnTo>
                <a:lnTo>
                  <a:pt x="720446" y="127700"/>
                </a:lnTo>
                <a:lnTo>
                  <a:pt x="721264" y="128185"/>
                </a:lnTo>
                <a:lnTo>
                  <a:pt x="722096" y="128649"/>
                </a:lnTo>
                <a:lnTo>
                  <a:pt x="722941" y="129093"/>
                </a:lnTo>
                <a:lnTo>
                  <a:pt x="723800" y="129516"/>
                </a:lnTo>
                <a:lnTo>
                  <a:pt x="724673" y="129919"/>
                </a:lnTo>
                <a:lnTo>
                  <a:pt x="725559" y="130301"/>
                </a:lnTo>
                <a:lnTo>
                  <a:pt x="726459" y="130662"/>
                </a:lnTo>
                <a:lnTo>
                  <a:pt x="727372" y="131003"/>
                </a:lnTo>
                <a:lnTo>
                  <a:pt x="728299" y="131323"/>
                </a:lnTo>
                <a:lnTo>
                  <a:pt x="729240" y="131622"/>
                </a:lnTo>
                <a:lnTo>
                  <a:pt x="730194" y="131901"/>
                </a:lnTo>
                <a:lnTo>
                  <a:pt x="731161" y="132159"/>
                </a:lnTo>
                <a:lnTo>
                  <a:pt x="732143" y="132396"/>
                </a:lnTo>
                <a:lnTo>
                  <a:pt x="733138" y="132613"/>
                </a:lnTo>
                <a:lnTo>
                  <a:pt x="734146" y="132809"/>
                </a:lnTo>
                <a:lnTo>
                  <a:pt x="735168" y="132985"/>
                </a:lnTo>
                <a:lnTo>
                  <a:pt x="736204" y="133139"/>
                </a:lnTo>
                <a:lnTo>
                  <a:pt x="737253" y="133274"/>
                </a:lnTo>
                <a:lnTo>
                  <a:pt x="738316" y="133387"/>
                </a:lnTo>
                <a:lnTo>
                  <a:pt x="739392" y="133480"/>
                </a:lnTo>
                <a:lnTo>
                  <a:pt x="740482" y="133552"/>
                </a:lnTo>
                <a:lnTo>
                  <a:pt x="741586" y="133604"/>
                </a:lnTo>
                <a:lnTo>
                  <a:pt x="742703" y="133635"/>
                </a:lnTo>
                <a:lnTo>
                  <a:pt x="743834" y="133645"/>
                </a:lnTo>
                <a:lnTo>
                  <a:pt x="744988" y="133635"/>
                </a:lnTo>
                <a:lnTo>
                  <a:pt x="746129" y="133604"/>
                </a:lnTo>
                <a:lnTo>
                  <a:pt x="747255" y="133552"/>
                </a:lnTo>
                <a:lnTo>
                  <a:pt x="748367" y="133480"/>
                </a:lnTo>
                <a:lnTo>
                  <a:pt x="749465" y="133387"/>
                </a:lnTo>
                <a:close/>
                <a:moveTo>
                  <a:pt x="739838" y="120744"/>
                </a:moveTo>
                <a:lnTo>
                  <a:pt x="739082" y="120654"/>
                </a:lnTo>
                <a:lnTo>
                  <a:pt x="738340" y="120548"/>
                </a:lnTo>
                <a:lnTo>
                  <a:pt x="737613" y="120425"/>
                </a:lnTo>
                <a:lnTo>
                  <a:pt x="736900" y="120286"/>
                </a:lnTo>
                <a:lnTo>
                  <a:pt x="736202" y="120130"/>
                </a:lnTo>
                <a:lnTo>
                  <a:pt x="735518" y="119958"/>
                </a:lnTo>
                <a:lnTo>
                  <a:pt x="734849" y="119770"/>
                </a:lnTo>
                <a:lnTo>
                  <a:pt x="734194" y="119565"/>
                </a:lnTo>
                <a:lnTo>
                  <a:pt x="733553" y="119344"/>
                </a:lnTo>
                <a:lnTo>
                  <a:pt x="732927" y="119107"/>
                </a:lnTo>
                <a:lnTo>
                  <a:pt x="732315" y="118853"/>
                </a:lnTo>
                <a:lnTo>
                  <a:pt x="731718" y="118583"/>
                </a:lnTo>
                <a:lnTo>
                  <a:pt x="731135" y="118296"/>
                </a:lnTo>
                <a:lnTo>
                  <a:pt x="730566" y="117993"/>
                </a:lnTo>
                <a:lnTo>
                  <a:pt x="730012" y="117674"/>
                </a:lnTo>
                <a:lnTo>
                  <a:pt x="729472" y="117338"/>
                </a:lnTo>
                <a:lnTo>
                  <a:pt x="728947" y="116986"/>
                </a:lnTo>
                <a:lnTo>
                  <a:pt x="728436" y="116617"/>
                </a:lnTo>
                <a:lnTo>
                  <a:pt x="727940" y="116233"/>
                </a:lnTo>
                <a:lnTo>
                  <a:pt x="727456" y="115833"/>
                </a:lnTo>
                <a:lnTo>
                  <a:pt x="726984" y="115421"/>
                </a:lnTo>
                <a:lnTo>
                  <a:pt x="726523" y="114997"/>
                </a:lnTo>
                <a:lnTo>
                  <a:pt x="726074" y="114560"/>
                </a:lnTo>
                <a:lnTo>
                  <a:pt x="725636" y="114111"/>
                </a:lnTo>
                <a:lnTo>
                  <a:pt x="725210" y="113649"/>
                </a:lnTo>
                <a:lnTo>
                  <a:pt x="724795" y="113176"/>
                </a:lnTo>
                <a:lnTo>
                  <a:pt x="724392" y="112689"/>
                </a:lnTo>
                <a:lnTo>
                  <a:pt x="724000" y="112190"/>
                </a:lnTo>
                <a:lnTo>
                  <a:pt x="723619" y="111679"/>
                </a:lnTo>
                <a:lnTo>
                  <a:pt x="723250" y="111156"/>
                </a:lnTo>
                <a:lnTo>
                  <a:pt x="722892" y="110620"/>
                </a:lnTo>
                <a:lnTo>
                  <a:pt x="722546" y="110071"/>
                </a:lnTo>
                <a:lnTo>
                  <a:pt x="722211" y="109511"/>
                </a:lnTo>
                <a:lnTo>
                  <a:pt x="721888" y="108937"/>
                </a:lnTo>
                <a:lnTo>
                  <a:pt x="721576" y="108352"/>
                </a:lnTo>
                <a:lnTo>
                  <a:pt x="721275" y="107754"/>
                </a:lnTo>
                <a:lnTo>
                  <a:pt x="720986" y="107143"/>
                </a:lnTo>
                <a:lnTo>
                  <a:pt x="720708" y="106520"/>
                </a:lnTo>
                <a:lnTo>
                  <a:pt x="720442" y="105885"/>
                </a:lnTo>
                <a:lnTo>
                  <a:pt x="720187" y="105237"/>
                </a:lnTo>
                <a:lnTo>
                  <a:pt x="719944" y="104577"/>
                </a:lnTo>
                <a:lnTo>
                  <a:pt x="719712" y="103905"/>
                </a:lnTo>
                <a:lnTo>
                  <a:pt x="719491" y="103220"/>
                </a:lnTo>
                <a:lnTo>
                  <a:pt x="719281" y="102525"/>
                </a:lnTo>
                <a:lnTo>
                  <a:pt x="719080" y="101822"/>
                </a:lnTo>
                <a:lnTo>
                  <a:pt x="718887" y="101112"/>
                </a:lnTo>
                <a:lnTo>
                  <a:pt x="718704" y="100394"/>
                </a:lnTo>
                <a:lnTo>
                  <a:pt x="718529" y="99668"/>
                </a:lnTo>
                <a:lnTo>
                  <a:pt x="718364" y="98934"/>
                </a:lnTo>
                <a:lnTo>
                  <a:pt x="718207" y="98193"/>
                </a:lnTo>
                <a:lnTo>
                  <a:pt x="718059" y="97443"/>
                </a:lnTo>
                <a:lnTo>
                  <a:pt x="717921" y="96686"/>
                </a:lnTo>
                <a:lnTo>
                  <a:pt x="717791" y="95922"/>
                </a:lnTo>
                <a:lnTo>
                  <a:pt x="717670" y="95149"/>
                </a:lnTo>
                <a:lnTo>
                  <a:pt x="717558" y="94369"/>
                </a:lnTo>
                <a:lnTo>
                  <a:pt x="717455" y="93581"/>
                </a:lnTo>
                <a:lnTo>
                  <a:pt x="717361" y="92785"/>
                </a:lnTo>
                <a:lnTo>
                  <a:pt x="717276" y="91982"/>
                </a:lnTo>
                <a:lnTo>
                  <a:pt x="717200" y="91171"/>
                </a:lnTo>
                <a:lnTo>
                  <a:pt x="717133" y="90352"/>
                </a:lnTo>
                <a:lnTo>
                  <a:pt x="717075" y="89525"/>
                </a:lnTo>
                <a:lnTo>
                  <a:pt x="717026" y="88691"/>
                </a:lnTo>
                <a:lnTo>
                  <a:pt x="716986" y="87849"/>
                </a:lnTo>
                <a:lnTo>
                  <a:pt x="716954" y="86999"/>
                </a:lnTo>
                <a:lnTo>
                  <a:pt x="716932" y="86141"/>
                </a:lnTo>
                <a:lnTo>
                  <a:pt x="716918" y="85275"/>
                </a:lnTo>
                <a:lnTo>
                  <a:pt x="716914" y="84402"/>
                </a:lnTo>
                <a:lnTo>
                  <a:pt x="716918" y="83512"/>
                </a:lnTo>
                <a:lnTo>
                  <a:pt x="716932" y="82630"/>
                </a:lnTo>
                <a:lnTo>
                  <a:pt x="716954" y="81756"/>
                </a:lnTo>
                <a:lnTo>
                  <a:pt x="716986" y="80890"/>
                </a:lnTo>
                <a:lnTo>
                  <a:pt x="717026" y="80032"/>
                </a:lnTo>
                <a:lnTo>
                  <a:pt x="717075" y="79181"/>
                </a:lnTo>
                <a:lnTo>
                  <a:pt x="717133" y="78339"/>
                </a:lnTo>
                <a:lnTo>
                  <a:pt x="717200" y="77505"/>
                </a:lnTo>
                <a:lnTo>
                  <a:pt x="717276" y="76678"/>
                </a:lnTo>
                <a:lnTo>
                  <a:pt x="717361" y="75860"/>
                </a:lnTo>
                <a:lnTo>
                  <a:pt x="717455" y="75049"/>
                </a:lnTo>
                <a:lnTo>
                  <a:pt x="717558" y="74246"/>
                </a:lnTo>
                <a:lnTo>
                  <a:pt x="717670" y="73451"/>
                </a:lnTo>
                <a:lnTo>
                  <a:pt x="717791" y="72665"/>
                </a:lnTo>
                <a:lnTo>
                  <a:pt x="717921" y="71886"/>
                </a:lnTo>
                <a:lnTo>
                  <a:pt x="718059" y="71115"/>
                </a:lnTo>
                <a:lnTo>
                  <a:pt x="718207" y="70352"/>
                </a:lnTo>
                <a:lnTo>
                  <a:pt x="718364" y="69597"/>
                </a:lnTo>
                <a:lnTo>
                  <a:pt x="718529" y="68849"/>
                </a:lnTo>
                <a:lnTo>
                  <a:pt x="718704" y="68110"/>
                </a:lnTo>
                <a:lnTo>
                  <a:pt x="718887" y="67379"/>
                </a:lnTo>
                <a:lnTo>
                  <a:pt x="719080" y="66655"/>
                </a:lnTo>
                <a:lnTo>
                  <a:pt x="719281" y="65940"/>
                </a:lnTo>
                <a:lnTo>
                  <a:pt x="719491" y="65233"/>
                </a:lnTo>
                <a:lnTo>
                  <a:pt x="719712" y="64535"/>
                </a:lnTo>
                <a:lnTo>
                  <a:pt x="719944" y="63851"/>
                </a:lnTo>
                <a:lnTo>
                  <a:pt x="720187" y="63179"/>
                </a:lnTo>
                <a:lnTo>
                  <a:pt x="720442" y="62519"/>
                </a:lnTo>
                <a:lnTo>
                  <a:pt x="720708" y="61872"/>
                </a:lnTo>
                <a:lnTo>
                  <a:pt x="720986" y="61238"/>
                </a:lnTo>
                <a:lnTo>
                  <a:pt x="721275" y="60616"/>
                </a:lnTo>
                <a:lnTo>
                  <a:pt x="721576" y="60007"/>
                </a:lnTo>
                <a:lnTo>
                  <a:pt x="721888" y="59411"/>
                </a:lnTo>
                <a:lnTo>
                  <a:pt x="722211" y="58827"/>
                </a:lnTo>
                <a:lnTo>
                  <a:pt x="722546" y="58256"/>
                </a:lnTo>
                <a:lnTo>
                  <a:pt x="722892" y="57697"/>
                </a:lnTo>
                <a:lnTo>
                  <a:pt x="723250" y="57151"/>
                </a:lnTo>
                <a:lnTo>
                  <a:pt x="723619" y="56618"/>
                </a:lnTo>
                <a:lnTo>
                  <a:pt x="724000" y="56097"/>
                </a:lnTo>
                <a:lnTo>
                  <a:pt x="724392" y="55588"/>
                </a:lnTo>
                <a:lnTo>
                  <a:pt x="724795" y="55093"/>
                </a:lnTo>
                <a:lnTo>
                  <a:pt x="725210" y="54610"/>
                </a:lnTo>
                <a:lnTo>
                  <a:pt x="725636" y="54139"/>
                </a:lnTo>
                <a:lnTo>
                  <a:pt x="726074" y="53681"/>
                </a:lnTo>
                <a:lnTo>
                  <a:pt x="726523" y="53236"/>
                </a:lnTo>
                <a:lnTo>
                  <a:pt x="726984" y="52803"/>
                </a:lnTo>
                <a:lnTo>
                  <a:pt x="727456" y="52383"/>
                </a:lnTo>
                <a:lnTo>
                  <a:pt x="727940" y="51975"/>
                </a:lnTo>
                <a:lnTo>
                  <a:pt x="728436" y="51582"/>
                </a:lnTo>
                <a:lnTo>
                  <a:pt x="728947" y="51206"/>
                </a:lnTo>
                <a:lnTo>
                  <a:pt x="729472" y="50846"/>
                </a:lnTo>
                <a:lnTo>
                  <a:pt x="730012" y="50503"/>
                </a:lnTo>
                <a:lnTo>
                  <a:pt x="730566" y="50177"/>
                </a:lnTo>
                <a:lnTo>
                  <a:pt x="731135" y="49868"/>
                </a:lnTo>
                <a:lnTo>
                  <a:pt x="731718" y="49575"/>
                </a:lnTo>
                <a:lnTo>
                  <a:pt x="732315" y="49299"/>
                </a:lnTo>
                <a:lnTo>
                  <a:pt x="732927" y="49040"/>
                </a:lnTo>
                <a:lnTo>
                  <a:pt x="733553" y="48797"/>
                </a:lnTo>
                <a:lnTo>
                  <a:pt x="734194" y="48571"/>
                </a:lnTo>
                <a:lnTo>
                  <a:pt x="734849" y="48362"/>
                </a:lnTo>
                <a:lnTo>
                  <a:pt x="735518" y="48170"/>
                </a:lnTo>
                <a:lnTo>
                  <a:pt x="736202" y="47994"/>
                </a:lnTo>
                <a:lnTo>
                  <a:pt x="736900" y="47835"/>
                </a:lnTo>
                <a:lnTo>
                  <a:pt x="737613" y="47693"/>
                </a:lnTo>
                <a:lnTo>
                  <a:pt x="738340" y="47568"/>
                </a:lnTo>
                <a:lnTo>
                  <a:pt x="739082" y="47459"/>
                </a:lnTo>
                <a:lnTo>
                  <a:pt x="739838" y="47367"/>
                </a:lnTo>
                <a:lnTo>
                  <a:pt x="740608" y="47291"/>
                </a:lnTo>
                <a:lnTo>
                  <a:pt x="741393" y="47233"/>
                </a:lnTo>
                <a:lnTo>
                  <a:pt x="742192" y="47191"/>
                </a:lnTo>
                <a:lnTo>
                  <a:pt x="743006" y="47166"/>
                </a:lnTo>
                <a:lnTo>
                  <a:pt x="743834" y="47158"/>
                </a:lnTo>
                <a:lnTo>
                  <a:pt x="744686" y="47166"/>
                </a:lnTo>
                <a:lnTo>
                  <a:pt x="745523" y="47191"/>
                </a:lnTo>
                <a:lnTo>
                  <a:pt x="746346" y="47233"/>
                </a:lnTo>
                <a:lnTo>
                  <a:pt x="747154" y="47291"/>
                </a:lnTo>
                <a:lnTo>
                  <a:pt x="747947" y="47367"/>
                </a:lnTo>
                <a:lnTo>
                  <a:pt x="748726" y="47459"/>
                </a:lnTo>
                <a:lnTo>
                  <a:pt x="749491" y="47568"/>
                </a:lnTo>
                <a:lnTo>
                  <a:pt x="750240" y="47693"/>
                </a:lnTo>
                <a:lnTo>
                  <a:pt x="750976" y="47835"/>
                </a:lnTo>
                <a:lnTo>
                  <a:pt x="751696" y="47994"/>
                </a:lnTo>
                <a:lnTo>
                  <a:pt x="752402" y="48170"/>
                </a:lnTo>
                <a:lnTo>
                  <a:pt x="753094" y="48362"/>
                </a:lnTo>
                <a:lnTo>
                  <a:pt x="753770" y="48571"/>
                </a:lnTo>
                <a:lnTo>
                  <a:pt x="754433" y="48797"/>
                </a:lnTo>
                <a:lnTo>
                  <a:pt x="755080" y="49040"/>
                </a:lnTo>
                <a:lnTo>
                  <a:pt x="755713" y="49299"/>
                </a:lnTo>
                <a:lnTo>
                  <a:pt x="756332" y="49575"/>
                </a:lnTo>
                <a:lnTo>
                  <a:pt x="756936" y="49868"/>
                </a:lnTo>
                <a:lnTo>
                  <a:pt x="757525" y="50177"/>
                </a:lnTo>
                <a:lnTo>
                  <a:pt x="758100" y="50503"/>
                </a:lnTo>
                <a:lnTo>
                  <a:pt x="758660" y="50846"/>
                </a:lnTo>
                <a:lnTo>
                  <a:pt x="759206" y="51206"/>
                </a:lnTo>
                <a:lnTo>
                  <a:pt x="759737" y="51582"/>
                </a:lnTo>
                <a:lnTo>
                  <a:pt x="760253" y="51975"/>
                </a:lnTo>
                <a:lnTo>
                  <a:pt x="760756" y="52383"/>
                </a:lnTo>
                <a:lnTo>
                  <a:pt x="761248" y="52803"/>
                </a:lnTo>
                <a:lnTo>
                  <a:pt x="761727" y="53236"/>
                </a:lnTo>
                <a:lnTo>
                  <a:pt x="762194" y="53681"/>
                </a:lnTo>
                <a:lnTo>
                  <a:pt x="762650" y="54139"/>
                </a:lnTo>
                <a:lnTo>
                  <a:pt x="763093" y="54610"/>
                </a:lnTo>
                <a:lnTo>
                  <a:pt x="763525" y="55093"/>
                </a:lnTo>
                <a:lnTo>
                  <a:pt x="763944" y="55588"/>
                </a:lnTo>
                <a:lnTo>
                  <a:pt x="764352" y="56097"/>
                </a:lnTo>
                <a:lnTo>
                  <a:pt x="764748" y="56618"/>
                </a:lnTo>
                <a:lnTo>
                  <a:pt x="765132" y="57151"/>
                </a:lnTo>
                <a:lnTo>
                  <a:pt x="765503" y="57697"/>
                </a:lnTo>
                <a:lnTo>
                  <a:pt x="765863" y="58256"/>
                </a:lnTo>
                <a:lnTo>
                  <a:pt x="766211" y="58827"/>
                </a:lnTo>
                <a:lnTo>
                  <a:pt x="766548" y="59411"/>
                </a:lnTo>
                <a:lnTo>
                  <a:pt x="766872" y="60007"/>
                </a:lnTo>
                <a:lnTo>
                  <a:pt x="767184" y="60616"/>
                </a:lnTo>
                <a:lnTo>
                  <a:pt x="767484" y="61238"/>
                </a:lnTo>
                <a:lnTo>
                  <a:pt x="767773" y="61872"/>
                </a:lnTo>
                <a:lnTo>
                  <a:pt x="768049" y="62519"/>
                </a:lnTo>
                <a:lnTo>
                  <a:pt x="768314" y="63179"/>
                </a:lnTo>
                <a:lnTo>
                  <a:pt x="768566" y="63851"/>
                </a:lnTo>
                <a:lnTo>
                  <a:pt x="768807" y="64535"/>
                </a:lnTo>
                <a:lnTo>
                  <a:pt x="769036" y="65233"/>
                </a:lnTo>
                <a:lnTo>
                  <a:pt x="769254" y="65940"/>
                </a:lnTo>
                <a:lnTo>
                  <a:pt x="769462" y="66655"/>
                </a:lnTo>
                <a:lnTo>
                  <a:pt x="769662" y="67379"/>
                </a:lnTo>
                <a:lnTo>
                  <a:pt x="769852" y="68110"/>
                </a:lnTo>
                <a:lnTo>
                  <a:pt x="770033" y="68849"/>
                </a:lnTo>
                <a:lnTo>
                  <a:pt x="770205" y="69597"/>
                </a:lnTo>
                <a:lnTo>
                  <a:pt x="770367" y="70352"/>
                </a:lnTo>
                <a:lnTo>
                  <a:pt x="770520" y="71115"/>
                </a:lnTo>
                <a:lnTo>
                  <a:pt x="770664" y="71886"/>
                </a:lnTo>
                <a:lnTo>
                  <a:pt x="770799" y="72665"/>
                </a:lnTo>
                <a:lnTo>
                  <a:pt x="770924" y="73451"/>
                </a:lnTo>
                <a:lnTo>
                  <a:pt x="771040" y="74246"/>
                </a:lnTo>
                <a:lnTo>
                  <a:pt x="771147" y="75049"/>
                </a:lnTo>
                <a:lnTo>
                  <a:pt x="771244" y="75860"/>
                </a:lnTo>
                <a:lnTo>
                  <a:pt x="771333" y="76678"/>
                </a:lnTo>
                <a:lnTo>
                  <a:pt x="771411" y="77505"/>
                </a:lnTo>
                <a:lnTo>
                  <a:pt x="771481" y="78339"/>
                </a:lnTo>
                <a:lnTo>
                  <a:pt x="771541" y="79181"/>
                </a:lnTo>
                <a:lnTo>
                  <a:pt x="771592" y="80032"/>
                </a:lnTo>
                <a:lnTo>
                  <a:pt x="771634" y="80890"/>
                </a:lnTo>
                <a:lnTo>
                  <a:pt x="771667" y="81756"/>
                </a:lnTo>
                <a:lnTo>
                  <a:pt x="771690" y="82630"/>
                </a:lnTo>
                <a:lnTo>
                  <a:pt x="771704" y="83512"/>
                </a:lnTo>
                <a:lnTo>
                  <a:pt x="771708" y="84402"/>
                </a:lnTo>
                <a:lnTo>
                  <a:pt x="771704" y="85275"/>
                </a:lnTo>
                <a:lnTo>
                  <a:pt x="771690" y="86141"/>
                </a:lnTo>
                <a:lnTo>
                  <a:pt x="771667" y="86999"/>
                </a:lnTo>
                <a:lnTo>
                  <a:pt x="771634" y="87849"/>
                </a:lnTo>
                <a:lnTo>
                  <a:pt x="771592" y="88691"/>
                </a:lnTo>
                <a:lnTo>
                  <a:pt x="771541" y="89525"/>
                </a:lnTo>
                <a:lnTo>
                  <a:pt x="771481" y="90352"/>
                </a:lnTo>
                <a:lnTo>
                  <a:pt x="771411" y="91171"/>
                </a:lnTo>
                <a:lnTo>
                  <a:pt x="771333" y="91982"/>
                </a:lnTo>
                <a:lnTo>
                  <a:pt x="771244" y="92785"/>
                </a:lnTo>
                <a:lnTo>
                  <a:pt x="771147" y="93581"/>
                </a:lnTo>
                <a:lnTo>
                  <a:pt x="771040" y="94369"/>
                </a:lnTo>
                <a:lnTo>
                  <a:pt x="770924" y="95149"/>
                </a:lnTo>
                <a:lnTo>
                  <a:pt x="770799" y="95922"/>
                </a:lnTo>
                <a:lnTo>
                  <a:pt x="770664" y="96686"/>
                </a:lnTo>
                <a:lnTo>
                  <a:pt x="770520" y="97443"/>
                </a:lnTo>
                <a:lnTo>
                  <a:pt x="770367" y="98193"/>
                </a:lnTo>
                <a:lnTo>
                  <a:pt x="770205" y="98934"/>
                </a:lnTo>
                <a:lnTo>
                  <a:pt x="770033" y="99668"/>
                </a:lnTo>
                <a:lnTo>
                  <a:pt x="769852" y="100394"/>
                </a:lnTo>
                <a:lnTo>
                  <a:pt x="769662" y="101112"/>
                </a:lnTo>
                <a:lnTo>
                  <a:pt x="769462" y="101822"/>
                </a:lnTo>
                <a:lnTo>
                  <a:pt x="769254" y="102525"/>
                </a:lnTo>
                <a:lnTo>
                  <a:pt x="769036" y="103220"/>
                </a:lnTo>
                <a:lnTo>
                  <a:pt x="768807" y="103905"/>
                </a:lnTo>
                <a:lnTo>
                  <a:pt x="768566" y="104577"/>
                </a:lnTo>
                <a:lnTo>
                  <a:pt x="768314" y="105237"/>
                </a:lnTo>
                <a:lnTo>
                  <a:pt x="768049" y="105885"/>
                </a:lnTo>
                <a:lnTo>
                  <a:pt x="767773" y="106520"/>
                </a:lnTo>
                <a:lnTo>
                  <a:pt x="767484" y="107143"/>
                </a:lnTo>
                <a:lnTo>
                  <a:pt x="767184" y="107754"/>
                </a:lnTo>
                <a:lnTo>
                  <a:pt x="766872" y="108352"/>
                </a:lnTo>
                <a:lnTo>
                  <a:pt x="766548" y="108937"/>
                </a:lnTo>
                <a:lnTo>
                  <a:pt x="766211" y="109511"/>
                </a:lnTo>
                <a:lnTo>
                  <a:pt x="765863" y="110071"/>
                </a:lnTo>
                <a:lnTo>
                  <a:pt x="765503" y="110620"/>
                </a:lnTo>
                <a:lnTo>
                  <a:pt x="765132" y="111156"/>
                </a:lnTo>
                <a:lnTo>
                  <a:pt x="764748" y="111679"/>
                </a:lnTo>
                <a:lnTo>
                  <a:pt x="764352" y="112190"/>
                </a:lnTo>
                <a:lnTo>
                  <a:pt x="763944" y="112689"/>
                </a:lnTo>
                <a:lnTo>
                  <a:pt x="763525" y="113176"/>
                </a:lnTo>
                <a:lnTo>
                  <a:pt x="763093" y="113649"/>
                </a:lnTo>
                <a:lnTo>
                  <a:pt x="762650" y="114111"/>
                </a:lnTo>
                <a:lnTo>
                  <a:pt x="762194" y="114560"/>
                </a:lnTo>
                <a:lnTo>
                  <a:pt x="761727" y="114997"/>
                </a:lnTo>
                <a:lnTo>
                  <a:pt x="761248" y="115421"/>
                </a:lnTo>
                <a:lnTo>
                  <a:pt x="760756" y="115833"/>
                </a:lnTo>
                <a:lnTo>
                  <a:pt x="760253" y="116233"/>
                </a:lnTo>
                <a:lnTo>
                  <a:pt x="759737" y="116617"/>
                </a:lnTo>
                <a:lnTo>
                  <a:pt x="759206" y="116986"/>
                </a:lnTo>
                <a:lnTo>
                  <a:pt x="758660" y="117338"/>
                </a:lnTo>
                <a:lnTo>
                  <a:pt x="758100" y="117674"/>
                </a:lnTo>
                <a:lnTo>
                  <a:pt x="757525" y="117993"/>
                </a:lnTo>
                <a:lnTo>
                  <a:pt x="756936" y="118296"/>
                </a:lnTo>
                <a:lnTo>
                  <a:pt x="756332" y="118583"/>
                </a:lnTo>
                <a:lnTo>
                  <a:pt x="755713" y="118853"/>
                </a:lnTo>
                <a:lnTo>
                  <a:pt x="755080" y="119107"/>
                </a:lnTo>
                <a:lnTo>
                  <a:pt x="754433" y="119344"/>
                </a:lnTo>
                <a:lnTo>
                  <a:pt x="753770" y="119565"/>
                </a:lnTo>
                <a:lnTo>
                  <a:pt x="753094" y="119770"/>
                </a:lnTo>
                <a:lnTo>
                  <a:pt x="752402" y="119958"/>
                </a:lnTo>
                <a:lnTo>
                  <a:pt x="751696" y="120130"/>
                </a:lnTo>
                <a:lnTo>
                  <a:pt x="750976" y="120286"/>
                </a:lnTo>
                <a:lnTo>
                  <a:pt x="750240" y="120425"/>
                </a:lnTo>
                <a:lnTo>
                  <a:pt x="749491" y="120548"/>
                </a:lnTo>
                <a:lnTo>
                  <a:pt x="748726" y="120654"/>
                </a:lnTo>
                <a:lnTo>
                  <a:pt x="747947" y="120744"/>
                </a:lnTo>
                <a:lnTo>
                  <a:pt x="747154" y="120818"/>
                </a:lnTo>
                <a:lnTo>
                  <a:pt x="746346" y="120875"/>
                </a:lnTo>
                <a:lnTo>
                  <a:pt x="745523" y="120916"/>
                </a:lnTo>
                <a:lnTo>
                  <a:pt x="744686" y="120941"/>
                </a:lnTo>
                <a:lnTo>
                  <a:pt x="743834" y="120949"/>
                </a:lnTo>
                <a:lnTo>
                  <a:pt x="743006" y="120941"/>
                </a:lnTo>
                <a:lnTo>
                  <a:pt x="742192" y="120916"/>
                </a:lnTo>
                <a:lnTo>
                  <a:pt x="741393" y="120875"/>
                </a:lnTo>
                <a:lnTo>
                  <a:pt x="740608" y="120818"/>
                </a:lnTo>
                <a:lnTo>
                  <a:pt x="739838" y="120744"/>
                </a:lnTo>
                <a:close/>
                <a:moveTo>
                  <a:pt x="1145031" y="133457"/>
                </a:moveTo>
                <a:lnTo>
                  <a:pt x="1145916" y="133374"/>
                </a:lnTo>
                <a:lnTo>
                  <a:pt x="1146791" y="133276"/>
                </a:lnTo>
                <a:lnTo>
                  <a:pt x="1147656" y="133163"/>
                </a:lnTo>
                <a:lnTo>
                  <a:pt x="1148512" y="133034"/>
                </a:lnTo>
                <a:lnTo>
                  <a:pt x="1149358" y="132891"/>
                </a:lnTo>
                <a:lnTo>
                  <a:pt x="1150194" y="132733"/>
                </a:lnTo>
                <a:lnTo>
                  <a:pt x="1151020" y="132559"/>
                </a:lnTo>
                <a:lnTo>
                  <a:pt x="1151836" y="132371"/>
                </a:lnTo>
                <a:lnTo>
                  <a:pt x="1152643" y="132167"/>
                </a:lnTo>
                <a:lnTo>
                  <a:pt x="1153440" y="131949"/>
                </a:lnTo>
                <a:lnTo>
                  <a:pt x="1154227" y="131715"/>
                </a:lnTo>
                <a:lnTo>
                  <a:pt x="1155005" y="131466"/>
                </a:lnTo>
                <a:lnTo>
                  <a:pt x="1155772" y="131202"/>
                </a:lnTo>
                <a:lnTo>
                  <a:pt x="1156530" y="130923"/>
                </a:lnTo>
                <a:lnTo>
                  <a:pt x="1157278" y="130629"/>
                </a:lnTo>
                <a:lnTo>
                  <a:pt x="1158016" y="130320"/>
                </a:lnTo>
                <a:lnTo>
                  <a:pt x="1158745" y="129995"/>
                </a:lnTo>
                <a:lnTo>
                  <a:pt x="1159463" y="129656"/>
                </a:lnTo>
                <a:lnTo>
                  <a:pt x="1160172" y="129302"/>
                </a:lnTo>
                <a:lnTo>
                  <a:pt x="1160873" y="128935"/>
                </a:lnTo>
                <a:lnTo>
                  <a:pt x="1161566" y="128558"/>
                </a:lnTo>
                <a:lnTo>
                  <a:pt x="1162252" y="128172"/>
                </a:lnTo>
                <a:lnTo>
                  <a:pt x="1162931" y="127776"/>
                </a:lnTo>
                <a:lnTo>
                  <a:pt x="1163603" y="127370"/>
                </a:lnTo>
                <a:lnTo>
                  <a:pt x="1164268" y="126954"/>
                </a:lnTo>
                <a:lnTo>
                  <a:pt x="1164926" y="126528"/>
                </a:lnTo>
                <a:lnTo>
                  <a:pt x="1165576" y="126093"/>
                </a:lnTo>
                <a:lnTo>
                  <a:pt x="1166220" y="125648"/>
                </a:lnTo>
                <a:lnTo>
                  <a:pt x="1166856" y="125193"/>
                </a:lnTo>
                <a:lnTo>
                  <a:pt x="1167485" y="124729"/>
                </a:lnTo>
                <a:lnTo>
                  <a:pt x="1168107" y="124254"/>
                </a:lnTo>
                <a:lnTo>
                  <a:pt x="1168722" y="123770"/>
                </a:lnTo>
                <a:lnTo>
                  <a:pt x="1169330" y="123276"/>
                </a:lnTo>
                <a:lnTo>
                  <a:pt x="1169931" y="122772"/>
                </a:lnTo>
                <a:lnTo>
                  <a:pt x="1170524" y="122259"/>
                </a:lnTo>
                <a:lnTo>
                  <a:pt x="1171111" y="121736"/>
                </a:lnTo>
                <a:lnTo>
                  <a:pt x="1171690" y="121202"/>
                </a:lnTo>
                <a:lnTo>
                  <a:pt x="1172262" y="120660"/>
                </a:lnTo>
                <a:lnTo>
                  <a:pt x="1172827" y="120107"/>
                </a:lnTo>
                <a:lnTo>
                  <a:pt x="1173385" y="119545"/>
                </a:lnTo>
                <a:lnTo>
                  <a:pt x="1173936" y="118972"/>
                </a:lnTo>
                <a:lnTo>
                  <a:pt x="1174480" y="118390"/>
                </a:lnTo>
                <a:lnTo>
                  <a:pt x="1175016" y="117799"/>
                </a:lnTo>
                <a:lnTo>
                  <a:pt x="1175685" y="131927"/>
                </a:lnTo>
                <a:lnTo>
                  <a:pt x="1190577" y="131927"/>
                </a:lnTo>
                <a:lnTo>
                  <a:pt x="1190577" y="67900"/>
                </a:lnTo>
                <a:lnTo>
                  <a:pt x="1190571" y="67046"/>
                </a:lnTo>
                <a:lnTo>
                  <a:pt x="1190555" y="66205"/>
                </a:lnTo>
                <a:lnTo>
                  <a:pt x="1190529" y="65377"/>
                </a:lnTo>
                <a:lnTo>
                  <a:pt x="1190492" y="64563"/>
                </a:lnTo>
                <a:lnTo>
                  <a:pt x="1190444" y="63762"/>
                </a:lnTo>
                <a:lnTo>
                  <a:pt x="1190386" y="62974"/>
                </a:lnTo>
                <a:lnTo>
                  <a:pt x="1190317" y="62199"/>
                </a:lnTo>
                <a:lnTo>
                  <a:pt x="1190237" y="61437"/>
                </a:lnTo>
                <a:lnTo>
                  <a:pt x="1190147" y="60688"/>
                </a:lnTo>
                <a:lnTo>
                  <a:pt x="1190046" y="59953"/>
                </a:lnTo>
                <a:lnTo>
                  <a:pt x="1189935" y="59230"/>
                </a:lnTo>
                <a:lnTo>
                  <a:pt x="1189813" y="58521"/>
                </a:lnTo>
                <a:lnTo>
                  <a:pt x="1189680" y="57825"/>
                </a:lnTo>
                <a:lnTo>
                  <a:pt x="1189537" y="57142"/>
                </a:lnTo>
                <a:lnTo>
                  <a:pt x="1189383" y="56472"/>
                </a:lnTo>
                <a:lnTo>
                  <a:pt x="1189219" y="55816"/>
                </a:lnTo>
                <a:lnTo>
                  <a:pt x="1189044" y="55172"/>
                </a:lnTo>
                <a:lnTo>
                  <a:pt x="1188858" y="54542"/>
                </a:lnTo>
                <a:lnTo>
                  <a:pt x="1188662" y="53925"/>
                </a:lnTo>
                <a:lnTo>
                  <a:pt x="1188455" y="53321"/>
                </a:lnTo>
                <a:lnTo>
                  <a:pt x="1188238" y="52730"/>
                </a:lnTo>
                <a:lnTo>
                  <a:pt x="1188010" y="52152"/>
                </a:lnTo>
                <a:lnTo>
                  <a:pt x="1187771" y="51587"/>
                </a:lnTo>
                <a:lnTo>
                  <a:pt x="1187522" y="51036"/>
                </a:lnTo>
                <a:lnTo>
                  <a:pt x="1187263" y="50496"/>
                </a:lnTo>
                <a:lnTo>
                  <a:pt x="1186998" y="49966"/>
                </a:lnTo>
                <a:lnTo>
                  <a:pt x="1186725" y="49446"/>
                </a:lnTo>
                <a:lnTo>
                  <a:pt x="1186444" y="48936"/>
                </a:lnTo>
                <a:lnTo>
                  <a:pt x="1186156" y="48436"/>
                </a:lnTo>
                <a:lnTo>
                  <a:pt x="1185860" y="47946"/>
                </a:lnTo>
                <a:lnTo>
                  <a:pt x="1185557" y="47466"/>
                </a:lnTo>
                <a:lnTo>
                  <a:pt x="1185247" y="46997"/>
                </a:lnTo>
                <a:lnTo>
                  <a:pt x="1184929" y="46537"/>
                </a:lnTo>
                <a:lnTo>
                  <a:pt x="1184603" y="46088"/>
                </a:lnTo>
                <a:lnTo>
                  <a:pt x="1184270" y="45649"/>
                </a:lnTo>
                <a:lnTo>
                  <a:pt x="1183930" y="45219"/>
                </a:lnTo>
                <a:lnTo>
                  <a:pt x="1183582" y="44800"/>
                </a:lnTo>
                <a:lnTo>
                  <a:pt x="1183227" y="44391"/>
                </a:lnTo>
                <a:lnTo>
                  <a:pt x="1182864" y="43992"/>
                </a:lnTo>
                <a:lnTo>
                  <a:pt x="1182494" y="43603"/>
                </a:lnTo>
                <a:lnTo>
                  <a:pt x="1182117" y="43224"/>
                </a:lnTo>
                <a:lnTo>
                  <a:pt x="1181731" y="42855"/>
                </a:lnTo>
                <a:lnTo>
                  <a:pt x="1181339" y="42497"/>
                </a:lnTo>
                <a:lnTo>
                  <a:pt x="1180939" y="42148"/>
                </a:lnTo>
                <a:lnTo>
                  <a:pt x="1180532" y="41809"/>
                </a:lnTo>
                <a:lnTo>
                  <a:pt x="1180117" y="41481"/>
                </a:lnTo>
                <a:lnTo>
                  <a:pt x="1179694" y="41163"/>
                </a:lnTo>
                <a:lnTo>
                  <a:pt x="1179264" y="40854"/>
                </a:lnTo>
                <a:lnTo>
                  <a:pt x="1178829" y="40555"/>
                </a:lnTo>
                <a:lnTo>
                  <a:pt x="1178388" y="40263"/>
                </a:lnTo>
                <a:lnTo>
                  <a:pt x="1177943" y="39980"/>
                </a:lnTo>
                <a:lnTo>
                  <a:pt x="1177493" y="39704"/>
                </a:lnTo>
                <a:lnTo>
                  <a:pt x="1177039" y="39436"/>
                </a:lnTo>
                <a:lnTo>
                  <a:pt x="1176580" y="39176"/>
                </a:lnTo>
                <a:lnTo>
                  <a:pt x="1176116" y="38924"/>
                </a:lnTo>
                <a:lnTo>
                  <a:pt x="1175648" y="38680"/>
                </a:lnTo>
                <a:lnTo>
                  <a:pt x="1175175" y="38443"/>
                </a:lnTo>
                <a:lnTo>
                  <a:pt x="1174697" y="38214"/>
                </a:lnTo>
                <a:lnTo>
                  <a:pt x="1174215" y="37994"/>
                </a:lnTo>
                <a:lnTo>
                  <a:pt x="1173728" y="37781"/>
                </a:lnTo>
                <a:lnTo>
                  <a:pt x="1173236" y="37576"/>
                </a:lnTo>
                <a:lnTo>
                  <a:pt x="1172740" y="37379"/>
                </a:lnTo>
                <a:lnTo>
                  <a:pt x="1172239" y="37189"/>
                </a:lnTo>
                <a:lnTo>
                  <a:pt x="1171734" y="37008"/>
                </a:lnTo>
                <a:lnTo>
                  <a:pt x="1171223" y="36834"/>
                </a:lnTo>
                <a:lnTo>
                  <a:pt x="1170709" y="36669"/>
                </a:lnTo>
                <a:lnTo>
                  <a:pt x="1170189" y="36511"/>
                </a:lnTo>
                <a:lnTo>
                  <a:pt x="1169665" y="36361"/>
                </a:lnTo>
                <a:lnTo>
                  <a:pt x="1169137" y="36219"/>
                </a:lnTo>
                <a:lnTo>
                  <a:pt x="1168603" y="36085"/>
                </a:lnTo>
                <a:lnTo>
                  <a:pt x="1168065" y="35958"/>
                </a:lnTo>
                <a:lnTo>
                  <a:pt x="1167523" y="35840"/>
                </a:lnTo>
                <a:lnTo>
                  <a:pt x="1166977" y="35727"/>
                </a:lnTo>
                <a:lnTo>
                  <a:pt x="1166429" y="35619"/>
                </a:lnTo>
                <a:lnTo>
                  <a:pt x="1165878" y="35517"/>
                </a:lnTo>
                <a:lnTo>
                  <a:pt x="1165326" y="35418"/>
                </a:lnTo>
                <a:lnTo>
                  <a:pt x="1164771" y="35325"/>
                </a:lnTo>
                <a:lnTo>
                  <a:pt x="1164214" y="35237"/>
                </a:lnTo>
                <a:lnTo>
                  <a:pt x="1163655" y="35153"/>
                </a:lnTo>
                <a:lnTo>
                  <a:pt x="1163094" y="35074"/>
                </a:lnTo>
                <a:lnTo>
                  <a:pt x="1162531" y="35000"/>
                </a:lnTo>
                <a:lnTo>
                  <a:pt x="1161966" y="34930"/>
                </a:lnTo>
                <a:lnTo>
                  <a:pt x="1161398" y="34866"/>
                </a:lnTo>
                <a:lnTo>
                  <a:pt x="1160829" y="34806"/>
                </a:lnTo>
                <a:lnTo>
                  <a:pt x="1160257" y="34751"/>
                </a:lnTo>
                <a:lnTo>
                  <a:pt x="1159683" y="34701"/>
                </a:lnTo>
                <a:lnTo>
                  <a:pt x="1159107" y="34655"/>
                </a:lnTo>
                <a:lnTo>
                  <a:pt x="1158528" y="34614"/>
                </a:lnTo>
                <a:lnTo>
                  <a:pt x="1157948" y="34579"/>
                </a:lnTo>
                <a:lnTo>
                  <a:pt x="1157365" y="34548"/>
                </a:lnTo>
                <a:lnTo>
                  <a:pt x="1156780" y="34521"/>
                </a:lnTo>
                <a:lnTo>
                  <a:pt x="1156193" y="34500"/>
                </a:lnTo>
                <a:lnTo>
                  <a:pt x="1155604" y="34483"/>
                </a:lnTo>
                <a:lnTo>
                  <a:pt x="1155013" y="34471"/>
                </a:lnTo>
                <a:lnTo>
                  <a:pt x="1154420" y="34464"/>
                </a:lnTo>
                <a:lnTo>
                  <a:pt x="1153824" y="34461"/>
                </a:lnTo>
                <a:lnTo>
                  <a:pt x="1152898" y="34467"/>
                </a:lnTo>
                <a:lnTo>
                  <a:pt x="1151980" y="34485"/>
                </a:lnTo>
                <a:lnTo>
                  <a:pt x="1151071" y="34514"/>
                </a:lnTo>
                <a:lnTo>
                  <a:pt x="1150171" y="34554"/>
                </a:lnTo>
                <a:lnTo>
                  <a:pt x="1149280" y="34607"/>
                </a:lnTo>
                <a:lnTo>
                  <a:pt x="1148398" y="34670"/>
                </a:lnTo>
                <a:lnTo>
                  <a:pt x="1147524" y="34746"/>
                </a:lnTo>
                <a:lnTo>
                  <a:pt x="1146659" y="34833"/>
                </a:lnTo>
                <a:lnTo>
                  <a:pt x="1145803" y="34932"/>
                </a:lnTo>
                <a:lnTo>
                  <a:pt x="1144956" y="35042"/>
                </a:lnTo>
                <a:lnTo>
                  <a:pt x="1144117" y="35164"/>
                </a:lnTo>
                <a:lnTo>
                  <a:pt x="1143288" y="35297"/>
                </a:lnTo>
                <a:lnTo>
                  <a:pt x="1142467" y="35443"/>
                </a:lnTo>
                <a:lnTo>
                  <a:pt x="1141654" y="35599"/>
                </a:lnTo>
                <a:lnTo>
                  <a:pt x="1140851" y="35768"/>
                </a:lnTo>
                <a:lnTo>
                  <a:pt x="1140057" y="35948"/>
                </a:lnTo>
                <a:lnTo>
                  <a:pt x="1139271" y="36139"/>
                </a:lnTo>
                <a:lnTo>
                  <a:pt x="1138494" y="36342"/>
                </a:lnTo>
                <a:lnTo>
                  <a:pt x="1137725" y="36557"/>
                </a:lnTo>
                <a:lnTo>
                  <a:pt x="1136966" y="36784"/>
                </a:lnTo>
                <a:lnTo>
                  <a:pt x="1136215" y="37022"/>
                </a:lnTo>
                <a:lnTo>
                  <a:pt x="1135473" y="37271"/>
                </a:lnTo>
                <a:lnTo>
                  <a:pt x="1134740" y="37533"/>
                </a:lnTo>
                <a:lnTo>
                  <a:pt x="1134016" y="37805"/>
                </a:lnTo>
                <a:lnTo>
                  <a:pt x="1133303" y="38091"/>
                </a:lnTo>
                <a:lnTo>
                  <a:pt x="1132602" y="38390"/>
                </a:lnTo>
                <a:lnTo>
                  <a:pt x="1131914" y="38702"/>
                </a:lnTo>
                <a:lnTo>
                  <a:pt x="1131240" y="39028"/>
                </a:lnTo>
                <a:lnTo>
                  <a:pt x="1130578" y="39368"/>
                </a:lnTo>
                <a:lnTo>
                  <a:pt x="1129929" y="39722"/>
                </a:lnTo>
                <a:lnTo>
                  <a:pt x="1129293" y="40089"/>
                </a:lnTo>
                <a:lnTo>
                  <a:pt x="1128670" y="40470"/>
                </a:lnTo>
                <a:lnTo>
                  <a:pt x="1128060" y="40865"/>
                </a:lnTo>
                <a:lnTo>
                  <a:pt x="1127463" y="41273"/>
                </a:lnTo>
                <a:lnTo>
                  <a:pt x="1126879" y="41695"/>
                </a:lnTo>
                <a:lnTo>
                  <a:pt x="1126308" y="42130"/>
                </a:lnTo>
                <a:lnTo>
                  <a:pt x="1125749" y="42580"/>
                </a:lnTo>
                <a:lnTo>
                  <a:pt x="1125204" y="43042"/>
                </a:lnTo>
                <a:lnTo>
                  <a:pt x="1124671" y="43519"/>
                </a:lnTo>
                <a:lnTo>
                  <a:pt x="1124152" y="44009"/>
                </a:lnTo>
                <a:lnTo>
                  <a:pt x="1123645" y="44513"/>
                </a:lnTo>
                <a:lnTo>
                  <a:pt x="1123151" y="45030"/>
                </a:lnTo>
                <a:lnTo>
                  <a:pt x="1122671" y="45562"/>
                </a:lnTo>
                <a:lnTo>
                  <a:pt x="1122203" y="46107"/>
                </a:lnTo>
                <a:lnTo>
                  <a:pt x="1121748" y="46665"/>
                </a:lnTo>
                <a:lnTo>
                  <a:pt x="1121306" y="47237"/>
                </a:lnTo>
                <a:lnTo>
                  <a:pt x="1120877" y="47823"/>
                </a:lnTo>
                <a:lnTo>
                  <a:pt x="1120461" y="48423"/>
                </a:lnTo>
                <a:lnTo>
                  <a:pt x="1120059" y="49036"/>
                </a:lnTo>
                <a:lnTo>
                  <a:pt x="1119675" y="49666"/>
                </a:lnTo>
                <a:lnTo>
                  <a:pt x="1119308" y="50311"/>
                </a:lnTo>
                <a:lnTo>
                  <a:pt x="1118958" y="50972"/>
                </a:lnTo>
                <a:lnTo>
                  <a:pt x="1118625" y="51649"/>
                </a:lnTo>
                <a:lnTo>
                  <a:pt x="1118310" y="52342"/>
                </a:lnTo>
                <a:lnTo>
                  <a:pt x="1118011" y="53050"/>
                </a:lnTo>
                <a:lnTo>
                  <a:pt x="1117729" y="53774"/>
                </a:lnTo>
                <a:lnTo>
                  <a:pt x="1117465" y="54513"/>
                </a:lnTo>
                <a:lnTo>
                  <a:pt x="1117217" y="55268"/>
                </a:lnTo>
                <a:lnTo>
                  <a:pt x="1116987" y="56039"/>
                </a:lnTo>
                <a:lnTo>
                  <a:pt x="1116773" y="56826"/>
                </a:lnTo>
                <a:lnTo>
                  <a:pt x="1116577" y="57628"/>
                </a:lnTo>
                <a:lnTo>
                  <a:pt x="1116398" y="58446"/>
                </a:lnTo>
                <a:lnTo>
                  <a:pt x="1116236" y="59280"/>
                </a:lnTo>
                <a:lnTo>
                  <a:pt x="1116091" y="60130"/>
                </a:lnTo>
                <a:lnTo>
                  <a:pt x="1115963" y="60995"/>
                </a:lnTo>
                <a:lnTo>
                  <a:pt x="1115852" y="61876"/>
                </a:lnTo>
                <a:lnTo>
                  <a:pt x="1115758" y="62772"/>
                </a:lnTo>
                <a:lnTo>
                  <a:pt x="1115681" y="63685"/>
                </a:lnTo>
                <a:lnTo>
                  <a:pt x="1115621" y="64613"/>
                </a:lnTo>
                <a:lnTo>
                  <a:pt x="1115578" y="65556"/>
                </a:lnTo>
                <a:lnTo>
                  <a:pt x="1115553" y="66516"/>
                </a:lnTo>
                <a:lnTo>
                  <a:pt x="1115544" y="67491"/>
                </a:lnTo>
                <a:lnTo>
                  <a:pt x="1131009" y="67491"/>
                </a:lnTo>
                <a:lnTo>
                  <a:pt x="1131020" y="66585"/>
                </a:lnTo>
                <a:lnTo>
                  <a:pt x="1131055" y="65699"/>
                </a:lnTo>
                <a:lnTo>
                  <a:pt x="1131112" y="64834"/>
                </a:lnTo>
                <a:lnTo>
                  <a:pt x="1131192" y="63989"/>
                </a:lnTo>
                <a:lnTo>
                  <a:pt x="1131295" y="63165"/>
                </a:lnTo>
                <a:lnTo>
                  <a:pt x="1131421" y="62361"/>
                </a:lnTo>
                <a:lnTo>
                  <a:pt x="1131569" y="61578"/>
                </a:lnTo>
                <a:lnTo>
                  <a:pt x="1131741" y="60816"/>
                </a:lnTo>
                <a:lnTo>
                  <a:pt x="1131935" y="60073"/>
                </a:lnTo>
                <a:lnTo>
                  <a:pt x="1132152" y="59351"/>
                </a:lnTo>
                <a:lnTo>
                  <a:pt x="1132393" y="58650"/>
                </a:lnTo>
                <a:lnTo>
                  <a:pt x="1132656" y="57969"/>
                </a:lnTo>
                <a:lnTo>
                  <a:pt x="1132942" y="57309"/>
                </a:lnTo>
                <a:lnTo>
                  <a:pt x="1133250" y="56669"/>
                </a:lnTo>
                <a:lnTo>
                  <a:pt x="1133582" y="56050"/>
                </a:lnTo>
                <a:lnTo>
                  <a:pt x="1133936" y="55451"/>
                </a:lnTo>
                <a:lnTo>
                  <a:pt x="1134314" y="54872"/>
                </a:lnTo>
                <a:lnTo>
                  <a:pt x="1134714" y="54314"/>
                </a:lnTo>
                <a:lnTo>
                  <a:pt x="1135137" y="53777"/>
                </a:lnTo>
                <a:lnTo>
                  <a:pt x="1135583" y="53260"/>
                </a:lnTo>
                <a:lnTo>
                  <a:pt x="1136052" y="52763"/>
                </a:lnTo>
                <a:lnTo>
                  <a:pt x="1136544" y="52287"/>
                </a:lnTo>
                <a:lnTo>
                  <a:pt x="1137058" y="51832"/>
                </a:lnTo>
                <a:lnTo>
                  <a:pt x="1137596" y="51397"/>
                </a:lnTo>
                <a:lnTo>
                  <a:pt x="1138150" y="50981"/>
                </a:lnTo>
                <a:lnTo>
                  <a:pt x="1138715" y="50582"/>
                </a:lnTo>
                <a:lnTo>
                  <a:pt x="1139290" y="50202"/>
                </a:lnTo>
                <a:lnTo>
                  <a:pt x="1139876" y="49839"/>
                </a:lnTo>
                <a:lnTo>
                  <a:pt x="1140473" y="49494"/>
                </a:lnTo>
                <a:lnTo>
                  <a:pt x="1141080" y="49166"/>
                </a:lnTo>
                <a:lnTo>
                  <a:pt x="1141698" y="48856"/>
                </a:lnTo>
                <a:lnTo>
                  <a:pt x="1142326" y="48564"/>
                </a:lnTo>
                <a:lnTo>
                  <a:pt x="1142965" y="48290"/>
                </a:lnTo>
                <a:lnTo>
                  <a:pt x="1143615" y="48033"/>
                </a:lnTo>
                <a:lnTo>
                  <a:pt x="1144275" y="47794"/>
                </a:lnTo>
                <a:lnTo>
                  <a:pt x="1144946" y="47573"/>
                </a:lnTo>
                <a:lnTo>
                  <a:pt x="1145628" y="47369"/>
                </a:lnTo>
                <a:lnTo>
                  <a:pt x="1146320" y="47184"/>
                </a:lnTo>
                <a:lnTo>
                  <a:pt x="1147023" y="47015"/>
                </a:lnTo>
                <a:lnTo>
                  <a:pt x="1147736" y="46865"/>
                </a:lnTo>
                <a:lnTo>
                  <a:pt x="1148460" y="46732"/>
                </a:lnTo>
                <a:lnTo>
                  <a:pt x="1149194" y="46617"/>
                </a:lnTo>
                <a:lnTo>
                  <a:pt x="1149939" y="46520"/>
                </a:lnTo>
                <a:lnTo>
                  <a:pt x="1150695" y="46440"/>
                </a:lnTo>
                <a:lnTo>
                  <a:pt x="1151461" y="46378"/>
                </a:lnTo>
                <a:lnTo>
                  <a:pt x="1152238" y="46334"/>
                </a:lnTo>
                <a:lnTo>
                  <a:pt x="1153026" y="46307"/>
                </a:lnTo>
                <a:lnTo>
                  <a:pt x="1153824" y="46299"/>
                </a:lnTo>
                <a:lnTo>
                  <a:pt x="1154574" y="46307"/>
                </a:lnTo>
                <a:lnTo>
                  <a:pt x="1155314" y="46331"/>
                </a:lnTo>
                <a:lnTo>
                  <a:pt x="1156042" y="46372"/>
                </a:lnTo>
                <a:lnTo>
                  <a:pt x="1156760" y="46428"/>
                </a:lnTo>
                <a:lnTo>
                  <a:pt x="1157466" y="46502"/>
                </a:lnTo>
                <a:lnTo>
                  <a:pt x="1158162" y="46591"/>
                </a:lnTo>
                <a:lnTo>
                  <a:pt x="1158846" y="46696"/>
                </a:lnTo>
                <a:lnTo>
                  <a:pt x="1159520" y="46818"/>
                </a:lnTo>
                <a:lnTo>
                  <a:pt x="1160183" y="46956"/>
                </a:lnTo>
                <a:lnTo>
                  <a:pt x="1160835" y="47111"/>
                </a:lnTo>
                <a:lnTo>
                  <a:pt x="1161475" y="47281"/>
                </a:lnTo>
                <a:lnTo>
                  <a:pt x="1162105" y="47468"/>
                </a:lnTo>
                <a:lnTo>
                  <a:pt x="1162724" y="47671"/>
                </a:lnTo>
                <a:lnTo>
                  <a:pt x="1163332" y="47890"/>
                </a:lnTo>
                <a:lnTo>
                  <a:pt x="1163930" y="48126"/>
                </a:lnTo>
                <a:lnTo>
                  <a:pt x="1164516" y="48377"/>
                </a:lnTo>
                <a:lnTo>
                  <a:pt x="1165091" y="48645"/>
                </a:lnTo>
                <a:lnTo>
                  <a:pt x="1165655" y="48930"/>
                </a:lnTo>
                <a:lnTo>
                  <a:pt x="1166209" y="49230"/>
                </a:lnTo>
                <a:lnTo>
                  <a:pt x="1166751" y="49547"/>
                </a:lnTo>
                <a:lnTo>
                  <a:pt x="1167283" y="49880"/>
                </a:lnTo>
                <a:lnTo>
                  <a:pt x="1167803" y="50229"/>
                </a:lnTo>
                <a:lnTo>
                  <a:pt x="1168313" y="50594"/>
                </a:lnTo>
                <a:lnTo>
                  <a:pt x="1168811" y="50976"/>
                </a:lnTo>
                <a:lnTo>
                  <a:pt x="1169294" y="51380"/>
                </a:lnTo>
                <a:lnTo>
                  <a:pt x="1169757" y="51811"/>
                </a:lnTo>
                <a:lnTo>
                  <a:pt x="1170199" y="52269"/>
                </a:lnTo>
                <a:lnTo>
                  <a:pt x="1170620" y="52755"/>
                </a:lnTo>
                <a:lnTo>
                  <a:pt x="1171021" y="53268"/>
                </a:lnTo>
                <a:lnTo>
                  <a:pt x="1171401" y="53808"/>
                </a:lnTo>
                <a:lnTo>
                  <a:pt x="1171760" y="54376"/>
                </a:lnTo>
                <a:lnTo>
                  <a:pt x="1172100" y="54972"/>
                </a:lnTo>
                <a:lnTo>
                  <a:pt x="1172418" y="55595"/>
                </a:lnTo>
                <a:lnTo>
                  <a:pt x="1172716" y="56245"/>
                </a:lnTo>
                <a:lnTo>
                  <a:pt x="1172993" y="56923"/>
                </a:lnTo>
                <a:lnTo>
                  <a:pt x="1173250" y="57628"/>
                </a:lnTo>
                <a:lnTo>
                  <a:pt x="1173487" y="58360"/>
                </a:lnTo>
                <a:lnTo>
                  <a:pt x="1173702" y="59120"/>
                </a:lnTo>
                <a:lnTo>
                  <a:pt x="1173898" y="59908"/>
                </a:lnTo>
                <a:lnTo>
                  <a:pt x="1174072" y="60722"/>
                </a:lnTo>
                <a:lnTo>
                  <a:pt x="1174227" y="61565"/>
                </a:lnTo>
                <a:lnTo>
                  <a:pt x="1174360" y="62434"/>
                </a:lnTo>
                <a:lnTo>
                  <a:pt x="1174473" y="63331"/>
                </a:lnTo>
                <a:lnTo>
                  <a:pt x="1174566" y="64256"/>
                </a:lnTo>
                <a:lnTo>
                  <a:pt x="1174638" y="65208"/>
                </a:lnTo>
                <a:lnTo>
                  <a:pt x="1174689" y="66187"/>
                </a:lnTo>
                <a:lnTo>
                  <a:pt x="1174720" y="67194"/>
                </a:lnTo>
                <a:lnTo>
                  <a:pt x="1174730" y="68228"/>
                </a:lnTo>
                <a:lnTo>
                  <a:pt x="1174730" y="75068"/>
                </a:lnTo>
                <a:lnTo>
                  <a:pt x="1173140" y="75088"/>
                </a:lnTo>
                <a:lnTo>
                  <a:pt x="1171566" y="75116"/>
                </a:lnTo>
                <a:lnTo>
                  <a:pt x="1170009" y="75152"/>
                </a:lnTo>
                <a:lnTo>
                  <a:pt x="1168469" y="75195"/>
                </a:lnTo>
                <a:lnTo>
                  <a:pt x="1166946" y="75245"/>
                </a:lnTo>
                <a:lnTo>
                  <a:pt x="1165440" y="75304"/>
                </a:lnTo>
                <a:lnTo>
                  <a:pt x="1163951" y="75370"/>
                </a:lnTo>
                <a:lnTo>
                  <a:pt x="1162479" y="75444"/>
                </a:lnTo>
                <a:lnTo>
                  <a:pt x="1161024" y="75525"/>
                </a:lnTo>
                <a:lnTo>
                  <a:pt x="1159586" y="75614"/>
                </a:lnTo>
                <a:lnTo>
                  <a:pt x="1158164" y="75710"/>
                </a:lnTo>
                <a:lnTo>
                  <a:pt x="1156760" y="75815"/>
                </a:lnTo>
                <a:lnTo>
                  <a:pt x="1155372" y="75926"/>
                </a:lnTo>
                <a:lnTo>
                  <a:pt x="1154001" y="76046"/>
                </a:lnTo>
                <a:lnTo>
                  <a:pt x="1152647" y="76173"/>
                </a:lnTo>
                <a:lnTo>
                  <a:pt x="1151310" y="76308"/>
                </a:lnTo>
                <a:lnTo>
                  <a:pt x="1149990" y="76450"/>
                </a:lnTo>
                <a:lnTo>
                  <a:pt x="1148687" y="76600"/>
                </a:lnTo>
                <a:lnTo>
                  <a:pt x="1147401" y="76758"/>
                </a:lnTo>
                <a:lnTo>
                  <a:pt x="1146132" y="76923"/>
                </a:lnTo>
                <a:lnTo>
                  <a:pt x="1144879" y="77096"/>
                </a:lnTo>
                <a:lnTo>
                  <a:pt x="1143644" y="77276"/>
                </a:lnTo>
                <a:lnTo>
                  <a:pt x="1142425" y="77465"/>
                </a:lnTo>
                <a:lnTo>
                  <a:pt x="1141223" y="77660"/>
                </a:lnTo>
                <a:lnTo>
                  <a:pt x="1140041" y="77867"/>
                </a:lnTo>
                <a:lnTo>
                  <a:pt x="1138882" y="78089"/>
                </a:lnTo>
                <a:lnTo>
                  <a:pt x="1137745" y="78326"/>
                </a:lnTo>
                <a:lnTo>
                  <a:pt x="1136631" y="78577"/>
                </a:lnTo>
                <a:lnTo>
                  <a:pt x="1135539" y="78843"/>
                </a:lnTo>
                <a:lnTo>
                  <a:pt x="1134469" y="79124"/>
                </a:lnTo>
                <a:lnTo>
                  <a:pt x="1133423" y="79420"/>
                </a:lnTo>
                <a:lnTo>
                  <a:pt x="1132398" y="79730"/>
                </a:lnTo>
                <a:lnTo>
                  <a:pt x="1131397" y="80055"/>
                </a:lnTo>
                <a:lnTo>
                  <a:pt x="1130418" y="80395"/>
                </a:lnTo>
                <a:lnTo>
                  <a:pt x="1129461" y="80750"/>
                </a:lnTo>
                <a:lnTo>
                  <a:pt x="1128527" y="81119"/>
                </a:lnTo>
                <a:lnTo>
                  <a:pt x="1127615" y="81504"/>
                </a:lnTo>
                <a:lnTo>
                  <a:pt x="1126726" y="81903"/>
                </a:lnTo>
                <a:lnTo>
                  <a:pt x="1125860" y="82316"/>
                </a:lnTo>
                <a:lnTo>
                  <a:pt x="1125016" y="82745"/>
                </a:lnTo>
                <a:lnTo>
                  <a:pt x="1124195" y="83188"/>
                </a:lnTo>
                <a:lnTo>
                  <a:pt x="1123396" y="83646"/>
                </a:lnTo>
                <a:lnTo>
                  <a:pt x="1122620" y="84119"/>
                </a:lnTo>
                <a:lnTo>
                  <a:pt x="1121866" y="84607"/>
                </a:lnTo>
                <a:lnTo>
                  <a:pt x="1121135" y="85109"/>
                </a:lnTo>
                <a:lnTo>
                  <a:pt x="1120426" y="85627"/>
                </a:lnTo>
                <a:lnTo>
                  <a:pt x="1119740" y="86159"/>
                </a:lnTo>
                <a:lnTo>
                  <a:pt x="1119076" y="86705"/>
                </a:lnTo>
                <a:lnTo>
                  <a:pt x="1118438" y="87270"/>
                </a:lnTo>
                <a:lnTo>
                  <a:pt x="1117826" y="87856"/>
                </a:lnTo>
                <a:lnTo>
                  <a:pt x="1117242" y="88464"/>
                </a:lnTo>
                <a:lnTo>
                  <a:pt x="1116685" y="89093"/>
                </a:lnTo>
                <a:lnTo>
                  <a:pt x="1116155" y="89743"/>
                </a:lnTo>
                <a:lnTo>
                  <a:pt x="1115652" y="90415"/>
                </a:lnTo>
                <a:lnTo>
                  <a:pt x="1115176" y="91108"/>
                </a:lnTo>
                <a:lnTo>
                  <a:pt x="1114728" y="91823"/>
                </a:lnTo>
                <a:lnTo>
                  <a:pt x="1114306" y="92559"/>
                </a:lnTo>
                <a:lnTo>
                  <a:pt x="1113912" y="93316"/>
                </a:lnTo>
                <a:lnTo>
                  <a:pt x="1113545" y="94095"/>
                </a:lnTo>
                <a:lnTo>
                  <a:pt x="1113206" y="94895"/>
                </a:lnTo>
                <a:lnTo>
                  <a:pt x="1112893" y="95716"/>
                </a:lnTo>
                <a:lnTo>
                  <a:pt x="1112608" y="96559"/>
                </a:lnTo>
                <a:lnTo>
                  <a:pt x="1112349" y="97423"/>
                </a:lnTo>
                <a:lnTo>
                  <a:pt x="1112118" y="98309"/>
                </a:lnTo>
                <a:lnTo>
                  <a:pt x="1111914" y="99216"/>
                </a:lnTo>
                <a:lnTo>
                  <a:pt x="1111738" y="100145"/>
                </a:lnTo>
                <a:lnTo>
                  <a:pt x="1111588" y="101094"/>
                </a:lnTo>
                <a:lnTo>
                  <a:pt x="1111466" y="102066"/>
                </a:lnTo>
                <a:lnTo>
                  <a:pt x="1111371" y="103058"/>
                </a:lnTo>
                <a:lnTo>
                  <a:pt x="1111303" y="104072"/>
                </a:lnTo>
                <a:lnTo>
                  <a:pt x="1111262" y="105108"/>
                </a:lnTo>
                <a:lnTo>
                  <a:pt x="1111249" y="106164"/>
                </a:lnTo>
                <a:lnTo>
                  <a:pt x="1111255" y="106909"/>
                </a:lnTo>
                <a:lnTo>
                  <a:pt x="1111276" y="107644"/>
                </a:lnTo>
                <a:lnTo>
                  <a:pt x="1111310" y="108369"/>
                </a:lnTo>
                <a:lnTo>
                  <a:pt x="1111359" y="109083"/>
                </a:lnTo>
                <a:lnTo>
                  <a:pt x="1111421" y="109788"/>
                </a:lnTo>
                <a:lnTo>
                  <a:pt x="1111496" y="110483"/>
                </a:lnTo>
                <a:lnTo>
                  <a:pt x="1111586" y="111167"/>
                </a:lnTo>
                <a:lnTo>
                  <a:pt x="1111689" y="111842"/>
                </a:lnTo>
                <a:lnTo>
                  <a:pt x="1111806" y="112507"/>
                </a:lnTo>
                <a:lnTo>
                  <a:pt x="1111936" y="113161"/>
                </a:lnTo>
                <a:lnTo>
                  <a:pt x="1112081" y="113806"/>
                </a:lnTo>
                <a:lnTo>
                  <a:pt x="1112239" y="114440"/>
                </a:lnTo>
                <a:lnTo>
                  <a:pt x="1112411" y="115065"/>
                </a:lnTo>
                <a:lnTo>
                  <a:pt x="1112597" y="115680"/>
                </a:lnTo>
                <a:lnTo>
                  <a:pt x="1112796" y="116284"/>
                </a:lnTo>
                <a:lnTo>
                  <a:pt x="1113009" y="116879"/>
                </a:lnTo>
                <a:lnTo>
                  <a:pt x="1113236" y="117463"/>
                </a:lnTo>
                <a:lnTo>
                  <a:pt x="1113477" y="118038"/>
                </a:lnTo>
                <a:lnTo>
                  <a:pt x="1113731" y="118602"/>
                </a:lnTo>
                <a:lnTo>
                  <a:pt x="1114000" y="119156"/>
                </a:lnTo>
                <a:lnTo>
                  <a:pt x="1114282" y="119701"/>
                </a:lnTo>
                <a:lnTo>
                  <a:pt x="1114577" y="120235"/>
                </a:lnTo>
                <a:lnTo>
                  <a:pt x="1114887" y="120760"/>
                </a:lnTo>
                <a:lnTo>
                  <a:pt x="1115210" y="121274"/>
                </a:lnTo>
                <a:lnTo>
                  <a:pt x="1115545" y="121778"/>
                </a:lnTo>
                <a:lnTo>
                  <a:pt x="1115889" y="122272"/>
                </a:lnTo>
                <a:lnTo>
                  <a:pt x="1116242" y="122756"/>
                </a:lnTo>
                <a:lnTo>
                  <a:pt x="1116605" y="123229"/>
                </a:lnTo>
                <a:lnTo>
                  <a:pt x="1116977" y="123691"/>
                </a:lnTo>
                <a:lnTo>
                  <a:pt x="1117358" y="124144"/>
                </a:lnTo>
                <a:lnTo>
                  <a:pt x="1117749" y="124586"/>
                </a:lnTo>
                <a:lnTo>
                  <a:pt x="1118148" y="125018"/>
                </a:lnTo>
                <a:lnTo>
                  <a:pt x="1118557" y="125439"/>
                </a:lnTo>
                <a:lnTo>
                  <a:pt x="1118976" y="125850"/>
                </a:lnTo>
                <a:lnTo>
                  <a:pt x="1119403" y="126250"/>
                </a:lnTo>
                <a:lnTo>
                  <a:pt x="1119840" y="126641"/>
                </a:lnTo>
                <a:lnTo>
                  <a:pt x="1120286" y="127021"/>
                </a:lnTo>
                <a:lnTo>
                  <a:pt x="1120742" y="127390"/>
                </a:lnTo>
                <a:lnTo>
                  <a:pt x="1121206" y="127749"/>
                </a:lnTo>
                <a:lnTo>
                  <a:pt x="1121680" y="128098"/>
                </a:lnTo>
                <a:lnTo>
                  <a:pt x="1122164" y="128437"/>
                </a:lnTo>
                <a:lnTo>
                  <a:pt x="1122656" y="128765"/>
                </a:lnTo>
                <a:lnTo>
                  <a:pt x="1123158" y="129082"/>
                </a:lnTo>
                <a:lnTo>
                  <a:pt x="1123669" y="129390"/>
                </a:lnTo>
                <a:lnTo>
                  <a:pt x="1124189" y="129687"/>
                </a:lnTo>
                <a:lnTo>
                  <a:pt x="1124719" y="129974"/>
                </a:lnTo>
                <a:lnTo>
                  <a:pt x="1125258" y="130250"/>
                </a:lnTo>
                <a:lnTo>
                  <a:pt x="1125806" y="130516"/>
                </a:lnTo>
                <a:lnTo>
                  <a:pt x="1126362" y="130771"/>
                </a:lnTo>
                <a:lnTo>
                  <a:pt x="1126922" y="131016"/>
                </a:lnTo>
                <a:lnTo>
                  <a:pt x="1127487" y="131249"/>
                </a:lnTo>
                <a:lnTo>
                  <a:pt x="1128056" y="131472"/>
                </a:lnTo>
                <a:lnTo>
                  <a:pt x="1128631" y="131684"/>
                </a:lnTo>
                <a:lnTo>
                  <a:pt x="1129210" y="131885"/>
                </a:lnTo>
                <a:lnTo>
                  <a:pt x="1129794" y="132075"/>
                </a:lnTo>
                <a:lnTo>
                  <a:pt x="1130383" y="132254"/>
                </a:lnTo>
                <a:lnTo>
                  <a:pt x="1130977" y="132423"/>
                </a:lnTo>
                <a:lnTo>
                  <a:pt x="1131575" y="132580"/>
                </a:lnTo>
                <a:lnTo>
                  <a:pt x="1132179" y="132727"/>
                </a:lnTo>
                <a:lnTo>
                  <a:pt x="1132787" y="132863"/>
                </a:lnTo>
                <a:lnTo>
                  <a:pt x="1133400" y="132988"/>
                </a:lnTo>
                <a:lnTo>
                  <a:pt x="1134018" y="133102"/>
                </a:lnTo>
                <a:lnTo>
                  <a:pt x="1134640" y="133205"/>
                </a:lnTo>
                <a:lnTo>
                  <a:pt x="1135268" y="133297"/>
                </a:lnTo>
                <a:lnTo>
                  <a:pt x="1135900" y="133379"/>
                </a:lnTo>
                <a:lnTo>
                  <a:pt x="1136537" y="133450"/>
                </a:lnTo>
                <a:lnTo>
                  <a:pt x="1137179" y="133509"/>
                </a:lnTo>
                <a:lnTo>
                  <a:pt x="1137825" y="133558"/>
                </a:lnTo>
                <a:lnTo>
                  <a:pt x="1138477" y="133596"/>
                </a:lnTo>
                <a:lnTo>
                  <a:pt x="1139133" y="133623"/>
                </a:lnTo>
                <a:lnTo>
                  <a:pt x="1139794" y="133640"/>
                </a:lnTo>
                <a:lnTo>
                  <a:pt x="1140460" y="133645"/>
                </a:lnTo>
                <a:lnTo>
                  <a:pt x="1141393" y="133638"/>
                </a:lnTo>
                <a:lnTo>
                  <a:pt x="1142317" y="133615"/>
                </a:lnTo>
                <a:lnTo>
                  <a:pt x="1143232" y="133577"/>
                </a:lnTo>
                <a:lnTo>
                  <a:pt x="1144136" y="133525"/>
                </a:lnTo>
                <a:lnTo>
                  <a:pt x="1145031" y="133457"/>
                </a:lnTo>
                <a:close/>
                <a:moveTo>
                  <a:pt x="1141260" y="121239"/>
                </a:moveTo>
                <a:lnTo>
                  <a:pt x="1140624" y="121156"/>
                </a:lnTo>
                <a:lnTo>
                  <a:pt x="1140001" y="121059"/>
                </a:lnTo>
                <a:lnTo>
                  <a:pt x="1139394" y="120946"/>
                </a:lnTo>
                <a:lnTo>
                  <a:pt x="1138800" y="120819"/>
                </a:lnTo>
                <a:lnTo>
                  <a:pt x="1138221" y="120676"/>
                </a:lnTo>
                <a:lnTo>
                  <a:pt x="1137657" y="120519"/>
                </a:lnTo>
                <a:lnTo>
                  <a:pt x="1137107" y="120346"/>
                </a:lnTo>
                <a:lnTo>
                  <a:pt x="1136571" y="120159"/>
                </a:lnTo>
                <a:lnTo>
                  <a:pt x="1136049" y="119956"/>
                </a:lnTo>
                <a:lnTo>
                  <a:pt x="1135543" y="119739"/>
                </a:lnTo>
                <a:lnTo>
                  <a:pt x="1135050" y="119506"/>
                </a:lnTo>
                <a:lnTo>
                  <a:pt x="1134572" y="119259"/>
                </a:lnTo>
                <a:lnTo>
                  <a:pt x="1134108" y="118996"/>
                </a:lnTo>
                <a:lnTo>
                  <a:pt x="1133659" y="118719"/>
                </a:lnTo>
                <a:lnTo>
                  <a:pt x="1133224" y="118426"/>
                </a:lnTo>
                <a:lnTo>
                  <a:pt x="1132804" y="118119"/>
                </a:lnTo>
                <a:lnTo>
                  <a:pt x="1132398" y="117797"/>
                </a:lnTo>
                <a:lnTo>
                  <a:pt x="1132007" y="117459"/>
                </a:lnTo>
                <a:lnTo>
                  <a:pt x="1131629" y="117107"/>
                </a:lnTo>
                <a:lnTo>
                  <a:pt x="1131267" y="116742"/>
                </a:lnTo>
                <a:lnTo>
                  <a:pt x="1130920" y="116366"/>
                </a:lnTo>
                <a:lnTo>
                  <a:pt x="1130589" y="115981"/>
                </a:lnTo>
                <a:lnTo>
                  <a:pt x="1130273" y="115585"/>
                </a:lnTo>
                <a:lnTo>
                  <a:pt x="1129973" y="115180"/>
                </a:lnTo>
                <a:lnTo>
                  <a:pt x="1129687" y="114764"/>
                </a:lnTo>
                <a:lnTo>
                  <a:pt x="1129418" y="114338"/>
                </a:lnTo>
                <a:lnTo>
                  <a:pt x="1129163" y="113901"/>
                </a:lnTo>
                <a:lnTo>
                  <a:pt x="1128924" y="113455"/>
                </a:lnTo>
                <a:lnTo>
                  <a:pt x="1128701" y="112998"/>
                </a:lnTo>
                <a:lnTo>
                  <a:pt x="1128493" y="112532"/>
                </a:lnTo>
                <a:lnTo>
                  <a:pt x="1128300" y="112055"/>
                </a:lnTo>
                <a:lnTo>
                  <a:pt x="1128123" y="111568"/>
                </a:lnTo>
                <a:lnTo>
                  <a:pt x="1127961" y="111070"/>
                </a:lnTo>
                <a:lnTo>
                  <a:pt x="1127815" y="110563"/>
                </a:lnTo>
                <a:lnTo>
                  <a:pt x="1127684" y="110045"/>
                </a:lnTo>
                <a:lnTo>
                  <a:pt x="1127568" y="109517"/>
                </a:lnTo>
                <a:lnTo>
                  <a:pt x="1127468" y="108979"/>
                </a:lnTo>
                <a:lnTo>
                  <a:pt x="1127383" y="108431"/>
                </a:lnTo>
                <a:lnTo>
                  <a:pt x="1127314" y="107873"/>
                </a:lnTo>
                <a:lnTo>
                  <a:pt x="1127260" y="107304"/>
                </a:lnTo>
                <a:lnTo>
                  <a:pt x="1127221" y="106726"/>
                </a:lnTo>
                <a:lnTo>
                  <a:pt x="1127198" y="106137"/>
                </a:lnTo>
                <a:lnTo>
                  <a:pt x="1127191" y="105538"/>
                </a:lnTo>
                <a:lnTo>
                  <a:pt x="1127210" y="104663"/>
                </a:lnTo>
                <a:lnTo>
                  <a:pt x="1127267" y="103809"/>
                </a:lnTo>
                <a:lnTo>
                  <a:pt x="1127363" y="102975"/>
                </a:lnTo>
                <a:lnTo>
                  <a:pt x="1127497" y="102162"/>
                </a:lnTo>
                <a:lnTo>
                  <a:pt x="1127669" y="101370"/>
                </a:lnTo>
                <a:lnTo>
                  <a:pt x="1127880" y="100599"/>
                </a:lnTo>
                <a:lnTo>
                  <a:pt x="1128128" y="99848"/>
                </a:lnTo>
                <a:lnTo>
                  <a:pt x="1128416" y="99118"/>
                </a:lnTo>
                <a:lnTo>
                  <a:pt x="1128741" y="98408"/>
                </a:lnTo>
                <a:lnTo>
                  <a:pt x="1129105" y="97720"/>
                </a:lnTo>
                <a:lnTo>
                  <a:pt x="1129507" y="97052"/>
                </a:lnTo>
                <a:lnTo>
                  <a:pt x="1129947" y="96404"/>
                </a:lnTo>
                <a:lnTo>
                  <a:pt x="1130426" y="95778"/>
                </a:lnTo>
                <a:lnTo>
                  <a:pt x="1130942" y="95172"/>
                </a:lnTo>
                <a:lnTo>
                  <a:pt x="1131497" y="94586"/>
                </a:lnTo>
                <a:lnTo>
                  <a:pt x="1132091" y="94022"/>
                </a:lnTo>
                <a:lnTo>
                  <a:pt x="1132723" y="93478"/>
                </a:lnTo>
                <a:lnTo>
                  <a:pt x="1133392" y="92954"/>
                </a:lnTo>
                <a:lnTo>
                  <a:pt x="1134101" y="92452"/>
                </a:lnTo>
                <a:lnTo>
                  <a:pt x="1134847" y="91970"/>
                </a:lnTo>
                <a:lnTo>
                  <a:pt x="1135632" y="91509"/>
                </a:lnTo>
                <a:lnTo>
                  <a:pt x="1136455" y="91068"/>
                </a:lnTo>
                <a:lnTo>
                  <a:pt x="1137317" y="90648"/>
                </a:lnTo>
                <a:lnTo>
                  <a:pt x="1138216" y="90249"/>
                </a:lnTo>
                <a:lnTo>
                  <a:pt x="1139160" y="89868"/>
                </a:lnTo>
                <a:lnTo>
                  <a:pt x="1140154" y="89502"/>
                </a:lnTo>
                <a:lnTo>
                  <a:pt x="1141197" y="89150"/>
                </a:lnTo>
                <a:lnTo>
                  <a:pt x="1142291" y="88814"/>
                </a:lnTo>
                <a:lnTo>
                  <a:pt x="1143434" y="88494"/>
                </a:lnTo>
                <a:lnTo>
                  <a:pt x="1144627" y="88188"/>
                </a:lnTo>
                <a:lnTo>
                  <a:pt x="1145870" y="87898"/>
                </a:lnTo>
                <a:lnTo>
                  <a:pt x="1147163" y="87622"/>
                </a:lnTo>
                <a:lnTo>
                  <a:pt x="1148506" y="87362"/>
                </a:lnTo>
                <a:lnTo>
                  <a:pt x="1149899" y="87117"/>
                </a:lnTo>
                <a:lnTo>
                  <a:pt x="1151341" y="86888"/>
                </a:lnTo>
                <a:lnTo>
                  <a:pt x="1152834" y="86673"/>
                </a:lnTo>
                <a:lnTo>
                  <a:pt x="1154376" y="86474"/>
                </a:lnTo>
                <a:lnTo>
                  <a:pt x="1155968" y="86290"/>
                </a:lnTo>
                <a:lnTo>
                  <a:pt x="1157610" y="86121"/>
                </a:lnTo>
                <a:lnTo>
                  <a:pt x="1159302" y="85967"/>
                </a:lnTo>
                <a:lnTo>
                  <a:pt x="1161044" y="85828"/>
                </a:lnTo>
                <a:lnTo>
                  <a:pt x="1162836" y="85705"/>
                </a:lnTo>
                <a:lnTo>
                  <a:pt x="1164678" y="85596"/>
                </a:lnTo>
                <a:lnTo>
                  <a:pt x="1166569" y="85503"/>
                </a:lnTo>
                <a:lnTo>
                  <a:pt x="1168511" y="85425"/>
                </a:lnTo>
                <a:lnTo>
                  <a:pt x="1170502" y="85362"/>
                </a:lnTo>
                <a:lnTo>
                  <a:pt x="1172543" y="85315"/>
                </a:lnTo>
                <a:lnTo>
                  <a:pt x="1174635" y="85282"/>
                </a:lnTo>
                <a:lnTo>
                  <a:pt x="1174635" y="104944"/>
                </a:lnTo>
                <a:lnTo>
                  <a:pt x="1174201" y="105536"/>
                </a:lnTo>
                <a:lnTo>
                  <a:pt x="1173758" y="106118"/>
                </a:lnTo>
                <a:lnTo>
                  <a:pt x="1173307" y="106692"/>
                </a:lnTo>
                <a:lnTo>
                  <a:pt x="1172847" y="107258"/>
                </a:lnTo>
                <a:lnTo>
                  <a:pt x="1172379" y="107815"/>
                </a:lnTo>
                <a:lnTo>
                  <a:pt x="1171902" y="108363"/>
                </a:lnTo>
                <a:lnTo>
                  <a:pt x="1171416" y="108903"/>
                </a:lnTo>
                <a:lnTo>
                  <a:pt x="1170922" y="109434"/>
                </a:lnTo>
                <a:lnTo>
                  <a:pt x="1170419" y="109956"/>
                </a:lnTo>
                <a:lnTo>
                  <a:pt x="1169908" y="110470"/>
                </a:lnTo>
                <a:lnTo>
                  <a:pt x="1169388" y="110976"/>
                </a:lnTo>
                <a:lnTo>
                  <a:pt x="1168859" y="111472"/>
                </a:lnTo>
                <a:lnTo>
                  <a:pt x="1168322" y="111960"/>
                </a:lnTo>
                <a:lnTo>
                  <a:pt x="1167776" y="112440"/>
                </a:lnTo>
                <a:lnTo>
                  <a:pt x="1167221" y="112910"/>
                </a:lnTo>
                <a:lnTo>
                  <a:pt x="1166658" y="113373"/>
                </a:lnTo>
                <a:lnTo>
                  <a:pt x="1166087" y="113826"/>
                </a:lnTo>
                <a:lnTo>
                  <a:pt x="1165506" y="114271"/>
                </a:lnTo>
                <a:lnTo>
                  <a:pt x="1164917" y="114708"/>
                </a:lnTo>
                <a:lnTo>
                  <a:pt x="1164319" y="115135"/>
                </a:lnTo>
                <a:lnTo>
                  <a:pt x="1163713" y="115555"/>
                </a:lnTo>
                <a:lnTo>
                  <a:pt x="1163098" y="115965"/>
                </a:lnTo>
                <a:lnTo>
                  <a:pt x="1162475" y="116367"/>
                </a:lnTo>
                <a:lnTo>
                  <a:pt x="1161843" y="116761"/>
                </a:lnTo>
                <a:lnTo>
                  <a:pt x="1161203" y="117141"/>
                </a:lnTo>
                <a:lnTo>
                  <a:pt x="1160557" y="117506"/>
                </a:lnTo>
                <a:lnTo>
                  <a:pt x="1159904" y="117854"/>
                </a:lnTo>
                <a:lnTo>
                  <a:pt x="1159244" y="118186"/>
                </a:lnTo>
                <a:lnTo>
                  <a:pt x="1158578" y="118502"/>
                </a:lnTo>
                <a:lnTo>
                  <a:pt x="1157905" y="118802"/>
                </a:lnTo>
                <a:lnTo>
                  <a:pt x="1157226" y="119085"/>
                </a:lnTo>
                <a:lnTo>
                  <a:pt x="1156539" y="119353"/>
                </a:lnTo>
                <a:lnTo>
                  <a:pt x="1155847" y="119604"/>
                </a:lnTo>
                <a:lnTo>
                  <a:pt x="1155147" y="119839"/>
                </a:lnTo>
                <a:lnTo>
                  <a:pt x="1154441" y="120057"/>
                </a:lnTo>
                <a:lnTo>
                  <a:pt x="1153729" y="120260"/>
                </a:lnTo>
                <a:lnTo>
                  <a:pt x="1153009" y="120446"/>
                </a:lnTo>
                <a:lnTo>
                  <a:pt x="1152283" y="120616"/>
                </a:lnTo>
                <a:lnTo>
                  <a:pt x="1151551" y="120770"/>
                </a:lnTo>
                <a:lnTo>
                  <a:pt x="1150812" y="120908"/>
                </a:lnTo>
                <a:lnTo>
                  <a:pt x="1150066" y="121029"/>
                </a:lnTo>
                <a:lnTo>
                  <a:pt x="1149314" y="121135"/>
                </a:lnTo>
                <a:lnTo>
                  <a:pt x="1148555" y="121224"/>
                </a:lnTo>
                <a:lnTo>
                  <a:pt x="1147789" y="121297"/>
                </a:lnTo>
                <a:lnTo>
                  <a:pt x="1147017" y="121353"/>
                </a:lnTo>
                <a:lnTo>
                  <a:pt x="1146238" y="121394"/>
                </a:lnTo>
                <a:lnTo>
                  <a:pt x="1145452" y="121418"/>
                </a:lnTo>
                <a:lnTo>
                  <a:pt x="1144660" y="121426"/>
                </a:lnTo>
                <a:lnTo>
                  <a:pt x="1143951" y="121419"/>
                </a:lnTo>
                <a:lnTo>
                  <a:pt x="1143257" y="121396"/>
                </a:lnTo>
                <a:lnTo>
                  <a:pt x="1142577" y="121359"/>
                </a:lnTo>
                <a:lnTo>
                  <a:pt x="1141911" y="121306"/>
                </a:lnTo>
                <a:lnTo>
                  <a:pt x="1141260" y="121239"/>
                </a:lnTo>
                <a:close/>
                <a:moveTo>
                  <a:pt x="1580220" y="18446"/>
                </a:moveTo>
                <a:lnTo>
                  <a:pt x="1580568" y="18405"/>
                </a:lnTo>
                <a:lnTo>
                  <a:pt x="1580909" y="18355"/>
                </a:lnTo>
                <a:lnTo>
                  <a:pt x="1581244" y="18296"/>
                </a:lnTo>
                <a:lnTo>
                  <a:pt x="1581573" y="18228"/>
                </a:lnTo>
                <a:lnTo>
                  <a:pt x="1581896" y="18150"/>
                </a:lnTo>
                <a:lnTo>
                  <a:pt x="1582213" y="18064"/>
                </a:lnTo>
                <a:lnTo>
                  <a:pt x="1582524" y="17968"/>
                </a:lnTo>
                <a:lnTo>
                  <a:pt x="1582830" y="17863"/>
                </a:lnTo>
                <a:lnTo>
                  <a:pt x="1583129" y="17749"/>
                </a:lnTo>
                <a:lnTo>
                  <a:pt x="1583422" y="17626"/>
                </a:lnTo>
                <a:lnTo>
                  <a:pt x="1583710" y="17494"/>
                </a:lnTo>
                <a:lnTo>
                  <a:pt x="1583991" y="17353"/>
                </a:lnTo>
                <a:lnTo>
                  <a:pt x="1584267" y="17202"/>
                </a:lnTo>
                <a:lnTo>
                  <a:pt x="1584536" y="17043"/>
                </a:lnTo>
                <a:lnTo>
                  <a:pt x="1584800" y="16874"/>
                </a:lnTo>
                <a:lnTo>
                  <a:pt x="1585057" y="16696"/>
                </a:lnTo>
                <a:lnTo>
                  <a:pt x="1585309" y="16510"/>
                </a:lnTo>
                <a:lnTo>
                  <a:pt x="1585554" y="16314"/>
                </a:lnTo>
                <a:lnTo>
                  <a:pt x="1585794" y="16108"/>
                </a:lnTo>
                <a:lnTo>
                  <a:pt x="1586028" y="15894"/>
                </a:lnTo>
                <a:lnTo>
                  <a:pt x="1586254" y="15673"/>
                </a:lnTo>
                <a:lnTo>
                  <a:pt x="1586470" y="15447"/>
                </a:lnTo>
                <a:lnTo>
                  <a:pt x="1586677" y="15216"/>
                </a:lnTo>
                <a:lnTo>
                  <a:pt x="1586874" y="14981"/>
                </a:lnTo>
                <a:lnTo>
                  <a:pt x="1587061" y="14740"/>
                </a:lnTo>
                <a:lnTo>
                  <a:pt x="1587239" y="14495"/>
                </a:lnTo>
                <a:lnTo>
                  <a:pt x="1587407" y="14245"/>
                </a:lnTo>
                <a:lnTo>
                  <a:pt x="1587566" y="13990"/>
                </a:lnTo>
                <a:lnTo>
                  <a:pt x="1587715" y="13731"/>
                </a:lnTo>
                <a:lnTo>
                  <a:pt x="1587854" y="13466"/>
                </a:lnTo>
                <a:lnTo>
                  <a:pt x="1587984" y="13197"/>
                </a:lnTo>
                <a:lnTo>
                  <a:pt x="1588104" y="12923"/>
                </a:lnTo>
                <a:lnTo>
                  <a:pt x="1588214" y="12644"/>
                </a:lnTo>
                <a:lnTo>
                  <a:pt x="1588315" y="12361"/>
                </a:lnTo>
                <a:lnTo>
                  <a:pt x="1588407" y="12072"/>
                </a:lnTo>
                <a:lnTo>
                  <a:pt x="1588488" y="11779"/>
                </a:lnTo>
                <a:lnTo>
                  <a:pt x="1588561" y="11481"/>
                </a:lnTo>
                <a:lnTo>
                  <a:pt x="1588623" y="11178"/>
                </a:lnTo>
                <a:lnTo>
                  <a:pt x="1588676" y="10870"/>
                </a:lnTo>
                <a:lnTo>
                  <a:pt x="1588719" y="10558"/>
                </a:lnTo>
                <a:lnTo>
                  <a:pt x="1588753" y="10240"/>
                </a:lnTo>
                <a:lnTo>
                  <a:pt x="1588777" y="9918"/>
                </a:lnTo>
                <a:lnTo>
                  <a:pt x="1588791" y="9591"/>
                </a:lnTo>
                <a:lnTo>
                  <a:pt x="1588796" y="9260"/>
                </a:lnTo>
                <a:lnTo>
                  <a:pt x="1588791" y="8928"/>
                </a:lnTo>
                <a:lnTo>
                  <a:pt x="1588777" y="8601"/>
                </a:lnTo>
                <a:lnTo>
                  <a:pt x="1588753" y="8279"/>
                </a:lnTo>
                <a:lnTo>
                  <a:pt x="1588719" y="7962"/>
                </a:lnTo>
                <a:lnTo>
                  <a:pt x="1588676" y="7649"/>
                </a:lnTo>
                <a:lnTo>
                  <a:pt x="1588623" y="7342"/>
                </a:lnTo>
                <a:lnTo>
                  <a:pt x="1588561" y="7039"/>
                </a:lnTo>
                <a:lnTo>
                  <a:pt x="1588488" y="6741"/>
                </a:lnTo>
                <a:lnTo>
                  <a:pt x="1588407" y="6447"/>
                </a:lnTo>
                <a:lnTo>
                  <a:pt x="1588315" y="6159"/>
                </a:lnTo>
                <a:lnTo>
                  <a:pt x="1588214" y="5875"/>
                </a:lnTo>
                <a:lnTo>
                  <a:pt x="1588104" y="5596"/>
                </a:lnTo>
                <a:lnTo>
                  <a:pt x="1587984" y="5322"/>
                </a:lnTo>
                <a:lnTo>
                  <a:pt x="1587854" y="5053"/>
                </a:lnTo>
                <a:lnTo>
                  <a:pt x="1587715" y="4789"/>
                </a:lnTo>
                <a:lnTo>
                  <a:pt x="1587566" y="4529"/>
                </a:lnTo>
                <a:lnTo>
                  <a:pt x="1587407" y="4274"/>
                </a:lnTo>
                <a:lnTo>
                  <a:pt x="1587239" y="4024"/>
                </a:lnTo>
                <a:lnTo>
                  <a:pt x="1587061" y="3779"/>
                </a:lnTo>
                <a:lnTo>
                  <a:pt x="1586874" y="3539"/>
                </a:lnTo>
                <a:lnTo>
                  <a:pt x="1586677" y="3303"/>
                </a:lnTo>
                <a:lnTo>
                  <a:pt x="1586470" y="3072"/>
                </a:lnTo>
                <a:lnTo>
                  <a:pt x="1586254" y="2846"/>
                </a:lnTo>
                <a:lnTo>
                  <a:pt x="1586028" y="2625"/>
                </a:lnTo>
                <a:lnTo>
                  <a:pt x="1585794" y="2411"/>
                </a:lnTo>
                <a:lnTo>
                  <a:pt x="1585554" y="2206"/>
                </a:lnTo>
                <a:lnTo>
                  <a:pt x="1585309" y="2010"/>
                </a:lnTo>
                <a:lnTo>
                  <a:pt x="1585057" y="1823"/>
                </a:lnTo>
                <a:lnTo>
                  <a:pt x="1584800" y="1645"/>
                </a:lnTo>
                <a:lnTo>
                  <a:pt x="1584536" y="1477"/>
                </a:lnTo>
                <a:lnTo>
                  <a:pt x="1584267" y="1317"/>
                </a:lnTo>
                <a:lnTo>
                  <a:pt x="1583991" y="1167"/>
                </a:lnTo>
                <a:lnTo>
                  <a:pt x="1583710" y="1025"/>
                </a:lnTo>
                <a:lnTo>
                  <a:pt x="1583422" y="893"/>
                </a:lnTo>
                <a:lnTo>
                  <a:pt x="1583129" y="770"/>
                </a:lnTo>
                <a:lnTo>
                  <a:pt x="1582830" y="656"/>
                </a:lnTo>
                <a:lnTo>
                  <a:pt x="1582524" y="551"/>
                </a:lnTo>
                <a:lnTo>
                  <a:pt x="1582213" y="456"/>
                </a:lnTo>
                <a:lnTo>
                  <a:pt x="1581896" y="369"/>
                </a:lnTo>
                <a:lnTo>
                  <a:pt x="1581573" y="292"/>
                </a:lnTo>
                <a:lnTo>
                  <a:pt x="1581244" y="223"/>
                </a:lnTo>
                <a:lnTo>
                  <a:pt x="1580909" y="164"/>
                </a:lnTo>
                <a:lnTo>
                  <a:pt x="1580568" y="114"/>
                </a:lnTo>
                <a:lnTo>
                  <a:pt x="1580220" y="73"/>
                </a:lnTo>
                <a:lnTo>
                  <a:pt x="1579867" y="41"/>
                </a:lnTo>
                <a:lnTo>
                  <a:pt x="1579509" y="18"/>
                </a:lnTo>
                <a:lnTo>
                  <a:pt x="1579144" y="5"/>
                </a:lnTo>
                <a:lnTo>
                  <a:pt x="1578773" y="0"/>
                </a:lnTo>
                <a:lnTo>
                  <a:pt x="1578402" y="5"/>
                </a:lnTo>
                <a:lnTo>
                  <a:pt x="1578037" y="18"/>
                </a:lnTo>
                <a:lnTo>
                  <a:pt x="1577679" y="41"/>
                </a:lnTo>
                <a:lnTo>
                  <a:pt x="1577326" y="73"/>
                </a:lnTo>
                <a:lnTo>
                  <a:pt x="1576980" y="114"/>
                </a:lnTo>
                <a:lnTo>
                  <a:pt x="1576640" y="164"/>
                </a:lnTo>
                <a:lnTo>
                  <a:pt x="1576306" y="223"/>
                </a:lnTo>
                <a:lnTo>
                  <a:pt x="1575978" y="292"/>
                </a:lnTo>
                <a:lnTo>
                  <a:pt x="1575656" y="369"/>
                </a:lnTo>
                <a:lnTo>
                  <a:pt x="1575340" y="456"/>
                </a:lnTo>
                <a:lnTo>
                  <a:pt x="1575031" y="551"/>
                </a:lnTo>
                <a:lnTo>
                  <a:pt x="1574728" y="656"/>
                </a:lnTo>
                <a:lnTo>
                  <a:pt x="1574430" y="770"/>
                </a:lnTo>
                <a:lnTo>
                  <a:pt x="1574139" y="893"/>
                </a:lnTo>
                <a:lnTo>
                  <a:pt x="1573854" y="1025"/>
                </a:lnTo>
                <a:lnTo>
                  <a:pt x="1573575" y="1167"/>
                </a:lnTo>
                <a:lnTo>
                  <a:pt x="1573303" y="1317"/>
                </a:lnTo>
                <a:lnTo>
                  <a:pt x="1573036" y="1477"/>
                </a:lnTo>
                <a:lnTo>
                  <a:pt x="1572776" y="1645"/>
                </a:lnTo>
                <a:lnTo>
                  <a:pt x="1572521" y="1823"/>
                </a:lnTo>
                <a:lnTo>
                  <a:pt x="1572273" y="2010"/>
                </a:lnTo>
                <a:lnTo>
                  <a:pt x="1572031" y="2206"/>
                </a:lnTo>
                <a:lnTo>
                  <a:pt x="1571795" y="2411"/>
                </a:lnTo>
                <a:lnTo>
                  <a:pt x="1571565" y="2625"/>
                </a:lnTo>
                <a:lnTo>
                  <a:pt x="1571343" y="2846"/>
                </a:lnTo>
                <a:lnTo>
                  <a:pt x="1571131" y="3072"/>
                </a:lnTo>
                <a:lnTo>
                  <a:pt x="1570928" y="3303"/>
                </a:lnTo>
                <a:lnTo>
                  <a:pt x="1570734" y="3539"/>
                </a:lnTo>
                <a:lnTo>
                  <a:pt x="1570550" y="3779"/>
                </a:lnTo>
                <a:lnTo>
                  <a:pt x="1570375" y="4024"/>
                </a:lnTo>
                <a:lnTo>
                  <a:pt x="1570210" y="4274"/>
                </a:lnTo>
                <a:lnTo>
                  <a:pt x="1570054" y="4529"/>
                </a:lnTo>
                <a:lnTo>
                  <a:pt x="1569907" y="4789"/>
                </a:lnTo>
                <a:lnTo>
                  <a:pt x="1569771" y="5053"/>
                </a:lnTo>
                <a:lnTo>
                  <a:pt x="1569643" y="5322"/>
                </a:lnTo>
                <a:lnTo>
                  <a:pt x="1569525" y="5596"/>
                </a:lnTo>
                <a:lnTo>
                  <a:pt x="1569416" y="5875"/>
                </a:lnTo>
                <a:lnTo>
                  <a:pt x="1569317" y="6159"/>
                </a:lnTo>
                <a:lnTo>
                  <a:pt x="1569227" y="6447"/>
                </a:lnTo>
                <a:lnTo>
                  <a:pt x="1569147" y="6741"/>
                </a:lnTo>
                <a:lnTo>
                  <a:pt x="1569076" y="7039"/>
                </a:lnTo>
                <a:lnTo>
                  <a:pt x="1569015" y="7342"/>
                </a:lnTo>
                <a:lnTo>
                  <a:pt x="1568963" y="7649"/>
                </a:lnTo>
                <a:lnTo>
                  <a:pt x="1568920" y="7962"/>
                </a:lnTo>
                <a:lnTo>
                  <a:pt x="1568887" y="8279"/>
                </a:lnTo>
                <a:lnTo>
                  <a:pt x="1568864" y="8601"/>
                </a:lnTo>
                <a:lnTo>
                  <a:pt x="1568849" y="8928"/>
                </a:lnTo>
                <a:lnTo>
                  <a:pt x="1568845" y="9260"/>
                </a:lnTo>
                <a:lnTo>
                  <a:pt x="1568849" y="9591"/>
                </a:lnTo>
                <a:lnTo>
                  <a:pt x="1568864" y="9918"/>
                </a:lnTo>
                <a:lnTo>
                  <a:pt x="1568887" y="10240"/>
                </a:lnTo>
                <a:lnTo>
                  <a:pt x="1568920" y="10558"/>
                </a:lnTo>
                <a:lnTo>
                  <a:pt x="1568963" y="10870"/>
                </a:lnTo>
                <a:lnTo>
                  <a:pt x="1569015" y="11178"/>
                </a:lnTo>
                <a:lnTo>
                  <a:pt x="1569076" y="11481"/>
                </a:lnTo>
                <a:lnTo>
                  <a:pt x="1569147" y="11779"/>
                </a:lnTo>
                <a:lnTo>
                  <a:pt x="1569227" y="12072"/>
                </a:lnTo>
                <a:lnTo>
                  <a:pt x="1569317" y="12361"/>
                </a:lnTo>
                <a:lnTo>
                  <a:pt x="1569416" y="12644"/>
                </a:lnTo>
                <a:lnTo>
                  <a:pt x="1569525" y="12923"/>
                </a:lnTo>
                <a:lnTo>
                  <a:pt x="1569643" y="13197"/>
                </a:lnTo>
                <a:lnTo>
                  <a:pt x="1569771" y="13466"/>
                </a:lnTo>
                <a:lnTo>
                  <a:pt x="1569907" y="13731"/>
                </a:lnTo>
                <a:lnTo>
                  <a:pt x="1570054" y="13990"/>
                </a:lnTo>
                <a:lnTo>
                  <a:pt x="1570210" y="14245"/>
                </a:lnTo>
                <a:lnTo>
                  <a:pt x="1570375" y="14495"/>
                </a:lnTo>
                <a:lnTo>
                  <a:pt x="1570550" y="14740"/>
                </a:lnTo>
                <a:lnTo>
                  <a:pt x="1570734" y="14981"/>
                </a:lnTo>
                <a:lnTo>
                  <a:pt x="1570928" y="15216"/>
                </a:lnTo>
                <a:lnTo>
                  <a:pt x="1571131" y="15447"/>
                </a:lnTo>
                <a:lnTo>
                  <a:pt x="1571343" y="15673"/>
                </a:lnTo>
                <a:lnTo>
                  <a:pt x="1571565" y="15894"/>
                </a:lnTo>
                <a:lnTo>
                  <a:pt x="1571795" y="16108"/>
                </a:lnTo>
                <a:lnTo>
                  <a:pt x="1572031" y="16314"/>
                </a:lnTo>
                <a:lnTo>
                  <a:pt x="1572273" y="16510"/>
                </a:lnTo>
                <a:lnTo>
                  <a:pt x="1572521" y="16696"/>
                </a:lnTo>
                <a:lnTo>
                  <a:pt x="1572776" y="16874"/>
                </a:lnTo>
                <a:lnTo>
                  <a:pt x="1573036" y="17043"/>
                </a:lnTo>
                <a:lnTo>
                  <a:pt x="1573303" y="17202"/>
                </a:lnTo>
                <a:lnTo>
                  <a:pt x="1573575" y="17353"/>
                </a:lnTo>
                <a:lnTo>
                  <a:pt x="1573854" y="17494"/>
                </a:lnTo>
                <a:lnTo>
                  <a:pt x="1574139" y="17626"/>
                </a:lnTo>
                <a:lnTo>
                  <a:pt x="1574430" y="17749"/>
                </a:lnTo>
                <a:lnTo>
                  <a:pt x="1574728" y="17863"/>
                </a:lnTo>
                <a:lnTo>
                  <a:pt x="1575031" y="17968"/>
                </a:lnTo>
                <a:lnTo>
                  <a:pt x="1575340" y="18064"/>
                </a:lnTo>
                <a:lnTo>
                  <a:pt x="1575656" y="18150"/>
                </a:lnTo>
                <a:lnTo>
                  <a:pt x="1575978" y="18228"/>
                </a:lnTo>
                <a:lnTo>
                  <a:pt x="1576306" y="18296"/>
                </a:lnTo>
                <a:lnTo>
                  <a:pt x="1576640" y="18355"/>
                </a:lnTo>
                <a:lnTo>
                  <a:pt x="1576980" y="18405"/>
                </a:lnTo>
                <a:lnTo>
                  <a:pt x="1577326" y="18446"/>
                </a:lnTo>
                <a:lnTo>
                  <a:pt x="1577679" y="18478"/>
                </a:lnTo>
                <a:lnTo>
                  <a:pt x="1578037" y="18501"/>
                </a:lnTo>
                <a:lnTo>
                  <a:pt x="1578402" y="18515"/>
                </a:lnTo>
                <a:lnTo>
                  <a:pt x="1578773" y="18519"/>
                </a:lnTo>
                <a:lnTo>
                  <a:pt x="1579144" y="18515"/>
                </a:lnTo>
                <a:lnTo>
                  <a:pt x="1579509" y="18501"/>
                </a:lnTo>
                <a:lnTo>
                  <a:pt x="1579867" y="18478"/>
                </a:lnTo>
                <a:lnTo>
                  <a:pt x="1580220" y="18446"/>
                </a:lnTo>
                <a:close/>
                <a:moveTo>
                  <a:pt x="1471283" y="42730"/>
                </a:moveTo>
                <a:lnTo>
                  <a:pt x="1471645" y="42405"/>
                </a:lnTo>
                <a:lnTo>
                  <a:pt x="1472014" y="42095"/>
                </a:lnTo>
                <a:lnTo>
                  <a:pt x="1472391" y="41800"/>
                </a:lnTo>
                <a:lnTo>
                  <a:pt x="1472774" y="41519"/>
                </a:lnTo>
                <a:lnTo>
                  <a:pt x="1473165" y="41252"/>
                </a:lnTo>
                <a:lnTo>
                  <a:pt x="1473562" y="41000"/>
                </a:lnTo>
                <a:lnTo>
                  <a:pt x="1473967" y="40762"/>
                </a:lnTo>
                <a:lnTo>
                  <a:pt x="1474379" y="40538"/>
                </a:lnTo>
                <a:lnTo>
                  <a:pt x="1474798" y="40329"/>
                </a:lnTo>
                <a:lnTo>
                  <a:pt x="1475224" y="40135"/>
                </a:lnTo>
                <a:lnTo>
                  <a:pt x="1475658" y="39954"/>
                </a:lnTo>
                <a:lnTo>
                  <a:pt x="1476098" y="39789"/>
                </a:lnTo>
                <a:lnTo>
                  <a:pt x="1476546" y="39637"/>
                </a:lnTo>
                <a:lnTo>
                  <a:pt x="1477000" y="39500"/>
                </a:lnTo>
                <a:lnTo>
                  <a:pt x="1477462" y="39378"/>
                </a:lnTo>
                <a:lnTo>
                  <a:pt x="1477929" y="39265"/>
                </a:lnTo>
                <a:lnTo>
                  <a:pt x="1478400" y="39157"/>
                </a:lnTo>
                <a:lnTo>
                  <a:pt x="1478875" y="39053"/>
                </a:lnTo>
                <a:lnTo>
                  <a:pt x="1479354" y="38955"/>
                </a:lnTo>
                <a:lnTo>
                  <a:pt x="1479837" y="38861"/>
                </a:lnTo>
                <a:lnTo>
                  <a:pt x="1480323" y="38772"/>
                </a:lnTo>
                <a:lnTo>
                  <a:pt x="1480813" y="38688"/>
                </a:lnTo>
                <a:lnTo>
                  <a:pt x="1481307" y="38609"/>
                </a:lnTo>
                <a:lnTo>
                  <a:pt x="1481805" y="38534"/>
                </a:lnTo>
                <a:lnTo>
                  <a:pt x="1482306" y="38464"/>
                </a:lnTo>
                <a:lnTo>
                  <a:pt x="1482812" y="38400"/>
                </a:lnTo>
                <a:lnTo>
                  <a:pt x="1483321" y="38339"/>
                </a:lnTo>
                <a:lnTo>
                  <a:pt x="1483834" y="38284"/>
                </a:lnTo>
                <a:lnTo>
                  <a:pt x="1484351" y="38234"/>
                </a:lnTo>
                <a:lnTo>
                  <a:pt x="1484871" y="38188"/>
                </a:lnTo>
                <a:lnTo>
                  <a:pt x="1485396" y="38147"/>
                </a:lnTo>
                <a:lnTo>
                  <a:pt x="1485924" y="38111"/>
                </a:lnTo>
                <a:lnTo>
                  <a:pt x="1486456" y="38080"/>
                </a:lnTo>
                <a:lnTo>
                  <a:pt x="1486992" y="38053"/>
                </a:lnTo>
                <a:lnTo>
                  <a:pt x="1487532" y="38032"/>
                </a:lnTo>
                <a:lnTo>
                  <a:pt x="1488075" y="38015"/>
                </a:lnTo>
                <a:lnTo>
                  <a:pt x="1488623" y="38003"/>
                </a:lnTo>
                <a:lnTo>
                  <a:pt x="1489174" y="37996"/>
                </a:lnTo>
                <a:lnTo>
                  <a:pt x="1489729" y="37993"/>
                </a:lnTo>
                <a:lnTo>
                  <a:pt x="1489729" y="24533"/>
                </a:lnTo>
                <a:lnTo>
                  <a:pt x="1488860" y="24562"/>
                </a:lnTo>
                <a:lnTo>
                  <a:pt x="1488006" y="24602"/>
                </a:lnTo>
                <a:lnTo>
                  <a:pt x="1487164" y="24651"/>
                </a:lnTo>
                <a:lnTo>
                  <a:pt x="1486336" y="24711"/>
                </a:lnTo>
                <a:lnTo>
                  <a:pt x="1485521" y="24781"/>
                </a:lnTo>
                <a:lnTo>
                  <a:pt x="1484720" y="24862"/>
                </a:lnTo>
                <a:lnTo>
                  <a:pt x="1483932" y="24952"/>
                </a:lnTo>
                <a:lnTo>
                  <a:pt x="1483158" y="25053"/>
                </a:lnTo>
                <a:lnTo>
                  <a:pt x="1482397" y="25164"/>
                </a:lnTo>
                <a:lnTo>
                  <a:pt x="1481649" y="25286"/>
                </a:lnTo>
                <a:lnTo>
                  <a:pt x="1480915" y="25418"/>
                </a:lnTo>
                <a:lnTo>
                  <a:pt x="1480195" y="25560"/>
                </a:lnTo>
                <a:lnTo>
                  <a:pt x="1479487" y="25712"/>
                </a:lnTo>
                <a:lnTo>
                  <a:pt x="1478794" y="25875"/>
                </a:lnTo>
                <a:lnTo>
                  <a:pt x="1478113" y="26047"/>
                </a:lnTo>
                <a:lnTo>
                  <a:pt x="1477446" y="26231"/>
                </a:lnTo>
                <a:lnTo>
                  <a:pt x="1476793" y="26424"/>
                </a:lnTo>
                <a:lnTo>
                  <a:pt x="1476152" y="26628"/>
                </a:lnTo>
                <a:lnTo>
                  <a:pt x="1475526" y="26842"/>
                </a:lnTo>
                <a:lnTo>
                  <a:pt x="1474912" y="27066"/>
                </a:lnTo>
                <a:lnTo>
                  <a:pt x="1474313" y="27300"/>
                </a:lnTo>
                <a:lnTo>
                  <a:pt x="1473726" y="27545"/>
                </a:lnTo>
                <a:lnTo>
                  <a:pt x="1473153" y="27800"/>
                </a:lnTo>
                <a:lnTo>
                  <a:pt x="1472594" y="28065"/>
                </a:lnTo>
                <a:lnTo>
                  <a:pt x="1472045" y="28346"/>
                </a:lnTo>
                <a:lnTo>
                  <a:pt x="1471505" y="28646"/>
                </a:lnTo>
                <a:lnTo>
                  <a:pt x="1470974" y="28966"/>
                </a:lnTo>
                <a:lnTo>
                  <a:pt x="1470452" y="29306"/>
                </a:lnTo>
                <a:lnTo>
                  <a:pt x="1469939" y="29666"/>
                </a:lnTo>
                <a:lnTo>
                  <a:pt x="1469434" y="30046"/>
                </a:lnTo>
                <a:lnTo>
                  <a:pt x="1468939" y="30446"/>
                </a:lnTo>
                <a:lnTo>
                  <a:pt x="1468452" y="30866"/>
                </a:lnTo>
                <a:lnTo>
                  <a:pt x="1467973" y="31305"/>
                </a:lnTo>
                <a:lnTo>
                  <a:pt x="1467504" y="31765"/>
                </a:lnTo>
                <a:lnTo>
                  <a:pt x="1467043" y="32244"/>
                </a:lnTo>
                <a:lnTo>
                  <a:pt x="1466591" y="32743"/>
                </a:lnTo>
                <a:lnTo>
                  <a:pt x="1466148" y="33262"/>
                </a:lnTo>
                <a:lnTo>
                  <a:pt x="1465714" y="33801"/>
                </a:lnTo>
                <a:lnTo>
                  <a:pt x="1465289" y="34360"/>
                </a:lnTo>
                <a:lnTo>
                  <a:pt x="1464872" y="34939"/>
                </a:lnTo>
                <a:lnTo>
                  <a:pt x="1464464" y="35537"/>
                </a:lnTo>
                <a:lnTo>
                  <a:pt x="1464065" y="36156"/>
                </a:lnTo>
                <a:lnTo>
                  <a:pt x="1463674" y="36794"/>
                </a:lnTo>
                <a:lnTo>
                  <a:pt x="1463293" y="37452"/>
                </a:lnTo>
                <a:lnTo>
                  <a:pt x="1462920" y="38131"/>
                </a:lnTo>
                <a:lnTo>
                  <a:pt x="1462556" y="38829"/>
                </a:lnTo>
                <a:lnTo>
                  <a:pt x="1462282" y="39382"/>
                </a:lnTo>
                <a:lnTo>
                  <a:pt x="1461679" y="39117"/>
                </a:lnTo>
                <a:lnTo>
                  <a:pt x="1460956" y="38821"/>
                </a:lnTo>
                <a:lnTo>
                  <a:pt x="1460219" y="38541"/>
                </a:lnTo>
                <a:lnTo>
                  <a:pt x="1459469" y="38275"/>
                </a:lnTo>
                <a:lnTo>
                  <a:pt x="1458704" y="38025"/>
                </a:lnTo>
                <a:lnTo>
                  <a:pt x="1457925" y="37790"/>
                </a:lnTo>
                <a:lnTo>
                  <a:pt x="1457133" y="37570"/>
                </a:lnTo>
                <a:lnTo>
                  <a:pt x="1456326" y="37366"/>
                </a:lnTo>
                <a:lnTo>
                  <a:pt x="1455506" y="37176"/>
                </a:lnTo>
                <a:lnTo>
                  <a:pt x="1454672" y="37002"/>
                </a:lnTo>
                <a:lnTo>
                  <a:pt x="1453824" y="36842"/>
                </a:lnTo>
                <a:lnTo>
                  <a:pt x="1452961" y="36698"/>
                </a:lnTo>
                <a:lnTo>
                  <a:pt x="1452085" y="36569"/>
                </a:lnTo>
                <a:lnTo>
                  <a:pt x="1451195" y="36456"/>
                </a:lnTo>
                <a:lnTo>
                  <a:pt x="1450292" y="36357"/>
                </a:lnTo>
                <a:lnTo>
                  <a:pt x="1449374" y="36274"/>
                </a:lnTo>
                <a:lnTo>
                  <a:pt x="1448442" y="36206"/>
                </a:lnTo>
                <a:lnTo>
                  <a:pt x="1447496" y="36152"/>
                </a:lnTo>
                <a:lnTo>
                  <a:pt x="1446537" y="36115"/>
                </a:lnTo>
                <a:lnTo>
                  <a:pt x="1445563" y="36092"/>
                </a:lnTo>
                <a:lnTo>
                  <a:pt x="1444576" y="36084"/>
                </a:lnTo>
                <a:lnTo>
                  <a:pt x="1443612" y="36092"/>
                </a:lnTo>
                <a:lnTo>
                  <a:pt x="1442660" y="36115"/>
                </a:lnTo>
                <a:lnTo>
                  <a:pt x="1441720" y="36152"/>
                </a:lnTo>
                <a:lnTo>
                  <a:pt x="1440793" y="36206"/>
                </a:lnTo>
                <a:lnTo>
                  <a:pt x="1439879" y="36274"/>
                </a:lnTo>
                <a:lnTo>
                  <a:pt x="1438976" y="36357"/>
                </a:lnTo>
                <a:lnTo>
                  <a:pt x="1438087" y="36456"/>
                </a:lnTo>
                <a:lnTo>
                  <a:pt x="1437209" y="36569"/>
                </a:lnTo>
                <a:lnTo>
                  <a:pt x="1436345" y="36698"/>
                </a:lnTo>
                <a:lnTo>
                  <a:pt x="1435492" y="36842"/>
                </a:lnTo>
                <a:lnTo>
                  <a:pt x="1434652" y="37002"/>
                </a:lnTo>
                <a:lnTo>
                  <a:pt x="1433825" y="37176"/>
                </a:lnTo>
                <a:lnTo>
                  <a:pt x="1433009" y="37366"/>
                </a:lnTo>
                <a:lnTo>
                  <a:pt x="1432207" y="37570"/>
                </a:lnTo>
                <a:lnTo>
                  <a:pt x="1431416" y="37790"/>
                </a:lnTo>
                <a:lnTo>
                  <a:pt x="1430639" y="38025"/>
                </a:lnTo>
                <a:lnTo>
                  <a:pt x="1429873" y="38275"/>
                </a:lnTo>
                <a:lnTo>
                  <a:pt x="1429120" y="38541"/>
                </a:lnTo>
                <a:lnTo>
                  <a:pt x="1428380" y="38821"/>
                </a:lnTo>
                <a:lnTo>
                  <a:pt x="1427651" y="39117"/>
                </a:lnTo>
                <a:lnTo>
                  <a:pt x="1426936" y="39428"/>
                </a:lnTo>
                <a:lnTo>
                  <a:pt x="1426232" y="39754"/>
                </a:lnTo>
                <a:lnTo>
                  <a:pt x="1425542" y="40095"/>
                </a:lnTo>
                <a:lnTo>
                  <a:pt x="1424863" y="40452"/>
                </a:lnTo>
                <a:lnTo>
                  <a:pt x="1424198" y="40820"/>
                </a:lnTo>
                <a:lnTo>
                  <a:pt x="1423546" y="41200"/>
                </a:lnTo>
                <a:lnTo>
                  <a:pt x="1422908" y="41590"/>
                </a:lnTo>
                <a:lnTo>
                  <a:pt x="1422283" y="41990"/>
                </a:lnTo>
                <a:lnTo>
                  <a:pt x="1421672" y="42401"/>
                </a:lnTo>
                <a:lnTo>
                  <a:pt x="1421075" y="42822"/>
                </a:lnTo>
                <a:lnTo>
                  <a:pt x="1420491" y="43254"/>
                </a:lnTo>
                <a:lnTo>
                  <a:pt x="1419920" y="43696"/>
                </a:lnTo>
                <a:lnTo>
                  <a:pt x="1419364" y="44148"/>
                </a:lnTo>
                <a:lnTo>
                  <a:pt x="1418821" y="44612"/>
                </a:lnTo>
                <a:lnTo>
                  <a:pt x="1418291" y="45085"/>
                </a:lnTo>
                <a:lnTo>
                  <a:pt x="1417775" y="45569"/>
                </a:lnTo>
                <a:lnTo>
                  <a:pt x="1417273" y="46064"/>
                </a:lnTo>
                <a:lnTo>
                  <a:pt x="1416784" y="46569"/>
                </a:lnTo>
                <a:lnTo>
                  <a:pt x="1416309" y="47084"/>
                </a:lnTo>
                <a:lnTo>
                  <a:pt x="1415847" y="47610"/>
                </a:lnTo>
                <a:lnTo>
                  <a:pt x="1415399" y="48146"/>
                </a:lnTo>
                <a:lnTo>
                  <a:pt x="1414965" y="48693"/>
                </a:lnTo>
                <a:lnTo>
                  <a:pt x="1414544" y="49250"/>
                </a:lnTo>
                <a:lnTo>
                  <a:pt x="1414137" y="49818"/>
                </a:lnTo>
                <a:lnTo>
                  <a:pt x="1413743" y="50396"/>
                </a:lnTo>
                <a:lnTo>
                  <a:pt x="1413363" y="50985"/>
                </a:lnTo>
                <a:lnTo>
                  <a:pt x="1412997" y="51584"/>
                </a:lnTo>
                <a:lnTo>
                  <a:pt x="1412644" y="52193"/>
                </a:lnTo>
                <a:lnTo>
                  <a:pt x="1412305" y="52811"/>
                </a:lnTo>
                <a:lnTo>
                  <a:pt x="1411981" y="53434"/>
                </a:lnTo>
                <a:lnTo>
                  <a:pt x="1411671" y="54063"/>
                </a:lnTo>
                <a:lnTo>
                  <a:pt x="1411375" y="54697"/>
                </a:lnTo>
                <a:lnTo>
                  <a:pt x="1411094" y="55337"/>
                </a:lnTo>
                <a:lnTo>
                  <a:pt x="1410827" y="55983"/>
                </a:lnTo>
                <a:lnTo>
                  <a:pt x="1410575" y="56635"/>
                </a:lnTo>
                <a:lnTo>
                  <a:pt x="1410337" y="57293"/>
                </a:lnTo>
                <a:lnTo>
                  <a:pt x="1410114" y="57956"/>
                </a:lnTo>
                <a:lnTo>
                  <a:pt x="1409905" y="58625"/>
                </a:lnTo>
                <a:lnTo>
                  <a:pt x="1409710" y="59300"/>
                </a:lnTo>
                <a:lnTo>
                  <a:pt x="1409530" y="59980"/>
                </a:lnTo>
                <a:lnTo>
                  <a:pt x="1409364" y="60666"/>
                </a:lnTo>
                <a:lnTo>
                  <a:pt x="1409213" y="61358"/>
                </a:lnTo>
                <a:lnTo>
                  <a:pt x="1409076" y="62056"/>
                </a:lnTo>
                <a:lnTo>
                  <a:pt x="1408953" y="62759"/>
                </a:lnTo>
                <a:lnTo>
                  <a:pt x="1408845" y="63468"/>
                </a:lnTo>
                <a:lnTo>
                  <a:pt x="1408751" y="64183"/>
                </a:lnTo>
                <a:lnTo>
                  <a:pt x="1408672" y="64903"/>
                </a:lnTo>
                <a:lnTo>
                  <a:pt x="1408607" y="65629"/>
                </a:lnTo>
                <a:lnTo>
                  <a:pt x="1408556" y="66361"/>
                </a:lnTo>
                <a:lnTo>
                  <a:pt x="1408520" y="67099"/>
                </a:lnTo>
                <a:lnTo>
                  <a:pt x="1408499" y="67842"/>
                </a:lnTo>
                <a:lnTo>
                  <a:pt x="1408492" y="68592"/>
                </a:lnTo>
                <a:lnTo>
                  <a:pt x="1408499" y="69301"/>
                </a:lnTo>
                <a:lnTo>
                  <a:pt x="1408520" y="70006"/>
                </a:lnTo>
                <a:lnTo>
                  <a:pt x="1408556" y="70707"/>
                </a:lnTo>
                <a:lnTo>
                  <a:pt x="1408606" y="71404"/>
                </a:lnTo>
                <a:lnTo>
                  <a:pt x="1408670" y="72096"/>
                </a:lnTo>
                <a:lnTo>
                  <a:pt x="1408748" y="72785"/>
                </a:lnTo>
                <a:lnTo>
                  <a:pt x="1408841" y="73469"/>
                </a:lnTo>
                <a:lnTo>
                  <a:pt x="1408948" y="74149"/>
                </a:lnTo>
                <a:lnTo>
                  <a:pt x="1409069" y="74825"/>
                </a:lnTo>
                <a:lnTo>
                  <a:pt x="1409204" y="75496"/>
                </a:lnTo>
                <a:lnTo>
                  <a:pt x="1409354" y="76163"/>
                </a:lnTo>
                <a:lnTo>
                  <a:pt x="1409518" y="76827"/>
                </a:lnTo>
                <a:lnTo>
                  <a:pt x="1409696" y="77486"/>
                </a:lnTo>
                <a:lnTo>
                  <a:pt x="1409888" y="78140"/>
                </a:lnTo>
                <a:lnTo>
                  <a:pt x="1410095" y="78791"/>
                </a:lnTo>
                <a:lnTo>
                  <a:pt x="1410316" y="79437"/>
                </a:lnTo>
                <a:lnTo>
                  <a:pt x="1410551" y="80079"/>
                </a:lnTo>
                <a:lnTo>
                  <a:pt x="1410801" y="80717"/>
                </a:lnTo>
                <a:lnTo>
                  <a:pt x="1411064" y="81351"/>
                </a:lnTo>
                <a:lnTo>
                  <a:pt x="1411342" y="81980"/>
                </a:lnTo>
                <a:lnTo>
                  <a:pt x="1411634" y="82605"/>
                </a:lnTo>
                <a:lnTo>
                  <a:pt x="1411941" y="83226"/>
                </a:lnTo>
                <a:lnTo>
                  <a:pt x="1412261" y="83843"/>
                </a:lnTo>
                <a:lnTo>
                  <a:pt x="1412596" y="84456"/>
                </a:lnTo>
                <a:lnTo>
                  <a:pt x="1412945" y="85062"/>
                </a:lnTo>
                <a:lnTo>
                  <a:pt x="1413307" y="85658"/>
                </a:lnTo>
                <a:lnTo>
                  <a:pt x="1413683" y="86244"/>
                </a:lnTo>
                <a:lnTo>
                  <a:pt x="1414072" y="86820"/>
                </a:lnTo>
                <a:lnTo>
                  <a:pt x="1414475" y="87387"/>
                </a:lnTo>
                <a:lnTo>
                  <a:pt x="1414890" y="87943"/>
                </a:lnTo>
                <a:lnTo>
                  <a:pt x="1415320" y="88491"/>
                </a:lnTo>
                <a:lnTo>
                  <a:pt x="1415763" y="89028"/>
                </a:lnTo>
                <a:lnTo>
                  <a:pt x="1416219" y="89555"/>
                </a:lnTo>
                <a:lnTo>
                  <a:pt x="1416688" y="90073"/>
                </a:lnTo>
                <a:lnTo>
                  <a:pt x="1417171" y="90581"/>
                </a:lnTo>
                <a:lnTo>
                  <a:pt x="1417668" y="91079"/>
                </a:lnTo>
                <a:lnTo>
                  <a:pt x="1418178" y="91568"/>
                </a:lnTo>
                <a:lnTo>
                  <a:pt x="1418701" y="92046"/>
                </a:lnTo>
                <a:lnTo>
                  <a:pt x="1419238" y="92515"/>
                </a:lnTo>
                <a:lnTo>
                  <a:pt x="1419788" y="92975"/>
                </a:lnTo>
                <a:lnTo>
                  <a:pt x="1420351" y="93424"/>
                </a:lnTo>
                <a:lnTo>
                  <a:pt x="1420928" y="93864"/>
                </a:lnTo>
                <a:lnTo>
                  <a:pt x="1421242" y="94092"/>
                </a:lnTo>
                <a:lnTo>
                  <a:pt x="1421063" y="94161"/>
                </a:lnTo>
                <a:lnTo>
                  <a:pt x="1420439" y="94412"/>
                </a:lnTo>
                <a:lnTo>
                  <a:pt x="1419832" y="94669"/>
                </a:lnTo>
                <a:lnTo>
                  <a:pt x="1419242" y="94932"/>
                </a:lnTo>
                <a:lnTo>
                  <a:pt x="1418668" y="95199"/>
                </a:lnTo>
                <a:lnTo>
                  <a:pt x="1418111" y="95471"/>
                </a:lnTo>
                <a:lnTo>
                  <a:pt x="1417571" y="95749"/>
                </a:lnTo>
                <a:lnTo>
                  <a:pt x="1417047" y="96031"/>
                </a:lnTo>
                <a:lnTo>
                  <a:pt x="1416541" y="96319"/>
                </a:lnTo>
                <a:lnTo>
                  <a:pt x="1416051" y="96612"/>
                </a:lnTo>
                <a:lnTo>
                  <a:pt x="1415577" y="96910"/>
                </a:lnTo>
                <a:lnTo>
                  <a:pt x="1415121" y="97214"/>
                </a:lnTo>
                <a:lnTo>
                  <a:pt x="1414681" y="97522"/>
                </a:lnTo>
                <a:lnTo>
                  <a:pt x="1414258" y="97836"/>
                </a:lnTo>
                <a:lnTo>
                  <a:pt x="1413852" y="98154"/>
                </a:lnTo>
                <a:lnTo>
                  <a:pt x="1413462" y="98478"/>
                </a:lnTo>
                <a:lnTo>
                  <a:pt x="1413089" y="98807"/>
                </a:lnTo>
                <a:lnTo>
                  <a:pt x="1412733" y="99141"/>
                </a:lnTo>
                <a:lnTo>
                  <a:pt x="1412394" y="99481"/>
                </a:lnTo>
                <a:lnTo>
                  <a:pt x="1412071" y="99825"/>
                </a:lnTo>
                <a:lnTo>
                  <a:pt x="1411764" y="100173"/>
                </a:lnTo>
                <a:lnTo>
                  <a:pt x="1411469" y="100523"/>
                </a:lnTo>
                <a:lnTo>
                  <a:pt x="1411188" y="100875"/>
                </a:lnTo>
                <a:lnTo>
                  <a:pt x="1410919" y="101228"/>
                </a:lnTo>
                <a:lnTo>
                  <a:pt x="1410664" y="101583"/>
                </a:lnTo>
                <a:lnTo>
                  <a:pt x="1410422" y="101940"/>
                </a:lnTo>
                <a:lnTo>
                  <a:pt x="1410193" y="102299"/>
                </a:lnTo>
                <a:lnTo>
                  <a:pt x="1409977" y="102660"/>
                </a:lnTo>
                <a:lnTo>
                  <a:pt x="1409774" y="103022"/>
                </a:lnTo>
                <a:lnTo>
                  <a:pt x="1409584" y="103387"/>
                </a:lnTo>
                <a:lnTo>
                  <a:pt x="1409407" y="103753"/>
                </a:lnTo>
                <a:lnTo>
                  <a:pt x="1409243" y="104121"/>
                </a:lnTo>
                <a:lnTo>
                  <a:pt x="1409093" y="104491"/>
                </a:lnTo>
                <a:lnTo>
                  <a:pt x="1408955" y="104862"/>
                </a:lnTo>
                <a:lnTo>
                  <a:pt x="1408831" y="105236"/>
                </a:lnTo>
                <a:lnTo>
                  <a:pt x="1408720" y="105611"/>
                </a:lnTo>
                <a:lnTo>
                  <a:pt x="1408621" y="105988"/>
                </a:lnTo>
                <a:lnTo>
                  <a:pt x="1408536" y="106367"/>
                </a:lnTo>
                <a:lnTo>
                  <a:pt x="1408464" y="106748"/>
                </a:lnTo>
                <a:lnTo>
                  <a:pt x="1408405" y="107131"/>
                </a:lnTo>
                <a:lnTo>
                  <a:pt x="1408360" y="107515"/>
                </a:lnTo>
                <a:lnTo>
                  <a:pt x="1408327" y="107901"/>
                </a:lnTo>
                <a:lnTo>
                  <a:pt x="1408307" y="108289"/>
                </a:lnTo>
                <a:lnTo>
                  <a:pt x="1408301" y="108679"/>
                </a:lnTo>
                <a:lnTo>
                  <a:pt x="1408305" y="108951"/>
                </a:lnTo>
                <a:lnTo>
                  <a:pt x="1408316" y="109224"/>
                </a:lnTo>
                <a:lnTo>
                  <a:pt x="1408335" y="109497"/>
                </a:lnTo>
                <a:lnTo>
                  <a:pt x="1408362" y="109772"/>
                </a:lnTo>
                <a:lnTo>
                  <a:pt x="1408396" y="110047"/>
                </a:lnTo>
                <a:lnTo>
                  <a:pt x="1408438" y="110323"/>
                </a:lnTo>
                <a:lnTo>
                  <a:pt x="1408487" y="110600"/>
                </a:lnTo>
                <a:lnTo>
                  <a:pt x="1408545" y="110877"/>
                </a:lnTo>
                <a:lnTo>
                  <a:pt x="1408609" y="111156"/>
                </a:lnTo>
                <a:lnTo>
                  <a:pt x="1408682" y="111435"/>
                </a:lnTo>
                <a:lnTo>
                  <a:pt x="1408762" y="111715"/>
                </a:lnTo>
                <a:lnTo>
                  <a:pt x="1408850" y="111996"/>
                </a:lnTo>
                <a:lnTo>
                  <a:pt x="1408945" y="112278"/>
                </a:lnTo>
                <a:lnTo>
                  <a:pt x="1409048" y="112561"/>
                </a:lnTo>
                <a:lnTo>
                  <a:pt x="1409158" y="112844"/>
                </a:lnTo>
                <a:lnTo>
                  <a:pt x="1409277" y="113129"/>
                </a:lnTo>
                <a:lnTo>
                  <a:pt x="1409402" y="113414"/>
                </a:lnTo>
                <a:lnTo>
                  <a:pt x="1409536" y="113700"/>
                </a:lnTo>
                <a:lnTo>
                  <a:pt x="1409677" y="113987"/>
                </a:lnTo>
                <a:lnTo>
                  <a:pt x="1409825" y="114274"/>
                </a:lnTo>
                <a:lnTo>
                  <a:pt x="1409982" y="114563"/>
                </a:lnTo>
                <a:lnTo>
                  <a:pt x="1410146" y="114852"/>
                </a:lnTo>
                <a:lnTo>
                  <a:pt x="1410317" y="115142"/>
                </a:lnTo>
                <a:lnTo>
                  <a:pt x="1410496" y="115433"/>
                </a:lnTo>
                <a:lnTo>
                  <a:pt x="1410684" y="115723"/>
                </a:lnTo>
                <a:lnTo>
                  <a:pt x="1410883" y="116011"/>
                </a:lnTo>
                <a:lnTo>
                  <a:pt x="1411092" y="116296"/>
                </a:lnTo>
                <a:lnTo>
                  <a:pt x="1411312" y="116579"/>
                </a:lnTo>
                <a:lnTo>
                  <a:pt x="1411542" y="116860"/>
                </a:lnTo>
                <a:lnTo>
                  <a:pt x="1411782" y="117138"/>
                </a:lnTo>
                <a:lnTo>
                  <a:pt x="1412033" y="117414"/>
                </a:lnTo>
                <a:lnTo>
                  <a:pt x="1412294" y="117688"/>
                </a:lnTo>
                <a:lnTo>
                  <a:pt x="1412566" y="117959"/>
                </a:lnTo>
                <a:lnTo>
                  <a:pt x="1412848" y="118228"/>
                </a:lnTo>
                <a:lnTo>
                  <a:pt x="1413141" y="118495"/>
                </a:lnTo>
                <a:lnTo>
                  <a:pt x="1413444" y="118759"/>
                </a:lnTo>
                <a:lnTo>
                  <a:pt x="1413757" y="119021"/>
                </a:lnTo>
                <a:lnTo>
                  <a:pt x="1414081" y="119281"/>
                </a:lnTo>
                <a:lnTo>
                  <a:pt x="1414415" y="119539"/>
                </a:lnTo>
                <a:lnTo>
                  <a:pt x="1414760" y="119794"/>
                </a:lnTo>
                <a:lnTo>
                  <a:pt x="1415115" y="120047"/>
                </a:lnTo>
                <a:lnTo>
                  <a:pt x="1415481" y="120297"/>
                </a:lnTo>
                <a:lnTo>
                  <a:pt x="1415857" y="120545"/>
                </a:lnTo>
                <a:lnTo>
                  <a:pt x="1416244" y="120791"/>
                </a:lnTo>
                <a:lnTo>
                  <a:pt x="1416641" y="121035"/>
                </a:lnTo>
                <a:lnTo>
                  <a:pt x="1417048" y="121276"/>
                </a:lnTo>
                <a:lnTo>
                  <a:pt x="1417466" y="121515"/>
                </a:lnTo>
                <a:lnTo>
                  <a:pt x="1417895" y="121751"/>
                </a:lnTo>
                <a:lnTo>
                  <a:pt x="1418335" y="121983"/>
                </a:lnTo>
                <a:lnTo>
                  <a:pt x="1418788" y="122209"/>
                </a:lnTo>
                <a:lnTo>
                  <a:pt x="1419256" y="122428"/>
                </a:lnTo>
                <a:lnTo>
                  <a:pt x="1419415" y="122498"/>
                </a:lnTo>
                <a:lnTo>
                  <a:pt x="1418940" y="122706"/>
                </a:lnTo>
                <a:lnTo>
                  <a:pt x="1418090" y="123102"/>
                </a:lnTo>
                <a:lnTo>
                  <a:pt x="1417266" y="123512"/>
                </a:lnTo>
                <a:lnTo>
                  <a:pt x="1416468" y="123934"/>
                </a:lnTo>
                <a:lnTo>
                  <a:pt x="1415696" y="124370"/>
                </a:lnTo>
                <a:lnTo>
                  <a:pt x="1414950" y="124819"/>
                </a:lnTo>
                <a:lnTo>
                  <a:pt x="1414230" y="125281"/>
                </a:lnTo>
                <a:lnTo>
                  <a:pt x="1413536" y="125757"/>
                </a:lnTo>
                <a:lnTo>
                  <a:pt x="1412869" y="126245"/>
                </a:lnTo>
                <a:lnTo>
                  <a:pt x="1412227" y="126747"/>
                </a:lnTo>
                <a:lnTo>
                  <a:pt x="1411611" y="127261"/>
                </a:lnTo>
                <a:lnTo>
                  <a:pt x="1411021" y="127789"/>
                </a:lnTo>
                <a:lnTo>
                  <a:pt x="1410457" y="128327"/>
                </a:lnTo>
                <a:lnTo>
                  <a:pt x="1409916" y="128871"/>
                </a:lnTo>
                <a:lnTo>
                  <a:pt x="1409399" y="129421"/>
                </a:lnTo>
                <a:lnTo>
                  <a:pt x="1408907" y="129978"/>
                </a:lnTo>
                <a:lnTo>
                  <a:pt x="1408438" y="130541"/>
                </a:lnTo>
                <a:lnTo>
                  <a:pt x="1407993" y="131110"/>
                </a:lnTo>
                <a:lnTo>
                  <a:pt x="1407573" y="131686"/>
                </a:lnTo>
                <a:lnTo>
                  <a:pt x="1407176" y="132269"/>
                </a:lnTo>
                <a:lnTo>
                  <a:pt x="1406804" y="132857"/>
                </a:lnTo>
                <a:lnTo>
                  <a:pt x="1406455" y="133453"/>
                </a:lnTo>
                <a:lnTo>
                  <a:pt x="1406131" y="134054"/>
                </a:lnTo>
                <a:lnTo>
                  <a:pt x="1405831" y="134662"/>
                </a:lnTo>
                <a:lnTo>
                  <a:pt x="1405554" y="135277"/>
                </a:lnTo>
                <a:lnTo>
                  <a:pt x="1405302" y="135898"/>
                </a:lnTo>
                <a:lnTo>
                  <a:pt x="1405074" y="136525"/>
                </a:lnTo>
                <a:lnTo>
                  <a:pt x="1404869" y="137159"/>
                </a:lnTo>
                <a:lnTo>
                  <a:pt x="1404689" y="137799"/>
                </a:lnTo>
                <a:lnTo>
                  <a:pt x="1404533" y="138446"/>
                </a:lnTo>
                <a:lnTo>
                  <a:pt x="1404401" y="139099"/>
                </a:lnTo>
                <a:lnTo>
                  <a:pt x="1404293" y="139758"/>
                </a:lnTo>
                <a:lnTo>
                  <a:pt x="1404209" y="140424"/>
                </a:lnTo>
                <a:lnTo>
                  <a:pt x="1404148" y="141097"/>
                </a:lnTo>
                <a:lnTo>
                  <a:pt x="1404112" y="141775"/>
                </a:lnTo>
                <a:lnTo>
                  <a:pt x="1404100" y="142460"/>
                </a:lnTo>
                <a:lnTo>
                  <a:pt x="1404107" y="143025"/>
                </a:lnTo>
                <a:lnTo>
                  <a:pt x="1404128" y="143587"/>
                </a:lnTo>
                <a:lnTo>
                  <a:pt x="1404163" y="144145"/>
                </a:lnTo>
                <a:lnTo>
                  <a:pt x="1404212" y="144700"/>
                </a:lnTo>
                <a:lnTo>
                  <a:pt x="1404274" y="145251"/>
                </a:lnTo>
                <a:lnTo>
                  <a:pt x="1404351" y="145799"/>
                </a:lnTo>
                <a:lnTo>
                  <a:pt x="1404441" y="146344"/>
                </a:lnTo>
                <a:lnTo>
                  <a:pt x="1404546" y="146885"/>
                </a:lnTo>
                <a:lnTo>
                  <a:pt x="1404664" y="147423"/>
                </a:lnTo>
                <a:lnTo>
                  <a:pt x="1404796" y="147958"/>
                </a:lnTo>
                <a:lnTo>
                  <a:pt x="1404943" y="148489"/>
                </a:lnTo>
                <a:lnTo>
                  <a:pt x="1405103" y="149017"/>
                </a:lnTo>
                <a:lnTo>
                  <a:pt x="1405277" y="149541"/>
                </a:lnTo>
                <a:lnTo>
                  <a:pt x="1405465" y="150062"/>
                </a:lnTo>
                <a:lnTo>
                  <a:pt x="1405667" y="150580"/>
                </a:lnTo>
                <a:lnTo>
                  <a:pt x="1405882" y="151094"/>
                </a:lnTo>
                <a:lnTo>
                  <a:pt x="1406112" y="151605"/>
                </a:lnTo>
                <a:lnTo>
                  <a:pt x="1406356" y="152113"/>
                </a:lnTo>
                <a:lnTo>
                  <a:pt x="1406613" y="152617"/>
                </a:lnTo>
                <a:lnTo>
                  <a:pt x="1406885" y="153118"/>
                </a:lnTo>
                <a:lnTo>
                  <a:pt x="1407170" y="153616"/>
                </a:lnTo>
                <a:lnTo>
                  <a:pt x="1407469" y="154110"/>
                </a:lnTo>
                <a:lnTo>
                  <a:pt x="1407783" y="154601"/>
                </a:lnTo>
                <a:lnTo>
                  <a:pt x="1408110" y="155088"/>
                </a:lnTo>
                <a:lnTo>
                  <a:pt x="1408453" y="155570"/>
                </a:lnTo>
                <a:lnTo>
                  <a:pt x="1408813" y="156044"/>
                </a:lnTo>
                <a:lnTo>
                  <a:pt x="1409190" y="156510"/>
                </a:lnTo>
                <a:lnTo>
                  <a:pt x="1409585" y="156967"/>
                </a:lnTo>
                <a:lnTo>
                  <a:pt x="1409998" y="157417"/>
                </a:lnTo>
                <a:lnTo>
                  <a:pt x="1410428" y="157858"/>
                </a:lnTo>
                <a:lnTo>
                  <a:pt x="1410875" y="158291"/>
                </a:lnTo>
                <a:lnTo>
                  <a:pt x="1411340" y="158717"/>
                </a:lnTo>
                <a:lnTo>
                  <a:pt x="1411822" y="159134"/>
                </a:lnTo>
                <a:lnTo>
                  <a:pt x="1412321" y="159543"/>
                </a:lnTo>
                <a:lnTo>
                  <a:pt x="1412838" y="159943"/>
                </a:lnTo>
                <a:lnTo>
                  <a:pt x="1413372" y="160336"/>
                </a:lnTo>
                <a:lnTo>
                  <a:pt x="1413924" y="160721"/>
                </a:lnTo>
                <a:lnTo>
                  <a:pt x="1414493" y="161097"/>
                </a:lnTo>
                <a:lnTo>
                  <a:pt x="1415079" y="161466"/>
                </a:lnTo>
                <a:lnTo>
                  <a:pt x="1415683" y="161826"/>
                </a:lnTo>
                <a:lnTo>
                  <a:pt x="1416304" y="162178"/>
                </a:lnTo>
                <a:lnTo>
                  <a:pt x="1416943" y="162522"/>
                </a:lnTo>
                <a:lnTo>
                  <a:pt x="1417599" y="162858"/>
                </a:lnTo>
                <a:lnTo>
                  <a:pt x="1418272" y="163186"/>
                </a:lnTo>
                <a:lnTo>
                  <a:pt x="1418963" y="163506"/>
                </a:lnTo>
                <a:lnTo>
                  <a:pt x="1419671" y="163817"/>
                </a:lnTo>
                <a:lnTo>
                  <a:pt x="1420397" y="164121"/>
                </a:lnTo>
                <a:lnTo>
                  <a:pt x="1421140" y="164416"/>
                </a:lnTo>
                <a:lnTo>
                  <a:pt x="1421902" y="164702"/>
                </a:lnTo>
                <a:lnTo>
                  <a:pt x="1422686" y="164975"/>
                </a:lnTo>
                <a:lnTo>
                  <a:pt x="1423490" y="165237"/>
                </a:lnTo>
                <a:lnTo>
                  <a:pt x="1424316" y="165486"/>
                </a:lnTo>
                <a:lnTo>
                  <a:pt x="1425162" y="165723"/>
                </a:lnTo>
                <a:lnTo>
                  <a:pt x="1426030" y="165947"/>
                </a:lnTo>
                <a:lnTo>
                  <a:pt x="1426918" y="166160"/>
                </a:lnTo>
                <a:lnTo>
                  <a:pt x="1427828" y="166360"/>
                </a:lnTo>
                <a:lnTo>
                  <a:pt x="1428758" y="166549"/>
                </a:lnTo>
                <a:lnTo>
                  <a:pt x="1429710" y="166725"/>
                </a:lnTo>
                <a:lnTo>
                  <a:pt x="1430683" y="166889"/>
                </a:lnTo>
                <a:lnTo>
                  <a:pt x="1431677" y="167041"/>
                </a:lnTo>
                <a:lnTo>
                  <a:pt x="1432692" y="167181"/>
                </a:lnTo>
                <a:lnTo>
                  <a:pt x="1433727" y="167308"/>
                </a:lnTo>
                <a:lnTo>
                  <a:pt x="1434784" y="167424"/>
                </a:lnTo>
                <a:lnTo>
                  <a:pt x="1435862" y="167527"/>
                </a:lnTo>
                <a:lnTo>
                  <a:pt x="1436961" y="167618"/>
                </a:lnTo>
                <a:lnTo>
                  <a:pt x="1438081" y="167697"/>
                </a:lnTo>
                <a:lnTo>
                  <a:pt x="1439223" y="167764"/>
                </a:lnTo>
                <a:lnTo>
                  <a:pt x="1440385" y="167818"/>
                </a:lnTo>
                <a:lnTo>
                  <a:pt x="1441568" y="167861"/>
                </a:lnTo>
                <a:lnTo>
                  <a:pt x="1442772" y="167891"/>
                </a:lnTo>
                <a:lnTo>
                  <a:pt x="1443998" y="167910"/>
                </a:lnTo>
                <a:lnTo>
                  <a:pt x="1445244" y="167916"/>
                </a:lnTo>
                <a:lnTo>
                  <a:pt x="1447063" y="167901"/>
                </a:lnTo>
                <a:lnTo>
                  <a:pt x="1448844" y="167859"/>
                </a:lnTo>
                <a:lnTo>
                  <a:pt x="1450588" y="167787"/>
                </a:lnTo>
                <a:lnTo>
                  <a:pt x="1452294" y="167688"/>
                </a:lnTo>
                <a:lnTo>
                  <a:pt x="1453962" y="167559"/>
                </a:lnTo>
                <a:lnTo>
                  <a:pt x="1455593" y="167403"/>
                </a:lnTo>
                <a:lnTo>
                  <a:pt x="1457186" y="167217"/>
                </a:lnTo>
                <a:lnTo>
                  <a:pt x="1458741" y="167003"/>
                </a:lnTo>
                <a:lnTo>
                  <a:pt x="1460259" y="166761"/>
                </a:lnTo>
                <a:lnTo>
                  <a:pt x="1461739" y="166490"/>
                </a:lnTo>
                <a:lnTo>
                  <a:pt x="1463182" y="166191"/>
                </a:lnTo>
                <a:lnTo>
                  <a:pt x="1464587" y="165863"/>
                </a:lnTo>
                <a:lnTo>
                  <a:pt x="1465954" y="165507"/>
                </a:lnTo>
                <a:lnTo>
                  <a:pt x="1467284" y="165122"/>
                </a:lnTo>
                <a:lnTo>
                  <a:pt x="1468576" y="164709"/>
                </a:lnTo>
                <a:lnTo>
                  <a:pt x="1469831" y="164267"/>
                </a:lnTo>
                <a:lnTo>
                  <a:pt x="1471047" y="163797"/>
                </a:lnTo>
                <a:lnTo>
                  <a:pt x="1472227" y="163298"/>
                </a:lnTo>
                <a:lnTo>
                  <a:pt x="1473368" y="162770"/>
                </a:lnTo>
                <a:lnTo>
                  <a:pt x="1474472" y="162214"/>
                </a:lnTo>
                <a:lnTo>
                  <a:pt x="1475539" y="161630"/>
                </a:lnTo>
                <a:lnTo>
                  <a:pt x="1476567" y="161017"/>
                </a:lnTo>
                <a:lnTo>
                  <a:pt x="1477559" y="160376"/>
                </a:lnTo>
                <a:lnTo>
                  <a:pt x="1478512" y="159706"/>
                </a:lnTo>
                <a:lnTo>
                  <a:pt x="1479427" y="159014"/>
                </a:lnTo>
                <a:lnTo>
                  <a:pt x="1480304" y="158306"/>
                </a:lnTo>
                <a:lnTo>
                  <a:pt x="1481141" y="157581"/>
                </a:lnTo>
                <a:lnTo>
                  <a:pt x="1481939" y="156841"/>
                </a:lnTo>
                <a:lnTo>
                  <a:pt x="1482699" y="156085"/>
                </a:lnTo>
                <a:lnTo>
                  <a:pt x="1483419" y="155313"/>
                </a:lnTo>
                <a:lnTo>
                  <a:pt x="1484101" y="154524"/>
                </a:lnTo>
                <a:lnTo>
                  <a:pt x="1484744" y="153720"/>
                </a:lnTo>
                <a:lnTo>
                  <a:pt x="1485347" y="152899"/>
                </a:lnTo>
                <a:lnTo>
                  <a:pt x="1485912" y="152063"/>
                </a:lnTo>
                <a:lnTo>
                  <a:pt x="1486438" y="151210"/>
                </a:lnTo>
                <a:lnTo>
                  <a:pt x="1486925" y="150342"/>
                </a:lnTo>
                <a:lnTo>
                  <a:pt x="1487373" y="149457"/>
                </a:lnTo>
                <a:lnTo>
                  <a:pt x="1487781" y="148557"/>
                </a:lnTo>
                <a:lnTo>
                  <a:pt x="1488151" y="147640"/>
                </a:lnTo>
                <a:lnTo>
                  <a:pt x="1488482" y="146707"/>
                </a:lnTo>
                <a:lnTo>
                  <a:pt x="1488775" y="145759"/>
                </a:lnTo>
                <a:lnTo>
                  <a:pt x="1489028" y="144794"/>
                </a:lnTo>
                <a:lnTo>
                  <a:pt x="1489242" y="143813"/>
                </a:lnTo>
                <a:lnTo>
                  <a:pt x="1489417" y="142816"/>
                </a:lnTo>
                <a:lnTo>
                  <a:pt x="1489554" y="141804"/>
                </a:lnTo>
                <a:lnTo>
                  <a:pt x="1489651" y="140775"/>
                </a:lnTo>
                <a:lnTo>
                  <a:pt x="1489709" y="139730"/>
                </a:lnTo>
                <a:lnTo>
                  <a:pt x="1489729" y="138669"/>
                </a:lnTo>
                <a:lnTo>
                  <a:pt x="1489712" y="137604"/>
                </a:lnTo>
                <a:lnTo>
                  <a:pt x="1489661" y="136562"/>
                </a:lnTo>
                <a:lnTo>
                  <a:pt x="1489575" y="135544"/>
                </a:lnTo>
                <a:lnTo>
                  <a:pt x="1489456" y="134549"/>
                </a:lnTo>
                <a:lnTo>
                  <a:pt x="1489302" y="133577"/>
                </a:lnTo>
                <a:lnTo>
                  <a:pt x="1489114" y="132629"/>
                </a:lnTo>
                <a:lnTo>
                  <a:pt x="1488892" y="131705"/>
                </a:lnTo>
                <a:lnTo>
                  <a:pt x="1488636" y="130804"/>
                </a:lnTo>
                <a:lnTo>
                  <a:pt x="1488346" y="129926"/>
                </a:lnTo>
                <a:lnTo>
                  <a:pt x="1488022" y="129072"/>
                </a:lnTo>
                <a:lnTo>
                  <a:pt x="1487663" y="128241"/>
                </a:lnTo>
                <a:lnTo>
                  <a:pt x="1487271" y="127434"/>
                </a:lnTo>
                <a:lnTo>
                  <a:pt x="1486844" y="126650"/>
                </a:lnTo>
                <a:lnTo>
                  <a:pt x="1486383" y="125890"/>
                </a:lnTo>
                <a:lnTo>
                  <a:pt x="1485888" y="125153"/>
                </a:lnTo>
                <a:lnTo>
                  <a:pt x="1485359" y="124440"/>
                </a:lnTo>
                <a:lnTo>
                  <a:pt x="1484795" y="123750"/>
                </a:lnTo>
                <a:lnTo>
                  <a:pt x="1484198" y="123083"/>
                </a:lnTo>
                <a:lnTo>
                  <a:pt x="1483566" y="122440"/>
                </a:lnTo>
                <a:lnTo>
                  <a:pt x="1482901" y="121821"/>
                </a:lnTo>
                <a:lnTo>
                  <a:pt x="1482201" y="121224"/>
                </a:lnTo>
                <a:lnTo>
                  <a:pt x="1481467" y="120652"/>
                </a:lnTo>
                <a:lnTo>
                  <a:pt x="1480699" y="120102"/>
                </a:lnTo>
                <a:lnTo>
                  <a:pt x="1479896" y="119577"/>
                </a:lnTo>
                <a:lnTo>
                  <a:pt x="1479054" y="119073"/>
                </a:lnTo>
                <a:lnTo>
                  <a:pt x="1478167" y="118591"/>
                </a:lnTo>
                <a:lnTo>
                  <a:pt x="1477234" y="118131"/>
                </a:lnTo>
                <a:lnTo>
                  <a:pt x="1476256" y="117692"/>
                </a:lnTo>
                <a:lnTo>
                  <a:pt x="1475232" y="117274"/>
                </a:lnTo>
                <a:lnTo>
                  <a:pt x="1474163" y="116878"/>
                </a:lnTo>
                <a:lnTo>
                  <a:pt x="1473048" y="116503"/>
                </a:lnTo>
                <a:lnTo>
                  <a:pt x="1471888" y="116149"/>
                </a:lnTo>
                <a:lnTo>
                  <a:pt x="1470683" y="115817"/>
                </a:lnTo>
                <a:lnTo>
                  <a:pt x="1469432" y="115507"/>
                </a:lnTo>
                <a:lnTo>
                  <a:pt x="1468136" y="115218"/>
                </a:lnTo>
                <a:lnTo>
                  <a:pt x="1466794" y="114950"/>
                </a:lnTo>
                <a:lnTo>
                  <a:pt x="1465407" y="114703"/>
                </a:lnTo>
                <a:lnTo>
                  <a:pt x="1463975" y="114479"/>
                </a:lnTo>
                <a:lnTo>
                  <a:pt x="1462497" y="114275"/>
                </a:lnTo>
                <a:lnTo>
                  <a:pt x="1460974" y="114093"/>
                </a:lnTo>
                <a:lnTo>
                  <a:pt x="1459405" y="113932"/>
                </a:lnTo>
                <a:lnTo>
                  <a:pt x="1457791" y="113793"/>
                </a:lnTo>
                <a:lnTo>
                  <a:pt x="1456132" y="113675"/>
                </a:lnTo>
                <a:lnTo>
                  <a:pt x="1454427" y="113579"/>
                </a:lnTo>
                <a:lnTo>
                  <a:pt x="1452677" y="113504"/>
                </a:lnTo>
                <a:lnTo>
                  <a:pt x="1450881" y="113450"/>
                </a:lnTo>
                <a:lnTo>
                  <a:pt x="1449040" y="113418"/>
                </a:lnTo>
                <a:lnTo>
                  <a:pt x="1447153" y="113407"/>
                </a:lnTo>
                <a:lnTo>
                  <a:pt x="1440948" y="113407"/>
                </a:lnTo>
                <a:lnTo>
                  <a:pt x="1440326" y="113406"/>
                </a:lnTo>
                <a:lnTo>
                  <a:pt x="1439714" y="113401"/>
                </a:lnTo>
                <a:lnTo>
                  <a:pt x="1439114" y="113393"/>
                </a:lnTo>
                <a:lnTo>
                  <a:pt x="1438526" y="113382"/>
                </a:lnTo>
                <a:lnTo>
                  <a:pt x="1437949" y="113368"/>
                </a:lnTo>
                <a:lnTo>
                  <a:pt x="1437383" y="113350"/>
                </a:lnTo>
                <a:lnTo>
                  <a:pt x="1436829" y="113330"/>
                </a:lnTo>
                <a:lnTo>
                  <a:pt x="1436287" y="113306"/>
                </a:lnTo>
                <a:lnTo>
                  <a:pt x="1435755" y="113279"/>
                </a:lnTo>
                <a:lnTo>
                  <a:pt x="1435236" y="113249"/>
                </a:lnTo>
                <a:lnTo>
                  <a:pt x="1434727" y="113216"/>
                </a:lnTo>
                <a:lnTo>
                  <a:pt x="1434230" y="113179"/>
                </a:lnTo>
                <a:lnTo>
                  <a:pt x="1433745" y="113140"/>
                </a:lnTo>
                <a:lnTo>
                  <a:pt x="1433271" y="113097"/>
                </a:lnTo>
                <a:lnTo>
                  <a:pt x="1432808" y="113051"/>
                </a:lnTo>
                <a:lnTo>
                  <a:pt x="1432357" y="113002"/>
                </a:lnTo>
                <a:lnTo>
                  <a:pt x="1431917" y="112949"/>
                </a:lnTo>
                <a:lnTo>
                  <a:pt x="1431489" y="112894"/>
                </a:lnTo>
                <a:lnTo>
                  <a:pt x="1431072" y="112835"/>
                </a:lnTo>
                <a:lnTo>
                  <a:pt x="1430666" y="112774"/>
                </a:lnTo>
                <a:lnTo>
                  <a:pt x="1430272" y="112709"/>
                </a:lnTo>
                <a:lnTo>
                  <a:pt x="1429890" y="112640"/>
                </a:lnTo>
                <a:lnTo>
                  <a:pt x="1429519" y="112569"/>
                </a:lnTo>
                <a:lnTo>
                  <a:pt x="1429159" y="112495"/>
                </a:lnTo>
                <a:lnTo>
                  <a:pt x="1428809" y="112418"/>
                </a:lnTo>
                <a:lnTo>
                  <a:pt x="1428468" y="112339"/>
                </a:lnTo>
                <a:lnTo>
                  <a:pt x="1428136" y="112257"/>
                </a:lnTo>
                <a:lnTo>
                  <a:pt x="1427812" y="112174"/>
                </a:lnTo>
                <a:lnTo>
                  <a:pt x="1427497" y="112089"/>
                </a:lnTo>
                <a:lnTo>
                  <a:pt x="1427190" y="112002"/>
                </a:lnTo>
                <a:lnTo>
                  <a:pt x="1426892" y="111913"/>
                </a:lnTo>
                <a:lnTo>
                  <a:pt x="1426603" y="111822"/>
                </a:lnTo>
                <a:lnTo>
                  <a:pt x="1426322" y="111729"/>
                </a:lnTo>
                <a:lnTo>
                  <a:pt x="1426050" y="111634"/>
                </a:lnTo>
                <a:lnTo>
                  <a:pt x="1425786" y="111537"/>
                </a:lnTo>
                <a:lnTo>
                  <a:pt x="1425531" y="111438"/>
                </a:lnTo>
                <a:lnTo>
                  <a:pt x="1425285" y="111337"/>
                </a:lnTo>
                <a:lnTo>
                  <a:pt x="1425047" y="111234"/>
                </a:lnTo>
                <a:lnTo>
                  <a:pt x="1424818" y="111129"/>
                </a:lnTo>
                <a:lnTo>
                  <a:pt x="1424598" y="111022"/>
                </a:lnTo>
                <a:lnTo>
                  <a:pt x="1424386" y="110913"/>
                </a:lnTo>
                <a:lnTo>
                  <a:pt x="1424183" y="110802"/>
                </a:lnTo>
                <a:lnTo>
                  <a:pt x="1423988" y="110688"/>
                </a:lnTo>
                <a:lnTo>
                  <a:pt x="1423802" y="110573"/>
                </a:lnTo>
                <a:lnTo>
                  <a:pt x="1423625" y="110456"/>
                </a:lnTo>
                <a:lnTo>
                  <a:pt x="1423456" y="110337"/>
                </a:lnTo>
                <a:lnTo>
                  <a:pt x="1423296" y="110216"/>
                </a:lnTo>
                <a:lnTo>
                  <a:pt x="1423145" y="110093"/>
                </a:lnTo>
                <a:lnTo>
                  <a:pt x="1423001" y="109968"/>
                </a:lnTo>
                <a:lnTo>
                  <a:pt x="1422863" y="109842"/>
                </a:lnTo>
                <a:lnTo>
                  <a:pt x="1422731" y="109714"/>
                </a:lnTo>
                <a:lnTo>
                  <a:pt x="1422605" y="109585"/>
                </a:lnTo>
                <a:lnTo>
                  <a:pt x="1422486" y="109454"/>
                </a:lnTo>
                <a:lnTo>
                  <a:pt x="1422372" y="109322"/>
                </a:lnTo>
                <a:lnTo>
                  <a:pt x="1422265" y="109188"/>
                </a:lnTo>
                <a:lnTo>
                  <a:pt x="1422164" y="109053"/>
                </a:lnTo>
                <a:lnTo>
                  <a:pt x="1422069" y="108916"/>
                </a:lnTo>
                <a:lnTo>
                  <a:pt x="1421980" y="108778"/>
                </a:lnTo>
                <a:lnTo>
                  <a:pt x="1421897" y="108638"/>
                </a:lnTo>
                <a:lnTo>
                  <a:pt x="1421820" y="108496"/>
                </a:lnTo>
                <a:lnTo>
                  <a:pt x="1421750" y="108354"/>
                </a:lnTo>
                <a:lnTo>
                  <a:pt x="1421685" y="108209"/>
                </a:lnTo>
                <a:lnTo>
                  <a:pt x="1421627" y="108063"/>
                </a:lnTo>
                <a:lnTo>
                  <a:pt x="1421575" y="107916"/>
                </a:lnTo>
                <a:lnTo>
                  <a:pt x="1421529" y="107767"/>
                </a:lnTo>
                <a:lnTo>
                  <a:pt x="1421489" y="107617"/>
                </a:lnTo>
                <a:lnTo>
                  <a:pt x="1421455" y="107465"/>
                </a:lnTo>
                <a:lnTo>
                  <a:pt x="1421428" y="107312"/>
                </a:lnTo>
                <a:lnTo>
                  <a:pt x="1421406" y="107157"/>
                </a:lnTo>
                <a:lnTo>
                  <a:pt x="1421391" y="107001"/>
                </a:lnTo>
                <a:lnTo>
                  <a:pt x="1421382" y="106843"/>
                </a:lnTo>
                <a:lnTo>
                  <a:pt x="1421379" y="106683"/>
                </a:lnTo>
                <a:lnTo>
                  <a:pt x="1421384" y="106452"/>
                </a:lnTo>
                <a:lnTo>
                  <a:pt x="1421399" y="106223"/>
                </a:lnTo>
                <a:lnTo>
                  <a:pt x="1421425" y="105995"/>
                </a:lnTo>
                <a:lnTo>
                  <a:pt x="1421461" y="105769"/>
                </a:lnTo>
                <a:lnTo>
                  <a:pt x="1421507" y="105546"/>
                </a:lnTo>
                <a:lnTo>
                  <a:pt x="1421564" y="105324"/>
                </a:lnTo>
                <a:lnTo>
                  <a:pt x="1421631" y="105103"/>
                </a:lnTo>
                <a:lnTo>
                  <a:pt x="1421708" y="104885"/>
                </a:lnTo>
                <a:lnTo>
                  <a:pt x="1421795" y="104668"/>
                </a:lnTo>
                <a:lnTo>
                  <a:pt x="1421893" y="104454"/>
                </a:lnTo>
                <a:lnTo>
                  <a:pt x="1422000" y="104241"/>
                </a:lnTo>
                <a:lnTo>
                  <a:pt x="1422119" y="104030"/>
                </a:lnTo>
                <a:lnTo>
                  <a:pt x="1422247" y="103821"/>
                </a:lnTo>
                <a:lnTo>
                  <a:pt x="1422386" y="103614"/>
                </a:lnTo>
                <a:lnTo>
                  <a:pt x="1422535" y="103408"/>
                </a:lnTo>
                <a:lnTo>
                  <a:pt x="1422694" y="103204"/>
                </a:lnTo>
                <a:lnTo>
                  <a:pt x="1422864" y="103003"/>
                </a:lnTo>
                <a:lnTo>
                  <a:pt x="1423043" y="102803"/>
                </a:lnTo>
                <a:lnTo>
                  <a:pt x="1423234" y="102605"/>
                </a:lnTo>
                <a:lnTo>
                  <a:pt x="1423434" y="102408"/>
                </a:lnTo>
                <a:lnTo>
                  <a:pt x="1423645" y="102214"/>
                </a:lnTo>
                <a:lnTo>
                  <a:pt x="1423865" y="102021"/>
                </a:lnTo>
                <a:lnTo>
                  <a:pt x="1424097" y="101831"/>
                </a:lnTo>
                <a:lnTo>
                  <a:pt x="1424338" y="101642"/>
                </a:lnTo>
                <a:lnTo>
                  <a:pt x="1424588" y="101455"/>
                </a:lnTo>
                <a:lnTo>
                  <a:pt x="1424846" y="101271"/>
                </a:lnTo>
                <a:lnTo>
                  <a:pt x="1425111" y="101090"/>
                </a:lnTo>
                <a:lnTo>
                  <a:pt x="1425383" y="100912"/>
                </a:lnTo>
                <a:lnTo>
                  <a:pt x="1425662" y="100736"/>
                </a:lnTo>
                <a:lnTo>
                  <a:pt x="1425949" y="100564"/>
                </a:lnTo>
                <a:lnTo>
                  <a:pt x="1426243" y="100394"/>
                </a:lnTo>
                <a:lnTo>
                  <a:pt x="1426544" y="100227"/>
                </a:lnTo>
                <a:lnTo>
                  <a:pt x="1426853" y="100063"/>
                </a:lnTo>
                <a:lnTo>
                  <a:pt x="1427169" y="99902"/>
                </a:lnTo>
                <a:lnTo>
                  <a:pt x="1427492" y="99744"/>
                </a:lnTo>
                <a:lnTo>
                  <a:pt x="1427822" y="99588"/>
                </a:lnTo>
                <a:lnTo>
                  <a:pt x="1428160" y="99435"/>
                </a:lnTo>
                <a:lnTo>
                  <a:pt x="1428505" y="99285"/>
                </a:lnTo>
                <a:lnTo>
                  <a:pt x="1428858" y="99138"/>
                </a:lnTo>
                <a:lnTo>
                  <a:pt x="1429217" y="98994"/>
                </a:lnTo>
                <a:lnTo>
                  <a:pt x="1429584" y="98853"/>
                </a:lnTo>
                <a:lnTo>
                  <a:pt x="1429958" y="98714"/>
                </a:lnTo>
                <a:lnTo>
                  <a:pt x="1430036" y="98687"/>
                </a:lnTo>
                <a:lnTo>
                  <a:pt x="1430373" y="98802"/>
                </a:lnTo>
                <a:lnTo>
                  <a:pt x="1431140" y="99045"/>
                </a:lnTo>
                <a:lnTo>
                  <a:pt x="1431920" y="99272"/>
                </a:lnTo>
                <a:lnTo>
                  <a:pt x="1432711" y="99483"/>
                </a:lnTo>
                <a:lnTo>
                  <a:pt x="1433514" y="99679"/>
                </a:lnTo>
                <a:lnTo>
                  <a:pt x="1434330" y="99859"/>
                </a:lnTo>
                <a:lnTo>
                  <a:pt x="1435157" y="100024"/>
                </a:lnTo>
                <a:lnTo>
                  <a:pt x="1435997" y="100172"/>
                </a:lnTo>
                <a:lnTo>
                  <a:pt x="1436849" y="100305"/>
                </a:lnTo>
                <a:lnTo>
                  <a:pt x="1437713" y="100423"/>
                </a:lnTo>
                <a:lnTo>
                  <a:pt x="1438589" y="100525"/>
                </a:lnTo>
                <a:lnTo>
                  <a:pt x="1439477" y="100611"/>
                </a:lnTo>
                <a:lnTo>
                  <a:pt x="1440377" y="100681"/>
                </a:lnTo>
                <a:lnTo>
                  <a:pt x="1441289" y="100736"/>
                </a:lnTo>
                <a:lnTo>
                  <a:pt x="1442213" y="100775"/>
                </a:lnTo>
                <a:lnTo>
                  <a:pt x="1443150" y="100799"/>
                </a:lnTo>
                <a:lnTo>
                  <a:pt x="1444099" y="100807"/>
                </a:lnTo>
                <a:lnTo>
                  <a:pt x="1445102" y="100799"/>
                </a:lnTo>
                <a:lnTo>
                  <a:pt x="1446091" y="100776"/>
                </a:lnTo>
                <a:lnTo>
                  <a:pt x="1447065" y="100738"/>
                </a:lnTo>
                <a:lnTo>
                  <a:pt x="1448026" y="100684"/>
                </a:lnTo>
                <a:lnTo>
                  <a:pt x="1448972" y="100615"/>
                </a:lnTo>
                <a:lnTo>
                  <a:pt x="1449904" y="100531"/>
                </a:lnTo>
                <a:lnTo>
                  <a:pt x="1450821" y="100431"/>
                </a:lnTo>
                <a:lnTo>
                  <a:pt x="1451725" y="100316"/>
                </a:lnTo>
                <a:lnTo>
                  <a:pt x="1452614" y="100186"/>
                </a:lnTo>
                <a:lnTo>
                  <a:pt x="1453489" y="100040"/>
                </a:lnTo>
                <a:lnTo>
                  <a:pt x="1454349" y="99879"/>
                </a:lnTo>
                <a:lnTo>
                  <a:pt x="1455196" y="99703"/>
                </a:lnTo>
                <a:lnTo>
                  <a:pt x="1456028" y="99511"/>
                </a:lnTo>
                <a:lnTo>
                  <a:pt x="1456846" y="99304"/>
                </a:lnTo>
                <a:lnTo>
                  <a:pt x="1457649" y="99082"/>
                </a:lnTo>
                <a:lnTo>
                  <a:pt x="1458439" y="98844"/>
                </a:lnTo>
                <a:lnTo>
                  <a:pt x="1459214" y="98591"/>
                </a:lnTo>
                <a:lnTo>
                  <a:pt x="1459975" y="98323"/>
                </a:lnTo>
                <a:lnTo>
                  <a:pt x="1460721" y="98040"/>
                </a:lnTo>
                <a:lnTo>
                  <a:pt x="1461454" y="97741"/>
                </a:lnTo>
                <a:lnTo>
                  <a:pt x="1462172" y="97426"/>
                </a:lnTo>
                <a:lnTo>
                  <a:pt x="1462876" y="97097"/>
                </a:lnTo>
                <a:lnTo>
                  <a:pt x="1463565" y="96752"/>
                </a:lnTo>
                <a:lnTo>
                  <a:pt x="1464241" y="96392"/>
                </a:lnTo>
                <a:lnTo>
                  <a:pt x="1464902" y="96019"/>
                </a:lnTo>
                <a:lnTo>
                  <a:pt x="1465549" y="95636"/>
                </a:lnTo>
                <a:lnTo>
                  <a:pt x="1466182" y="95242"/>
                </a:lnTo>
                <a:lnTo>
                  <a:pt x="1466801" y="94839"/>
                </a:lnTo>
                <a:lnTo>
                  <a:pt x="1467406" y="94426"/>
                </a:lnTo>
                <a:lnTo>
                  <a:pt x="1467997" y="94002"/>
                </a:lnTo>
                <a:lnTo>
                  <a:pt x="1468573" y="93568"/>
                </a:lnTo>
                <a:lnTo>
                  <a:pt x="1469136" y="93125"/>
                </a:lnTo>
                <a:lnTo>
                  <a:pt x="1469684" y="92671"/>
                </a:lnTo>
                <a:lnTo>
                  <a:pt x="1470219" y="92207"/>
                </a:lnTo>
                <a:lnTo>
                  <a:pt x="1470739" y="91733"/>
                </a:lnTo>
                <a:lnTo>
                  <a:pt x="1471245" y="91249"/>
                </a:lnTo>
                <a:lnTo>
                  <a:pt x="1471737" y="90754"/>
                </a:lnTo>
                <a:lnTo>
                  <a:pt x="1472215" y="90250"/>
                </a:lnTo>
                <a:lnTo>
                  <a:pt x="1472679" y="89735"/>
                </a:lnTo>
                <a:lnTo>
                  <a:pt x="1473129" y="89211"/>
                </a:lnTo>
                <a:lnTo>
                  <a:pt x="1473565" y="88676"/>
                </a:lnTo>
                <a:lnTo>
                  <a:pt x="1473987" y="88131"/>
                </a:lnTo>
                <a:lnTo>
                  <a:pt x="1474394" y="87576"/>
                </a:lnTo>
                <a:lnTo>
                  <a:pt x="1474788" y="87011"/>
                </a:lnTo>
                <a:lnTo>
                  <a:pt x="1475167" y="86436"/>
                </a:lnTo>
                <a:lnTo>
                  <a:pt x="1475533" y="85851"/>
                </a:lnTo>
                <a:lnTo>
                  <a:pt x="1475884" y="85255"/>
                </a:lnTo>
                <a:lnTo>
                  <a:pt x="1476221" y="84650"/>
                </a:lnTo>
                <a:lnTo>
                  <a:pt x="1476544" y="84037"/>
                </a:lnTo>
                <a:lnTo>
                  <a:pt x="1476854" y="83419"/>
                </a:lnTo>
                <a:lnTo>
                  <a:pt x="1477150" y="82796"/>
                </a:lnTo>
                <a:lnTo>
                  <a:pt x="1477432" y="82169"/>
                </a:lnTo>
                <a:lnTo>
                  <a:pt x="1477700" y="81536"/>
                </a:lnTo>
                <a:lnTo>
                  <a:pt x="1477954" y="80899"/>
                </a:lnTo>
                <a:lnTo>
                  <a:pt x="1478195" y="80257"/>
                </a:lnTo>
                <a:lnTo>
                  <a:pt x="1478422" y="79609"/>
                </a:lnTo>
                <a:lnTo>
                  <a:pt x="1478635" y="78957"/>
                </a:lnTo>
                <a:lnTo>
                  <a:pt x="1478835" y="78300"/>
                </a:lnTo>
                <a:lnTo>
                  <a:pt x="1479020" y="77639"/>
                </a:lnTo>
                <a:lnTo>
                  <a:pt x="1479192" y="76972"/>
                </a:lnTo>
                <a:lnTo>
                  <a:pt x="1479350" y="76300"/>
                </a:lnTo>
                <a:lnTo>
                  <a:pt x="1479495" y="75624"/>
                </a:lnTo>
                <a:lnTo>
                  <a:pt x="1479626" y="74943"/>
                </a:lnTo>
                <a:lnTo>
                  <a:pt x="1479743" y="74257"/>
                </a:lnTo>
                <a:lnTo>
                  <a:pt x="1479846" y="73566"/>
                </a:lnTo>
                <a:lnTo>
                  <a:pt x="1479935" y="72870"/>
                </a:lnTo>
                <a:lnTo>
                  <a:pt x="1480011" y="72169"/>
                </a:lnTo>
                <a:lnTo>
                  <a:pt x="1480073" y="71463"/>
                </a:lnTo>
                <a:lnTo>
                  <a:pt x="1480121" y="70753"/>
                </a:lnTo>
                <a:lnTo>
                  <a:pt x="1480155" y="70037"/>
                </a:lnTo>
                <a:lnTo>
                  <a:pt x="1480176" y="69317"/>
                </a:lnTo>
                <a:lnTo>
                  <a:pt x="1480183" y="68592"/>
                </a:lnTo>
                <a:lnTo>
                  <a:pt x="1480176" y="67842"/>
                </a:lnTo>
                <a:lnTo>
                  <a:pt x="1480156" y="67099"/>
                </a:lnTo>
                <a:lnTo>
                  <a:pt x="1480122" y="66361"/>
                </a:lnTo>
                <a:lnTo>
                  <a:pt x="1480074" y="65629"/>
                </a:lnTo>
                <a:lnTo>
                  <a:pt x="1480013" y="64903"/>
                </a:lnTo>
                <a:lnTo>
                  <a:pt x="1479938" y="64183"/>
                </a:lnTo>
                <a:lnTo>
                  <a:pt x="1479850" y="63468"/>
                </a:lnTo>
                <a:lnTo>
                  <a:pt x="1479748" y="62759"/>
                </a:lnTo>
                <a:lnTo>
                  <a:pt x="1479632" y="62056"/>
                </a:lnTo>
                <a:lnTo>
                  <a:pt x="1479503" y="61358"/>
                </a:lnTo>
                <a:lnTo>
                  <a:pt x="1479361" y="60666"/>
                </a:lnTo>
                <a:lnTo>
                  <a:pt x="1479204" y="59980"/>
                </a:lnTo>
                <a:lnTo>
                  <a:pt x="1479034" y="59300"/>
                </a:lnTo>
                <a:lnTo>
                  <a:pt x="1478851" y="58625"/>
                </a:lnTo>
                <a:lnTo>
                  <a:pt x="1478654" y="57956"/>
                </a:lnTo>
                <a:lnTo>
                  <a:pt x="1478443" y="57293"/>
                </a:lnTo>
                <a:lnTo>
                  <a:pt x="1478219" y="56635"/>
                </a:lnTo>
                <a:lnTo>
                  <a:pt x="1477981" y="55983"/>
                </a:lnTo>
                <a:lnTo>
                  <a:pt x="1477730" y="55337"/>
                </a:lnTo>
                <a:lnTo>
                  <a:pt x="1477465" y="54697"/>
                </a:lnTo>
                <a:lnTo>
                  <a:pt x="1477186" y="54063"/>
                </a:lnTo>
                <a:lnTo>
                  <a:pt x="1476894" y="53434"/>
                </a:lnTo>
                <a:lnTo>
                  <a:pt x="1476588" y="52811"/>
                </a:lnTo>
                <a:lnTo>
                  <a:pt x="1476269" y="52193"/>
                </a:lnTo>
                <a:lnTo>
                  <a:pt x="1475936" y="51584"/>
                </a:lnTo>
                <a:lnTo>
                  <a:pt x="1475589" y="50985"/>
                </a:lnTo>
                <a:lnTo>
                  <a:pt x="1475228" y="50396"/>
                </a:lnTo>
                <a:lnTo>
                  <a:pt x="1474853" y="49818"/>
                </a:lnTo>
                <a:lnTo>
                  <a:pt x="1474464" y="49250"/>
                </a:lnTo>
                <a:lnTo>
                  <a:pt x="1474061" y="48693"/>
                </a:lnTo>
                <a:lnTo>
                  <a:pt x="1473645" y="48146"/>
                </a:lnTo>
                <a:lnTo>
                  <a:pt x="1473214" y="47610"/>
                </a:lnTo>
                <a:lnTo>
                  <a:pt x="1472770" y="47084"/>
                </a:lnTo>
                <a:lnTo>
                  <a:pt x="1472311" y="46569"/>
                </a:lnTo>
                <a:lnTo>
                  <a:pt x="1471839" y="46064"/>
                </a:lnTo>
                <a:lnTo>
                  <a:pt x="1471353" y="45569"/>
                </a:lnTo>
                <a:lnTo>
                  <a:pt x="1470852" y="45085"/>
                </a:lnTo>
                <a:lnTo>
                  <a:pt x="1470338" y="44612"/>
                </a:lnTo>
                <a:lnTo>
                  <a:pt x="1469877" y="44207"/>
                </a:lnTo>
                <a:lnTo>
                  <a:pt x="1469906" y="44172"/>
                </a:lnTo>
                <a:lnTo>
                  <a:pt x="1470240" y="43790"/>
                </a:lnTo>
                <a:lnTo>
                  <a:pt x="1470581" y="43422"/>
                </a:lnTo>
                <a:lnTo>
                  <a:pt x="1470928" y="43069"/>
                </a:lnTo>
                <a:lnTo>
                  <a:pt x="1471283" y="42730"/>
                </a:lnTo>
                <a:close/>
                <a:moveTo>
                  <a:pt x="1441353" y="89776"/>
                </a:moveTo>
                <a:lnTo>
                  <a:pt x="1440707" y="89693"/>
                </a:lnTo>
                <a:lnTo>
                  <a:pt x="1440068" y="89591"/>
                </a:lnTo>
                <a:lnTo>
                  <a:pt x="1439436" y="89471"/>
                </a:lnTo>
                <a:lnTo>
                  <a:pt x="1438811" y="89332"/>
                </a:lnTo>
                <a:lnTo>
                  <a:pt x="1438193" y="89174"/>
                </a:lnTo>
                <a:lnTo>
                  <a:pt x="1437581" y="88999"/>
                </a:lnTo>
                <a:lnTo>
                  <a:pt x="1436976" y="88804"/>
                </a:lnTo>
                <a:lnTo>
                  <a:pt x="1436378" y="88591"/>
                </a:lnTo>
                <a:lnTo>
                  <a:pt x="1435787" y="88360"/>
                </a:lnTo>
                <a:lnTo>
                  <a:pt x="1435202" y="88110"/>
                </a:lnTo>
                <a:lnTo>
                  <a:pt x="1434625" y="87842"/>
                </a:lnTo>
                <a:lnTo>
                  <a:pt x="1434054" y="87555"/>
                </a:lnTo>
                <a:lnTo>
                  <a:pt x="1433490" y="87249"/>
                </a:lnTo>
                <a:lnTo>
                  <a:pt x="1432933" y="86925"/>
                </a:lnTo>
                <a:lnTo>
                  <a:pt x="1432382" y="86583"/>
                </a:lnTo>
                <a:lnTo>
                  <a:pt x="1431838" y="86222"/>
                </a:lnTo>
                <a:lnTo>
                  <a:pt x="1431302" y="85843"/>
                </a:lnTo>
                <a:lnTo>
                  <a:pt x="1430771" y="85445"/>
                </a:lnTo>
                <a:lnTo>
                  <a:pt x="1430248" y="85028"/>
                </a:lnTo>
                <a:lnTo>
                  <a:pt x="1429732" y="84593"/>
                </a:lnTo>
                <a:lnTo>
                  <a:pt x="1429229" y="84139"/>
                </a:lnTo>
                <a:lnTo>
                  <a:pt x="1428748" y="83667"/>
                </a:lnTo>
                <a:lnTo>
                  <a:pt x="1428289" y="83175"/>
                </a:lnTo>
                <a:lnTo>
                  <a:pt x="1427850" y="82664"/>
                </a:lnTo>
                <a:lnTo>
                  <a:pt x="1427433" y="82135"/>
                </a:lnTo>
                <a:lnTo>
                  <a:pt x="1427038" y="81587"/>
                </a:lnTo>
                <a:lnTo>
                  <a:pt x="1426664" y="81020"/>
                </a:lnTo>
                <a:lnTo>
                  <a:pt x="1426311" y="80434"/>
                </a:lnTo>
                <a:lnTo>
                  <a:pt x="1425980" y="79829"/>
                </a:lnTo>
                <a:lnTo>
                  <a:pt x="1425670" y="79206"/>
                </a:lnTo>
                <a:lnTo>
                  <a:pt x="1425381" y="78563"/>
                </a:lnTo>
                <a:lnTo>
                  <a:pt x="1425114" y="77902"/>
                </a:lnTo>
                <a:lnTo>
                  <a:pt x="1424868" y="77222"/>
                </a:lnTo>
                <a:lnTo>
                  <a:pt x="1424643" y="76523"/>
                </a:lnTo>
                <a:lnTo>
                  <a:pt x="1424440" y="75805"/>
                </a:lnTo>
                <a:lnTo>
                  <a:pt x="1424259" y="75068"/>
                </a:lnTo>
                <a:lnTo>
                  <a:pt x="1424098" y="74313"/>
                </a:lnTo>
                <a:lnTo>
                  <a:pt x="1423959" y="73538"/>
                </a:lnTo>
                <a:lnTo>
                  <a:pt x="1423842" y="72745"/>
                </a:lnTo>
                <a:lnTo>
                  <a:pt x="1423745" y="71933"/>
                </a:lnTo>
                <a:lnTo>
                  <a:pt x="1423671" y="71102"/>
                </a:lnTo>
                <a:lnTo>
                  <a:pt x="1423617" y="70252"/>
                </a:lnTo>
                <a:lnTo>
                  <a:pt x="1423585" y="69384"/>
                </a:lnTo>
                <a:lnTo>
                  <a:pt x="1423574" y="68496"/>
                </a:lnTo>
                <a:lnTo>
                  <a:pt x="1423585" y="67616"/>
                </a:lnTo>
                <a:lnTo>
                  <a:pt x="1423616" y="66755"/>
                </a:lnTo>
                <a:lnTo>
                  <a:pt x="1423668" y="65911"/>
                </a:lnTo>
                <a:lnTo>
                  <a:pt x="1423740" y="65085"/>
                </a:lnTo>
                <a:lnTo>
                  <a:pt x="1423833" y="64278"/>
                </a:lnTo>
                <a:lnTo>
                  <a:pt x="1423947" y="63488"/>
                </a:lnTo>
                <a:lnTo>
                  <a:pt x="1424082" y="62716"/>
                </a:lnTo>
                <a:lnTo>
                  <a:pt x="1424237" y="61962"/>
                </a:lnTo>
                <a:lnTo>
                  <a:pt x="1424413" y="61227"/>
                </a:lnTo>
                <a:lnTo>
                  <a:pt x="1424610" y="60509"/>
                </a:lnTo>
                <a:lnTo>
                  <a:pt x="1424828" y="59809"/>
                </a:lnTo>
                <a:lnTo>
                  <a:pt x="1425066" y="59128"/>
                </a:lnTo>
                <a:lnTo>
                  <a:pt x="1425325" y="58464"/>
                </a:lnTo>
                <a:lnTo>
                  <a:pt x="1425605" y="57818"/>
                </a:lnTo>
                <a:lnTo>
                  <a:pt x="1425905" y="57190"/>
                </a:lnTo>
                <a:lnTo>
                  <a:pt x="1426226" y="56581"/>
                </a:lnTo>
                <a:lnTo>
                  <a:pt x="1426568" y="55989"/>
                </a:lnTo>
                <a:lnTo>
                  <a:pt x="1426930" y="55415"/>
                </a:lnTo>
                <a:lnTo>
                  <a:pt x="1427314" y="54860"/>
                </a:lnTo>
                <a:lnTo>
                  <a:pt x="1427718" y="54322"/>
                </a:lnTo>
                <a:lnTo>
                  <a:pt x="1428142" y="53802"/>
                </a:lnTo>
                <a:lnTo>
                  <a:pt x="1428588" y="53301"/>
                </a:lnTo>
                <a:lnTo>
                  <a:pt x="1429054" y="52817"/>
                </a:lnTo>
                <a:lnTo>
                  <a:pt x="1429541" y="52351"/>
                </a:lnTo>
                <a:lnTo>
                  <a:pt x="1430043" y="51904"/>
                </a:lnTo>
                <a:lnTo>
                  <a:pt x="1430557" y="51476"/>
                </a:lnTo>
                <a:lnTo>
                  <a:pt x="1431081" y="51067"/>
                </a:lnTo>
                <a:lnTo>
                  <a:pt x="1431616" y="50677"/>
                </a:lnTo>
                <a:lnTo>
                  <a:pt x="1432161" y="50306"/>
                </a:lnTo>
                <a:lnTo>
                  <a:pt x="1432718" y="49954"/>
                </a:lnTo>
                <a:lnTo>
                  <a:pt x="1433285" y="49621"/>
                </a:lnTo>
                <a:lnTo>
                  <a:pt x="1433863" y="49307"/>
                </a:lnTo>
                <a:lnTo>
                  <a:pt x="1434452" y="49012"/>
                </a:lnTo>
                <a:lnTo>
                  <a:pt x="1435051" y="48736"/>
                </a:lnTo>
                <a:lnTo>
                  <a:pt x="1435662" y="48479"/>
                </a:lnTo>
                <a:lnTo>
                  <a:pt x="1436283" y="48241"/>
                </a:lnTo>
                <a:lnTo>
                  <a:pt x="1436914" y="48022"/>
                </a:lnTo>
                <a:lnTo>
                  <a:pt x="1437557" y="47823"/>
                </a:lnTo>
                <a:lnTo>
                  <a:pt x="1438211" y="47642"/>
                </a:lnTo>
                <a:lnTo>
                  <a:pt x="1438875" y="47480"/>
                </a:lnTo>
                <a:lnTo>
                  <a:pt x="1439550" y="47337"/>
                </a:lnTo>
                <a:lnTo>
                  <a:pt x="1440235" y="47214"/>
                </a:lnTo>
                <a:lnTo>
                  <a:pt x="1440932" y="47109"/>
                </a:lnTo>
                <a:lnTo>
                  <a:pt x="1441639" y="47023"/>
                </a:lnTo>
                <a:lnTo>
                  <a:pt x="1442357" y="46957"/>
                </a:lnTo>
                <a:lnTo>
                  <a:pt x="1443086" y="46909"/>
                </a:lnTo>
                <a:lnTo>
                  <a:pt x="1443825" y="46881"/>
                </a:lnTo>
                <a:lnTo>
                  <a:pt x="1444576" y="46871"/>
                </a:lnTo>
                <a:lnTo>
                  <a:pt x="1445341" y="46881"/>
                </a:lnTo>
                <a:lnTo>
                  <a:pt x="1446094" y="46908"/>
                </a:lnTo>
                <a:lnTo>
                  <a:pt x="1446834" y="46955"/>
                </a:lnTo>
                <a:lnTo>
                  <a:pt x="1447562" y="47019"/>
                </a:lnTo>
                <a:lnTo>
                  <a:pt x="1448277" y="47103"/>
                </a:lnTo>
                <a:lnTo>
                  <a:pt x="1448979" y="47205"/>
                </a:lnTo>
                <a:lnTo>
                  <a:pt x="1449669" y="47325"/>
                </a:lnTo>
                <a:lnTo>
                  <a:pt x="1450346" y="47464"/>
                </a:lnTo>
                <a:lnTo>
                  <a:pt x="1451010" y="47621"/>
                </a:lnTo>
                <a:lnTo>
                  <a:pt x="1451662" y="47797"/>
                </a:lnTo>
                <a:lnTo>
                  <a:pt x="1452302" y="47992"/>
                </a:lnTo>
                <a:lnTo>
                  <a:pt x="1452929" y="48205"/>
                </a:lnTo>
                <a:lnTo>
                  <a:pt x="1453543" y="48436"/>
                </a:lnTo>
                <a:lnTo>
                  <a:pt x="1454144" y="48686"/>
                </a:lnTo>
                <a:lnTo>
                  <a:pt x="1454733" y="48955"/>
                </a:lnTo>
                <a:lnTo>
                  <a:pt x="1455310" y="49242"/>
                </a:lnTo>
                <a:lnTo>
                  <a:pt x="1455874" y="49547"/>
                </a:lnTo>
                <a:lnTo>
                  <a:pt x="1456425" y="49872"/>
                </a:lnTo>
                <a:lnTo>
                  <a:pt x="1456964" y="50214"/>
                </a:lnTo>
                <a:lnTo>
                  <a:pt x="1457490" y="50575"/>
                </a:lnTo>
                <a:lnTo>
                  <a:pt x="1458003" y="50955"/>
                </a:lnTo>
                <a:lnTo>
                  <a:pt x="1458504" y="51353"/>
                </a:lnTo>
                <a:lnTo>
                  <a:pt x="1458992" y="51770"/>
                </a:lnTo>
                <a:lnTo>
                  <a:pt x="1459468" y="52205"/>
                </a:lnTo>
                <a:lnTo>
                  <a:pt x="1459927" y="52659"/>
                </a:lnTo>
                <a:lnTo>
                  <a:pt x="1460367" y="53133"/>
                </a:lnTo>
                <a:lnTo>
                  <a:pt x="1460788" y="53627"/>
                </a:lnTo>
                <a:lnTo>
                  <a:pt x="1461189" y="54141"/>
                </a:lnTo>
                <a:lnTo>
                  <a:pt x="1461570" y="54675"/>
                </a:lnTo>
                <a:lnTo>
                  <a:pt x="1461932" y="55229"/>
                </a:lnTo>
                <a:lnTo>
                  <a:pt x="1462274" y="55802"/>
                </a:lnTo>
                <a:lnTo>
                  <a:pt x="1462597" y="56395"/>
                </a:lnTo>
                <a:lnTo>
                  <a:pt x="1462900" y="57009"/>
                </a:lnTo>
                <a:lnTo>
                  <a:pt x="1463183" y="57642"/>
                </a:lnTo>
                <a:lnTo>
                  <a:pt x="1463447" y="58295"/>
                </a:lnTo>
                <a:lnTo>
                  <a:pt x="1463692" y="58968"/>
                </a:lnTo>
                <a:lnTo>
                  <a:pt x="1463917" y="59661"/>
                </a:lnTo>
                <a:lnTo>
                  <a:pt x="1464122" y="60374"/>
                </a:lnTo>
                <a:lnTo>
                  <a:pt x="1464308" y="61106"/>
                </a:lnTo>
                <a:lnTo>
                  <a:pt x="1464474" y="61859"/>
                </a:lnTo>
                <a:lnTo>
                  <a:pt x="1464621" y="62631"/>
                </a:lnTo>
                <a:lnTo>
                  <a:pt x="1464748" y="63423"/>
                </a:lnTo>
                <a:lnTo>
                  <a:pt x="1464855" y="64235"/>
                </a:lnTo>
                <a:lnTo>
                  <a:pt x="1464943" y="65068"/>
                </a:lnTo>
                <a:lnTo>
                  <a:pt x="1465012" y="65919"/>
                </a:lnTo>
                <a:lnTo>
                  <a:pt x="1465061" y="66791"/>
                </a:lnTo>
                <a:lnTo>
                  <a:pt x="1465090" y="67683"/>
                </a:lnTo>
                <a:lnTo>
                  <a:pt x="1465100" y="68595"/>
                </a:lnTo>
                <a:lnTo>
                  <a:pt x="1465090" y="69466"/>
                </a:lnTo>
                <a:lnTo>
                  <a:pt x="1465058" y="70320"/>
                </a:lnTo>
                <a:lnTo>
                  <a:pt x="1465007" y="71155"/>
                </a:lnTo>
                <a:lnTo>
                  <a:pt x="1464934" y="71973"/>
                </a:lnTo>
                <a:lnTo>
                  <a:pt x="1464841" y="72772"/>
                </a:lnTo>
                <a:lnTo>
                  <a:pt x="1464727" y="73554"/>
                </a:lnTo>
                <a:lnTo>
                  <a:pt x="1464592" y="74317"/>
                </a:lnTo>
                <a:lnTo>
                  <a:pt x="1464437" y="75063"/>
                </a:lnTo>
                <a:lnTo>
                  <a:pt x="1464261" y="75790"/>
                </a:lnTo>
                <a:lnTo>
                  <a:pt x="1464064" y="76500"/>
                </a:lnTo>
                <a:lnTo>
                  <a:pt x="1463847" y="77191"/>
                </a:lnTo>
                <a:lnTo>
                  <a:pt x="1463608" y="77865"/>
                </a:lnTo>
                <a:lnTo>
                  <a:pt x="1463349" y="78520"/>
                </a:lnTo>
                <a:lnTo>
                  <a:pt x="1463070" y="79158"/>
                </a:lnTo>
                <a:lnTo>
                  <a:pt x="1462769" y="79777"/>
                </a:lnTo>
                <a:lnTo>
                  <a:pt x="1462448" y="80379"/>
                </a:lnTo>
                <a:lnTo>
                  <a:pt x="1462106" y="80962"/>
                </a:lnTo>
                <a:lnTo>
                  <a:pt x="1461744" y="81528"/>
                </a:lnTo>
                <a:lnTo>
                  <a:pt x="1461361" y="82075"/>
                </a:lnTo>
                <a:lnTo>
                  <a:pt x="1460957" y="82605"/>
                </a:lnTo>
                <a:lnTo>
                  <a:pt x="1460532" y="83116"/>
                </a:lnTo>
                <a:lnTo>
                  <a:pt x="1460087" y="83610"/>
                </a:lnTo>
                <a:lnTo>
                  <a:pt x="1459620" y="84085"/>
                </a:lnTo>
                <a:lnTo>
                  <a:pt x="1459134" y="84543"/>
                </a:lnTo>
                <a:lnTo>
                  <a:pt x="1458631" y="84982"/>
                </a:lnTo>
                <a:lnTo>
                  <a:pt x="1458117" y="85402"/>
                </a:lnTo>
                <a:lnTo>
                  <a:pt x="1457592" y="85804"/>
                </a:lnTo>
                <a:lnTo>
                  <a:pt x="1457056" y="86187"/>
                </a:lnTo>
                <a:lnTo>
                  <a:pt x="1456509" y="86551"/>
                </a:lnTo>
                <a:lnTo>
                  <a:pt x="1455951" y="86897"/>
                </a:lnTo>
                <a:lnTo>
                  <a:pt x="1455381" y="87224"/>
                </a:lnTo>
                <a:lnTo>
                  <a:pt x="1454801" y="87532"/>
                </a:lnTo>
                <a:lnTo>
                  <a:pt x="1454209" y="87822"/>
                </a:lnTo>
                <a:lnTo>
                  <a:pt x="1453606" y="88093"/>
                </a:lnTo>
                <a:lnTo>
                  <a:pt x="1452993" y="88345"/>
                </a:lnTo>
                <a:lnTo>
                  <a:pt x="1452368" y="88579"/>
                </a:lnTo>
                <a:lnTo>
                  <a:pt x="1451732" y="88794"/>
                </a:lnTo>
                <a:lnTo>
                  <a:pt x="1451085" y="88990"/>
                </a:lnTo>
                <a:lnTo>
                  <a:pt x="1450427" y="89167"/>
                </a:lnTo>
                <a:lnTo>
                  <a:pt x="1449757" y="89326"/>
                </a:lnTo>
                <a:lnTo>
                  <a:pt x="1449077" y="89466"/>
                </a:lnTo>
                <a:lnTo>
                  <a:pt x="1448385" y="89588"/>
                </a:lnTo>
                <a:lnTo>
                  <a:pt x="1447683" y="89691"/>
                </a:lnTo>
                <a:lnTo>
                  <a:pt x="1446969" y="89775"/>
                </a:lnTo>
                <a:lnTo>
                  <a:pt x="1446244" y="89840"/>
                </a:lnTo>
                <a:lnTo>
                  <a:pt x="1445508" y="89887"/>
                </a:lnTo>
                <a:lnTo>
                  <a:pt x="1444761" y="89915"/>
                </a:lnTo>
                <a:lnTo>
                  <a:pt x="1444003" y="89924"/>
                </a:lnTo>
                <a:lnTo>
                  <a:pt x="1443330" y="89915"/>
                </a:lnTo>
                <a:lnTo>
                  <a:pt x="1442664" y="89887"/>
                </a:lnTo>
                <a:lnTo>
                  <a:pt x="1442005" y="89841"/>
                </a:lnTo>
                <a:lnTo>
                  <a:pt x="1441353" y="89776"/>
                </a:lnTo>
                <a:close/>
                <a:moveTo>
                  <a:pt x="1439399" y="156170"/>
                </a:moveTo>
                <a:lnTo>
                  <a:pt x="1438389" y="156084"/>
                </a:lnTo>
                <a:lnTo>
                  <a:pt x="1437406" y="155983"/>
                </a:lnTo>
                <a:lnTo>
                  <a:pt x="1436451" y="155866"/>
                </a:lnTo>
                <a:lnTo>
                  <a:pt x="1435523" y="155734"/>
                </a:lnTo>
                <a:lnTo>
                  <a:pt x="1434623" y="155586"/>
                </a:lnTo>
                <a:lnTo>
                  <a:pt x="1433751" y="155422"/>
                </a:lnTo>
                <a:lnTo>
                  <a:pt x="1432906" y="155243"/>
                </a:lnTo>
                <a:lnTo>
                  <a:pt x="1432088" y="155048"/>
                </a:lnTo>
                <a:lnTo>
                  <a:pt x="1431298" y="154838"/>
                </a:lnTo>
                <a:lnTo>
                  <a:pt x="1430536" y="154612"/>
                </a:lnTo>
                <a:lnTo>
                  <a:pt x="1429801" y="154371"/>
                </a:lnTo>
                <a:lnTo>
                  <a:pt x="1429093" y="154114"/>
                </a:lnTo>
                <a:lnTo>
                  <a:pt x="1428413" y="153841"/>
                </a:lnTo>
                <a:lnTo>
                  <a:pt x="1427761" y="153553"/>
                </a:lnTo>
                <a:lnTo>
                  <a:pt x="1427136" y="153249"/>
                </a:lnTo>
                <a:lnTo>
                  <a:pt x="1426538" y="152930"/>
                </a:lnTo>
                <a:lnTo>
                  <a:pt x="1425968" y="152595"/>
                </a:lnTo>
                <a:lnTo>
                  <a:pt x="1425426" y="152244"/>
                </a:lnTo>
                <a:lnTo>
                  <a:pt x="1424911" y="151878"/>
                </a:lnTo>
                <a:lnTo>
                  <a:pt x="1424420" y="151502"/>
                </a:lnTo>
                <a:lnTo>
                  <a:pt x="1423950" y="151121"/>
                </a:lnTo>
                <a:lnTo>
                  <a:pt x="1423501" y="150734"/>
                </a:lnTo>
                <a:lnTo>
                  <a:pt x="1423073" y="150343"/>
                </a:lnTo>
                <a:lnTo>
                  <a:pt x="1422666" y="149947"/>
                </a:lnTo>
                <a:lnTo>
                  <a:pt x="1422280" y="149546"/>
                </a:lnTo>
                <a:lnTo>
                  <a:pt x="1421914" y="149139"/>
                </a:lnTo>
                <a:lnTo>
                  <a:pt x="1421570" y="148728"/>
                </a:lnTo>
                <a:lnTo>
                  <a:pt x="1421246" y="148312"/>
                </a:lnTo>
                <a:lnTo>
                  <a:pt x="1420943" y="147891"/>
                </a:lnTo>
                <a:lnTo>
                  <a:pt x="1420661" y="147465"/>
                </a:lnTo>
                <a:lnTo>
                  <a:pt x="1420400" y="147034"/>
                </a:lnTo>
                <a:lnTo>
                  <a:pt x="1420160" y="146598"/>
                </a:lnTo>
                <a:lnTo>
                  <a:pt x="1419941" y="146158"/>
                </a:lnTo>
                <a:lnTo>
                  <a:pt x="1419743" y="145712"/>
                </a:lnTo>
                <a:lnTo>
                  <a:pt x="1419565" y="145261"/>
                </a:lnTo>
                <a:lnTo>
                  <a:pt x="1419408" y="144805"/>
                </a:lnTo>
                <a:lnTo>
                  <a:pt x="1419273" y="144344"/>
                </a:lnTo>
                <a:lnTo>
                  <a:pt x="1419158" y="143879"/>
                </a:lnTo>
                <a:lnTo>
                  <a:pt x="1419064" y="143408"/>
                </a:lnTo>
                <a:lnTo>
                  <a:pt x="1418991" y="142933"/>
                </a:lnTo>
                <a:lnTo>
                  <a:pt x="1418939" y="142452"/>
                </a:lnTo>
                <a:lnTo>
                  <a:pt x="1418907" y="141966"/>
                </a:lnTo>
                <a:lnTo>
                  <a:pt x="1418897" y="141476"/>
                </a:lnTo>
                <a:lnTo>
                  <a:pt x="1418903" y="141034"/>
                </a:lnTo>
                <a:lnTo>
                  <a:pt x="1418921" y="140597"/>
                </a:lnTo>
                <a:lnTo>
                  <a:pt x="1418952" y="140165"/>
                </a:lnTo>
                <a:lnTo>
                  <a:pt x="1418995" y="139737"/>
                </a:lnTo>
                <a:lnTo>
                  <a:pt x="1419050" y="139313"/>
                </a:lnTo>
                <a:lnTo>
                  <a:pt x="1419118" y="138894"/>
                </a:lnTo>
                <a:lnTo>
                  <a:pt x="1419197" y="138479"/>
                </a:lnTo>
                <a:lnTo>
                  <a:pt x="1419289" y="138069"/>
                </a:lnTo>
                <a:lnTo>
                  <a:pt x="1419394" y="137663"/>
                </a:lnTo>
                <a:lnTo>
                  <a:pt x="1419510" y="137261"/>
                </a:lnTo>
                <a:lnTo>
                  <a:pt x="1419639" y="136864"/>
                </a:lnTo>
                <a:lnTo>
                  <a:pt x="1419780" y="136472"/>
                </a:lnTo>
                <a:lnTo>
                  <a:pt x="1419933" y="136084"/>
                </a:lnTo>
                <a:lnTo>
                  <a:pt x="1420099" y="135700"/>
                </a:lnTo>
                <a:lnTo>
                  <a:pt x="1420277" y="135321"/>
                </a:lnTo>
                <a:lnTo>
                  <a:pt x="1420467" y="134946"/>
                </a:lnTo>
                <a:lnTo>
                  <a:pt x="1420669" y="134576"/>
                </a:lnTo>
                <a:lnTo>
                  <a:pt x="1420884" y="134210"/>
                </a:lnTo>
                <a:lnTo>
                  <a:pt x="1421111" y="133849"/>
                </a:lnTo>
                <a:lnTo>
                  <a:pt x="1421350" y="133492"/>
                </a:lnTo>
                <a:lnTo>
                  <a:pt x="1421601" y="133139"/>
                </a:lnTo>
                <a:lnTo>
                  <a:pt x="1421865" y="132791"/>
                </a:lnTo>
                <a:lnTo>
                  <a:pt x="1422141" y="132448"/>
                </a:lnTo>
                <a:lnTo>
                  <a:pt x="1422429" y="132109"/>
                </a:lnTo>
                <a:lnTo>
                  <a:pt x="1422728" y="131776"/>
                </a:lnTo>
                <a:lnTo>
                  <a:pt x="1423038" y="131452"/>
                </a:lnTo>
                <a:lnTo>
                  <a:pt x="1423358" y="131135"/>
                </a:lnTo>
                <a:lnTo>
                  <a:pt x="1423688" y="130827"/>
                </a:lnTo>
                <a:lnTo>
                  <a:pt x="1424029" y="130527"/>
                </a:lnTo>
                <a:lnTo>
                  <a:pt x="1424380" y="130236"/>
                </a:lnTo>
                <a:lnTo>
                  <a:pt x="1424741" y="129952"/>
                </a:lnTo>
                <a:lnTo>
                  <a:pt x="1425112" y="129677"/>
                </a:lnTo>
                <a:lnTo>
                  <a:pt x="1425494" y="129410"/>
                </a:lnTo>
                <a:lnTo>
                  <a:pt x="1425886" y="129151"/>
                </a:lnTo>
                <a:lnTo>
                  <a:pt x="1426288" y="128900"/>
                </a:lnTo>
                <a:lnTo>
                  <a:pt x="1426701" y="128658"/>
                </a:lnTo>
                <a:lnTo>
                  <a:pt x="1427124" y="128424"/>
                </a:lnTo>
                <a:lnTo>
                  <a:pt x="1427557" y="128198"/>
                </a:lnTo>
                <a:lnTo>
                  <a:pt x="1428000" y="127980"/>
                </a:lnTo>
                <a:lnTo>
                  <a:pt x="1428454" y="127771"/>
                </a:lnTo>
                <a:lnTo>
                  <a:pt x="1428917" y="127569"/>
                </a:lnTo>
                <a:lnTo>
                  <a:pt x="1429392" y="127376"/>
                </a:lnTo>
                <a:lnTo>
                  <a:pt x="1429876" y="127191"/>
                </a:lnTo>
                <a:lnTo>
                  <a:pt x="1430371" y="127015"/>
                </a:lnTo>
                <a:lnTo>
                  <a:pt x="1430876" y="126846"/>
                </a:lnTo>
                <a:lnTo>
                  <a:pt x="1431391" y="126686"/>
                </a:lnTo>
                <a:lnTo>
                  <a:pt x="1431916" y="126534"/>
                </a:lnTo>
                <a:lnTo>
                  <a:pt x="1432452" y="126390"/>
                </a:lnTo>
                <a:lnTo>
                  <a:pt x="1446580" y="126390"/>
                </a:lnTo>
                <a:lnTo>
                  <a:pt x="1447502" y="126393"/>
                </a:lnTo>
                <a:lnTo>
                  <a:pt x="1448407" y="126402"/>
                </a:lnTo>
                <a:lnTo>
                  <a:pt x="1449293" y="126416"/>
                </a:lnTo>
                <a:lnTo>
                  <a:pt x="1450162" y="126437"/>
                </a:lnTo>
                <a:lnTo>
                  <a:pt x="1451013" y="126463"/>
                </a:lnTo>
                <a:lnTo>
                  <a:pt x="1451846" y="126495"/>
                </a:lnTo>
                <a:lnTo>
                  <a:pt x="1452661" y="126533"/>
                </a:lnTo>
                <a:lnTo>
                  <a:pt x="1453459" y="126576"/>
                </a:lnTo>
                <a:lnTo>
                  <a:pt x="1454239" y="126626"/>
                </a:lnTo>
                <a:lnTo>
                  <a:pt x="1455001" y="126681"/>
                </a:lnTo>
                <a:lnTo>
                  <a:pt x="1455746" y="126742"/>
                </a:lnTo>
                <a:lnTo>
                  <a:pt x="1456473" y="126809"/>
                </a:lnTo>
                <a:lnTo>
                  <a:pt x="1457182" y="126882"/>
                </a:lnTo>
                <a:lnTo>
                  <a:pt x="1457873" y="126961"/>
                </a:lnTo>
                <a:lnTo>
                  <a:pt x="1458547" y="127045"/>
                </a:lnTo>
                <a:lnTo>
                  <a:pt x="1459203" y="127135"/>
                </a:lnTo>
                <a:lnTo>
                  <a:pt x="1459841" y="127231"/>
                </a:lnTo>
                <a:lnTo>
                  <a:pt x="1460461" y="127333"/>
                </a:lnTo>
                <a:lnTo>
                  <a:pt x="1461064" y="127441"/>
                </a:lnTo>
                <a:lnTo>
                  <a:pt x="1461649" y="127554"/>
                </a:lnTo>
                <a:lnTo>
                  <a:pt x="1462216" y="127674"/>
                </a:lnTo>
                <a:lnTo>
                  <a:pt x="1462765" y="127799"/>
                </a:lnTo>
                <a:lnTo>
                  <a:pt x="1463297" y="127930"/>
                </a:lnTo>
                <a:lnTo>
                  <a:pt x="1463811" y="128067"/>
                </a:lnTo>
                <a:lnTo>
                  <a:pt x="1464310" y="128209"/>
                </a:lnTo>
                <a:lnTo>
                  <a:pt x="1464795" y="128355"/>
                </a:lnTo>
                <a:lnTo>
                  <a:pt x="1465267" y="128507"/>
                </a:lnTo>
                <a:lnTo>
                  <a:pt x="1465726" y="128662"/>
                </a:lnTo>
                <a:lnTo>
                  <a:pt x="1466171" y="128823"/>
                </a:lnTo>
                <a:lnTo>
                  <a:pt x="1466603" y="128988"/>
                </a:lnTo>
                <a:lnTo>
                  <a:pt x="1467022" y="129158"/>
                </a:lnTo>
                <a:lnTo>
                  <a:pt x="1467428" y="129332"/>
                </a:lnTo>
                <a:lnTo>
                  <a:pt x="1467821" y="129511"/>
                </a:lnTo>
                <a:lnTo>
                  <a:pt x="1468200" y="129695"/>
                </a:lnTo>
                <a:lnTo>
                  <a:pt x="1468566" y="129883"/>
                </a:lnTo>
                <a:lnTo>
                  <a:pt x="1468918" y="130076"/>
                </a:lnTo>
                <a:lnTo>
                  <a:pt x="1469258" y="130273"/>
                </a:lnTo>
                <a:lnTo>
                  <a:pt x="1469584" y="130475"/>
                </a:lnTo>
                <a:lnTo>
                  <a:pt x="1469897" y="130682"/>
                </a:lnTo>
                <a:lnTo>
                  <a:pt x="1470196" y="130893"/>
                </a:lnTo>
                <a:lnTo>
                  <a:pt x="1470483" y="131109"/>
                </a:lnTo>
                <a:lnTo>
                  <a:pt x="1470756" y="131330"/>
                </a:lnTo>
                <a:lnTo>
                  <a:pt x="1471016" y="131555"/>
                </a:lnTo>
                <a:lnTo>
                  <a:pt x="1471262" y="131785"/>
                </a:lnTo>
                <a:lnTo>
                  <a:pt x="1471496" y="132019"/>
                </a:lnTo>
                <a:lnTo>
                  <a:pt x="1471716" y="132258"/>
                </a:lnTo>
                <a:lnTo>
                  <a:pt x="1471923" y="132502"/>
                </a:lnTo>
                <a:lnTo>
                  <a:pt x="1472116" y="132750"/>
                </a:lnTo>
                <a:lnTo>
                  <a:pt x="1472299" y="133003"/>
                </a:lnTo>
                <a:lnTo>
                  <a:pt x="1472475" y="133259"/>
                </a:lnTo>
                <a:lnTo>
                  <a:pt x="1472642" y="133520"/>
                </a:lnTo>
                <a:lnTo>
                  <a:pt x="1472802" y="133784"/>
                </a:lnTo>
                <a:lnTo>
                  <a:pt x="1472954" y="134052"/>
                </a:lnTo>
                <a:lnTo>
                  <a:pt x="1473098" y="134325"/>
                </a:lnTo>
                <a:lnTo>
                  <a:pt x="1473234" y="134601"/>
                </a:lnTo>
                <a:lnTo>
                  <a:pt x="1473363" y="134881"/>
                </a:lnTo>
                <a:lnTo>
                  <a:pt x="1473483" y="135165"/>
                </a:lnTo>
                <a:lnTo>
                  <a:pt x="1473596" y="135453"/>
                </a:lnTo>
                <a:lnTo>
                  <a:pt x="1473701" y="135745"/>
                </a:lnTo>
                <a:lnTo>
                  <a:pt x="1473799" y="136041"/>
                </a:lnTo>
                <a:lnTo>
                  <a:pt x="1473888" y="136340"/>
                </a:lnTo>
                <a:lnTo>
                  <a:pt x="1473970" y="136644"/>
                </a:lnTo>
                <a:lnTo>
                  <a:pt x="1474044" y="136952"/>
                </a:lnTo>
                <a:lnTo>
                  <a:pt x="1474110" y="137263"/>
                </a:lnTo>
                <a:lnTo>
                  <a:pt x="1474169" y="137579"/>
                </a:lnTo>
                <a:lnTo>
                  <a:pt x="1474219" y="137898"/>
                </a:lnTo>
                <a:lnTo>
                  <a:pt x="1474262" y="138222"/>
                </a:lnTo>
                <a:lnTo>
                  <a:pt x="1474297" y="138549"/>
                </a:lnTo>
                <a:lnTo>
                  <a:pt x="1474325" y="138880"/>
                </a:lnTo>
                <a:lnTo>
                  <a:pt x="1474344" y="139216"/>
                </a:lnTo>
                <a:lnTo>
                  <a:pt x="1474356" y="139555"/>
                </a:lnTo>
                <a:lnTo>
                  <a:pt x="1474360" y="139898"/>
                </a:lnTo>
                <a:lnTo>
                  <a:pt x="1474348" y="140477"/>
                </a:lnTo>
                <a:lnTo>
                  <a:pt x="1474314" y="141049"/>
                </a:lnTo>
                <a:lnTo>
                  <a:pt x="1474256" y="141613"/>
                </a:lnTo>
                <a:lnTo>
                  <a:pt x="1474175" y="142169"/>
                </a:lnTo>
                <a:lnTo>
                  <a:pt x="1474072" y="142717"/>
                </a:lnTo>
                <a:lnTo>
                  <a:pt x="1473945" y="143257"/>
                </a:lnTo>
                <a:lnTo>
                  <a:pt x="1473795" y="143789"/>
                </a:lnTo>
                <a:lnTo>
                  <a:pt x="1473622" y="144313"/>
                </a:lnTo>
                <a:lnTo>
                  <a:pt x="1473427" y="144830"/>
                </a:lnTo>
                <a:lnTo>
                  <a:pt x="1473208" y="145338"/>
                </a:lnTo>
                <a:lnTo>
                  <a:pt x="1472966" y="145839"/>
                </a:lnTo>
                <a:lnTo>
                  <a:pt x="1472701" y="146332"/>
                </a:lnTo>
                <a:lnTo>
                  <a:pt x="1472413" y="146817"/>
                </a:lnTo>
                <a:lnTo>
                  <a:pt x="1472102" y="147294"/>
                </a:lnTo>
                <a:lnTo>
                  <a:pt x="1471768" y="147763"/>
                </a:lnTo>
                <a:lnTo>
                  <a:pt x="1471411" y="148224"/>
                </a:lnTo>
                <a:lnTo>
                  <a:pt x="1471031" y="148678"/>
                </a:lnTo>
                <a:lnTo>
                  <a:pt x="1470628" y="149123"/>
                </a:lnTo>
                <a:lnTo>
                  <a:pt x="1470201" y="149561"/>
                </a:lnTo>
                <a:lnTo>
                  <a:pt x="1469752" y="149990"/>
                </a:lnTo>
                <a:lnTo>
                  <a:pt x="1469280" y="150412"/>
                </a:lnTo>
                <a:lnTo>
                  <a:pt x="1468785" y="150826"/>
                </a:lnTo>
                <a:lnTo>
                  <a:pt x="1468266" y="151232"/>
                </a:lnTo>
                <a:lnTo>
                  <a:pt x="1467725" y="151631"/>
                </a:lnTo>
                <a:lnTo>
                  <a:pt x="1467156" y="152017"/>
                </a:lnTo>
                <a:lnTo>
                  <a:pt x="1466553" y="152387"/>
                </a:lnTo>
                <a:lnTo>
                  <a:pt x="1465917" y="152740"/>
                </a:lnTo>
                <a:lnTo>
                  <a:pt x="1465247" y="153077"/>
                </a:lnTo>
                <a:lnTo>
                  <a:pt x="1464544" y="153398"/>
                </a:lnTo>
                <a:lnTo>
                  <a:pt x="1463808" y="153702"/>
                </a:lnTo>
                <a:lnTo>
                  <a:pt x="1463039" y="153990"/>
                </a:lnTo>
                <a:lnTo>
                  <a:pt x="1462236" y="154261"/>
                </a:lnTo>
                <a:lnTo>
                  <a:pt x="1461400" y="154516"/>
                </a:lnTo>
                <a:lnTo>
                  <a:pt x="1460531" y="154754"/>
                </a:lnTo>
                <a:lnTo>
                  <a:pt x="1459628" y="154976"/>
                </a:lnTo>
                <a:lnTo>
                  <a:pt x="1458692" y="155181"/>
                </a:lnTo>
                <a:lnTo>
                  <a:pt x="1457723" y="155370"/>
                </a:lnTo>
                <a:lnTo>
                  <a:pt x="1456720" y="155543"/>
                </a:lnTo>
                <a:lnTo>
                  <a:pt x="1455684" y="155699"/>
                </a:lnTo>
                <a:lnTo>
                  <a:pt x="1454615" y="155839"/>
                </a:lnTo>
                <a:lnTo>
                  <a:pt x="1453513" y="155962"/>
                </a:lnTo>
                <a:lnTo>
                  <a:pt x="1452377" y="156069"/>
                </a:lnTo>
                <a:lnTo>
                  <a:pt x="1451208" y="156159"/>
                </a:lnTo>
                <a:lnTo>
                  <a:pt x="1450005" y="156233"/>
                </a:lnTo>
                <a:lnTo>
                  <a:pt x="1448769" y="156291"/>
                </a:lnTo>
                <a:lnTo>
                  <a:pt x="1447500" y="156332"/>
                </a:lnTo>
                <a:lnTo>
                  <a:pt x="1446198" y="156357"/>
                </a:lnTo>
                <a:lnTo>
                  <a:pt x="1444862" y="156365"/>
                </a:lnTo>
                <a:lnTo>
                  <a:pt x="1443715" y="156357"/>
                </a:lnTo>
                <a:lnTo>
                  <a:pt x="1442594" y="156334"/>
                </a:lnTo>
                <a:lnTo>
                  <a:pt x="1441502" y="156295"/>
                </a:lnTo>
                <a:lnTo>
                  <a:pt x="1440437" y="156240"/>
                </a:lnTo>
                <a:lnTo>
                  <a:pt x="1439399" y="156170"/>
                </a:lnTo>
                <a:close/>
                <a:moveTo>
                  <a:pt x="1651117" y="133461"/>
                </a:moveTo>
                <a:lnTo>
                  <a:pt x="1651947" y="133380"/>
                </a:lnTo>
                <a:lnTo>
                  <a:pt x="1652768" y="133284"/>
                </a:lnTo>
                <a:lnTo>
                  <a:pt x="1653578" y="133173"/>
                </a:lnTo>
                <a:lnTo>
                  <a:pt x="1654380" y="133048"/>
                </a:lnTo>
                <a:lnTo>
                  <a:pt x="1655171" y="132908"/>
                </a:lnTo>
                <a:lnTo>
                  <a:pt x="1655954" y="132753"/>
                </a:lnTo>
                <a:lnTo>
                  <a:pt x="1656726" y="132583"/>
                </a:lnTo>
                <a:lnTo>
                  <a:pt x="1657489" y="132399"/>
                </a:lnTo>
                <a:lnTo>
                  <a:pt x="1658242" y="132200"/>
                </a:lnTo>
                <a:lnTo>
                  <a:pt x="1658986" y="131986"/>
                </a:lnTo>
                <a:lnTo>
                  <a:pt x="1659720" y="131757"/>
                </a:lnTo>
                <a:lnTo>
                  <a:pt x="1660444" y="131514"/>
                </a:lnTo>
                <a:lnTo>
                  <a:pt x="1661159" y="131256"/>
                </a:lnTo>
                <a:lnTo>
                  <a:pt x="1661864" y="130983"/>
                </a:lnTo>
                <a:lnTo>
                  <a:pt x="1662560" y="130695"/>
                </a:lnTo>
                <a:lnTo>
                  <a:pt x="1663246" y="130393"/>
                </a:lnTo>
                <a:lnTo>
                  <a:pt x="1663922" y="130076"/>
                </a:lnTo>
                <a:lnTo>
                  <a:pt x="1664589" y="129744"/>
                </a:lnTo>
                <a:lnTo>
                  <a:pt x="1665246" y="129397"/>
                </a:lnTo>
                <a:lnTo>
                  <a:pt x="1665893" y="129039"/>
                </a:lnTo>
                <a:lnTo>
                  <a:pt x="1666531" y="128672"/>
                </a:lnTo>
                <a:lnTo>
                  <a:pt x="1667158" y="128296"/>
                </a:lnTo>
                <a:lnTo>
                  <a:pt x="1667776" y="127911"/>
                </a:lnTo>
                <a:lnTo>
                  <a:pt x="1668383" y="127517"/>
                </a:lnTo>
                <a:lnTo>
                  <a:pt x="1668981" y="127115"/>
                </a:lnTo>
                <a:lnTo>
                  <a:pt x="1669568" y="126704"/>
                </a:lnTo>
                <a:lnTo>
                  <a:pt x="1670146" y="126284"/>
                </a:lnTo>
                <a:lnTo>
                  <a:pt x="1670714" y="125855"/>
                </a:lnTo>
                <a:lnTo>
                  <a:pt x="1671272" y="125418"/>
                </a:lnTo>
                <a:lnTo>
                  <a:pt x="1671820" y="124972"/>
                </a:lnTo>
                <a:lnTo>
                  <a:pt x="1672358" y="124517"/>
                </a:lnTo>
                <a:lnTo>
                  <a:pt x="1672886" y="124053"/>
                </a:lnTo>
                <a:lnTo>
                  <a:pt x="1673404" y="123580"/>
                </a:lnTo>
                <a:lnTo>
                  <a:pt x="1673912" y="123099"/>
                </a:lnTo>
                <a:lnTo>
                  <a:pt x="1674410" y="122609"/>
                </a:lnTo>
                <a:lnTo>
                  <a:pt x="1674898" y="122110"/>
                </a:lnTo>
                <a:lnTo>
                  <a:pt x="1675377" y="121602"/>
                </a:lnTo>
                <a:lnTo>
                  <a:pt x="1675845" y="121086"/>
                </a:lnTo>
                <a:lnTo>
                  <a:pt x="1676303" y="120560"/>
                </a:lnTo>
                <a:lnTo>
                  <a:pt x="1676752" y="120026"/>
                </a:lnTo>
                <a:lnTo>
                  <a:pt x="1677190" y="119483"/>
                </a:lnTo>
                <a:lnTo>
                  <a:pt x="1677619" y="118932"/>
                </a:lnTo>
                <a:lnTo>
                  <a:pt x="1678038" y="118371"/>
                </a:lnTo>
                <a:lnTo>
                  <a:pt x="1678897" y="131927"/>
                </a:lnTo>
                <a:lnTo>
                  <a:pt x="1693980" y="131927"/>
                </a:lnTo>
                <a:lnTo>
                  <a:pt x="1693980" y="3437"/>
                </a:lnTo>
                <a:lnTo>
                  <a:pt x="1678038" y="3437"/>
                </a:lnTo>
                <a:lnTo>
                  <a:pt x="1678038" y="50594"/>
                </a:lnTo>
                <a:lnTo>
                  <a:pt x="1677659" y="49979"/>
                </a:lnTo>
                <a:lnTo>
                  <a:pt x="1677270" y="49375"/>
                </a:lnTo>
                <a:lnTo>
                  <a:pt x="1676871" y="48781"/>
                </a:lnTo>
                <a:lnTo>
                  <a:pt x="1676463" y="48198"/>
                </a:lnTo>
                <a:lnTo>
                  <a:pt x="1676044" y="47626"/>
                </a:lnTo>
                <a:lnTo>
                  <a:pt x="1675615" y="47065"/>
                </a:lnTo>
                <a:lnTo>
                  <a:pt x="1675177" y="46515"/>
                </a:lnTo>
                <a:lnTo>
                  <a:pt x="1674728" y="45975"/>
                </a:lnTo>
                <a:lnTo>
                  <a:pt x="1674270" y="45446"/>
                </a:lnTo>
                <a:lnTo>
                  <a:pt x="1673802" y="44928"/>
                </a:lnTo>
                <a:lnTo>
                  <a:pt x="1673323" y="44421"/>
                </a:lnTo>
                <a:lnTo>
                  <a:pt x="1672835" y="43924"/>
                </a:lnTo>
                <a:lnTo>
                  <a:pt x="1672337" y="43438"/>
                </a:lnTo>
                <a:lnTo>
                  <a:pt x="1671829" y="42963"/>
                </a:lnTo>
                <a:lnTo>
                  <a:pt x="1671311" y="42499"/>
                </a:lnTo>
                <a:lnTo>
                  <a:pt x="1670783" y="42045"/>
                </a:lnTo>
                <a:lnTo>
                  <a:pt x="1670245" y="41602"/>
                </a:lnTo>
                <a:lnTo>
                  <a:pt x="1669697" y="41170"/>
                </a:lnTo>
                <a:lnTo>
                  <a:pt x="1669139" y="40749"/>
                </a:lnTo>
                <a:lnTo>
                  <a:pt x="1668571" y="40339"/>
                </a:lnTo>
                <a:lnTo>
                  <a:pt x="1667993" y="39939"/>
                </a:lnTo>
                <a:lnTo>
                  <a:pt x="1667406" y="39550"/>
                </a:lnTo>
                <a:lnTo>
                  <a:pt x="1666808" y="39172"/>
                </a:lnTo>
                <a:lnTo>
                  <a:pt x="1666201" y="38805"/>
                </a:lnTo>
                <a:lnTo>
                  <a:pt x="1665584" y="38450"/>
                </a:lnTo>
                <a:lnTo>
                  <a:pt x="1664958" y="38111"/>
                </a:lnTo>
                <a:lnTo>
                  <a:pt x="1664323" y="37787"/>
                </a:lnTo>
                <a:lnTo>
                  <a:pt x="1663679" y="37478"/>
                </a:lnTo>
                <a:lnTo>
                  <a:pt x="1663026" y="37184"/>
                </a:lnTo>
                <a:lnTo>
                  <a:pt x="1662364" y="36905"/>
                </a:lnTo>
                <a:lnTo>
                  <a:pt x="1661693" y="36641"/>
                </a:lnTo>
                <a:lnTo>
                  <a:pt x="1661014" y="36392"/>
                </a:lnTo>
                <a:lnTo>
                  <a:pt x="1660325" y="36158"/>
                </a:lnTo>
                <a:lnTo>
                  <a:pt x="1659628" y="35939"/>
                </a:lnTo>
                <a:lnTo>
                  <a:pt x="1658921" y="35736"/>
                </a:lnTo>
                <a:lnTo>
                  <a:pt x="1658206" y="35547"/>
                </a:lnTo>
                <a:lnTo>
                  <a:pt x="1657481" y="35374"/>
                </a:lnTo>
                <a:lnTo>
                  <a:pt x="1656748" y="35215"/>
                </a:lnTo>
                <a:lnTo>
                  <a:pt x="1656006" y="35072"/>
                </a:lnTo>
                <a:lnTo>
                  <a:pt x="1655254" y="34944"/>
                </a:lnTo>
                <a:lnTo>
                  <a:pt x="1654494" y="34831"/>
                </a:lnTo>
                <a:lnTo>
                  <a:pt x="1653725" y="34733"/>
                </a:lnTo>
                <a:lnTo>
                  <a:pt x="1652947" y="34650"/>
                </a:lnTo>
                <a:lnTo>
                  <a:pt x="1652160" y="34582"/>
                </a:lnTo>
                <a:lnTo>
                  <a:pt x="1651364" y="34529"/>
                </a:lnTo>
                <a:lnTo>
                  <a:pt x="1650559" y="34492"/>
                </a:lnTo>
                <a:lnTo>
                  <a:pt x="1649745" y="34469"/>
                </a:lnTo>
                <a:lnTo>
                  <a:pt x="1648922" y="34461"/>
                </a:lnTo>
                <a:lnTo>
                  <a:pt x="1647933" y="34471"/>
                </a:lnTo>
                <a:lnTo>
                  <a:pt x="1646955" y="34500"/>
                </a:lnTo>
                <a:lnTo>
                  <a:pt x="1645988" y="34548"/>
                </a:lnTo>
                <a:lnTo>
                  <a:pt x="1645032" y="34616"/>
                </a:lnTo>
                <a:lnTo>
                  <a:pt x="1644087" y="34702"/>
                </a:lnTo>
                <a:lnTo>
                  <a:pt x="1643153" y="34809"/>
                </a:lnTo>
                <a:lnTo>
                  <a:pt x="1642229" y="34934"/>
                </a:lnTo>
                <a:lnTo>
                  <a:pt x="1641317" y="35079"/>
                </a:lnTo>
                <a:lnTo>
                  <a:pt x="1640416" y="35242"/>
                </a:lnTo>
                <a:lnTo>
                  <a:pt x="1639525" y="35426"/>
                </a:lnTo>
                <a:lnTo>
                  <a:pt x="1638646" y="35628"/>
                </a:lnTo>
                <a:lnTo>
                  <a:pt x="1637777" y="35850"/>
                </a:lnTo>
                <a:lnTo>
                  <a:pt x="1636919" y="36091"/>
                </a:lnTo>
                <a:lnTo>
                  <a:pt x="1636073" y="36351"/>
                </a:lnTo>
                <a:lnTo>
                  <a:pt x="1635237" y="36631"/>
                </a:lnTo>
                <a:lnTo>
                  <a:pt x="1634412" y="36930"/>
                </a:lnTo>
                <a:lnTo>
                  <a:pt x="1633598" y="37248"/>
                </a:lnTo>
                <a:lnTo>
                  <a:pt x="1632795" y="37586"/>
                </a:lnTo>
                <a:lnTo>
                  <a:pt x="1632003" y="37943"/>
                </a:lnTo>
                <a:lnTo>
                  <a:pt x="1631222" y="38319"/>
                </a:lnTo>
                <a:lnTo>
                  <a:pt x="1630452" y="38714"/>
                </a:lnTo>
                <a:lnTo>
                  <a:pt x="1629693" y="39129"/>
                </a:lnTo>
                <a:lnTo>
                  <a:pt x="1628944" y="39563"/>
                </a:lnTo>
                <a:lnTo>
                  <a:pt x="1628207" y="40016"/>
                </a:lnTo>
                <a:lnTo>
                  <a:pt x="1627482" y="40488"/>
                </a:lnTo>
                <a:lnTo>
                  <a:pt x="1626771" y="40979"/>
                </a:lnTo>
                <a:lnTo>
                  <a:pt x="1626073" y="41488"/>
                </a:lnTo>
                <a:lnTo>
                  <a:pt x="1625390" y="42016"/>
                </a:lnTo>
                <a:lnTo>
                  <a:pt x="1624720" y="42563"/>
                </a:lnTo>
                <a:lnTo>
                  <a:pt x="1624064" y="43128"/>
                </a:lnTo>
                <a:lnTo>
                  <a:pt x="1623421" y="43712"/>
                </a:lnTo>
                <a:lnTo>
                  <a:pt x="1622792" y="44314"/>
                </a:lnTo>
                <a:lnTo>
                  <a:pt x="1622177" y="44935"/>
                </a:lnTo>
                <a:lnTo>
                  <a:pt x="1621576" y="45575"/>
                </a:lnTo>
                <a:lnTo>
                  <a:pt x="1620989" y="46233"/>
                </a:lnTo>
                <a:lnTo>
                  <a:pt x="1620415" y="46910"/>
                </a:lnTo>
                <a:lnTo>
                  <a:pt x="1619855" y="47605"/>
                </a:lnTo>
                <a:lnTo>
                  <a:pt x="1619309" y="48320"/>
                </a:lnTo>
                <a:lnTo>
                  <a:pt x="1618777" y="49052"/>
                </a:lnTo>
                <a:lnTo>
                  <a:pt x="1618258" y="49803"/>
                </a:lnTo>
                <a:lnTo>
                  <a:pt x="1617753" y="50573"/>
                </a:lnTo>
                <a:lnTo>
                  <a:pt x="1617262" y="51362"/>
                </a:lnTo>
                <a:lnTo>
                  <a:pt x="1616785" y="52169"/>
                </a:lnTo>
                <a:lnTo>
                  <a:pt x="1616321" y="52994"/>
                </a:lnTo>
                <a:lnTo>
                  <a:pt x="1615871" y="53839"/>
                </a:lnTo>
                <a:lnTo>
                  <a:pt x="1615435" y="54701"/>
                </a:lnTo>
                <a:lnTo>
                  <a:pt x="1615013" y="55583"/>
                </a:lnTo>
                <a:lnTo>
                  <a:pt x="1614604" y="56483"/>
                </a:lnTo>
                <a:lnTo>
                  <a:pt x="1614211" y="57401"/>
                </a:lnTo>
                <a:lnTo>
                  <a:pt x="1613834" y="58339"/>
                </a:lnTo>
                <a:lnTo>
                  <a:pt x="1613474" y="59295"/>
                </a:lnTo>
                <a:lnTo>
                  <a:pt x="1613131" y="60270"/>
                </a:lnTo>
                <a:lnTo>
                  <a:pt x="1612805" y="61263"/>
                </a:lnTo>
                <a:lnTo>
                  <a:pt x="1612495" y="62276"/>
                </a:lnTo>
                <a:lnTo>
                  <a:pt x="1612202" y="63307"/>
                </a:lnTo>
                <a:lnTo>
                  <a:pt x="1611926" y="64357"/>
                </a:lnTo>
                <a:lnTo>
                  <a:pt x="1611666" y="65426"/>
                </a:lnTo>
                <a:lnTo>
                  <a:pt x="1611424" y="66513"/>
                </a:lnTo>
                <a:lnTo>
                  <a:pt x="1611198" y="67619"/>
                </a:lnTo>
                <a:lnTo>
                  <a:pt x="1610988" y="68744"/>
                </a:lnTo>
                <a:lnTo>
                  <a:pt x="1610796" y="69888"/>
                </a:lnTo>
                <a:lnTo>
                  <a:pt x="1610620" y="71051"/>
                </a:lnTo>
                <a:lnTo>
                  <a:pt x="1610461" y="72232"/>
                </a:lnTo>
                <a:lnTo>
                  <a:pt x="1610319" y="73433"/>
                </a:lnTo>
                <a:lnTo>
                  <a:pt x="1610193" y="74652"/>
                </a:lnTo>
                <a:lnTo>
                  <a:pt x="1610084" y="75889"/>
                </a:lnTo>
                <a:lnTo>
                  <a:pt x="1609992" y="77146"/>
                </a:lnTo>
                <a:lnTo>
                  <a:pt x="1609917" y="78421"/>
                </a:lnTo>
                <a:lnTo>
                  <a:pt x="1609858" y="79715"/>
                </a:lnTo>
                <a:lnTo>
                  <a:pt x="1609817" y="81028"/>
                </a:lnTo>
                <a:lnTo>
                  <a:pt x="1609792" y="82360"/>
                </a:lnTo>
                <a:lnTo>
                  <a:pt x="1609783" y="83710"/>
                </a:lnTo>
                <a:lnTo>
                  <a:pt x="1609791" y="85069"/>
                </a:lnTo>
                <a:lnTo>
                  <a:pt x="1609815" y="86410"/>
                </a:lnTo>
                <a:lnTo>
                  <a:pt x="1609854" y="87732"/>
                </a:lnTo>
                <a:lnTo>
                  <a:pt x="1609909" y="89036"/>
                </a:lnTo>
                <a:lnTo>
                  <a:pt x="1609980" y="90322"/>
                </a:lnTo>
                <a:lnTo>
                  <a:pt x="1610067" y="91590"/>
                </a:lnTo>
                <a:lnTo>
                  <a:pt x="1610169" y="92839"/>
                </a:lnTo>
                <a:lnTo>
                  <a:pt x="1610287" y="94070"/>
                </a:lnTo>
                <a:lnTo>
                  <a:pt x="1610421" y="95283"/>
                </a:lnTo>
                <a:lnTo>
                  <a:pt x="1610570" y="96477"/>
                </a:lnTo>
                <a:lnTo>
                  <a:pt x="1610736" y="97654"/>
                </a:lnTo>
                <a:lnTo>
                  <a:pt x="1610917" y="98812"/>
                </a:lnTo>
                <a:lnTo>
                  <a:pt x="1611114" y="99951"/>
                </a:lnTo>
                <a:lnTo>
                  <a:pt x="1611326" y="101073"/>
                </a:lnTo>
                <a:lnTo>
                  <a:pt x="1611554" y="102176"/>
                </a:lnTo>
                <a:lnTo>
                  <a:pt x="1611798" y="103261"/>
                </a:lnTo>
                <a:lnTo>
                  <a:pt x="1612058" y="104328"/>
                </a:lnTo>
                <a:lnTo>
                  <a:pt x="1612334" y="105376"/>
                </a:lnTo>
                <a:lnTo>
                  <a:pt x="1612625" y="106406"/>
                </a:lnTo>
                <a:lnTo>
                  <a:pt x="1612932" y="107418"/>
                </a:lnTo>
                <a:lnTo>
                  <a:pt x="1613255" y="108412"/>
                </a:lnTo>
                <a:lnTo>
                  <a:pt x="1613593" y="109387"/>
                </a:lnTo>
                <a:lnTo>
                  <a:pt x="1613948" y="110345"/>
                </a:lnTo>
                <a:lnTo>
                  <a:pt x="1614318" y="111283"/>
                </a:lnTo>
                <a:lnTo>
                  <a:pt x="1614702" y="112204"/>
                </a:lnTo>
                <a:lnTo>
                  <a:pt x="1615099" y="113104"/>
                </a:lnTo>
                <a:lnTo>
                  <a:pt x="1615510" y="113986"/>
                </a:lnTo>
                <a:lnTo>
                  <a:pt x="1615934" y="114848"/>
                </a:lnTo>
                <a:lnTo>
                  <a:pt x="1616371" y="115691"/>
                </a:lnTo>
                <a:lnTo>
                  <a:pt x="1616820" y="116515"/>
                </a:lnTo>
                <a:lnTo>
                  <a:pt x="1617283" y="117319"/>
                </a:lnTo>
                <a:lnTo>
                  <a:pt x="1617759" y="118104"/>
                </a:lnTo>
                <a:lnTo>
                  <a:pt x="1618249" y="118870"/>
                </a:lnTo>
                <a:lnTo>
                  <a:pt x="1618751" y="119617"/>
                </a:lnTo>
                <a:lnTo>
                  <a:pt x="1619266" y="120344"/>
                </a:lnTo>
                <a:lnTo>
                  <a:pt x="1619795" y="121052"/>
                </a:lnTo>
                <a:lnTo>
                  <a:pt x="1620336" y="121740"/>
                </a:lnTo>
                <a:lnTo>
                  <a:pt x="1620891" y="122410"/>
                </a:lnTo>
                <a:lnTo>
                  <a:pt x="1621458" y="123060"/>
                </a:lnTo>
                <a:lnTo>
                  <a:pt x="1622039" y="123691"/>
                </a:lnTo>
                <a:lnTo>
                  <a:pt x="1622633" y="124302"/>
                </a:lnTo>
                <a:lnTo>
                  <a:pt x="1623240" y="124894"/>
                </a:lnTo>
                <a:lnTo>
                  <a:pt x="1623860" y="125467"/>
                </a:lnTo>
                <a:lnTo>
                  <a:pt x="1624493" y="126021"/>
                </a:lnTo>
                <a:lnTo>
                  <a:pt x="1625140" y="126555"/>
                </a:lnTo>
                <a:lnTo>
                  <a:pt x="1625799" y="127071"/>
                </a:lnTo>
                <a:lnTo>
                  <a:pt x="1626471" y="127566"/>
                </a:lnTo>
                <a:lnTo>
                  <a:pt x="1627157" y="128043"/>
                </a:lnTo>
                <a:lnTo>
                  <a:pt x="1627854" y="128500"/>
                </a:lnTo>
                <a:lnTo>
                  <a:pt x="1628562" y="128938"/>
                </a:lnTo>
                <a:lnTo>
                  <a:pt x="1629281" y="129356"/>
                </a:lnTo>
                <a:lnTo>
                  <a:pt x="1630010" y="129755"/>
                </a:lnTo>
                <a:lnTo>
                  <a:pt x="1630750" y="130134"/>
                </a:lnTo>
                <a:lnTo>
                  <a:pt x="1631500" y="130494"/>
                </a:lnTo>
                <a:lnTo>
                  <a:pt x="1632262" y="130834"/>
                </a:lnTo>
                <a:lnTo>
                  <a:pt x="1633033" y="131155"/>
                </a:lnTo>
                <a:lnTo>
                  <a:pt x="1633815" y="131457"/>
                </a:lnTo>
                <a:lnTo>
                  <a:pt x="1634608" y="131739"/>
                </a:lnTo>
                <a:lnTo>
                  <a:pt x="1635412" y="132001"/>
                </a:lnTo>
                <a:lnTo>
                  <a:pt x="1636226" y="132245"/>
                </a:lnTo>
                <a:lnTo>
                  <a:pt x="1637050" y="132468"/>
                </a:lnTo>
                <a:lnTo>
                  <a:pt x="1637886" y="132673"/>
                </a:lnTo>
                <a:lnTo>
                  <a:pt x="1638732" y="132857"/>
                </a:lnTo>
                <a:lnTo>
                  <a:pt x="1639588" y="133023"/>
                </a:lnTo>
                <a:lnTo>
                  <a:pt x="1640455" y="133169"/>
                </a:lnTo>
                <a:lnTo>
                  <a:pt x="1641333" y="133295"/>
                </a:lnTo>
                <a:lnTo>
                  <a:pt x="1642221" y="133402"/>
                </a:lnTo>
                <a:lnTo>
                  <a:pt x="1643120" y="133490"/>
                </a:lnTo>
                <a:lnTo>
                  <a:pt x="1644030" y="133558"/>
                </a:lnTo>
                <a:lnTo>
                  <a:pt x="1644950" y="133606"/>
                </a:lnTo>
                <a:lnTo>
                  <a:pt x="1645881" y="133635"/>
                </a:lnTo>
                <a:lnTo>
                  <a:pt x="1646822" y="133645"/>
                </a:lnTo>
                <a:lnTo>
                  <a:pt x="1647700" y="133638"/>
                </a:lnTo>
                <a:lnTo>
                  <a:pt x="1648569" y="133616"/>
                </a:lnTo>
                <a:lnTo>
                  <a:pt x="1649428" y="133579"/>
                </a:lnTo>
                <a:lnTo>
                  <a:pt x="1650277" y="133527"/>
                </a:lnTo>
                <a:lnTo>
                  <a:pt x="1651117" y="133461"/>
                </a:lnTo>
                <a:close/>
                <a:moveTo>
                  <a:pt x="1645422" y="120157"/>
                </a:moveTo>
                <a:lnTo>
                  <a:pt x="1644552" y="119977"/>
                </a:lnTo>
                <a:lnTo>
                  <a:pt x="1643702" y="119764"/>
                </a:lnTo>
                <a:lnTo>
                  <a:pt x="1642871" y="119518"/>
                </a:lnTo>
                <a:lnTo>
                  <a:pt x="1642060" y="119240"/>
                </a:lnTo>
                <a:lnTo>
                  <a:pt x="1641269" y="118928"/>
                </a:lnTo>
                <a:lnTo>
                  <a:pt x="1640498" y="118584"/>
                </a:lnTo>
                <a:lnTo>
                  <a:pt x="1639746" y="118207"/>
                </a:lnTo>
                <a:lnTo>
                  <a:pt x="1639014" y="117798"/>
                </a:lnTo>
                <a:lnTo>
                  <a:pt x="1638302" y="117355"/>
                </a:lnTo>
                <a:lnTo>
                  <a:pt x="1637609" y="116880"/>
                </a:lnTo>
                <a:lnTo>
                  <a:pt x="1636936" y="116372"/>
                </a:lnTo>
                <a:lnTo>
                  <a:pt x="1636283" y="115831"/>
                </a:lnTo>
                <a:lnTo>
                  <a:pt x="1635650" y="115258"/>
                </a:lnTo>
                <a:lnTo>
                  <a:pt x="1635036" y="114651"/>
                </a:lnTo>
                <a:lnTo>
                  <a:pt x="1634443" y="114012"/>
                </a:lnTo>
                <a:lnTo>
                  <a:pt x="1633868" y="113341"/>
                </a:lnTo>
                <a:lnTo>
                  <a:pt x="1633314" y="112636"/>
                </a:lnTo>
                <a:lnTo>
                  <a:pt x="1632779" y="111899"/>
                </a:lnTo>
                <a:lnTo>
                  <a:pt x="1632264" y="111128"/>
                </a:lnTo>
                <a:lnTo>
                  <a:pt x="1631770" y="110327"/>
                </a:lnTo>
                <a:lnTo>
                  <a:pt x="1631296" y="109496"/>
                </a:lnTo>
                <a:lnTo>
                  <a:pt x="1630843" y="108635"/>
                </a:lnTo>
                <a:lnTo>
                  <a:pt x="1630412" y="107745"/>
                </a:lnTo>
                <a:lnTo>
                  <a:pt x="1630002" y="106825"/>
                </a:lnTo>
                <a:lnTo>
                  <a:pt x="1629612" y="105875"/>
                </a:lnTo>
                <a:lnTo>
                  <a:pt x="1629244" y="104896"/>
                </a:lnTo>
                <a:lnTo>
                  <a:pt x="1628897" y="103887"/>
                </a:lnTo>
                <a:lnTo>
                  <a:pt x="1628570" y="102848"/>
                </a:lnTo>
                <a:lnTo>
                  <a:pt x="1628265" y="101779"/>
                </a:lnTo>
                <a:lnTo>
                  <a:pt x="1627981" y="100681"/>
                </a:lnTo>
                <a:lnTo>
                  <a:pt x="1627718" y="99554"/>
                </a:lnTo>
                <a:lnTo>
                  <a:pt x="1627476" y="98396"/>
                </a:lnTo>
                <a:lnTo>
                  <a:pt x="1627255" y="97209"/>
                </a:lnTo>
                <a:lnTo>
                  <a:pt x="1627055" y="95993"/>
                </a:lnTo>
                <a:lnTo>
                  <a:pt x="1626876" y="94746"/>
                </a:lnTo>
                <a:lnTo>
                  <a:pt x="1626718" y="93470"/>
                </a:lnTo>
                <a:lnTo>
                  <a:pt x="1626581" y="92164"/>
                </a:lnTo>
                <a:lnTo>
                  <a:pt x="1626466" y="90829"/>
                </a:lnTo>
                <a:lnTo>
                  <a:pt x="1626371" y="89464"/>
                </a:lnTo>
                <a:lnTo>
                  <a:pt x="1626297" y="88069"/>
                </a:lnTo>
                <a:lnTo>
                  <a:pt x="1626245" y="86645"/>
                </a:lnTo>
                <a:lnTo>
                  <a:pt x="1626213" y="85191"/>
                </a:lnTo>
                <a:lnTo>
                  <a:pt x="1626202" y="83707"/>
                </a:lnTo>
                <a:lnTo>
                  <a:pt x="1626214" y="82272"/>
                </a:lnTo>
                <a:lnTo>
                  <a:pt x="1626247" y="80865"/>
                </a:lnTo>
                <a:lnTo>
                  <a:pt x="1626303" y="79485"/>
                </a:lnTo>
                <a:lnTo>
                  <a:pt x="1626381" y="78133"/>
                </a:lnTo>
                <a:lnTo>
                  <a:pt x="1626482" y="76808"/>
                </a:lnTo>
                <a:lnTo>
                  <a:pt x="1626605" y="75511"/>
                </a:lnTo>
                <a:lnTo>
                  <a:pt x="1626751" y="74242"/>
                </a:lnTo>
                <a:lnTo>
                  <a:pt x="1626918" y="73000"/>
                </a:lnTo>
                <a:lnTo>
                  <a:pt x="1627109" y="71785"/>
                </a:lnTo>
                <a:lnTo>
                  <a:pt x="1627321" y="70599"/>
                </a:lnTo>
                <a:lnTo>
                  <a:pt x="1627556" y="69440"/>
                </a:lnTo>
                <a:lnTo>
                  <a:pt x="1627813" y="68308"/>
                </a:lnTo>
                <a:lnTo>
                  <a:pt x="1628093" y="67204"/>
                </a:lnTo>
                <a:lnTo>
                  <a:pt x="1628395" y="66128"/>
                </a:lnTo>
                <a:lnTo>
                  <a:pt x="1628719" y="65079"/>
                </a:lnTo>
                <a:lnTo>
                  <a:pt x="1629066" y="64058"/>
                </a:lnTo>
                <a:lnTo>
                  <a:pt x="1629435" y="63065"/>
                </a:lnTo>
                <a:lnTo>
                  <a:pt x="1629827" y="62099"/>
                </a:lnTo>
                <a:lnTo>
                  <a:pt x="1630241" y="61160"/>
                </a:lnTo>
                <a:lnTo>
                  <a:pt x="1630677" y="60250"/>
                </a:lnTo>
                <a:lnTo>
                  <a:pt x="1631136" y="59367"/>
                </a:lnTo>
                <a:lnTo>
                  <a:pt x="1631617" y="58511"/>
                </a:lnTo>
                <a:lnTo>
                  <a:pt x="1632120" y="57683"/>
                </a:lnTo>
                <a:lnTo>
                  <a:pt x="1632646" y="56883"/>
                </a:lnTo>
                <a:lnTo>
                  <a:pt x="1633194" y="56113"/>
                </a:lnTo>
                <a:lnTo>
                  <a:pt x="1633763" y="55375"/>
                </a:lnTo>
                <a:lnTo>
                  <a:pt x="1634355" y="54671"/>
                </a:lnTo>
                <a:lnTo>
                  <a:pt x="1634968" y="53999"/>
                </a:lnTo>
                <a:lnTo>
                  <a:pt x="1635602" y="53360"/>
                </a:lnTo>
                <a:lnTo>
                  <a:pt x="1636259" y="52753"/>
                </a:lnTo>
                <a:lnTo>
                  <a:pt x="1636937" y="52180"/>
                </a:lnTo>
                <a:lnTo>
                  <a:pt x="1637637" y="51639"/>
                </a:lnTo>
                <a:lnTo>
                  <a:pt x="1638358" y="51131"/>
                </a:lnTo>
                <a:lnTo>
                  <a:pt x="1639101" y="50656"/>
                </a:lnTo>
                <a:lnTo>
                  <a:pt x="1639866" y="50213"/>
                </a:lnTo>
                <a:lnTo>
                  <a:pt x="1640653" y="49804"/>
                </a:lnTo>
                <a:lnTo>
                  <a:pt x="1641461" y="49427"/>
                </a:lnTo>
                <a:lnTo>
                  <a:pt x="1642291" y="49083"/>
                </a:lnTo>
                <a:lnTo>
                  <a:pt x="1643143" y="48771"/>
                </a:lnTo>
                <a:lnTo>
                  <a:pt x="1644016" y="48493"/>
                </a:lnTo>
                <a:lnTo>
                  <a:pt x="1644912" y="48247"/>
                </a:lnTo>
                <a:lnTo>
                  <a:pt x="1645829" y="48034"/>
                </a:lnTo>
                <a:lnTo>
                  <a:pt x="1646767" y="47854"/>
                </a:lnTo>
                <a:lnTo>
                  <a:pt x="1647728" y="47706"/>
                </a:lnTo>
                <a:lnTo>
                  <a:pt x="1648710" y="47592"/>
                </a:lnTo>
                <a:lnTo>
                  <a:pt x="1649713" y="47510"/>
                </a:lnTo>
                <a:lnTo>
                  <a:pt x="1650739" y="47460"/>
                </a:lnTo>
                <a:lnTo>
                  <a:pt x="1651786" y="47444"/>
                </a:lnTo>
                <a:lnTo>
                  <a:pt x="1652584" y="47453"/>
                </a:lnTo>
                <a:lnTo>
                  <a:pt x="1653370" y="47481"/>
                </a:lnTo>
                <a:lnTo>
                  <a:pt x="1654145" y="47527"/>
                </a:lnTo>
                <a:lnTo>
                  <a:pt x="1654908" y="47592"/>
                </a:lnTo>
                <a:lnTo>
                  <a:pt x="1655660" y="47675"/>
                </a:lnTo>
                <a:lnTo>
                  <a:pt x="1656401" y="47776"/>
                </a:lnTo>
                <a:lnTo>
                  <a:pt x="1657130" y="47896"/>
                </a:lnTo>
                <a:lnTo>
                  <a:pt x="1657848" y="48035"/>
                </a:lnTo>
                <a:lnTo>
                  <a:pt x="1658554" y="48192"/>
                </a:lnTo>
                <a:lnTo>
                  <a:pt x="1659249" y="48367"/>
                </a:lnTo>
                <a:lnTo>
                  <a:pt x="1659932" y="48561"/>
                </a:lnTo>
                <a:lnTo>
                  <a:pt x="1660604" y="48773"/>
                </a:lnTo>
                <a:lnTo>
                  <a:pt x="1661265" y="49004"/>
                </a:lnTo>
                <a:lnTo>
                  <a:pt x="1661914" y="49253"/>
                </a:lnTo>
                <a:lnTo>
                  <a:pt x="1662551" y="49521"/>
                </a:lnTo>
                <a:lnTo>
                  <a:pt x="1663178" y="49807"/>
                </a:lnTo>
                <a:lnTo>
                  <a:pt x="1663792" y="50111"/>
                </a:lnTo>
                <a:lnTo>
                  <a:pt x="1664396" y="50434"/>
                </a:lnTo>
                <a:lnTo>
                  <a:pt x="1664988" y="50776"/>
                </a:lnTo>
                <a:lnTo>
                  <a:pt x="1665568" y="51136"/>
                </a:lnTo>
                <a:lnTo>
                  <a:pt x="1666137" y="51514"/>
                </a:lnTo>
                <a:lnTo>
                  <a:pt x="1666695" y="51911"/>
                </a:lnTo>
                <a:lnTo>
                  <a:pt x="1667241" y="52326"/>
                </a:lnTo>
                <a:lnTo>
                  <a:pt x="1667776" y="52760"/>
                </a:lnTo>
                <a:lnTo>
                  <a:pt x="1668300" y="53208"/>
                </a:lnTo>
                <a:lnTo>
                  <a:pt x="1668817" y="53666"/>
                </a:lnTo>
                <a:lnTo>
                  <a:pt x="1669325" y="54133"/>
                </a:lnTo>
                <a:lnTo>
                  <a:pt x="1669824" y="54611"/>
                </a:lnTo>
                <a:lnTo>
                  <a:pt x="1670315" y="55098"/>
                </a:lnTo>
                <a:lnTo>
                  <a:pt x="1670798" y="55595"/>
                </a:lnTo>
                <a:lnTo>
                  <a:pt x="1671272" y="56102"/>
                </a:lnTo>
                <a:lnTo>
                  <a:pt x="1671737" y="56619"/>
                </a:lnTo>
                <a:lnTo>
                  <a:pt x="1672194" y="57145"/>
                </a:lnTo>
                <a:lnTo>
                  <a:pt x="1672643" y="57681"/>
                </a:lnTo>
                <a:lnTo>
                  <a:pt x="1673083" y="58228"/>
                </a:lnTo>
                <a:lnTo>
                  <a:pt x="1673515" y="58784"/>
                </a:lnTo>
                <a:lnTo>
                  <a:pt x="1673939" y="59350"/>
                </a:lnTo>
                <a:lnTo>
                  <a:pt x="1674353" y="59925"/>
                </a:lnTo>
                <a:lnTo>
                  <a:pt x="1674760" y="60511"/>
                </a:lnTo>
                <a:lnTo>
                  <a:pt x="1675158" y="61106"/>
                </a:lnTo>
                <a:lnTo>
                  <a:pt x="1675547" y="61711"/>
                </a:lnTo>
                <a:lnTo>
                  <a:pt x="1675929" y="62326"/>
                </a:lnTo>
                <a:lnTo>
                  <a:pt x="1676301" y="62951"/>
                </a:lnTo>
                <a:lnTo>
                  <a:pt x="1676665" y="63586"/>
                </a:lnTo>
                <a:lnTo>
                  <a:pt x="1677021" y="64230"/>
                </a:lnTo>
                <a:lnTo>
                  <a:pt x="1677368" y="64885"/>
                </a:lnTo>
                <a:lnTo>
                  <a:pt x="1677707" y="65549"/>
                </a:lnTo>
                <a:lnTo>
                  <a:pt x="1678038" y="66223"/>
                </a:lnTo>
                <a:lnTo>
                  <a:pt x="1678038" y="103480"/>
                </a:lnTo>
                <a:lnTo>
                  <a:pt x="1677683" y="104064"/>
                </a:lnTo>
                <a:lnTo>
                  <a:pt x="1677320" y="104641"/>
                </a:lnTo>
                <a:lnTo>
                  <a:pt x="1676947" y="105211"/>
                </a:lnTo>
                <a:lnTo>
                  <a:pt x="1676566" y="105774"/>
                </a:lnTo>
                <a:lnTo>
                  <a:pt x="1676176" y="106330"/>
                </a:lnTo>
                <a:lnTo>
                  <a:pt x="1675776" y="106878"/>
                </a:lnTo>
                <a:lnTo>
                  <a:pt x="1675368" y="107420"/>
                </a:lnTo>
                <a:lnTo>
                  <a:pt x="1674951" y="107955"/>
                </a:lnTo>
                <a:lnTo>
                  <a:pt x="1674525" y="108483"/>
                </a:lnTo>
                <a:lnTo>
                  <a:pt x="1674090" y="109003"/>
                </a:lnTo>
                <a:lnTo>
                  <a:pt x="1673646" y="109517"/>
                </a:lnTo>
                <a:lnTo>
                  <a:pt x="1673193" y="110023"/>
                </a:lnTo>
                <a:lnTo>
                  <a:pt x="1672731" y="110522"/>
                </a:lnTo>
                <a:lnTo>
                  <a:pt x="1672260" y="111015"/>
                </a:lnTo>
                <a:lnTo>
                  <a:pt x="1671781" y="111500"/>
                </a:lnTo>
                <a:lnTo>
                  <a:pt x="1671292" y="111978"/>
                </a:lnTo>
                <a:lnTo>
                  <a:pt x="1670794" y="112449"/>
                </a:lnTo>
                <a:lnTo>
                  <a:pt x="1670287" y="112913"/>
                </a:lnTo>
                <a:lnTo>
                  <a:pt x="1669772" y="113370"/>
                </a:lnTo>
                <a:lnTo>
                  <a:pt x="1669247" y="113820"/>
                </a:lnTo>
                <a:lnTo>
                  <a:pt x="1668714" y="114263"/>
                </a:lnTo>
                <a:lnTo>
                  <a:pt x="1668171" y="114699"/>
                </a:lnTo>
                <a:lnTo>
                  <a:pt x="1667620" y="115128"/>
                </a:lnTo>
                <a:lnTo>
                  <a:pt x="1667060" y="115549"/>
                </a:lnTo>
                <a:lnTo>
                  <a:pt x="1666489" y="115959"/>
                </a:lnTo>
                <a:lnTo>
                  <a:pt x="1665906" y="116351"/>
                </a:lnTo>
                <a:lnTo>
                  <a:pt x="1665312" y="116725"/>
                </a:lnTo>
                <a:lnTo>
                  <a:pt x="1664705" y="117083"/>
                </a:lnTo>
                <a:lnTo>
                  <a:pt x="1664086" y="117422"/>
                </a:lnTo>
                <a:lnTo>
                  <a:pt x="1663456" y="117745"/>
                </a:lnTo>
                <a:lnTo>
                  <a:pt x="1662814" y="118050"/>
                </a:lnTo>
                <a:lnTo>
                  <a:pt x="1662159" y="118337"/>
                </a:lnTo>
                <a:lnTo>
                  <a:pt x="1661493" y="118607"/>
                </a:lnTo>
                <a:lnTo>
                  <a:pt x="1660815" y="118860"/>
                </a:lnTo>
                <a:lnTo>
                  <a:pt x="1660125" y="119095"/>
                </a:lnTo>
                <a:lnTo>
                  <a:pt x="1659423" y="119313"/>
                </a:lnTo>
                <a:lnTo>
                  <a:pt x="1658709" y="119513"/>
                </a:lnTo>
                <a:lnTo>
                  <a:pt x="1657983" y="119696"/>
                </a:lnTo>
                <a:lnTo>
                  <a:pt x="1657245" y="119861"/>
                </a:lnTo>
                <a:lnTo>
                  <a:pt x="1656495" y="120010"/>
                </a:lnTo>
                <a:lnTo>
                  <a:pt x="1655734" y="120140"/>
                </a:lnTo>
                <a:lnTo>
                  <a:pt x="1654960" y="120253"/>
                </a:lnTo>
                <a:lnTo>
                  <a:pt x="1654174" y="120349"/>
                </a:lnTo>
                <a:lnTo>
                  <a:pt x="1653377" y="120428"/>
                </a:lnTo>
                <a:lnTo>
                  <a:pt x="1652568" y="120489"/>
                </a:lnTo>
                <a:lnTo>
                  <a:pt x="1651746" y="120532"/>
                </a:lnTo>
                <a:lnTo>
                  <a:pt x="1650913" y="120558"/>
                </a:lnTo>
                <a:lnTo>
                  <a:pt x="1650068" y="120567"/>
                </a:lnTo>
                <a:lnTo>
                  <a:pt x="1649099" y="120551"/>
                </a:lnTo>
                <a:lnTo>
                  <a:pt x="1648150" y="120502"/>
                </a:lnTo>
                <a:lnTo>
                  <a:pt x="1647221" y="120420"/>
                </a:lnTo>
                <a:lnTo>
                  <a:pt x="1646312" y="120305"/>
                </a:lnTo>
                <a:lnTo>
                  <a:pt x="1645422" y="120157"/>
                </a:lnTo>
                <a:close/>
                <a:moveTo>
                  <a:pt x="1524226" y="62809"/>
                </a:moveTo>
                <a:lnTo>
                  <a:pt x="1524491" y="62457"/>
                </a:lnTo>
                <a:lnTo>
                  <a:pt x="1524759" y="62109"/>
                </a:lnTo>
                <a:lnTo>
                  <a:pt x="1525030" y="61764"/>
                </a:lnTo>
                <a:lnTo>
                  <a:pt x="1525304" y="61423"/>
                </a:lnTo>
                <a:lnTo>
                  <a:pt x="1525580" y="61086"/>
                </a:lnTo>
                <a:lnTo>
                  <a:pt x="1525860" y="60752"/>
                </a:lnTo>
                <a:lnTo>
                  <a:pt x="1526143" y="60422"/>
                </a:lnTo>
                <a:lnTo>
                  <a:pt x="1526429" y="60095"/>
                </a:lnTo>
                <a:lnTo>
                  <a:pt x="1526718" y="59772"/>
                </a:lnTo>
                <a:lnTo>
                  <a:pt x="1527010" y="59453"/>
                </a:lnTo>
                <a:lnTo>
                  <a:pt x="1527305" y="59137"/>
                </a:lnTo>
                <a:lnTo>
                  <a:pt x="1527603" y="58825"/>
                </a:lnTo>
                <a:lnTo>
                  <a:pt x="1527903" y="58516"/>
                </a:lnTo>
                <a:lnTo>
                  <a:pt x="1528207" y="58211"/>
                </a:lnTo>
                <a:lnTo>
                  <a:pt x="1528514" y="57910"/>
                </a:lnTo>
                <a:lnTo>
                  <a:pt x="1528824" y="57612"/>
                </a:lnTo>
                <a:lnTo>
                  <a:pt x="1529136" y="57318"/>
                </a:lnTo>
                <a:lnTo>
                  <a:pt x="1529452" y="57028"/>
                </a:lnTo>
                <a:lnTo>
                  <a:pt x="1529771" y="56741"/>
                </a:lnTo>
                <a:lnTo>
                  <a:pt x="1530093" y="56458"/>
                </a:lnTo>
                <a:lnTo>
                  <a:pt x="1530417" y="56179"/>
                </a:lnTo>
                <a:lnTo>
                  <a:pt x="1530746" y="55904"/>
                </a:lnTo>
                <a:lnTo>
                  <a:pt x="1531079" y="55633"/>
                </a:lnTo>
                <a:lnTo>
                  <a:pt x="1531417" y="55368"/>
                </a:lnTo>
                <a:lnTo>
                  <a:pt x="1531759" y="55108"/>
                </a:lnTo>
                <a:lnTo>
                  <a:pt x="1532106" y="54853"/>
                </a:lnTo>
                <a:lnTo>
                  <a:pt x="1532458" y="54603"/>
                </a:lnTo>
                <a:lnTo>
                  <a:pt x="1532814" y="54358"/>
                </a:lnTo>
                <a:lnTo>
                  <a:pt x="1533175" y="54118"/>
                </a:lnTo>
                <a:lnTo>
                  <a:pt x="1533541" y="53883"/>
                </a:lnTo>
                <a:lnTo>
                  <a:pt x="1533911" y="53653"/>
                </a:lnTo>
                <a:lnTo>
                  <a:pt x="1534286" y="53428"/>
                </a:lnTo>
                <a:lnTo>
                  <a:pt x="1534665" y="53207"/>
                </a:lnTo>
                <a:lnTo>
                  <a:pt x="1535049" y="52992"/>
                </a:lnTo>
                <a:lnTo>
                  <a:pt x="1535438" y="52782"/>
                </a:lnTo>
                <a:lnTo>
                  <a:pt x="1535832" y="52577"/>
                </a:lnTo>
                <a:lnTo>
                  <a:pt x="1536230" y="52378"/>
                </a:lnTo>
                <a:lnTo>
                  <a:pt x="1536632" y="52183"/>
                </a:lnTo>
                <a:lnTo>
                  <a:pt x="1537040" y="51993"/>
                </a:lnTo>
                <a:lnTo>
                  <a:pt x="1537452" y="51808"/>
                </a:lnTo>
                <a:lnTo>
                  <a:pt x="1537868" y="51628"/>
                </a:lnTo>
                <a:lnTo>
                  <a:pt x="1538290" y="51453"/>
                </a:lnTo>
                <a:lnTo>
                  <a:pt x="1538716" y="51283"/>
                </a:lnTo>
                <a:lnTo>
                  <a:pt x="1539146" y="51118"/>
                </a:lnTo>
                <a:lnTo>
                  <a:pt x="1539581" y="50958"/>
                </a:lnTo>
                <a:lnTo>
                  <a:pt x="1540022" y="50804"/>
                </a:lnTo>
                <a:lnTo>
                  <a:pt x="1540468" y="50656"/>
                </a:lnTo>
                <a:lnTo>
                  <a:pt x="1540921" y="50515"/>
                </a:lnTo>
                <a:lnTo>
                  <a:pt x="1541379" y="50380"/>
                </a:lnTo>
                <a:lnTo>
                  <a:pt x="1541844" y="50252"/>
                </a:lnTo>
                <a:lnTo>
                  <a:pt x="1542314" y="50131"/>
                </a:lnTo>
                <a:lnTo>
                  <a:pt x="1542790" y="50016"/>
                </a:lnTo>
                <a:lnTo>
                  <a:pt x="1543273" y="49907"/>
                </a:lnTo>
                <a:lnTo>
                  <a:pt x="1543761" y="49806"/>
                </a:lnTo>
                <a:lnTo>
                  <a:pt x="1544255" y="49710"/>
                </a:lnTo>
                <a:lnTo>
                  <a:pt x="1544755" y="49622"/>
                </a:lnTo>
                <a:lnTo>
                  <a:pt x="1545261" y="49540"/>
                </a:lnTo>
                <a:lnTo>
                  <a:pt x="1545773" y="49464"/>
                </a:lnTo>
                <a:lnTo>
                  <a:pt x="1546292" y="49395"/>
                </a:lnTo>
                <a:lnTo>
                  <a:pt x="1546816" y="49333"/>
                </a:lnTo>
                <a:lnTo>
                  <a:pt x="1547346" y="49277"/>
                </a:lnTo>
                <a:lnTo>
                  <a:pt x="1547882" y="49228"/>
                </a:lnTo>
                <a:lnTo>
                  <a:pt x="1548423" y="49185"/>
                </a:lnTo>
                <a:lnTo>
                  <a:pt x="1548971" y="49149"/>
                </a:lnTo>
                <a:lnTo>
                  <a:pt x="1549525" y="49119"/>
                </a:lnTo>
                <a:lnTo>
                  <a:pt x="1550085" y="49096"/>
                </a:lnTo>
                <a:lnTo>
                  <a:pt x="1550651" y="49080"/>
                </a:lnTo>
                <a:lnTo>
                  <a:pt x="1551223" y="49070"/>
                </a:lnTo>
                <a:lnTo>
                  <a:pt x="1551800" y="49067"/>
                </a:lnTo>
                <a:lnTo>
                  <a:pt x="1553996" y="49067"/>
                </a:lnTo>
                <a:lnTo>
                  <a:pt x="1553996" y="34461"/>
                </a:lnTo>
                <a:lnTo>
                  <a:pt x="1552087" y="34461"/>
                </a:lnTo>
                <a:lnTo>
                  <a:pt x="1551163" y="34470"/>
                </a:lnTo>
                <a:lnTo>
                  <a:pt x="1550254" y="34495"/>
                </a:lnTo>
                <a:lnTo>
                  <a:pt x="1549360" y="34537"/>
                </a:lnTo>
                <a:lnTo>
                  <a:pt x="1548480" y="34597"/>
                </a:lnTo>
                <a:lnTo>
                  <a:pt x="1547615" y="34673"/>
                </a:lnTo>
                <a:lnTo>
                  <a:pt x="1546765" y="34766"/>
                </a:lnTo>
                <a:lnTo>
                  <a:pt x="1545929" y="34876"/>
                </a:lnTo>
                <a:lnTo>
                  <a:pt x="1545108" y="35002"/>
                </a:lnTo>
                <a:lnTo>
                  <a:pt x="1544301" y="35146"/>
                </a:lnTo>
                <a:lnTo>
                  <a:pt x="1543509" y="35307"/>
                </a:lnTo>
                <a:lnTo>
                  <a:pt x="1542731" y="35484"/>
                </a:lnTo>
                <a:lnTo>
                  <a:pt x="1541968" y="35678"/>
                </a:lnTo>
                <a:lnTo>
                  <a:pt x="1541220" y="35890"/>
                </a:lnTo>
                <a:lnTo>
                  <a:pt x="1540486" y="36118"/>
                </a:lnTo>
                <a:lnTo>
                  <a:pt x="1539766" y="36363"/>
                </a:lnTo>
                <a:lnTo>
                  <a:pt x="1539062" y="36625"/>
                </a:lnTo>
                <a:lnTo>
                  <a:pt x="1538372" y="36904"/>
                </a:lnTo>
                <a:lnTo>
                  <a:pt x="1537696" y="37200"/>
                </a:lnTo>
                <a:lnTo>
                  <a:pt x="1537035" y="37513"/>
                </a:lnTo>
                <a:lnTo>
                  <a:pt x="1536389" y="37842"/>
                </a:lnTo>
                <a:lnTo>
                  <a:pt x="1535757" y="38189"/>
                </a:lnTo>
                <a:lnTo>
                  <a:pt x="1535140" y="38552"/>
                </a:lnTo>
                <a:lnTo>
                  <a:pt x="1534537" y="38933"/>
                </a:lnTo>
                <a:lnTo>
                  <a:pt x="1533949" y="39330"/>
                </a:lnTo>
                <a:lnTo>
                  <a:pt x="1533374" y="39740"/>
                </a:lnTo>
                <a:lnTo>
                  <a:pt x="1532809" y="40158"/>
                </a:lnTo>
                <a:lnTo>
                  <a:pt x="1532255" y="40584"/>
                </a:lnTo>
                <a:lnTo>
                  <a:pt x="1531711" y="41019"/>
                </a:lnTo>
                <a:lnTo>
                  <a:pt x="1531178" y="41462"/>
                </a:lnTo>
                <a:lnTo>
                  <a:pt x="1530656" y="41913"/>
                </a:lnTo>
                <a:lnTo>
                  <a:pt x="1530144" y="42373"/>
                </a:lnTo>
                <a:lnTo>
                  <a:pt x="1529643" y="42841"/>
                </a:lnTo>
                <a:lnTo>
                  <a:pt x="1529152" y="43317"/>
                </a:lnTo>
                <a:lnTo>
                  <a:pt x="1528672" y="43801"/>
                </a:lnTo>
                <a:lnTo>
                  <a:pt x="1528203" y="44294"/>
                </a:lnTo>
                <a:lnTo>
                  <a:pt x="1527744" y="44795"/>
                </a:lnTo>
                <a:lnTo>
                  <a:pt x="1527296" y="45304"/>
                </a:lnTo>
                <a:lnTo>
                  <a:pt x="1526859" y="45822"/>
                </a:lnTo>
                <a:lnTo>
                  <a:pt x="1526432" y="46348"/>
                </a:lnTo>
                <a:lnTo>
                  <a:pt x="1526015" y="46882"/>
                </a:lnTo>
                <a:lnTo>
                  <a:pt x="1525610" y="47424"/>
                </a:lnTo>
                <a:lnTo>
                  <a:pt x="1525215" y="47975"/>
                </a:lnTo>
                <a:lnTo>
                  <a:pt x="1524830" y="48534"/>
                </a:lnTo>
                <a:lnTo>
                  <a:pt x="1524456" y="49101"/>
                </a:lnTo>
                <a:lnTo>
                  <a:pt x="1524093" y="49677"/>
                </a:lnTo>
                <a:lnTo>
                  <a:pt x="1523740" y="50261"/>
                </a:lnTo>
                <a:lnTo>
                  <a:pt x="1523398" y="50853"/>
                </a:lnTo>
                <a:lnTo>
                  <a:pt x="1523067" y="51453"/>
                </a:lnTo>
                <a:lnTo>
                  <a:pt x="1522494" y="36084"/>
                </a:lnTo>
                <a:lnTo>
                  <a:pt x="1507507" y="36084"/>
                </a:lnTo>
                <a:lnTo>
                  <a:pt x="1507507" y="131927"/>
                </a:lnTo>
                <a:lnTo>
                  <a:pt x="1523449" y="131927"/>
                </a:lnTo>
                <a:lnTo>
                  <a:pt x="1523449" y="63887"/>
                </a:lnTo>
                <a:lnTo>
                  <a:pt x="1523705" y="63524"/>
                </a:lnTo>
                <a:lnTo>
                  <a:pt x="1523964" y="63165"/>
                </a:lnTo>
                <a:lnTo>
                  <a:pt x="1524226" y="62809"/>
                </a:lnTo>
                <a:close/>
                <a:moveTo>
                  <a:pt x="1570849" y="131927"/>
                </a:moveTo>
                <a:lnTo>
                  <a:pt x="1586791" y="131927"/>
                </a:lnTo>
                <a:lnTo>
                  <a:pt x="1586791" y="36084"/>
                </a:lnTo>
                <a:lnTo>
                  <a:pt x="1570849" y="36084"/>
                </a:lnTo>
                <a:lnTo>
                  <a:pt x="1570849" y="131927"/>
                </a:lnTo>
                <a:close/>
                <a:moveTo>
                  <a:pt x="1764769" y="133573"/>
                </a:moveTo>
                <a:lnTo>
                  <a:pt x="1765400" y="133541"/>
                </a:lnTo>
                <a:lnTo>
                  <a:pt x="1766028" y="133503"/>
                </a:lnTo>
                <a:lnTo>
                  <a:pt x="1766652" y="133460"/>
                </a:lnTo>
                <a:lnTo>
                  <a:pt x="1767272" y="133410"/>
                </a:lnTo>
                <a:lnTo>
                  <a:pt x="1767888" y="133355"/>
                </a:lnTo>
                <a:lnTo>
                  <a:pt x="1768500" y="133294"/>
                </a:lnTo>
                <a:lnTo>
                  <a:pt x="1769108" y="133228"/>
                </a:lnTo>
                <a:lnTo>
                  <a:pt x="1769713" y="133155"/>
                </a:lnTo>
                <a:lnTo>
                  <a:pt x="1770314" y="133077"/>
                </a:lnTo>
                <a:lnTo>
                  <a:pt x="1770911" y="132993"/>
                </a:lnTo>
                <a:lnTo>
                  <a:pt x="1771504" y="132903"/>
                </a:lnTo>
                <a:lnTo>
                  <a:pt x="1772094" y="132807"/>
                </a:lnTo>
                <a:lnTo>
                  <a:pt x="1772679" y="132705"/>
                </a:lnTo>
                <a:lnTo>
                  <a:pt x="1773261" y="132598"/>
                </a:lnTo>
                <a:lnTo>
                  <a:pt x="1773839" y="132485"/>
                </a:lnTo>
                <a:lnTo>
                  <a:pt x="1774413" y="132366"/>
                </a:lnTo>
                <a:lnTo>
                  <a:pt x="1774984" y="132241"/>
                </a:lnTo>
                <a:lnTo>
                  <a:pt x="1775550" y="132111"/>
                </a:lnTo>
                <a:lnTo>
                  <a:pt x="1776113" y="131975"/>
                </a:lnTo>
                <a:lnTo>
                  <a:pt x="1776671" y="131832"/>
                </a:lnTo>
                <a:lnTo>
                  <a:pt x="1777223" y="131684"/>
                </a:lnTo>
                <a:lnTo>
                  <a:pt x="1777769" y="131529"/>
                </a:lnTo>
                <a:lnTo>
                  <a:pt x="1778308" y="131367"/>
                </a:lnTo>
                <a:lnTo>
                  <a:pt x="1778842" y="131200"/>
                </a:lnTo>
                <a:lnTo>
                  <a:pt x="1779370" y="131026"/>
                </a:lnTo>
                <a:lnTo>
                  <a:pt x="1779893" y="130845"/>
                </a:lnTo>
                <a:lnTo>
                  <a:pt x="1780409" y="130659"/>
                </a:lnTo>
                <a:lnTo>
                  <a:pt x="1780919" y="130466"/>
                </a:lnTo>
                <a:lnTo>
                  <a:pt x="1781423" y="130267"/>
                </a:lnTo>
                <a:lnTo>
                  <a:pt x="1781921" y="130061"/>
                </a:lnTo>
                <a:lnTo>
                  <a:pt x="1782413" y="129849"/>
                </a:lnTo>
                <a:lnTo>
                  <a:pt x="1782900" y="129631"/>
                </a:lnTo>
                <a:lnTo>
                  <a:pt x="1783380" y="129406"/>
                </a:lnTo>
                <a:lnTo>
                  <a:pt x="1783854" y="129176"/>
                </a:lnTo>
                <a:lnTo>
                  <a:pt x="1784323" y="128938"/>
                </a:lnTo>
                <a:lnTo>
                  <a:pt x="1784785" y="128695"/>
                </a:lnTo>
                <a:lnTo>
                  <a:pt x="1785241" y="128445"/>
                </a:lnTo>
                <a:lnTo>
                  <a:pt x="1785692" y="128189"/>
                </a:lnTo>
                <a:lnTo>
                  <a:pt x="1786136" y="127927"/>
                </a:lnTo>
                <a:lnTo>
                  <a:pt x="1786575" y="127658"/>
                </a:lnTo>
                <a:lnTo>
                  <a:pt x="1787007" y="127383"/>
                </a:lnTo>
                <a:lnTo>
                  <a:pt x="1787434" y="127101"/>
                </a:lnTo>
                <a:lnTo>
                  <a:pt x="1787855" y="126814"/>
                </a:lnTo>
                <a:lnTo>
                  <a:pt x="1788268" y="126519"/>
                </a:lnTo>
                <a:lnTo>
                  <a:pt x="1788675" y="126218"/>
                </a:lnTo>
                <a:lnTo>
                  <a:pt x="1789073" y="125910"/>
                </a:lnTo>
                <a:lnTo>
                  <a:pt x="1789464" y="125596"/>
                </a:lnTo>
                <a:lnTo>
                  <a:pt x="1789847" y="125274"/>
                </a:lnTo>
                <a:lnTo>
                  <a:pt x="1790223" y="124946"/>
                </a:lnTo>
                <a:lnTo>
                  <a:pt x="1790591" y="124611"/>
                </a:lnTo>
                <a:lnTo>
                  <a:pt x="1790952" y="124268"/>
                </a:lnTo>
                <a:lnTo>
                  <a:pt x="1791305" y="123920"/>
                </a:lnTo>
                <a:lnTo>
                  <a:pt x="1791650" y="123564"/>
                </a:lnTo>
                <a:lnTo>
                  <a:pt x="1791987" y="123201"/>
                </a:lnTo>
                <a:lnTo>
                  <a:pt x="1792317" y="122832"/>
                </a:lnTo>
                <a:lnTo>
                  <a:pt x="1792640" y="122456"/>
                </a:lnTo>
                <a:lnTo>
                  <a:pt x="1792954" y="122073"/>
                </a:lnTo>
                <a:lnTo>
                  <a:pt x="1793262" y="121683"/>
                </a:lnTo>
                <a:lnTo>
                  <a:pt x="1793561" y="121286"/>
                </a:lnTo>
                <a:lnTo>
                  <a:pt x="1793853" y="120883"/>
                </a:lnTo>
                <a:lnTo>
                  <a:pt x="1794137" y="120473"/>
                </a:lnTo>
                <a:lnTo>
                  <a:pt x="1794414" y="120055"/>
                </a:lnTo>
                <a:lnTo>
                  <a:pt x="1794683" y="119631"/>
                </a:lnTo>
                <a:lnTo>
                  <a:pt x="1794944" y="119201"/>
                </a:lnTo>
                <a:lnTo>
                  <a:pt x="1795198" y="118763"/>
                </a:lnTo>
                <a:lnTo>
                  <a:pt x="1795444" y="118319"/>
                </a:lnTo>
                <a:lnTo>
                  <a:pt x="1795682" y="117867"/>
                </a:lnTo>
                <a:lnTo>
                  <a:pt x="1795912" y="117409"/>
                </a:lnTo>
                <a:lnTo>
                  <a:pt x="1796132" y="116944"/>
                </a:lnTo>
                <a:lnTo>
                  <a:pt x="1796342" y="116472"/>
                </a:lnTo>
                <a:lnTo>
                  <a:pt x="1796543" y="115993"/>
                </a:lnTo>
                <a:lnTo>
                  <a:pt x="1796734" y="115506"/>
                </a:lnTo>
                <a:lnTo>
                  <a:pt x="1796914" y="115013"/>
                </a:lnTo>
                <a:lnTo>
                  <a:pt x="1797086" y="114513"/>
                </a:lnTo>
                <a:lnTo>
                  <a:pt x="1797247" y="114006"/>
                </a:lnTo>
                <a:lnTo>
                  <a:pt x="1797398" y="113492"/>
                </a:lnTo>
                <a:lnTo>
                  <a:pt x="1797540" y="112971"/>
                </a:lnTo>
                <a:lnTo>
                  <a:pt x="1797672" y="112443"/>
                </a:lnTo>
                <a:lnTo>
                  <a:pt x="1797794" y="111908"/>
                </a:lnTo>
                <a:lnTo>
                  <a:pt x="1797907" y="111366"/>
                </a:lnTo>
                <a:lnTo>
                  <a:pt x="1798010" y="110817"/>
                </a:lnTo>
                <a:lnTo>
                  <a:pt x="1798102" y="110260"/>
                </a:lnTo>
                <a:lnTo>
                  <a:pt x="1798186" y="109697"/>
                </a:lnTo>
                <a:lnTo>
                  <a:pt x="1798259" y="109127"/>
                </a:lnTo>
                <a:lnTo>
                  <a:pt x="1798322" y="108550"/>
                </a:lnTo>
                <a:lnTo>
                  <a:pt x="1798376" y="107966"/>
                </a:lnTo>
                <a:lnTo>
                  <a:pt x="1798420" y="107375"/>
                </a:lnTo>
                <a:lnTo>
                  <a:pt x="1798454" y="106777"/>
                </a:lnTo>
                <a:lnTo>
                  <a:pt x="1798479" y="106172"/>
                </a:lnTo>
                <a:lnTo>
                  <a:pt x="1798494" y="105560"/>
                </a:lnTo>
                <a:lnTo>
                  <a:pt x="1798498" y="104941"/>
                </a:lnTo>
                <a:lnTo>
                  <a:pt x="1798492" y="104226"/>
                </a:lnTo>
                <a:lnTo>
                  <a:pt x="1798474" y="103521"/>
                </a:lnTo>
                <a:lnTo>
                  <a:pt x="1798443" y="102827"/>
                </a:lnTo>
                <a:lnTo>
                  <a:pt x="1798399" y="102144"/>
                </a:lnTo>
                <a:lnTo>
                  <a:pt x="1798343" y="101471"/>
                </a:lnTo>
                <a:lnTo>
                  <a:pt x="1798275" y="100809"/>
                </a:lnTo>
                <a:lnTo>
                  <a:pt x="1798194" y="100158"/>
                </a:lnTo>
                <a:lnTo>
                  <a:pt x="1798101" y="99518"/>
                </a:lnTo>
                <a:lnTo>
                  <a:pt x="1797995" y="98889"/>
                </a:lnTo>
                <a:lnTo>
                  <a:pt x="1797877" y="98270"/>
                </a:lnTo>
                <a:lnTo>
                  <a:pt x="1797746" y="97662"/>
                </a:lnTo>
                <a:lnTo>
                  <a:pt x="1797604" y="97065"/>
                </a:lnTo>
                <a:lnTo>
                  <a:pt x="1797448" y="96479"/>
                </a:lnTo>
                <a:lnTo>
                  <a:pt x="1797280" y="95903"/>
                </a:lnTo>
                <a:lnTo>
                  <a:pt x="1797100" y="95338"/>
                </a:lnTo>
                <a:lnTo>
                  <a:pt x="1796907" y="94784"/>
                </a:lnTo>
                <a:lnTo>
                  <a:pt x="1796702" y="94241"/>
                </a:lnTo>
                <a:lnTo>
                  <a:pt x="1796485" y="93708"/>
                </a:lnTo>
                <a:lnTo>
                  <a:pt x="1796255" y="93186"/>
                </a:lnTo>
                <a:lnTo>
                  <a:pt x="1796013" y="92675"/>
                </a:lnTo>
                <a:lnTo>
                  <a:pt x="1795758" y="92175"/>
                </a:lnTo>
                <a:lnTo>
                  <a:pt x="1795490" y="91685"/>
                </a:lnTo>
                <a:lnTo>
                  <a:pt x="1795211" y="91207"/>
                </a:lnTo>
                <a:lnTo>
                  <a:pt x="1794919" y="90739"/>
                </a:lnTo>
                <a:lnTo>
                  <a:pt x="1794614" y="90279"/>
                </a:lnTo>
                <a:lnTo>
                  <a:pt x="1794298" y="89827"/>
                </a:lnTo>
                <a:lnTo>
                  <a:pt x="1793969" y="89381"/>
                </a:lnTo>
                <a:lnTo>
                  <a:pt x="1793629" y="88943"/>
                </a:lnTo>
                <a:lnTo>
                  <a:pt x="1793276" y="88512"/>
                </a:lnTo>
                <a:lnTo>
                  <a:pt x="1792911" y="88087"/>
                </a:lnTo>
                <a:lnTo>
                  <a:pt x="1792534" y="87670"/>
                </a:lnTo>
                <a:lnTo>
                  <a:pt x="1792145" y="87259"/>
                </a:lnTo>
                <a:lnTo>
                  <a:pt x="1791744" y="86856"/>
                </a:lnTo>
                <a:lnTo>
                  <a:pt x="1791331" y="86460"/>
                </a:lnTo>
                <a:lnTo>
                  <a:pt x="1790905" y="86070"/>
                </a:lnTo>
                <a:lnTo>
                  <a:pt x="1790468" y="85688"/>
                </a:lnTo>
                <a:lnTo>
                  <a:pt x="1790018" y="85313"/>
                </a:lnTo>
                <a:lnTo>
                  <a:pt x="1789557" y="84944"/>
                </a:lnTo>
                <a:lnTo>
                  <a:pt x="1789083" y="84583"/>
                </a:lnTo>
                <a:lnTo>
                  <a:pt x="1788597" y="84229"/>
                </a:lnTo>
                <a:lnTo>
                  <a:pt x="1788099" y="83881"/>
                </a:lnTo>
                <a:lnTo>
                  <a:pt x="1787589" y="83541"/>
                </a:lnTo>
                <a:lnTo>
                  <a:pt x="1787067" y="83208"/>
                </a:lnTo>
                <a:lnTo>
                  <a:pt x="1786533" y="82881"/>
                </a:lnTo>
                <a:lnTo>
                  <a:pt x="1785986" y="82562"/>
                </a:lnTo>
                <a:lnTo>
                  <a:pt x="1785428" y="82250"/>
                </a:lnTo>
                <a:lnTo>
                  <a:pt x="1784857" y="81944"/>
                </a:lnTo>
                <a:lnTo>
                  <a:pt x="1784275" y="81646"/>
                </a:lnTo>
                <a:lnTo>
                  <a:pt x="1783680" y="81353"/>
                </a:lnTo>
                <a:lnTo>
                  <a:pt x="1783074" y="81063"/>
                </a:lnTo>
                <a:lnTo>
                  <a:pt x="1782457" y="80777"/>
                </a:lnTo>
                <a:lnTo>
                  <a:pt x="1781827" y="80494"/>
                </a:lnTo>
                <a:lnTo>
                  <a:pt x="1781186" y="80214"/>
                </a:lnTo>
                <a:lnTo>
                  <a:pt x="1780534" y="79938"/>
                </a:lnTo>
                <a:lnTo>
                  <a:pt x="1779870" y="79666"/>
                </a:lnTo>
                <a:lnTo>
                  <a:pt x="1779194" y="79396"/>
                </a:lnTo>
                <a:lnTo>
                  <a:pt x="1778507" y="79130"/>
                </a:lnTo>
                <a:lnTo>
                  <a:pt x="1777808" y="78868"/>
                </a:lnTo>
                <a:lnTo>
                  <a:pt x="1777098" y="78609"/>
                </a:lnTo>
                <a:lnTo>
                  <a:pt x="1776375" y="78353"/>
                </a:lnTo>
                <a:lnTo>
                  <a:pt x="1775642" y="78101"/>
                </a:lnTo>
                <a:lnTo>
                  <a:pt x="1774896" y="77852"/>
                </a:lnTo>
                <a:lnTo>
                  <a:pt x="1774140" y="77607"/>
                </a:lnTo>
                <a:lnTo>
                  <a:pt x="1773371" y="77365"/>
                </a:lnTo>
                <a:lnTo>
                  <a:pt x="1772591" y="77126"/>
                </a:lnTo>
                <a:lnTo>
                  <a:pt x="1771799" y="76891"/>
                </a:lnTo>
                <a:lnTo>
                  <a:pt x="1770996" y="76659"/>
                </a:lnTo>
                <a:lnTo>
                  <a:pt x="1770181" y="76431"/>
                </a:lnTo>
                <a:lnTo>
                  <a:pt x="1769355" y="76206"/>
                </a:lnTo>
                <a:lnTo>
                  <a:pt x="1768516" y="75984"/>
                </a:lnTo>
                <a:lnTo>
                  <a:pt x="1767667" y="75766"/>
                </a:lnTo>
                <a:lnTo>
                  <a:pt x="1766805" y="75551"/>
                </a:lnTo>
                <a:lnTo>
                  <a:pt x="1766017" y="75355"/>
                </a:lnTo>
                <a:lnTo>
                  <a:pt x="1765242" y="75160"/>
                </a:lnTo>
                <a:lnTo>
                  <a:pt x="1764480" y="74965"/>
                </a:lnTo>
                <a:lnTo>
                  <a:pt x="1763732" y="74772"/>
                </a:lnTo>
                <a:lnTo>
                  <a:pt x="1762998" y="74579"/>
                </a:lnTo>
                <a:lnTo>
                  <a:pt x="1762277" y="74387"/>
                </a:lnTo>
                <a:lnTo>
                  <a:pt x="1761570" y="74196"/>
                </a:lnTo>
                <a:lnTo>
                  <a:pt x="1760876" y="74006"/>
                </a:lnTo>
                <a:lnTo>
                  <a:pt x="1760196" y="73816"/>
                </a:lnTo>
                <a:lnTo>
                  <a:pt x="1759530" y="73628"/>
                </a:lnTo>
                <a:lnTo>
                  <a:pt x="1758877" y="73440"/>
                </a:lnTo>
                <a:lnTo>
                  <a:pt x="1758238" y="73254"/>
                </a:lnTo>
                <a:lnTo>
                  <a:pt x="1757612" y="73068"/>
                </a:lnTo>
                <a:lnTo>
                  <a:pt x="1757000" y="72883"/>
                </a:lnTo>
                <a:lnTo>
                  <a:pt x="1756402" y="72698"/>
                </a:lnTo>
                <a:lnTo>
                  <a:pt x="1755817" y="72515"/>
                </a:lnTo>
                <a:lnTo>
                  <a:pt x="1755246" y="72333"/>
                </a:lnTo>
                <a:lnTo>
                  <a:pt x="1754688" y="72151"/>
                </a:lnTo>
                <a:lnTo>
                  <a:pt x="1754144" y="71970"/>
                </a:lnTo>
                <a:lnTo>
                  <a:pt x="1753613" y="71790"/>
                </a:lnTo>
                <a:lnTo>
                  <a:pt x="1753096" y="71611"/>
                </a:lnTo>
                <a:lnTo>
                  <a:pt x="1752593" y="71433"/>
                </a:lnTo>
                <a:lnTo>
                  <a:pt x="1752103" y="71256"/>
                </a:lnTo>
                <a:lnTo>
                  <a:pt x="1751627" y="71080"/>
                </a:lnTo>
                <a:lnTo>
                  <a:pt x="1751163" y="70902"/>
                </a:lnTo>
                <a:lnTo>
                  <a:pt x="1750711" y="70723"/>
                </a:lnTo>
                <a:lnTo>
                  <a:pt x="1750270" y="70542"/>
                </a:lnTo>
                <a:lnTo>
                  <a:pt x="1749840" y="70360"/>
                </a:lnTo>
                <a:lnTo>
                  <a:pt x="1749421" y="70175"/>
                </a:lnTo>
                <a:lnTo>
                  <a:pt x="1749014" y="69988"/>
                </a:lnTo>
                <a:lnTo>
                  <a:pt x="1748618" y="69800"/>
                </a:lnTo>
                <a:lnTo>
                  <a:pt x="1748233" y="69610"/>
                </a:lnTo>
                <a:lnTo>
                  <a:pt x="1747859" y="69417"/>
                </a:lnTo>
                <a:lnTo>
                  <a:pt x="1747497" y="69223"/>
                </a:lnTo>
                <a:lnTo>
                  <a:pt x="1747146" y="69027"/>
                </a:lnTo>
                <a:lnTo>
                  <a:pt x="1746806" y="68830"/>
                </a:lnTo>
                <a:lnTo>
                  <a:pt x="1746478" y="68630"/>
                </a:lnTo>
                <a:lnTo>
                  <a:pt x="1746161" y="68428"/>
                </a:lnTo>
                <a:lnTo>
                  <a:pt x="1745855" y="68225"/>
                </a:lnTo>
                <a:lnTo>
                  <a:pt x="1745560" y="68019"/>
                </a:lnTo>
                <a:lnTo>
                  <a:pt x="1745277" y="67812"/>
                </a:lnTo>
                <a:lnTo>
                  <a:pt x="1745005" y="67603"/>
                </a:lnTo>
                <a:lnTo>
                  <a:pt x="1744744" y="67392"/>
                </a:lnTo>
                <a:lnTo>
                  <a:pt x="1744494" y="67179"/>
                </a:lnTo>
                <a:lnTo>
                  <a:pt x="1744256" y="66965"/>
                </a:lnTo>
                <a:lnTo>
                  <a:pt x="1744029" y="66748"/>
                </a:lnTo>
                <a:lnTo>
                  <a:pt x="1743813" y="66530"/>
                </a:lnTo>
                <a:lnTo>
                  <a:pt x="1743608" y="66309"/>
                </a:lnTo>
                <a:lnTo>
                  <a:pt x="1743414" y="66086"/>
                </a:lnTo>
                <a:lnTo>
                  <a:pt x="1743227" y="65859"/>
                </a:lnTo>
                <a:lnTo>
                  <a:pt x="1743049" y="65627"/>
                </a:lnTo>
                <a:lnTo>
                  <a:pt x="1742879" y="65392"/>
                </a:lnTo>
                <a:lnTo>
                  <a:pt x="1742718" y="65152"/>
                </a:lnTo>
                <a:lnTo>
                  <a:pt x="1742564" y="64908"/>
                </a:lnTo>
                <a:lnTo>
                  <a:pt x="1742419" y="64660"/>
                </a:lnTo>
                <a:lnTo>
                  <a:pt x="1742283" y="64409"/>
                </a:lnTo>
                <a:lnTo>
                  <a:pt x="1742154" y="64153"/>
                </a:lnTo>
                <a:lnTo>
                  <a:pt x="1742034" y="63892"/>
                </a:lnTo>
                <a:lnTo>
                  <a:pt x="1741922" y="63628"/>
                </a:lnTo>
                <a:lnTo>
                  <a:pt x="1741819" y="63360"/>
                </a:lnTo>
                <a:lnTo>
                  <a:pt x="1741723" y="63088"/>
                </a:lnTo>
                <a:lnTo>
                  <a:pt x="1741636" y="62811"/>
                </a:lnTo>
                <a:lnTo>
                  <a:pt x="1741558" y="62530"/>
                </a:lnTo>
                <a:lnTo>
                  <a:pt x="1741487" y="62246"/>
                </a:lnTo>
                <a:lnTo>
                  <a:pt x="1741425" y="61957"/>
                </a:lnTo>
                <a:lnTo>
                  <a:pt x="1741371" y="61664"/>
                </a:lnTo>
                <a:lnTo>
                  <a:pt x="1741326" y="61367"/>
                </a:lnTo>
                <a:lnTo>
                  <a:pt x="1741288" y="61066"/>
                </a:lnTo>
                <a:lnTo>
                  <a:pt x="1741259" y="60761"/>
                </a:lnTo>
                <a:lnTo>
                  <a:pt x="1741239" y="60452"/>
                </a:lnTo>
                <a:lnTo>
                  <a:pt x="1741226" y="60139"/>
                </a:lnTo>
                <a:lnTo>
                  <a:pt x="1741222" y="59821"/>
                </a:lnTo>
                <a:lnTo>
                  <a:pt x="1741231" y="59255"/>
                </a:lnTo>
                <a:lnTo>
                  <a:pt x="1741259" y="58702"/>
                </a:lnTo>
                <a:lnTo>
                  <a:pt x="1741305" y="58161"/>
                </a:lnTo>
                <a:lnTo>
                  <a:pt x="1741370" y="57633"/>
                </a:lnTo>
                <a:lnTo>
                  <a:pt x="1741454" y="57118"/>
                </a:lnTo>
                <a:lnTo>
                  <a:pt x="1741556" y="56615"/>
                </a:lnTo>
                <a:lnTo>
                  <a:pt x="1741677" y="56125"/>
                </a:lnTo>
                <a:lnTo>
                  <a:pt x="1741816" y="55647"/>
                </a:lnTo>
                <a:lnTo>
                  <a:pt x="1741974" y="55182"/>
                </a:lnTo>
                <a:lnTo>
                  <a:pt x="1742150" y="54730"/>
                </a:lnTo>
                <a:lnTo>
                  <a:pt x="1742345" y="54290"/>
                </a:lnTo>
                <a:lnTo>
                  <a:pt x="1742558" y="53863"/>
                </a:lnTo>
                <a:lnTo>
                  <a:pt x="1742790" y="53449"/>
                </a:lnTo>
                <a:lnTo>
                  <a:pt x="1743041" y="53047"/>
                </a:lnTo>
                <a:lnTo>
                  <a:pt x="1743310" y="52658"/>
                </a:lnTo>
                <a:lnTo>
                  <a:pt x="1743598" y="52281"/>
                </a:lnTo>
                <a:lnTo>
                  <a:pt x="1743904" y="51917"/>
                </a:lnTo>
                <a:lnTo>
                  <a:pt x="1744229" y="51566"/>
                </a:lnTo>
                <a:lnTo>
                  <a:pt x="1744572" y="51227"/>
                </a:lnTo>
                <a:lnTo>
                  <a:pt x="1744934" y="50901"/>
                </a:lnTo>
                <a:lnTo>
                  <a:pt x="1745315" y="50588"/>
                </a:lnTo>
                <a:lnTo>
                  <a:pt x="1745714" y="50287"/>
                </a:lnTo>
                <a:lnTo>
                  <a:pt x="1746132" y="49999"/>
                </a:lnTo>
                <a:lnTo>
                  <a:pt x="1746568" y="49723"/>
                </a:lnTo>
                <a:lnTo>
                  <a:pt x="1747019" y="49459"/>
                </a:lnTo>
                <a:lnTo>
                  <a:pt x="1747481" y="49207"/>
                </a:lnTo>
                <a:lnTo>
                  <a:pt x="1747955" y="48965"/>
                </a:lnTo>
                <a:lnTo>
                  <a:pt x="1748440" y="48735"/>
                </a:lnTo>
                <a:lnTo>
                  <a:pt x="1748936" y="48516"/>
                </a:lnTo>
                <a:lnTo>
                  <a:pt x="1749444" y="48308"/>
                </a:lnTo>
                <a:lnTo>
                  <a:pt x="1749962" y="48112"/>
                </a:lnTo>
                <a:lnTo>
                  <a:pt x="1750492" y="47927"/>
                </a:lnTo>
                <a:lnTo>
                  <a:pt x="1751034" y="47753"/>
                </a:lnTo>
                <a:lnTo>
                  <a:pt x="1751586" y="47590"/>
                </a:lnTo>
                <a:lnTo>
                  <a:pt x="1752150" y="47438"/>
                </a:lnTo>
                <a:lnTo>
                  <a:pt x="1752725" y="47298"/>
                </a:lnTo>
                <a:lnTo>
                  <a:pt x="1753311" y="47169"/>
                </a:lnTo>
                <a:lnTo>
                  <a:pt x="1753909" y="47051"/>
                </a:lnTo>
                <a:lnTo>
                  <a:pt x="1754518" y="46944"/>
                </a:lnTo>
                <a:lnTo>
                  <a:pt x="1755138" y="46849"/>
                </a:lnTo>
                <a:lnTo>
                  <a:pt x="1755769" y="46765"/>
                </a:lnTo>
                <a:lnTo>
                  <a:pt x="1756412" y="46692"/>
                </a:lnTo>
                <a:lnTo>
                  <a:pt x="1757066" y="46630"/>
                </a:lnTo>
                <a:lnTo>
                  <a:pt x="1757731" y="46579"/>
                </a:lnTo>
                <a:lnTo>
                  <a:pt x="1758408" y="46540"/>
                </a:lnTo>
                <a:lnTo>
                  <a:pt x="1759096" y="46512"/>
                </a:lnTo>
                <a:lnTo>
                  <a:pt x="1759795" y="46495"/>
                </a:lnTo>
                <a:lnTo>
                  <a:pt x="1760505" y="46489"/>
                </a:lnTo>
                <a:lnTo>
                  <a:pt x="1761209" y="46497"/>
                </a:lnTo>
                <a:lnTo>
                  <a:pt x="1761903" y="46519"/>
                </a:lnTo>
                <a:lnTo>
                  <a:pt x="1762589" y="46557"/>
                </a:lnTo>
                <a:lnTo>
                  <a:pt x="1763265" y="46609"/>
                </a:lnTo>
                <a:lnTo>
                  <a:pt x="1763933" y="46676"/>
                </a:lnTo>
                <a:lnTo>
                  <a:pt x="1764592" y="46759"/>
                </a:lnTo>
                <a:lnTo>
                  <a:pt x="1765242" y="46856"/>
                </a:lnTo>
                <a:lnTo>
                  <a:pt x="1765883" y="46968"/>
                </a:lnTo>
                <a:lnTo>
                  <a:pt x="1766515" y="47095"/>
                </a:lnTo>
                <a:lnTo>
                  <a:pt x="1767138" y="47237"/>
                </a:lnTo>
                <a:lnTo>
                  <a:pt x="1767752" y="47394"/>
                </a:lnTo>
                <a:lnTo>
                  <a:pt x="1768357" y="47566"/>
                </a:lnTo>
                <a:lnTo>
                  <a:pt x="1768953" y="47753"/>
                </a:lnTo>
                <a:lnTo>
                  <a:pt x="1769540" y="47955"/>
                </a:lnTo>
                <a:lnTo>
                  <a:pt x="1770118" y="48172"/>
                </a:lnTo>
                <a:lnTo>
                  <a:pt x="1770688" y="48404"/>
                </a:lnTo>
                <a:lnTo>
                  <a:pt x="1771248" y="48651"/>
                </a:lnTo>
                <a:lnTo>
                  <a:pt x="1771799" y="48912"/>
                </a:lnTo>
                <a:lnTo>
                  <a:pt x="1772342" y="49189"/>
                </a:lnTo>
                <a:lnTo>
                  <a:pt x="1772875" y="49481"/>
                </a:lnTo>
                <a:lnTo>
                  <a:pt x="1773400" y="49787"/>
                </a:lnTo>
                <a:lnTo>
                  <a:pt x="1773915" y="50109"/>
                </a:lnTo>
                <a:lnTo>
                  <a:pt x="1774422" y="50446"/>
                </a:lnTo>
                <a:lnTo>
                  <a:pt x="1774920" y="50797"/>
                </a:lnTo>
                <a:lnTo>
                  <a:pt x="1775403" y="51167"/>
                </a:lnTo>
                <a:lnTo>
                  <a:pt x="1775865" y="51557"/>
                </a:lnTo>
                <a:lnTo>
                  <a:pt x="1776307" y="51970"/>
                </a:lnTo>
                <a:lnTo>
                  <a:pt x="1776728" y="52403"/>
                </a:lnTo>
                <a:lnTo>
                  <a:pt x="1777129" y="52857"/>
                </a:lnTo>
                <a:lnTo>
                  <a:pt x="1777509" y="53333"/>
                </a:lnTo>
                <a:lnTo>
                  <a:pt x="1777869" y="53830"/>
                </a:lnTo>
                <a:lnTo>
                  <a:pt x="1778208" y="54348"/>
                </a:lnTo>
                <a:lnTo>
                  <a:pt x="1778526" y="54887"/>
                </a:lnTo>
                <a:lnTo>
                  <a:pt x="1778824" y="55448"/>
                </a:lnTo>
                <a:lnTo>
                  <a:pt x="1779102" y="56030"/>
                </a:lnTo>
                <a:lnTo>
                  <a:pt x="1779359" y="56633"/>
                </a:lnTo>
                <a:lnTo>
                  <a:pt x="1779595" y="57257"/>
                </a:lnTo>
                <a:lnTo>
                  <a:pt x="1779811" y="57903"/>
                </a:lnTo>
                <a:lnTo>
                  <a:pt x="1780006" y="58569"/>
                </a:lnTo>
                <a:lnTo>
                  <a:pt x="1780181" y="59257"/>
                </a:lnTo>
                <a:lnTo>
                  <a:pt x="1780335" y="59966"/>
                </a:lnTo>
                <a:lnTo>
                  <a:pt x="1780468" y="60697"/>
                </a:lnTo>
                <a:lnTo>
                  <a:pt x="1780581" y="61448"/>
                </a:lnTo>
                <a:lnTo>
                  <a:pt x="1780674" y="62221"/>
                </a:lnTo>
                <a:lnTo>
                  <a:pt x="1780746" y="63015"/>
                </a:lnTo>
                <a:lnTo>
                  <a:pt x="1780797" y="63831"/>
                </a:lnTo>
                <a:lnTo>
                  <a:pt x="1780828" y="64667"/>
                </a:lnTo>
                <a:lnTo>
                  <a:pt x="1780838" y="65525"/>
                </a:lnTo>
                <a:lnTo>
                  <a:pt x="1796303" y="65525"/>
                </a:lnTo>
                <a:lnTo>
                  <a:pt x="1796298" y="64841"/>
                </a:lnTo>
                <a:lnTo>
                  <a:pt x="1796283" y="64165"/>
                </a:lnTo>
                <a:lnTo>
                  <a:pt x="1796258" y="63497"/>
                </a:lnTo>
                <a:lnTo>
                  <a:pt x="1796223" y="62838"/>
                </a:lnTo>
                <a:lnTo>
                  <a:pt x="1796179" y="62187"/>
                </a:lnTo>
                <a:lnTo>
                  <a:pt x="1796124" y="61544"/>
                </a:lnTo>
                <a:lnTo>
                  <a:pt x="1796059" y="60909"/>
                </a:lnTo>
                <a:lnTo>
                  <a:pt x="1795985" y="60282"/>
                </a:lnTo>
                <a:lnTo>
                  <a:pt x="1795900" y="59664"/>
                </a:lnTo>
                <a:lnTo>
                  <a:pt x="1795806" y="59053"/>
                </a:lnTo>
                <a:lnTo>
                  <a:pt x="1795701" y="58451"/>
                </a:lnTo>
                <a:lnTo>
                  <a:pt x="1795587" y="57857"/>
                </a:lnTo>
                <a:lnTo>
                  <a:pt x="1795463" y="57272"/>
                </a:lnTo>
                <a:lnTo>
                  <a:pt x="1795328" y="56694"/>
                </a:lnTo>
                <a:lnTo>
                  <a:pt x="1795184" y="56125"/>
                </a:lnTo>
                <a:lnTo>
                  <a:pt x="1795030" y="55564"/>
                </a:lnTo>
                <a:lnTo>
                  <a:pt x="1794866" y="55011"/>
                </a:lnTo>
                <a:lnTo>
                  <a:pt x="1794692" y="54466"/>
                </a:lnTo>
                <a:lnTo>
                  <a:pt x="1794508" y="53930"/>
                </a:lnTo>
                <a:lnTo>
                  <a:pt x="1794314" y="53401"/>
                </a:lnTo>
                <a:lnTo>
                  <a:pt x="1794110" y="52881"/>
                </a:lnTo>
                <a:lnTo>
                  <a:pt x="1793896" y="52369"/>
                </a:lnTo>
                <a:lnTo>
                  <a:pt x="1793673" y="51865"/>
                </a:lnTo>
                <a:lnTo>
                  <a:pt x="1793439" y="51370"/>
                </a:lnTo>
                <a:lnTo>
                  <a:pt x="1793197" y="50882"/>
                </a:lnTo>
                <a:lnTo>
                  <a:pt x="1792947" y="50402"/>
                </a:lnTo>
                <a:lnTo>
                  <a:pt x="1792691" y="49929"/>
                </a:lnTo>
                <a:lnTo>
                  <a:pt x="1792427" y="49464"/>
                </a:lnTo>
                <a:lnTo>
                  <a:pt x="1792157" y="49006"/>
                </a:lnTo>
                <a:lnTo>
                  <a:pt x="1791879" y="48556"/>
                </a:lnTo>
                <a:lnTo>
                  <a:pt x="1791594" y="48114"/>
                </a:lnTo>
                <a:lnTo>
                  <a:pt x="1791302" y="47678"/>
                </a:lnTo>
                <a:lnTo>
                  <a:pt x="1791003" y="47251"/>
                </a:lnTo>
                <a:lnTo>
                  <a:pt x="1790696" y="46831"/>
                </a:lnTo>
                <a:lnTo>
                  <a:pt x="1790383" y="46418"/>
                </a:lnTo>
                <a:lnTo>
                  <a:pt x="1790062" y="46013"/>
                </a:lnTo>
                <a:lnTo>
                  <a:pt x="1789734" y="45615"/>
                </a:lnTo>
                <a:lnTo>
                  <a:pt x="1789400" y="45225"/>
                </a:lnTo>
                <a:lnTo>
                  <a:pt x="1789058" y="44843"/>
                </a:lnTo>
                <a:lnTo>
                  <a:pt x="1788708" y="44468"/>
                </a:lnTo>
                <a:lnTo>
                  <a:pt x="1788352" y="44100"/>
                </a:lnTo>
                <a:lnTo>
                  <a:pt x="1787989" y="43740"/>
                </a:lnTo>
                <a:lnTo>
                  <a:pt x="1787618" y="43387"/>
                </a:lnTo>
                <a:lnTo>
                  <a:pt x="1787241" y="43042"/>
                </a:lnTo>
                <a:lnTo>
                  <a:pt x="1786856" y="42705"/>
                </a:lnTo>
                <a:lnTo>
                  <a:pt x="1786464" y="42375"/>
                </a:lnTo>
                <a:lnTo>
                  <a:pt x="1786065" y="42052"/>
                </a:lnTo>
                <a:lnTo>
                  <a:pt x="1785659" y="41737"/>
                </a:lnTo>
                <a:lnTo>
                  <a:pt x="1785247" y="41429"/>
                </a:lnTo>
                <a:lnTo>
                  <a:pt x="1784829" y="41128"/>
                </a:lnTo>
                <a:lnTo>
                  <a:pt x="1784406" y="40834"/>
                </a:lnTo>
                <a:lnTo>
                  <a:pt x="1783978" y="40546"/>
                </a:lnTo>
                <a:lnTo>
                  <a:pt x="1783544" y="40265"/>
                </a:lnTo>
                <a:lnTo>
                  <a:pt x="1783105" y="39991"/>
                </a:lnTo>
                <a:lnTo>
                  <a:pt x="1782661" y="39724"/>
                </a:lnTo>
                <a:lnTo>
                  <a:pt x="1782212" y="39464"/>
                </a:lnTo>
                <a:lnTo>
                  <a:pt x="1781757" y="39211"/>
                </a:lnTo>
                <a:lnTo>
                  <a:pt x="1781297" y="38964"/>
                </a:lnTo>
                <a:lnTo>
                  <a:pt x="1780832" y="38724"/>
                </a:lnTo>
                <a:lnTo>
                  <a:pt x="1780361" y="38492"/>
                </a:lnTo>
                <a:lnTo>
                  <a:pt x="1779885" y="38266"/>
                </a:lnTo>
                <a:lnTo>
                  <a:pt x="1779404" y="38046"/>
                </a:lnTo>
                <a:lnTo>
                  <a:pt x="1778917" y="37834"/>
                </a:lnTo>
                <a:lnTo>
                  <a:pt x="1778425" y="37628"/>
                </a:lnTo>
                <a:lnTo>
                  <a:pt x="1777928" y="37430"/>
                </a:lnTo>
                <a:lnTo>
                  <a:pt x="1777425" y="37238"/>
                </a:lnTo>
                <a:lnTo>
                  <a:pt x="1776918" y="37053"/>
                </a:lnTo>
                <a:lnTo>
                  <a:pt x="1776405" y="36875"/>
                </a:lnTo>
                <a:lnTo>
                  <a:pt x="1775886" y="36703"/>
                </a:lnTo>
                <a:lnTo>
                  <a:pt x="1775362" y="36539"/>
                </a:lnTo>
                <a:lnTo>
                  <a:pt x="1774833" y="36381"/>
                </a:lnTo>
                <a:lnTo>
                  <a:pt x="1774299" y="36230"/>
                </a:lnTo>
                <a:lnTo>
                  <a:pt x="1773761" y="36086"/>
                </a:lnTo>
                <a:lnTo>
                  <a:pt x="1773219" y="35948"/>
                </a:lnTo>
                <a:lnTo>
                  <a:pt x="1772674" y="35816"/>
                </a:lnTo>
                <a:lnTo>
                  <a:pt x="1772126" y="35690"/>
                </a:lnTo>
                <a:lnTo>
                  <a:pt x="1771575" y="35570"/>
                </a:lnTo>
                <a:lnTo>
                  <a:pt x="1771021" y="35456"/>
                </a:lnTo>
                <a:lnTo>
                  <a:pt x="1770463" y="35349"/>
                </a:lnTo>
                <a:lnTo>
                  <a:pt x="1769903" y="35248"/>
                </a:lnTo>
                <a:lnTo>
                  <a:pt x="1769339" y="35152"/>
                </a:lnTo>
                <a:lnTo>
                  <a:pt x="1768772" y="35063"/>
                </a:lnTo>
                <a:lnTo>
                  <a:pt x="1768202" y="34980"/>
                </a:lnTo>
                <a:lnTo>
                  <a:pt x="1767629" y="34904"/>
                </a:lnTo>
                <a:lnTo>
                  <a:pt x="1767052" y="34833"/>
                </a:lnTo>
                <a:lnTo>
                  <a:pt x="1766473" y="34768"/>
                </a:lnTo>
                <a:lnTo>
                  <a:pt x="1765890" y="34710"/>
                </a:lnTo>
                <a:lnTo>
                  <a:pt x="1765305" y="34658"/>
                </a:lnTo>
                <a:lnTo>
                  <a:pt x="1764716" y="34612"/>
                </a:lnTo>
                <a:lnTo>
                  <a:pt x="1764124" y="34572"/>
                </a:lnTo>
                <a:lnTo>
                  <a:pt x="1763528" y="34538"/>
                </a:lnTo>
                <a:lnTo>
                  <a:pt x="1762930" y="34511"/>
                </a:lnTo>
                <a:lnTo>
                  <a:pt x="1762329" y="34489"/>
                </a:lnTo>
                <a:lnTo>
                  <a:pt x="1761724" y="34474"/>
                </a:lnTo>
                <a:lnTo>
                  <a:pt x="1761116" y="34464"/>
                </a:lnTo>
                <a:lnTo>
                  <a:pt x="1760505" y="34461"/>
                </a:lnTo>
                <a:lnTo>
                  <a:pt x="1759886" y="34464"/>
                </a:lnTo>
                <a:lnTo>
                  <a:pt x="1759271" y="34473"/>
                </a:lnTo>
                <a:lnTo>
                  <a:pt x="1758660" y="34487"/>
                </a:lnTo>
                <a:lnTo>
                  <a:pt x="1758052" y="34506"/>
                </a:lnTo>
                <a:lnTo>
                  <a:pt x="1757448" y="34532"/>
                </a:lnTo>
                <a:lnTo>
                  <a:pt x="1756848" y="34563"/>
                </a:lnTo>
                <a:lnTo>
                  <a:pt x="1756251" y="34599"/>
                </a:lnTo>
                <a:lnTo>
                  <a:pt x="1755658" y="34642"/>
                </a:lnTo>
                <a:lnTo>
                  <a:pt x="1755068" y="34690"/>
                </a:lnTo>
                <a:lnTo>
                  <a:pt x="1754482" y="34743"/>
                </a:lnTo>
                <a:lnTo>
                  <a:pt x="1753900" y="34802"/>
                </a:lnTo>
                <a:lnTo>
                  <a:pt x="1753322" y="34867"/>
                </a:lnTo>
                <a:lnTo>
                  <a:pt x="1752747" y="34938"/>
                </a:lnTo>
                <a:lnTo>
                  <a:pt x="1752175" y="35014"/>
                </a:lnTo>
                <a:lnTo>
                  <a:pt x="1751608" y="35095"/>
                </a:lnTo>
                <a:lnTo>
                  <a:pt x="1751044" y="35183"/>
                </a:lnTo>
                <a:lnTo>
                  <a:pt x="1750483" y="35276"/>
                </a:lnTo>
                <a:lnTo>
                  <a:pt x="1749927" y="35374"/>
                </a:lnTo>
                <a:lnTo>
                  <a:pt x="1749374" y="35478"/>
                </a:lnTo>
                <a:lnTo>
                  <a:pt x="1748824" y="35588"/>
                </a:lnTo>
                <a:lnTo>
                  <a:pt x="1748279" y="35704"/>
                </a:lnTo>
                <a:lnTo>
                  <a:pt x="1747736" y="35825"/>
                </a:lnTo>
                <a:lnTo>
                  <a:pt x="1747198" y="35952"/>
                </a:lnTo>
                <a:lnTo>
                  <a:pt x="1746663" y="36084"/>
                </a:lnTo>
                <a:lnTo>
                  <a:pt x="1746133" y="36222"/>
                </a:lnTo>
                <a:lnTo>
                  <a:pt x="1745609" y="36365"/>
                </a:lnTo>
                <a:lnTo>
                  <a:pt x="1745090" y="36515"/>
                </a:lnTo>
                <a:lnTo>
                  <a:pt x="1744578" y="36669"/>
                </a:lnTo>
                <a:lnTo>
                  <a:pt x="1744071" y="36830"/>
                </a:lnTo>
                <a:lnTo>
                  <a:pt x="1743570" y="36996"/>
                </a:lnTo>
                <a:lnTo>
                  <a:pt x="1743074" y="37167"/>
                </a:lnTo>
                <a:lnTo>
                  <a:pt x="1742585" y="37345"/>
                </a:lnTo>
                <a:lnTo>
                  <a:pt x="1742101" y="37528"/>
                </a:lnTo>
                <a:lnTo>
                  <a:pt x="1741623" y="37716"/>
                </a:lnTo>
                <a:lnTo>
                  <a:pt x="1741151" y="37911"/>
                </a:lnTo>
                <a:lnTo>
                  <a:pt x="1740685" y="38111"/>
                </a:lnTo>
                <a:lnTo>
                  <a:pt x="1740225" y="38316"/>
                </a:lnTo>
                <a:lnTo>
                  <a:pt x="1739770" y="38527"/>
                </a:lnTo>
                <a:lnTo>
                  <a:pt x="1739321" y="38744"/>
                </a:lnTo>
                <a:lnTo>
                  <a:pt x="1738878" y="38967"/>
                </a:lnTo>
                <a:lnTo>
                  <a:pt x="1738441" y="39195"/>
                </a:lnTo>
                <a:lnTo>
                  <a:pt x="1738009" y="39428"/>
                </a:lnTo>
                <a:lnTo>
                  <a:pt x="1737583" y="39668"/>
                </a:lnTo>
                <a:lnTo>
                  <a:pt x="1737164" y="39913"/>
                </a:lnTo>
                <a:lnTo>
                  <a:pt x="1736749" y="40164"/>
                </a:lnTo>
                <a:lnTo>
                  <a:pt x="1736341" y="40420"/>
                </a:lnTo>
                <a:lnTo>
                  <a:pt x="1735939" y="40682"/>
                </a:lnTo>
                <a:lnTo>
                  <a:pt x="1735542" y="40950"/>
                </a:lnTo>
                <a:lnTo>
                  <a:pt x="1735152" y="41223"/>
                </a:lnTo>
                <a:lnTo>
                  <a:pt x="1734769" y="41501"/>
                </a:lnTo>
                <a:lnTo>
                  <a:pt x="1734394" y="41786"/>
                </a:lnTo>
                <a:lnTo>
                  <a:pt x="1734025" y="42076"/>
                </a:lnTo>
                <a:lnTo>
                  <a:pt x="1733664" y="42371"/>
                </a:lnTo>
                <a:lnTo>
                  <a:pt x="1733311" y="42672"/>
                </a:lnTo>
                <a:lnTo>
                  <a:pt x="1732964" y="42979"/>
                </a:lnTo>
                <a:lnTo>
                  <a:pt x="1732625" y="43292"/>
                </a:lnTo>
                <a:lnTo>
                  <a:pt x="1732293" y="43610"/>
                </a:lnTo>
                <a:lnTo>
                  <a:pt x="1731969" y="43934"/>
                </a:lnTo>
                <a:lnTo>
                  <a:pt x="1731652" y="44263"/>
                </a:lnTo>
                <a:lnTo>
                  <a:pt x="1731342" y="44598"/>
                </a:lnTo>
                <a:lnTo>
                  <a:pt x="1731039" y="44939"/>
                </a:lnTo>
                <a:lnTo>
                  <a:pt x="1730744" y="45285"/>
                </a:lnTo>
                <a:lnTo>
                  <a:pt x="1730456" y="45637"/>
                </a:lnTo>
                <a:lnTo>
                  <a:pt x="1730175" y="45995"/>
                </a:lnTo>
                <a:lnTo>
                  <a:pt x="1729902" y="46358"/>
                </a:lnTo>
                <a:lnTo>
                  <a:pt x="1729635" y="46727"/>
                </a:lnTo>
                <a:lnTo>
                  <a:pt x="1729377" y="47101"/>
                </a:lnTo>
                <a:lnTo>
                  <a:pt x="1729125" y="47481"/>
                </a:lnTo>
                <a:lnTo>
                  <a:pt x="1728881" y="47867"/>
                </a:lnTo>
                <a:lnTo>
                  <a:pt x="1728644" y="48258"/>
                </a:lnTo>
                <a:lnTo>
                  <a:pt x="1728414" y="48655"/>
                </a:lnTo>
                <a:lnTo>
                  <a:pt x="1728192" y="49058"/>
                </a:lnTo>
                <a:lnTo>
                  <a:pt x="1727977" y="49466"/>
                </a:lnTo>
                <a:lnTo>
                  <a:pt x="1727772" y="49879"/>
                </a:lnTo>
                <a:lnTo>
                  <a:pt x="1727576" y="50298"/>
                </a:lnTo>
                <a:lnTo>
                  <a:pt x="1727389" y="50722"/>
                </a:lnTo>
                <a:lnTo>
                  <a:pt x="1727212" y="51151"/>
                </a:lnTo>
                <a:lnTo>
                  <a:pt x="1727043" y="51586"/>
                </a:lnTo>
                <a:lnTo>
                  <a:pt x="1726884" y="52026"/>
                </a:lnTo>
                <a:lnTo>
                  <a:pt x="1726733" y="52471"/>
                </a:lnTo>
                <a:lnTo>
                  <a:pt x="1726592" y="52921"/>
                </a:lnTo>
                <a:lnTo>
                  <a:pt x="1726460" y="53377"/>
                </a:lnTo>
                <a:lnTo>
                  <a:pt x="1726337" y="53838"/>
                </a:lnTo>
                <a:lnTo>
                  <a:pt x="1726223" y="54305"/>
                </a:lnTo>
                <a:lnTo>
                  <a:pt x="1726118" y="54776"/>
                </a:lnTo>
                <a:lnTo>
                  <a:pt x="1726022" y="55253"/>
                </a:lnTo>
                <a:lnTo>
                  <a:pt x="1725936" y="55735"/>
                </a:lnTo>
                <a:lnTo>
                  <a:pt x="1725858" y="56223"/>
                </a:lnTo>
                <a:lnTo>
                  <a:pt x="1725790" y="56716"/>
                </a:lnTo>
                <a:lnTo>
                  <a:pt x="1725730" y="57214"/>
                </a:lnTo>
                <a:lnTo>
                  <a:pt x="1725680" y="57717"/>
                </a:lnTo>
                <a:lnTo>
                  <a:pt x="1725639" y="58226"/>
                </a:lnTo>
                <a:lnTo>
                  <a:pt x="1725607" y="58740"/>
                </a:lnTo>
                <a:lnTo>
                  <a:pt x="1725585" y="59259"/>
                </a:lnTo>
                <a:lnTo>
                  <a:pt x="1725571" y="59784"/>
                </a:lnTo>
                <a:lnTo>
                  <a:pt x="1725566" y="60313"/>
                </a:lnTo>
                <a:lnTo>
                  <a:pt x="1725573" y="60988"/>
                </a:lnTo>
                <a:lnTo>
                  <a:pt x="1725592" y="61654"/>
                </a:lnTo>
                <a:lnTo>
                  <a:pt x="1725625" y="62309"/>
                </a:lnTo>
                <a:lnTo>
                  <a:pt x="1725670" y="62955"/>
                </a:lnTo>
                <a:lnTo>
                  <a:pt x="1725728" y="63591"/>
                </a:lnTo>
                <a:lnTo>
                  <a:pt x="1725799" y="64218"/>
                </a:lnTo>
                <a:lnTo>
                  <a:pt x="1725883" y="64834"/>
                </a:lnTo>
                <a:lnTo>
                  <a:pt x="1725980" y="65441"/>
                </a:lnTo>
                <a:lnTo>
                  <a:pt x="1726090" y="66039"/>
                </a:lnTo>
                <a:lnTo>
                  <a:pt x="1726213" y="66626"/>
                </a:lnTo>
                <a:lnTo>
                  <a:pt x="1726348" y="67204"/>
                </a:lnTo>
                <a:lnTo>
                  <a:pt x="1726497" y="67772"/>
                </a:lnTo>
                <a:lnTo>
                  <a:pt x="1726659" y="68330"/>
                </a:lnTo>
                <a:lnTo>
                  <a:pt x="1726833" y="68879"/>
                </a:lnTo>
                <a:lnTo>
                  <a:pt x="1727021" y="69418"/>
                </a:lnTo>
                <a:lnTo>
                  <a:pt x="1727221" y="69947"/>
                </a:lnTo>
                <a:lnTo>
                  <a:pt x="1727434" y="70466"/>
                </a:lnTo>
                <a:lnTo>
                  <a:pt x="1727661" y="70976"/>
                </a:lnTo>
                <a:lnTo>
                  <a:pt x="1727900" y="71476"/>
                </a:lnTo>
                <a:lnTo>
                  <a:pt x="1728152" y="71966"/>
                </a:lnTo>
                <a:lnTo>
                  <a:pt x="1728417" y="72447"/>
                </a:lnTo>
                <a:lnTo>
                  <a:pt x="1728695" y="72918"/>
                </a:lnTo>
                <a:lnTo>
                  <a:pt x="1728986" y="73379"/>
                </a:lnTo>
                <a:lnTo>
                  <a:pt x="1729289" y="73830"/>
                </a:lnTo>
                <a:lnTo>
                  <a:pt x="1729606" y="74273"/>
                </a:lnTo>
                <a:lnTo>
                  <a:pt x="1729936" y="74710"/>
                </a:lnTo>
                <a:lnTo>
                  <a:pt x="1730278" y="75140"/>
                </a:lnTo>
                <a:lnTo>
                  <a:pt x="1730634" y="75564"/>
                </a:lnTo>
                <a:lnTo>
                  <a:pt x="1731002" y="75981"/>
                </a:lnTo>
                <a:lnTo>
                  <a:pt x="1731384" y="76392"/>
                </a:lnTo>
                <a:lnTo>
                  <a:pt x="1731778" y="76796"/>
                </a:lnTo>
                <a:lnTo>
                  <a:pt x="1732185" y="77194"/>
                </a:lnTo>
                <a:lnTo>
                  <a:pt x="1732605" y="77586"/>
                </a:lnTo>
                <a:lnTo>
                  <a:pt x="1733038" y="77971"/>
                </a:lnTo>
                <a:lnTo>
                  <a:pt x="1733484" y="78349"/>
                </a:lnTo>
                <a:lnTo>
                  <a:pt x="1733943" y="78721"/>
                </a:lnTo>
                <a:lnTo>
                  <a:pt x="1734415" y="79086"/>
                </a:lnTo>
                <a:lnTo>
                  <a:pt x="1734900" y="79445"/>
                </a:lnTo>
                <a:lnTo>
                  <a:pt x="1735397" y="79798"/>
                </a:lnTo>
                <a:lnTo>
                  <a:pt x="1735908" y="80144"/>
                </a:lnTo>
                <a:lnTo>
                  <a:pt x="1736432" y="80483"/>
                </a:lnTo>
                <a:lnTo>
                  <a:pt x="1736968" y="80816"/>
                </a:lnTo>
                <a:lnTo>
                  <a:pt x="1737517" y="81143"/>
                </a:lnTo>
                <a:lnTo>
                  <a:pt x="1738080" y="81463"/>
                </a:lnTo>
                <a:lnTo>
                  <a:pt x="1738655" y="81776"/>
                </a:lnTo>
                <a:lnTo>
                  <a:pt x="1739243" y="82083"/>
                </a:lnTo>
                <a:lnTo>
                  <a:pt x="1739844" y="82384"/>
                </a:lnTo>
                <a:lnTo>
                  <a:pt x="1740458" y="82678"/>
                </a:lnTo>
                <a:lnTo>
                  <a:pt x="1741085" y="82967"/>
                </a:lnTo>
                <a:lnTo>
                  <a:pt x="1741723" y="83253"/>
                </a:lnTo>
                <a:lnTo>
                  <a:pt x="1742373" y="83537"/>
                </a:lnTo>
                <a:lnTo>
                  <a:pt x="1743036" y="83817"/>
                </a:lnTo>
                <a:lnTo>
                  <a:pt x="1743710" y="84095"/>
                </a:lnTo>
                <a:lnTo>
                  <a:pt x="1744396" y="84370"/>
                </a:lnTo>
                <a:lnTo>
                  <a:pt x="1745094" y="84641"/>
                </a:lnTo>
                <a:lnTo>
                  <a:pt x="1745804" y="84910"/>
                </a:lnTo>
                <a:lnTo>
                  <a:pt x="1746526" y="85176"/>
                </a:lnTo>
                <a:lnTo>
                  <a:pt x="1747260" y="85440"/>
                </a:lnTo>
                <a:lnTo>
                  <a:pt x="1748006" y="85700"/>
                </a:lnTo>
                <a:lnTo>
                  <a:pt x="1748763" y="85957"/>
                </a:lnTo>
                <a:lnTo>
                  <a:pt x="1749533" y="86212"/>
                </a:lnTo>
                <a:lnTo>
                  <a:pt x="1750315" y="86463"/>
                </a:lnTo>
                <a:lnTo>
                  <a:pt x="1751108" y="86712"/>
                </a:lnTo>
                <a:lnTo>
                  <a:pt x="1751914" y="86958"/>
                </a:lnTo>
                <a:lnTo>
                  <a:pt x="1752731" y="87201"/>
                </a:lnTo>
                <a:lnTo>
                  <a:pt x="1753560" y="87441"/>
                </a:lnTo>
                <a:lnTo>
                  <a:pt x="1754402" y="87678"/>
                </a:lnTo>
                <a:lnTo>
                  <a:pt x="1755255" y="87912"/>
                </a:lnTo>
                <a:lnTo>
                  <a:pt x="1756120" y="88144"/>
                </a:lnTo>
                <a:lnTo>
                  <a:pt x="1756997" y="88372"/>
                </a:lnTo>
                <a:lnTo>
                  <a:pt x="1757886" y="88598"/>
                </a:lnTo>
                <a:lnTo>
                  <a:pt x="1758787" y="88820"/>
                </a:lnTo>
                <a:lnTo>
                  <a:pt x="1759886" y="89091"/>
                </a:lnTo>
                <a:lnTo>
                  <a:pt x="1760958" y="89362"/>
                </a:lnTo>
                <a:lnTo>
                  <a:pt x="1762002" y="89634"/>
                </a:lnTo>
                <a:lnTo>
                  <a:pt x="1763018" y="89907"/>
                </a:lnTo>
                <a:lnTo>
                  <a:pt x="1764005" y="90180"/>
                </a:lnTo>
                <a:lnTo>
                  <a:pt x="1764965" y="90454"/>
                </a:lnTo>
                <a:lnTo>
                  <a:pt x="1765897" y="90729"/>
                </a:lnTo>
                <a:lnTo>
                  <a:pt x="1766800" y="91004"/>
                </a:lnTo>
                <a:lnTo>
                  <a:pt x="1767676" y="91280"/>
                </a:lnTo>
                <a:lnTo>
                  <a:pt x="1768523" y="91557"/>
                </a:lnTo>
                <a:lnTo>
                  <a:pt x="1769343" y="91835"/>
                </a:lnTo>
                <a:lnTo>
                  <a:pt x="1770135" y="92113"/>
                </a:lnTo>
                <a:lnTo>
                  <a:pt x="1770898" y="92392"/>
                </a:lnTo>
                <a:lnTo>
                  <a:pt x="1771634" y="92671"/>
                </a:lnTo>
                <a:lnTo>
                  <a:pt x="1772341" y="92952"/>
                </a:lnTo>
                <a:lnTo>
                  <a:pt x="1773021" y="93233"/>
                </a:lnTo>
                <a:lnTo>
                  <a:pt x="1773673" y="93514"/>
                </a:lnTo>
                <a:lnTo>
                  <a:pt x="1774296" y="93797"/>
                </a:lnTo>
                <a:lnTo>
                  <a:pt x="1774892" y="94080"/>
                </a:lnTo>
                <a:lnTo>
                  <a:pt x="1775459" y="94364"/>
                </a:lnTo>
                <a:lnTo>
                  <a:pt x="1775999" y="94648"/>
                </a:lnTo>
                <a:lnTo>
                  <a:pt x="1776510" y="94933"/>
                </a:lnTo>
                <a:lnTo>
                  <a:pt x="1776994" y="95219"/>
                </a:lnTo>
                <a:lnTo>
                  <a:pt x="1777449" y="95506"/>
                </a:lnTo>
                <a:lnTo>
                  <a:pt x="1777882" y="95799"/>
                </a:lnTo>
                <a:lnTo>
                  <a:pt x="1778296" y="96104"/>
                </a:lnTo>
                <a:lnTo>
                  <a:pt x="1778691" y="96422"/>
                </a:lnTo>
                <a:lnTo>
                  <a:pt x="1779068" y="96753"/>
                </a:lnTo>
                <a:lnTo>
                  <a:pt x="1779427" y="97097"/>
                </a:lnTo>
                <a:lnTo>
                  <a:pt x="1779767" y="97453"/>
                </a:lnTo>
                <a:lnTo>
                  <a:pt x="1780089" y="97822"/>
                </a:lnTo>
                <a:lnTo>
                  <a:pt x="1780393" y="98203"/>
                </a:lnTo>
                <a:lnTo>
                  <a:pt x="1780678" y="98597"/>
                </a:lnTo>
                <a:lnTo>
                  <a:pt x="1780945" y="99004"/>
                </a:lnTo>
                <a:lnTo>
                  <a:pt x="1781193" y="99423"/>
                </a:lnTo>
                <a:lnTo>
                  <a:pt x="1781423" y="99855"/>
                </a:lnTo>
                <a:lnTo>
                  <a:pt x="1781634" y="100300"/>
                </a:lnTo>
                <a:lnTo>
                  <a:pt x="1781828" y="100757"/>
                </a:lnTo>
                <a:lnTo>
                  <a:pt x="1782002" y="101227"/>
                </a:lnTo>
                <a:lnTo>
                  <a:pt x="1782159" y="101709"/>
                </a:lnTo>
                <a:lnTo>
                  <a:pt x="1782297" y="102204"/>
                </a:lnTo>
                <a:lnTo>
                  <a:pt x="1782416" y="102712"/>
                </a:lnTo>
                <a:lnTo>
                  <a:pt x="1782517" y="103233"/>
                </a:lnTo>
                <a:lnTo>
                  <a:pt x="1782600" y="103766"/>
                </a:lnTo>
                <a:lnTo>
                  <a:pt x="1782665" y="104311"/>
                </a:lnTo>
                <a:lnTo>
                  <a:pt x="1782711" y="104870"/>
                </a:lnTo>
                <a:lnTo>
                  <a:pt x="1782738" y="105441"/>
                </a:lnTo>
                <a:lnTo>
                  <a:pt x="1782747" y="106024"/>
                </a:lnTo>
                <a:lnTo>
                  <a:pt x="1782737" y="106720"/>
                </a:lnTo>
                <a:lnTo>
                  <a:pt x="1782707" y="107399"/>
                </a:lnTo>
                <a:lnTo>
                  <a:pt x="1782656" y="108061"/>
                </a:lnTo>
                <a:lnTo>
                  <a:pt x="1782584" y="108707"/>
                </a:lnTo>
                <a:lnTo>
                  <a:pt x="1782493" y="109336"/>
                </a:lnTo>
                <a:lnTo>
                  <a:pt x="1782381" y="109948"/>
                </a:lnTo>
                <a:lnTo>
                  <a:pt x="1782248" y="110544"/>
                </a:lnTo>
                <a:lnTo>
                  <a:pt x="1782095" y="111124"/>
                </a:lnTo>
                <a:lnTo>
                  <a:pt x="1781922" y="111687"/>
                </a:lnTo>
                <a:lnTo>
                  <a:pt x="1781728" y="112233"/>
                </a:lnTo>
                <a:lnTo>
                  <a:pt x="1781514" y="112762"/>
                </a:lnTo>
                <a:lnTo>
                  <a:pt x="1781280" y="113275"/>
                </a:lnTo>
                <a:lnTo>
                  <a:pt x="1781025" y="113772"/>
                </a:lnTo>
                <a:lnTo>
                  <a:pt x="1780750" y="114252"/>
                </a:lnTo>
                <a:lnTo>
                  <a:pt x="1780454" y="114715"/>
                </a:lnTo>
                <a:lnTo>
                  <a:pt x="1780138" y="115162"/>
                </a:lnTo>
                <a:lnTo>
                  <a:pt x="1779802" y="115592"/>
                </a:lnTo>
                <a:lnTo>
                  <a:pt x="1779445" y="116006"/>
                </a:lnTo>
                <a:lnTo>
                  <a:pt x="1779068" y="116403"/>
                </a:lnTo>
                <a:lnTo>
                  <a:pt x="1778670" y="116783"/>
                </a:lnTo>
                <a:lnTo>
                  <a:pt x="1778253" y="117147"/>
                </a:lnTo>
                <a:lnTo>
                  <a:pt x="1777814" y="117494"/>
                </a:lnTo>
                <a:lnTo>
                  <a:pt x="1777356" y="117825"/>
                </a:lnTo>
                <a:lnTo>
                  <a:pt x="1776877" y="118139"/>
                </a:lnTo>
                <a:lnTo>
                  <a:pt x="1776382" y="118438"/>
                </a:lnTo>
                <a:lnTo>
                  <a:pt x="1775876" y="118725"/>
                </a:lnTo>
                <a:lnTo>
                  <a:pt x="1775359" y="118999"/>
                </a:lnTo>
                <a:lnTo>
                  <a:pt x="1774831" y="119260"/>
                </a:lnTo>
                <a:lnTo>
                  <a:pt x="1774292" y="119508"/>
                </a:lnTo>
                <a:lnTo>
                  <a:pt x="1773741" y="119744"/>
                </a:lnTo>
                <a:lnTo>
                  <a:pt x="1773180" y="119967"/>
                </a:lnTo>
                <a:lnTo>
                  <a:pt x="1772607" y="120177"/>
                </a:lnTo>
                <a:lnTo>
                  <a:pt x="1772024" y="120375"/>
                </a:lnTo>
                <a:lnTo>
                  <a:pt x="1771429" y="120559"/>
                </a:lnTo>
                <a:lnTo>
                  <a:pt x="1770823" y="120731"/>
                </a:lnTo>
                <a:lnTo>
                  <a:pt x="1770206" y="120891"/>
                </a:lnTo>
                <a:lnTo>
                  <a:pt x="1769578" y="121037"/>
                </a:lnTo>
                <a:lnTo>
                  <a:pt x="1768939" y="121171"/>
                </a:lnTo>
                <a:lnTo>
                  <a:pt x="1768289" y="121292"/>
                </a:lnTo>
                <a:lnTo>
                  <a:pt x="1767627" y="121400"/>
                </a:lnTo>
                <a:lnTo>
                  <a:pt x="1766955" y="121496"/>
                </a:lnTo>
                <a:lnTo>
                  <a:pt x="1766271" y="121579"/>
                </a:lnTo>
                <a:lnTo>
                  <a:pt x="1765577" y="121649"/>
                </a:lnTo>
                <a:lnTo>
                  <a:pt x="1764871" y="121706"/>
                </a:lnTo>
                <a:lnTo>
                  <a:pt x="1764154" y="121751"/>
                </a:lnTo>
                <a:lnTo>
                  <a:pt x="1763426" y="121783"/>
                </a:lnTo>
                <a:lnTo>
                  <a:pt x="1762687" y="121802"/>
                </a:lnTo>
                <a:lnTo>
                  <a:pt x="1761937" y="121808"/>
                </a:lnTo>
                <a:lnTo>
                  <a:pt x="1761100" y="121800"/>
                </a:lnTo>
                <a:lnTo>
                  <a:pt x="1760274" y="121776"/>
                </a:lnTo>
                <a:lnTo>
                  <a:pt x="1759460" y="121735"/>
                </a:lnTo>
                <a:lnTo>
                  <a:pt x="1758658" y="121679"/>
                </a:lnTo>
                <a:lnTo>
                  <a:pt x="1757868" y="121606"/>
                </a:lnTo>
                <a:lnTo>
                  <a:pt x="1757089" y="121517"/>
                </a:lnTo>
                <a:lnTo>
                  <a:pt x="1756323" y="121412"/>
                </a:lnTo>
                <a:lnTo>
                  <a:pt x="1755568" y="121291"/>
                </a:lnTo>
                <a:lnTo>
                  <a:pt x="1754824" y="121154"/>
                </a:lnTo>
                <a:lnTo>
                  <a:pt x="1754093" y="121001"/>
                </a:lnTo>
                <a:lnTo>
                  <a:pt x="1753373" y="120831"/>
                </a:lnTo>
                <a:lnTo>
                  <a:pt x="1752665" y="120645"/>
                </a:lnTo>
                <a:lnTo>
                  <a:pt x="1751969" y="120443"/>
                </a:lnTo>
                <a:lnTo>
                  <a:pt x="1751285" y="120225"/>
                </a:lnTo>
                <a:lnTo>
                  <a:pt x="1750612" y="119991"/>
                </a:lnTo>
                <a:lnTo>
                  <a:pt x="1749951" y="119741"/>
                </a:lnTo>
                <a:lnTo>
                  <a:pt x="1749302" y="119475"/>
                </a:lnTo>
                <a:lnTo>
                  <a:pt x="1748665" y="119192"/>
                </a:lnTo>
                <a:lnTo>
                  <a:pt x="1748039" y="118893"/>
                </a:lnTo>
                <a:lnTo>
                  <a:pt x="1747426" y="118578"/>
                </a:lnTo>
                <a:lnTo>
                  <a:pt x="1746824" y="118247"/>
                </a:lnTo>
                <a:lnTo>
                  <a:pt x="1746233" y="117900"/>
                </a:lnTo>
                <a:lnTo>
                  <a:pt x="1745655" y="117537"/>
                </a:lnTo>
                <a:lnTo>
                  <a:pt x="1745088" y="117157"/>
                </a:lnTo>
                <a:lnTo>
                  <a:pt x="1744539" y="116758"/>
                </a:lnTo>
                <a:lnTo>
                  <a:pt x="1744013" y="116335"/>
                </a:lnTo>
                <a:lnTo>
                  <a:pt x="1743511" y="115889"/>
                </a:lnTo>
                <a:lnTo>
                  <a:pt x="1743032" y="115420"/>
                </a:lnTo>
                <a:lnTo>
                  <a:pt x="1742576" y="114927"/>
                </a:lnTo>
                <a:lnTo>
                  <a:pt x="1742144" y="114410"/>
                </a:lnTo>
                <a:lnTo>
                  <a:pt x="1741735" y="113870"/>
                </a:lnTo>
                <a:lnTo>
                  <a:pt x="1741349" y="113307"/>
                </a:lnTo>
                <a:lnTo>
                  <a:pt x="1740987" y="112720"/>
                </a:lnTo>
                <a:lnTo>
                  <a:pt x="1740648" y="112110"/>
                </a:lnTo>
                <a:lnTo>
                  <a:pt x="1740333" y="111477"/>
                </a:lnTo>
                <a:lnTo>
                  <a:pt x="1740041" y="110820"/>
                </a:lnTo>
                <a:lnTo>
                  <a:pt x="1739772" y="110139"/>
                </a:lnTo>
                <a:lnTo>
                  <a:pt x="1739527" y="109435"/>
                </a:lnTo>
                <a:lnTo>
                  <a:pt x="1739305" y="108708"/>
                </a:lnTo>
                <a:lnTo>
                  <a:pt x="1739106" y="107957"/>
                </a:lnTo>
                <a:lnTo>
                  <a:pt x="1738931" y="107183"/>
                </a:lnTo>
                <a:lnTo>
                  <a:pt x="1738779" y="106386"/>
                </a:lnTo>
                <a:lnTo>
                  <a:pt x="1738650" y="105564"/>
                </a:lnTo>
                <a:lnTo>
                  <a:pt x="1738545" y="104720"/>
                </a:lnTo>
                <a:lnTo>
                  <a:pt x="1738463" y="103852"/>
                </a:lnTo>
                <a:lnTo>
                  <a:pt x="1738405" y="102961"/>
                </a:lnTo>
                <a:lnTo>
                  <a:pt x="1738370" y="102046"/>
                </a:lnTo>
                <a:lnTo>
                  <a:pt x="1738358" y="101108"/>
                </a:lnTo>
                <a:lnTo>
                  <a:pt x="1722989" y="101108"/>
                </a:lnTo>
                <a:lnTo>
                  <a:pt x="1722994" y="101841"/>
                </a:lnTo>
                <a:lnTo>
                  <a:pt x="1723010" y="102565"/>
                </a:lnTo>
                <a:lnTo>
                  <a:pt x="1723036" y="103279"/>
                </a:lnTo>
                <a:lnTo>
                  <a:pt x="1723072" y="103985"/>
                </a:lnTo>
                <a:lnTo>
                  <a:pt x="1723119" y="104682"/>
                </a:lnTo>
                <a:lnTo>
                  <a:pt x="1723177" y="105369"/>
                </a:lnTo>
                <a:lnTo>
                  <a:pt x="1723245" y="106048"/>
                </a:lnTo>
                <a:lnTo>
                  <a:pt x="1723323" y="106717"/>
                </a:lnTo>
                <a:lnTo>
                  <a:pt x="1723412" y="107378"/>
                </a:lnTo>
                <a:lnTo>
                  <a:pt x="1723511" y="108029"/>
                </a:lnTo>
                <a:lnTo>
                  <a:pt x="1723621" y="108672"/>
                </a:lnTo>
                <a:lnTo>
                  <a:pt x="1723741" y="109305"/>
                </a:lnTo>
                <a:lnTo>
                  <a:pt x="1723871" y="109929"/>
                </a:lnTo>
                <a:lnTo>
                  <a:pt x="1724012" y="110544"/>
                </a:lnTo>
                <a:lnTo>
                  <a:pt x="1724164" y="111151"/>
                </a:lnTo>
                <a:lnTo>
                  <a:pt x="1724325" y="111748"/>
                </a:lnTo>
                <a:lnTo>
                  <a:pt x="1724498" y="112336"/>
                </a:lnTo>
                <a:lnTo>
                  <a:pt x="1724680" y="112915"/>
                </a:lnTo>
                <a:lnTo>
                  <a:pt x="1724874" y="113485"/>
                </a:lnTo>
                <a:lnTo>
                  <a:pt x="1725077" y="114046"/>
                </a:lnTo>
                <a:lnTo>
                  <a:pt x="1725291" y="114598"/>
                </a:lnTo>
                <a:lnTo>
                  <a:pt x="1725516" y="115141"/>
                </a:lnTo>
                <a:lnTo>
                  <a:pt x="1725751" y="115675"/>
                </a:lnTo>
                <a:lnTo>
                  <a:pt x="1725996" y="116200"/>
                </a:lnTo>
                <a:lnTo>
                  <a:pt x="1726251" y="116716"/>
                </a:lnTo>
                <a:lnTo>
                  <a:pt x="1726513" y="117223"/>
                </a:lnTo>
                <a:lnTo>
                  <a:pt x="1726784" y="117722"/>
                </a:lnTo>
                <a:lnTo>
                  <a:pt x="1727063" y="118213"/>
                </a:lnTo>
                <a:lnTo>
                  <a:pt x="1727350" y="118696"/>
                </a:lnTo>
                <a:lnTo>
                  <a:pt x="1727646" y="119170"/>
                </a:lnTo>
                <a:lnTo>
                  <a:pt x="1727949" y="119635"/>
                </a:lnTo>
                <a:lnTo>
                  <a:pt x="1728260" y="120093"/>
                </a:lnTo>
                <a:lnTo>
                  <a:pt x="1728580" y="120542"/>
                </a:lnTo>
                <a:lnTo>
                  <a:pt x="1728908" y="120982"/>
                </a:lnTo>
                <a:lnTo>
                  <a:pt x="1729244" y="121415"/>
                </a:lnTo>
                <a:lnTo>
                  <a:pt x="1729588" y="121839"/>
                </a:lnTo>
                <a:lnTo>
                  <a:pt x="1729940" y="122254"/>
                </a:lnTo>
                <a:lnTo>
                  <a:pt x="1730300" y="122661"/>
                </a:lnTo>
                <a:lnTo>
                  <a:pt x="1730668" y="123060"/>
                </a:lnTo>
                <a:lnTo>
                  <a:pt x="1731045" y="123451"/>
                </a:lnTo>
                <a:lnTo>
                  <a:pt x="1731429" y="123833"/>
                </a:lnTo>
                <a:lnTo>
                  <a:pt x="1731822" y="124207"/>
                </a:lnTo>
                <a:lnTo>
                  <a:pt x="1732223" y="124572"/>
                </a:lnTo>
                <a:lnTo>
                  <a:pt x="1732632" y="124929"/>
                </a:lnTo>
                <a:lnTo>
                  <a:pt x="1733049" y="125278"/>
                </a:lnTo>
                <a:lnTo>
                  <a:pt x="1733474" y="125618"/>
                </a:lnTo>
                <a:lnTo>
                  <a:pt x="1733907" y="125950"/>
                </a:lnTo>
                <a:lnTo>
                  <a:pt x="1734349" y="126274"/>
                </a:lnTo>
                <a:lnTo>
                  <a:pt x="1734797" y="126590"/>
                </a:lnTo>
                <a:lnTo>
                  <a:pt x="1735251" y="126898"/>
                </a:lnTo>
                <a:lnTo>
                  <a:pt x="1735711" y="127200"/>
                </a:lnTo>
                <a:lnTo>
                  <a:pt x="1736177" y="127494"/>
                </a:lnTo>
                <a:lnTo>
                  <a:pt x="1736649" y="127781"/>
                </a:lnTo>
                <a:lnTo>
                  <a:pt x="1737126" y="128061"/>
                </a:lnTo>
                <a:lnTo>
                  <a:pt x="1737609" y="128334"/>
                </a:lnTo>
                <a:lnTo>
                  <a:pt x="1738098" y="128600"/>
                </a:lnTo>
                <a:lnTo>
                  <a:pt x="1738593" y="128859"/>
                </a:lnTo>
                <a:lnTo>
                  <a:pt x="1739094" y="129110"/>
                </a:lnTo>
                <a:lnTo>
                  <a:pt x="1739600" y="129354"/>
                </a:lnTo>
                <a:lnTo>
                  <a:pt x="1740112" y="129591"/>
                </a:lnTo>
                <a:lnTo>
                  <a:pt x="1740630" y="129821"/>
                </a:lnTo>
                <a:lnTo>
                  <a:pt x="1741154" y="130044"/>
                </a:lnTo>
                <a:lnTo>
                  <a:pt x="1741684" y="130259"/>
                </a:lnTo>
                <a:lnTo>
                  <a:pt x="1742219" y="130467"/>
                </a:lnTo>
                <a:lnTo>
                  <a:pt x="1742760" y="130669"/>
                </a:lnTo>
                <a:lnTo>
                  <a:pt x="1743307" y="130863"/>
                </a:lnTo>
                <a:lnTo>
                  <a:pt x="1743860" y="131049"/>
                </a:lnTo>
                <a:lnTo>
                  <a:pt x="1744419" y="131229"/>
                </a:lnTo>
                <a:lnTo>
                  <a:pt x="1744983" y="131402"/>
                </a:lnTo>
                <a:lnTo>
                  <a:pt x="1745553" y="131567"/>
                </a:lnTo>
                <a:lnTo>
                  <a:pt x="1746129" y="131725"/>
                </a:lnTo>
                <a:lnTo>
                  <a:pt x="1746711" y="131876"/>
                </a:lnTo>
                <a:lnTo>
                  <a:pt x="1747297" y="132021"/>
                </a:lnTo>
                <a:lnTo>
                  <a:pt x="1747886" y="132159"/>
                </a:lnTo>
                <a:lnTo>
                  <a:pt x="1748478" y="132291"/>
                </a:lnTo>
                <a:lnTo>
                  <a:pt x="1749072" y="132417"/>
                </a:lnTo>
                <a:lnTo>
                  <a:pt x="1749670" y="132536"/>
                </a:lnTo>
                <a:lnTo>
                  <a:pt x="1750270" y="132650"/>
                </a:lnTo>
                <a:lnTo>
                  <a:pt x="1750873" y="132758"/>
                </a:lnTo>
                <a:lnTo>
                  <a:pt x="1751479" y="132859"/>
                </a:lnTo>
                <a:lnTo>
                  <a:pt x="1752087" y="132954"/>
                </a:lnTo>
                <a:lnTo>
                  <a:pt x="1752699" y="133043"/>
                </a:lnTo>
                <a:lnTo>
                  <a:pt x="1753313" y="133126"/>
                </a:lnTo>
                <a:lnTo>
                  <a:pt x="1753930" y="133203"/>
                </a:lnTo>
                <a:lnTo>
                  <a:pt x="1754550" y="133274"/>
                </a:lnTo>
                <a:lnTo>
                  <a:pt x="1755173" y="133338"/>
                </a:lnTo>
                <a:lnTo>
                  <a:pt x="1755798" y="133396"/>
                </a:lnTo>
                <a:lnTo>
                  <a:pt x="1756427" y="133449"/>
                </a:lnTo>
                <a:lnTo>
                  <a:pt x="1757058" y="133495"/>
                </a:lnTo>
                <a:lnTo>
                  <a:pt x="1757692" y="133535"/>
                </a:lnTo>
                <a:lnTo>
                  <a:pt x="1758329" y="133568"/>
                </a:lnTo>
                <a:lnTo>
                  <a:pt x="1758968" y="133596"/>
                </a:lnTo>
                <a:lnTo>
                  <a:pt x="1759611" y="133618"/>
                </a:lnTo>
                <a:lnTo>
                  <a:pt x="1760256" y="133633"/>
                </a:lnTo>
                <a:lnTo>
                  <a:pt x="1760904" y="133642"/>
                </a:lnTo>
                <a:lnTo>
                  <a:pt x="1761555" y="133645"/>
                </a:lnTo>
                <a:lnTo>
                  <a:pt x="1762206" y="133642"/>
                </a:lnTo>
                <a:lnTo>
                  <a:pt x="1762852" y="133634"/>
                </a:lnTo>
                <a:lnTo>
                  <a:pt x="1763495" y="133619"/>
                </a:lnTo>
                <a:lnTo>
                  <a:pt x="1764134" y="133599"/>
                </a:lnTo>
                <a:lnTo>
                  <a:pt x="1764769" y="133573"/>
                </a:lnTo>
                <a:close/>
                <a:moveTo>
                  <a:pt x="1293378" y="166038"/>
                </a:moveTo>
                <a:lnTo>
                  <a:pt x="1294024" y="166002"/>
                </a:lnTo>
                <a:lnTo>
                  <a:pt x="1294660" y="165958"/>
                </a:lnTo>
                <a:lnTo>
                  <a:pt x="1295285" y="165907"/>
                </a:lnTo>
                <a:lnTo>
                  <a:pt x="1295900" y="165847"/>
                </a:lnTo>
                <a:lnTo>
                  <a:pt x="1296505" y="165779"/>
                </a:lnTo>
                <a:lnTo>
                  <a:pt x="1297099" y="165704"/>
                </a:lnTo>
                <a:lnTo>
                  <a:pt x="1297683" y="165620"/>
                </a:lnTo>
                <a:lnTo>
                  <a:pt x="1298257" y="165528"/>
                </a:lnTo>
                <a:lnTo>
                  <a:pt x="1298821" y="165429"/>
                </a:lnTo>
                <a:lnTo>
                  <a:pt x="1299374" y="165321"/>
                </a:lnTo>
                <a:lnTo>
                  <a:pt x="1299917" y="165206"/>
                </a:lnTo>
                <a:lnTo>
                  <a:pt x="1300450" y="165082"/>
                </a:lnTo>
                <a:lnTo>
                  <a:pt x="1300973" y="164951"/>
                </a:lnTo>
                <a:lnTo>
                  <a:pt x="1301485" y="164811"/>
                </a:lnTo>
                <a:lnTo>
                  <a:pt x="1301987" y="164664"/>
                </a:lnTo>
                <a:lnTo>
                  <a:pt x="1302479" y="164509"/>
                </a:lnTo>
                <a:lnTo>
                  <a:pt x="1302960" y="164345"/>
                </a:lnTo>
                <a:lnTo>
                  <a:pt x="1303431" y="164174"/>
                </a:lnTo>
                <a:lnTo>
                  <a:pt x="1303892" y="163995"/>
                </a:lnTo>
                <a:lnTo>
                  <a:pt x="1304343" y="163808"/>
                </a:lnTo>
                <a:lnTo>
                  <a:pt x="1304786" y="163612"/>
                </a:lnTo>
                <a:lnTo>
                  <a:pt x="1305222" y="163405"/>
                </a:lnTo>
                <a:lnTo>
                  <a:pt x="1305653" y="163189"/>
                </a:lnTo>
                <a:lnTo>
                  <a:pt x="1306079" y="162963"/>
                </a:lnTo>
                <a:lnTo>
                  <a:pt x="1306498" y="162727"/>
                </a:lnTo>
                <a:lnTo>
                  <a:pt x="1306911" y="162481"/>
                </a:lnTo>
                <a:lnTo>
                  <a:pt x="1307319" y="162225"/>
                </a:lnTo>
                <a:lnTo>
                  <a:pt x="1307721" y="161959"/>
                </a:lnTo>
                <a:lnTo>
                  <a:pt x="1308117" y="161682"/>
                </a:lnTo>
                <a:lnTo>
                  <a:pt x="1308508" y="161396"/>
                </a:lnTo>
                <a:lnTo>
                  <a:pt x="1308892" y="161100"/>
                </a:lnTo>
                <a:lnTo>
                  <a:pt x="1309271" y="160794"/>
                </a:lnTo>
                <a:lnTo>
                  <a:pt x="1309644" y="160478"/>
                </a:lnTo>
                <a:lnTo>
                  <a:pt x="1310011" y="160152"/>
                </a:lnTo>
                <a:lnTo>
                  <a:pt x="1310373" y="159816"/>
                </a:lnTo>
                <a:lnTo>
                  <a:pt x="1310728" y="159470"/>
                </a:lnTo>
                <a:lnTo>
                  <a:pt x="1311078" y="159114"/>
                </a:lnTo>
                <a:lnTo>
                  <a:pt x="1311422" y="158747"/>
                </a:lnTo>
                <a:lnTo>
                  <a:pt x="1311760" y="158371"/>
                </a:lnTo>
                <a:lnTo>
                  <a:pt x="1312093" y="157985"/>
                </a:lnTo>
                <a:lnTo>
                  <a:pt x="1312419" y="157589"/>
                </a:lnTo>
                <a:lnTo>
                  <a:pt x="1312740" y="157183"/>
                </a:lnTo>
                <a:lnTo>
                  <a:pt x="1313055" y="156767"/>
                </a:lnTo>
                <a:lnTo>
                  <a:pt x="1313364" y="156341"/>
                </a:lnTo>
                <a:lnTo>
                  <a:pt x="1313670" y="155904"/>
                </a:lnTo>
                <a:lnTo>
                  <a:pt x="1313974" y="155456"/>
                </a:lnTo>
                <a:lnTo>
                  <a:pt x="1314276" y="154996"/>
                </a:lnTo>
                <a:lnTo>
                  <a:pt x="1314577" y="154525"/>
                </a:lnTo>
                <a:lnTo>
                  <a:pt x="1314877" y="154042"/>
                </a:lnTo>
                <a:lnTo>
                  <a:pt x="1315175" y="153547"/>
                </a:lnTo>
                <a:lnTo>
                  <a:pt x="1315471" y="153041"/>
                </a:lnTo>
                <a:lnTo>
                  <a:pt x="1315766" y="152524"/>
                </a:lnTo>
                <a:lnTo>
                  <a:pt x="1316060" y="151994"/>
                </a:lnTo>
                <a:lnTo>
                  <a:pt x="1316352" y="151454"/>
                </a:lnTo>
                <a:lnTo>
                  <a:pt x="1316643" y="150902"/>
                </a:lnTo>
                <a:lnTo>
                  <a:pt x="1316932" y="150338"/>
                </a:lnTo>
                <a:lnTo>
                  <a:pt x="1317220" y="149763"/>
                </a:lnTo>
                <a:lnTo>
                  <a:pt x="1317506" y="149176"/>
                </a:lnTo>
                <a:lnTo>
                  <a:pt x="1317790" y="148578"/>
                </a:lnTo>
                <a:lnTo>
                  <a:pt x="1318073" y="147968"/>
                </a:lnTo>
                <a:lnTo>
                  <a:pt x="1318355" y="147347"/>
                </a:lnTo>
                <a:lnTo>
                  <a:pt x="1318635" y="146714"/>
                </a:lnTo>
                <a:lnTo>
                  <a:pt x="1318914" y="146070"/>
                </a:lnTo>
                <a:lnTo>
                  <a:pt x="1319191" y="145414"/>
                </a:lnTo>
                <a:lnTo>
                  <a:pt x="1319467" y="144747"/>
                </a:lnTo>
                <a:lnTo>
                  <a:pt x="1319741" y="144068"/>
                </a:lnTo>
                <a:lnTo>
                  <a:pt x="1320014" y="143377"/>
                </a:lnTo>
                <a:lnTo>
                  <a:pt x="1320285" y="142675"/>
                </a:lnTo>
                <a:lnTo>
                  <a:pt x="1324676" y="131157"/>
                </a:lnTo>
                <a:lnTo>
                  <a:pt x="1359615" y="36084"/>
                </a:lnTo>
                <a:lnTo>
                  <a:pt x="1343386" y="36084"/>
                </a:lnTo>
                <a:lnTo>
                  <a:pt x="1316848" y="114511"/>
                </a:lnTo>
                <a:lnTo>
                  <a:pt x="1288115" y="36084"/>
                </a:lnTo>
                <a:lnTo>
                  <a:pt x="1271218" y="36084"/>
                </a:lnTo>
                <a:lnTo>
                  <a:pt x="1308352" y="131927"/>
                </a:lnTo>
                <a:lnTo>
                  <a:pt x="1304725" y="140327"/>
                </a:lnTo>
                <a:lnTo>
                  <a:pt x="1304500" y="140886"/>
                </a:lnTo>
                <a:lnTo>
                  <a:pt x="1304272" y="141430"/>
                </a:lnTo>
                <a:lnTo>
                  <a:pt x="1304039" y="141961"/>
                </a:lnTo>
                <a:lnTo>
                  <a:pt x="1303803" y="142479"/>
                </a:lnTo>
                <a:lnTo>
                  <a:pt x="1303563" y="142984"/>
                </a:lnTo>
                <a:lnTo>
                  <a:pt x="1303320" y="143475"/>
                </a:lnTo>
                <a:lnTo>
                  <a:pt x="1303072" y="143952"/>
                </a:lnTo>
                <a:lnTo>
                  <a:pt x="1302821" y="144416"/>
                </a:lnTo>
                <a:lnTo>
                  <a:pt x="1302566" y="144867"/>
                </a:lnTo>
                <a:lnTo>
                  <a:pt x="1302307" y="145304"/>
                </a:lnTo>
                <a:lnTo>
                  <a:pt x="1302044" y="145728"/>
                </a:lnTo>
                <a:lnTo>
                  <a:pt x="1301777" y="146139"/>
                </a:lnTo>
                <a:lnTo>
                  <a:pt x="1301507" y="146536"/>
                </a:lnTo>
                <a:lnTo>
                  <a:pt x="1301233" y="146919"/>
                </a:lnTo>
                <a:lnTo>
                  <a:pt x="1300955" y="147289"/>
                </a:lnTo>
                <a:lnTo>
                  <a:pt x="1300673" y="147646"/>
                </a:lnTo>
                <a:lnTo>
                  <a:pt x="1300387" y="147989"/>
                </a:lnTo>
                <a:lnTo>
                  <a:pt x="1300098" y="148319"/>
                </a:lnTo>
                <a:lnTo>
                  <a:pt x="1299805" y="148636"/>
                </a:lnTo>
                <a:lnTo>
                  <a:pt x="1299508" y="148939"/>
                </a:lnTo>
                <a:lnTo>
                  <a:pt x="1299207" y="149228"/>
                </a:lnTo>
                <a:lnTo>
                  <a:pt x="1298902" y="149505"/>
                </a:lnTo>
                <a:lnTo>
                  <a:pt x="1298594" y="149767"/>
                </a:lnTo>
                <a:lnTo>
                  <a:pt x="1298281" y="150017"/>
                </a:lnTo>
                <a:lnTo>
                  <a:pt x="1297964" y="150254"/>
                </a:lnTo>
                <a:lnTo>
                  <a:pt x="1297641" y="150482"/>
                </a:lnTo>
                <a:lnTo>
                  <a:pt x="1297312" y="150699"/>
                </a:lnTo>
                <a:lnTo>
                  <a:pt x="1296978" y="150906"/>
                </a:lnTo>
                <a:lnTo>
                  <a:pt x="1296638" y="151103"/>
                </a:lnTo>
                <a:lnTo>
                  <a:pt x="1296291" y="151291"/>
                </a:lnTo>
                <a:lnTo>
                  <a:pt x="1295940" y="151467"/>
                </a:lnTo>
                <a:lnTo>
                  <a:pt x="1295582" y="151634"/>
                </a:lnTo>
                <a:lnTo>
                  <a:pt x="1295218" y="151791"/>
                </a:lnTo>
                <a:lnTo>
                  <a:pt x="1294849" y="151938"/>
                </a:lnTo>
                <a:lnTo>
                  <a:pt x="1294474" y="152074"/>
                </a:lnTo>
                <a:lnTo>
                  <a:pt x="1294093" y="152200"/>
                </a:lnTo>
                <a:lnTo>
                  <a:pt x="1293706" y="152317"/>
                </a:lnTo>
                <a:lnTo>
                  <a:pt x="1293314" y="152423"/>
                </a:lnTo>
                <a:lnTo>
                  <a:pt x="1292915" y="152519"/>
                </a:lnTo>
                <a:lnTo>
                  <a:pt x="1292511" y="152605"/>
                </a:lnTo>
                <a:lnTo>
                  <a:pt x="1292101" y="152681"/>
                </a:lnTo>
                <a:lnTo>
                  <a:pt x="1291685" y="152746"/>
                </a:lnTo>
                <a:lnTo>
                  <a:pt x="1291264" y="152802"/>
                </a:lnTo>
                <a:lnTo>
                  <a:pt x="1290837" y="152847"/>
                </a:lnTo>
                <a:lnTo>
                  <a:pt x="1290403" y="152883"/>
                </a:lnTo>
                <a:lnTo>
                  <a:pt x="1289965" y="152908"/>
                </a:lnTo>
                <a:lnTo>
                  <a:pt x="1289520" y="152923"/>
                </a:lnTo>
                <a:lnTo>
                  <a:pt x="1289069" y="152928"/>
                </a:lnTo>
                <a:lnTo>
                  <a:pt x="1281241" y="152928"/>
                </a:lnTo>
                <a:lnTo>
                  <a:pt x="1281241" y="166102"/>
                </a:lnTo>
                <a:lnTo>
                  <a:pt x="1290692" y="166102"/>
                </a:lnTo>
                <a:lnTo>
                  <a:pt x="1291379" y="166098"/>
                </a:lnTo>
                <a:lnTo>
                  <a:pt x="1292056" y="166086"/>
                </a:lnTo>
                <a:lnTo>
                  <a:pt x="1292722" y="166066"/>
                </a:lnTo>
                <a:lnTo>
                  <a:pt x="1293378" y="16603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" name="Text representedasquadtrees">
            <a:extLst xmlns:a="http://schemas.openxmlformats.org/drawingml/2006/main">
              <a:ext uri="{FF2B5EF4-FFF2-40B4-BE49-F238E27FC236}">
                <a16:creationId xmlns:a16="http://schemas.microsoft.com/office/drawing/2014/main" id="{6780320E-10D2-4379-A2C4-C3CBA3C01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220" y="833681"/>
            <a:ext cx="2154111" cy="162840"/>
          </a:xfrm>
          <a:custGeom xmlns:a="http://schemas.openxmlformats.org/drawingml/2006/main">
            <a:pathLst>
              <a:path w="2154111" h="162840">
                <a:moveTo>
                  <a:pt x="0" y="128628"/>
                </a:moveTo>
                <a:lnTo>
                  <a:pt x="0" y="32683"/>
                </a:lnTo>
                <a:lnTo>
                  <a:pt x="15003" y="32683"/>
                </a:lnTo>
                <a:lnTo>
                  <a:pt x="15577" y="48068"/>
                </a:lnTo>
                <a:cubicBezTo>
                  <a:pt x="18189" y="43227"/>
                  <a:pt x="21820" y="39181"/>
                  <a:pt x="26471" y="35932"/>
                </a:cubicBezTo>
                <a:cubicBezTo>
                  <a:pt x="31122" y="32683"/>
                  <a:pt x="37174" y="31058"/>
                  <a:pt x="44628" y="31058"/>
                </a:cubicBezTo>
                <a:lnTo>
                  <a:pt x="46539" y="31058"/>
                </a:lnTo>
                <a:lnTo>
                  <a:pt x="46539" y="45679"/>
                </a:lnTo>
                <a:lnTo>
                  <a:pt x="44341" y="45679"/>
                </a:lnTo>
                <a:cubicBezTo>
                  <a:pt x="39691" y="45679"/>
                  <a:pt x="35613" y="46310"/>
                  <a:pt x="32109" y="47573"/>
                </a:cubicBezTo>
                <a:cubicBezTo>
                  <a:pt x="28605" y="48833"/>
                  <a:pt x="25547" y="50575"/>
                  <a:pt x="22935" y="52799"/>
                </a:cubicBezTo>
                <a:cubicBezTo>
                  <a:pt x="20323" y="55023"/>
                  <a:pt x="17998" y="57595"/>
                  <a:pt x="15959" y="60516"/>
                </a:cubicBezTo>
                <a:lnTo>
                  <a:pt x="15959" y="128628"/>
                </a:lnTo>
                <a:lnTo>
                  <a:pt x="0" y="128628"/>
                </a:lnTo>
                <a:close/>
                <a:moveTo>
                  <a:pt x="101723" y="130349"/>
                </a:moveTo>
                <a:cubicBezTo>
                  <a:pt x="91593" y="130349"/>
                  <a:pt x="83295" y="128168"/>
                  <a:pt x="76829" y="123805"/>
                </a:cubicBezTo>
                <a:cubicBezTo>
                  <a:pt x="70362" y="119441"/>
                  <a:pt x="65568" y="113505"/>
                  <a:pt x="62446" y="105995"/>
                </a:cubicBezTo>
                <a:cubicBezTo>
                  <a:pt x="59325" y="98483"/>
                  <a:pt x="57764" y="90037"/>
                  <a:pt x="57764" y="80656"/>
                </a:cubicBezTo>
                <a:cubicBezTo>
                  <a:pt x="57764" y="70880"/>
                  <a:pt x="59277" y="62270"/>
                  <a:pt x="62303" y="54824"/>
                </a:cubicBezTo>
                <a:cubicBezTo>
                  <a:pt x="65329" y="47378"/>
                  <a:pt x="69948" y="41555"/>
                  <a:pt x="76160" y="37356"/>
                </a:cubicBezTo>
                <a:cubicBezTo>
                  <a:pt x="82371" y="33158"/>
                  <a:pt x="90255" y="31058"/>
                  <a:pt x="99812" y="31058"/>
                </a:cubicBezTo>
                <a:cubicBezTo>
                  <a:pt x="112490" y="31058"/>
                  <a:pt x="122429" y="34989"/>
                  <a:pt x="129628" y="42851"/>
                </a:cubicBezTo>
                <a:cubicBezTo>
                  <a:pt x="136827" y="50711"/>
                  <a:pt x="140426" y="62012"/>
                  <a:pt x="140426" y="76752"/>
                </a:cubicBezTo>
                <a:cubicBezTo>
                  <a:pt x="140426" y="77736"/>
                  <a:pt x="140394" y="78900"/>
                  <a:pt x="140331" y="80243"/>
                </a:cubicBezTo>
                <a:cubicBezTo>
                  <a:pt x="140267" y="81585"/>
                  <a:pt x="140171" y="82551"/>
                  <a:pt x="140044" y="83140"/>
                </a:cubicBezTo>
                <a:lnTo>
                  <a:pt x="73723" y="83140"/>
                </a:lnTo>
                <a:cubicBezTo>
                  <a:pt x="73787" y="89451"/>
                  <a:pt x="74758" y="95248"/>
                  <a:pt x="76638" y="100530"/>
                </a:cubicBezTo>
                <a:cubicBezTo>
                  <a:pt x="78517" y="105812"/>
                  <a:pt x="81495" y="110047"/>
                  <a:pt x="85573" y="113237"/>
                </a:cubicBezTo>
                <a:cubicBezTo>
                  <a:pt x="89650" y="116426"/>
                  <a:pt x="95034" y="118021"/>
                  <a:pt x="101723" y="118021"/>
                </a:cubicBezTo>
                <a:cubicBezTo>
                  <a:pt x="108858" y="118021"/>
                  <a:pt x="114433" y="116263"/>
                  <a:pt x="118447" y="112747"/>
                </a:cubicBezTo>
                <a:cubicBezTo>
                  <a:pt x="122460" y="109231"/>
                  <a:pt x="124563" y="104158"/>
                  <a:pt x="124754" y="97529"/>
                </a:cubicBezTo>
                <a:lnTo>
                  <a:pt x="140522" y="97529"/>
                </a:lnTo>
                <a:cubicBezTo>
                  <a:pt x="140331" y="104296"/>
                  <a:pt x="138642" y="110127"/>
                  <a:pt x="135457" y="115023"/>
                </a:cubicBezTo>
                <a:cubicBezTo>
                  <a:pt x="132272" y="119918"/>
                  <a:pt x="127812" y="123697"/>
                  <a:pt x="122078" y="126359"/>
                </a:cubicBezTo>
                <a:cubicBezTo>
                  <a:pt x="116344" y="129019"/>
                  <a:pt x="109559" y="130349"/>
                  <a:pt x="101723" y="130349"/>
                </a:cubicBezTo>
                <a:moveTo>
                  <a:pt x="73819" y="71481"/>
                </a:moveTo>
                <a:lnTo>
                  <a:pt x="124658" y="71481"/>
                </a:lnTo>
                <a:cubicBezTo>
                  <a:pt x="124467" y="62353"/>
                  <a:pt x="122206" y="55373"/>
                  <a:pt x="117873" y="50541"/>
                </a:cubicBezTo>
                <a:cubicBezTo>
                  <a:pt x="113541" y="45707"/>
                  <a:pt x="107521" y="43290"/>
                  <a:pt x="99812" y="43290"/>
                </a:cubicBezTo>
                <a:cubicBezTo>
                  <a:pt x="92039" y="43290"/>
                  <a:pt x="85939" y="45690"/>
                  <a:pt x="81511" y="50490"/>
                </a:cubicBezTo>
                <a:cubicBezTo>
                  <a:pt x="77084" y="55288"/>
                  <a:pt x="74519" y="62285"/>
                  <a:pt x="73819" y="71481"/>
                </a:cubicBezTo>
                <a:close/>
                <a:moveTo>
                  <a:pt x="164204" y="162840"/>
                </a:moveTo>
                <a:lnTo>
                  <a:pt x="164204" y="32683"/>
                </a:lnTo>
                <a:lnTo>
                  <a:pt x="179685" y="32683"/>
                </a:lnTo>
                <a:lnTo>
                  <a:pt x="180163" y="47877"/>
                </a:lnTo>
                <a:cubicBezTo>
                  <a:pt x="183476" y="42908"/>
                  <a:pt x="187761" y="38862"/>
                  <a:pt x="193017" y="35741"/>
                </a:cubicBezTo>
                <a:cubicBezTo>
                  <a:pt x="198273" y="32619"/>
                  <a:pt x="204373" y="31058"/>
                  <a:pt x="211317" y="31058"/>
                </a:cubicBezTo>
                <a:cubicBezTo>
                  <a:pt x="218962" y="31058"/>
                  <a:pt x="225556" y="32912"/>
                  <a:pt x="231099" y="36619"/>
                </a:cubicBezTo>
                <a:cubicBezTo>
                  <a:pt x="236641" y="40326"/>
                  <a:pt x="240926" y="45854"/>
                  <a:pt x="243952" y="53202"/>
                </a:cubicBezTo>
                <a:cubicBezTo>
                  <a:pt x="246978" y="60548"/>
                  <a:pt x="248491" y="69700"/>
                  <a:pt x="248491" y="80656"/>
                </a:cubicBezTo>
                <a:cubicBezTo>
                  <a:pt x="248491" y="91480"/>
                  <a:pt x="246882" y="100583"/>
                  <a:pt x="243665" y="107963"/>
                </a:cubicBezTo>
                <a:cubicBezTo>
                  <a:pt x="240448" y="115343"/>
                  <a:pt x="235909" y="120920"/>
                  <a:pt x="230047" y="124692"/>
                </a:cubicBezTo>
                <a:cubicBezTo>
                  <a:pt x="224186" y="128463"/>
                  <a:pt x="217306" y="130349"/>
                  <a:pt x="209406" y="130349"/>
                </a:cubicBezTo>
                <a:cubicBezTo>
                  <a:pt x="202780" y="130349"/>
                  <a:pt x="196982" y="129027"/>
                  <a:pt x="192013" y="126383"/>
                </a:cubicBezTo>
                <a:cubicBezTo>
                  <a:pt x="187044" y="123739"/>
                  <a:pt x="183062" y="120123"/>
                  <a:pt x="180068" y="115536"/>
                </a:cubicBezTo>
                <a:lnTo>
                  <a:pt x="180068" y="162840"/>
                </a:lnTo>
                <a:lnTo>
                  <a:pt x="164204" y="162840"/>
                </a:lnTo>
                <a:moveTo>
                  <a:pt x="206443" y="117256"/>
                </a:moveTo>
                <a:cubicBezTo>
                  <a:pt x="214917" y="117256"/>
                  <a:pt x="221303" y="114091"/>
                  <a:pt x="225604" y="107760"/>
                </a:cubicBezTo>
                <a:cubicBezTo>
                  <a:pt x="229904" y="101427"/>
                  <a:pt x="232054" y="92393"/>
                  <a:pt x="232054" y="80659"/>
                </a:cubicBezTo>
                <a:cubicBezTo>
                  <a:pt x="232054" y="68789"/>
                  <a:pt x="230047" y="59705"/>
                  <a:pt x="226034" y="53408"/>
                </a:cubicBezTo>
                <a:cubicBezTo>
                  <a:pt x="222020" y="47109"/>
                  <a:pt x="216127" y="43959"/>
                  <a:pt x="208354" y="43959"/>
                </a:cubicBezTo>
                <a:cubicBezTo>
                  <a:pt x="201538" y="43959"/>
                  <a:pt x="195788" y="45849"/>
                  <a:pt x="191105" y="49627"/>
                </a:cubicBezTo>
                <a:cubicBezTo>
                  <a:pt x="186423" y="53406"/>
                  <a:pt x="182775" y="57815"/>
                  <a:pt x="180163" y="62854"/>
                </a:cubicBezTo>
                <a:lnTo>
                  <a:pt x="180163" y="100249"/>
                </a:lnTo>
                <a:cubicBezTo>
                  <a:pt x="182712" y="105288"/>
                  <a:pt x="186152" y="109382"/>
                  <a:pt x="190484" y="112532"/>
                </a:cubicBezTo>
                <a:cubicBezTo>
                  <a:pt x="194816" y="115682"/>
                  <a:pt x="200136" y="117256"/>
                  <a:pt x="206443" y="117256"/>
                </a:cubicBezTo>
                <a:close/>
                <a:moveTo>
                  <a:pt x="271651" y="128628"/>
                </a:moveTo>
                <a:lnTo>
                  <a:pt x="271651" y="32683"/>
                </a:lnTo>
                <a:lnTo>
                  <a:pt x="286655" y="32683"/>
                </a:lnTo>
                <a:lnTo>
                  <a:pt x="287228" y="48068"/>
                </a:lnTo>
                <a:cubicBezTo>
                  <a:pt x="289840" y="43227"/>
                  <a:pt x="293472" y="39181"/>
                  <a:pt x="298122" y="35932"/>
                </a:cubicBezTo>
                <a:cubicBezTo>
                  <a:pt x="302773" y="32683"/>
                  <a:pt x="308825" y="31058"/>
                  <a:pt x="316279" y="31058"/>
                </a:cubicBezTo>
                <a:lnTo>
                  <a:pt x="318191" y="31058"/>
                </a:lnTo>
                <a:lnTo>
                  <a:pt x="318191" y="45679"/>
                </a:lnTo>
                <a:lnTo>
                  <a:pt x="315993" y="45679"/>
                </a:lnTo>
                <a:cubicBezTo>
                  <a:pt x="311342" y="45679"/>
                  <a:pt x="307265" y="46310"/>
                  <a:pt x="303761" y="47573"/>
                </a:cubicBezTo>
                <a:cubicBezTo>
                  <a:pt x="300257" y="48833"/>
                  <a:pt x="297199" y="50575"/>
                  <a:pt x="294586" y="52799"/>
                </a:cubicBezTo>
                <a:cubicBezTo>
                  <a:pt x="291974" y="55023"/>
                  <a:pt x="289649" y="57595"/>
                  <a:pt x="287610" y="60516"/>
                </a:cubicBezTo>
                <a:lnTo>
                  <a:pt x="287610" y="128628"/>
                </a:lnTo>
                <a:lnTo>
                  <a:pt x="271651" y="128628"/>
                </a:lnTo>
                <a:close/>
                <a:moveTo>
                  <a:pt x="373374" y="130349"/>
                </a:moveTo>
                <a:cubicBezTo>
                  <a:pt x="363245" y="130349"/>
                  <a:pt x="354947" y="128168"/>
                  <a:pt x="348480" y="123805"/>
                </a:cubicBezTo>
                <a:cubicBezTo>
                  <a:pt x="342014" y="119441"/>
                  <a:pt x="337220" y="113505"/>
                  <a:pt x="334098" y="105995"/>
                </a:cubicBezTo>
                <a:cubicBezTo>
                  <a:pt x="330976" y="98483"/>
                  <a:pt x="329415" y="90037"/>
                  <a:pt x="329415" y="80656"/>
                </a:cubicBezTo>
                <a:cubicBezTo>
                  <a:pt x="329415" y="70880"/>
                  <a:pt x="330928" y="62270"/>
                  <a:pt x="333954" y="54824"/>
                </a:cubicBezTo>
                <a:cubicBezTo>
                  <a:pt x="336981" y="47378"/>
                  <a:pt x="341599" y="41555"/>
                  <a:pt x="347811" y="37356"/>
                </a:cubicBezTo>
                <a:cubicBezTo>
                  <a:pt x="354023" y="33158"/>
                  <a:pt x="361907" y="31058"/>
                  <a:pt x="371463" y="31058"/>
                </a:cubicBezTo>
                <a:cubicBezTo>
                  <a:pt x="384141" y="31058"/>
                  <a:pt x="394080" y="34989"/>
                  <a:pt x="401279" y="42851"/>
                </a:cubicBezTo>
                <a:cubicBezTo>
                  <a:pt x="408478" y="50711"/>
                  <a:pt x="412078" y="62012"/>
                  <a:pt x="412078" y="76752"/>
                </a:cubicBezTo>
                <a:cubicBezTo>
                  <a:pt x="412078" y="77736"/>
                  <a:pt x="412046" y="78900"/>
                  <a:pt x="411982" y="80243"/>
                </a:cubicBezTo>
                <a:cubicBezTo>
                  <a:pt x="411918" y="81585"/>
                  <a:pt x="411823" y="82551"/>
                  <a:pt x="411695" y="83140"/>
                </a:cubicBezTo>
                <a:lnTo>
                  <a:pt x="345374" y="83140"/>
                </a:lnTo>
                <a:cubicBezTo>
                  <a:pt x="345438" y="89451"/>
                  <a:pt x="346410" y="95248"/>
                  <a:pt x="348289" y="100530"/>
                </a:cubicBezTo>
                <a:cubicBezTo>
                  <a:pt x="350168" y="105812"/>
                  <a:pt x="353147" y="110047"/>
                  <a:pt x="357224" y="113237"/>
                </a:cubicBezTo>
                <a:cubicBezTo>
                  <a:pt x="361302" y="116426"/>
                  <a:pt x="366685" y="118021"/>
                  <a:pt x="373374" y="118021"/>
                </a:cubicBezTo>
                <a:cubicBezTo>
                  <a:pt x="380510" y="118021"/>
                  <a:pt x="386084" y="116263"/>
                  <a:pt x="390098" y="112747"/>
                </a:cubicBezTo>
                <a:cubicBezTo>
                  <a:pt x="394112" y="109231"/>
                  <a:pt x="396214" y="104158"/>
                  <a:pt x="396405" y="97529"/>
                </a:cubicBezTo>
                <a:lnTo>
                  <a:pt x="412173" y="97529"/>
                </a:lnTo>
                <a:cubicBezTo>
                  <a:pt x="411982" y="104296"/>
                  <a:pt x="410294" y="110127"/>
                  <a:pt x="407108" y="115023"/>
                </a:cubicBezTo>
                <a:cubicBezTo>
                  <a:pt x="403923" y="119918"/>
                  <a:pt x="399463" y="123697"/>
                  <a:pt x="393729" y="126359"/>
                </a:cubicBezTo>
                <a:cubicBezTo>
                  <a:pt x="387996" y="129019"/>
                  <a:pt x="381211" y="130349"/>
                  <a:pt x="373374" y="130349"/>
                </a:cubicBezTo>
                <a:moveTo>
                  <a:pt x="345470" y="71481"/>
                </a:moveTo>
                <a:lnTo>
                  <a:pt x="396310" y="71481"/>
                </a:lnTo>
                <a:cubicBezTo>
                  <a:pt x="396118" y="62353"/>
                  <a:pt x="393857" y="55373"/>
                  <a:pt x="389525" y="50541"/>
                </a:cubicBezTo>
                <a:cubicBezTo>
                  <a:pt x="385192" y="45707"/>
                  <a:pt x="379172" y="43290"/>
                  <a:pt x="371463" y="43290"/>
                </a:cubicBezTo>
                <a:cubicBezTo>
                  <a:pt x="363691" y="43290"/>
                  <a:pt x="357590" y="45690"/>
                  <a:pt x="353163" y="50490"/>
                </a:cubicBezTo>
                <a:cubicBezTo>
                  <a:pt x="348735" y="55288"/>
                  <a:pt x="346171" y="62285"/>
                  <a:pt x="345470" y="71481"/>
                </a:cubicBezTo>
                <a:close/>
                <a:moveTo>
                  <a:pt x="468825" y="130349"/>
                </a:moveTo>
                <a:cubicBezTo>
                  <a:pt x="463600" y="130349"/>
                  <a:pt x="458647" y="129758"/>
                  <a:pt x="453964" y="128578"/>
                </a:cubicBezTo>
                <a:cubicBezTo>
                  <a:pt x="449282" y="127397"/>
                  <a:pt x="445157" y="125528"/>
                  <a:pt x="441589" y="122969"/>
                </a:cubicBezTo>
                <a:cubicBezTo>
                  <a:pt x="438021" y="120411"/>
                  <a:pt x="435234" y="117049"/>
                  <a:pt x="433227" y="112884"/>
                </a:cubicBezTo>
                <a:cubicBezTo>
                  <a:pt x="431220" y="108717"/>
                  <a:pt x="430217" y="103681"/>
                  <a:pt x="430217" y="97776"/>
                </a:cubicBezTo>
                <a:lnTo>
                  <a:pt x="445603" y="97776"/>
                </a:lnTo>
                <a:cubicBezTo>
                  <a:pt x="445603" y="105384"/>
                  <a:pt x="447848" y="110739"/>
                  <a:pt x="452340" y="113843"/>
                </a:cubicBezTo>
                <a:cubicBezTo>
                  <a:pt x="456831" y="116947"/>
                  <a:pt x="462454" y="118499"/>
                  <a:pt x="469207" y="118499"/>
                </a:cubicBezTo>
                <a:cubicBezTo>
                  <a:pt x="475259" y="118499"/>
                  <a:pt x="480244" y="117274"/>
                  <a:pt x="484163" y="114826"/>
                </a:cubicBezTo>
                <a:cubicBezTo>
                  <a:pt x="488081" y="112377"/>
                  <a:pt x="490040" y="108334"/>
                  <a:pt x="490040" y="102698"/>
                </a:cubicBezTo>
                <a:cubicBezTo>
                  <a:pt x="490040" y="97973"/>
                  <a:pt x="488272" y="94464"/>
                  <a:pt x="484736" y="92168"/>
                </a:cubicBezTo>
                <a:cubicBezTo>
                  <a:pt x="481200" y="89870"/>
                  <a:pt x="474973" y="87640"/>
                  <a:pt x="466053" y="85476"/>
                </a:cubicBezTo>
                <a:cubicBezTo>
                  <a:pt x="458790" y="83704"/>
                  <a:pt x="452674" y="81654"/>
                  <a:pt x="447705" y="79327"/>
                </a:cubicBezTo>
                <a:cubicBezTo>
                  <a:pt x="442736" y="76997"/>
                  <a:pt x="439009" y="74045"/>
                  <a:pt x="436524" y="70469"/>
                </a:cubicBezTo>
                <a:cubicBezTo>
                  <a:pt x="434040" y="66893"/>
                  <a:pt x="432797" y="62383"/>
                  <a:pt x="432797" y="56938"/>
                </a:cubicBezTo>
                <a:cubicBezTo>
                  <a:pt x="432797" y="52673"/>
                  <a:pt x="433673" y="48918"/>
                  <a:pt x="435425" y="45670"/>
                </a:cubicBezTo>
                <a:cubicBezTo>
                  <a:pt x="437177" y="42423"/>
                  <a:pt x="439630" y="39718"/>
                  <a:pt x="442784" y="37553"/>
                </a:cubicBezTo>
                <a:cubicBezTo>
                  <a:pt x="445937" y="35387"/>
                  <a:pt x="449648" y="33764"/>
                  <a:pt x="453917" y="32683"/>
                </a:cubicBezTo>
                <a:cubicBezTo>
                  <a:pt x="458185" y="31600"/>
                  <a:pt x="462804" y="31058"/>
                  <a:pt x="467773" y="31058"/>
                </a:cubicBezTo>
                <a:cubicBezTo>
                  <a:pt x="472679" y="31058"/>
                  <a:pt x="477282" y="31648"/>
                  <a:pt x="481582" y="32829"/>
                </a:cubicBezTo>
                <a:cubicBezTo>
                  <a:pt x="485883" y="34010"/>
                  <a:pt x="489673" y="35847"/>
                  <a:pt x="492954" y="38342"/>
                </a:cubicBezTo>
                <a:cubicBezTo>
                  <a:pt x="496235" y="40834"/>
                  <a:pt x="498832" y="44049"/>
                  <a:pt x="500743" y="47985"/>
                </a:cubicBezTo>
                <a:cubicBezTo>
                  <a:pt x="502654" y="51921"/>
                  <a:pt x="503610" y="56644"/>
                  <a:pt x="503610" y="62155"/>
                </a:cubicBezTo>
                <a:lnTo>
                  <a:pt x="488128" y="62155"/>
                </a:lnTo>
                <a:cubicBezTo>
                  <a:pt x="488128" y="55201"/>
                  <a:pt x="486153" y="50286"/>
                  <a:pt x="482204" y="47411"/>
                </a:cubicBezTo>
                <a:cubicBezTo>
                  <a:pt x="478254" y="44537"/>
                  <a:pt x="473444" y="43099"/>
                  <a:pt x="467773" y="43099"/>
                </a:cubicBezTo>
                <a:cubicBezTo>
                  <a:pt x="462040" y="43099"/>
                  <a:pt x="457389" y="44178"/>
                  <a:pt x="453821" y="46336"/>
                </a:cubicBezTo>
                <a:cubicBezTo>
                  <a:pt x="450253" y="48492"/>
                  <a:pt x="448470" y="51862"/>
                  <a:pt x="448470" y="56445"/>
                </a:cubicBezTo>
                <a:cubicBezTo>
                  <a:pt x="448470" y="59003"/>
                  <a:pt x="449266" y="61169"/>
                  <a:pt x="450859" y="62941"/>
                </a:cubicBezTo>
                <a:cubicBezTo>
                  <a:pt x="452451" y="64712"/>
                  <a:pt x="455127" y="66304"/>
                  <a:pt x="458886" y="67716"/>
                </a:cubicBezTo>
                <a:cubicBezTo>
                  <a:pt x="462645" y="69125"/>
                  <a:pt x="467710" y="70617"/>
                  <a:pt x="474081" y="72192"/>
                </a:cubicBezTo>
                <a:cubicBezTo>
                  <a:pt x="481025" y="73898"/>
                  <a:pt x="486854" y="75932"/>
                  <a:pt x="491569" y="78293"/>
                </a:cubicBezTo>
                <a:cubicBezTo>
                  <a:pt x="496283" y="80655"/>
                  <a:pt x="499835" y="83689"/>
                  <a:pt x="502224" y="87396"/>
                </a:cubicBezTo>
                <a:cubicBezTo>
                  <a:pt x="504613" y="91101"/>
                  <a:pt x="505808" y="95840"/>
                  <a:pt x="505808" y="101614"/>
                </a:cubicBezTo>
                <a:cubicBezTo>
                  <a:pt x="505808" y="106599"/>
                  <a:pt x="504868" y="110912"/>
                  <a:pt x="502989" y="114554"/>
                </a:cubicBezTo>
                <a:cubicBezTo>
                  <a:pt x="501109" y="118195"/>
                  <a:pt x="498497" y="121180"/>
                  <a:pt x="495152" y="123510"/>
                </a:cubicBezTo>
                <a:cubicBezTo>
                  <a:pt x="491808" y="125839"/>
                  <a:pt x="487890" y="127561"/>
                  <a:pt x="483398" y="128676"/>
                </a:cubicBezTo>
                <a:cubicBezTo>
                  <a:pt x="478907" y="129791"/>
                  <a:pt x="474049" y="130349"/>
                  <a:pt x="468825" y="130349"/>
                </a:cubicBezTo>
                <a:close/>
                <a:moveTo>
                  <a:pt x="569676" y="130349"/>
                </a:moveTo>
                <a:cubicBezTo>
                  <a:pt x="559546" y="130349"/>
                  <a:pt x="551248" y="128168"/>
                  <a:pt x="544781" y="123805"/>
                </a:cubicBezTo>
                <a:cubicBezTo>
                  <a:pt x="538315" y="119441"/>
                  <a:pt x="533521" y="113505"/>
                  <a:pt x="530399" y="105995"/>
                </a:cubicBezTo>
                <a:cubicBezTo>
                  <a:pt x="527277" y="98483"/>
                  <a:pt x="525716" y="90037"/>
                  <a:pt x="525716" y="80656"/>
                </a:cubicBezTo>
                <a:cubicBezTo>
                  <a:pt x="525716" y="70880"/>
                  <a:pt x="527229" y="62270"/>
                  <a:pt x="530256" y="54824"/>
                </a:cubicBezTo>
                <a:cubicBezTo>
                  <a:pt x="533282" y="47378"/>
                  <a:pt x="537901" y="41555"/>
                  <a:pt x="544112" y="37356"/>
                </a:cubicBezTo>
                <a:cubicBezTo>
                  <a:pt x="550324" y="33158"/>
                  <a:pt x="558208" y="31058"/>
                  <a:pt x="567764" y="31058"/>
                </a:cubicBezTo>
                <a:cubicBezTo>
                  <a:pt x="580442" y="31058"/>
                  <a:pt x="590381" y="34989"/>
                  <a:pt x="597580" y="42851"/>
                </a:cubicBezTo>
                <a:cubicBezTo>
                  <a:pt x="604779" y="50711"/>
                  <a:pt x="608379" y="62012"/>
                  <a:pt x="608379" y="76752"/>
                </a:cubicBezTo>
                <a:cubicBezTo>
                  <a:pt x="608379" y="77736"/>
                  <a:pt x="608347" y="78900"/>
                  <a:pt x="608283" y="80243"/>
                </a:cubicBezTo>
                <a:cubicBezTo>
                  <a:pt x="608219" y="81585"/>
                  <a:pt x="608124" y="82551"/>
                  <a:pt x="607996" y="83140"/>
                </a:cubicBezTo>
                <a:lnTo>
                  <a:pt x="541675" y="83140"/>
                </a:lnTo>
                <a:cubicBezTo>
                  <a:pt x="541739" y="89451"/>
                  <a:pt x="542711" y="95248"/>
                  <a:pt x="544590" y="100530"/>
                </a:cubicBezTo>
                <a:cubicBezTo>
                  <a:pt x="546470" y="105812"/>
                  <a:pt x="549448" y="110047"/>
                  <a:pt x="553525" y="113237"/>
                </a:cubicBezTo>
                <a:cubicBezTo>
                  <a:pt x="557603" y="116426"/>
                  <a:pt x="562986" y="118021"/>
                  <a:pt x="569676" y="118021"/>
                </a:cubicBezTo>
                <a:cubicBezTo>
                  <a:pt x="576811" y="118021"/>
                  <a:pt x="582385" y="116263"/>
                  <a:pt x="586399" y="112747"/>
                </a:cubicBezTo>
                <a:cubicBezTo>
                  <a:pt x="590413" y="109231"/>
                  <a:pt x="592515" y="104158"/>
                  <a:pt x="592706" y="97529"/>
                </a:cubicBezTo>
                <a:lnTo>
                  <a:pt x="608474" y="97529"/>
                </a:lnTo>
                <a:cubicBezTo>
                  <a:pt x="608283" y="104296"/>
                  <a:pt x="606595" y="110127"/>
                  <a:pt x="603409" y="115023"/>
                </a:cubicBezTo>
                <a:cubicBezTo>
                  <a:pt x="600224" y="119918"/>
                  <a:pt x="595764" y="123697"/>
                  <a:pt x="590031" y="126359"/>
                </a:cubicBezTo>
                <a:cubicBezTo>
                  <a:pt x="584297" y="129019"/>
                  <a:pt x="577512" y="130349"/>
                  <a:pt x="569676" y="130349"/>
                </a:cubicBezTo>
                <a:moveTo>
                  <a:pt x="541771" y="71481"/>
                </a:moveTo>
                <a:lnTo>
                  <a:pt x="592611" y="71481"/>
                </a:lnTo>
                <a:cubicBezTo>
                  <a:pt x="592420" y="62353"/>
                  <a:pt x="590158" y="55373"/>
                  <a:pt x="585826" y="50541"/>
                </a:cubicBezTo>
                <a:cubicBezTo>
                  <a:pt x="581494" y="45707"/>
                  <a:pt x="575473" y="43290"/>
                  <a:pt x="567764" y="43290"/>
                </a:cubicBezTo>
                <a:cubicBezTo>
                  <a:pt x="559992" y="43290"/>
                  <a:pt x="553892" y="45690"/>
                  <a:pt x="549464" y="50490"/>
                </a:cubicBezTo>
                <a:cubicBezTo>
                  <a:pt x="545036" y="55288"/>
                  <a:pt x="542472" y="62285"/>
                  <a:pt x="541771" y="71481"/>
                </a:cubicBezTo>
                <a:close/>
                <a:moveTo>
                  <a:pt x="631765" y="128628"/>
                </a:moveTo>
                <a:lnTo>
                  <a:pt x="631765" y="32683"/>
                </a:lnTo>
                <a:lnTo>
                  <a:pt x="647055" y="32683"/>
                </a:lnTo>
                <a:lnTo>
                  <a:pt x="647628" y="46731"/>
                </a:lnTo>
                <a:cubicBezTo>
                  <a:pt x="650495" y="42972"/>
                  <a:pt x="654605" y="39420"/>
                  <a:pt x="659956" y="36075"/>
                </a:cubicBezTo>
                <a:cubicBezTo>
                  <a:pt x="665308" y="32730"/>
                  <a:pt x="672156" y="31058"/>
                  <a:pt x="680502" y="31058"/>
                </a:cubicBezTo>
                <a:cubicBezTo>
                  <a:pt x="690696" y="31058"/>
                  <a:pt x="698118" y="34169"/>
                  <a:pt x="702769" y="40391"/>
                </a:cubicBezTo>
                <a:cubicBezTo>
                  <a:pt x="707419" y="46612"/>
                  <a:pt x="709745" y="55352"/>
                  <a:pt x="709745" y="66611"/>
                </a:cubicBezTo>
                <a:lnTo>
                  <a:pt x="709745" y="128628"/>
                </a:lnTo>
                <a:lnTo>
                  <a:pt x="693786" y="128628"/>
                </a:lnTo>
                <a:lnTo>
                  <a:pt x="693786" y="68662"/>
                </a:lnTo>
                <a:cubicBezTo>
                  <a:pt x="693786" y="63962"/>
                  <a:pt x="693308" y="59792"/>
                  <a:pt x="692352" y="56153"/>
                </a:cubicBezTo>
                <a:cubicBezTo>
                  <a:pt x="691396" y="52511"/>
                  <a:pt x="689692" y="49648"/>
                  <a:pt x="687239" y="47564"/>
                </a:cubicBezTo>
                <a:cubicBezTo>
                  <a:pt x="684787" y="45479"/>
                  <a:pt x="681235" y="44437"/>
                  <a:pt x="676584" y="44437"/>
                </a:cubicBezTo>
                <a:cubicBezTo>
                  <a:pt x="669640" y="44437"/>
                  <a:pt x="663810" y="46076"/>
                  <a:pt x="659096" y="49353"/>
                </a:cubicBezTo>
                <a:cubicBezTo>
                  <a:pt x="654382" y="52628"/>
                  <a:pt x="650591" y="56218"/>
                  <a:pt x="647724" y="60124"/>
                </a:cubicBezTo>
                <a:lnTo>
                  <a:pt x="647724" y="128628"/>
                </a:lnTo>
                <a:lnTo>
                  <a:pt x="631765" y="128628"/>
                </a:lnTo>
                <a:close/>
                <a:moveTo>
                  <a:pt x="770661" y="128628"/>
                </a:moveTo>
                <a:cubicBezTo>
                  <a:pt x="763144" y="128628"/>
                  <a:pt x="757378" y="127391"/>
                  <a:pt x="753364" y="124916"/>
                </a:cubicBezTo>
                <a:cubicBezTo>
                  <a:pt x="749351" y="122442"/>
                  <a:pt x="746595" y="118879"/>
                  <a:pt x="745098" y="114228"/>
                </a:cubicBezTo>
                <a:cubicBezTo>
                  <a:pt x="743601" y="109575"/>
                  <a:pt x="742852" y="103983"/>
                  <a:pt x="742852" y="97451"/>
                </a:cubicBezTo>
                <a:lnTo>
                  <a:pt x="742852" y="45584"/>
                </a:lnTo>
                <a:lnTo>
                  <a:pt x="727276" y="45584"/>
                </a:lnTo>
                <a:lnTo>
                  <a:pt x="727276" y="32683"/>
                </a:lnTo>
                <a:lnTo>
                  <a:pt x="742852" y="32683"/>
                </a:lnTo>
                <a:lnTo>
                  <a:pt x="742852" y="11372"/>
                </a:lnTo>
                <a:lnTo>
                  <a:pt x="758716" y="11372"/>
                </a:lnTo>
                <a:lnTo>
                  <a:pt x="758716" y="32683"/>
                </a:lnTo>
                <a:lnTo>
                  <a:pt x="781651" y="32683"/>
                </a:lnTo>
                <a:lnTo>
                  <a:pt x="781651" y="45584"/>
                </a:lnTo>
                <a:lnTo>
                  <a:pt x="758716" y="45584"/>
                </a:lnTo>
                <a:lnTo>
                  <a:pt x="758716" y="96997"/>
                </a:lnTo>
                <a:cubicBezTo>
                  <a:pt x="758716" y="103041"/>
                  <a:pt x="759465" y="107674"/>
                  <a:pt x="760962" y="110895"/>
                </a:cubicBezTo>
                <a:cubicBezTo>
                  <a:pt x="762459" y="114117"/>
                  <a:pt x="766042" y="115727"/>
                  <a:pt x="771713" y="115727"/>
                </a:cubicBezTo>
                <a:lnTo>
                  <a:pt x="781842" y="115727"/>
                </a:lnTo>
                <a:lnTo>
                  <a:pt x="781842" y="128628"/>
                </a:lnTo>
                <a:lnTo>
                  <a:pt x="770661" y="128628"/>
                </a:lnTo>
                <a:close/>
                <a:moveTo>
                  <a:pt x="841522" y="130349"/>
                </a:moveTo>
                <a:cubicBezTo>
                  <a:pt x="831392" y="130349"/>
                  <a:pt x="823094" y="128168"/>
                  <a:pt x="816628" y="123805"/>
                </a:cubicBezTo>
                <a:cubicBezTo>
                  <a:pt x="810161" y="119441"/>
                  <a:pt x="805367" y="113505"/>
                  <a:pt x="802246" y="105995"/>
                </a:cubicBezTo>
                <a:cubicBezTo>
                  <a:pt x="799124" y="98483"/>
                  <a:pt x="797563" y="90037"/>
                  <a:pt x="797563" y="80656"/>
                </a:cubicBezTo>
                <a:cubicBezTo>
                  <a:pt x="797563" y="70880"/>
                  <a:pt x="799076" y="62270"/>
                  <a:pt x="802102" y="54824"/>
                </a:cubicBezTo>
                <a:cubicBezTo>
                  <a:pt x="805128" y="47378"/>
                  <a:pt x="809747" y="41555"/>
                  <a:pt x="815959" y="37356"/>
                </a:cubicBezTo>
                <a:cubicBezTo>
                  <a:pt x="822171" y="33158"/>
                  <a:pt x="830055" y="31058"/>
                  <a:pt x="839611" y="31058"/>
                </a:cubicBezTo>
                <a:cubicBezTo>
                  <a:pt x="852289" y="31058"/>
                  <a:pt x="862228" y="34989"/>
                  <a:pt x="869427" y="42851"/>
                </a:cubicBezTo>
                <a:cubicBezTo>
                  <a:pt x="876626" y="50711"/>
                  <a:pt x="880225" y="62012"/>
                  <a:pt x="880225" y="76752"/>
                </a:cubicBezTo>
                <a:cubicBezTo>
                  <a:pt x="880225" y="77736"/>
                  <a:pt x="880193" y="78900"/>
                  <a:pt x="880130" y="80243"/>
                </a:cubicBezTo>
                <a:cubicBezTo>
                  <a:pt x="880066" y="81585"/>
                  <a:pt x="879970" y="82551"/>
                  <a:pt x="879843" y="83140"/>
                </a:cubicBezTo>
                <a:lnTo>
                  <a:pt x="813522" y="83140"/>
                </a:lnTo>
                <a:cubicBezTo>
                  <a:pt x="813586" y="89451"/>
                  <a:pt x="814557" y="95248"/>
                  <a:pt x="816437" y="100530"/>
                </a:cubicBezTo>
                <a:cubicBezTo>
                  <a:pt x="818316" y="105812"/>
                  <a:pt x="821295" y="110047"/>
                  <a:pt x="825372" y="113237"/>
                </a:cubicBezTo>
                <a:cubicBezTo>
                  <a:pt x="829449" y="116426"/>
                  <a:pt x="834833" y="118021"/>
                  <a:pt x="841522" y="118021"/>
                </a:cubicBezTo>
                <a:cubicBezTo>
                  <a:pt x="848658" y="118021"/>
                  <a:pt x="854232" y="116263"/>
                  <a:pt x="858246" y="112747"/>
                </a:cubicBezTo>
                <a:cubicBezTo>
                  <a:pt x="862259" y="109231"/>
                  <a:pt x="864362" y="104158"/>
                  <a:pt x="864553" y="97529"/>
                </a:cubicBezTo>
                <a:lnTo>
                  <a:pt x="880321" y="97529"/>
                </a:lnTo>
                <a:cubicBezTo>
                  <a:pt x="880130" y="104296"/>
                  <a:pt x="878441" y="110127"/>
                  <a:pt x="875256" y="115023"/>
                </a:cubicBezTo>
                <a:cubicBezTo>
                  <a:pt x="872071" y="119918"/>
                  <a:pt x="867611" y="123697"/>
                  <a:pt x="861877" y="126359"/>
                </a:cubicBezTo>
                <a:cubicBezTo>
                  <a:pt x="856143" y="129019"/>
                  <a:pt x="849358" y="130349"/>
                  <a:pt x="841522" y="130349"/>
                </a:cubicBezTo>
                <a:moveTo>
                  <a:pt x="813618" y="71481"/>
                </a:moveTo>
                <a:lnTo>
                  <a:pt x="864457" y="71481"/>
                </a:lnTo>
                <a:cubicBezTo>
                  <a:pt x="864266" y="62353"/>
                  <a:pt x="862005" y="55373"/>
                  <a:pt x="857672" y="50541"/>
                </a:cubicBezTo>
                <a:cubicBezTo>
                  <a:pt x="853340" y="45707"/>
                  <a:pt x="847320" y="43290"/>
                  <a:pt x="839611" y="43290"/>
                </a:cubicBezTo>
                <a:cubicBezTo>
                  <a:pt x="831838" y="43290"/>
                  <a:pt x="825738" y="45690"/>
                  <a:pt x="821310" y="50490"/>
                </a:cubicBezTo>
                <a:cubicBezTo>
                  <a:pt x="816883" y="55288"/>
                  <a:pt x="814318" y="62285"/>
                  <a:pt x="813618" y="71481"/>
                </a:cubicBezTo>
                <a:close/>
                <a:moveTo>
                  <a:pt x="935239" y="130349"/>
                </a:moveTo>
                <a:cubicBezTo>
                  <a:pt x="927657" y="130349"/>
                  <a:pt x="921095" y="128479"/>
                  <a:pt x="915553" y="124740"/>
                </a:cubicBezTo>
                <a:cubicBezTo>
                  <a:pt x="910010" y="121001"/>
                  <a:pt x="905725" y="115409"/>
                  <a:pt x="902699" y="107963"/>
                </a:cubicBezTo>
                <a:cubicBezTo>
                  <a:pt x="899673" y="100517"/>
                  <a:pt x="898160" y="91316"/>
                  <a:pt x="898160" y="80360"/>
                </a:cubicBezTo>
                <a:cubicBezTo>
                  <a:pt x="898160" y="69470"/>
                  <a:pt x="899769" y="60384"/>
                  <a:pt x="902986" y="53103"/>
                </a:cubicBezTo>
                <a:cubicBezTo>
                  <a:pt x="906203" y="45821"/>
                  <a:pt x="910743" y="40326"/>
                  <a:pt x="916604" y="36619"/>
                </a:cubicBezTo>
                <a:cubicBezTo>
                  <a:pt x="922465" y="32912"/>
                  <a:pt x="929377" y="31058"/>
                  <a:pt x="937341" y="31058"/>
                </a:cubicBezTo>
                <a:cubicBezTo>
                  <a:pt x="943967" y="31058"/>
                  <a:pt x="949732" y="32508"/>
                  <a:pt x="954638" y="35406"/>
                </a:cubicBezTo>
                <a:cubicBezTo>
                  <a:pt x="959544" y="38305"/>
                  <a:pt x="963494" y="42239"/>
                  <a:pt x="966488" y="47208"/>
                </a:cubicBezTo>
                <a:lnTo>
                  <a:pt x="966488" y="0"/>
                </a:lnTo>
                <a:lnTo>
                  <a:pt x="982447" y="0"/>
                </a:lnTo>
                <a:lnTo>
                  <a:pt x="982447" y="128628"/>
                </a:lnTo>
                <a:lnTo>
                  <a:pt x="967348" y="128628"/>
                </a:lnTo>
                <a:lnTo>
                  <a:pt x="966488" y="115058"/>
                </a:lnTo>
                <a:cubicBezTo>
                  <a:pt x="963175" y="119582"/>
                  <a:pt x="958907" y="123261"/>
                  <a:pt x="953682" y="126096"/>
                </a:cubicBezTo>
                <a:cubicBezTo>
                  <a:pt x="948458" y="128931"/>
                  <a:pt x="942310" y="130349"/>
                  <a:pt x="935239" y="130349"/>
                </a:cubicBezTo>
                <a:moveTo>
                  <a:pt x="938488" y="117256"/>
                </a:moveTo>
                <a:cubicBezTo>
                  <a:pt x="945305" y="117256"/>
                  <a:pt x="950975" y="115582"/>
                  <a:pt x="955498" y="112233"/>
                </a:cubicBezTo>
                <a:cubicBezTo>
                  <a:pt x="960021" y="108885"/>
                  <a:pt x="963685" y="104857"/>
                  <a:pt x="966488" y="100151"/>
                </a:cubicBezTo>
                <a:lnTo>
                  <a:pt x="966488" y="62854"/>
                </a:lnTo>
                <a:cubicBezTo>
                  <a:pt x="963876" y="57417"/>
                  <a:pt x="960451" y="52924"/>
                  <a:pt x="956215" y="49376"/>
                </a:cubicBezTo>
                <a:cubicBezTo>
                  <a:pt x="951978" y="45829"/>
                  <a:pt x="946643" y="44055"/>
                  <a:pt x="940208" y="44055"/>
                </a:cubicBezTo>
                <a:cubicBezTo>
                  <a:pt x="931735" y="44055"/>
                  <a:pt x="925348" y="47204"/>
                  <a:pt x="921047" y="53504"/>
                </a:cubicBezTo>
                <a:cubicBezTo>
                  <a:pt x="916747" y="59803"/>
                  <a:pt x="914597" y="68754"/>
                  <a:pt x="914597" y="80357"/>
                </a:cubicBezTo>
                <a:cubicBezTo>
                  <a:pt x="914597" y="92358"/>
                  <a:pt x="916620" y="101508"/>
                  <a:pt x="920665" y="107808"/>
                </a:cubicBezTo>
                <a:cubicBezTo>
                  <a:pt x="924711" y="114107"/>
                  <a:pt x="930652" y="117256"/>
                  <a:pt x="938488" y="117256"/>
                </a:cubicBezTo>
                <a:close/>
                <a:moveTo>
                  <a:pt x="1072622" y="130349"/>
                </a:moveTo>
                <a:cubicBezTo>
                  <a:pt x="1067271" y="130349"/>
                  <a:pt x="1062381" y="129304"/>
                  <a:pt x="1057953" y="127216"/>
                </a:cubicBezTo>
                <a:cubicBezTo>
                  <a:pt x="1053525" y="125127"/>
                  <a:pt x="1049989" y="122044"/>
                  <a:pt x="1047346" y="117964"/>
                </a:cubicBezTo>
                <a:cubicBezTo>
                  <a:pt x="1044702" y="113885"/>
                  <a:pt x="1043380" y="108843"/>
                  <a:pt x="1043380" y="102838"/>
                </a:cubicBezTo>
                <a:cubicBezTo>
                  <a:pt x="1043380" y="94289"/>
                  <a:pt x="1045992" y="87796"/>
                  <a:pt x="1051216" y="83358"/>
                </a:cubicBezTo>
                <a:cubicBezTo>
                  <a:pt x="1056440" y="78921"/>
                  <a:pt x="1063830" y="75902"/>
                  <a:pt x="1073387" y="74304"/>
                </a:cubicBezTo>
                <a:cubicBezTo>
                  <a:pt x="1082943" y="72705"/>
                  <a:pt x="1094124" y="71840"/>
                  <a:pt x="1106929" y="71708"/>
                </a:cubicBezTo>
                <a:lnTo>
                  <a:pt x="1106929" y="64861"/>
                </a:lnTo>
                <a:cubicBezTo>
                  <a:pt x="1106929" y="56469"/>
                  <a:pt x="1104954" y="50712"/>
                  <a:pt x="1101004" y="47591"/>
                </a:cubicBezTo>
                <a:cubicBezTo>
                  <a:pt x="1097054" y="44469"/>
                  <a:pt x="1092053" y="42908"/>
                  <a:pt x="1086001" y="42908"/>
                </a:cubicBezTo>
                <a:cubicBezTo>
                  <a:pt x="1079566" y="42908"/>
                  <a:pt x="1074151" y="44609"/>
                  <a:pt x="1069755" y="48012"/>
                </a:cubicBezTo>
                <a:cubicBezTo>
                  <a:pt x="1065359" y="51414"/>
                  <a:pt x="1063161" y="56785"/>
                  <a:pt x="1063161" y="64123"/>
                </a:cubicBezTo>
                <a:lnTo>
                  <a:pt x="1047680" y="64123"/>
                </a:lnTo>
                <a:cubicBezTo>
                  <a:pt x="1047680" y="56251"/>
                  <a:pt x="1049321" y="49888"/>
                  <a:pt x="1052602" y="45034"/>
                </a:cubicBezTo>
                <a:cubicBezTo>
                  <a:pt x="1055883" y="40178"/>
                  <a:pt x="1060406" y="36636"/>
                  <a:pt x="1066172" y="34406"/>
                </a:cubicBezTo>
                <a:cubicBezTo>
                  <a:pt x="1071937" y="32174"/>
                  <a:pt x="1078547" y="31058"/>
                  <a:pt x="1086001" y="31058"/>
                </a:cubicBezTo>
                <a:cubicBezTo>
                  <a:pt x="1090779" y="31058"/>
                  <a:pt x="1095350" y="31518"/>
                  <a:pt x="1099714" y="32438"/>
                </a:cubicBezTo>
                <a:cubicBezTo>
                  <a:pt x="1104078" y="33356"/>
                  <a:pt x="1107996" y="35029"/>
                  <a:pt x="1111469" y="37458"/>
                </a:cubicBezTo>
                <a:cubicBezTo>
                  <a:pt x="1114941" y="39887"/>
                  <a:pt x="1117696" y="43284"/>
                  <a:pt x="1119735" y="47650"/>
                </a:cubicBezTo>
                <a:cubicBezTo>
                  <a:pt x="1121774" y="52014"/>
                  <a:pt x="1122793" y="57642"/>
                  <a:pt x="1122793" y="64532"/>
                </a:cubicBezTo>
                <a:lnTo>
                  <a:pt x="1122793" y="128628"/>
                </a:lnTo>
                <a:lnTo>
                  <a:pt x="1107885" y="128628"/>
                </a:lnTo>
                <a:lnTo>
                  <a:pt x="1107216" y="114485"/>
                </a:lnTo>
                <a:cubicBezTo>
                  <a:pt x="1102948" y="119263"/>
                  <a:pt x="1097994" y="123102"/>
                  <a:pt x="1092356" y="126000"/>
                </a:cubicBezTo>
                <a:cubicBezTo>
                  <a:pt x="1086718" y="128899"/>
                  <a:pt x="1080140" y="130349"/>
                  <a:pt x="1072622" y="130349"/>
                </a:cubicBezTo>
                <a:moveTo>
                  <a:pt x="1076827" y="118116"/>
                </a:moveTo>
                <a:cubicBezTo>
                  <a:pt x="1083198" y="118116"/>
                  <a:pt x="1088932" y="116560"/>
                  <a:pt x="1094028" y="113446"/>
                </a:cubicBezTo>
                <a:cubicBezTo>
                  <a:pt x="1099125" y="110330"/>
                  <a:pt x="1103394" y="106387"/>
                  <a:pt x="1106834" y="101617"/>
                </a:cubicBezTo>
                <a:lnTo>
                  <a:pt x="1106834" y="81934"/>
                </a:lnTo>
                <a:cubicBezTo>
                  <a:pt x="1089887" y="82133"/>
                  <a:pt x="1077735" y="83790"/>
                  <a:pt x="1070376" y="86906"/>
                </a:cubicBezTo>
                <a:cubicBezTo>
                  <a:pt x="1063018" y="90020"/>
                  <a:pt x="1059339" y="95122"/>
                  <a:pt x="1059339" y="102211"/>
                </a:cubicBezTo>
                <a:cubicBezTo>
                  <a:pt x="1059339" y="107049"/>
                  <a:pt x="1060820" y="110909"/>
                  <a:pt x="1063782" y="113792"/>
                </a:cubicBezTo>
                <a:cubicBezTo>
                  <a:pt x="1066745" y="116675"/>
                  <a:pt x="1071093" y="118116"/>
                  <a:pt x="1076827" y="118116"/>
                </a:cubicBezTo>
                <a:close/>
                <a:moveTo>
                  <a:pt x="1188856" y="130349"/>
                </a:moveTo>
                <a:cubicBezTo>
                  <a:pt x="1183632" y="130349"/>
                  <a:pt x="1178679" y="129758"/>
                  <a:pt x="1173996" y="128578"/>
                </a:cubicBezTo>
                <a:cubicBezTo>
                  <a:pt x="1169314" y="127397"/>
                  <a:pt x="1165188" y="125528"/>
                  <a:pt x="1161621" y="122969"/>
                </a:cubicBezTo>
                <a:cubicBezTo>
                  <a:pt x="1158053" y="120411"/>
                  <a:pt x="1155266" y="117049"/>
                  <a:pt x="1153259" y="112884"/>
                </a:cubicBezTo>
                <a:cubicBezTo>
                  <a:pt x="1151252" y="108717"/>
                  <a:pt x="1150249" y="103681"/>
                  <a:pt x="1150249" y="97776"/>
                </a:cubicBezTo>
                <a:lnTo>
                  <a:pt x="1165634" y="97776"/>
                </a:lnTo>
                <a:cubicBezTo>
                  <a:pt x="1165634" y="105384"/>
                  <a:pt x="1167880" y="110739"/>
                  <a:pt x="1172372" y="113843"/>
                </a:cubicBezTo>
                <a:cubicBezTo>
                  <a:pt x="1176863" y="116947"/>
                  <a:pt x="1182485" y="118499"/>
                  <a:pt x="1189239" y="118499"/>
                </a:cubicBezTo>
                <a:cubicBezTo>
                  <a:pt x="1195291" y="118499"/>
                  <a:pt x="1200276" y="117274"/>
                  <a:pt x="1204194" y="114826"/>
                </a:cubicBezTo>
                <a:cubicBezTo>
                  <a:pt x="1208112" y="112377"/>
                  <a:pt x="1210071" y="108334"/>
                  <a:pt x="1210071" y="102698"/>
                </a:cubicBezTo>
                <a:cubicBezTo>
                  <a:pt x="1210071" y="97973"/>
                  <a:pt x="1208304" y="94464"/>
                  <a:pt x="1204768" y="92168"/>
                </a:cubicBezTo>
                <a:cubicBezTo>
                  <a:pt x="1201232" y="89870"/>
                  <a:pt x="1195004" y="87640"/>
                  <a:pt x="1186085" y="85476"/>
                </a:cubicBezTo>
                <a:cubicBezTo>
                  <a:pt x="1178822" y="83704"/>
                  <a:pt x="1172706" y="81654"/>
                  <a:pt x="1167737" y="79327"/>
                </a:cubicBezTo>
                <a:cubicBezTo>
                  <a:pt x="1162768" y="76997"/>
                  <a:pt x="1159041" y="74045"/>
                  <a:pt x="1156556" y="70469"/>
                </a:cubicBezTo>
                <a:cubicBezTo>
                  <a:pt x="1154071" y="66893"/>
                  <a:pt x="1152829" y="62383"/>
                  <a:pt x="1152829" y="56938"/>
                </a:cubicBezTo>
                <a:cubicBezTo>
                  <a:pt x="1152829" y="52673"/>
                  <a:pt x="1153705" y="48918"/>
                  <a:pt x="1155457" y="45670"/>
                </a:cubicBezTo>
                <a:cubicBezTo>
                  <a:pt x="1157209" y="42423"/>
                  <a:pt x="1159662" y="39718"/>
                  <a:pt x="1162815" y="37553"/>
                </a:cubicBezTo>
                <a:cubicBezTo>
                  <a:pt x="1165969" y="35387"/>
                  <a:pt x="1169680" y="33764"/>
                  <a:pt x="1173948" y="32683"/>
                </a:cubicBezTo>
                <a:cubicBezTo>
                  <a:pt x="1178217" y="31600"/>
                  <a:pt x="1182836" y="31058"/>
                  <a:pt x="1187805" y="31058"/>
                </a:cubicBezTo>
                <a:cubicBezTo>
                  <a:pt x="1192711" y="31058"/>
                  <a:pt x="1197314" y="31648"/>
                  <a:pt x="1201614" y="32829"/>
                </a:cubicBezTo>
                <a:cubicBezTo>
                  <a:pt x="1205914" y="34010"/>
                  <a:pt x="1209705" y="35847"/>
                  <a:pt x="1212986" y="38342"/>
                </a:cubicBezTo>
                <a:cubicBezTo>
                  <a:pt x="1216267" y="40834"/>
                  <a:pt x="1218863" y="44049"/>
                  <a:pt x="1220775" y="47985"/>
                </a:cubicBezTo>
                <a:cubicBezTo>
                  <a:pt x="1222686" y="51921"/>
                  <a:pt x="1223641" y="56644"/>
                  <a:pt x="1223641" y="62155"/>
                </a:cubicBezTo>
                <a:lnTo>
                  <a:pt x="1208160" y="62155"/>
                </a:lnTo>
                <a:cubicBezTo>
                  <a:pt x="1208160" y="55201"/>
                  <a:pt x="1206185" y="50286"/>
                  <a:pt x="1202235" y="47411"/>
                </a:cubicBezTo>
                <a:cubicBezTo>
                  <a:pt x="1198285" y="44537"/>
                  <a:pt x="1193475" y="43099"/>
                  <a:pt x="1187805" y="43099"/>
                </a:cubicBezTo>
                <a:cubicBezTo>
                  <a:pt x="1182071" y="43099"/>
                  <a:pt x="1177421" y="44178"/>
                  <a:pt x="1173853" y="46336"/>
                </a:cubicBezTo>
                <a:cubicBezTo>
                  <a:pt x="1170285" y="48492"/>
                  <a:pt x="1168501" y="51862"/>
                  <a:pt x="1168501" y="56445"/>
                </a:cubicBezTo>
                <a:cubicBezTo>
                  <a:pt x="1168501" y="59003"/>
                  <a:pt x="1169298" y="61169"/>
                  <a:pt x="1170890" y="62941"/>
                </a:cubicBezTo>
                <a:cubicBezTo>
                  <a:pt x="1172483" y="64712"/>
                  <a:pt x="1175159" y="66304"/>
                  <a:pt x="1178918" y="67716"/>
                </a:cubicBezTo>
                <a:cubicBezTo>
                  <a:pt x="1182677" y="69125"/>
                  <a:pt x="1187741" y="70617"/>
                  <a:pt x="1194112" y="72192"/>
                </a:cubicBezTo>
                <a:cubicBezTo>
                  <a:pt x="1201057" y="73898"/>
                  <a:pt x="1206886" y="75932"/>
                  <a:pt x="1211600" y="78293"/>
                </a:cubicBezTo>
                <a:cubicBezTo>
                  <a:pt x="1216315" y="80655"/>
                  <a:pt x="1219867" y="83689"/>
                  <a:pt x="1222256" y="87396"/>
                </a:cubicBezTo>
                <a:cubicBezTo>
                  <a:pt x="1224645" y="91101"/>
                  <a:pt x="1225839" y="95840"/>
                  <a:pt x="1225839" y="101614"/>
                </a:cubicBezTo>
                <a:cubicBezTo>
                  <a:pt x="1225839" y="106599"/>
                  <a:pt x="1224900" y="110912"/>
                  <a:pt x="1223020" y="114554"/>
                </a:cubicBezTo>
                <a:cubicBezTo>
                  <a:pt x="1221141" y="118195"/>
                  <a:pt x="1218529" y="121180"/>
                  <a:pt x="1215184" y="123510"/>
                </a:cubicBezTo>
                <a:cubicBezTo>
                  <a:pt x="1211839" y="125839"/>
                  <a:pt x="1207921" y="127561"/>
                  <a:pt x="1203430" y="128676"/>
                </a:cubicBezTo>
                <a:cubicBezTo>
                  <a:pt x="1198938" y="129791"/>
                  <a:pt x="1194081" y="130349"/>
                  <a:pt x="1188856" y="130349"/>
                </a:cubicBezTo>
                <a:close/>
                <a:moveTo>
                  <a:pt x="1351653" y="162840"/>
                </a:moveTo>
                <a:lnTo>
                  <a:pt x="1351653" y="114581"/>
                </a:lnTo>
                <a:cubicBezTo>
                  <a:pt x="1348340" y="119359"/>
                  <a:pt x="1344056" y="123181"/>
                  <a:pt x="1338800" y="126048"/>
                </a:cubicBezTo>
                <a:cubicBezTo>
                  <a:pt x="1333544" y="128915"/>
                  <a:pt x="1327444" y="130349"/>
                  <a:pt x="1320499" y="130349"/>
                </a:cubicBezTo>
                <a:cubicBezTo>
                  <a:pt x="1312790" y="130349"/>
                  <a:pt x="1306149" y="128481"/>
                  <a:pt x="1300574" y="124746"/>
                </a:cubicBezTo>
                <a:cubicBezTo>
                  <a:pt x="1295000" y="121009"/>
                  <a:pt x="1290731" y="115406"/>
                  <a:pt x="1287769" y="107936"/>
                </a:cubicBezTo>
                <a:cubicBezTo>
                  <a:pt x="1284806" y="100464"/>
                  <a:pt x="1283325" y="91255"/>
                  <a:pt x="1283325" y="80309"/>
                </a:cubicBezTo>
                <a:cubicBezTo>
                  <a:pt x="1283325" y="69497"/>
                  <a:pt x="1284934" y="60453"/>
                  <a:pt x="1288151" y="53178"/>
                </a:cubicBezTo>
                <a:cubicBezTo>
                  <a:pt x="1291368" y="45903"/>
                  <a:pt x="1295892" y="40398"/>
                  <a:pt x="1301721" y="36664"/>
                </a:cubicBezTo>
                <a:cubicBezTo>
                  <a:pt x="1307550" y="32927"/>
                  <a:pt x="1314415" y="31058"/>
                  <a:pt x="1322315" y="31058"/>
                </a:cubicBezTo>
                <a:cubicBezTo>
                  <a:pt x="1329196" y="31058"/>
                  <a:pt x="1335057" y="32539"/>
                  <a:pt x="1339899" y="35502"/>
                </a:cubicBezTo>
                <a:cubicBezTo>
                  <a:pt x="1344741" y="38464"/>
                  <a:pt x="1348659" y="42366"/>
                  <a:pt x="1351653" y="47208"/>
                </a:cubicBezTo>
                <a:lnTo>
                  <a:pt x="1352226" y="32683"/>
                </a:lnTo>
                <a:lnTo>
                  <a:pt x="1367612" y="32683"/>
                </a:lnTo>
                <a:lnTo>
                  <a:pt x="1367612" y="162840"/>
                </a:lnTo>
                <a:lnTo>
                  <a:pt x="1351653" y="162840"/>
                </a:lnTo>
                <a:moveTo>
                  <a:pt x="1323366" y="117256"/>
                </a:moveTo>
                <a:cubicBezTo>
                  <a:pt x="1330310" y="117256"/>
                  <a:pt x="1336060" y="115551"/>
                  <a:pt x="1340615" y="112141"/>
                </a:cubicBezTo>
                <a:cubicBezTo>
                  <a:pt x="1345171" y="108730"/>
                  <a:pt x="1348850" y="104575"/>
                  <a:pt x="1351653" y="99676"/>
                </a:cubicBezTo>
                <a:lnTo>
                  <a:pt x="1351653" y="62728"/>
                </a:lnTo>
                <a:cubicBezTo>
                  <a:pt x="1349041" y="57496"/>
                  <a:pt x="1345632" y="53092"/>
                  <a:pt x="1341428" y="49517"/>
                </a:cubicBezTo>
                <a:cubicBezTo>
                  <a:pt x="1337223" y="45941"/>
                  <a:pt x="1331871" y="44120"/>
                  <a:pt x="1325373" y="44055"/>
                </a:cubicBezTo>
                <a:cubicBezTo>
                  <a:pt x="1316900" y="44055"/>
                  <a:pt x="1310449" y="47217"/>
                  <a:pt x="1306021" y="53542"/>
                </a:cubicBezTo>
                <a:cubicBezTo>
                  <a:pt x="1301594" y="59866"/>
                  <a:pt x="1299380" y="68788"/>
                  <a:pt x="1299380" y="80309"/>
                </a:cubicBezTo>
                <a:cubicBezTo>
                  <a:pt x="1299380" y="92360"/>
                  <a:pt x="1301466" y="101531"/>
                  <a:pt x="1305639" y="107822"/>
                </a:cubicBezTo>
                <a:cubicBezTo>
                  <a:pt x="1309812" y="114112"/>
                  <a:pt x="1315721" y="117256"/>
                  <a:pt x="1323366" y="117256"/>
                </a:cubicBezTo>
                <a:close/>
                <a:moveTo>
                  <a:pt x="1425557" y="130349"/>
                </a:moveTo>
                <a:cubicBezTo>
                  <a:pt x="1414790" y="130349"/>
                  <a:pt x="1407018" y="127255"/>
                  <a:pt x="1402240" y="121067"/>
                </a:cubicBezTo>
                <a:cubicBezTo>
                  <a:pt x="1397462" y="114877"/>
                  <a:pt x="1395073" y="106351"/>
                  <a:pt x="1395073" y="95489"/>
                </a:cubicBezTo>
                <a:lnTo>
                  <a:pt x="1395073" y="32683"/>
                </a:lnTo>
                <a:lnTo>
                  <a:pt x="1411127" y="32683"/>
                </a:lnTo>
                <a:lnTo>
                  <a:pt x="1411127" y="93563"/>
                </a:lnTo>
                <a:cubicBezTo>
                  <a:pt x="1411127" y="97933"/>
                  <a:pt x="1411605" y="101839"/>
                  <a:pt x="1412561" y="105281"/>
                </a:cubicBezTo>
                <a:cubicBezTo>
                  <a:pt x="1413516" y="108723"/>
                  <a:pt x="1415332" y="111405"/>
                  <a:pt x="1418008" y="113326"/>
                </a:cubicBezTo>
                <a:cubicBezTo>
                  <a:pt x="1420684" y="115246"/>
                  <a:pt x="1424538" y="116205"/>
                  <a:pt x="1429571" y="116205"/>
                </a:cubicBezTo>
                <a:cubicBezTo>
                  <a:pt x="1436579" y="116205"/>
                  <a:pt x="1442440" y="114699"/>
                  <a:pt x="1447155" y="111687"/>
                </a:cubicBezTo>
                <a:cubicBezTo>
                  <a:pt x="1451869" y="108675"/>
                  <a:pt x="1455660" y="105182"/>
                  <a:pt x="1458527" y="101208"/>
                </a:cubicBezTo>
                <a:lnTo>
                  <a:pt x="1458527" y="32683"/>
                </a:lnTo>
                <a:lnTo>
                  <a:pt x="1474581" y="32683"/>
                </a:lnTo>
                <a:lnTo>
                  <a:pt x="1474581" y="128628"/>
                </a:lnTo>
                <a:lnTo>
                  <a:pt x="1459196" y="128628"/>
                </a:lnTo>
                <a:lnTo>
                  <a:pt x="1458718" y="114581"/>
                </a:lnTo>
                <a:cubicBezTo>
                  <a:pt x="1455724" y="118276"/>
                  <a:pt x="1451503" y="121828"/>
                  <a:pt x="1446056" y="125236"/>
                </a:cubicBezTo>
                <a:cubicBezTo>
                  <a:pt x="1440609" y="128644"/>
                  <a:pt x="1433776" y="130349"/>
                  <a:pt x="1425557" y="130349"/>
                </a:cubicBezTo>
                <a:close/>
                <a:moveTo>
                  <a:pt x="1527461" y="130349"/>
                </a:moveTo>
                <a:cubicBezTo>
                  <a:pt x="1522110" y="130349"/>
                  <a:pt x="1517220" y="129304"/>
                  <a:pt x="1512792" y="127216"/>
                </a:cubicBezTo>
                <a:cubicBezTo>
                  <a:pt x="1508365" y="125127"/>
                  <a:pt x="1504829" y="122044"/>
                  <a:pt x="1502185" y="117964"/>
                </a:cubicBezTo>
                <a:cubicBezTo>
                  <a:pt x="1499541" y="113885"/>
                  <a:pt x="1498219" y="108843"/>
                  <a:pt x="1498219" y="102838"/>
                </a:cubicBezTo>
                <a:cubicBezTo>
                  <a:pt x="1498219" y="94289"/>
                  <a:pt x="1500831" y="87796"/>
                  <a:pt x="1506055" y="83358"/>
                </a:cubicBezTo>
                <a:cubicBezTo>
                  <a:pt x="1511279" y="78921"/>
                  <a:pt x="1518670" y="75902"/>
                  <a:pt x="1528226" y="74304"/>
                </a:cubicBezTo>
                <a:cubicBezTo>
                  <a:pt x="1537782" y="72705"/>
                  <a:pt x="1548963" y="71840"/>
                  <a:pt x="1561769" y="71708"/>
                </a:cubicBezTo>
                <a:lnTo>
                  <a:pt x="1561769" y="64861"/>
                </a:lnTo>
                <a:cubicBezTo>
                  <a:pt x="1561769" y="56469"/>
                  <a:pt x="1559794" y="50712"/>
                  <a:pt x="1555844" y="47591"/>
                </a:cubicBezTo>
                <a:cubicBezTo>
                  <a:pt x="1551894" y="44469"/>
                  <a:pt x="1546893" y="42908"/>
                  <a:pt x="1540840" y="42908"/>
                </a:cubicBezTo>
                <a:cubicBezTo>
                  <a:pt x="1534406" y="42908"/>
                  <a:pt x="1528991" y="44609"/>
                  <a:pt x="1524595" y="48012"/>
                </a:cubicBezTo>
                <a:cubicBezTo>
                  <a:pt x="1520199" y="51414"/>
                  <a:pt x="1518001" y="56785"/>
                  <a:pt x="1518001" y="64123"/>
                </a:cubicBezTo>
                <a:lnTo>
                  <a:pt x="1502519" y="64123"/>
                </a:lnTo>
                <a:cubicBezTo>
                  <a:pt x="1502519" y="56251"/>
                  <a:pt x="1504160" y="49888"/>
                  <a:pt x="1507441" y="45034"/>
                </a:cubicBezTo>
                <a:cubicBezTo>
                  <a:pt x="1510722" y="40178"/>
                  <a:pt x="1515245" y="36636"/>
                  <a:pt x="1521011" y="34406"/>
                </a:cubicBezTo>
                <a:cubicBezTo>
                  <a:pt x="1526777" y="32174"/>
                  <a:pt x="1533386" y="31058"/>
                  <a:pt x="1540840" y="31058"/>
                </a:cubicBezTo>
                <a:cubicBezTo>
                  <a:pt x="1545619" y="31058"/>
                  <a:pt x="1550190" y="31518"/>
                  <a:pt x="1554554" y="32438"/>
                </a:cubicBezTo>
                <a:cubicBezTo>
                  <a:pt x="1558918" y="33356"/>
                  <a:pt x="1562836" y="35029"/>
                  <a:pt x="1566308" y="37458"/>
                </a:cubicBezTo>
                <a:cubicBezTo>
                  <a:pt x="1569780" y="39887"/>
                  <a:pt x="1572536" y="43284"/>
                  <a:pt x="1574574" y="47650"/>
                </a:cubicBezTo>
                <a:cubicBezTo>
                  <a:pt x="1576613" y="52014"/>
                  <a:pt x="1577632" y="57642"/>
                  <a:pt x="1577632" y="64532"/>
                </a:cubicBezTo>
                <a:lnTo>
                  <a:pt x="1577632" y="128628"/>
                </a:lnTo>
                <a:lnTo>
                  <a:pt x="1562724" y="128628"/>
                </a:lnTo>
                <a:lnTo>
                  <a:pt x="1562055" y="114485"/>
                </a:lnTo>
                <a:cubicBezTo>
                  <a:pt x="1557787" y="119263"/>
                  <a:pt x="1552834" y="123102"/>
                  <a:pt x="1547195" y="126000"/>
                </a:cubicBezTo>
                <a:cubicBezTo>
                  <a:pt x="1541557" y="128899"/>
                  <a:pt x="1534979" y="130349"/>
                  <a:pt x="1527461" y="130349"/>
                </a:cubicBezTo>
                <a:moveTo>
                  <a:pt x="1531666" y="118116"/>
                </a:moveTo>
                <a:cubicBezTo>
                  <a:pt x="1538037" y="118116"/>
                  <a:pt x="1543771" y="116560"/>
                  <a:pt x="1548868" y="113446"/>
                </a:cubicBezTo>
                <a:cubicBezTo>
                  <a:pt x="1553964" y="110330"/>
                  <a:pt x="1558233" y="106387"/>
                  <a:pt x="1561673" y="101617"/>
                </a:cubicBezTo>
                <a:lnTo>
                  <a:pt x="1561673" y="81934"/>
                </a:lnTo>
                <a:cubicBezTo>
                  <a:pt x="1544727" y="82133"/>
                  <a:pt x="1532574" y="83790"/>
                  <a:pt x="1525216" y="86906"/>
                </a:cubicBezTo>
                <a:cubicBezTo>
                  <a:pt x="1517857" y="90020"/>
                  <a:pt x="1514178" y="95122"/>
                  <a:pt x="1514178" y="102211"/>
                </a:cubicBezTo>
                <a:cubicBezTo>
                  <a:pt x="1514178" y="107049"/>
                  <a:pt x="1515659" y="110909"/>
                  <a:pt x="1518622" y="113792"/>
                </a:cubicBezTo>
                <a:cubicBezTo>
                  <a:pt x="1521584" y="116675"/>
                  <a:pt x="1525932" y="118116"/>
                  <a:pt x="1531666" y="118116"/>
                </a:cubicBezTo>
                <a:close/>
                <a:moveTo>
                  <a:pt x="1636482" y="130349"/>
                </a:moveTo>
                <a:cubicBezTo>
                  <a:pt x="1628901" y="130349"/>
                  <a:pt x="1622339" y="128479"/>
                  <a:pt x="1616796" y="124740"/>
                </a:cubicBezTo>
                <a:cubicBezTo>
                  <a:pt x="1611253" y="121001"/>
                  <a:pt x="1606969" y="115409"/>
                  <a:pt x="1603943" y="107963"/>
                </a:cubicBezTo>
                <a:cubicBezTo>
                  <a:pt x="1600916" y="100517"/>
                  <a:pt x="1599403" y="91316"/>
                  <a:pt x="1599403" y="80360"/>
                </a:cubicBezTo>
                <a:cubicBezTo>
                  <a:pt x="1599403" y="69470"/>
                  <a:pt x="1601012" y="60384"/>
                  <a:pt x="1604229" y="53103"/>
                </a:cubicBezTo>
                <a:cubicBezTo>
                  <a:pt x="1607447" y="45821"/>
                  <a:pt x="1611986" y="40326"/>
                  <a:pt x="1617847" y="36619"/>
                </a:cubicBezTo>
                <a:cubicBezTo>
                  <a:pt x="1623708" y="32912"/>
                  <a:pt x="1630621" y="31058"/>
                  <a:pt x="1638584" y="31058"/>
                </a:cubicBezTo>
                <a:cubicBezTo>
                  <a:pt x="1645210" y="31058"/>
                  <a:pt x="1650976" y="32508"/>
                  <a:pt x="1655881" y="35406"/>
                </a:cubicBezTo>
                <a:cubicBezTo>
                  <a:pt x="1660787" y="38305"/>
                  <a:pt x="1664737" y="42239"/>
                  <a:pt x="1667731" y="47208"/>
                </a:cubicBezTo>
                <a:lnTo>
                  <a:pt x="1667731" y="0"/>
                </a:lnTo>
                <a:lnTo>
                  <a:pt x="1683690" y="0"/>
                </a:lnTo>
                <a:lnTo>
                  <a:pt x="1683690" y="128628"/>
                </a:lnTo>
                <a:lnTo>
                  <a:pt x="1668591" y="128628"/>
                </a:lnTo>
                <a:lnTo>
                  <a:pt x="1667731" y="115058"/>
                </a:lnTo>
                <a:cubicBezTo>
                  <a:pt x="1664418" y="119582"/>
                  <a:pt x="1660150" y="123261"/>
                  <a:pt x="1654926" y="126096"/>
                </a:cubicBezTo>
                <a:cubicBezTo>
                  <a:pt x="1649702" y="128931"/>
                  <a:pt x="1643554" y="130349"/>
                  <a:pt x="1636482" y="130349"/>
                </a:cubicBezTo>
                <a:moveTo>
                  <a:pt x="1639731" y="117256"/>
                </a:moveTo>
                <a:cubicBezTo>
                  <a:pt x="1646548" y="117256"/>
                  <a:pt x="1652218" y="115582"/>
                  <a:pt x="1656741" y="112233"/>
                </a:cubicBezTo>
                <a:cubicBezTo>
                  <a:pt x="1661265" y="108885"/>
                  <a:pt x="1664928" y="104857"/>
                  <a:pt x="1667731" y="100151"/>
                </a:cubicBezTo>
                <a:lnTo>
                  <a:pt x="1667731" y="62854"/>
                </a:lnTo>
                <a:cubicBezTo>
                  <a:pt x="1665119" y="57417"/>
                  <a:pt x="1661695" y="52924"/>
                  <a:pt x="1657458" y="49376"/>
                </a:cubicBezTo>
                <a:cubicBezTo>
                  <a:pt x="1653222" y="45829"/>
                  <a:pt x="1647886" y="44055"/>
                  <a:pt x="1641451" y="44055"/>
                </a:cubicBezTo>
                <a:cubicBezTo>
                  <a:pt x="1632978" y="44055"/>
                  <a:pt x="1626591" y="47204"/>
                  <a:pt x="1622291" y="53504"/>
                </a:cubicBezTo>
                <a:cubicBezTo>
                  <a:pt x="1617990" y="59803"/>
                  <a:pt x="1615840" y="68754"/>
                  <a:pt x="1615840" y="80357"/>
                </a:cubicBezTo>
                <a:cubicBezTo>
                  <a:pt x="1615840" y="92358"/>
                  <a:pt x="1617863" y="101508"/>
                  <a:pt x="1621909" y="107808"/>
                </a:cubicBezTo>
                <a:cubicBezTo>
                  <a:pt x="1625954" y="114107"/>
                  <a:pt x="1631895" y="117256"/>
                  <a:pt x="1639731" y="117256"/>
                </a:cubicBezTo>
                <a:close/>
                <a:moveTo>
                  <a:pt x="1787004" y="128628"/>
                </a:moveTo>
                <a:cubicBezTo>
                  <a:pt x="1779487" y="128628"/>
                  <a:pt x="1773721" y="127391"/>
                  <a:pt x="1769707" y="124916"/>
                </a:cubicBezTo>
                <a:cubicBezTo>
                  <a:pt x="1765694" y="122442"/>
                  <a:pt x="1762938" y="118879"/>
                  <a:pt x="1761441" y="114228"/>
                </a:cubicBezTo>
                <a:cubicBezTo>
                  <a:pt x="1759944" y="109575"/>
                  <a:pt x="1759195" y="103983"/>
                  <a:pt x="1759195" y="97451"/>
                </a:cubicBezTo>
                <a:lnTo>
                  <a:pt x="1759195" y="45584"/>
                </a:lnTo>
                <a:lnTo>
                  <a:pt x="1743619" y="45584"/>
                </a:lnTo>
                <a:lnTo>
                  <a:pt x="1743619" y="32683"/>
                </a:lnTo>
                <a:lnTo>
                  <a:pt x="1759195" y="32683"/>
                </a:lnTo>
                <a:lnTo>
                  <a:pt x="1759195" y="11372"/>
                </a:lnTo>
                <a:lnTo>
                  <a:pt x="1775059" y="11372"/>
                </a:lnTo>
                <a:lnTo>
                  <a:pt x="1775059" y="32683"/>
                </a:lnTo>
                <a:lnTo>
                  <a:pt x="1797994" y="32683"/>
                </a:lnTo>
                <a:lnTo>
                  <a:pt x="1797994" y="45584"/>
                </a:lnTo>
                <a:lnTo>
                  <a:pt x="1775059" y="45584"/>
                </a:lnTo>
                <a:lnTo>
                  <a:pt x="1775059" y="96997"/>
                </a:lnTo>
                <a:cubicBezTo>
                  <a:pt x="1775059" y="103041"/>
                  <a:pt x="1775808" y="107674"/>
                  <a:pt x="1777305" y="110895"/>
                </a:cubicBezTo>
                <a:cubicBezTo>
                  <a:pt x="1778802" y="114117"/>
                  <a:pt x="1782386" y="115727"/>
                  <a:pt x="1788056" y="115727"/>
                </a:cubicBezTo>
                <a:lnTo>
                  <a:pt x="1798185" y="115727"/>
                </a:lnTo>
                <a:lnTo>
                  <a:pt x="1798185" y="128628"/>
                </a:lnTo>
                <a:lnTo>
                  <a:pt x="1787004" y="128628"/>
                </a:lnTo>
                <a:close/>
                <a:moveTo>
                  <a:pt x="1819162" y="128628"/>
                </a:moveTo>
                <a:lnTo>
                  <a:pt x="1819162" y="32683"/>
                </a:lnTo>
                <a:lnTo>
                  <a:pt x="1834165" y="32683"/>
                </a:lnTo>
                <a:lnTo>
                  <a:pt x="1834739" y="48068"/>
                </a:lnTo>
                <a:cubicBezTo>
                  <a:pt x="1837351" y="43227"/>
                  <a:pt x="1840982" y="39181"/>
                  <a:pt x="1845633" y="35932"/>
                </a:cubicBezTo>
                <a:cubicBezTo>
                  <a:pt x="1850284" y="32683"/>
                  <a:pt x="1856336" y="31058"/>
                  <a:pt x="1863790" y="31058"/>
                </a:cubicBezTo>
                <a:lnTo>
                  <a:pt x="1865701" y="31058"/>
                </a:lnTo>
                <a:lnTo>
                  <a:pt x="1865701" y="45679"/>
                </a:lnTo>
                <a:lnTo>
                  <a:pt x="1863503" y="45679"/>
                </a:lnTo>
                <a:cubicBezTo>
                  <a:pt x="1858853" y="45679"/>
                  <a:pt x="1854775" y="46310"/>
                  <a:pt x="1851271" y="47573"/>
                </a:cubicBezTo>
                <a:cubicBezTo>
                  <a:pt x="1847767" y="48833"/>
                  <a:pt x="1844709" y="50575"/>
                  <a:pt x="1842097" y="52799"/>
                </a:cubicBezTo>
                <a:cubicBezTo>
                  <a:pt x="1839485" y="55023"/>
                  <a:pt x="1837160" y="57595"/>
                  <a:pt x="1835121" y="60516"/>
                </a:cubicBezTo>
                <a:lnTo>
                  <a:pt x="1835121" y="128628"/>
                </a:lnTo>
                <a:lnTo>
                  <a:pt x="1819162" y="128628"/>
                </a:lnTo>
                <a:close/>
                <a:moveTo>
                  <a:pt x="1914427" y="130349"/>
                </a:moveTo>
                <a:cubicBezTo>
                  <a:pt x="1904297" y="130349"/>
                  <a:pt x="1895999" y="128168"/>
                  <a:pt x="1889533" y="123805"/>
                </a:cubicBezTo>
                <a:cubicBezTo>
                  <a:pt x="1883066" y="119441"/>
                  <a:pt x="1878272" y="113505"/>
                  <a:pt x="1875150" y="105995"/>
                </a:cubicBezTo>
                <a:cubicBezTo>
                  <a:pt x="1872028" y="98483"/>
                  <a:pt x="1870468" y="90037"/>
                  <a:pt x="1870468" y="80656"/>
                </a:cubicBezTo>
                <a:cubicBezTo>
                  <a:pt x="1870468" y="70880"/>
                  <a:pt x="1871981" y="62270"/>
                  <a:pt x="1875007" y="54824"/>
                </a:cubicBezTo>
                <a:cubicBezTo>
                  <a:pt x="1878033" y="47378"/>
                  <a:pt x="1882652" y="41555"/>
                  <a:pt x="1888864" y="37356"/>
                </a:cubicBezTo>
                <a:cubicBezTo>
                  <a:pt x="1895075" y="33158"/>
                  <a:pt x="1902959" y="31058"/>
                  <a:pt x="1912516" y="31058"/>
                </a:cubicBezTo>
                <a:cubicBezTo>
                  <a:pt x="1925194" y="31058"/>
                  <a:pt x="1935132" y="34989"/>
                  <a:pt x="1942331" y="42851"/>
                </a:cubicBezTo>
                <a:cubicBezTo>
                  <a:pt x="1949530" y="50711"/>
                  <a:pt x="1953130" y="62012"/>
                  <a:pt x="1953130" y="76752"/>
                </a:cubicBezTo>
                <a:cubicBezTo>
                  <a:pt x="1953130" y="77736"/>
                  <a:pt x="1953098" y="78900"/>
                  <a:pt x="1953034" y="80243"/>
                </a:cubicBezTo>
                <a:cubicBezTo>
                  <a:pt x="1952971" y="81585"/>
                  <a:pt x="1952875" y="82551"/>
                  <a:pt x="1952748" y="83140"/>
                </a:cubicBezTo>
                <a:lnTo>
                  <a:pt x="1886427" y="83140"/>
                </a:lnTo>
                <a:cubicBezTo>
                  <a:pt x="1886490" y="89451"/>
                  <a:pt x="1887462" y="95248"/>
                  <a:pt x="1889341" y="100530"/>
                </a:cubicBezTo>
                <a:cubicBezTo>
                  <a:pt x="1891221" y="105812"/>
                  <a:pt x="1894199" y="110047"/>
                  <a:pt x="1898277" y="113237"/>
                </a:cubicBezTo>
                <a:cubicBezTo>
                  <a:pt x="1902354" y="116426"/>
                  <a:pt x="1907737" y="118021"/>
                  <a:pt x="1914427" y="118021"/>
                </a:cubicBezTo>
                <a:cubicBezTo>
                  <a:pt x="1921562" y="118021"/>
                  <a:pt x="1927137" y="116263"/>
                  <a:pt x="1931150" y="112747"/>
                </a:cubicBezTo>
                <a:cubicBezTo>
                  <a:pt x="1935164" y="109231"/>
                  <a:pt x="1937266" y="104158"/>
                  <a:pt x="1937458" y="97529"/>
                </a:cubicBezTo>
                <a:lnTo>
                  <a:pt x="1953226" y="97529"/>
                </a:lnTo>
                <a:cubicBezTo>
                  <a:pt x="1953034" y="104296"/>
                  <a:pt x="1951346" y="110127"/>
                  <a:pt x="1948161" y="115023"/>
                </a:cubicBezTo>
                <a:cubicBezTo>
                  <a:pt x="1944975" y="119918"/>
                  <a:pt x="1940516" y="123697"/>
                  <a:pt x="1934782" y="126359"/>
                </a:cubicBezTo>
                <a:cubicBezTo>
                  <a:pt x="1929048" y="129019"/>
                  <a:pt x="1922263" y="130349"/>
                  <a:pt x="1914427" y="130349"/>
                </a:cubicBezTo>
                <a:moveTo>
                  <a:pt x="1886522" y="71481"/>
                </a:moveTo>
                <a:lnTo>
                  <a:pt x="1937362" y="71481"/>
                </a:lnTo>
                <a:cubicBezTo>
                  <a:pt x="1937171" y="62353"/>
                  <a:pt x="1934909" y="55373"/>
                  <a:pt x="1930577" y="50541"/>
                </a:cubicBezTo>
                <a:cubicBezTo>
                  <a:pt x="1926245" y="45707"/>
                  <a:pt x="1920224" y="43290"/>
                  <a:pt x="1912516" y="43290"/>
                </a:cubicBezTo>
                <a:cubicBezTo>
                  <a:pt x="1904743" y="43290"/>
                  <a:pt x="1898643" y="45690"/>
                  <a:pt x="1894215" y="50490"/>
                </a:cubicBezTo>
                <a:cubicBezTo>
                  <a:pt x="1889787" y="55288"/>
                  <a:pt x="1887223" y="62285"/>
                  <a:pt x="1886522" y="71481"/>
                </a:cubicBezTo>
                <a:close/>
                <a:moveTo>
                  <a:pt x="2021678" y="130349"/>
                </a:moveTo>
                <a:cubicBezTo>
                  <a:pt x="2011548" y="130349"/>
                  <a:pt x="2003250" y="128168"/>
                  <a:pt x="1996784" y="123805"/>
                </a:cubicBezTo>
                <a:cubicBezTo>
                  <a:pt x="1990317" y="119441"/>
                  <a:pt x="1985523" y="113505"/>
                  <a:pt x="1982401" y="105995"/>
                </a:cubicBezTo>
                <a:cubicBezTo>
                  <a:pt x="1979280" y="98483"/>
                  <a:pt x="1977719" y="90037"/>
                  <a:pt x="1977719" y="80656"/>
                </a:cubicBezTo>
                <a:cubicBezTo>
                  <a:pt x="1977719" y="70880"/>
                  <a:pt x="1979232" y="62270"/>
                  <a:pt x="1982258" y="54824"/>
                </a:cubicBezTo>
                <a:cubicBezTo>
                  <a:pt x="1985284" y="47378"/>
                  <a:pt x="1989903" y="41555"/>
                  <a:pt x="1996115" y="37356"/>
                </a:cubicBezTo>
                <a:cubicBezTo>
                  <a:pt x="2002326" y="33158"/>
                  <a:pt x="2010210" y="31058"/>
                  <a:pt x="2019767" y="31058"/>
                </a:cubicBezTo>
                <a:cubicBezTo>
                  <a:pt x="2032445" y="31058"/>
                  <a:pt x="2042383" y="34989"/>
                  <a:pt x="2049582" y="42851"/>
                </a:cubicBezTo>
                <a:cubicBezTo>
                  <a:pt x="2056782" y="50711"/>
                  <a:pt x="2060381" y="62012"/>
                  <a:pt x="2060381" y="76752"/>
                </a:cubicBezTo>
                <a:cubicBezTo>
                  <a:pt x="2060381" y="77736"/>
                  <a:pt x="2060349" y="78900"/>
                  <a:pt x="2060286" y="80243"/>
                </a:cubicBezTo>
                <a:cubicBezTo>
                  <a:pt x="2060222" y="81585"/>
                  <a:pt x="2060126" y="82551"/>
                  <a:pt x="2059999" y="83140"/>
                </a:cubicBezTo>
                <a:lnTo>
                  <a:pt x="1993678" y="83140"/>
                </a:lnTo>
                <a:cubicBezTo>
                  <a:pt x="1993742" y="89451"/>
                  <a:pt x="1994713" y="95248"/>
                  <a:pt x="1996592" y="100530"/>
                </a:cubicBezTo>
                <a:cubicBezTo>
                  <a:pt x="1998472" y="105812"/>
                  <a:pt x="2001450" y="110047"/>
                  <a:pt x="2005528" y="113237"/>
                </a:cubicBezTo>
                <a:cubicBezTo>
                  <a:pt x="2009605" y="116426"/>
                  <a:pt x="2014988" y="118021"/>
                  <a:pt x="2021678" y="118021"/>
                </a:cubicBezTo>
                <a:cubicBezTo>
                  <a:pt x="2028813" y="118021"/>
                  <a:pt x="2034388" y="116263"/>
                  <a:pt x="2038402" y="112747"/>
                </a:cubicBezTo>
                <a:cubicBezTo>
                  <a:pt x="2042415" y="109231"/>
                  <a:pt x="2044518" y="104158"/>
                  <a:pt x="2044709" y="97529"/>
                </a:cubicBezTo>
                <a:lnTo>
                  <a:pt x="2060477" y="97529"/>
                </a:lnTo>
                <a:cubicBezTo>
                  <a:pt x="2060286" y="104296"/>
                  <a:pt x="2058597" y="110127"/>
                  <a:pt x="2055412" y="115023"/>
                </a:cubicBezTo>
                <a:cubicBezTo>
                  <a:pt x="2052226" y="119918"/>
                  <a:pt x="2047767" y="123697"/>
                  <a:pt x="2042033" y="126359"/>
                </a:cubicBezTo>
                <a:cubicBezTo>
                  <a:pt x="2036299" y="129019"/>
                  <a:pt x="2029514" y="130349"/>
                  <a:pt x="2021678" y="130349"/>
                </a:cubicBezTo>
                <a:moveTo>
                  <a:pt x="1993773" y="71481"/>
                </a:moveTo>
                <a:lnTo>
                  <a:pt x="2044613" y="71481"/>
                </a:lnTo>
                <a:cubicBezTo>
                  <a:pt x="2044422" y="62353"/>
                  <a:pt x="2042160" y="55373"/>
                  <a:pt x="2037828" y="50541"/>
                </a:cubicBezTo>
                <a:cubicBezTo>
                  <a:pt x="2033496" y="45707"/>
                  <a:pt x="2027475" y="43290"/>
                  <a:pt x="2019767" y="43290"/>
                </a:cubicBezTo>
                <a:cubicBezTo>
                  <a:pt x="2011994" y="43290"/>
                  <a:pt x="2005894" y="45690"/>
                  <a:pt x="2001466" y="50490"/>
                </a:cubicBezTo>
                <a:cubicBezTo>
                  <a:pt x="1997038" y="55288"/>
                  <a:pt x="1994474" y="62285"/>
                  <a:pt x="1993773" y="71481"/>
                </a:cubicBezTo>
                <a:close/>
                <a:moveTo>
                  <a:pt x="2117128" y="130349"/>
                </a:moveTo>
                <a:cubicBezTo>
                  <a:pt x="2111904" y="130349"/>
                  <a:pt x="2106951" y="129758"/>
                  <a:pt x="2102268" y="128578"/>
                </a:cubicBezTo>
                <a:cubicBezTo>
                  <a:pt x="2097585" y="127397"/>
                  <a:pt x="2093460" y="125528"/>
                  <a:pt x="2089893" y="122969"/>
                </a:cubicBezTo>
                <a:cubicBezTo>
                  <a:pt x="2086325" y="120411"/>
                  <a:pt x="2083538" y="117049"/>
                  <a:pt x="2081531" y="112884"/>
                </a:cubicBezTo>
                <a:cubicBezTo>
                  <a:pt x="2079524" y="108717"/>
                  <a:pt x="2078521" y="103681"/>
                  <a:pt x="2078521" y="97776"/>
                </a:cubicBezTo>
                <a:lnTo>
                  <a:pt x="2093906" y="97776"/>
                </a:lnTo>
                <a:cubicBezTo>
                  <a:pt x="2093906" y="105384"/>
                  <a:pt x="2096152" y="110739"/>
                  <a:pt x="2100643" y="113843"/>
                </a:cubicBezTo>
                <a:cubicBezTo>
                  <a:pt x="2105135" y="116947"/>
                  <a:pt x="2110757" y="118499"/>
                  <a:pt x="2117510" y="118499"/>
                </a:cubicBezTo>
                <a:cubicBezTo>
                  <a:pt x="2123563" y="118499"/>
                  <a:pt x="2128548" y="117274"/>
                  <a:pt x="2132466" y="114826"/>
                </a:cubicBezTo>
                <a:cubicBezTo>
                  <a:pt x="2136384" y="112377"/>
                  <a:pt x="2138343" y="108334"/>
                  <a:pt x="2138343" y="102698"/>
                </a:cubicBezTo>
                <a:cubicBezTo>
                  <a:pt x="2138343" y="97973"/>
                  <a:pt x="2136575" y="94464"/>
                  <a:pt x="2133039" y="92168"/>
                </a:cubicBezTo>
                <a:cubicBezTo>
                  <a:pt x="2129504" y="89870"/>
                  <a:pt x="2123276" y="87640"/>
                  <a:pt x="2114357" y="85476"/>
                </a:cubicBezTo>
                <a:cubicBezTo>
                  <a:pt x="2107094" y="83704"/>
                  <a:pt x="2100978" y="81654"/>
                  <a:pt x="2096009" y="79327"/>
                </a:cubicBezTo>
                <a:cubicBezTo>
                  <a:pt x="2091039" y="76997"/>
                  <a:pt x="2087312" y="74045"/>
                  <a:pt x="2084828" y="70469"/>
                </a:cubicBezTo>
                <a:cubicBezTo>
                  <a:pt x="2082343" y="66893"/>
                  <a:pt x="2081101" y="62383"/>
                  <a:pt x="2081101" y="56938"/>
                </a:cubicBezTo>
                <a:cubicBezTo>
                  <a:pt x="2081101" y="52673"/>
                  <a:pt x="2081977" y="48918"/>
                  <a:pt x="2083729" y="45670"/>
                </a:cubicBezTo>
                <a:cubicBezTo>
                  <a:pt x="2085481" y="42423"/>
                  <a:pt x="2087934" y="39718"/>
                  <a:pt x="2091087" y="37553"/>
                </a:cubicBezTo>
                <a:cubicBezTo>
                  <a:pt x="2094241" y="35387"/>
                  <a:pt x="2097952" y="33764"/>
                  <a:pt x="2102220" y="32683"/>
                </a:cubicBezTo>
                <a:cubicBezTo>
                  <a:pt x="2106489" y="31600"/>
                  <a:pt x="2111108" y="31058"/>
                  <a:pt x="2116077" y="31058"/>
                </a:cubicBezTo>
                <a:cubicBezTo>
                  <a:pt x="2120983" y="31058"/>
                  <a:pt x="2125586" y="31648"/>
                  <a:pt x="2129886" y="32829"/>
                </a:cubicBezTo>
                <a:cubicBezTo>
                  <a:pt x="2134186" y="34010"/>
                  <a:pt x="2137977" y="35847"/>
                  <a:pt x="2141258" y="38342"/>
                </a:cubicBezTo>
                <a:cubicBezTo>
                  <a:pt x="2144539" y="40834"/>
                  <a:pt x="2147135" y="44049"/>
                  <a:pt x="2149046" y="47985"/>
                </a:cubicBezTo>
                <a:cubicBezTo>
                  <a:pt x="2150958" y="51921"/>
                  <a:pt x="2151913" y="56644"/>
                  <a:pt x="2151913" y="62155"/>
                </a:cubicBezTo>
                <a:lnTo>
                  <a:pt x="2136432" y="62155"/>
                </a:lnTo>
                <a:cubicBezTo>
                  <a:pt x="2136432" y="55201"/>
                  <a:pt x="2134457" y="50286"/>
                  <a:pt x="2130507" y="47411"/>
                </a:cubicBezTo>
                <a:cubicBezTo>
                  <a:pt x="2126557" y="44537"/>
                  <a:pt x="2121747" y="43099"/>
                  <a:pt x="2116077" y="43099"/>
                </a:cubicBezTo>
                <a:cubicBezTo>
                  <a:pt x="2110343" y="43099"/>
                  <a:pt x="2105692" y="44178"/>
                  <a:pt x="2102125" y="46336"/>
                </a:cubicBezTo>
                <a:cubicBezTo>
                  <a:pt x="2098557" y="48492"/>
                  <a:pt x="2096773" y="51862"/>
                  <a:pt x="2096773" y="56445"/>
                </a:cubicBezTo>
                <a:cubicBezTo>
                  <a:pt x="2096773" y="59003"/>
                  <a:pt x="2097570" y="61169"/>
                  <a:pt x="2099162" y="62941"/>
                </a:cubicBezTo>
                <a:cubicBezTo>
                  <a:pt x="2100755" y="64712"/>
                  <a:pt x="2103431" y="66304"/>
                  <a:pt x="2107190" y="67716"/>
                </a:cubicBezTo>
                <a:cubicBezTo>
                  <a:pt x="2110948" y="69125"/>
                  <a:pt x="2116013" y="70617"/>
                  <a:pt x="2122384" y="72192"/>
                </a:cubicBezTo>
                <a:cubicBezTo>
                  <a:pt x="2129328" y="73898"/>
                  <a:pt x="2135158" y="75932"/>
                  <a:pt x="2139872" y="78293"/>
                </a:cubicBezTo>
                <a:cubicBezTo>
                  <a:pt x="2144587" y="80655"/>
                  <a:pt x="2148139" y="83689"/>
                  <a:pt x="2150528" y="87396"/>
                </a:cubicBezTo>
                <a:cubicBezTo>
                  <a:pt x="2152917" y="91101"/>
                  <a:pt x="2154111" y="95840"/>
                  <a:pt x="2154111" y="101614"/>
                </a:cubicBezTo>
                <a:cubicBezTo>
                  <a:pt x="2154111" y="106599"/>
                  <a:pt x="2153172" y="110912"/>
                  <a:pt x="2151292" y="114554"/>
                </a:cubicBezTo>
                <a:cubicBezTo>
                  <a:pt x="2149413" y="118195"/>
                  <a:pt x="2146801" y="121180"/>
                  <a:pt x="2143456" y="123510"/>
                </a:cubicBezTo>
                <a:cubicBezTo>
                  <a:pt x="2140111" y="125839"/>
                  <a:pt x="2136193" y="127561"/>
                  <a:pt x="2131702" y="128676"/>
                </a:cubicBezTo>
                <a:cubicBezTo>
                  <a:pt x="2127210" y="129791"/>
                  <a:pt x="2122352" y="130349"/>
                  <a:pt x="2117128" y="13034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" name="Text SampleUserDiscussion">
            <a:extLst xmlns:a="http://schemas.openxmlformats.org/drawingml/2006/main">
              <a:ext uri="{FF2B5EF4-FFF2-40B4-BE49-F238E27FC236}">
                <a16:creationId xmlns:a16="http://schemas.microsoft.com/office/drawing/2014/main" id="{D408464D-4D5A-4DCB-8CE0-DF0A4B135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704" y="1380273"/>
            <a:ext cx="2587203" cy="197517"/>
          </a:xfrm>
          <a:custGeom xmlns:a="http://schemas.openxmlformats.org/drawingml/2006/main">
            <a:pathLst>
              <a:path w="2587203" h="197517">
                <a:moveTo>
                  <a:pt x="666274" y="133056"/>
                </a:moveTo>
                <a:lnTo>
                  <a:pt x="665597" y="133020"/>
                </a:lnTo>
                <a:lnTo>
                  <a:pt x="664943" y="132970"/>
                </a:lnTo>
                <a:lnTo>
                  <a:pt x="664311" y="132906"/>
                </a:lnTo>
                <a:lnTo>
                  <a:pt x="663701" y="132828"/>
                </a:lnTo>
                <a:lnTo>
                  <a:pt x="663114" y="132735"/>
                </a:lnTo>
                <a:lnTo>
                  <a:pt x="662548" y="132628"/>
                </a:lnTo>
                <a:lnTo>
                  <a:pt x="662005" y="132507"/>
                </a:lnTo>
                <a:lnTo>
                  <a:pt x="661484" y="132372"/>
                </a:lnTo>
                <a:lnTo>
                  <a:pt x="660985" y="132222"/>
                </a:lnTo>
                <a:lnTo>
                  <a:pt x="660508" y="132058"/>
                </a:lnTo>
                <a:lnTo>
                  <a:pt x="660054" y="131880"/>
                </a:lnTo>
                <a:lnTo>
                  <a:pt x="659621" y="131687"/>
                </a:lnTo>
                <a:lnTo>
                  <a:pt x="659211" y="131481"/>
                </a:lnTo>
                <a:lnTo>
                  <a:pt x="658823" y="131260"/>
                </a:lnTo>
                <a:lnTo>
                  <a:pt x="658457" y="131025"/>
                </a:lnTo>
                <a:lnTo>
                  <a:pt x="658114" y="130775"/>
                </a:lnTo>
                <a:lnTo>
                  <a:pt x="657792" y="130511"/>
                </a:lnTo>
                <a:lnTo>
                  <a:pt x="657493" y="130233"/>
                </a:lnTo>
                <a:lnTo>
                  <a:pt x="657215" y="129941"/>
                </a:lnTo>
                <a:lnTo>
                  <a:pt x="656960" y="129635"/>
                </a:lnTo>
                <a:lnTo>
                  <a:pt x="656728" y="129314"/>
                </a:lnTo>
                <a:lnTo>
                  <a:pt x="656517" y="128979"/>
                </a:lnTo>
                <a:lnTo>
                  <a:pt x="656322" y="128629"/>
                </a:lnTo>
                <a:lnTo>
                  <a:pt x="656134" y="128262"/>
                </a:lnTo>
                <a:lnTo>
                  <a:pt x="655956" y="127880"/>
                </a:lnTo>
                <a:lnTo>
                  <a:pt x="655785" y="127481"/>
                </a:lnTo>
                <a:lnTo>
                  <a:pt x="655623" y="127065"/>
                </a:lnTo>
                <a:lnTo>
                  <a:pt x="655469" y="126634"/>
                </a:lnTo>
                <a:lnTo>
                  <a:pt x="655324" y="126186"/>
                </a:lnTo>
                <a:lnTo>
                  <a:pt x="655187" y="125723"/>
                </a:lnTo>
                <a:lnTo>
                  <a:pt x="655058" y="125242"/>
                </a:lnTo>
                <a:lnTo>
                  <a:pt x="654937" y="124746"/>
                </a:lnTo>
                <a:lnTo>
                  <a:pt x="654825" y="124233"/>
                </a:lnTo>
                <a:lnTo>
                  <a:pt x="654721" y="123705"/>
                </a:lnTo>
                <a:lnTo>
                  <a:pt x="654625" y="123160"/>
                </a:lnTo>
                <a:lnTo>
                  <a:pt x="654538" y="122598"/>
                </a:lnTo>
                <a:lnTo>
                  <a:pt x="654459" y="122021"/>
                </a:lnTo>
                <a:lnTo>
                  <a:pt x="654388" y="121427"/>
                </a:lnTo>
                <a:lnTo>
                  <a:pt x="654326" y="120817"/>
                </a:lnTo>
                <a:lnTo>
                  <a:pt x="654272" y="120191"/>
                </a:lnTo>
                <a:lnTo>
                  <a:pt x="654226" y="119548"/>
                </a:lnTo>
                <a:lnTo>
                  <a:pt x="654189" y="118890"/>
                </a:lnTo>
                <a:lnTo>
                  <a:pt x="654160" y="118215"/>
                </a:lnTo>
                <a:lnTo>
                  <a:pt x="654139" y="117524"/>
                </a:lnTo>
                <a:lnTo>
                  <a:pt x="654126" y="116816"/>
                </a:lnTo>
                <a:lnTo>
                  <a:pt x="654122" y="116092"/>
                </a:lnTo>
                <a:lnTo>
                  <a:pt x="654122" y="3193"/>
                </a:lnTo>
                <a:lnTo>
                  <a:pt x="624016" y="3193"/>
                </a:lnTo>
                <a:lnTo>
                  <a:pt x="624016" y="117917"/>
                </a:lnTo>
                <a:lnTo>
                  <a:pt x="624022" y="119049"/>
                </a:lnTo>
                <a:lnTo>
                  <a:pt x="624041" y="120162"/>
                </a:lnTo>
                <a:lnTo>
                  <a:pt x="624073" y="121257"/>
                </a:lnTo>
                <a:lnTo>
                  <a:pt x="624117" y="122335"/>
                </a:lnTo>
                <a:lnTo>
                  <a:pt x="624174" y="123394"/>
                </a:lnTo>
                <a:lnTo>
                  <a:pt x="624244" y="124435"/>
                </a:lnTo>
                <a:lnTo>
                  <a:pt x="624326" y="125459"/>
                </a:lnTo>
                <a:lnTo>
                  <a:pt x="624421" y="126464"/>
                </a:lnTo>
                <a:lnTo>
                  <a:pt x="624529" y="127451"/>
                </a:lnTo>
                <a:lnTo>
                  <a:pt x="624649" y="128420"/>
                </a:lnTo>
                <a:lnTo>
                  <a:pt x="624782" y="129371"/>
                </a:lnTo>
                <a:lnTo>
                  <a:pt x="624928" y="130305"/>
                </a:lnTo>
                <a:lnTo>
                  <a:pt x="625086" y="131220"/>
                </a:lnTo>
                <a:lnTo>
                  <a:pt x="625257" y="132117"/>
                </a:lnTo>
                <a:lnTo>
                  <a:pt x="625441" y="132996"/>
                </a:lnTo>
                <a:lnTo>
                  <a:pt x="625638" y="133857"/>
                </a:lnTo>
                <a:lnTo>
                  <a:pt x="625847" y="134700"/>
                </a:lnTo>
                <a:lnTo>
                  <a:pt x="626068" y="135526"/>
                </a:lnTo>
                <a:lnTo>
                  <a:pt x="626303" y="136333"/>
                </a:lnTo>
                <a:lnTo>
                  <a:pt x="626550" y="137122"/>
                </a:lnTo>
                <a:lnTo>
                  <a:pt x="626810" y="137893"/>
                </a:lnTo>
                <a:lnTo>
                  <a:pt x="627082" y="138646"/>
                </a:lnTo>
                <a:lnTo>
                  <a:pt x="627367" y="139381"/>
                </a:lnTo>
                <a:lnTo>
                  <a:pt x="627665" y="140098"/>
                </a:lnTo>
                <a:lnTo>
                  <a:pt x="627979" y="140798"/>
                </a:lnTo>
                <a:lnTo>
                  <a:pt x="628312" y="141483"/>
                </a:lnTo>
                <a:lnTo>
                  <a:pt x="628665" y="142152"/>
                </a:lnTo>
                <a:lnTo>
                  <a:pt x="629037" y="142806"/>
                </a:lnTo>
                <a:lnTo>
                  <a:pt x="629428" y="143445"/>
                </a:lnTo>
                <a:lnTo>
                  <a:pt x="629839" y="144068"/>
                </a:lnTo>
                <a:lnTo>
                  <a:pt x="630269" y="144675"/>
                </a:lnTo>
                <a:lnTo>
                  <a:pt x="630719" y="145268"/>
                </a:lnTo>
                <a:lnTo>
                  <a:pt x="631188" y="145844"/>
                </a:lnTo>
                <a:lnTo>
                  <a:pt x="631676" y="146406"/>
                </a:lnTo>
                <a:lnTo>
                  <a:pt x="632184" y="146952"/>
                </a:lnTo>
                <a:lnTo>
                  <a:pt x="632711" y="147482"/>
                </a:lnTo>
                <a:lnTo>
                  <a:pt x="633258" y="147997"/>
                </a:lnTo>
                <a:lnTo>
                  <a:pt x="633824" y="148496"/>
                </a:lnTo>
                <a:lnTo>
                  <a:pt x="634409" y="148980"/>
                </a:lnTo>
                <a:lnTo>
                  <a:pt x="635014" y="149449"/>
                </a:lnTo>
                <a:lnTo>
                  <a:pt x="635638" y="149902"/>
                </a:lnTo>
                <a:lnTo>
                  <a:pt x="636282" y="150340"/>
                </a:lnTo>
                <a:lnTo>
                  <a:pt x="636945" y="150762"/>
                </a:lnTo>
                <a:lnTo>
                  <a:pt x="637628" y="151169"/>
                </a:lnTo>
                <a:lnTo>
                  <a:pt x="638329" y="151561"/>
                </a:lnTo>
                <a:lnTo>
                  <a:pt x="639051" y="151937"/>
                </a:lnTo>
                <a:lnTo>
                  <a:pt x="639791" y="152297"/>
                </a:lnTo>
                <a:lnTo>
                  <a:pt x="640551" y="152642"/>
                </a:lnTo>
                <a:lnTo>
                  <a:pt x="641335" y="152973"/>
                </a:lnTo>
                <a:lnTo>
                  <a:pt x="642145" y="153289"/>
                </a:lnTo>
                <a:lnTo>
                  <a:pt x="642982" y="153591"/>
                </a:lnTo>
                <a:lnTo>
                  <a:pt x="643846" y="153879"/>
                </a:lnTo>
                <a:lnTo>
                  <a:pt x="644737" y="154153"/>
                </a:lnTo>
                <a:lnTo>
                  <a:pt x="645655" y="154413"/>
                </a:lnTo>
                <a:lnTo>
                  <a:pt x="646599" y="154659"/>
                </a:lnTo>
                <a:lnTo>
                  <a:pt x="647571" y="154891"/>
                </a:lnTo>
                <a:lnTo>
                  <a:pt x="648570" y="155109"/>
                </a:lnTo>
                <a:lnTo>
                  <a:pt x="649595" y="155313"/>
                </a:lnTo>
                <a:lnTo>
                  <a:pt x="650648" y="155503"/>
                </a:lnTo>
                <a:lnTo>
                  <a:pt x="651727" y="155679"/>
                </a:lnTo>
                <a:lnTo>
                  <a:pt x="652834" y="155840"/>
                </a:lnTo>
                <a:lnTo>
                  <a:pt x="653967" y="155988"/>
                </a:lnTo>
                <a:lnTo>
                  <a:pt x="655127" y="156121"/>
                </a:lnTo>
                <a:lnTo>
                  <a:pt x="656314" y="156241"/>
                </a:lnTo>
                <a:lnTo>
                  <a:pt x="657528" y="156346"/>
                </a:lnTo>
                <a:lnTo>
                  <a:pt x="658769" y="156438"/>
                </a:lnTo>
                <a:lnTo>
                  <a:pt x="660037" y="156515"/>
                </a:lnTo>
                <a:lnTo>
                  <a:pt x="661332" y="156578"/>
                </a:lnTo>
                <a:lnTo>
                  <a:pt x="662654" y="156627"/>
                </a:lnTo>
                <a:lnTo>
                  <a:pt x="664002" y="156663"/>
                </a:lnTo>
                <a:lnTo>
                  <a:pt x="665378" y="156684"/>
                </a:lnTo>
                <a:lnTo>
                  <a:pt x="666781" y="156691"/>
                </a:lnTo>
                <a:lnTo>
                  <a:pt x="674649" y="156691"/>
                </a:lnTo>
                <a:lnTo>
                  <a:pt x="674649" y="133084"/>
                </a:lnTo>
                <a:lnTo>
                  <a:pt x="667693" y="133084"/>
                </a:lnTo>
                <a:lnTo>
                  <a:pt x="666972" y="133077"/>
                </a:lnTo>
                <a:lnTo>
                  <a:pt x="666274" y="133056"/>
                </a:lnTo>
                <a:close/>
                <a:moveTo>
                  <a:pt x="68876" y="158540"/>
                </a:moveTo>
                <a:lnTo>
                  <a:pt x="70252" y="158451"/>
                </a:lnTo>
                <a:lnTo>
                  <a:pt x="71615" y="158345"/>
                </a:lnTo>
                <a:lnTo>
                  <a:pt x="72966" y="158223"/>
                </a:lnTo>
                <a:lnTo>
                  <a:pt x="74305" y="158085"/>
                </a:lnTo>
                <a:lnTo>
                  <a:pt x="75631" y="157931"/>
                </a:lnTo>
                <a:lnTo>
                  <a:pt x="76944" y="157760"/>
                </a:lnTo>
                <a:lnTo>
                  <a:pt x="78246" y="157574"/>
                </a:lnTo>
                <a:lnTo>
                  <a:pt x="79534" y="157370"/>
                </a:lnTo>
                <a:lnTo>
                  <a:pt x="80810" y="157151"/>
                </a:lnTo>
                <a:lnTo>
                  <a:pt x="82074" y="156916"/>
                </a:lnTo>
                <a:lnTo>
                  <a:pt x="83325" y="156664"/>
                </a:lnTo>
                <a:lnTo>
                  <a:pt x="84564" y="156396"/>
                </a:lnTo>
                <a:lnTo>
                  <a:pt x="85790" y="156111"/>
                </a:lnTo>
                <a:lnTo>
                  <a:pt x="87004" y="155811"/>
                </a:lnTo>
                <a:lnTo>
                  <a:pt x="88205" y="155494"/>
                </a:lnTo>
                <a:lnTo>
                  <a:pt x="89394" y="155161"/>
                </a:lnTo>
                <a:lnTo>
                  <a:pt x="90570" y="154812"/>
                </a:lnTo>
                <a:lnTo>
                  <a:pt x="91734" y="154446"/>
                </a:lnTo>
                <a:lnTo>
                  <a:pt x="92885" y="154064"/>
                </a:lnTo>
                <a:lnTo>
                  <a:pt x="94021" y="153665"/>
                </a:lnTo>
                <a:lnTo>
                  <a:pt x="95136" y="153247"/>
                </a:lnTo>
                <a:lnTo>
                  <a:pt x="96231" y="152811"/>
                </a:lnTo>
                <a:lnTo>
                  <a:pt x="97306" y="152355"/>
                </a:lnTo>
                <a:lnTo>
                  <a:pt x="98361" y="151882"/>
                </a:lnTo>
                <a:lnTo>
                  <a:pt x="99396" y="151389"/>
                </a:lnTo>
                <a:lnTo>
                  <a:pt x="100412" y="150878"/>
                </a:lnTo>
                <a:lnTo>
                  <a:pt x="101407" y="150349"/>
                </a:lnTo>
                <a:lnTo>
                  <a:pt x="102382" y="149801"/>
                </a:lnTo>
                <a:lnTo>
                  <a:pt x="103337" y="149234"/>
                </a:lnTo>
                <a:lnTo>
                  <a:pt x="104272" y="148648"/>
                </a:lnTo>
                <a:lnTo>
                  <a:pt x="105187" y="148044"/>
                </a:lnTo>
                <a:lnTo>
                  <a:pt x="106083" y="147421"/>
                </a:lnTo>
                <a:lnTo>
                  <a:pt x="106958" y="146780"/>
                </a:lnTo>
                <a:lnTo>
                  <a:pt x="107813" y="146120"/>
                </a:lnTo>
                <a:lnTo>
                  <a:pt x="108648" y="145441"/>
                </a:lnTo>
                <a:lnTo>
                  <a:pt x="109463" y="144744"/>
                </a:lnTo>
                <a:lnTo>
                  <a:pt x="110259" y="144028"/>
                </a:lnTo>
                <a:lnTo>
                  <a:pt x="111034" y="143294"/>
                </a:lnTo>
                <a:lnTo>
                  <a:pt x="111789" y="142541"/>
                </a:lnTo>
                <a:lnTo>
                  <a:pt x="112524" y="141769"/>
                </a:lnTo>
                <a:lnTo>
                  <a:pt x="113240" y="140979"/>
                </a:lnTo>
                <a:lnTo>
                  <a:pt x="113935" y="140170"/>
                </a:lnTo>
                <a:lnTo>
                  <a:pt x="114610" y="139342"/>
                </a:lnTo>
                <a:lnTo>
                  <a:pt x="115261" y="138495"/>
                </a:lnTo>
                <a:lnTo>
                  <a:pt x="115885" y="137625"/>
                </a:lnTo>
                <a:lnTo>
                  <a:pt x="116481" y="136734"/>
                </a:lnTo>
                <a:lnTo>
                  <a:pt x="117049" y="135820"/>
                </a:lnTo>
                <a:lnTo>
                  <a:pt x="117590" y="134886"/>
                </a:lnTo>
                <a:lnTo>
                  <a:pt x="118102" y="133929"/>
                </a:lnTo>
                <a:lnTo>
                  <a:pt x="118588" y="132950"/>
                </a:lnTo>
                <a:lnTo>
                  <a:pt x="119045" y="131950"/>
                </a:lnTo>
                <a:lnTo>
                  <a:pt x="119474" y="130928"/>
                </a:lnTo>
                <a:lnTo>
                  <a:pt x="119876" y="129884"/>
                </a:lnTo>
                <a:lnTo>
                  <a:pt x="120251" y="128818"/>
                </a:lnTo>
                <a:lnTo>
                  <a:pt x="120597" y="127731"/>
                </a:lnTo>
                <a:lnTo>
                  <a:pt x="120916" y="126622"/>
                </a:lnTo>
                <a:lnTo>
                  <a:pt x="121207" y="125490"/>
                </a:lnTo>
                <a:lnTo>
                  <a:pt x="121470" y="124338"/>
                </a:lnTo>
                <a:lnTo>
                  <a:pt x="121706" y="123163"/>
                </a:lnTo>
                <a:lnTo>
                  <a:pt x="121914" y="121967"/>
                </a:lnTo>
                <a:lnTo>
                  <a:pt x="122094" y="120748"/>
                </a:lnTo>
                <a:lnTo>
                  <a:pt x="122246" y="119508"/>
                </a:lnTo>
                <a:lnTo>
                  <a:pt x="122371" y="118246"/>
                </a:lnTo>
                <a:lnTo>
                  <a:pt x="122468" y="116963"/>
                </a:lnTo>
                <a:lnTo>
                  <a:pt x="122537" y="115657"/>
                </a:lnTo>
                <a:lnTo>
                  <a:pt x="122579" y="114330"/>
                </a:lnTo>
                <a:lnTo>
                  <a:pt x="122593" y="112981"/>
                </a:lnTo>
                <a:lnTo>
                  <a:pt x="122583" y="111774"/>
                </a:lnTo>
                <a:lnTo>
                  <a:pt x="122555" y="110586"/>
                </a:lnTo>
                <a:lnTo>
                  <a:pt x="122508" y="109418"/>
                </a:lnTo>
                <a:lnTo>
                  <a:pt x="122442" y="108269"/>
                </a:lnTo>
                <a:lnTo>
                  <a:pt x="122358" y="107140"/>
                </a:lnTo>
                <a:lnTo>
                  <a:pt x="122254" y="106030"/>
                </a:lnTo>
                <a:lnTo>
                  <a:pt x="122132" y="104941"/>
                </a:lnTo>
                <a:lnTo>
                  <a:pt x="121991" y="103870"/>
                </a:lnTo>
                <a:lnTo>
                  <a:pt x="121831" y="102820"/>
                </a:lnTo>
                <a:lnTo>
                  <a:pt x="121652" y="101789"/>
                </a:lnTo>
                <a:lnTo>
                  <a:pt x="121455" y="100777"/>
                </a:lnTo>
                <a:lnTo>
                  <a:pt x="121239" y="99786"/>
                </a:lnTo>
                <a:lnTo>
                  <a:pt x="121003" y="98814"/>
                </a:lnTo>
                <a:lnTo>
                  <a:pt x="120750" y="97861"/>
                </a:lnTo>
                <a:lnTo>
                  <a:pt x="120477" y="96928"/>
                </a:lnTo>
                <a:lnTo>
                  <a:pt x="120185" y="96015"/>
                </a:lnTo>
                <a:lnTo>
                  <a:pt x="119875" y="95121"/>
                </a:lnTo>
                <a:lnTo>
                  <a:pt x="119546" y="94247"/>
                </a:lnTo>
                <a:lnTo>
                  <a:pt x="119198" y="93392"/>
                </a:lnTo>
                <a:lnTo>
                  <a:pt x="118831" y="92558"/>
                </a:lnTo>
                <a:lnTo>
                  <a:pt x="118445" y="91742"/>
                </a:lnTo>
                <a:lnTo>
                  <a:pt x="118041" y="90947"/>
                </a:lnTo>
                <a:lnTo>
                  <a:pt x="117618" y="90171"/>
                </a:lnTo>
                <a:lnTo>
                  <a:pt x="117176" y="89414"/>
                </a:lnTo>
                <a:lnTo>
                  <a:pt x="116714" y="88673"/>
                </a:lnTo>
                <a:lnTo>
                  <a:pt x="116233" y="87944"/>
                </a:lnTo>
                <a:lnTo>
                  <a:pt x="115732" y="87226"/>
                </a:lnTo>
                <a:lnTo>
                  <a:pt x="115210" y="86520"/>
                </a:lnTo>
                <a:lnTo>
                  <a:pt x="114669" y="85825"/>
                </a:lnTo>
                <a:lnTo>
                  <a:pt x="114107" y="85142"/>
                </a:lnTo>
                <a:lnTo>
                  <a:pt x="113526" y="84470"/>
                </a:lnTo>
                <a:lnTo>
                  <a:pt x="112925" y="83809"/>
                </a:lnTo>
                <a:lnTo>
                  <a:pt x="112303" y="83160"/>
                </a:lnTo>
                <a:lnTo>
                  <a:pt x="111662" y="82523"/>
                </a:lnTo>
                <a:lnTo>
                  <a:pt x="111001" y="81897"/>
                </a:lnTo>
                <a:lnTo>
                  <a:pt x="110319" y="81283"/>
                </a:lnTo>
                <a:lnTo>
                  <a:pt x="109618" y="80680"/>
                </a:lnTo>
                <a:lnTo>
                  <a:pt x="108897" y="80088"/>
                </a:lnTo>
                <a:lnTo>
                  <a:pt x="108155" y="79508"/>
                </a:lnTo>
                <a:lnTo>
                  <a:pt x="107394" y="78940"/>
                </a:lnTo>
                <a:lnTo>
                  <a:pt x="106612" y="78383"/>
                </a:lnTo>
                <a:lnTo>
                  <a:pt x="105811" y="77838"/>
                </a:lnTo>
                <a:lnTo>
                  <a:pt x="104990" y="77304"/>
                </a:lnTo>
                <a:lnTo>
                  <a:pt x="104148" y="76781"/>
                </a:lnTo>
                <a:lnTo>
                  <a:pt x="103287" y="76270"/>
                </a:lnTo>
                <a:lnTo>
                  <a:pt x="102406" y="75771"/>
                </a:lnTo>
                <a:lnTo>
                  <a:pt x="101504" y="75283"/>
                </a:lnTo>
                <a:lnTo>
                  <a:pt x="100583" y="74807"/>
                </a:lnTo>
                <a:lnTo>
                  <a:pt x="99641" y="74337"/>
                </a:lnTo>
                <a:lnTo>
                  <a:pt x="98677" y="73869"/>
                </a:lnTo>
                <a:lnTo>
                  <a:pt x="97691" y="73402"/>
                </a:lnTo>
                <a:lnTo>
                  <a:pt x="96684" y="72938"/>
                </a:lnTo>
                <a:lnTo>
                  <a:pt x="95654" y="72475"/>
                </a:lnTo>
                <a:lnTo>
                  <a:pt x="94603" y="72014"/>
                </a:lnTo>
                <a:lnTo>
                  <a:pt x="93530" y="71555"/>
                </a:lnTo>
                <a:lnTo>
                  <a:pt x="92436" y="71098"/>
                </a:lnTo>
                <a:lnTo>
                  <a:pt x="91319" y="70642"/>
                </a:lnTo>
                <a:lnTo>
                  <a:pt x="90181" y="70189"/>
                </a:lnTo>
                <a:lnTo>
                  <a:pt x="89021" y="69737"/>
                </a:lnTo>
                <a:lnTo>
                  <a:pt x="87839" y="69286"/>
                </a:lnTo>
                <a:lnTo>
                  <a:pt x="86636" y="68838"/>
                </a:lnTo>
                <a:lnTo>
                  <a:pt x="85410" y="68391"/>
                </a:lnTo>
                <a:lnTo>
                  <a:pt x="84163" y="67946"/>
                </a:lnTo>
                <a:lnTo>
                  <a:pt x="82894" y="67503"/>
                </a:lnTo>
                <a:lnTo>
                  <a:pt x="81604" y="67062"/>
                </a:lnTo>
                <a:lnTo>
                  <a:pt x="80291" y="66622"/>
                </a:lnTo>
                <a:lnTo>
                  <a:pt x="78957" y="66185"/>
                </a:lnTo>
                <a:lnTo>
                  <a:pt x="77601" y="65749"/>
                </a:lnTo>
                <a:lnTo>
                  <a:pt x="76223" y="65314"/>
                </a:lnTo>
                <a:lnTo>
                  <a:pt x="74824" y="64882"/>
                </a:lnTo>
                <a:lnTo>
                  <a:pt x="73402" y="64451"/>
                </a:lnTo>
                <a:lnTo>
                  <a:pt x="71959" y="64023"/>
                </a:lnTo>
                <a:lnTo>
                  <a:pt x="70755" y="63672"/>
                </a:lnTo>
                <a:lnTo>
                  <a:pt x="69574" y="63325"/>
                </a:lnTo>
                <a:lnTo>
                  <a:pt x="68418" y="62981"/>
                </a:lnTo>
                <a:lnTo>
                  <a:pt x="67285" y="62640"/>
                </a:lnTo>
                <a:lnTo>
                  <a:pt x="66176" y="62303"/>
                </a:lnTo>
                <a:lnTo>
                  <a:pt x="65092" y="61968"/>
                </a:lnTo>
                <a:lnTo>
                  <a:pt x="64031" y="61637"/>
                </a:lnTo>
                <a:lnTo>
                  <a:pt x="62994" y="61309"/>
                </a:lnTo>
                <a:lnTo>
                  <a:pt x="61982" y="60984"/>
                </a:lnTo>
                <a:lnTo>
                  <a:pt x="60993" y="60662"/>
                </a:lnTo>
                <a:lnTo>
                  <a:pt x="60028" y="60344"/>
                </a:lnTo>
                <a:lnTo>
                  <a:pt x="59087" y="60029"/>
                </a:lnTo>
                <a:lnTo>
                  <a:pt x="58170" y="59716"/>
                </a:lnTo>
                <a:lnTo>
                  <a:pt x="57277" y="59407"/>
                </a:lnTo>
                <a:lnTo>
                  <a:pt x="56408" y="59102"/>
                </a:lnTo>
                <a:lnTo>
                  <a:pt x="55563" y="58799"/>
                </a:lnTo>
                <a:lnTo>
                  <a:pt x="54742" y="58500"/>
                </a:lnTo>
                <a:lnTo>
                  <a:pt x="53944" y="58203"/>
                </a:lnTo>
                <a:lnTo>
                  <a:pt x="53171" y="57910"/>
                </a:lnTo>
                <a:lnTo>
                  <a:pt x="52422" y="57620"/>
                </a:lnTo>
                <a:lnTo>
                  <a:pt x="51697" y="57334"/>
                </a:lnTo>
                <a:lnTo>
                  <a:pt x="50995" y="57050"/>
                </a:lnTo>
                <a:lnTo>
                  <a:pt x="50318" y="56770"/>
                </a:lnTo>
                <a:lnTo>
                  <a:pt x="49664" y="56492"/>
                </a:lnTo>
                <a:lnTo>
                  <a:pt x="49031" y="56216"/>
                </a:lnTo>
                <a:lnTo>
                  <a:pt x="48415" y="55939"/>
                </a:lnTo>
                <a:lnTo>
                  <a:pt x="47816" y="55662"/>
                </a:lnTo>
                <a:lnTo>
                  <a:pt x="47233" y="55384"/>
                </a:lnTo>
                <a:lnTo>
                  <a:pt x="46667" y="55106"/>
                </a:lnTo>
                <a:lnTo>
                  <a:pt x="46118" y="54826"/>
                </a:lnTo>
                <a:lnTo>
                  <a:pt x="45586" y="54547"/>
                </a:lnTo>
                <a:lnTo>
                  <a:pt x="45071" y="54266"/>
                </a:lnTo>
                <a:lnTo>
                  <a:pt x="44573" y="53985"/>
                </a:lnTo>
                <a:lnTo>
                  <a:pt x="44091" y="53704"/>
                </a:lnTo>
                <a:lnTo>
                  <a:pt x="43626" y="53422"/>
                </a:lnTo>
                <a:lnTo>
                  <a:pt x="43178" y="53139"/>
                </a:lnTo>
                <a:lnTo>
                  <a:pt x="42747" y="52856"/>
                </a:lnTo>
                <a:lnTo>
                  <a:pt x="42333" y="52572"/>
                </a:lnTo>
                <a:lnTo>
                  <a:pt x="41935" y="52287"/>
                </a:lnTo>
                <a:lnTo>
                  <a:pt x="41555" y="52002"/>
                </a:lnTo>
                <a:lnTo>
                  <a:pt x="41191" y="51716"/>
                </a:lnTo>
                <a:lnTo>
                  <a:pt x="40844" y="51430"/>
                </a:lnTo>
                <a:lnTo>
                  <a:pt x="40514" y="51143"/>
                </a:lnTo>
                <a:lnTo>
                  <a:pt x="40201" y="50856"/>
                </a:lnTo>
                <a:lnTo>
                  <a:pt x="39904" y="50568"/>
                </a:lnTo>
                <a:lnTo>
                  <a:pt x="39624" y="50279"/>
                </a:lnTo>
                <a:lnTo>
                  <a:pt x="39362" y="49990"/>
                </a:lnTo>
                <a:lnTo>
                  <a:pt x="39116" y="49700"/>
                </a:lnTo>
                <a:lnTo>
                  <a:pt x="38883" y="49408"/>
                </a:lnTo>
                <a:lnTo>
                  <a:pt x="38660" y="49112"/>
                </a:lnTo>
                <a:lnTo>
                  <a:pt x="38447" y="48813"/>
                </a:lnTo>
                <a:lnTo>
                  <a:pt x="38245" y="48509"/>
                </a:lnTo>
                <a:lnTo>
                  <a:pt x="38051" y="48202"/>
                </a:lnTo>
                <a:lnTo>
                  <a:pt x="37868" y="47891"/>
                </a:lnTo>
                <a:lnTo>
                  <a:pt x="37695" y="47577"/>
                </a:lnTo>
                <a:lnTo>
                  <a:pt x="37532" y="47258"/>
                </a:lnTo>
                <a:lnTo>
                  <a:pt x="37378" y="46936"/>
                </a:lnTo>
                <a:lnTo>
                  <a:pt x="37235" y="46610"/>
                </a:lnTo>
                <a:lnTo>
                  <a:pt x="37101" y="46281"/>
                </a:lnTo>
                <a:lnTo>
                  <a:pt x="36977" y="45947"/>
                </a:lnTo>
                <a:lnTo>
                  <a:pt x="36864" y="45610"/>
                </a:lnTo>
                <a:lnTo>
                  <a:pt x="36760" y="45269"/>
                </a:lnTo>
                <a:lnTo>
                  <a:pt x="36666" y="44925"/>
                </a:lnTo>
                <a:lnTo>
                  <a:pt x="36581" y="44576"/>
                </a:lnTo>
                <a:lnTo>
                  <a:pt x="36507" y="44224"/>
                </a:lnTo>
                <a:lnTo>
                  <a:pt x="36443" y="43868"/>
                </a:lnTo>
                <a:lnTo>
                  <a:pt x="36388" y="43508"/>
                </a:lnTo>
                <a:lnTo>
                  <a:pt x="36344" y="43145"/>
                </a:lnTo>
                <a:lnTo>
                  <a:pt x="36309" y="42777"/>
                </a:lnTo>
                <a:lnTo>
                  <a:pt x="36284" y="42406"/>
                </a:lnTo>
                <a:lnTo>
                  <a:pt x="36270" y="42032"/>
                </a:lnTo>
                <a:lnTo>
                  <a:pt x="36265" y="41653"/>
                </a:lnTo>
                <a:lnTo>
                  <a:pt x="36276" y="40994"/>
                </a:lnTo>
                <a:lnTo>
                  <a:pt x="36311" y="40349"/>
                </a:lnTo>
                <a:lnTo>
                  <a:pt x="36370" y="39719"/>
                </a:lnTo>
                <a:lnTo>
                  <a:pt x="36452" y="39103"/>
                </a:lnTo>
                <a:lnTo>
                  <a:pt x="36557" y="38502"/>
                </a:lnTo>
                <a:lnTo>
                  <a:pt x="36685" y="37915"/>
                </a:lnTo>
                <a:lnTo>
                  <a:pt x="36837" y="37343"/>
                </a:lnTo>
                <a:lnTo>
                  <a:pt x="37012" y="36785"/>
                </a:lnTo>
                <a:lnTo>
                  <a:pt x="37211" y="36242"/>
                </a:lnTo>
                <a:lnTo>
                  <a:pt x="37433" y="35713"/>
                </a:lnTo>
                <a:lnTo>
                  <a:pt x="37678" y="35198"/>
                </a:lnTo>
                <a:lnTo>
                  <a:pt x="37947" y="34698"/>
                </a:lnTo>
                <a:lnTo>
                  <a:pt x="38239" y="34213"/>
                </a:lnTo>
                <a:lnTo>
                  <a:pt x="38554" y="33742"/>
                </a:lnTo>
                <a:lnTo>
                  <a:pt x="38893" y="33285"/>
                </a:lnTo>
                <a:lnTo>
                  <a:pt x="39255" y="32843"/>
                </a:lnTo>
                <a:lnTo>
                  <a:pt x="39640" y="32416"/>
                </a:lnTo>
                <a:lnTo>
                  <a:pt x="40049" y="32003"/>
                </a:lnTo>
                <a:lnTo>
                  <a:pt x="40482" y="31604"/>
                </a:lnTo>
                <a:lnTo>
                  <a:pt x="40937" y="31220"/>
                </a:lnTo>
                <a:lnTo>
                  <a:pt x="41416" y="30851"/>
                </a:lnTo>
                <a:lnTo>
                  <a:pt x="41918" y="30495"/>
                </a:lnTo>
                <a:lnTo>
                  <a:pt x="42444" y="30155"/>
                </a:lnTo>
                <a:lnTo>
                  <a:pt x="42993" y="29829"/>
                </a:lnTo>
                <a:lnTo>
                  <a:pt x="43560" y="29516"/>
                </a:lnTo>
                <a:lnTo>
                  <a:pt x="44139" y="29217"/>
                </a:lnTo>
                <a:lnTo>
                  <a:pt x="44730" y="28931"/>
                </a:lnTo>
                <a:lnTo>
                  <a:pt x="45334" y="28659"/>
                </a:lnTo>
                <a:lnTo>
                  <a:pt x="45950" y="28400"/>
                </a:lnTo>
                <a:lnTo>
                  <a:pt x="46578" y="28154"/>
                </a:lnTo>
                <a:lnTo>
                  <a:pt x="47219" y="27921"/>
                </a:lnTo>
                <a:lnTo>
                  <a:pt x="47871" y="27702"/>
                </a:lnTo>
                <a:lnTo>
                  <a:pt x="48536" y="27496"/>
                </a:lnTo>
                <a:lnTo>
                  <a:pt x="49214" y="27303"/>
                </a:lnTo>
                <a:lnTo>
                  <a:pt x="49903" y="27124"/>
                </a:lnTo>
                <a:lnTo>
                  <a:pt x="50605" y="26958"/>
                </a:lnTo>
                <a:lnTo>
                  <a:pt x="51319" y="26805"/>
                </a:lnTo>
                <a:lnTo>
                  <a:pt x="52046" y="26666"/>
                </a:lnTo>
                <a:lnTo>
                  <a:pt x="52784" y="26539"/>
                </a:lnTo>
                <a:lnTo>
                  <a:pt x="53535" y="26426"/>
                </a:lnTo>
                <a:lnTo>
                  <a:pt x="54299" y="26327"/>
                </a:lnTo>
                <a:lnTo>
                  <a:pt x="55074" y="26240"/>
                </a:lnTo>
                <a:lnTo>
                  <a:pt x="55862" y="26167"/>
                </a:lnTo>
                <a:lnTo>
                  <a:pt x="56662" y="26107"/>
                </a:lnTo>
                <a:lnTo>
                  <a:pt x="57474" y="26061"/>
                </a:lnTo>
                <a:lnTo>
                  <a:pt x="58299" y="26028"/>
                </a:lnTo>
                <a:lnTo>
                  <a:pt x="59136" y="26008"/>
                </a:lnTo>
                <a:lnTo>
                  <a:pt x="59985" y="26001"/>
                </a:lnTo>
                <a:lnTo>
                  <a:pt x="60845" y="26010"/>
                </a:lnTo>
                <a:lnTo>
                  <a:pt x="61694" y="26035"/>
                </a:lnTo>
                <a:lnTo>
                  <a:pt x="62533" y="26077"/>
                </a:lnTo>
                <a:lnTo>
                  <a:pt x="63362" y="26136"/>
                </a:lnTo>
                <a:lnTo>
                  <a:pt x="64180" y="26212"/>
                </a:lnTo>
                <a:lnTo>
                  <a:pt x="64988" y="26304"/>
                </a:lnTo>
                <a:lnTo>
                  <a:pt x="65786" y="26414"/>
                </a:lnTo>
                <a:lnTo>
                  <a:pt x="66574" y="26540"/>
                </a:lnTo>
                <a:lnTo>
                  <a:pt x="67351" y="26684"/>
                </a:lnTo>
                <a:lnTo>
                  <a:pt x="68118" y="26844"/>
                </a:lnTo>
                <a:lnTo>
                  <a:pt x="68875" y="27021"/>
                </a:lnTo>
                <a:lnTo>
                  <a:pt x="69621" y="27215"/>
                </a:lnTo>
                <a:lnTo>
                  <a:pt x="70357" y="27425"/>
                </a:lnTo>
                <a:lnTo>
                  <a:pt x="71083" y="27653"/>
                </a:lnTo>
                <a:lnTo>
                  <a:pt x="71799" y="27897"/>
                </a:lnTo>
                <a:lnTo>
                  <a:pt x="72504" y="28158"/>
                </a:lnTo>
                <a:lnTo>
                  <a:pt x="73199" y="28436"/>
                </a:lnTo>
                <a:lnTo>
                  <a:pt x="73884" y="28731"/>
                </a:lnTo>
                <a:lnTo>
                  <a:pt x="74558" y="29043"/>
                </a:lnTo>
                <a:lnTo>
                  <a:pt x="75222" y="29372"/>
                </a:lnTo>
                <a:lnTo>
                  <a:pt x="75876" y="29717"/>
                </a:lnTo>
                <a:lnTo>
                  <a:pt x="76519" y="30080"/>
                </a:lnTo>
                <a:lnTo>
                  <a:pt x="77152" y="30459"/>
                </a:lnTo>
                <a:lnTo>
                  <a:pt x="77775" y="30855"/>
                </a:lnTo>
                <a:lnTo>
                  <a:pt x="78380" y="31268"/>
                </a:lnTo>
                <a:lnTo>
                  <a:pt x="78958" y="31698"/>
                </a:lnTo>
                <a:lnTo>
                  <a:pt x="79511" y="32146"/>
                </a:lnTo>
                <a:lnTo>
                  <a:pt x="80037" y="32611"/>
                </a:lnTo>
                <a:lnTo>
                  <a:pt x="80537" y="33093"/>
                </a:lnTo>
                <a:lnTo>
                  <a:pt x="81011" y="33593"/>
                </a:lnTo>
                <a:lnTo>
                  <a:pt x="81459" y="34109"/>
                </a:lnTo>
                <a:lnTo>
                  <a:pt x="81881" y="34643"/>
                </a:lnTo>
                <a:lnTo>
                  <a:pt x="82276" y="35194"/>
                </a:lnTo>
                <a:lnTo>
                  <a:pt x="82646" y="35763"/>
                </a:lnTo>
                <a:lnTo>
                  <a:pt x="82989" y="36349"/>
                </a:lnTo>
                <a:lnTo>
                  <a:pt x="83306" y="36952"/>
                </a:lnTo>
                <a:lnTo>
                  <a:pt x="83597" y="37572"/>
                </a:lnTo>
                <a:lnTo>
                  <a:pt x="83862" y="38209"/>
                </a:lnTo>
                <a:lnTo>
                  <a:pt x="84101" y="38864"/>
                </a:lnTo>
                <a:lnTo>
                  <a:pt x="84313" y="39536"/>
                </a:lnTo>
                <a:lnTo>
                  <a:pt x="84500" y="40225"/>
                </a:lnTo>
                <a:lnTo>
                  <a:pt x="84660" y="40932"/>
                </a:lnTo>
                <a:lnTo>
                  <a:pt x="84795" y="41656"/>
                </a:lnTo>
                <a:lnTo>
                  <a:pt x="84903" y="42397"/>
                </a:lnTo>
                <a:lnTo>
                  <a:pt x="84985" y="43155"/>
                </a:lnTo>
                <a:lnTo>
                  <a:pt x="85040" y="43931"/>
                </a:lnTo>
                <a:lnTo>
                  <a:pt x="85070" y="44724"/>
                </a:lnTo>
                <a:lnTo>
                  <a:pt x="85074" y="45534"/>
                </a:lnTo>
                <a:lnTo>
                  <a:pt x="117917" y="45534"/>
                </a:lnTo>
                <a:lnTo>
                  <a:pt x="117903" y="44278"/>
                </a:lnTo>
                <a:lnTo>
                  <a:pt x="117862" y="43042"/>
                </a:lnTo>
                <a:lnTo>
                  <a:pt x="117794" y="41823"/>
                </a:lnTo>
                <a:lnTo>
                  <a:pt x="117699" y="40624"/>
                </a:lnTo>
                <a:lnTo>
                  <a:pt x="117576" y="39443"/>
                </a:lnTo>
                <a:lnTo>
                  <a:pt x="117425" y="38280"/>
                </a:lnTo>
                <a:lnTo>
                  <a:pt x="117248" y="37136"/>
                </a:lnTo>
                <a:lnTo>
                  <a:pt x="117043" y="36011"/>
                </a:lnTo>
                <a:lnTo>
                  <a:pt x="116811" y="34905"/>
                </a:lnTo>
                <a:lnTo>
                  <a:pt x="116551" y="33817"/>
                </a:lnTo>
                <a:lnTo>
                  <a:pt x="116264" y="32747"/>
                </a:lnTo>
                <a:lnTo>
                  <a:pt x="115950" y="31697"/>
                </a:lnTo>
                <a:lnTo>
                  <a:pt x="115608" y="30665"/>
                </a:lnTo>
                <a:lnTo>
                  <a:pt x="115240" y="29651"/>
                </a:lnTo>
                <a:lnTo>
                  <a:pt x="114843" y="28657"/>
                </a:lnTo>
                <a:lnTo>
                  <a:pt x="114420" y="27680"/>
                </a:lnTo>
                <a:lnTo>
                  <a:pt x="113969" y="26723"/>
                </a:lnTo>
                <a:lnTo>
                  <a:pt x="113491" y="25784"/>
                </a:lnTo>
                <a:lnTo>
                  <a:pt x="112985" y="24864"/>
                </a:lnTo>
                <a:lnTo>
                  <a:pt x="112453" y="23962"/>
                </a:lnTo>
                <a:lnTo>
                  <a:pt x="111893" y="23079"/>
                </a:lnTo>
                <a:lnTo>
                  <a:pt x="111305" y="22214"/>
                </a:lnTo>
                <a:lnTo>
                  <a:pt x="110690" y="21369"/>
                </a:lnTo>
                <a:lnTo>
                  <a:pt x="110048" y="20541"/>
                </a:lnTo>
                <a:lnTo>
                  <a:pt x="109383" y="19732"/>
                </a:lnTo>
                <a:lnTo>
                  <a:pt x="108700" y="18941"/>
                </a:lnTo>
                <a:lnTo>
                  <a:pt x="107998" y="18166"/>
                </a:lnTo>
                <a:lnTo>
                  <a:pt x="107278" y="17409"/>
                </a:lnTo>
                <a:lnTo>
                  <a:pt x="106540" y="16670"/>
                </a:lnTo>
                <a:lnTo>
                  <a:pt x="105783" y="15948"/>
                </a:lnTo>
                <a:lnTo>
                  <a:pt x="105007" y="15243"/>
                </a:lnTo>
                <a:lnTo>
                  <a:pt x="104213" y="14556"/>
                </a:lnTo>
                <a:lnTo>
                  <a:pt x="103401" y="13887"/>
                </a:lnTo>
                <a:lnTo>
                  <a:pt x="102570" y="13234"/>
                </a:lnTo>
                <a:lnTo>
                  <a:pt x="101721" y="12600"/>
                </a:lnTo>
                <a:lnTo>
                  <a:pt x="100854" y="11982"/>
                </a:lnTo>
                <a:lnTo>
                  <a:pt x="99968" y="11382"/>
                </a:lnTo>
                <a:lnTo>
                  <a:pt x="99064" y="10800"/>
                </a:lnTo>
                <a:lnTo>
                  <a:pt x="98141" y="10235"/>
                </a:lnTo>
                <a:lnTo>
                  <a:pt x="97200" y="9687"/>
                </a:lnTo>
                <a:lnTo>
                  <a:pt x="96240" y="9157"/>
                </a:lnTo>
                <a:lnTo>
                  <a:pt x="95262" y="8644"/>
                </a:lnTo>
                <a:lnTo>
                  <a:pt x="94266" y="8149"/>
                </a:lnTo>
                <a:lnTo>
                  <a:pt x="93251" y="7671"/>
                </a:lnTo>
                <a:lnTo>
                  <a:pt x="92218" y="7210"/>
                </a:lnTo>
                <a:lnTo>
                  <a:pt x="91166" y="6767"/>
                </a:lnTo>
                <a:lnTo>
                  <a:pt x="90096" y="6342"/>
                </a:lnTo>
                <a:lnTo>
                  <a:pt x="89008" y="5934"/>
                </a:lnTo>
                <a:lnTo>
                  <a:pt x="87906" y="5543"/>
                </a:lnTo>
                <a:lnTo>
                  <a:pt x="86795" y="5168"/>
                </a:lnTo>
                <a:lnTo>
                  <a:pt x="85675" y="4810"/>
                </a:lnTo>
                <a:lnTo>
                  <a:pt x="84546" y="4469"/>
                </a:lnTo>
                <a:lnTo>
                  <a:pt x="83409" y="4144"/>
                </a:lnTo>
                <a:lnTo>
                  <a:pt x="82262" y="3837"/>
                </a:lnTo>
                <a:lnTo>
                  <a:pt x="81106" y="3545"/>
                </a:lnTo>
                <a:lnTo>
                  <a:pt x="79942" y="3271"/>
                </a:lnTo>
                <a:lnTo>
                  <a:pt x="78769" y="3013"/>
                </a:lnTo>
                <a:lnTo>
                  <a:pt x="77586" y="2771"/>
                </a:lnTo>
                <a:lnTo>
                  <a:pt x="76395" y="2547"/>
                </a:lnTo>
                <a:lnTo>
                  <a:pt x="75195" y="2339"/>
                </a:lnTo>
                <a:lnTo>
                  <a:pt x="73986" y="2147"/>
                </a:lnTo>
                <a:lnTo>
                  <a:pt x="72768" y="1973"/>
                </a:lnTo>
                <a:lnTo>
                  <a:pt x="71541" y="1814"/>
                </a:lnTo>
                <a:lnTo>
                  <a:pt x="70306" y="1673"/>
                </a:lnTo>
                <a:lnTo>
                  <a:pt x="69061" y="1548"/>
                </a:lnTo>
                <a:lnTo>
                  <a:pt x="67807" y="1440"/>
                </a:lnTo>
                <a:lnTo>
                  <a:pt x="66545" y="1348"/>
                </a:lnTo>
                <a:lnTo>
                  <a:pt x="65274" y="1274"/>
                </a:lnTo>
                <a:lnTo>
                  <a:pt x="63993" y="1215"/>
                </a:lnTo>
                <a:lnTo>
                  <a:pt x="62704" y="1174"/>
                </a:lnTo>
                <a:lnTo>
                  <a:pt x="61406" y="1149"/>
                </a:lnTo>
                <a:lnTo>
                  <a:pt x="60099" y="1140"/>
                </a:lnTo>
                <a:lnTo>
                  <a:pt x="58728" y="1148"/>
                </a:lnTo>
                <a:lnTo>
                  <a:pt x="57369" y="1171"/>
                </a:lnTo>
                <a:lnTo>
                  <a:pt x="56024" y="1210"/>
                </a:lnTo>
                <a:lnTo>
                  <a:pt x="54692" y="1264"/>
                </a:lnTo>
                <a:lnTo>
                  <a:pt x="53372" y="1334"/>
                </a:lnTo>
                <a:lnTo>
                  <a:pt x="52066" y="1419"/>
                </a:lnTo>
                <a:lnTo>
                  <a:pt x="50773" y="1519"/>
                </a:lnTo>
                <a:lnTo>
                  <a:pt x="49493" y="1635"/>
                </a:lnTo>
                <a:lnTo>
                  <a:pt x="48226" y="1766"/>
                </a:lnTo>
                <a:lnTo>
                  <a:pt x="46973" y="1913"/>
                </a:lnTo>
                <a:lnTo>
                  <a:pt x="45732" y="2075"/>
                </a:lnTo>
                <a:lnTo>
                  <a:pt x="44504" y="2253"/>
                </a:lnTo>
                <a:lnTo>
                  <a:pt x="43289" y="2446"/>
                </a:lnTo>
                <a:lnTo>
                  <a:pt x="42088" y="2655"/>
                </a:lnTo>
                <a:lnTo>
                  <a:pt x="40899" y="2879"/>
                </a:lnTo>
                <a:lnTo>
                  <a:pt x="39724" y="3119"/>
                </a:lnTo>
                <a:lnTo>
                  <a:pt x="38561" y="3374"/>
                </a:lnTo>
                <a:lnTo>
                  <a:pt x="37412" y="3644"/>
                </a:lnTo>
                <a:lnTo>
                  <a:pt x="36276" y="3930"/>
                </a:lnTo>
                <a:lnTo>
                  <a:pt x="35153" y="4231"/>
                </a:lnTo>
                <a:lnTo>
                  <a:pt x="34043" y="4548"/>
                </a:lnTo>
                <a:lnTo>
                  <a:pt x="32946" y="4881"/>
                </a:lnTo>
                <a:lnTo>
                  <a:pt x="31862" y="5228"/>
                </a:lnTo>
                <a:lnTo>
                  <a:pt x="30791" y="5592"/>
                </a:lnTo>
                <a:lnTo>
                  <a:pt x="29736" y="5971"/>
                </a:lnTo>
                <a:lnTo>
                  <a:pt x="28700" y="6368"/>
                </a:lnTo>
                <a:lnTo>
                  <a:pt x="27684" y="6782"/>
                </a:lnTo>
                <a:lnTo>
                  <a:pt x="26687" y="7213"/>
                </a:lnTo>
                <a:lnTo>
                  <a:pt x="25709" y="7662"/>
                </a:lnTo>
                <a:lnTo>
                  <a:pt x="24750" y="8127"/>
                </a:lnTo>
                <a:lnTo>
                  <a:pt x="23811" y="8610"/>
                </a:lnTo>
                <a:lnTo>
                  <a:pt x="22890" y="9111"/>
                </a:lnTo>
                <a:lnTo>
                  <a:pt x="21989" y="9628"/>
                </a:lnTo>
                <a:lnTo>
                  <a:pt x="21107" y="10163"/>
                </a:lnTo>
                <a:lnTo>
                  <a:pt x="20245" y="10715"/>
                </a:lnTo>
                <a:lnTo>
                  <a:pt x="19401" y="11284"/>
                </a:lnTo>
                <a:lnTo>
                  <a:pt x="18577" y="11870"/>
                </a:lnTo>
                <a:lnTo>
                  <a:pt x="17772" y="12474"/>
                </a:lnTo>
                <a:lnTo>
                  <a:pt x="16986" y="13095"/>
                </a:lnTo>
                <a:lnTo>
                  <a:pt x="16219" y="13733"/>
                </a:lnTo>
                <a:lnTo>
                  <a:pt x="15471" y="14388"/>
                </a:lnTo>
                <a:lnTo>
                  <a:pt x="14743" y="15061"/>
                </a:lnTo>
                <a:lnTo>
                  <a:pt x="14034" y="15750"/>
                </a:lnTo>
                <a:lnTo>
                  <a:pt x="13344" y="16457"/>
                </a:lnTo>
                <a:lnTo>
                  <a:pt x="12674" y="17182"/>
                </a:lnTo>
                <a:lnTo>
                  <a:pt x="12022" y="17923"/>
                </a:lnTo>
                <a:lnTo>
                  <a:pt x="11390" y="18682"/>
                </a:lnTo>
                <a:lnTo>
                  <a:pt x="10777" y="19458"/>
                </a:lnTo>
                <a:lnTo>
                  <a:pt x="10186" y="20252"/>
                </a:lnTo>
                <a:lnTo>
                  <a:pt x="9620" y="21066"/>
                </a:lnTo>
                <a:lnTo>
                  <a:pt x="9080" y="21898"/>
                </a:lnTo>
                <a:lnTo>
                  <a:pt x="8564" y="22750"/>
                </a:lnTo>
                <a:lnTo>
                  <a:pt x="8074" y="23621"/>
                </a:lnTo>
                <a:lnTo>
                  <a:pt x="7609" y="24512"/>
                </a:lnTo>
                <a:lnTo>
                  <a:pt x="7169" y="25421"/>
                </a:lnTo>
                <a:lnTo>
                  <a:pt x="6754" y="26350"/>
                </a:lnTo>
                <a:lnTo>
                  <a:pt x="6364" y="27298"/>
                </a:lnTo>
                <a:lnTo>
                  <a:pt x="5999" y="28265"/>
                </a:lnTo>
                <a:lnTo>
                  <a:pt x="5660" y="29251"/>
                </a:lnTo>
                <a:lnTo>
                  <a:pt x="5346" y="30257"/>
                </a:lnTo>
                <a:lnTo>
                  <a:pt x="5056" y="31282"/>
                </a:lnTo>
                <a:lnTo>
                  <a:pt x="4792" y="32326"/>
                </a:lnTo>
                <a:lnTo>
                  <a:pt x="4554" y="33389"/>
                </a:lnTo>
                <a:lnTo>
                  <a:pt x="4340" y="34472"/>
                </a:lnTo>
                <a:lnTo>
                  <a:pt x="4151" y="35573"/>
                </a:lnTo>
                <a:lnTo>
                  <a:pt x="3988" y="36694"/>
                </a:lnTo>
                <a:lnTo>
                  <a:pt x="3850" y="37834"/>
                </a:lnTo>
                <a:lnTo>
                  <a:pt x="3736" y="38994"/>
                </a:lnTo>
                <a:lnTo>
                  <a:pt x="3648" y="40172"/>
                </a:lnTo>
                <a:lnTo>
                  <a:pt x="3586" y="41370"/>
                </a:lnTo>
                <a:lnTo>
                  <a:pt x="3548" y="42587"/>
                </a:lnTo>
                <a:lnTo>
                  <a:pt x="3535" y="43823"/>
                </a:lnTo>
                <a:lnTo>
                  <a:pt x="3546" y="44975"/>
                </a:lnTo>
                <a:lnTo>
                  <a:pt x="3579" y="46107"/>
                </a:lnTo>
                <a:lnTo>
                  <a:pt x="3634" y="47222"/>
                </a:lnTo>
                <a:lnTo>
                  <a:pt x="3711" y="48319"/>
                </a:lnTo>
                <a:lnTo>
                  <a:pt x="3810" y="49397"/>
                </a:lnTo>
                <a:lnTo>
                  <a:pt x="3931" y="50457"/>
                </a:lnTo>
                <a:lnTo>
                  <a:pt x="4074" y="51499"/>
                </a:lnTo>
                <a:lnTo>
                  <a:pt x="4238" y="52522"/>
                </a:lnTo>
                <a:lnTo>
                  <a:pt x="4425" y="53528"/>
                </a:lnTo>
                <a:lnTo>
                  <a:pt x="4634" y="54515"/>
                </a:lnTo>
                <a:lnTo>
                  <a:pt x="4865" y="55484"/>
                </a:lnTo>
                <a:lnTo>
                  <a:pt x="5118" y="56435"/>
                </a:lnTo>
                <a:lnTo>
                  <a:pt x="5392" y="57367"/>
                </a:lnTo>
                <a:lnTo>
                  <a:pt x="5689" y="58281"/>
                </a:lnTo>
                <a:lnTo>
                  <a:pt x="6008" y="59177"/>
                </a:lnTo>
                <a:lnTo>
                  <a:pt x="6348" y="60055"/>
                </a:lnTo>
                <a:lnTo>
                  <a:pt x="6711" y="60915"/>
                </a:lnTo>
                <a:lnTo>
                  <a:pt x="7095" y="61756"/>
                </a:lnTo>
                <a:lnTo>
                  <a:pt x="7502" y="62579"/>
                </a:lnTo>
                <a:lnTo>
                  <a:pt x="7931" y="63384"/>
                </a:lnTo>
                <a:lnTo>
                  <a:pt x="8381" y="64170"/>
                </a:lnTo>
                <a:lnTo>
                  <a:pt x="8854" y="64939"/>
                </a:lnTo>
                <a:lnTo>
                  <a:pt x="9348" y="65689"/>
                </a:lnTo>
                <a:lnTo>
                  <a:pt x="9864" y="66421"/>
                </a:lnTo>
                <a:lnTo>
                  <a:pt x="10401" y="67138"/>
                </a:lnTo>
                <a:lnTo>
                  <a:pt x="10956" y="67844"/>
                </a:lnTo>
                <a:lnTo>
                  <a:pt x="11529" y="68539"/>
                </a:lnTo>
                <a:lnTo>
                  <a:pt x="12120" y="69223"/>
                </a:lnTo>
                <a:lnTo>
                  <a:pt x="12729" y="69895"/>
                </a:lnTo>
                <a:lnTo>
                  <a:pt x="13357" y="70557"/>
                </a:lnTo>
                <a:lnTo>
                  <a:pt x="14003" y="71207"/>
                </a:lnTo>
                <a:lnTo>
                  <a:pt x="14667" y="71847"/>
                </a:lnTo>
                <a:lnTo>
                  <a:pt x="15349" y="72475"/>
                </a:lnTo>
                <a:lnTo>
                  <a:pt x="16050" y="73092"/>
                </a:lnTo>
                <a:lnTo>
                  <a:pt x="16768" y="73698"/>
                </a:lnTo>
                <a:lnTo>
                  <a:pt x="17505" y="74293"/>
                </a:lnTo>
                <a:lnTo>
                  <a:pt x="18260" y="74877"/>
                </a:lnTo>
                <a:lnTo>
                  <a:pt x="19034" y="75450"/>
                </a:lnTo>
                <a:lnTo>
                  <a:pt x="19825" y="76012"/>
                </a:lnTo>
                <a:lnTo>
                  <a:pt x="20635" y="76563"/>
                </a:lnTo>
                <a:lnTo>
                  <a:pt x="21463" y="77102"/>
                </a:lnTo>
                <a:lnTo>
                  <a:pt x="22309" y="77631"/>
                </a:lnTo>
                <a:lnTo>
                  <a:pt x="23173" y="78148"/>
                </a:lnTo>
                <a:lnTo>
                  <a:pt x="24056" y="78655"/>
                </a:lnTo>
                <a:lnTo>
                  <a:pt x="24957" y="79150"/>
                </a:lnTo>
                <a:lnTo>
                  <a:pt x="25876" y="79634"/>
                </a:lnTo>
                <a:lnTo>
                  <a:pt x="26813" y="80107"/>
                </a:lnTo>
                <a:lnTo>
                  <a:pt x="27769" y="80569"/>
                </a:lnTo>
                <a:lnTo>
                  <a:pt x="28741" y="81024"/>
                </a:lnTo>
                <a:lnTo>
                  <a:pt x="29728" y="81476"/>
                </a:lnTo>
                <a:lnTo>
                  <a:pt x="30729" y="81924"/>
                </a:lnTo>
                <a:lnTo>
                  <a:pt x="31746" y="82370"/>
                </a:lnTo>
                <a:lnTo>
                  <a:pt x="32777" y="82812"/>
                </a:lnTo>
                <a:lnTo>
                  <a:pt x="33823" y="83251"/>
                </a:lnTo>
                <a:lnTo>
                  <a:pt x="34885" y="83687"/>
                </a:lnTo>
                <a:lnTo>
                  <a:pt x="35961" y="84119"/>
                </a:lnTo>
                <a:lnTo>
                  <a:pt x="37051" y="84549"/>
                </a:lnTo>
                <a:lnTo>
                  <a:pt x="38157" y="84975"/>
                </a:lnTo>
                <a:lnTo>
                  <a:pt x="39277" y="85398"/>
                </a:lnTo>
                <a:lnTo>
                  <a:pt x="40413" y="85818"/>
                </a:lnTo>
                <a:lnTo>
                  <a:pt x="41563" y="86235"/>
                </a:lnTo>
                <a:lnTo>
                  <a:pt x="42728" y="86649"/>
                </a:lnTo>
                <a:lnTo>
                  <a:pt x="43908" y="87060"/>
                </a:lnTo>
                <a:lnTo>
                  <a:pt x="45103" y="87467"/>
                </a:lnTo>
                <a:lnTo>
                  <a:pt x="46312" y="87871"/>
                </a:lnTo>
                <a:lnTo>
                  <a:pt x="47537" y="88272"/>
                </a:lnTo>
                <a:lnTo>
                  <a:pt x="48776" y="88670"/>
                </a:lnTo>
                <a:lnTo>
                  <a:pt x="50030" y="89065"/>
                </a:lnTo>
                <a:lnTo>
                  <a:pt x="51299" y="89456"/>
                </a:lnTo>
                <a:lnTo>
                  <a:pt x="52583" y="89845"/>
                </a:lnTo>
                <a:lnTo>
                  <a:pt x="53882" y="90230"/>
                </a:lnTo>
                <a:lnTo>
                  <a:pt x="55195" y="90612"/>
                </a:lnTo>
                <a:lnTo>
                  <a:pt x="56316" y="90925"/>
                </a:lnTo>
                <a:lnTo>
                  <a:pt x="57415" y="91236"/>
                </a:lnTo>
                <a:lnTo>
                  <a:pt x="58493" y="91545"/>
                </a:lnTo>
                <a:lnTo>
                  <a:pt x="59551" y="91853"/>
                </a:lnTo>
                <a:lnTo>
                  <a:pt x="60587" y="92159"/>
                </a:lnTo>
                <a:lnTo>
                  <a:pt x="61603" y="92463"/>
                </a:lnTo>
                <a:lnTo>
                  <a:pt x="62597" y="92765"/>
                </a:lnTo>
                <a:lnTo>
                  <a:pt x="63571" y="93066"/>
                </a:lnTo>
                <a:lnTo>
                  <a:pt x="64523" y="93365"/>
                </a:lnTo>
                <a:lnTo>
                  <a:pt x="65455" y="93662"/>
                </a:lnTo>
                <a:lnTo>
                  <a:pt x="66365" y="93957"/>
                </a:lnTo>
                <a:lnTo>
                  <a:pt x="67255" y="94250"/>
                </a:lnTo>
                <a:lnTo>
                  <a:pt x="68124" y="94542"/>
                </a:lnTo>
                <a:lnTo>
                  <a:pt x="68971" y="94832"/>
                </a:lnTo>
                <a:lnTo>
                  <a:pt x="69798" y="95120"/>
                </a:lnTo>
                <a:lnTo>
                  <a:pt x="70603" y="95406"/>
                </a:lnTo>
                <a:lnTo>
                  <a:pt x="71388" y="95691"/>
                </a:lnTo>
                <a:lnTo>
                  <a:pt x="72152" y="95973"/>
                </a:lnTo>
                <a:lnTo>
                  <a:pt x="72894" y="96254"/>
                </a:lnTo>
                <a:lnTo>
                  <a:pt x="73616" y="96533"/>
                </a:lnTo>
                <a:lnTo>
                  <a:pt x="74317" y="96811"/>
                </a:lnTo>
                <a:lnTo>
                  <a:pt x="74996" y="97086"/>
                </a:lnTo>
                <a:lnTo>
                  <a:pt x="75655" y="97360"/>
                </a:lnTo>
                <a:lnTo>
                  <a:pt x="76293" y="97632"/>
                </a:lnTo>
                <a:lnTo>
                  <a:pt x="76912" y="97904"/>
                </a:lnTo>
                <a:lnTo>
                  <a:pt x="77515" y="98179"/>
                </a:lnTo>
                <a:lnTo>
                  <a:pt x="78103" y="98456"/>
                </a:lnTo>
                <a:lnTo>
                  <a:pt x="78675" y="98735"/>
                </a:lnTo>
                <a:lnTo>
                  <a:pt x="79231" y="99016"/>
                </a:lnTo>
                <a:lnTo>
                  <a:pt x="79771" y="99300"/>
                </a:lnTo>
                <a:lnTo>
                  <a:pt x="80295" y="99587"/>
                </a:lnTo>
                <a:lnTo>
                  <a:pt x="80804" y="99875"/>
                </a:lnTo>
                <a:lnTo>
                  <a:pt x="81296" y="100167"/>
                </a:lnTo>
                <a:lnTo>
                  <a:pt x="81773" y="100460"/>
                </a:lnTo>
                <a:lnTo>
                  <a:pt x="82234" y="100756"/>
                </a:lnTo>
                <a:lnTo>
                  <a:pt x="82679" y="101054"/>
                </a:lnTo>
                <a:lnTo>
                  <a:pt x="83108" y="101355"/>
                </a:lnTo>
                <a:lnTo>
                  <a:pt x="83521" y="101658"/>
                </a:lnTo>
                <a:lnTo>
                  <a:pt x="83919" y="101964"/>
                </a:lnTo>
                <a:lnTo>
                  <a:pt x="84301" y="102272"/>
                </a:lnTo>
                <a:lnTo>
                  <a:pt x="84667" y="102582"/>
                </a:lnTo>
                <a:lnTo>
                  <a:pt x="85017" y="102894"/>
                </a:lnTo>
                <a:lnTo>
                  <a:pt x="85351" y="103209"/>
                </a:lnTo>
                <a:lnTo>
                  <a:pt x="85669" y="103527"/>
                </a:lnTo>
                <a:lnTo>
                  <a:pt x="85972" y="103847"/>
                </a:lnTo>
                <a:lnTo>
                  <a:pt x="86258" y="104169"/>
                </a:lnTo>
                <a:lnTo>
                  <a:pt x="86529" y="104493"/>
                </a:lnTo>
                <a:lnTo>
                  <a:pt x="86784" y="104820"/>
                </a:lnTo>
                <a:lnTo>
                  <a:pt x="87026" y="105152"/>
                </a:lnTo>
                <a:lnTo>
                  <a:pt x="87258" y="105491"/>
                </a:lnTo>
                <a:lnTo>
                  <a:pt x="87479" y="105838"/>
                </a:lnTo>
                <a:lnTo>
                  <a:pt x="87690" y="106192"/>
                </a:lnTo>
                <a:lnTo>
                  <a:pt x="87891" y="106553"/>
                </a:lnTo>
                <a:lnTo>
                  <a:pt x="88081" y="106921"/>
                </a:lnTo>
                <a:lnTo>
                  <a:pt x="88262" y="107297"/>
                </a:lnTo>
                <a:lnTo>
                  <a:pt x="88432" y="107680"/>
                </a:lnTo>
                <a:lnTo>
                  <a:pt x="88591" y="108071"/>
                </a:lnTo>
                <a:lnTo>
                  <a:pt x="88740" y="108468"/>
                </a:lnTo>
                <a:lnTo>
                  <a:pt x="88879" y="108873"/>
                </a:lnTo>
                <a:lnTo>
                  <a:pt x="89008" y="109286"/>
                </a:lnTo>
                <a:lnTo>
                  <a:pt x="89126" y="109705"/>
                </a:lnTo>
                <a:lnTo>
                  <a:pt x="89235" y="110133"/>
                </a:lnTo>
                <a:lnTo>
                  <a:pt x="89332" y="110567"/>
                </a:lnTo>
                <a:lnTo>
                  <a:pt x="89420" y="111009"/>
                </a:lnTo>
                <a:lnTo>
                  <a:pt x="89497" y="111458"/>
                </a:lnTo>
                <a:lnTo>
                  <a:pt x="89564" y="111914"/>
                </a:lnTo>
                <a:lnTo>
                  <a:pt x="89621" y="112378"/>
                </a:lnTo>
                <a:lnTo>
                  <a:pt x="89667" y="112849"/>
                </a:lnTo>
                <a:lnTo>
                  <a:pt x="89703" y="113327"/>
                </a:lnTo>
                <a:lnTo>
                  <a:pt x="89729" y="113813"/>
                </a:lnTo>
                <a:lnTo>
                  <a:pt x="89744" y="114306"/>
                </a:lnTo>
                <a:lnTo>
                  <a:pt x="89749" y="114806"/>
                </a:lnTo>
                <a:lnTo>
                  <a:pt x="89743" y="115326"/>
                </a:lnTo>
                <a:lnTo>
                  <a:pt x="89725" y="115838"/>
                </a:lnTo>
                <a:lnTo>
                  <a:pt x="89695" y="116342"/>
                </a:lnTo>
                <a:lnTo>
                  <a:pt x="89653" y="116838"/>
                </a:lnTo>
                <a:lnTo>
                  <a:pt x="89598" y="117327"/>
                </a:lnTo>
                <a:lnTo>
                  <a:pt x="89532" y="117808"/>
                </a:lnTo>
                <a:lnTo>
                  <a:pt x="89453" y="118282"/>
                </a:lnTo>
                <a:lnTo>
                  <a:pt x="89363" y="118747"/>
                </a:lnTo>
                <a:lnTo>
                  <a:pt x="89260" y="119205"/>
                </a:lnTo>
                <a:lnTo>
                  <a:pt x="89145" y="119655"/>
                </a:lnTo>
                <a:lnTo>
                  <a:pt x="89019" y="120097"/>
                </a:lnTo>
                <a:lnTo>
                  <a:pt x="88880" y="120532"/>
                </a:lnTo>
                <a:lnTo>
                  <a:pt x="88729" y="120959"/>
                </a:lnTo>
                <a:lnTo>
                  <a:pt x="88566" y="121378"/>
                </a:lnTo>
                <a:lnTo>
                  <a:pt x="88391" y="121790"/>
                </a:lnTo>
                <a:lnTo>
                  <a:pt x="88203" y="122193"/>
                </a:lnTo>
                <a:lnTo>
                  <a:pt x="88004" y="122589"/>
                </a:lnTo>
                <a:lnTo>
                  <a:pt x="87793" y="122977"/>
                </a:lnTo>
                <a:lnTo>
                  <a:pt x="87569" y="123358"/>
                </a:lnTo>
                <a:lnTo>
                  <a:pt x="87334" y="123731"/>
                </a:lnTo>
                <a:lnTo>
                  <a:pt x="87086" y="124096"/>
                </a:lnTo>
                <a:lnTo>
                  <a:pt x="86827" y="124453"/>
                </a:lnTo>
                <a:lnTo>
                  <a:pt x="86555" y="124803"/>
                </a:lnTo>
                <a:lnTo>
                  <a:pt x="86271" y="125144"/>
                </a:lnTo>
                <a:lnTo>
                  <a:pt x="85977" y="125479"/>
                </a:lnTo>
                <a:lnTo>
                  <a:pt x="85673" y="125806"/>
                </a:lnTo>
                <a:lnTo>
                  <a:pt x="85360" y="126125"/>
                </a:lnTo>
                <a:lnTo>
                  <a:pt x="85037" y="126438"/>
                </a:lnTo>
                <a:lnTo>
                  <a:pt x="84706" y="126742"/>
                </a:lnTo>
                <a:lnTo>
                  <a:pt x="84364" y="127040"/>
                </a:lnTo>
                <a:lnTo>
                  <a:pt x="84014" y="127330"/>
                </a:lnTo>
                <a:lnTo>
                  <a:pt x="83655" y="127613"/>
                </a:lnTo>
                <a:lnTo>
                  <a:pt x="83286" y="127889"/>
                </a:lnTo>
                <a:lnTo>
                  <a:pt x="82907" y="128157"/>
                </a:lnTo>
                <a:lnTo>
                  <a:pt x="82520" y="128418"/>
                </a:lnTo>
                <a:lnTo>
                  <a:pt x="82123" y="128672"/>
                </a:lnTo>
                <a:lnTo>
                  <a:pt x="81717" y="128918"/>
                </a:lnTo>
                <a:lnTo>
                  <a:pt x="81301" y="129157"/>
                </a:lnTo>
                <a:lnTo>
                  <a:pt x="80876" y="129388"/>
                </a:lnTo>
                <a:lnTo>
                  <a:pt x="80442" y="129613"/>
                </a:lnTo>
                <a:lnTo>
                  <a:pt x="79999" y="129829"/>
                </a:lnTo>
                <a:lnTo>
                  <a:pt x="79546" y="130039"/>
                </a:lnTo>
                <a:lnTo>
                  <a:pt x="79084" y="130241"/>
                </a:lnTo>
                <a:lnTo>
                  <a:pt x="78613" y="130436"/>
                </a:lnTo>
                <a:lnTo>
                  <a:pt x="78132" y="130624"/>
                </a:lnTo>
                <a:lnTo>
                  <a:pt x="77642" y="130804"/>
                </a:lnTo>
                <a:lnTo>
                  <a:pt x="77143" y="130977"/>
                </a:lnTo>
                <a:lnTo>
                  <a:pt x="76635" y="131142"/>
                </a:lnTo>
                <a:lnTo>
                  <a:pt x="76118" y="131301"/>
                </a:lnTo>
                <a:lnTo>
                  <a:pt x="75595" y="131452"/>
                </a:lnTo>
                <a:lnTo>
                  <a:pt x="75065" y="131597"/>
                </a:lnTo>
                <a:lnTo>
                  <a:pt x="74528" y="131736"/>
                </a:lnTo>
                <a:lnTo>
                  <a:pt x="73985" y="131867"/>
                </a:lnTo>
                <a:lnTo>
                  <a:pt x="73434" y="131992"/>
                </a:lnTo>
                <a:lnTo>
                  <a:pt x="72878" y="132110"/>
                </a:lnTo>
                <a:lnTo>
                  <a:pt x="72314" y="132221"/>
                </a:lnTo>
                <a:lnTo>
                  <a:pt x="71743" y="132326"/>
                </a:lnTo>
                <a:lnTo>
                  <a:pt x="71166" y="132424"/>
                </a:lnTo>
                <a:lnTo>
                  <a:pt x="70583" y="132515"/>
                </a:lnTo>
                <a:lnTo>
                  <a:pt x="69992" y="132599"/>
                </a:lnTo>
                <a:lnTo>
                  <a:pt x="69395" y="132676"/>
                </a:lnTo>
                <a:lnTo>
                  <a:pt x="68791" y="132747"/>
                </a:lnTo>
                <a:lnTo>
                  <a:pt x="68180" y="132811"/>
                </a:lnTo>
                <a:lnTo>
                  <a:pt x="67562" y="132869"/>
                </a:lnTo>
                <a:lnTo>
                  <a:pt x="66938" y="132919"/>
                </a:lnTo>
                <a:lnTo>
                  <a:pt x="66307" y="132963"/>
                </a:lnTo>
                <a:lnTo>
                  <a:pt x="65669" y="133000"/>
                </a:lnTo>
                <a:lnTo>
                  <a:pt x="65025" y="133030"/>
                </a:lnTo>
                <a:lnTo>
                  <a:pt x="64374" y="133054"/>
                </a:lnTo>
                <a:lnTo>
                  <a:pt x="63716" y="133071"/>
                </a:lnTo>
                <a:lnTo>
                  <a:pt x="63051" y="133081"/>
                </a:lnTo>
                <a:lnTo>
                  <a:pt x="62380" y="133084"/>
                </a:lnTo>
                <a:lnTo>
                  <a:pt x="61680" y="133081"/>
                </a:lnTo>
                <a:lnTo>
                  <a:pt x="60986" y="133069"/>
                </a:lnTo>
                <a:lnTo>
                  <a:pt x="60299" y="133051"/>
                </a:lnTo>
                <a:lnTo>
                  <a:pt x="59619" y="133024"/>
                </a:lnTo>
                <a:lnTo>
                  <a:pt x="58945" y="132990"/>
                </a:lnTo>
                <a:lnTo>
                  <a:pt x="58278" y="132949"/>
                </a:lnTo>
                <a:lnTo>
                  <a:pt x="57617" y="132900"/>
                </a:lnTo>
                <a:lnTo>
                  <a:pt x="56963" y="132843"/>
                </a:lnTo>
                <a:lnTo>
                  <a:pt x="56315" y="132779"/>
                </a:lnTo>
                <a:lnTo>
                  <a:pt x="55674" y="132708"/>
                </a:lnTo>
                <a:lnTo>
                  <a:pt x="55039" y="132628"/>
                </a:lnTo>
                <a:lnTo>
                  <a:pt x="54411" y="132542"/>
                </a:lnTo>
                <a:lnTo>
                  <a:pt x="53790" y="132448"/>
                </a:lnTo>
                <a:lnTo>
                  <a:pt x="53175" y="132346"/>
                </a:lnTo>
                <a:lnTo>
                  <a:pt x="52566" y="132237"/>
                </a:lnTo>
                <a:lnTo>
                  <a:pt x="51964" y="132120"/>
                </a:lnTo>
                <a:lnTo>
                  <a:pt x="51369" y="131995"/>
                </a:lnTo>
                <a:lnTo>
                  <a:pt x="50780" y="131864"/>
                </a:lnTo>
                <a:lnTo>
                  <a:pt x="50197" y="131724"/>
                </a:lnTo>
                <a:lnTo>
                  <a:pt x="49622" y="131577"/>
                </a:lnTo>
                <a:lnTo>
                  <a:pt x="49052" y="131423"/>
                </a:lnTo>
                <a:lnTo>
                  <a:pt x="48489" y="131261"/>
                </a:lnTo>
                <a:lnTo>
                  <a:pt x="47933" y="131091"/>
                </a:lnTo>
                <a:lnTo>
                  <a:pt x="47384" y="130914"/>
                </a:lnTo>
                <a:lnTo>
                  <a:pt x="46842" y="130728"/>
                </a:lnTo>
                <a:lnTo>
                  <a:pt x="46309" y="130532"/>
                </a:lnTo>
                <a:lnTo>
                  <a:pt x="45786" y="130326"/>
                </a:lnTo>
                <a:lnTo>
                  <a:pt x="45272" y="130110"/>
                </a:lnTo>
                <a:lnTo>
                  <a:pt x="44768" y="129883"/>
                </a:lnTo>
                <a:lnTo>
                  <a:pt x="44272" y="129647"/>
                </a:lnTo>
                <a:lnTo>
                  <a:pt x="43786" y="129400"/>
                </a:lnTo>
                <a:lnTo>
                  <a:pt x="43310" y="129144"/>
                </a:lnTo>
                <a:lnTo>
                  <a:pt x="42842" y="128877"/>
                </a:lnTo>
                <a:lnTo>
                  <a:pt x="42384" y="128600"/>
                </a:lnTo>
                <a:lnTo>
                  <a:pt x="41936" y="128313"/>
                </a:lnTo>
                <a:lnTo>
                  <a:pt x="41496" y="128016"/>
                </a:lnTo>
                <a:lnTo>
                  <a:pt x="41066" y="127709"/>
                </a:lnTo>
                <a:lnTo>
                  <a:pt x="40645" y="127391"/>
                </a:lnTo>
                <a:lnTo>
                  <a:pt x="40234" y="127064"/>
                </a:lnTo>
                <a:lnTo>
                  <a:pt x="39832" y="126726"/>
                </a:lnTo>
                <a:lnTo>
                  <a:pt x="39439" y="126379"/>
                </a:lnTo>
                <a:lnTo>
                  <a:pt x="39055" y="126021"/>
                </a:lnTo>
                <a:lnTo>
                  <a:pt x="38681" y="125653"/>
                </a:lnTo>
                <a:lnTo>
                  <a:pt x="38316" y="125275"/>
                </a:lnTo>
                <a:lnTo>
                  <a:pt x="37960" y="124887"/>
                </a:lnTo>
                <a:lnTo>
                  <a:pt x="37614" y="124489"/>
                </a:lnTo>
                <a:lnTo>
                  <a:pt x="37277" y="124080"/>
                </a:lnTo>
                <a:lnTo>
                  <a:pt x="36949" y="123662"/>
                </a:lnTo>
                <a:lnTo>
                  <a:pt x="36632" y="123232"/>
                </a:lnTo>
                <a:lnTo>
                  <a:pt x="36328" y="122788"/>
                </a:lnTo>
                <a:lnTo>
                  <a:pt x="36037" y="122332"/>
                </a:lnTo>
                <a:lnTo>
                  <a:pt x="35758" y="121862"/>
                </a:lnTo>
                <a:lnTo>
                  <a:pt x="35492" y="121378"/>
                </a:lnTo>
                <a:lnTo>
                  <a:pt x="35238" y="120882"/>
                </a:lnTo>
                <a:lnTo>
                  <a:pt x="34998" y="120372"/>
                </a:lnTo>
                <a:lnTo>
                  <a:pt x="34769" y="119849"/>
                </a:lnTo>
                <a:lnTo>
                  <a:pt x="34554" y="119312"/>
                </a:lnTo>
                <a:lnTo>
                  <a:pt x="34351" y="118762"/>
                </a:lnTo>
                <a:lnTo>
                  <a:pt x="34161" y="118199"/>
                </a:lnTo>
                <a:lnTo>
                  <a:pt x="33984" y="117623"/>
                </a:lnTo>
                <a:lnTo>
                  <a:pt x="33819" y="117034"/>
                </a:lnTo>
                <a:lnTo>
                  <a:pt x="33667" y="116431"/>
                </a:lnTo>
                <a:lnTo>
                  <a:pt x="33528" y="115814"/>
                </a:lnTo>
                <a:lnTo>
                  <a:pt x="33401" y="115185"/>
                </a:lnTo>
                <a:lnTo>
                  <a:pt x="33287" y="114542"/>
                </a:lnTo>
                <a:lnTo>
                  <a:pt x="33186" y="113886"/>
                </a:lnTo>
                <a:lnTo>
                  <a:pt x="33097" y="113217"/>
                </a:lnTo>
                <a:lnTo>
                  <a:pt x="33021" y="112534"/>
                </a:lnTo>
                <a:lnTo>
                  <a:pt x="32957" y="111838"/>
                </a:lnTo>
                <a:lnTo>
                  <a:pt x="32907" y="111129"/>
                </a:lnTo>
                <a:lnTo>
                  <a:pt x="32869" y="110406"/>
                </a:lnTo>
                <a:lnTo>
                  <a:pt x="32843" y="109671"/>
                </a:lnTo>
                <a:lnTo>
                  <a:pt x="0" y="109671"/>
                </a:lnTo>
                <a:lnTo>
                  <a:pt x="14" y="111114"/>
                </a:lnTo>
                <a:lnTo>
                  <a:pt x="57" y="112535"/>
                </a:lnTo>
                <a:lnTo>
                  <a:pt x="128" y="113933"/>
                </a:lnTo>
                <a:lnTo>
                  <a:pt x="228" y="115307"/>
                </a:lnTo>
                <a:lnTo>
                  <a:pt x="356" y="116659"/>
                </a:lnTo>
                <a:lnTo>
                  <a:pt x="513" y="117988"/>
                </a:lnTo>
                <a:lnTo>
                  <a:pt x="698" y="119294"/>
                </a:lnTo>
                <a:lnTo>
                  <a:pt x="912" y="120576"/>
                </a:lnTo>
                <a:lnTo>
                  <a:pt x="1155" y="121836"/>
                </a:lnTo>
                <a:lnTo>
                  <a:pt x="1425" y="123073"/>
                </a:lnTo>
                <a:lnTo>
                  <a:pt x="1725" y="124287"/>
                </a:lnTo>
                <a:lnTo>
                  <a:pt x="2053" y="125478"/>
                </a:lnTo>
                <a:lnTo>
                  <a:pt x="2409" y="126645"/>
                </a:lnTo>
                <a:lnTo>
                  <a:pt x="2794" y="127790"/>
                </a:lnTo>
                <a:lnTo>
                  <a:pt x="3207" y="128912"/>
                </a:lnTo>
                <a:lnTo>
                  <a:pt x="3649" y="130011"/>
                </a:lnTo>
                <a:lnTo>
                  <a:pt x="4120" y="131087"/>
                </a:lnTo>
                <a:lnTo>
                  <a:pt x="4619" y="132140"/>
                </a:lnTo>
                <a:lnTo>
                  <a:pt x="5146" y="133169"/>
                </a:lnTo>
                <a:lnTo>
                  <a:pt x="5702" y="134176"/>
                </a:lnTo>
                <a:lnTo>
                  <a:pt x="6286" y="135160"/>
                </a:lnTo>
                <a:lnTo>
                  <a:pt x="6899" y="136121"/>
                </a:lnTo>
                <a:lnTo>
                  <a:pt x="7541" y="137059"/>
                </a:lnTo>
                <a:lnTo>
                  <a:pt x="8211" y="137974"/>
                </a:lnTo>
                <a:lnTo>
                  <a:pt x="8905" y="138867"/>
                </a:lnTo>
                <a:lnTo>
                  <a:pt x="9619" y="139740"/>
                </a:lnTo>
                <a:lnTo>
                  <a:pt x="10354" y="140592"/>
                </a:lnTo>
                <a:lnTo>
                  <a:pt x="11108" y="141424"/>
                </a:lnTo>
                <a:lnTo>
                  <a:pt x="11882" y="142236"/>
                </a:lnTo>
                <a:lnTo>
                  <a:pt x="12676" y="143027"/>
                </a:lnTo>
                <a:lnTo>
                  <a:pt x="13490" y="143798"/>
                </a:lnTo>
                <a:lnTo>
                  <a:pt x="14325" y="144548"/>
                </a:lnTo>
                <a:lnTo>
                  <a:pt x="15179" y="145278"/>
                </a:lnTo>
                <a:lnTo>
                  <a:pt x="16053" y="145988"/>
                </a:lnTo>
                <a:lnTo>
                  <a:pt x="16947" y="146677"/>
                </a:lnTo>
                <a:lnTo>
                  <a:pt x="17861" y="147346"/>
                </a:lnTo>
                <a:lnTo>
                  <a:pt x="18796" y="147994"/>
                </a:lnTo>
                <a:lnTo>
                  <a:pt x="19750" y="148622"/>
                </a:lnTo>
                <a:lnTo>
                  <a:pt x="20724" y="149229"/>
                </a:lnTo>
                <a:lnTo>
                  <a:pt x="21718" y="149817"/>
                </a:lnTo>
                <a:lnTo>
                  <a:pt x="22732" y="150383"/>
                </a:lnTo>
                <a:lnTo>
                  <a:pt x="23767" y="150930"/>
                </a:lnTo>
                <a:lnTo>
                  <a:pt x="24821" y="151456"/>
                </a:lnTo>
                <a:lnTo>
                  <a:pt x="25895" y="151961"/>
                </a:lnTo>
                <a:lnTo>
                  <a:pt x="26989" y="152446"/>
                </a:lnTo>
                <a:lnTo>
                  <a:pt x="28103" y="152911"/>
                </a:lnTo>
                <a:lnTo>
                  <a:pt x="29237" y="153355"/>
                </a:lnTo>
                <a:lnTo>
                  <a:pt x="30392" y="153779"/>
                </a:lnTo>
                <a:lnTo>
                  <a:pt x="31562" y="154184"/>
                </a:lnTo>
                <a:lnTo>
                  <a:pt x="32744" y="154572"/>
                </a:lnTo>
                <a:lnTo>
                  <a:pt x="33938" y="154943"/>
                </a:lnTo>
                <a:lnTo>
                  <a:pt x="35145" y="155296"/>
                </a:lnTo>
                <a:lnTo>
                  <a:pt x="36363" y="155632"/>
                </a:lnTo>
                <a:lnTo>
                  <a:pt x="37594" y="155951"/>
                </a:lnTo>
                <a:lnTo>
                  <a:pt x="38837" y="156253"/>
                </a:lnTo>
                <a:lnTo>
                  <a:pt x="40091" y="156537"/>
                </a:lnTo>
                <a:lnTo>
                  <a:pt x="41358" y="156804"/>
                </a:lnTo>
                <a:lnTo>
                  <a:pt x="42637" y="157054"/>
                </a:lnTo>
                <a:lnTo>
                  <a:pt x="43928" y="157287"/>
                </a:lnTo>
                <a:lnTo>
                  <a:pt x="45231" y="157502"/>
                </a:lnTo>
                <a:lnTo>
                  <a:pt x="46546" y="157701"/>
                </a:lnTo>
                <a:lnTo>
                  <a:pt x="47873" y="157882"/>
                </a:lnTo>
                <a:lnTo>
                  <a:pt x="49213" y="158045"/>
                </a:lnTo>
                <a:lnTo>
                  <a:pt x="50564" y="158192"/>
                </a:lnTo>
                <a:lnTo>
                  <a:pt x="51927" y="158321"/>
                </a:lnTo>
                <a:lnTo>
                  <a:pt x="53303" y="158433"/>
                </a:lnTo>
                <a:lnTo>
                  <a:pt x="54690" y="158528"/>
                </a:lnTo>
                <a:lnTo>
                  <a:pt x="56090" y="158605"/>
                </a:lnTo>
                <a:lnTo>
                  <a:pt x="57502" y="158666"/>
                </a:lnTo>
                <a:lnTo>
                  <a:pt x="58926" y="158709"/>
                </a:lnTo>
                <a:lnTo>
                  <a:pt x="60362" y="158735"/>
                </a:lnTo>
                <a:lnTo>
                  <a:pt x="61810" y="158743"/>
                </a:lnTo>
                <a:lnTo>
                  <a:pt x="63248" y="158735"/>
                </a:lnTo>
                <a:lnTo>
                  <a:pt x="64674" y="158711"/>
                </a:lnTo>
                <a:lnTo>
                  <a:pt x="66087" y="158670"/>
                </a:lnTo>
                <a:lnTo>
                  <a:pt x="67488" y="158613"/>
                </a:lnTo>
                <a:lnTo>
                  <a:pt x="68876" y="158540"/>
                </a:lnTo>
                <a:close/>
                <a:moveTo>
                  <a:pt x="949296" y="158542"/>
                </a:moveTo>
                <a:lnTo>
                  <a:pt x="951064" y="158429"/>
                </a:lnTo>
                <a:lnTo>
                  <a:pt x="952802" y="158291"/>
                </a:lnTo>
                <a:lnTo>
                  <a:pt x="954511" y="158127"/>
                </a:lnTo>
                <a:lnTo>
                  <a:pt x="956191" y="157939"/>
                </a:lnTo>
                <a:lnTo>
                  <a:pt x="957841" y="157725"/>
                </a:lnTo>
                <a:lnTo>
                  <a:pt x="959461" y="157486"/>
                </a:lnTo>
                <a:lnTo>
                  <a:pt x="961052" y="157222"/>
                </a:lnTo>
                <a:lnTo>
                  <a:pt x="962613" y="156933"/>
                </a:lnTo>
                <a:lnTo>
                  <a:pt x="964145" y="156619"/>
                </a:lnTo>
                <a:lnTo>
                  <a:pt x="965648" y="156279"/>
                </a:lnTo>
                <a:lnTo>
                  <a:pt x="967121" y="155915"/>
                </a:lnTo>
                <a:lnTo>
                  <a:pt x="968564" y="155525"/>
                </a:lnTo>
                <a:lnTo>
                  <a:pt x="969978" y="155110"/>
                </a:lnTo>
                <a:lnTo>
                  <a:pt x="971362" y="154670"/>
                </a:lnTo>
                <a:lnTo>
                  <a:pt x="972717" y="154205"/>
                </a:lnTo>
                <a:lnTo>
                  <a:pt x="974043" y="153715"/>
                </a:lnTo>
                <a:lnTo>
                  <a:pt x="975339" y="153199"/>
                </a:lnTo>
                <a:lnTo>
                  <a:pt x="976605" y="152658"/>
                </a:lnTo>
                <a:lnTo>
                  <a:pt x="977842" y="152093"/>
                </a:lnTo>
                <a:lnTo>
                  <a:pt x="979049" y="151502"/>
                </a:lnTo>
                <a:lnTo>
                  <a:pt x="980229" y="150886"/>
                </a:lnTo>
                <a:lnTo>
                  <a:pt x="981382" y="150247"/>
                </a:lnTo>
                <a:lnTo>
                  <a:pt x="982509" y="149584"/>
                </a:lnTo>
                <a:lnTo>
                  <a:pt x="983609" y="148896"/>
                </a:lnTo>
                <a:lnTo>
                  <a:pt x="984684" y="148185"/>
                </a:lnTo>
                <a:lnTo>
                  <a:pt x="985731" y="147450"/>
                </a:lnTo>
                <a:lnTo>
                  <a:pt x="986753" y="146691"/>
                </a:lnTo>
                <a:lnTo>
                  <a:pt x="987748" y="145908"/>
                </a:lnTo>
                <a:lnTo>
                  <a:pt x="988717" y="145100"/>
                </a:lnTo>
                <a:lnTo>
                  <a:pt x="989659" y="144269"/>
                </a:lnTo>
                <a:lnTo>
                  <a:pt x="990576" y="143414"/>
                </a:lnTo>
                <a:lnTo>
                  <a:pt x="991465" y="142535"/>
                </a:lnTo>
                <a:lnTo>
                  <a:pt x="992329" y="141633"/>
                </a:lnTo>
                <a:lnTo>
                  <a:pt x="993166" y="140706"/>
                </a:lnTo>
                <a:lnTo>
                  <a:pt x="993977" y="139755"/>
                </a:lnTo>
                <a:lnTo>
                  <a:pt x="994762" y="138780"/>
                </a:lnTo>
                <a:lnTo>
                  <a:pt x="995520" y="137781"/>
                </a:lnTo>
                <a:lnTo>
                  <a:pt x="996252" y="136759"/>
                </a:lnTo>
                <a:lnTo>
                  <a:pt x="996957" y="135712"/>
                </a:lnTo>
                <a:lnTo>
                  <a:pt x="997636" y="134641"/>
                </a:lnTo>
                <a:lnTo>
                  <a:pt x="998289" y="133547"/>
                </a:lnTo>
                <a:lnTo>
                  <a:pt x="998916" y="132428"/>
                </a:lnTo>
                <a:lnTo>
                  <a:pt x="999516" y="131286"/>
                </a:lnTo>
                <a:lnTo>
                  <a:pt x="1000090" y="130119"/>
                </a:lnTo>
                <a:lnTo>
                  <a:pt x="1000639" y="128930"/>
                </a:lnTo>
                <a:lnTo>
                  <a:pt x="1001164" y="127720"/>
                </a:lnTo>
                <a:lnTo>
                  <a:pt x="1001667" y="126488"/>
                </a:lnTo>
                <a:lnTo>
                  <a:pt x="1002146" y="125235"/>
                </a:lnTo>
                <a:lnTo>
                  <a:pt x="1002601" y="123960"/>
                </a:lnTo>
                <a:lnTo>
                  <a:pt x="1003033" y="122664"/>
                </a:lnTo>
                <a:lnTo>
                  <a:pt x="1003442" y="121347"/>
                </a:lnTo>
                <a:lnTo>
                  <a:pt x="1003828" y="120008"/>
                </a:lnTo>
                <a:lnTo>
                  <a:pt x="1004190" y="118648"/>
                </a:lnTo>
                <a:lnTo>
                  <a:pt x="1004529" y="117266"/>
                </a:lnTo>
                <a:lnTo>
                  <a:pt x="1004844" y="115863"/>
                </a:lnTo>
                <a:lnTo>
                  <a:pt x="1005136" y="114439"/>
                </a:lnTo>
                <a:lnTo>
                  <a:pt x="1005405" y="112993"/>
                </a:lnTo>
                <a:lnTo>
                  <a:pt x="1005650" y="111526"/>
                </a:lnTo>
                <a:lnTo>
                  <a:pt x="1005872" y="110038"/>
                </a:lnTo>
                <a:lnTo>
                  <a:pt x="1006071" y="108528"/>
                </a:lnTo>
                <a:lnTo>
                  <a:pt x="1006246" y="106997"/>
                </a:lnTo>
                <a:lnTo>
                  <a:pt x="1006398" y="105444"/>
                </a:lnTo>
                <a:lnTo>
                  <a:pt x="1006526" y="103870"/>
                </a:lnTo>
                <a:lnTo>
                  <a:pt x="1006631" y="102275"/>
                </a:lnTo>
                <a:lnTo>
                  <a:pt x="1006713" y="100658"/>
                </a:lnTo>
                <a:lnTo>
                  <a:pt x="1006771" y="99020"/>
                </a:lnTo>
                <a:lnTo>
                  <a:pt x="1006806" y="97360"/>
                </a:lnTo>
                <a:lnTo>
                  <a:pt x="1006818" y="95679"/>
                </a:lnTo>
                <a:lnTo>
                  <a:pt x="1006818" y="3193"/>
                </a:lnTo>
                <a:lnTo>
                  <a:pt x="973861" y="3193"/>
                </a:lnTo>
                <a:lnTo>
                  <a:pt x="973861" y="94881"/>
                </a:lnTo>
                <a:lnTo>
                  <a:pt x="973848" y="96442"/>
                </a:lnTo>
                <a:lnTo>
                  <a:pt x="973809" y="97969"/>
                </a:lnTo>
                <a:lnTo>
                  <a:pt x="973744" y="99462"/>
                </a:lnTo>
                <a:lnTo>
                  <a:pt x="973653" y="100922"/>
                </a:lnTo>
                <a:lnTo>
                  <a:pt x="973536" y="102348"/>
                </a:lnTo>
                <a:lnTo>
                  <a:pt x="973394" y="103741"/>
                </a:lnTo>
                <a:lnTo>
                  <a:pt x="973225" y="105099"/>
                </a:lnTo>
                <a:lnTo>
                  <a:pt x="973031" y="106424"/>
                </a:lnTo>
                <a:lnTo>
                  <a:pt x="972810" y="107716"/>
                </a:lnTo>
                <a:lnTo>
                  <a:pt x="972564" y="108974"/>
                </a:lnTo>
                <a:lnTo>
                  <a:pt x="972291" y="110198"/>
                </a:lnTo>
                <a:lnTo>
                  <a:pt x="971993" y="111388"/>
                </a:lnTo>
                <a:lnTo>
                  <a:pt x="971669" y="112545"/>
                </a:lnTo>
                <a:lnTo>
                  <a:pt x="971319" y="113668"/>
                </a:lnTo>
                <a:lnTo>
                  <a:pt x="970943" y="114758"/>
                </a:lnTo>
                <a:lnTo>
                  <a:pt x="970541" y="115814"/>
                </a:lnTo>
                <a:lnTo>
                  <a:pt x="970113" y="116836"/>
                </a:lnTo>
                <a:lnTo>
                  <a:pt x="969659" y="117824"/>
                </a:lnTo>
                <a:lnTo>
                  <a:pt x="969179" y="118779"/>
                </a:lnTo>
                <a:lnTo>
                  <a:pt x="968673" y="119701"/>
                </a:lnTo>
                <a:lnTo>
                  <a:pt x="968142" y="120588"/>
                </a:lnTo>
                <a:lnTo>
                  <a:pt x="967584" y="121442"/>
                </a:lnTo>
                <a:lnTo>
                  <a:pt x="967000" y="122262"/>
                </a:lnTo>
                <a:lnTo>
                  <a:pt x="966391" y="123049"/>
                </a:lnTo>
                <a:lnTo>
                  <a:pt x="965752" y="123803"/>
                </a:lnTo>
                <a:lnTo>
                  <a:pt x="965082" y="124524"/>
                </a:lnTo>
                <a:lnTo>
                  <a:pt x="964378" y="125214"/>
                </a:lnTo>
                <a:lnTo>
                  <a:pt x="963643" y="125871"/>
                </a:lnTo>
                <a:lnTo>
                  <a:pt x="962875" y="126497"/>
                </a:lnTo>
                <a:lnTo>
                  <a:pt x="962075" y="127090"/>
                </a:lnTo>
                <a:lnTo>
                  <a:pt x="961243" y="127651"/>
                </a:lnTo>
                <a:lnTo>
                  <a:pt x="960379" y="128181"/>
                </a:lnTo>
                <a:lnTo>
                  <a:pt x="959482" y="128678"/>
                </a:lnTo>
                <a:lnTo>
                  <a:pt x="958553" y="129143"/>
                </a:lnTo>
                <a:lnTo>
                  <a:pt x="957591" y="129576"/>
                </a:lnTo>
                <a:lnTo>
                  <a:pt x="956598" y="129977"/>
                </a:lnTo>
                <a:lnTo>
                  <a:pt x="955572" y="130346"/>
                </a:lnTo>
                <a:lnTo>
                  <a:pt x="954514" y="130682"/>
                </a:lnTo>
                <a:lnTo>
                  <a:pt x="953423" y="130987"/>
                </a:lnTo>
                <a:lnTo>
                  <a:pt x="952301" y="131260"/>
                </a:lnTo>
                <a:lnTo>
                  <a:pt x="951146" y="131500"/>
                </a:lnTo>
                <a:lnTo>
                  <a:pt x="949959" y="131709"/>
                </a:lnTo>
                <a:lnTo>
                  <a:pt x="948739" y="131885"/>
                </a:lnTo>
                <a:lnTo>
                  <a:pt x="947487" y="132030"/>
                </a:lnTo>
                <a:lnTo>
                  <a:pt x="946203" y="132142"/>
                </a:lnTo>
                <a:lnTo>
                  <a:pt x="944887" y="132222"/>
                </a:lnTo>
                <a:lnTo>
                  <a:pt x="943538" y="132270"/>
                </a:lnTo>
                <a:lnTo>
                  <a:pt x="942158" y="132286"/>
                </a:lnTo>
                <a:lnTo>
                  <a:pt x="940786" y="132270"/>
                </a:lnTo>
                <a:lnTo>
                  <a:pt x="939444" y="132222"/>
                </a:lnTo>
                <a:lnTo>
                  <a:pt x="938134" y="132142"/>
                </a:lnTo>
                <a:lnTo>
                  <a:pt x="936855" y="132030"/>
                </a:lnTo>
                <a:lnTo>
                  <a:pt x="935606" y="131885"/>
                </a:lnTo>
                <a:lnTo>
                  <a:pt x="934389" y="131709"/>
                </a:lnTo>
                <a:lnTo>
                  <a:pt x="933202" y="131500"/>
                </a:lnTo>
                <a:lnTo>
                  <a:pt x="932046" y="131260"/>
                </a:lnTo>
                <a:lnTo>
                  <a:pt x="930921" y="130987"/>
                </a:lnTo>
                <a:lnTo>
                  <a:pt x="929827" y="130682"/>
                </a:lnTo>
                <a:lnTo>
                  <a:pt x="928764" y="130346"/>
                </a:lnTo>
                <a:lnTo>
                  <a:pt x="927732" y="129977"/>
                </a:lnTo>
                <a:lnTo>
                  <a:pt x="926730" y="129576"/>
                </a:lnTo>
                <a:lnTo>
                  <a:pt x="925760" y="129143"/>
                </a:lnTo>
                <a:lnTo>
                  <a:pt x="924820" y="128678"/>
                </a:lnTo>
                <a:lnTo>
                  <a:pt x="923911" y="128181"/>
                </a:lnTo>
                <a:lnTo>
                  <a:pt x="923033" y="127651"/>
                </a:lnTo>
                <a:lnTo>
                  <a:pt x="922186" y="127090"/>
                </a:lnTo>
                <a:lnTo>
                  <a:pt x="921370" y="126497"/>
                </a:lnTo>
                <a:lnTo>
                  <a:pt x="920585" y="125871"/>
                </a:lnTo>
                <a:lnTo>
                  <a:pt x="919831" y="125214"/>
                </a:lnTo>
                <a:lnTo>
                  <a:pt x="919107" y="124524"/>
                </a:lnTo>
                <a:lnTo>
                  <a:pt x="918415" y="123803"/>
                </a:lnTo>
                <a:lnTo>
                  <a:pt x="917753" y="123049"/>
                </a:lnTo>
                <a:lnTo>
                  <a:pt x="917120" y="122262"/>
                </a:lnTo>
                <a:lnTo>
                  <a:pt x="916514" y="121442"/>
                </a:lnTo>
                <a:lnTo>
                  <a:pt x="915936" y="120588"/>
                </a:lnTo>
                <a:lnTo>
                  <a:pt x="915384" y="119701"/>
                </a:lnTo>
                <a:lnTo>
                  <a:pt x="914858" y="118779"/>
                </a:lnTo>
                <a:lnTo>
                  <a:pt x="914360" y="117824"/>
                </a:lnTo>
                <a:lnTo>
                  <a:pt x="913889" y="116836"/>
                </a:lnTo>
                <a:lnTo>
                  <a:pt x="913445" y="115814"/>
                </a:lnTo>
                <a:lnTo>
                  <a:pt x="913028" y="114758"/>
                </a:lnTo>
                <a:lnTo>
                  <a:pt x="912637" y="113668"/>
                </a:lnTo>
                <a:lnTo>
                  <a:pt x="912274" y="112545"/>
                </a:lnTo>
                <a:lnTo>
                  <a:pt x="911937" y="111388"/>
                </a:lnTo>
                <a:lnTo>
                  <a:pt x="911627" y="110198"/>
                </a:lnTo>
                <a:lnTo>
                  <a:pt x="911345" y="108974"/>
                </a:lnTo>
                <a:lnTo>
                  <a:pt x="911089" y="107716"/>
                </a:lnTo>
                <a:lnTo>
                  <a:pt x="910860" y="106424"/>
                </a:lnTo>
                <a:lnTo>
                  <a:pt x="910658" y="105099"/>
                </a:lnTo>
                <a:lnTo>
                  <a:pt x="910483" y="103741"/>
                </a:lnTo>
                <a:lnTo>
                  <a:pt x="910335" y="102348"/>
                </a:lnTo>
                <a:lnTo>
                  <a:pt x="910214" y="100922"/>
                </a:lnTo>
                <a:lnTo>
                  <a:pt x="910119" y="99462"/>
                </a:lnTo>
                <a:lnTo>
                  <a:pt x="910052" y="97969"/>
                </a:lnTo>
                <a:lnTo>
                  <a:pt x="910012" y="96442"/>
                </a:lnTo>
                <a:lnTo>
                  <a:pt x="909998" y="94881"/>
                </a:lnTo>
                <a:lnTo>
                  <a:pt x="909998" y="3193"/>
                </a:lnTo>
                <a:lnTo>
                  <a:pt x="877155" y="3193"/>
                </a:lnTo>
                <a:lnTo>
                  <a:pt x="877155" y="95679"/>
                </a:lnTo>
                <a:lnTo>
                  <a:pt x="877167" y="97360"/>
                </a:lnTo>
                <a:lnTo>
                  <a:pt x="877202" y="99020"/>
                </a:lnTo>
                <a:lnTo>
                  <a:pt x="877260" y="100658"/>
                </a:lnTo>
                <a:lnTo>
                  <a:pt x="877342" y="102275"/>
                </a:lnTo>
                <a:lnTo>
                  <a:pt x="877447" y="103870"/>
                </a:lnTo>
                <a:lnTo>
                  <a:pt x="877575" y="105444"/>
                </a:lnTo>
                <a:lnTo>
                  <a:pt x="877727" y="106997"/>
                </a:lnTo>
                <a:lnTo>
                  <a:pt x="877902" y="108528"/>
                </a:lnTo>
                <a:lnTo>
                  <a:pt x="878101" y="110038"/>
                </a:lnTo>
                <a:lnTo>
                  <a:pt x="878323" y="111526"/>
                </a:lnTo>
                <a:lnTo>
                  <a:pt x="878568" y="112993"/>
                </a:lnTo>
                <a:lnTo>
                  <a:pt x="878837" y="114439"/>
                </a:lnTo>
                <a:lnTo>
                  <a:pt x="879129" y="115863"/>
                </a:lnTo>
                <a:lnTo>
                  <a:pt x="879444" y="117266"/>
                </a:lnTo>
                <a:lnTo>
                  <a:pt x="879783" y="118648"/>
                </a:lnTo>
                <a:lnTo>
                  <a:pt x="880145" y="120008"/>
                </a:lnTo>
                <a:lnTo>
                  <a:pt x="880531" y="121347"/>
                </a:lnTo>
                <a:lnTo>
                  <a:pt x="880940" y="122664"/>
                </a:lnTo>
                <a:lnTo>
                  <a:pt x="881372" y="123960"/>
                </a:lnTo>
                <a:lnTo>
                  <a:pt x="881827" y="125235"/>
                </a:lnTo>
                <a:lnTo>
                  <a:pt x="882306" y="126488"/>
                </a:lnTo>
                <a:lnTo>
                  <a:pt x="882809" y="127720"/>
                </a:lnTo>
                <a:lnTo>
                  <a:pt x="883334" y="128930"/>
                </a:lnTo>
                <a:lnTo>
                  <a:pt x="883883" y="130119"/>
                </a:lnTo>
                <a:lnTo>
                  <a:pt x="884457" y="131286"/>
                </a:lnTo>
                <a:lnTo>
                  <a:pt x="885058" y="132428"/>
                </a:lnTo>
                <a:lnTo>
                  <a:pt x="885685" y="133547"/>
                </a:lnTo>
                <a:lnTo>
                  <a:pt x="886338" y="134641"/>
                </a:lnTo>
                <a:lnTo>
                  <a:pt x="887018" y="135712"/>
                </a:lnTo>
                <a:lnTo>
                  <a:pt x="887725" y="136759"/>
                </a:lnTo>
                <a:lnTo>
                  <a:pt x="888458" y="137781"/>
                </a:lnTo>
                <a:lnTo>
                  <a:pt x="889218" y="138780"/>
                </a:lnTo>
                <a:lnTo>
                  <a:pt x="890004" y="139755"/>
                </a:lnTo>
                <a:lnTo>
                  <a:pt x="890817" y="140706"/>
                </a:lnTo>
                <a:lnTo>
                  <a:pt x="891656" y="141633"/>
                </a:lnTo>
                <a:lnTo>
                  <a:pt x="892522" y="142535"/>
                </a:lnTo>
                <a:lnTo>
                  <a:pt x="893414" y="143414"/>
                </a:lnTo>
                <a:lnTo>
                  <a:pt x="894333" y="144269"/>
                </a:lnTo>
                <a:lnTo>
                  <a:pt x="895278" y="145100"/>
                </a:lnTo>
                <a:lnTo>
                  <a:pt x="896250" y="145908"/>
                </a:lnTo>
                <a:lnTo>
                  <a:pt x="897249" y="146691"/>
                </a:lnTo>
                <a:lnTo>
                  <a:pt x="898274" y="147450"/>
                </a:lnTo>
                <a:lnTo>
                  <a:pt x="899325" y="148185"/>
                </a:lnTo>
                <a:lnTo>
                  <a:pt x="900403" y="148896"/>
                </a:lnTo>
                <a:lnTo>
                  <a:pt x="901508" y="149584"/>
                </a:lnTo>
                <a:lnTo>
                  <a:pt x="902639" y="150247"/>
                </a:lnTo>
                <a:lnTo>
                  <a:pt x="903796" y="150886"/>
                </a:lnTo>
                <a:lnTo>
                  <a:pt x="904981" y="151502"/>
                </a:lnTo>
                <a:lnTo>
                  <a:pt x="906192" y="152093"/>
                </a:lnTo>
                <a:lnTo>
                  <a:pt x="907432" y="152658"/>
                </a:lnTo>
                <a:lnTo>
                  <a:pt x="908701" y="153199"/>
                </a:lnTo>
                <a:lnTo>
                  <a:pt x="909998" y="153715"/>
                </a:lnTo>
                <a:lnTo>
                  <a:pt x="911324" y="154205"/>
                </a:lnTo>
                <a:lnTo>
                  <a:pt x="912678" y="154670"/>
                </a:lnTo>
                <a:lnTo>
                  <a:pt x="914061" y="155110"/>
                </a:lnTo>
                <a:lnTo>
                  <a:pt x="915472" y="155525"/>
                </a:lnTo>
                <a:lnTo>
                  <a:pt x="916912" y="155915"/>
                </a:lnTo>
                <a:lnTo>
                  <a:pt x="918380" y="156279"/>
                </a:lnTo>
                <a:lnTo>
                  <a:pt x="919877" y="156619"/>
                </a:lnTo>
                <a:lnTo>
                  <a:pt x="921402" y="156933"/>
                </a:lnTo>
                <a:lnTo>
                  <a:pt x="922956" y="157222"/>
                </a:lnTo>
                <a:lnTo>
                  <a:pt x="924538" y="157486"/>
                </a:lnTo>
                <a:lnTo>
                  <a:pt x="926149" y="157725"/>
                </a:lnTo>
                <a:lnTo>
                  <a:pt x="927789" y="157939"/>
                </a:lnTo>
                <a:lnTo>
                  <a:pt x="929456" y="158127"/>
                </a:lnTo>
                <a:lnTo>
                  <a:pt x="931153" y="158291"/>
                </a:lnTo>
                <a:lnTo>
                  <a:pt x="932878" y="158429"/>
                </a:lnTo>
                <a:lnTo>
                  <a:pt x="934631" y="158542"/>
                </a:lnTo>
                <a:lnTo>
                  <a:pt x="936413" y="158630"/>
                </a:lnTo>
                <a:lnTo>
                  <a:pt x="938223" y="158693"/>
                </a:lnTo>
                <a:lnTo>
                  <a:pt x="940062" y="158731"/>
                </a:lnTo>
                <a:lnTo>
                  <a:pt x="941929" y="158743"/>
                </a:lnTo>
                <a:lnTo>
                  <a:pt x="943815" y="158731"/>
                </a:lnTo>
                <a:lnTo>
                  <a:pt x="945672" y="158693"/>
                </a:lnTo>
                <a:lnTo>
                  <a:pt x="947499" y="158630"/>
                </a:lnTo>
                <a:lnTo>
                  <a:pt x="949296" y="158542"/>
                </a:lnTo>
                <a:close/>
                <a:moveTo>
                  <a:pt x="375438" y="56808"/>
                </a:moveTo>
                <a:lnTo>
                  <a:pt x="374801" y="55808"/>
                </a:lnTo>
                <a:lnTo>
                  <a:pt x="374132" y="54840"/>
                </a:lnTo>
                <a:lnTo>
                  <a:pt x="373433" y="53903"/>
                </a:lnTo>
                <a:lnTo>
                  <a:pt x="372703" y="52996"/>
                </a:lnTo>
                <a:lnTo>
                  <a:pt x="371943" y="52124"/>
                </a:lnTo>
                <a:lnTo>
                  <a:pt x="371156" y="51289"/>
                </a:lnTo>
                <a:lnTo>
                  <a:pt x="370342" y="50491"/>
                </a:lnTo>
                <a:lnTo>
                  <a:pt x="369502" y="49731"/>
                </a:lnTo>
                <a:lnTo>
                  <a:pt x="368633" y="49007"/>
                </a:lnTo>
                <a:lnTo>
                  <a:pt x="367738" y="48321"/>
                </a:lnTo>
                <a:lnTo>
                  <a:pt x="366816" y="47671"/>
                </a:lnTo>
                <a:lnTo>
                  <a:pt x="365867" y="47059"/>
                </a:lnTo>
                <a:lnTo>
                  <a:pt x="364890" y="46484"/>
                </a:lnTo>
                <a:lnTo>
                  <a:pt x="363886" y="45946"/>
                </a:lnTo>
                <a:lnTo>
                  <a:pt x="362855" y="45445"/>
                </a:lnTo>
                <a:lnTo>
                  <a:pt x="361798" y="44981"/>
                </a:lnTo>
                <a:lnTo>
                  <a:pt x="360712" y="44554"/>
                </a:lnTo>
                <a:lnTo>
                  <a:pt x="359600" y="44164"/>
                </a:lnTo>
                <a:lnTo>
                  <a:pt x="358461" y="43812"/>
                </a:lnTo>
                <a:lnTo>
                  <a:pt x="357295" y="43496"/>
                </a:lnTo>
                <a:lnTo>
                  <a:pt x="356101" y="43218"/>
                </a:lnTo>
                <a:lnTo>
                  <a:pt x="354880" y="42977"/>
                </a:lnTo>
                <a:lnTo>
                  <a:pt x="353632" y="42773"/>
                </a:lnTo>
                <a:lnTo>
                  <a:pt x="352358" y="42606"/>
                </a:lnTo>
                <a:lnTo>
                  <a:pt x="351055" y="42476"/>
                </a:lnTo>
                <a:lnTo>
                  <a:pt x="349726" y="42383"/>
                </a:lnTo>
                <a:lnTo>
                  <a:pt x="348370" y="42327"/>
                </a:lnTo>
                <a:lnTo>
                  <a:pt x="346987" y="42309"/>
                </a:lnTo>
                <a:lnTo>
                  <a:pt x="345816" y="42318"/>
                </a:lnTo>
                <a:lnTo>
                  <a:pt x="344661" y="42347"/>
                </a:lnTo>
                <a:lnTo>
                  <a:pt x="343522" y="42395"/>
                </a:lnTo>
                <a:lnTo>
                  <a:pt x="342398" y="42462"/>
                </a:lnTo>
                <a:lnTo>
                  <a:pt x="341290" y="42549"/>
                </a:lnTo>
                <a:lnTo>
                  <a:pt x="340198" y="42654"/>
                </a:lnTo>
                <a:lnTo>
                  <a:pt x="339121" y="42779"/>
                </a:lnTo>
                <a:lnTo>
                  <a:pt x="338060" y="42923"/>
                </a:lnTo>
                <a:lnTo>
                  <a:pt x="337014" y="43087"/>
                </a:lnTo>
                <a:lnTo>
                  <a:pt x="335985" y="43269"/>
                </a:lnTo>
                <a:lnTo>
                  <a:pt x="334970" y="43471"/>
                </a:lnTo>
                <a:lnTo>
                  <a:pt x="333972" y="43691"/>
                </a:lnTo>
                <a:lnTo>
                  <a:pt x="332989" y="43932"/>
                </a:lnTo>
                <a:lnTo>
                  <a:pt x="332022" y="44191"/>
                </a:lnTo>
                <a:lnTo>
                  <a:pt x="331070" y="44469"/>
                </a:lnTo>
                <a:lnTo>
                  <a:pt x="330134" y="44767"/>
                </a:lnTo>
                <a:lnTo>
                  <a:pt x="329214" y="45084"/>
                </a:lnTo>
                <a:lnTo>
                  <a:pt x="328309" y="45420"/>
                </a:lnTo>
                <a:lnTo>
                  <a:pt x="327420" y="45775"/>
                </a:lnTo>
                <a:lnTo>
                  <a:pt x="326547" y="46150"/>
                </a:lnTo>
                <a:lnTo>
                  <a:pt x="325689" y="46543"/>
                </a:lnTo>
                <a:lnTo>
                  <a:pt x="324847" y="46956"/>
                </a:lnTo>
                <a:lnTo>
                  <a:pt x="324020" y="47388"/>
                </a:lnTo>
                <a:lnTo>
                  <a:pt x="323209" y="47840"/>
                </a:lnTo>
                <a:lnTo>
                  <a:pt x="322413" y="48303"/>
                </a:lnTo>
                <a:lnTo>
                  <a:pt x="321632" y="48773"/>
                </a:lnTo>
                <a:lnTo>
                  <a:pt x="320865" y="49248"/>
                </a:lnTo>
                <a:lnTo>
                  <a:pt x="320113" y="49729"/>
                </a:lnTo>
                <a:lnTo>
                  <a:pt x="319375" y="50216"/>
                </a:lnTo>
                <a:lnTo>
                  <a:pt x="318651" y="50709"/>
                </a:lnTo>
                <a:lnTo>
                  <a:pt x="317942" y="51207"/>
                </a:lnTo>
                <a:lnTo>
                  <a:pt x="317248" y="51711"/>
                </a:lnTo>
                <a:lnTo>
                  <a:pt x="316567" y="52220"/>
                </a:lnTo>
                <a:lnTo>
                  <a:pt x="315902" y="52736"/>
                </a:lnTo>
                <a:lnTo>
                  <a:pt x="315250" y="53257"/>
                </a:lnTo>
                <a:lnTo>
                  <a:pt x="314614" y="53784"/>
                </a:lnTo>
                <a:lnTo>
                  <a:pt x="313991" y="54317"/>
                </a:lnTo>
                <a:lnTo>
                  <a:pt x="313383" y="54855"/>
                </a:lnTo>
                <a:lnTo>
                  <a:pt x="312790" y="55399"/>
                </a:lnTo>
                <a:lnTo>
                  <a:pt x="312211" y="55949"/>
                </a:lnTo>
                <a:lnTo>
                  <a:pt x="311646" y="56505"/>
                </a:lnTo>
                <a:lnTo>
                  <a:pt x="311096" y="57066"/>
                </a:lnTo>
                <a:lnTo>
                  <a:pt x="310560" y="57633"/>
                </a:lnTo>
                <a:lnTo>
                  <a:pt x="310039" y="58206"/>
                </a:lnTo>
                <a:lnTo>
                  <a:pt x="309533" y="58785"/>
                </a:lnTo>
                <a:lnTo>
                  <a:pt x="309040" y="59369"/>
                </a:lnTo>
                <a:lnTo>
                  <a:pt x="308562" y="59959"/>
                </a:lnTo>
                <a:lnTo>
                  <a:pt x="308099" y="60555"/>
                </a:lnTo>
                <a:lnTo>
                  <a:pt x="307529" y="44019"/>
                </a:lnTo>
                <a:lnTo>
                  <a:pt x="278449" y="44019"/>
                </a:lnTo>
                <a:lnTo>
                  <a:pt x="278449" y="156691"/>
                </a:lnTo>
                <a:lnTo>
                  <a:pt x="308669" y="156691"/>
                </a:lnTo>
                <a:lnTo>
                  <a:pt x="308669" y="81211"/>
                </a:lnTo>
                <a:lnTo>
                  <a:pt x="309071" y="80702"/>
                </a:lnTo>
                <a:lnTo>
                  <a:pt x="309478" y="80199"/>
                </a:lnTo>
                <a:lnTo>
                  <a:pt x="309890" y="79704"/>
                </a:lnTo>
                <a:lnTo>
                  <a:pt x="310307" y="79214"/>
                </a:lnTo>
                <a:lnTo>
                  <a:pt x="310729" y="78731"/>
                </a:lnTo>
                <a:lnTo>
                  <a:pt x="311157" y="78254"/>
                </a:lnTo>
                <a:lnTo>
                  <a:pt x="311589" y="77784"/>
                </a:lnTo>
                <a:lnTo>
                  <a:pt x="312027" y="77321"/>
                </a:lnTo>
                <a:lnTo>
                  <a:pt x="312470" y="76863"/>
                </a:lnTo>
                <a:lnTo>
                  <a:pt x="312918" y="76412"/>
                </a:lnTo>
                <a:lnTo>
                  <a:pt x="313371" y="75968"/>
                </a:lnTo>
                <a:lnTo>
                  <a:pt x="313830" y="75530"/>
                </a:lnTo>
                <a:lnTo>
                  <a:pt x="314293" y="75098"/>
                </a:lnTo>
                <a:lnTo>
                  <a:pt x="314762" y="74673"/>
                </a:lnTo>
                <a:lnTo>
                  <a:pt x="315235" y="74255"/>
                </a:lnTo>
                <a:lnTo>
                  <a:pt x="315714" y="73842"/>
                </a:lnTo>
                <a:lnTo>
                  <a:pt x="316198" y="73437"/>
                </a:lnTo>
                <a:lnTo>
                  <a:pt x="316688" y="73037"/>
                </a:lnTo>
                <a:lnTo>
                  <a:pt x="317182" y="72644"/>
                </a:lnTo>
                <a:lnTo>
                  <a:pt x="317682" y="72258"/>
                </a:lnTo>
                <a:lnTo>
                  <a:pt x="318186" y="71878"/>
                </a:lnTo>
                <a:lnTo>
                  <a:pt x="318696" y="71504"/>
                </a:lnTo>
                <a:lnTo>
                  <a:pt x="319211" y="71137"/>
                </a:lnTo>
                <a:lnTo>
                  <a:pt x="319731" y="70776"/>
                </a:lnTo>
                <a:lnTo>
                  <a:pt x="320258" y="70426"/>
                </a:lnTo>
                <a:lnTo>
                  <a:pt x="320794" y="70091"/>
                </a:lnTo>
                <a:lnTo>
                  <a:pt x="321338" y="69770"/>
                </a:lnTo>
                <a:lnTo>
                  <a:pt x="321892" y="69465"/>
                </a:lnTo>
                <a:lnTo>
                  <a:pt x="322453" y="69174"/>
                </a:lnTo>
                <a:lnTo>
                  <a:pt x="323024" y="68899"/>
                </a:lnTo>
                <a:lnTo>
                  <a:pt x="323603" y="68638"/>
                </a:lnTo>
                <a:lnTo>
                  <a:pt x="324191" y="68392"/>
                </a:lnTo>
                <a:lnTo>
                  <a:pt x="324788" y="68161"/>
                </a:lnTo>
                <a:lnTo>
                  <a:pt x="325393" y="67945"/>
                </a:lnTo>
                <a:lnTo>
                  <a:pt x="326008" y="67744"/>
                </a:lnTo>
                <a:lnTo>
                  <a:pt x="326630" y="67558"/>
                </a:lnTo>
                <a:lnTo>
                  <a:pt x="327262" y="67387"/>
                </a:lnTo>
                <a:lnTo>
                  <a:pt x="327902" y="67230"/>
                </a:lnTo>
                <a:lnTo>
                  <a:pt x="328551" y="67089"/>
                </a:lnTo>
                <a:lnTo>
                  <a:pt x="329209" y="66962"/>
                </a:lnTo>
                <a:lnTo>
                  <a:pt x="329875" y="66850"/>
                </a:lnTo>
                <a:lnTo>
                  <a:pt x="330551" y="66753"/>
                </a:lnTo>
                <a:lnTo>
                  <a:pt x="331234" y="66671"/>
                </a:lnTo>
                <a:lnTo>
                  <a:pt x="331927" y="66604"/>
                </a:lnTo>
                <a:lnTo>
                  <a:pt x="332628" y="66552"/>
                </a:lnTo>
                <a:lnTo>
                  <a:pt x="333338" y="66515"/>
                </a:lnTo>
                <a:lnTo>
                  <a:pt x="334057" y="66493"/>
                </a:lnTo>
                <a:lnTo>
                  <a:pt x="334784" y="66485"/>
                </a:lnTo>
                <a:lnTo>
                  <a:pt x="335275" y="66490"/>
                </a:lnTo>
                <a:lnTo>
                  <a:pt x="335757" y="66503"/>
                </a:lnTo>
                <a:lnTo>
                  <a:pt x="336232" y="66525"/>
                </a:lnTo>
                <a:lnTo>
                  <a:pt x="336699" y="66556"/>
                </a:lnTo>
                <a:lnTo>
                  <a:pt x="337159" y="66596"/>
                </a:lnTo>
                <a:lnTo>
                  <a:pt x="337610" y="66645"/>
                </a:lnTo>
                <a:lnTo>
                  <a:pt x="338054" y="66702"/>
                </a:lnTo>
                <a:lnTo>
                  <a:pt x="338491" y="66769"/>
                </a:lnTo>
                <a:lnTo>
                  <a:pt x="338919" y="66844"/>
                </a:lnTo>
                <a:lnTo>
                  <a:pt x="339340" y="66928"/>
                </a:lnTo>
                <a:lnTo>
                  <a:pt x="339753" y="67021"/>
                </a:lnTo>
                <a:lnTo>
                  <a:pt x="340158" y="67123"/>
                </a:lnTo>
                <a:lnTo>
                  <a:pt x="340556" y="67234"/>
                </a:lnTo>
                <a:lnTo>
                  <a:pt x="340946" y="67353"/>
                </a:lnTo>
                <a:lnTo>
                  <a:pt x="341328" y="67482"/>
                </a:lnTo>
                <a:lnTo>
                  <a:pt x="341703" y="67619"/>
                </a:lnTo>
                <a:lnTo>
                  <a:pt x="342070" y="67765"/>
                </a:lnTo>
                <a:lnTo>
                  <a:pt x="342429" y="67920"/>
                </a:lnTo>
                <a:lnTo>
                  <a:pt x="342780" y="68084"/>
                </a:lnTo>
                <a:lnTo>
                  <a:pt x="343123" y="68257"/>
                </a:lnTo>
                <a:lnTo>
                  <a:pt x="343459" y="68439"/>
                </a:lnTo>
                <a:lnTo>
                  <a:pt x="343788" y="68629"/>
                </a:lnTo>
                <a:lnTo>
                  <a:pt x="344108" y="68829"/>
                </a:lnTo>
                <a:lnTo>
                  <a:pt x="344421" y="69037"/>
                </a:lnTo>
                <a:lnTo>
                  <a:pt x="344726" y="69253"/>
                </a:lnTo>
                <a:lnTo>
                  <a:pt x="345024" y="69477"/>
                </a:lnTo>
                <a:lnTo>
                  <a:pt x="345315" y="69707"/>
                </a:lnTo>
                <a:lnTo>
                  <a:pt x="345599" y="69945"/>
                </a:lnTo>
                <a:lnTo>
                  <a:pt x="345876" y="70190"/>
                </a:lnTo>
                <a:lnTo>
                  <a:pt x="346146" y="70443"/>
                </a:lnTo>
                <a:lnTo>
                  <a:pt x="346408" y="70703"/>
                </a:lnTo>
                <a:lnTo>
                  <a:pt x="346663" y="70970"/>
                </a:lnTo>
                <a:lnTo>
                  <a:pt x="346912" y="71244"/>
                </a:lnTo>
                <a:lnTo>
                  <a:pt x="347153" y="71525"/>
                </a:lnTo>
                <a:lnTo>
                  <a:pt x="347387" y="71814"/>
                </a:lnTo>
                <a:lnTo>
                  <a:pt x="347614" y="72110"/>
                </a:lnTo>
                <a:lnTo>
                  <a:pt x="347834" y="72413"/>
                </a:lnTo>
                <a:lnTo>
                  <a:pt x="348046" y="72723"/>
                </a:lnTo>
                <a:lnTo>
                  <a:pt x="348252" y="73041"/>
                </a:lnTo>
                <a:lnTo>
                  <a:pt x="348450" y="73366"/>
                </a:lnTo>
                <a:lnTo>
                  <a:pt x="348641" y="73698"/>
                </a:lnTo>
                <a:lnTo>
                  <a:pt x="348825" y="74037"/>
                </a:lnTo>
                <a:lnTo>
                  <a:pt x="349002" y="74384"/>
                </a:lnTo>
                <a:lnTo>
                  <a:pt x="349172" y="74737"/>
                </a:lnTo>
                <a:lnTo>
                  <a:pt x="349335" y="75098"/>
                </a:lnTo>
                <a:lnTo>
                  <a:pt x="349491" y="75467"/>
                </a:lnTo>
                <a:lnTo>
                  <a:pt x="349639" y="75842"/>
                </a:lnTo>
                <a:lnTo>
                  <a:pt x="349781" y="76225"/>
                </a:lnTo>
                <a:lnTo>
                  <a:pt x="349915" y="76614"/>
                </a:lnTo>
                <a:lnTo>
                  <a:pt x="350045" y="77008"/>
                </a:lnTo>
                <a:lnTo>
                  <a:pt x="350168" y="77408"/>
                </a:lnTo>
                <a:lnTo>
                  <a:pt x="350286" y="77812"/>
                </a:lnTo>
                <a:lnTo>
                  <a:pt x="350398" y="78222"/>
                </a:lnTo>
                <a:lnTo>
                  <a:pt x="350504" y="78638"/>
                </a:lnTo>
                <a:lnTo>
                  <a:pt x="350604" y="79058"/>
                </a:lnTo>
                <a:lnTo>
                  <a:pt x="350699" y="79484"/>
                </a:lnTo>
                <a:lnTo>
                  <a:pt x="350788" y="79915"/>
                </a:lnTo>
                <a:lnTo>
                  <a:pt x="350871" y="80351"/>
                </a:lnTo>
                <a:lnTo>
                  <a:pt x="350949" y="80792"/>
                </a:lnTo>
                <a:lnTo>
                  <a:pt x="351021" y="81239"/>
                </a:lnTo>
                <a:lnTo>
                  <a:pt x="351087" y="81691"/>
                </a:lnTo>
                <a:lnTo>
                  <a:pt x="351147" y="82148"/>
                </a:lnTo>
                <a:lnTo>
                  <a:pt x="351202" y="82611"/>
                </a:lnTo>
                <a:lnTo>
                  <a:pt x="351250" y="83078"/>
                </a:lnTo>
                <a:lnTo>
                  <a:pt x="351293" y="83551"/>
                </a:lnTo>
                <a:lnTo>
                  <a:pt x="351331" y="84029"/>
                </a:lnTo>
                <a:lnTo>
                  <a:pt x="351362" y="84513"/>
                </a:lnTo>
                <a:lnTo>
                  <a:pt x="351388" y="85002"/>
                </a:lnTo>
                <a:lnTo>
                  <a:pt x="351408" y="85496"/>
                </a:lnTo>
                <a:lnTo>
                  <a:pt x="351423" y="85995"/>
                </a:lnTo>
                <a:lnTo>
                  <a:pt x="351431" y="86499"/>
                </a:lnTo>
                <a:lnTo>
                  <a:pt x="351434" y="87009"/>
                </a:lnTo>
                <a:lnTo>
                  <a:pt x="351434" y="156691"/>
                </a:lnTo>
                <a:lnTo>
                  <a:pt x="381655" y="156691"/>
                </a:lnTo>
                <a:lnTo>
                  <a:pt x="381655" y="83324"/>
                </a:lnTo>
                <a:lnTo>
                  <a:pt x="381639" y="81703"/>
                </a:lnTo>
                <a:lnTo>
                  <a:pt x="381593" y="80113"/>
                </a:lnTo>
                <a:lnTo>
                  <a:pt x="381581" y="79879"/>
                </a:lnTo>
                <a:lnTo>
                  <a:pt x="381847" y="79575"/>
                </a:lnTo>
                <a:lnTo>
                  <a:pt x="382272" y="79100"/>
                </a:lnTo>
                <a:lnTo>
                  <a:pt x="382702" y="78632"/>
                </a:lnTo>
                <a:lnTo>
                  <a:pt x="383136" y="78171"/>
                </a:lnTo>
                <a:lnTo>
                  <a:pt x="383574" y="77717"/>
                </a:lnTo>
                <a:lnTo>
                  <a:pt x="384017" y="77269"/>
                </a:lnTo>
                <a:lnTo>
                  <a:pt x="384465" y="76828"/>
                </a:lnTo>
                <a:lnTo>
                  <a:pt x="384917" y="76394"/>
                </a:lnTo>
                <a:lnTo>
                  <a:pt x="385374" y="75967"/>
                </a:lnTo>
                <a:lnTo>
                  <a:pt x="385836" y="75546"/>
                </a:lnTo>
                <a:lnTo>
                  <a:pt x="386302" y="75132"/>
                </a:lnTo>
                <a:lnTo>
                  <a:pt x="386772" y="74725"/>
                </a:lnTo>
                <a:lnTo>
                  <a:pt x="387247" y="74324"/>
                </a:lnTo>
                <a:lnTo>
                  <a:pt x="387727" y="73930"/>
                </a:lnTo>
                <a:lnTo>
                  <a:pt x="388211" y="73543"/>
                </a:lnTo>
                <a:lnTo>
                  <a:pt x="388700" y="73163"/>
                </a:lnTo>
                <a:lnTo>
                  <a:pt x="389193" y="72789"/>
                </a:lnTo>
                <a:lnTo>
                  <a:pt x="389691" y="72422"/>
                </a:lnTo>
                <a:lnTo>
                  <a:pt x="390193" y="72062"/>
                </a:lnTo>
                <a:lnTo>
                  <a:pt x="390700" y="71709"/>
                </a:lnTo>
                <a:lnTo>
                  <a:pt x="391212" y="71362"/>
                </a:lnTo>
                <a:lnTo>
                  <a:pt x="391728" y="71022"/>
                </a:lnTo>
                <a:lnTo>
                  <a:pt x="392248" y="70689"/>
                </a:lnTo>
                <a:lnTo>
                  <a:pt x="392774" y="70363"/>
                </a:lnTo>
                <a:lnTo>
                  <a:pt x="393305" y="70046"/>
                </a:lnTo>
                <a:lnTo>
                  <a:pt x="393845" y="69743"/>
                </a:lnTo>
                <a:lnTo>
                  <a:pt x="394394" y="69454"/>
                </a:lnTo>
                <a:lnTo>
                  <a:pt x="394951" y="69178"/>
                </a:lnTo>
                <a:lnTo>
                  <a:pt x="395517" y="68915"/>
                </a:lnTo>
                <a:lnTo>
                  <a:pt x="396091" y="68666"/>
                </a:lnTo>
                <a:lnTo>
                  <a:pt x="396674" y="68431"/>
                </a:lnTo>
                <a:lnTo>
                  <a:pt x="397265" y="68208"/>
                </a:lnTo>
                <a:lnTo>
                  <a:pt x="397865" y="68000"/>
                </a:lnTo>
                <a:lnTo>
                  <a:pt x="398474" y="67805"/>
                </a:lnTo>
                <a:lnTo>
                  <a:pt x="399090" y="67623"/>
                </a:lnTo>
                <a:lnTo>
                  <a:pt x="399716" y="67455"/>
                </a:lnTo>
                <a:lnTo>
                  <a:pt x="400350" y="67300"/>
                </a:lnTo>
                <a:lnTo>
                  <a:pt x="400992" y="67158"/>
                </a:lnTo>
                <a:lnTo>
                  <a:pt x="401643" y="67030"/>
                </a:lnTo>
                <a:lnTo>
                  <a:pt x="402302" y="66916"/>
                </a:lnTo>
                <a:lnTo>
                  <a:pt x="402970" y="66815"/>
                </a:lnTo>
                <a:lnTo>
                  <a:pt x="403647" y="66728"/>
                </a:lnTo>
                <a:lnTo>
                  <a:pt x="404331" y="66653"/>
                </a:lnTo>
                <a:lnTo>
                  <a:pt x="405025" y="66593"/>
                </a:lnTo>
                <a:lnTo>
                  <a:pt x="405727" y="66546"/>
                </a:lnTo>
                <a:lnTo>
                  <a:pt x="406437" y="66512"/>
                </a:lnTo>
                <a:lnTo>
                  <a:pt x="407156" y="66492"/>
                </a:lnTo>
                <a:lnTo>
                  <a:pt x="407884" y="66485"/>
                </a:lnTo>
                <a:lnTo>
                  <a:pt x="408374" y="66490"/>
                </a:lnTo>
                <a:lnTo>
                  <a:pt x="408857" y="66503"/>
                </a:lnTo>
                <a:lnTo>
                  <a:pt x="409332" y="66525"/>
                </a:lnTo>
                <a:lnTo>
                  <a:pt x="409799" y="66556"/>
                </a:lnTo>
                <a:lnTo>
                  <a:pt x="410258" y="66596"/>
                </a:lnTo>
                <a:lnTo>
                  <a:pt x="410710" y="66645"/>
                </a:lnTo>
                <a:lnTo>
                  <a:pt x="411154" y="66702"/>
                </a:lnTo>
                <a:lnTo>
                  <a:pt x="411590" y="66769"/>
                </a:lnTo>
                <a:lnTo>
                  <a:pt x="412019" y="66844"/>
                </a:lnTo>
                <a:lnTo>
                  <a:pt x="412439" y="66928"/>
                </a:lnTo>
                <a:lnTo>
                  <a:pt x="412853" y="67021"/>
                </a:lnTo>
                <a:lnTo>
                  <a:pt x="413258" y="67123"/>
                </a:lnTo>
                <a:lnTo>
                  <a:pt x="413656" y="67234"/>
                </a:lnTo>
                <a:lnTo>
                  <a:pt x="414046" y="67353"/>
                </a:lnTo>
                <a:lnTo>
                  <a:pt x="414428" y="67482"/>
                </a:lnTo>
                <a:lnTo>
                  <a:pt x="414802" y="67619"/>
                </a:lnTo>
                <a:lnTo>
                  <a:pt x="415169" y="67765"/>
                </a:lnTo>
                <a:lnTo>
                  <a:pt x="415528" y="67920"/>
                </a:lnTo>
                <a:lnTo>
                  <a:pt x="415879" y="68084"/>
                </a:lnTo>
                <a:lnTo>
                  <a:pt x="416223" y="68257"/>
                </a:lnTo>
                <a:lnTo>
                  <a:pt x="416559" y="68439"/>
                </a:lnTo>
                <a:lnTo>
                  <a:pt x="416887" y="68629"/>
                </a:lnTo>
                <a:lnTo>
                  <a:pt x="417207" y="68829"/>
                </a:lnTo>
                <a:lnTo>
                  <a:pt x="417520" y="69037"/>
                </a:lnTo>
                <a:lnTo>
                  <a:pt x="417825" y="69253"/>
                </a:lnTo>
                <a:lnTo>
                  <a:pt x="418124" y="69477"/>
                </a:lnTo>
                <a:lnTo>
                  <a:pt x="418415" y="69707"/>
                </a:lnTo>
                <a:lnTo>
                  <a:pt x="418699" y="69945"/>
                </a:lnTo>
                <a:lnTo>
                  <a:pt x="418975" y="70190"/>
                </a:lnTo>
                <a:lnTo>
                  <a:pt x="419245" y="70443"/>
                </a:lnTo>
                <a:lnTo>
                  <a:pt x="419508" y="70703"/>
                </a:lnTo>
                <a:lnTo>
                  <a:pt x="419763" y="70970"/>
                </a:lnTo>
                <a:lnTo>
                  <a:pt x="420011" y="71244"/>
                </a:lnTo>
                <a:lnTo>
                  <a:pt x="420252" y="71525"/>
                </a:lnTo>
                <a:lnTo>
                  <a:pt x="420486" y="71814"/>
                </a:lnTo>
                <a:lnTo>
                  <a:pt x="420713" y="72110"/>
                </a:lnTo>
                <a:lnTo>
                  <a:pt x="420933" y="72413"/>
                </a:lnTo>
                <a:lnTo>
                  <a:pt x="421146" y="72723"/>
                </a:lnTo>
                <a:lnTo>
                  <a:pt x="421351" y="73041"/>
                </a:lnTo>
                <a:lnTo>
                  <a:pt x="421550" y="73366"/>
                </a:lnTo>
                <a:lnTo>
                  <a:pt x="421741" y="73698"/>
                </a:lnTo>
                <a:lnTo>
                  <a:pt x="421925" y="74037"/>
                </a:lnTo>
                <a:lnTo>
                  <a:pt x="422102" y="74384"/>
                </a:lnTo>
                <a:lnTo>
                  <a:pt x="422272" y="74737"/>
                </a:lnTo>
                <a:lnTo>
                  <a:pt x="422435" y="75098"/>
                </a:lnTo>
                <a:lnTo>
                  <a:pt x="422590" y="75467"/>
                </a:lnTo>
                <a:lnTo>
                  <a:pt x="422739" y="75842"/>
                </a:lnTo>
                <a:lnTo>
                  <a:pt x="422880" y="76225"/>
                </a:lnTo>
                <a:lnTo>
                  <a:pt x="423015" y="76614"/>
                </a:lnTo>
                <a:lnTo>
                  <a:pt x="423144" y="77008"/>
                </a:lnTo>
                <a:lnTo>
                  <a:pt x="423268" y="77408"/>
                </a:lnTo>
                <a:lnTo>
                  <a:pt x="423385" y="77812"/>
                </a:lnTo>
                <a:lnTo>
                  <a:pt x="423497" y="78222"/>
                </a:lnTo>
                <a:lnTo>
                  <a:pt x="423603" y="78638"/>
                </a:lnTo>
                <a:lnTo>
                  <a:pt x="423704" y="79058"/>
                </a:lnTo>
                <a:lnTo>
                  <a:pt x="423799" y="79484"/>
                </a:lnTo>
                <a:lnTo>
                  <a:pt x="423888" y="79915"/>
                </a:lnTo>
                <a:lnTo>
                  <a:pt x="423971" y="80351"/>
                </a:lnTo>
                <a:lnTo>
                  <a:pt x="424048" y="80792"/>
                </a:lnTo>
                <a:lnTo>
                  <a:pt x="424120" y="81239"/>
                </a:lnTo>
                <a:lnTo>
                  <a:pt x="424186" y="81691"/>
                </a:lnTo>
                <a:lnTo>
                  <a:pt x="424247" y="82148"/>
                </a:lnTo>
                <a:lnTo>
                  <a:pt x="424301" y="82611"/>
                </a:lnTo>
                <a:lnTo>
                  <a:pt x="424350" y="83078"/>
                </a:lnTo>
                <a:lnTo>
                  <a:pt x="424393" y="83551"/>
                </a:lnTo>
                <a:lnTo>
                  <a:pt x="424430" y="84029"/>
                </a:lnTo>
                <a:lnTo>
                  <a:pt x="424462" y="84513"/>
                </a:lnTo>
                <a:lnTo>
                  <a:pt x="424488" y="85002"/>
                </a:lnTo>
                <a:lnTo>
                  <a:pt x="424508" y="85496"/>
                </a:lnTo>
                <a:lnTo>
                  <a:pt x="424522" y="85995"/>
                </a:lnTo>
                <a:lnTo>
                  <a:pt x="424531" y="86499"/>
                </a:lnTo>
                <a:lnTo>
                  <a:pt x="424534" y="87009"/>
                </a:lnTo>
                <a:lnTo>
                  <a:pt x="424534" y="156691"/>
                </a:lnTo>
                <a:lnTo>
                  <a:pt x="454754" y="156691"/>
                </a:lnTo>
                <a:lnTo>
                  <a:pt x="454754" y="83324"/>
                </a:lnTo>
                <a:lnTo>
                  <a:pt x="454738" y="81703"/>
                </a:lnTo>
                <a:lnTo>
                  <a:pt x="454691" y="80113"/>
                </a:lnTo>
                <a:lnTo>
                  <a:pt x="454613" y="78554"/>
                </a:lnTo>
                <a:lnTo>
                  <a:pt x="454502" y="77026"/>
                </a:lnTo>
                <a:lnTo>
                  <a:pt x="454361" y="75529"/>
                </a:lnTo>
                <a:lnTo>
                  <a:pt x="454188" y="74063"/>
                </a:lnTo>
                <a:lnTo>
                  <a:pt x="453983" y="72629"/>
                </a:lnTo>
                <a:lnTo>
                  <a:pt x="453747" y="71225"/>
                </a:lnTo>
                <a:lnTo>
                  <a:pt x="453479" y="69853"/>
                </a:lnTo>
                <a:lnTo>
                  <a:pt x="453180" y="68512"/>
                </a:lnTo>
                <a:lnTo>
                  <a:pt x="452850" y="67201"/>
                </a:lnTo>
                <a:lnTo>
                  <a:pt x="452488" y="65922"/>
                </a:lnTo>
                <a:lnTo>
                  <a:pt x="452094" y="64674"/>
                </a:lnTo>
                <a:lnTo>
                  <a:pt x="451669" y="63457"/>
                </a:lnTo>
                <a:lnTo>
                  <a:pt x="451213" y="62271"/>
                </a:lnTo>
                <a:lnTo>
                  <a:pt x="450725" y="61116"/>
                </a:lnTo>
                <a:lnTo>
                  <a:pt x="450205" y="59992"/>
                </a:lnTo>
                <a:lnTo>
                  <a:pt x="449654" y="58900"/>
                </a:lnTo>
                <a:lnTo>
                  <a:pt x="449072" y="57838"/>
                </a:lnTo>
                <a:lnTo>
                  <a:pt x="448458" y="56808"/>
                </a:lnTo>
                <a:lnTo>
                  <a:pt x="447813" y="55808"/>
                </a:lnTo>
                <a:lnTo>
                  <a:pt x="447136" y="54840"/>
                </a:lnTo>
                <a:lnTo>
                  <a:pt x="446428" y="53903"/>
                </a:lnTo>
                <a:lnTo>
                  <a:pt x="445688" y="52996"/>
                </a:lnTo>
                <a:lnTo>
                  <a:pt x="444919" y="52124"/>
                </a:lnTo>
                <a:lnTo>
                  <a:pt x="444124" y="51289"/>
                </a:lnTo>
                <a:lnTo>
                  <a:pt x="443303" y="50491"/>
                </a:lnTo>
                <a:lnTo>
                  <a:pt x="442455" y="49731"/>
                </a:lnTo>
                <a:lnTo>
                  <a:pt x="441581" y="49007"/>
                </a:lnTo>
                <a:lnTo>
                  <a:pt x="440681" y="48321"/>
                </a:lnTo>
                <a:lnTo>
                  <a:pt x="439754" y="47671"/>
                </a:lnTo>
                <a:lnTo>
                  <a:pt x="438801" y="47059"/>
                </a:lnTo>
                <a:lnTo>
                  <a:pt x="437822" y="46484"/>
                </a:lnTo>
                <a:lnTo>
                  <a:pt x="436816" y="45946"/>
                </a:lnTo>
                <a:lnTo>
                  <a:pt x="435784" y="45445"/>
                </a:lnTo>
                <a:lnTo>
                  <a:pt x="434726" y="44981"/>
                </a:lnTo>
                <a:lnTo>
                  <a:pt x="433641" y="44554"/>
                </a:lnTo>
                <a:lnTo>
                  <a:pt x="432530" y="44164"/>
                </a:lnTo>
                <a:lnTo>
                  <a:pt x="431393" y="43812"/>
                </a:lnTo>
                <a:lnTo>
                  <a:pt x="430229" y="43496"/>
                </a:lnTo>
                <a:lnTo>
                  <a:pt x="429039" y="43218"/>
                </a:lnTo>
                <a:lnTo>
                  <a:pt x="427823" y="42977"/>
                </a:lnTo>
                <a:lnTo>
                  <a:pt x="426580" y="42773"/>
                </a:lnTo>
                <a:lnTo>
                  <a:pt x="425311" y="42606"/>
                </a:lnTo>
                <a:lnTo>
                  <a:pt x="424016" y="42476"/>
                </a:lnTo>
                <a:lnTo>
                  <a:pt x="422694" y="42383"/>
                </a:lnTo>
                <a:lnTo>
                  <a:pt x="421346" y="42327"/>
                </a:lnTo>
                <a:lnTo>
                  <a:pt x="419972" y="42309"/>
                </a:lnTo>
                <a:lnTo>
                  <a:pt x="418800" y="42319"/>
                </a:lnTo>
                <a:lnTo>
                  <a:pt x="417641" y="42348"/>
                </a:lnTo>
                <a:lnTo>
                  <a:pt x="416495" y="42398"/>
                </a:lnTo>
                <a:lnTo>
                  <a:pt x="415361" y="42467"/>
                </a:lnTo>
                <a:lnTo>
                  <a:pt x="414241" y="42556"/>
                </a:lnTo>
                <a:lnTo>
                  <a:pt x="413133" y="42665"/>
                </a:lnTo>
                <a:lnTo>
                  <a:pt x="412038" y="42794"/>
                </a:lnTo>
                <a:lnTo>
                  <a:pt x="410957" y="42942"/>
                </a:lnTo>
                <a:lnTo>
                  <a:pt x="409888" y="43111"/>
                </a:lnTo>
                <a:lnTo>
                  <a:pt x="408831" y="43299"/>
                </a:lnTo>
                <a:lnTo>
                  <a:pt x="407788" y="43507"/>
                </a:lnTo>
                <a:lnTo>
                  <a:pt x="406758" y="43734"/>
                </a:lnTo>
                <a:lnTo>
                  <a:pt x="405740" y="43982"/>
                </a:lnTo>
                <a:lnTo>
                  <a:pt x="404735" y="44249"/>
                </a:lnTo>
                <a:lnTo>
                  <a:pt x="403744" y="44536"/>
                </a:lnTo>
                <a:lnTo>
                  <a:pt x="402765" y="44843"/>
                </a:lnTo>
                <a:lnTo>
                  <a:pt x="401799" y="45170"/>
                </a:lnTo>
                <a:lnTo>
                  <a:pt x="400845" y="45516"/>
                </a:lnTo>
                <a:lnTo>
                  <a:pt x="399905" y="45882"/>
                </a:lnTo>
                <a:lnTo>
                  <a:pt x="398978" y="46268"/>
                </a:lnTo>
                <a:lnTo>
                  <a:pt x="398063" y="46674"/>
                </a:lnTo>
                <a:lnTo>
                  <a:pt x="397161" y="47100"/>
                </a:lnTo>
                <a:lnTo>
                  <a:pt x="396272" y="47545"/>
                </a:lnTo>
                <a:lnTo>
                  <a:pt x="395396" y="48011"/>
                </a:lnTo>
                <a:lnTo>
                  <a:pt x="394533" y="48489"/>
                </a:lnTo>
                <a:lnTo>
                  <a:pt x="393680" y="48975"/>
                </a:lnTo>
                <a:lnTo>
                  <a:pt x="392839" y="49467"/>
                </a:lnTo>
                <a:lnTo>
                  <a:pt x="392009" y="49965"/>
                </a:lnTo>
                <a:lnTo>
                  <a:pt x="391190" y="50471"/>
                </a:lnTo>
                <a:lnTo>
                  <a:pt x="390382" y="50983"/>
                </a:lnTo>
                <a:lnTo>
                  <a:pt x="389586" y="51502"/>
                </a:lnTo>
                <a:lnTo>
                  <a:pt x="388801" y="52027"/>
                </a:lnTo>
                <a:lnTo>
                  <a:pt x="388028" y="52560"/>
                </a:lnTo>
                <a:lnTo>
                  <a:pt x="387265" y="53099"/>
                </a:lnTo>
                <a:lnTo>
                  <a:pt x="386514" y="53645"/>
                </a:lnTo>
                <a:lnTo>
                  <a:pt x="385774" y="54197"/>
                </a:lnTo>
                <a:lnTo>
                  <a:pt x="385046" y="54757"/>
                </a:lnTo>
                <a:lnTo>
                  <a:pt x="384329" y="55323"/>
                </a:lnTo>
                <a:lnTo>
                  <a:pt x="383623" y="55896"/>
                </a:lnTo>
                <a:lnTo>
                  <a:pt x="382928" y="56475"/>
                </a:lnTo>
                <a:lnTo>
                  <a:pt x="382245" y="57061"/>
                </a:lnTo>
                <a:lnTo>
                  <a:pt x="381573" y="57654"/>
                </a:lnTo>
                <a:lnTo>
                  <a:pt x="380912" y="58254"/>
                </a:lnTo>
                <a:lnTo>
                  <a:pt x="380262" y="58860"/>
                </a:lnTo>
                <a:lnTo>
                  <a:pt x="379624" y="59474"/>
                </a:lnTo>
                <a:lnTo>
                  <a:pt x="378997" y="60093"/>
                </a:lnTo>
                <a:lnTo>
                  <a:pt x="378382" y="60720"/>
                </a:lnTo>
                <a:lnTo>
                  <a:pt x="377777" y="61353"/>
                </a:lnTo>
                <a:lnTo>
                  <a:pt x="377779" y="61364"/>
                </a:lnTo>
                <a:lnTo>
                  <a:pt x="377676" y="61116"/>
                </a:lnTo>
                <a:lnTo>
                  <a:pt x="377163" y="59992"/>
                </a:lnTo>
                <a:lnTo>
                  <a:pt x="376619" y="58900"/>
                </a:lnTo>
                <a:lnTo>
                  <a:pt x="376044" y="57838"/>
                </a:lnTo>
                <a:lnTo>
                  <a:pt x="375438" y="56808"/>
                </a:lnTo>
                <a:close/>
                <a:moveTo>
                  <a:pt x="1323376" y="80470"/>
                </a:moveTo>
                <a:lnTo>
                  <a:pt x="1323692" y="80054"/>
                </a:lnTo>
                <a:lnTo>
                  <a:pt x="1324013" y="79646"/>
                </a:lnTo>
                <a:lnTo>
                  <a:pt x="1324338" y="79246"/>
                </a:lnTo>
                <a:lnTo>
                  <a:pt x="1324668" y="78854"/>
                </a:lnTo>
                <a:lnTo>
                  <a:pt x="1325003" y="78470"/>
                </a:lnTo>
                <a:lnTo>
                  <a:pt x="1325343" y="78093"/>
                </a:lnTo>
                <a:lnTo>
                  <a:pt x="1325688" y="77725"/>
                </a:lnTo>
                <a:lnTo>
                  <a:pt x="1326037" y="77364"/>
                </a:lnTo>
                <a:lnTo>
                  <a:pt x="1326391" y="77011"/>
                </a:lnTo>
                <a:lnTo>
                  <a:pt x="1326750" y="76666"/>
                </a:lnTo>
                <a:lnTo>
                  <a:pt x="1327113" y="76329"/>
                </a:lnTo>
                <a:lnTo>
                  <a:pt x="1327481" y="75999"/>
                </a:lnTo>
                <a:lnTo>
                  <a:pt x="1327854" y="75678"/>
                </a:lnTo>
                <a:lnTo>
                  <a:pt x="1328232" y="75364"/>
                </a:lnTo>
                <a:lnTo>
                  <a:pt x="1328615" y="75059"/>
                </a:lnTo>
                <a:lnTo>
                  <a:pt x="1329002" y="74761"/>
                </a:lnTo>
                <a:lnTo>
                  <a:pt x="1329394" y="74471"/>
                </a:lnTo>
                <a:lnTo>
                  <a:pt x="1329791" y="74189"/>
                </a:lnTo>
                <a:lnTo>
                  <a:pt x="1330192" y="73914"/>
                </a:lnTo>
                <a:lnTo>
                  <a:pt x="1330598" y="73648"/>
                </a:lnTo>
                <a:lnTo>
                  <a:pt x="1331010" y="73389"/>
                </a:lnTo>
                <a:lnTo>
                  <a:pt x="1331425" y="73139"/>
                </a:lnTo>
                <a:lnTo>
                  <a:pt x="1331845" y="72895"/>
                </a:lnTo>
                <a:lnTo>
                  <a:pt x="1332269" y="72657"/>
                </a:lnTo>
                <a:lnTo>
                  <a:pt x="1332698" y="72426"/>
                </a:lnTo>
                <a:lnTo>
                  <a:pt x="1333130" y="72200"/>
                </a:lnTo>
                <a:lnTo>
                  <a:pt x="1333566" y="71980"/>
                </a:lnTo>
                <a:lnTo>
                  <a:pt x="1334005" y="71767"/>
                </a:lnTo>
                <a:lnTo>
                  <a:pt x="1334449" y="71559"/>
                </a:lnTo>
                <a:lnTo>
                  <a:pt x="1334897" y="71358"/>
                </a:lnTo>
                <a:lnTo>
                  <a:pt x="1335349" y="71163"/>
                </a:lnTo>
                <a:lnTo>
                  <a:pt x="1335805" y="70973"/>
                </a:lnTo>
                <a:lnTo>
                  <a:pt x="1336264" y="70790"/>
                </a:lnTo>
                <a:lnTo>
                  <a:pt x="1336728" y="70613"/>
                </a:lnTo>
                <a:lnTo>
                  <a:pt x="1337196" y="70442"/>
                </a:lnTo>
                <a:lnTo>
                  <a:pt x="1337667" y="70277"/>
                </a:lnTo>
                <a:lnTo>
                  <a:pt x="1338143" y="70118"/>
                </a:lnTo>
                <a:lnTo>
                  <a:pt x="1338622" y="69965"/>
                </a:lnTo>
                <a:lnTo>
                  <a:pt x="1339106" y="69818"/>
                </a:lnTo>
                <a:lnTo>
                  <a:pt x="1339593" y="69677"/>
                </a:lnTo>
                <a:lnTo>
                  <a:pt x="1340085" y="69542"/>
                </a:lnTo>
                <a:lnTo>
                  <a:pt x="1340580" y="69413"/>
                </a:lnTo>
                <a:lnTo>
                  <a:pt x="1341079" y="69290"/>
                </a:lnTo>
                <a:lnTo>
                  <a:pt x="1341583" y="69174"/>
                </a:lnTo>
                <a:lnTo>
                  <a:pt x="1342090" y="69063"/>
                </a:lnTo>
                <a:lnTo>
                  <a:pt x="1342601" y="68958"/>
                </a:lnTo>
                <a:lnTo>
                  <a:pt x="1343115" y="68859"/>
                </a:lnTo>
                <a:lnTo>
                  <a:pt x="1343631" y="68764"/>
                </a:lnTo>
                <a:lnTo>
                  <a:pt x="1344150" y="68673"/>
                </a:lnTo>
                <a:lnTo>
                  <a:pt x="1344670" y="68586"/>
                </a:lnTo>
                <a:lnTo>
                  <a:pt x="1345192" y="68503"/>
                </a:lnTo>
                <a:lnTo>
                  <a:pt x="1345716" y="68425"/>
                </a:lnTo>
                <a:lnTo>
                  <a:pt x="1346242" y="68351"/>
                </a:lnTo>
                <a:lnTo>
                  <a:pt x="1346770" y="68281"/>
                </a:lnTo>
                <a:lnTo>
                  <a:pt x="1347300" y="68216"/>
                </a:lnTo>
                <a:lnTo>
                  <a:pt x="1347832" y="68154"/>
                </a:lnTo>
                <a:lnTo>
                  <a:pt x="1348366" y="68097"/>
                </a:lnTo>
                <a:lnTo>
                  <a:pt x="1348902" y="68044"/>
                </a:lnTo>
                <a:lnTo>
                  <a:pt x="1349440" y="67996"/>
                </a:lnTo>
                <a:lnTo>
                  <a:pt x="1349980" y="67951"/>
                </a:lnTo>
                <a:lnTo>
                  <a:pt x="1350522" y="67911"/>
                </a:lnTo>
                <a:lnTo>
                  <a:pt x="1351065" y="67875"/>
                </a:lnTo>
                <a:lnTo>
                  <a:pt x="1351611" y="67843"/>
                </a:lnTo>
                <a:lnTo>
                  <a:pt x="1352159" y="67816"/>
                </a:lnTo>
                <a:lnTo>
                  <a:pt x="1352709" y="67793"/>
                </a:lnTo>
                <a:lnTo>
                  <a:pt x="1353261" y="67773"/>
                </a:lnTo>
                <a:lnTo>
                  <a:pt x="1353814" y="67759"/>
                </a:lnTo>
                <a:lnTo>
                  <a:pt x="1354370" y="67748"/>
                </a:lnTo>
                <a:lnTo>
                  <a:pt x="1354928" y="67742"/>
                </a:lnTo>
                <a:lnTo>
                  <a:pt x="1355488" y="67740"/>
                </a:lnTo>
                <a:lnTo>
                  <a:pt x="1358339" y="67740"/>
                </a:lnTo>
                <a:lnTo>
                  <a:pt x="1358339" y="42309"/>
                </a:lnTo>
                <a:lnTo>
                  <a:pt x="1356058" y="42309"/>
                </a:lnTo>
                <a:lnTo>
                  <a:pt x="1355038" y="42318"/>
                </a:lnTo>
                <a:lnTo>
                  <a:pt x="1354030" y="42346"/>
                </a:lnTo>
                <a:lnTo>
                  <a:pt x="1353036" y="42393"/>
                </a:lnTo>
                <a:lnTo>
                  <a:pt x="1352054" y="42458"/>
                </a:lnTo>
                <a:lnTo>
                  <a:pt x="1351084" y="42541"/>
                </a:lnTo>
                <a:lnTo>
                  <a:pt x="1350128" y="42644"/>
                </a:lnTo>
                <a:lnTo>
                  <a:pt x="1349184" y="42765"/>
                </a:lnTo>
                <a:lnTo>
                  <a:pt x="1348252" y="42904"/>
                </a:lnTo>
                <a:lnTo>
                  <a:pt x="1347334" y="43062"/>
                </a:lnTo>
                <a:lnTo>
                  <a:pt x="1346428" y="43239"/>
                </a:lnTo>
                <a:lnTo>
                  <a:pt x="1345535" y="43435"/>
                </a:lnTo>
                <a:lnTo>
                  <a:pt x="1344654" y="43649"/>
                </a:lnTo>
                <a:lnTo>
                  <a:pt x="1343786" y="43881"/>
                </a:lnTo>
                <a:lnTo>
                  <a:pt x="1342931" y="44133"/>
                </a:lnTo>
                <a:lnTo>
                  <a:pt x="1342088" y="44402"/>
                </a:lnTo>
                <a:lnTo>
                  <a:pt x="1341258" y="44691"/>
                </a:lnTo>
                <a:lnTo>
                  <a:pt x="1340441" y="44998"/>
                </a:lnTo>
                <a:lnTo>
                  <a:pt x="1339636" y="45324"/>
                </a:lnTo>
                <a:lnTo>
                  <a:pt x="1338844" y="45668"/>
                </a:lnTo>
                <a:lnTo>
                  <a:pt x="1338065" y="46031"/>
                </a:lnTo>
                <a:lnTo>
                  <a:pt x="1337298" y="46412"/>
                </a:lnTo>
                <a:lnTo>
                  <a:pt x="1336544" y="46813"/>
                </a:lnTo>
                <a:lnTo>
                  <a:pt x="1335803" y="47231"/>
                </a:lnTo>
                <a:lnTo>
                  <a:pt x="1335075" y="47669"/>
                </a:lnTo>
                <a:lnTo>
                  <a:pt x="1334360" y="48123"/>
                </a:lnTo>
                <a:lnTo>
                  <a:pt x="1333660" y="48594"/>
                </a:lnTo>
                <a:lnTo>
                  <a:pt x="1332976" y="49082"/>
                </a:lnTo>
                <a:lnTo>
                  <a:pt x="1332306" y="49585"/>
                </a:lnTo>
                <a:lnTo>
                  <a:pt x="1331651" y="50105"/>
                </a:lnTo>
                <a:lnTo>
                  <a:pt x="1331012" y="50641"/>
                </a:lnTo>
                <a:lnTo>
                  <a:pt x="1330387" y="51193"/>
                </a:lnTo>
                <a:lnTo>
                  <a:pt x="1329778" y="51761"/>
                </a:lnTo>
                <a:lnTo>
                  <a:pt x="1329184" y="52346"/>
                </a:lnTo>
                <a:lnTo>
                  <a:pt x="1328604" y="52947"/>
                </a:lnTo>
                <a:lnTo>
                  <a:pt x="1328040" y="53564"/>
                </a:lnTo>
                <a:lnTo>
                  <a:pt x="1327491" y="54197"/>
                </a:lnTo>
                <a:lnTo>
                  <a:pt x="1326957" y="54847"/>
                </a:lnTo>
                <a:lnTo>
                  <a:pt x="1326438" y="55513"/>
                </a:lnTo>
                <a:lnTo>
                  <a:pt x="1325934" y="56195"/>
                </a:lnTo>
                <a:lnTo>
                  <a:pt x="1325445" y="56893"/>
                </a:lnTo>
                <a:lnTo>
                  <a:pt x="1324971" y="57608"/>
                </a:lnTo>
                <a:lnTo>
                  <a:pt x="1324512" y="58338"/>
                </a:lnTo>
                <a:lnTo>
                  <a:pt x="1324068" y="59085"/>
                </a:lnTo>
                <a:lnTo>
                  <a:pt x="1323639" y="59849"/>
                </a:lnTo>
                <a:lnTo>
                  <a:pt x="1323225" y="60628"/>
                </a:lnTo>
                <a:lnTo>
                  <a:pt x="1322826" y="61424"/>
                </a:lnTo>
                <a:lnTo>
                  <a:pt x="1322443" y="62236"/>
                </a:lnTo>
                <a:lnTo>
                  <a:pt x="1322074" y="63064"/>
                </a:lnTo>
                <a:lnTo>
                  <a:pt x="1321504" y="44019"/>
                </a:lnTo>
                <a:lnTo>
                  <a:pt x="1292538" y="44019"/>
                </a:lnTo>
                <a:lnTo>
                  <a:pt x="1292538" y="156691"/>
                </a:lnTo>
                <a:lnTo>
                  <a:pt x="1322758" y="156691"/>
                </a:lnTo>
                <a:lnTo>
                  <a:pt x="1322758" y="81325"/>
                </a:lnTo>
                <a:lnTo>
                  <a:pt x="1323065" y="80893"/>
                </a:lnTo>
                <a:lnTo>
                  <a:pt x="1323376" y="80470"/>
                </a:lnTo>
                <a:close/>
                <a:moveTo>
                  <a:pt x="181552" y="158563"/>
                </a:moveTo>
                <a:lnTo>
                  <a:pt x="182515" y="158483"/>
                </a:lnTo>
                <a:lnTo>
                  <a:pt x="183467" y="158389"/>
                </a:lnTo>
                <a:lnTo>
                  <a:pt x="184410" y="158281"/>
                </a:lnTo>
                <a:lnTo>
                  <a:pt x="185343" y="158158"/>
                </a:lnTo>
                <a:lnTo>
                  <a:pt x="186266" y="158021"/>
                </a:lnTo>
                <a:lnTo>
                  <a:pt x="187178" y="157869"/>
                </a:lnTo>
                <a:lnTo>
                  <a:pt x="188081" y="157703"/>
                </a:lnTo>
                <a:lnTo>
                  <a:pt x="188975" y="157522"/>
                </a:lnTo>
                <a:lnTo>
                  <a:pt x="189858" y="157327"/>
                </a:lnTo>
                <a:lnTo>
                  <a:pt x="190731" y="157117"/>
                </a:lnTo>
                <a:lnTo>
                  <a:pt x="191595" y="156893"/>
                </a:lnTo>
                <a:lnTo>
                  <a:pt x="192448" y="156655"/>
                </a:lnTo>
                <a:lnTo>
                  <a:pt x="193292" y="156402"/>
                </a:lnTo>
                <a:lnTo>
                  <a:pt x="194125" y="156135"/>
                </a:lnTo>
                <a:lnTo>
                  <a:pt x="194949" y="155853"/>
                </a:lnTo>
                <a:lnTo>
                  <a:pt x="195763" y="155556"/>
                </a:lnTo>
                <a:lnTo>
                  <a:pt x="196567" y="155246"/>
                </a:lnTo>
                <a:lnTo>
                  <a:pt x="197361" y="154921"/>
                </a:lnTo>
                <a:lnTo>
                  <a:pt x="198145" y="154581"/>
                </a:lnTo>
                <a:lnTo>
                  <a:pt x="198921" y="154227"/>
                </a:lnTo>
                <a:lnTo>
                  <a:pt x="199688" y="153860"/>
                </a:lnTo>
                <a:lnTo>
                  <a:pt x="200448" y="153479"/>
                </a:lnTo>
                <a:lnTo>
                  <a:pt x="201199" y="153084"/>
                </a:lnTo>
                <a:lnTo>
                  <a:pt x="201943" y="152676"/>
                </a:lnTo>
                <a:lnTo>
                  <a:pt x="202679" y="152254"/>
                </a:lnTo>
                <a:lnTo>
                  <a:pt x="203406" y="151818"/>
                </a:lnTo>
                <a:lnTo>
                  <a:pt x="204126" y="151369"/>
                </a:lnTo>
                <a:lnTo>
                  <a:pt x="204838" y="150906"/>
                </a:lnTo>
                <a:lnTo>
                  <a:pt x="205542" y="150429"/>
                </a:lnTo>
                <a:lnTo>
                  <a:pt x="206238" y="149939"/>
                </a:lnTo>
                <a:lnTo>
                  <a:pt x="206927" y="149435"/>
                </a:lnTo>
                <a:lnTo>
                  <a:pt x="207607" y="148917"/>
                </a:lnTo>
                <a:lnTo>
                  <a:pt x="208279" y="148386"/>
                </a:lnTo>
                <a:lnTo>
                  <a:pt x="208944" y="147841"/>
                </a:lnTo>
                <a:lnTo>
                  <a:pt x="209600" y="147282"/>
                </a:lnTo>
                <a:lnTo>
                  <a:pt x="210249" y="146710"/>
                </a:lnTo>
                <a:lnTo>
                  <a:pt x="210889" y="146124"/>
                </a:lnTo>
                <a:lnTo>
                  <a:pt x="211522" y="145525"/>
                </a:lnTo>
                <a:lnTo>
                  <a:pt x="212147" y="144911"/>
                </a:lnTo>
                <a:lnTo>
                  <a:pt x="212764" y="144284"/>
                </a:lnTo>
                <a:lnTo>
                  <a:pt x="213373" y="143644"/>
                </a:lnTo>
                <a:lnTo>
                  <a:pt x="213974" y="142990"/>
                </a:lnTo>
                <a:lnTo>
                  <a:pt x="214567" y="142322"/>
                </a:lnTo>
                <a:lnTo>
                  <a:pt x="215480" y="156691"/>
                </a:lnTo>
                <a:lnTo>
                  <a:pt x="243761" y="156691"/>
                </a:lnTo>
                <a:lnTo>
                  <a:pt x="243761" y="81089"/>
                </a:lnTo>
                <a:lnTo>
                  <a:pt x="243755" y="80153"/>
                </a:lnTo>
                <a:lnTo>
                  <a:pt x="243737" y="79230"/>
                </a:lnTo>
                <a:lnTo>
                  <a:pt x="243706" y="78320"/>
                </a:lnTo>
                <a:lnTo>
                  <a:pt x="243663" y="77423"/>
                </a:lnTo>
                <a:lnTo>
                  <a:pt x="243608" y="76539"/>
                </a:lnTo>
                <a:lnTo>
                  <a:pt x="243540" y="75668"/>
                </a:lnTo>
                <a:lnTo>
                  <a:pt x="243461" y="74810"/>
                </a:lnTo>
                <a:lnTo>
                  <a:pt x="243369" y="73965"/>
                </a:lnTo>
                <a:lnTo>
                  <a:pt x="243264" y="73134"/>
                </a:lnTo>
                <a:lnTo>
                  <a:pt x="243148" y="72315"/>
                </a:lnTo>
                <a:lnTo>
                  <a:pt x="243019" y="71509"/>
                </a:lnTo>
                <a:lnTo>
                  <a:pt x="242878" y="70716"/>
                </a:lnTo>
                <a:lnTo>
                  <a:pt x="242724" y="69937"/>
                </a:lnTo>
                <a:lnTo>
                  <a:pt x="242558" y="69170"/>
                </a:lnTo>
                <a:lnTo>
                  <a:pt x="242380" y="68416"/>
                </a:lnTo>
                <a:lnTo>
                  <a:pt x="242190" y="67675"/>
                </a:lnTo>
                <a:lnTo>
                  <a:pt x="241988" y="66948"/>
                </a:lnTo>
                <a:lnTo>
                  <a:pt x="241773" y="66233"/>
                </a:lnTo>
                <a:lnTo>
                  <a:pt x="241546" y="65532"/>
                </a:lnTo>
                <a:lnTo>
                  <a:pt x="241306" y="64843"/>
                </a:lnTo>
                <a:lnTo>
                  <a:pt x="241055" y="64168"/>
                </a:lnTo>
                <a:lnTo>
                  <a:pt x="240791" y="63505"/>
                </a:lnTo>
                <a:lnTo>
                  <a:pt x="240515" y="62856"/>
                </a:lnTo>
                <a:lnTo>
                  <a:pt x="240226" y="62219"/>
                </a:lnTo>
                <a:lnTo>
                  <a:pt x="239926" y="61595"/>
                </a:lnTo>
                <a:lnTo>
                  <a:pt x="239617" y="60981"/>
                </a:lnTo>
                <a:lnTo>
                  <a:pt x="239297" y="60378"/>
                </a:lnTo>
                <a:lnTo>
                  <a:pt x="238967" y="59787"/>
                </a:lnTo>
                <a:lnTo>
                  <a:pt x="238627" y="59206"/>
                </a:lnTo>
                <a:lnTo>
                  <a:pt x="238277" y="58637"/>
                </a:lnTo>
                <a:lnTo>
                  <a:pt x="237917" y="58078"/>
                </a:lnTo>
                <a:lnTo>
                  <a:pt x="237546" y="57531"/>
                </a:lnTo>
                <a:lnTo>
                  <a:pt x="237166" y="56995"/>
                </a:lnTo>
                <a:lnTo>
                  <a:pt x="236775" y="56469"/>
                </a:lnTo>
                <a:lnTo>
                  <a:pt x="236375" y="55955"/>
                </a:lnTo>
                <a:lnTo>
                  <a:pt x="235964" y="55452"/>
                </a:lnTo>
                <a:lnTo>
                  <a:pt x="235543" y="54960"/>
                </a:lnTo>
                <a:lnTo>
                  <a:pt x="235112" y="54478"/>
                </a:lnTo>
                <a:lnTo>
                  <a:pt x="234671" y="54008"/>
                </a:lnTo>
                <a:lnTo>
                  <a:pt x="234220" y="53549"/>
                </a:lnTo>
                <a:lnTo>
                  <a:pt x="233759" y="53101"/>
                </a:lnTo>
                <a:lnTo>
                  <a:pt x="233288" y="52664"/>
                </a:lnTo>
                <a:lnTo>
                  <a:pt x="232806" y="52238"/>
                </a:lnTo>
                <a:lnTo>
                  <a:pt x="232315" y="51823"/>
                </a:lnTo>
                <a:lnTo>
                  <a:pt x="231813" y="51419"/>
                </a:lnTo>
                <a:lnTo>
                  <a:pt x="231301" y="51026"/>
                </a:lnTo>
                <a:lnTo>
                  <a:pt x="230780" y="50645"/>
                </a:lnTo>
                <a:lnTo>
                  <a:pt x="230248" y="50274"/>
                </a:lnTo>
                <a:lnTo>
                  <a:pt x="229707" y="49913"/>
                </a:lnTo>
                <a:lnTo>
                  <a:pt x="229158" y="49561"/>
                </a:lnTo>
                <a:lnTo>
                  <a:pt x="228600" y="49218"/>
                </a:lnTo>
                <a:lnTo>
                  <a:pt x="228035" y="48884"/>
                </a:lnTo>
                <a:lnTo>
                  <a:pt x="227462" y="48559"/>
                </a:lnTo>
                <a:lnTo>
                  <a:pt x="226880" y="48243"/>
                </a:lnTo>
                <a:lnTo>
                  <a:pt x="226290" y="47936"/>
                </a:lnTo>
                <a:lnTo>
                  <a:pt x="225692" y="47638"/>
                </a:lnTo>
                <a:lnTo>
                  <a:pt x="225086" y="47349"/>
                </a:lnTo>
                <a:lnTo>
                  <a:pt x="224472" y="47069"/>
                </a:lnTo>
                <a:lnTo>
                  <a:pt x="223850" y="46798"/>
                </a:lnTo>
                <a:lnTo>
                  <a:pt x="223220" y="46536"/>
                </a:lnTo>
                <a:lnTo>
                  <a:pt x="222582" y="46283"/>
                </a:lnTo>
                <a:lnTo>
                  <a:pt x="221935" y="46040"/>
                </a:lnTo>
                <a:lnTo>
                  <a:pt x="221280" y="45805"/>
                </a:lnTo>
                <a:lnTo>
                  <a:pt x="220618" y="45579"/>
                </a:lnTo>
                <a:lnTo>
                  <a:pt x="219947" y="45362"/>
                </a:lnTo>
                <a:lnTo>
                  <a:pt x="219268" y="45155"/>
                </a:lnTo>
                <a:lnTo>
                  <a:pt x="218581" y="44956"/>
                </a:lnTo>
                <a:lnTo>
                  <a:pt x="217885" y="44766"/>
                </a:lnTo>
                <a:lnTo>
                  <a:pt x="217182" y="44586"/>
                </a:lnTo>
                <a:lnTo>
                  <a:pt x="216471" y="44414"/>
                </a:lnTo>
                <a:lnTo>
                  <a:pt x="215751" y="44251"/>
                </a:lnTo>
                <a:lnTo>
                  <a:pt x="215023" y="44098"/>
                </a:lnTo>
                <a:lnTo>
                  <a:pt x="214288" y="43952"/>
                </a:lnTo>
                <a:lnTo>
                  <a:pt x="213547" y="43812"/>
                </a:lnTo>
                <a:lnTo>
                  <a:pt x="212800" y="43678"/>
                </a:lnTo>
                <a:lnTo>
                  <a:pt x="212046" y="43551"/>
                </a:lnTo>
                <a:lnTo>
                  <a:pt x="211285" y="43430"/>
                </a:lnTo>
                <a:lnTo>
                  <a:pt x="210519" y="43315"/>
                </a:lnTo>
                <a:lnTo>
                  <a:pt x="209746" y="43206"/>
                </a:lnTo>
                <a:lnTo>
                  <a:pt x="208967" y="43104"/>
                </a:lnTo>
                <a:lnTo>
                  <a:pt x="208181" y="43008"/>
                </a:lnTo>
                <a:lnTo>
                  <a:pt x="207389" y="42918"/>
                </a:lnTo>
                <a:lnTo>
                  <a:pt x="206591" y="42834"/>
                </a:lnTo>
                <a:lnTo>
                  <a:pt x="205786" y="42756"/>
                </a:lnTo>
                <a:lnTo>
                  <a:pt x="204975" y="42685"/>
                </a:lnTo>
                <a:lnTo>
                  <a:pt x="204158" y="42619"/>
                </a:lnTo>
                <a:lnTo>
                  <a:pt x="203334" y="42560"/>
                </a:lnTo>
                <a:lnTo>
                  <a:pt x="202504" y="42508"/>
                </a:lnTo>
                <a:lnTo>
                  <a:pt x="201668" y="42461"/>
                </a:lnTo>
                <a:lnTo>
                  <a:pt x="200825" y="42421"/>
                </a:lnTo>
                <a:lnTo>
                  <a:pt x="199976" y="42386"/>
                </a:lnTo>
                <a:lnTo>
                  <a:pt x="199121" y="42358"/>
                </a:lnTo>
                <a:lnTo>
                  <a:pt x="198260" y="42337"/>
                </a:lnTo>
                <a:lnTo>
                  <a:pt x="197392" y="42321"/>
                </a:lnTo>
                <a:lnTo>
                  <a:pt x="196517" y="42312"/>
                </a:lnTo>
                <a:lnTo>
                  <a:pt x="195637" y="42309"/>
                </a:lnTo>
                <a:lnTo>
                  <a:pt x="194436" y="42315"/>
                </a:lnTo>
                <a:lnTo>
                  <a:pt x="193247" y="42334"/>
                </a:lnTo>
                <a:lnTo>
                  <a:pt x="192070" y="42367"/>
                </a:lnTo>
                <a:lnTo>
                  <a:pt x="190906" y="42411"/>
                </a:lnTo>
                <a:lnTo>
                  <a:pt x="189753" y="42469"/>
                </a:lnTo>
                <a:lnTo>
                  <a:pt x="188612" y="42540"/>
                </a:lnTo>
                <a:lnTo>
                  <a:pt x="187484" y="42623"/>
                </a:lnTo>
                <a:lnTo>
                  <a:pt x="186368" y="42719"/>
                </a:lnTo>
                <a:lnTo>
                  <a:pt x="185263" y="42828"/>
                </a:lnTo>
                <a:lnTo>
                  <a:pt x="184171" y="42950"/>
                </a:lnTo>
                <a:lnTo>
                  <a:pt x="183091" y="43085"/>
                </a:lnTo>
                <a:lnTo>
                  <a:pt x="182023" y="43233"/>
                </a:lnTo>
                <a:lnTo>
                  <a:pt x="180967" y="43393"/>
                </a:lnTo>
                <a:lnTo>
                  <a:pt x="179923" y="43566"/>
                </a:lnTo>
                <a:lnTo>
                  <a:pt x="178891" y="43752"/>
                </a:lnTo>
                <a:lnTo>
                  <a:pt x="177872" y="43951"/>
                </a:lnTo>
                <a:lnTo>
                  <a:pt x="176864" y="44163"/>
                </a:lnTo>
                <a:lnTo>
                  <a:pt x="175869" y="44388"/>
                </a:lnTo>
                <a:lnTo>
                  <a:pt x="174885" y="44625"/>
                </a:lnTo>
                <a:lnTo>
                  <a:pt x="173914" y="44875"/>
                </a:lnTo>
                <a:lnTo>
                  <a:pt x="172954" y="45138"/>
                </a:lnTo>
                <a:lnTo>
                  <a:pt x="172007" y="45414"/>
                </a:lnTo>
                <a:lnTo>
                  <a:pt x="171072" y="45703"/>
                </a:lnTo>
                <a:lnTo>
                  <a:pt x="170149" y="46004"/>
                </a:lnTo>
                <a:lnTo>
                  <a:pt x="169240" y="46321"/>
                </a:lnTo>
                <a:lnTo>
                  <a:pt x="168348" y="46653"/>
                </a:lnTo>
                <a:lnTo>
                  <a:pt x="167472" y="47002"/>
                </a:lnTo>
                <a:lnTo>
                  <a:pt x="166613" y="47368"/>
                </a:lnTo>
                <a:lnTo>
                  <a:pt x="165771" y="47750"/>
                </a:lnTo>
                <a:lnTo>
                  <a:pt x="164946" y="48148"/>
                </a:lnTo>
                <a:lnTo>
                  <a:pt x="164137" y="48563"/>
                </a:lnTo>
                <a:lnTo>
                  <a:pt x="163344" y="48995"/>
                </a:lnTo>
                <a:lnTo>
                  <a:pt x="162569" y="49443"/>
                </a:lnTo>
                <a:lnTo>
                  <a:pt x="161810" y="49907"/>
                </a:lnTo>
                <a:lnTo>
                  <a:pt x="161067" y="50388"/>
                </a:lnTo>
                <a:lnTo>
                  <a:pt x="160341" y="50885"/>
                </a:lnTo>
                <a:lnTo>
                  <a:pt x="159632" y="51399"/>
                </a:lnTo>
                <a:lnTo>
                  <a:pt x="158940" y="51929"/>
                </a:lnTo>
                <a:lnTo>
                  <a:pt x="158264" y="52475"/>
                </a:lnTo>
                <a:lnTo>
                  <a:pt x="157604" y="53038"/>
                </a:lnTo>
                <a:lnTo>
                  <a:pt x="156962" y="53618"/>
                </a:lnTo>
                <a:lnTo>
                  <a:pt x="156336" y="54214"/>
                </a:lnTo>
                <a:lnTo>
                  <a:pt x="155726" y="54826"/>
                </a:lnTo>
                <a:lnTo>
                  <a:pt x="155133" y="55455"/>
                </a:lnTo>
                <a:lnTo>
                  <a:pt x="154557" y="56101"/>
                </a:lnTo>
                <a:lnTo>
                  <a:pt x="153998" y="56762"/>
                </a:lnTo>
                <a:lnTo>
                  <a:pt x="153455" y="57441"/>
                </a:lnTo>
                <a:lnTo>
                  <a:pt x="152929" y="58135"/>
                </a:lnTo>
                <a:lnTo>
                  <a:pt x="152422" y="58848"/>
                </a:lnTo>
                <a:lnTo>
                  <a:pt x="151936" y="59582"/>
                </a:lnTo>
                <a:lnTo>
                  <a:pt x="151472" y="60337"/>
                </a:lnTo>
                <a:lnTo>
                  <a:pt x="151030" y="61113"/>
                </a:lnTo>
                <a:lnTo>
                  <a:pt x="150609" y="61909"/>
                </a:lnTo>
                <a:lnTo>
                  <a:pt x="150210" y="62727"/>
                </a:lnTo>
                <a:lnTo>
                  <a:pt x="149832" y="63565"/>
                </a:lnTo>
                <a:lnTo>
                  <a:pt x="149476" y="64424"/>
                </a:lnTo>
                <a:lnTo>
                  <a:pt x="149141" y="65304"/>
                </a:lnTo>
                <a:lnTo>
                  <a:pt x="148828" y="66204"/>
                </a:lnTo>
                <a:lnTo>
                  <a:pt x="148537" y="67126"/>
                </a:lnTo>
                <a:lnTo>
                  <a:pt x="148267" y="68068"/>
                </a:lnTo>
                <a:lnTo>
                  <a:pt x="148019" y="69032"/>
                </a:lnTo>
                <a:lnTo>
                  <a:pt x="147793" y="70016"/>
                </a:lnTo>
                <a:lnTo>
                  <a:pt x="147588" y="71021"/>
                </a:lnTo>
                <a:lnTo>
                  <a:pt x="147404" y="72047"/>
                </a:lnTo>
                <a:lnTo>
                  <a:pt x="147242" y="73093"/>
                </a:lnTo>
                <a:lnTo>
                  <a:pt x="147102" y="74161"/>
                </a:lnTo>
                <a:lnTo>
                  <a:pt x="146983" y="75249"/>
                </a:lnTo>
                <a:lnTo>
                  <a:pt x="146886" y="76358"/>
                </a:lnTo>
                <a:lnTo>
                  <a:pt x="146811" y="77489"/>
                </a:lnTo>
                <a:lnTo>
                  <a:pt x="146757" y="78639"/>
                </a:lnTo>
                <a:lnTo>
                  <a:pt x="146724" y="79811"/>
                </a:lnTo>
                <a:lnTo>
                  <a:pt x="146714" y="81004"/>
                </a:lnTo>
                <a:lnTo>
                  <a:pt x="174995" y="81004"/>
                </a:lnTo>
                <a:lnTo>
                  <a:pt x="175005" y="80193"/>
                </a:lnTo>
                <a:lnTo>
                  <a:pt x="175036" y="79402"/>
                </a:lnTo>
                <a:lnTo>
                  <a:pt x="175086" y="78629"/>
                </a:lnTo>
                <a:lnTo>
                  <a:pt x="175157" y="77875"/>
                </a:lnTo>
                <a:lnTo>
                  <a:pt x="175248" y="77141"/>
                </a:lnTo>
                <a:lnTo>
                  <a:pt x="175359" y="76425"/>
                </a:lnTo>
                <a:lnTo>
                  <a:pt x="175490" y="75728"/>
                </a:lnTo>
                <a:lnTo>
                  <a:pt x="175642" y="75050"/>
                </a:lnTo>
                <a:lnTo>
                  <a:pt x="175813" y="74391"/>
                </a:lnTo>
                <a:lnTo>
                  <a:pt x="176005" y="73750"/>
                </a:lnTo>
                <a:lnTo>
                  <a:pt x="176217" y="73129"/>
                </a:lnTo>
                <a:lnTo>
                  <a:pt x="176449" y="72527"/>
                </a:lnTo>
                <a:lnTo>
                  <a:pt x="176702" y="71943"/>
                </a:lnTo>
                <a:lnTo>
                  <a:pt x="176974" y="71379"/>
                </a:lnTo>
                <a:lnTo>
                  <a:pt x="177267" y="70833"/>
                </a:lnTo>
                <a:lnTo>
                  <a:pt x="177580" y="70306"/>
                </a:lnTo>
                <a:lnTo>
                  <a:pt x="177913" y="69799"/>
                </a:lnTo>
                <a:lnTo>
                  <a:pt x="178267" y="69310"/>
                </a:lnTo>
                <a:lnTo>
                  <a:pt x="178641" y="68840"/>
                </a:lnTo>
                <a:lnTo>
                  <a:pt x="179034" y="68389"/>
                </a:lnTo>
                <a:lnTo>
                  <a:pt x="179448" y="67957"/>
                </a:lnTo>
                <a:lnTo>
                  <a:pt x="179882" y="67543"/>
                </a:lnTo>
                <a:lnTo>
                  <a:pt x="180337" y="67149"/>
                </a:lnTo>
                <a:lnTo>
                  <a:pt x="180811" y="66774"/>
                </a:lnTo>
                <a:lnTo>
                  <a:pt x="181302" y="66415"/>
                </a:lnTo>
                <a:lnTo>
                  <a:pt x="181803" y="66072"/>
                </a:lnTo>
                <a:lnTo>
                  <a:pt x="182315" y="65744"/>
                </a:lnTo>
                <a:lnTo>
                  <a:pt x="182839" y="65431"/>
                </a:lnTo>
                <a:lnTo>
                  <a:pt x="183373" y="65134"/>
                </a:lnTo>
                <a:lnTo>
                  <a:pt x="183919" y="64851"/>
                </a:lnTo>
                <a:lnTo>
                  <a:pt x="184476" y="64584"/>
                </a:lnTo>
                <a:lnTo>
                  <a:pt x="185044" y="64333"/>
                </a:lnTo>
                <a:lnTo>
                  <a:pt x="185622" y="64096"/>
                </a:lnTo>
                <a:lnTo>
                  <a:pt x="186212" y="63875"/>
                </a:lnTo>
                <a:lnTo>
                  <a:pt x="186814" y="63669"/>
                </a:lnTo>
                <a:lnTo>
                  <a:pt x="187426" y="63478"/>
                </a:lnTo>
                <a:lnTo>
                  <a:pt x="188049" y="63303"/>
                </a:lnTo>
                <a:lnTo>
                  <a:pt x="188683" y="63143"/>
                </a:lnTo>
                <a:lnTo>
                  <a:pt x="189329" y="62998"/>
                </a:lnTo>
                <a:lnTo>
                  <a:pt x="189985" y="62868"/>
                </a:lnTo>
                <a:lnTo>
                  <a:pt x="190653" y="62754"/>
                </a:lnTo>
                <a:lnTo>
                  <a:pt x="191332" y="62654"/>
                </a:lnTo>
                <a:lnTo>
                  <a:pt x="192021" y="62570"/>
                </a:lnTo>
                <a:lnTo>
                  <a:pt x="192722" y="62502"/>
                </a:lnTo>
                <a:lnTo>
                  <a:pt x="193434" y="62448"/>
                </a:lnTo>
                <a:lnTo>
                  <a:pt x="194157" y="62410"/>
                </a:lnTo>
                <a:lnTo>
                  <a:pt x="194891" y="62387"/>
                </a:lnTo>
                <a:lnTo>
                  <a:pt x="195637" y="62380"/>
                </a:lnTo>
                <a:lnTo>
                  <a:pt x="196316" y="62387"/>
                </a:lnTo>
                <a:lnTo>
                  <a:pt x="196984" y="62408"/>
                </a:lnTo>
                <a:lnTo>
                  <a:pt x="197642" y="62444"/>
                </a:lnTo>
                <a:lnTo>
                  <a:pt x="198290" y="62494"/>
                </a:lnTo>
                <a:lnTo>
                  <a:pt x="198927" y="62559"/>
                </a:lnTo>
                <a:lnTo>
                  <a:pt x="199553" y="62637"/>
                </a:lnTo>
                <a:lnTo>
                  <a:pt x="200169" y="62730"/>
                </a:lnTo>
                <a:lnTo>
                  <a:pt x="200775" y="62838"/>
                </a:lnTo>
                <a:lnTo>
                  <a:pt x="201370" y="62959"/>
                </a:lnTo>
                <a:lnTo>
                  <a:pt x="201954" y="63095"/>
                </a:lnTo>
                <a:lnTo>
                  <a:pt x="202528" y="63245"/>
                </a:lnTo>
                <a:lnTo>
                  <a:pt x="203092" y="63410"/>
                </a:lnTo>
                <a:lnTo>
                  <a:pt x="203645" y="63588"/>
                </a:lnTo>
                <a:lnTo>
                  <a:pt x="204188" y="63782"/>
                </a:lnTo>
                <a:lnTo>
                  <a:pt x="204720" y="63989"/>
                </a:lnTo>
                <a:lnTo>
                  <a:pt x="205241" y="64211"/>
                </a:lnTo>
                <a:lnTo>
                  <a:pt x="205752" y="64447"/>
                </a:lnTo>
                <a:lnTo>
                  <a:pt x="206253" y="64697"/>
                </a:lnTo>
                <a:lnTo>
                  <a:pt x="206743" y="64962"/>
                </a:lnTo>
                <a:lnTo>
                  <a:pt x="207223" y="65241"/>
                </a:lnTo>
                <a:lnTo>
                  <a:pt x="207692" y="65534"/>
                </a:lnTo>
                <a:lnTo>
                  <a:pt x="208150" y="65841"/>
                </a:lnTo>
                <a:lnTo>
                  <a:pt x="208599" y="66163"/>
                </a:lnTo>
                <a:lnTo>
                  <a:pt x="209036" y="66499"/>
                </a:lnTo>
                <a:lnTo>
                  <a:pt x="209460" y="66855"/>
                </a:lnTo>
                <a:lnTo>
                  <a:pt x="209865" y="67235"/>
                </a:lnTo>
                <a:lnTo>
                  <a:pt x="210252" y="67640"/>
                </a:lnTo>
                <a:lnTo>
                  <a:pt x="210622" y="68069"/>
                </a:lnTo>
                <a:lnTo>
                  <a:pt x="210973" y="68523"/>
                </a:lnTo>
                <a:lnTo>
                  <a:pt x="211306" y="69001"/>
                </a:lnTo>
                <a:lnTo>
                  <a:pt x="211622" y="69503"/>
                </a:lnTo>
                <a:lnTo>
                  <a:pt x="211919" y="70031"/>
                </a:lnTo>
                <a:lnTo>
                  <a:pt x="212198" y="70582"/>
                </a:lnTo>
                <a:lnTo>
                  <a:pt x="212459" y="71159"/>
                </a:lnTo>
                <a:lnTo>
                  <a:pt x="212703" y="71760"/>
                </a:lnTo>
                <a:lnTo>
                  <a:pt x="212928" y="72385"/>
                </a:lnTo>
                <a:lnTo>
                  <a:pt x="213135" y="73035"/>
                </a:lnTo>
                <a:lnTo>
                  <a:pt x="213324" y="73709"/>
                </a:lnTo>
                <a:lnTo>
                  <a:pt x="213495" y="74408"/>
                </a:lnTo>
                <a:lnTo>
                  <a:pt x="213649" y="75132"/>
                </a:lnTo>
                <a:lnTo>
                  <a:pt x="213784" y="75880"/>
                </a:lnTo>
                <a:lnTo>
                  <a:pt x="213901" y="76652"/>
                </a:lnTo>
                <a:lnTo>
                  <a:pt x="214000" y="77449"/>
                </a:lnTo>
                <a:lnTo>
                  <a:pt x="214081" y="78271"/>
                </a:lnTo>
                <a:lnTo>
                  <a:pt x="214144" y="79117"/>
                </a:lnTo>
                <a:lnTo>
                  <a:pt x="214189" y="79987"/>
                </a:lnTo>
                <a:lnTo>
                  <a:pt x="214216" y="80882"/>
                </a:lnTo>
                <a:lnTo>
                  <a:pt x="214225" y="81802"/>
                </a:lnTo>
                <a:lnTo>
                  <a:pt x="214225" y="87921"/>
                </a:lnTo>
                <a:lnTo>
                  <a:pt x="212400" y="87964"/>
                </a:lnTo>
                <a:lnTo>
                  <a:pt x="210594" y="88014"/>
                </a:lnTo>
                <a:lnTo>
                  <a:pt x="208807" y="88073"/>
                </a:lnTo>
                <a:lnTo>
                  <a:pt x="207039" y="88140"/>
                </a:lnTo>
                <a:lnTo>
                  <a:pt x="205289" y="88215"/>
                </a:lnTo>
                <a:lnTo>
                  <a:pt x="203559" y="88299"/>
                </a:lnTo>
                <a:lnTo>
                  <a:pt x="201847" y="88390"/>
                </a:lnTo>
                <a:lnTo>
                  <a:pt x="200154" y="88490"/>
                </a:lnTo>
                <a:lnTo>
                  <a:pt x="198480" y="88598"/>
                </a:lnTo>
                <a:lnTo>
                  <a:pt x="196824" y="88714"/>
                </a:lnTo>
                <a:lnTo>
                  <a:pt x="195187" y="88839"/>
                </a:lnTo>
                <a:lnTo>
                  <a:pt x="193570" y="88972"/>
                </a:lnTo>
                <a:lnTo>
                  <a:pt x="191971" y="89112"/>
                </a:lnTo>
                <a:lnTo>
                  <a:pt x="190390" y="89261"/>
                </a:lnTo>
                <a:lnTo>
                  <a:pt x="188829" y="89419"/>
                </a:lnTo>
                <a:lnTo>
                  <a:pt x="187286" y="89584"/>
                </a:lnTo>
                <a:lnTo>
                  <a:pt x="185763" y="89758"/>
                </a:lnTo>
                <a:lnTo>
                  <a:pt x="184258" y="89940"/>
                </a:lnTo>
                <a:lnTo>
                  <a:pt x="182771" y="90130"/>
                </a:lnTo>
                <a:lnTo>
                  <a:pt x="181304" y="90328"/>
                </a:lnTo>
                <a:lnTo>
                  <a:pt x="179855" y="90535"/>
                </a:lnTo>
                <a:lnTo>
                  <a:pt x="178426" y="90749"/>
                </a:lnTo>
                <a:lnTo>
                  <a:pt x="177015" y="90972"/>
                </a:lnTo>
                <a:lnTo>
                  <a:pt x="175623" y="91203"/>
                </a:lnTo>
                <a:lnTo>
                  <a:pt x="174253" y="91447"/>
                </a:lnTo>
                <a:lnTo>
                  <a:pt x="172908" y="91709"/>
                </a:lnTo>
                <a:lnTo>
                  <a:pt x="171589" y="91988"/>
                </a:lnTo>
                <a:lnTo>
                  <a:pt x="170296" y="92285"/>
                </a:lnTo>
                <a:lnTo>
                  <a:pt x="169028" y="92599"/>
                </a:lnTo>
                <a:lnTo>
                  <a:pt x="167786" y="92931"/>
                </a:lnTo>
                <a:lnTo>
                  <a:pt x="166569" y="93281"/>
                </a:lnTo>
                <a:lnTo>
                  <a:pt x="165378" y="93648"/>
                </a:lnTo>
                <a:lnTo>
                  <a:pt x="164212" y="94033"/>
                </a:lnTo>
                <a:lnTo>
                  <a:pt x="163072" y="94435"/>
                </a:lnTo>
                <a:lnTo>
                  <a:pt x="161958" y="94855"/>
                </a:lnTo>
                <a:lnTo>
                  <a:pt x="160869" y="95293"/>
                </a:lnTo>
                <a:lnTo>
                  <a:pt x="159805" y="95748"/>
                </a:lnTo>
                <a:lnTo>
                  <a:pt x="158767" y="96221"/>
                </a:lnTo>
                <a:lnTo>
                  <a:pt x="157755" y="96711"/>
                </a:lnTo>
                <a:lnTo>
                  <a:pt x="156768" y="97219"/>
                </a:lnTo>
                <a:lnTo>
                  <a:pt x="155807" y="97744"/>
                </a:lnTo>
                <a:lnTo>
                  <a:pt x="154871" y="98288"/>
                </a:lnTo>
                <a:lnTo>
                  <a:pt x="153961" y="98848"/>
                </a:lnTo>
                <a:lnTo>
                  <a:pt x="153076" y="99427"/>
                </a:lnTo>
                <a:lnTo>
                  <a:pt x="152217" y="100023"/>
                </a:lnTo>
                <a:lnTo>
                  <a:pt x="151383" y="100636"/>
                </a:lnTo>
                <a:lnTo>
                  <a:pt x="150575" y="101267"/>
                </a:lnTo>
                <a:lnTo>
                  <a:pt x="149793" y="101916"/>
                </a:lnTo>
                <a:lnTo>
                  <a:pt x="149039" y="102586"/>
                </a:lnTo>
                <a:lnTo>
                  <a:pt x="148317" y="103284"/>
                </a:lnTo>
                <a:lnTo>
                  <a:pt x="147628" y="104007"/>
                </a:lnTo>
                <a:lnTo>
                  <a:pt x="146970" y="104758"/>
                </a:lnTo>
                <a:lnTo>
                  <a:pt x="146345" y="105534"/>
                </a:lnTo>
                <a:lnTo>
                  <a:pt x="145751" y="106338"/>
                </a:lnTo>
                <a:lnTo>
                  <a:pt x="145190" y="107168"/>
                </a:lnTo>
                <a:lnTo>
                  <a:pt x="144661" y="108025"/>
                </a:lnTo>
                <a:lnTo>
                  <a:pt x="144164" y="108908"/>
                </a:lnTo>
                <a:lnTo>
                  <a:pt x="143699" y="109818"/>
                </a:lnTo>
                <a:lnTo>
                  <a:pt x="143266" y="110754"/>
                </a:lnTo>
                <a:lnTo>
                  <a:pt x="142865" y="111717"/>
                </a:lnTo>
                <a:lnTo>
                  <a:pt x="142496" y="112707"/>
                </a:lnTo>
                <a:lnTo>
                  <a:pt x="142159" y="113723"/>
                </a:lnTo>
                <a:lnTo>
                  <a:pt x="141854" y="114766"/>
                </a:lnTo>
                <a:lnTo>
                  <a:pt x="141582" y="115835"/>
                </a:lnTo>
                <a:lnTo>
                  <a:pt x="141341" y="116931"/>
                </a:lnTo>
                <a:lnTo>
                  <a:pt x="141133" y="118054"/>
                </a:lnTo>
                <a:lnTo>
                  <a:pt x="140956" y="119203"/>
                </a:lnTo>
                <a:lnTo>
                  <a:pt x="140812" y="120379"/>
                </a:lnTo>
                <a:lnTo>
                  <a:pt x="140700" y="121581"/>
                </a:lnTo>
                <a:lnTo>
                  <a:pt x="140620" y="122810"/>
                </a:lnTo>
                <a:lnTo>
                  <a:pt x="140571" y="124065"/>
                </a:lnTo>
                <a:lnTo>
                  <a:pt x="140555" y="125348"/>
                </a:lnTo>
                <a:lnTo>
                  <a:pt x="140564" y="126272"/>
                </a:lnTo>
                <a:lnTo>
                  <a:pt x="140591" y="127183"/>
                </a:lnTo>
                <a:lnTo>
                  <a:pt x="140635" y="128081"/>
                </a:lnTo>
                <a:lnTo>
                  <a:pt x="140696" y="128967"/>
                </a:lnTo>
                <a:lnTo>
                  <a:pt x="140776" y="129839"/>
                </a:lnTo>
                <a:lnTo>
                  <a:pt x="140873" y="130698"/>
                </a:lnTo>
                <a:lnTo>
                  <a:pt x="140987" y="131545"/>
                </a:lnTo>
                <a:lnTo>
                  <a:pt x="141119" y="132378"/>
                </a:lnTo>
                <a:lnTo>
                  <a:pt x="141269" y="133198"/>
                </a:lnTo>
                <a:lnTo>
                  <a:pt x="141436" y="134006"/>
                </a:lnTo>
                <a:lnTo>
                  <a:pt x="141621" y="134800"/>
                </a:lnTo>
                <a:lnTo>
                  <a:pt x="141824" y="135582"/>
                </a:lnTo>
                <a:lnTo>
                  <a:pt x="142044" y="136350"/>
                </a:lnTo>
                <a:lnTo>
                  <a:pt x="142282" y="137106"/>
                </a:lnTo>
                <a:lnTo>
                  <a:pt x="142538" y="137848"/>
                </a:lnTo>
                <a:lnTo>
                  <a:pt x="142811" y="138578"/>
                </a:lnTo>
                <a:lnTo>
                  <a:pt x="143102" y="139294"/>
                </a:lnTo>
                <a:lnTo>
                  <a:pt x="143410" y="139998"/>
                </a:lnTo>
                <a:lnTo>
                  <a:pt x="143736" y="140688"/>
                </a:lnTo>
                <a:lnTo>
                  <a:pt x="144080" y="141366"/>
                </a:lnTo>
                <a:lnTo>
                  <a:pt x="144441" y="142031"/>
                </a:lnTo>
                <a:lnTo>
                  <a:pt x="144820" y="142682"/>
                </a:lnTo>
                <a:lnTo>
                  <a:pt x="145216" y="143321"/>
                </a:lnTo>
                <a:lnTo>
                  <a:pt x="145630" y="143947"/>
                </a:lnTo>
                <a:lnTo>
                  <a:pt x="146058" y="144559"/>
                </a:lnTo>
                <a:lnTo>
                  <a:pt x="146498" y="145159"/>
                </a:lnTo>
                <a:lnTo>
                  <a:pt x="146948" y="145745"/>
                </a:lnTo>
                <a:lnTo>
                  <a:pt x="147409" y="146318"/>
                </a:lnTo>
                <a:lnTo>
                  <a:pt x="147881" y="146879"/>
                </a:lnTo>
                <a:lnTo>
                  <a:pt x="148364" y="147426"/>
                </a:lnTo>
                <a:lnTo>
                  <a:pt x="148857" y="147961"/>
                </a:lnTo>
                <a:lnTo>
                  <a:pt x="149362" y="148482"/>
                </a:lnTo>
                <a:lnTo>
                  <a:pt x="149877" y="148991"/>
                </a:lnTo>
                <a:lnTo>
                  <a:pt x="150404" y="149486"/>
                </a:lnTo>
                <a:lnTo>
                  <a:pt x="150941" y="149969"/>
                </a:lnTo>
                <a:lnTo>
                  <a:pt x="151489" y="150438"/>
                </a:lnTo>
                <a:lnTo>
                  <a:pt x="152048" y="150895"/>
                </a:lnTo>
                <a:lnTo>
                  <a:pt x="152618" y="151338"/>
                </a:lnTo>
                <a:lnTo>
                  <a:pt x="153199" y="151769"/>
                </a:lnTo>
                <a:lnTo>
                  <a:pt x="153790" y="152186"/>
                </a:lnTo>
                <a:lnTo>
                  <a:pt x="154393" y="152591"/>
                </a:lnTo>
                <a:lnTo>
                  <a:pt x="155006" y="152982"/>
                </a:lnTo>
                <a:lnTo>
                  <a:pt x="155631" y="153361"/>
                </a:lnTo>
                <a:lnTo>
                  <a:pt x="156266" y="153726"/>
                </a:lnTo>
                <a:lnTo>
                  <a:pt x="156912" y="154079"/>
                </a:lnTo>
                <a:lnTo>
                  <a:pt x="157569" y="154418"/>
                </a:lnTo>
                <a:lnTo>
                  <a:pt x="158237" y="154745"/>
                </a:lnTo>
                <a:lnTo>
                  <a:pt x="158916" y="155058"/>
                </a:lnTo>
                <a:lnTo>
                  <a:pt x="159602" y="155359"/>
                </a:lnTo>
                <a:lnTo>
                  <a:pt x="160293" y="155647"/>
                </a:lnTo>
                <a:lnTo>
                  <a:pt x="160988" y="155922"/>
                </a:lnTo>
                <a:lnTo>
                  <a:pt x="161688" y="156184"/>
                </a:lnTo>
                <a:lnTo>
                  <a:pt x="162391" y="156434"/>
                </a:lnTo>
                <a:lnTo>
                  <a:pt x="163100" y="156671"/>
                </a:lnTo>
                <a:lnTo>
                  <a:pt x="163812" y="156895"/>
                </a:lnTo>
                <a:lnTo>
                  <a:pt x="164529" y="157106"/>
                </a:lnTo>
                <a:lnTo>
                  <a:pt x="165250" y="157304"/>
                </a:lnTo>
                <a:lnTo>
                  <a:pt x="165976" y="157489"/>
                </a:lnTo>
                <a:lnTo>
                  <a:pt x="166706" y="157662"/>
                </a:lnTo>
                <a:lnTo>
                  <a:pt x="167440" y="157822"/>
                </a:lnTo>
                <a:lnTo>
                  <a:pt x="168179" y="157969"/>
                </a:lnTo>
                <a:lnTo>
                  <a:pt x="168922" y="158104"/>
                </a:lnTo>
                <a:lnTo>
                  <a:pt x="169669" y="158225"/>
                </a:lnTo>
                <a:lnTo>
                  <a:pt x="170421" y="158334"/>
                </a:lnTo>
                <a:lnTo>
                  <a:pt x="171177" y="158430"/>
                </a:lnTo>
                <a:lnTo>
                  <a:pt x="171938" y="158513"/>
                </a:lnTo>
                <a:lnTo>
                  <a:pt x="172703" y="158583"/>
                </a:lnTo>
                <a:lnTo>
                  <a:pt x="173472" y="158641"/>
                </a:lnTo>
                <a:lnTo>
                  <a:pt x="174245" y="158686"/>
                </a:lnTo>
                <a:lnTo>
                  <a:pt x="175023" y="158718"/>
                </a:lnTo>
                <a:lnTo>
                  <a:pt x="175805" y="158737"/>
                </a:lnTo>
                <a:lnTo>
                  <a:pt x="176592" y="158743"/>
                </a:lnTo>
                <a:lnTo>
                  <a:pt x="177604" y="158736"/>
                </a:lnTo>
                <a:lnTo>
                  <a:pt x="178606" y="158714"/>
                </a:lnTo>
                <a:lnTo>
                  <a:pt x="179598" y="158678"/>
                </a:lnTo>
                <a:lnTo>
                  <a:pt x="180580" y="158628"/>
                </a:lnTo>
                <a:lnTo>
                  <a:pt x="181552" y="158563"/>
                </a:lnTo>
                <a:close/>
                <a:moveTo>
                  <a:pt x="183726" y="137837"/>
                </a:moveTo>
                <a:lnTo>
                  <a:pt x="183196" y="137770"/>
                </a:lnTo>
                <a:lnTo>
                  <a:pt x="182674" y="137691"/>
                </a:lnTo>
                <a:lnTo>
                  <a:pt x="182161" y="137600"/>
                </a:lnTo>
                <a:lnTo>
                  <a:pt x="181657" y="137497"/>
                </a:lnTo>
                <a:lnTo>
                  <a:pt x="181162" y="137382"/>
                </a:lnTo>
                <a:lnTo>
                  <a:pt x="180676" y="137254"/>
                </a:lnTo>
                <a:lnTo>
                  <a:pt x="180198" y="137115"/>
                </a:lnTo>
                <a:lnTo>
                  <a:pt x="179730" y="136963"/>
                </a:lnTo>
                <a:lnTo>
                  <a:pt x="179271" y="136800"/>
                </a:lnTo>
                <a:lnTo>
                  <a:pt x="178820" y="136624"/>
                </a:lnTo>
                <a:lnTo>
                  <a:pt x="178379" y="136436"/>
                </a:lnTo>
                <a:lnTo>
                  <a:pt x="177946" y="136236"/>
                </a:lnTo>
                <a:lnTo>
                  <a:pt x="177522" y="136024"/>
                </a:lnTo>
                <a:lnTo>
                  <a:pt x="177107" y="135799"/>
                </a:lnTo>
                <a:lnTo>
                  <a:pt x="176701" y="135563"/>
                </a:lnTo>
                <a:lnTo>
                  <a:pt x="176304" y="135314"/>
                </a:lnTo>
                <a:lnTo>
                  <a:pt x="175916" y="135053"/>
                </a:lnTo>
                <a:lnTo>
                  <a:pt x="175537" y="134781"/>
                </a:lnTo>
                <a:lnTo>
                  <a:pt x="175166" y="134496"/>
                </a:lnTo>
                <a:lnTo>
                  <a:pt x="174808" y="134198"/>
                </a:lnTo>
                <a:lnTo>
                  <a:pt x="174465" y="133888"/>
                </a:lnTo>
                <a:lnTo>
                  <a:pt x="174137" y="133564"/>
                </a:lnTo>
                <a:lnTo>
                  <a:pt x="173825" y="133228"/>
                </a:lnTo>
                <a:lnTo>
                  <a:pt x="173528" y="132879"/>
                </a:lnTo>
                <a:lnTo>
                  <a:pt x="173246" y="132516"/>
                </a:lnTo>
                <a:lnTo>
                  <a:pt x="172979" y="132141"/>
                </a:lnTo>
                <a:lnTo>
                  <a:pt x="172727" y="131753"/>
                </a:lnTo>
                <a:lnTo>
                  <a:pt x="172491" y="131352"/>
                </a:lnTo>
                <a:lnTo>
                  <a:pt x="172270" y="130938"/>
                </a:lnTo>
                <a:lnTo>
                  <a:pt x="172064" y="130511"/>
                </a:lnTo>
                <a:lnTo>
                  <a:pt x="171874" y="130071"/>
                </a:lnTo>
                <a:lnTo>
                  <a:pt x="171698" y="129618"/>
                </a:lnTo>
                <a:lnTo>
                  <a:pt x="171538" y="129153"/>
                </a:lnTo>
                <a:lnTo>
                  <a:pt x="171393" y="128674"/>
                </a:lnTo>
                <a:lnTo>
                  <a:pt x="171264" y="128182"/>
                </a:lnTo>
                <a:lnTo>
                  <a:pt x="171149" y="127678"/>
                </a:lnTo>
                <a:lnTo>
                  <a:pt x="171050" y="127160"/>
                </a:lnTo>
                <a:lnTo>
                  <a:pt x="170966" y="126630"/>
                </a:lnTo>
                <a:lnTo>
                  <a:pt x="170898" y="126086"/>
                </a:lnTo>
                <a:lnTo>
                  <a:pt x="170845" y="125530"/>
                </a:lnTo>
                <a:lnTo>
                  <a:pt x="170806" y="124961"/>
                </a:lnTo>
                <a:lnTo>
                  <a:pt x="170784" y="124378"/>
                </a:lnTo>
                <a:lnTo>
                  <a:pt x="170776" y="123783"/>
                </a:lnTo>
                <a:lnTo>
                  <a:pt x="170793" y="122958"/>
                </a:lnTo>
                <a:lnTo>
                  <a:pt x="170842" y="122152"/>
                </a:lnTo>
                <a:lnTo>
                  <a:pt x="170926" y="121366"/>
                </a:lnTo>
                <a:lnTo>
                  <a:pt x="171042" y="120599"/>
                </a:lnTo>
                <a:lnTo>
                  <a:pt x="171192" y="119851"/>
                </a:lnTo>
                <a:lnTo>
                  <a:pt x="171375" y="119122"/>
                </a:lnTo>
                <a:lnTo>
                  <a:pt x="171591" y="118412"/>
                </a:lnTo>
                <a:lnTo>
                  <a:pt x="171840" y="117722"/>
                </a:lnTo>
                <a:lnTo>
                  <a:pt x="172123" y="117050"/>
                </a:lnTo>
                <a:lnTo>
                  <a:pt x="172439" y="116398"/>
                </a:lnTo>
                <a:lnTo>
                  <a:pt x="172788" y="115765"/>
                </a:lnTo>
                <a:lnTo>
                  <a:pt x="173171" y="115152"/>
                </a:lnTo>
                <a:lnTo>
                  <a:pt x="173587" y="114557"/>
                </a:lnTo>
                <a:lnTo>
                  <a:pt x="174036" y="113982"/>
                </a:lnTo>
                <a:lnTo>
                  <a:pt x="174518" y="113426"/>
                </a:lnTo>
                <a:lnTo>
                  <a:pt x="175033" y="112889"/>
                </a:lnTo>
                <a:lnTo>
                  <a:pt x="175582" y="112371"/>
                </a:lnTo>
                <a:lnTo>
                  <a:pt x="176164" y="111873"/>
                </a:lnTo>
                <a:lnTo>
                  <a:pt x="176780" y="111394"/>
                </a:lnTo>
                <a:lnTo>
                  <a:pt x="177428" y="110934"/>
                </a:lnTo>
                <a:lnTo>
                  <a:pt x="178110" y="110493"/>
                </a:lnTo>
                <a:lnTo>
                  <a:pt x="178825" y="110071"/>
                </a:lnTo>
                <a:lnTo>
                  <a:pt x="179574" y="109669"/>
                </a:lnTo>
                <a:lnTo>
                  <a:pt x="180355" y="109286"/>
                </a:lnTo>
                <a:lnTo>
                  <a:pt x="181178" y="108920"/>
                </a:lnTo>
                <a:lnTo>
                  <a:pt x="182052" y="108569"/>
                </a:lnTo>
                <a:lnTo>
                  <a:pt x="182975" y="108233"/>
                </a:lnTo>
                <a:lnTo>
                  <a:pt x="183948" y="107913"/>
                </a:lnTo>
                <a:lnTo>
                  <a:pt x="184970" y="107607"/>
                </a:lnTo>
                <a:lnTo>
                  <a:pt x="186043" y="107317"/>
                </a:lnTo>
                <a:lnTo>
                  <a:pt x="187166" y="107042"/>
                </a:lnTo>
                <a:lnTo>
                  <a:pt x="188338" y="106782"/>
                </a:lnTo>
                <a:lnTo>
                  <a:pt x="189560" y="106537"/>
                </a:lnTo>
                <a:lnTo>
                  <a:pt x="190833" y="106308"/>
                </a:lnTo>
                <a:lnTo>
                  <a:pt x="192155" y="106093"/>
                </a:lnTo>
                <a:lnTo>
                  <a:pt x="193527" y="105894"/>
                </a:lnTo>
                <a:lnTo>
                  <a:pt x="194949" y="105710"/>
                </a:lnTo>
                <a:lnTo>
                  <a:pt x="196421" y="105541"/>
                </a:lnTo>
                <a:lnTo>
                  <a:pt x="197942" y="105387"/>
                </a:lnTo>
                <a:lnTo>
                  <a:pt x="199514" y="105248"/>
                </a:lnTo>
                <a:lnTo>
                  <a:pt x="201135" y="105125"/>
                </a:lnTo>
                <a:lnTo>
                  <a:pt x="202807" y="105017"/>
                </a:lnTo>
                <a:lnTo>
                  <a:pt x="204528" y="104923"/>
                </a:lnTo>
                <a:lnTo>
                  <a:pt x="206299" y="104845"/>
                </a:lnTo>
                <a:lnTo>
                  <a:pt x="208120" y="104783"/>
                </a:lnTo>
                <a:lnTo>
                  <a:pt x="209991" y="104735"/>
                </a:lnTo>
                <a:lnTo>
                  <a:pt x="211912" y="104702"/>
                </a:lnTo>
                <a:lnTo>
                  <a:pt x="213883" y="104685"/>
                </a:lnTo>
                <a:lnTo>
                  <a:pt x="213883" y="123085"/>
                </a:lnTo>
                <a:lnTo>
                  <a:pt x="213517" y="123567"/>
                </a:lnTo>
                <a:lnTo>
                  <a:pt x="213141" y="124046"/>
                </a:lnTo>
                <a:lnTo>
                  <a:pt x="212754" y="124520"/>
                </a:lnTo>
                <a:lnTo>
                  <a:pt x="212358" y="124989"/>
                </a:lnTo>
                <a:lnTo>
                  <a:pt x="211951" y="125454"/>
                </a:lnTo>
                <a:lnTo>
                  <a:pt x="211534" y="125915"/>
                </a:lnTo>
                <a:lnTo>
                  <a:pt x="211108" y="126371"/>
                </a:lnTo>
                <a:lnTo>
                  <a:pt x="210671" y="126823"/>
                </a:lnTo>
                <a:lnTo>
                  <a:pt x="210224" y="127270"/>
                </a:lnTo>
                <a:lnTo>
                  <a:pt x="209767" y="127713"/>
                </a:lnTo>
                <a:lnTo>
                  <a:pt x="209300" y="128151"/>
                </a:lnTo>
                <a:lnTo>
                  <a:pt x="208822" y="128585"/>
                </a:lnTo>
                <a:lnTo>
                  <a:pt x="208335" y="129015"/>
                </a:lnTo>
                <a:lnTo>
                  <a:pt x="207838" y="129440"/>
                </a:lnTo>
                <a:lnTo>
                  <a:pt x="207330" y="129861"/>
                </a:lnTo>
                <a:lnTo>
                  <a:pt x="206812" y="130277"/>
                </a:lnTo>
                <a:lnTo>
                  <a:pt x="206285" y="130689"/>
                </a:lnTo>
                <a:lnTo>
                  <a:pt x="205747" y="131096"/>
                </a:lnTo>
                <a:lnTo>
                  <a:pt x="205199" y="131499"/>
                </a:lnTo>
                <a:lnTo>
                  <a:pt x="204641" y="131898"/>
                </a:lnTo>
                <a:lnTo>
                  <a:pt x="204073" y="132292"/>
                </a:lnTo>
                <a:lnTo>
                  <a:pt x="203495" y="132682"/>
                </a:lnTo>
                <a:lnTo>
                  <a:pt x="202906" y="133067"/>
                </a:lnTo>
                <a:lnTo>
                  <a:pt x="202308" y="133448"/>
                </a:lnTo>
                <a:lnTo>
                  <a:pt x="201702" y="133818"/>
                </a:lnTo>
                <a:lnTo>
                  <a:pt x="201092" y="134173"/>
                </a:lnTo>
                <a:lnTo>
                  <a:pt x="200477" y="134512"/>
                </a:lnTo>
                <a:lnTo>
                  <a:pt x="199858" y="134835"/>
                </a:lnTo>
                <a:lnTo>
                  <a:pt x="199234" y="135143"/>
                </a:lnTo>
                <a:lnTo>
                  <a:pt x="198605" y="135434"/>
                </a:lnTo>
                <a:lnTo>
                  <a:pt x="197972" y="135710"/>
                </a:lnTo>
                <a:lnTo>
                  <a:pt x="197335" y="135970"/>
                </a:lnTo>
                <a:lnTo>
                  <a:pt x="196692" y="136215"/>
                </a:lnTo>
                <a:lnTo>
                  <a:pt x="196046" y="136443"/>
                </a:lnTo>
                <a:lnTo>
                  <a:pt x="195394" y="136656"/>
                </a:lnTo>
                <a:lnTo>
                  <a:pt x="194739" y="136853"/>
                </a:lnTo>
                <a:lnTo>
                  <a:pt x="194078" y="137034"/>
                </a:lnTo>
                <a:lnTo>
                  <a:pt x="193413" y="137200"/>
                </a:lnTo>
                <a:lnTo>
                  <a:pt x="192744" y="137350"/>
                </a:lnTo>
                <a:lnTo>
                  <a:pt x="192070" y="137484"/>
                </a:lnTo>
                <a:lnTo>
                  <a:pt x="191391" y="137602"/>
                </a:lnTo>
                <a:lnTo>
                  <a:pt x="190708" y="137704"/>
                </a:lnTo>
                <a:lnTo>
                  <a:pt x="190020" y="137791"/>
                </a:lnTo>
                <a:lnTo>
                  <a:pt x="189328" y="137862"/>
                </a:lnTo>
                <a:lnTo>
                  <a:pt x="188631" y="137917"/>
                </a:lnTo>
                <a:lnTo>
                  <a:pt x="187930" y="137957"/>
                </a:lnTo>
                <a:lnTo>
                  <a:pt x="187224" y="137980"/>
                </a:lnTo>
                <a:lnTo>
                  <a:pt x="186513" y="137988"/>
                </a:lnTo>
                <a:lnTo>
                  <a:pt x="185938" y="137982"/>
                </a:lnTo>
                <a:lnTo>
                  <a:pt x="185372" y="137964"/>
                </a:lnTo>
                <a:lnTo>
                  <a:pt x="184814" y="137934"/>
                </a:lnTo>
                <a:lnTo>
                  <a:pt x="184266" y="137891"/>
                </a:lnTo>
                <a:lnTo>
                  <a:pt x="183726" y="137837"/>
                </a:lnTo>
                <a:close/>
                <a:moveTo>
                  <a:pt x="751532" y="158555"/>
                </a:moveTo>
                <a:lnTo>
                  <a:pt x="752723" y="158473"/>
                </a:lnTo>
                <a:lnTo>
                  <a:pt x="753900" y="158375"/>
                </a:lnTo>
                <a:lnTo>
                  <a:pt x="755065" y="158262"/>
                </a:lnTo>
                <a:lnTo>
                  <a:pt x="756216" y="158134"/>
                </a:lnTo>
                <a:lnTo>
                  <a:pt x="757354" y="157991"/>
                </a:lnTo>
                <a:lnTo>
                  <a:pt x="758478" y="157833"/>
                </a:lnTo>
                <a:lnTo>
                  <a:pt x="759590" y="157660"/>
                </a:lnTo>
                <a:lnTo>
                  <a:pt x="760688" y="157472"/>
                </a:lnTo>
                <a:lnTo>
                  <a:pt x="761773" y="157269"/>
                </a:lnTo>
                <a:lnTo>
                  <a:pt x="762844" y="157051"/>
                </a:lnTo>
                <a:lnTo>
                  <a:pt x="763903" y="156817"/>
                </a:lnTo>
                <a:lnTo>
                  <a:pt x="764948" y="156569"/>
                </a:lnTo>
                <a:lnTo>
                  <a:pt x="765980" y="156306"/>
                </a:lnTo>
                <a:lnTo>
                  <a:pt x="766998" y="156027"/>
                </a:lnTo>
                <a:lnTo>
                  <a:pt x="768003" y="155734"/>
                </a:lnTo>
                <a:lnTo>
                  <a:pt x="768995" y="155426"/>
                </a:lnTo>
                <a:lnTo>
                  <a:pt x="769974" y="155102"/>
                </a:lnTo>
                <a:lnTo>
                  <a:pt x="770940" y="154763"/>
                </a:lnTo>
                <a:lnTo>
                  <a:pt x="771892" y="154410"/>
                </a:lnTo>
                <a:lnTo>
                  <a:pt x="772829" y="154041"/>
                </a:lnTo>
                <a:lnTo>
                  <a:pt x="773750" y="153657"/>
                </a:lnTo>
                <a:lnTo>
                  <a:pt x="774654" y="153257"/>
                </a:lnTo>
                <a:lnTo>
                  <a:pt x="775541" y="152842"/>
                </a:lnTo>
                <a:lnTo>
                  <a:pt x="776412" y="152411"/>
                </a:lnTo>
                <a:lnTo>
                  <a:pt x="777266" y="151965"/>
                </a:lnTo>
                <a:lnTo>
                  <a:pt x="778103" y="151504"/>
                </a:lnTo>
                <a:lnTo>
                  <a:pt x="778924" y="151027"/>
                </a:lnTo>
                <a:lnTo>
                  <a:pt x="779729" y="150534"/>
                </a:lnTo>
                <a:lnTo>
                  <a:pt x="780516" y="150026"/>
                </a:lnTo>
                <a:lnTo>
                  <a:pt x="781287" y="149503"/>
                </a:lnTo>
                <a:lnTo>
                  <a:pt x="782041" y="148964"/>
                </a:lnTo>
                <a:lnTo>
                  <a:pt x="782779" y="148410"/>
                </a:lnTo>
                <a:lnTo>
                  <a:pt x="783500" y="147841"/>
                </a:lnTo>
                <a:lnTo>
                  <a:pt x="784205" y="147256"/>
                </a:lnTo>
                <a:lnTo>
                  <a:pt x="784892" y="146655"/>
                </a:lnTo>
                <a:lnTo>
                  <a:pt x="785564" y="146039"/>
                </a:lnTo>
                <a:lnTo>
                  <a:pt x="786218" y="145408"/>
                </a:lnTo>
                <a:lnTo>
                  <a:pt x="786856" y="144761"/>
                </a:lnTo>
                <a:lnTo>
                  <a:pt x="787477" y="144099"/>
                </a:lnTo>
                <a:lnTo>
                  <a:pt x="788082" y="143421"/>
                </a:lnTo>
                <a:lnTo>
                  <a:pt x="788670" y="142728"/>
                </a:lnTo>
                <a:lnTo>
                  <a:pt x="789241" y="142019"/>
                </a:lnTo>
                <a:lnTo>
                  <a:pt x="789796" y="141295"/>
                </a:lnTo>
                <a:lnTo>
                  <a:pt x="790332" y="140556"/>
                </a:lnTo>
                <a:lnTo>
                  <a:pt x="790847" y="139801"/>
                </a:lnTo>
                <a:lnTo>
                  <a:pt x="791342" y="139031"/>
                </a:lnTo>
                <a:lnTo>
                  <a:pt x="791816" y="138246"/>
                </a:lnTo>
                <a:lnTo>
                  <a:pt x="792268" y="137446"/>
                </a:lnTo>
                <a:lnTo>
                  <a:pt x="792701" y="136630"/>
                </a:lnTo>
                <a:lnTo>
                  <a:pt x="793112" y="135799"/>
                </a:lnTo>
                <a:lnTo>
                  <a:pt x="793502" y="134953"/>
                </a:lnTo>
                <a:lnTo>
                  <a:pt x="793872" y="134092"/>
                </a:lnTo>
                <a:lnTo>
                  <a:pt x="794221" y="133215"/>
                </a:lnTo>
                <a:lnTo>
                  <a:pt x="794549" y="132324"/>
                </a:lnTo>
                <a:lnTo>
                  <a:pt x="794857" y="131417"/>
                </a:lnTo>
                <a:lnTo>
                  <a:pt x="795143" y="130494"/>
                </a:lnTo>
                <a:lnTo>
                  <a:pt x="795409" y="129557"/>
                </a:lnTo>
                <a:lnTo>
                  <a:pt x="795654" y="128604"/>
                </a:lnTo>
                <a:lnTo>
                  <a:pt x="795878" y="127636"/>
                </a:lnTo>
                <a:lnTo>
                  <a:pt x="796082" y="126653"/>
                </a:lnTo>
                <a:lnTo>
                  <a:pt x="796264" y="125654"/>
                </a:lnTo>
                <a:lnTo>
                  <a:pt x="796426" y="124640"/>
                </a:lnTo>
                <a:lnTo>
                  <a:pt x="796567" y="123611"/>
                </a:lnTo>
                <a:lnTo>
                  <a:pt x="796688" y="122567"/>
                </a:lnTo>
                <a:lnTo>
                  <a:pt x="796787" y="121507"/>
                </a:lnTo>
                <a:lnTo>
                  <a:pt x="796866" y="120433"/>
                </a:lnTo>
                <a:lnTo>
                  <a:pt x="796924" y="119343"/>
                </a:lnTo>
                <a:lnTo>
                  <a:pt x="767159" y="119343"/>
                </a:lnTo>
                <a:lnTo>
                  <a:pt x="767140" y="120060"/>
                </a:lnTo>
                <a:lnTo>
                  <a:pt x="767100" y="120762"/>
                </a:lnTo>
                <a:lnTo>
                  <a:pt x="767040" y="121449"/>
                </a:lnTo>
                <a:lnTo>
                  <a:pt x="766960" y="122122"/>
                </a:lnTo>
                <a:lnTo>
                  <a:pt x="766859" y="122780"/>
                </a:lnTo>
                <a:lnTo>
                  <a:pt x="766739" y="123422"/>
                </a:lnTo>
                <a:lnTo>
                  <a:pt x="766598" y="124050"/>
                </a:lnTo>
                <a:lnTo>
                  <a:pt x="766437" y="124663"/>
                </a:lnTo>
                <a:lnTo>
                  <a:pt x="766256" y="125261"/>
                </a:lnTo>
                <a:lnTo>
                  <a:pt x="766054" y="125844"/>
                </a:lnTo>
                <a:lnTo>
                  <a:pt x="765833" y="126412"/>
                </a:lnTo>
                <a:lnTo>
                  <a:pt x="765591" y="126965"/>
                </a:lnTo>
                <a:lnTo>
                  <a:pt x="765329" y="127504"/>
                </a:lnTo>
                <a:lnTo>
                  <a:pt x="765047" y="128027"/>
                </a:lnTo>
                <a:lnTo>
                  <a:pt x="764745" y="128536"/>
                </a:lnTo>
                <a:lnTo>
                  <a:pt x="764422" y="129030"/>
                </a:lnTo>
                <a:lnTo>
                  <a:pt x="764080" y="129508"/>
                </a:lnTo>
                <a:lnTo>
                  <a:pt x="763717" y="129972"/>
                </a:lnTo>
                <a:lnTo>
                  <a:pt x="763334" y="130421"/>
                </a:lnTo>
                <a:lnTo>
                  <a:pt x="762930" y="130855"/>
                </a:lnTo>
                <a:lnTo>
                  <a:pt x="762507" y="131275"/>
                </a:lnTo>
                <a:lnTo>
                  <a:pt x="762063" y="131679"/>
                </a:lnTo>
                <a:lnTo>
                  <a:pt x="761599" y="132068"/>
                </a:lnTo>
                <a:lnTo>
                  <a:pt x="761115" y="132443"/>
                </a:lnTo>
                <a:lnTo>
                  <a:pt x="760614" y="132802"/>
                </a:lnTo>
                <a:lnTo>
                  <a:pt x="760100" y="133146"/>
                </a:lnTo>
                <a:lnTo>
                  <a:pt x="759572" y="133475"/>
                </a:lnTo>
                <a:lnTo>
                  <a:pt x="759031" y="133789"/>
                </a:lnTo>
                <a:lnTo>
                  <a:pt x="758476" y="134087"/>
                </a:lnTo>
                <a:lnTo>
                  <a:pt x="757908" y="134370"/>
                </a:lnTo>
                <a:lnTo>
                  <a:pt x="757326" y="134638"/>
                </a:lnTo>
                <a:lnTo>
                  <a:pt x="756731" y="134890"/>
                </a:lnTo>
                <a:lnTo>
                  <a:pt x="756122" y="135127"/>
                </a:lnTo>
                <a:lnTo>
                  <a:pt x="755500" y="135349"/>
                </a:lnTo>
                <a:lnTo>
                  <a:pt x="754865" y="135555"/>
                </a:lnTo>
                <a:lnTo>
                  <a:pt x="754216" y="135747"/>
                </a:lnTo>
                <a:lnTo>
                  <a:pt x="753553" y="135922"/>
                </a:lnTo>
                <a:lnTo>
                  <a:pt x="752877" y="136083"/>
                </a:lnTo>
                <a:lnTo>
                  <a:pt x="752188" y="136228"/>
                </a:lnTo>
                <a:lnTo>
                  <a:pt x="751485" y="136358"/>
                </a:lnTo>
                <a:lnTo>
                  <a:pt x="750769" y="136473"/>
                </a:lnTo>
                <a:lnTo>
                  <a:pt x="750039" y="136572"/>
                </a:lnTo>
                <a:lnTo>
                  <a:pt x="749296" y="136657"/>
                </a:lnTo>
                <a:lnTo>
                  <a:pt x="748539" y="136725"/>
                </a:lnTo>
                <a:lnTo>
                  <a:pt x="747769" y="136779"/>
                </a:lnTo>
                <a:lnTo>
                  <a:pt x="746985" y="136817"/>
                </a:lnTo>
                <a:lnTo>
                  <a:pt x="746188" y="136840"/>
                </a:lnTo>
                <a:lnTo>
                  <a:pt x="745378" y="136848"/>
                </a:lnTo>
                <a:lnTo>
                  <a:pt x="744595" y="136840"/>
                </a:lnTo>
                <a:lnTo>
                  <a:pt x="743825" y="136818"/>
                </a:lnTo>
                <a:lnTo>
                  <a:pt x="743068" y="136781"/>
                </a:lnTo>
                <a:lnTo>
                  <a:pt x="742324" y="136730"/>
                </a:lnTo>
                <a:lnTo>
                  <a:pt x="741592" y="136663"/>
                </a:lnTo>
                <a:lnTo>
                  <a:pt x="740873" y="136582"/>
                </a:lnTo>
                <a:lnTo>
                  <a:pt x="740167" y="136486"/>
                </a:lnTo>
                <a:lnTo>
                  <a:pt x="739473" y="136375"/>
                </a:lnTo>
                <a:lnTo>
                  <a:pt x="738792" y="136249"/>
                </a:lnTo>
                <a:lnTo>
                  <a:pt x="738123" y="136109"/>
                </a:lnTo>
                <a:lnTo>
                  <a:pt x="737468" y="135954"/>
                </a:lnTo>
                <a:lnTo>
                  <a:pt x="736825" y="135784"/>
                </a:lnTo>
                <a:lnTo>
                  <a:pt x="736194" y="135599"/>
                </a:lnTo>
                <a:lnTo>
                  <a:pt x="735577" y="135400"/>
                </a:lnTo>
                <a:lnTo>
                  <a:pt x="734972" y="135186"/>
                </a:lnTo>
                <a:lnTo>
                  <a:pt x="734379" y="134957"/>
                </a:lnTo>
                <a:lnTo>
                  <a:pt x="733799" y="134713"/>
                </a:lnTo>
                <a:lnTo>
                  <a:pt x="733232" y="134454"/>
                </a:lnTo>
                <a:lnTo>
                  <a:pt x="732678" y="134181"/>
                </a:lnTo>
                <a:lnTo>
                  <a:pt x="732136" y="133893"/>
                </a:lnTo>
                <a:lnTo>
                  <a:pt x="731607" y="133590"/>
                </a:lnTo>
                <a:lnTo>
                  <a:pt x="731091" y="133272"/>
                </a:lnTo>
                <a:lnTo>
                  <a:pt x="730587" y="132940"/>
                </a:lnTo>
                <a:lnTo>
                  <a:pt x="730096" y="132593"/>
                </a:lnTo>
                <a:lnTo>
                  <a:pt x="729617" y="132233"/>
                </a:lnTo>
                <a:lnTo>
                  <a:pt x="729149" y="131864"/>
                </a:lnTo>
                <a:lnTo>
                  <a:pt x="728691" y="131485"/>
                </a:lnTo>
                <a:lnTo>
                  <a:pt x="728245" y="131097"/>
                </a:lnTo>
                <a:lnTo>
                  <a:pt x="727809" y="130699"/>
                </a:lnTo>
                <a:lnTo>
                  <a:pt x="727384" y="130292"/>
                </a:lnTo>
                <a:lnTo>
                  <a:pt x="726970" y="129875"/>
                </a:lnTo>
                <a:lnTo>
                  <a:pt x="726567" y="129449"/>
                </a:lnTo>
                <a:lnTo>
                  <a:pt x="726175" y="129013"/>
                </a:lnTo>
                <a:lnTo>
                  <a:pt x="725794" y="128568"/>
                </a:lnTo>
                <a:lnTo>
                  <a:pt x="725424" y="128113"/>
                </a:lnTo>
                <a:lnTo>
                  <a:pt x="725064" y="127649"/>
                </a:lnTo>
                <a:lnTo>
                  <a:pt x="724716" y="127175"/>
                </a:lnTo>
                <a:lnTo>
                  <a:pt x="724378" y="126692"/>
                </a:lnTo>
                <a:lnTo>
                  <a:pt x="724051" y="126199"/>
                </a:lnTo>
                <a:lnTo>
                  <a:pt x="723735" y="125696"/>
                </a:lnTo>
                <a:lnTo>
                  <a:pt x="723430" y="125184"/>
                </a:lnTo>
                <a:lnTo>
                  <a:pt x="723136" y="124663"/>
                </a:lnTo>
                <a:lnTo>
                  <a:pt x="722853" y="124132"/>
                </a:lnTo>
                <a:lnTo>
                  <a:pt x="722581" y="123592"/>
                </a:lnTo>
                <a:lnTo>
                  <a:pt x="722319" y="123042"/>
                </a:lnTo>
                <a:lnTo>
                  <a:pt x="722069" y="122482"/>
                </a:lnTo>
                <a:lnTo>
                  <a:pt x="721829" y="121913"/>
                </a:lnTo>
                <a:lnTo>
                  <a:pt x="721600" y="121335"/>
                </a:lnTo>
                <a:lnTo>
                  <a:pt x="721381" y="120750"/>
                </a:lnTo>
                <a:lnTo>
                  <a:pt x="721171" y="120161"/>
                </a:lnTo>
                <a:lnTo>
                  <a:pt x="720969" y="119569"/>
                </a:lnTo>
                <a:lnTo>
                  <a:pt x="720775" y="118972"/>
                </a:lnTo>
                <a:lnTo>
                  <a:pt x="720590" y="118373"/>
                </a:lnTo>
                <a:lnTo>
                  <a:pt x="720414" y="117769"/>
                </a:lnTo>
                <a:lnTo>
                  <a:pt x="720246" y="117162"/>
                </a:lnTo>
                <a:lnTo>
                  <a:pt x="720086" y="116552"/>
                </a:lnTo>
                <a:lnTo>
                  <a:pt x="719935" y="115938"/>
                </a:lnTo>
                <a:lnTo>
                  <a:pt x="719793" y="115320"/>
                </a:lnTo>
                <a:lnTo>
                  <a:pt x="719659" y="114698"/>
                </a:lnTo>
                <a:lnTo>
                  <a:pt x="719533" y="114073"/>
                </a:lnTo>
                <a:lnTo>
                  <a:pt x="719416" y="113444"/>
                </a:lnTo>
                <a:lnTo>
                  <a:pt x="719308" y="112811"/>
                </a:lnTo>
                <a:lnTo>
                  <a:pt x="719208" y="112175"/>
                </a:lnTo>
                <a:lnTo>
                  <a:pt x="719117" y="111535"/>
                </a:lnTo>
                <a:lnTo>
                  <a:pt x="719034" y="110892"/>
                </a:lnTo>
                <a:lnTo>
                  <a:pt x="718960" y="110245"/>
                </a:lnTo>
                <a:lnTo>
                  <a:pt x="718894" y="109594"/>
                </a:lnTo>
                <a:lnTo>
                  <a:pt x="718836" y="108939"/>
                </a:lnTo>
                <a:lnTo>
                  <a:pt x="718788" y="108281"/>
                </a:lnTo>
                <a:lnTo>
                  <a:pt x="718747" y="107620"/>
                </a:lnTo>
                <a:lnTo>
                  <a:pt x="718716" y="106954"/>
                </a:lnTo>
                <a:lnTo>
                  <a:pt x="718692" y="106285"/>
                </a:lnTo>
                <a:lnTo>
                  <a:pt x="796810" y="106285"/>
                </a:lnTo>
                <a:lnTo>
                  <a:pt x="796828" y="106177"/>
                </a:lnTo>
                <a:lnTo>
                  <a:pt x="796847" y="106066"/>
                </a:lnTo>
                <a:lnTo>
                  <a:pt x="796865" y="105951"/>
                </a:lnTo>
                <a:lnTo>
                  <a:pt x="796882" y="105832"/>
                </a:lnTo>
                <a:lnTo>
                  <a:pt x="796900" y="105709"/>
                </a:lnTo>
                <a:lnTo>
                  <a:pt x="796916" y="105582"/>
                </a:lnTo>
                <a:lnTo>
                  <a:pt x="796933" y="105452"/>
                </a:lnTo>
                <a:lnTo>
                  <a:pt x="796949" y="105318"/>
                </a:lnTo>
                <a:lnTo>
                  <a:pt x="796965" y="105180"/>
                </a:lnTo>
                <a:lnTo>
                  <a:pt x="796980" y="105038"/>
                </a:lnTo>
                <a:lnTo>
                  <a:pt x="796995" y="104892"/>
                </a:lnTo>
                <a:lnTo>
                  <a:pt x="797009" y="104743"/>
                </a:lnTo>
                <a:lnTo>
                  <a:pt x="797023" y="104590"/>
                </a:lnTo>
                <a:lnTo>
                  <a:pt x="797037" y="104433"/>
                </a:lnTo>
                <a:lnTo>
                  <a:pt x="797050" y="104272"/>
                </a:lnTo>
                <a:lnTo>
                  <a:pt x="797063" y="104107"/>
                </a:lnTo>
                <a:lnTo>
                  <a:pt x="797075" y="103939"/>
                </a:lnTo>
                <a:lnTo>
                  <a:pt x="797088" y="103767"/>
                </a:lnTo>
                <a:lnTo>
                  <a:pt x="797099" y="103591"/>
                </a:lnTo>
                <a:lnTo>
                  <a:pt x="797111" y="103411"/>
                </a:lnTo>
                <a:lnTo>
                  <a:pt x="797121" y="103227"/>
                </a:lnTo>
                <a:lnTo>
                  <a:pt x="797132" y="103040"/>
                </a:lnTo>
                <a:lnTo>
                  <a:pt x="797142" y="102849"/>
                </a:lnTo>
                <a:lnTo>
                  <a:pt x="797152" y="102654"/>
                </a:lnTo>
                <a:lnTo>
                  <a:pt x="797161" y="102458"/>
                </a:lnTo>
                <a:lnTo>
                  <a:pt x="797170" y="102267"/>
                </a:lnTo>
                <a:lnTo>
                  <a:pt x="797178" y="102078"/>
                </a:lnTo>
                <a:lnTo>
                  <a:pt x="797187" y="101893"/>
                </a:lnTo>
                <a:lnTo>
                  <a:pt x="797194" y="101712"/>
                </a:lnTo>
                <a:lnTo>
                  <a:pt x="797202" y="101533"/>
                </a:lnTo>
                <a:lnTo>
                  <a:pt x="797209" y="101359"/>
                </a:lnTo>
                <a:lnTo>
                  <a:pt x="797215" y="101187"/>
                </a:lnTo>
                <a:lnTo>
                  <a:pt x="797221" y="101019"/>
                </a:lnTo>
                <a:lnTo>
                  <a:pt x="797227" y="100855"/>
                </a:lnTo>
                <a:lnTo>
                  <a:pt x="797232" y="100694"/>
                </a:lnTo>
                <a:lnTo>
                  <a:pt x="797237" y="100536"/>
                </a:lnTo>
                <a:lnTo>
                  <a:pt x="797242" y="100382"/>
                </a:lnTo>
                <a:lnTo>
                  <a:pt x="797246" y="100231"/>
                </a:lnTo>
                <a:lnTo>
                  <a:pt x="797250" y="100083"/>
                </a:lnTo>
                <a:lnTo>
                  <a:pt x="797253" y="99939"/>
                </a:lnTo>
                <a:lnTo>
                  <a:pt x="797256" y="99798"/>
                </a:lnTo>
                <a:lnTo>
                  <a:pt x="797259" y="99661"/>
                </a:lnTo>
                <a:lnTo>
                  <a:pt x="797261" y="99527"/>
                </a:lnTo>
                <a:lnTo>
                  <a:pt x="797263" y="99396"/>
                </a:lnTo>
                <a:lnTo>
                  <a:pt x="797264" y="99269"/>
                </a:lnTo>
                <a:lnTo>
                  <a:pt x="797265" y="99145"/>
                </a:lnTo>
                <a:lnTo>
                  <a:pt x="797266" y="99025"/>
                </a:lnTo>
                <a:lnTo>
                  <a:pt x="797266" y="98908"/>
                </a:lnTo>
                <a:lnTo>
                  <a:pt x="797241" y="96663"/>
                </a:lnTo>
                <a:lnTo>
                  <a:pt x="797166" y="94461"/>
                </a:lnTo>
                <a:lnTo>
                  <a:pt x="797040" y="92302"/>
                </a:lnTo>
                <a:lnTo>
                  <a:pt x="796865" y="90187"/>
                </a:lnTo>
                <a:lnTo>
                  <a:pt x="796640" y="88115"/>
                </a:lnTo>
                <a:lnTo>
                  <a:pt x="796364" y="86087"/>
                </a:lnTo>
                <a:lnTo>
                  <a:pt x="796039" y="84102"/>
                </a:lnTo>
                <a:lnTo>
                  <a:pt x="795663" y="82161"/>
                </a:lnTo>
                <a:lnTo>
                  <a:pt x="795237" y="80263"/>
                </a:lnTo>
                <a:lnTo>
                  <a:pt x="794761" y="78408"/>
                </a:lnTo>
                <a:lnTo>
                  <a:pt x="794235" y="76597"/>
                </a:lnTo>
                <a:lnTo>
                  <a:pt x="793659" y="74830"/>
                </a:lnTo>
                <a:lnTo>
                  <a:pt x="793033" y="73105"/>
                </a:lnTo>
                <a:lnTo>
                  <a:pt x="792357" y="71425"/>
                </a:lnTo>
                <a:lnTo>
                  <a:pt x="791631" y="69787"/>
                </a:lnTo>
                <a:lnTo>
                  <a:pt x="790854" y="68193"/>
                </a:lnTo>
                <a:lnTo>
                  <a:pt x="790028" y="66643"/>
                </a:lnTo>
                <a:lnTo>
                  <a:pt x="789151" y="65136"/>
                </a:lnTo>
                <a:lnTo>
                  <a:pt x="788224" y="63672"/>
                </a:lnTo>
                <a:lnTo>
                  <a:pt x="787248" y="62252"/>
                </a:lnTo>
                <a:lnTo>
                  <a:pt x="786221" y="60875"/>
                </a:lnTo>
                <a:lnTo>
                  <a:pt x="785144" y="59542"/>
                </a:lnTo>
                <a:lnTo>
                  <a:pt x="784017" y="58252"/>
                </a:lnTo>
                <a:lnTo>
                  <a:pt x="782840" y="57006"/>
                </a:lnTo>
                <a:lnTo>
                  <a:pt x="781619" y="55806"/>
                </a:lnTo>
                <a:lnTo>
                  <a:pt x="780363" y="54658"/>
                </a:lnTo>
                <a:lnTo>
                  <a:pt x="779070" y="53561"/>
                </a:lnTo>
                <a:lnTo>
                  <a:pt x="777741" y="52515"/>
                </a:lnTo>
                <a:lnTo>
                  <a:pt x="776376" y="51520"/>
                </a:lnTo>
                <a:lnTo>
                  <a:pt x="774975" y="50576"/>
                </a:lnTo>
                <a:lnTo>
                  <a:pt x="773537" y="49683"/>
                </a:lnTo>
                <a:lnTo>
                  <a:pt x="772063" y="48841"/>
                </a:lnTo>
                <a:lnTo>
                  <a:pt x="770553" y="48050"/>
                </a:lnTo>
                <a:lnTo>
                  <a:pt x="769006" y="47310"/>
                </a:lnTo>
                <a:lnTo>
                  <a:pt x="767424" y="46621"/>
                </a:lnTo>
                <a:lnTo>
                  <a:pt x="765805" y="45983"/>
                </a:lnTo>
                <a:lnTo>
                  <a:pt x="764150" y="45396"/>
                </a:lnTo>
                <a:lnTo>
                  <a:pt x="762459" y="44860"/>
                </a:lnTo>
                <a:lnTo>
                  <a:pt x="760731" y="44376"/>
                </a:lnTo>
                <a:lnTo>
                  <a:pt x="758967" y="43942"/>
                </a:lnTo>
                <a:lnTo>
                  <a:pt x="757167" y="43559"/>
                </a:lnTo>
                <a:lnTo>
                  <a:pt x="755331" y="43227"/>
                </a:lnTo>
                <a:lnTo>
                  <a:pt x="753459" y="42947"/>
                </a:lnTo>
                <a:lnTo>
                  <a:pt x="751550" y="42717"/>
                </a:lnTo>
                <a:lnTo>
                  <a:pt x="749605" y="42538"/>
                </a:lnTo>
                <a:lnTo>
                  <a:pt x="747624" y="42411"/>
                </a:lnTo>
                <a:lnTo>
                  <a:pt x="745607" y="42334"/>
                </a:lnTo>
                <a:lnTo>
                  <a:pt x="743553" y="42309"/>
                </a:lnTo>
                <a:lnTo>
                  <a:pt x="742071" y="42321"/>
                </a:lnTo>
                <a:lnTo>
                  <a:pt x="740608" y="42357"/>
                </a:lnTo>
                <a:lnTo>
                  <a:pt x="739165" y="42418"/>
                </a:lnTo>
                <a:lnTo>
                  <a:pt x="737742" y="42503"/>
                </a:lnTo>
                <a:lnTo>
                  <a:pt x="736338" y="42612"/>
                </a:lnTo>
                <a:lnTo>
                  <a:pt x="734954" y="42745"/>
                </a:lnTo>
                <a:lnTo>
                  <a:pt x="733589" y="42903"/>
                </a:lnTo>
                <a:lnTo>
                  <a:pt x="732244" y="43084"/>
                </a:lnTo>
                <a:lnTo>
                  <a:pt x="730919" y="43291"/>
                </a:lnTo>
                <a:lnTo>
                  <a:pt x="729613" y="43521"/>
                </a:lnTo>
                <a:lnTo>
                  <a:pt x="728327" y="43775"/>
                </a:lnTo>
                <a:lnTo>
                  <a:pt x="727060" y="44054"/>
                </a:lnTo>
                <a:lnTo>
                  <a:pt x="725813" y="44357"/>
                </a:lnTo>
                <a:lnTo>
                  <a:pt x="724586" y="44684"/>
                </a:lnTo>
                <a:lnTo>
                  <a:pt x="723378" y="45036"/>
                </a:lnTo>
                <a:lnTo>
                  <a:pt x="722190" y="45412"/>
                </a:lnTo>
                <a:lnTo>
                  <a:pt x="721021" y="45812"/>
                </a:lnTo>
                <a:lnTo>
                  <a:pt x="719872" y="46236"/>
                </a:lnTo>
                <a:lnTo>
                  <a:pt x="718743" y="46684"/>
                </a:lnTo>
                <a:lnTo>
                  <a:pt x="717633" y="47157"/>
                </a:lnTo>
                <a:lnTo>
                  <a:pt x="716543" y="47654"/>
                </a:lnTo>
                <a:lnTo>
                  <a:pt x="715472" y="48175"/>
                </a:lnTo>
                <a:lnTo>
                  <a:pt x="714421" y="48720"/>
                </a:lnTo>
                <a:lnTo>
                  <a:pt x="713389" y="49290"/>
                </a:lnTo>
                <a:lnTo>
                  <a:pt x="712378" y="49882"/>
                </a:lnTo>
                <a:lnTo>
                  <a:pt x="711387" y="50495"/>
                </a:lnTo>
                <a:lnTo>
                  <a:pt x="710417" y="51128"/>
                </a:lnTo>
                <a:lnTo>
                  <a:pt x="709468" y="51782"/>
                </a:lnTo>
                <a:lnTo>
                  <a:pt x="708539" y="52457"/>
                </a:lnTo>
                <a:lnTo>
                  <a:pt x="707630" y="53152"/>
                </a:lnTo>
                <a:lnTo>
                  <a:pt x="706743" y="53868"/>
                </a:lnTo>
                <a:lnTo>
                  <a:pt x="705876" y="54605"/>
                </a:lnTo>
                <a:lnTo>
                  <a:pt x="705029" y="55362"/>
                </a:lnTo>
                <a:lnTo>
                  <a:pt x="704203" y="56140"/>
                </a:lnTo>
                <a:lnTo>
                  <a:pt x="703398" y="56938"/>
                </a:lnTo>
                <a:lnTo>
                  <a:pt x="702613" y="57758"/>
                </a:lnTo>
                <a:lnTo>
                  <a:pt x="701849" y="58597"/>
                </a:lnTo>
                <a:lnTo>
                  <a:pt x="701105" y="59458"/>
                </a:lnTo>
                <a:lnTo>
                  <a:pt x="700382" y="60339"/>
                </a:lnTo>
                <a:lnTo>
                  <a:pt x="699679" y="61241"/>
                </a:lnTo>
                <a:lnTo>
                  <a:pt x="698998" y="62163"/>
                </a:lnTo>
                <a:lnTo>
                  <a:pt x="698336" y="63106"/>
                </a:lnTo>
                <a:lnTo>
                  <a:pt x="697696" y="64069"/>
                </a:lnTo>
                <a:lnTo>
                  <a:pt x="697075" y="65054"/>
                </a:lnTo>
                <a:lnTo>
                  <a:pt x="696476" y="66059"/>
                </a:lnTo>
                <a:lnTo>
                  <a:pt x="695897" y="67084"/>
                </a:lnTo>
                <a:lnTo>
                  <a:pt x="695339" y="68130"/>
                </a:lnTo>
                <a:lnTo>
                  <a:pt x="694801" y="69197"/>
                </a:lnTo>
                <a:lnTo>
                  <a:pt x="694285" y="70283"/>
                </a:lnTo>
                <a:lnTo>
                  <a:pt x="693790" y="71385"/>
                </a:lnTo>
                <a:lnTo>
                  <a:pt x="693318" y="72505"/>
                </a:lnTo>
                <a:lnTo>
                  <a:pt x="692867" y="73642"/>
                </a:lnTo>
                <a:lnTo>
                  <a:pt x="692439" y="74797"/>
                </a:lnTo>
                <a:lnTo>
                  <a:pt x="692032" y="75969"/>
                </a:lnTo>
                <a:lnTo>
                  <a:pt x="691647" y="77157"/>
                </a:lnTo>
                <a:lnTo>
                  <a:pt x="691285" y="78364"/>
                </a:lnTo>
                <a:lnTo>
                  <a:pt x="690944" y="79587"/>
                </a:lnTo>
                <a:lnTo>
                  <a:pt x="690625" y="80827"/>
                </a:lnTo>
                <a:lnTo>
                  <a:pt x="690329" y="82085"/>
                </a:lnTo>
                <a:lnTo>
                  <a:pt x="690054" y="83360"/>
                </a:lnTo>
                <a:lnTo>
                  <a:pt x="689801" y="84653"/>
                </a:lnTo>
                <a:lnTo>
                  <a:pt x="689571" y="85962"/>
                </a:lnTo>
                <a:lnTo>
                  <a:pt x="689362" y="87289"/>
                </a:lnTo>
                <a:lnTo>
                  <a:pt x="689175" y="88633"/>
                </a:lnTo>
                <a:lnTo>
                  <a:pt x="689010" y="89994"/>
                </a:lnTo>
                <a:lnTo>
                  <a:pt x="688867" y="91373"/>
                </a:lnTo>
                <a:lnTo>
                  <a:pt x="688747" y="92769"/>
                </a:lnTo>
                <a:lnTo>
                  <a:pt x="688648" y="94182"/>
                </a:lnTo>
                <a:lnTo>
                  <a:pt x="688571" y="95612"/>
                </a:lnTo>
                <a:lnTo>
                  <a:pt x="688516" y="97059"/>
                </a:lnTo>
                <a:lnTo>
                  <a:pt x="688483" y="98524"/>
                </a:lnTo>
                <a:lnTo>
                  <a:pt x="688472" y="100006"/>
                </a:lnTo>
                <a:lnTo>
                  <a:pt x="688483" y="101535"/>
                </a:lnTo>
                <a:lnTo>
                  <a:pt x="688517" y="103046"/>
                </a:lnTo>
                <a:lnTo>
                  <a:pt x="688573" y="104539"/>
                </a:lnTo>
                <a:lnTo>
                  <a:pt x="688652" y="106013"/>
                </a:lnTo>
                <a:lnTo>
                  <a:pt x="688754" y="107469"/>
                </a:lnTo>
                <a:lnTo>
                  <a:pt x="688878" y="108906"/>
                </a:lnTo>
                <a:lnTo>
                  <a:pt x="689025" y="110325"/>
                </a:lnTo>
                <a:lnTo>
                  <a:pt x="689194" y="111725"/>
                </a:lnTo>
                <a:lnTo>
                  <a:pt x="689386" y="113107"/>
                </a:lnTo>
                <a:lnTo>
                  <a:pt x="689600" y="114471"/>
                </a:lnTo>
                <a:lnTo>
                  <a:pt x="689837" y="115816"/>
                </a:lnTo>
                <a:lnTo>
                  <a:pt x="690097" y="117143"/>
                </a:lnTo>
                <a:lnTo>
                  <a:pt x="690379" y="118451"/>
                </a:lnTo>
                <a:lnTo>
                  <a:pt x="690684" y="119741"/>
                </a:lnTo>
                <a:lnTo>
                  <a:pt x="691011" y="121013"/>
                </a:lnTo>
                <a:lnTo>
                  <a:pt x="691361" y="122266"/>
                </a:lnTo>
                <a:lnTo>
                  <a:pt x="691733" y="123500"/>
                </a:lnTo>
                <a:lnTo>
                  <a:pt x="692128" y="124717"/>
                </a:lnTo>
                <a:lnTo>
                  <a:pt x="692546" y="125914"/>
                </a:lnTo>
                <a:lnTo>
                  <a:pt x="692986" y="127094"/>
                </a:lnTo>
                <a:lnTo>
                  <a:pt x="693449" y="128255"/>
                </a:lnTo>
                <a:lnTo>
                  <a:pt x="693934" y="129397"/>
                </a:lnTo>
                <a:lnTo>
                  <a:pt x="694442" y="130521"/>
                </a:lnTo>
                <a:lnTo>
                  <a:pt x="694972" y="131627"/>
                </a:lnTo>
                <a:lnTo>
                  <a:pt x="695524" y="132712"/>
                </a:lnTo>
                <a:lnTo>
                  <a:pt x="696098" y="133776"/>
                </a:lnTo>
                <a:lnTo>
                  <a:pt x="696693" y="134819"/>
                </a:lnTo>
                <a:lnTo>
                  <a:pt x="697310" y="135840"/>
                </a:lnTo>
                <a:lnTo>
                  <a:pt x="697948" y="136840"/>
                </a:lnTo>
                <a:lnTo>
                  <a:pt x="698607" y="137818"/>
                </a:lnTo>
                <a:lnTo>
                  <a:pt x="699288" y="138775"/>
                </a:lnTo>
                <a:lnTo>
                  <a:pt x="699990" y="139710"/>
                </a:lnTo>
                <a:lnTo>
                  <a:pt x="700713" y="140624"/>
                </a:lnTo>
                <a:lnTo>
                  <a:pt x="701458" y="141517"/>
                </a:lnTo>
                <a:lnTo>
                  <a:pt x="702224" y="142388"/>
                </a:lnTo>
                <a:lnTo>
                  <a:pt x="703012" y="143238"/>
                </a:lnTo>
                <a:lnTo>
                  <a:pt x="703821" y="144066"/>
                </a:lnTo>
                <a:lnTo>
                  <a:pt x="704651" y="144873"/>
                </a:lnTo>
                <a:lnTo>
                  <a:pt x="705503" y="145658"/>
                </a:lnTo>
                <a:lnTo>
                  <a:pt x="706376" y="146422"/>
                </a:lnTo>
                <a:lnTo>
                  <a:pt x="707271" y="147164"/>
                </a:lnTo>
                <a:lnTo>
                  <a:pt x="708186" y="147886"/>
                </a:lnTo>
                <a:lnTo>
                  <a:pt x="709124" y="148585"/>
                </a:lnTo>
                <a:lnTo>
                  <a:pt x="710082" y="149263"/>
                </a:lnTo>
                <a:lnTo>
                  <a:pt x="711062" y="149920"/>
                </a:lnTo>
                <a:lnTo>
                  <a:pt x="712064" y="150556"/>
                </a:lnTo>
                <a:lnTo>
                  <a:pt x="713087" y="151169"/>
                </a:lnTo>
                <a:lnTo>
                  <a:pt x="714131" y="151762"/>
                </a:lnTo>
                <a:lnTo>
                  <a:pt x="715196" y="152332"/>
                </a:lnTo>
                <a:lnTo>
                  <a:pt x="716282" y="152877"/>
                </a:lnTo>
                <a:lnTo>
                  <a:pt x="717388" y="153398"/>
                </a:lnTo>
                <a:lnTo>
                  <a:pt x="718515" y="153895"/>
                </a:lnTo>
                <a:lnTo>
                  <a:pt x="719662" y="154368"/>
                </a:lnTo>
                <a:lnTo>
                  <a:pt x="720831" y="154816"/>
                </a:lnTo>
                <a:lnTo>
                  <a:pt x="722019" y="155241"/>
                </a:lnTo>
                <a:lnTo>
                  <a:pt x="723229" y="155641"/>
                </a:lnTo>
                <a:lnTo>
                  <a:pt x="724458" y="156016"/>
                </a:lnTo>
                <a:lnTo>
                  <a:pt x="725709" y="156368"/>
                </a:lnTo>
                <a:lnTo>
                  <a:pt x="726980" y="156695"/>
                </a:lnTo>
                <a:lnTo>
                  <a:pt x="728272" y="156998"/>
                </a:lnTo>
                <a:lnTo>
                  <a:pt x="729584" y="157277"/>
                </a:lnTo>
                <a:lnTo>
                  <a:pt x="730917" y="157531"/>
                </a:lnTo>
                <a:lnTo>
                  <a:pt x="732270" y="157762"/>
                </a:lnTo>
                <a:lnTo>
                  <a:pt x="733644" y="157968"/>
                </a:lnTo>
                <a:lnTo>
                  <a:pt x="735039" y="158149"/>
                </a:lnTo>
                <a:lnTo>
                  <a:pt x="736454" y="158307"/>
                </a:lnTo>
                <a:lnTo>
                  <a:pt x="737890" y="158440"/>
                </a:lnTo>
                <a:lnTo>
                  <a:pt x="739346" y="158549"/>
                </a:lnTo>
                <a:lnTo>
                  <a:pt x="740823" y="158634"/>
                </a:lnTo>
                <a:lnTo>
                  <a:pt x="742321" y="158695"/>
                </a:lnTo>
                <a:lnTo>
                  <a:pt x="743839" y="158731"/>
                </a:lnTo>
                <a:lnTo>
                  <a:pt x="745378" y="158743"/>
                </a:lnTo>
                <a:lnTo>
                  <a:pt x="746635" y="158736"/>
                </a:lnTo>
                <a:lnTo>
                  <a:pt x="747879" y="158713"/>
                </a:lnTo>
                <a:lnTo>
                  <a:pt x="749110" y="158676"/>
                </a:lnTo>
                <a:lnTo>
                  <a:pt x="750327" y="158623"/>
                </a:lnTo>
                <a:lnTo>
                  <a:pt x="751532" y="158555"/>
                </a:lnTo>
                <a:close/>
                <a:moveTo>
                  <a:pt x="719579" y="82522"/>
                </a:moveTo>
                <a:lnTo>
                  <a:pt x="719751" y="81659"/>
                </a:lnTo>
                <a:lnTo>
                  <a:pt x="719943" y="80815"/>
                </a:lnTo>
                <a:lnTo>
                  <a:pt x="720156" y="79990"/>
                </a:lnTo>
                <a:lnTo>
                  <a:pt x="720390" y="79184"/>
                </a:lnTo>
                <a:lnTo>
                  <a:pt x="720644" y="78397"/>
                </a:lnTo>
                <a:lnTo>
                  <a:pt x="720919" y="77630"/>
                </a:lnTo>
                <a:lnTo>
                  <a:pt x="721215" y="76882"/>
                </a:lnTo>
                <a:lnTo>
                  <a:pt x="721532" y="76152"/>
                </a:lnTo>
                <a:lnTo>
                  <a:pt x="721870" y="75442"/>
                </a:lnTo>
                <a:lnTo>
                  <a:pt x="722228" y="74752"/>
                </a:lnTo>
                <a:lnTo>
                  <a:pt x="722608" y="74080"/>
                </a:lnTo>
                <a:lnTo>
                  <a:pt x="723008" y="73427"/>
                </a:lnTo>
                <a:lnTo>
                  <a:pt x="723429" y="72794"/>
                </a:lnTo>
                <a:lnTo>
                  <a:pt x="723870" y="72180"/>
                </a:lnTo>
                <a:lnTo>
                  <a:pt x="724333" y="71585"/>
                </a:lnTo>
                <a:lnTo>
                  <a:pt x="724816" y="71009"/>
                </a:lnTo>
                <a:lnTo>
                  <a:pt x="725320" y="70453"/>
                </a:lnTo>
                <a:lnTo>
                  <a:pt x="725844" y="69915"/>
                </a:lnTo>
                <a:lnTo>
                  <a:pt x="726390" y="69397"/>
                </a:lnTo>
                <a:lnTo>
                  <a:pt x="726953" y="68899"/>
                </a:lnTo>
                <a:lnTo>
                  <a:pt x="727528" y="68422"/>
                </a:lnTo>
                <a:lnTo>
                  <a:pt x="728118" y="67966"/>
                </a:lnTo>
                <a:lnTo>
                  <a:pt x="728720" y="67531"/>
                </a:lnTo>
                <a:lnTo>
                  <a:pt x="729336" y="67118"/>
                </a:lnTo>
                <a:lnTo>
                  <a:pt x="729964" y="66726"/>
                </a:lnTo>
                <a:lnTo>
                  <a:pt x="730607" y="66355"/>
                </a:lnTo>
                <a:lnTo>
                  <a:pt x="731262" y="66005"/>
                </a:lnTo>
                <a:lnTo>
                  <a:pt x="731931" y="65677"/>
                </a:lnTo>
                <a:lnTo>
                  <a:pt x="732613" y="65369"/>
                </a:lnTo>
                <a:lnTo>
                  <a:pt x="733308" y="65083"/>
                </a:lnTo>
                <a:lnTo>
                  <a:pt x="734016" y="64818"/>
                </a:lnTo>
                <a:lnTo>
                  <a:pt x="734738" y="64574"/>
                </a:lnTo>
                <a:lnTo>
                  <a:pt x="735473" y="64352"/>
                </a:lnTo>
                <a:lnTo>
                  <a:pt x="736221" y="64151"/>
                </a:lnTo>
                <a:lnTo>
                  <a:pt x="736983" y="63970"/>
                </a:lnTo>
                <a:lnTo>
                  <a:pt x="737758" y="63811"/>
                </a:lnTo>
                <a:lnTo>
                  <a:pt x="738546" y="63674"/>
                </a:lnTo>
                <a:lnTo>
                  <a:pt x="739347" y="63557"/>
                </a:lnTo>
                <a:lnTo>
                  <a:pt x="740162" y="63462"/>
                </a:lnTo>
                <a:lnTo>
                  <a:pt x="740990" y="63387"/>
                </a:lnTo>
                <a:lnTo>
                  <a:pt x="741831" y="63334"/>
                </a:lnTo>
                <a:lnTo>
                  <a:pt x="742685" y="63303"/>
                </a:lnTo>
                <a:lnTo>
                  <a:pt x="743553" y="63292"/>
                </a:lnTo>
                <a:lnTo>
                  <a:pt x="744402" y="63302"/>
                </a:lnTo>
                <a:lnTo>
                  <a:pt x="745238" y="63333"/>
                </a:lnTo>
                <a:lnTo>
                  <a:pt x="746061" y="63385"/>
                </a:lnTo>
                <a:lnTo>
                  <a:pt x="746871" y="63457"/>
                </a:lnTo>
                <a:lnTo>
                  <a:pt x="747669" y="63549"/>
                </a:lnTo>
                <a:lnTo>
                  <a:pt x="748453" y="63663"/>
                </a:lnTo>
                <a:lnTo>
                  <a:pt x="749225" y="63797"/>
                </a:lnTo>
                <a:lnTo>
                  <a:pt x="749984" y="63951"/>
                </a:lnTo>
                <a:lnTo>
                  <a:pt x="750729" y="64126"/>
                </a:lnTo>
                <a:lnTo>
                  <a:pt x="751463" y="64322"/>
                </a:lnTo>
                <a:lnTo>
                  <a:pt x="752183" y="64538"/>
                </a:lnTo>
                <a:lnTo>
                  <a:pt x="752890" y="64775"/>
                </a:lnTo>
                <a:lnTo>
                  <a:pt x="753584" y="65032"/>
                </a:lnTo>
                <a:lnTo>
                  <a:pt x="754266" y="65310"/>
                </a:lnTo>
                <a:lnTo>
                  <a:pt x="754935" y="65609"/>
                </a:lnTo>
                <a:lnTo>
                  <a:pt x="755591" y="65928"/>
                </a:lnTo>
                <a:lnTo>
                  <a:pt x="756234" y="66267"/>
                </a:lnTo>
                <a:lnTo>
                  <a:pt x="756864" y="66628"/>
                </a:lnTo>
                <a:lnTo>
                  <a:pt x="757481" y="67009"/>
                </a:lnTo>
                <a:lnTo>
                  <a:pt x="758085" y="67410"/>
                </a:lnTo>
                <a:lnTo>
                  <a:pt x="758677" y="67832"/>
                </a:lnTo>
                <a:lnTo>
                  <a:pt x="759255" y="68275"/>
                </a:lnTo>
                <a:lnTo>
                  <a:pt x="759821" y="68738"/>
                </a:lnTo>
                <a:lnTo>
                  <a:pt x="760374" y="69222"/>
                </a:lnTo>
                <a:lnTo>
                  <a:pt x="760910" y="69727"/>
                </a:lnTo>
                <a:lnTo>
                  <a:pt x="761424" y="70252"/>
                </a:lnTo>
                <a:lnTo>
                  <a:pt x="761916" y="70799"/>
                </a:lnTo>
                <a:lnTo>
                  <a:pt x="762387" y="71367"/>
                </a:lnTo>
                <a:lnTo>
                  <a:pt x="762836" y="71955"/>
                </a:lnTo>
                <a:lnTo>
                  <a:pt x="763264" y="72565"/>
                </a:lnTo>
                <a:lnTo>
                  <a:pt x="763670" y="73196"/>
                </a:lnTo>
                <a:lnTo>
                  <a:pt x="764055" y="73847"/>
                </a:lnTo>
                <a:lnTo>
                  <a:pt x="764418" y="74520"/>
                </a:lnTo>
                <a:lnTo>
                  <a:pt x="764759" y="75213"/>
                </a:lnTo>
                <a:lnTo>
                  <a:pt x="765079" y="75928"/>
                </a:lnTo>
                <a:lnTo>
                  <a:pt x="765377" y="76663"/>
                </a:lnTo>
                <a:lnTo>
                  <a:pt x="765654" y="77420"/>
                </a:lnTo>
                <a:lnTo>
                  <a:pt x="765909" y="78197"/>
                </a:lnTo>
                <a:lnTo>
                  <a:pt x="766143" y="78996"/>
                </a:lnTo>
                <a:lnTo>
                  <a:pt x="766355" y="79815"/>
                </a:lnTo>
                <a:lnTo>
                  <a:pt x="766545" y="80656"/>
                </a:lnTo>
                <a:lnTo>
                  <a:pt x="766714" y="81517"/>
                </a:lnTo>
                <a:lnTo>
                  <a:pt x="766861" y="82399"/>
                </a:lnTo>
                <a:lnTo>
                  <a:pt x="766987" y="83303"/>
                </a:lnTo>
                <a:lnTo>
                  <a:pt x="767091" y="84227"/>
                </a:lnTo>
                <a:lnTo>
                  <a:pt x="767173" y="85173"/>
                </a:lnTo>
                <a:lnTo>
                  <a:pt x="767234" y="86139"/>
                </a:lnTo>
                <a:lnTo>
                  <a:pt x="767273" y="87126"/>
                </a:lnTo>
                <a:lnTo>
                  <a:pt x="719034" y="87126"/>
                </a:lnTo>
                <a:lnTo>
                  <a:pt x="719102" y="86167"/>
                </a:lnTo>
                <a:lnTo>
                  <a:pt x="719190" y="85227"/>
                </a:lnTo>
                <a:lnTo>
                  <a:pt x="719299" y="84306"/>
                </a:lnTo>
                <a:lnTo>
                  <a:pt x="719429" y="83405"/>
                </a:lnTo>
                <a:lnTo>
                  <a:pt x="719579" y="82522"/>
                </a:lnTo>
                <a:close/>
                <a:moveTo>
                  <a:pt x="1082264" y="158689"/>
                </a:moveTo>
                <a:lnTo>
                  <a:pt x="1083034" y="158658"/>
                </a:lnTo>
                <a:lnTo>
                  <a:pt x="1083801" y="158621"/>
                </a:lnTo>
                <a:lnTo>
                  <a:pt x="1084566" y="158577"/>
                </a:lnTo>
                <a:lnTo>
                  <a:pt x="1085329" y="158526"/>
                </a:lnTo>
                <a:lnTo>
                  <a:pt x="1086090" y="158468"/>
                </a:lnTo>
                <a:lnTo>
                  <a:pt x="1086849" y="158403"/>
                </a:lnTo>
                <a:lnTo>
                  <a:pt x="1087605" y="158332"/>
                </a:lnTo>
                <a:lnTo>
                  <a:pt x="1088359" y="158253"/>
                </a:lnTo>
                <a:lnTo>
                  <a:pt x="1089111" y="158168"/>
                </a:lnTo>
                <a:lnTo>
                  <a:pt x="1089861" y="158076"/>
                </a:lnTo>
                <a:lnTo>
                  <a:pt x="1090609" y="157978"/>
                </a:lnTo>
                <a:lnTo>
                  <a:pt x="1091354" y="157872"/>
                </a:lnTo>
                <a:lnTo>
                  <a:pt x="1092098" y="157760"/>
                </a:lnTo>
                <a:lnTo>
                  <a:pt x="1092839" y="157641"/>
                </a:lnTo>
                <a:lnTo>
                  <a:pt x="1093578" y="157515"/>
                </a:lnTo>
                <a:lnTo>
                  <a:pt x="1094315" y="157382"/>
                </a:lnTo>
                <a:lnTo>
                  <a:pt x="1095049" y="157243"/>
                </a:lnTo>
                <a:lnTo>
                  <a:pt x="1095782" y="157096"/>
                </a:lnTo>
                <a:lnTo>
                  <a:pt x="1096512" y="156943"/>
                </a:lnTo>
                <a:lnTo>
                  <a:pt x="1097240" y="156783"/>
                </a:lnTo>
                <a:lnTo>
                  <a:pt x="1097964" y="156616"/>
                </a:lnTo>
                <a:lnTo>
                  <a:pt x="1098681" y="156440"/>
                </a:lnTo>
                <a:lnTo>
                  <a:pt x="1099391" y="156256"/>
                </a:lnTo>
                <a:lnTo>
                  <a:pt x="1100094" y="156064"/>
                </a:lnTo>
                <a:lnTo>
                  <a:pt x="1100791" y="155864"/>
                </a:lnTo>
                <a:lnTo>
                  <a:pt x="1101481" y="155656"/>
                </a:lnTo>
                <a:lnTo>
                  <a:pt x="1102164" y="155439"/>
                </a:lnTo>
                <a:lnTo>
                  <a:pt x="1102841" y="155214"/>
                </a:lnTo>
                <a:lnTo>
                  <a:pt x="1103510" y="154981"/>
                </a:lnTo>
                <a:lnTo>
                  <a:pt x="1104174" y="154740"/>
                </a:lnTo>
                <a:lnTo>
                  <a:pt x="1104830" y="154490"/>
                </a:lnTo>
                <a:lnTo>
                  <a:pt x="1105479" y="154233"/>
                </a:lnTo>
                <a:lnTo>
                  <a:pt x="1106122" y="153967"/>
                </a:lnTo>
                <a:lnTo>
                  <a:pt x="1106758" y="153693"/>
                </a:lnTo>
                <a:lnTo>
                  <a:pt x="1107388" y="153410"/>
                </a:lnTo>
                <a:lnTo>
                  <a:pt x="1108010" y="153120"/>
                </a:lnTo>
                <a:lnTo>
                  <a:pt x="1108626" y="152821"/>
                </a:lnTo>
                <a:lnTo>
                  <a:pt x="1109236" y="152514"/>
                </a:lnTo>
                <a:lnTo>
                  <a:pt x="1109838" y="152199"/>
                </a:lnTo>
                <a:lnTo>
                  <a:pt x="1110434" y="151876"/>
                </a:lnTo>
                <a:lnTo>
                  <a:pt x="1111023" y="151544"/>
                </a:lnTo>
                <a:lnTo>
                  <a:pt x="1111605" y="151204"/>
                </a:lnTo>
                <a:lnTo>
                  <a:pt x="1112181" y="150857"/>
                </a:lnTo>
                <a:lnTo>
                  <a:pt x="1112749" y="150500"/>
                </a:lnTo>
                <a:lnTo>
                  <a:pt x="1113310" y="150135"/>
                </a:lnTo>
                <a:lnTo>
                  <a:pt x="1113861" y="149761"/>
                </a:lnTo>
                <a:lnTo>
                  <a:pt x="1114403" y="149377"/>
                </a:lnTo>
                <a:lnTo>
                  <a:pt x="1114935" y="148984"/>
                </a:lnTo>
                <a:lnTo>
                  <a:pt x="1115458" y="148582"/>
                </a:lnTo>
                <a:lnTo>
                  <a:pt x="1115971" y="148170"/>
                </a:lnTo>
                <a:lnTo>
                  <a:pt x="1116475" y="147748"/>
                </a:lnTo>
                <a:lnTo>
                  <a:pt x="1116969" y="147318"/>
                </a:lnTo>
                <a:lnTo>
                  <a:pt x="1117454" y="146877"/>
                </a:lnTo>
                <a:lnTo>
                  <a:pt x="1117929" y="146428"/>
                </a:lnTo>
                <a:lnTo>
                  <a:pt x="1118394" y="145969"/>
                </a:lnTo>
                <a:lnTo>
                  <a:pt x="1118851" y="145500"/>
                </a:lnTo>
                <a:lnTo>
                  <a:pt x="1119297" y="145023"/>
                </a:lnTo>
                <a:lnTo>
                  <a:pt x="1119734" y="144536"/>
                </a:lnTo>
                <a:lnTo>
                  <a:pt x="1120162" y="144039"/>
                </a:lnTo>
                <a:lnTo>
                  <a:pt x="1120580" y="143533"/>
                </a:lnTo>
                <a:lnTo>
                  <a:pt x="1120989" y="143018"/>
                </a:lnTo>
                <a:lnTo>
                  <a:pt x="1121388" y="142493"/>
                </a:lnTo>
                <a:lnTo>
                  <a:pt x="1121778" y="141958"/>
                </a:lnTo>
                <a:lnTo>
                  <a:pt x="1122158" y="141415"/>
                </a:lnTo>
                <a:lnTo>
                  <a:pt x="1122528" y="140862"/>
                </a:lnTo>
                <a:lnTo>
                  <a:pt x="1122890" y="140299"/>
                </a:lnTo>
                <a:lnTo>
                  <a:pt x="1123241" y="139728"/>
                </a:lnTo>
                <a:lnTo>
                  <a:pt x="1123583" y="139146"/>
                </a:lnTo>
                <a:lnTo>
                  <a:pt x="1123914" y="138555"/>
                </a:lnTo>
                <a:lnTo>
                  <a:pt x="1124230" y="137953"/>
                </a:lnTo>
                <a:lnTo>
                  <a:pt x="1124532" y="137340"/>
                </a:lnTo>
                <a:lnTo>
                  <a:pt x="1124820" y="136716"/>
                </a:lnTo>
                <a:lnTo>
                  <a:pt x="1125094" y="136081"/>
                </a:lnTo>
                <a:lnTo>
                  <a:pt x="1125354" y="135436"/>
                </a:lnTo>
                <a:lnTo>
                  <a:pt x="1125600" y="134780"/>
                </a:lnTo>
                <a:lnTo>
                  <a:pt x="1125832" y="134113"/>
                </a:lnTo>
                <a:lnTo>
                  <a:pt x="1126050" y="133435"/>
                </a:lnTo>
                <a:lnTo>
                  <a:pt x="1126254" y="132746"/>
                </a:lnTo>
                <a:lnTo>
                  <a:pt x="1126444" y="132047"/>
                </a:lnTo>
                <a:lnTo>
                  <a:pt x="1126620" y="131336"/>
                </a:lnTo>
                <a:lnTo>
                  <a:pt x="1126781" y="130615"/>
                </a:lnTo>
                <a:lnTo>
                  <a:pt x="1126929" y="129883"/>
                </a:lnTo>
                <a:lnTo>
                  <a:pt x="1127062" y="129141"/>
                </a:lnTo>
                <a:lnTo>
                  <a:pt x="1127182" y="128387"/>
                </a:lnTo>
                <a:lnTo>
                  <a:pt x="1127287" y="127623"/>
                </a:lnTo>
                <a:lnTo>
                  <a:pt x="1127379" y="126847"/>
                </a:lnTo>
                <a:lnTo>
                  <a:pt x="1127456" y="126061"/>
                </a:lnTo>
                <a:lnTo>
                  <a:pt x="1127519" y="125265"/>
                </a:lnTo>
                <a:lnTo>
                  <a:pt x="1127568" y="124457"/>
                </a:lnTo>
                <a:lnTo>
                  <a:pt x="1127604" y="123638"/>
                </a:lnTo>
                <a:lnTo>
                  <a:pt x="1127625" y="122809"/>
                </a:lnTo>
                <a:lnTo>
                  <a:pt x="1127632" y="121969"/>
                </a:lnTo>
                <a:lnTo>
                  <a:pt x="1127623" y="121073"/>
                </a:lnTo>
                <a:lnTo>
                  <a:pt x="1127597" y="120191"/>
                </a:lnTo>
                <a:lnTo>
                  <a:pt x="1127553" y="119323"/>
                </a:lnTo>
                <a:lnTo>
                  <a:pt x="1127492" y="118469"/>
                </a:lnTo>
                <a:lnTo>
                  <a:pt x="1127414" y="117629"/>
                </a:lnTo>
                <a:lnTo>
                  <a:pt x="1127318" y="116803"/>
                </a:lnTo>
                <a:lnTo>
                  <a:pt x="1127205" y="115991"/>
                </a:lnTo>
                <a:lnTo>
                  <a:pt x="1127074" y="115193"/>
                </a:lnTo>
                <a:lnTo>
                  <a:pt x="1126926" y="114409"/>
                </a:lnTo>
                <a:lnTo>
                  <a:pt x="1126761" y="113639"/>
                </a:lnTo>
                <a:lnTo>
                  <a:pt x="1126578" y="112883"/>
                </a:lnTo>
                <a:lnTo>
                  <a:pt x="1126377" y="112141"/>
                </a:lnTo>
                <a:lnTo>
                  <a:pt x="1126159" y="111413"/>
                </a:lnTo>
                <a:lnTo>
                  <a:pt x="1125924" y="110699"/>
                </a:lnTo>
                <a:lnTo>
                  <a:pt x="1125672" y="110000"/>
                </a:lnTo>
                <a:lnTo>
                  <a:pt x="1125402" y="109314"/>
                </a:lnTo>
                <a:lnTo>
                  <a:pt x="1125114" y="108642"/>
                </a:lnTo>
                <a:lnTo>
                  <a:pt x="1124809" y="107984"/>
                </a:lnTo>
                <a:lnTo>
                  <a:pt x="1124487" y="107341"/>
                </a:lnTo>
                <a:lnTo>
                  <a:pt x="1124147" y="106711"/>
                </a:lnTo>
                <a:lnTo>
                  <a:pt x="1123790" y="106095"/>
                </a:lnTo>
                <a:lnTo>
                  <a:pt x="1123415" y="105493"/>
                </a:lnTo>
                <a:lnTo>
                  <a:pt x="1123023" y="104906"/>
                </a:lnTo>
                <a:lnTo>
                  <a:pt x="1122614" y="104332"/>
                </a:lnTo>
                <a:lnTo>
                  <a:pt x="1122190" y="103770"/>
                </a:lnTo>
                <a:lnTo>
                  <a:pt x="1121753" y="103218"/>
                </a:lnTo>
                <a:lnTo>
                  <a:pt x="1121304" y="102675"/>
                </a:lnTo>
                <a:lnTo>
                  <a:pt x="1120843" y="102141"/>
                </a:lnTo>
                <a:lnTo>
                  <a:pt x="1120370" y="101618"/>
                </a:lnTo>
                <a:lnTo>
                  <a:pt x="1119884" y="101104"/>
                </a:lnTo>
                <a:lnTo>
                  <a:pt x="1119386" y="100599"/>
                </a:lnTo>
                <a:lnTo>
                  <a:pt x="1118876" y="100104"/>
                </a:lnTo>
                <a:lnTo>
                  <a:pt x="1118353" y="99619"/>
                </a:lnTo>
                <a:lnTo>
                  <a:pt x="1117819" y="99144"/>
                </a:lnTo>
                <a:lnTo>
                  <a:pt x="1117272" y="98678"/>
                </a:lnTo>
                <a:lnTo>
                  <a:pt x="1116712" y="98221"/>
                </a:lnTo>
                <a:lnTo>
                  <a:pt x="1116141" y="97774"/>
                </a:lnTo>
                <a:lnTo>
                  <a:pt x="1115557" y="97337"/>
                </a:lnTo>
                <a:lnTo>
                  <a:pt x="1114961" y="96910"/>
                </a:lnTo>
                <a:lnTo>
                  <a:pt x="1114352" y="96492"/>
                </a:lnTo>
                <a:lnTo>
                  <a:pt x="1113732" y="96084"/>
                </a:lnTo>
                <a:lnTo>
                  <a:pt x="1113099" y="95685"/>
                </a:lnTo>
                <a:lnTo>
                  <a:pt x="1112453" y="95296"/>
                </a:lnTo>
                <a:lnTo>
                  <a:pt x="1111796" y="94916"/>
                </a:lnTo>
                <a:lnTo>
                  <a:pt x="1111126" y="94547"/>
                </a:lnTo>
                <a:lnTo>
                  <a:pt x="1110444" y="94186"/>
                </a:lnTo>
                <a:lnTo>
                  <a:pt x="1109750" y="93836"/>
                </a:lnTo>
                <a:lnTo>
                  <a:pt x="1109043" y="93495"/>
                </a:lnTo>
                <a:lnTo>
                  <a:pt x="1108326" y="93161"/>
                </a:lnTo>
                <a:lnTo>
                  <a:pt x="1107602" y="92833"/>
                </a:lnTo>
                <a:lnTo>
                  <a:pt x="1106869" y="92510"/>
                </a:lnTo>
                <a:lnTo>
                  <a:pt x="1106129" y="92192"/>
                </a:lnTo>
                <a:lnTo>
                  <a:pt x="1105380" y="91879"/>
                </a:lnTo>
                <a:lnTo>
                  <a:pt x="1104624" y="91571"/>
                </a:lnTo>
                <a:lnTo>
                  <a:pt x="1103860" y="91269"/>
                </a:lnTo>
                <a:lnTo>
                  <a:pt x="1103088" y="90972"/>
                </a:lnTo>
                <a:lnTo>
                  <a:pt x="1102308" y="90680"/>
                </a:lnTo>
                <a:lnTo>
                  <a:pt x="1101520" y="90393"/>
                </a:lnTo>
                <a:lnTo>
                  <a:pt x="1100724" y="90111"/>
                </a:lnTo>
                <a:lnTo>
                  <a:pt x="1099920" y="89835"/>
                </a:lnTo>
                <a:lnTo>
                  <a:pt x="1099108" y="89564"/>
                </a:lnTo>
                <a:lnTo>
                  <a:pt x="1098289" y="89298"/>
                </a:lnTo>
                <a:lnTo>
                  <a:pt x="1097461" y="89037"/>
                </a:lnTo>
                <a:lnTo>
                  <a:pt x="1096626" y="88781"/>
                </a:lnTo>
                <a:lnTo>
                  <a:pt x="1095782" y="88531"/>
                </a:lnTo>
                <a:lnTo>
                  <a:pt x="1094931" y="88285"/>
                </a:lnTo>
                <a:lnTo>
                  <a:pt x="1094072" y="88045"/>
                </a:lnTo>
                <a:lnTo>
                  <a:pt x="1093204" y="87811"/>
                </a:lnTo>
                <a:lnTo>
                  <a:pt x="1092329" y="87581"/>
                </a:lnTo>
                <a:lnTo>
                  <a:pt x="1091446" y="87357"/>
                </a:lnTo>
                <a:lnTo>
                  <a:pt x="1090555" y="87137"/>
                </a:lnTo>
                <a:lnTo>
                  <a:pt x="1089656" y="86923"/>
                </a:lnTo>
                <a:lnTo>
                  <a:pt x="1088808" y="86732"/>
                </a:lnTo>
                <a:lnTo>
                  <a:pt x="1087974" y="86541"/>
                </a:lnTo>
                <a:lnTo>
                  <a:pt x="1087153" y="86351"/>
                </a:lnTo>
                <a:lnTo>
                  <a:pt x="1086346" y="86163"/>
                </a:lnTo>
                <a:lnTo>
                  <a:pt x="1085553" y="85975"/>
                </a:lnTo>
                <a:lnTo>
                  <a:pt x="1084774" y="85788"/>
                </a:lnTo>
                <a:lnTo>
                  <a:pt x="1084009" y="85603"/>
                </a:lnTo>
                <a:lnTo>
                  <a:pt x="1083258" y="85418"/>
                </a:lnTo>
                <a:lnTo>
                  <a:pt x="1082520" y="85235"/>
                </a:lnTo>
                <a:lnTo>
                  <a:pt x="1081796" y="85052"/>
                </a:lnTo>
                <a:lnTo>
                  <a:pt x="1081087" y="84870"/>
                </a:lnTo>
                <a:lnTo>
                  <a:pt x="1080391" y="84690"/>
                </a:lnTo>
                <a:lnTo>
                  <a:pt x="1079709" y="84510"/>
                </a:lnTo>
                <a:lnTo>
                  <a:pt x="1079040" y="84331"/>
                </a:lnTo>
                <a:lnTo>
                  <a:pt x="1078386" y="84154"/>
                </a:lnTo>
                <a:lnTo>
                  <a:pt x="1077746" y="83977"/>
                </a:lnTo>
                <a:lnTo>
                  <a:pt x="1077119" y="83802"/>
                </a:lnTo>
                <a:lnTo>
                  <a:pt x="1076506" y="83627"/>
                </a:lnTo>
                <a:lnTo>
                  <a:pt x="1075907" y="83453"/>
                </a:lnTo>
                <a:lnTo>
                  <a:pt x="1075322" y="83281"/>
                </a:lnTo>
                <a:lnTo>
                  <a:pt x="1074751" y="83109"/>
                </a:lnTo>
                <a:lnTo>
                  <a:pt x="1074194" y="82939"/>
                </a:lnTo>
                <a:lnTo>
                  <a:pt x="1073650" y="82769"/>
                </a:lnTo>
                <a:lnTo>
                  <a:pt x="1073121" y="82600"/>
                </a:lnTo>
                <a:lnTo>
                  <a:pt x="1072604" y="82432"/>
                </a:lnTo>
                <a:lnTo>
                  <a:pt x="1072099" y="82262"/>
                </a:lnTo>
                <a:lnTo>
                  <a:pt x="1071606" y="82091"/>
                </a:lnTo>
                <a:lnTo>
                  <a:pt x="1071125" y="81918"/>
                </a:lnTo>
                <a:lnTo>
                  <a:pt x="1070656" y="81745"/>
                </a:lnTo>
                <a:lnTo>
                  <a:pt x="1070198" y="81570"/>
                </a:lnTo>
                <a:lnTo>
                  <a:pt x="1069753" y="81394"/>
                </a:lnTo>
                <a:lnTo>
                  <a:pt x="1069319" y="81217"/>
                </a:lnTo>
                <a:lnTo>
                  <a:pt x="1068898" y="81039"/>
                </a:lnTo>
                <a:lnTo>
                  <a:pt x="1068488" y="80860"/>
                </a:lnTo>
                <a:lnTo>
                  <a:pt x="1068090" y="80679"/>
                </a:lnTo>
                <a:lnTo>
                  <a:pt x="1067704" y="80497"/>
                </a:lnTo>
                <a:lnTo>
                  <a:pt x="1067330" y="80314"/>
                </a:lnTo>
                <a:lnTo>
                  <a:pt x="1066967" y="80130"/>
                </a:lnTo>
                <a:lnTo>
                  <a:pt x="1066617" y="79944"/>
                </a:lnTo>
                <a:lnTo>
                  <a:pt x="1066278" y="79757"/>
                </a:lnTo>
                <a:lnTo>
                  <a:pt x="1065952" y="79569"/>
                </a:lnTo>
                <a:lnTo>
                  <a:pt x="1065637" y="79380"/>
                </a:lnTo>
                <a:lnTo>
                  <a:pt x="1065334" y="79190"/>
                </a:lnTo>
                <a:lnTo>
                  <a:pt x="1065043" y="78999"/>
                </a:lnTo>
                <a:lnTo>
                  <a:pt x="1064764" y="78806"/>
                </a:lnTo>
                <a:lnTo>
                  <a:pt x="1064496" y="78612"/>
                </a:lnTo>
                <a:lnTo>
                  <a:pt x="1064241" y="78417"/>
                </a:lnTo>
                <a:lnTo>
                  <a:pt x="1063997" y="78221"/>
                </a:lnTo>
                <a:lnTo>
                  <a:pt x="1063765" y="78022"/>
                </a:lnTo>
                <a:lnTo>
                  <a:pt x="1063542" y="77821"/>
                </a:lnTo>
                <a:lnTo>
                  <a:pt x="1063329" y="77617"/>
                </a:lnTo>
                <a:lnTo>
                  <a:pt x="1063126" y="77411"/>
                </a:lnTo>
                <a:lnTo>
                  <a:pt x="1062933" y="77202"/>
                </a:lnTo>
                <a:lnTo>
                  <a:pt x="1062750" y="76991"/>
                </a:lnTo>
                <a:lnTo>
                  <a:pt x="1062577" y="76777"/>
                </a:lnTo>
                <a:lnTo>
                  <a:pt x="1062414" y="76560"/>
                </a:lnTo>
                <a:lnTo>
                  <a:pt x="1062260" y="76341"/>
                </a:lnTo>
                <a:lnTo>
                  <a:pt x="1062117" y="76119"/>
                </a:lnTo>
                <a:lnTo>
                  <a:pt x="1061983" y="75895"/>
                </a:lnTo>
                <a:lnTo>
                  <a:pt x="1061859" y="75668"/>
                </a:lnTo>
                <a:lnTo>
                  <a:pt x="1061745" y="75439"/>
                </a:lnTo>
                <a:lnTo>
                  <a:pt x="1061641" y="75206"/>
                </a:lnTo>
                <a:lnTo>
                  <a:pt x="1061547" y="74972"/>
                </a:lnTo>
                <a:lnTo>
                  <a:pt x="1061463" y="74734"/>
                </a:lnTo>
                <a:lnTo>
                  <a:pt x="1061389" y="74495"/>
                </a:lnTo>
                <a:lnTo>
                  <a:pt x="1061325" y="74252"/>
                </a:lnTo>
                <a:lnTo>
                  <a:pt x="1061270" y="74007"/>
                </a:lnTo>
                <a:lnTo>
                  <a:pt x="1061226" y="73759"/>
                </a:lnTo>
                <a:lnTo>
                  <a:pt x="1061191" y="73509"/>
                </a:lnTo>
                <a:lnTo>
                  <a:pt x="1061166" y="73256"/>
                </a:lnTo>
                <a:lnTo>
                  <a:pt x="1061151" y="73001"/>
                </a:lnTo>
                <a:lnTo>
                  <a:pt x="1061146" y="72743"/>
                </a:lnTo>
                <a:lnTo>
                  <a:pt x="1061154" y="72297"/>
                </a:lnTo>
                <a:lnTo>
                  <a:pt x="1061178" y="71861"/>
                </a:lnTo>
                <a:lnTo>
                  <a:pt x="1061217" y="71436"/>
                </a:lnTo>
                <a:lnTo>
                  <a:pt x="1061272" y="71021"/>
                </a:lnTo>
                <a:lnTo>
                  <a:pt x="1061342" y="70618"/>
                </a:lnTo>
                <a:lnTo>
                  <a:pt x="1061428" y="70224"/>
                </a:lnTo>
                <a:lnTo>
                  <a:pt x="1061530" y="69842"/>
                </a:lnTo>
                <a:lnTo>
                  <a:pt x="1061647" y="69470"/>
                </a:lnTo>
                <a:lnTo>
                  <a:pt x="1061780" y="69109"/>
                </a:lnTo>
                <a:lnTo>
                  <a:pt x="1061929" y="68758"/>
                </a:lnTo>
                <a:lnTo>
                  <a:pt x="1062093" y="68418"/>
                </a:lnTo>
                <a:lnTo>
                  <a:pt x="1062273" y="68089"/>
                </a:lnTo>
                <a:lnTo>
                  <a:pt x="1062468" y="67770"/>
                </a:lnTo>
                <a:lnTo>
                  <a:pt x="1062679" y="67462"/>
                </a:lnTo>
                <a:lnTo>
                  <a:pt x="1062906" y="67165"/>
                </a:lnTo>
                <a:lnTo>
                  <a:pt x="1063149" y="66878"/>
                </a:lnTo>
                <a:lnTo>
                  <a:pt x="1063407" y="66602"/>
                </a:lnTo>
                <a:lnTo>
                  <a:pt x="1063680" y="66336"/>
                </a:lnTo>
                <a:lnTo>
                  <a:pt x="1063970" y="66082"/>
                </a:lnTo>
                <a:lnTo>
                  <a:pt x="1064275" y="65837"/>
                </a:lnTo>
                <a:lnTo>
                  <a:pt x="1064595" y="65604"/>
                </a:lnTo>
                <a:lnTo>
                  <a:pt x="1064932" y="65381"/>
                </a:lnTo>
                <a:lnTo>
                  <a:pt x="1065283" y="65169"/>
                </a:lnTo>
                <a:lnTo>
                  <a:pt x="1065651" y="64967"/>
                </a:lnTo>
                <a:lnTo>
                  <a:pt x="1066032" y="64775"/>
                </a:lnTo>
                <a:lnTo>
                  <a:pt x="1066425" y="64590"/>
                </a:lnTo>
                <a:lnTo>
                  <a:pt x="1066830" y="64414"/>
                </a:lnTo>
                <a:lnTo>
                  <a:pt x="1067246" y="64246"/>
                </a:lnTo>
                <a:lnTo>
                  <a:pt x="1067674" y="64086"/>
                </a:lnTo>
                <a:lnTo>
                  <a:pt x="1068114" y="63935"/>
                </a:lnTo>
                <a:lnTo>
                  <a:pt x="1068565" y="63792"/>
                </a:lnTo>
                <a:lnTo>
                  <a:pt x="1069028" y="63656"/>
                </a:lnTo>
                <a:lnTo>
                  <a:pt x="1069503" y="63529"/>
                </a:lnTo>
                <a:lnTo>
                  <a:pt x="1069989" y="63411"/>
                </a:lnTo>
                <a:lnTo>
                  <a:pt x="1070487" y="63300"/>
                </a:lnTo>
                <a:lnTo>
                  <a:pt x="1070997" y="63198"/>
                </a:lnTo>
                <a:lnTo>
                  <a:pt x="1071518" y="63103"/>
                </a:lnTo>
                <a:lnTo>
                  <a:pt x="1072051" y="63017"/>
                </a:lnTo>
                <a:lnTo>
                  <a:pt x="1072596" y="62940"/>
                </a:lnTo>
                <a:lnTo>
                  <a:pt x="1073152" y="62870"/>
                </a:lnTo>
                <a:lnTo>
                  <a:pt x="1073720" y="62809"/>
                </a:lnTo>
                <a:lnTo>
                  <a:pt x="1074300" y="62755"/>
                </a:lnTo>
                <a:lnTo>
                  <a:pt x="1074892" y="62710"/>
                </a:lnTo>
                <a:lnTo>
                  <a:pt x="1075495" y="62673"/>
                </a:lnTo>
                <a:lnTo>
                  <a:pt x="1076110" y="62645"/>
                </a:lnTo>
                <a:lnTo>
                  <a:pt x="1076736" y="62624"/>
                </a:lnTo>
                <a:lnTo>
                  <a:pt x="1077374" y="62612"/>
                </a:lnTo>
                <a:lnTo>
                  <a:pt x="1078024" y="62608"/>
                </a:lnTo>
                <a:lnTo>
                  <a:pt x="1078629" y="62614"/>
                </a:lnTo>
                <a:lnTo>
                  <a:pt x="1079228" y="62631"/>
                </a:lnTo>
                <a:lnTo>
                  <a:pt x="1079820" y="62661"/>
                </a:lnTo>
                <a:lnTo>
                  <a:pt x="1080405" y="62702"/>
                </a:lnTo>
                <a:lnTo>
                  <a:pt x="1080984" y="62755"/>
                </a:lnTo>
                <a:lnTo>
                  <a:pt x="1081556" y="62820"/>
                </a:lnTo>
                <a:lnTo>
                  <a:pt x="1082122" y="62896"/>
                </a:lnTo>
                <a:lnTo>
                  <a:pt x="1082681" y="62985"/>
                </a:lnTo>
                <a:lnTo>
                  <a:pt x="1083234" y="63085"/>
                </a:lnTo>
                <a:lnTo>
                  <a:pt x="1083780" y="63197"/>
                </a:lnTo>
                <a:lnTo>
                  <a:pt x="1084319" y="63321"/>
                </a:lnTo>
                <a:lnTo>
                  <a:pt x="1084853" y="63456"/>
                </a:lnTo>
                <a:lnTo>
                  <a:pt x="1085379" y="63603"/>
                </a:lnTo>
                <a:lnTo>
                  <a:pt x="1085899" y="63762"/>
                </a:lnTo>
                <a:lnTo>
                  <a:pt x="1086413" y="63933"/>
                </a:lnTo>
                <a:lnTo>
                  <a:pt x="1086919" y="64116"/>
                </a:lnTo>
                <a:lnTo>
                  <a:pt x="1087420" y="64310"/>
                </a:lnTo>
                <a:lnTo>
                  <a:pt x="1087914" y="64516"/>
                </a:lnTo>
                <a:lnTo>
                  <a:pt x="1088401" y="64734"/>
                </a:lnTo>
                <a:lnTo>
                  <a:pt x="1088882" y="64964"/>
                </a:lnTo>
                <a:lnTo>
                  <a:pt x="1089356" y="65205"/>
                </a:lnTo>
                <a:lnTo>
                  <a:pt x="1089824" y="65459"/>
                </a:lnTo>
                <a:lnTo>
                  <a:pt x="1090285" y="65724"/>
                </a:lnTo>
                <a:lnTo>
                  <a:pt x="1090740" y="66001"/>
                </a:lnTo>
                <a:lnTo>
                  <a:pt x="1091182" y="66292"/>
                </a:lnTo>
                <a:lnTo>
                  <a:pt x="1091605" y="66603"/>
                </a:lnTo>
                <a:lnTo>
                  <a:pt x="1092009" y="66932"/>
                </a:lnTo>
                <a:lnTo>
                  <a:pt x="1092395" y="67280"/>
                </a:lnTo>
                <a:lnTo>
                  <a:pt x="1092762" y="67646"/>
                </a:lnTo>
                <a:lnTo>
                  <a:pt x="1093110" y="68031"/>
                </a:lnTo>
                <a:lnTo>
                  <a:pt x="1093439" y="68435"/>
                </a:lnTo>
                <a:lnTo>
                  <a:pt x="1093749" y="68858"/>
                </a:lnTo>
                <a:lnTo>
                  <a:pt x="1094041" y="69299"/>
                </a:lnTo>
                <a:lnTo>
                  <a:pt x="1094313" y="69759"/>
                </a:lnTo>
                <a:lnTo>
                  <a:pt x="1094567" y="70238"/>
                </a:lnTo>
                <a:lnTo>
                  <a:pt x="1094802" y="70735"/>
                </a:lnTo>
                <a:lnTo>
                  <a:pt x="1095019" y="71251"/>
                </a:lnTo>
                <a:lnTo>
                  <a:pt x="1095216" y="71786"/>
                </a:lnTo>
                <a:lnTo>
                  <a:pt x="1095395" y="72339"/>
                </a:lnTo>
                <a:lnTo>
                  <a:pt x="1095555" y="72911"/>
                </a:lnTo>
                <a:lnTo>
                  <a:pt x="1095696" y="73502"/>
                </a:lnTo>
                <a:lnTo>
                  <a:pt x="1095818" y="74111"/>
                </a:lnTo>
                <a:lnTo>
                  <a:pt x="1095922" y="74739"/>
                </a:lnTo>
                <a:lnTo>
                  <a:pt x="1096006" y="75386"/>
                </a:lnTo>
                <a:lnTo>
                  <a:pt x="1096072" y="76051"/>
                </a:lnTo>
                <a:lnTo>
                  <a:pt x="1096119" y="76736"/>
                </a:lnTo>
                <a:lnTo>
                  <a:pt x="1096147" y="77438"/>
                </a:lnTo>
                <a:lnTo>
                  <a:pt x="1096157" y="78160"/>
                </a:lnTo>
                <a:lnTo>
                  <a:pt x="1124210" y="78160"/>
                </a:lnTo>
                <a:lnTo>
                  <a:pt x="1124204" y="77302"/>
                </a:lnTo>
                <a:lnTo>
                  <a:pt x="1124183" y="76455"/>
                </a:lnTo>
                <a:lnTo>
                  <a:pt x="1124148" y="75621"/>
                </a:lnTo>
                <a:lnTo>
                  <a:pt x="1124100" y="74798"/>
                </a:lnTo>
                <a:lnTo>
                  <a:pt x="1124037" y="73988"/>
                </a:lnTo>
                <a:lnTo>
                  <a:pt x="1123961" y="73189"/>
                </a:lnTo>
                <a:lnTo>
                  <a:pt x="1123871" y="72403"/>
                </a:lnTo>
                <a:lnTo>
                  <a:pt x="1123767" y="71628"/>
                </a:lnTo>
                <a:lnTo>
                  <a:pt x="1123649" y="70866"/>
                </a:lnTo>
                <a:lnTo>
                  <a:pt x="1123518" y="70115"/>
                </a:lnTo>
                <a:lnTo>
                  <a:pt x="1123372" y="69377"/>
                </a:lnTo>
                <a:lnTo>
                  <a:pt x="1123213" y="68650"/>
                </a:lnTo>
                <a:lnTo>
                  <a:pt x="1123039" y="67936"/>
                </a:lnTo>
                <a:lnTo>
                  <a:pt x="1122852" y="67233"/>
                </a:lnTo>
                <a:lnTo>
                  <a:pt x="1122651" y="66543"/>
                </a:lnTo>
                <a:lnTo>
                  <a:pt x="1122437" y="65864"/>
                </a:lnTo>
                <a:lnTo>
                  <a:pt x="1122208" y="65198"/>
                </a:lnTo>
                <a:lnTo>
                  <a:pt x="1121965" y="64543"/>
                </a:lnTo>
                <a:lnTo>
                  <a:pt x="1121709" y="63901"/>
                </a:lnTo>
                <a:lnTo>
                  <a:pt x="1121439" y="63270"/>
                </a:lnTo>
                <a:lnTo>
                  <a:pt x="1121155" y="62652"/>
                </a:lnTo>
                <a:lnTo>
                  <a:pt x="1120857" y="62046"/>
                </a:lnTo>
                <a:lnTo>
                  <a:pt x="1120545" y="61451"/>
                </a:lnTo>
                <a:lnTo>
                  <a:pt x="1120219" y="60869"/>
                </a:lnTo>
                <a:lnTo>
                  <a:pt x="1119882" y="60297"/>
                </a:lnTo>
                <a:lnTo>
                  <a:pt x="1119536" y="59735"/>
                </a:lnTo>
                <a:lnTo>
                  <a:pt x="1119180" y="59184"/>
                </a:lnTo>
                <a:lnTo>
                  <a:pt x="1118816" y="58641"/>
                </a:lnTo>
                <a:lnTo>
                  <a:pt x="1118442" y="58109"/>
                </a:lnTo>
                <a:lnTo>
                  <a:pt x="1118059" y="57587"/>
                </a:lnTo>
                <a:lnTo>
                  <a:pt x="1117668" y="57074"/>
                </a:lnTo>
                <a:lnTo>
                  <a:pt x="1117267" y="56571"/>
                </a:lnTo>
                <a:lnTo>
                  <a:pt x="1116857" y="56078"/>
                </a:lnTo>
                <a:lnTo>
                  <a:pt x="1116438" y="55595"/>
                </a:lnTo>
                <a:lnTo>
                  <a:pt x="1116009" y="55122"/>
                </a:lnTo>
                <a:lnTo>
                  <a:pt x="1115572" y="54658"/>
                </a:lnTo>
                <a:lnTo>
                  <a:pt x="1115126" y="54204"/>
                </a:lnTo>
                <a:lnTo>
                  <a:pt x="1114670" y="53760"/>
                </a:lnTo>
                <a:lnTo>
                  <a:pt x="1114205" y="53326"/>
                </a:lnTo>
                <a:lnTo>
                  <a:pt x="1113731" y="52902"/>
                </a:lnTo>
                <a:lnTo>
                  <a:pt x="1113249" y="52487"/>
                </a:lnTo>
                <a:lnTo>
                  <a:pt x="1112757" y="52083"/>
                </a:lnTo>
                <a:lnTo>
                  <a:pt x="1112256" y="51688"/>
                </a:lnTo>
                <a:lnTo>
                  <a:pt x="1111745" y="51303"/>
                </a:lnTo>
                <a:lnTo>
                  <a:pt x="1111226" y="50927"/>
                </a:lnTo>
                <a:lnTo>
                  <a:pt x="1110698" y="50562"/>
                </a:lnTo>
                <a:lnTo>
                  <a:pt x="1110160" y="50206"/>
                </a:lnTo>
                <a:lnTo>
                  <a:pt x="1109613" y="49860"/>
                </a:lnTo>
                <a:lnTo>
                  <a:pt x="1109059" y="49523"/>
                </a:lnTo>
                <a:lnTo>
                  <a:pt x="1108500" y="49194"/>
                </a:lnTo>
                <a:lnTo>
                  <a:pt x="1107935" y="48874"/>
                </a:lnTo>
                <a:lnTo>
                  <a:pt x="1107364" y="48561"/>
                </a:lnTo>
                <a:lnTo>
                  <a:pt x="1106788" y="48257"/>
                </a:lnTo>
                <a:lnTo>
                  <a:pt x="1106206" y="47961"/>
                </a:lnTo>
                <a:lnTo>
                  <a:pt x="1105619" y="47673"/>
                </a:lnTo>
                <a:lnTo>
                  <a:pt x="1105026" y="47393"/>
                </a:lnTo>
                <a:lnTo>
                  <a:pt x="1104428" y="47122"/>
                </a:lnTo>
                <a:lnTo>
                  <a:pt x="1103824" y="46859"/>
                </a:lnTo>
                <a:lnTo>
                  <a:pt x="1103215" y="46604"/>
                </a:lnTo>
                <a:lnTo>
                  <a:pt x="1102600" y="46357"/>
                </a:lnTo>
                <a:lnTo>
                  <a:pt x="1101979" y="46119"/>
                </a:lnTo>
                <a:lnTo>
                  <a:pt x="1101353" y="45888"/>
                </a:lnTo>
                <a:lnTo>
                  <a:pt x="1100722" y="45666"/>
                </a:lnTo>
                <a:lnTo>
                  <a:pt x="1100085" y="45452"/>
                </a:lnTo>
                <a:lnTo>
                  <a:pt x="1099442" y="45247"/>
                </a:lnTo>
                <a:lnTo>
                  <a:pt x="1098794" y="45049"/>
                </a:lnTo>
                <a:lnTo>
                  <a:pt x="1098140" y="44860"/>
                </a:lnTo>
                <a:lnTo>
                  <a:pt x="1097481" y="44679"/>
                </a:lnTo>
                <a:lnTo>
                  <a:pt x="1096816" y="44506"/>
                </a:lnTo>
                <a:lnTo>
                  <a:pt x="1096146" y="44342"/>
                </a:lnTo>
                <a:lnTo>
                  <a:pt x="1095470" y="44185"/>
                </a:lnTo>
                <a:lnTo>
                  <a:pt x="1094788" y="44037"/>
                </a:lnTo>
                <a:lnTo>
                  <a:pt x="1094103" y="43896"/>
                </a:lnTo>
                <a:lnTo>
                  <a:pt x="1093417" y="43761"/>
                </a:lnTo>
                <a:lnTo>
                  <a:pt x="1092730" y="43632"/>
                </a:lnTo>
                <a:lnTo>
                  <a:pt x="1092042" y="43509"/>
                </a:lnTo>
                <a:lnTo>
                  <a:pt x="1091352" y="43392"/>
                </a:lnTo>
                <a:lnTo>
                  <a:pt x="1090661" y="43281"/>
                </a:lnTo>
                <a:lnTo>
                  <a:pt x="1089969" y="43176"/>
                </a:lnTo>
                <a:lnTo>
                  <a:pt x="1089276" y="43077"/>
                </a:lnTo>
                <a:lnTo>
                  <a:pt x="1088582" y="42984"/>
                </a:lnTo>
                <a:lnTo>
                  <a:pt x="1087886" y="42897"/>
                </a:lnTo>
                <a:lnTo>
                  <a:pt x="1087190" y="42816"/>
                </a:lnTo>
                <a:lnTo>
                  <a:pt x="1086492" y="42741"/>
                </a:lnTo>
                <a:lnTo>
                  <a:pt x="1085793" y="42672"/>
                </a:lnTo>
                <a:lnTo>
                  <a:pt x="1085092" y="42609"/>
                </a:lnTo>
                <a:lnTo>
                  <a:pt x="1084391" y="42552"/>
                </a:lnTo>
                <a:lnTo>
                  <a:pt x="1083688" y="42501"/>
                </a:lnTo>
                <a:lnTo>
                  <a:pt x="1082985" y="42456"/>
                </a:lnTo>
                <a:lnTo>
                  <a:pt x="1082279" y="42417"/>
                </a:lnTo>
                <a:lnTo>
                  <a:pt x="1081573" y="42384"/>
                </a:lnTo>
                <a:lnTo>
                  <a:pt x="1080866" y="42357"/>
                </a:lnTo>
                <a:lnTo>
                  <a:pt x="1080157" y="42336"/>
                </a:lnTo>
                <a:lnTo>
                  <a:pt x="1079447" y="42321"/>
                </a:lnTo>
                <a:lnTo>
                  <a:pt x="1078737" y="42312"/>
                </a:lnTo>
                <a:lnTo>
                  <a:pt x="1078024" y="42309"/>
                </a:lnTo>
                <a:lnTo>
                  <a:pt x="1077293" y="42312"/>
                </a:lnTo>
                <a:lnTo>
                  <a:pt x="1076564" y="42321"/>
                </a:lnTo>
                <a:lnTo>
                  <a:pt x="1075835" y="42336"/>
                </a:lnTo>
                <a:lnTo>
                  <a:pt x="1075108" y="42357"/>
                </a:lnTo>
                <a:lnTo>
                  <a:pt x="1074383" y="42384"/>
                </a:lnTo>
                <a:lnTo>
                  <a:pt x="1073659" y="42417"/>
                </a:lnTo>
                <a:lnTo>
                  <a:pt x="1072936" y="42456"/>
                </a:lnTo>
                <a:lnTo>
                  <a:pt x="1072215" y="42501"/>
                </a:lnTo>
                <a:lnTo>
                  <a:pt x="1071495" y="42552"/>
                </a:lnTo>
                <a:lnTo>
                  <a:pt x="1070776" y="42609"/>
                </a:lnTo>
                <a:lnTo>
                  <a:pt x="1070059" y="42673"/>
                </a:lnTo>
                <a:lnTo>
                  <a:pt x="1069343" y="42742"/>
                </a:lnTo>
                <a:lnTo>
                  <a:pt x="1068629" y="42817"/>
                </a:lnTo>
                <a:lnTo>
                  <a:pt x="1067916" y="42898"/>
                </a:lnTo>
                <a:lnTo>
                  <a:pt x="1067204" y="42985"/>
                </a:lnTo>
                <a:lnTo>
                  <a:pt x="1066494" y="43079"/>
                </a:lnTo>
                <a:lnTo>
                  <a:pt x="1065785" y="43178"/>
                </a:lnTo>
                <a:lnTo>
                  <a:pt x="1065077" y="43283"/>
                </a:lnTo>
                <a:lnTo>
                  <a:pt x="1064371" y="43394"/>
                </a:lnTo>
                <a:lnTo>
                  <a:pt x="1063666" y="43512"/>
                </a:lnTo>
                <a:lnTo>
                  <a:pt x="1062963" y="43635"/>
                </a:lnTo>
                <a:lnTo>
                  <a:pt x="1062261" y="43764"/>
                </a:lnTo>
                <a:lnTo>
                  <a:pt x="1061561" y="43899"/>
                </a:lnTo>
                <a:lnTo>
                  <a:pt x="1060861" y="44041"/>
                </a:lnTo>
                <a:lnTo>
                  <a:pt x="1060166" y="44188"/>
                </a:lnTo>
                <a:lnTo>
                  <a:pt x="1059476" y="44343"/>
                </a:lnTo>
                <a:lnTo>
                  <a:pt x="1058793" y="44504"/>
                </a:lnTo>
                <a:lnTo>
                  <a:pt x="1058115" y="44673"/>
                </a:lnTo>
                <a:lnTo>
                  <a:pt x="1057443" y="44848"/>
                </a:lnTo>
                <a:lnTo>
                  <a:pt x="1056777" y="45031"/>
                </a:lnTo>
                <a:lnTo>
                  <a:pt x="1056117" y="45221"/>
                </a:lnTo>
                <a:lnTo>
                  <a:pt x="1055464" y="45417"/>
                </a:lnTo>
                <a:lnTo>
                  <a:pt x="1054815" y="45621"/>
                </a:lnTo>
                <a:lnTo>
                  <a:pt x="1054173" y="45831"/>
                </a:lnTo>
                <a:lnTo>
                  <a:pt x="1053537" y="46049"/>
                </a:lnTo>
                <a:lnTo>
                  <a:pt x="1052907" y="46273"/>
                </a:lnTo>
                <a:lnTo>
                  <a:pt x="1052283" y="46505"/>
                </a:lnTo>
                <a:lnTo>
                  <a:pt x="1051665" y="46744"/>
                </a:lnTo>
                <a:lnTo>
                  <a:pt x="1051052" y="46989"/>
                </a:lnTo>
                <a:lnTo>
                  <a:pt x="1050446" y="47242"/>
                </a:lnTo>
                <a:lnTo>
                  <a:pt x="1049845" y="47501"/>
                </a:lnTo>
                <a:lnTo>
                  <a:pt x="1049251" y="47768"/>
                </a:lnTo>
                <a:lnTo>
                  <a:pt x="1048662" y="48042"/>
                </a:lnTo>
                <a:lnTo>
                  <a:pt x="1048079" y="48322"/>
                </a:lnTo>
                <a:lnTo>
                  <a:pt x="1047503" y="48610"/>
                </a:lnTo>
                <a:lnTo>
                  <a:pt x="1046932" y="48904"/>
                </a:lnTo>
                <a:lnTo>
                  <a:pt x="1046367" y="49206"/>
                </a:lnTo>
                <a:lnTo>
                  <a:pt x="1045808" y="49515"/>
                </a:lnTo>
                <a:lnTo>
                  <a:pt x="1045257" y="49831"/>
                </a:lnTo>
                <a:lnTo>
                  <a:pt x="1044715" y="50155"/>
                </a:lnTo>
                <a:lnTo>
                  <a:pt x="1044182" y="50488"/>
                </a:lnTo>
                <a:lnTo>
                  <a:pt x="1043659" y="50829"/>
                </a:lnTo>
                <a:lnTo>
                  <a:pt x="1043145" y="51178"/>
                </a:lnTo>
                <a:lnTo>
                  <a:pt x="1042640" y="51535"/>
                </a:lnTo>
                <a:lnTo>
                  <a:pt x="1042145" y="51901"/>
                </a:lnTo>
                <a:lnTo>
                  <a:pt x="1041658" y="52275"/>
                </a:lnTo>
                <a:lnTo>
                  <a:pt x="1041182" y="52657"/>
                </a:lnTo>
                <a:lnTo>
                  <a:pt x="1040714" y="53047"/>
                </a:lnTo>
                <a:lnTo>
                  <a:pt x="1040256" y="53445"/>
                </a:lnTo>
                <a:lnTo>
                  <a:pt x="1039807" y="53852"/>
                </a:lnTo>
                <a:lnTo>
                  <a:pt x="1039367" y="54267"/>
                </a:lnTo>
                <a:lnTo>
                  <a:pt x="1038937" y="54690"/>
                </a:lnTo>
                <a:lnTo>
                  <a:pt x="1038516" y="55121"/>
                </a:lnTo>
                <a:lnTo>
                  <a:pt x="1038104" y="55560"/>
                </a:lnTo>
                <a:lnTo>
                  <a:pt x="1037702" y="56008"/>
                </a:lnTo>
                <a:lnTo>
                  <a:pt x="1037309" y="56464"/>
                </a:lnTo>
                <a:lnTo>
                  <a:pt x="1036925" y="56928"/>
                </a:lnTo>
                <a:lnTo>
                  <a:pt x="1036550" y="57400"/>
                </a:lnTo>
                <a:lnTo>
                  <a:pt x="1036185" y="57881"/>
                </a:lnTo>
                <a:lnTo>
                  <a:pt x="1035829" y="58370"/>
                </a:lnTo>
                <a:lnTo>
                  <a:pt x="1035483" y="58867"/>
                </a:lnTo>
                <a:lnTo>
                  <a:pt x="1035145" y="59372"/>
                </a:lnTo>
                <a:lnTo>
                  <a:pt x="1034820" y="59886"/>
                </a:lnTo>
                <a:lnTo>
                  <a:pt x="1034508" y="60408"/>
                </a:lnTo>
                <a:lnTo>
                  <a:pt x="1034210" y="60941"/>
                </a:lnTo>
                <a:lnTo>
                  <a:pt x="1033926" y="61482"/>
                </a:lnTo>
                <a:lnTo>
                  <a:pt x="1033656" y="62032"/>
                </a:lnTo>
                <a:lnTo>
                  <a:pt x="1033399" y="62592"/>
                </a:lnTo>
                <a:lnTo>
                  <a:pt x="1033157" y="63161"/>
                </a:lnTo>
                <a:lnTo>
                  <a:pt x="1032928" y="63739"/>
                </a:lnTo>
                <a:lnTo>
                  <a:pt x="1032713" y="64327"/>
                </a:lnTo>
                <a:lnTo>
                  <a:pt x="1032512" y="64923"/>
                </a:lnTo>
                <a:lnTo>
                  <a:pt x="1032325" y="65529"/>
                </a:lnTo>
                <a:lnTo>
                  <a:pt x="1032152" y="66144"/>
                </a:lnTo>
                <a:lnTo>
                  <a:pt x="1031992" y="66768"/>
                </a:lnTo>
                <a:lnTo>
                  <a:pt x="1031847" y="67402"/>
                </a:lnTo>
                <a:lnTo>
                  <a:pt x="1031715" y="68044"/>
                </a:lnTo>
                <a:lnTo>
                  <a:pt x="1031598" y="68696"/>
                </a:lnTo>
                <a:lnTo>
                  <a:pt x="1031494" y="69357"/>
                </a:lnTo>
                <a:lnTo>
                  <a:pt x="1031403" y="70028"/>
                </a:lnTo>
                <a:lnTo>
                  <a:pt x="1031327" y="70707"/>
                </a:lnTo>
                <a:lnTo>
                  <a:pt x="1031265" y="71396"/>
                </a:lnTo>
                <a:lnTo>
                  <a:pt x="1031216" y="72094"/>
                </a:lnTo>
                <a:lnTo>
                  <a:pt x="1031182" y="72801"/>
                </a:lnTo>
                <a:lnTo>
                  <a:pt x="1031161" y="73518"/>
                </a:lnTo>
                <a:lnTo>
                  <a:pt x="1031154" y="74243"/>
                </a:lnTo>
                <a:lnTo>
                  <a:pt x="1031163" y="75168"/>
                </a:lnTo>
                <a:lnTo>
                  <a:pt x="1031190" y="76077"/>
                </a:lnTo>
                <a:lnTo>
                  <a:pt x="1031236" y="76972"/>
                </a:lnTo>
                <a:lnTo>
                  <a:pt x="1031300" y="77851"/>
                </a:lnTo>
                <a:lnTo>
                  <a:pt x="1031382" y="78715"/>
                </a:lnTo>
                <a:lnTo>
                  <a:pt x="1031482" y="79565"/>
                </a:lnTo>
                <a:lnTo>
                  <a:pt x="1031600" y="80399"/>
                </a:lnTo>
                <a:lnTo>
                  <a:pt x="1031737" y="81218"/>
                </a:lnTo>
                <a:lnTo>
                  <a:pt x="1031892" y="82023"/>
                </a:lnTo>
                <a:lnTo>
                  <a:pt x="1032065" y="82812"/>
                </a:lnTo>
                <a:lnTo>
                  <a:pt x="1032256" y="83586"/>
                </a:lnTo>
                <a:lnTo>
                  <a:pt x="1032465" y="84346"/>
                </a:lnTo>
                <a:lnTo>
                  <a:pt x="1032693" y="85090"/>
                </a:lnTo>
                <a:lnTo>
                  <a:pt x="1032939" y="85819"/>
                </a:lnTo>
                <a:lnTo>
                  <a:pt x="1033203" y="86534"/>
                </a:lnTo>
                <a:lnTo>
                  <a:pt x="1033486" y="87233"/>
                </a:lnTo>
                <a:lnTo>
                  <a:pt x="1033786" y="87917"/>
                </a:lnTo>
                <a:lnTo>
                  <a:pt x="1034105" y="88586"/>
                </a:lnTo>
                <a:lnTo>
                  <a:pt x="1034442" y="89241"/>
                </a:lnTo>
                <a:lnTo>
                  <a:pt x="1034797" y="89880"/>
                </a:lnTo>
                <a:lnTo>
                  <a:pt x="1035170" y="90504"/>
                </a:lnTo>
                <a:lnTo>
                  <a:pt x="1035562" y="91113"/>
                </a:lnTo>
                <a:lnTo>
                  <a:pt x="1035972" y="91707"/>
                </a:lnTo>
                <a:lnTo>
                  <a:pt x="1036400" y="92287"/>
                </a:lnTo>
                <a:lnTo>
                  <a:pt x="1036844" y="92853"/>
                </a:lnTo>
                <a:lnTo>
                  <a:pt x="1037302" y="93410"/>
                </a:lnTo>
                <a:lnTo>
                  <a:pt x="1037775" y="93958"/>
                </a:lnTo>
                <a:lnTo>
                  <a:pt x="1038261" y="94495"/>
                </a:lnTo>
                <a:lnTo>
                  <a:pt x="1038761" y="95024"/>
                </a:lnTo>
                <a:lnTo>
                  <a:pt x="1039276" y="95542"/>
                </a:lnTo>
                <a:lnTo>
                  <a:pt x="1039804" y="96051"/>
                </a:lnTo>
                <a:lnTo>
                  <a:pt x="1040347" y="96551"/>
                </a:lnTo>
                <a:lnTo>
                  <a:pt x="1040904" y="97040"/>
                </a:lnTo>
                <a:lnTo>
                  <a:pt x="1041474" y="97520"/>
                </a:lnTo>
                <a:lnTo>
                  <a:pt x="1042059" y="97991"/>
                </a:lnTo>
                <a:lnTo>
                  <a:pt x="1042658" y="98452"/>
                </a:lnTo>
                <a:lnTo>
                  <a:pt x="1043271" y="98903"/>
                </a:lnTo>
                <a:lnTo>
                  <a:pt x="1043898" y="99345"/>
                </a:lnTo>
                <a:lnTo>
                  <a:pt x="1044539" y="99777"/>
                </a:lnTo>
                <a:lnTo>
                  <a:pt x="1045194" y="100200"/>
                </a:lnTo>
                <a:lnTo>
                  <a:pt x="1045863" y="100613"/>
                </a:lnTo>
                <a:lnTo>
                  <a:pt x="1046546" y="101016"/>
                </a:lnTo>
                <a:lnTo>
                  <a:pt x="1047243" y="101410"/>
                </a:lnTo>
                <a:lnTo>
                  <a:pt x="1047954" y="101794"/>
                </a:lnTo>
                <a:lnTo>
                  <a:pt x="1048680" y="102169"/>
                </a:lnTo>
                <a:lnTo>
                  <a:pt x="1049419" y="102533"/>
                </a:lnTo>
                <a:lnTo>
                  <a:pt x="1050172" y="102889"/>
                </a:lnTo>
                <a:lnTo>
                  <a:pt x="1050940" y="103235"/>
                </a:lnTo>
                <a:lnTo>
                  <a:pt x="1051719" y="103573"/>
                </a:lnTo>
                <a:lnTo>
                  <a:pt x="1052507" y="103908"/>
                </a:lnTo>
                <a:lnTo>
                  <a:pt x="1053304" y="104238"/>
                </a:lnTo>
                <a:lnTo>
                  <a:pt x="1054109" y="104565"/>
                </a:lnTo>
                <a:lnTo>
                  <a:pt x="1054924" y="104887"/>
                </a:lnTo>
                <a:lnTo>
                  <a:pt x="1055747" y="105205"/>
                </a:lnTo>
                <a:lnTo>
                  <a:pt x="1056580" y="105518"/>
                </a:lnTo>
                <a:lnTo>
                  <a:pt x="1057421" y="105828"/>
                </a:lnTo>
                <a:lnTo>
                  <a:pt x="1058271" y="106133"/>
                </a:lnTo>
                <a:lnTo>
                  <a:pt x="1059131" y="106434"/>
                </a:lnTo>
                <a:lnTo>
                  <a:pt x="1059999" y="106731"/>
                </a:lnTo>
                <a:lnTo>
                  <a:pt x="1060876" y="107024"/>
                </a:lnTo>
                <a:lnTo>
                  <a:pt x="1061762" y="107312"/>
                </a:lnTo>
                <a:lnTo>
                  <a:pt x="1062656" y="107596"/>
                </a:lnTo>
                <a:lnTo>
                  <a:pt x="1063560" y="107877"/>
                </a:lnTo>
                <a:lnTo>
                  <a:pt x="1064473" y="108152"/>
                </a:lnTo>
                <a:lnTo>
                  <a:pt x="1065394" y="108424"/>
                </a:lnTo>
                <a:lnTo>
                  <a:pt x="1066325" y="108692"/>
                </a:lnTo>
                <a:lnTo>
                  <a:pt x="1067264" y="108955"/>
                </a:lnTo>
                <a:lnTo>
                  <a:pt x="1068212" y="109214"/>
                </a:lnTo>
                <a:lnTo>
                  <a:pt x="1069169" y="109469"/>
                </a:lnTo>
                <a:lnTo>
                  <a:pt x="1070135" y="109720"/>
                </a:lnTo>
                <a:lnTo>
                  <a:pt x="1071110" y="109966"/>
                </a:lnTo>
                <a:lnTo>
                  <a:pt x="1072094" y="110209"/>
                </a:lnTo>
                <a:lnTo>
                  <a:pt x="1073258" y="110478"/>
                </a:lnTo>
                <a:lnTo>
                  <a:pt x="1074392" y="110746"/>
                </a:lnTo>
                <a:lnTo>
                  <a:pt x="1075497" y="111014"/>
                </a:lnTo>
                <a:lnTo>
                  <a:pt x="1076572" y="111282"/>
                </a:lnTo>
                <a:lnTo>
                  <a:pt x="1077618" y="111549"/>
                </a:lnTo>
                <a:lnTo>
                  <a:pt x="1078634" y="111816"/>
                </a:lnTo>
                <a:lnTo>
                  <a:pt x="1079620" y="112082"/>
                </a:lnTo>
                <a:lnTo>
                  <a:pt x="1080578" y="112349"/>
                </a:lnTo>
                <a:lnTo>
                  <a:pt x="1081505" y="112614"/>
                </a:lnTo>
                <a:lnTo>
                  <a:pt x="1082403" y="112880"/>
                </a:lnTo>
                <a:lnTo>
                  <a:pt x="1083272" y="113144"/>
                </a:lnTo>
                <a:lnTo>
                  <a:pt x="1084111" y="113409"/>
                </a:lnTo>
                <a:lnTo>
                  <a:pt x="1084921" y="113673"/>
                </a:lnTo>
                <a:lnTo>
                  <a:pt x="1085701" y="113937"/>
                </a:lnTo>
                <a:lnTo>
                  <a:pt x="1086452" y="114200"/>
                </a:lnTo>
                <a:lnTo>
                  <a:pt x="1087173" y="114463"/>
                </a:lnTo>
                <a:lnTo>
                  <a:pt x="1087865" y="114726"/>
                </a:lnTo>
                <a:lnTo>
                  <a:pt x="1088527" y="114988"/>
                </a:lnTo>
                <a:lnTo>
                  <a:pt x="1089159" y="115249"/>
                </a:lnTo>
                <a:lnTo>
                  <a:pt x="1089763" y="115511"/>
                </a:lnTo>
                <a:lnTo>
                  <a:pt x="1090336" y="115772"/>
                </a:lnTo>
                <a:lnTo>
                  <a:pt x="1090880" y="116032"/>
                </a:lnTo>
                <a:lnTo>
                  <a:pt x="1091395" y="116292"/>
                </a:lnTo>
                <a:lnTo>
                  <a:pt x="1091880" y="116552"/>
                </a:lnTo>
                <a:lnTo>
                  <a:pt x="1092341" y="116817"/>
                </a:lnTo>
                <a:lnTo>
                  <a:pt x="1092782" y="117093"/>
                </a:lnTo>
                <a:lnTo>
                  <a:pt x="1093203" y="117380"/>
                </a:lnTo>
                <a:lnTo>
                  <a:pt x="1093605" y="117679"/>
                </a:lnTo>
                <a:lnTo>
                  <a:pt x="1093987" y="117989"/>
                </a:lnTo>
                <a:lnTo>
                  <a:pt x="1094350" y="118310"/>
                </a:lnTo>
                <a:lnTo>
                  <a:pt x="1094693" y="118642"/>
                </a:lnTo>
                <a:lnTo>
                  <a:pt x="1095016" y="118985"/>
                </a:lnTo>
                <a:lnTo>
                  <a:pt x="1095320" y="119340"/>
                </a:lnTo>
                <a:lnTo>
                  <a:pt x="1095604" y="119705"/>
                </a:lnTo>
                <a:lnTo>
                  <a:pt x="1095869" y="120082"/>
                </a:lnTo>
                <a:lnTo>
                  <a:pt x="1096114" y="120471"/>
                </a:lnTo>
                <a:lnTo>
                  <a:pt x="1096339" y="120870"/>
                </a:lnTo>
                <a:lnTo>
                  <a:pt x="1096545" y="121281"/>
                </a:lnTo>
                <a:lnTo>
                  <a:pt x="1096731" y="121702"/>
                </a:lnTo>
                <a:lnTo>
                  <a:pt x="1096898" y="122135"/>
                </a:lnTo>
                <a:lnTo>
                  <a:pt x="1097045" y="122580"/>
                </a:lnTo>
                <a:lnTo>
                  <a:pt x="1097172" y="123035"/>
                </a:lnTo>
                <a:lnTo>
                  <a:pt x="1097280" y="123502"/>
                </a:lnTo>
                <a:lnTo>
                  <a:pt x="1097368" y="123980"/>
                </a:lnTo>
                <a:lnTo>
                  <a:pt x="1097437" y="124469"/>
                </a:lnTo>
                <a:lnTo>
                  <a:pt x="1097486" y="124969"/>
                </a:lnTo>
                <a:lnTo>
                  <a:pt x="1097515" y="125481"/>
                </a:lnTo>
                <a:lnTo>
                  <a:pt x="1097525" y="126003"/>
                </a:lnTo>
                <a:lnTo>
                  <a:pt x="1097517" y="126564"/>
                </a:lnTo>
                <a:lnTo>
                  <a:pt x="1097492" y="127110"/>
                </a:lnTo>
                <a:lnTo>
                  <a:pt x="1097450" y="127644"/>
                </a:lnTo>
                <a:lnTo>
                  <a:pt x="1097392" y="128163"/>
                </a:lnTo>
                <a:lnTo>
                  <a:pt x="1097317" y="128669"/>
                </a:lnTo>
                <a:lnTo>
                  <a:pt x="1097226" y="129161"/>
                </a:lnTo>
                <a:lnTo>
                  <a:pt x="1097118" y="129639"/>
                </a:lnTo>
                <a:lnTo>
                  <a:pt x="1096993" y="130104"/>
                </a:lnTo>
                <a:lnTo>
                  <a:pt x="1096852" y="130556"/>
                </a:lnTo>
                <a:lnTo>
                  <a:pt x="1096694" y="130993"/>
                </a:lnTo>
                <a:lnTo>
                  <a:pt x="1096519" y="131417"/>
                </a:lnTo>
                <a:lnTo>
                  <a:pt x="1096328" y="131827"/>
                </a:lnTo>
                <a:lnTo>
                  <a:pt x="1096120" y="132224"/>
                </a:lnTo>
                <a:lnTo>
                  <a:pt x="1095895" y="132607"/>
                </a:lnTo>
                <a:lnTo>
                  <a:pt x="1095654" y="132976"/>
                </a:lnTo>
                <a:lnTo>
                  <a:pt x="1095396" y="133332"/>
                </a:lnTo>
                <a:lnTo>
                  <a:pt x="1095122" y="133674"/>
                </a:lnTo>
                <a:lnTo>
                  <a:pt x="1094831" y="134002"/>
                </a:lnTo>
                <a:lnTo>
                  <a:pt x="1094523" y="134317"/>
                </a:lnTo>
                <a:lnTo>
                  <a:pt x="1094199" y="134618"/>
                </a:lnTo>
                <a:lnTo>
                  <a:pt x="1093858" y="134906"/>
                </a:lnTo>
                <a:lnTo>
                  <a:pt x="1093501" y="135179"/>
                </a:lnTo>
                <a:lnTo>
                  <a:pt x="1093126" y="135439"/>
                </a:lnTo>
                <a:lnTo>
                  <a:pt x="1092736" y="135686"/>
                </a:lnTo>
                <a:lnTo>
                  <a:pt x="1092330" y="135920"/>
                </a:lnTo>
                <a:lnTo>
                  <a:pt x="1091910" y="136145"/>
                </a:lnTo>
                <a:lnTo>
                  <a:pt x="1091477" y="136359"/>
                </a:lnTo>
                <a:lnTo>
                  <a:pt x="1091031" y="136564"/>
                </a:lnTo>
                <a:lnTo>
                  <a:pt x="1090572" y="136758"/>
                </a:lnTo>
                <a:lnTo>
                  <a:pt x="1090098" y="136943"/>
                </a:lnTo>
                <a:lnTo>
                  <a:pt x="1089612" y="137117"/>
                </a:lnTo>
                <a:lnTo>
                  <a:pt x="1089112" y="137282"/>
                </a:lnTo>
                <a:lnTo>
                  <a:pt x="1088598" y="137436"/>
                </a:lnTo>
                <a:lnTo>
                  <a:pt x="1088071" y="137581"/>
                </a:lnTo>
                <a:lnTo>
                  <a:pt x="1087530" y="137716"/>
                </a:lnTo>
                <a:lnTo>
                  <a:pt x="1086976" y="137840"/>
                </a:lnTo>
                <a:lnTo>
                  <a:pt x="1086409" y="137955"/>
                </a:lnTo>
                <a:lnTo>
                  <a:pt x="1085828" y="138060"/>
                </a:lnTo>
                <a:lnTo>
                  <a:pt x="1085234" y="138154"/>
                </a:lnTo>
                <a:lnTo>
                  <a:pt x="1084626" y="138239"/>
                </a:lnTo>
                <a:lnTo>
                  <a:pt x="1084005" y="138314"/>
                </a:lnTo>
                <a:lnTo>
                  <a:pt x="1083370" y="138379"/>
                </a:lnTo>
                <a:lnTo>
                  <a:pt x="1082722" y="138434"/>
                </a:lnTo>
                <a:lnTo>
                  <a:pt x="1082060" y="138479"/>
                </a:lnTo>
                <a:lnTo>
                  <a:pt x="1081385" y="138513"/>
                </a:lnTo>
                <a:lnTo>
                  <a:pt x="1080696" y="138538"/>
                </a:lnTo>
                <a:lnTo>
                  <a:pt x="1079994" y="138553"/>
                </a:lnTo>
                <a:lnTo>
                  <a:pt x="1079279" y="138558"/>
                </a:lnTo>
                <a:lnTo>
                  <a:pt x="1078551" y="138552"/>
                </a:lnTo>
                <a:lnTo>
                  <a:pt x="1077831" y="138532"/>
                </a:lnTo>
                <a:lnTo>
                  <a:pt x="1077118" y="138500"/>
                </a:lnTo>
                <a:lnTo>
                  <a:pt x="1076414" y="138454"/>
                </a:lnTo>
                <a:lnTo>
                  <a:pt x="1075717" y="138396"/>
                </a:lnTo>
                <a:lnTo>
                  <a:pt x="1075027" y="138325"/>
                </a:lnTo>
                <a:lnTo>
                  <a:pt x="1074346" y="138240"/>
                </a:lnTo>
                <a:lnTo>
                  <a:pt x="1073672" y="138143"/>
                </a:lnTo>
                <a:lnTo>
                  <a:pt x="1073006" y="138033"/>
                </a:lnTo>
                <a:lnTo>
                  <a:pt x="1072347" y="137909"/>
                </a:lnTo>
                <a:lnTo>
                  <a:pt x="1071697" y="137773"/>
                </a:lnTo>
                <a:lnTo>
                  <a:pt x="1071054" y="137624"/>
                </a:lnTo>
                <a:lnTo>
                  <a:pt x="1070418" y="137461"/>
                </a:lnTo>
                <a:lnTo>
                  <a:pt x="1069791" y="137286"/>
                </a:lnTo>
                <a:lnTo>
                  <a:pt x="1069171" y="137098"/>
                </a:lnTo>
                <a:lnTo>
                  <a:pt x="1068559" y="136897"/>
                </a:lnTo>
                <a:lnTo>
                  <a:pt x="1067955" y="136683"/>
                </a:lnTo>
                <a:lnTo>
                  <a:pt x="1067358" y="136455"/>
                </a:lnTo>
                <a:lnTo>
                  <a:pt x="1066769" y="136215"/>
                </a:lnTo>
                <a:lnTo>
                  <a:pt x="1066188" y="135962"/>
                </a:lnTo>
                <a:lnTo>
                  <a:pt x="1065615" y="135696"/>
                </a:lnTo>
                <a:lnTo>
                  <a:pt x="1065049" y="135417"/>
                </a:lnTo>
                <a:lnTo>
                  <a:pt x="1064491" y="135125"/>
                </a:lnTo>
                <a:lnTo>
                  <a:pt x="1063940" y="134820"/>
                </a:lnTo>
                <a:lnTo>
                  <a:pt x="1063405" y="134498"/>
                </a:lnTo>
                <a:lnTo>
                  <a:pt x="1062893" y="134156"/>
                </a:lnTo>
                <a:lnTo>
                  <a:pt x="1062404" y="133794"/>
                </a:lnTo>
                <a:lnTo>
                  <a:pt x="1061937" y="133412"/>
                </a:lnTo>
                <a:lnTo>
                  <a:pt x="1061493" y="133009"/>
                </a:lnTo>
                <a:lnTo>
                  <a:pt x="1061072" y="132586"/>
                </a:lnTo>
                <a:lnTo>
                  <a:pt x="1060673" y="132143"/>
                </a:lnTo>
                <a:lnTo>
                  <a:pt x="1060298" y="131679"/>
                </a:lnTo>
                <a:lnTo>
                  <a:pt x="1059945" y="131195"/>
                </a:lnTo>
                <a:lnTo>
                  <a:pt x="1059614" y="130691"/>
                </a:lnTo>
                <a:lnTo>
                  <a:pt x="1059307" y="130167"/>
                </a:lnTo>
                <a:lnTo>
                  <a:pt x="1059022" y="129622"/>
                </a:lnTo>
                <a:lnTo>
                  <a:pt x="1058761" y="129057"/>
                </a:lnTo>
                <a:lnTo>
                  <a:pt x="1058522" y="128472"/>
                </a:lnTo>
                <a:lnTo>
                  <a:pt x="1058305" y="127867"/>
                </a:lnTo>
                <a:lnTo>
                  <a:pt x="1058112" y="127241"/>
                </a:lnTo>
                <a:lnTo>
                  <a:pt x="1057941" y="126595"/>
                </a:lnTo>
                <a:lnTo>
                  <a:pt x="1057793" y="125929"/>
                </a:lnTo>
                <a:lnTo>
                  <a:pt x="1057668" y="125242"/>
                </a:lnTo>
                <a:lnTo>
                  <a:pt x="1057565" y="124536"/>
                </a:lnTo>
                <a:lnTo>
                  <a:pt x="1057486" y="123809"/>
                </a:lnTo>
                <a:lnTo>
                  <a:pt x="1057429" y="123061"/>
                </a:lnTo>
                <a:lnTo>
                  <a:pt x="1057395" y="122294"/>
                </a:lnTo>
                <a:lnTo>
                  <a:pt x="1057383" y="121506"/>
                </a:lnTo>
                <a:lnTo>
                  <a:pt x="1029329" y="121506"/>
                </a:lnTo>
                <a:lnTo>
                  <a:pt x="1029337" y="122403"/>
                </a:lnTo>
                <a:lnTo>
                  <a:pt x="1029359" y="123287"/>
                </a:lnTo>
                <a:lnTo>
                  <a:pt x="1029395" y="124159"/>
                </a:lnTo>
                <a:lnTo>
                  <a:pt x="1029447" y="125019"/>
                </a:lnTo>
                <a:lnTo>
                  <a:pt x="1029513" y="125866"/>
                </a:lnTo>
                <a:lnTo>
                  <a:pt x="1029593" y="126701"/>
                </a:lnTo>
                <a:lnTo>
                  <a:pt x="1029688" y="127524"/>
                </a:lnTo>
                <a:lnTo>
                  <a:pt x="1029798" y="128334"/>
                </a:lnTo>
                <a:lnTo>
                  <a:pt x="1029923" y="129131"/>
                </a:lnTo>
                <a:lnTo>
                  <a:pt x="1030062" y="129916"/>
                </a:lnTo>
                <a:lnTo>
                  <a:pt x="1030216" y="130689"/>
                </a:lnTo>
                <a:lnTo>
                  <a:pt x="1030384" y="131450"/>
                </a:lnTo>
                <a:lnTo>
                  <a:pt x="1030567" y="132198"/>
                </a:lnTo>
                <a:lnTo>
                  <a:pt x="1030765" y="132933"/>
                </a:lnTo>
                <a:lnTo>
                  <a:pt x="1030978" y="133656"/>
                </a:lnTo>
                <a:lnTo>
                  <a:pt x="1031205" y="134367"/>
                </a:lnTo>
                <a:lnTo>
                  <a:pt x="1031446" y="135065"/>
                </a:lnTo>
                <a:lnTo>
                  <a:pt x="1031703" y="135751"/>
                </a:lnTo>
                <a:lnTo>
                  <a:pt x="1031974" y="136425"/>
                </a:lnTo>
                <a:lnTo>
                  <a:pt x="1032260" y="137086"/>
                </a:lnTo>
                <a:lnTo>
                  <a:pt x="1032560" y="137734"/>
                </a:lnTo>
                <a:lnTo>
                  <a:pt x="1032875" y="138371"/>
                </a:lnTo>
                <a:lnTo>
                  <a:pt x="1033205" y="138995"/>
                </a:lnTo>
                <a:lnTo>
                  <a:pt x="1033549" y="139606"/>
                </a:lnTo>
                <a:lnTo>
                  <a:pt x="1033906" y="140206"/>
                </a:lnTo>
                <a:lnTo>
                  <a:pt x="1034273" y="140795"/>
                </a:lnTo>
                <a:lnTo>
                  <a:pt x="1034650" y="141374"/>
                </a:lnTo>
                <a:lnTo>
                  <a:pt x="1035038" y="141942"/>
                </a:lnTo>
                <a:lnTo>
                  <a:pt x="1035436" y="142500"/>
                </a:lnTo>
                <a:lnTo>
                  <a:pt x="1035844" y="143047"/>
                </a:lnTo>
                <a:lnTo>
                  <a:pt x="1036262" y="143583"/>
                </a:lnTo>
                <a:lnTo>
                  <a:pt x="1036691" y="144109"/>
                </a:lnTo>
                <a:lnTo>
                  <a:pt x="1037130" y="144624"/>
                </a:lnTo>
                <a:lnTo>
                  <a:pt x="1037580" y="145128"/>
                </a:lnTo>
                <a:lnTo>
                  <a:pt x="1038040" y="145622"/>
                </a:lnTo>
                <a:lnTo>
                  <a:pt x="1038510" y="146105"/>
                </a:lnTo>
                <a:lnTo>
                  <a:pt x="1038990" y="146578"/>
                </a:lnTo>
                <a:lnTo>
                  <a:pt x="1039481" y="147040"/>
                </a:lnTo>
                <a:lnTo>
                  <a:pt x="1039981" y="147492"/>
                </a:lnTo>
                <a:lnTo>
                  <a:pt x="1040493" y="147933"/>
                </a:lnTo>
                <a:lnTo>
                  <a:pt x="1041014" y="148363"/>
                </a:lnTo>
                <a:lnTo>
                  <a:pt x="1041546" y="148782"/>
                </a:lnTo>
                <a:lnTo>
                  <a:pt x="1042088" y="149192"/>
                </a:lnTo>
                <a:lnTo>
                  <a:pt x="1042640" y="149590"/>
                </a:lnTo>
                <a:lnTo>
                  <a:pt x="1043203" y="149978"/>
                </a:lnTo>
                <a:lnTo>
                  <a:pt x="1043776" y="150355"/>
                </a:lnTo>
                <a:lnTo>
                  <a:pt x="1044359" y="150722"/>
                </a:lnTo>
                <a:lnTo>
                  <a:pt x="1044953" y="151078"/>
                </a:lnTo>
                <a:lnTo>
                  <a:pt x="1045555" y="151424"/>
                </a:lnTo>
                <a:lnTo>
                  <a:pt x="1046162" y="151762"/>
                </a:lnTo>
                <a:lnTo>
                  <a:pt x="1046776" y="152091"/>
                </a:lnTo>
                <a:lnTo>
                  <a:pt x="1047395" y="152412"/>
                </a:lnTo>
                <a:lnTo>
                  <a:pt x="1048021" y="152724"/>
                </a:lnTo>
                <a:lnTo>
                  <a:pt x="1048652" y="153027"/>
                </a:lnTo>
                <a:lnTo>
                  <a:pt x="1049289" y="153322"/>
                </a:lnTo>
                <a:lnTo>
                  <a:pt x="1049933" y="153608"/>
                </a:lnTo>
                <a:lnTo>
                  <a:pt x="1050582" y="153886"/>
                </a:lnTo>
                <a:lnTo>
                  <a:pt x="1051237" y="154154"/>
                </a:lnTo>
                <a:lnTo>
                  <a:pt x="1051898" y="154415"/>
                </a:lnTo>
                <a:lnTo>
                  <a:pt x="1052565" y="154666"/>
                </a:lnTo>
                <a:lnTo>
                  <a:pt x="1053238" y="154910"/>
                </a:lnTo>
                <a:lnTo>
                  <a:pt x="1053917" y="155144"/>
                </a:lnTo>
                <a:lnTo>
                  <a:pt x="1054602" y="155370"/>
                </a:lnTo>
                <a:lnTo>
                  <a:pt x="1055292" y="155587"/>
                </a:lnTo>
                <a:lnTo>
                  <a:pt x="1055989" y="155796"/>
                </a:lnTo>
                <a:lnTo>
                  <a:pt x="1056692" y="155996"/>
                </a:lnTo>
                <a:lnTo>
                  <a:pt x="1057400" y="156187"/>
                </a:lnTo>
                <a:lnTo>
                  <a:pt x="1058115" y="156370"/>
                </a:lnTo>
                <a:lnTo>
                  <a:pt x="1058835" y="156544"/>
                </a:lnTo>
                <a:lnTo>
                  <a:pt x="1059562" y="156710"/>
                </a:lnTo>
                <a:lnTo>
                  <a:pt x="1060294" y="156867"/>
                </a:lnTo>
                <a:lnTo>
                  <a:pt x="1061032" y="157015"/>
                </a:lnTo>
                <a:lnTo>
                  <a:pt x="1061774" y="157156"/>
                </a:lnTo>
                <a:lnTo>
                  <a:pt x="1062517" y="157291"/>
                </a:lnTo>
                <a:lnTo>
                  <a:pt x="1063262" y="157420"/>
                </a:lnTo>
                <a:lnTo>
                  <a:pt x="1064007" y="157543"/>
                </a:lnTo>
                <a:lnTo>
                  <a:pt x="1064754" y="157660"/>
                </a:lnTo>
                <a:lnTo>
                  <a:pt x="1065501" y="157771"/>
                </a:lnTo>
                <a:lnTo>
                  <a:pt x="1066250" y="157876"/>
                </a:lnTo>
                <a:lnTo>
                  <a:pt x="1067001" y="157975"/>
                </a:lnTo>
                <a:lnTo>
                  <a:pt x="1067752" y="158068"/>
                </a:lnTo>
                <a:lnTo>
                  <a:pt x="1068504" y="158155"/>
                </a:lnTo>
                <a:lnTo>
                  <a:pt x="1069258" y="158236"/>
                </a:lnTo>
                <a:lnTo>
                  <a:pt x="1070013" y="158311"/>
                </a:lnTo>
                <a:lnTo>
                  <a:pt x="1070769" y="158380"/>
                </a:lnTo>
                <a:lnTo>
                  <a:pt x="1071526" y="158443"/>
                </a:lnTo>
                <a:lnTo>
                  <a:pt x="1072285" y="158500"/>
                </a:lnTo>
                <a:lnTo>
                  <a:pt x="1073045" y="158551"/>
                </a:lnTo>
                <a:lnTo>
                  <a:pt x="1073805" y="158596"/>
                </a:lnTo>
                <a:lnTo>
                  <a:pt x="1074568" y="158635"/>
                </a:lnTo>
                <a:lnTo>
                  <a:pt x="1075331" y="158668"/>
                </a:lnTo>
                <a:lnTo>
                  <a:pt x="1076095" y="158695"/>
                </a:lnTo>
                <a:lnTo>
                  <a:pt x="1076861" y="158716"/>
                </a:lnTo>
                <a:lnTo>
                  <a:pt x="1077628" y="158731"/>
                </a:lnTo>
                <a:lnTo>
                  <a:pt x="1078396" y="158740"/>
                </a:lnTo>
                <a:lnTo>
                  <a:pt x="1079165" y="158743"/>
                </a:lnTo>
                <a:lnTo>
                  <a:pt x="1079943" y="158740"/>
                </a:lnTo>
                <a:lnTo>
                  <a:pt x="1080719" y="158730"/>
                </a:lnTo>
                <a:lnTo>
                  <a:pt x="1081493" y="158713"/>
                </a:lnTo>
                <a:lnTo>
                  <a:pt x="1082264" y="158689"/>
                </a:lnTo>
                <a:close/>
                <a:moveTo>
                  <a:pt x="1217704" y="158555"/>
                </a:moveTo>
                <a:lnTo>
                  <a:pt x="1218895" y="158473"/>
                </a:lnTo>
                <a:lnTo>
                  <a:pt x="1220073" y="158375"/>
                </a:lnTo>
                <a:lnTo>
                  <a:pt x="1221237" y="158262"/>
                </a:lnTo>
                <a:lnTo>
                  <a:pt x="1222389" y="158134"/>
                </a:lnTo>
                <a:lnTo>
                  <a:pt x="1223526" y="157991"/>
                </a:lnTo>
                <a:lnTo>
                  <a:pt x="1224651" y="157833"/>
                </a:lnTo>
                <a:lnTo>
                  <a:pt x="1225763" y="157660"/>
                </a:lnTo>
                <a:lnTo>
                  <a:pt x="1226861" y="157472"/>
                </a:lnTo>
                <a:lnTo>
                  <a:pt x="1227946" y="157269"/>
                </a:lnTo>
                <a:lnTo>
                  <a:pt x="1229017" y="157051"/>
                </a:lnTo>
                <a:lnTo>
                  <a:pt x="1230075" y="156817"/>
                </a:lnTo>
                <a:lnTo>
                  <a:pt x="1231121" y="156569"/>
                </a:lnTo>
                <a:lnTo>
                  <a:pt x="1232152" y="156306"/>
                </a:lnTo>
                <a:lnTo>
                  <a:pt x="1233171" y="156027"/>
                </a:lnTo>
                <a:lnTo>
                  <a:pt x="1234176" y="155734"/>
                </a:lnTo>
                <a:lnTo>
                  <a:pt x="1235168" y="155426"/>
                </a:lnTo>
                <a:lnTo>
                  <a:pt x="1236147" y="155102"/>
                </a:lnTo>
                <a:lnTo>
                  <a:pt x="1237112" y="154763"/>
                </a:lnTo>
                <a:lnTo>
                  <a:pt x="1238065" y="154410"/>
                </a:lnTo>
                <a:lnTo>
                  <a:pt x="1239002" y="154041"/>
                </a:lnTo>
                <a:lnTo>
                  <a:pt x="1239922" y="153657"/>
                </a:lnTo>
                <a:lnTo>
                  <a:pt x="1240826" y="153257"/>
                </a:lnTo>
                <a:lnTo>
                  <a:pt x="1241714" y="152842"/>
                </a:lnTo>
                <a:lnTo>
                  <a:pt x="1242585" y="152411"/>
                </a:lnTo>
                <a:lnTo>
                  <a:pt x="1243439" y="151965"/>
                </a:lnTo>
                <a:lnTo>
                  <a:pt x="1244276" y="151504"/>
                </a:lnTo>
                <a:lnTo>
                  <a:pt x="1245097" y="151027"/>
                </a:lnTo>
                <a:lnTo>
                  <a:pt x="1245901" y="150534"/>
                </a:lnTo>
                <a:lnTo>
                  <a:pt x="1246689" y="150026"/>
                </a:lnTo>
                <a:lnTo>
                  <a:pt x="1247460" y="149503"/>
                </a:lnTo>
                <a:lnTo>
                  <a:pt x="1248214" y="148964"/>
                </a:lnTo>
                <a:lnTo>
                  <a:pt x="1248952" y="148410"/>
                </a:lnTo>
                <a:lnTo>
                  <a:pt x="1249673" y="147841"/>
                </a:lnTo>
                <a:lnTo>
                  <a:pt x="1250377" y="147256"/>
                </a:lnTo>
                <a:lnTo>
                  <a:pt x="1251065" y="146655"/>
                </a:lnTo>
                <a:lnTo>
                  <a:pt x="1251736" y="146039"/>
                </a:lnTo>
                <a:lnTo>
                  <a:pt x="1252391" y="145408"/>
                </a:lnTo>
                <a:lnTo>
                  <a:pt x="1253029" y="144761"/>
                </a:lnTo>
                <a:lnTo>
                  <a:pt x="1253650" y="144099"/>
                </a:lnTo>
                <a:lnTo>
                  <a:pt x="1254255" y="143421"/>
                </a:lnTo>
                <a:lnTo>
                  <a:pt x="1254843" y="142728"/>
                </a:lnTo>
                <a:lnTo>
                  <a:pt x="1255414" y="142019"/>
                </a:lnTo>
                <a:lnTo>
                  <a:pt x="1255969" y="141295"/>
                </a:lnTo>
                <a:lnTo>
                  <a:pt x="1256505" y="140556"/>
                </a:lnTo>
                <a:lnTo>
                  <a:pt x="1257020" y="139801"/>
                </a:lnTo>
                <a:lnTo>
                  <a:pt x="1257515" y="139031"/>
                </a:lnTo>
                <a:lnTo>
                  <a:pt x="1257988" y="138246"/>
                </a:lnTo>
                <a:lnTo>
                  <a:pt x="1258441" y="137446"/>
                </a:lnTo>
                <a:lnTo>
                  <a:pt x="1258873" y="136630"/>
                </a:lnTo>
                <a:lnTo>
                  <a:pt x="1259285" y="135799"/>
                </a:lnTo>
                <a:lnTo>
                  <a:pt x="1259675" y="134953"/>
                </a:lnTo>
                <a:lnTo>
                  <a:pt x="1260045" y="134092"/>
                </a:lnTo>
                <a:lnTo>
                  <a:pt x="1260394" y="133215"/>
                </a:lnTo>
                <a:lnTo>
                  <a:pt x="1260722" y="132324"/>
                </a:lnTo>
                <a:lnTo>
                  <a:pt x="1261029" y="131417"/>
                </a:lnTo>
                <a:lnTo>
                  <a:pt x="1261316" y="130494"/>
                </a:lnTo>
                <a:lnTo>
                  <a:pt x="1261582" y="129557"/>
                </a:lnTo>
                <a:lnTo>
                  <a:pt x="1261827" y="128604"/>
                </a:lnTo>
                <a:lnTo>
                  <a:pt x="1262051" y="127636"/>
                </a:lnTo>
                <a:lnTo>
                  <a:pt x="1262254" y="126653"/>
                </a:lnTo>
                <a:lnTo>
                  <a:pt x="1262437" y="125654"/>
                </a:lnTo>
                <a:lnTo>
                  <a:pt x="1262599" y="124640"/>
                </a:lnTo>
                <a:lnTo>
                  <a:pt x="1262740" y="123611"/>
                </a:lnTo>
                <a:lnTo>
                  <a:pt x="1262860" y="122567"/>
                </a:lnTo>
                <a:lnTo>
                  <a:pt x="1262960" y="121507"/>
                </a:lnTo>
                <a:lnTo>
                  <a:pt x="1263038" y="120433"/>
                </a:lnTo>
                <a:lnTo>
                  <a:pt x="1263096" y="119343"/>
                </a:lnTo>
                <a:lnTo>
                  <a:pt x="1233332" y="119343"/>
                </a:lnTo>
                <a:lnTo>
                  <a:pt x="1233312" y="120060"/>
                </a:lnTo>
                <a:lnTo>
                  <a:pt x="1233273" y="120762"/>
                </a:lnTo>
                <a:lnTo>
                  <a:pt x="1233213" y="121449"/>
                </a:lnTo>
                <a:lnTo>
                  <a:pt x="1233132" y="122122"/>
                </a:lnTo>
                <a:lnTo>
                  <a:pt x="1233032" y="122780"/>
                </a:lnTo>
                <a:lnTo>
                  <a:pt x="1232911" y="123422"/>
                </a:lnTo>
                <a:lnTo>
                  <a:pt x="1232771" y="124050"/>
                </a:lnTo>
                <a:lnTo>
                  <a:pt x="1232610" y="124663"/>
                </a:lnTo>
                <a:lnTo>
                  <a:pt x="1232429" y="125261"/>
                </a:lnTo>
                <a:lnTo>
                  <a:pt x="1232227" y="125844"/>
                </a:lnTo>
                <a:lnTo>
                  <a:pt x="1232006" y="126412"/>
                </a:lnTo>
                <a:lnTo>
                  <a:pt x="1231764" y="126965"/>
                </a:lnTo>
                <a:lnTo>
                  <a:pt x="1231502" y="127504"/>
                </a:lnTo>
                <a:lnTo>
                  <a:pt x="1231220" y="128027"/>
                </a:lnTo>
                <a:lnTo>
                  <a:pt x="1230917" y="128536"/>
                </a:lnTo>
                <a:lnTo>
                  <a:pt x="1230595" y="129030"/>
                </a:lnTo>
                <a:lnTo>
                  <a:pt x="1230252" y="129508"/>
                </a:lnTo>
                <a:lnTo>
                  <a:pt x="1229889" y="129972"/>
                </a:lnTo>
                <a:lnTo>
                  <a:pt x="1229506" y="130421"/>
                </a:lnTo>
                <a:lnTo>
                  <a:pt x="1229103" y="130855"/>
                </a:lnTo>
                <a:lnTo>
                  <a:pt x="1228679" y="131275"/>
                </a:lnTo>
                <a:lnTo>
                  <a:pt x="1228236" y="131679"/>
                </a:lnTo>
                <a:lnTo>
                  <a:pt x="1227772" y="132068"/>
                </a:lnTo>
                <a:lnTo>
                  <a:pt x="1227288" y="132443"/>
                </a:lnTo>
                <a:lnTo>
                  <a:pt x="1226787" y="132802"/>
                </a:lnTo>
                <a:lnTo>
                  <a:pt x="1226273" y="133146"/>
                </a:lnTo>
                <a:lnTo>
                  <a:pt x="1225745" y="133475"/>
                </a:lnTo>
                <a:lnTo>
                  <a:pt x="1225203" y="133789"/>
                </a:lnTo>
                <a:lnTo>
                  <a:pt x="1224649" y="134087"/>
                </a:lnTo>
                <a:lnTo>
                  <a:pt x="1224080" y="134370"/>
                </a:lnTo>
                <a:lnTo>
                  <a:pt x="1223499" y="134638"/>
                </a:lnTo>
                <a:lnTo>
                  <a:pt x="1222904" y="134890"/>
                </a:lnTo>
                <a:lnTo>
                  <a:pt x="1222295" y="135127"/>
                </a:lnTo>
                <a:lnTo>
                  <a:pt x="1221673" y="135349"/>
                </a:lnTo>
                <a:lnTo>
                  <a:pt x="1221037" y="135555"/>
                </a:lnTo>
                <a:lnTo>
                  <a:pt x="1220388" y="135747"/>
                </a:lnTo>
                <a:lnTo>
                  <a:pt x="1219726" y="135922"/>
                </a:lnTo>
                <a:lnTo>
                  <a:pt x="1219050" y="136083"/>
                </a:lnTo>
                <a:lnTo>
                  <a:pt x="1218361" y="136228"/>
                </a:lnTo>
                <a:lnTo>
                  <a:pt x="1217658" y="136358"/>
                </a:lnTo>
                <a:lnTo>
                  <a:pt x="1216941" y="136473"/>
                </a:lnTo>
                <a:lnTo>
                  <a:pt x="1216212" y="136572"/>
                </a:lnTo>
                <a:lnTo>
                  <a:pt x="1215468" y="136657"/>
                </a:lnTo>
                <a:lnTo>
                  <a:pt x="1214712" y="136725"/>
                </a:lnTo>
                <a:lnTo>
                  <a:pt x="1213942" y="136779"/>
                </a:lnTo>
                <a:lnTo>
                  <a:pt x="1213158" y="136817"/>
                </a:lnTo>
                <a:lnTo>
                  <a:pt x="1212361" y="136840"/>
                </a:lnTo>
                <a:lnTo>
                  <a:pt x="1211550" y="136848"/>
                </a:lnTo>
                <a:lnTo>
                  <a:pt x="1210768" y="136840"/>
                </a:lnTo>
                <a:lnTo>
                  <a:pt x="1209998" y="136818"/>
                </a:lnTo>
                <a:lnTo>
                  <a:pt x="1209241" y="136781"/>
                </a:lnTo>
                <a:lnTo>
                  <a:pt x="1208497" y="136730"/>
                </a:lnTo>
                <a:lnTo>
                  <a:pt x="1207765" y="136663"/>
                </a:lnTo>
                <a:lnTo>
                  <a:pt x="1207046" y="136582"/>
                </a:lnTo>
                <a:lnTo>
                  <a:pt x="1206339" y="136486"/>
                </a:lnTo>
                <a:lnTo>
                  <a:pt x="1205646" y="136375"/>
                </a:lnTo>
                <a:lnTo>
                  <a:pt x="1204965" y="136249"/>
                </a:lnTo>
                <a:lnTo>
                  <a:pt x="1204296" y="136109"/>
                </a:lnTo>
                <a:lnTo>
                  <a:pt x="1203640" y="135954"/>
                </a:lnTo>
                <a:lnTo>
                  <a:pt x="1202997" y="135784"/>
                </a:lnTo>
                <a:lnTo>
                  <a:pt x="1202367" y="135599"/>
                </a:lnTo>
                <a:lnTo>
                  <a:pt x="1201749" y="135400"/>
                </a:lnTo>
                <a:lnTo>
                  <a:pt x="1201144" y="135186"/>
                </a:lnTo>
                <a:lnTo>
                  <a:pt x="1200552" y="134957"/>
                </a:lnTo>
                <a:lnTo>
                  <a:pt x="1199972" y="134713"/>
                </a:lnTo>
                <a:lnTo>
                  <a:pt x="1199405" y="134454"/>
                </a:lnTo>
                <a:lnTo>
                  <a:pt x="1198851" y="134181"/>
                </a:lnTo>
                <a:lnTo>
                  <a:pt x="1198309" y="133893"/>
                </a:lnTo>
                <a:lnTo>
                  <a:pt x="1197780" y="133590"/>
                </a:lnTo>
                <a:lnTo>
                  <a:pt x="1197264" y="133272"/>
                </a:lnTo>
                <a:lnTo>
                  <a:pt x="1196760" y="132940"/>
                </a:lnTo>
                <a:lnTo>
                  <a:pt x="1196269" y="132593"/>
                </a:lnTo>
                <a:lnTo>
                  <a:pt x="1195790" y="132233"/>
                </a:lnTo>
                <a:lnTo>
                  <a:pt x="1195321" y="131864"/>
                </a:lnTo>
                <a:lnTo>
                  <a:pt x="1194864" y="131485"/>
                </a:lnTo>
                <a:lnTo>
                  <a:pt x="1194417" y="131097"/>
                </a:lnTo>
                <a:lnTo>
                  <a:pt x="1193982" y="130699"/>
                </a:lnTo>
                <a:lnTo>
                  <a:pt x="1193557" y="130292"/>
                </a:lnTo>
                <a:lnTo>
                  <a:pt x="1193143" y="129875"/>
                </a:lnTo>
                <a:lnTo>
                  <a:pt x="1192740" y="129449"/>
                </a:lnTo>
                <a:lnTo>
                  <a:pt x="1192348" y="129013"/>
                </a:lnTo>
                <a:lnTo>
                  <a:pt x="1191967" y="128568"/>
                </a:lnTo>
                <a:lnTo>
                  <a:pt x="1191596" y="128113"/>
                </a:lnTo>
                <a:lnTo>
                  <a:pt x="1191237" y="127649"/>
                </a:lnTo>
                <a:lnTo>
                  <a:pt x="1190888" y="127175"/>
                </a:lnTo>
                <a:lnTo>
                  <a:pt x="1190551" y="126692"/>
                </a:lnTo>
                <a:lnTo>
                  <a:pt x="1190224" y="126199"/>
                </a:lnTo>
                <a:lnTo>
                  <a:pt x="1189908" y="125696"/>
                </a:lnTo>
                <a:lnTo>
                  <a:pt x="1189603" y="125184"/>
                </a:lnTo>
                <a:lnTo>
                  <a:pt x="1189309" y="124663"/>
                </a:lnTo>
                <a:lnTo>
                  <a:pt x="1189026" y="124132"/>
                </a:lnTo>
                <a:lnTo>
                  <a:pt x="1188753" y="123592"/>
                </a:lnTo>
                <a:lnTo>
                  <a:pt x="1188492" y="123042"/>
                </a:lnTo>
                <a:lnTo>
                  <a:pt x="1188241" y="122482"/>
                </a:lnTo>
                <a:lnTo>
                  <a:pt x="1188002" y="121913"/>
                </a:lnTo>
                <a:lnTo>
                  <a:pt x="1187773" y="121335"/>
                </a:lnTo>
                <a:lnTo>
                  <a:pt x="1187554" y="120750"/>
                </a:lnTo>
                <a:lnTo>
                  <a:pt x="1187343" y="120161"/>
                </a:lnTo>
                <a:lnTo>
                  <a:pt x="1187141" y="119569"/>
                </a:lnTo>
                <a:lnTo>
                  <a:pt x="1186948" y="118972"/>
                </a:lnTo>
                <a:lnTo>
                  <a:pt x="1186763" y="118373"/>
                </a:lnTo>
                <a:lnTo>
                  <a:pt x="1186586" y="117769"/>
                </a:lnTo>
                <a:lnTo>
                  <a:pt x="1186418" y="117162"/>
                </a:lnTo>
                <a:lnTo>
                  <a:pt x="1186259" y="116552"/>
                </a:lnTo>
                <a:lnTo>
                  <a:pt x="1186108" y="115938"/>
                </a:lnTo>
                <a:lnTo>
                  <a:pt x="1185965" y="115320"/>
                </a:lnTo>
                <a:lnTo>
                  <a:pt x="1185832" y="114698"/>
                </a:lnTo>
                <a:lnTo>
                  <a:pt x="1185706" y="114073"/>
                </a:lnTo>
                <a:lnTo>
                  <a:pt x="1185589" y="113444"/>
                </a:lnTo>
                <a:lnTo>
                  <a:pt x="1185481" y="112811"/>
                </a:lnTo>
                <a:lnTo>
                  <a:pt x="1185381" y="112175"/>
                </a:lnTo>
                <a:lnTo>
                  <a:pt x="1185290" y="111535"/>
                </a:lnTo>
                <a:lnTo>
                  <a:pt x="1185207" y="110892"/>
                </a:lnTo>
                <a:lnTo>
                  <a:pt x="1185132" y="110245"/>
                </a:lnTo>
                <a:lnTo>
                  <a:pt x="1185066" y="109594"/>
                </a:lnTo>
                <a:lnTo>
                  <a:pt x="1185009" y="108939"/>
                </a:lnTo>
                <a:lnTo>
                  <a:pt x="1184960" y="108281"/>
                </a:lnTo>
                <a:lnTo>
                  <a:pt x="1184920" y="107620"/>
                </a:lnTo>
                <a:lnTo>
                  <a:pt x="1184888" y="106954"/>
                </a:lnTo>
                <a:lnTo>
                  <a:pt x="1184865" y="106285"/>
                </a:lnTo>
                <a:lnTo>
                  <a:pt x="1262982" y="106285"/>
                </a:lnTo>
                <a:lnTo>
                  <a:pt x="1263001" y="106177"/>
                </a:lnTo>
                <a:lnTo>
                  <a:pt x="1263019" y="106066"/>
                </a:lnTo>
                <a:lnTo>
                  <a:pt x="1263038" y="105951"/>
                </a:lnTo>
                <a:lnTo>
                  <a:pt x="1263055" y="105832"/>
                </a:lnTo>
                <a:lnTo>
                  <a:pt x="1263072" y="105709"/>
                </a:lnTo>
                <a:lnTo>
                  <a:pt x="1263089" y="105582"/>
                </a:lnTo>
                <a:lnTo>
                  <a:pt x="1263106" y="105452"/>
                </a:lnTo>
                <a:lnTo>
                  <a:pt x="1263122" y="105318"/>
                </a:lnTo>
                <a:lnTo>
                  <a:pt x="1263137" y="105180"/>
                </a:lnTo>
                <a:lnTo>
                  <a:pt x="1263153" y="105038"/>
                </a:lnTo>
                <a:lnTo>
                  <a:pt x="1263167" y="104892"/>
                </a:lnTo>
                <a:lnTo>
                  <a:pt x="1263182" y="104743"/>
                </a:lnTo>
                <a:lnTo>
                  <a:pt x="1263196" y="104590"/>
                </a:lnTo>
                <a:lnTo>
                  <a:pt x="1263210" y="104433"/>
                </a:lnTo>
                <a:lnTo>
                  <a:pt x="1263223" y="104272"/>
                </a:lnTo>
                <a:lnTo>
                  <a:pt x="1263236" y="104107"/>
                </a:lnTo>
                <a:lnTo>
                  <a:pt x="1263248" y="103939"/>
                </a:lnTo>
                <a:lnTo>
                  <a:pt x="1263260" y="103767"/>
                </a:lnTo>
                <a:lnTo>
                  <a:pt x="1263272" y="103591"/>
                </a:lnTo>
                <a:lnTo>
                  <a:pt x="1263283" y="103411"/>
                </a:lnTo>
                <a:lnTo>
                  <a:pt x="1263294" y="103227"/>
                </a:lnTo>
                <a:lnTo>
                  <a:pt x="1263305" y="103040"/>
                </a:lnTo>
                <a:lnTo>
                  <a:pt x="1263315" y="102849"/>
                </a:lnTo>
                <a:lnTo>
                  <a:pt x="1263324" y="102654"/>
                </a:lnTo>
                <a:lnTo>
                  <a:pt x="1263334" y="102458"/>
                </a:lnTo>
                <a:lnTo>
                  <a:pt x="1263343" y="102267"/>
                </a:lnTo>
                <a:lnTo>
                  <a:pt x="1263351" y="102078"/>
                </a:lnTo>
                <a:lnTo>
                  <a:pt x="1263359" y="101893"/>
                </a:lnTo>
                <a:lnTo>
                  <a:pt x="1263367" y="101712"/>
                </a:lnTo>
                <a:lnTo>
                  <a:pt x="1263374" y="101533"/>
                </a:lnTo>
                <a:lnTo>
                  <a:pt x="1263381" y="101359"/>
                </a:lnTo>
                <a:lnTo>
                  <a:pt x="1263388" y="101187"/>
                </a:lnTo>
                <a:lnTo>
                  <a:pt x="1263394" y="101019"/>
                </a:lnTo>
                <a:lnTo>
                  <a:pt x="1263400" y="100855"/>
                </a:lnTo>
                <a:lnTo>
                  <a:pt x="1263405" y="100694"/>
                </a:lnTo>
                <a:lnTo>
                  <a:pt x="1263410" y="100536"/>
                </a:lnTo>
                <a:lnTo>
                  <a:pt x="1263414" y="100382"/>
                </a:lnTo>
                <a:lnTo>
                  <a:pt x="1263419" y="100231"/>
                </a:lnTo>
                <a:lnTo>
                  <a:pt x="1263422" y="100083"/>
                </a:lnTo>
                <a:lnTo>
                  <a:pt x="1263426" y="99939"/>
                </a:lnTo>
                <a:lnTo>
                  <a:pt x="1263429" y="99798"/>
                </a:lnTo>
                <a:lnTo>
                  <a:pt x="1263431" y="99661"/>
                </a:lnTo>
                <a:lnTo>
                  <a:pt x="1263433" y="99527"/>
                </a:lnTo>
                <a:lnTo>
                  <a:pt x="1263435" y="99396"/>
                </a:lnTo>
                <a:lnTo>
                  <a:pt x="1263437" y="99269"/>
                </a:lnTo>
                <a:lnTo>
                  <a:pt x="1263438" y="99145"/>
                </a:lnTo>
                <a:lnTo>
                  <a:pt x="1263438" y="99025"/>
                </a:lnTo>
                <a:lnTo>
                  <a:pt x="1263438" y="98908"/>
                </a:lnTo>
                <a:lnTo>
                  <a:pt x="1263413" y="96663"/>
                </a:lnTo>
                <a:lnTo>
                  <a:pt x="1263338" y="94461"/>
                </a:lnTo>
                <a:lnTo>
                  <a:pt x="1263213" y="92302"/>
                </a:lnTo>
                <a:lnTo>
                  <a:pt x="1263038" y="90187"/>
                </a:lnTo>
                <a:lnTo>
                  <a:pt x="1262812" y="88115"/>
                </a:lnTo>
                <a:lnTo>
                  <a:pt x="1262537" y="86087"/>
                </a:lnTo>
                <a:lnTo>
                  <a:pt x="1262211" y="84102"/>
                </a:lnTo>
                <a:lnTo>
                  <a:pt x="1261836" y="82161"/>
                </a:lnTo>
                <a:lnTo>
                  <a:pt x="1261410" y="80263"/>
                </a:lnTo>
                <a:lnTo>
                  <a:pt x="1260934" y="78408"/>
                </a:lnTo>
                <a:lnTo>
                  <a:pt x="1260408" y="76597"/>
                </a:lnTo>
                <a:lnTo>
                  <a:pt x="1259832" y="74830"/>
                </a:lnTo>
                <a:lnTo>
                  <a:pt x="1259206" y="73105"/>
                </a:lnTo>
                <a:lnTo>
                  <a:pt x="1258530" y="71425"/>
                </a:lnTo>
                <a:lnTo>
                  <a:pt x="1257803" y="69787"/>
                </a:lnTo>
                <a:lnTo>
                  <a:pt x="1257027" y="68193"/>
                </a:lnTo>
                <a:lnTo>
                  <a:pt x="1256200" y="66643"/>
                </a:lnTo>
                <a:lnTo>
                  <a:pt x="1255324" y="65136"/>
                </a:lnTo>
                <a:lnTo>
                  <a:pt x="1254397" y="63672"/>
                </a:lnTo>
                <a:lnTo>
                  <a:pt x="1253420" y="62252"/>
                </a:lnTo>
                <a:lnTo>
                  <a:pt x="1252394" y="60875"/>
                </a:lnTo>
                <a:lnTo>
                  <a:pt x="1251317" y="59542"/>
                </a:lnTo>
                <a:lnTo>
                  <a:pt x="1250190" y="58252"/>
                </a:lnTo>
                <a:lnTo>
                  <a:pt x="1249012" y="57006"/>
                </a:lnTo>
                <a:lnTo>
                  <a:pt x="1247792" y="55806"/>
                </a:lnTo>
                <a:lnTo>
                  <a:pt x="1246536" y="54658"/>
                </a:lnTo>
                <a:lnTo>
                  <a:pt x="1245243" y="53561"/>
                </a:lnTo>
                <a:lnTo>
                  <a:pt x="1243914" y="52515"/>
                </a:lnTo>
                <a:lnTo>
                  <a:pt x="1242549" y="51520"/>
                </a:lnTo>
                <a:lnTo>
                  <a:pt x="1241147" y="50576"/>
                </a:lnTo>
                <a:lnTo>
                  <a:pt x="1239710" y="49683"/>
                </a:lnTo>
                <a:lnTo>
                  <a:pt x="1238236" y="48841"/>
                </a:lnTo>
                <a:lnTo>
                  <a:pt x="1236726" y="48050"/>
                </a:lnTo>
                <a:lnTo>
                  <a:pt x="1235179" y="47310"/>
                </a:lnTo>
                <a:lnTo>
                  <a:pt x="1233597" y="46621"/>
                </a:lnTo>
                <a:lnTo>
                  <a:pt x="1231978" y="45983"/>
                </a:lnTo>
                <a:lnTo>
                  <a:pt x="1230323" y="45396"/>
                </a:lnTo>
                <a:lnTo>
                  <a:pt x="1228631" y="44860"/>
                </a:lnTo>
                <a:lnTo>
                  <a:pt x="1226904" y="44376"/>
                </a:lnTo>
                <a:lnTo>
                  <a:pt x="1225140" y="43942"/>
                </a:lnTo>
                <a:lnTo>
                  <a:pt x="1223340" y="43559"/>
                </a:lnTo>
                <a:lnTo>
                  <a:pt x="1221504" y="43227"/>
                </a:lnTo>
                <a:lnTo>
                  <a:pt x="1219631" y="42947"/>
                </a:lnTo>
                <a:lnTo>
                  <a:pt x="1217723" y="42717"/>
                </a:lnTo>
                <a:lnTo>
                  <a:pt x="1215778" y="42538"/>
                </a:lnTo>
                <a:lnTo>
                  <a:pt x="1213797" y="42411"/>
                </a:lnTo>
                <a:lnTo>
                  <a:pt x="1211779" y="42334"/>
                </a:lnTo>
                <a:lnTo>
                  <a:pt x="1209726" y="42309"/>
                </a:lnTo>
                <a:lnTo>
                  <a:pt x="1208243" y="42321"/>
                </a:lnTo>
                <a:lnTo>
                  <a:pt x="1206781" y="42357"/>
                </a:lnTo>
                <a:lnTo>
                  <a:pt x="1205338" y="42418"/>
                </a:lnTo>
                <a:lnTo>
                  <a:pt x="1203914" y="42503"/>
                </a:lnTo>
                <a:lnTo>
                  <a:pt x="1202511" y="42612"/>
                </a:lnTo>
                <a:lnTo>
                  <a:pt x="1201126" y="42745"/>
                </a:lnTo>
                <a:lnTo>
                  <a:pt x="1199762" y="42903"/>
                </a:lnTo>
                <a:lnTo>
                  <a:pt x="1198417" y="43084"/>
                </a:lnTo>
                <a:lnTo>
                  <a:pt x="1197091" y="43291"/>
                </a:lnTo>
                <a:lnTo>
                  <a:pt x="1195786" y="43521"/>
                </a:lnTo>
                <a:lnTo>
                  <a:pt x="1194499" y="43775"/>
                </a:lnTo>
                <a:lnTo>
                  <a:pt x="1193233" y="44054"/>
                </a:lnTo>
                <a:lnTo>
                  <a:pt x="1191986" y="44357"/>
                </a:lnTo>
                <a:lnTo>
                  <a:pt x="1190758" y="44684"/>
                </a:lnTo>
                <a:lnTo>
                  <a:pt x="1189550" y="45036"/>
                </a:lnTo>
                <a:lnTo>
                  <a:pt x="1188362" y="45412"/>
                </a:lnTo>
                <a:lnTo>
                  <a:pt x="1187194" y="45812"/>
                </a:lnTo>
                <a:lnTo>
                  <a:pt x="1186045" y="46236"/>
                </a:lnTo>
                <a:lnTo>
                  <a:pt x="1184915" y="46684"/>
                </a:lnTo>
                <a:lnTo>
                  <a:pt x="1183805" y="47157"/>
                </a:lnTo>
                <a:lnTo>
                  <a:pt x="1182715" y="47654"/>
                </a:lnTo>
                <a:lnTo>
                  <a:pt x="1181645" y="48175"/>
                </a:lnTo>
                <a:lnTo>
                  <a:pt x="1180594" y="48720"/>
                </a:lnTo>
                <a:lnTo>
                  <a:pt x="1179562" y="49290"/>
                </a:lnTo>
                <a:lnTo>
                  <a:pt x="1178551" y="49882"/>
                </a:lnTo>
                <a:lnTo>
                  <a:pt x="1177560" y="50495"/>
                </a:lnTo>
                <a:lnTo>
                  <a:pt x="1176590" y="51128"/>
                </a:lnTo>
                <a:lnTo>
                  <a:pt x="1175640" y="51782"/>
                </a:lnTo>
                <a:lnTo>
                  <a:pt x="1174712" y="52457"/>
                </a:lnTo>
                <a:lnTo>
                  <a:pt x="1173803" y="53152"/>
                </a:lnTo>
                <a:lnTo>
                  <a:pt x="1172915" y="53868"/>
                </a:lnTo>
                <a:lnTo>
                  <a:pt x="1172048" y="54605"/>
                </a:lnTo>
                <a:lnTo>
                  <a:pt x="1171202" y="55362"/>
                </a:lnTo>
                <a:lnTo>
                  <a:pt x="1170376" y="56140"/>
                </a:lnTo>
                <a:lnTo>
                  <a:pt x="1169570" y="56938"/>
                </a:lnTo>
                <a:lnTo>
                  <a:pt x="1168785" y="57758"/>
                </a:lnTo>
                <a:lnTo>
                  <a:pt x="1168021" y="58597"/>
                </a:lnTo>
                <a:lnTo>
                  <a:pt x="1167278" y="59458"/>
                </a:lnTo>
                <a:lnTo>
                  <a:pt x="1166555" y="60339"/>
                </a:lnTo>
                <a:lnTo>
                  <a:pt x="1165852" y="61241"/>
                </a:lnTo>
                <a:lnTo>
                  <a:pt x="1165170" y="62163"/>
                </a:lnTo>
                <a:lnTo>
                  <a:pt x="1164509" y="63106"/>
                </a:lnTo>
                <a:lnTo>
                  <a:pt x="1163868" y="64069"/>
                </a:lnTo>
                <a:lnTo>
                  <a:pt x="1163248" y="65054"/>
                </a:lnTo>
                <a:lnTo>
                  <a:pt x="1162649" y="66059"/>
                </a:lnTo>
                <a:lnTo>
                  <a:pt x="1162070" y="67084"/>
                </a:lnTo>
                <a:lnTo>
                  <a:pt x="1161511" y="68130"/>
                </a:lnTo>
                <a:lnTo>
                  <a:pt x="1160974" y="69197"/>
                </a:lnTo>
                <a:lnTo>
                  <a:pt x="1160457" y="70283"/>
                </a:lnTo>
                <a:lnTo>
                  <a:pt x="1159963" y="71385"/>
                </a:lnTo>
                <a:lnTo>
                  <a:pt x="1159490" y="72505"/>
                </a:lnTo>
                <a:lnTo>
                  <a:pt x="1159040" y="73642"/>
                </a:lnTo>
                <a:lnTo>
                  <a:pt x="1158611" y="74797"/>
                </a:lnTo>
                <a:lnTo>
                  <a:pt x="1158205" y="75969"/>
                </a:lnTo>
                <a:lnTo>
                  <a:pt x="1157820" y="77157"/>
                </a:lnTo>
                <a:lnTo>
                  <a:pt x="1157457" y="78364"/>
                </a:lnTo>
                <a:lnTo>
                  <a:pt x="1157117" y="79587"/>
                </a:lnTo>
                <a:lnTo>
                  <a:pt x="1156798" y="80827"/>
                </a:lnTo>
                <a:lnTo>
                  <a:pt x="1156501" y="82085"/>
                </a:lnTo>
                <a:lnTo>
                  <a:pt x="1156227" y="83360"/>
                </a:lnTo>
                <a:lnTo>
                  <a:pt x="1155974" y="84653"/>
                </a:lnTo>
                <a:lnTo>
                  <a:pt x="1155743" y="85962"/>
                </a:lnTo>
                <a:lnTo>
                  <a:pt x="1155535" y="87289"/>
                </a:lnTo>
                <a:lnTo>
                  <a:pt x="1155348" y="88633"/>
                </a:lnTo>
                <a:lnTo>
                  <a:pt x="1155183" y="89994"/>
                </a:lnTo>
                <a:lnTo>
                  <a:pt x="1155040" y="91373"/>
                </a:lnTo>
                <a:lnTo>
                  <a:pt x="1154919" y="92769"/>
                </a:lnTo>
                <a:lnTo>
                  <a:pt x="1154820" y="94182"/>
                </a:lnTo>
                <a:lnTo>
                  <a:pt x="1154743" y="95612"/>
                </a:lnTo>
                <a:lnTo>
                  <a:pt x="1154688" y="97059"/>
                </a:lnTo>
                <a:lnTo>
                  <a:pt x="1154655" y="98524"/>
                </a:lnTo>
                <a:lnTo>
                  <a:pt x="1154644" y="100006"/>
                </a:lnTo>
                <a:lnTo>
                  <a:pt x="1154656" y="101535"/>
                </a:lnTo>
                <a:lnTo>
                  <a:pt x="1154690" y="103046"/>
                </a:lnTo>
                <a:lnTo>
                  <a:pt x="1154746" y="104539"/>
                </a:lnTo>
                <a:lnTo>
                  <a:pt x="1154825" y="106013"/>
                </a:lnTo>
                <a:lnTo>
                  <a:pt x="1154927" y="107469"/>
                </a:lnTo>
                <a:lnTo>
                  <a:pt x="1155051" y="108906"/>
                </a:lnTo>
                <a:lnTo>
                  <a:pt x="1155197" y="110325"/>
                </a:lnTo>
                <a:lnTo>
                  <a:pt x="1155367" y="111725"/>
                </a:lnTo>
                <a:lnTo>
                  <a:pt x="1155559" y="113107"/>
                </a:lnTo>
                <a:lnTo>
                  <a:pt x="1155773" y="114471"/>
                </a:lnTo>
                <a:lnTo>
                  <a:pt x="1156010" y="115816"/>
                </a:lnTo>
                <a:lnTo>
                  <a:pt x="1156270" y="117143"/>
                </a:lnTo>
                <a:lnTo>
                  <a:pt x="1156552" y="118451"/>
                </a:lnTo>
                <a:lnTo>
                  <a:pt x="1156856" y="119741"/>
                </a:lnTo>
                <a:lnTo>
                  <a:pt x="1157184" y="121013"/>
                </a:lnTo>
                <a:lnTo>
                  <a:pt x="1157533" y="122266"/>
                </a:lnTo>
                <a:lnTo>
                  <a:pt x="1157906" y="123500"/>
                </a:lnTo>
                <a:lnTo>
                  <a:pt x="1158301" y="124717"/>
                </a:lnTo>
                <a:lnTo>
                  <a:pt x="1158718" y="125914"/>
                </a:lnTo>
                <a:lnTo>
                  <a:pt x="1159159" y="127094"/>
                </a:lnTo>
                <a:lnTo>
                  <a:pt x="1159621" y="128255"/>
                </a:lnTo>
                <a:lnTo>
                  <a:pt x="1160107" y="129397"/>
                </a:lnTo>
                <a:lnTo>
                  <a:pt x="1160614" y="130521"/>
                </a:lnTo>
                <a:lnTo>
                  <a:pt x="1161145" y="131627"/>
                </a:lnTo>
                <a:lnTo>
                  <a:pt x="1161697" y="132712"/>
                </a:lnTo>
                <a:lnTo>
                  <a:pt x="1162271" y="133776"/>
                </a:lnTo>
                <a:lnTo>
                  <a:pt x="1162866" y="134819"/>
                </a:lnTo>
                <a:lnTo>
                  <a:pt x="1163483" y="135840"/>
                </a:lnTo>
                <a:lnTo>
                  <a:pt x="1164120" y="136840"/>
                </a:lnTo>
                <a:lnTo>
                  <a:pt x="1164780" y="137818"/>
                </a:lnTo>
                <a:lnTo>
                  <a:pt x="1165460" y="138775"/>
                </a:lnTo>
                <a:lnTo>
                  <a:pt x="1166163" y="139710"/>
                </a:lnTo>
                <a:lnTo>
                  <a:pt x="1166886" y="140624"/>
                </a:lnTo>
                <a:lnTo>
                  <a:pt x="1167631" y="141517"/>
                </a:lnTo>
                <a:lnTo>
                  <a:pt x="1168397" y="142388"/>
                </a:lnTo>
                <a:lnTo>
                  <a:pt x="1169185" y="143238"/>
                </a:lnTo>
                <a:lnTo>
                  <a:pt x="1169994" y="144066"/>
                </a:lnTo>
                <a:lnTo>
                  <a:pt x="1170824" y="144873"/>
                </a:lnTo>
                <a:lnTo>
                  <a:pt x="1171676" y="145658"/>
                </a:lnTo>
                <a:lnTo>
                  <a:pt x="1172549" y="146422"/>
                </a:lnTo>
                <a:lnTo>
                  <a:pt x="1173443" y="147164"/>
                </a:lnTo>
                <a:lnTo>
                  <a:pt x="1174359" y="147886"/>
                </a:lnTo>
                <a:lnTo>
                  <a:pt x="1175296" y="148585"/>
                </a:lnTo>
                <a:lnTo>
                  <a:pt x="1176255" y="149263"/>
                </a:lnTo>
                <a:lnTo>
                  <a:pt x="1177235" y="149920"/>
                </a:lnTo>
                <a:lnTo>
                  <a:pt x="1178236" y="150556"/>
                </a:lnTo>
                <a:lnTo>
                  <a:pt x="1179259" y="151169"/>
                </a:lnTo>
                <a:lnTo>
                  <a:pt x="1180303" y="151762"/>
                </a:lnTo>
                <a:lnTo>
                  <a:pt x="1181369" y="152332"/>
                </a:lnTo>
                <a:lnTo>
                  <a:pt x="1182454" y="152877"/>
                </a:lnTo>
                <a:lnTo>
                  <a:pt x="1183561" y="153398"/>
                </a:lnTo>
                <a:lnTo>
                  <a:pt x="1184688" y="153895"/>
                </a:lnTo>
                <a:lnTo>
                  <a:pt x="1185835" y="154368"/>
                </a:lnTo>
                <a:lnTo>
                  <a:pt x="1187003" y="154816"/>
                </a:lnTo>
                <a:lnTo>
                  <a:pt x="1188192" y="155241"/>
                </a:lnTo>
                <a:lnTo>
                  <a:pt x="1189401" y="155641"/>
                </a:lnTo>
                <a:lnTo>
                  <a:pt x="1190631" y="156016"/>
                </a:lnTo>
                <a:lnTo>
                  <a:pt x="1191882" y="156368"/>
                </a:lnTo>
                <a:lnTo>
                  <a:pt x="1193153" y="156695"/>
                </a:lnTo>
                <a:lnTo>
                  <a:pt x="1194444" y="156998"/>
                </a:lnTo>
                <a:lnTo>
                  <a:pt x="1195757" y="157277"/>
                </a:lnTo>
                <a:lnTo>
                  <a:pt x="1197089" y="157531"/>
                </a:lnTo>
                <a:lnTo>
                  <a:pt x="1198443" y="157762"/>
                </a:lnTo>
                <a:lnTo>
                  <a:pt x="1199817" y="157968"/>
                </a:lnTo>
                <a:lnTo>
                  <a:pt x="1201212" y="158149"/>
                </a:lnTo>
                <a:lnTo>
                  <a:pt x="1202627" y="158307"/>
                </a:lnTo>
                <a:lnTo>
                  <a:pt x="1204063" y="158440"/>
                </a:lnTo>
                <a:lnTo>
                  <a:pt x="1205519" y="158549"/>
                </a:lnTo>
                <a:lnTo>
                  <a:pt x="1206996" y="158634"/>
                </a:lnTo>
                <a:lnTo>
                  <a:pt x="1208493" y="158695"/>
                </a:lnTo>
                <a:lnTo>
                  <a:pt x="1210012" y="158731"/>
                </a:lnTo>
                <a:lnTo>
                  <a:pt x="1211550" y="158743"/>
                </a:lnTo>
                <a:lnTo>
                  <a:pt x="1212808" y="158736"/>
                </a:lnTo>
                <a:lnTo>
                  <a:pt x="1214052" y="158713"/>
                </a:lnTo>
                <a:lnTo>
                  <a:pt x="1215282" y="158676"/>
                </a:lnTo>
                <a:lnTo>
                  <a:pt x="1216500" y="158623"/>
                </a:lnTo>
                <a:lnTo>
                  <a:pt x="1217704" y="158555"/>
                </a:lnTo>
                <a:close/>
                <a:moveTo>
                  <a:pt x="1185752" y="82522"/>
                </a:moveTo>
                <a:lnTo>
                  <a:pt x="1185923" y="81659"/>
                </a:lnTo>
                <a:lnTo>
                  <a:pt x="1186116" y="80815"/>
                </a:lnTo>
                <a:lnTo>
                  <a:pt x="1186329" y="79990"/>
                </a:lnTo>
                <a:lnTo>
                  <a:pt x="1186562" y="79184"/>
                </a:lnTo>
                <a:lnTo>
                  <a:pt x="1186817" y="78397"/>
                </a:lnTo>
                <a:lnTo>
                  <a:pt x="1187092" y="77630"/>
                </a:lnTo>
                <a:lnTo>
                  <a:pt x="1187388" y="76882"/>
                </a:lnTo>
                <a:lnTo>
                  <a:pt x="1187705" y="76152"/>
                </a:lnTo>
                <a:lnTo>
                  <a:pt x="1188043" y="75442"/>
                </a:lnTo>
                <a:lnTo>
                  <a:pt x="1188401" y="74752"/>
                </a:lnTo>
                <a:lnTo>
                  <a:pt x="1188780" y="74080"/>
                </a:lnTo>
                <a:lnTo>
                  <a:pt x="1189180" y="73427"/>
                </a:lnTo>
                <a:lnTo>
                  <a:pt x="1189601" y="72794"/>
                </a:lnTo>
                <a:lnTo>
                  <a:pt x="1190043" y="72180"/>
                </a:lnTo>
                <a:lnTo>
                  <a:pt x="1190505" y="71585"/>
                </a:lnTo>
                <a:lnTo>
                  <a:pt x="1190988" y="71009"/>
                </a:lnTo>
                <a:lnTo>
                  <a:pt x="1191492" y="70453"/>
                </a:lnTo>
                <a:lnTo>
                  <a:pt x="1192017" y="69915"/>
                </a:lnTo>
                <a:lnTo>
                  <a:pt x="1192563" y="69397"/>
                </a:lnTo>
                <a:lnTo>
                  <a:pt x="1193125" y="68899"/>
                </a:lnTo>
                <a:lnTo>
                  <a:pt x="1193701" y="68422"/>
                </a:lnTo>
                <a:lnTo>
                  <a:pt x="1194290" y="67966"/>
                </a:lnTo>
                <a:lnTo>
                  <a:pt x="1194893" y="67531"/>
                </a:lnTo>
                <a:lnTo>
                  <a:pt x="1195508" y="67118"/>
                </a:lnTo>
                <a:lnTo>
                  <a:pt x="1196137" y="66726"/>
                </a:lnTo>
                <a:lnTo>
                  <a:pt x="1196779" y="66355"/>
                </a:lnTo>
                <a:lnTo>
                  <a:pt x="1197435" y="66005"/>
                </a:lnTo>
                <a:lnTo>
                  <a:pt x="1198103" y="65677"/>
                </a:lnTo>
                <a:lnTo>
                  <a:pt x="1198785" y="65369"/>
                </a:lnTo>
                <a:lnTo>
                  <a:pt x="1199481" y="65083"/>
                </a:lnTo>
                <a:lnTo>
                  <a:pt x="1200189" y="64818"/>
                </a:lnTo>
                <a:lnTo>
                  <a:pt x="1200911" y="64574"/>
                </a:lnTo>
                <a:lnTo>
                  <a:pt x="1201646" y="64352"/>
                </a:lnTo>
                <a:lnTo>
                  <a:pt x="1202394" y="64151"/>
                </a:lnTo>
                <a:lnTo>
                  <a:pt x="1203156" y="63970"/>
                </a:lnTo>
                <a:lnTo>
                  <a:pt x="1203931" y="63811"/>
                </a:lnTo>
                <a:lnTo>
                  <a:pt x="1204719" y="63674"/>
                </a:lnTo>
                <a:lnTo>
                  <a:pt x="1205520" y="63557"/>
                </a:lnTo>
                <a:lnTo>
                  <a:pt x="1206335" y="63462"/>
                </a:lnTo>
                <a:lnTo>
                  <a:pt x="1207162" y="63387"/>
                </a:lnTo>
                <a:lnTo>
                  <a:pt x="1208004" y="63334"/>
                </a:lnTo>
                <a:lnTo>
                  <a:pt x="1208858" y="63303"/>
                </a:lnTo>
                <a:lnTo>
                  <a:pt x="1209726" y="63292"/>
                </a:lnTo>
                <a:lnTo>
                  <a:pt x="1210575" y="63302"/>
                </a:lnTo>
                <a:lnTo>
                  <a:pt x="1211411" y="63333"/>
                </a:lnTo>
                <a:lnTo>
                  <a:pt x="1212234" y="63385"/>
                </a:lnTo>
                <a:lnTo>
                  <a:pt x="1213044" y="63457"/>
                </a:lnTo>
                <a:lnTo>
                  <a:pt x="1213841" y="63549"/>
                </a:lnTo>
                <a:lnTo>
                  <a:pt x="1214626" y="63663"/>
                </a:lnTo>
                <a:lnTo>
                  <a:pt x="1215397" y="63797"/>
                </a:lnTo>
                <a:lnTo>
                  <a:pt x="1216156" y="63951"/>
                </a:lnTo>
                <a:lnTo>
                  <a:pt x="1216902" y="64126"/>
                </a:lnTo>
                <a:lnTo>
                  <a:pt x="1217635" y="64322"/>
                </a:lnTo>
                <a:lnTo>
                  <a:pt x="1218355" y="64538"/>
                </a:lnTo>
                <a:lnTo>
                  <a:pt x="1219063" y="64775"/>
                </a:lnTo>
                <a:lnTo>
                  <a:pt x="1219757" y="65032"/>
                </a:lnTo>
                <a:lnTo>
                  <a:pt x="1220439" y="65310"/>
                </a:lnTo>
                <a:lnTo>
                  <a:pt x="1221107" y="65609"/>
                </a:lnTo>
                <a:lnTo>
                  <a:pt x="1221763" y="65928"/>
                </a:lnTo>
                <a:lnTo>
                  <a:pt x="1222406" y="66267"/>
                </a:lnTo>
                <a:lnTo>
                  <a:pt x="1223036" y="66628"/>
                </a:lnTo>
                <a:lnTo>
                  <a:pt x="1223654" y="67009"/>
                </a:lnTo>
                <a:lnTo>
                  <a:pt x="1224258" y="67410"/>
                </a:lnTo>
                <a:lnTo>
                  <a:pt x="1224849" y="67832"/>
                </a:lnTo>
                <a:lnTo>
                  <a:pt x="1225428" y="68275"/>
                </a:lnTo>
                <a:lnTo>
                  <a:pt x="1225994" y="68738"/>
                </a:lnTo>
                <a:lnTo>
                  <a:pt x="1226547" y="69222"/>
                </a:lnTo>
                <a:lnTo>
                  <a:pt x="1227082" y="69727"/>
                </a:lnTo>
                <a:lnTo>
                  <a:pt x="1227596" y="70252"/>
                </a:lnTo>
                <a:lnTo>
                  <a:pt x="1228089" y="70799"/>
                </a:lnTo>
                <a:lnTo>
                  <a:pt x="1228560" y="71367"/>
                </a:lnTo>
                <a:lnTo>
                  <a:pt x="1229009" y="71955"/>
                </a:lnTo>
                <a:lnTo>
                  <a:pt x="1229437" y="72565"/>
                </a:lnTo>
                <a:lnTo>
                  <a:pt x="1229843" y="73196"/>
                </a:lnTo>
                <a:lnTo>
                  <a:pt x="1230228" y="73847"/>
                </a:lnTo>
                <a:lnTo>
                  <a:pt x="1230591" y="74520"/>
                </a:lnTo>
                <a:lnTo>
                  <a:pt x="1230932" y="75213"/>
                </a:lnTo>
                <a:lnTo>
                  <a:pt x="1231252" y="75928"/>
                </a:lnTo>
                <a:lnTo>
                  <a:pt x="1231550" y="76663"/>
                </a:lnTo>
                <a:lnTo>
                  <a:pt x="1231827" y="77420"/>
                </a:lnTo>
                <a:lnTo>
                  <a:pt x="1232082" y="78197"/>
                </a:lnTo>
                <a:lnTo>
                  <a:pt x="1232315" y="78996"/>
                </a:lnTo>
                <a:lnTo>
                  <a:pt x="1232527" y="79815"/>
                </a:lnTo>
                <a:lnTo>
                  <a:pt x="1232718" y="80656"/>
                </a:lnTo>
                <a:lnTo>
                  <a:pt x="1232886" y="81517"/>
                </a:lnTo>
                <a:lnTo>
                  <a:pt x="1233034" y="82399"/>
                </a:lnTo>
                <a:lnTo>
                  <a:pt x="1233159" y="83303"/>
                </a:lnTo>
                <a:lnTo>
                  <a:pt x="1233263" y="84227"/>
                </a:lnTo>
                <a:lnTo>
                  <a:pt x="1233346" y="85173"/>
                </a:lnTo>
                <a:lnTo>
                  <a:pt x="1233407" y="86139"/>
                </a:lnTo>
                <a:lnTo>
                  <a:pt x="1233446" y="87126"/>
                </a:lnTo>
                <a:lnTo>
                  <a:pt x="1185207" y="87126"/>
                </a:lnTo>
                <a:lnTo>
                  <a:pt x="1185275" y="86167"/>
                </a:lnTo>
                <a:lnTo>
                  <a:pt x="1185363" y="85227"/>
                </a:lnTo>
                <a:lnTo>
                  <a:pt x="1185472" y="84306"/>
                </a:lnTo>
                <a:lnTo>
                  <a:pt x="1185602" y="83405"/>
                </a:lnTo>
                <a:lnTo>
                  <a:pt x="1185752" y="82522"/>
                </a:lnTo>
                <a:close/>
                <a:moveTo>
                  <a:pt x="517687" y="143519"/>
                </a:moveTo>
                <a:lnTo>
                  <a:pt x="518172" y="144159"/>
                </a:lnTo>
                <a:lnTo>
                  <a:pt x="518668" y="144786"/>
                </a:lnTo>
                <a:lnTo>
                  <a:pt x="519174" y="145401"/>
                </a:lnTo>
                <a:lnTo>
                  <a:pt x="519692" y="146003"/>
                </a:lnTo>
                <a:lnTo>
                  <a:pt x="520220" y="146592"/>
                </a:lnTo>
                <a:lnTo>
                  <a:pt x="520759" y="147168"/>
                </a:lnTo>
                <a:lnTo>
                  <a:pt x="521309" y="147732"/>
                </a:lnTo>
                <a:lnTo>
                  <a:pt x="521870" y="148283"/>
                </a:lnTo>
                <a:lnTo>
                  <a:pt x="522442" y="148822"/>
                </a:lnTo>
                <a:lnTo>
                  <a:pt x="523025" y="149348"/>
                </a:lnTo>
                <a:lnTo>
                  <a:pt x="523619" y="149861"/>
                </a:lnTo>
                <a:lnTo>
                  <a:pt x="524223" y="150361"/>
                </a:lnTo>
                <a:lnTo>
                  <a:pt x="524839" y="150849"/>
                </a:lnTo>
                <a:lnTo>
                  <a:pt x="525465" y="151324"/>
                </a:lnTo>
                <a:lnTo>
                  <a:pt x="526102" y="151787"/>
                </a:lnTo>
                <a:lnTo>
                  <a:pt x="526750" y="152237"/>
                </a:lnTo>
                <a:lnTo>
                  <a:pt x="527409" y="152674"/>
                </a:lnTo>
                <a:lnTo>
                  <a:pt x="528079" y="153098"/>
                </a:lnTo>
                <a:lnTo>
                  <a:pt x="528760" y="153510"/>
                </a:lnTo>
                <a:lnTo>
                  <a:pt x="529452" y="153909"/>
                </a:lnTo>
                <a:lnTo>
                  <a:pt x="530154" y="154296"/>
                </a:lnTo>
                <a:lnTo>
                  <a:pt x="530866" y="154668"/>
                </a:lnTo>
                <a:lnTo>
                  <a:pt x="531586" y="155024"/>
                </a:lnTo>
                <a:lnTo>
                  <a:pt x="532315" y="155363"/>
                </a:lnTo>
                <a:lnTo>
                  <a:pt x="533051" y="155686"/>
                </a:lnTo>
                <a:lnTo>
                  <a:pt x="533796" y="155994"/>
                </a:lnTo>
                <a:lnTo>
                  <a:pt x="534548" y="156284"/>
                </a:lnTo>
                <a:lnTo>
                  <a:pt x="535309" y="156559"/>
                </a:lnTo>
                <a:lnTo>
                  <a:pt x="536078" y="156817"/>
                </a:lnTo>
                <a:lnTo>
                  <a:pt x="536855" y="157059"/>
                </a:lnTo>
                <a:lnTo>
                  <a:pt x="537640" y="157285"/>
                </a:lnTo>
                <a:lnTo>
                  <a:pt x="538433" y="157495"/>
                </a:lnTo>
                <a:lnTo>
                  <a:pt x="539235" y="157688"/>
                </a:lnTo>
                <a:lnTo>
                  <a:pt x="540044" y="157866"/>
                </a:lnTo>
                <a:lnTo>
                  <a:pt x="540862" y="158027"/>
                </a:lnTo>
                <a:lnTo>
                  <a:pt x="541687" y="158171"/>
                </a:lnTo>
                <a:lnTo>
                  <a:pt x="542521" y="158300"/>
                </a:lnTo>
                <a:lnTo>
                  <a:pt x="543363" y="158412"/>
                </a:lnTo>
                <a:lnTo>
                  <a:pt x="544213" y="158508"/>
                </a:lnTo>
                <a:lnTo>
                  <a:pt x="545071" y="158588"/>
                </a:lnTo>
                <a:lnTo>
                  <a:pt x="545938" y="158651"/>
                </a:lnTo>
                <a:lnTo>
                  <a:pt x="546812" y="158699"/>
                </a:lnTo>
                <a:lnTo>
                  <a:pt x="547694" y="158730"/>
                </a:lnTo>
                <a:lnTo>
                  <a:pt x="548585" y="158745"/>
                </a:lnTo>
                <a:lnTo>
                  <a:pt x="549484" y="158743"/>
                </a:lnTo>
                <a:lnTo>
                  <a:pt x="550582" y="158723"/>
                </a:lnTo>
                <a:lnTo>
                  <a:pt x="551670" y="158681"/>
                </a:lnTo>
                <a:lnTo>
                  <a:pt x="552750" y="158617"/>
                </a:lnTo>
                <a:lnTo>
                  <a:pt x="553821" y="158532"/>
                </a:lnTo>
                <a:lnTo>
                  <a:pt x="554882" y="158425"/>
                </a:lnTo>
                <a:lnTo>
                  <a:pt x="555934" y="158297"/>
                </a:lnTo>
                <a:lnTo>
                  <a:pt x="556977" y="158147"/>
                </a:lnTo>
                <a:lnTo>
                  <a:pt x="558012" y="157975"/>
                </a:lnTo>
                <a:lnTo>
                  <a:pt x="559037" y="157781"/>
                </a:lnTo>
                <a:lnTo>
                  <a:pt x="560052" y="157566"/>
                </a:lnTo>
                <a:lnTo>
                  <a:pt x="561059" y="157329"/>
                </a:lnTo>
                <a:lnTo>
                  <a:pt x="562057" y="157071"/>
                </a:lnTo>
                <a:lnTo>
                  <a:pt x="563045" y="156791"/>
                </a:lnTo>
                <a:lnTo>
                  <a:pt x="564025" y="156489"/>
                </a:lnTo>
                <a:lnTo>
                  <a:pt x="564995" y="156166"/>
                </a:lnTo>
                <a:lnTo>
                  <a:pt x="565956" y="155821"/>
                </a:lnTo>
                <a:lnTo>
                  <a:pt x="566908" y="155454"/>
                </a:lnTo>
                <a:lnTo>
                  <a:pt x="567851" y="155066"/>
                </a:lnTo>
                <a:lnTo>
                  <a:pt x="568785" y="154656"/>
                </a:lnTo>
                <a:lnTo>
                  <a:pt x="569710" y="154225"/>
                </a:lnTo>
                <a:lnTo>
                  <a:pt x="570626" y="153772"/>
                </a:lnTo>
                <a:lnTo>
                  <a:pt x="571532" y="153297"/>
                </a:lnTo>
                <a:lnTo>
                  <a:pt x="572430" y="152800"/>
                </a:lnTo>
                <a:lnTo>
                  <a:pt x="573318" y="152282"/>
                </a:lnTo>
                <a:lnTo>
                  <a:pt x="574194" y="151742"/>
                </a:lnTo>
                <a:lnTo>
                  <a:pt x="575055" y="151180"/>
                </a:lnTo>
                <a:lnTo>
                  <a:pt x="575901" y="150596"/>
                </a:lnTo>
                <a:lnTo>
                  <a:pt x="576731" y="149990"/>
                </a:lnTo>
                <a:lnTo>
                  <a:pt x="577547" y="149362"/>
                </a:lnTo>
                <a:lnTo>
                  <a:pt x="578347" y="148712"/>
                </a:lnTo>
                <a:lnTo>
                  <a:pt x="579131" y="148040"/>
                </a:lnTo>
                <a:lnTo>
                  <a:pt x="579901" y="147346"/>
                </a:lnTo>
                <a:lnTo>
                  <a:pt x="580655" y="146629"/>
                </a:lnTo>
                <a:lnTo>
                  <a:pt x="581394" y="145891"/>
                </a:lnTo>
                <a:lnTo>
                  <a:pt x="582118" y="145131"/>
                </a:lnTo>
                <a:lnTo>
                  <a:pt x="582826" y="144349"/>
                </a:lnTo>
                <a:lnTo>
                  <a:pt x="583520" y="143544"/>
                </a:lnTo>
                <a:lnTo>
                  <a:pt x="584198" y="142718"/>
                </a:lnTo>
                <a:lnTo>
                  <a:pt x="584860" y="141869"/>
                </a:lnTo>
                <a:lnTo>
                  <a:pt x="585508" y="140999"/>
                </a:lnTo>
                <a:lnTo>
                  <a:pt x="586140" y="140106"/>
                </a:lnTo>
                <a:lnTo>
                  <a:pt x="586757" y="139192"/>
                </a:lnTo>
                <a:lnTo>
                  <a:pt x="587359" y="138255"/>
                </a:lnTo>
                <a:lnTo>
                  <a:pt x="587945" y="137296"/>
                </a:lnTo>
                <a:lnTo>
                  <a:pt x="588517" y="136316"/>
                </a:lnTo>
                <a:lnTo>
                  <a:pt x="589073" y="135313"/>
                </a:lnTo>
                <a:lnTo>
                  <a:pt x="589614" y="134288"/>
                </a:lnTo>
                <a:lnTo>
                  <a:pt x="590139" y="133241"/>
                </a:lnTo>
                <a:lnTo>
                  <a:pt x="590646" y="132172"/>
                </a:lnTo>
                <a:lnTo>
                  <a:pt x="591132" y="131078"/>
                </a:lnTo>
                <a:lnTo>
                  <a:pt x="591596" y="129961"/>
                </a:lnTo>
                <a:lnTo>
                  <a:pt x="592038" y="128821"/>
                </a:lnTo>
                <a:lnTo>
                  <a:pt x="592459" y="127657"/>
                </a:lnTo>
                <a:lnTo>
                  <a:pt x="592858" y="126469"/>
                </a:lnTo>
                <a:lnTo>
                  <a:pt x="593236" y="125257"/>
                </a:lnTo>
                <a:lnTo>
                  <a:pt x="593592" y="124022"/>
                </a:lnTo>
                <a:lnTo>
                  <a:pt x="593926" y="122763"/>
                </a:lnTo>
                <a:lnTo>
                  <a:pt x="594239" y="121481"/>
                </a:lnTo>
                <a:lnTo>
                  <a:pt x="594531" y="120175"/>
                </a:lnTo>
                <a:lnTo>
                  <a:pt x="594800" y="118845"/>
                </a:lnTo>
                <a:lnTo>
                  <a:pt x="595049" y="117492"/>
                </a:lnTo>
                <a:lnTo>
                  <a:pt x="595275" y="116115"/>
                </a:lnTo>
                <a:lnTo>
                  <a:pt x="595480" y="114715"/>
                </a:lnTo>
                <a:lnTo>
                  <a:pt x="595664" y="113291"/>
                </a:lnTo>
                <a:lnTo>
                  <a:pt x="595826" y="111843"/>
                </a:lnTo>
                <a:lnTo>
                  <a:pt x="595966" y="110371"/>
                </a:lnTo>
                <a:lnTo>
                  <a:pt x="596084" y="108876"/>
                </a:lnTo>
                <a:lnTo>
                  <a:pt x="596182" y="107358"/>
                </a:lnTo>
                <a:lnTo>
                  <a:pt x="596257" y="105815"/>
                </a:lnTo>
                <a:lnTo>
                  <a:pt x="596311" y="104249"/>
                </a:lnTo>
                <a:lnTo>
                  <a:pt x="596343" y="102660"/>
                </a:lnTo>
                <a:lnTo>
                  <a:pt x="596354" y="101046"/>
                </a:lnTo>
                <a:lnTo>
                  <a:pt x="596344" y="99376"/>
                </a:lnTo>
                <a:lnTo>
                  <a:pt x="596314" y="97731"/>
                </a:lnTo>
                <a:lnTo>
                  <a:pt x="596264" y="96111"/>
                </a:lnTo>
                <a:lnTo>
                  <a:pt x="596194" y="94517"/>
                </a:lnTo>
                <a:lnTo>
                  <a:pt x="596104" y="92947"/>
                </a:lnTo>
                <a:lnTo>
                  <a:pt x="595994" y="91403"/>
                </a:lnTo>
                <a:lnTo>
                  <a:pt x="595864" y="89884"/>
                </a:lnTo>
                <a:lnTo>
                  <a:pt x="595714" y="88391"/>
                </a:lnTo>
                <a:lnTo>
                  <a:pt x="595544" y="86922"/>
                </a:lnTo>
                <a:lnTo>
                  <a:pt x="595354" y="85479"/>
                </a:lnTo>
                <a:lnTo>
                  <a:pt x="595144" y="84062"/>
                </a:lnTo>
                <a:lnTo>
                  <a:pt x="594914" y="82669"/>
                </a:lnTo>
                <a:lnTo>
                  <a:pt x="594665" y="81302"/>
                </a:lnTo>
                <a:lnTo>
                  <a:pt x="594395" y="79960"/>
                </a:lnTo>
                <a:lnTo>
                  <a:pt x="594105" y="78643"/>
                </a:lnTo>
                <a:lnTo>
                  <a:pt x="593795" y="77351"/>
                </a:lnTo>
                <a:lnTo>
                  <a:pt x="593465" y="76085"/>
                </a:lnTo>
                <a:lnTo>
                  <a:pt x="593115" y="74844"/>
                </a:lnTo>
                <a:lnTo>
                  <a:pt x="592745" y="73628"/>
                </a:lnTo>
                <a:lnTo>
                  <a:pt x="592355" y="72438"/>
                </a:lnTo>
                <a:lnTo>
                  <a:pt x="591945" y="71273"/>
                </a:lnTo>
                <a:lnTo>
                  <a:pt x="591515" y="70133"/>
                </a:lnTo>
                <a:lnTo>
                  <a:pt x="591065" y="69018"/>
                </a:lnTo>
                <a:lnTo>
                  <a:pt x="590595" y="67929"/>
                </a:lnTo>
                <a:lnTo>
                  <a:pt x="590108" y="66863"/>
                </a:lnTo>
                <a:lnTo>
                  <a:pt x="589605" y="65820"/>
                </a:lnTo>
                <a:lnTo>
                  <a:pt x="589088" y="64800"/>
                </a:lnTo>
                <a:lnTo>
                  <a:pt x="588555" y="63803"/>
                </a:lnTo>
                <a:lnTo>
                  <a:pt x="588008" y="62828"/>
                </a:lnTo>
                <a:lnTo>
                  <a:pt x="587445" y="61877"/>
                </a:lnTo>
                <a:lnTo>
                  <a:pt x="586867" y="60948"/>
                </a:lnTo>
                <a:lnTo>
                  <a:pt x="586274" y="60042"/>
                </a:lnTo>
                <a:lnTo>
                  <a:pt x="585667" y="59159"/>
                </a:lnTo>
                <a:lnTo>
                  <a:pt x="585044" y="58299"/>
                </a:lnTo>
                <a:lnTo>
                  <a:pt x="584406" y="57462"/>
                </a:lnTo>
                <a:lnTo>
                  <a:pt x="583753" y="56647"/>
                </a:lnTo>
                <a:lnTo>
                  <a:pt x="583085" y="55856"/>
                </a:lnTo>
                <a:lnTo>
                  <a:pt x="582402" y="55087"/>
                </a:lnTo>
                <a:lnTo>
                  <a:pt x="581704" y="54341"/>
                </a:lnTo>
                <a:lnTo>
                  <a:pt x="580991" y="53618"/>
                </a:lnTo>
                <a:lnTo>
                  <a:pt x="580262" y="52918"/>
                </a:lnTo>
                <a:lnTo>
                  <a:pt x="579519" y="52240"/>
                </a:lnTo>
                <a:lnTo>
                  <a:pt x="578761" y="51586"/>
                </a:lnTo>
                <a:lnTo>
                  <a:pt x="577987" y="50954"/>
                </a:lnTo>
                <a:lnTo>
                  <a:pt x="577199" y="50345"/>
                </a:lnTo>
                <a:lnTo>
                  <a:pt x="576396" y="49759"/>
                </a:lnTo>
                <a:lnTo>
                  <a:pt x="575577" y="49196"/>
                </a:lnTo>
                <a:lnTo>
                  <a:pt x="574744" y="48656"/>
                </a:lnTo>
                <a:lnTo>
                  <a:pt x="573898" y="48138"/>
                </a:lnTo>
                <a:lnTo>
                  <a:pt x="573041" y="47642"/>
                </a:lnTo>
                <a:lnTo>
                  <a:pt x="572175" y="47168"/>
                </a:lnTo>
                <a:lnTo>
                  <a:pt x="571299" y="46716"/>
                </a:lnTo>
                <a:lnTo>
                  <a:pt x="570412" y="46287"/>
                </a:lnTo>
                <a:lnTo>
                  <a:pt x="569516" y="45879"/>
                </a:lnTo>
                <a:lnTo>
                  <a:pt x="568609" y="45493"/>
                </a:lnTo>
                <a:lnTo>
                  <a:pt x="567692" y="45130"/>
                </a:lnTo>
                <a:lnTo>
                  <a:pt x="566765" y="44788"/>
                </a:lnTo>
                <a:lnTo>
                  <a:pt x="565828" y="44469"/>
                </a:lnTo>
                <a:lnTo>
                  <a:pt x="564881" y="44171"/>
                </a:lnTo>
                <a:lnTo>
                  <a:pt x="563924" y="43896"/>
                </a:lnTo>
                <a:lnTo>
                  <a:pt x="562957" y="43642"/>
                </a:lnTo>
                <a:lnTo>
                  <a:pt x="561980" y="43411"/>
                </a:lnTo>
                <a:lnTo>
                  <a:pt x="560992" y="43201"/>
                </a:lnTo>
                <a:lnTo>
                  <a:pt x="559995" y="43014"/>
                </a:lnTo>
                <a:lnTo>
                  <a:pt x="558987" y="42849"/>
                </a:lnTo>
                <a:lnTo>
                  <a:pt x="557969" y="42705"/>
                </a:lnTo>
                <a:lnTo>
                  <a:pt x="556941" y="42584"/>
                </a:lnTo>
                <a:lnTo>
                  <a:pt x="555903" y="42485"/>
                </a:lnTo>
                <a:lnTo>
                  <a:pt x="554855" y="42408"/>
                </a:lnTo>
                <a:lnTo>
                  <a:pt x="553797" y="42353"/>
                </a:lnTo>
                <a:lnTo>
                  <a:pt x="552729" y="42320"/>
                </a:lnTo>
                <a:lnTo>
                  <a:pt x="551651" y="42309"/>
                </a:lnTo>
                <a:lnTo>
                  <a:pt x="550668" y="42317"/>
                </a:lnTo>
                <a:lnTo>
                  <a:pt x="549696" y="42342"/>
                </a:lnTo>
                <a:lnTo>
                  <a:pt x="548736" y="42384"/>
                </a:lnTo>
                <a:lnTo>
                  <a:pt x="547786" y="42443"/>
                </a:lnTo>
                <a:lnTo>
                  <a:pt x="546848" y="42519"/>
                </a:lnTo>
                <a:lnTo>
                  <a:pt x="545920" y="42612"/>
                </a:lnTo>
                <a:lnTo>
                  <a:pt x="545004" y="42721"/>
                </a:lnTo>
                <a:lnTo>
                  <a:pt x="544099" y="42847"/>
                </a:lnTo>
                <a:lnTo>
                  <a:pt x="543205" y="42990"/>
                </a:lnTo>
                <a:lnTo>
                  <a:pt x="542322" y="43150"/>
                </a:lnTo>
                <a:lnTo>
                  <a:pt x="541450" y="43327"/>
                </a:lnTo>
                <a:lnTo>
                  <a:pt x="540589" y="43520"/>
                </a:lnTo>
                <a:lnTo>
                  <a:pt x="539739" y="43731"/>
                </a:lnTo>
                <a:lnTo>
                  <a:pt x="538900" y="43958"/>
                </a:lnTo>
                <a:lnTo>
                  <a:pt x="538073" y="44202"/>
                </a:lnTo>
                <a:lnTo>
                  <a:pt x="537256" y="44463"/>
                </a:lnTo>
                <a:lnTo>
                  <a:pt x="536451" y="44741"/>
                </a:lnTo>
                <a:lnTo>
                  <a:pt x="535657" y="45035"/>
                </a:lnTo>
                <a:lnTo>
                  <a:pt x="534873" y="45346"/>
                </a:lnTo>
                <a:lnTo>
                  <a:pt x="534101" y="45675"/>
                </a:lnTo>
                <a:lnTo>
                  <a:pt x="533340" y="46020"/>
                </a:lnTo>
                <a:lnTo>
                  <a:pt x="532590" y="46381"/>
                </a:lnTo>
                <a:lnTo>
                  <a:pt x="531851" y="46760"/>
                </a:lnTo>
                <a:lnTo>
                  <a:pt x="531123" y="47155"/>
                </a:lnTo>
                <a:lnTo>
                  <a:pt x="530406" y="47567"/>
                </a:lnTo>
                <a:lnTo>
                  <a:pt x="529696" y="47992"/>
                </a:lnTo>
                <a:lnTo>
                  <a:pt x="528996" y="48432"/>
                </a:lnTo>
                <a:lnTo>
                  <a:pt x="528304" y="48887"/>
                </a:lnTo>
                <a:lnTo>
                  <a:pt x="527621" y="49356"/>
                </a:lnTo>
                <a:lnTo>
                  <a:pt x="526947" y="49839"/>
                </a:lnTo>
                <a:lnTo>
                  <a:pt x="526281" y="50337"/>
                </a:lnTo>
                <a:lnTo>
                  <a:pt x="525624" y="50849"/>
                </a:lnTo>
                <a:lnTo>
                  <a:pt x="524976" y="51376"/>
                </a:lnTo>
                <a:lnTo>
                  <a:pt x="524337" y="51917"/>
                </a:lnTo>
                <a:lnTo>
                  <a:pt x="523706" y="52473"/>
                </a:lnTo>
                <a:lnTo>
                  <a:pt x="523084" y="53043"/>
                </a:lnTo>
                <a:lnTo>
                  <a:pt x="522470" y="53627"/>
                </a:lnTo>
                <a:lnTo>
                  <a:pt x="521866" y="54226"/>
                </a:lnTo>
                <a:lnTo>
                  <a:pt x="521270" y="54840"/>
                </a:lnTo>
                <a:lnTo>
                  <a:pt x="520683" y="55468"/>
                </a:lnTo>
                <a:lnTo>
                  <a:pt x="520104" y="56110"/>
                </a:lnTo>
                <a:lnTo>
                  <a:pt x="519534" y="56767"/>
                </a:lnTo>
                <a:lnTo>
                  <a:pt x="518973" y="57438"/>
                </a:lnTo>
                <a:lnTo>
                  <a:pt x="518421" y="58124"/>
                </a:lnTo>
                <a:lnTo>
                  <a:pt x="517877" y="58824"/>
                </a:lnTo>
                <a:lnTo>
                  <a:pt x="517342" y="59539"/>
                </a:lnTo>
                <a:lnTo>
                  <a:pt x="516816" y="60268"/>
                </a:lnTo>
                <a:lnTo>
                  <a:pt x="516298" y="61011"/>
                </a:lnTo>
                <a:lnTo>
                  <a:pt x="514588" y="44019"/>
                </a:lnTo>
                <a:lnTo>
                  <a:pt x="486078" y="44019"/>
                </a:lnTo>
                <a:lnTo>
                  <a:pt x="486078" y="197517"/>
                </a:lnTo>
                <a:lnTo>
                  <a:pt x="516298" y="197517"/>
                </a:lnTo>
                <a:lnTo>
                  <a:pt x="516298" y="141523"/>
                </a:lnTo>
                <a:lnTo>
                  <a:pt x="516750" y="142201"/>
                </a:lnTo>
                <a:lnTo>
                  <a:pt x="517213" y="142866"/>
                </a:lnTo>
                <a:lnTo>
                  <a:pt x="517687" y="143519"/>
                </a:lnTo>
                <a:close/>
                <a:moveTo>
                  <a:pt x="538352" y="135361"/>
                </a:moveTo>
                <a:lnTo>
                  <a:pt x="537656" y="135259"/>
                </a:lnTo>
                <a:lnTo>
                  <a:pt x="536967" y="135138"/>
                </a:lnTo>
                <a:lnTo>
                  <a:pt x="536287" y="134999"/>
                </a:lnTo>
                <a:lnTo>
                  <a:pt x="535615" y="134841"/>
                </a:lnTo>
                <a:lnTo>
                  <a:pt x="534951" y="134665"/>
                </a:lnTo>
                <a:lnTo>
                  <a:pt x="534295" y="134470"/>
                </a:lnTo>
                <a:lnTo>
                  <a:pt x="533647" y="134256"/>
                </a:lnTo>
                <a:lnTo>
                  <a:pt x="533007" y="134024"/>
                </a:lnTo>
                <a:lnTo>
                  <a:pt x="532375" y="133773"/>
                </a:lnTo>
                <a:lnTo>
                  <a:pt x="531752" y="133504"/>
                </a:lnTo>
                <a:lnTo>
                  <a:pt x="531136" y="133216"/>
                </a:lnTo>
                <a:lnTo>
                  <a:pt x="530529" y="132909"/>
                </a:lnTo>
                <a:lnTo>
                  <a:pt x="529930" y="132584"/>
                </a:lnTo>
                <a:lnTo>
                  <a:pt x="529339" y="132241"/>
                </a:lnTo>
                <a:lnTo>
                  <a:pt x="528756" y="131879"/>
                </a:lnTo>
                <a:lnTo>
                  <a:pt x="528181" y="131498"/>
                </a:lnTo>
                <a:lnTo>
                  <a:pt x="527614" y="131098"/>
                </a:lnTo>
                <a:lnTo>
                  <a:pt x="527055" y="130681"/>
                </a:lnTo>
                <a:lnTo>
                  <a:pt x="526505" y="130244"/>
                </a:lnTo>
                <a:lnTo>
                  <a:pt x="525963" y="129795"/>
                </a:lnTo>
                <a:lnTo>
                  <a:pt x="525432" y="129338"/>
                </a:lnTo>
                <a:lnTo>
                  <a:pt x="524911" y="128874"/>
                </a:lnTo>
                <a:lnTo>
                  <a:pt x="524400" y="128403"/>
                </a:lnTo>
                <a:lnTo>
                  <a:pt x="523899" y="127924"/>
                </a:lnTo>
                <a:lnTo>
                  <a:pt x="523408" y="127439"/>
                </a:lnTo>
                <a:lnTo>
                  <a:pt x="522927" y="126945"/>
                </a:lnTo>
                <a:lnTo>
                  <a:pt x="522456" y="126445"/>
                </a:lnTo>
                <a:lnTo>
                  <a:pt x="521996" y="125938"/>
                </a:lnTo>
                <a:lnTo>
                  <a:pt x="521545" y="125423"/>
                </a:lnTo>
                <a:lnTo>
                  <a:pt x="521105" y="124901"/>
                </a:lnTo>
                <a:lnTo>
                  <a:pt x="520675" y="124371"/>
                </a:lnTo>
                <a:lnTo>
                  <a:pt x="520254" y="123834"/>
                </a:lnTo>
                <a:lnTo>
                  <a:pt x="519844" y="123290"/>
                </a:lnTo>
                <a:lnTo>
                  <a:pt x="519444" y="122739"/>
                </a:lnTo>
                <a:lnTo>
                  <a:pt x="519054" y="122181"/>
                </a:lnTo>
                <a:lnTo>
                  <a:pt x="518674" y="121615"/>
                </a:lnTo>
                <a:lnTo>
                  <a:pt x="518305" y="121042"/>
                </a:lnTo>
                <a:lnTo>
                  <a:pt x="517945" y="120461"/>
                </a:lnTo>
                <a:lnTo>
                  <a:pt x="517596" y="119874"/>
                </a:lnTo>
                <a:lnTo>
                  <a:pt x="517256" y="119279"/>
                </a:lnTo>
                <a:lnTo>
                  <a:pt x="516927" y="118677"/>
                </a:lnTo>
                <a:lnTo>
                  <a:pt x="516607" y="118067"/>
                </a:lnTo>
                <a:lnTo>
                  <a:pt x="516298" y="117450"/>
                </a:lnTo>
                <a:lnTo>
                  <a:pt x="516298" y="83955"/>
                </a:lnTo>
                <a:lnTo>
                  <a:pt x="516572" y="83375"/>
                </a:lnTo>
                <a:lnTo>
                  <a:pt x="516859" y="82799"/>
                </a:lnTo>
                <a:lnTo>
                  <a:pt x="517161" y="82227"/>
                </a:lnTo>
                <a:lnTo>
                  <a:pt x="517477" y="81659"/>
                </a:lnTo>
                <a:lnTo>
                  <a:pt x="517807" y="81095"/>
                </a:lnTo>
                <a:lnTo>
                  <a:pt x="518151" y="80535"/>
                </a:lnTo>
                <a:lnTo>
                  <a:pt x="518510" y="79978"/>
                </a:lnTo>
                <a:lnTo>
                  <a:pt x="518883" y="79426"/>
                </a:lnTo>
                <a:lnTo>
                  <a:pt x="519270" y="78877"/>
                </a:lnTo>
                <a:lnTo>
                  <a:pt x="519672" y="78332"/>
                </a:lnTo>
                <a:lnTo>
                  <a:pt x="520088" y="77790"/>
                </a:lnTo>
                <a:lnTo>
                  <a:pt x="520518" y="77253"/>
                </a:lnTo>
                <a:lnTo>
                  <a:pt x="520962" y="76720"/>
                </a:lnTo>
                <a:lnTo>
                  <a:pt x="521421" y="76190"/>
                </a:lnTo>
                <a:lnTo>
                  <a:pt x="521893" y="75664"/>
                </a:lnTo>
                <a:lnTo>
                  <a:pt x="522380" y="75142"/>
                </a:lnTo>
                <a:lnTo>
                  <a:pt x="522882" y="74624"/>
                </a:lnTo>
                <a:lnTo>
                  <a:pt x="523397" y="74109"/>
                </a:lnTo>
                <a:lnTo>
                  <a:pt x="523927" y="73599"/>
                </a:lnTo>
                <a:lnTo>
                  <a:pt x="524471" y="73092"/>
                </a:lnTo>
                <a:lnTo>
                  <a:pt x="525029" y="72589"/>
                </a:lnTo>
                <a:lnTo>
                  <a:pt x="525602" y="72090"/>
                </a:lnTo>
                <a:lnTo>
                  <a:pt x="526189" y="71595"/>
                </a:lnTo>
                <a:lnTo>
                  <a:pt x="526790" y="71104"/>
                </a:lnTo>
                <a:lnTo>
                  <a:pt x="527403" y="70625"/>
                </a:lnTo>
                <a:lnTo>
                  <a:pt x="528027" y="70166"/>
                </a:lnTo>
                <a:lnTo>
                  <a:pt x="528661" y="69727"/>
                </a:lnTo>
                <a:lnTo>
                  <a:pt x="529305" y="69309"/>
                </a:lnTo>
                <a:lnTo>
                  <a:pt x="529960" y="68912"/>
                </a:lnTo>
                <a:lnTo>
                  <a:pt x="530625" y="68534"/>
                </a:lnTo>
                <a:lnTo>
                  <a:pt x="531300" y="68177"/>
                </a:lnTo>
                <a:lnTo>
                  <a:pt x="531985" y="67841"/>
                </a:lnTo>
                <a:lnTo>
                  <a:pt x="532681" y="67525"/>
                </a:lnTo>
                <a:lnTo>
                  <a:pt x="533387" y="67229"/>
                </a:lnTo>
                <a:lnTo>
                  <a:pt x="534103" y="66954"/>
                </a:lnTo>
                <a:lnTo>
                  <a:pt x="534830" y="66699"/>
                </a:lnTo>
                <a:lnTo>
                  <a:pt x="535567" y="66465"/>
                </a:lnTo>
                <a:lnTo>
                  <a:pt x="536314" y="66250"/>
                </a:lnTo>
                <a:lnTo>
                  <a:pt x="537071" y="66057"/>
                </a:lnTo>
                <a:lnTo>
                  <a:pt x="537839" y="65883"/>
                </a:lnTo>
                <a:lnTo>
                  <a:pt x="538617" y="65730"/>
                </a:lnTo>
                <a:lnTo>
                  <a:pt x="539406" y="65598"/>
                </a:lnTo>
                <a:lnTo>
                  <a:pt x="540204" y="65486"/>
                </a:lnTo>
                <a:lnTo>
                  <a:pt x="541013" y="65394"/>
                </a:lnTo>
                <a:lnTo>
                  <a:pt x="541833" y="65323"/>
                </a:lnTo>
                <a:lnTo>
                  <a:pt x="542662" y="65272"/>
                </a:lnTo>
                <a:lnTo>
                  <a:pt x="543502" y="65241"/>
                </a:lnTo>
                <a:lnTo>
                  <a:pt x="544352" y="65231"/>
                </a:lnTo>
                <a:lnTo>
                  <a:pt x="545162" y="65246"/>
                </a:lnTo>
                <a:lnTo>
                  <a:pt x="545958" y="65291"/>
                </a:lnTo>
                <a:lnTo>
                  <a:pt x="546739" y="65367"/>
                </a:lnTo>
                <a:lnTo>
                  <a:pt x="547506" y="65473"/>
                </a:lnTo>
                <a:lnTo>
                  <a:pt x="548258" y="65609"/>
                </a:lnTo>
                <a:lnTo>
                  <a:pt x="548996" y="65776"/>
                </a:lnTo>
                <a:lnTo>
                  <a:pt x="549719" y="65973"/>
                </a:lnTo>
                <a:lnTo>
                  <a:pt x="550428" y="66200"/>
                </a:lnTo>
                <a:lnTo>
                  <a:pt x="551122" y="66458"/>
                </a:lnTo>
                <a:lnTo>
                  <a:pt x="551802" y="66745"/>
                </a:lnTo>
                <a:lnTo>
                  <a:pt x="552468" y="67063"/>
                </a:lnTo>
                <a:lnTo>
                  <a:pt x="553119" y="67412"/>
                </a:lnTo>
                <a:lnTo>
                  <a:pt x="553756" y="67790"/>
                </a:lnTo>
                <a:lnTo>
                  <a:pt x="554378" y="68199"/>
                </a:lnTo>
                <a:lnTo>
                  <a:pt x="554985" y="68639"/>
                </a:lnTo>
                <a:lnTo>
                  <a:pt x="555579" y="69108"/>
                </a:lnTo>
                <a:lnTo>
                  <a:pt x="556157" y="69608"/>
                </a:lnTo>
                <a:lnTo>
                  <a:pt x="556722" y="70138"/>
                </a:lnTo>
                <a:lnTo>
                  <a:pt x="557272" y="70698"/>
                </a:lnTo>
                <a:lnTo>
                  <a:pt x="557807" y="71289"/>
                </a:lnTo>
                <a:lnTo>
                  <a:pt x="558328" y="71910"/>
                </a:lnTo>
                <a:lnTo>
                  <a:pt x="558835" y="72561"/>
                </a:lnTo>
                <a:lnTo>
                  <a:pt x="559327" y="73243"/>
                </a:lnTo>
                <a:lnTo>
                  <a:pt x="559804" y="73955"/>
                </a:lnTo>
                <a:lnTo>
                  <a:pt x="560265" y="74698"/>
                </a:lnTo>
                <a:lnTo>
                  <a:pt x="560706" y="75473"/>
                </a:lnTo>
                <a:lnTo>
                  <a:pt x="561128" y="76280"/>
                </a:lnTo>
                <a:lnTo>
                  <a:pt x="561529" y="77120"/>
                </a:lnTo>
                <a:lnTo>
                  <a:pt x="561912" y="77992"/>
                </a:lnTo>
                <a:lnTo>
                  <a:pt x="562274" y="78897"/>
                </a:lnTo>
                <a:lnTo>
                  <a:pt x="562617" y="79834"/>
                </a:lnTo>
                <a:lnTo>
                  <a:pt x="562941" y="80803"/>
                </a:lnTo>
                <a:lnTo>
                  <a:pt x="563244" y="81804"/>
                </a:lnTo>
                <a:lnTo>
                  <a:pt x="563529" y="82838"/>
                </a:lnTo>
                <a:lnTo>
                  <a:pt x="563793" y="83904"/>
                </a:lnTo>
                <a:lnTo>
                  <a:pt x="564038" y="85002"/>
                </a:lnTo>
                <a:lnTo>
                  <a:pt x="564264" y="86133"/>
                </a:lnTo>
                <a:lnTo>
                  <a:pt x="564469" y="87296"/>
                </a:lnTo>
                <a:lnTo>
                  <a:pt x="564656" y="88492"/>
                </a:lnTo>
                <a:lnTo>
                  <a:pt x="564822" y="89719"/>
                </a:lnTo>
                <a:lnTo>
                  <a:pt x="564969" y="90979"/>
                </a:lnTo>
                <a:lnTo>
                  <a:pt x="565097" y="92272"/>
                </a:lnTo>
                <a:lnTo>
                  <a:pt x="565204" y="93596"/>
                </a:lnTo>
                <a:lnTo>
                  <a:pt x="565293" y="94953"/>
                </a:lnTo>
                <a:lnTo>
                  <a:pt x="565361" y="96342"/>
                </a:lnTo>
                <a:lnTo>
                  <a:pt x="565410" y="97764"/>
                </a:lnTo>
                <a:lnTo>
                  <a:pt x="565440" y="99218"/>
                </a:lnTo>
                <a:lnTo>
                  <a:pt x="565449" y="100704"/>
                </a:lnTo>
                <a:lnTo>
                  <a:pt x="565439" y="102105"/>
                </a:lnTo>
                <a:lnTo>
                  <a:pt x="565407" y="103478"/>
                </a:lnTo>
                <a:lnTo>
                  <a:pt x="565355" y="104823"/>
                </a:lnTo>
                <a:lnTo>
                  <a:pt x="565282" y="106141"/>
                </a:lnTo>
                <a:lnTo>
                  <a:pt x="565187" y="107430"/>
                </a:lnTo>
                <a:lnTo>
                  <a:pt x="565072" y="108692"/>
                </a:lnTo>
                <a:lnTo>
                  <a:pt x="564935" y="109925"/>
                </a:lnTo>
                <a:lnTo>
                  <a:pt x="564778" y="111131"/>
                </a:lnTo>
                <a:lnTo>
                  <a:pt x="564600" y="112309"/>
                </a:lnTo>
                <a:lnTo>
                  <a:pt x="564400" y="113460"/>
                </a:lnTo>
                <a:lnTo>
                  <a:pt x="564180" y="114582"/>
                </a:lnTo>
                <a:lnTo>
                  <a:pt x="563938" y="115676"/>
                </a:lnTo>
                <a:lnTo>
                  <a:pt x="563676" y="116743"/>
                </a:lnTo>
                <a:lnTo>
                  <a:pt x="563393" y="117782"/>
                </a:lnTo>
                <a:lnTo>
                  <a:pt x="563088" y="118793"/>
                </a:lnTo>
                <a:lnTo>
                  <a:pt x="562763" y="119776"/>
                </a:lnTo>
                <a:lnTo>
                  <a:pt x="562417" y="120731"/>
                </a:lnTo>
                <a:lnTo>
                  <a:pt x="562050" y="121658"/>
                </a:lnTo>
                <a:lnTo>
                  <a:pt x="561661" y="122558"/>
                </a:lnTo>
                <a:lnTo>
                  <a:pt x="561252" y="123430"/>
                </a:lnTo>
                <a:lnTo>
                  <a:pt x="560822" y="124273"/>
                </a:lnTo>
                <a:lnTo>
                  <a:pt x="560371" y="125089"/>
                </a:lnTo>
                <a:lnTo>
                  <a:pt x="559899" y="125877"/>
                </a:lnTo>
                <a:lnTo>
                  <a:pt x="559405" y="126638"/>
                </a:lnTo>
                <a:lnTo>
                  <a:pt x="558892" y="127368"/>
                </a:lnTo>
                <a:lnTo>
                  <a:pt x="558361" y="128068"/>
                </a:lnTo>
                <a:lnTo>
                  <a:pt x="557811" y="128737"/>
                </a:lnTo>
                <a:lnTo>
                  <a:pt x="557242" y="129374"/>
                </a:lnTo>
                <a:lnTo>
                  <a:pt x="556654" y="129980"/>
                </a:lnTo>
                <a:lnTo>
                  <a:pt x="556048" y="130556"/>
                </a:lnTo>
                <a:lnTo>
                  <a:pt x="555424" y="131100"/>
                </a:lnTo>
                <a:lnTo>
                  <a:pt x="554780" y="131613"/>
                </a:lnTo>
                <a:lnTo>
                  <a:pt x="554119" y="132095"/>
                </a:lnTo>
                <a:lnTo>
                  <a:pt x="553438" y="132546"/>
                </a:lnTo>
                <a:lnTo>
                  <a:pt x="552739" y="132966"/>
                </a:lnTo>
                <a:lnTo>
                  <a:pt x="552021" y="133354"/>
                </a:lnTo>
                <a:lnTo>
                  <a:pt x="551285" y="133712"/>
                </a:lnTo>
                <a:lnTo>
                  <a:pt x="550530" y="134038"/>
                </a:lnTo>
                <a:lnTo>
                  <a:pt x="549757" y="134334"/>
                </a:lnTo>
                <a:lnTo>
                  <a:pt x="548964" y="134598"/>
                </a:lnTo>
                <a:lnTo>
                  <a:pt x="548154" y="134831"/>
                </a:lnTo>
                <a:lnTo>
                  <a:pt x="547324" y="135034"/>
                </a:lnTo>
                <a:lnTo>
                  <a:pt x="546476" y="135205"/>
                </a:lnTo>
                <a:lnTo>
                  <a:pt x="545610" y="135345"/>
                </a:lnTo>
                <a:lnTo>
                  <a:pt x="544725" y="135453"/>
                </a:lnTo>
                <a:lnTo>
                  <a:pt x="543821" y="135531"/>
                </a:lnTo>
                <a:lnTo>
                  <a:pt x="542898" y="135578"/>
                </a:lnTo>
                <a:lnTo>
                  <a:pt x="541957" y="135593"/>
                </a:lnTo>
                <a:lnTo>
                  <a:pt x="541220" y="135584"/>
                </a:lnTo>
                <a:lnTo>
                  <a:pt x="540491" y="135556"/>
                </a:lnTo>
                <a:lnTo>
                  <a:pt x="539770" y="135510"/>
                </a:lnTo>
                <a:lnTo>
                  <a:pt x="539057" y="135445"/>
                </a:lnTo>
                <a:lnTo>
                  <a:pt x="538352" y="135361"/>
                </a:lnTo>
                <a:close/>
                <a:moveTo>
                  <a:pt x="1606517" y="29305"/>
                </a:moveTo>
                <a:lnTo>
                  <a:pt x="1607149" y="29239"/>
                </a:lnTo>
                <a:lnTo>
                  <a:pt x="1607767" y="29159"/>
                </a:lnTo>
                <a:lnTo>
                  <a:pt x="1608372" y="29063"/>
                </a:lnTo>
                <a:lnTo>
                  <a:pt x="1608964" y="28953"/>
                </a:lnTo>
                <a:lnTo>
                  <a:pt x="1609541" y="28829"/>
                </a:lnTo>
                <a:lnTo>
                  <a:pt x="1610105" y="28690"/>
                </a:lnTo>
                <a:lnTo>
                  <a:pt x="1610656" y="28536"/>
                </a:lnTo>
                <a:lnTo>
                  <a:pt x="1611192" y="28367"/>
                </a:lnTo>
                <a:lnTo>
                  <a:pt x="1611715" y="28184"/>
                </a:lnTo>
                <a:lnTo>
                  <a:pt x="1612224" y="27986"/>
                </a:lnTo>
                <a:lnTo>
                  <a:pt x="1612720" y="27774"/>
                </a:lnTo>
                <a:lnTo>
                  <a:pt x="1613202" y="27547"/>
                </a:lnTo>
                <a:lnTo>
                  <a:pt x="1613670" y="27305"/>
                </a:lnTo>
                <a:lnTo>
                  <a:pt x="1614125" y="27049"/>
                </a:lnTo>
                <a:lnTo>
                  <a:pt x="1614566" y="26778"/>
                </a:lnTo>
                <a:lnTo>
                  <a:pt x="1614994" y="26492"/>
                </a:lnTo>
                <a:lnTo>
                  <a:pt x="1615407" y="26192"/>
                </a:lnTo>
                <a:lnTo>
                  <a:pt x="1615807" y="25877"/>
                </a:lnTo>
                <a:lnTo>
                  <a:pt x="1616194" y="25547"/>
                </a:lnTo>
                <a:lnTo>
                  <a:pt x="1616566" y="25203"/>
                </a:lnTo>
                <a:lnTo>
                  <a:pt x="1616925" y="24848"/>
                </a:lnTo>
                <a:lnTo>
                  <a:pt x="1617268" y="24485"/>
                </a:lnTo>
                <a:lnTo>
                  <a:pt x="1617595" y="24116"/>
                </a:lnTo>
                <a:lnTo>
                  <a:pt x="1617908" y="23739"/>
                </a:lnTo>
                <a:lnTo>
                  <a:pt x="1618205" y="23356"/>
                </a:lnTo>
                <a:lnTo>
                  <a:pt x="1618487" y="22965"/>
                </a:lnTo>
                <a:lnTo>
                  <a:pt x="1618754" y="22567"/>
                </a:lnTo>
                <a:lnTo>
                  <a:pt x="1619005" y="22162"/>
                </a:lnTo>
                <a:lnTo>
                  <a:pt x="1619242" y="21750"/>
                </a:lnTo>
                <a:lnTo>
                  <a:pt x="1619463" y="21330"/>
                </a:lnTo>
                <a:lnTo>
                  <a:pt x="1619669" y="20904"/>
                </a:lnTo>
                <a:lnTo>
                  <a:pt x="1619859" y="20470"/>
                </a:lnTo>
                <a:lnTo>
                  <a:pt x="1620035" y="20029"/>
                </a:lnTo>
                <a:lnTo>
                  <a:pt x="1620195" y="19582"/>
                </a:lnTo>
                <a:lnTo>
                  <a:pt x="1620339" y="19127"/>
                </a:lnTo>
                <a:lnTo>
                  <a:pt x="1620469" y="18665"/>
                </a:lnTo>
                <a:lnTo>
                  <a:pt x="1620583" y="18195"/>
                </a:lnTo>
                <a:lnTo>
                  <a:pt x="1620682" y="17719"/>
                </a:lnTo>
                <a:lnTo>
                  <a:pt x="1620766" y="17235"/>
                </a:lnTo>
                <a:lnTo>
                  <a:pt x="1620835" y="16745"/>
                </a:lnTo>
                <a:lnTo>
                  <a:pt x="1620888" y="16247"/>
                </a:lnTo>
                <a:lnTo>
                  <a:pt x="1620926" y="15742"/>
                </a:lnTo>
                <a:lnTo>
                  <a:pt x="1620949" y="15230"/>
                </a:lnTo>
                <a:lnTo>
                  <a:pt x="1620957" y="14711"/>
                </a:lnTo>
                <a:lnTo>
                  <a:pt x="1620949" y="14183"/>
                </a:lnTo>
                <a:lnTo>
                  <a:pt x="1620926" y="13662"/>
                </a:lnTo>
                <a:lnTo>
                  <a:pt x="1620888" y="13149"/>
                </a:lnTo>
                <a:lnTo>
                  <a:pt x="1620835" y="12644"/>
                </a:lnTo>
                <a:lnTo>
                  <a:pt x="1620766" y="12147"/>
                </a:lnTo>
                <a:lnTo>
                  <a:pt x="1620682" y="11657"/>
                </a:lnTo>
                <a:lnTo>
                  <a:pt x="1620583" y="11175"/>
                </a:lnTo>
                <a:lnTo>
                  <a:pt x="1620469" y="10701"/>
                </a:lnTo>
                <a:lnTo>
                  <a:pt x="1620339" y="10234"/>
                </a:lnTo>
                <a:lnTo>
                  <a:pt x="1620195" y="9775"/>
                </a:lnTo>
                <a:lnTo>
                  <a:pt x="1620035" y="9324"/>
                </a:lnTo>
                <a:lnTo>
                  <a:pt x="1619859" y="8881"/>
                </a:lnTo>
                <a:lnTo>
                  <a:pt x="1619669" y="8445"/>
                </a:lnTo>
                <a:lnTo>
                  <a:pt x="1619463" y="8017"/>
                </a:lnTo>
                <a:lnTo>
                  <a:pt x="1619242" y="7597"/>
                </a:lnTo>
                <a:lnTo>
                  <a:pt x="1619005" y="7185"/>
                </a:lnTo>
                <a:lnTo>
                  <a:pt x="1618754" y="6780"/>
                </a:lnTo>
                <a:lnTo>
                  <a:pt x="1618487" y="6383"/>
                </a:lnTo>
                <a:lnTo>
                  <a:pt x="1618205" y="5993"/>
                </a:lnTo>
                <a:lnTo>
                  <a:pt x="1617908" y="5612"/>
                </a:lnTo>
                <a:lnTo>
                  <a:pt x="1617595" y="5238"/>
                </a:lnTo>
                <a:lnTo>
                  <a:pt x="1617268" y="4872"/>
                </a:lnTo>
                <a:lnTo>
                  <a:pt x="1616925" y="4513"/>
                </a:lnTo>
                <a:lnTo>
                  <a:pt x="1616566" y="4162"/>
                </a:lnTo>
                <a:lnTo>
                  <a:pt x="1616194" y="3823"/>
                </a:lnTo>
                <a:lnTo>
                  <a:pt x="1615807" y="3498"/>
                </a:lnTo>
                <a:lnTo>
                  <a:pt x="1615407" y="3187"/>
                </a:lnTo>
                <a:lnTo>
                  <a:pt x="1614994" y="2891"/>
                </a:lnTo>
                <a:lnTo>
                  <a:pt x="1614566" y="2609"/>
                </a:lnTo>
                <a:lnTo>
                  <a:pt x="1614125" y="2341"/>
                </a:lnTo>
                <a:lnTo>
                  <a:pt x="1613670" y="2088"/>
                </a:lnTo>
                <a:lnTo>
                  <a:pt x="1613202" y="1850"/>
                </a:lnTo>
                <a:lnTo>
                  <a:pt x="1612720" y="1626"/>
                </a:lnTo>
                <a:lnTo>
                  <a:pt x="1612224" y="1416"/>
                </a:lnTo>
                <a:lnTo>
                  <a:pt x="1611715" y="1221"/>
                </a:lnTo>
                <a:lnTo>
                  <a:pt x="1611192" y="1041"/>
                </a:lnTo>
                <a:lnTo>
                  <a:pt x="1610656" y="874"/>
                </a:lnTo>
                <a:lnTo>
                  <a:pt x="1610105" y="723"/>
                </a:lnTo>
                <a:lnTo>
                  <a:pt x="1609541" y="585"/>
                </a:lnTo>
                <a:lnTo>
                  <a:pt x="1608964" y="462"/>
                </a:lnTo>
                <a:lnTo>
                  <a:pt x="1608372" y="354"/>
                </a:lnTo>
                <a:lnTo>
                  <a:pt x="1607767" y="260"/>
                </a:lnTo>
                <a:lnTo>
                  <a:pt x="1607149" y="181"/>
                </a:lnTo>
                <a:lnTo>
                  <a:pt x="1606517" y="116"/>
                </a:lnTo>
                <a:lnTo>
                  <a:pt x="1605871" y="65"/>
                </a:lnTo>
                <a:lnTo>
                  <a:pt x="1605211" y="29"/>
                </a:lnTo>
                <a:lnTo>
                  <a:pt x="1604538" y="7"/>
                </a:lnTo>
                <a:lnTo>
                  <a:pt x="1603851" y="0"/>
                </a:lnTo>
                <a:lnTo>
                  <a:pt x="1603164" y="7"/>
                </a:lnTo>
                <a:lnTo>
                  <a:pt x="1602491" y="29"/>
                </a:lnTo>
                <a:lnTo>
                  <a:pt x="1601831" y="65"/>
                </a:lnTo>
                <a:lnTo>
                  <a:pt x="1601185" y="116"/>
                </a:lnTo>
                <a:lnTo>
                  <a:pt x="1600553" y="181"/>
                </a:lnTo>
                <a:lnTo>
                  <a:pt x="1599934" y="260"/>
                </a:lnTo>
                <a:lnTo>
                  <a:pt x="1599329" y="354"/>
                </a:lnTo>
                <a:lnTo>
                  <a:pt x="1598738" y="462"/>
                </a:lnTo>
                <a:lnTo>
                  <a:pt x="1598160" y="585"/>
                </a:lnTo>
                <a:lnTo>
                  <a:pt x="1597597" y="723"/>
                </a:lnTo>
                <a:lnTo>
                  <a:pt x="1597046" y="874"/>
                </a:lnTo>
                <a:lnTo>
                  <a:pt x="1596510" y="1041"/>
                </a:lnTo>
                <a:lnTo>
                  <a:pt x="1595987" y="1221"/>
                </a:lnTo>
                <a:lnTo>
                  <a:pt x="1595477" y="1416"/>
                </a:lnTo>
                <a:lnTo>
                  <a:pt x="1594982" y="1626"/>
                </a:lnTo>
                <a:lnTo>
                  <a:pt x="1594500" y="1850"/>
                </a:lnTo>
                <a:lnTo>
                  <a:pt x="1594031" y="2088"/>
                </a:lnTo>
                <a:lnTo>
                  <a:pt x="1593577" y="2341"/>
                </a:lnTo>
                <a:lnTo>
                  <a:pt x="1593136" y="2609"/>
                </a:lnTo>
                <a:lnTo>
                  <a:pt x="1592708" y="2891"/>
                </a:lnTo>
                <a:lnTo>
                  <a:pt x="1592295" y="3187"/>
                </a:lnTo>
                <a:lnTo>
                  <a:pt x="1591895" y="3498"/>
                </a:lnTo>
                <a:lnTo>
                  <a:pt x="1591508" y="3823"/>
                </a:lnTo>
                <a:lnTo>
                  <a:pt x="1591135" y="4162"/>
                </a:lnTo>
                <a:lnTo>
                  <a:pt x="1590777" y="4513"/>
                </a:lnTo>
                <a:lnTo>
                  <a:pt x="1590434" y="4872"/>
                </a:lnTo>
                <a:lnTo>
                  <a:pt x="1590106" y="5238"/>
                </a:lnTo>
                <a:lnTo>
                  <a:pt x="1589794" y="5612"/>
                </a:lnTo>
                <a:lnTo>
                  <a:pt x="1589497" y="5993"/>
                </a:lnTo>
                <a:lnTo>
                  <a:pt x="1589215" y="6383"/>
                </a:lnTo>
                <a:lnTo>
                  <a:pt x="1588948" y="6780"/>
                </a:lnTo>
                <a:lnTo>
                  <a:pt x="1588696" y="7185"/>
                </a:lnTo>
                <a:lnTo>
                  <a:pt x="1588460" y="7597"/>
                </a:lnTo>
                <a:lnTo>
                  <a:pt x="1588239" y="8017"/>
                </a:lnTo>
                <a:lnTo>
                  <a:pt x="1588033" y="8445"/>
                </a:lnTo>
                <a:lnTo>
                  <a:pt x="1587843" y="8881"/>
                </a:lnTo>
                <a:lnTo>
                  <a:pt x="1587667" y="9324"/>
                </a:lnTo>
                <a:lnTo>
                  <a:pt x="1587507" y="9775"/>
                </a:lnTo>
                <a:lnTo>
                  <a:pt x="1587362" y="10234"/>
                </a:lnTo>
                <a:lnTo>
                  <a:pt x="1587233" y="10701"/>
                </a:lnTo>
                <a:lnTo>
                  <a:pt x="1587118" y="11175"/>
                </a:lnTo>
                <a:lnTo>
                  <a:pt x="1587019" y="11657"/>
                </a:lnTo>
                <a:lnTo>
                  <a:pt x="1586935" y="12147"/>
                </a:lnTo>
                <a:lnTo>
                  <a:pt x="1586867" y="12644"/>
                </a:lnTo>
                <a:lnTo>
                  <a:pt x="1586814" y="13149"/>
                </a:lnTo>
                <a:lnTo>
                  <a:pt x="1586775" y="13662"/>
                </a:lnTo>
                <a:lnTo>
                  <a:pt x="1586753" y="14183"/>
                </a:lnTo>
                <a:lnTo>
                  <a:pt x="1586745" y="14711"/>
                </a:lnTo>
                <a:lnTo>
                  <a:pt x="1586753" y="15230"/>
                </a:lnTo>
                <a:lnTo>
                  <a:pt x="1586775" y="15742"/>
                </a:lnTo>
                <a:lnTo>
                  <a:pt x="1586814" y="16247"/>
                </a:lnTo>
                <a:lnTo>
                  <a:pt x="1586867" y="16745"/>
                </a:lnTo>
                <a:lnTo>
                  <a:pt x="1586935" y="17235"/>
                </a:lnTo>
                <a:lnTo>
                  <a:pt x="1587019" y="17719"/>
                </a:lnTo>
                <a:lnTo>
                  <a:pt x="1587118" y="18195"/>
                </a:lnTo>
                <a:lnTo>
                  <a:pt x="1587233" y="18665"/>
                </a:lnTo>
                <a:lnTo>
                  <a:pt x="1587362" y="19127"/>
                </a:lnTo>
                <a:lnTo>
                  <a:pt x="1587507" y="19582"/>
                </a:lnTo>
                <a:lnTo>
                  <a:pt x="1587667" y="20029"/>
                </a:lnTo>
                <a:lnTo>
                  <a:pt x="1587843" y="20470"/>
                </a:lnTo>
                <a:lnTo>
                  <a:pt x="1588033" y="20904"/>
                </a:lnTo>
                <a:lnTo>
                  <a:pt x="1588239" y="21330"/>
                </a:lnTo>
                <a:lnTo>
                  <a:pt x="1588460" y="21750"/>
                </a:lnTo>
                <a:lnTo>
                  <a:pt x="1588696" y="22162"/>
                </a:lnTo>
                <a:lnTo>
                  <a:pt x="1588948" y="22567"/>
                </a:lnTo>
                <a:lnTo>
                  <a:pt x="1589215" y="22965"/>
                </a:lnTo>
                <a:lnTo>
                  <a:pt x="1589497" y="23356"/>
                </a:lnTo>
                <a:lnTo>
                  <a:pt x="1589794" y="23739"/>
                </a:lnTo>
                <a:lnTo>
                  <a:pt x="1590106" y="24116"/>
                </a:lnTo>
                <a:lnTo>
                  <a:pt x="1590434" y="24485"/>
                </a:lnTo>
                <a:lnTo>
                  <a:pt x="1590777" y="24848"/>
                </a:lnTo>
                <a:lnTo>
                  <a:pt x="1591135" y="25203"/>
                </a:lnTo>
                <a:lnTo>
                  <a:pt x="1591508" y="25547"/>
                </a:lnTo>
                <a:lnTo>
                  <a:pt x="1591895" y="25877"/>
                </a:lnTo>
                <a:lnTo>
                  <a:pt x="1592295" y="26192"/>
                </a:lnTo>
                <a:lnTo>
                  <a:pt x="1592708" y="26492"/>
                </a:lnTo>
                <a:lnTo>
                  <a:pt x="1593136" y="26778"/>
                </a:lnTo>
                <a:lnTo>
                  <a:pt x="1593577" y="27049"/>
                </a:lnTo>
                <a:lnTo>
                  <a:pt x="1594031" y="27305"/>
                </a:lnTo>
                <a:lnTo>
                  <a:pt x="1594500" y="27547"/>
                </a:lnTo>
                <a:lnTo>
                  <a:pt x="1594982" y="27774"/>
                </a:lnTo>
                <a:lnTo>
                  <a:pt x="1595477" y="27986"/>
                </a:lnTo>
                <a:lnTo>
                  <a:pt x="1595987" y="28184"/>
                </a:lnTo>
                <a:lnTo>
                  <a:pt x="1596510" y="28367"/>
                </a:lnTo>
                <a:lnTo>
                  <a:pt x="1597046" y="28536"/>
                </a:lnTo>
                <a:lnTo>
                  <a:pt x="1597597" y="28690"/>
                </a:lnTo>
                <a:lnTo>
                  <a:pt x="1598160" y="28829"/>
                </a:lnTo>
                <a:lnTo>
                  <a:pt x="1598738" y="28953"/>
                </a:lnTo>
                <a:lnTo>
                  <a:pt x="1599329" y="29063"/>
                </a:lnTo>
                <a:lnTo>
                  <a:pt x="1599934" y="29159"/>
                </a:lnTo>
                <a:lnTo>
                  <a:pt x="1600553" y="29239"/>
                </a:lnTo>
                <a:lnTo>
                  <a:pt x="1601185" y="29305"/>
                </a:lnTo>
                <a:lnTo>
                  <a:pt x="1601831" y="29356"/>
                </a:lnTo>
                <a:lnTo>
                  <a:pt x="1602491" y="29393"/>
                </a:lnTo>
                <a:lnTo>
                  <a:pt x="1603164" y="29415"/>
                </a:lnTo>
                <a:lnTo>
                  <a:pt x="1603851" y="29422"/>
                </a:lnTo>
                <a:lnTo>
                  <a:pt x="1604538" y="29415"/>
                </a:lnTo>
                <a:lnTo>
                  <a:pt x="1605211" y="29393"/>
                </a:lnTo>
                <a:lnTo>
                  <a:pt x="1605871" y="29356"/>
                </a:lnTo>
                <a:lnTo>
                  <a:pt x="1606517" y="29305"/>
                </a:lnTo>
                <a:close/>
                <a:moveTo>
                  <a:pt x="2306408" y="29239"/>
                </a:moveTo>
                <a:lnTo>
                  <a:pt x="2307027" y="29159"/>
                </a:lnTo>
                <a:lnTo>
                  <a:pt x="2307631" y="29063"/>
                </a:lnTo>
                <a:lnTo>
                  <a:pt x="2308223" y="28953"/>
                </a:lnTo>
                <a:lnTo>
                  <a:pt x="2308800" y="28829"/>
                </a:lnTo>
                <a:lnTo>
                  <a:pt x="2309364" y="28690"/>
                </a:lnTo>
                <a:lnTo>
                  <a:pt x="2309915" y="28536"/>
                </a:lnTo>
                <a:lnTo>
                  <a:pt x="2310451" y="28367"/>
                </a:lnTo>
                <a:lnTo>
                  <a:pt x="2310974" y="28184"/>
                </a:lnTo>
                <a:lnTo>
                  <a:pt x="2311484" y="27986"/>
                </a:lnTo>
                <a:lnTo>
                  <a:pt x="2311979" y="27774"/>
                </a:lnTo>
                <a:lnTo>
                  <a:pt x="2312461" y="27547"/>
                </a:lnTo>
                <a:lnTo>
                  <a:pt x="2312930" y="27305"/>
                </a:lnTo>
                <a:lnTo>
                  <a:pt x="2313384" y="27049"/>
                </a:lnTo>
                <a:lnTo>
                  <a:pt x="2313825" y="26778"/>
                </a:lnTo>
                <a:lnTo>
                  <a:pt x="2314253" y="26492"/>
                </a:lnTo>
                <a:lnTo>
                  <a:pt x="2314666" y="26192"/>
                </a:lnTo>
                <a:lnTo>
                  <a:pt x="2315066" y="25877"/>
                </a:lnTo>
                <a:lnTo>
                  <a:pt x="2315453" y="25547"/>
                </a:lnTo>
                <a:lnTo>
                  <a:pt x="2315825" y="25203"/>
                </a:lnTo>
                <a:lnTo>
                  <a:pt x="2316184" y="24848"/>
                </a:lnTo>
                <a:lnTo>
                  <a:pt x="2316527" y="24485"/>
                </a:lnTo>
                <a:lnTo>
                  <a:pt x="2316854" y="24116"/>
                </a:lnTo>
                <a:lnTo>
                  <a:pt x="2317167" y="23739"/>
                </a:lnTo>
                <a:lnTo>
                  <a:pt x="2317464" y="23356"/>
                </a:lnTo>
                <a:lnTo>
                  <a:pt x="2317746" y="22965"/>
                </a:lnTo>
                <a:lnTo>
                  <a:pt x="2318013" y="22567"/>
                </a:lnTo>
                <a:lnTo>
                  <a:pt x="2318265" y="22162"/>
                </a:lnTo>
                <a:lnTo>
                  <a:pt x="2318501" y="21750"/>
                </a:lnTo>
                <a:lnTo>
                  <a:pt x="2318722" y="21330"/>
                </a:lnTo>
                <a:lnTo>
                  <a:pt x="2318928" y="20904"/>
                </a:lnTo>
                <a:lnTo>
                  <a:pt x="2319118" y="20470"/>
                </a:lnTo>
                <a:lnTo>
                  <a:pt x="2319294" y="20029"/>
                </a:lnTo>
                <a:lnTo>
                  <a:pt x="2319454" y="19582"/>
                </a:lnTo>
                <a:lnTo>
                  <a:pt x="2319599" y="19127"/>
                </a:lnTo>
                <a:lnTo>
                  <a:pt x="2319728" y="18665"/>
                </a:lnTo>
                <a:lnTo>
                  <a:pt x="2319842" y="18195"/>
                </a:lnTo>
                <a:lnTo>
                  <a:pt x="2319942" y="17719"/>
                </a:lnTo>
                <a:lnTo>
                  <a:pt x="2320025" y="17235"/>
                </a:lnTo>
                <a:lnTo>
                  <a:pt x="2320094" y="16745"/>
                </a:lnTo>
                <a:lnTo>
                  <a:pt x="2320147" y="16247"/>
                </a:lnTo>
                <a:lnTo>
                  <a:pt x="2320185" y="15742"/>
                </a:lnTo>
                <a:lnTo>
                  <a:pt x="2320208" y="15230"/>
                </a:lnTo>
                <a:lnTo>
                  <a:pt x="2320216" y="14711"/>
                </a:lnTo>
                <a:lnTo>
                  <a:pt x="2320208" y="14183"/>
                </a:lnTo>
                <a:lnTo>
                  <a:pt x="2320185" y="13662"/>
                </a:lnTo>
                <a:lnTo>
                  <a:pt x="2320147" y="13149"/>
                </a:lnTo>
                <a:lnTo>
                  <a:pt x="2320094" y="12644"/>
                </a:lnTo>
                <a:lnTo>
                  <a:pt x="2320025" y="12147"/>
                </a:lnTo>
                <a:lnTo>
                  <a:pt x="2319942" y="11657"/>
                </a:lnTo>
                <a:lnTo>
                  <a:pt x="2319842" y="11175"/>
                </a:lnTo>
                <a:lnTo>
                  <a:pt x="2319728" y="10701"/>
                </a:lnTo>
                <a:lnTo>
                  <a:pt x="2319599" y="10234"/>
                </a:lnTo>
                <a:lnTo>
                  <a:pt x="2319454" y="9775"/>
                </a:lnTo>
                <a:lnTo>
                  <a:pt x="2319294" y="9324"/>
                </a:lnTo>
                <a:lnTo>
                  <a:pt x="2319118" y="8881"/>
                </a:lnTo>
                <a:lnTo>
                  <a:pt x="2318928" y="8445"/>
                </a:lnTo>
                <a:lnTo>
                  <a:pt x="2318722" y="8017"/>
                </a:lnTo>
                <a:lnTo>
                  <a:pt x="2318501" y="7597"/>
                </a:lnTo>
                <a:lnTo>
                  <a:pt x="2318265" y="7185"/>
                </a:lnTo>
                <a:lnTo>
                  <a:pt x="2318013" y="6780"/>
                </a:lnTo>
                <a:lnTo>
                  <a:pt x="2317746" y="6383"/>
                </a:lnTo>
                <a:lnTo>
                  <a:pt x="2317464" y="5993"/>
                </a:lnTo>
                <a:lnTo>
                  <a:pt x="2317167" y="5612"/>
                </a:lnTo>
                <a:lnTo>
                  <a:pt x="2316854" y="5238"/>
                </a:lnTo>
                <a:lnTo>
                  <a:pt x="2316527" y="4872"/>
                </a:lnTo>
                <a:lnTo>
                  <a:pt x="2316184" y="4513"/>
                </a:lnTo>
                <a:lnTo>
                  <a:pt x="2315825" y="4162"/>
                </a:lnTo>
                <a:lnTo>
                  <a:pt x="2315453" y="3823"/>
                </a:lnTo>
                <a:lnTo>
                  <a:pt x="2315066" y="3498"/>
                </a:lnTo>
                <a:lnTo>
                  <a:pt x="2314666" y="3187"/>
                </a:lnTo>
                <a:lnTo>
                  <a:pt x="2314253" y="2891"/>
                </a:lnTo>
                <a:lnTo>
                  <a:pt x="2313825" y="2609"/>
                </a:lnTo>
                <a:lnTo>
                  <a:pt x="2313384" y="2341"/>
                </a:lnTo>
                <a:lnTo>
                  <a:pt x="2312930" y="2088"/>
                </a:lnTo>
                <a:lnTo>
                  <a:pt x="2312461" y="1850"/>
                </a:lnTo>
                <a:lnTo>
                  <a:pt x="2311979" y="1626"/>
                </a:lnTo>
                <a:lnTo>
                  <a:pt x="2311484" y="1416"/>
                </a:lnTo>
                <a:lnTo>
                  <a:pt x="2310974" y="1221"/>
                </a:lnTo>
                <a:lnTo>
                  <a:pt x="2310451" y="1041"/>
                </a:lnTo>
                <a:lnTo>
                  <a:pt x="2309915" y="874"/>
                </a:lnTo>
                <a:lnTo>
                  <a:pt x="2309364" y="723"/>
                </a:lnTo>
                <a:lnTo>
                  <a:pt x="2308800" y="585"/>
                </a:lnTo>
                <a:lnTo>
                  <a:pt x="2308223" y="462"/>
                </a:lnTo>
                <a:lnTo>
                  <a:pt x="2307631" y="354"/>
                </a:lnTo>
                <a:lnTo>
                  <a:pt x="2307027" y="260"/>
                </a:lnTo>
                <a:lnTo>
                  <a:pt x="2306408" y="181"/>
                </a:lnTo>
                <a:lnTo>
                  <a:pt x="2305776" y="116"/>
                </a:lnTo>
                <a:lnTo>
                  <a:pt x="2305130" y="65"/>
                </a:lnTo>
                <a:lnTo>
                  <a:pt x="2304470" y="29"/>
                </a:lnTo>
                <a:lnTo>
                  <a:pt x="2303797" y="7"/>
                </a:lnTo>
                <a:lnTo>
                  <a:pt x="2303110" y="0"/>
                </a:lnTo>
                <a:lnTo>
                  <a:pt x="2302423" y="7"/>
                </a:lnTo>
                <a:lnTo>
                  <a:pt x="2301750" y="29"/>
                </a:lnTo>
                <a:lnTo>
                  <a:pt x="2301090" y="65"/>
                </a:lnTo>
                <a:lnTo>
                  <a:pt x="2300444" y="116"/>
                </a:lnTo>
                <a:lnTo>
                  <a:pt x="2299812" y="181"/>
                </a:lnTo>
                <a:lnTo>
                  <a:pt x="2299193" y="260"/>
                </a:lnTo>
                <a:lnTo>
                  <a:pt x="2298588" y="354"/>
                </a:lnTo>
                <a:lnTo>
                  <a:pt x="2297997" y="462"/>
                </a:lnTo>
                <a:lnTo>
                  <a:pt x="2297420" y="585"/>
                </a:lnTo>
                <a:lnTo>
                  <a:pt x="2296856" y="723"/>
                </a:lnTo>
                <a:lnTo>
                  <a:pt x="2296305" y="874"/>
                </a:lnTo>
                <a:lnTo>
                  <a:pt x="2295769" y="1041"/>
                </a:lnTo>
                <a:lnTo>
                  <a:pt x="2295246" y="1221"/>
                </a:lnTo>
                <a:lnTo>
                  <a:pt x="2294736" y="1416"/>
                </a:lnTo>
                <a:lnTo>
                  <a:pt x="2294241" y="1626"/>
                </a:lnTo>
                <a:lnTo>
                  <a:pt x="2293759" y="1850"/>
                </a:lnTo>
                <a:lnTo>
                  <a:pt x="2293290" y="2088"/>
                </a:lnTo>
                <a:lnTo>
                  <a:pt x="2292836" y="2341"/>
                </a:lnTo>
                <a:lnTo>
                  <a:pt x="2292395" y="2609"/>
                </a:lnTo>
                <a:lnTo>
                  <a:pt x="2291967" y="2891"/>
                </a:lnTo>
                <a:lnTo>
                  <a:pt x="2291554" y="3187"/>
                </a:lnTo>
                <a:lnTo>
                  <a:pt x="2291154" y="3498"/>
                </a:lnTo>
                <a:lnTo>
                  <a:pt x="2290767" y="3823"/>
                </a:lnTo>
                <a:lnTo>
                  <a:pt x="2290395" y="4162"/>
                </a:lnTo>
                <a:lnTo>
                  <a:pt x="2290036" y="4513"/>
                </a:lnTo>
                <a:lnTo>
                  <a:pt x="2289693" y="4872"/>
                </a:lnTo>
                <a:lnTo>
                  <a:pt x="2289366" y="5238"/>
                </a:lnTo>
                <a:lnTo>
                  <a:pt x="2289053" y="5612"/>
                </a:lnTo>
                <a:lnTo>
                  <a:pt x="2288756" y="5993"/>
                </a:lnTo>
                <a:lnTo>
                  <a:pt x="2288474" y="6383"/>
                </a:lnTo>
                <a:lnTo>
                  <a:pt x="2288207" y="6780"/>
                </a:lnTo>
                <a:lnTo>
                  <a:pt x="2287955" y="7185"/>
                </a:lnTo>
                <a:lnTo>
                  <a:pt x="2287719" y="7597"/>
                </a:lnTo>
                <a:lnTo>
                  <a:pt x="2287498" y="8017"/>
                </a:lnTo>
                <a:lnTo>
                  <a:pt x="2287292" y="8445"/>
                </a:lnTo>
                <a:lnTo>
                  <a:pt x="2287102" y="8881"/>
                </a:lnTo>
                <a:lnTo>
                  <a:pt x="2286926" y="9324"/>
                </a:lnTo>
                <a:lnTo>
                  <a:pt x="2286766" y="9775"/>
                </a:lnTo>
                <a:lnTo>
                  <a:pt x="2286621" y="10234"/>
                </a:lnTo>
                <a:lnTo>
                  <a:pt x="2286492" y="10701"/>
                </a:lnTo>
                <a:lnTo>
                  <a:pt x="2286378" y="11175"/>
                </a:lnTo>
                <a:lnTo>
                  <a:pt x="2286278" y="11657"/>
                </a:lnTo>
                <a:lnTo>
                  <a:pt x="2286195" y="12147"/>
                </a:lnTo>
                <a:lnTo>
                  <a:pt x="2286126" y="12644"/>
                </a:lnTo>
                <a:lnTo>
                  <a:pt x="2286073" y="13149"/>
                </a:lnTo>
                <a:lnTo>
                  <a:pt x="2286035" y="13662"/>
                </a:lnTo>
                <a:lnTo>
                  <a:pt x="2286012" y="14183"/>
                </a:lnTo>
                <a:lnTo>
                  <a:pt x="2286004" y="14711"/>
                </a:lnTo>
                <a:lnTo>
                  <a:pt x="2286012" y="15230"/>
                </a:lnTo>
                <a:lnTo>
                  <a:pt x="2286035" y="15742"/>
                </a:lnTo>
                <a:lnTo>
                  <a:pt x="2286073" y="16247"/>
                </a:lnTo>
                <a:lnTo>
                  <a:pt x="2286126" y="16745"/>
                </a:lnTo>
                <a:lnTo>
                  <a:pt x="2286195" y="17235"/>
                </a:lnTo>
                <a:lnTo>
                  <a:pt x="2286278" y="17719"/>
                </a:lnTo>
                <a:lnTo>
                  <a:pt x="2286378" y="18195"/>
                </a:lnTo>
                <a:lnTo>
                  <a:pt x="2286492" y="18665"/>
                </a:lnTo>
                <a:lnTo>
                  <a:pt x="2286621" y="19127"/>
                </a:lnTo>
                <a:lnTo>
                  <a:pt x="2286766" y="19582"/>
                </a:lnTo>
                <a:lnTo>
                  <a:pt x="2286926" y="20029"/>
                </a:lnTo>
                <a:lnTo>
                  <a:pt x="2287102" y="20470"/>
                </a:lnTo>
                <a:lnTo>
                  <a:pt x="2287292" y="20904"/>
                </a:lnTo>
                <a:lnTo>
                  <a:pt x="2287498" y="21330"/>
                </a:lnTo>
                <a:lnTo>
                  <a:pt x="2287719" y="21750"/>
                </a:lnTo>
                <a:lnTo>
                  <a:pt x="2287955" y="22162"/>
                </a:lnTo>
                <a:lnTo>
                  <a:pt x="2288207" y="22567"/>
                </a:lnTo>
                <a:lnTo>
                  <a:pt x="2288474" y="22965"/>
                </a:lnTo>
                <a:lnTo>
                  <a:pt x="2288756" y="23356"/>
                </a:lnTo>
                <a:lnTo>
                  <a:pt x="2289053" y="23739"/>
                </a:lnTo>
                <a:lnTo>
                  <a:pt x="2289366" y="24116"/>
                </a:lnTo>
                <a:lnTo>
                  <a:pt x="2289693" y="24485"/>
                </a:lnTo>
                <a:lnTo>
                  <a:pt x="2290036" y="24848"/>
                </a:lnTo>
                <a:lnTo>
                  <a:pt x="2290395" y="25203"/>
                </a:lnTo>
                <a:lnTo>
                  <a:pt x="2290767" y="25547"/>
                </a:lnTo>
                <a:lnTo>
                  <a:pt x="2291154" y="25877"/>
                </a:lnTo>
                <a:lnTo>
                  <a:pt x="2291554" y="26192"/>
                </a:lnTo>
                <a:lnTo>
                  <a:pt x="2291967" y="26492"/>
                </a:lnTo>
                <a:lnTo>
                  <a:pt x="2292395" y="26778"/>
                </a:lnTo>
                <a:lnTo>
                  <a:pt x="2292836" y="27049"/>
                </a:lnTo>
                <a:lnTo>
                  <a:pt x="2293290" y="27305"/>
                </a:lnTo>
                <a:lnTo>
                  <a:pt x="2293759" y="27547"/>
                </a:lnTo>
                <a:lnTo>
                  <a:pt x="2294241" y="27774"/>
                </a:lnTo>
                <a:lnTo>
                  <a:pt x="2294736" y="27986"/>
                </a:lnTo>
                <a:lnTo>
                  <a:pt x="2295246" y="28184"/>
                </a:lnTo>
                <a:lnTo>
                  <a:pt x="2295769" y="28367"/>
                </a:lnTo>
                <a:lnTo>
                  <a:pt x="2296305" y="28536"/>
                </a:lnTo>
                <a:lnTo>
                  <a:pt x="2296856" y="28690"/>
                </a:lnTo>
                <a:lnTo>
                  <a:pt x="2297420" y="28829"/>
                </a:lnTo>
                <a:lnTo>
                  <a:pt x="2297997" y="28953"/>
                </a:lnTo>
                <a:lnTo>
                  <a:pt x="2298588" y="29063"/>
                </a:lnTo>
                <a:lnTo>
                  <a:pt x="2299193" y="29159"/>
                </a:lnTo>
                <a:lnTo>
                  <a:pt x="2299812" y="29239"/>
                </a:lnTo>
                <a:lnTo>
                  <a:pt x="2300444" y="29305"/>
                </a:lnTo>
                <a:lnTo>
                  <a:pt x="2301090" y="29356"/>
                </a:lnTo>
                <a:lnTo>
                  <a:pt x="2301750" y="29393"/>
                </a:lnTo>
                <a:lnTo>
                  <a:pt x="2302423" y="29415"/>
                </a:lnTo>
                <a:lnTo>
                  <a:pt x="2303110" y="29422"/>
                </a:lnTo>
                <a:lnTo>
                  <a:pt x="2303797" y="29415"/>
                </a:lnTo>
                <a:lnTo>
                  <a:pt x="2304470" y="29393"/>
                </a:lnTo>
                <a:lnTo>
                  <a:pt x="2305130" y="29356"/>
                </a:lnTo>
                <a:lnTo>
                  <a:pt x="2305776" y="29305"/>
                </a:lnTo>
                <a:lnTo>
                  <a:pt x="2306408" y="29239"/>
                </a:lnTo>
                <a:close/>
                <a:moveTo>
                  <a:pt x="1491973" y="156442"/>
                </a:moveTo>
                <a:lnTo>
                  <a:pt x="1493899" y="156302"/>
                </a:lnTo>
                <a:lnTo>
                  <a:pt x="1495801" y="156131"/>
                </a:lnTo>
                <a:lnTo>
                  <a:pt x="1497679" y="155929"/>
                </a:lnTo>
                <a:lnTo>
                  <a:pt x="1499533" y="155696"/>
                </a:lnTo>
                <a:lnTo>
                  <a:pt x="1501363" y="155432"/>
                </a:lnTo>
                <a:lnTo>
                  <a:pt x="1503169" y="155136"/>
                </a:lnTo>
                <a:lnTo>
                  <a:pt x="1504951" y="154810"/>
                </a:lnTo>
                <a:lnTo>
                  <a:pt x="1506709" y="154453"/>
                </a:lnTo>
                <a:lnTo>
                  <a:pt x="1508444" y="154064"/>
                </a:lnTo>
                <a:lnTo>
                  <a:pt x="1510154" y="153644"/>
                </a:lnTo>
                <a:lnTo>
                  <a:pt x="1511840" y="153194"/>
                </a:lnTo>
                <a:lnTo>
                  <a:pt x="1513503" y="152712"/>
                </a:lnTo>
                <a:lnTo>
                  <a:pt x="1515141" y="152199"/>
                </a:lnTo>
                <a:lnTo>
                  <a:pt x="1516756" y="151655"/>
                </a:lnTo>
                <a:lnTo>
                  <a:pt x="1518346" y="151080"/>
                </a:lnTo>
                <a:lnTo>
                  <a:pt x="1519913" y="150474"/>
                </a:lnTo>
                <a:lnTo>
                  <a:pt x="1521455" y="149837"/>
                </a:lnTo>
                <a:lnTo>
                  <a:pt x="1522974" y="149168"/>
                </a:lnTo>
                <a:lnTo>
                  <a:pt x="1524469" y="148469"/>
                </a:lnTo>
                <a:lnTo>
                  <a:pt x="1525939" y="147739"/>
                </a:lnTo>
                <a:lnTo>
                  <a:pt x="1527384" y="146978"/>
                </a:lnTo>
                <a:lnTo>
                  <a:pt x="1528800" y="146189"/>
                </a:lnTo>
                <a:lnTo>
                  <a:pt x="1530188" y="145371"/>
                </a:lnTo>
                <a:lnTo>
                  <a:pt x="1531548" y="144525"/>
                </a:lnTo>
                <a:lnTo>
                  <a:pt x="1532879" y="143650"/>
                </a:lnTo>
                <a:lnTo>
                  <a:pt x="1534182" y="142746"/>
                </a:lnTo>
                <a:lnTo>
                  <a:pt x="1535457" y="141813"/>
                </a:lnTo>
                <a:lnTo>
                  <a:pt x="1536703" y="140852"/>
                </a:lnTo>
                <a:lnTo>
                  <a:pt x="1537922" y="139862"/>
                </a:lnTo>
                <a:lnTo>
                  <a:pt x="1539111" y="138843"/>
                </a:lnTo>
                <a:lnTo>
                  <a:pt x="1540273" y="137796"/>
                </a:lnTo>
                <a:lnTo>
                  <a:pt x="1541406" y="136719"/>
                </a:lnTo>
                <a:lnTo>
                  <a:pt x="1542511" y="135615"/>
                </a:lnTo>
                <a:lnTo>
                  <a:pt x="1543587" y="134481"/>
                </a:lnTo>
                <a:lnTo>
                  <a:pt x="1544636" y="133319"/>
                </a:lnTo>
                <a:lnTo>
                  <a:pt x="1545656" y="132128"/>
                </a:lnTo>
                <a:lnTo>
                  <a:pt x="1546647" y="130908"/>
                </a:lnTo>
                <a:lnTo>
                  <a:pt x="1547611" y="129660"/>
                </a:lnTo>
                <a:lnTo>
                  <a:pt x="1548546" y="128383"/>
                </a:lnTo>
                <a:lnTo>
                  <a:pt x="1549452" y="127077"/>
                </a:lnTo>
                <a:lnTo>
                  <a:pt x="1550331" y="125742"/>
                </a:lnTo>
                <a:lnTo>
                  <a:pt x="1551181" y="124379"/>
                </a:lnTo>
                <a:lnTo>
                  <a:pt x="1552002" y="122987"/>
                </a:lnTo>
                <a:lnTo>
                  <a:pt x="1552796" y="121566"/>
                </a:lnTo>
                <a:lnTo>
                  <a:pt x="1553559" y="120118"/>
                </a:lnTo>
                <a:lnTo>
                  <a:pt x="1554289" y="118644"/>
                </a:lnTo>
                <a:lnTo>
                  <a:pt x="1554987" y="117144"/>
                </a:lnTo>
                <a:lnTo>
                  <a:pt x="1555653" y="115617"/>
                </a:lnTo>
                <a:lnTo>
                  <a:pt x="1556286" y="114065"/>
                </a:lnTo>
                <a:lnTo>
                  <a:pt x="1556887" y="112486"/>
                </a:lnTo>
                <a:lnTo>
                  <a:pt x="1557455" y="110881"/>
                </a:lnTo>
                <a:lnTo>
                  <a:pt x="1557991" y="109250"/>
                </a:lnTo>
                <a:lnTo>
                  <a:pt x="1558494" y="107593"/>
                </a:lnTo>
                <a:lnTo>
                  <a:pt x="1558965" y="105910"/>
                </a:lnTo>
                <a:lnTo>
                  <a:pt x="1559403" y="104200"/>
                </a:lnTo>
                <a:lnTo>
                  <a:pt x="1559809" y="102465"/>
                </a:lnTo>
                <a:lnTo>
                  <a:pt x="1560183" y="100703"/>
                </a:lnTo>
                <a:lnTo>
                  <a:pt x="1560524" y="98915"/>
                </a:lnTo>
                <a:lnTo>
                  <a:pt x="1560832" y="97101"/>
                </a:lnTo>
                <a:lnTo>
                  <a:pt x="1561108" y="95261"/>
                </a:lnTo>
                <a:lnTo>
                  <a:pt x="1561352" y="93395"/>
                </a:lnTo>
                <a:lnTo>
                  <a:pt x="1561563" y="91503"/>
                </a:lnTo>
                <a:lnTo>
                  <a:pt x="1561741" y="89584"/>
                </a:lnTo>
                <a:lnTo>
                  <a:pt x="1561887" y="87640"/>
                </a:lnTo>
                <a:lnTo>
                  <a:pt x="1562001" y="85669"/>
                </a:lnTo>
                <a:lnTo>
                  <a:pt x="1562082" y="83672"/>
                </a:lnTo>
                <a:lnTo>
                  <a:pt x="1562131" y="81649"/>
                </a:lnTo>
                <a:lnTo>
                  <a:pt x="1562147" y="79600"/>
                </a:lnTo>
                <a:lnTo>
                  <a:pt x="1562131" y="77616"/>
                </a:lnTo>
                <a:lnTo>
                  <a:pt x="1562083" y="75656"/>
                </a:lnTo>
                <a:lnTo>
                  <a:pt x="1562003" y="73720"/>
                </a:lnTo>
                <a:lnTo>
                  <a:pt x="1561890" y="71807"/>
                </a:lnTo>
                <a:lnTo>
                  <a:pt x="1561746" y="69918"/>
                </a:lnTo>
                <a:lnTo>
                  <a:pt x="1561570" y="68053"/>
                </a:lnTo>
                <a:lnTo>
                  <a:pt x="1561361" y="66212"/>
                </a:lnTo>
                <a:lnTo>
                  <a:pt x="1561121" y="64394"/>
                </a:lnTo>
                <a:lnTo>
                  <a:pt x="1560848" y="62601"/>
                </a:lnTo>
                <a:lnTo>
                  <a:pt x="1560543" y="60831"/>
                </a:lnTo>
                <a:lnTo>
                  <a:pt x="1560207" y="59084"/>
                </a:lnTo>
                <a:lnTo>
                  <a:pt x="1559838" y="57362"/>
                </a:lnTo>
                <a:lnTo>
                  <a:pt x="1559437" y="55663"/>
                </a:lnTo>
                <a:lnTo>
                  <a:pt x="1559004" y="53988"/>
                </a:lnTo>
                <a:lnTo>
                  <a:pt x="1558539" y="52337"/>
                </a:lnTo>
                <a:lnTo>
                  <a:pt x="1558042" y="50710"/>
                </a:lnTo>
                <a:lnTo>
                  <a:pt x="1557512" y="49106"/>
                </a:lnTo>
                <a:lnTo>
                  <a:pt x="1556951" y="47526"/>
                </a:lnTo>
                <a:lnTo>
                  <a:pt x="1556358" y="45970"/>
                </a:lnTo>
                <a:lnTo>
                  <a:pt x="1555732" y="44437"/>
                </a:lnTo>
                <a:lnTo>
                  <a:pt x="1555075" y="42929"/>
                </a:lnTo>
                <a:lnTo>
                  <a:pt x="1554385" y="41444"/>
                </a:lnTo>
                <a:lnTo>
                  <a:pt x="1553664" y="39983"/>
                </a:lnTo>
                <a:lnTo>
                  <a:pt x="1552910" y="38545"/>
                </a:lnTo>
                <a:lnTo>
                  <a:pt x="1552126" y="37134"/>
                </a:lnTo>
                <a:lnTo>
                  <a:pt x="1551313" y="35750"/>
                </a:lnTo>
                <a:lnTo>
                  <a:pt x="1550471" y="34394"/>
                </a:lnTo>
                <a:lnTo>
                  <a:pt x="1549601" y="33065"/>
                </a:lnTo>
                <a:lnTo>
                  <a:pt x="1548702" y="31764"/>
                </a:lnTo>
                <a:lnTo>
                  <a:pt x="1547774" y="30491"/>
                </a:lnTo>
                <a:lnTo>
                  <a:pt x="1546818" y="29246"/>
                </a:lnTo>
                <a:lnTo>
                  <a:pt x="1545833" y="28028"/>
                </a:lnTo>
                <a:lnTo>
                  <a:pt x="1544819" y="26839"/>
                </a:lnTo>
                <a:lnTo>
                  <a:pt x="1543777" y="25676"/>
                </a:lnTo>
                <a:lnTo>
                  <a:pt x="1542706" y="24542"/>
                </a:lnTo>
                <a:lnTo>
                  <a:pt x="1541606" y="23435"/>
                </a:lnTo>
                <a:lnTo>
                  <a:pt x="1540477" y="22356"/>
                </a:lnTo>
                <a:lnTo>
                  <a:pt x="1539320" y="21305"/>
                </a:lnTo>
                <a:lnTo>
                  <a:pt x="1538134" y="20281"/>
                </a:lnTo>
                <a:lnTo>
                  <a:pt x="1536919" y="19285"/>
                </a:lnTo>
                <a:lnTo>
                  <a:pt x="1535675" y="18317"/>
                </a:lnTo>
                <a:lnTo>
                  <a:pt x="1534403" y="17377"/>
                </a:lnTo>
                <a:lnTo>
                  <a:pt x="1533102" y="16464"/>
                </a:lnTo>
                <a:lnTo>
                  <a:pt x="1531773" y="15579"/>
                </a:lnTo>
                <a:lnTo>
                  <a:pt x="1530415" y="14722"/>
                </a:lnTo>
                <a:lnTo>
                  <a:pt x="1529028" y="13892"/>
                </a:lnTo>
                <a:lnTo>
                  <a:pt x="1527612" y="13090"/>
                </a:lnTo>
                <a:lnTo>
                  <a:pt x="1526167" y="12316"/>
                </a:lnTo>
                <a:lnTo>
                  <a:pt x="1524696" y="11572"/>
                </a:lnTo>
                <a:lnTo>
                  <a:pt x="1523200" y="10859"/>
                </a:lnTo>
                <a:lnTo>
                  <a:pt x="1521680" y="10178"/>
                </a:lnTo>
                <a:lnTo>
                  <a:pt x="1520134" y="9529"/>
                </a:lnTo>
                <a:lnTo>
                  <a:pt x="1518564" y="8911"/>
                </a:lnTo>
                <a:lnTo>
                  <a:pt x="1516969" y="8325"/>
                </a:lnTo>
                <a:lnTo>
                  <a:pt x="1515350" y="7771"/>
                </a:lnTo>
                <a:lnTo>
                  <a:pt x="1513705" y="7248"/>
                </a:lnTo>
                <a:lnTo>
                  <a:pt x="1512036" y="6757"/>
                </a:lnTo>
                <a:lnTo>
                  <a:pt x="1510342" y="6298"/>
                </a:lnTo>
                <a:lnTo>
                  <a:pt x="1508624" y="5870"/>
                </a:lnTo>
                <a:lnTo>
                  <a:pt x="1506880" y="5474"/>
                </a:lnTo>
                <a:lnTo>
                  <a:pt x="1505112" y="5110"/>
                </a:lnTo>
                <a:lnTo>
                  <a:pt x="1503320" y="4777"/>
                </a:lnTo>
                <a:lnTo>
                  <a:pt x="1501502" y="4476"/>
                </a:lnTo>
                <a:lnTo>
                  <a:pt x="1499660" y="4207"/>
                </a:lnTo>
                <a:lnTo>
                  <a:pt x="1497792" y="3969"/>
                </a:lnTo>
                <a:lnTo>
                  <a:pt x="1495901" y="3763"/>
                </a:lnTo>
                <a:lnTo>
                  <a:pt x="1493984" y="3589"/>
                </a:lnTo>
                <a:lnTo>
                  <a:pt x="1492043" y="3447"/>
                </a:lnTo>
                <a:lnTo>
                  <a:pt x="1490077" y="3336"/>
                </a:lnTo>
                <a:lnTo>
                  <a:pt x="1488086" y="3256"/>
                </a:lnTo>
                <a:lnTo>
                  <a:pt x="1486070" y="3209"/>
                </a:lnTo>
                <a:lnTo>
                  <a:pt x="1484030" y="3193"/>
                </a:lnTo>
                <a:lnTo>
                  <a:pt x="1426896" y="3193"/>
                </a:lnTo>
                <a:lnTo>
                  <a:pt x="1426896" y="156691"/>
                </a:lnTo>
                <a:lnTo>
                  <a:pt x="1484030" y="156691"/>
                </a:lnTo>
                <a:lnTo>
                  <a:pt x="1486052" y="156675"/>
                </a:lnTo>
                <a:lnTo>
                  <a:pt x="1488049" y="156628"/>
                </a:lnTo>
                <a:lnTo>
                  <a:pt x="1490023" y="156551"/>
                </a:lnTo>
                <a:lnTo>
                  <a:pt x="1491973" y="156442"/>
                </a:lnTo>
                <a:close/>
                <a:moveTo>
                  <a:pt x="1484386" y="29966"/>
                </a:moveTo>
                <a:lnTo>
                  <a:pt x="1485614" y="30034"/>
                </a:lnTo>
                <a:lnTo>
                  <a:pt x="1486825" y="30121"/>
                </a:lnTo>
                <a:lnTo>
                  <a:pt x="1488021" y="30228"/>
                </a:lnTo>
                <a:lnTo>
                  <a:pt x="1489201" y="30354"/>
                </a:lnTo>
                <a:lnTo>
                  <a:pt x="1490365" y="30499"/>
                </a:lnTo>
                <a:lnTo>
                  <a:pt x="1491514" y="30664"/>
                </a:lnTo>
                <a:lnTo>
                  <a:pt x="1492646" y="30849"/>
                </a:lnTo>
                <a:lnTo>
                  <a:pt x="1493763" y="31052"/>
                </a:lnTo>
                <a:lnTo>
                  <a:pt x="1494864" y="31275"/>
                </a:lnTo>
                <a:lnTo>
                  <a:pt x="1495949" y="31518"/>
                </a:lnTo>
                <a:lnTo>
                  <a:pt x="1497018" y="31780"/>
                </a:lnTo>
                <a:lnTo>
                  <a:pt x="1498071" y="32061"/>
                </a:lnTo>
                <a:lnTo>
                  <a:pt x="1499108" y="32362"/>
                </a:lnTo>
                <a:lnTo>
                  <a:pt x="1500130" y="32682"/>
                </a:lnTo>
                <a:lnTo>
                  <a:pt x="1501136" y="33022"/>
                </a:lnTo>
                <a:lnTo>
                  <a:pt x="1502126" y="33381"/>
                </a:lnTo>
                <a:lnTo>
                  <a:pt x="1503100" y="33759"/>
                </a:lnTo>
                <a:lnTo>
                  <a:pt x="1504058" y="34157"/>
                </a:lnTo>
                <a:lnTo>
                  <a:pt x="1505000" y="34574"/>
                </a:lnTo>
                <a:lnTo>
                  <a:pt x="1505927" y="35010"/>
                </a:lnTo>
                <a:lnTo>
                  <a:pt x="1506838" y="35466"/>
                </a:lnTo>
                <a:lnTo>
                  <a:pt x="1507732" y="35941"/>
                </a:lnTo>
                <a:lnTo>
                  <a:pt x="1508608" y="36435"/>
                </a:lnTo>
                <a:lnTo>
                  <a:pt x="1509467" y="36948"/>
                </a:lnTo>
                <a:lnTo>
                  <a:pt x="1510308" y="37479"/>
                </a:lnTo>
                <a:lnTo>
                  <a:pt x="1511132" y="38030"/>
                </a:lnTo>
                <a:lnTo>
                  <a:pt x="1511937" y="38599"/>
                </a:lnTo>
                <a:lnTo>
                  <a:pt x="1512726" y="39187"/>
                </a:lnTo>
                <a:lnTo>
                  <a:pt x="1513496" y="39794"/>
                </a:lnTo>
                <a:lnTo>
                  <a:pt x="1514249" y="40419"/>
                </a:lnTo>
                <a:lnTo>
                  <a:pt x="1514985" y="41063"/>
                </a:lnTo>
                <a:lnTo>
                  <a:pt x="1515703" y="41727"/>
                </a:lnTo>
                <a:lnTo>
                  <a:pt x="1516403" y="42409"/>
                </a:lnTo>
                <a:lnTo>
                  <a:pt x="1517085" y="43109"/>
                </a:lnTo>
                <a:lnTo>
                  <a:pt x="1517750" y="43829"/>
                </a:lnTo>
                <a:lnTo>
                  <a:pt x="1518398" y="44567"/>
                </a:lnTo>
                <a:lnTo>
                  <a:pt x="1519027" y="45324"/>
                </a:lnTo>
                <a:lnTo>
                  <a:pt x="1519639" y="46100"/>
                </a:lnTo>
                <a:lnTo>
                  <a:pt x="1520234" y="46895"/>
                </a:lnTo>
                <a:lnTo>
                  <a:pt x="1520811" y="47709"/>
                </a:lnTo>
                <a:lnTo>
                  <a:pt x="1521370" y="48541"/>
                </a:lnTo>
                <a:lnTo>
                  <a:pt x="1521911" y="49393"/>
                </a:lnTo>
                <a:lnTo>
                  <a:pt x="1522435" y="50263"/>
                </a:lnTo>
                <a:lnTo>
                  <a:pt x="1522942" y="51151"/>
                </a:lnTo>
                <a:lnTo>
                  <a:pt x="1523431" y="52059"/>
                </a:lnTo>
                <a:lnTo>
                  <a:pt x="1523900" y="52985"/>
                </a:lnTo>
                <a:lnTo>
                  <a:pt x="1524350" y="53930"/>
                </a:lnTo>
                <a:lnTo>
                  <a:pt x="1524780" y="54893"/>
                </a:lnTo>
                <a:lnTo>
                  <a:pt x="1525190" y="55875"/>
                </a:lnTo>
                <a:lnTo>
                  <a:pt x="1525580" y="56875"/>
                </a:lnTo>
                <a:lnTo>
                  <a:pt x="1525950" y="57893"/>
                </a:lnTo>
                <a:lnTo>
                  <a:pt x="1526300" y="58930"/>
                </a:lnTo>
                <a:lnTo>
                  <a:pt x="1526630" y="59985"/>
                </a:lnTo>
                <a:lnTo>
                  <a:pt x="1526940" y="61058"/>
                </a:lnTo>
                <a:lnTo>
                  <a:pt x="1527230" y="62150"/>
                </a:lnTo>
                <a:lnTo>
                  <a:pt x="1527500" y="63261"/>
                </a:lnTo>
                <a:lnTo>
                  <a:pt x="1527750" y="64390"/>
                </a:lnTo>
                <a:lnTo>
                  <a:pt x="1527980" y="65537"/>
                </a:lnTo>
                <a:lnTo>
                  <a:pt x="1528190" y="66703"/>
                </a:lnTo>
                <a:lnTo>
                  <a:pt x="1528380" y="67887"/>
                </a:lnTo>
                <a:lnTo>
                  <a:pt x="1528550" y="69089"/>
                </a:lnTo>
                <a:lnTo>
                  <a:pt x="1528700" y="70310"/>
                </a:lnTo>
                <a:lnTo>
                  <a:pt x="1528830" y="71549"/>
                </a:lnTo>
                <a:lnTo>
                  <a:pt x="1528940" y="72807"/>
                </a:lnTo>
                <a:lnTo>
                  <a:pt x="1529030" y="74083"/>
                </a:lnTo>
                <a:lnTo>
                  <a:pt x="1529100" y="75378"/>
                </a:lnTo>
                <a:lnTo>
                  <a:pt x="1529150" y="76691"/>
                </a:lnTo>
                <a:lnTo>
                  <a:pt x="1529180" y="78022"/>
                </a:lnTo>
                <a:lnTo>
                  <a:pt x="1529190" y="79372"/>
                </a:lnTo>
                <a:lnTo>
                  <a:pt x="1529180" y="80787"/>
                </a:lnTo>
                <a:lnTo>
                  <a:pt x="1529152" y="82182"/>
                </a:lnTo>
                <a:lnTo>
                  <a:pt x="1529106" y="83556"/>
                </a:lnTo>
                <a:lnTo>
                  <a:pt x="1529041" y="84911"/>
                </a:lnTo>
                <a:lnTo>
                  <a:pt x="1528957" y="86244"/>
                </a:lnTo>
                <a:lnTo>
                  <a:pt x="1528855" y="87558"/>
                </a:lnTo>
                <a:lnTo>
                  <a:pt x="1528734" y="88851"/>
                </a:lnTo>
                <a:lnTo>
                  <a:pt x="1528594" y="90123"/>
                </a:lnTo>
                <a:lnTo>
                  <a:pt x="1528436" y="91375"/>
                </a:lnTo>
                <a:lnTo>
                  <a:pt x="1528259" y="92607"/>
                </a:lnTo>
                <a:lnTo>
                  <a:pt x="1528064" y="93818"/>
                </a:lnTo>
                <a:lnTo>
                  <a:pt x="1527850" y="95009"/>
                </a:lnTo>
                <a:lnTo>
                  <a:pt x="1527617" y="96180"/>
                </a:lnTo>
                <a:lnTo>
                  <a:pt x="1527366" y="97330"/>
                </a:lnTo>
                <a:lnTo>
                  <a:pt x="1527096" y="98460"/>
                </a:lnTo>
                <a:lnTo>
                  <a:pt x="1526807" y="99569"/>
                </a:lnTo>
                <a:lnTo>
                  <a:pt x="1526500" y="100658"/>
                </a:lnTo>
                <a:lnTo>
                  <a:pt x="1526175" y="101727"/>
                </a:lnTo>
                <a:lnTo>
                  <a:pt x="1525830" y="102775"/>
                </a:lnTo>
                <a:lnTo>
                  <a:pt x="1525467" y="103803"/>
                </a:lnTo>
                <a:lnTo>
                  <a:pt x="1525086" y="104811"/>
                </a:lnTo>
                <a:lnTo>
                  <a:pt x="1524686" y="105798"/>
                </a:lnTo>
                <a:lnTo>
                  <a:pt x="1524267" y="106764"/>
                </a:lnTo>
                <a:lnTo>
                  <a:pt x="1523830" y="107711"/>
                </a:lnTo>
                <a:lnTo>
                  <a:pt x="1523374" y="108637"/>
                </a:lnTo>
                <a:lnTo>
                  <a:pt x="1522899" y="109543"/>
                </a:lnTo>
                <a:lnTo>
                  <a:pt x="1522405" y="110430"/>
                </a:lnTo>
                <a:lnTo>
                  <a:pt x="1521893" y="111296"/>
                </a:lnTo>
                <a:lnTo>
                  <a:pt x="1521361" y="112143"/>
                </a:lnTo>
                <a:lnTo>
                  <a:pt x="1520811" y="112971"/>
                </a:lnTo>
                <a:lnTo>
                  <a:pt x="1520242" y="113778"/>
                </a:lnTo>
                <a:lnTo>
                  <a:pt x="1519655" y="114566"/>
                </a:lnTo>
                <a:lnTo>
                  <a:pt x="1519048" y="115333"/>
                </a:lnTo>
                <a:lnTo>
                  <a:pt x="1518423" y="116081"/>
                </a:lnTo>
                <a:lnTo>
                  <a:pt x="1517779" y="116810"/>
                </a:lnTo>
                <a:lnTo>
                  <a:pt x="1517116" y="117518"/>
                </a:lnTo>
                <a:lnTo>
                  <a:pt x="1516434" y="118207"/>
                </a:lnTo>
                <a:lnTo>
                  <a:pt x="1515733" y="118875"/>
                </a:lnTo>
                <a:lnTo>
                  <a:pt x="1515014" y="119524"/>
                </a:lnTo>
                <a:lnTo>
                  <a:pt x="1514276" y="120154"/>
                </a:lnTo>
                <a:lnTo>
                  <a:pt x="1513519" y="120763"/>
                </a:lnTo>
                <a:lnTo>
                  <a:pt x="1512743" y="121353"/>
                </a:lnTo>
                <a:lnTo>
                  <a:pt x="1511948" y="121922"/>
                </a:lnTo>
                <a:lnTo>
                  <a:pt x="1511135" y="122472"/>
                </a:lnTo>
                <a:lnTo>
                  <a:pt x="1510303" y="123003"/>
                </a:lnTo>
                <a:lnTo>
                  <a:pt x="1509452" y="123513"/>
                </a:lnTo>
                <a:lnTo>
                  <a:pt x="1508582" y="124004"/>
                </a:lnTo>
                <a:lnTo>
                  <a:pt x="1507693" y="124474"/>
                </a:lnTo>
                <a:lnTo>
                  <a:pt x="1506785" y="124926"/>
                </a:lnTo>
                <a:lnTo>
                  <a:pt x="1505858" y="125358"/>
                </a:lnTo>
                <a:lnTo>
                  <a:pt x="1504912" y="125771"/>
                </a:lnTo>
                <a:lnTo>
                  <a:pt x="1503947" y="126164"/>
                </a:lnTo>
                <a:lnTo>
                  <a:pt x="1502963" y="126539"/>
                </a:lnTo>
                <a:lnTo>
                  <a:pt x="1501959" y="126894"/>
                </a:lnTo>
                <a:lnTo>
                  <a:pt x="1500936" y="127230"/>
                </a:lnTo>
                <a:lnTo>
                  <a:pt x="1499894" y="127547"/>
                </a:lnTo>
                <a:lnTo>
                  <a:pt x="1498833" y="127845"/>
                </a:lnTo>
                <a:lnTo>
                  <a:pt x="1497752" y="128123"/>
                </a:lnTo>
                <a:lnTo>
                  <a:pt x="1496652" y="128383"/>
                </a:lnTo>
                <a:lnTo>
                  <a:pt x="1495534" y="128623"/>
                </a:lnTo>
                <a:lnTo>
                  <a:pt x="1494395" y="128843"/>
                </a:lnTo>
                <a:lnTo>
                  <a:pt x="1493238" y="129045"/>
                </a:lnTo>
                <a:lnTo>
                  <a:pt x="1492062" y="129228"/>
                </a:lnTo>
                <a:lnTo>
                  <a:pt x="1490866" y="129391"/>
                </a:lnTo>
                <a:lnTo>
                  <a:pt x="1489651" y="129535"/>
                </a:lnTo>
                <a:lnTo>
                  <a:pt x="1488417" y="129660"/>
                </a:lnTo>
                <a:lnTo>
                  <a:pt x="1487163" y="129765"/>
                </a:lnTo>
                <a:lnTo>
                  <a:pt x="1485891" y="129852"/>
                </a:lnTo>
                <a:lnTo>
                  <a:pt x="1484599" y="129919"/>
                </a:lnTo>
                <a:lnTo>
                  <a:pt x="1483288" y="129967"/>
                </a:lnTo>
                <a:lnTo>
                  <a:pt x="1481958" y="129996"/>
                </a:lnTo>
                <a:lnTo>
                  <a:pt x="1480609" y="130005"/>
                </a:lnTo>
                <a:lnTo>
                  <a:pt x="1458941" y="130005"/>
                </a:lnTo>
                <a:lnTo>
                  <a:pt x="1458941" y="29878"/>
                </a:lnTo>
                <a:lnTo>
                  <a:pt x="1480609" y="29878"/>
                </a:lnTo>
                <a:lnTo>
                  <a:pt x="1481884" y="29888"/>
                </a:lnTo>
                <a:lnTo>
                  <a:pt x="1483143" y="29917"/>
                </a:lnTo>
                <a:lnTo>
                  <a:pt x="1484386" y="29966"/>
                </a:lnTo>
                <a:close/>
                <a:moveTo>
                  <a:pt x="2514457" y="80199"/>
                </a:moveTo>
                <a:lnTo>
                  <a:pt x="2514870" y="79704"/>
                </a:lnTo>
                <a:lnTo>
                  <a:pt x="2515290" y="79214"/>
                </a:lnTo>
                <a:lnTo>
                  <a:pt x="2515715" y="78731"/>
                </a:lnTo>
                <a:lnTo>
                  <a:pt x="2516145" y="78254"/>
                </a:lnTo>
                <a:lnTo>
                  <a:pt x="2516582" y="77784"/>
                </a:lnTo>
                <a:lnTo>
                  <a:pt x="2517024" y="77321"/>
                </a:lnTo>
                <a:lnTo>
                  <a:pt x="2517472" y="76863"/>
                </a:lnTo>
                <a:lnTo>
                  <a:pt x="2517926" y="76412"/>
                </a:lnTo>
                <a:lnTo>
                  <a:pt x="2518385" y="75968"/>
                </a:lnTo>
                <a:lnTo>
                  <a:pt x="2518850" y="75530"/>
                </a:lnTo>
                <a:lnTo>
                  <a:pt x="2519321" y="75098"/>
                </a:lnTo>
                <a:lnTo>
                  <a:pt x="2519798" y="74673"/>
                </a:lnTo>
                <a:lnTo>
                  <a:pt x="2520280" y="74255"/>
                </a:lnTo>
                <a:lnTo>
                  <a:pt x="2520768" y="73842"/>
                </a:lnTo>
                <a:lnTo>
                  <a:pt x="2521262" y="73437"/>
                </a:lnTo>
                <a:lnTo>
                  <a:pt x="2521762" y="73037"/>
                </a:lnTo>
                <a:lnTo>
                  <a:pt x="2522267" y="72644"/>
                </a:lnTo>
                <a:lnTo>
                  <a:pt x="2522778" y="72258"/>
                </a:lnTo>
                <a:lnTo>
                  <a:pt x="2523295" y="71878"/>
                </a:lnTo>
                <a:lnTo>
                  <a:pt x="2523818" y="71504"/>
                </a:lnTo>
                <a:lnTo>
                  <a:pt x="2524346" y="71137"/>
                </a:lnTo>
                <a:lnTo>
                  <a:pt x="2524880" y="70776"/>
                </a:lnTo>
                <a:lnTo>
                  <a:pt x="2525421" y="70426"/>
                </a:lnTo>
                <a:lnTo>
                  <a:pt x="2525972" y="70091"/>
                </a:lnTo>
                <a:lnTo>
                  <a:pt x="2526531" y="69770"/>
                </a:lnTo>
                <a:lnTo>
                  <a:pt x="2527099" y="69465"/>
                </a:lnTo>
                <a:lnTo>
                  <a:pt x="2527676" y="69174"/>
                </a:lnTo>
                <a:lnTo>
                  <a:pt x="2528262" y="68899"/>
                </a:lnTo>
                <a:lnTo>
                  <a:pt x="2528857" y="68638"/>
                </a:lnTo>
                <a:lnTo>
                  <a:pt x="2529461" y="68392"/>
                </a:lnTo>
                <a:lnTo>
                  <a:pt x="2530073" y="68161"/>
                </a:lnTo>
                <a:lnTo>
                  <a:pt x="2530695" y="67945"/>
                </a:lnTo>
                <a:lnTo>
                  <a:pt x="2531325" y="67744"/>
                </a:lnTo>
                <a:lnTo>
                  <a:pt x="2531965" y="67558"/>
                </a:lnTo>
                <a:lnTo>
                  <a:pt x="2532613" y="67387"/>
                </a:lnTo>
                <a:lnTo>
                  <a:pt x="2533270" y="67230"/>
                </a:lnTo>
                <a:lnTo>
                  <a:pt x="2533936" y="67089"/>
                </a:lnTo>
                <a:lnTo>
                  <a:pt x="2534611" y="66962"/>
                </a:lnTo>
                <a:lnTo>
                  <a:pt x="2535295" y="66850"/>
                </a:lnTo>
                <a:lnTo>
                  <a:pt x="2535988" y="66753"/>
                </a:lnTo>
                <a:lnTo>
                  <a:pt x="2536690" y="66671"/>
                </a:lnTo>
                <a:lnTo>
                  <a:pt x="2537401" y="66604"/>
                </a:lnTo>
                <a:lnTo>
                  <a:pt x="2538120" y="66552"/>
                </a:lnTo>
                <a:lnTo>
                  <a:pt x="2538849" y="66515"/>
                </a:lnTo>
                <a:lnTo>
                  <a:pt x="2539586" y="66493"/>
                </a:lnTo>
                <a:lnTo>
                  <a:pt x="2540332" y="66485"/>
                </a:lnTo>
                <a:lnTo>
                  <a:pt x="2540832" y="66490"/>
                </a:lnTo>
                <a:lnTo>
                  <a:pt x="2541324" y="66503"/>
                </a:lnTo>
                <a:lnTo>
                  <a:pt x="2541807" y="66525"/>
                </a:lnTo>
                <a:lnTo>
                  <a:pt x="2542282" y="66556"/>
                </a:lnTo>
                <a:lnTo>
                  <a:pt x="2542749" y="66596"/>
                </a:lnTo>
                <a:lnTo>
                  <a:pt x="2543208" y="66645"/>
                </a:lnTo>
                <a:lnTo>
                  <a:pt x="2543659" y="66702"/>
                </a:lnTo>
                <a:lnTo>
                  <a:pt x="2544102" y="66769"/>
                </a:lnTo>
                <a:lnTo>
                  <a:pt x="2544537" y="66844"/>
                </a:lnTo>
                <a:lnTo>
                  <a:pt x="2544963" y="66928"/>
                </a:lnTo>
                <a:lnTo>
                  <a:pt x="2545382" y="67021"/>
                </a:lnTo>
                <a:lnTo>
                  <a:pt x="2545792" y="67123"/>
                </a:lnTo>
                <a:lnTo>
                  <a:pt x="2546194" y="67234"/>
                </a:lnTo>
                <a:lnTo>
                  <a:pt x="2546588" y="67353"/>
                </a:lnTo>
                <a:lnTo>
                  <a:pt x="2546974" y="67482"/>
                </a:lnTo>
                <a:lnTo>
                  <a:pt x="2547352" y="67619"/>
                </a:lnTo>
                <a:lnTo>
                  <a:pt x="2547722" y="67765"/>
                </a:lnTo>
                <a:lnTo>
                  <a:pt x="2548084" y="67920"/>
                </a:lnTo>
                <a:lnTo>
                  <a:pt x="2548437" y="68084"/>
                </a:lnTo>
                <a:lnTo>
                  <a:pt x="2548782" y="68257"/>
                </a:lnTo>
                <a:lnTo>
                  <a:pt x="2549120" y="68439"/>
                </a:lnTo>
                <a:lnTo>
                  <a:pt x="2549449" y="68629"/>
                </a:lnTo>
                <a:lnTo>
                  <a:pt x="2549770" y="68829"/>
                </a:lnTo>
                <a:lnTo>
                  <a:pt x="2550083" y="69037"/>
                </a:lnTo>
                <a:lnTo>
                  <a:pt x="2550388" y="69253"/>
                </a:lnTo>
                <a:lnTo>
                  <a:pt x="2550687" y="69477"/>
                </a:lnTo>
                <a:lnTo>
                  <a:pt x="2550978" y="69707"/>
                </a:lnTo>
                <a:lnTo>
                  <a:pt x="2551263" y="69945"/>
                </a:lnTo>
                <a:lnTo>
                  <a:pt x="2551540" y="70190"/>
                </a:lnTo>
                <a:lnTo>
                  <a:pt x="2551811" y="70443"/>
                </a:lnTo>
                <a:lnTo>
                  <a:pt x="2552075" y="70703"/>
                </a:lnTo>
                <a:lnTo>
                  <a:pt x="2552332" y="70970"/>
                </a:lnTo>
                <a:lnTo>
                  <a:pt x="2552582" y="71244"/>
                </a:lnTo>
                <a:lnTo>
                  <a:pt x="2552825" y="71525"/>
                </a:lnTo>
                <a:lnTo>
                  <a:pt x="2553061" y="71814"/>
                </a:lnTo>
                <a:lnTo>
                  <a:pt x="2553290" y="72110"/>
                </a:lnTo>
                <a:lnTo>
                  <a:pt x="2553512" y="72413"/>
                </a:lnTo>
                <a:lnTo>
                  <a:pt x="2553728" y="72723"/>
                </a:lnTo>
                <a:lnTo>
                  <a:pt x="2553936" y="73041"/>
                </a:lnTo>
                <a:lnTo>
                  <a:pt x="2554138" y="73366"/>
                </a:lnTo>
                <a:lnTo>
                  <a:pt x="2554332" y="73698"/>
                </a:lnTo>
                <a:lnTo>
                  <a:pt x="2554520" y="74037"/>
                </a:lnTo>
                <a:lnTo>
                  <a:pt x="2554700" y="74384"/>
                </a:lnTo>
                <a:lnTo>
                  <a:pt x="2554874" y="74737"/>
                </a:lnTo>
                <a:lnTo>
                  <a:pt x="2555041" y="75098"/>
                </a:lnTo>
                <a:lnTo>
                  <a:pt x="2555201" y="75467"/>
                </a:lnTo>
                <a:lnTo>
                  <a:pt x="2555354" y="75842"/>
                </a:lnTo>
                <a:lnTo>
                  <a:pt x="2555500" y="76225"/>
                </a:lnTo>
                <a:lnTo>
                  <a:pt x="2555639" y="76614"/>
                </a:lnTo>
                <a:lnTo>
                  <a:pt x="2555773" y="77008"/>
                </a:lnTo>
                <a:lnTo>
                  <a:pt x="2555901" y="77408"/>
                </a:lnTo>
                <a:lnTo>
                  <a:pt x="2556022" y="77812"/>
                </a:lnTo>
                <a:lnTo>
                  <a:pt x="2556138" y="78222"/>
                </a:lnTo>
                <a:lnTo>
                  <a:pt x="2556248" y="78638"/>
                </a:lnTo>
                <a:lnTo>
                  <a:pt x="2556352" y="79058"/>
                </a:lnTo>
                <a:lnTo>
                  <a:pt x="2556450" y="79484"/>
                </a:lnTo>
                <a:lnTo>
                  <a:pt x="2556542" y="79915"/>
                </a:lnTo>
                <a:lnTo>
                  <a:pt x="2556628" y="80351"/>
                </a:lnTo>
                <a:lnTo>
                  <a:pt x="2556708" y="80792"/>
                </a:lnTo>
                <a:lnTo>
                  <a:pt x="2556783" y="81239"/>
                </a:lnTo>
                <a:lnTo>
                  <a:pt x="2556851" y="81691"/>
                </a:lnTo>
                <a:lnTo>
                  <a:pt x="2556913" y="82148"/>
                </a:lnTo>
                <a:lnTo>
                  <a:pt x="2556970" y="82611"/>
                </a:lnTo>
                <a:lnTo>
                  <a:pt x="2557020" y="83078"/>
                </a:lnTo>
                <a:lnTo>
                  <a:pt x="2557065" y="83551"/>
                </a:lnTo>
                <a:lnTo>
                  <a:pt x="2557103" y="84029"/>
                </a:lnTo>
                <a:lnTo>
                  <a:pt x="2557136" y="84513"/>
                </a:lnTo>
                <a:lnTo>
                  <a:pt x="2557163" y="85002"/>
                </a:lnTo>
                <a:lnTo>
                  <a:pt x="2557184" y="85496"/>
                </a:lnTo>
                <a:lnTo>
                  <a:pt x="2557198" y="85995"/>
                </a:lnTo>
                <a:lnTo>
                  <a:pt x="2557207" y="86499"/>
                </a:lnTo>
                <a:lnTo>
                  <a:pt x="2557210" y="87009"/>
                </a:lnTo>
                <a:lnTo>
                  <a:pt x="2557210" y="156691"/>
                </a:lnTo>
                <a:lnTo>
                  <a:pt x="2587203" y="156691"/>
                </a:lnTo>
                <a:lnTo>
                  <a:pt x="2587203" y="83324"/>
                </a:lnTo>
                <a:lnTo>
                  <a:pt x="2587187" y="81665"/>
                </a:lnTo>
                <a:lnTo>
                  <a:pt x="2587138" y="80040"/>
                </a:lnTo>
                <a:lnTo>
                  <a:pt x="2587057" y="78449"/>
                </a:lnTo>
                <a:lnTo>
                  <a:pt x="2586943" y="76891"/>
                </a:lnTo>
                <a:lnTo>
                  <a:pt x="2586797" y="75366"/>
                </a:lnTo>
                <a:lnTo>
                  <a:pt x="2586618" y="73875"/>
                </a:lnTo>
                <a:lnTo>
                  <a:pt x="2586407" y="72418"/>
                </a:lnTo>
                <a:lnTo>
                  <a:pt x="2586164" y="70994"/>
                </a:lnTo>
                <a:lnTo>
                  <a:pt x="2585888" y="69603"/>
                </a:lnTo>
                <a:lnTo>
                  <a:pt x="2585579" y="68246"/>
                </a:lnTo>
                <a:lnTo>
                  <a:pt x="2585238" y="66923"/>
                </a:lnTo>
                <a:lnTo>
                  <a:pt x="2584865" y="65633"/>
                </a:lnTo>
                <a:lnTo>
                  <a:pt x="2584459" y="64376"/>
                </a:lnTo>
                <a:lnTo>
                  <a:pt x="2584021" y="63153"/>
                </a:lnTo>
                <a:lnTo>
                  <a:pt x="2583550" y="61963"/>
                </a:lnTo>
                <a:lnTo>
                  <a:pt x="2583047" y="60807"/>
                </a:lnTo>
                <a:lnTo>
                  <a:pt x="2582511" y="59685"/>
                </a:lnTo>
                <a:lnTo>
                  <a:pt x="2581943" y="58596"/>
                </a:lnTo>
                <a:lnTo>
                  <a:pt x="2581342" y="57540"/>
                </a:lnTo>
                <a:lnTo>
                  <a:pt x="2580709" y="56518"/>
                </a:lnTo>
                <a:lnTo>
                  <a:pt x="2580043" y="55530"/>
                </a:lnTo>
                <a:lnTo>
                  <a:pt x="2579345" y="54574"/>
                </a:lnTo>
                <a:lnTo>
                  <a:pt x="2578615" y="53653"/>
                </a:lnTo>
                <a:lnTo>
                  <a:pt x="2577851" y="52765"/>
                </a:lnTo>
                <a:lnTo>
                  <a:pt x="2577059" y="51912"/>
                </a:lnTo>
                <a:lnTo>
                  <a:pt x="2576240" y="51095"/>
                </a:lnTo>
                <a:lnTo>
                  <a:pt x="2575394" y="50314"/>
                </a:lnTo>
                <a:lnTo>
                  <a:pt x="2574522" y="49570"/>
                </a:lnTo>
                <a:lnTo>
                  <a:pt x="2573624" y="48862"/>
                </a:lnTo>
                <a:lnTo>
                  <a:pt x="2572698" y="48190"/>
                </a:lnTo>
                <a:lnTo>
                  <a:pt x="2571747" y="47555"/>
                </a:lnTo>
                <a:lnTo>
                  <a:pt x="2570768" y="46956"/>
                </a:lnTo>
                <a:lnTo>
                  <a:pt x="2569764" y="46393"/>
                </a:lnTo>
                <a:lnTo>
                  <a:pt x="2568732" y="45867"/>
                </a:lnTo>
                <a:lnTo>
                  <a:pt x="2567674" y="45377"/>
                </a:lnTo>
                <a:lnTo>
                  <a:pt x="2566590" y="44923"/>
                </a:lnTo>
                <a:lnTo>
                  <a:pt x="2565479" y="44505"/>
                </a:lnTo>
                <a:lnTo>
                  <a:pt x="2564342" y="44124"/>
                </a:lnTo>
                <a:lnTo>
                  <a:pt x="2563178" y="43779"/>
                </a:lnTo>
                <a:lnTo>
                  <a:pt x="2561987" y="43471"/>
                </a:lnTo>
                <a:lnTo>
                  <a:pt x="2560770" y="43198"/>
                </a:lnTo>
                <a:lnTo>
                  <a:pt x="2559527" y="42962"/>
                </a:lnTo>
                <a:lnTo>
                  <a:pt x="2558257" y="42763"/>
                </a:lnTo>
                <a:lnTo>
                  <a:pt x="2556960" y="42599"/>
                </a:lnTo>
                <a:lnTo>
                  <a:pt x="2555637" y="42472"/>
                </a:lnTo>
                <a:lnTo>
                  <a:pt x="2554287" y="42381"/>
                </a:lnTo>
                <a:lnTo>
                  <a:pt x="2552911" y="42327"/>
                </a:lnTo>
                <a:lnTo>
                  <a:pt x="2551508" y="42309"/>
                </a:lnTo>
                <a:lnTo>
                  <a:pt x="2550301" y="42318"/>
                </a:lnTo>
                <a:lnTo>
                  <a:pt x="2549113" y="42347"/>
                </a:lnTo>
                <a:lnTo>
                  <a:pt x="2547945" y="42395"/>
                </a:lnTo>
                <a:lnTo>
                  <a:pt x="2546795" y="42462"/>
                </a:lnTo>
                <a:lnTo>
                  <a:pt x="2545664" y="42549"/>
                </a:lnTo>
                <a:lnTo>
                  <a:pt x="2544552" y="42654"/>
                </a:lnTo>
                <a:lnTo>
                  <a:pt x="2543459" y="42779"/>
                </a:lnTo>
                <a:lnTo>
                  <a:pt x="2542385" y="42923"/>
                </a:lnTo>
                <a:lnTo>
                  <a:pt x="2541330" y="43087"/>
                </a:lnTo>
                <a:lnTo>
                  <a:pt x="2540294" y="43269"/>
                </a:lnTo>
                <a:lnTo>
                  <a:pt x="2539278" y="43471"/>
                </a:lnTo>
                <a:lnTo>
                  <a:pt x="2538280" y="43691"/>
                </a:lnTo>
                <a:lnTo>
                  <a:pt x="2537301" y="43932"/>
                </a:lnTo>
                <a:lnTo>
                  <a:pt x="2536341" y="44191"/>
                </a:lnTo>
                <a:lnTo>
                  <a:pt x="2535400" y="44469"/>
                </a:lnTo>
                <a:lnTo>
                  <a:pt x="2534478" y="44767"/>
                </a:lnTo>
                <a:lnTo>
                  <a:pt x="2533576" y="45084"/>
                </a:lnTo>
                <a:lnTo>
                  <a:pt x="2532692" y="45420"/>
                </a:lnTo>
                <a:lnTo>
                  <a:pt x="2531827" y="45775"/>
                </a:lnTo>
                <a:lnTo>
                  <a:pt x="2530981" y="46150"/>
                </a:lnTo>
                <a:lnTo>
                  <a:pt x="2530154" y="46543"/>
                </a:lnTo>
                <a:lnTo>
                  <a:pt x="2529347" y="46956"/>
                </a:lnTo>
                <a:lnTo>
                  <a:pt x="2528558" y="47388"/>
                </a:lnTo>
                <a:lnTo>
                  <a:pt x="2527788" y="47840"/>
                </a:lnTo>
                <a:lnTo>
                  <a:pt x="2527034" y="48303"/>
                </a:lnTo>
                <a:lnTo>
                  <a:pt x="2526292" y="48773"/>
                </a:lnTo>
                <a:lnTo>
                  <a:pt x="2525562" y="49248"/>
                </a:lnTo>
                <a:lnTo>
                  <a:pt x="2524845" y="49729"/>
                </a:lnTo>
                <a:lnTo>
                  <a:pt x="2524140" y="50216"/>
                </a:lnTo>
                <a:lnTo>
                  <a:pt x="2523447" y="50709"/>
                </a:lnTo>
                <a:lnTo>
                  <a:pt x="2522767" y="51207"/>
                </a:lnTo>
                <a:lnTo>
                  <a:pt x="2522099" y="51711"/>
                </a:lnTo>
                <a:lnTo>
                  <a:pt x="2521443" y="52220"/>
                </a:lnTo>
                <a:lnTo>
                  <a:pt x="2520799" y="52736"/>
                </a:lnTo>
                <a:lnTo>
                  <a:pt x="2520168" y="53257"/>
                </a:lnTo>
                <a:lnTo>
                  <a:pt x="2519549" y="53784"/>
                </a:lnTo>
                <a:lnTo>
                  <a:pt x="2518942" y="54317"/>
                </a:lnTo>
                <a:lnTo>
                  <a:pt x="2518347" y="54855"/>
                </a:lnTo>
                <a:lnTo>
                  <a:pt x="2517765" y="55399"/>
                </a:lnTo>
                <a:lnTo>
                  <a:pt x="2517195" y="55949"/>
                </a:lnTo>
                <a:lnTo>
                  <a:pt x="2516637" y="56505"/>
                </a:lnTo>
                <a:lnTo>
                  <a:pt x="2516092" y="57066"/>
                </a:lnTo>
                <a:lnTo>
                  <a:pt x="2515559" y="57633"/>
                </a:lnTo>
                <a:lnTo>
                  <a:pt x="2515038" y="58206"/>
                </a:lnTo>
                <a:lnTo>
                  <a:pt x="2514529" y="58785"/>
                </a:lnTo>
                <a:lnTo>
                  <a:pt x="2514033" y="59369"/>
                </a:lnTo>
                <a:lnTo>
                  <a:pt x="2513549" y="59959"/>
                </a:lnTo>
                <a:lnTo>
                  <a:pt x="2513077" y="60555"/>
                </a:lnTo>
                <a:lnTo>
                  <a:pt x="2512507" y="44019"/>
                </a:lnTo>
                <a:lnTo>
                  <a:pt x="2483427" y="44019"/>
                </a:lnTo>
                <a:lnTo>
                  <a:pt x="2483427" y="156691"/>
                </a:lnTo>
                <a:lnTo>
                  <a:pt x="2513647" y="156691"/>
                </a:lnTo>
                <a:lnTo>
                  <a:pt x="2513647" y="81211"/>
                </a:lnTo>
                <a:lnTo>
                  <a:pt x="2514049" y="80702"/>
                </a:lnTo>
                <a:lnTo>
                  <a:pt x="2514457" y="80199"/>
                </a:lnTo>
                <a:close/>
                <a:moveTo>
                  <a:pt x="1618904" y="156691"/>
                </a:moveTo>
                <a:lnTo>
                  <a:pt x="1618904" y="44019"/>
                </a:lnTo>
                <a:lnTo>
                  <a:pt x="1588684" y="44019"/>
                </a:lnTo>
                <a:lnTo>
                  <a:pt x="1588684" y="156691"/>
                </a:lnTo>
                <a:lnTo>
                  <a:pt x="1618904" y="156691"/>
                </a:lnTo>
                <a:close/>
                <a:moveTo>
                  <a:pt x="2318163" y="156691"/>
                </a:moveTo>
                <a:lnTo>
                  <a:pt x="2318163" y="44019"/>
                </a:lnTo>
                <a:lnTo>
                  <a:pt x="2287943" y="44019"/>
                </a:lnTo>
                <a:lnTo>
                  <a:pt x="2287943" y="156691"/>
                </a:lnTo>
                <a:lnTo>
                  <a:pt x="2318163" y="156691"/>
                </a:lnTo>
                <a:close/>
                <a:moveTo>
                  <a:pt x="1699079" y="158689"/>
                </a:moveTo>
                <a:lnTo>
                  <a:pt x="1699849" y="158658"/>
                </a:lnTo>
                <a:lnTo>
                  <a:pt x="1700616" y="158621"/>
                </a:lnTo>
                <a:lnTo>
                  <a:pt x="1701381" y="158577"/>
                </a:lnTo>
                <a:lnTo>
                  <a:pt x="1702144" y="158526"/>
                </a:lnTo>
                <a:lnTo>
                  <a:pt x="1702905" y="158468"/>
                </a:lnTo>
                <a:lnTo>
                  <a:pt x="1703663" y="158403"/>
                </a:lnTo>
                <a:lnTo>
                  <a:pt x="1704420" y="158332"/>
                </a:lnTo>
                <a:lnTo>
                  <a:pt x="1705174" y="158253"/>
                </a:lnTo>
                <a:lnTo>
                  <a:pt x="1705926" y="158168"/>
                </a:lnTo>
                <a:lnTo>
                  <a:pt x="1706676" y="158076"/>
                </a:lnTo>
                <a:lnTo>
                  <a:pt x="1707424" y="157978"/>
                </a:lnTo>
                <a:lnTo>
                  <a:pt x="1708169" y="157872"/>
                </a:lnTo>
                <a:lnTo>
                  <a:pt x="1708912" y="157760"/>
                </a:lnTo>
                <a:lnTo>
                  <a:pt x="1709654" y="157641"/>
                </a:lnTo>
                <a:lnTo>
                  <a:pt x="1710393" y="157515"/>
                </a:lnTo>
                <a:lnTo>
                  <a:pt x="1711129" y="157382"/>
                </a:lnTo>
                <a:lnTo>
                  <a:pt x="1711864" y="157243"/>
                </a:lnTo>
                <a:lnTo>
                  <a:pt x="1712596" y="157096"/>
                </a:lnTo>
                <a:lnTo>
                  <a:pt x="1713327" y="156943"/>
                </a:lnTo>
                <a:lnTo>
                  <a:pt x="1714055" y="156783"/>
                </a:lnTo>
                <a:lnTo>
                  <a:pt x="1714778" y="156616"/>
                </a:lnTo>
                <a:lnTo>
                  <a:pt x="1715495" y="156440"/>
                </a:lnTo>
                <a:lnTo>
                  <a:pt x="1716206" y="156256"/>
                </a:lnTo>
                <a:lnTo>
                  <a:pt x="1716909" y="156064"/>
                </a:lnTo>
                <a:lnTo>
                  <a:pt x="1717606" y="155864"/>
                </a:lnTo>
                <a:lnTo>
                  <a:pt x="1718296" y="155656"/>
                </a:lnTo>
                <a:lnTo>
                  <a:pt x="1718979" y="155439"/>
                </a:lnTo>
                <a:lnTo>
                  <a:pt x="1719655" y="155214"/>
                </a:lnTo>
                <a:lnTo>
                  <a:pt x="1720325" y="154981"/>
                </a:lnTo>
                <a:lnTo>
                  <a:pt x="1720988" y="154740"/>
                </a:lnTo>
                <a:lnTo>
                  <a:pt x="1721645" y="154490"/>
                </a:lnTo>
                <a:lnTo>
                  <a:pt x="1722294" y="154233"/>
                </a:lnTo>
                <a:lnTo>
                  <a:pt x="1722937" y="153967"/>
                </a:lnTo>
                <a:lnTo>
                  <a:pt x="1723573" y="153693"/>
                </a:lnTo>
                <a:lnTo>
                  <a:pt x="1724203" y="153410"/>
                </a:lnTo>
                <a:lnTo>
                  <a:pt x="1724825" y="153120"/>
                </a:lnTo>
                <a:lnTo>
                  <a:pt x="1725441" y="152821"/>
                </a:lnTo>
                <a:lnTo>
                  <a:pt x="1726050" y="152514"/>
                </a:lnTo>
                <a:lnTo>
                  <a:pt x="1726653" y="152199"/>
                </a:lnTo>
                <a:lnTo>
                  <a:pt x="1727249" y="151876"/>
                </a:lnTo>
                <a:lnTo>
                  <a:pt x="1727838" y="151544"/>
                </a:lnTo>
                <a:lnTo>
                  <a:pt x="1728420" y="151204"/>
                </a:lnTo>
                <a:lnTo>
                  <a:pt x="1728995" y="150857"/>
                </a:lnTo>
                <a:lnTo>
                  <a:pt x="1729564" y="150500"/>
                </a:lnTo>
                <a:lnTo>
                  <a:pt x="1730125" y="150135"/>
                </a:lnTo>
                <a:lnTo>
                  <a:pt x="1730676" y="149761"/>
                </a:lnTo>
                <a:lnTo>
                  <a:pt x="1731218" y="149377"/>
                </a:lnTo>
                <a:lnTo>
                  <a:pt x="1731750" y="148984"/>
                </a:lnTo>
                <a:lnTo>
                  <a:pt x="1732273" y="148582"/>
                </a:lnTo>
                <a:lnTo>
                  <a:pt x="1732786" y="148170"/>
                </a:lnTo>
                <a:lnTo>
                  <a:pt x="1733290" y="147748"/>
                </a:lnTo>
                <a:lnTo>
                  <a:pt x="1733784" y="147318"/>
                </a:lnTo>
                <a:lnTo>
                  <a:pt x="1734268" y="146877"/>
                </a:lnTo>
                <a:lnTo>
                  <a:pt x="1734744" y="146428"/>
                </a:lnTo>
                <a:lnTo>
                  <a:pt x="1735209" y="145969"/>
                </a:lnTo>
                <a:lnTo>
                  <a:pt x="1735665" y="145500"/>
                </a:lnTo>
                <a:lnTo>
                  <a:pt x="1736112" y="145023"/>
                </a:lnTo>
                <a:lnTo>
                  <a:pt x="1736549" y="144536"/>
                </a:lnTo>
                <a:lnTo>
                  <a:pt x="1736977" y="144039"/>
                </a:lnTo>
                <a:lnTo>
                  <a:pt x="1737395" y="143533"/>
                </a:lnTo>
                <a:lnTo>
                  <a:pt x="1737804" y="143018"/>
                </a:lnTo>
                <a:lnTo>
                  <a:pt x="1738203" y="142493"/>
                </a:lnTo>
                <a:lnTo>
                  <a:pt x="1738592" y="141958"/>
                </a:lnTo>
                <a:lnTo>
                  <a:pt x="1738973" y="141415"/>
                </a:lnTo>
                <a:lnTo>
                  <a:pt x="1739343" y="140862"/>
                </a:lnTo>
                <a:lnTo>
                  <a:pt x="1739704" y="140299"/>
                </a:lnTo>
                <a:lnTo>
                  <a:pt x="1740056" y="139728"/>
                </a:lnTo>
                <a:lnTo>
                  <a:pt x="1740398" y="139146"/>
                </a:lnTo>
                <a:lnTo>
                  <a:pt x="1740728" y="138555"/>
                </a:lnTo>
                <a:lnTo>
                  <a:pt x="1741045" y="137953"/>
                </a:lnTo>
                <a:lnTo>
                  <a:pt x="1741347" y="137340"/>
                </a:lnTo>
                <a:lnTo>
                  <a:pt x="1741635" y="136716"/>
                </a:lnTo>
                <a:lnTo>
                  <a:pt x="1741909" y="136081"/>
                </a:lnTo>
                <a:lnTo>
                  <a:pt x="1742169" y="135436"/>
                </a:lnTo>
                <a:lnTo>
                  <a:pt x="1742415" y="134780"/>
                </a:lnTo>
                <a:lnTo>
                  <a:pt x="1742647" y="134113"/>
                </a:lnTo>
                <a:lnTo>
                  <a:pt x="1742865" y="133435"/>
                </a:lnTo>
                <a:lnTo>
                  <a:pt x="1743069" y="132746"/>
                </a:lnTo>
                <a:lnTo>
                  <a:pt x="1743259" y="132047"/>
                </a:lnTo>
                <a:lnTo>
                  <a:pt x="1743434" y="131336"/>
                </a:lnTo>
                <a:lnTo>
                  <a:pt x="1743596" y="130615"/>
                </a:lnTo>
                <a:lnTo>
                  <a:pt x="1743744" y="129883"/>
                </a:lnTo>
                <a:lnTo>
                  <a:pt x="1743877" y="129141"/>
                </a:lnTo>
                <a:lnTo>
                  <a:pt x="1743997" y="128387"/>
                </a:lnTo>
                <a:lnTo>
                  <a:pt x="1744102" y="127623"/>
                </a:lnTo>
                <a:lnTo>
                  <a:pt x="1744193" y="126847"/>
                </a:lnTo>
                <a:lnTo>
                  <a:pt x="1744271" y="126061"/>
                </a:lnTo>
                <a:lnTo>
                  <a:pt x="1744334" y="125265"/>
                </a:lnTo>
                <a:lnTo>
                  <a:pt x="1744383" y="124457"/>
                </a:lnTo>
                <a:lnTo>
                  <a:pt x="1744418" y="123638"/>
                </a:lnTo>
                <a:lnTo>
                  <a:pt x="1744439" y="122809"/>
                </a:lnTo>
                <a:lnTo>
                  <a:pt x="1744446" y="121969"/>
                </a:lnTo>
                <a:lnTo>
                  <a:pt x="1744438" y="121073"/>
                </a:lnTo>
                <a:lnTo>
                  <a:pt x="1744412" y="120191"/>
                </a:lnTo>
                <a:lnTo>
                  <a:pt x="1744368" y="119323"/>
                </a:lnTo>
                <a:lnTo>
                  <a:pt x="1744307" y="118469"/>
                </a:lnTo>
                <a:lnTo>
                  <a:pt x="1744229" y="117629"/>
                </a:lnTo>
                <a:lnTo>
                  <a:pt x="1744133" y="116803"/>
                </a:lnTo>
                <a:lnTo>
                  <a:pt x="1744020" y="115991"/>
                </a:lnTo>
                <a:lnTo>
                  <a:pt x="1743889" y="115193"/>
                </a:lnTo>
                <a:lnTo>
                  <a:pt x="1743741" y="114409"/>
                </a:lnTo>
                <a:lnTo>
                  <a:pt x="1743575" y="113639"/>
                </a:lnTo>
                <a:lnTo>
                  <a:pt x="1743392" y="112883"/>
                </a:lnTo>
                <a:lnTo>
                  <a:pt x="1743192" y="112141"/>
                </a:lnTo>
                <a:lnTo>
                  <a:pt x="1742974" y="111413"/>
                </a:lnTo>
                <a:lnTo>
                  <a:pt x="1742739" y="110699"/>
                </a:lnTo>
                <a:lnTo>
                  <a:pt x="1742486" y="110000"/>
                </a:lnTo>
                <a:lnTo>
                  <a:pt x="1742216" y="109314"/>
                </a:lnTo>
                <a:lnTo>
                  <a:pt x="1741929" y="108642"/>
                </a:lnTo>
                <a:lnTo>
                  <a:pt x="1741624" y="107984"/>
                </a:lnTo>
                <a:lnTo>
                  <a:pt x="1741302" y="107341"/>
                </a:lnTo>
                <a:lnTo>
                  <a:pt x="1740962" y="106711"/>
                </a:lnTo>
                <a:lnTo>
                  <a:pt x="1740605" y="106095"/>
                </a:lnTo>
                <a:lnTo>
                  <a:pt x="1740230" y="105493"/>
                </a:lnTo>
                <a:lnTo>
                  <a:pt x="1739838" y="104906"/>
                </a:lnTo>
                <a:lnTo>
                  <a:pt x="1739429" y="104332"/>
                </a:lnTo>
                <a:lnTo>
                  <a:pt x="1739004" y="103770"/>
                </a:lnTo>
                <a:lnTo>
                  <a:pt x="1738568" y="103218"/>
                </a:lnTo>
                <a:lnTo>
                  <a:pt x="1738119" y="102675"/>
                </a:lnTo>
                <a:lnTo>
                  <a:pt x="1737658" y="102141"/>
                </a:lnTo>
                <a:lnTo>
                  <a:pt x="1737185" y="101618"/>
                </a:lnTo>
                <a:lnTo>
                  <a:pt x="1736699" y="101104"/>
                </a:lnTo>
                <a:lnTo>
                  <a:pt x="1736201" y="100599"/>
                </a:lnTo>
                <a:lnTo>
                  <a:pt x="1735691" y="100104"/>
                </a:lnTo>
                <a:lnTo>
                  <a:pt x="1735168" y="99619"/>
                </a:lnTo>
                <a:lnTo>
                  <a:pt x="1734633" y="99144"/>
                </a:lnTo>
                <a:lnTo>
                  <a:pt x="1734086" y="98678"/>
                </a:lnTo>
                <a:lnTo>
                  <a:pt x="1733527" y="98221"/>
                </a:lnTo>
                <a:lnTo>
                  <a:pt x="1732956" y="97774"/>
                </a:lnTo>
                <a:lnTo>
                  <a:pt x="1732372" y="97337"/>
                </a:lnTo>
                <a:lnTo>
                  <a:pt x="1731776" y="96910"/>
                </a:lnTo>
                <a:lnTo>
                  <a:pt x="1731167" y="96492"/>
                </a:lnTo>
                <a:lnTo>
                  <a:pt x="1730546" y="96084"/>
                </a:lnTo>
                <a:lnTo>
                  <a:pt x="1729913" y="95685"/>
                </a:lnTo>
                <a:lnTo>
                  <a:pt x="1729268" y="95296"/>
                </a:lnTo>
                <a:lnTo>
                  <a:pt x="1728611" y="94916"/>
                </a:lnTo>
                <a:lnTo>
                  <a:pt x="1727941" y="94547"/>
                </a:lnTo>
                <a:lnTo>
                  <a:pt x="1727259" y="94186"/>
                </a:lnTo>
                <a:lnTo>
                  <a:pt x="1726565" y="93836"/>
                </a:lnTo>
                <a:lnTo>
                  <a:pt x="1725858" y="93495"/>
                </a:lnTo>
                <a:lnTo>
                  <a:pt x="1725141" y="93161"/>
                </a:lnTo>
                <a:lnTo>
                  <a:pt x="1724417" y="92833"/>
                </a:lnTo>
                <a:lnTo>
                  <a:pt x="1723684" y="92510"/>
                </a:lnTo>
                <a:lnTo>
                  <a:pt x="1722944" y="92192"/>
                </a:lnTo>
                <a:lnTo>
                  <a:pt x="1722195" y="91879"/>
                </a:lnTo>
                <a:lnTo>
                  <a:pt x="1721439" y="91571"/>
                </a:lnTo>
                <a:lnTo>
                  <a:pt x="1720675" y="91269"/>
                </a:lnTo>
                <a:lnTo>
                  <a:pt x="1719903" y="90972"/>
                </a:lnTo>
                <a:lnTo>
                  <a:pt x="1719122" y="90680"/>
                </a:lnTo>
                <a:lnTo>
                  <a:pt x="1718334" y="90393"/>
                </a:lnTo>
                <a:lnTo>
                  <a:pt x="1717539" y="90111"/>
                </a:lnTo>
                <a:lnTo>
                  <a:pt x="1716735" y="89835"/>
                </a:lnTo>
                <a:lnTo>
                  <a:pt x="1715923" y="89564"/>
                </a:lnTo>
                <a:lnTo>
                  <a:pt x="1715103" y="89298"/>
                </a:lnTo>
                <a:lnTo>
                  <a:pt x="1714276" y="89037"/>
                </a:lnTo>
                <a:lnTo>
                  <a:pt x="1713440" y="88781"/>
                </a:lnTo>
                <a:lnTo>
                  <a:pt x="1712597" y="88531"/>
                </a:lnTo>
                <a:lnTo>
                  <a:pt x="1711746" y="88285"/>
                </a:lnTo>
                <a:lnTo>
                  <a:pt x="1710886" y="88045"/>
                </a:lnTo>
                <a:lnTo>
                  <a:pt x="1710019" y="87811"/>
                </a:lnTo>
                <a:lnTo>
                  <a:pt x="1709144" y="87581"/>
                </a:lnTo>
                <a:lnTo>
                  <a:pt x="1708261" y="87357"/>
                </a:lnTo>
                <a:lnTo>
                  <a:pt x="1707370" y="87137"/>
                </a:lnTo>
                <a:lnTo>
                  <a:pt x="1706471" y="86923"/>
                </a:lnTo>
                <a:lnTo>
                  <a:pt x="1705623" y="86732"/>
                </a:lnTo>
                <a:lnTo>
                  <a:pt x="1704788" y="86541"/>
                </a:lnTo>
                <a:lnTo>
                  <a:pt x="1703968" y="86351"/>
                </a:lnTo>
                <a:lnTo>
                  <a:pt x="1703161" y="86163"/>
                </a:lnTo>
                <a:lnTo>
                  <a:pt x="1702368" y="85975"/>
                </a:lnTo>
                <a:lnTo>
                  <a:pt x="1701589" y="85788"/>
                </a:lnTo>
                <a:lnTo>
                  <a:pt x="1700824" y="85603"/>
                </a:lnTo>
                <a:lnTo>
                  <a:pt x="1700072" y="85418"/>
                </a:lnTo>
                <a:lnTo>
                  <a:pt x="1699335" y="85235"/>
                </a:lnTo>
                <a:lnTo>
                  <a:pt x="1698611" y="85052"/>
                </a:lnTo>
                <a:lnTo>
                  <a:pt x="1697901" y="84870"/>
                </a:lnTo>
                <a:lnTo>
                  <a:pt x="1697205" y="84690"/>
                </a:lnTo>
                <a:lnTo>
                  <a:pt x="1696523" y="84510"/>
                </a:lnTo>
                <a:lnTo>
                  <a:pt x="1695855" y="84331"/>
                </a:lnTo>
                <a:lnTo>
                  <a:pt x="1695201" y="84154"/>
                </a:lnTo>
                <a:lnTo>
                  <a:pt x="1694560" y="83977"/>
                </a:lnTo>
                <a:lnTo>
                  <a:pt x="1693934" y="83802"/>
                </a:lnTo>
                <a:lnTo>
                  <a:pt x="1693321" y="83627"/>
                </a:lnTo>
                <a:lnTo>
                  <a:pt x="1692722" y="83453"/>
                </a:lnTo>
                <a:lnTo>
                  <a:pt x="1692137" y="83281"/>
                </a:lnTo>
                <a:lnTo>
                  <a:pt x="1691566" y="83109"/>
                </a:lnTo>
                <a:lnTo>
                  <a:pt x="1691008" y="82939"/>
                </a:lnTo>
                <a:lnTo>
                  <a:pt x="1690465" y="82769"/>
                </a:lnTo>
                <a:lnTo>
                  <a:pt x="1689935" y="82600"/>
                </a:lnTo>
                <a:lnTo>
                  <a:pt x="1689419" y="82432"/>
                </a:lnTo>
                <a:lnTo>
                  <a:pt x="1688914" y="82262"/>
                </a:lnTo>
                <a:lnTo>
                  <a:pt x="1688421" y="82091"/>
                </a:lnTo>
                <a:lnTo>
                  <a:pt x="1687940" y="81918"/>
                </a:lnTo>
                <a:lnTo>
                  <a:pt x="1687470" y="81745"/>
                </a:lnTo>
                <a:lnTo>
                  <a:pt x="1687013" y="81570"/>
                </a:lnTo>
                <a:lnTo>
                  <a:pt x="1686568" y="81394"/>
                </a:lnTo>
                <a:lnTo>
                  <a:pt x="1686134" y="81217"/>
                </a:lnTo>
                <a:lnTo>
                  <a:pt x="1685712" y="81039"/>
                </a:lnTo>
                <a:lnTo>
                  <a:pt x="1685303" y="80860"/>
                </a:lnTo>
                <a:lnTo>
                  <a:pt x="1684905" y="80679"/>
                </a:lnTo>
                <a:lnTo>
                  <a:pt x="1684519" y="80497"/>
                </a:lnTo>
                <a:lnTo>
                  <a:pt x="1684144" y="80314"/>
                </a:lnTo>
                <a:lnTo>
                  <a:pt x="1683782" y="80130"/>
                </a:lnTo>
                <a:lnTo>
                  <a:pt x="1683432" y="79944"/>
                </a:lnTo>
                <a:lnTo>
                  <a:pt x="1683093" y="79757"/>
                </a:lnTo>
                <a:lnTo>
                  <a:pt x="1682766" y="79569"/>
                </a:lnTo>
                <a:lnTo>
                  <a:pt x="1682452" y="79380"/>
                </a:lnTo>
                <a:lnTo>
                  <a:pt x="1682149" y="79190"/>
                </a:lnTo>
                <a:lnTo>
                  <a:pt x="1681858" y="78999"/>
                </a:lnTo>
                <a:lnTo>
                  <a:pt x="1681578" y="78806"/>
                </a:lnTo>
                <a:lnTo>
                  <a:pt x="1681311" y="78612"/>
                </a:lnTo>
                <a:lnTo>
                  <a:pt x="1681056" y="78417"/>
                </a:lnTo>
                <a:lnTo>
                  <a:pt x="1680812" y="78221"/>
                </a:lnTo>
                <a:lnTo>
                  <a:pt x="1680580" y="78022"/>
                </a:lnTo>
                <a:lnTo>
                  <a:pt x="1680357" y="77821"/>
                </a:lnTo>
                <a:lnTo>
                  <a:pt x="1680144" y="77617"/>
                </a:lnTo>
                <a:lnTo>
                  <a:pt x="1679941" y="77411"/>
                </a:lnTo>
                <a:lnTo>
                  <a:pt x="1679748" y="77202"/>
                </a:lnTo>
                <a:lnTo>
                  <a:pt x="1679565" y="76991"/>
                </a:lnTo>
                <a:lnTo>
                  <a:pt x="1679392" y="76777"/>
                </a:lnTo>
                <a:lnTo>
                  <a:pt x="1679228" y="76560"/>
                </a:lnTo>
                <a:lnTo>
                  <a:pt x="1679075" y="76341"/>
                </a:lnTo>
                <a:lnTo>
                  <a:pt x="1678931" y="76119"/>
                </a:lnTo>
                <a:lnTo>
                  <a:pt x="1678798" y="75895"/>
                </a:lnTo>
                <a:lnTo>
                  <a:pt x="1678674" y="75668"/>
                </a:lnTo>
                <a:lnTo>
                  <a:pt x="1678560" y="75439"/>
                </a:lnTo>
                <a:lnTo>
                  <a:pt x="1678456" y="75206"/>
                </a:lnTo>
                <a:lnTo>
                  <a:pt x="1678362" y="74972"/>
                </a:lnTo>
                <a:lnTo>
                  <a:pt x="1678278" y="74734"/>
                </a:lnTo>
                <a:lnTo>
                  <a:pt x="1678204" y="74495"/>
                </a:lnTo>
                <a:lnTo>
                  <a:pt x="1678139" y="74252"/>
                </a:lnTo>
                <a:lnTo>
                  <a:pt x="1678085" y="74007"/>
                </a:lnTo>
                <a:lnTo>
                  <a:pt x="1678040" y="73759"/>
                </a:lnTo>
                <a:lnTo>
                  <a:pt x="1678006" y="73509"/>
                </a:lnTo>
                <a:lnTo>
                  <a:pt x="1677981" y="73256"/>
                </a:lnTo>
                <a:lnTo>
                  <a:pt x="1677966" y="73001"/>
                </a:lnTo>
                <a:lnTo>
                  <a:pt x="1677961" y="72743"/>
                </a:lnTo>
                <a:lnTo>
                  <a:pt x="1677969" y="72297"/>
                </a:lnTo>
                <a:lnTo>
                  <a:pt x="1677993" y="71861"/>
                </a:lnTo>
                <a:lnTo>
                  <a:pt x="1678032" y="71436"/>
                </a:lnTo>
                <a:lnTo>
                  <a:pt x="1678086" y="71021"/>
                </a:lnTo>
                <a:lnTo>
                  <a:pt x="1678157" y="70618"/>
                </a:lnTo>
                <a:lnTo>
                  <a:pt x="1678243" y="70224"/>
                </a:lnTo>
                <a:lnTo>
                  <a:pt x="1678344" y="69842"/>
                </a:lnTo>
                <a:lnTo>
                  <a:pt x="1678462" y="69470"/>
                </a:lnTo>
                <a:lnTo>
                  <a:pt x="1678595" y="69109"/>
                </a:lnTo>
                <a:lnTo>
                  <a:pt x="1678743" y="68758"/>
                </a:lnTo>
                <a:lnTo>
                  <a:pt x="1678908" y="68418"/>
                </a:lnTo>
                <a:lnTo>
                  <a:pt x="1679087" y="68089"/>
                </a:lnTo>
                <a:lnTo>
                  <a:pt x="1679283" y="67770"/>
                </a:lnTo>
                <a:lnTo>
                  <a:pt x="1679494" y="67462"/>
                </a:lnTo>
                <a:lnTo>
                  <a:pt x="1679721" y="67165"/>
                </a:lnTo>
                <a:lnTo>
                  <a:pt x="1679963" y="66878"/>
                </a:lnTo>
                <a:lnTo>
                  <a:pt x="1680221" y="66602"/>
                </a:lnTo>
                <a:lnTo>
                  <a:pt x="1680495" y="66336"/>
                </a:lnTo>
                <a:lnTo>
                  <a:pt x="1680784" y="66082"/>
                </a:lnTo>
                <a:lnTo>
                  <a:pt x="1681089" y="65837"/>
                </a:lnTo>
                <a:lnTo>
                  <a:pt x="1681410" y="65604"/>
                </a:lnTo>
                <a:lnTo>
                  <a:pt x="1681746" y="65381"/>
                </a:lnTo>
                <a:lnTo>
                  <a:pt x="1682098" y="65169"/>
                </a:lnTo>
                <a:lnTo>
                  <a:pt x="1682466" y="64967"/>
                </a:lnTo>
                <a:lnTo>
                  <a:pt x="1682847" y="64775"/>
                </a:lnTo>
                <a:lnTo>
                  <a:pt x="1683240" y="64590"/>
                </a:lnTo>
                <a:lnTo>
                  <a:pt x="1683645" y="64414"/>
                </a:lnTo>
                <a:lnTo>
                  <a:pt x="1684061" y="64246"/>
                </a:lnTo>
                <a:lnTo>
                  <a:pt x="1684489" y="64086"/>
                </a:lnTo>
                <a:lnTo>
                  <a:pt x="1684928" y="63935"/>
                </a:lnTo>
                <a:lnTo>
                  <a:pt x="1685380" y="63792"/>
                </a:lnTo>
                <a:lnTo>
                  <a:pt x="1685843" y="63656"/>
                </a:lnTo>
                <a:lnTo>
                  <a:pt x="1686317" y="63529"/>
                </a:lnTo>
                <a:lnTo>
                  <a:pt x="1686804" y="63411"/>
                </a:lnTo>
                <a:lnTo>
                  <a:pt x="1687302" y="63300"/>
                </a:lnTo>
                <a:lnTo>
                  <a:pt x="1687811" y="63198"/>
                </a:lnTo>
                <a:lnTo>
                  <a:pt x="1688333" y="63103"/>
                </a:lnTo>
                <a:lnTo>
                  <a:pt x="1688866" y="63017"/>
                </a:lnTo>
                <a:lnTo>
                  <a:pt x="1689411" y="62940"/>
                </a:lnTo>
                <a:lnTo>
                  <a:pt x="1689967" y="62870"/>
                </a:lnTo>
                <a:lnTo>
                  <a:pt x="1690535" y="62809"/>
                </a:lnTo>
                <a:lnTo>
                  <a:pt x="1691115" y="62755"/>
                </a:lnTo>
                <a:lnTo>
                  <a:pt x="1691706" y="62710"/>
                </a:lnTo>
                <a:lnTo>
                  <a:pt x="1692310" y="62673"/>
                </a:lnTo>
                <a:lnTo>
                  <a:pt x="1692924" y="62645"/>
                </a:lnTo>
                <a:lnTo>
                  <a:pt x="1693551" y="62624"/>
                </a:lnTo>
                <a:lnTo>
                  <a:pt x="1694189" y="62612"/>
                </a:lnTo>
                <a:lnTo>
                  <a:pt x="1694839" y="62608"/>
                </a:lnTo>
                <a:lnTo>
                  <a:pt x="1695444" y="62614"/>
                </a:lnTo>
                <a:lnTo>
                  <a:pt x="1696042" y="62631"/>
                </a:lnTo>
                <a:lnTo>
                  <a:pt x="1696634" y="62661"/>
                </a:lnTo>
                <a:lnTo>
                  <a:pt x="1697220" y="62702"/>
                </a:lnTo>
                <a:lnTo>
                  <a:pt x="1697799" y="62755"/>
                </a:lnTo>
                <a:lnTo>
                  <a:pt x="1698371" y="62820"/>
                </a:lnTo>
                <a:lnTo>
                  <a:pt x="1698937" y="62896"/>
                </a:lnTo>
                <a:lnTo>
                  <a:pt x="1699496" y="62985"/>
                </a:lnTo>
                <a:lnTo>
                  <a:pt x="1700048" y="63085"/>
                </a:lnTo>
                <a:lnTo>
                  <a:pt x="1700595" y="63197"/>
                </a:lnTo>
                <a:lnTo>
                  <a:pt x="1701134" y="63321"/>
                </a:lnTo>
                <a:lnTo>
                  <a:pt x="1701667" y="63456"/>
                </a:lnTo>
                <a:lnTo>
                  <a:pt x="1702194" y="63603"/>
                </a:lnTo>
                <a:lnTo>
                  <a:pt x="1702714" y="63762"/>
                </a:lnTo>
                <a:lnTo>
                  <a:pt x="1703227" y="63933"/>
                </a:lnTo>
                <a:lnTo>
                  <a:pt x="1703734" y="64116"/>
                </a:lnTo>
                <a:lnTo>
                  <a:pt x="1704235" y="64310"/>
                </a:lnTo>
                <a:lnTo>
                  <a:pt x="1704729" y="64516"/>
                </a:lnTo>
                <a:lnTo>
                  <a:pt x="1705216" y="64734"/>
                </a:lnTo>
                <a:lnTo>
                  <a:pt x="1705697" y="64964"/>
                </a:lnTo>
                <a:lnTo>
                  <a:pt x="1706171" y="65205"/>
                </a:lnTo>
                <a:lnTo>
                  <a:pt x="1706639" y="65459"/>
                </a:lnTo>
                <a:lnTo>
                  <a:pt x="1707100" y="65724"/>
                </a:lnTo>
                <a:lnTo>
                  <a:pt x="1707555" y="66001"/>
                </a:lnTo>
                <a:lnTo>
                  <a:pt x="1707997" y="66292"/>
                </a:lnTo>
                <a:lnTo>
                  <a:pt x="1708420" y="66603"/>
                </a:lnTo>
                <a:lnTo>
                  <a:pt x="1708824" y="66932"/>
                </a:lnTo>
                <a:lnTo>
                  <a:pt x="1709210" y="67280"/>
                </a:lnTo>
                <a:lnTo>
                  <a:pt x="1709576" y="67646"/>
                </a:lnTo>
                <a:lnTo>
                  <a:pt x="1709924" y="68031"/>
                </a:lnTo>
                <a:lnTo>
                  <a:pt x="1710254" y="68435"/>
                </a:lnTo>
                <a:lnTo>
                  <a:pt x="1710564" y="68858"/>
                </a:lnTo>
                <a:lnTo>
                  <a:pt x="1710855" y="69299"/>
                </a:lnTo>
                <a:lnTo>
                  <a:pt x="1711128" y="69759"/>
                </a:lnTo>
                <a:lnTo>
                  <a:pt x="1711382" y="70238"/>
                </a:lnTo>
                <a:lnTo>
                  <a:pt x="1711617" y="70735"/>
                </a:lnTo>
                <a:lnTo>
                  <a:pt x="1711834" y="71251"/>
                </a:lnTo>
                <a:lnTo>
                  <a:pt x="1712031" y="71786"/>
                </a:lnTo>
                <a:lnTo>
                  <a:pt x="1712210" y="72339"/>
                </a:lnTo>
                <a:lnTo>
                  <a:pt x="1712370" y="72911"/>
                </a:lnTo>
                <a:lnTo>
                  <a:pt x="1712511" y="73502"/>
                </a:lnTo>
                <a:lnTo>
                  <a:pt x="1712633" y="74111"/>
                </a:lnTo>
                <a:lnTo>
                  <a:pt x="1712736" y="74739"/>
                </a:lnTo>
                <a:lnTo>
                  <a:pt x="1712821" y="75386"/>
                </a:lnTo>
                <a:lnTo>
                  <a:pt x="1712887" y="76051"/>
                </a:lnTo>
                <a:lnTo>
                  <a:pt x="1712934" y="76736"/>
                </a:lnTo>
                <a:lnTo>
                  <a:pt x="1712962" y="77438"/>
                </a:lnTo>
                <a:lnTo>
                  <a:pt x="1712971" y="78160"/>
                </a:lnTo>
                <a:lnTo>
                  <a:pt x="1741025" y="78160"/>
                </a:lnTo>
                <a:lnTo>
                  <a:pt x="1741018" y="77302"/>
                </a:lnTo>
                <a:lnTo>
                  <a:pt x="1740998" y="76455"/>
                </a:lnTo>
                <a:lnTo>
                  <a:pt x="1740963" y="75621"/>
                </a:lnTo>
                <a:lnTo>
                  <a:pt x="1740914" y="74798"/>
                </a:lnTo>
                <a:lnTo>
                  <a:pt x="1740852" y="73988"/>
                </a:lnTo>
                <a:lnTo>
                  <a:pt x="1740776" y="73189"/>
                </a:lnTo>
                <a:lnTo>
                  <a:pt x="1740686" y="72403"/>
                </a:lnTo>
                <a:lnTo>
                  <a:pt x="1740582" y="71628"/>
                </a:lnTo>
                <a:lnTo>
                  <a:pt x="1740464" y="70866"/>
                </a:lnTo>
                <a:lnTo>
                  <a:pt x="1740332" y="70115"/>
                </a:lnTo>
                <a:lnTo>
                  <a:pt x="1740187" y="69377"/>
                </a:lnTo>
                <a:lnTo>
                  <a:pt x="1740027" y="68650"/>
                </a:lnTo>
                <a:lnTo>
                  <a:pt x="1739854" y="67936"/>
                </a:lnTo>
                <a:lnTo>
                  <a:pt x="1739667" y="67233"/>
                </a:lnTo>
                <a:lnTo>
                  <a:pt x="1739466" y="66543"/>
                </a:lnTo>
                <a:lnTo>
                  <a:pt x="1739251" y="65864"/>
                </a:lnTo>
                <a:lnTo>
                  <a:pt x="1739023" y="65198"/>
                </a:lnTo>
                <a:lnTo>
                  <a:pt x="1738780" y="64543"/>
                </a:lnTo>
                <a:lnTo>
                  <a:pt x="1738524" y="63901"/>
                </a:lnTo>
                <a:lnTo>
                  <a:pt x="1738253" y="63270"/>
                </a:lnTo>
                <a:lnTo>
                  <a:pt x="1737969" y="62652"/>
                </a:lnTo>
                <a:lnTo>
                  <a:pt x="1737671" y="62046"/>
                </a:lnTo>
                <a:lnTo>
                  <a:pt x="1737360" y="61451"/>
                </a:lnTo>
                <a:lnTo>
                  <a:pt x="1737034" y="60869"/>
                </a:lnTo>
                <a:lnTo>
                  <a:pt x="1736697" y="60297"/>
                </a:lnTo>
                <a:lnTo>
                  <a:pt x="1736350" y="59735"/>
                </a:lnTo>
                <a:lnTo>
                  <a:pt x="1735995" y="59184"/>
                </a:lnTo>
                <a:lnTo>
                  <a:pt x="1735631" y="58641"/>
                </a:lnTo>
                <a:lnTo>
                  <a:pt x="1735257" y="58109"/>
                </a:lnTo>
                <a:lnTo>
                  <a:pt x="1734874" y="57587"/>
                </a:lnTo>
                <a:lnTo>
                  <a:pt x="1734482" y="57074"/>
                </a:lnTo>
                <a:lnTo>
                  <a:pt x="1734081" y="56571"/>
                </a:lnTo>
                <a:lnTo>
                  <a:pt x="1733671" y="56078"/>
                </a:lnTo>
                <a:lnTo>
                  <a:pt x="1733252" y="55595"/>
                </a:lnTo>
                <a:lnTo>
                  <a:pt x="1732824" y="55122"/>
                </a:lnTo>
                <a:lnTo>
                  <a:pt x="1732387" y="54658"/>
                </a:lnTo>
                <a:lnTo>
                  <a:pt x="1731940" y="54204"/>
                </a:lnTo>
                <a:lnTo>
                  <a:pt x="1731485" y="53760"/>
                </a:lnTo>
                <a:lnTo>
                  <a:pt x="1731020" y="53326"/>
                </a:lnTo>
                <a:lnTo>
                  <a:pt x="1730546" y="52902"/>
                </a:lnTo>
                <a:lnTo>
                  <a:pt x="1730063" y="52487"/>
                </a:lnTo>
                <a:lnTo>
                  <a:pt x="1729571" y="52083"/>
                </a:lnTo>
                <a:lnTo>
                  <a:pt x="1729070" y="51688"/>
                </a:lnTo>
                <a:lnTo>
                  <a:pt x="1728560" y="51303"/>
                </a:lnTo>
                <a:lnTo>
                  <a:pt x="1728041" y="50927"/>
                </a:lnTo>
                <a:lnTo>
                  <a:pt x="1727512" y="50562"/>
                </a:lnTo>
                <a:lnTo>
                  <a:pt x="1726975" y="50206"/>
                </a:lnTo>
                <a:lnTo>
                  <a:pt x="1726428" y="49860"/>
                </a:lnTo>
                <a:lnTo>
                  <a:pt x="1725874" y="49523"/>
                </a:lnTo>
                <a:lnTo>
                  <a:pt x="1725315" y="49194"/>
                </a:lnTo>
                <a:lnTo>
                  <a:pt x="1724750" y="48874"/>
                </a:lnTo>
                <a:lnTo>
                  <a:pt x="1724179" y="48561"/>
                </a:lnTo>
                <a:lnTo>
                  <a:pt x="1723603" y="48257"/>
                </a:lnTo>
                <a:lnTo>
                  <a:pt x="1723021" y="47961"/>
                </a:lnTo>
                <a:lnTo>
                  <a:pt x="1722434" y="47673"/>
                </a:lnTo>
                <a:lnTo>
                  <a:pt x="1721841" y="47393"/>
                </a:lnTo>
                <a:lnTo>
                  <a:pt x="1721243" y="47122"/>
                </a:lnTo>
                <a:lnTo>
                  <a:pt x="1720639" y="46859"/>
                </a:lnTo>
                <a:lnTo>
                  <a:pt x="1720030" y="46604"/>
                </a:lnTo>
                <a:lnTo>
                  <a:pt x="1719415" y="46357"/>
                </a:lnTo>
                <a:lnTo>
                  <a:pt x="1718794" y="46119"/>
                </a:lnTo>
                <a:lnTo>
                  <a:pt x="1718168" y="45888"/>
                </a:lnTo>
                <a:lnTo>
                  <a:pt x="1717537" y="45666"/>
                </a:lnTo>
                <a:lnTo>
                  <a:pt x="1716899" y="45452"/>
                </a:lnTo>
                <a:lnTo>
                  <a:pt x="1716257" y="45247"/>
                </a:lnTo>
                <a:lnTo>
                  <a:pt x="1715609" y="45049"/>
                </a:lnTo>
                <a:lnTo>
                  <a:pt x="1714955" y="44860"/>
                </a:lnTo>
                <a:lnTo>
                  <a:pt x="1714296" y="44679"/>
                </a:lnTo>
                <a:lnTo>
                  <a:pt x="1713631" y="44506"/>
                </a:lnTo>
                <a:lnTo>
                  <a:pt x="1712960" y="44342"/>
                </a:lnTo>
                <a:lnTo>
                  <a:pt x="1712284" y="44185"/>
                </a:lnTo>
                <a:lnTo>
                  <a:pt x="1711603" y="44037"/>
                </a:lnTo>
                <a:lnTo>
                  <a:pt x="1710918" y="43896"/>
                </a:lnTo>
                <a:lnTo>
                  <a:pt x="1710232" y="43761"/>
                </a:lnTo>
                <a:lnTo>
                  <a:pt x="1709545" y="43632"/>
                </a:lnTo>
                <a:lnTo>
                  <a:pt x="1708857" y="43509"/>
                </a:lnTo>
                <a:lnTo>
                  <a:pt x="1708167" y="43392"/>
                </a:lnTo>
                <a:lnTo>
                  <a:pt x="1707476" y="43281"/>
                </a:lnTo>
                <a:lnTo>
                  <a:pt x="1706784" y="43176"/>
                </a:lnTo>
                <a:lnTo>
                  <a:pt x="1706091" y="43077"/>
                </a:lnTo>
                <a:lnTo>
                  <a:pt x="1705397" y="42984"/>
                </a:lnTo>
                <a:lnTo>
                  <a:pt x="1704701" y="42897"/>
                </a:lnTo>
                <a:lnTo>
                  <a:pt x="1704004" y="42816"/>
                </a:lnTo>
                <a:lnTo>
                  <a:pt x="1703307" y="42741"/>
                </a:lnTo>
                <a:lnTo>
                  <a:pt x="1702607" y="42672"/>
                </a:lnTo>
                <a:lnTo>
                  <a:pt x="1701907" y="42609"/>
                </a:lnTo>
                <a:lnTo>
                  <a:pt x="1701206" y="42552"/>
                </a:lnTo>
                <a:lnTo>
                  <a:pt x="1700503" y="42501"/>
                </a:lnTo>
                <a:lnTo>
                  <a:pt x="1699799" y="42456"/>
                </a:lnTo>
                <a:lnTo>
                  <a:pt x="1699094" y="42417"/>
                </a:lnTo>
                <a:lnTo>
                  <a:pt x="1698388" y="42384"/>
                </a:lnTo>
                <a:lnTo>
                  <a:pt x="1697681" y="42357"/>
                </a:lnTo>
                <a:lnTo>
                  <a:pt x="1696972" y="42336"/>
                </a:lnTo>
                <a:lnTo>
                  <a:pt x="1696262" y="42321"/>
                </a:lnTo>
                <a:lnTo>
                  <a:pt x="1695551" y="42312"/>
                </a:lnTo>
                <a:lnTo>
                  <a:pt x="1694839" y="42309"/>
                </a:lnTo>
                <a:lnTo>
                  <a:pt x="1694108" y="42312"/>
                </a:lnTo>
                <a:lnTo>
                  <a:pt x="1693378" y="42321"/>
                </a:lnTo>
                <a:lnTo>
                  <a:pt x="1692650" y="42336"/>
                </a:lnTo>
                <a:lnTo>
                  <a:pt x="1691923" y="42357"/>
                </a:lnTo>
                <a:lnTo>
                  <a:pt x="1691198" y="42384"/>
                </a:lnTo>
                <a:lnTo>
                  <a:pt x="1690474" y="42417"/>
                </a:lnTo>
                <a:lnTo>
                  <a:pt x="1689751" y="42456"/>
                </a:lnTo>
                <a:lnTo>
                  <a:pt x="1689029" y="42501"/>
                </a:lnTo>
                <a:lnTo>
                  <a:pt x="1688309" y="42552"/>
                </a:lnTo>
                <a:lnTo>
                  <a:pt x="1687591" y="42609"/>
                </a:lnTo>
                <a:lnTo>
                  <a:pt x="1686874" y="42673"/>
                </a:lnTo>
                <a:lnTo>
                  <a:pt x="1686158" y="42742"/>
                </a:lnTo>
                <a:lnTo>
                  <a:pt x="1685443" y="42817"/>
                </a:lnTo>
                <a:lnTo>
                  <a:pt x="1684730" y="42898"/>
                </a:lnTo>
                <a:lnTo>
                  <a:pt x="1684019" y="42985"/>
                </a:lnTo>
                <a:lnTo>
                  <a:pt x="1683308" y="43079"/>
                </a:lnTo>
                <a:lnTo>
                  <a:pt x="1682600" y="43178"/>
                </a:lnTo>
                <a:lnTo>
                  <a:pt x="1681892" y="43283"/>
                </a:lnTo>
                <a:lnTo>
                  <a:pt x="1681186" y="43394"/>
                </a:lnTo>
                <a:lnTo>
                  <a:pt x="1680481" y="43512"/>
                </a:lnTo>
                <a:lnTo>
                  <a:pt x="1679778" y="43635"/>
                </a:lnTo>
                <a:lnTo>
                  <a:pt x="1679076" y="43764"/>
                </a:lnTo>
                <a:lnTo>
                  <a:pt x="1678375" y="43899"/>
                </a:lnTo>
                <a:lnTo>
                  <a:pt x="1677676" y="44041"/>
                </a:lnTo>
                <a:lnTo>
                  <a:pt x="1676981" y="44188"/>
                </a:lnTo>
                <a:lnTo>
                  <a:pt x="1676291" y="44343"/>
                </a:lnTo>
                <a:lnTo>
                  <a:pt x="1675607" y="44504"/>
                </a:lnTo>
                <a:lnTo>
                  <a:pt x="1674930" y="44673"/>
                </a:lnTo>
                <a:lnTo>
                  <a:pt x="1674258" y="44848"/>
                </a:lnTo>
                <a:lnTo>
                  <a:pt x="1673592" y="45031"/>
                </a:lnTo>
                <a:lnTo>
                  <a:pt x="1672932" y="45221"/>
                </a:lnTo>
                <a:lnTo>
                  <a:pt x="1672278" y="45417"/>
                </a:lnTo>
                <a:lnTo>
                  <a:pt x="1671630" y="45621"/>
                </a:lnTo>
                <a:lnTo>
                  <a:pt x="1670988" y="45831"/>
                </a:lnTo>
                <a:lnTo>
                  <a:pt x="1670352" y="46049"/>
                </a:lnTo>
                <a:lnTo>
                  <a:pt x="1669722" y="46273"/>
                </a:lnTo>
                <a:lnTo>
                  <a:pt x="1669098" y="46505"/>
                </a:lnTo>
                <a:lnTo>
                  <a:pt x="1668479" y="46744"/>
                </a:lnTo>
                <a:lnTo>
                  <a:pt x="1667867" y="46989"/>
                </a:lnTo>
                <a:lnTo>
                  <a:pt x="1667260" y="47242"/>
                </a:lnTo>
                <a:lnTo>
                  <a:pt x="1666660" y="47501"/>
                </a:lnTo>
                <a:lnTo>
                  <a:pt x="1666065" y="47768"/>
                </a:lnTo>
                <a:lnTo>
                  <a:pt x="1665477" y="48042"/>
                </a:lnTo>
                <a:lnTo>
                  <a:pt x="1664894" y="48322"/>
                </a:lnTo>
                <a:lnTo>
                  <a:pt x="1664317" y="48610"/>
                </a:lnTo>
                <a:lnTo>
                  <a:pt x="1663747" y="48904"/>
                </a:lnTo>
                <a:lnTo>
                  <a:pt x="1663182" y="49206"/>
                </a:lnTo>
                <a:lnTo>
                  <a:pt x="1662623" y="49515"/>
                </a:lnTo>
                <a:lnTo>
                  <a:pt x="1662072" y="49831"/>
                </a:lnTo>
                <a:lnTo>
                  <a:pt x="1661530" y="50155"/>
                </a:lnTo>
                <a:lnTo>
                  <a:pt x="1660997" y="50488"/>
                </a:lnTo>
                <a:lnTo>
                  <a:pt x="1660474" y="50829"/>
                </a:lnTo>
                <a:lnTo>
                  <a:pt x="1659959" y="51178"/>
                </a:lnTo>
                <a:lnTo>
                  <a:pt x="1659455" y="51535"/>
                </a:lnTo>
                <a:lnTo>
                  <a:pt x="1658959" y="51901"/>
                </a:lnTo>
                <a:lnTo>
                  <a:pt x="1658473" y="52275"/>
                </a:lnTo>
                <a:lnTo>
                  <a:pt x="1657996" y="52657"/>
                </a:lnTo>
                <a:lnTo>
                  <a:pt x="1657529" y="53047"/>
                </a:lnTo>
                <a:lnTo>
                  <a:pt x="1657070" y="53445"/>
                </a:lnTo>
                <a:lnTo>
                  <a:pt x="1656622" y="53852"/>
                </a:lnTo>
                <a:lnTo>
                  <a:pt x="1656182" y="54267"/>
                </a:lnTo>
                <a:lnTo>
                  <a:pt x="1655752" y="54690"/>
                </a:lnTo>
                <a:lnTo>
                  <a:pt x="1655331" y="55121"/>
                </a:lnTo>
                <a:lnTo>
                  <a:pt x="1654919" y="55560"/>
                </a:lnTo>
                <a:lnTo>
                  <a:pt x="1654516" y="56008"/>
                </a:lnTo>
                <a:lnTo>
                  <a:pt x="1654123" y="56464"/>
                </a:lnTo>
                <a:lnTo>
                  <a:pt x="1653740" y="56928"/>
                </a:lnTo>
                <a:lnTo>
                  <a:pt x="1653365" y="57400"/>
                </a:lnTo>
                <a:lnTo>
                  <a:pt x="1653000" y="57881"/>
                </a:lnTo>
                <a:lnTo>
                  <a:pt x="1652644" y="58370"/>
                </a:lnTo>
                <a:lnTo>
                  <a:pt x="1652297" y="58867"/>
                </a:lnTo>
                <a:lnTo>
                  <a:pt x="1651960" y="59372"/>
                </a:lnTo>
                <a:lnTo>
                  <a:pt x="1651634" y="59886"/>
                </a:lnTo>
                <a:lnTo>
                  <a:pt x="1651323" y="60408"/>
                </a:lnTo>
                <a:lnTo>
                  <a:pt x="1651025" y="60941"/>
                </a:lnTo>
                <a:lnTo>
                  <a:pt x="1650741" y="61482"/>
                </a:lnTo>
                <a:lnTo>
                  <a:pt x="1650470" y="62032"/>
                </a:lnTo>
                <a:lnTo>
                  <a:pt x="1650214" y="62592"/>
                </a:lnTo>
                <a:lnTo>
                  <a:pt x="1649971" y="63161"/>
                </a:lnTo>
                <a:lnTo>
                  <a:pt x="1649743" y="63739"/>
                </a:lnTo>
                <a:lnTo>
                  <a:pt x="1649528" y="64327"/>
                </a:lnTo>
                <a:lnTo>
                  <a:pt x="1649327" y="64923"/>
                </a:lnTo>
                <a:lnTo>
                  <a:pt x="1649140" y="65529"/>
                </a:lnTo>
                <a:lnTo>
                  <a:pt x="1648967" y="66144"/>
                </a:lnTo>
                <a:lnTo>
                  <a:pt x="1648807" y="66768"/>
                </a:lnTo>
                <a:lnTo>
                  <a:pt x="1648662" y="67402"/>
                </a:lnTo>
                <a:lnTo>
                  <a:pt x="1648530" y="68044"/>
                </a:lnTo>
                <a:lnTo>
                  <a:pt x="1648412" y="68696"/>
                </a:lnTo>
                <a:lnTo>
                  <a:pt x="1648308" y="69357"/>
                </a:lnTo>
                <a:lnTo>
                  <a:pt x="1648218" y="70028"/>
                </a:lnTo>
                <a:lnTo>
                  <a:pt x="1648142" y="70707"/>
                </a:lnTo>
                <a:lnTo>
                  <a:pt x="1648080" y="71396"/>
                </a:lnTo>
                <a:lnTo>
                  <a:pt x="1648031" y="72094"/>
                </a:lnTo>
                <a:lnTo>
                  <a:pt x="1647996" y="72801"/>
                </a:lnTo>
                <a:lnTo>
                  <a:pt x="1647976" y="73518"/>
                </a:lnTo>
                <a:lnTo>
                  <a:pt x="1647969" y="74243"/>
                </a:lnTo>
                <a:lnTo>
                  <a:pt x="1647978" y="75168"/>
                </a:lnTo>
                <a:lnTo>
                  <a:pt x="1648005" y="76077"/>
                </a:lnTo>
                <a:lnTo>
                  <a:pt x="1648051" y="76972"/>
                </a:lnTo>
                <a:lnTo>
                  <a:pt x="1648114" y="77851"/>
                </a:lnTo>
                <a:lnTo>
                  <a:pt x="1648196" y="78715"/>
                </a:lnTo>
                <a:lnTo>
                  <a:pt x="1648297" y="79565"/>
                </a:lnTo>
                <a:lnTo>
                  <a:pt x="1648415" y="80399"/>
                </a:lnTo>
                <a:lnTo>
                  <a:pt x="1648552" y="81218"/>
                </a:lnTo>
                <a:lnTo>
                  <a:pt x="1648706" y="82023"/>
                </a:lnTo>
                <a:lnTo>
                  <a:pt x="1648880" y="82812"/>
                </a:lnTo>
                <a:lnTo>
                  <a:pt x="1649071" y="83586"/>
                </a:lnTo>
                <a:lnTo>
                  <a:pt x="1649280" y="84346"/>
                </a:lnTo>
                <a:lnTo>
                  <a:pt x="1649508" y="85090"/>
                </a:lnTo>
                <a:lnTo>
                  <a:pt x="1649754" y="85819"/>
                </a:lnTo>
                <a:lnTo>
                  <a:pt x="1650018" y="86534"/>
                </a:lnTo>
                <a:lnTo>
                  <a:pt x="1650300" y="87233"/>
                </a:lnTo>
                <a:lnTo>
                  <a:pt x="1650601" y="87917"/>
                </a:lnTo>
                <a:lnTo>
                  <a:pt x="1650920" y="88586"/>
                </a:lnTo>
                <a:lnTo>
                  <a:pt x="1651257" y="89241"/>
                </a:lnTo>
                <a:lnTo>
                  <a:pt x="1651612" y="89880"/>
                </a:lnTo>
                <a:lnTo>
                  <a:pt x="1651985" y="90504"/>
                </a:lnTo>
                <a:lnTo>
                  <a:pt x="1652377" y="91113"/>
                </a:lnTo>
                <a:lnTo>
                  <a:pt x="1652787" y="91707"/>
                </a:lnTo>
                <a:lnTo>
                  <a:pt x="1653215" y="92287"/>
                </a:lnTo>
                <a:lnTo>
                  <a:pt x="1653659" y="92853"/>
                </a:lnTo>
                <a:lnTo>
                  <a:pt x="1654117" y="93410"/>
                </a:lnTo>
                <a:lnTo>
                  <a:pt x="1654589" y="93958"/>
                </a:lnTo>
                <a:lnTo>
                  <a:pt x="1655076" y="94495"/>
                </a:lnTo>
                <a:lnTo>
                  <a:pt x="1655576" y="95024"/>
                </a:lnTo>
                <a:lnTo>
                  <a:pt x="1656091" y="95542"/>
                </a:lnTo>
                <a:lnTo>
                  <a:pt x="1656619" y="96051"/>
                </a:lnTo>
                <a:lnTo>
                  <a:pt x="1657162" y="96551"/>
                </a:lnTo>
                <a:lnTo>
                  <a:pt x="1657718" y="97040"/>
                </a:lnTo>
                <a:lnTo>
                  <a:pt x="1658289" y="97520"/>
                </a:lnTo>
                <a:lnTo>
                  <a:pt x="1658874" y="97991"/>
                </a:lnTo>
                <a:lnTo>
                  <a:pt x="1659473" y="98452"/>
                </a:lnTo>
                <a:lnTo>
                  <a:pt x="1660085" y="98903"/>
                </a:lnTo>
                <a:lnTo>
                  <a:pt x="1660712" y="99345"/>
                </a:lnTo>
                <a:lnTo>
                  <a:pt x="1661353" y="99777"/>
                </a:lnTo>
                <a:lnTo>
                  <a:pt x="1662008" y="100200"/>
                </a:lnTo>
                <a:lnTo>
                  <a:pt x="1662677" y="100613"/>
                </a:lnTo>
                <a:lnTo>
                  <a:pt x="1663361" y="101016"/>
                </a:lnTo>
                <a:lnTo>
                  <a:pt x="1664058" y="101410"/>
                </a:lnTo>
                <a:lnTo>
                  <a:pt x="1664769" y="101794"/>
                </a:lnTo>
                <a:lnTo>
                  <a:pt x="1665494" y="102169"/>
                </a:lnTo>
                <a:lnTo>
                  <a:pt x="1666234" y="102533"/>
                </a:lnTo>
                <a:lnTo>
                  <a:pt x="1666987" y="102889"/>
                </a:lnTo>
                <a:lnTo>
                  <a:pt x="1667755" y="103235"/>
                </a:lnTo>
                <a:lnTo>
                  <a:pt x="1668534" y="103573"/>
                </a:lnTo>
                <a:lnTo>
                  <a:pt x="1669322" y="103908"/>
                </a:lnTo>
                <a:lnTo>
                  <a:pt x="1670118" y="104238"/>
                </a:lnTo>
                <a:lnTo>
                  <a:pt x="1670924" y="104565"/>
                </a:lnTo>
                <a:lnTo>
                  <a:pt x="1671739" y="104887"/>
                </a:lnTo>
                <a:lnTo>
                  <a:pt x="1672562" y="105205"/>
                </a:lnTo>
                <a:lnTo>
                  <a:pt x="1673395" y="105518"/>
                </a:lnTo>
                <a:lnTo>
                  <a:pt x="1674236" y="105828"/>
                </a:lnTo>
                <a:lnTo>
                  <a:pt x="1675086" y="106133"/>
                </a:lnTo>
                <a:lnTo>
                  <a:pt x="1675945" y="106434"/>
                </a:lnTo>
                <a:lnTo>
                  <a:pt x="1676813" y="106731"/>
                </a:lnTo>
                <a:lnTo>
                  <a:pt x="1677690" y="107024"/>
                </a:lnTo>
                <a:lnTo>
                  <a:pt x="1678576" y="107312"/>
                </a:lnTo>
                <a:lnTo>
                  <a:pt x="1679471" y="107596"/>
                </a:lnTo>
                <a:lnTo>
                  <a:pt x="1680375" y="107877"/>
                </a:lnTo>
                <a:lnTo>
                  <a:pt x="1681287" y="108152"/>
                </a:lnTo>
                <a:lnTo>
                  <a:pt x="1682209" y="108424"/>
                </a:lnTo>
                <a:lnTo>
                  <a:pt x="1683139" y="108692"/>
                </a:lnTo>
                <a:lnTo>
                  <a:pt x="1684079" y="108955"/>
                </a:lnTo>
                <a:lnTo>
                  <a:pt x="1685027" y="109214"/>
                </a:lnTo>
                <a:lnTo>
                  <a:pt x="1685984" y="109469"/>
                </a:lnTo>
                <a:lnTo>
                  <a:pt x="1686950" y="109720"/>
                </a:lnTo>
                <a:lnTo>
                  <a:pt x="1687925" y="109966"/>
                </a:lnTo>
                <a:lnTo>
                  <a:pt x="1688909" y="110209"/>
                </a:lnTo>
                <a:lnTo>
                  <a:pt x="1690073" y="110478"/>
                </a:lnTo>
                <a:lnTo>
                  <a:pt x="1691207" y="110746"/>
                </a:lnTo>
                <a:lnTo>
                  <a:pt x="1692312" y="111014"/>
                </a:lnTo>
                <a:lnTo>
                  <a:pt x="1693387" y="111282"/>
                </a:lnTo>
                <a:lnTo>
                  <a:pt x="1694432" y="111549"/>
                </a:lnTo>
                <a:lnTo>
                  <a:pt x="1695449" y="111816"/>
                </a:lnTo>
                <a:lnTo>
                  <a:pt x="1696435" y="112082"/>
                </a:lnTo>
                <a:lnTo>
                  <a:pt x="1697392" y="112349"/>
                </a:lnTo>
                <a:lnTo>
                  <a:pt x="1698320" y="112614"/>
                </a:lnTo>
                <a:lnTo>
                  <a:pt x="1699218" y="112880"/>
                </a:lnTo>
                <a:lnTo>
                  <a:pt x="1700087" y="113144"/>
                </a:lnTo>
                <a:lnTo>
                  <a:pt x="1700926" y="113409"/>
                </a:lnTo>
                <a:lnTo>
                  <a:pt x="1701736" y="113673"/>
                </a:lnTo>
                <a:lnTo>
                  <a:pt x="1702516" y="113937"/>
                </a:lnTo>
                <a:lnTo>
                  <a:pt x="1703266" y="114200"/>
                </a:lnTo>
                <a:lnTo>
                  <a:pt x="1703988" y="114463"/>
                </a:lnTo>
                <a:lnTo>
                  <a:pt x="1704679" y="114726"/>
                </a:lnTo>
                <a:lnTo>
                  <a:pt x="1705341" y="114988"/>
                </a:lnTo>
                <a:lnTo>
                  <a:pt x="1705974" y="115249"/>
                </a:lnTo>
                <a:lnTo>
                  <a:pt x="1706577" y="115511"/>
                </a:lnTo>
                <a:lnTo>
                  <a:pt x="1707151" y="115772"/>
                </a:lnTo>
                <a:lnTo>
                  <a:pt x="1707695" y="116032"/>
                </a:lnTo>
                <a:lnTo>
                  <a:pt x="1708210" y="116292"/>
                </a:lnTo>
                <a:lnTo>
                  <a:pt x="1708695" y="116552"/>
                </a:lnTo>
                <a:lnTo>
                  <a:pt x="1709156" y="116817"/>
                </a:lnTo>
                <a:lnTo>
                  <a:pt x="1709597" y="117093"/>
                </a:lnTo>
                <a:lnTo>
                  <a:pt x="1710018" y="117380"/>
                </a:lnTo>
                <a:lnTo>
                  <a:pt x="1710420" y="117679"/>
                </a:lnTo>
                <a:lnTo>
                  <a:pt x="1710802" y="117989"/>
                </a:lnTo>
                <a:lnTo>
                  <a:pt x="1711165" y="118310"/>
                </a:lnTo>
                <a:lnTo>
                  <a:pt x="1711508" y="118642"/>
                </a:lnTo>
                <a:lnTo>
                  <a:pt x="1711831" y="118985"/>
                </a:lnTo>
                <a:lnTo>
                  <a:pt x="1712135" y="119340"/>
                </a:lnTo>
                <a:lnTo>
                  <a:pt x="1712419" y="119705"/>
                </a:lnTo>
                <a:lnTo>
                  <a:pt x="1712684" y="120082"/>
                </a:lnTo>
                <a:lnTo>
                  <a:pt x="1712929" y="120471"/>
                </a:lnTo>
                <a:lnTo>
                  <a:pt x="1713154" y="120870"/>
                </a:lnTo>
                <a:lnTo>
                  <a:pt x="1713360" y="121281"/>
                </a:lnTo>
                <a:lnTo>
                  <a:pt x="1713546" y="121702"/>
                </a:lnTo>
                <a:lnTo>
                  <a:pt x="1713713" y="122135"/>
                </a:lnTo>
                <a:lnTo>
                  <a:pt x="1713860" y="122580"/>
                </a:lnTo>
                <a:lnTo>
                  <a:pt x="1713987" y="123035"/>
                </a:lnTo>
                <a:lnTo>
                  <a:pt x="1714095" y="123502"/>
                </a:lnTo>
                <a:lnTo>
                  <a:pt x="1714183" y="123980"/>
                </a:lnTo>
                <a:lnTo>
                  <a:pt x="1714252" y="124469"/>
                </a:lnTo>
                <a:lnTo>
                  <a:pt x="1714301" y="124969"/>
                </a:lnTo>
                <a:lnTo>
                  <a:pt x="1714330" y="125481"/>
                </a:lnTo>
                <a:lnTo>
                  <a:pt x="1714340" y="126003"/>
                </a:lnTo>
                <a:lnTo>
                  <a:pt x="1714332" y="126564"/>
                </a:lnTo>
                <a:lnTo>
                  <a:pt x="1714307" y="127110"/>
                </a:lnTo>
                <a:lnTo>
                  <a:pt x="1714265" y="127644"/>
                </a:lnTo>
                <a:lnTo>
                  <a:pt x="1714207" y="128163"/>
                </a:lnTo>
                <a:lnTo>
                  <a:pt x="1714132" y="128669"/>
                </a:lnTo>
                <a:lnTo>
                  <a:pt x="1714041" y="129161"/>
                </a:lnTo>
                <a:lnTo>
                  <a:pt x="1713932" y="129639"/>
                </a:lnTo>
                <a:lnTo>
                  <a:pt x="1713808" y="130104"/>
                </a:lnTo>
                <a:lnTo>
                  <a:pt x="1713666" y="130556"/>
                </a:lnTo>
                <a:lnTo>
                  <a:pt x="1713508" y="130993"/>
                </a:lnTo>
                <a:lnTo>
                  <a:pt x="1713334" y="131417"/>
                </a:lnTo>
                <a:lnTo>
                  <a:pt x="1713143" y="131827"/>
                </a:lnTo>
                <a:lnTo>
                  <a:pt x="1712935" y="132224"/>
                </a:lnTo>
                <a:lnTo>
                  <a:pt x="1712710" y="132607"/>
                </a:lnTo>
                <a:lnTo>
                  <a:pt x="1712469" y="132976"/>
                </a:lnTo>
                <a:lnTo>
                  <a:pt x="1712211" y="133332"/>
                </a:lnTo>
                <a:lnTo>
                  <a:pt x="1711937" y="133674"/>
                </a:lnTo>
                <a:lnTo>
                  <a:pt x="1711646" y="134002"/>
                </a:lnTo>
                <a:lnTo>
                  <a:pt x="1711338" y="134317"/>
                </a:lnTo>
                <a:lnTo>
                  <a:pt x="1711014" y="134618"/>
                </a:lnTo>
                <a:lnTo>
                  <a:pt x="1710673" y="134906"/>
                </a:lnTo>
                <a:lnTo>
                  <a:pt x="1710315" y="135179"/>
                </a:lnTo>
                <a:lnTo>
                  <a:pt x="1709941" y="135439"/>
                </a:lnTo>
                <a:lnTo>
                  <a:pt x="1709550" y="135686"/>
                </a:lnTo>
                <a:lnTo>
                  <a:pt x="1709144" y="135920"/>
                </a:lnTo>
                <a:lnTo>
                  <a:pt x="1708725" y="136145"/>
                </a:lnTo>
                <a:lnTo>
                  <a:pt x="1708292" y="136359"/>
                </a:lnTo>
                <a:lnTo>
                  <a:pt x="1707846" y="136564"/>
                </a:lnTo>
                <a:lnTo>
                  <a:pt x="1707386" y="136758"/>
                </a:lnTo>
                <a:lnTo>
                  <a:pt x="1706913" y="136943"/>
                </a:lnTo>
                <a:lnTo>
                  <a:pt x="1706426" y="137117"/>
                </a:lnTo>
                <a:lnTo>
                  <a:pt x="1705926" y="137282"/>
                </a:lnTo>
                <a:lnTo>
                  <a:pt x="1705413" y="137436"/>
                </a:lnTo>
                <a:lnTo>
                  <a:pt x="1704886" y="137581"/>
                </a:lnTo>
                <a:lnTo>
                  <a:pt x="1704345" y="137716"/>
                </a:lnTo>
                <a:lnTo>
                  <a:pt x="1703791" y="137840"/>
                </a:lnTo>
                <a:lnTo>
                  <a:pt x="1703224" y="137955"/>
                </a:lnTo>
                <a:lnTo>
                  <a:pt x="1702643" y="138060"/>
                </a:lnTo>
                <a:lnTo>
                  <a:pt x="1702049" y="138154"/>
                </a:lnTo>
                <a:lnTo>
                  <a:pt x="1701441" y="138239"/>
                </a:lnTo>
                <a:lnTo>
                  <a:pt x="1700819" y="138314"/>
                </a:lnTo>
                <a:lnTo>
                  <a:pt x="1700185" y="138379"/>
                </a:lnTo>
                <a:lnTo>
                  <a:pt x="1699537" y="138434"/>
                </a:lnTo>
                <a:lnTo>
                  <a:pt x="1698875" y="138479"/>
                </a:lnTo>
                <a:lnTo>
                  <a:pt x="1698200" y="138513"/>
                </a:lnTo>
                <a:lnTo>
                  <a:pt x="1697511" y="138538"/>
                </a:lnTo>
                <a:lnTo>
                  <a:pt x="1696809" y="138553"/>
                </a:lnTo>
                <a:lnTo>
                  <a:pt x="1696094" y="138558"/>
                </a:lnTo>
                <a:lnTo>
                  <a:pt x="1695366" y="138552"/>
                </a:lnTo>
                <a:lnTo>
                  <a:pt x="1694645" y="138532"/>
                </a:lnTo>
                <a:lnTo>
                  <a:pt x="1693933" y="138500"/>
                </a:lnTo>
                <a:lnTo>
                  <a:pt x="1693228" y="138454"/>
                </a:lnTo>
                <a:lnTo>
                  <a:pt x="1692531" y="138396"/>
                </a:lnTo>
                <a:lnTo>
                  <a:pt x="1691842" y="138325"/>
                </a:lnTo>
                <a:lnTo>
                  <a:pt x="1691160" y="138240"/>
                </a:lnTo>
                <a:lnTo>
                  <a:pt x="1690487" y="138143"/>
                </a:lnTo>
                <a:lnTo>
                  <a:pt x="1689820" y="138033"/>
                </a:lnTo>
                <a:lnTo>
                  <a:pt x="1689162" y="137909"/>
                </a:lnTo>
                <a:lnTo>
                  <a:pt x="1688511" y="137773"/>
                </a:lnTo>
                <a:lnTo>
                  <a:pt x="1687868" y="137624"/>
                </a:lnTo>
                <a:lnTo>
                  <a:pt x="1687233" y="137461"/>
                </a:lnTo>
                <a:lnTo>
                  <a:pt x="1686606" y="137286"/>
                </a:lnTo>
                <a:lnTo>
                  <a:pt x="1685986" y="137098"/>
                </a:lnTo>
                <a:lnTo>
                  <a:pt x="1685374" y="136897"/>
                </a:lnTo>
                <a:lnTo>
                  <a:pt x="1684769" y="136683"/>
                </a:lnTo>
                <a:lnTo>
                  <a:pt x="1684173" y="136455"/>
                </a:lnTo>
                <a:lnTo>
                  <a:pt x="1683584" y="136215"/>
                </a:lnTo>
                <a:lnTo>
                  <a:pt x="1683003" y="135962"/>
                </a:lnTo>
                <a:lnTo>
                  <a:pt x="1682429" y="135696"/>
                </a:lnTo>
                <a:lnTo>
                  <a:pt x="1681864" y="135417"/>
                </a:lnTo>
                <a:lnTo>
                  <a:pt x="1681306" y="135125"/>
                </a:lnTo>
                <a:lnTo>
                  <a:pt x="1680755" y="134820"/>
                </a:lnTo>
                <a:lnTo>
                  <a:pt x="1680220" y="134498"/>
                </a:lnTo>
                <a:lnTo>
                  <a:pt x="1679708" y="134156"/>
                </a:lnTo>
                <a:lnTo>
                  <a:pt x="1679218" y="133794"/>
                </a:lnTo>
                <a:lnTo>
                  <a:pt x="1678752" y="133412"/>
                </a:lnTo>
                <a:lnTo>
                  <a:pt x="1678308" y="133009"/>
                </a:lnTo>
                <a:lnTo>
                  <a:pt x="1677886" y="132586"/>
                </a:lnTo>
                <a:lnTo>
                  <a:pt x="1677488" y="132143"/>
                </a:lnTo>
                <a:lnTo>
                  <a:pt x="1677112" y="131679"/>
                </a:lnTo>
                <a:lnTo>
                  <a:pt x="1676759" y="131195"/>
                </a:lnTo>
                <a:lnTo>
                  <a:pt x="1676429" y="130691"/>
                </a:lnTo>
                <a:lnTo>
                  <a:pt x="1676122" y="130167"/>
                </a:lnTo>
                <a:lnTo>
                  <a:pt x="1675837" y="129622"/>
                </a:lnTo>
                <a:lnTo>
                  <a:pt x="1675575" y="129057"/>
                </a:lnTo>
                <a:lnTo>
                  <a:pt x="1675336" y="128472"/>
                </a:lnTo>
                <a:lnTo>
                  <a:pt x="1675120" y="127867"/>
                </a:lnTo>
                <a:lnTo>
                  <a:pt x="1674927" y="127241"/>
                </a:lnTo>
                <a:lnTo>
                  <a:pt x="1674756" y="126595"/>
                </a:lnTo>
                <a:lnTo>
                  <a:pt x="1674608" y="125929"/>
                </a:lnTo>
                <a:lnTo>
                  <a:pt x="1674483" y="125242"/>
                </a:lnTo>
                <a:lnTo>
                  <a:pt x="1674380" y="124536"/>
                </a:lnTo>
                <a:lnTo>
                  <a:pt x="1674300" y="123809"/>
                </a:lnTo>
                <a:lnTo>
                  <a:pt x="1674243" y="123061"/>
                </a:lnTo>
                <a:lnTo>
                  <a:pt x="1674209" y="122294"/>
                </a:lnTo>
                <a:lnTo>
                  <a:pt x="1674198" y="121506"/>
                </a:lnTo>
                <a:lnTo>
                  <a:pt x="1646144" y="121506"/>
                </a:lnTo>
                <a:lnTo>
                  <a:pt x="1646151" y="122403"/>
                </a:lnTo>
                <a:lnTo>
                  <a:pt x="1646173" y="123287"/>
                </a:lnTo>
                <a:lnTo>
                  <a:pt x="1646210" y="124159"/>
                </a:lnTo>
                <a:lnTo>
                  <a:pt x="1646261" y="125019"/>
                </a:lnTo>
                <a:lnTo>
                  <a:pt x="1646327" y="125866"/>
                </a:lnTo>
                <a:lnTo>
                  <a:pt x="1646408" y="126701"/>
                </a:lnTo>
                <a:lnTo>
                  <a:pt x="1646503" y="127524"/>
                </a:lnTo>
                <a:lnTo>
                  <a:pt x="1646613" y="128334"/>
                </a:lnTo>
                <a:lnTo>
                  <a:pt x="1646737" y="129131"/>
                </a:lnTo>
                <a:lnTo>
                  <a:pt x="1646877" y="129916"/>
                </a:lnTo>
                <a:lnTo>
                  <a:pt x="1647031" y="130689"/>
                </a:lnTo>
                <a:lnTo>
                  <a:pt x="1647199" y="131450"/>
                </a:lnTo>
                <a:lnTo>
                  <a:pt x="1647382" y="132198"/>
                </a:lnTo>
                <a:lnTo>
                  <a:pt x="1647580" y="132933"/>
                </a:lnTo>
                <a:lnTo>
                  <a:pt x="1647792" y="133656"/>
                </a:lnTo>
                <a:lnTo>
                  <a:pt x="1648019" y="134367"/>
                </a:lnTo>
                <a:lnTo>
                  <a:pt x="1648261" y="135065"/>
                </a:lnTo>
                <a:lnTo>
                  <a:pt x="1648518" y="135751"/>
                </a:lnTo>
                <a:lnTo>
                  <a:pt x="1648789" y="136425"/>
                </a:lnTo>
                <a:lnTo>
                  <a:pt x="1649074" y="137086"/>
                </a:lnTo>
                <a:lnTo>
                  <a:pt x="1649375" y="137734"/>
                </a:lnTo>
                <a:lnTo>
                  <a:pt x="1649690" y="138371"/>
                </a:lnTo>
                <a:lnTo>
                  <a:pt x="1650019" y="138995"/>
                </a:lnTo>
                <a:lnTo>
                  <a:pt x="1650364" y="139606"/>
                </a:lnTo>
                <a:lnTo>
                  <a:pt x="1650720" y="140206"/>
                </a:lnTo>
                <a:lnTo>
                  <a:pt x="1651087" y="140795"/>
                </a:lnTo>
                <a:lnTo>
                  <a:pt x="1651465" y="141374"/>
                </a:lnTo>
                <a:lnTo>
                  <a:pt x="1651852" y="141942"/>
                </a:lnTo>
                <a:lnTo>
                  <a:pt x="1652250" y="142500"/>
                </a:lnTo>
                <a:lnTo>
                  <a:pt x="1652659" y="143047"/>
                </a:lnTo>
                <a:lnTo>
                  <a:pt x="1653077" y="143583"/>
                </a:lnTo>
                <a:lnTo>
                  <a:pt x="1653506" y="144109"/>
                </a:lnTo>
                <a:lnTo>
                  <a:pt x="1653945" y="144624"/>
                </a:lnTo>
                <a:lnTo>
                  <a:pt x="1654395" y="145128"/>
                </a:lnTo>
                <a:lnTo>
                  <a:pt x="1654854" y="145622"/>
                </a:lnTo>
                <a:lnTo>
                  <a:pt x="1655324" y="146105"/>
                </a:lnTo>
                <a:lnTo>
                  <a:pt x="1655805" y="146578"/>
                </a:lnTo>
                <a:lnTo>
                  <a:pt x="1656295" y="147040"/>
                </a:lnTo>
                <a:lnTo>
                  <a:pt x="1656796" y="147492"/>
                </a:lnTo>
                <a:lnTo>
                  <a:pt x="1657307" y="147933"/>
                </a:lnTo>
                <a:lnTo>
                  <a:pt x="1657829" y="148363"/>
                </a:lnTo>
                <a:lnTo>
                  <a:pt x="1658361" y="148782"/>
                </a:lnTo>
                <a:lnTo>
                  <a:pt x="1658903" y="149192"/>
                </a:lnTo>
                <a:lnTo>
                  <a:pt x="1659455" y="149590"/>
                </a:lnTo>
                <a:lnTo>
                  <a:pt x="1660018" y="149978"/>
                </a:lnTo>
                <a:lnTo>
                  <a:pt x="1660591" y="150355"/>
                </a:lnTo>
                <a:lnTo>
                  <a:pt x="1661174" y="150722"/>
                </a:lnTo>
                <a:lnTo>
                  <a:pt x="1661768" y="151078"/>
                </a:lnTo>
                <a:lnTo>
                  <a:pt x="1662369" y="151424"/>
                </a:lnTo>
                <a:lnTo>
                  <a:pt x="1662977" y="151762"/>
                </a:lnTo>
                <a:lnTo>
                  <a:pt x="1663590" y="152091"/>
                </a:lnTo>
                <a:lnTo>
                  <a:pt x="1664210" y="152412"/>
                </a:lnTo>
                <a:lnTo>
                  <a:pt x="1664835" y="152724"/>
                </a:lnTo>
                <a:lnTo>
                  <a:pt x="1665467" y="153027"/>
                </a:lnTo>
                <a:lnTo>
                  <a:pt x="1666104" y="153322"/>
                </a:lnTo>
                <a:lnTo>
                  <a:pt x="1666747" y="153608"/>
                </a:lnTo>
                <a:lnTo>
                  <a:pt x="1667397" y="153886"/>
                </a:lnTo>
                <a:lnTo>
                  <a:pt x="1668052" y="154154"/>
                </a:lnTo>
                <a:lnTo>
                  <a:pt x="1668713" y="154415"/>
                </a:lnTo>
                <a:lnTo>
                  <a:pt x="1669380" y="154666"/>
                </a:lnTo>
                <a:lnTo>
                  <a:pt x="1670053" y="154910"/>
                </a:lnTo>
                <a:lnTo>
                  <a:pt x="1670732" y="155144"/>
                </a:lnTo>
                <a:lnTo>
                  <a:pt x="1671416" y="155370"/>
                </a:lnTo>
                <a:lnTo>
                  <a:pt x="1672107" y="155587"/>
                </a:lnTo>
                <a:lnTo>
                  <a:pt x="1672804" y="155796"/>
                </a:lnTo>
                <a:lnTo>
                  <a:pt x="1673507" y="155996"/>
                </a:lnTo>
                <a:lnTo>
                  <a:pt x="1674215" y="156187"/>
                </a:lnTo>
                <a:lnTo>
                  <a:pt x="1674930" y="156370"/>
                </a:lnTo>
                <a:lnTo>
                  <a:pt x="1675650" y="156544"/>
                </a:lnTo>
                <a:lnTo>
                  <a:pt x="1676377" y="156710"/>
                </a:lnTo>
                <a:lnTo>
                  <a:pt x="1677109" y="156867"/>
                </a:lnTo>
                <a:lnTo>
                  <a:pt x="1677847" y="157015"/>
                </a:lnTo>
                <a:lnTo>
                  <a:pt x="1678589" y="157156"/>
                </a:lnTo>
                <a:lnTo>
                  <a:pt x="1679332" y="157291"/>
                </a:lnTo>
                <a:lnTo>
                  <a:pt x="1680076" y="157420"/>
                </a:lnTo>
                <a:lnTo>
                  <a:pt x="1680822" y="157543"/>
                </a:lnTo>
                <a:lnTo>
                  <a:pt x="1681568" y="157660"/>
                </a:lnTo>
                <a:lnTo>
                  <a:pt x="1682316" y="157771"/>
                </a:lnTo>
                <a:lnTo>
                  <a:pt x="1683065" y="157876"/>
                </a:lnTo>
                <a:lnTo>
                  <a:pt x="1683815" y="157975"/>
                </a:lnTo>
                <a:lnTo>
                  <a:pt x="1684567" y="158068"/>
                </a:lnTo>
                <a:lnTo>
                  <a:pt x="1685319" y="158155"/>
                </a:lnTo>
                <a:lnTo>
                  <a:pt x="1686073" y="158236"/>
                </a:lnTo>
                <a:lnTo>
                  <a:pt x="1686828" y="158311"/>
                </a:lnTo>
                <a:lnTo>
                  <a:pt x="1687584" y="158380"/>
                </a:lnTo>
                <a:lnTo>
                  <a:pt x="1688341" y="158443"/>
                </a:lnTo>
                <a:lnTo>
                  <a:pt x="1689100" y="158500"/>
                </a:lnTo>
                <a:lnTo>
                  <a:pt x="1689859" y="158551"/>
                </a:lnTo>
                <a:lnTo>
                  <a:pt x="1690620" y="158596"/>
                </a:lnTo>
                <a:lnTo>
                  <a:pt x="1691382" y="158635"/>
                </a:lnTo>
                <a:lnTo>
                  <a:pt x="1692146" y="158668"/>
                </a:lnTo>
                <a:lnTo>
                  <a:pt x="1692910" y="158695"/>
                </a:lnTo>
                <a:lnTo>
                  <a:pt x="1693676" y="158716"/>
                </a:lnTo>
                <a:lnTo>
                  <a:pt x="1694442" y="158731"/>
                </a:lnTo>
                <a:lnTo>
                  <a:pt x="1695210" y="158740"/>
                </a:lnTo>
                <a:lnTo>
                  <a:pt x="1695980" y="158743"/>
                </a:lnTo>
                <a:lnTo>
                  <a:pt x="1696758" y="158740"/>
                </a:lnTo>
                <a:lnTo>
                  <a:pt x="1697534" y="158730"/>
                </a:lnTo>
                <a:lnTo>
                  <a:pt x="1698308" y="158713"/>
                </a:lnTo>
                <a:lnTo>
                  <a:pt x="1699079" y="158689"/>
                </a:lnTo>
                <a:close/>
                <a:moveTo>
                  <a:pt x="1833611" y="158517"/>
                </a:moveTo>
                <a:lnTo>
                  <a:pt x="1834784" y="158417"/>
                </a:lnTo>
                <a:lnTo>
                  <a:pt x="1835944" y="158299"/>
                </a:lnTo>
                <a:lnTo>
                  <a:pt x="1837094" y="158163"/>
                </a:lnTo>
                <a:lnTo>
                  <a:pt x="1838232" y="158009"/>
                </a:lnTo>
                <a:lnTo>
                  <a:pt x="1839358" y="157836"/>
                </a:lnTo>
                <a:lnTo>
                  <a:pt x="1840473" y="157646"/>
                </a:lnTo>
                <a:lnTo>
                  <a:pt x="1841576" y="157437"/>
                </a:lnTo>
                <a:lnTo>
                  <a:pt x="1842668" y="157210"/>
                </a:lnTo>
                <a:lnTo>
                  <a:pt x="1843748" y="156966"/>
                </a:lnTo>
                <a:lnTo>
                  <a:pt x="1844817" y="156703"/>
                </a:lnTo>
                <a:lnTo>
                  <a:pt x="1845875" y="156421"/>
                </a:lnTo>
                <a:lnTo>
                  <a:pt x="1846921" y="156122"/>
                </a:lnTo>
                <a:lnTo>
                  <a:pt x="1847955" y="155805"/>
                </a:lnTo>
                <a:lnTo>
                  <a:pt x="1848978" y="155469"/>
                </a:lnTo>
                <a:lnTo>
                  <a:pt x="1849990" y="155115"/>
                </a:lnTo>
                <a:lnTo>
                  <a:pt x="1850990" y="154743"/>
                </a:lnTo>
                <a:lnTo>
                  <a:pt x="1851978" y="154353"/>
                </a:lnTo>
                <a:lnTo>
                  <a:pt x="1852955" y="153945"/>
                </a:lnTo>
                <a:lnTo>
                  <a:pt x="1853921" y="153519"/>
                </a:lnTo>
                <a:lnTo>
                  <a:pt x="1854872" y="153075"/>
                </a:lnTo>
                <a:lnTo>
                  <a:pt x="1855807" y="152614"/>
                </a:lnTo>
                <a:lnTo>
                  <a:pt x="1856725" y="152137"/>
                </a:lnTo>
                <a:lnTo>
                  <a:pt x="1857626" y="151642"/>
                </a:lnTo>
                <a:lnTo>
                  <a:pt x="1858510" y="151131"/>
                </a:lnTo>
                <a:lnTo>
                  <a:pt x="1859377" y="150602"/>
                </a:lnTo>
                <a:lnTo>
                  <a:pt x="1860227" y="150057"/>
                </a:lnTo>
                <a:lnTo>
                  <a:pt x="1861061" y="149495"/>
                </a:lnTo>
                <a:lnTo>
                  <a:pt x="1861878" y="148916"/>
                </a:lnTo>
                <a:lnTo>
                  <a:pt x="1862678" y="148319"/>
                </a:lnTo>
                <a:lnTo>
                  <a:pt x="1863461" y="147706"/>
                </a:lnTo>
                <a:lnTo>
                  <a:pt x="1864227" y="147077"/>
                </a:lnTo>
                <a:lnTo>
                  <a:pt x="1864977" y="146430"/>
                </a:lnTo>
                <a:lnTo>
                  <a:pt x="1865709" y="145766"/>
                </a:lnTo>
                <a:lnTo>
                  <a:pt x="1866425" y="145085"/>
                </a:lnTo>
                <a:lnTo>
                  <a:pt x="1867124" y="144388"/>
                </a:lnTo>
                <a:lnTo>
                  <a:pt x="1867806" y="143673"/>
                </a:lnTo>
                <a:lnTo>
                  <a:pt x="1868472" y="142942"/>
                </a:lnTo>
                <a:lnTo>
                  <a:pt x="1869120" y="142194"/>
                </a:lnTo>
                <a:lnTo>
                  <a:pt x="1869752" y="141428"/>
                </a:lnTo>
                <a:lnTo>
                  <a:pt x="1870367" y="140646"/>
                </a:lnTo>
                <a:lnTo>
                  <a:pt x="1870965" y="139847"/>
                </a:lnTo>
                <a:lnTo>
                  <a:pt x="1871546" y="139031"/>
                </a:lnTo>
                <a:lnTo>
                  <a:pt x="1872110" y="138198"/>
                </a:lnTo>
                <a:lnTo>
                  <a:pt x="1872655" y="137349"/>
                </a:lnTo>
                <a:lnTo>
                  <a:pt x="1873178" y="136483"/>
                </a:lnTo>
                <a:lnTo>
                  <a:pt x="1873679" y="135601"/>
                </a:lnTo>
                <a:lnTo>
                  <a:pt x="1874158" y="134703"/>
                </a:lnTo>
                <a:lnTo>
                  <a:pt x="1874615" y="133789"/>
                </a:lnTo>
                <a:lnTo>
                  <a:pt x="1875050" y="132858"/>
                </a:lnTo>
                <a:lnTo>
                  <a:pt x="1875463" y="131912"/>
                </a:lnTo>
                <a:lnTo>
                  <a:pt x="1875855" y="130949"/>
                </a:lnTo>
                <a:lnTo>
                  <a:pt x="1876224" y="129971"/>
                </a:lnTo>
                <a:lnTo>
                  <a:pt x="1876571" y="128976"/>
                </a:lnTo>
                <a:lnTo>
                  <a:pt x="1876896" y="127965"/>
                </a:lnTo>
                <a:lnTo>
                  <a:pt x="1877199" y="126938"/>
                </a:lnTo>
                <a:lnTo>
                  <a:pt x="1877481" y="125895"/>
                </a:lnTo>
                <a:lnTo>
                  <a:pt x="1877740" y="124835"/>
                </a:lnTo>
                <a:lnTo>
                  <a:pt x="1877977" y="123760"/>
                </a:lnTo>
                <a:lnTo>
                  <a:pt x="1878192" y="122668"/>
                </a:lnTo>
                <a:lnTo>
                  <a:pt x="1878386" y="121561"/>
                </a:lnTo>
                <a:lnTo>
                  <a:pt x="1878557" y="120437"/>
                </a:lnTo>
                <a:lnTo>
                  <a:pt x="1878706" y="119297"/>
                </a:lnTo>
                <a:lnTo>
                  <a:pt x="1878834" y="118141"/>
                </a:lnTo>
                <a:lnTo>
                  <a:pt x="1878939" y="116969"/>
                </a:lnTo>
                <a:lnTo>
                  <a:pt x="1879023" y="115780"/>
                </a:lnTo>
                <a:lnTo>
                  <a:pt x="1879084" y="114576"/>
                </a:lnTo>
                <a:lnTo>
                  <a:pt x="1879124" y="113356"/>
                </a:lnTo>
                <a:lnTo>
                  <a:pt x="1849816" y="113356"/>
                </a:lnTo>
                <a:lnTo>
                  <a:pt x="1849787" y="114225"/>
                </a:lnTo>
                <a:lnTo>
                  <a:pt x="1849738" y="115077"/>
                </a:lnTo>
                <a:lnTo>
                  <a:pt x="1849670" y="115913"/>
                </a:lnTo>
                <a:lnTo>
                  <a:pt x="1849583" y="116733"/>
                </a:lnTo>
                <a:lnTo>
                  <a:pt x="1849475" y="117536"/>
                </a:lnTo>
                <a:lnTo>
                  <a:pt x="1849349" y="118322"/>
                </a:lnTo>
                <a:lnTo>
                  <a:pt x="1849202" y="119091"/>
                </a:lnTo>
                <a:lnTo>
                  <a:pt x="1849036" y="119844"/>
                </a:lnTo>
                <a:lnTo>
                  <a:pt x="1848851" y="120580"/>
                </a:lnTo>
                <a:lnTo>
                  <a:pt x="1848645" y="121300"/>
                </a:lnTo>
                <a:lnTo>
                  <a:pt x="1848421" y="122003"/>
                </a:lnTo>
                <a:lnTo>
                  <a:pt x="1848176" y="122689"/>
                </a:lnTo>
                <a:lnTo>
                  <a:pt x="1847912" y="123359"/>
                </a:lnTo>
                <a:lnTo>
                  <a:pt x="1847629" y="124012"/>
                </a:lnTo>
                <a:lnTo>
                  <a:pt x="1847325" y="124648"/>
                </a:lnTo>
                <a:lnTo>
                  <a:pt x="1847003" y="125268"/>
                </a:lnTo>
                <a:lnTo>
                  <a:pt x="1846660" y="125871"/>
                </a:lnTo>
                <a:lnTo>
                  <a:pt x="1846298" y="126458"/>
                </a:lnTo>
                <a:lnTo>
                  <a:pt x="1845916" y="127028"/>
                </a:lnTo>
                <a:lnTo>
                  <a:pt x="1845515" y="127581"/>
                </a:lnTo>
                <a:lnTo>
                  <a:pt x="1845094" y="128117"/>
                </a:lnTo>
                <a:lnTo>
                  <a:pt x="1844654" y="128637"/>
                </a:lnTo>
                <a:lnTo>
                  <a:pt x="1844194" y="129141"/>
                </a:lnTo>
                <a:lnTo>
                  <a:pt x="1843714" y="129628"/>
                </a:lnTo>
                <a:lnTo>
                  <a:pt x="1843218" y="130096"/>
                </a:lnTo>
                <a:lnTo>
                  <a:pt x="1842706" y="130544"/>
                </a:lnTo>
                <a:lnTo>
                  <a:pt x="1842179" y="130972"/>
                </a:lnTo>
                <a:lnTo>
                  <a:pt x="1841638" y="131381"/>
                </a:lnTo>
                <a:lnTo>
                  <a:pt x="1841082" y="131769"/>
                </a:lnTo>
                <a:lnTo>
                  <a:pt x="1840511" y="132138"/>
                </a:lnTo>
                <a:lnTo>
                  <a:pt x="1839925" y="132486"/>
                </a:lnTo>
                <a:lnTo>
                  <a:pt x="1839324" y="132815"/>
                </a:lnTo>
                <a:lnTo>
                  <a:pt x="1838708" y="133124"/>
                </a:lnTo>
                <a:lnTo>
                  <a:pt x="1838078" y="133413"/>
                </a:lnTo>
                <a:lnTo>
                  <a:pt x="1837432" y="133682"/>
                </a:lnTo>
                <a:lnTo>
                  <a:pt x="1836772" y="133931"/>
                </a:lnTo>
                <a:lnTo>
                  <a:pt x="1836097" y="134160"/>
                </a:lnTo>
                <a:lnTo>
                  <a:pt x="1835407" y="134369"/>
                </a:lnTo>
                <a:lnTo>
                  <a:pt x="1834703" y="134558"/>
                </a:lnTo>
                <a:lnTo>
                  <a:pt x="1833983" y="134728"/>
                </a:lnTo>
                <a:lnTo>
                  <a:pt x="1833249" y="134877"/>
                </a:lnTo>
                <a:lnTo>
                  <a:pt x="1832499" y="135007"/>
                </a:lnTo>
                <a:lnTo>
                  <a:pt x="1831735" y="135116"/>
                </a:lnTo>
                <a:lnTo>
                  <a:pt x="1830956" y="135206"/>
                </a:lnTo>
                <a:lnTo>
                  <a:pt x="1830162" y="135276"/>
                </a:lnTo>
                <a:lnTo>
                  <a:pt x="1829354" y="135325"/>
                </a:lnTo>
                <a:lnTo>
                  <a:pt x="1828530" y="135355"/>
                </a:lnTo>
                <a:lnTo>
                  <a:pt x="1827692" y="135365"/>
                </a:lnTo>
                <a:lnTo>
                  <a:pt x="1826975" y="135358"/>
                </a:lnTo>
                <a:lnTo>
                  <a:pt x="1826269" y="135337"/>
                </a:lnTo>
                <a:lnTo>
                  <a:pt x="1825574" y="135302"/>
                </a:lnTo>
                <a:lnTo>
                  <a:pt x="1824890" y="135253"/>
                </a:lnTo>
                <a:lnTo>
                  <a:pt x="1824217" y="135190"/>
                </a:lnTo>
                <a:lnTo>
                  <a:pt x="1823554" y="135113"/>
                </a:lnTo>
                <a:lnTo>
                  <a:pt x="1822903" y="135022"/>
                </a:lnTo>
                <a:lnTo>
                  <a:pt x="1822262" y="134917"/>
                </a:lnTo>
                <a:lnTo>
                  <a:pt x="1821633" y="134797"/>
                </a:lnTo>
                <a:lnTo>
                  <a:pt x="1821014" y="134664"/>
                </a:lnTo>
                <a:lnTo>
                  <a:pt x="1820406" y="134517"/>
                </a:lnTo>
                <a:lnTo>
                  <a:pt x="1819809" y="134356"/>
                </a:lnTo>
                <a:lnTo>
                  <a:pt x="1819223" y="134181"/>
                </a:lnTo>
                <a:lnTo>
                  <a:pt x="1818647" y="133991"/>
                </a:lnTo>
                <a:lnTo>
                  <a:pt x="1818083" y="133788"/>
                </a:lnTo>
                <a:lnTo>
                  <a:pt x="1817530" y="133571"/>
                </a:lnTo>
                <a:lnTo>
                  <a:pt x="1816987" y="133339"/>
                </a:lnTo>
                <a:lnTo>
                  <a:pt x="1816455" y="133094"/>
                </a:lnTo>
                <a:lnTo>
                  <a:pt x="1815935" y="132835"/>
                </a:lnTo>
                <a:lnTo>
                  <a:pt x="1815425" y="132561"/>
                </a:lnTo>
                <a:lnTo>
                  <a:pt x="1814926" y="132274"/>
                </a:lnTo>
                <a:lnTo>
                  <a:pt x="1814437" y="131972"/>
                </a:lnTo>
                <a:lnTo>
                  <a:pt x="1813960" y="131657"/>
                </a:lnTo>
                <a:lnTo>
                  <a:pt x="1813494" y="131327"/>
                </a:lnTo>
                <a:lnTo>
                  <a:pt x="1813038" y="130984"/>
                </a:lnTo>
                <a:lnTo>
                  <a:pt x="1812593" y="130629"/>
                </a:lnTo>
                <a:lnTo>
                  <a:pt x="1812157" y="130260"/>
                </a:lnTo>
                <a:lnTo>
                  <a:pt x="1811733" y="129880"/>
                </a:lnTo>
                <a:lnTo>
                  <a:pt x="1811318" y="129486"/>
                </a:lnTo>
                <a:lnTo>
                  <a:pt x="1810914" y="129080"/>
                </a:lnTo>
                <a:lnTo>
                  <a:pt x="1810520" y="128661"/>
                </a:lnTo>
                <a:lnTo>
                  <a:pt x="1810136" y="128230"/>
                </a:lnTo>
                <a:lnTo>
                  <a:pt x="1809763" y="127786"/>
                </a:lnTo>
                <a:lnTo>
                  <a:pt x="1809400" y="127330"/>
                </a:lnTo>
                <a:lnTo>
                  <a:pt x="1809047" y="126861"/>
                </a:lnTo>
                <a:lnTo>
                  <a:pt x="1808704" y="126379"/>
                </a:lnTo>
                <a:lnTo>
                  <a:pt x="1808372" y="125885"/>
                </a:lnTo>
                <a:lnTo>
                  <a:pt x="1808050" y="125378"/>
                </a:lnTo>
                <a:lnTo>
                  <a:pt x="1807738" y="124859"/>
                </a:lnTo>
                <a:lnTo>
                  <a:pt x="1807437" y="124327"/>
                </a:lnTo>
                <a:lnTo>
                  <a:pt x="1807146" y="123782"/>
                </a:lnTo>
                <a:lnTo>
                  <a:pt x="1806865" y="123225"/>
                </a:lnTo>
                <a:lnTo>
                  <a:pt x="1806595" y="122655"/>
                </a:lnTo>
                <a:lnTo>
                  <a:pt x="1806335" y="122073"/>
                </a:lnTo>
                <a:lnTo>
                  <a:pt x="1806085" y="121478"/>
                </a:lnTo>
                <a:lnTo>
                  <a:pt x="1805845" y="120870"/>
                </a:lnTo>
                <a:lnTo>
                  <a:pt x="1805616" y="120250"/>
                </a:lnTo>
                <a:lnTo>
                  <a:pt x="1805397" y="119617"/>
                </a:lnTo>
                <a:lnTo>
                  <a:pt x="1805188" y="118972"/>
                </a:lnTo>
                <a:lnTo>
                  <a:pt x="1804987" y="118316"/>
                </a:lnTo>
                <a:lnTo>
                  <a:pt x="1804796" y="117649"/>
                </a:lnTo>
                <a:lnTo>
                  <a:pt x="1804613" y="116970"/>
                </a:lnTo>
                <a:lnTo>
                  <a:pt x="1804439" y="116280"/>
                </a:lnTo>
                <a:lnTo>
                  <a:pt x="1804274" y="115580"/>
                </a:lnTo>
                <a:lnTo>
                  <a:pt x="1804119" y="114868"/>
                </a:lnTo>
                <a:lnTo>
                  <a:pt x="1803972" y="114144"/>
                </a:lnTo>
                <a:lnTo>
                  <a:pt x="1803833" y="113410"/>
                </a:lnTo>
                <a:lnTo>
                  <a:pt x="1803704" y="112664"/>
                </a:lnTo>
                <a:lnTo>
                  <a:pt x="1803584" y="111908"/>
                </a:lnTo>
                <a:lnTo>
                  <a:pt x="1803473" y="111140"/>
                </a:lnTo>
                <a:lnTo>
                  <a:pt x="1803370" y="110361"/>
                </a:lnTo>
                <a:lnTo>
                  <a:pt x="1803277" y="109570"/>
                </a:lnTo>
                <a:lnTo>
                  <a:pt x="1803192" y="108769"/>
                </a:lnTo>
                <a:lnTo>
                  <a:pt x="1803116" y="107956"/>
                </a:lnTo>
                <a:lnTo>
                  <a:pt x="1803049" y="107133"/>
                </a:lnTo>
                <a:lnTo>
                  <a:pt x="1802992" y="106298"/>
                </a:lnTo>
                <a:lnTo>
                  <a:pt x="1802943" y="105452"/>
                </a:lnTo>
                <a:lnTo>
                  <a:pt x="1802902" y="104594"/>
                </a:lnTo>
                <a:lnTo>
                  <a:pt x="1802871" y="103726"/>
                </a:lnTo>
                <a:lnTo>
                  <a:pt x="1802849" y="102846"/>
                </a:lnTo>
                <a:lnTo>
                  <a:pt x="1802836" y="101955"/>
                </a:lnTo>
                <a:lnTo>
                  <a:pt x="1802831" y="101053"/>
                </a:lnTo>
                <a:lnTo>
                  <a:pt x="1802841" y="99661"/>
                </a:lnTo>
                <a:lnTo>
                  <a:pt x="1802872" y="98296"/>
                </a:lnTo>
                <a:lnTo>
                  <a:pt x="1802923" y="96957"/>
                </a:lnTo>
                <a:lnTo>
                  <a:pt x="1802994" y="95644"/>
                </a:lnTo>
                <a:lnTo>
                  <a:pt x="1803086" y="94357"/>
                </a:lnTo>
                <a:lnTo>
                  <a:pt x="1803198" y="93097"/>
                </a:lnTo>
                <a:lnTo>
                  <a:pt x="1803331" y="91864"/>
                </a:lnTo>
                <a:lnTo>
                  <a:pt x="1803484" y="90657"/>
                </a:lnTo>
                <a:lnTo>
                  <a:pt x="1803657" y="89476"/>
                </a:lnTo>
                <a:lnTo>
                  <a:pt x="1803851" y="88322"/>
                </a:lnTo>
                <a:lnTo>
                  <a:pt x="1804065" y="87194"/>
                </a:lnTo>
                <a:lnTo>
                  <a:pt x="1804299" y="86093"/>
                </a:lnTo>
                <a:lnTo>
                  <a:pt x="1804554" y="85018"/>
                </a:lnTo>
                <a:lnTo>
                  <a:pt x="1804830" y="83970"/>
                </a:lnTo>
                <a:lnTo>
                  <a:pt x="1805125" y="82947"/>
                </a:lnTo>
                <a:lnTo>
                  <a:pt x="1805441" y="81952"/>
                </a:lnTo>
                <a:lnTo>
                  <a:pt x="1805778" y="80983"/>
                </a:lnTo>
                <a:lnTo>
                  <a:pt x="1806135" y="80040"/>
                </a:lnTo>
                <a:lnTo>
                  <a:pt x="1806512" y="79124"/>
                </a:lnTo>
                <a:lnTo>
                  <a:pt x="1806910" y="78234"/>
                </a:lnTo>
                <a:lnTo>
                  <a:pt x="1807328" y="77370"/>
                </a:lnTo>
                <a:lnTo>
                  <a:pt x="1807766" y="76533"/>
                </a:lnTo>
                <a:lnTo>
                  <a:pt x="1808225" y="75723"/>
                </a:lnTo>
                <a:lnTo>
                  <a:pt x="1808704" y="74938"/>
                </a:lnTo>
                <a:lnTo>
                  <a:pt x="1809206" y="74183"/>
                </a:lnTo>
                <a:lnTo>
                  <a:pt x="1809733" y="73461"/>
                </a:lnTo>
                <a:lnTo>
                  <a:pt x="1810286" y="72770"/>
                </a:lnTo>
                <a:lnTo>
                  <a:pt x="1810863" y="72112"/>
                </a:lnTo>
                <a:lnTo>
                  <a:pt x="1811466" y="71485"/>
                </a:lnTo>
                <a:lnTo>
                  <a:pt x="1812093" y="70891"/>
                </a:lnTo>
                <a:lnTo>
                  <a:pt x="1812746" y="70329"/>
                </a:lnTo>
                <a:lnTo>
                  <a:pt x="1813424" y="69799"/>
                </a:lnTo>
                <a:lnTo>
                  <a:pt x="1814127" y="69301"/>
                </a:lnTo>
                <a:lnTo>
                  <a:pt x="1814856" y="68835"/>
                </a:lnTo>
                <a:lnTo>
                  <a:pt x="1815609" y="68401"/>
                </a:lnTo>
                <a:lnTo>
                  <a:pt x="1816388" y="68000"/>
                </a:lnTo>
                <a:lnTo>
                  <a:pt x="1817191" y="67630"/>
                </a:lnTo>
                <a:lnTo>
                  <a:pt x="1818020" y="67293"/>
                </a:lnTo>
                <a:lnTo>
                  <a:pt x="1818874" y="66988"/>
                </a:lnTo>
                <a:lnTo>
                  <a:pt x="1819753" y="66715"/>
                </a:lnTo>
                <a:lnTo>
                  <a:pt x="1820658" y="66474"/>
                </a:lnTo>
                <a:lnTo>
                  <a:pt x="1821587" y="66265"/>
                </a:lnTo>
                <a:lnTo>
                  <a:pt x="1822542" y="66088"/>
                </a:lnTo>
                <a:lnTo>
                  <a:pt x="1823521" y="65944"/>
                </a:lnTo>
                <a:lnTo>
                  <a:pt x="1824526" y="65831"/>
                </a:lnTo>
                <a:lnTo>
                  <a:pt x="1825556" y="65751"/>
                </a:lnTo>
                <a:lnTo>
                  <a:pt x="1826611" y="65703"/>
                </a:lnTo>
                <a:lnTo>
                  <a:pt x="1827692" y="65687"/>
                </a:lnTo>
                <a:lnTo>
                  <a:pt x="1828511" y="65696"/>
                </a:lnTo>
                <a:lnTo>
                  <a:pt x="1829314" y="65723"/>
                </a:lnTo>
                <a:lnTo>
                  <a:pt x="1830103" y="65769"/>
                </a:lnTo>
                <a:lnTo>
                  <a:pt x="1830875" y="65833"/>
                </a:lnTo>
                <a:lnTo>
                  <a:pt x="1831633" y="65915"/>
                </a:lnTo>
                <a:lnTo>
                  <a:pt x="1832375" y="66016"/>
                </a:lnTo>
                <a:lnTo>
                  <a:pt x="1833101" y="66134"/>
                </a:lnTo>
                <a:lnTo>
                  <a:pt x="1833812" y="66271"/>
                </a:lnTo>
                <a:lnTo>
                  <a:pt x="1834507" y="66427"/>
                </a:lnTo>
                <a:lnTo>
                  <a:pt x="1835188" y="66600"/>
                </a:lnTo>
                <a:lnTo>
                  <a:pt x="1835852" y="66792"/>
                </a:lnTo>
                <a:lnTo>
                  <a:pt x="1836501" y="67002"/>
                </a:lnTo>
                <a:lnTo>
                  <a:pt x="1837135" y="67230"/>
                </a:lnTo>
                <a:lnTo>
                  <a:pt x="1837753" y="67477"/>
                </a:lnTo>
                <a:lnTo>
                  <a:pt x="1838356" y="67742"/>
                </a:lnTo>
                <a:lnTo>
                  <a:pt x="1838944" y="68025"/>
                </a:lnTo>
                <a:lnTo>
                  <a:pt x="1839516" y="68326"/>
                </a:lnTo>
                <a:lnTo>
                  <a:pt x="1840072" y="68646"/>
                </a:lnTo>
                <a:lnTo>
                  <a:pt x="1840613" y="68984"/>
                </a:lnTo>
                <a:lnTo>
                  <a:pt x="1841139" y="69340"/>
                </a:lnTo>
                <a:lnTo>
                  <a:pt x="1841649" y="69714"/>
                </a:lnTo>
                <a:lnTo>
                  <a:pt x="1842144" y="70107"/>
                </a:lnTo>
                <a:lnTo>
                  <a:pt x="1842623" y="70518"/>
                </a:lnTo>
                <a:lnTo>
                  <a:pt x="1843087" y="70947"/>
                </a:lnTo>
                <a:lnTo>
                  <a:pt x="1843534" y="71392"/>
                </a:lnTo>
                <a:lnTo>
                  <a:pt x="1843963" y="71849"/>
                </a:lnTo>
                <a:lnTo>
                  <a:pt x="1844374" y="72318"/>
                </a:lnTo>
                <a:lnTo>
                  <a:pt x="1844766" y="72801"/>
                </a:lnTo>
                <a:lnTo>
                  <a:pt x="1845140" y="73295"/>
                </a:lnTo>
                <a:lnTo>
                  <a:pt x="1845496" y="73802"/>
                </a:lnTo>
                <a:lnTo>
                  <a:pt x="1845834" y="74322"/>
                </a:lnTo>
                <a:lnTo>
                  <a:pt x="1846154" y="74854"/>
                </a:lnTo>
                <a:lnTo>
                  <a:pt x="1846455" y="75399"/>
                </a:lnTo>
                <a:lnTo>
                  <a:pt x="1846738" y="75957"/>
                </a:lnTo>
                <a:lnTo>
                  <a:pt x="1847003" y="76526"/>
                </a:lnTo>
                <a:lnTo>
                  <a:pt x="1847250" y="77109"/>
                </a:lnTo>
                <a:lnTo>
                  <a:pt x="1847478" y="77704"/>
                </a:lnTo>
                <a:lnTo>
                  <a:pt x="1847688" y="78311"/>
                </a:lnTo>
                <a:lnTo>
                  <a:pt x="1847880" y="78931"/>
                </a:lnTo>
                <a:lnTo>
                  <a:pt x="1848054" y="79563"/>
                </a:lnTo>
                <a:lnTo>
                  <a:pt x="1848210" y="80208"/>
                </a:lnTo>
                <a:lnTo>
                  <a:pt x="1848347" y="80866"/>
                </a:lnTo>
                <a:lnTo>
                  <a:pt x="1848466" y="81536"/>
                </a:lnTo>
                <a:lnTo>
                  <a:pt x="1848567" y="82218"/>
                </a:lnTo>
                <a:lnTo>
                  <a:pt x="1848650" y="82913"/>
                </a:lnTo>
                <a:lnTo>
                  <a:pt x="1848715" y="83621"/>
                </a:lnTo>
                <a:lnTo>
                  <a:pt x="1848761" y="84341"/>
                </a:lnTo>
                <a:lnTo>
                  <a:pt x="1848789" y="85074"/>
                </a:lnTo>
                <a:lnTo>
                  <a:pt x="1878097" y="85074"/>
                </a:lnTo>
                <a:lnTo>
                  <a:pt x="1878076" y="83885"/>
                </a:lnTo>
                <a:lnTo>
                  <a:pt x="1878032" y="82712"/>
                </a:lnTo>
                <a:lnTo>
                  <a:pt x="1877966" y="81558"/>
                </a:lnTo>
                <a:lnTo>
                  <a:pt x="1877876" y="80420"/>
                </a:lnTo>
                <a:lnTo>
                  <a:pt x="1877763" y="79299"/>
                </a:lnTo>
                <a:lnTo>
                  <a:pt x="1877627" y="78195"/>
                </a:lnTo>
                <a:lnTo>
                  <a:pt x="1877468" y="77109"/>
                </a:lnTo>
                <a:lnTo>
                  <a:pt x="1877286" y="76040"/>
                </a:lnTo>
                <a:lnTo>
                  <a:pt x="1877082" y="74987"/>
                </a:lnTo>
                <a:lnTo>
                  <a:pt x="1876854" y="73952"/>
                </a:lnTo>
                <a:lnTo>
                  <a:pt x="1876603" y="72934"/>
                </a:lnTo>
                <a:lnTo>
                  <a:pt x="1876330" y="71933"/>
                </a:lnTo>
                <a:lnTo>
                  <a:pt x="1876033" y="70949"/>
                </a:lnTo>
                <a:lnTo>
                  <a:pt x="1875714" y="69983"/>
                </a:lnTo>
                <a:lnTo>
                  <a:pt x="1875371" y="69033"/>
                </a:lnTo>
                <a:lnTo>
                  <a:pt x="1875006" y="68101"/>
                </a:lnTo>
                <a:lnTo>
                  <a:pt x="1874617" y="67185"/>
                </a:lnTo>
                <a:lnTo>
                  <a:pt x="1874206" y="66287"/>
                </a:lnTo>
                <a:lnTo>
                  <a:pt x="1873771" y="65406"/>
                </a:lnTo>
                <a:lnTo>
                  <a:pt x="1873314" y="64542"/>
                </a:lnTo>
                <a:lnTo>
                  <a:pt x="1872834" y="63695"/>
                </a:lnTo>
                <a:lnTo>
                  <a:pt x="1872330" y="62865"/>
                </a:lnTo>
                <a:lnTo>
                  <a:pt x="1871804" y="62053"/>
                </a:lnTo>
                <a:lnTo>
                  <a:pt x="1871255" y="61257"/>
                </a:lnTo>
                <a:lnTo>
                  <a:pt x="1870686" y="60478"/>
                </a:lnTo>
                <a:lnTo>
                  <a:pt x="1870101" y="59716"/>
                </a:lnTo>
                <a:lnTo>
                  <a:pt x="1869500" y="58970"/>
                </a:lnTo>
                <a:lnTo>
                  <a:pt x="1868882" y="58240"/>
                </a:lnTo>
                <a:lnTo>
                  <a:pt x="1868249" y="57526"/>
                </a:lnTo>
                <a:lnTo>
                  <a:pt x="1867599" y="56829"/>
                </a:lnTo>
                <a:lnTo>
                  <a:pt x="1866932" y="56147"/>
                </a:lnTo>
                <a:lnTo>
                  <a:pt x="1866250" y="55483"/>
                </a:lnTo>
                <a:lnTo>
                  <a:pt x="1865551" y="54834"/>
                </a:lnTo>
                <a:lnTo>
                  <a:pt x="1864836" y="54202"/>
                </a:lnTo>
                <a:lnTo>
                  <a:pt x="1864105" y="53586"/>
                </a:lnTo>
                <a:lnTo>
                  <a:pt x="1863358" y="52987"/>
                </a:lnTo>
                <a:lnTo>
                  <a:pt x="1862594" y="52403"/>
                </a:lnTo>
                <a:lnTo>
                  <a:pt x="1861814" y="51836"/>
                </a:lnTo>
                <a:lnTo>
                  <a:pt x="1861018" y="51286"/>
                </a:lnTo>
                <a:lnTo>
                  <a:pt x="1860206" y="50751"/>
                </a:lnTo>
                <a:lnTo>
                  <a:pt x="1859377" y="50233"/>
                </a:lnTo>
                <a:lnTo>
                  <a:pt x="1858532" y="49731"/>
                </a:lnTo>
                <a:lnTo>
                  <a:pt x="1857671" y="49246"/>
                </a:lnTo>
                <a:lnTo>
                  <a:pt x="1856794" y="48777"/>
                </a:lnTo>
                <a:lnTo>
                  <a:pt x="1855901" y="48324"/>
                </a:lnTo>
                <a:lnTo>
                  <a:pt x="1854991" y="47887"/>
                </a:lnTo>
                <a:lnTo>
                  <a:pt x="1854065" y="47467"/>
                </a:lnTo>
                <a:lnTo>
                  <a:pt x="1853123" y="47063"/>
                </a:lnTo>
                <a:lnTo>
                  <a:pt x="1852168" y="46675"/>
                </a:lnTo>
                <a:lnTo>
                  <a:pt x="1851203" y="46303"/>
                </a:lnTo>
                <a:lnTo>
                  <a:pt x="1850229" y="45949"/>
                </a:lnTo>
                <a:lnTo>
                  <a:pt x="1849245" y="45610"/>
                </a:lnTo>
                <a:lnTo>
                  <a:pt x="1848252" y="45288"/>
                </a:lnTo>
                <a:lnTo>
                  <a:pt x="1847250" y="44983"/>
                </a:lnTo>
                <a:lnTo>
                  <a:pt x="1846238" y="44694"/>
                </a:lnTo>
                <a:lnTo>
                  <a:pt x="1845216" y="44422"/>
                </a:lnTo>
                <a:lnTo>
                  <a:pt x="1844185" y="44166"/>
                </a:lnTo>
                <a:lnTo>
                  <a:pt x="1843144" y="43926"/>
                </a:lnTo>
                <a:lnTo>
                  <a:pt x="1842094" y="43704"/>
                </a:lnTo>
                <a:lnTo>
                  <a:pt x="1841034" y="43497"/>
                </a:lnTo>
                <a:lnTo>
                  <a:pt x="1839965" y="43307"/>
                </a:lnTo>
                <a:lnTo>
                  <a:pt x="1838887" y="43134"/>
                </a:lnTo>
                <a:lnTo>
                  <a:pt x="1837799" y="42977"/>
                </a:lnTo>
                <a:lnTo>
                  <a:pt x="1836701" y="42837"/>
                </a:lnTo>
                <a:lnTo>
                  <a:pt x="1835594" y="42713"/>
                </a:lnTo>
                <a:lnTo>
                  <a:pt x="1834477" y="42606"/>
                </a:lnTo>
                <a:lnTo>
                  <a:pt x="1833351" y="42515"/>
                </a:lnTo>
                <a:lnTo>
                  <a:pt x="1832215" y="42441"/>
                </a:lnTo>
                <a:lnTo>
                  <a:pt x="1831070" y="42383"/>
                </a:lnTo>
                <a:lnTo>
                  <a:pt x="1829916" y="42342"/>
                </a:lnTo>
                <a:lnTo>
                  <a:pt x="1828751" y="42317"/>
                </a:lnTo>
                <a:lnTo>
                  <a:pt x="1827578" y="42309"/>
                </a:lnTo>
                <a:lnTo>
                  <a:pt x="1826225" y="42320"/>
                </a:lnTo>
                <a:lnTo>
                  <a:pt x="1824886" y="42353"/>
                </a:lnTo>
                <a:lnTo>
                  <a:pt x="1823559" y="42407"/>
                </a:lnTo>
                <a:lnTo>
                  <a:pt x="1822245" y="42484"/>
                </a:lnTo>
                <a:lnTo>
                  <a:pt x="1820944" y="42583"/>
                </a:lnTo>
                <a:lnTo>
                  <a:pt x="1819656" y="42703"/>
                </a:lnTo>
                <a:lnTo>
                  <a:pt x="1818380" y="42846"/>
                </a:lnTo>
                <a:lnTo>
                  <a:pt x="1817118" y="43010"/>
                </a:lnTo>
                <a:lnTo>
                  <a:pt x="1815868" y="43197"/>
                </a:lnTo>
                <a:lnTo>
                  <a:pt x="1814631" y="43405"/>
                </a:lnTo>
                <a:lnTo>
                  <a:pt x="1813408" y="43635"/>
                </a:lnTo>
                <a:lnTo>
                  <a:pt x="1812197" y="43887"/>
                </a:lnTo>
                <a:lnTo>
                  <a:pt x="1810999" y="44162"/>
                </a:lnTo>
                <a:lnTo>
                  <a:pt x="1809813" y="44458"/>
                </a:lnTo>
                <a:lnTo>
                  <a:pt x="1808641" y="44776"/>
                </a:lnTo>
                <a:lnTo>
                  <a:pt x="1807481" y="45115"/>
                </a:lnTo>
                <a:lnTo>
                  <a:pt x="1806335" y="45477"/>
                </a:lnTo>
                <a:lnTo>
                  <a:pt x="1805201" y="45861"/>
                </a:lnTo>
                <a:lnTo>
                  <a:pt x="1804080" y="46267"/>
                </a:lnTo>
                <a:lnTo>
                  <a:pt x="1802972" y="46694"/>
                </a:lnTo>
                <a:lnTo>
                  <a:pt x="1801877" y="47144"/>
                </a:lnTo>
                <a:lnTo>
                  <a:pt x="1800795" y="47615"/>
                </a:lnTo>
                <a:lnTo>
                  <a:pt x="1799725" y="48108"/>
                </a:lnTo>
                <a:lnTo>
                  <a:pt x="1798669" y="48624"/>
                </a:lnTo>
                <a:lnTo>
                  <a:pt x="1797628" y="49162"/>
                </a:lnTo>
                <a:lnTo>
                  <a:pt x="1796607" y="49722"/>
                </a:lnTo>
                <a:lnTo>
                  <a:pt x="1795605" y="50307"/>
                </a:lnTo>
                <a:lnTo>
                  <a:pt x="1794622" y="50914"/>
                </a:lnTo>
                <a:lnTo>
                  <a:pt x="1793658" y="51544"/>
                </a:lnTo>
                <a:lnTo>
                  <a:pt x="1792714" y="52197"/>
                </a:lnTo>
                <a:lnTo>
                  <a:pt x="1791788" y="52874"/>
                </a:lnTo>
                <a:lnTo>
                  <a:pt x="1790882" y="53574"/>
                </a:lnTo>
                <a:lnTo>
                  <a:pt x="1789995" y="54297"/>
                </a:lnTo>
                <a:lnTo>
                  <a:pt x="1789128" y="55043"/>
                </a:lnTo>
                <a:lnTo>
                  <a:pt x="1788279" y="55812"/>
                </a:lnTo>
                <a:lnTo>
                  <a:pt x="1787450" y="56604"/>
                </a:lnTo>
                <a:lnTo>
                  <a:pt x="1786640" y="57419"/>
                </a:lnTo>
                <a:lnTo>
                  <a:pt x="1785849" y="58258"/>
                </a:lnTo>
                <a:lnTo>
                  <a:pt x="1785077" y="59119"/>
                </a:lnTo>
                <a:lnTo>
                  <a:pt x="1784325" y="60004"/>
                </a:lnTo>
                <a:lnTo>
                  <a:pt x="1783592" y="60912"/>
                </a:lnTo>
                <a:lnTo>
                  <a:pt x="1782878" y="61843"/>
                </a:lnTo>
                <a:lnTo>
                  <a:pt x="1782183" y="62797"/>
                </a:lnTo>
                <a:lnTo>
                  <a:pt x="1781507" y="63774"/>
                </a:lnTo>
                <a:lnTo>
                  <a:pt x="1780851" y="64774"/>
                </a:lnTo>
                <a:lnTo>
                  <a:pt x="1780214" y="65798"/>
                </a:lnTo>
                <a:lnTo>
                  <a:pt x="1779596" y="66845"/>
                </a:lnTo>
                <a:lnTo>
                  <a:pt x="1778997" y="67914"/>
                </a:lnTo>
                <a:lnTo>
                  <a:pt x="1778420" y="69008"/>
                </a:lnTo>
                <a:lnTo>
                  <a:pt x="1777868" y="70127"/>
                </a:lnTo>
                <a:lnTo>
                  <a:pt x="1777340" y="71270"/>
                </a:lnTo>
                <a:lnTo>
                  <a:pt x="1776836" y="72439"/>
                </a:lnTo>
                <a:lnTo>
                  <a:pt x="1776358" y="73632"/>
                </a:lnTo>
                <a:lnTo>
                  <a:pt x="1775903" y="74851"/>
                </a:lnTo>
                <a:lnTo>
                  <a:pt x="1775474" y="76094"/>
                </a:lnTo>
                <a:lnTo>
                  <a:pt x="1775069" y="77363"/>
                </a:lnTo>
                <a:lnTo>
                  <a:pt x="1774688" y="78656"/>
                </a:lnTo>
                <a:lnTo>
                  <a:pt x="1774332" y="79974"/>
                </a:lnTo>
                <a:lnTo>
                  <a:pt x="1774001" y="81317"/>
                </a:lnTo>
                <a:lnTo>
                  <a:pt x="1773694" y="82685"/>
                </a:lnTo>
                <a:lnTo>
                  <a:pt x="1773412" y="84078"/>
                </a:lnTo>
                <a:lnTo>
                  <a:pt x="1773154" y="85496"/>
                </a:lnTo>
                <a:lnTo>
                  <a:pt x="1772921" y="86939"/>
                </a:lnTo>
                <a:lnTo>
                  <a:pt x="1772712" y="88407"/>
                </a:lnTo>
                <a:lnTo>
                  <a:pt x="1772528" y="89899"/>
                </a:lnTo>
                <a:lnTo>
                  <a:pt x="1772368" y="91417"/>
                </a:lnTo>
                <a:lnTo>
                  <a:pt x="1772233" y="92959"/>
                </a:lnTo>
                <a:lnTo>
                  <a:pt x="1772123" y="94527"/>
                </a:lnTo>
                <a:lnTo>
                  <a:pt x="1772037" y="96119"/>
                </a:lnTo>
                <a:lnTo>
                  <a:pt x="1771975" y="97737"/>
                </a:lnTo>
                <a:lnTo>
                  <a:pt x="1771939" y="99379"/>
                </a:lnTo>
                <a:lnTo>
                  <a:pt x="1771926" y="101046"/>
                </a:lnTo>
                <a:lnTo>
                  <a:pt x="1771939" y="102714"/>
                </a:lnTo>
                <a:lnTo>
                  <a:pt x="1771978" y="104355"/>
                </a:lnTo>
                <a:lnTo>
                  <a:pt x="1772042" y="105971"/>
                </a:lnTo>
                <a:lnTo>
                  <a:pt x="1772132" y="107560"/>
                </a:lnTo>
                <a:lnTo>
                  <a:pt x="1772248" y="109125"/>
                </a:lnTo>
                <a:lnTo>
                  <a:pt x="1772390" y="110663"/>
                </a:lnTo>
                <a:lnTo>
                  <a:pt x="1772557" y="112176"/>
                </a:lnTo>
                <a:lnTo>
                  <a:pt x="1772750" y="113662"/>
                </a:lnTo>
                <a:lnTo>
                  <a:pt x="1772969" y="115124"/>
                </a:lnTo>
                <a:lnTo>
                  <a:pt x="1773213" y="116559"/>
                </a:lnTo>
                <a:lnTo>
                  <a:pt x="1773484" y="117969"/>
                </a:lnTo>
                <a:lnTo>
                  <a:pt x="1773780" y="119352"/>
                </a:lnTo>
                <a:lnTo>
                  <a:pt x="1774101" y="120711"/>
                </a:lnTo>
                <a:lnTo>
                  <a:pt x="1774449" y="122043"/>
                </a:lnTo>
                <a:lnTo>
                  <a:pt x="1774822" y="123350"/>
                </a:lnTo>
                <a:lnTo>
                  <a:pt x="1775221" y="124630"/>
                </a:lnTo>
                <a:lnTo>
                  <a:pt x="1775646" y="125886"/>
                </a:lnTo>
                <a:lnTo>
                  <a:pt x="1776096" y="127115"/>
                </a:lnTo>
                <a:lnTo>
                  <a:pt x="1776572" y="128319"/>
                </a:lnTo>
                <a:lnTo>
                  <a:pt x="1777074" y="129496"/>
                </a:lnTo>
                <a:lnTo>
                  <a:pt x="1777602" y="130649"/>
                </a:lnTo>
                <a:lnTo>
                  <a:pt x="1778155" y="131775"/>
                </a:lnTo>
                <a:lnTo>
                  <a:pt x="1778734" y="132876"/>
                </a:lnTo>
                <a:lnTo>
                  <a:pt x="1779339" y="133950"/>
                </a:lnTo>
                <a:lnTo>
                  <a:pt x="1779966" y="135001"/>
                </a:lnTo>
                <a:lnTo>
                  <a:pt x="1780611" y="136028"/>
                </a:lnTo>
                <a:lnTo>
                  <a:pt x="1781274" y="137031"/>
                </a:lnTo>
                <a:lnTo>
                  <a:pt x="1781956" y="138012"/>
                </a:lnTo>
                <a:lnTo>
                  <a:pt x="1782655" y="138969"/>
                </a:lnTo>
                <a:lnTo>
                  <a:pt x="1783373" y="139903"/>
                </a:lnTo>
                <a:lnTo>
                  <a:pt x="1784109" y="140813"/>
                </a:lnTo>
                <a:lnTo>
                  <a:pt x="1784864" y="141700"/>
                </a:lnTo>
                <a:lnTo>
                  <a:pt x="1785636" y="142564"/>
                </a:lnTo>
                <a:lnTo>
                  <a:pt x="1786427" y="143404"/>
                </a:lnTo>
                <a:lnTo>
                  <a:pt x="1787236" y="144221"/>
                </a:lnTo>
                <a:lnTo>
                  <a:pt x="1788063" y="145015"/>
                </a:lnTo>
                <a:lnTo>
                  <a:pt x="1788908" y="145785"/>
                </a:lnTo>
                <a:lnTo>
                  <a:pt x="1789772" y="146532"/>
                </a:lnTo>
                <a:lnTo>
                  <a:pt x="1790654" y="147256"/>
                </a:lnTo>
                <a:lnTo>
                  <a:pt x="1791554" y="147957"/>
                </a:lnTo>
                <a:lnTo>
                  <a:pt x="1792472" y="148634"/>
                </a:lnTo>
                <a:lnTo>
                  <a:pt x="1793409" y="149288"/>
                </a:lnTo>
                <a:lnTo>
                  <a:pt x="1794363" y="149918"/>
                </a:lnTo>
                <a:lnTo>
                  <a:pt x="1795336" y="150525"/>
                </a:lnTo>
                <a:lnTo>
                  <a:pt x="1796327" y="151109"/>
                </a:lnTo>
                <a:lnTo>
                  <a:pt x="1797337" y="151670"/>
                </a:lnTo>
                <a:lnTo>
                  <a:pt x="1798364" y="152207"/>
                </a:lnTo>
                <a:lnTo>
                  <a:pt x="1799410" y="152721"/>
                </a:lnTo>
                <a:lnTo>
                  <a:pt x="1800470" y="153212"/>
                </a:lnTo>
                <a:lnTo>
                  <a:pt x="1801539" y="153683"/>
                </a:lnTo>
                <a:lnTo>
                  <a:pt x="1802619" y="154132"/>
                </a:lnTo>
                <a:lnTo>
                  <a:pt x="1803709" y="154561"/>
                </a:lnTo>
                <a:lnTo>
                  <a:pt x="1804808" y="154969"/>
                </a:lnTo>
                <a:lnTo>
                  <a:pt x="1805917" y="155356"/>
                </a:lnTo>
                <a:lnTo>
                  <a:pt x="1807037" y="155722"/>
                </a:lnTo>
                <a:lnTo>
                  <a:pt x="1808166" y="156067"/>
                </a:lnTo>
                <a:lnTo>
                  <a:pt x="1809305" y="156391"/>
                </a:lnTo>
                <a:lnTo>
                  <a:pt x="1810454" y="156694"/>
                </a:lnTo>
                <a:lnTo>
                  <a:pt x="1811612" y="156976"/>
                </a:lnTo>
                <a:lnTo>
                  <a:pt x="1812781" y="157238"/>
                </a:lnTo>
                <a:lnTo>
                  <a:pt x="1813960" y="157478"/>
                </a:lnTo>
                <a:lnTo>
                  <a:pt x="1815148" y="157698"/>
                </a:lnTo>
                <a:lnTo>
                  <a:pt x="1816347" y="157896"/>
                </a:lnTo>
                <a:lnTo>
                  <a:pt x="1817555" y="158074"/>
                </a:lnTo>
                <a:lnTo>
                  <a:pt x="1818773" y="158231"/>
                </a:lnTo>
                <a:lnTo>
                  <a:pt x="1820001" y="158367"/>
                </a:lnTo>
                <a:lnTo>
                  <a:pt x="1821239" y="158482"/>
                </a:lnTo>
                <a:lnTo>
                  <a:pt x="1822487" y="158576"/>
                </a:lnTo>
                <a:lnTo>
                  <a:pt x="1823745" y="158649"/>
                </a:lnTo>
                <a:lnTo>
                  <a:pt x="1825013" y="158702"/>
                </a:lnTo>
                <a:lnTo>
                  <a:pt x="1826290" y="158733"/>
                </a:lnTo>
                <a:lnTo>
                  <a:pt x="1827578" y="158743"/>
                </a:lnTo>
                <a:lnTo>
                  <a:pt x="1828807" y="158734"/>
                </a:lnTo>
                <a:lnTo>
                  <a:pt x="1830026" y="158707"/>
                </a:lnTo>
                <a:lnTo>
                  <a:pt x="1831232" y="158662"/>
                </a:lnTo>
                <a:lnTo>
                  <a:pt x="1832428" y="158598"/>
                </a:lnTo>
                <a:lnTo>
                  <a:pt x="1833611" y="158517"/>
                </a:lnTo>
                <a:close/>
                <a:moveTo>
                  <a:pt x="2090817" y="158658"/>
                </a:moveTo>
                <a:lnTo>
                  <a:pt x="2091584" y="158621"/>
                </a:lnTo>
                <a:lnTo>
                  <a:pt x="2092349" y="158577"/>
                </a:lnTo>
                <a:lnTo>
                  <a:pt x="2093112" y="158526"/>
                </a:lnTo>
                <a:lnTo>
                  <a:pt x="2093873" y="158468"/>
                </a:lnTo>
                <a:lnTo>
                  <a:pt x="2094632" y="158403"/>
                </a:lnTo>
                <a:lnTo>
                  <a:pt x="2095388" y="158332"/>
                </a:lnTo>
                <a:lnTo>
                  <a:pt x="2096142" y="158253"/>
                </a:lnTo>
                <a:lnTo>
                  <a:pt x="2096894" y="158168"/>
                </a:lnTo>
                <a:lnTo>
                  <a:pt x="2097644" y="158076"/>
                </a:lnTo>
                <a:lnTo>
                  <a:pt x="2098392" y="157978"/>
                </a:lnTo>
                <a:lnTo>
                  <a:pt x="2099137" y="157872"/>
                </a:lnTo>
                <a:lnTo>
                  <a:pt x="2099881" y="157760"/>
                </a:lnTo>
                <a:lnTo>
                  <a:pt x="2100622" y="157641"/>
                </a:lnTo>
                <a:lnTo>
                  <a:pt x="2101361" y="157515"/>
                </a:lnTo>
                <a:lnTo>
                  <a:pt x="2102098" y="157382"/>
                </a:lnTo>
                <a:lnTo>
                  <a:pt x="2102832" y="157243"/>
                </a:lnTo>
                <a:lnTo>
                  <a:pt x="2103565" y="157096"/>
                </a:lnTo>
                <a:lnTo>
                  <a:pt x="2104295" y="156943"/>
                </a:lnTo>
                <a:lnTo>
                  <a:pt x="2105023" y="156783"/>
                </a:lnTo>
                <a:lnTo>
                  <a:pt x="2105747" y="156616"/>
                </a:lnTo>
                <a:lnTo>
                  <a:pt x="2106464" y="156440"/>
                </a:lnTo>
                <a:lnTo>
                  <a:pt x="2107174" y="156256"/>
                </a:lnTo>
                <a:lnTo>
                  <a:pt x="2107877" y="156064"/>
                </a:lnTo>
                <a:lnTo>
                  <a:pt x="2108574" y="155864"/>
                </a:lnTo>
                <a:lnTo>
                  <a:pt x="2109264" y="155656"/>
                </a:lnTo>
                <a:lnTo>
                  <a:pt x="2109947" y="155439"/>
                </a:lnTo>
                <a:lnTo>
                  <a:pt x="2110624" y="155214"/>
                </a:lnTo>
                <a:lnTo>
                  <a:pt x="2111294" y="154981"/>
                </a:lnTo>
                <a:lnTo>
                  <a:pt x="2111957" y="154740"/>
                </a:lnTo>
                <a:lnTo>
                  <a:pt x="2112613" y="154490"/>
                </a:lnTo>
                <a:lnTo>
                  <a:pt x="2113263" y="154233"/>
                </a:lnTo>
                <a:lnTo>
                  <a:pt x="2113905" y="153967"/>
                </a:lnTo>
                <a:lnTo>
                  <a:pt x="2114542" y="153693"/>
                </a:lnTo>
                <a:lnTo>
                  <a:pt x="2115171" y="153410"/>
                </a:lnTo>
                <a:lnTo>
                  <a:pt x="2115794" y="153120"/>
                </a:lnTo>
                <a:lnTo>
                  <a:pt x="2116410" y="152821"/>
                </a:lnTo>
                <a:lnTo>
                  <a:pt x="2117019" y="152514"/>
                </a:lnTo>
                <a:lnTo>
                  <a:pt x="2117621" y="152199"/>
                </a:lnTo>
                <a:lnTo>
                  <a:pt x="2118217" y="151876"/>
                </a:lnTo>
                <a:lnTo>
                  <a:pt x="2118806" y="151544"/>
                </a:lnTo>
                <a:lnTo>
                  <a:pt x="2119388" y="151204"/>
                </a:lnTo>
                <a:lnTo>
                  <a:pt x="2119964" y="150857"/>
                </a:lnTo>
                <a:lnTo>
                  <a:pt x="2120533" y="150500"/>
                </a:lnTo>
                <a:lnTo>
                  <a:pt x="2121093" y="150135"/>
                </a:lnTo>
                <a:lnTo>
                  <a:pt x="2121644" y="149761"/>
                </a:lnTo>
                <a:lnTo>
                  <a:pt x="2122186" y="149377"/>
                </a:lnTo>
                <a:lnTo>
                  <a:pt x="2122718" y="148984"/>
                </a:lnTo>
                <a:lnTo>
                  <a:pt x="2123241" y="148582"/>
                </a:lnTo>
                <a:lnTo>
                  <a:pt x="2123754" y="148170"/>
                </a:lnTo>
                <a:lnTo>
                  <a:pt x="2124258" y="147748"/>
                </a:lnTo>
                <a:lnTo>
                  <a:pt x="2124752" y="147318"/>
                </a:lnTo>
                <a:lnTo>
                  <a:pt x="2125237" y="146877"/>
                </a:lnTo>
                <a:lnTo>
                  <a:pt x="2125712" y="146428"/>
                </a:lnTo>
                <a:lnTo>
                  <a:pt x="2126178" y="145969"/>
                </a:lnTo>
                <a:lnTo>
                  <a:pt x="2126634" y="145500"/>
                </a:lnTo>
                <a:lnTo>
                  <a:pt x="2127080" y="145023"/>
                </a:lnTo>
                <a:lnTo>
                  <a:pt x="2127518" y="144536"/>
                </a:lnTo>
                <a:lnTo>
                  <a:pt x="2127945" y="144039"/>
                </a:lnTo>
                <a:lnTo>
                  <a:pt x="2128363" y="143533"/>
                </a:lnTo>
                <a:lnTo>
                  <a:pt x="2128772" y="143018"/>
                </a:lnTo>
                <a:lnTo>
                  <a:pt x="2129171" y="142493"/>
                </a:lnTo>
                <a:lnTo>
                  <a:pt x="2129561" y="141958"/>
                </a:lnTo>
                <a:lnTo>
                  <a:pt x="2129941" y="141415"/>
                </a:lnTo>
                <a:lnTo>
                  <a:pt x="2130311" y="140862"/>
                </a:lnTo>
                <a:lnTo>
                  <a:pt x="2130673" y="140299"/>
                </a:lnTo>
                <a:lnTo>
                  <a:pt x="2131024" y="139728"/>
                </a:lnTo>
                <a:lnTo>
                  <a:pt x="2131366" y="139146"/>
                </a:lnTo>
                <a:lnTo>
                  <a:pt x="2131697" y="138555"/>
                </a:lnTo>
                <a:lnTo>
                  <a:pt x="2132013" y="137953"/>
                </a:lnTo>
                <a:lnTo>
                  <a:pt x="2132315" y="137340"/>
                </a:lnTo>
                <a:lnTo>
                  <a:pt x="2132603" y="136716"/>
                </a:lnTo>
                <a:lnTo>
                  <a:pt x="2132877" y="136081"/>
                </a:lnTo>
                <a:lnTo>
                  <a:pt x="2133138" y="135436"/>
                </a:lnTo>
                <a:lnTo>
                  <a:pt x="2133384" y="134780"/>
                </a:lnTo>
                <a:lnTo>
                  <a:pt x="2133615" y="134113"/>
                </a:lnTo>
                <a:lnTo>
                  <a:pt x="2133833" y="133435"/>
                </a:lnTo>
                <a:lnTo>
                  <a:pt x="2134037" y="132746"/>
                </a:lnTo>
                <a:lnTo>
                  <a:pt x="2134227" y="132047"/>
                </a:lnTo>
                <a:lnTo>
                  <a:pt x="2134403" y="131336"/>
                </a:lnTo>
                <a:lnTo>
                  <a:pt x="2134564" y="130615"/>
                </a:lnTo>
                <a:lnTo>
                  <a:pt x="2134712" y="129883"/>
                </a:lnTo>
                <a:lnTo>
                  <a:pt x="2134845" y="129141"/>
                </a:lnTo>
                <a:lnTo>
                  <a:pt x="2134965" y="128387"/>
                </a:lnTo>
                <a:lnTo>
                  <a:pt x="2135070" y="127623"/>
                </a:lnTo>
                <a:lnTo>
                  <a:pt x="2135162" y="126847"/>
                </a:lnTo>
                <a:lnTo>
                  <a:pt x="2135239" y="126061"/>
                </a:lnTo>
                <a:lnTo>
                  <a:pt x="2135302" y="125265"/>
                </a:lnTo>
                <a:lnTo>
                  <a:pt x="2135352" y="124457"/>
                </a:lnTo>
                <a:lnTo>
                  <a:pt x="2135387" y="123638"/>
                </a:lnTo>
                <a:lnTo>
                  <a:pt x="2135408" y="122809"/>
                </a:lnTo>
                <a:lnTo>
                  <a:pt x="2135415" y="121969"/>
                </a:lnTo>
                <a:lnTo>
                  <a:pt x="2135406" y="121073"/>
                </a:lnTo>
                <a:lnTo>
                  <a:pt x="2135380" y="120191"/>
                </a:lnTo>
                <a:lnTo>
                  <a:pt x="2135336" y="119323"/>
                </a:lnTo>
                <a:lnTo>
                  <a:pt x="2135275" y="118469"/>
                </a:lnTo>
                <a:lnTo>
                  <a:pt x="2135197" y="117629"/>
                </a:lnTo>
                <a:lnTo>
                  <a:pt x="2135101" y="116803"/>
                </a:lnTo>
                <a:lnTo>
                  <a:pt x="2134988" y="115991"/>
                </a:lnTo>
                <a:lnTo>
                  <a:pt x="2134857" y="115193"/>
                </a:lnTo>
                <a:lnTo>
                  <a:pt x="2134709" y="114409"/>
                </a:lnTo>
                <a:lnTo>
                  <a:pt x="2134544" y="113639"/>
                </a:lnTo>
                <a:lnTo>
                  <a:pt x="2134361" y="112883"/>
                </a:lnTo>
                <a:lnTo>
                  <a:pt x="2134160" y="112141"/>
                </a:lnTo>
                <a:lnTo>
                  <a:pt x="2133943" y="111413"/>
                </a:lnTo>
                <a:lnTo>
                  <a:pt x="2133707" y="110699"/>
                </a:lnTo>
                <a:lnTo>
                  <a:pt x="2133455" y="110000"/>
                </a:lnTo>
                <a:lnTo>
                  <a:pt x="2133185" y="109314"/>
                </a:lnTo>
                <a:lnTo>
                  <a:pt x="2132897" y="108642"/>
                </a:lnTo>
                <a:lnTo>
                  <a:pt x="2132592" y="107984"/>
                </a:lnTo>
                <a:lnTo>
                  <a:pt x="2132270" y="107341"/>
                </a:lnTo>
                <a:lnTo>
                  <a:pt x="2131930" y="106711"/>
                </a:lnTo>
                <a:lnTo>
                  <a:pt x="2131573" y="106095"/>
                </a:lnTo>
                <a:lnTo>
                  <a:pt x="2131198" y="105493"/>
                </a:lnTo>
                <a:lnTo>
                  <a:pt x="2130806" y="104906"/>
                </a:lnTo>
                <a:lnTo>
                  <a:pt x="2130397" y="104332"/>
                </a:lnTo>
                <a:lnTo>
                  <a:pt x="2129973" y="103770"/>
                </a:lnTo>
                <a:lnTo>
                  <a:pt x="2129536" y="103218"/>
                </a:lnTo>
                <a:lnTo>
                  <a:pt x="2129087" y="102675"/>
                </a:lnTo>
                <a:lnTo>
                  <a:pt x="2128626" y="102141"/>
                </a:lnTo>
                <a:lnTo>
                  <a:pt x="2128153" y="101618"/>
                </a:lnTo>
                <a:lnTo>
                  <a:pt x="2127667" y="101104"/>
                </a:lnTo>
                <a:lnTo>
                  <a:pt x="2127169" y="100599"/>
                </a:lnTo>
                <a:lnTo>
                  <a:pt x="2126659" y="100104"/>
                </a:lnTo>
                <a:lnTo>
                  <a:pt x="2126137" y="99619"/>
                </a:lnTo>
                <a:lnTo>
                  <a:pt x="2125602" y="99144"/>
                </a:lnTo>
                <a:lnTo>
                  <a:pt x="2125055" y="98678"/>
                </a:lnTo>
                <a:lnTo>
                  <a:pt x="2124495" y="98221"/>
                </a:lnTo>
                <a:lnTo>
                  <a:pt x="2123924" y="97774"/>
                </a:lnTo>
                <a:lnTo>
                  <a:pt x="2123340" y="97337"/>
                </a:lnTo>
                <a:lnTo>
                  <a:pt x="2122744" y="96910"/>
                </a:lnTo>
                <a:lnTo>
                  <a:pt x="2122135" y="96492"/>
                </a:lnTo>
                <a:lnTo>
                  <a:pt x="2121515" y="96084"/>
                </a:lnTo>
                <a:lnTo>
                  <a:pt x="2120882" y="95685"/>
                </a:lnTo>
                <a:lnTo>
                  <a:pt x="2120237" y="95296"/>
                </a:lnTo>
                <a:lnTo>
                  <a:pt x="2119579" y="94916"/>
                </a:lnTo>
                <a:lnTo>
                  <a:pt x="2118909" y="94547"/>
                </a:lnTo>
                <a:lnTo>
                  <a:pt x="2118227" y="94186"/>
                </a:lnTo>
                <a:lnTo>
                  <a:pt x="2117533" y="93836"/>
                </a:lnTo>
                <a:lnTo>
                  <a:pt x="2116826" y="93495"/>
                </a:lnTo>
                <a:lnTo>
                  <a:pt x="2116110" y="93161"/>
                </a:lnTo>
                <a:lnTo>
                  <a:pt x="2115385" y="92833"/>
                </a:lnTo>
                <a:lnTo>
                  <a:pt x="2114652" y="92510"/>
                </a:lnTo>
                <a:lnTo>
                  <a:pt x="2113912" y="92192"/>
                </a:lnTo>
                <a:lnTo>
                  <a:pt x="2113164" y="91879"/>
                </a:lnTo>
                <a:lnTo>
                  <a:pt x="2112407" y="91571"/>
                </a:lnTo>
                <a:lnTo>
                  <a:pt x="2111643" y="91269"/>
                </a:lnTo>
                <a:lnTo>
                  <a:pt x="2110871" y="90972"/>
                </a:lnTo>
                <a:lnTo>
                  <a:pt x="2110091" y="90680"/>
                </a:lnTo>
                <a:lnTo>
                  <a:pt x="2109303" y="90393"/>
                </a:lnTo>
                <a:lnTo>
                  <a:pt x="2108507" y="90111"/>
                </a:lnTo>
                <a:lnTo>
                  <a:pt x="2107703" y="89835"/>
                </a:lnTo>
                <a:lnTo>
                  <a:pt x="2106891" y="89564"/>
                </a:lnTo>
                <a:lnTo>
                  <a:pt x="2106072" y="89298"/>
                </a:lnTo>
                <a:lnTo>
                  <a:pt x="2105244" y="89037"/>
                </a:lnTo>
                <a:lnTo>
                  <a:pt x="2104409" y="88781"/>
                </a:lnTo>
                <a:lnTo>
                  <a:pt x="2103565" y="88531"/>
                </a:lnTo>
                <a:lnTo>
                  <a:pt x="2102714" y="88285"/>
                </a:lnTo>
                <a:lnTo>
                  <a:pt x="2101855" y="88045"/>
                </a:lnTo>
                <a:lnTo>
                  <a:pt x="2100987" y="87811"/>
                </a:lnTo>
                <a:lnTo>
                  <a:pt x="2100112" y="87581"/>
                </a:lnTo>
                <a:lnTo>
                  <a:pt x="2099229" y="87357"/>
                </a:lnTo>
                <a:lnTo>
                  <a:pt x="2098338" y="87137"/>
                </a:lnTo>
                <a:lnTo>
                  <a:pt x="2097440" y="86923"/>
                </a:lnTo>
                <a:lnTo>
                  <a:pt x="2096591" y="86732"/>
                </a:lnTo>
                <a:lnTo>
                  <a:pt x="2095757" y="86541"/>
                </a:lnTo>
                <a:lnTo>
                  <a:pt x="2094936" y="86351"/>
                </a:lnTo>
                <a:lnTo>
                  <a:pt x="2094129" y="86163"/>
                </a:lnTo>
                <a:lnTo>
                  <a:pt x="2093336" y="85975"/>
                </a:lnTo>
                <a:lnTo>
                  <a:pt x="2092557" y="85788"/>
                </a:lnTo>
                <a:lnTo>
                  <a:pt x="2091792" y="85603"/>
                </a:lnTo>
                <a:lnTo>
                  <a:pt x="2091041" y="85418"/>
                </a:lnTo>
                <a:lnTo>
                  <a:pt x="2090303" y="85235"/>
                </a:lnTo>
                <a:lnTo>
                  <a:pt x="2089579" y="85052"/>
                </a:lnTo>
                <a:lnTo>
                  <a:pt x="2088870" y="84870"/>
                </a:lnTo>
                <a:lnTo>
                  <a:pt x="2088174" y="84690"/>
                </a:lnTo>
                <a:lnTo>
                  <a:pt x="2087492" y="84510"/>
                </a:lnTo>
                <a:lnTo>
                  <a:pt x="2086824" y="84331"/>
                </a:lnTo>
                <a:lnTo>
                  <a:pt x="2086169" y="84154"/>
                </a:lnTo>
                <a:lnTo>
                  <a:pt x="2085529" y="83977"/>
                </a:lnTo>
                <a:lnTo>
                  <a:pt x="2084902" y="83802"/>
                </a:lnTo>
                <a:lnTo>
                  <a:pt x="2084289" y="83627"/>
                </a:lnTo>
                <a:lnTo>
                  <a:pt x="2083690" y="83453"/>
                </a:lnTo>
                <a:lnTo>
                  <a:pt x="2083105" y="83281"/>
                </a:lnTo>
                <a:lnTo>
                  <a:pt x="2082534" y="83109"/>
                </a:lnTo>
                <a:lnTo>
                  <a:pt x="2081977" y="82939"/>
                </a:lnTo>
                <a:lnTo>
                  <a:pt x="2081433" y="82769"/>
                </a:lnTo>
                <a:lnTo>
                  <a:pt x="2080904" y="82600"/>
                </a:lnTo>
                <a:lnTo>
                  <a:pt x="2080387" y="82432"/>
                </a:lnTo>
                <a:lnTo>
                  <a:pt x="2079882" y="82262"/>
                </a:lnTo>
                <a:lnTo>
                  <a:pt x="2079389" y="82091"/>
                </a:lnTo>
                <a:lnTo>
                  <a:pt x="2078908" y="81918"/>
                </a:lnTo>
                <a:lnTo>
                  <a:pt x="2078439" y="81745"/>
                </a:lnTo>
                <a:lnTo>
                  <a:pt x="2077981" y="81570"/>
                </a:lnTo>
                <a:lnTo>
                  <a:pt x="2077536" y="81394"/>
                </a:lnTo>
                <a:lnTo>
                  <a:pt x="2077102" y="81217"/>
                </a:lnTo>
                <a:lnTo>
                  <a:pt x="2076681" y="81039"/>
                </a:lnTo>
                <a:lnTo>
                  <a:pt x="2076271" y="80860"/>
                </a:lnTo>
                <a:lnTo>
                  <a:pt x="2075873" y="80679"/>
                </a:lnTo>
                <a:lnTo>
                  <a:pt x="2075487" y="80497"/>
                </a:lnTo>
                <a:lnTo>
                  <a:pt x="2075113" y="80314"/>
                </a:lnTo>
                <a:lnTo>
                  <a:pt x="2074750" y="80130"/>
                </a:lnTo>
                <a:lnTo>
                  <a:pt x="2074400" y="79944"/>
                </a:lnTo>
                <a:lnTo>
                  <a:pt x="2074061" y="79757"/>
                </a:lnTo>
                <a:lnTo>
                  <a:pt x="2073735" y="79569"/>
                </a:lnTo>
                <a:lnTo>
                  <a:pt x="2073420" y="79380"/>
                </a:lnTo>
                <a:lnTo>
                  <a:pt x="2073117" y="79190"/>
                </a:lnTo>
                <a:lnTo>
                  <a:pt x="2072826" y="78999"/>
                </a:lnTo>
                <a:lnTo>
                  <a:pt x="2072547" y="78806"/>
                </a:lnTo>
                <a:lnTo>
                  <a:pt x="2072279" y="78612"/>
                </a:lnTo>
                <a:lnTo>
                  <a:pt x="2072024" y="78417"/>
                </a:lnTo>
                <a:lnTo>
                  <a:pt x="2071781" y="78221"/>
                </a:lnTo>
                <a:lnTo>
                  <a:pt x="2071548" y="78022"/>
                </a:lnTo>
                <a:lnTo>
                  <a:pt x="2071325" y="77821"/>
                </a:lnTo>
                <a:lnTo>
                  <a:pt x="2071112" y="77617"/>
                </a:lnTo>
                <a:lnTo>
                  <a:pt x="2070909" y="77411"/>
                </a:lnTo>
                <a:lnTo>
                  <a:pt x="2070716" y="77202"/>
                </a:lnTo>
                <a:lnTo>
                  <a:pt x="2070533" y="76991"/>
                </a:lnTo>
                <a:lnTo>
                  <a:pt x="2070360" y="76777"/>
                </a:lnTo>
                <a:lnTo>
                  <a:pt x="2070197" y="76560"/>
                </a:lnTo>
                <a:lnTo>
                  <a:pt x="2070043" y="76341"/>
                </a:lnTo>
                <a:lnTo>
                  <a:pt x="2069900" y="76119"/>
                </a:lnTo>
                <a:lnTo>
                  <a:pt x="2069766" y="75895"/>
                </a:lnTo>
                <a:lnTo>
                  <a:pt x="2069642" y="75668"/>
                </a:lnTo>
                <a:lnTo>
                  <a:pt x="2069528" y="75439"/>
                </a:lnTo>
                <a:lnTo>
                  <a:pt x="2069425" y="75206"/>
                </a:lnTo>
                <a:lnTo>
                  <a:pt x="2069331" y="74972"/>
                </a:lnTo>
                <a:lnTo>
                  <a:pt x="2069246" y="74734"/>
                </a:lnTo>
                <a:lnTo>
                  <a:pt x="2069172" y="74495"/>
                </a:lnTo>
                <a:lnTo>
                  <a:pt x="2069108" y="74252"/>
                </a:lnTo>
                <a:lnTo>
                  <a:pt x="2069053" y="74007"/>
                </a:lnTo>
                <a:lnTo>
                  <a:pt x="2069009" y="73759"/>
                </a:lnTo>
                <a:lnTo>
                  <a:pt x="2068974" y="73509"/>
                </a:lnTo>
                <a:lnTo>
                  <a:pt x="2068949" y="73256"/>
                </a:lnTo>
                <a:lnTo>
                  <a:pt x="2068935" y="73001"/>
                </a:lnTo>
                <a:lnTo>
                  <a:pt x="2068930" y="72743"/>
                </a:lnTo>
                <a:lnTo>
                  <a:pt x="2068937" y="72297"/>
                </a:lnTo>
                <a:lnTo>
                  <a:pt x="2068961" y="71861"/>
                </a:lnTo>
                <a:lnTo>
                  <a:pt x="2069000" y="71436"/>
                </a:lnTo>
                <a:lnTo>
                  <a:pt x="2069055" y="71021"/>
                </a:lnTo>
                <a:lnTo>
                  <a:pt x="2069125" y="70618"/>
                </a:lnTo>
                <a:lnTo>
                  <a:pt x="2069211" y="70224"/>
                </a:lnTo>
                <a:lnTo>
                  <a:pt x="2069313" y="69842"/>
                </a:lnTo>
                <a:lnTo>
                  <a:pt x="2069430" y="69470"/>
                </a:lnTo>
                <a:lnTo>
                  <a:pt x="2069563" y="69109"/>
                </a:lnTo>
                <a:lnTo>
                  <a:pt x="2069712" y="68758"/>
                </a:lnTo>
                <a:lnTo>
                  <a:pt x="2069876" y="68418"/>
                </a:lnTo>
                <a:lnTo>
                  <a:pt x="2070056" y="68089"/>
                </a:lnTo>
                <a:lnTo>
                  <a:pt x="2070251" y="67770"/>
                </a:lnTo>
                <a:lnTo>
                  <a:pt x="2070462" y="67462"/>
                </a:lnTo>
                <a:lnTo>
                  <a:pt x="2070689" y="67165"/>
                </a:lnTo>
                <a:lnTo>
                  <a:pt x="2070932" y="66878"/>
                </a:lnTo>
                <a:lnTo>
                  <a:pt x="2071190" y="66602"/>
                </a:lnTo>
                <a:lnTo>
                  <a:pt x="2071463" y="66336"/>
                </a:lnTo>
                <a:lnTo>
                  <a:pt x="2071753" y="66082"/>
                </a:lnTo>
                <a:lnTo>
                  <a:pt x="2072058" y="65837"/>
                </a:lnTo>
                <a:lnTo>
                  <a:pt x="2072378" y="65604"/>
                </a:lnTo>
                <a:lnTo>
                  <a:pt x="2072715" y="65381"/>
                </a:lnTo>
                <a:lnTo>
                  <a:pt x="2073067" y="65169"/>
                </a:lnTo>
                <a:lnTo>
                  <a:pt x="2073434" y="64967"/>
                </a:lnTo>
                <a:lnTo>
                  <a:pt x="2073815" y="64775"/>
                </a:lnTo>
                <a:lnTo>
                  <a:pt x="2074208" y="64590"/>
                </a:lnTo>
                <a:lnTo>
                  <a:pt x="2074613" y="64414"/>
                </a:lnTo>
                <a:lnTo>
                  <a:pt x="2075029" y="64246"/>
                </a:lnTo>
                <a:lnTo>
                  <a:pt x="2075457" y="64086"/>
                </a:lnTo>
                <a:lnTo>
                  <a:pt x="2075897" y="63935"/>
                </a:lnTo>
                <a:lnTo>
                  <a:pt x="2076348" y="63792"/>
                </a:lnTo>
                <a:lnTo>
                  <a:pt x="2076811" y="63656"/>
                </a:lnTo>
                <a:lnTo>
                  <a:pt x="2077286" y="63529"/>
                </a:lnTo>
                <a:lnTo>
                  <a:pt x="2077772" y="63411"/>
                </a:lnTo>
                <a:lnTo>
                  <a:pt x="2078270" y="63300"/>
                </a:lnTo>
                <a:lnTo>
                  <a:pt x="2078780" y="63198"/>
                </a:lnTo>
                <a:lnTo>
                  <a:pt x="2079301" y="63103"/>
                </a:lnTo>
                <a:lnTo>
                  <a:pt x="2079834" y="63017"/>
                </a:lnTo>
                <a:lnTo>
                  <a:pt x="2080379" y="62940"/>
                </a:lnTo>
                <a:lnTo>
                  <a:pt x="2080935" y="62870"/>
                </a:lnTo>
                <a:lnTo>
                  <a:pt x="2081504" y="62809"/>
                </a:lnTo>
                <a:lnTo>
                  <a:pt x="2082083" y="62755"/>
                </a:lnTo>
                <a:lnTo>
                  <a:pt x="2082675" y="62710"/>
                </a:lnTo>
                <a:lnTo>
                  <a:pt x="2083278" y="62673"/>
                </a:lnTo>
                <a:lnTo>
                  <a:pt x="2083893" y="62645"/>
                </a:lnTo>
                <a:lnTo>
                  <a:pt x="2084519" y="62624"/>
                </a:lnTo>
                <a:lnTo>
                  <a:pt x="2085158" y="62612"/>
                </a:lnTo>
                <a:lnTo>
                  <a:pt x="2085807" y="62608"/>
                </a:lnTo>
                <a:lnTo>
                  <a:pt x="2086412" y="62614"/>
                </a:lnTo>
                <a:lnTo>
                  <a:pt x="2087011" y="62631"/>
                </a:lnTo>
                <a:lnTo>
                  <a:pt x="2087603" y="62661"/>
                </a:lnTo>
                <a:lnTo>
                  <a:pt x="2088188" y="62702"/>
                </a:lnTo>
                <a:lnTo>
                  <a:pt x="2088767" y="62755"/>
                </a:lnTo>
                <a:lnTo>
                  <a:pt x="2089339" y="62820"/>
                </a:lnTo>
                <a:lnTo>
                  <a:pt x="2089905" y="62896"/>
                </a:lnTo>
                <a:lnTo>
                  <a:pt x="2090464" y="62985"/>
                </a:lnTo>
                <a:lnTo>
                  <a:pt x="2091017" y="63085"/>
                </a:lnTo>
                <a:lnTo>
                  <a:pt x="2091563" y="63197"/>
                </a:lnTo>
                <a:lnTo>
                  <a:pt x="2092103" y="63321"/>
                </a:lnTo>
                <a:lnTo>
                  <a:pt x="2092636" y="63456"/>
                </a:lnTo>
                <a:lnTo>
                  <a:pt x="2093162" y="63603"/>
                </a:lnTo>
                <a:lnTo>
                  <a:pt x="2093682" y="63762"/>
                </a:lnTo>
                <a:lnTo>
                  <a:pt x="2094196" y="63933"/>
                </a:lnTo>
                <a:lnTo>
                  <a:pt x="2094703" y="64116"/>
                </a:lnTo>
                <a:lnTo>
                  <a:pt x="2095203" y="64310"/>
                </a:lnTo>
                <a:lnTo>
                  <a:pt x="2095697" y="64516"/>
                </a:lnTo>
                <a:lnTo>
                  <a:pt x="2096184" y="64734"/>
                </a:lnTo>
                <a:lnTo>
                  <a:pt x="2096665" y="64964"/>
                </a:lnTo>
                <a:lnTo>
                  <a:pt x="2097139" y="65205"/>
                </a:lnTo>
                <a:lnTo>
                  <a:pt x="2097607" y="65459"/>
                </a:lnTo>
                <a:lnTo>
                  <a:pt x="2098068" y="65724"/>
                </a:lnTo>
                <a:lnTo>
                  <a:pt x="2098523" y="66001"/>
                </a:lnTo>
                <a:lnTo>
                  <a:pt x="2098965" y="66292"/>
                </a:lnTo>
                <a:lnTo>
                  <a:pt x="2099388" y="66603"/>
                </a:lnTo>
                <a:lnTo>
                  <a:pt x="2099792" y="66932"/>
                </a:lnTo>
                <a:lnTo>
                  <a:pt x="2100178" y="67280"/>
                </a:lnTo>
                <a:lnTo>
                  <a:pt x="2100545" y="67646"/>
                </a:lnTo>
                <a:lnTo>
                  <a:pt x="2100893" y="68031"/>
                </a:lnTo>
                <a:lnTo>
                  <a:pt x="2101222" y="68435"/>
                </a:lnTo>
                <a:lnTo>
                  <a:pt x="2101532" y="68858"/>
                </a:lnTo>
                <a:lnTo>
                  <a:pt x="2101824" y="69299"/>
                </a:lnTo>
                <a:lnTo>
                  <a:pt x="2102097" y="69759"/>
                </a:lnTo>
                <a:lnTo>
                  <a:pt x="2102350" y="70238"/>
                </a:lnTo>
                <a:lnTo>
                  <a:pt x="2102586" y="70735"/>
                </a:lnTo>
                <a:lnTo>
                  <a:pt x="2102802" y="71251"/>
                </a:lnTo>
                <a:lnTo>
                  <a:pt x="2102999" y="71786"/>
                </a:lnTo>
                <a:lnTo>
                  <a:pt x="2103178" y="72339"/>
                </a:lnTo>
                <a:lnTo>
                  <a:pt x="2103338" y="72911"/>
                </a:lnTo>
                <a:lnTo>
                  <a:pt x="2103479" y="73502"/>
                </a:lnTo>
                <a:lnTo>
                  <a:pt x="2103601" y="74111"/>
                </a:lnTo>
                <a:lnTo>
                  <a:pt x="2103705" y="74739"/>
                </a:lnTo>
                <a:lnTo>
                  <a:pt x="2103789" y="75386"/>
                </a:lnTo>
                <a:lnTo>
                  <a:pt x="2103855" y="76051"/>
                </a:lnTo>
                <a:lnTo>
                  <a:pt x="2103902" y="76736"/>
                </a:lnTo>
                <a:lnTo>
                  <a:pt x="2103930" y="77438"/>
                </a:lnTo>
                <a:lnTo>
                  <a:pt x="2103940" y="78160"/>
                </a:lnTo>
                <a:lnTo>
                  <a:pt x="2131994" y="78160"/>
                </a:lnTo>
                <a:lnTo>
                  <a:pt x="2131987" y="77302"/>
                </a:lnTo>
                <a:lnTo>
                  <a:pt x="2131966" y="76455"/>
                </a:lnTo>
                <a:lnTo>
                  <a:pt x="2131931" y="75621"/>
                </a:lnTo>
                <a:lnTo>
                  <a:pt x="2131883" y="74798"/>
                </a:lnTo>
                <a:lnTo>
                  <a:pt x="2131820" y="73988"/>
                </a:lnTo>
                <a:lnTo>
                  <a:pt x="2131744" y="73189"/>
                </a:lnTo>
                <a:lnTo>
                  <a:pt x="2131654" y="72403"/>
                </a:lnTo>
                <a:lnTo>
                  <a:pt x="2131550" y="71628"/>
                </a:lnTo>
                <a:lnTo>
                  <a:pt x="2131432" y="70866"/>
                </a:lnTo>
                <a:lnTo>
                  <a:pt x="2131301" y="70115"/>
                </a:lnTo>
                <a:lnTo>
                  <a:pt x="2131155" y="69377"/>
                </a:lnTo>
                <a:lnTo>
                  <a:pt x="2130996" y="68650"/>
                </a:lnTo>
                <a:lnTo>
                  <a:pt x="2130822" y="67936"/>
                </a:lnTo>
                <a:lnTo>
                  <a:pt x="2130635" y="67233"/>
                </a:lnTo>
                <a:lnTo>
                  <a:pt x="2130434" y="66543"/>
                </a:lnTo>
                <a:lnTo>
                  <a:pt x="2130220" y="65864"/>
                </a:lnTo>
                <a:lnTo>
                  <a:pt x="2129991" y="65198"/>
                </a:lnTo>
                <a:lnTo>
                  <a:pt x="2129748" y="64543"/>
                </a:lnTo>
                <a:lnTo>
                  <a:pt x="2129492" y="63901"/>
                </a:lnTo>
                <a:lnTo>
                  <a:pt x="2129222" y="63270"/>
                </a:lnTo>
                <a:lnTo>
                  <a:pt x="2128938" y="62652"/>
                </a:lnTo>
                <a:lnTo>
                  <a:pt x="2128640" y="62046"/>
                </a:lnTo>
                <a:lnTo>
                  <a:pt x="2128328" y="61451"/>
                </a:lnTo>
                <a:lnTo>
                  <a:pt x="2128002" y="60869"/>
                </a:lnTo>
                <a:lnTo>
                  <a:pt x="2127665" y="60297"/>
                </a:lnTo>
                <a:lnTo>
                  <a:pt x="2127319" y="59735"/>
                </a:lnTo>
                <a:lnTo>
                  <a:pt x="2126963" y="59184"/>
                </a:lnTo>
                <a:lnTo>
                  <a:pt x="2126599" y="58641"/>
                </a:lnTo>
                <a:lnTo>
                  <a:pt x="2126225" y="58109"/>
                </a:lnTo>
                <a:lnTo>
                  <a:pt x="2125843" y="57587"/>
                </a:lnTo>
                <a:lnTo>
                  <a:pt x="2125451" y="57074"/>
                </a:lnTo>
                <a:lnTo>
                  <a:pt x="2125050" y="56571"/>
                </a:lnTo>
                <a:lnTo>
                  <a:pt x="2124640" y="56078"/>
                </a:lnTo>
                <a:lnTo>
                  <a:pt x="2124221" y="55595"/>
                </a:lnTo>
                <a:lnTo>
                  <a:pt x="2123792" y="55122"/>
                </a:lnTo>
                <a:lnTo>
                  <a:pt x="2123355" y="54658"/>
                </a:lnTo>
                <a:lnTo>
                  <a:pt x="2122909" y="54204"/>
                </a:lnTo>
                <a:lnTo>
                  <a:pt x="2122453" y="53760"/>
                </a:lnTo>
                <a:lnTo>
                  <a:pt x="2121988" y="53326"/>
                </a:lnTo>
                <a:lnTo>
                  <a:pt x="2121515" y="52902"/>
                </a:lnTo>
                <a:lnTo>
                  <a:pt x="2121032" y="52487"/>
                </a:lnTo>
                <a:lnTo>
                  <a:pt x="2120540" y="52083"/>
                </a:lnTo>
                <a:lnTo>
                  <a:pt x="2120039" y="51688"/>
                </a:lnTo>
                <a:lnTo>
                  <a:pt x="2119528" y="51303"/>
                </a:lnTo>
                <a:lnTo>
                  <a:pt x="2119009" y="50927"/>
                </a:lnTo>
                <a:lnTo>
                  <a:pt x="2118481" y="50562"/>
                </a:lnTo>
                <a:lnTo>
                  <a:pt x="2117943" y="50206"/>
                </a:lnTo>
                <a:lnTo>
                  <a:pt x="2117396" y="49860"/>
                </a:lnTo>
                <a:lnTo>
                  <a:pt x="2116843" y="49523"/>
                </a:lnTo>
                <a:lnTo>
                  <a:pt x="2116283" y="49194"/>
                </a:lnTo>
                <a:lnTo>
                  <a:pt x="2115718" y="48874"/>
                </a:lnTo>
                <a:lnTo>
                  <a:pt x="2115147" y="48561"/>
                </a:lnTo>
                <a:lnTo>
                  <a:pt x="2114571" y="48257"/>
                </a:lnTo>
                <a:lnTo>
                  <a:pt x="2113990" y="47961"/>
                </a:lnTo>
                <a:lnTo>
                  <a:pt x="2113402" y="47673"/>
                </a:lnTo>
                <a:lnTo>
                  <a:pt x="2112810" y="47393"/>
                </a:lnTo>
                <a:lnTo>
                  <a:pt x="2112211" y="47122"/>
                </a:lnTo>
                <a:lnTo>
                  <a:pt x="2111607" y="46859"/>
                </a:lnTo>
                <a:lnTo>
                  <a:pt x="2110998" y="46604"/>
                </a:lnTo>
                <a:lnTo>
                  <a:pt x="2110383" y="46357"/>
                </a:lnTo>
                <a:lnTo>
                  <a:pt x="2109763" y="46119"/>
                </a:lnTo>
                <a:lnTo>
                  <a:pt x="2109137" y="45888"/>
                </a:lnTo>
                <a:lnTo>
                  <a:pt x="2108505" y="45666"/>
                </a:lnTo>
                <a:lnTo>
                  <a:pt x="2107868" y="45452"/>
                </a:lnTo>
                <a:lnTo>
                  <a:pt x="2107225" y="45247"/>
                </a:lnTo>
                <a:lnTo>
                  <a:pt x="2106577" y="45049"/>
                </a:lnTo>
                <a:lnTo>
                  <a:pt x="2105923" y="44860"/>
                </a:lnTo>
                <a:lnTo>
                  <a:pt x="2105264" y="44679"/>
                </a:lnTo>
                <a:lnTo>
                  <a:pt x="2104599" y="44506"/>
                </a:lnTo>
                <a:lnTo>
                  <a:pt x="2103929" y="44342"/>
                </a:lnTo>
                <a:lnTo>
                  <a:pt x="2103253" y="44185"/>
                </a:lnTo>
                <a:lnTo>
                  <a:pt x="2102571" y="44037"/>
                </a:lnTo>
                <a:lnTo>
                  <a:pt x="2101886" y="43896"/>
                </a:lnTo>
                <a:lnTo>
                  <a:pt x="2101200" y="43761"/>
                </a:lnTo>
                <a:lnTo>
                  <a:pt x="2100513" y="43632"/>
                </a:lnTo>
                <a:lnTo>
                  <a:pt x="2099825" y="43509"/>
                </a:lnTo>
                <a:lnTo>
                  <a:pt x="2099135" y="43392"/>
                </a:lnTo>
                <a:lnTo>
                  <a:pt x="2098445" y="43281"/>
                </a:lnTo>
                <a:lnTo>
                  <a:pt x="2097753" y="43176"/>
                </a:lnTo>
                <a:lnTo>
                  <a:pt x="2097059" y="43077"/>
                </a:lnTo>
                <a:lnTo>
                  <a:pt x="2096365" y="42984"/>
                </a:lnTo>
                <a:lnTo>
                  <a:pt x="2095670" y="42897"/>
                </a:lnTo>
                <a:lnTo>
                  <a:pt x="2094973" y="42816"/>
                </a:lnTo>
                <a:lnTo>
                  <a:pt x="2094275" y="42741"/>
                </a:lnTo>
                <a:lnTo>
                  <a:pt x="2093576" y="42672"/>
                </a:lnTo>
                <a:lnTo>
                  <a:pt x="2092876" y="42609"/>
                </a:lnTo>
                <a:lnTo>
                  <a:pt x="2092174" y="42552"/>
                </a:lnTo>
                <a:lnTo>
                  <a:pt x="2091471" y="42501"/>
                </a:lnTo>
                <a:lnTo>
                  <a:pt x="2090768" y="42456"/>
                </a:lnTo>
                <a:lnTo>
                  <a:pt x="2090063" y="42417"/>
                </a:lnTo>
                <a:lnTo>
                  <a:pt x="2089356" y="42384"/>
                </a:lnTo>
                <a:lnTo>
                  <a:pt x="2088649" y="42357"/>
                </a:lnTo>
                <a:lnTo>
                  <a:pt x="2087940" y="42336"/>
                </a:lnTo>
                <a:lnTo>
                  <a:pt x="2087231" y="42321"/>
                </a:lnTo>
                <a:lnTo>
                  <a:pt x="2086520" y="42312"/>
                </a:lnTo>
                <a:lnTo>
                  <a:pt x="2085807" y="42309"/>
                </a:lnTo>
                <a:lnTo>
                  <a:pt x="2085076" y="42312"/>
                </a:lnTo>
                <a:lnTo>
                  <a:pt x="2084347" y="42321"/>
                </a:lnTo>
                <a:lnTo>
                  <a:pt x="2083618" y="42336"/>
                </a:lnTo>
                <a:lnTo>
                  <a:pt x="2082892" y="42357"/>
                </a:lnTo>
                <a:lnTo>
                  <a:pt x="2082166" y="42384"/>
                </a:lnTo>
                <a:lnTo>
                  <a:pt x="2081442" y="42417"/>
                </a:lnTo>
                <a:lnTo>
                  <a:pt x="2080719" y="42456"/>
                </a:lnTo>
                <a:lnTo>
                  <a:pt x="2079998" y="42501"/>
                </a:lnTo>
                <a:lnTo>
                  <a:pt x="2079278" y="42552"/>
                </a:lnTo>
                <a:lnTo>
                  <a:pt x="2078559" y="42609"/>
                </a:lnTo>
                <a:lnTo>
                  <a:pt x="2077842" y="42673"/>
                </a:lnTo>
                <a:lnTo>
                  <a:pt x="2077126" y="42742"/>
                </a:lnTo>
                <a:lnTo>
                  <a:pt x="2076412" y="42817"/>
                </a:lnTo>
                <a:lnTo>
                  <a:pt x="2075699" y="42898"/>
                </a:lnTo>
                <a:lnTo>
                  <a:pt x="2074987" y="42985"/>
                </a:lnTo>
                <a:lnTo>
                  <a:pt x="2074277" y="43079"/>
                </a:lnTo>
                <a:lnTo>
                  <a:pt x="2073568" y="43178"/>
                </a:lnTo>
                <a:lnTo>
                  <a:pt x="2072860" y="43283"/>
                </a:lnTo>
                <a:lnTo>
                  <a:pt x="2072154" y="43394"/>
                </a:lnTo>
                <a:lnTo>
                  <a:pt x="2071450" y="43512"/>
                </a:lnTo>
                <a:lnTo>
                  <a:pt x="2070746" y="43635"/>
                </a:lnTo>
                <a:lnTo>
                  <a:pt x="2070044" y="43764"/>
                </a:lnTo>
                <a:lnTo>
                  <a:pt x="2069344" y="43899"/>
                </a:lnTo>
                <a:lnTo>
                  <a:pt x="2068644" y="44041"/>
                </a:lnTo>
                <a:lnTo>
                  <a:pt x="2067949" y="44188"/>
                </a:lnTo>
                <a:lnTo>
                  <a:pt x="2067259" y="44343"/>
                </a:lnTo>
                <a:lnTo>
                  <a:pt x="2066576" y="44504"/>
                </a:lnTo>
                <a:lnTo>
                  <a:pt x="2065898" y="44673"/>
                </a:lnTo>
                <a:lnTo>
                  <a:pt x="2065226" y="44848"/>
                </a:lnTo>
                <a:lnTo>
                  <a:pt x="2064560" y="45031"/>
                </a:lnTo>
                <a:lnTo>
                  <a:pt x="2063901" y="45221"/>
                </a:lnTo>
                <a:lnTo>
                  <a:pt x="2063247" y="45417"/>
                </a:lnTo>
                <a:lnTo>
                  <a:pt x="2062599" y="45621"/>
                </a:lnTo>
                <a:lnTo>
                  <a:pt x="2061957" y="45831"/>
                </a:lnTo>
                <a:lnTo>
                  <a:pt x="2061320" y="46049"/>
                </a:lnTo>
                <a:lnTo>
                  <a:pt x="2060690" y="46273"/>
                </a:lnTo>
                <a:lnTo>
                  <a:pt x="2060066" y="46505"/>
                </a:lnTo>
                <a:lnTo>
                  <a:pt x="2059448" y="46744"/>
                </a:lnTo>
                <a:lnTo>
                  <a:pt x="2058835" y="46989"/>
                </a:lnTo>
                <a:lnTo>
                  <a:pt x="2058229" y="47242"/>
                </a:lnTo>
                <a:lnTo>
                  <a:pt x="2057628" y="47501"/>
                </a:lnTo>
                <a:lnTo>
                  <a:pt x="2057034" y="47768"/>
                </a:lnTo>
                <a:lnTo>
                  <a:pt x="2056445" y="48042"/>
                </a:lnTo>
                <a:lnTo>
                  <a:pt x="2055863" y="48322"/>
                </a:lnTo>
                <a:lnTo>
                  <a:pt x="2055286" y="48610"/>
                </a:lnTo>
                <a:lnTo>
                  <a:pt x="2054715" y="48904"/>
                </a:lnTo>
                <a:lnTo>
                  <a:pt x="2054150" y="49206"/>
                </a:lnTo>
                <a:lnTo>
                  <a:pt x="2053591" y="49515"/>
                </a:lnTo>
                <a:lnTo>
                  <a:pt x="2053040" y="49831"/>
                </a:lnTo>
                <a:lnTo>
                  <a:pt x="2052498" y="50155"/>
                </a:lnTo>
                <a:lnTo>
                  <a:pt x="2051965" y="50488"/>
                </a:lnTo>
                <a:lnTo>
                  <a:pt x="2051442" y="50829"/>
                </a:lnTo>
                <a:lnTo>
                  <a:pt x="2050928" y="51178"/>
                </a:lnTo>
                <a:lnTo>
                  <a:pt x="2050423" y="51535"/>
                </a:lnTo>
                <a:lnTo>
                  <a:pt x="2049928" y="51901"/>
                </a:lnTo>
                <a:lnTo>
                  <a:pt x="2049441" y="52275"/>
                </a:lnTo>
                <a:lnTo>
                  <a:pt x="2048965" y="52657"/>
                </a:lnTo>
                <a:lnTo>
                  <a:pt x="2048497" y="53047"/>
                </a:lnTo>
                <a:lnTo>
                  <a:pt x="2048039" y="53445"/>
                </a:lnTo>
                <a:lnTo>
                  <a:pt x="2047590" y="53852"/>
                </a:lnTo>
                <a:lnTo>
                  <a:pt x="2047150" y="54267"/>
                </a:lnTo>
                <a:lnTo>
                  <a:pt x="2046720" y="54690"/>
                </a:lnTo>
                <a:lnTo>
                  <a:pt x="2046299" y="55121"/>
                </a:lnTo>
                <a:lnTo>
                  <a:pt x="2045887" y="55560"/>
                </a:lnTo>
                <a:lnTo>
                  <a:pt x="2045485" y="56008"/>
                </a:lnTo>
                <a:lnTo>
                  <a:pt x="2045092" y="56464"/>
                </a:lnTo>
                <a:lnTo>
                  <a:pt x="2044708" y="56928"/>
                </a:lnTo>
                <a:lnTo>
                  <a:pt x="2044333" y="57400"/>
                </a:lnTo>
                <a:lnTo>
                  <a:pt x="2043968" y="57881"/>
                </a:lnTo>
                <a:lnTo>
                  <a:pt x="2043612" y="58370"/>
                </a:lnTo>
                <a:lnTo>
                  <a:pt x="2043266" y="58867"/>
                </a:lnTo>
                <a:lnTo>
                  <a:pt x="2042929" y="59372"/>
                </a:lnTo>
                <a:lnTo>
                  <a:pt x="2042603" y="59886"/>
                </a:lnTo>
                <a:lnTo>
                  <a:pt x="2042291" y="60408"/>
                </a:lnTo>
                <a:lnTo>
                  <a:pt x="2041993" y="60941"/>
                </a:lnTo>
                <a:lnTo>
                  <a:pt x="2041709" y="61482"/>
                </a:lnTo>
                <a:lnTo>
                  <a:pt x="2041439" y="62032"/>
                </a:lnTo>
                <a:lnTo>
                  <a:pt x="2041182" y="62592"/>
                </a:lnTo>
                <a:lnTo>
                  <a:pt x="2040940" y="63161"/>
                </a:lnTo>
                <a:lnTo>
                  <a:pt x="2040711" y="63739"/>
                </a:lnTo>
                <a:lnTo>
                  <a:pt x="2040496" y="64327"/>
                </a:lnTo>
                <a:lnTo>
                  <a:pt x="2040295" y="64923"/>
                </a:lnTo>
                <a:lnTo>
                  <a:pt x="2040108" y="65529"/>
                </a:lnTo>
                <a:lnTo>
                  <a:pt x="2039935" y="66144"/>
                </a:lnTo>
                <a:lnTo>
                  <a:pt x="2039776" y="66768"/>
                </a:lnTo>
                <a:lnTo>
                  <a:pt x="2039630" y="67402"/>
                </a:lnTo>
                <a:lnTo>
                  <a:pt x="2039498" y="68044"/>
                </a:lnTo>
                <a:lnTo>
                  <a:pt x="2039381" y="68696"/>
                </a:lnTo>
                <a:lnTo>
                  <a:pt x="2039277" y="69357"/>
                </a:lnTo>
                <a:lnTo>
                  <a:pt x="2039187" y="70028"/>
                </a:lnTo>
                <a:lnTo>
                  <a:pt x="2039110" y="70707"/>
                </a:lnTo>
                <a:lnTo>
                  <a:pt x="2039048" y="71396"/>
                </a:lnTo>
                <a:lnTo>
                  <a:pt x="2038999" y="72094"/>
                </a:lnTo>
                <a:lnTo>
                  <a:pt x="2038965" y="72801"/>
                </a:lnTo>
                <a:lnTo>
                  <a:pt x="2038944" y="73518"/>
                </a:lnTo>
                <a:lnTo>
                  <a:pt x="2038937" y="74243"/>
                </a:lnTo>
                <a:lnTo>
                  <a:pt x="2038946" y="75168"/>
                </a:lnTo>
                <a:lnTo>
                  <a:pt x="2038974" y="76077"/>
                </a:lnTo>
                <a:lnTo>
                  <a:pt x="2039019" y="76972"/>
                </a:lnTo>
                <a:lnTo>
                  <a:pt x="2039083" y="77851"/>
                </a:lnTo>
                <a:lnTo>
                  <a:pt x="2039165" y="78715"/>
                </a:lnTo>
                <a:lnTo>
                  <a:pt x="2039265" y="79565"/>
                </a:lnTo>
                <a:lnTo>
                  <a:pt x="2039383" y="80399"/>
                </a:lnTo>
                <a:lnTo>
                  <a:pt x="2039520" y="81218"/>
                </a:lnTo>
                <a:lnTo>
                  <a:pt x="2039675" y="82023"/>
                </a:lnTo>
                <a:lnTo>
                  <a:pt x="2039848" y="82812"/>
                </a:lnTo>
                <a:lnTo>
                  <a:pt x="2040039" y="83586"/>
                </a:lnTo>
                <a:lnTo>
                  <a:pt x="2040249" y="84346"/>
                </a:lnTo>
                <a:lnTo>
                  <a:pt x="2040476" y="85090"/>
                </a:lnTo>
                <a:lnTo>
                  <a:pt x="2040722" y="85819"/>
                </a:lnTo>
                <a:lnTo>
                  <a:pt x="2040986" y="86534"/>
                </a:lnTo>
                <a:lnTo>
                  <a:pt x="2041269" y="87233"/>
                </a:lnTo>
                <a:lnTo>
                  <a:pt x="2041569" y="87917"/>
                </a:lnTo>
                <a:lnTo>
                  <a:pt x="2041888" y="88586"/>
                </a:lnTo>
                <a:lnTo>
                  <a:pt x="2042225" y="89241"/>
                </a:lnTo>
                <a:lnTo>
                  <a:pt x="2042580" y="89880"/>
                </a:lnTo>
                <a:lnTo>
                  <a:pt x="2042953" y="90504"/>
                </a:lnTo>
                <a:lnTo>
                  <a:pt x="2043345" y="91113"/>
                </a:lnTo>
                <a:lnTo>
                  <a:pt x="2043755" y="91707"/>
                </a:lnTo>
                <a:lnTo>
                  <a:pt x="2044183" y="92287"/>
                </a:lnTo>
                <a:lnTo>
                  <a:pt x="2044627" y="92853"/>
                </a:lnTo>
                <a:lnTo>
                  <a:pt x="2045085" y="93410"/>
                </a:lnTo>
                <a:lnTo>
                  <a:pt x="2045558" y="93958"/>
                </a:lnTo>
                <a:lnTo>
                  <a:pt x="2046044" y="94495"/>
                </a:lnTo>
                <a:lnTo>
                  <a:pt x="2046544" y="95024"/>
                </a:lnTo>
                <a:lnTo>
                  <a:pt x="2047059" y="95542"/>
                </a:lnTo>
                <a:lnTo>
                  <a:pt x="2047587" y="96051"/>
                </a:lnTo>
                <a:lnTo>
                  <a:pt x="2048130" y="96551"/>
                </a:lnTo>
                <a:lnTo>
                  <a:pt x="2048687" y="97040"/>
                </a:lnTo>
                <a:lnTo>
                  <a:pt x="2049257" y="97520"/>
                </a:lnTo>
                <a:lnTo>
                  <a:pt x="2049842" y="97991"/>
                </a:lnTo>
                <a:lnTo>
                  <a:pt x="2050441" y="98452"/>
                </a:lnTo>
                <a:lnTo>
                  <a:pt x="2051054" y="98903"/>
                </a:lnTo>
                <a:lnTo>
                  <a:pt x="2051681" y="99345"/>
                </a:lnTo>
                <a:lnTo>
                  <a:pt x="2052322" y="99777"/>
                </a:lnTo>
                <a:lnTo>
                  <a:pt x="2052977" y="100200"/>
                </a:lnTo>
                <a:lnTo>
                  <a:pt x="2053646" y="100613"/>
                </a:lnTo>
                <a:lnTo>
                  <a:pt x="2054329" y="101016"/>
                </a:lnTo>
                <a:lnTo>
                  <a:pt x="2055026" y="101410"/>
                </a:lnTo>
                <a:lnTo>
                  <a:pt x="2055737" y="101794"/>
                </a:lnTo>
                <a:lnTo>
                  <a:pt x="2056463" y="102169"/>
                </a:lnTo>
                <a:lnTo>
                  <a:pt x="2057202" y="102533"/>
                </a:lnTo>
                <a:lnTo>
                  <a:pt x="2057956" y="102889"/>
                </a:lnTo>
                <a:lnTo>
                  <a:pt x="2058723" y="103235"/>
                </a:lnTo>
                <a:lnTo>
                  <a:pt x="2059502" y="103573"/>
                </a:lnTo>
                <a:lnTo>
                  <a:pt x="2060290" y="103908"/>
                </a:lnTo>
                <a:lnTo>
                  <a:pt x="2061087" y="104238"/>
                </a:lnTo>
                <a:lnTo>
                  <a:pt x="2061892" y="104565"/>
                </a:lnTo>
                <a:lnTo>
                  <a:pt x="2062707" y="104887"/>
                </a:lnTo>
                <a:lnTo>
                  <a:pt x="2063531" y="105205"/>
                </a:lnTo>
                <a:lnTo>
                  <a:pt x="2064363" y="105518"/>
                </a:lnTo>
                <a:lnTo>
                  <a:pt x="2065204" y="105828"/>
                </a:lnTo>
                <a:lnTo>
                  <a:pt x="2066055" y="106133"/>
                </a:lnTo>
                <a:lnTo>
                  <a:pt x="2066914" y="106434"/>
                </a:lnTo>
                <a:lnTo>
                  <a:pt x="2067782" y="106731"/>
                </a:lnTo>
                <a:lnTo>
                  <a:pt x="2068659" y="107024"/>
                </a:lnTo>
                <a:lnTo>
                  <a:pt x="2069545" y="107312"/>
                </a:lnTo>
                <a:lnTo>
                  <a:pt x="2070439" y="107596"/>
                </a:lnTo>
                <a:lnTo>
                  <a:pt x="2071343" y="107877"/>
                </a:lnTo>
                <a:lnTo>
                  <a:pt x="2072256" y="108152"/>
                </a:lnTo>
                <a:lnTo>
                  <a:pt x="2073177" y="108424"/>
                </a:lnTo>
                <a:lnTo>
                  <a:pt x="2074108" y="108692"/>
                </a:lnTo>
                <a:lnTo>
                  <a:pt x="2075047" y="108955"/>
                </a:lnTo>
                <a:lnTo>
                  <a:pt x="2075995" y="109214"/>
                </a:lnTo>
                <a:lnTo>
                  <a:pt x="2076952" y="109469"/>
                </a:lnTo>
                <a:lnTo>
                  <a:pt x="2077919" y="109720"/>
                </a:lnTo>
                <a:lnTo>
                  <a:pt x="2078894" y="109966"/>
                </a:lnTo>
                <a:lnTo>
                  <a:pt x="2079877" y="110209"/>
                </a:lnTo>
                <a:lnTo>
                  <a:pt x="2081041" y="110478"/>
                </a:lnTo>
                <a:lnTo>
                  <a:pt x="2082175" y="110746"/>
                </a:lnTo>
                <a:lnTo>
                  <a:pt x="2083280" y="111014"/>
                </a:lnTo>
                <a:lnTo>
                  <a:pt x="2084355" y="111282"/>
                </a:lnTo>
                <a:lnTo>
                  <a:pt x="2085401" y="111549"/>
                </a:lnTo>
                <a:lnTo>
                  <a:pt x="2086417" y="111816"/>
                </a:lnTo>
                <a:lnTo>
                  <a:pt x="2087404" y="112082"/>
                </a:lnTo>
                <a:lnTo>
                  <a:pt x="2088361" y="112349"/>
                </a:lnTo>
                <a:lnTo>
                  <a:pt x="2089288" y="112614"/>
                </a:lnTo>
                <a:lnTo>
                  <a:pt x="2090187" y="112880"/>
                </a:lnTo>
                <a:lnTo>
                  <a:pt x="2091055" y="113144"/>
                </a:lnTo>
                <a:lnTo>
                  <a:pt x="2091894" y="113409"/>
                </a:lnTo>
                <a:lnTo>
                  <a:pt x="2092704" y="113673"/>
                </a:lnTo>
                <a:lnTo>
                  <a:pt x="2093484" y="113937"/>
                </a:lnTo>
                <a:lnTo>
                  <a:pt x="2094235" y="114200"/>
                </a:lnTo>
                <a:lnTo>
                  <a:pt x="2094956" y="114463"/>
                </a:lnTo>
                <a:lnTo>
                  <a:pt x="2095648" y="114726"/>
                </a:lnTo>
                <a:lnTo>
                  <a:pt x="2096310" y="114988"/>
                </a:lnTo>
                <a:lnTo>
                  <a:pt x="2096942" y="115249"/>
                </a:lnTo>
                <a:lnTo>
                  <a:pt x="2097546" y="115511"/>
                </a:lnTo>
                <a:lnTo>
                  <a:pt x="2098119" y="115772"/>
                </a:lnTo>
                <a:lnTo>
                  <a:pt x="2098663" y="116032"/>
                </a:lnTo>
                <a:lnTo>
                  <a:pt x="2099178" y="116292"/>
                </a:lnTo>
                <a:lnTo>
                  <a:pt x="2099663" y="116552"/>
                </a:lnTo>
                <a:lnTo>
                  <a:pt x="2100124" y="116817"/>
                </a:lnTo>
                <a:lnTo>
                  <a:pt x="2100565" y="117093"/>
                </a:lnTo>
                <a:lnTo>
                  <a:pt x="2100986" y="117380"/>
                </a:lnTo>
                <a:lnTo>
                  <a:pt x="2101388" y="117679"/>
                </a:lnTo>
                <a:lnTo>
                  <a:pt x="2101770" y="117989"/>
                </a:lnTo>
                <a:lnTo>
                  <a:pt x="2102133" y="118310"/>
                </a:lnTo>
                <a:lnTo>
                  <a:pt x="2102476" y="118642"/>
                </a:lnTo>
                <a:lnTo>
                  <a:pt x="2102799" y="118985"/>
                </a:lnTo>
                <a:lnTo>
                  <a:pt x="2103103" y="119340"/>
                </a:lnTo>
                <a:lnTo>
                  <a:pt x="2103387" y="119705"/>
                </a:lnTo>
                <a:lnTo>
                  <a:pt x="2103652" y="120082"/>
                </a:lnTo>
                <a:lnTo>
                  <a:pt x="2103897" y="120471"/>
                </a:lnTo>
                <a:lnTo>
                  <a:pt x="2104122" y="120870"/>
                </a:lnTo>
                <a:lnTo>
                  <a:pt x="2104328" y="121281"/>
                </a:lnTo>
                <a:lnTo>
                  <a:pt x="2104514" y="121702"/>
                </a:lnTo>
                <a:lnTo>
                  <a:pt x="2104681" y="122135"/>
                </a:lnTo>
                <a:lnTo>
                  <a:pt x="2104828" y="122580"/>
                </a:lnTo>
                <a:lnTo>
                  <a:pt x="2104955" y="123035"/>
                </a:lnTo>
                <a:lnTo>
                  <a:pt x="2105063" y="123502"/>
                </a:lnTo>
                <a:lnTo>
                  <a:pt x="2105151" y="123980"/>
                </a:lnTo>
                <a:lnTo>
                  <a:pt x="2105220" y="124469"/>
                </a:lnTo>
                <a:lnTo>
                  <a:pt x="2105269" y="124969"/>
                </a:lnTo>
                <a:lnTo>
                  <a:pt x="2105298" y="125481"/>
                </a:lnTo>
                <a:lnTo>
                  <a:pt x="2105308" y="126003"/>
                </a:lnTo>
                <a:lnTo>
                  <a:pt x="2105300" y="126564"/>
                </a:lnTo>
                <a:lnTo>
                  <a:pt x="2105275" y="127110"/>
                </a:lnTo>
                <a:lnTo>
                  <a:pt x="2105233" y="127644"/>
                </a:lnTo>
                <a:lnTo>
                  <a:pt x="2105175" y="128163"/>
                </a:lnTo>
                <a:lnTo>
                  <a:pt x="2105100" y="128669"/>
                </a:lnTo>
                <a:lnTo>
                  <a:pt x="2105009" y="129161"/>
                </a:lnTo>
                <a:lnTo>
                  <a:pt x="2104901" y="129639"/>
                </a:lnTo>
                <a:lnTo>
                  <a:pt x="2104776" y="130104"/>
                </a:lnTo>
                <a:lnTo>
                  <a:pt x="2104635" y="130556"/>
                </a:lnTo>
                <a:lnTo>
                  <a:pt x="2104477" y="130993"/>
                </a:lnTo>
                <a:lnTo>
                  <a:pt x="2104302" y="131417"/>
                </a:lnTo>
                <a:lnTo>
                  <a:pt x="2104111" y="131827"/>
                </a:lnTo>
                <a:lnTo>
                  <a:pt x="2103903" y="132224"/>
                </a:lnTo>
                <a:lnTo>
                  <a:pt x="2103678" y="132607"/>
                </a:lnTo>
                <a:lnTo>
                  <a:pt x="2103437" y="132976"/>
                </a:lnTo>
                <a:lnTo>
                  <a:pt x="2103180" y="133332"/>
                </a:lnTo>
                <a:lnTo>
                  <a:pt x="2102905" y="133674"/>
                </a:lnTo>
                <a:lnTo>
                  <a:pt x="2102614" y="134002"/>
                </a:lnTo>
                <a:lnTo>
                  <a:pt x="2102306" y="134317"/>
                </a:lnTo>
                <a:lnTo>
                  <a:pt x="2101982" y="134618"/>
                </a:lnTo>
                <a:lnTo>
                  <a:pt x="2101641" y="134906"/>
                </a:lnTo>
                <a:lnTo>
                  <a:pt x="2101284" y="135179"/>
                </a:lnTo>
                <a:lnTo>
                  <a:pt x="2100909" y="135439"/>
                </a:lnTo>
                <a:lnTo>
                  <a:pt x="2100519" y="135686"/>
                </a:lnTo>
                <a:lnTo>
                  <a:pt x="2100113" y="135920"/>
                </a:lnTo>
                <a:lnTo>
                  <a:pt x="2099693" y="136145"/>
                </a:lnTo>
                <a:lnTo>
                  <a:pt x="2099261" y="136359"/>
                </a:lnTo>
                <a:lnTo>
                  <a:pt x="2098814" y="136564"/>
                </a:lnTo>
                <a:lnTo>
                  <a:pt x="2098355" y="136758"/>
                </a:lnTo>
                <a:lnTo>
                  <a:pt x="2097881" y="136943"/>
                </a:lnTo>
                <a:lnTo>
                  <a:pt x="2097395" y="137117"/>
                </a:lnTo>
                <a:lnTo>
                  <a:pt x="2096895" y="137282"/>
                </a:lnTo>
                <a:lnTo>
                  <a:pt x="2096381" y="137436"/>
                </a:lnTo>
                <a:lnTo>
                  <a:pt x="2095854" y="137581"/>
                </a:lnTo>
                <a:lnTo>
                  <a:pt x="2095314" y="137716"/>
                </a:lnTo>
                <a:lnTo>
                  <a:pt x="2094760" y="137840"/>
                </a:lnTo>
                <a:lnTo>
                  <a:pt x="2094192" y="137955"/>
                </a:lnTo>
                <a:lnTo>
                  <a:pt x="2093611" y="138060"/>
                </a:lnTo>
                <a:lnTo>
                  <a:pt x="2093017" y="138154"/>
                </a:lnTo>
                <a:lnTo>
                  <a:pt x="2092409" y="138239"/>
                </a:lnTo>
                <a:lnTo>
                  <a:pt x="2091788" y="138314"/>
                </a:lnTo>
                <a:lnTo>
                  <a:pt x="2091153" y="138379"/>
                </a:lnTo>
                <a:lnTo>
                  <a:pt x="2090505" y="138434"/>
                </a:lnTo>
                <a:lnTo>
                  <a:pt x="2089843" y="138479"/>
                </a:lnTo>
                <a:lnTo>
                  <a:pt x="2089168" y="138513"/>
                </a:lnTo>
                <a:lnTo>
                  <a:pt x="2088479" y="138538"/>
                </a:lnTo>
                <a:lnTo>
                  <a:pt x="2087777" y="138553"/>
                </a:lnTo>
                <a:lnTo>
                  <a:pt x="2087062" y="138558"/>
                </a:lnTo>
                <a:lnTo>
                  <a:pt x="2086334" y="138552"/>
                </a:lnTo>
                <a:lnTo>
                  <a:pt x="2085614" y="138532"/>
                </a:lnTo>
                <a:lnTo>
                  <a:pt x="2084901" y="138500"/>
                </a:lnTo>
                <a:lnTo>
                  <a:pt x="2084197" y="138454"/>
                </a:lnTo>
                <a:lnTo>
                  <a:pt x="2083500" y="138396"/>
                </a:lnTo>
                <a:lnTo>
                  <a:pt x="2082810" y="138325"/>
                </a:lnTo>
                <a:lnTo>
                  <a:pt x="2082129" y="138240"/>
                </a:lnTo>
                <a:lnTo>
                  <a:pt x="2081455" y="138143"/>
                </a:lnTo>
                <a:lnTo>
                  <a:pt x="2080789" y="138033"/>
                </a:lnTo>
                <a:lnTo>
                  <a:pt x="2080130" y="137909"/>
                </a:lnTo>
                <a:lnTo>
                  <a:pt x="2079480" y="137773"/>
                </a:lnTo>
                <a:lnTo>
                  <a:pt x="2078837" y="137624"/>
                </a:lnTo>
                <a:lnTo>
                  <a:pt x="2078202" y="137461"/>
                </a:lnTo>
                <a:lnTo>
                  <a:pt x="2077574" y="137286"/>
                </a:lnTo>
                <a:lnTo>
                  <a:pt x="2076954" y="137098"/>
                </a:lnTo>
                <a:lnTo>
                  <a:pt x="2076342" y="136897"/>
                </a:lnTo>
                <a:lnTo>
                  <a:pt x="2075738" y="136683"/>
                </a:lnTo>
                <a:lnTo>
                  <a:pt x="2075141" y="136455"/>
                </a:lnTo>
                <a:lnTo>
                  <a:pt x="2074552" y="136215"/>
                </a:lnTo>
                <a:lnTo>
                  <a:pt x="2073971" y="135962"/>
                </a:lnTo>
                <a:lnTo>
                  <a:pt x="2073398" y="135696"/>
                </a:lnTo>
                <a:lnTo>
                  <a:pt x="2072832" y="135417"/>
                </a:lnTo>
                <a:lnTo>
                  <a:pt x="2072274" y="135125"/>
                </a:lnTo>
                <a:lnTo>
                  <a:pt x="2071724" y="134820"/>
                </a:lnTo>
                <a:lnTo>
                  <a:pt x="2071188" y="134498"/>
                </a:lnTo>
                <a:lnTo>
                  <a:pt x="2070676" y="134156"/>
                </a:lnTo>
                <a:lnTo>
                  <a:pt x="2070187" y="133794"/>
                </a:lnTo>
                <a:lnTo>
                  <a:pt x="2069720" y="133412"/>
                </a:lnTo>
                <a:lnTo>
                  <a:pt x="2069276" y="133009"/>
                </a:lnTo>
                <a:lnTo>
                  <a:pt x="2068855" y="132586"/>
                </a:lnTo>
                <a:lnTo>
                  <a:pt x="2068456" y="132143"/>
                </a:lnTo>
                <a:lnTo>
                  <a:pt x="2068081" y="131679"/>
                </a:lnTo>
                <a:lnTo>
                  <a:pt x="2067728" y="131195"/>
                </a:lnTo>
                <a:lnTo>
                  <a:pt x="2067398" y="130691"/>
                </a:lnTo>
                <a:lnTo>
                  <a:pt x="2067090" y="130167"/>
                </a:lnTo>
                <a:lnTo>
                  <a:pt x="2066806" y="129622"/>
                </a:lnTo>
                <a:lnTo>
                  <a:pt x="2066544" y="129057"/>
                </a:lnTo>
                <a:lnTo>
                  <a:pt x="2066305" y="128472"/>
                </a:lnTo>
                <a:lnTo>
                  <a:pt x="2066088" y="127867"/>
                </a:lnTo>
                <a:lnTo>
                  <a:pt x="2065895" y="127241"/>
                </a:lnTo>
                <a:lnTo>
                  <a:pt x="2065724" y="126595"/>
                </a:lnTo>
                <a:lnTo>
                  <a:pt x="2065576" y="125929"/>
                </a:lnTo>
                <a:lnTo>
                  <a:pt x="2065451" y="125242"/>
                </a:lnTo>
                <a:lnTo>
                  <a:pt x="2065348" y="124536"/>
                </a:lnTo>
                <a:lnTo>
                  <a:pt x="2065269" y="123809"/>
                </a:lnTo>
                <a:lnTo>
                  <a:pt x="2065212" y="123061"/>
                </a:lnTo>
                <a:lnTo>
                  <a:pt x="2065178" y="122294"/>
                </a:lnTo>
                <a:lnTo>
                  <a:pt x="2065166" y="121506"/>
                </a:lnTo>
                <a:lnTo>
                  <a:pt x="2037112" y="121506"/>
                </a:lnTo>
                <a:lnTo>
                  <a:pt x="2037120" y="122403"/>
                </a:lnTo>
                <a:lnTo>
                  <a:pt x="2037142" y="123287"/>
                </a:lnTo>
                <a:lnTo>
                  <a:pt x="2037178" y="124159"/>
                </a:lnTo>
                <a:lnTo>
                  <a:pt x="2037230" y="125019"/>
                </a:lnTo>
                <a:lnTo>
                  <a:pt x="2037296" y="125866"/>
                </a:lnTo>
                <a:lnTo>
                  <a:pt x="2037376" y="126701"/>
                </a:lnTo>
                <a:lnTo>
                  <a:pt x="2037471" y="127524"/>
                </a:lnTo>
                <a:lnTo>
                  <a:pt x="2037581" y="128334"/>
                </a:lnTo>
                <a:lnTo>
                  <a:pt x="2037706" y="129131"/>
                </a:lnTo>
                <a:lnTo>
                  <a:pt x="2037845" y="129916"/>
                </a:lnTo>
                <a:lnTo>
                  <a:pt x="2037999" y="130689"/>
                </a:lnTo>
                <a:lnTo>
                  <a:pt x="2038167" y="131450"/>
                </a:lnTo>
                <a:lnTo>
                  <a:pt x="2038350" y="132198"/>
                </a:lnTo>
                <a:lnTo>
                  <a:pt x="2038548" y="132933"/>
                </a:lnTo>
                <a:lnTo>
                  <a:pt x="2038761" y="133656"/>
                </a:lnTo>
                <a:lnTo>
                  <a:pt x="2038988" y="134367"/>
                </a:lnTo>
                <a:lnTo>
                  <a:pt x="2039230" y="135065"/>
                </a:lnTo>
                <a:lnTo>
                  <a:pt x="2039486" y="135751"/>
                </a:lnTo>
                <a:lnTo>
                  <a:pt x="2039757" y="136425"/>
                </a:lnTo>
                <a:lnTo>
                  <a:pt x="2040043" y="137086"/>
                </a:lnTo>
                <a:lnTo>
                  <a:pt x="2040343" y="137734"/>
                </a:lnTo>
                <a:lnTo>
                  <a:pt x="2040658" y="138371"/>
                </a:lnTo>
                <a:lnTo>
                  <a:pt x="2040988" y="138995"/>
                </a:lnTo>
                <a:lnTo>
                  <a:pt x="2041332" y="139606"/>
                </a:lnTo>
                <a:lnTo>
                  <a:pt x="2041689" y="140206"/>
                </a:lnTo>
                <a:lnTo>
                  <a:pt x="2042056" y="140795"/>
                </a:lnTo>
                <a:lnTo>
                  <a:pt x="2042433" y="141374"/>
                </a:lnTo>
                <a:lnTo>
                  <a:pt x="2042821" y="141942"/>
                </a:lnTo>
                <a:lnTo>
                  <a:pt x="2043219" y="142500"/>
                </a:lnTo>
                <a:lnTo>
                  <a:pt x="2043627" y="143047"/>
                </a:lnTo>
                <a:lnTo>
                  <a:pt x="2044046" y="143583"/>
                </a:lnTo>
                <a:lnTo>
                  <a:pt x="2044474" y="144109"/>
                </a:lnTo>
                <a:lnTo>
                  <a:pt x="2044914" y="144624"/>
                </a:lnTo>
                <a:lnTo>
                  <a:pt x="2045363" y="145128"/>
                </a:lnTo>
                <a:lnTo>
                  <a:pt x="2045823" y="145622"/>
                </a:lnTo>
                <a:lnTo>
                  <a:pt x="2046293" y="146105"/>
                </a:lnTo>
                <a:lnTo>
                  <a:pt x="2046773" y="146578"/>
                </a:lnTo>
                <a:lnTo>
                  <a:pt x="2047264" y="147040"/>
                </a:lnTo>
                <a:lnTo>
                  <a:pt x="2047765" y="147492"/>
                </a:lnTo>
                <a:lnTo>
                  <a:pt x="2048276" y="147933"/>
                </a:lnTo>
                <a:lnTo>
                  <a:pt x="2048797" y="148363"/>
                </a:lnTo>
                <a:lnTo>
                  <a:pt x="2049329" y="148782"/>
                </a:lnTo>
                <a:lnTo>
                  <a:pt x="2049871" y="149192"/>
                </a:lnTo>
                <a:lnTo>
                  <a:pt x="2050423" y="149590"/>
                </a:lnTo>
                <a:lnTo>
                  <a:pt x="2050986" y="149978"/>
                </a:lnTo>
                <a:lnTo>
                  <a:pt x="2051559" y="150355"/>
                </a:lnTo>
                <a:lnTo>
                  <a:pt x="2052142" y="150722"/>
                </a:lnTo>
                <a:lnTo>
                  <a:pt x="2052736" y="151078"/>
                </a:lnTo>
                <a:lnTo>
                  <a:pt x="2053338" y="151424"/>
                </a:lnTo>
                <a:lnTo>
                  <a:pt x="2053945" y="151762"/>
                </a:lnTo>
                <a:lnTo>
                  <a:pt x="2054559" y="152091"/>
                </a:lnTo>
                <a:lnTo>
                  <a:pt x="2055178" y="152412"/>
                </a:lnTo>
                <a:lnTo>
                  <a:pt x="2055804" y="152724"/>
                </a:lnTo>
                <a:lnTo>
                  <a:pt x="2056435" y="153027"/>
                </a:lnTo>
                <a:lnTo>
                  <a:pt x="2057072" y="153322"/>
                </a:lnTo>
                <a:lnTo>
                  <a:pt x="2057716" y="153608"/>
                </a:lnTo>
                <a:lnTo>
                  <a:pt x="2058365" y="153886"/>
                </a:lnTo>
                <a:lnTo>
                  <a:pt x="2059020" y="154154"/>
                </a:lnTo>
                <a:lnTo>
                  <a:pt x="2059681" y="154415"/>
                </a:lnTo>
                <a:lnTo>
                  <a:pt x="2060348" y="154666"/>
                </a:lnTo>
                <a:lnTo>
                  <a:pt x="2061021" y="154910"/>
                </a:lnTo>
                <a:lnTo>
                  <a:pt x="2061700" y="155144"/>
                </a:lnTo>
                <a:lnTo>
                  <a:pt x="2062385" y="155370"/>
                </a:lnTo>
                <a:lnTo>
                  <a:pt x="2063076" y="155587"/>
                </a:lnTo>
                <a:lnTo>
                  <a:pt x="2063772" y="155796"/>
                </a:lnTo>
                <a:lnTo>
                  <a:pt x="2064475" y="155996"/>
                </a:lnTo>
                <a:lnTo>
                  <a:pt x="2065183" y="156187"/>
                </a:lnTo>
                <a:lnTo>
                  <a:pt x="2065898" y="156370"/>
                </a:lnTo>
                <a:lnTo>
                  <a:pt x="2066618" y="156544"/>
                </a:lnTo>
                <a:lnTo>
                  <a:pt x="2067345" y="156710"/>
                </a:lnTo>
                <a:lnTo>
                  <a:pt x="2068077" y="156867"/>
                </a:lnTo>
                <a:lnTo>
                  <a:pt x="2068816" y="157015"/>
                </a:lnTo>
                <a:lnTo>
                  <a:pt x="2069557" y="157156"/>
                </a:lnTo>
                <a:lnTo>
                  <a:pt x="2070300" y="157291"/>
                </a:lnTo>
                <a:lnTo>
                  <a:pt x="2071045" y="157420"/>
                </a:lnTo>
                <a:lnTo>
                  <a:pt x="2071790" y="157543"/>
                </a:lnTo>
                <a:lnTo>
                  <a:pt x="2072537" y="157660"/>
                </a:lnTo>
                <a:lnTo>
                  <a:pt x="2073284" y="157771"/>
                </a:lnTo>
                <a:lnTo>
                  <a:pt x="2074033" y="157876"/>
                </a:lnTo>
                <a:lnTo>
                  <a:pt x="2074784" y="157975"/>
                </a:lnTo>
                <a:lnTo>
                  <a:pt x="2075535" y="158068"/>
                </a:lnTo>
                <a:lnTo>
                  <a:pt x="2076288" y="158155"/>
                </a:lnTo>
                <a:lnTo>
                  <a:pt x="2077041" y="158236"/>
                </a:lnTo>
                <a:lnTo>
                  <a:pt x="2077796" y="158311"/>
                </a:lnTo>
                <a:lnTo>
                  <a:pt x="2078552" y="158380"/>
                </a:lnTo>
                <a:lnTo>
                  <a:pt x="2079310" y="158443"/>
                </a:lnTo>
                <a:lnTo>
                  <a:pt x="2080068" y="158500"/>
                </a:lnTo>
                <a:lnTo>
                  <a:pt x="2080828" y="158551"/>
                </a:lnTo>
                <a:lnTo>
                  <a:pt x="2081589" y="158596"/>
                </a:lnTo>
                <a:lnTo>
                  <a:pt x="2082351" y="158635"/>
                </a:lnTo>
                <a:lnTo>
                  <a:pt x="2083114" y="158668"/>
                </a:lnTo>
                <a:lnTo>
                  <a:pt x="2083878" y="158695"/>
                </a:lnTo>
                <a:lnTo>
                  <a:pt x="2084644" y="158716"/>
                </a:lnTo>
                <a:lnTo>
                  <a:pt x="2085411" y="158731"/>
                </a:lnTo>
                <a:lnTo>
                  <a:pt x="2086179" y="158740"/>
                </a:lnTo>
                <a:lnTo>
                  <a:pt x="2086948" y="158743"/>
                </a:lnTo>
                <a:lnTo>
                  <a:pt x="2087726" y="158740"/>
                </a:lnTo>
                <a:lnTo>
                  <a:pt x="2088502" y="158730"/>
                </a:lnTo>
                <a:lnTo>
                  <a:pt x="2089276" y="158713"/>
                </a:lnTo>
                <a:lnTo>
                  <a:pt x="2090048" y="158689"/>
                </a:lnTo>
                <a:lnTo>
                  <a:pt x="2090817" y="158658"/>
                </a:lnTo>
                <a:close/>
                <a:moveTo>
                  <a:pt x="2210561" y="158689"/>
                </a:moveTo>
                <a:lnTo>
                  <a:pt x="2211331" y="158658"/>
                </a:lnTo>
                <a:lnTo>
                  <a:pt x="2212098" y="158621"/>
                </a:lnTo>
                <a:lnTo>
                  <a:pt x="2212863" y="158577"/>
                </a:lnTo>
                <a:lnTo>
                  <a:pt x="2213626" y="158526"/>
                </a:lnTo>
                <a:lnTo>
                  <a:pt x="2214387" y="158468"/>
                </a:lnTo>
                <a:lnTo>
                  <a:pt x="2215145" y="158403"/>
                </a:lnTo>
                <a:lnTo>
                  <a:pt x="2215902" y="158332"/>
                </a:lnTo>
                <a:lnTo>
                  <a:pt x="2216656" y="158253"/>
                </a:lnTo>
                <a:lnTo>
                  <a:pt x="2217408" y="158168"/>
                </a:lnTo>
                <a:lnTo>
                  <a:pt x="2218158" y="158076"/>
                </a:lnTo>
                <a:lnTo>
                  <a:pt x="2218906" y="157978"/>
                </a:lnTo>
                <a:lnTo>
                  <a:pt x="2219651" y="157872"/>
                </a:lnTo>
                <a:lnTo>
                  <a:pt x="2220394" y="157760"/>
                </a:lnTo>
                <a:lnTo>
                  <a:pt x="2221136" y="157641"/>
                </a:lnTo>
                <a:lnTo>
                  <a:pt x="2221875" y="157515"/>
                </a:lnTo>
                <a:lnTo>
                  <a:pt x="2222611" y="157382"/>
                </a:lnTo>
                <a:lnTo>
                  <a:pt x="2223346" y="157243"/>
                </a:lnTo>
                <a:lnTo>
                  <a:pt x="2224078" y="157096"/>
                </a:lnTo>
                <a:lnTo>
                  <a:pt x="2224809" y="156943"/>
                </a:lnTo>
                <a:lnTo>
                  <a:pt x="2225537" y="156783"/>
                </a:lnTo>
                <a:lnTo>
                  <a:pt x="2226260" y="156616"/>
                </a:lnTo>
                <a:lnTo>
                  <a:pt x="2226977" y="156440"/>
                </a:lnTo>
                <a:lnTo>
                  <a:pt x="2227688" y="156256"/>
                </a:lnTo>
                <a:lnTo>
                  <a:pt x="2228391" y="156064"/>
                </a:lnTo>
                <a:lnTo>
                  <a:pt x="2229088" y="155864"/>
                </a:lnTo>
                <a:lnTo>
                  <a:pt x="2229778" y="155656"/>
                </a:lnTo>
                <a:lnTo>
                  <a:pt x="2230461" y="155439"/>
                </a:lnTo>
                <a:lnTo>
                  <a:pt x="2231137" y="155214"/>
                </a:lnTo>
                <a:lnTo>
                  <a:pt x="2231807" y="154981"/>
                </a:lnTo>
                <a:lnTo>
                  <a:pt x="2232470" y="154740"/>
                </a:lnTo>
                <a:lnTo>
                  <a:pt x="2233127" y="154490"/>
                </a:lnTo>
                <a:lnTo>
                  <a:pt x="2233776" y="154233"/>
                </a:lnTo>
                <a:lnTo>
                  <a:pt x="2234419" y="153967"/>
                </a:lnTo>
                <a:lnTo>
                  <a:pt x="2235055" y="153693"/>
                </a:lnTo>
                <a:lnTo>
                  <a:pt x="2235685" y="153410"/>
                </a:lnTo>
                <a:lnTo>
                  <a:pt x="2236307" y="153120"/>
                </a:lnTo>
                <a:lnTo>
                  <a:pt x="2236923" y="152821"/>
                </a:lnTo>
                <a:lnTo>
                  <a:pt x="2237532" y="152514"/>
                </a:lnTo>
                <a:lnTo>
                  <a:pt x="2238135" y="152199"/>
                </a:lnTo>
                <a:lnTo>
                  <a:pt x="2238731" y="151876"/>
                </a:lnTo>
                <a:lnTo>
                  <a:pt x="2239320" y="151544"/>
                </a:lnTo>
                <a:lnTo>
                  <a:pt x="2239902" y="151204"/>
                </a:lnTo>
                <a:lnTo>
                  <a:pt x="2240477" y="150857"/>
                </a:lnTo>
                <a:lnTo>
                  <a:pt x="2241046" y="150500"/>
                </a:lnTo>
                <a:lnTo>
                  <a:pt x="2241607" y="150135"/>
                </a:lnTo>
                <a:lnTo>
                  <a:pt x="2242158" y="149761"/>
                </a:lnTo>
                <a:lnTo>
                  <a:pt x="2242700" y="149377"/>
                </a:lnTo>
                <a:lnTo>
                  <a:pt x="2243232" y="148984"/>
                </a:lnTo>
                <a:lnTo>
                  <a:pt x="2243755" y="148582"/>
                </a:lnTo>
                <a:lnTo>
                  <a:pt x="2244268" y="148170"/>
                </a:lnTo>
                <a:lnTo>
                  <a:pt x="2244772" y="147748"/>
                </a:lnTo>
                <a:lnTo>
                  <a:pt x="2245266" y="147318"/>
                </a:lnTo>
                <a:lnTo>
                  <a:pt x="2245750" y="146877"/>
                </a:lnTo>
                <a:lnTo>
                  <a:pt x="2246226" y="146428"/>
                </a:lnTo>
                <a:lnTo>
                  <a:pt x="2246691" y="145969"/>
                </a:lnTo>
                <a:lnTo>
                  <a:pt x="2247147" y="145500"/>
                </a:lnTo>
                <a:lnTo>
                  <a:pt x="2247594" y="145023"/>
                </a:lnTo>
                <a:lnTo>
                  <a:pt x="2248031" y="144536"/>
                </a:lnTo>
                <a:lnTo>
                  <a:pt x="2248459" y="144039"/>
                </a:lnTo>
                <a:lnTo>
                  <a:pt x="2248877" y="143533"/>
                </a:lnTo>
                <a:lnTo>
                  <a:pt x="2249286" y="143018"/>
                </a:lnTo>
                <a:lnTo>
                  <a:pt x="2249685" y="142493"/>
                </a:lnTo>
                <a:lnTo>
                  <a:pt x="2250074" y="141958"/>
                </a:lnTo>
                <a:lnTo>
                  <a:pt x="2250454" y="141415"/>
                </a:lnTo>
                <a:lnTo>
                  <a:pt x="2250825" y="140862"/>
                </a:lnTo>
                <a:lnTo>
                  <a:pt x="2251186" y="140299"/>
                </a:lnTo>
                <a:lnTo>
                  <a:pt x="2251538" y="139728"/>
                </a:lnTo>
                <a:lnTo>
                  <a:pt x="2251880" y="139146"/>
                </a:lnTo>
                <a:lnTo>
                  <a:pt x="2252210" y="138555"/>
                </a:lnTo>
                <a:lnTo>
                  <a:pt x="2252527" y="137953"/>
                </a:lnTo>
                <a:lnTo>
                  <a:pt x="2252829" y="137340"/>
                </a:lnTo>
                <a:lnTo>
                  <a:pt x="2253117" y="136716"/>
                </a:lnTo>
                <a:lnTo>
                  <a:pt x="2253391" y="136081"/>
                </a:lnTo>
                <a:lnTo>
                  <a:pt x="2253651" y="135436"/>
                </a:lnTo>
                <a:lnTo>
                  <a:pt x="2253897" y="134780"/>
                </a:lnTo>
                <a:lnTo>
                  <a:pt x="2254129" y="134113"/>
                </a:lnTo>
                <a:lnTo>
                  <a:pt x="2254347" y="133435"/>
                </a:lnTo>
                <a:lnTo>
                  <a:pt x="2254551" y="132746"/>
                </a:lnTo>
                <a:lnTo>
                  <a:pt x="2254741" y="132047"/>
                </a:lnTo>
                <a:lnTo>
                  <a:pt x="2254916" y="131336"/>
                </a:lnTo>
                <a:lnTo>
                  <a:pt x="2255078" y="130615"/>
                </a:lnTo>
                <a:lnTo>
                  <a:pt x="2255226" y="129883"/>
                </a:lnTo>
                <a:lnTo>
                  <a:pt x="2255359" y="129141"/>
                </a:lnTo>
                <a:lnTo>
                  <a:pt x="2255479" y="128387"/>
                </a:lnTo>
                <a:lnTo>
                  <a:pt x="2255584" y="127623"/>
                </a:lnTo>
                <a:lnTo>
                  <a:pt x="2255675" y="126847"/>
                </a:lnTo>
                <a:lnTo>
                  <a:pt x="2255753" y="126061"/>
                </a:lnTo>
                <a:lnTo>
                  <a:pt x="2255816" y="125265"/>
                </a:lnTo>
                <a:lnTo>
                  <a:pt x="2255865" y="124457"/>
                </a:lnTo>
                <a:lnTo>
                  <a:pt x="2255900" y="123638"/>
                </a:lnTo>
                <a:lnTo>
                  <a:pt x="2255921" y="122809"/>
                </a:lnTo>
                <a:lnTo>
                  <a:pt x="2255928" y="121969"/>
                </a:lnTo>
                <a:lnTo>
                  <a:pt x="2255920" y="121073"/>
                </a:lnTo>
                <a:lnTo>
                  <a:pt x="2255894" y="120191"/>
                </a:lnTo>
                <a:lnTo>
                  <a:pt x="2255850" y="119323"/>
                </a:lnTo>
                <a:lnTo>
                  <a:pt x="2255789" y="118469"/>
                </a:lnTo>
                <a:lnTo>
                  <a:pt x="2255711" y="117629"/>
                </a:lnTo>
                <a:lnTo>
                  <a:pt x="2255615" y="116803"/>
                </a:lnTo>
                <a:lnTo>
                  <a:pt x="2255502" y="115991"/>
                </a:lnTo>
                <a:lnTo>
                  <a:pt x="2255371" y="115193"/>
                </a:lnTo>
                <a:lnTo>
                  <a:pt x="2255223" y="114409"/>
                </a:lnTo>
                <a:lnTo>
                  <a:pt x="2255057" y="113639"/>
                </a:lnTo>
                <a:lnTo>
                  <a:pt x="2254874" y="112883"/>
                </a:lnTo>
                <a:lnTo>
                  <a:pt x="2254674" y="112141"/>
                </a:lnTo>
                <a:lnTo>
                  <a:pt x="2254456" y="111413"/>
                </a:lnTo>
                <a:lnTo>
                  <a:pt x="2254221" y="110699"/>
                </a:lnTo>
                <a:lnTo>
                  <a:pt x="2253968" y="110000"/>
                </a:lnTo>
                <a:lnTo>
                  <a:pt x="2253698" y="109314"/>
                </a:lnTo>
                <a:lnTo>
                  <a:pt x="2253411" y="108642"/>
                </a:lnTo>
                <a:lnTo>
                  <a:pt x="2253106" y="107984"/>
                </a:lnTo>
                <a:lnTo>
                  <a:pt x="2252784" y="107341"/>
                </a:lnTo>
                <a:lnTo>
                  <a:pt x="2252444" y="106711"/>
                </a:lnTo>
                <a:lnTo>
                  <a:pt x="2252087" y="106095"/>
                </a:lnTo>
                <a:lnTo>
                  <a:pt x="2251712" y="105493"/>
                </a:lnTo>
                <a:lnTo>
                  <a:pt x="2251320" y="104906"/>
                </a:lnTo>
                <a:lnTo>
                  <a:pt x="2250911" y="104332"/>
                </a:lnTo>
                <a:lnTo>
                  <a:pt x="2250486" y="103770"/>
                </a:lnTo>
                <a:lnTo>
                  <a:pt x="2250050" y="103218"/>
                </a:lnTo>
                <a:lnTo>
                  <a:pt x="2249601" y="102675"/>
                </a:lnTo>
                <a:lnTo>
                  <a:pt x="2249140" y="102141"/>
                </a:lnTo>
                <a:lnTo>
                  <a:pt x="2248666" y="101618"/>
                </a:lnTo>
                <a:lnTo>
                  <a:pt x="2248181" y="101104"/>
                </a:lnTo>
                <a:lnTo>
                  <a:pt x="2247683" y="100599"/>
                </a:lnTo>
                <a:lnTo>
                  <a:pt x="2247173" y="100104"/>
                </a:lnTo>
                <a:lnTo>
                  <a:pt x="2246650" y="99619"/>
                </a:lnTo>
                <a:lnTo>
                  <a:pt x="2246115" y="99144"/>
                </a:lnTo>
                <a:lnTo>
                  <a:pt x="2245568" y="98678"/>
                </a:lnTo>
                <a:lnTo>
                  <a:pt x="2245009" y="98221"/>
                </a:lnTo>
                <a:lnTo>
                  <a:pt x="2244438" y="97774"/>
                </a:lnTo>
                <a:lnTo>
                  <a:pt x="2243854" y="97337"/>
                </a:lnTo>
                <a:lnTo>
                  <a:pt x="2243258" y="96910"/>
                </a:lnTo>
                <a:lnTo>
                  <a:pt x="2242649" y="96492"/>
                </a:lnTo>
                <a:lnTo>
                  <a:pt x="2242028" y="96084"/>
                </a:lnTo>
                <a:lnTo>
                  <a:pt x="2241395" y="95685"/>
                </a:lnTo>
                <a:lnTo>
                  <a:pt x="2240750" y="95296"/>
                </a:lnTo>
                <a:lnTo>
                  <a:pt x="2240093" y="94916"/>
                </a:lnTo>
                <a:lnTo>
                  <a:pt x="2239423" y="94547"/>
                </a:lnTo>
                <a:lnTo>
                  <a:pt x="2238741" y="94186"/>
                </a:lnTo>
                <a:lnTo>
                  <a:pt x="2238047" y="93836"/>
                </a:lnTo>
                <a:lnTo>
                  <a:pt x="2237340" y="93495"/>
                </a:lnTo>
                <a:lnTo>
                  <a:pt x="2236623" y="93161"/>
                </a:lnTo>
                <a:lnTo>
                  <a:pt x="2235899" y="92833"/>
                </a:lnTo>
                <a:lnTo>
                  <a:pt x="2235166" y="92510"/>
                </a:lnTo>
                <a:lnTo>
                  <a:pt x="2234426" y="92192"/>
                </a:lnTo>
                <a:lnTo>
                  <a:pt x="2233677" y="91879"/>
                </a:lnTo>
                <a:lnTo>
                  <a:pt x="2232921" y="91571"/>
                </a:lnTo>
                <a:lnTo>
                  <a:pt x="2232157" y="91269"/>
                </a:lnTo>
                <a:lnTo>
                  <a:pt x="2231385" y="90972"/>
                </a:lnTo>
                <a:lnTo>
                  <a:pt x="2230604" y="90680"/>
                </a:lnTo>
                <a:lnTo>
                  <a:pt x="2229816" y="90393"/>
                </a:lnTo>
                <a:lnTo>
                  <a:pt x="2229021" y="90111"/>
                </a:lnTo>
                <a:lnTo>
                  <a:pt x="2228217" y="89835"/>
                </a:lnTo>
                <a:lnTo>
                  <a:pt x="2227405" y="89564"/>
                </a:lnTo>
                <a:lnTo>
                  <a:pt x="2226585" y="89298"/>
                </a:lnTo>
                <a:lnTo>
                  <a:pt x="2225758" y="89037"/>
                </a:lnTo>
                <a:lnTo>
                  <a:pt x="2224922" y="88781"/>
                </a:lnTo>
                <a:lnTo>
                  <a:pt x="2224079" y="88531"/>
                </a:lnTo>
                <a:lnTo>
                  <a:pt x="2223227" y="88285"/>
                </a:lnTo>
                <a:lnTo>
                  <a:pt x="2222368" y="88045"/>
                </a:lnTo>
                <a:lnTo>
                  <a:pt x="2221501" y="87811"/>
                </a:lnTo>
                <a:lnTo>
                  <a:pt x="2220626" y="87581"/>
                </a:lnTo>
                <a:lnTo>
                  <a:pt x="2219743" y="87357"/>
                </a:lnTo>
                <a:lnTo>
                  <a:pt x="2218852" y="87137"/>
                </a:lnTo>
                <a:lnTo>
                  <a:pt x="2217953" y="86923"/>
                </a:lnTo>
                <a:lnTo>
                  <a:pt x="2217105" y="86732"/>
                </a:lnTo>
                <a:lnTo>
                  <a:pt x="2216270" y="86541"/>
                </a:lnTo>
                <a:lnTo>
                  <a:pt x="2215450" y="86351"/>
                </a:lnTo>
                <a:lnTo>
                  <a:pt x="2214643" y="86163"/>
                </a:lnTo>
                <a:lnTo>
                  <a:pt x="2213850" y="85975"/>
                </a:lnTo>
                <a:lnTo>
                  <a:pt x="2213071" y="85788"/>
                </a:lnTo>
                <a:lnTo>
                  <a:pt x="2212306" y="85603"/>
                </a:lnTo>
                <a:lnTo>
                  <a:pt x="2211554" y="85418"/>
                </a:lnTo>
                <a:lnTo>
                  <a:pt x="2210817" y="85235"/>
                </a:lnTo>
                <a:lnTo>
                  <a:pt x="2210093" y="85052"/>
                </a:lnTo>
                <a:lnTo>
                  <a:pt x="2209383" y="84870"/>
                </a:lnTo>
                <a:lnTo>
                  <a:pt x="2208687" y="84690"/>
                </a:lnTo>
                <a:lnTo>
                  <a:pt x="2208005" y="84510"/>
                </a:lnTo>
                <a:lnTo>
                  <a:pt x="2207337" y="84331"/>
                </a:lnTo>
                <a:lnTo>
                  <a:pt x="2206683" y="84154"/>
                </a:lnTo>
                <a:lnTo>
                  <a:pt x="2206042" y="83977"/>
                </a:lnTo>
                <a:lnTo>
                  <a:pt x="2205416" y="83802"/>
                </a:lnTo>
                <a:lnTo>
                  <a:pt x="2204803" y="83627"/>
                </a:lnTo>
                <a:lnTo>
                  <a:pt x="2204204" y="83453"/>
                </a:lnTo>
                <a:lnTo>
                  <a:pt x="2203619" y="83281"/>
                </a:lnTo>
                <a:lnTo>
                  <a:pt x="2203048" y="83109"/>
                </a:lnTo>
                <a:lnTo>
                  <a:pt x="2202490" y="82939"/>
                </a:lnTo>
                <a:lnTo>
                  <a:pt x="2201947" y="82769"/>
                </a:lnTo>
                <a:lnTo>
                  <a:pt x="2201417" y="82600"/>
                </a:lnTo>
                <a:lnTo>
                  <a:pt x="2200901" y="82432"/>
                </a:lnTo>
                <a:lnTo>
                  <a:pt x="2200396" y="82262"/>
                </a:lnTo>
                <a:lnTo>
                  <a:pt x="2199903" y="82091"/>
                </a:lnTo>
                <a:lnTo>
                  <a:pt x="2199422" y="81918"/>
                </a:lnTo>
                <a:lnTo>
                  <a:pt x="2198952" y="81745"/>
                </a:lnTo>
                <a:lnTo>
                  <a:pt x="2198495" y="81570"/>
                </a:lnTo>
                <a:lnTo>
                  <a:pt x="2198050" y="81394"/>
                </a:lnTo>
                <a:lnTo>
                  <a:pt x="2197616" y="81217"/>
                </a:lnTo>
                <a:lnTo>
                  <a:pt x="2197194" y="81039"/>
                </a:lnTo>
                <a:lnTo>
                  <a:pt x="2196785" y="80860"/>
                </a:lnTo>
                <a:lnTo>
                  <a:pt x="2196387" y="80679"/>
                </a:lnTo>
                <a:lnTo>
                  <a:pt x="2196001" y="80497"/>
                </a:lnTo>
                <a:lnTo>
                  <a:pt x="2195626" y="80314"/>
                </a:lnTo>
                <a:lnTo>
                  <a:pt x="2195264" y="80130"/>
                </a:lnTo>
                <a:lnTo>
                  <a:pt x="2194914" y="79944"/>
                </a:lnTo>
                <a:lnTo>
                  <a:pt x="2194575" y="79757"/>
                </a:lnTo>
                <a:lnTo>
                  <a:pt x="2194248" y="79569"/>
                </a:lnTo>
                <a:lnTo>
                  <a:pt x="2193934" y="79380"/>
                </a:lnTo>
                <a:lnTo>
                  <a:pt x="2193631" y="79190"/>
                </a:lnTo>
                <a:lnTo>
                  <a:pt x="2193340" y="78999"/>
                </a:lnTo>
                <a:lnTo>
                  <a:pt x="2193060" y="78806"/>
                </a:lnTo>
                <a:lnTo>
                  <a:pt x="2192793" y="78612"/>
                </a:lnTo>
                <a:lnTo>
                  <a:pt x="2192538" y="78417"/>
                </a:lnTo>
                <a:lnTo>
                  <a:pt x="2192294" y="78221"/>
                </a:lnTo>
                <a:lnTo>
                  <a:pt x="2192062" y="78022"/>
                </a:lnTo>
                <a:lnTo>
                  <a:pt x="2191839" y="77821"/>
                </a:lnTo>
                <a:lnTo>
                  <a:pt x="2191626" y="77617"/>
                </a:lnTo>
                <a:lnTo>
                  <a:pt x="2191423" y="77411"/>
                </a:lnTo>
                <a:lnTo>
                  <a:pt x="2191230" y="77202"/>
                </a:lnTo>
                <a:lnTo>
                  <a:pt x="2191047" y="76991"/>
                </a:lnTo>
                <a:lnTo>
                  <a:pt x="2190874" y="76777"/>
                </a:lnTo>
                <a:lnTo>
                  <a:pt x="2190710" y="76560"/>
                </a:lnTo>
                <a:lnTo>
                  <a:pt x="2190557" y="76341"/>
                </a:lnTo>
                <a:lnTo>
                  <a:pt x="2190413" y="76119"/>
                </a:lnTo>
                <a:lnTo>
                  <a:pt x="2190280" y="75895"/>
                </a:lnTo>
                <a:lnTo>
                  <a:pt x="2190156" y="75668"/>
                </a:lnTo>
                <a:lnTo>
                  <a:pt x="2190042" y="75439"/>
                </a:lnTo>
                <a:lnTo>
                  <a:pt x="2189938" y="75206"/>
                </a:lnTo>
                <a:lnTo>
                  <a:pt x="2189844" y="74972"/>
                </a:lnTo>
                <a:lnTo>
                  <a:pt x="2189760" y="74734"/>
                </a:lnTo>
                <a:lnTo>
                  <a:pt x="2189686" y="74495"/>
                </a:lnTo>
                <a:lnTo>
                  <a:pt x="2189621" y="74252"/>
                </a:lnTo>
                <a:lnTo>
                  <a:pt x="2189567" y="74007"/>
                </a:lnTo>
                <a:lnTo>
                  <a:pt x="2189522" y="73759"/>
                </a:lnTo>
                <a:lnTo>
                  <a:pt x="2189488" y="73509"/>
                </a:lnTo>
                <a:lnTo>
                  <a:pt x="2189463" y="73256"/>
                </a:lnTo>
                <a:lnTo>
                  <a:pt x="2189448" y="73001"/>
                </a:lnTo>
                <a:lnTo>
                  <a:pt x="2189443" y="72743"/>
                </a:lnTo>
                <a:lnTo>
                  <a:pt x="2189451" y="72297"/>
                </a:lnTo>
                <a:lnTo>
                  <a:pt x="2189474" y="71861"/>
                </a:lnTo>
                <a:lnTo>
                  <a:pt x="2189514" y="71436"/>
                </a:lnTo>
                <a:lnTo>
                  <a:pt x="2189568" y="71021"/>
                </a:lnTo>
                <a:lnTo>
                  <a:pt x="2189639" y="70618"/>
                </a:lnTo>
                <a:lnTo>
                  <a:pt x="2189725" y="70224"/>
                </a:lnTo>
                <a:lnTo>
                  <a:pt x="2189826" y="69842"/>
                </a:lnTo>
                <a:lnTo>
                  <a:pt x="2189944" y="69470"/>
                </a:lnTo>
                <a:lnTo>
                  <a:pt x="2190077" y="69109"/>
                </a:lnTo>
                <a:lnTo>
                  <a:pt x="2190225" y="68758"/>
                </a:lnTo>
                <a:lnTo>
                  <a:pt x="2190389" y="68418"/>
                </a:lnTo>
                <a:lnTo>
                  <a:pt x="2190569" y="68089"/>
                </a:lnTo>
                <a:lnTo>
                  <a:pt x="2190765" y="67770"/>
                </a:lnTo>
                <a:lnTo>
                  <a:pt x="2190976" y="67462"/>
                </a:lnTo>
                <a:lnTo>
                  <a:pt x="2191203" y="67165"/>
                </a:lnTo>
                <a:lnTo>
                  <a:pt x="2191445" y="66878"/>
                </a:lnTo>
                <a:lnTo>
                  <a:pt x="2191703" y="66602"/>
                </a:lnTo>
                <a:lnTo>
                  <a:pt x="2191977" y="66336"/>
                </a:lnTo>
                <a:lnTo>
                  <a:pt x="2192266" y="66082"/>
                </a:lnTo>
                <a:lnTo>
                  <a:pt x="2192571" y="65837"/>
                </a:lnTo>
                <a:lnTo>
                  <a:pt x="2192892" y="65604"/>
                </a:lnTo>
                <a:lnTo>
                  <a:pt x="2193228" y="65381"/>
                </a:lnTo>
                <a:lnTo>
                  <a:pt x="2193580" y="65169"/>
                </a:lnTo>
                <a:lnTo>
                  <a:pt x="2193948" y="64967"/>
                </a:lnTo>
                <a:lnTo>
                  <a:pt x="2194329" y="64775"/>
                </a:lnTo>
                <a:lnTo>
                  <a:pt x="2194722" y="64590"/>
                </a:lnTo>
                <a:lnTo>
                  <a:pt x="2195126" y="64414"/>
                </a:lnTo>
                <a:lnTo>
                  <a:pt x="2195543" y="64246"/>
                </a:lnTo>
                <a:lnTo>
                  <a:pt x="2195971" y="64086"/>
                </a:lnTo>
                <a:lnTo>
                  <a:pt x="2196410" y="63935"/>
                </a:lnTo>
                <a:lnTo>
                  <a:pt x="2196862" y="63792"/>
                </a:lnTo>
                <a:lnTo>
                  <a:pt x="2197325" y="63656"/>
                </a:lnTo>
                <a:lnTo>
                  <a:pt x="2197799" y="63529"/>
                </a:lnTo>
                <a:lnTo>
                  <a:pt x="2198286" y="63411"/>
                </a:lnTo>
                <a:lnTo>
                  <a:pt x="2198784" y="63300"/>
                </a:lnTo>
                <a:lnTo>
                  <a:pt x="2199293" y="63198"/>
                </a:lnTo>
                <a:lnTo>
                  <a:pt x="2199815" y="63103"/>
                </a:lnTo>
                <a:lnTo>
                  <a:pt x="2200348" y="63017"/>
                </a:lnTo>
                <a:lnTo>
                  <a:pt x="2200893" y="62940"/>
                </a:lnTo>
                <a:lnTo>
                  <a:pt x="2201449" y="62870"/>
                </a:lnTo>
                <a:lnTo>
                  <a:pt x="2202017" y="62809"/>
                </a:lnTo>
                <a:lnTo>
                  <a:pt x="2202597" y="62755"/>
                </a:lnTo>
                <a:lnTo>
                  <a:pt x="2203188" y="62710"/>
                </a:lnTo>
                <a:lnTo>
                  <a:pt x="2203792" y="62673"/>
                </a:lnTo>
                <a:lnTo>
                  <a:pt x="2204406" y="62645"/>
                </a:lnTo>
                <a:lnTo>
                  <a:pt x="2205033" y="62624"/>
                </a:lnTo>
                <a:lnTo>
                  <a:pt x="2205671" y="62612"/>
                </a:lnTo>
                <a:lnTo>
                  <a:pt x="2206321" y="62608"/>
                </a:lnTo>
                <a:lnTo>
                  <a:pt x="2206926" y="62614"/>
                </a:lnTo>
                <a:lnTo>
                  <a:pt x="2207524" y="62631"/>
                </a:lnTo>
                <a:lnTo>
                  <a:pt x="2208116" y="62661"/>
                </a:lnTo>
                <a:lnTo>
                  <a:pt x="2208702" y="62702"/>
                </a:lnTo>
                <a:lnTo>
                  <a:pt x="2209280" y="62755"/>
                </a:lnTo>
                <a:lnTo>
                  <a:pt x="2209853" y="62820"/>
                </a:lnTo>
                <a:lnTo>
                  <a:pt x="2210419" y="62896"/>
                </a:lnTo>
                <a:lnTo>
                  <a:pt x="2210978" y="62985"/>
                </a:lnTo>
                <a:lnTo>
                  <a:pt x="2211530" y="63085"/>
                </a:lnTo>
                <a:lnTo>
                  <a:pt x="2212077" y="63197"/>
                </a:lnTo>
                <a:lnTo>
                  <a:pt x="2212616" y="63321"/>
                </a:lnTo>
                <a:lnTo>
                  <a:pt x="2213149" y="63456"/>
                </a:lnTo>
                <a:lnTo>
                  <a:pt x="2213676" y="63603"/>
                </a:lnTo>
                <a:lnTo>
                  <a:pt x="2214196" y="63762"/>
                </a:lnTo>
                <a:lnTo>
                  <a:pt x="2214709" y="63933"/>
                </a:lnTo>
                <a:lnTo>
                  <a:pt x="2215216" y="64116"/>
                </a:lnTo>
                <a:lnTo>
                  <a:pt x="2215717" y="64310"/>
                </a:lnTo>
                <a:lnTo>
                  <a:pt x="2216210" y="64516"/>
                </a:lnTo>
                <a:lnTo>
                  <a:pt x="2216698" y="64734"/>
                </a:lnTo>
                <a:lnTo>
                  <a:pt x="2217179" y="64964"/>
                </a:lnTo>
                <a:lnTo>
                  <a:pt x="2217653" y="65205"/>
                </a:lnTo>
                <a:lnTo>
                  <a:pt x="2218121" y="65459"/>
                </a:lnTo>
                <a:lnTo>
                  <a:pt x="2218582" y="65724"/>
                </a:lnTo>
                <a:lnTo>
                  <a:pt x="2219037" y="66001"/>
                </a:lnTo>
                <a:lnTo>
                  <a:pt x="2219479" y="66292"/>
                </a:lnTo>
                <a:lnTo>
                  <a:pt x="2219902" y="66603"/>
                </a:lnTo>
                <a:lnTo>
                  <a:pt x="2220306" y="66932"/>
                </a:lnTo>
                <a:lnTo>
                  <a:pt x="2220692" y="67280"/>
                </a:lnTo>
                <a:lnTo>
                  <a:pt x="2221058" y="67646"/>
                </a:lnTo>
                <a:lnTo>
                  <a:pt x="2221406" y="68031"/>
                </a:lnTo>
                <a:lnTo>
                  <a:pt x="2221736" y="68435"/>
                </a:lnTo>
                <a:lnTo>
                  <a:pt x="2222046" y="68858"/>
                </a:lnTo>
                <a:lnTo>
                  <a:pt x="2222337" y="69299"/>
                </a:lnTo>
                <a:lnTo>
                  <a:pt x="2222610" y="69759"/>
                </a:lnTo>
                <a:lnTo>
                  <a:pt x="2222864" y="70238"/>
                </a:lnTo>
                <a:lnTo>
                  <a:pt x="2223099" y="70735"/>
                </a:lnTo>
                <a:lnTo>
                  <a:pt x="2223316" y="71251"/>
                </a:lnTo>
                <a:lnTo>
                  <a:pt x="2223513" y="71786"/>
                </a:lnTo>
                <a:lnTo>
                  <a:pt x="2223692" y="72339"/>
                </a:lnTo>
                <a:lnTo>
                  <a:pt x="2223852" y="72911"/>
                </a:lnTo>
                <a:lnTo>
                  <a:pt x="2223993" y="73502"/>
                </a:lnTo>
                <a:lnTo>
                  <a:pt x="2224115" y="74111"/>
                </a:lnTo>
                <a:lnTo>
                  <a:pt x="2224218" y="74739"/>
                </a:lnTo>
                <a:lnTo>
                  <a:pt x="2224303" y="75386"/>
                </a:lnTo>
                <a:lnTo>
                  <a:pt x="2224369" y="76051"/>
                </a:lnTo>
                <a:lnTo>
                  <a:pt x="2224416" y="76736"/>
                </a:lnTo>
                <a:lnTo>
                  <a:pt x="2224444" y="77438"/>
                </a:lnTo>
                <a:lnTo>
                  <a:pt x="2224453" y="78160"/>
                </a:lnTo>
                <a:lnTo>
                  <a:pt x="2252507" y="78160"/>
                </a:lnTo>
                <a:lnTo>
                  <a:pt x="2252500" y="77302"/>
                </a:lnTo>
                <a:lnTo>
                  <a:pt x="2252479" y="76455"/>
                </a:lnTo>
                <a:lnTo>
                  <a:pt x="2252445" y="75621"/>
                </a:lnTo>
                <a:lnTo>
                  <a:pt x="2252396" y="74798"/>
                </a:lnTo>
                <a:lnTo>
                  <a:pt x="2252334" y="73988"/>
                </a:lnTo>
                <a:lnTo>
                  <a:pt x="2252258" y="73189"/>
                </a:lnTo>
                <a:lnTo>
                  <a:pt x="2252168" y="72403"/>
                </a:lnTo>
                <a:lnTo>
                  <a:pt x="2252064" y="71628"/>
                </a:lnTo>
                <a:lnTo>
                  <a:pt x="2251946" y="70866"/>
                </a:lnTo>
                <a:lnTo>
                  <a:pt x="2251814" y="70115"/>
                </a:lnTo>
                <a:lnTo>
                  <a:pt x="2251669" y="69377"/>
                </a:lnTo>
                <a:lnTo>
                  <a:pt x="2251509" y="68650"/>
                </a:lnTo>
                <a:lnTo>
                  <a:pt x="2251336" y="67936"/>
                </a:lnTo>
                <a:lnTo>
                  <a:pt x="2251149" y="67233"/>
                </a:lnTo>
                <a:lnTo>
                  <a:pt x="2250948" y="66543"/>
                </a:lnTo>
                <a:lnTo>
                  <a:pt x="2250733" y="65864"/>
                </a:lnTo>
                <a:lnTo>
                  <a:pt x="2250505" y="65198"/>
                </a:lnTo>
                <a:lnTo>
                  <a:pt x="2250262" y="64543"/>
                </a:lnTo>
                <a:lnTo>
                  <a:pt x="2250006" y="63901"/>
                </a:lnTo>
                <a:lnTo>
                  <a:pt x="2249735" y="63270"/>
                </a:lnTo>
                <a:lnTo>
                  <a:pt x="2249451" y="62652"/>
                </a:lnTo>
                <a:lnTo>
                  <a:pt x="2249153" y="62046"/>
                </a:lnTo>
                <a:lnTo>
                  <a:pt x="2248842" y="61451"/>
                </a:lnTo>
                <a:lnTo>
                  <a:pt x="2248516" y="60869"/>
                </a:lnTo>
                <a:lnTo>
                  <a:pt x="2248179" y="60297"/>
                </a:lnTo>
                <a:lnTo>
                  <a:pt x="2247832" y="59735"/>
                </a:lnTo>
                <a:lnTo>
                  <a:pt x="2247477" y="59184"/>
                </a:lnTo>
                <a:lnTo>
                  <a:pt x="2247112" y="58641"/>
                </a:lnTo>
                <a:lnTo>
                  <a:pt x="2246739" y="58109"/>
                </a:lnTo>
                <a:lnTo>
                  <a:pt x="2246356" y="57587"/>
                </a:lnTo>
                <a:lnTo>
                  <a:pt x="2245964" y="57074"/>
                </a:lnTo>
                <a:lnTo>
                  <a:pt x="2245563" y="56571"/>
                </a:lnTo>
                <a:lnTo>
                  <a:pt x="2245153" y="56078"/>
                </a:lnTo>
                <a:lnTo>
                  <a:pt x="2244734" y="55595"/>
                </a:lnTo>
                <a:lnTo>
                  <a:pt x="2244306" y="55122"/>
                </a:lnTo>
                <a:lnTo>
                  <a:pt x="2243869" y="54658"/>
                </a:lnTo>
                <a:lnTo>
                  <a:pt x="2243422" y="54204"/>
                </a:lnTo>
                <a:lnTo>
                  <a:pt x="2242967" y="53760"/>
                </a:lnTo>
                <a:lnTo>
                  <a:pt x="2242502" y="53326"/>
                </a:lnTo>
                <a:lnTo>
                  <a:pt x="2242028" y="52902"/>
                </a:lnTo>
                <a:lnTo>
                  <a:pt x="2241545" y="52487"/>
                </a:lnTo>
                <a:lnTo>
                  <a:pt x="2241053" y="52083"/>
                </a:lnTo>
                <a:lnTo>
                  <a:pt x="2240552" y="51688"/>
                </a:lnTo>
                <a:lnTo>
                  <a:pt x="2240042" y="51303"/>
                </a:lnTo>
                <a:lnTo>
                  <a:pt x="2239523" y="50927"/>
                </a:lnTo>
                <a:lnTo>
                  <a:pt x="2238994" y="50562"/>
                </a:lnTo>
                <a:lnTo>
                  <a:pt x="2238457" y="50206"/>
                </a:lnTo>
                <a:lnTo>
                  <a:pt x="2237910" y="49860"/>
                </a:lnTo>
                <a:lnTo>
                  <a:pt x="2237356" y="49523"/>
                </a:lnTo>
                <a:lnTo>
                  <a:pt x="2236797" y="49194"/>
                </a:lnTo>
                <a:lnTo>
                  <a:pt x="2236232" y="48874"/>
                </a:lnTo>
                <a:lnTo>
                  <a:pt x="2235661" y="48561"/>
                </a:lnTo>
                <a:lnTo>
                  <a:pt x="2235085" y="48257"/>
                </a:lnTo>
                <a:lnTo>
                  <a:pt x="2234503" y="47961"/>
                </a:lnTo>
                <a:lnTo>
                  <a:pt x="2233916" y="47673"/>
                </a:lnTo>
                <a:lnTo>
                  <a:pt x="2233323" y="47393"/>
                </a:lnTo>
                <a:lnTo>
                  <a:pt x="2232725" y="47122"/>
                </a:lnTo>
                <a:lnTo>
                  <a:pt x="2232121" y="46859"/>
                </a:lnTo>
                <a:lnTo>
                  <a:pt x="2231512" y="46604"/>
                </a:lnTo>
                <a:lnTo>
                  <a:pt x="2230897" y="46357"/>
                </a:lnTo>
                <a:lnTo>
                  <a:pt x="2230276" y="46119"/>
                </a:lnTo>
                <a:lnTo>
                  <a:pt x="2229650" y="45888"/>
                </a:lnTo>
                <a:lnTo>
                  <a:pt x="2229019" y="45666"/>
                </a:lnTo>
                <a:lnTo>
                  <a:pt x="2228381" y="45452"/>
                </a:lnTo>
                <a:lnTo>
                  <a:pt x="2227739" y="45247"/>
                </a:lnTo>
                <a:lnTo>
                  <a:pt x="2227091" y="45049"/>
                </a:lnTo>
                <a:lnTo>
                  <a:pt x="2226437" y="44860"/>
                </a:lnTo>
                <a:lnTo>
                  <a:pt x="2225778" y="44679"/>
                </a:lnTo>
                <a:lnTo>
                  <a:pt x="2225113" y="44506"/>
                </a:lnTo>
                <a:lnTo>
                  <a:pt x="2224442" y="44342"/>
                </a:lnTo>
                <a:lnTo>
                  <a:pt x="2223766" y="44185"/>
                </a:lnTo>
                <a:lnTo>
                  <a:pt x="2223085" y="44037"/>
                </a:lnTo>
                <a:lnTo>
                  <a:pt x="2222400" y="43896"/>
                </a:lnTo>
                <a:lnTo>
                  <a:pt x="2221714" y="43761"/>
                </a:lnTo>
                <a:lnTo>
                  <a:pt x="2221027" y="43632"/>
                </a:lnTo>
                <a:lnTo>
                  <a:pt x="2220338" y="43509"/>
                </a:lnTo>
                <a:lnTo>
                  <a:pt x="2219649" y="43392"/>
                </a:lnTo>
                <a:lnTo>
                  <a:pt x="2218958" y="43281"/>
                </a:lnTo>
                <a:lnTo>
                  <a:pt x="2218266" y="43176"/>
                </a:lnTo>
                <a:lnTo>
                  <a:pt x="2217573" y="43077"/>
                </a:lnTo>
                <a:lnTo>
                  <a:pt x="2216879" y="42984"/>
                </a:lnTo>
                <a:lnTo>
                  <a:pt x="2216183" y="42897"/>
                </a:lnTo>
                <a:lnTo>
                  <a:pt x="2215486" y="42816"/>
                </a:lnTo>
                <a:lnTo>
                  <a:pt x="2214789" y="42741"/>
                </a:lnTo>
                <a:lnTo>
                  <a:pt x="2214089" y="42672"/>
                </a:lnTo>
                <a:lnTo>
                  <a:pt x="2213389" y="42609"/>
                </a:lnTo>
                <a:lnTo>
                  <a:pt x="2212688" y="42552"/>
                </a:lnTo>
                <a:lnTo>
                  <a:pt x="2211985" y="42501"/>
                </a:lnTo>
                <a:lnTo>
                  <a:pt x="2211281" y="42456"/>
                </a:lnTo>
                <a:lnTo>
                  <a:pt x="2210576" y="42417"/>
                </a:lnTo>
                <a:lnTo>
                  <a:pt x="2209870" y="42384"/>
                </a:lnTo>
                <a:lnTo>
                  <a:pt x="2209163" y="42357"/>
                </a:lnTo>
                <a:lnTo>
                  <a:pt x="2208454" y="42336"/>
                </a:lnTo>
                <a:lnTo>
                  <a:pt x="2207744" y="42321"/>
                </a:lnTo>
                <a:lnTo>
                  <a:pt x="2207033" y="42312"/>
                </a:lnTo>
                <a:lnTo>
                  <a:pt x="2206321" y="42309"/>
                </a:lnTo>
                <a:lnTo>
                  <a:pt x="2205590" y="42312"/>
                </a:lnTo>
                <a:lnTo>
                  <a:pt x="2204860" y="42321"/>
                </a:lnTo>
                <a:lnTo>
                  <a:pt x="2204132" y="42336"/>
                </a:lnTo>
                <a:lnTo>
                  <a:pt x="2203405" y="42357"/>
                </a:lnTo>
                <a:lnTo>
                  <a:pt x="2202680" y="42384"/>
                </a:lnTo>
                <a:lnTo>
                  <a:pt x="2201956" y="42417"/>
                </a:lnTo>
                <a:lnTo>
                  <a:pt x="2201233" y="42456"/>
                </a:lnTo>
                <a:lnTo>
                  <a:pt x="2200511" y="42501"/>
                </a:lnTo>
                <a:lnTo>
                  <a:pt x="2199791" y="42552"/>
                </a:lnTo>
                <a:lnTo>
                  <a:pt x="2199073" y="42609"/>
                </a:lnTo>
                <a:lnTo>
                  <a:pt x="2198356" y="42673"/>
                </a:lnTo>
                <a:lnTo>
                  <a:pt x="2197640" y="42742"/>
                </a:lnTo>
                <a:lnTo>
                  <a:pt x="2196925" y="42817"/>
                </a:lnTo>
                <a:lnTo>
                  <a:pt x="2196212" y="42898"/>
                </a:lnTo>
                <a:lnTo>
                  <a:pt x="2195501" y="42985"/>
                </a:lnTo>
                <a:lnTo>
                  <a:pt x="2194790" y="43079"/>
                </a:lnTo>
                <a:lnTo>
                  <a:pt x="2194082" y="43178"/>
                </a:lnTo>
                <a:lnTo>
                  <a:pt x="2193374" y="43283"/>
                </a:lnTo>
                <a:lnTo>
                  <a:pt x="2192668" y="43394"/>
                </a:lnTo>
                <a:lnTo>
                  <a:pt x="2191963" y="43512"/>
                </a:lnTo>
                <a:lnTo>
                  <a:pt x="2191260" y="43635"/>
                </a:lnTo>
                <a:lnTo>
                  <a:pt x="2190558" y="43764"/>
                </a:lnTo>
                <a:lnTo>
                  <a:pt x="2189857" y="43899"/>
                </a:lnTo>
                <a:lnTo>
                  <a:pt x="2189158" y="44041"/>
                </a:lnTo>
                <a:lnTo>
                  <a:pt x="2188463" y="44188"/>
                </a:lnTo>
                <a:lnTo>
                  <a:pt x="2187773" y="44343"/>
                </a:lnTo>
                <a:lnTo>
                  <a:pt x="2187089" y="44504"/>
                </a:lnTo>
                <a:lnTo>
                  <a:pt x="2186412" y="44673"/>
                </a:lnTo>
                <a:lnTo>
                  <a:pt x="2185740" y="44848"/>
                </a:lnTo>
                <a:lnTo>
                  <a:pt x="2185074" y="45031"/>
                </a:lnTo>
                <a:lnTo>
                  <a:pt x="2184414" y="45221"/>
                </a:lnTo>
                <a:lnTo>
                  <a:pt x="2183760" y="45417"/>
                </a:lnTo>
                <a:lnTo>
                  <a:pt x="2183112" y="45621"/>
                </a:lnTo>
                <a:lnTo>
                  <a:pt x="2182470" y="45831"/>
                </a:lnTo>
                <a:lnTo>
                  <a:pt x="2181834" y="46049"/>
                </a:lnTo>
                <a:lnTo>
                  <a:pt x="2181204" y="46273"/>
                </a:lnTo>
                <a:lnTo>
                  <a:pt x="2180580" y="46505"/>
                </a:lnTo>
                <a:lnTo>
                  <a:pt x="2179961" y="46744"/>
                </a:lnTo>
                <a:lnTo>
                  <a:pt x="2179349" y="46989"/>
                </a:lnTo>
                <a:lnTo>
                  <a:pt x="2178742" y="47242"/>
                </a:lnTo>
                <a:lnTo>
                  <a:pt x="2178142" y="47501"/>
                </a:lnTo>
                <a:lnTo>
                  <a:pt x="2177547" y="47768"/>
                </a:lnTo>
                <a:lnTo>
                  <a:pt x="2176959" y="48042"/>
                </a:lnTo>
                <a:lnTo>
                  <a:pt x="2176376" y="48322"/>
                </a:lnTo>
                <a:lnTo>
                  <a:pt x="2175799" y="48610"/>
                </a:lnTo>
                <a:lnTo>
                  <a:pt x="2175229" y="48904"/>
                </a:lnTo>
                <a:lnTo>
                  <a:pt x="2174664" y="49206"/>
                </a:lnTo>
                <a:lnTo>
                  <a:pt x="2174105" y="49515"/>
                </a:lnTo>
                <a:lnTo>
                  <a:pt x="2173554" y="49831"/>
                </a:lnTo>
                <a:lnTo>
                  <a:pt x="2173012" y="50155"/>
                </a:lnTo>
                <a:lnTo>
                  <a:pt x="2172479" y="50488"/>
                </a:lnTo>
                <a:lnTo>
                  <a:pt x="2171956" y="50829"/>
                </a:lnTo>
                <a:lnTo>
                  <a:pt x="2171441" y="51178"/>
                </a:lnTo>
                <a:lnTo>
                  <a:pt x="2170937" y="51535"/>
                </a:lnTo>
                <a:lnTo>
                  <a:pt x="2170441" y="51901"/>
                </a:lnTo>
                <a:lnTo>
                  <a:pt x="2169955" y="52275"/>
                </a:lnTo>
                <a:lnTo>
                  <a:pt x="2169478" y="52657"/>
                </a:lnTo>
                <a:lnTo>
                  <a:pt x="2169011" y="53047"/>
                </a:lnTo>
                <a:lnTo>
                  <a:pt x="2168552" y="53445"/>
                </a:lnTo>
                <a:lnTo>
                  <a:pt x="2168104" y="53852"/>
                </a:lnTo>
                <a:lnTo>
                  <a:pt x="2167664" y="54267"/>
                </a:lnTo>
                <a:lnTo>
                  <a:pt x="2167234" y="54690"/>
                </a:lnTo>
                <a:lnTo>
                  <a:pt x="2166813" y="55121"/>
                </a:lnTo>
                <a:lnTo>
                  <a:pt x="2166401" y="55560"/>
                </a:lnTo>
                <a:lnTo>
                  <a:pt x="2165998" y="56008"/>
                </a:lnTo>
                <a:lnTo>
                  <a:pt x="2165605" y="56464"/>
                </a:lnTo>
                <a:lnTo>
                  <a:pt x="2165222" y="56928"/>
                </a:lnTo>
                <a:lnTo>
                  <a:pt x="2164847" y="57400"/>
                </a:lnTo>
                <a:lnTo>
                  <a:pt x="2164482" y="57881"/>
                </a:lnTo>
                <a:lnTo>
                  <a:pt x="2164126" y="58370"/>
                </a:lnTo>
                <a:lnTo>
                  <a:pt x="2163779" y="58867"/>
                </a:lnTo>
                <a:lnTo>
                  <a:pt x="2163442" y="59372"/>
                </a:lnTo>
                <a:lnTo>
                  <a:pt x="2163116" y="59886"/>
                </a:lnTo>
                <a:lnTo>
                  <a:pt x="2162805" y="60408"/>
                </a:lnTo>
                <a:lnTo>
                  <a:pt x="2162507" y="60941"/>
                </a:lnTo>
                <a:lnTo>
                  <a:pt x="2162223" y="61482"/>
                </a:lnTo>
                <a:lnTo>
                  <a:pt x="2161952" y="62032"/>
                </a:lnTo>
                <a:lnTo>
                  <a:pt x="2161696" y="62592"/>
                </a:lnTo>
                <a:lnTo>
                  <a:pt x="2161453" y="63161"/>
                </a:lnTo>
                <a:lnTo>
                  <a:pt x="2161225" y="63739"/>
                </a:lnTo>
                <a:lnTo>
                  <a:pt x="2161010" y="64327"/>
                </a:lnTo>
                <a:lnTo>
                  <a:pt x="2160809" y="64923"/>
                </a:lnTo>
                <a:lnTo>
                  <a:pt x="2160622" y="65529"/>
                </a:lnTo>
                <a:lnTo>
                  <a:pt x="2160449" y="66144"/>
                </a:lnTo>
                <a:lnTo>
                  <a:pt x="2160289" y="66768"/>
                </a:lnTo>
                <a:lnTo>
                  <a:pt x="2160144" y="67402"/>
                </a:lnTo>
                <a:lnTo>
                  <a:pt x="2160012" y="68044"/>
                </a:lnTo>
                <a:lnTo>
                  <a:pt x="2159894" y="68696"/>
                </a:lnTo>
                <a:lnTo>
                  <a:pt x="2159790" y="69357"/>
                </a:lnTo>
                <a:lnTo>
                  <a:pt x="2159700" y="70028"/>
                </a:lnTo>
                <a:lnTo>
                  <a:pt x="2159624" y="70707"/>
                </a:lnTo>
                <a:lnTo>
                  <a:pt x="2159562" y="71396"/>
                </a:lnTo>
                <a:lnTo>
                  <a:pt x="2159513" y="72094"/>
                </a:lnTo>
                <a:lnTo>
                  <a:pt x="2159478" y="72801"/>
                </a:lnTo>
                <a:lnTo>
                  <a:pt x="2159458" y="73518"/>
                </a:lnTo>
                <a:lnTo>
                  <a:pt x="2159451" y="74243"/>
                </a:lnTo>
                <a:lnTo>
                  <a:pt x="2159460" y="75168"/>
                </a:lnTo>
                <a:lnTo>
                  <a:pt x="2159487" y="76077"/>
                </a:lnTo>
                <a:lnTo>
                  <a:pt x="2159533" y="76972"/>
                </a:lnTo>
                <a:lnTo>
                  <a:pt x="2159596" y="77851"/>
                </a:lnTo>
                <a:lnTo>
                  <a:pt x="2159678" y="78715"/>
                </a:lnTo>
                <a:lnTo>
                  <a:pt x="2159779" y="79565"/>
                </a:lnTo>
                <a:lnTo>
                  <a:pt x="2159897" y="80399"/>
                </a:lnTo>
                <a:lnTo>
                  <a:pt x="2160034" y="81218"/>
                </a:lnTo>
                <a:lnTo>
                  <a:pt x="2160188" y="82023"/>
                </a:lnTo>
                <a:lnTo>
                  <a:pt x="2160361" y="82812"/>
                </a:lnTo>
                <a:lnTo>
                  <a:pt x="2160553" y="83586"/>
                </a:lnTo>
                <a:lnTo>
                  <a:pt x="2160762" y="84346"/>
                </a:lnTo>
                <a:lnTo>
                  <a:pt x="2160990" y="85090"/>
                </a:lnTo>
                <a:lnTo>
                  <a:pt x="2161236" y="85819"/>
                </a:lnTo>
                <a:lnTo>
                  <a:pt x="2161500" y="86534"/>
                </a:lnTo>
                <a:lnTo>
                  <a:pt x="2161782" y="87233"/>
                </a:lnTo>
                <a:lnTo>
                  <a:pt x="2162083" y="87917"/>
                </a:lnTo>
                <a:lnTo>
                  <a:pt x="2162402" y="88586"/>
                </a:lnTo>
                <a:lnTo>
                  <a:pt x="2162739" y="89241"/>
                </a:lnTo>
                <a:lnTo>
                  <a:pt x="2163094" y="89880"/>
                </a:lnTo>
                <a:lnTo>
                  <a:pt x="2163467" y="90504"/>
                </a:lnTo>
                <a:lnTo>
                  <a:pt x="2163859" y="91113"/>
                </a:lnTo>
                <a:lnTo>
                  <a:pt x="2164269" y="91707"/>
                </a:lnTo>
                <a:lnTo>
                  <a:pt x="2164697" y="92287"/>
                </a:lnTo>
                <a:lnTo>
                  <a:pt x="2165141" y="92853"/>
                </a:lnTo>
                <a:lnTo>
                  <a:pt x="2165599" y="93410"/>
                </a:lnTo>
                <a:lnTo>
                  <a:pt x="2166071" y="93958"/>
                </a:lnTo>
                <a:lnTo>
                  <a:pt x="2166558" y="94495"/>
                </a:lnTo>
                <a:lnTo>
                  <a:pt x="2167058" y="95024"/>
                </a:lnTo>
                <a:lnTo>
                  <a:pt x="2167573" y="95542"/>
                </a:lnTo>
                <a:lnTo>
                  <a:pt x="2168101" y="96051"/>
                </a:lnTo>
                <a:lnTo>
                  <a:pt x="2168644" y="96551"/>
                </a:lnTo>
                <a:lnTo>
                  <a:pt x="2169200" y="97040"/>
                </a:lnTo>
                <a:lnTo>
                  <a:pt x="2169771" y="97520"/>
                </a:lnTo>
                <a:lnTo>
                  <a:pt x="2170356" y="97991"/>
                </a:lnTo>
                <a:lnTo>
                  <a:pt x="2170955" y="98452"/>
                </a:lnTo>
                <a:lnTo>
                  <a:pt x="2171567" y="98903"/>
                </a:lnTo>
                <a:lnTo>
                  <a:pt x="2172194" y="99345"/>
                </a:lnTo>
                <a:lnTo>
                  <a:pt x="2172835" y="99777"/>
                </a:lnTo>
                <a:lnTo>
                  <a:pt x="2173490" y="100200"/>
                </a:lnTo>
                <a:lnTo>
                  <a:pt x="2174159" y="100613"/>
                </a:lnTo>
                <a:lnTo>
                  <a:pt x="2174843" y="101016"/>
                </a:lnTo>
                <a:lnTo>
                  <a:pt x="2175540" y="101410"/>
                </a:lnTo>
                <a:lnTo>
                  <a:pt x="2176251" y="101794"/>
                </a:lnTo>
                <a:lnTo>
                  <a:pt x="2176976" y="102169"/>
                </a:lnTo>
                <a:lnTo>
                  <a:pt x="2177716" y="102533"/>
                </a:lnTo>
                <a:lnTo>
                  <a:pt x="2178469" y="102889"/>
                </a:lnTo>
                <a:lnTo>
                  <a:pt x="2179237" y="103235"/>
                </a:lnTo>
                <a:lnTo>
                  <a:pt x="2180016" y="103573"/>
                </a:lnTo>
                <a:lnTo>
                  <a:pt x="2180804" y="103908"/>
                </a:lnTo>
                <a:lnTo>
                  <a:pt x="2181600" y="104238"/>
                </a:lnTo>
                <a:lnTo>
                  <a:pt x="2182406" y="104565"/>
                </a:lnTo>
                <a:lnTo>
                  <a:pt x="2183221" y="104887"/>
                </a:lnTo>
                <a:lnTo>
                  <a:pt x="2184044" y="105205"/>
                </a:lnTo>
                <a:lnTo>
                  <a:pt x="2184877" y="105518"/>
                </a:lnTo>
                <a:lnTo>
                  <a:pt x="2185718" y="105828"/>
                </a:lnTo>
                <a:lnTo>
                  <a:pt x="2186568" y="106133"/>
                </a:lnTo>
                <a:lnTo>
                  <a:pt x="2187427" y="106434"/>
                </a:lnTo>
                <a:lnTo>
                  <a:pt x="2188295" y="106731"/>
                </a:lnTo>
                <a:lnTo>
                  <a:pt x="2189172" y="107024"/>
                </a:lnTo>
                <a:lnTo>
                  <a:pt x="2190058" y="107312"/>
                </a:lnTo>
                <a:lnTo>
                  <a:pt x="2190953" y="107596"/>
                </a:lnTo>
                <a:lnTo>
                  <a:pt x="2191857" y="107877"/>
                </a:lnTo>
                <a:lnTo>
                  <a:pt x="2192769" y="108152"/>
                </a:lnTo>
                <a:lnTo>
                  <a:pt x="2193691" y="108424"/>
                </a:lnTo>
                <a:lnTo>
                  <a:pt x="2194621" y="108692"/>
                </a:lnTo>
                <a:lnTo>
                  <a:pt x="2195561" y="108955"/>
                </a:lnTo>
                <a:lnTo>
                  <a:pt x="2196509" y="109214"/>
                </a:lnTo>
                <a:lnTo>
                  <a:pt x="2197466" y="109469"/>
                </a:lnTo>
                <a:lnTo>
                  <a:pt x="2198432" y="109720"/>
                </a:lnTo>
                <a:lnTo>
                  <a:pt x="2199407" y="109966"/>
                </a:lnTo>
                <a:lnTo>
                  <a:pt x="2200391" y="110209"/>
                </a:lnTo>
                <a:lnTo>
                  <a:pt x="2201555" y="110478"/>
                </a:lnTo>
                <a:lnTo>
                  <a:pt x="2202689" y="110746"/>
                </a:lnTo>
                <a:lnTo>
                  <a:pt x="2203794" y="111014"/>
                </a:lnTo>
                <a:lnTo>
                  <a:pt x="2204869" y="111282"/>
                </a:lnTo>
                <a:lnTo>
                  <a:pt x="2205914" y="111549"/>
                </a:lnTo>
                <a:lnTo>
                  <a:pt x="2206931" y="111816"/>
                </a:lnTo>
                <a:lnTo>
                  <a:pt x="2207917" y="112082"/>
                </a:lnTo>
                <a:lnTo>
                  <a:pt x="2208874" y="112349"/>
                </a:lnTo>
                <a:lnTo>
                  <a:pt x="2209802" y="112614"/>
                </a:lnTo>
                <a:lnTo>
                  <a:pt x="2210700" y="112880"/>
                </a:lnTo>
                <a:lnTo>
                  <a:pt x="2211569" y="113144"/>
                </a:lnTo>
                <a:lnTo>
                  <a:pt x="2212408" y="113409"/>
                </a:lnTo>
                <a:lnTo>
                  <a:pt x="2213218" y="113673"/>
                </a:lnTo>
                <a:lnTo>
                  <a:pt x="2213998" y="113937"/>
                </a:lnTo>
                <a:lnTo>
                  <a:pt x="2214748" y="114200"/>
                </a:lnTo>
                <a:lnTo>
                  <a:pt x="2215470" y="114463"/>
                </a:lnTo>
                <a:lnTo>
                  <a:pt x="2216161" y="114726"/>
                </a:lnTo>
                <a:lnTo>
                  <a:pt x="2216823" y="114988"/>
                </a:lnTo>
                <a:lnTo>
                  <a:pt x="2217456" y="115249"/>
                </a:lnTo>
                <a:lnTo>
                  <a:pt x="2218059" y="115511"/>
                </a:lnTo>
                <a:lnTo>
                  <a:pt x="2218633" y="115772"/>
                </a:lnTo>
                <a:lnTo>
                  <a:pt x="2219177" y="116032"/>
                </a:lnTo>
                <a:lnTo>
                  <a:pt x="2219692" y="116292"/>
                </a:lnTo>
                <a:lnTo>
                  <a:pt x="2220177" y="116552"/>
                </a:lnTo>
                <a:lnTo>
                  <a:pt x="2220638" y="116817"/>
                </a:lnTo>
                <a:lnTo>
                  <a:pt x="2221079" y="117093"/>
                </a:lnTo>
                <a:lnTo>
                  <a:pt x="2221500" y="117380"/>
                </a:lnTo>
                <a:lnTo>
                  <a:pt x="2221902" y="117679"/>
                </a:lnTo>
                <a:lnTo>
                  <a:pt x="2222284" y="117989"/>
                </a:lnTo>
                <a:lnTo>
                  <a:pt x="2222647" y="118310"/>
                </a:lnTo>
                <a:lnTo>
                  <a:pt x="2222990" y="118642"/>
                </a:lnTo>
                <a:lnTo>
                  <a:pt x="2223313" y="118985"/>
                </a:lnTo>
                <a:lnTo>
                  <a:pt x="2223617" y="119340"/>
                </a:lnTo>
                <a:lnTo>
                  <a:pt x="2223901" y="119705"/>
                </a:lnTo>
                <a:lnTo>
                  <a:pt x="2224166" y="120082"/>
                </a:lnTo>
                <a:lnTo>
                  <a:pt x="2224411" y="120471"/>
                </a:lnTo>
                <a:lnTo>
                  <a:pt x="2224636" y="120870"/>
                </a:lnTo>
                <a:lnTo>
                  <a:pt x="2224842" y="121281"/>
                </a:lnTo>
                <a:lnTo>
                  <a:pt x="2225028" y="121702"/>
                </a:lnTo>
                <a:lnTo>
                  <a:pt x="2225195" y="122135"/>
                </a:lnTo>
                <a:lnTo>
                  <a:pt x="2225342" y="122580"/>
                </a:lnTo>
                <a:lnTo>
                  <a:pt x="2225469" y="123035"/>
                </a:lnTo>
                <a:lnTo>
                  <a:pt x="2225577" y="123502"/>
                </a:lnTo>
                <a:lnTo>
                  <a:pt x="2225665" y="123980"/>
                </a:lnTo>
                <a:lnTo>
                  <a:pt x="2225734" y="124469"/>
                </a:lnTo>
                <a:lnTo>
                  <a:pt x="2225783" y="124969"/>
                </a:lnTo>
                <a:lnTo>
                  <a:pt x="2225812" y="125481"/>
                </a:lnTo>
                <a:lnTo>
                  <a:pt x="2225822" y="126003"/>
                </a:lnTo>
                <a:lnTo>
                  <a:pt x="2225814" y="126564"/>
                </a:lnTo>
                <a:lnTo>
                  <a:pt x="2225789" y="127110"/>
                </a:lnTo>
                <a:lnTo>
                  <a:pt x="2225747" y="127644"/>
                </a:lnTo>
                <a:lnTo>
                  <a:pt x="2225689" y="128163"/>
                </a:lnTo>
                <a:lnTo>
                  <a:pt x="2225614" y="128669"/>
                </a:lnTo>
                <a:lnTo>
                  <a:pt x="2225523" y="129161"/>
                </a:lnTo>
                <a:lnTo>
                  <a:pt x="2225414" y="129639"/>
                </a:lnTo>
                <a:lnTo>
                  <a:pt x="2225290" y="130104"/>
                </a:lnTo>
                <a:lnTo>
                  <a:pt x="2225148" y="130556"/>
                </a:lnTo>
                <a:lnTo>
                  <a:pt x="2224990" y="130993"/>
                </a:lnTo>
                <a:lnTo>
                  <a:pt x="2224816" y="131417"/>
                </a:lnTo>
                <a:lnTo>
                  <a:pt x="2224624" y="131827"/>
                </a:lnTo>
                <a:lnTo>
                  <a:pt x="2224417" y="132224"/>
                </a:lnTo>
                <a:lnTo>
                  <a:pt x="2224192" y="132607"/>
                </a:lnTo>
                <a:lnTo>
                  <a:pt x="2223951" y="132976"/>
                </a:lnTo>
                <a:lnTo>
                  <a:pt x="2223693" y="133332"/>
                </a:lnTo>
                <a:lnTo>
                  <a:pt x="2223419" y="133674"/>
                </a:lnTo>
                <a:lnTo>
                  <a:pt x="2223128" y="134002"/>
                </a:lnTo>
                <a:lnTo>
                  <a:pt x="2222820" y="134317"/>
                </a:lnTo>
                <a:lnTo>
                  <a:pt x="2222496" y="134618"/>
                </a:lnTo>
                <a:lnTo>
                  <a:pt x="2222155" y="134906"/>
                </a:lnTo>
                <a:lnTo>
                  <a:pt x="2221797" y="135179"/>
                </a:lnTo>
                <a:lnTo>
                  <a:pt x="2221423" y="135439"/>
                </a:lnTo>
                <a:lnTo>
                  <a:pt x="2221032" y="135686"/>
                </a:lnTo>
                <a:lnTo>
                  <a:pt x="2220626" y="135920"/>
                </a:lnTo>
                <a:lnTo>
                  <a:pt x="2220207" y="136145"/>
                </a:lnTo>
                <a:lnTo>
                  <a:pt x="2219774" y="136359"/>
                </a:lnTo>
                <a:lnTo>
                  <a:pt x="2219328" y="136564"/>
                </a:lnTo>
                <a:lnTo>
                  <a:pt x="2218868" y="136758"/>
                </a:lnTo>
                <a:lnTo>
                  <a:pt x="2218395" y="136943"/>
                </a:lnTo>
                <a:lnTo>
                  <a:pt x="2217908" y="137117"/>
                </a:lnTo>
                <a:lnTo>
                  <a:pt x="2217408" y="137282"/>
                </a:lnTo>
                <a:lnTo>
                  <a:pt x="2216895" y="137436"/>
                </a:lnTo>
                <a:lnTo>
                  <a:pt x="2216368" y="137581"/>
                </a:lnTo>
                <a:lnTo>
                  <a:pt x="2215827" y="137716"/>
                </a:lnTo>
                <a:lnTo>
                  <a:pt x="2215273" y="137840"/>
                </a:lnTo>
                <a:lnTo>
                  <a:pt x="2214706" y="137955"/>
                </a:lnTo>
                <a:lnTo>
                  <a:pt x="2214125" y="138060"/>
                </a:lnTo>
                <a:lnTo>
                  <a:pt x="2213531" y="138154"/>
                </a:lnTo>
                <a:lnTo>
                  <a:pt x="2212923" y="138239"/>
                </a:lnTo>
                <a:lnTo>
                  <a:pt x="2212301" y="138314"/>
                </a:lnTo>
                <a:lnTo>
                  <a:pt x="2211667" y="138379"/>
                </a:lnTo>
                <a:lnTo>
                  <a:pt x="2211019" y="138434"/>
                </a:lnTo>
                <a:lnTo>
                  <a:pt x="2210357" y="138479"/>
                </a:lnTo>
                <a:lnTo>
                  <a:pt x="2209682" y="138513"/>
                </a:lnTo>
                <a:lnTo>
                  <a:pt x="2208993" y="138538"/>
                </a:lnTo>
                <a:lnTo>
                  <a:pt x="2208291" y="138553"/>
                </a:lnTo>
                <a:lnTo>
                  <a:pt x="2207576" y="138558"/>
                </a:lnTo>
                <a:lnTo>
                  <a:pt x="2206848" y="138552"/>
                </a:lnTo>
                <a:lnTo>
                  <a:pt x="2206127" y="138532"/>
                </a:lnTo>
                <a:lnTo>
                  <a:pt x="2205415" y="138500"/>
                </a:lnTo>
                <a:lnTo>
                  <a:pt x="2204710" y="138454"/>
                </a:lnTo>
                <a:lnTo>
                  <a:pt x="2204013" y="138396"/>
                </a:lnTo>
                <a:lnTo>
                  <a:pt x="2203324" y="138325"/>
                </a:lnTo>
                <a:lnTo>
                  <a:pt x="2202642" y="138240"/>
                </a:lnTo>
                <a:lnTo>
                  <a:pt x="2201969" y="138143"/>
                </a:lnTo>
                <a:lnTo>
                  <a:pt x="2201302" y="138033"/>
                </a:lnTo>
                <a:lnTo>
                  <a:pt x="2200644" y="137909"/>
                </a:lnTo>
                <a:lnTo>
                  <a:pt x="2199993" y="137773"/>
                </a:lnTo>
                <a:lnTo>
                  <a:pt x="2199350" y="137624"/>
                </a:lnTo>
                <a:lnTo>
                  <a:pt x="2198715" y="137461"/>
                </a:lnTo>
                <a:lnTo>
                  <a:pt x="2198088" y="137286"/>
                </a:lnTo>
                <a:lnTo>
                  <a:pt x="2197468" y="137098"/>
                </a:lnTo>
                <a:lnTo>
                  <a:pt x="2196856" y="136897"/>
                </a:lnTo>
                <a:lnTo>
                  <a:pt x="2196251" y="136683"/>
                </a:lnTo>
                <a:lnTo>
                  <a:pt x="2195655" y="136455"/>
                </a:lnTo>
                <a:lnTo>
                  <a:pt x="2195066" y="136215"/>
                </a:lnTo>
                <a:lnTo>
                  <a:pt x="2194485" y="135962"/>
                </a:lnTo>
                <a:lnTo>
                  <a:pt x="2193911" y="135696"/>
                </a:lnTo>
                <a:lnTo>
                  <a:pt x="2193346" y="135417"/>
                </a:lnTo>
                <a:lnTo>
                  <a:pt x="2192787" y="135125"/>
                </a:lnTo>
                <a:lnTo>
                  <a:pt x="2192237" y="134820"/>
                </a:lnTo>
                <a:lnTo>
                  <a:pt x="2191702" y="134498"/>
                </a:lnTo>
                <a:lnTo>
                  <a:pt x="2191190" y="134156"/>
                </a:lnTo>
                <a:lnTo>
                  <a:pt x="2190700" y="133794"/>
                </a:lnTo>
                <a:lnTo>
                  <a:pt x="2190234" y="133412"/>
                </a:lnTo>
                <a:lnTo>
                  <a:pt x="2189790" y="133009"/>
                </a:lnTo>
                <a:lnTo>
                  <a:pt x="2189368" y="132586"/>
                </a:lnTo>
                <a:lnTo>
                  <a:pt x="2188970" y="132143"/>
                </a:lnTo>
                <a:lnTo>
                  <a:pt x="2188594" y="131679"/>
                </a:lnTo>
                <a:lnTo>
                  <a:pt x="2188241" y="131195"/>
                </a:lnTo>
                <a:lnTo>
                  <a:pt x="2187911" y="130691"/>
                </a:lnTo>
                <a:lnTo>
                  <a:pt x="2187604" y="130167"/>
                </a:lnTo>
                <a:lnTo>
                  <a:pt x="2187319" y="129622"/>
                </a:lnTo>
                <a:lnTo>
                  <a:pt x="2187057" y="129057"/>
                </a:lnTo>
                <a:lnTo>
                  <a:pt x="2186818" y="128472"/>
                </a:lnTo>
                <a:lnTo>
                  <a:pt x="2186602" y="127867"/>
                </a:lnTo>
                <a:lnTo>
                  <a:pt x="2186408" y="127241"/>
                </a:lnTo>
                <a:lnTo>
                  <a:pt x="2186238" y="126595"/>
                </a:lnTo>
                <a:lnTo>
                  <a:pt x="2186090" y="125929"/>
                </a:lnTo>
                <a:lnTo>
                  <a:pt x="2185965" y="125242"/>
                </a:lnTo>
                <a:lnTo>
                  <a:pt x="2185862" y="124536"/>
                </a:lnTo>
                <a:lnTo>
                  <a:pt x="2185782" y="123809"/>
                </a:lnTo>
                <a:lnTo>
                  <a:pt x="2185725" y="123061"/>
                </a:lnTo>
                <a:lnTo>
                  <a:pt x="2185691" y="122294"/>
                </a:lnTo>
                <a:lnTo>
                  <a:pt x="2185680" y="121506"/>
                </a:lnTo>
                <a:lnTo>
                  <a:pt x="2157626" y="121506"/>
                </a:lnTo>
                <a:lnTo>
                  <a:pt x="2157633" y="122403"/>
                </a:lnTo>
                <a:lnTo>
                  <a:pt x="2157655" y="123287"/>
                </a:lnTo>
                <a:lnTo>
                  <a:pt x="2157692" y="124159"/>
                </a:lnTo>
                <a:lnTo>
                  <a:pt x="2157743" y="125019"/>
                </a:lnTo>
                <a:lnTo>
                  <a:pt x="2157809" y="125866"/>
                </a:lnTo>
                <a:lnTo>
                  <a:pt x="2157890" y="126701"/>
                </a:lnTo>
                <a:lnTo>
                  <a:pt x="2157985" y="127524"/>
                </a:lnTo>
                <a:lnTo>
                  <a:pt x="2158095" y="128334"/>
                </a:lnTo>
                <a:lnTo>
                  <a:pt x="2158219" y="129131"/>
                </a:lnTo>
                <a:lnTo>
                  <a:pt x="2158359" y="129916"/>
                </a:lnTo>
                <a:lnTo>
                  <a:pt x="2158513" y="130689"/>
                </a:lnTo>
                <a:lnTo>
                  <a:pt x="2158681" y="131450"/>
                </a:lnTo>
                <a:lnTo>
                  <a:pt x="2158864" y="132198"/>
                </a:lnTo>
                <a:lnTo>
                  <a:pt x="2159062" y="132933"/>
                </a:lnTo>
                <a:lnTo>
                  <a:pt x="2159274" y="133656"/>
                </a:lnTo>
                <a:lnTo>
                  <a:pt x="2159501" y="134367"/>
                </a:lnTo>
                <a:lnTo>
                  <a:pt x="2159743" y="135065"/>
                </a:lnTo>
                <a:lnTo>
                  <a:pt x="2160000" y="135751"/>
                </a:lnTo>
                <a:lnTo>
                  <a:pt x="2160271" y="136425"/>
                </a:lnTo>
                <a:lnTo>
                  <a:pt x="2160556" y="137086"/>
                </a:lnTo>
                <a:lnTo>
                  <a:pt x="2160857" y="137734"/>
                </a:lnTo>
                <a:lnTo>
                  <a:pt x="2161172" y="138371"/>
                </a:lnTo>
                <a:lnTo>
                  <a:pt x="2161501" y="138995"/>
                </a:lnTo>
                <a:lnTo>
                  <a:pt x="2161846" y="139606"/>
                </a:lnTo>
                <a:lnTo>
                  <a:pt x="2162202" y="140206"/>
                </a:lnTo>
                <a:lnTo>
                  <a:pt x="2162569" y="140795"/>
                </a:lnTo>
                <a:lnTo>
                  <a:pt x="2162947" y="141374"/>
                </a:lnTo>
                <a:lnTo>
                  <a:pt x="2163334" y="141942"/>
                </a:lnTo>
                <a:lnTo>
                  <a:pt x="2163732" y="142500"/>
                </a:lnTo>
                <a:lnTo>
                  <a:pt x="2164141" y="143047"/>
                </a:lnTo>
                <a:lnTo>
                  <a:pt x="2164559" y="143583"/>
                </a:lnTo>
                <a:lnTo>
                  <a:pt x="2164988" y="144109"/>
                </a:lnTo>
                <a:lnTo>
                  <a:pt x="2165427" y="144624"/>
                </a:lnTo>
                <a:lnTo>
                  <a:pt x="2165877" y="145128"/>
                </a:lnTo>
                <a:lnTo>
                  <a:pt x="2166336" y="145622"/>
                </a:lnTo>
                <a:lnTo>
                  <a:pt x="2166806" y="146105"/>
                </a:lnTo>
                <a:lnTo>
                  <a:pt x="2167287" y="146578"/>
                </a:lnTo>
                <a:lnTo>
                  <a:pt x="2167777" y="147040"/>
                </a:lnTo>
                <a:lnTo>
                  <a:pt x="2168278" y="147492"/>
                </a:lnTo>
                <a:lnTo>
                  <a:pt x="2168789" y="147933"/>
                </a:lnTo>
                <a:lnTo>
                  <a:pt x="2169311" y="148363"/>
                </a:lnTo>
                <a:lnTo>
                  <a:pt x="2169843" y="148782"/>
                </a:lnTo>
                <a:lnTo>
                  <a:pt x="2170385" y="149192"/>
                </a:lnTo>
                <a:lnTo>
                  <a:pt x="2170937" y="149590"/>
                </a:lnTo>
                <a:lnTo>
                  <a:pt x="2171500" y="149978"/>
                </a:lnTo>
                <a:lnTo>
                  <a:pt x="2172073" y="150355"/>
                </a:lnTo>
                <a:lnTo>
                  <a:pt x="2172656" y="150722"/>
                </a:lnTo>
                <a:lnTo>
                  <a:pt x="2173250" y="151078"/>
                </a:lnTo>
                <a:lnTo>
                  <a:pt x="2173851" y="151424"/>
                </a:lnTo>
                <a:lnTo>
                  <a:pt x="2174459" y="151762"/>
                </a:lnTo>
                <a:lnTo>
                  <a:pt x="2175072" y="152091"/>
                </a:lnTo>
                <a:lnTo>
                  <a:pt x="2175692" y="152412"/>
                </a:lnTo>
                <a:lnTo>
                  <a:pt x="2176317" y="152724"/>
                </a:lnTo>
                <a:lnTo>
                  <a:pt x="2176949" y="153027"/>
                </a:lnTo>
                <a:lnTo>
                  <a:pt x="2177586" y="153322"/>
                </a:lnTo>
                <a:lnTo>
                  <a:pt x="2178229" y="153608"/>
                </a:lnTo>
                <a:lnTo>
                  <a:pt x="2178879" y="153886"/>
                </a:lnTo>
                <a:lnTo>
                  <a:pt x="2179534" y="154154"/>
                </a:lnTo>
                <a:lnTo>
                  <a:pt x="2180195" y="154415"/>
                </a:lnTo>
                <a:lnTo>
                  <a:pt x="2180862" y="154666"/>
                </a:lnTo>
                <a:lnTo>
                  <a:pt x="2181535" y="154910"/>
                </a:lnTo>
                <a:lnTo>
                  <a:pt x="2182214" y="155144"/>
                </a:lnTo>
                <a:lnTo>
                  <a:pt x="2182898" y="155370"/>
                </a:lnTo>
                <a:lnTo>
                  <a:pt x="2183589" y="155587"/>
                </a:lnTo>
                <a:lnTo>
                  <a:pt x="2184286" y="155796"/>
                </a:lnTo>
                <a:lnTo>
                  <a:pt x="2184989" y="155996"/>
                </a:lnTo>
                <a:lnTo>
                  <a:pt x="2185697" y="156187"/>
                </a:lnTo>
                <a:lnTo>
                  <a:pt x="2186412" y="156370"/>
                </a:lnTo>
                <a:lnTo>
                  <a:pt x="2187132" y="156544"/>
                </a:lnTo>
                <a:lnTo>
                  <a:pt x="2187859" y="156710"/>
                </a:lnTo>
                <a:lnTo>
                  <a:pt x="2188591" y="156867"/>
                </a:lnTo>
                <a:lnTo>
                  <a:pt x="2189329" y="157015"/>
                </a:lnTo>
                <a:lnTo>
                  <a:pt x="2190071" y="157156"/>
                </a:lnTo>
                <a:lnTo>
                  <a:pt x="2190814" y="157291"/>
                </a:lnTo>
                <a:lnTo>
                  <a:pt x="2191558" y="157420"/>
                </a:lnTo>
                <a:lnTo>
                  <a:pt x="2192304" y="157543"/>
                </a:lnTo>
                <a:lnTo>
                  <a:pt x="2193050" y="157660"/>
                </a:lnTo>
                <a:lnTo>
                  <a:pt x="2193798" y="157771"/>
                </a:lnTo>
                <a:lnTo>
                  <a:pt x="2194547" y="157876"/>
                </a:lnTo>
                <a:lnTo>
                  <a:pt x="2195297" y="157975"/>
                </a:lnTo>
                <a:lnTo>
                  <a:pt x="2196049" y="158068"/>
                </a:lnTo>
                <a:lnTo>
                  <a:pt x="2196801" y="158155"/>
                </a:lnTo>
                <a:lnTo>
                  <a:pt x="2197555" y="158236"/>
                </a:lnTo>
                <a:lnTo>
                  <a:pt x="2198310" y="158311"/>
                </a:lnTo>
                <a:lnTo>
                  <a:pt x="2199066" y="158380"/>
                </a:lnTo>
                <a:lnTo>
                  <a:pt x="2199823" y="158443"/>
                </a:lnTo>
                <a:lnTo>
                  <a:pt x="2200582" y="158500"/>
                </a:lnTo>
                <a:lnTo>
                  <a:pt x="2201341" y="158551"/>
                </a:lnTo>
                <a:lnTo>
                  <a:pt x="2202102" y="158596"/>
                </a:lnTo>
                <a:lnTo>
                  <a:pt x="2202864" y="158635"/>
                </a:lnTo>
                <a:lnTo>
                  <a:pt x="2203628" y="158668"/>
                </a:lnTo>
                <a:lnTo>
                  <a:pt x="2204392" y="158695"/>
                </a:lnTo>
                <a:lnTo>
                  <a:pt x="2205158" y="158716"/>
                </a:lnTo>
                <a:lnTo>
                  <a:pt x="2205924" y="158731"/>
                </a:lnTo>
                <a:lnTo>
                  <a:pt x="2206692" y="158740"/>
                </a:lnTo>
                <a:lnTo>
                  <a:pt x="2207462" y="158743"/>
                </a:lnTo>
                <a:lnTo>
                  <a:pt x="2208240" y="158740"/>
                </a:lnTo>
                <a:lnTo>
                  <a:pt x="2209016" y="158730"/>
                </a:lnTo>
                <a:lnTo>
                  <a:pt x="2209790" y="158713"/>
                </a:lnTo>
                <a:lnTo>
                  <a:pt x="2210561" y="158689"/>
                </a:lnTo>
                <a:close/>
                <a:moveTo>
                  <a:pt x="2407991" y="158448"/>
                </a:moveTo>
                <a:lnTo>
                  <a:pt x="2409333" y="158318"/>
                </a:lnTo>
                <a:lnTo>
                  <a:pt x="2410659" y="158164"/>
                </a:lnTo>
                <a:lnTo>
                  <a:pt x="2411971" y="157987"/>
                </a:lnTo>
                <a:lnTo>
                  <a:pt x="2413266" y="157786"/>
                </a:lnTo>
                <a:lnTo>
                  <a:pt x="2414547" y="157562"/>
                </a:lnTo>
                <a:lnTo>
                  <a:pt x="2415813" y="157313"/>
                </a:lnTo>
                <a:lnTo>
                  <a:pt x="2417063" y="157042"/>
                </a:lnTo>
                <a:lnTo>
                  <a:pt x="2418298" y="156746"/>
                </a:lnTo>
                <a:lnTo>
                  <a:pt x="2419517" y="156427"/>
                </a:lnTo>
                <a:lnTo>
                  <a:pt x="2420722" y="156084"/>
                </a:lnTo>
                <a:lnTo>
                  <a:pt x="2421911" y="155718"/>
                </a:lnTo>
                <a:lnTo>
                  <a:pt x="2423085" y="155328"/>
                </a:lnTo>
                <a:lnTo>
                  <a:pt x="2424244" y="154915"/>
                </a:lnTo>
                <a:lnTo>
                  <a:pt x="2425387" y="154477"/>
                </a:lnTo>
                <a:lnTo>
                  <a:pt x="2426515" y="154016"/>
                </a:lnTo>
                <a:lnTo>
                  <a:pt x="2427628" y="153532"/>
                </a:lnTo>
                <a:lnTo>
                  <a:pt x="2428726" y="153024"/>
                </a:lnTo>
                <a:lnTo>
                  <a:pt x="2429809" y="152492"/>
                </a:lnTo>
                <a:lnTo>
                  <a:pt x="2430876" y="151937"/>
                </a:lnTo>
                <a:lnTo>
                  <a:pt x="2431926" y="151358"/>
                </a:lnTo>
                <a:lnTo>
                  <a:pt x="2432956" y="150759"/>
                </a:lnTo>
                <a:lnTo>
                  <a:pt x="2433966" y="150139"/>
                </a:lnTo>
                <a:lnTo>
                  <a:pt x="2434957" y="149497"/>
                </a:lnTo>
                <a:lnTo>
                  <a:pt x="2435929" y="148834"/>
                </a:lnTo>
                <a:lnTo>
                  <a:pt x="2436881" y="148149"/>
                </a:lnTo>
                <a:lnTo>
                  <a:pt x="2437813" y="147444"/>
                </a:lnTo>
                <a:lnTo>
                  <a:pt x="2438726" y="146717"/>
                </a:lnTo>
                <a:lnTo>
                  <a:pt x="2439619" y="145969"/>
                </a:lnTo>
                <a:lnTo>
                  <a:pt x="2440492" y="145200"/>
                </a:lnTo>
                <a:lnTo>
                  <a:pt x="2441346" y="144410"/>
                </a:lnTo>
                <a:lnTo>
                  <a:pt x="2442180" y="143598"/>
                </a:lnTo>
                <a:lnTo>
                  <a:pt x="2442995" y="142766"/>
                </a:lnTo>
                <a:lnTo>
                  <a:pt x="2443790" y="141912"/>
                </a:lnTo>
                <a:lnTo>
                  <a:pt x="2444565" y="141036"/>
                </a:lnTo>
                <a:lnTo>
                  <a:pt x="2445321" y="140140"/>
                </a:lnTo>
                <a:lnTo>
                  <a:pt x="2446057" y="139222"/>
                </a:lnTo>
                <a:lnTo>
                  <a:pt x="2446774" y="138283"/>
                </a:lnTo>
                <a:lnTo>
                  <a:pt x="2447471" y="137323"/>
                </a:lnTo>
                <a:lnTo>
                  <a:pt x="2448148" y="136342"/>
                </a:lnTo>
                <a:lnTo>
                  <a:pt x="2448806" y="135339"/>
                </a:lnTo>
                <a:lnTo>
                  <a:pt x="2449444" y="134315"/>
                </a:lnTo>
                <a:lnTo>
                  <a:pt x="2450063" y="133270"/>
                </a:lnTo>
                <a:lnTo>
                  <a:pt x="2450662" y="132204"/>
                </a:lnTo>
                <a:lnTo>
                  <a:pt x="2451239" y="131118"/>
                </a:lnTo>
                <a:lnTo>
                  <a:pt x="2451791" y="130012"/>
                </a:lnTo>
                <a:lnTo>
                  <a:pt x="2452319" y="128888"/>
                </a:lnTo>
                <a:lnTo>
                  <a:pt x="2452822" y="127745"/>
                </a:lnTo>
                <a:lnTo>
                  <a:pt x="2453301" y="126583"/>
                </a:lnTo>
                <a:lnTo>
                  <a:pt x="2453755" y="125402"/>
                </a:lnTo>
                <a:lnTo>
                  <a:pt x="2454185" y="124203"/>
                </a:lnTo>
                <a:lnTo>
                  <a:pt x="2454590" y="122984"/>
                </a:lnTo>
                <a:lnTo>
                  <a:pt x="2454970" y="121747"/>
                </a:lnTo>
                <a:lnTo>
                  <a:pt x="2455326" y="120491"/>
                </a:lnTo>
                <a:lnTo>
                  <a:pt x="2455658" y="119216"/>
                </a:lnTo>
                <a:lnTo>
                  <a:pt x="2455965" y="117922"/>
                </a:lnTo>
                <a:lnTo>
                  <a:pt x="2456247" y="116610"/>
                </a:lnTo>
                <a:lnTo>
                  <a:pt x="2456505" y="115279"/>
                </a:lnTo>
                <a:lnTo>
                  <a:pt x="2456738" y="113928"/>
                </a:lnTo>
                <a:lnTo>
                  <a:pt x="2456947" y="112559"/>
                </a:lnTo>
                <a:lnTo>
                  <a:pt x="2457131" y="111171"/>
                </a:lnTo>
                <a:lnTo>
                  <a:pt x="2457290" y="109765"/>
                </a:lnTo>
                <a:lnTo>
                  <a:pt x="2457425" y="108339"/>
                </a:lnTo>
                <a:lnTo>
                  <a:pt x="2457536" y="106895"/>
                </a:lnTo>
                <a:lnTo>
                  <a:pt x="2457622" y="105431"/>
                </a:lnTo>
                <a:lnTo>
                  <a:pt x="2457683" y="103949"/>
                </a:lnTo>
                <a:lnTo>
                  <a:pt x="2457720" y="102448"/>
                </a:lnTo>
                <a:lnTo>
                  <a:pt x="2457732" y="100929"/>
                </a:lnTo>
                <a:lnTo>
                  <a:pt x="2457720" y="99381"/>
                </a:lnTo>
                <a:lnTo>
                  <a:pt x="2457683" y="97852"/>
                </a:lnTo>
                <a:lnTo>
                  <a:pt x="2457622" y="96343"/>
                </a:lnTo>
                <a:lnTo>
                  <a:pt x="2457536" y="94854"/>
                </a:lnTo>
                <a:lnTo>
                  <a:pt x="2457425" y="93383"/>
                </a:lnTo>
                <a:lnTo>
                  <a:pt x="2457290" y="91933"/>
                </a:lnTo>
                <a:lnTo>
                  <a:pt x="2457131" y="90501"/>
                </a:lnTo>
                <a:lnTo>
                  <a:pt x="2456947" y="89089"/>
                </a:lnTo>
                <a:lnTo>
                  <a:pt x="2456738" y="87697"/>
                </a:lnTo>
                <a:lnTo>
                  <a:pt x="2456505" y="86324"/>
                </a:lnTo>
                <a:lnTo>
                  <a:pt x="2456247" y="84970"/>
                </a:lnTo>
                <a:lnTo>
                  <a:pt x="2455965" y="83636"/>
                </a:lnTo>
                <a:lnTo>
                  <a:pt x="2455658" y="82321"/>
                </a:lnTo>
                <a:lnTo>
                  <a:pt x="2455326" y="81026"/>
                </a:lnTo>
                <a:lnTo>
                  <a:pt x="2454970" y="79750"/>
                </a:lnTo>
                <a:lnTo>
                  <a:pt x="2454590" y="78493"/>
                </a:lnTo>
                <a:lnTo>
                  <a:pt x="2454185" y="77256"/>
                </a:lnTo>
                <a:lnTo>
                  <a:pt x="2453755" y="76038"/>
                </a:lnTo>
                <a:lnTo>
                  <a:pt x="2453301" y="74840"/>
                </a:lnTo>
                <a:lnTo>
                  <a:pt x="2452822" y="73661"/>
                </a:lnTo>
                <a:lnTo>
                  <a:pt x="2452319" y="72502"/>
                </a:lnTo>
                <a:lnTo>
                  <a:pt x="2451791" y="71362"/>
                </a:lnTo>
                <a:lnTo>
                  <a:pt x="2451239" y="70241"/>
                </a:lnTo>
                <a:lnTo>
                  <a:pt x="2450662" y="69140"/>
                </a:lnTo>
                <a:lnTo>
                  <a:pt x="2450063" y="68059"/>
                </a:lnTo>
                <a:lnTo>
                  <a:pt x="2449444" y="67000"/>
                </a:lnTo>
                <a:lnTo>
                  <a:pt x="2448806" y="65963"/>
                </a:lnTo>
                <a:lnTo>
                  <a:pt x="2448148" y="64947"/>
                </a:lnTo>
                <a:lnTo>
                  <a:pt x="2447471" y="63952"/>
                </a:lnTo>
                <a:lnTo>
                  <a:pt x="2446774" y="62980"/>
                </a:lnTo>
                <a:lnTo>
                  <a:pt x="2446057" y="62029"/>
                </a:lnTo>
                <a:lnTo>
                  <a:pt x="2445321" y="61100"/>
                </a:lnTo>
                <a:lnTo>
                  <a:pt x="2444565" y="60192"/>
                </a:lnTo>
                <a:lnTo>
                  <a:pt x="2443790" y="59306"/>
                </a:lnTo>
                <a:lnTo>
                  <a:pt x="2442995" y="58442"/>
                </a:lnTo>
                <a:lnTo>
                  <a:pt x="2442180" y="57599"/>
                </a:lnTo>
                <a:lnTo>
                  <a:pt x="2441346" y="56778"/>
                </a:lnTo>
                <a:lnTo>
                  <a:pt x="2440492" y="55979"/>
                </a:lnTo>
                <a:lnTo>
                  <a:pt x="2439619" y="55201"/>
                </a:lnTo>
                <a:lnTo>
                  <a:pt x="2438726" y="54445"/>
                </a:lnTo>
                <a:lnTo>
                  <a:pt x="2437813" y="53710"/>
                </a:lnTo>
                <a:lnTo>
                  <a:pt x="2436881" y="52998"/>
                </a:lnTo>
                <a:lnTo>
                  <a:pt x="2435929" y="52307"/>
                </a:lnTo>
                <a:lnTo>
                  <a:pt x="2434957" y="51637"/>
                </a:lnTo>
                <a:lnTo>
                  <a:pt x="2433966" y="50989"/>
                </a:lnTo>
                <a:lnTo>
                  <a:pt x="2432956" y="50363"/>
                </a:lnTo>
                <a:lnTo>
                  <a:pt x="2431926" y="49759"/>
                </a:lnTo>
                <a:lnTo>
                  <a:pt x="2430876" y="49176"/>
                </a:lnTo>
                <a:lnTo>
                  <a:pt x="2429809" y="48616"/>
                </a:lnTo>
                <a:lnTo>
                  <a:pt x="2428726" y="48079"/>
                </a:lnTo>
                <a:lnTo>
                  <a:pt x="2427628" y="47567"/>
                </a:lnTo>
                <a:lnTo>
                  <a:pt x="2426515" y="47078"/>
                </a:lnTo>
                <a:lnTo>
                  <a:pt x="2425387" y="46613"/>
                </a:lnTo>
                <a:lnTo>
                  <a:pt x="2424244" y="46172"/>
                </a:lnTo>
                <a:lnTo>
                  <a:pt x="2423085" y="45754"/>
                </a:lnTo>
                <a:lnTo>
                  <a:pt x="2421911" y="45361"/>
                </a:lnTo>
                <a:lnTo>
                  <a:pt x="2420722" y="44991"/>
                </a:lnTo>
                <a:lnTo>
                  <a:pt x="2419517" y="44646"/>
                </a:lnTo>
                <a:lnTo>
                  <a:pt x="2418298" y="44324"/>
                </a:lnTo>
                <a:lnTo>
                  <a:pt x="2417063" y="44026"/>
                </a:lnTo>
                <a:lnTo>
                  <a:pt x="2415813" y="43751"/>
                </a:lnTo>
                <a:lnTo>
                  <a:pt x="2414547" y="43501"/>
                </a:lnTo>
                <a:lnTo>
                  <a:pt x="2413266" y="43274"/>
                </a:lnTo>
                <a:lnTo>
                  <a:pt x="2411971" y="43072"/>
                </a:lnTo>
                <a:lnTo>
                  <a:pt x="2410659" y="42893"/>
                </a:lnTo>
                <a:lnTo>
                  <a:pt x="2409333" y="42738"/>
                </a:lnTo>
                <a:lnTo>
                  <a:pt x="2407991" y="42607"/>
                </a:lnTo>
                <a:lnTo>
                  <a:pt x="2406634" y="42500"/>
                </a:lnTo>
                <a:lnTo>
                  <a:pt x="2405262" y="42416"/>
                </a:lnTo>
                <a:lnTo>
                  <a:pt x="2403875" y="42356"/>
                </a:lnTo>
                <a:lnTo>
                  <a:pt x="2402472" y="42321"/>
                </a:lnTo>
                <a:lnTo>
                  <a:pt x="2401054" y="42309"/>
                </a:lnTo>
                <a:lnTo>
                  <a:pt x="2399655" y="42321"/>
                </a:lnTo>
                <a:lnTo>
                  <a:pt x="2398270" y="42356"/>
                </a:lnTo>
                <a:lnTo>
                  <a:pt x="2396900" y="42416"/>
                </a:lnTo>
                <a:lnTo>
                  <a:pt x="2395544" y="42500"/>
                </a:lnTo>
                <a:lnTo>
                  <a:pt x="2394203" y="42607"/>
                </a:lnTo>
                <a:lnTo>
                  <a:pt x="2392876" y="42738"/>
                </a:lnTo>
                <a:lnTo>
                  <a:pt x="2391563" y="42893"/>
                </a:lnTo>
                <a:lnTo>
                  <a:pt x="2390265" y="43072"/>
                </a:lnTo>
                <a:lnTo>
                  <a:pt x="2388981" y="43274"/>
                </a:lnTo>
                <a:lnTo>
                  <a:pt x="2387712" y="43501"/>
                </a:lnTo>
                <a:lnTo>
                  <a:pt x="2386457" y="43751"/>
                </a:lnTo>
                <a:lnTo>
                  <a:pt x="2385217" y="44026"/>
                </a:lnTo>
                <a:lnTo>
                  <a:pt x="2383991" y="44324"/>
                </a:lnTo>
                <a:lnTo>
                  <a:pt x="2382780" y="44646"/>
                </a:lnTo>
                <a:lnTo>
                  <a:pt x="2381583" y="44991"/>
                </a:lnTo>
                <a:lnTo>
                  <a:pt x="2380401" y="45361"/>
                </a:lnTo>
                <a:lnTo>
                  <a:pt x="2379233" y="45754"/>
                </a:lnTo>
                <a:lnTo>
                  <a:pt x="2378079" y="46172"/>
                </a:lnTo>
                <a:lnTo>
                  <a:pt x="2376940" y="46613"/>
                </a:lnTo>
                <a:lnTo>
                  <a:pt x="2375815" y="47078"/>
                </a:lnTo>
                <a:lnTo>
                  <a:pt x="2374705" y="47567"/>
                </a:lnTo>
                <a:lnTo>
                  <a:pt x="2373609" y="48079"/>
                </a:lnTo>
                <a:lnTo>
                  <a:pt x="2372528" y="48616"/>
                </a:lnTo>
                <a:lnTo>
                  <a:pt x="2371461" y="49176"/>
                </a:lnTo>
                <a:lnTo>
                  <a:pt x="2370411" y="49759"/>
                </a:lnTo>
                <a:lnTo>
                  <a:pt x="2369382" y="50363"/>
                </a:lnTo>
                <a:lnTo>
                  <a:pt x="2368372" y="50989"/>
                </a:lnTo>
                <a:lnTo>
                  <a:pt x="2367383" y="51637"/>
                </a:lnTo>
                <a:lnTo>
                  <a:pt x="2366413" y="52307"/>
                </a:lnTo>
                <a:lnTo>
                  <a:pt x="2365463" y="52998"/>
                </a:lnTo>
                <a:lnTo>
                  <a:pt x="2364534" y="53710"/>
                </a:lnTo>
                <a:lnTo>
                  <a:pt x="2363624" y="54445"/>
                </a:lnTo>
                <a:lnTo>
                  <a:pt x="2362734" y="55201"/>
                </a:lnTo>
                <a:lnTo>
                  <a:pt x="2361865" y="55979"/>
                </a:lnTo>
                <a:lnTo>
                  <a:pt x="2361015" y="56778"/>
                </a:lnTo>
                <a:lnTo>
                  <a:pt x="2360185" y="57599"/>
                </a:lnTo>
                <a:lnTo>
                  <a:pt x="2359376" y="58442"/>
                </a:lnTo>
                <a:lnTo>
                  <a:pt x="2358586" y="59306"/>
                </a:lnTo>
                <a:lnTo>
                  <a:pt x="2357816" y="60192"/>
                </a:lnTo>
                <a:lnTo>
                  <a:pt x="2357067" y="61100"/>
                </a:lnTo>
                <a:lnTo>
                  <a:pt x="2356337" y="62029"/>
                </a:lnTo>
                <a:lnTo>
                  <a:pt x="2355627" y="62980"/>
                </a:lnTo>
                <a:lnTo>
                  <a:pt x="2354938" y="63952"/>
                </a:lnTo>
                <a:lnTo>
                  <a:pt x="2354268" y="64947"/>
                </a:lnTo>
                <a:lnTo>
                  <a:pt x="2353618" y="65963"/>
                </a:lnTo>
                <a:lnTo>
                  <a:pt x="2352989" y="67000"/>
                </a:lnTo>
                <a:lnTo>
                  <a:pt x="2352379" y="68059"/>
                </a:lnTo>
                <a:lnTo>
                  <a:pt x="2351789" y="69140"/>
                </a:lnTo>
                <a:lnTo>
                  <a:pt x="2351222" y="70241"/>
                </a:lnTo>
                <a:lnTo>
                  <a:pt x="2350678" y="71362"/>
                </a:lnTo>
                <a:lnTo>
                  <a:pt x="2350159" y="72502"/>
                </a:lnTo>
                <a:lnTo>
                  <a:pt x="2349664" y="73661"/>
                </a:lnTo>
                <a:lnTo>
                  <a:pt x="2349193" y="74840"/>
                </a:lnTo>
                <a:lnTo>
                  <a:pt x="2348746" y="76038"/>
                </a:lnTo>
                <a:lnTo>
                  <a:pt x="2348323" y="77256"/>
                </a:lnTo>
                <a:lnTo>
                  <a:pt x="2347925" y="78493"/>
                </a:lnTo>
                <a:lnTo>
                  <a:pt x="2347550" y="79750"/>
                </a:lnTo>
                <a:lnTo>
                  <a:pt x="2347200" y="81026"/>
                </a:lnTo>
                <a:lnTo>
                  <a:pt x="2346874" y="82321"/>
                </a:lnTo>
                <a:lnTo>
                  <a:pt x="2346572" y="83636"/>
                </a:lnTo>
                <a:lnTo>
                  <a:pt x="2346294" y="84970"/>
                </a:lnTo>
                <a:lnTo>
                  <a:pt x="2346041" y="86324"/>
                </a:lnTo>
                <a:lnTo>
                  <a:pt x="2345811" y="87697"/>
                </a:lnTo>
                <a:lnTo>
                  <a:pt x="2345606" y="89089"/>
                </a:lnTo>
                <a:lnTo>
                  <a:pt x="2345425" y="90501"/>
                </a:lnTo>
                <a:lnTo>
                  <a:pt x="2345268" y="91933"/>
                </a:lnTo>
                <a:lnTo>
                  <a:pt x="2345135" y="93383"/>
                </a:lnTo>
                <a:lnTo>
                  <a:pt x="2345026" y="94854"/>
                </a:lnTo>
                <a:lnTo>
                  <a:pt x="2344942" y="96343"/>
                </a:lnTo>
                <a:lnTo>
                  <a:pt x="2344881" y="97852"/>
                </a:lnTo>
                <a:lnTo>
                  <a:pt x="2344845" y="99381"/>
                </a:lnTo>
                <a:lnTo>
                  <a:pt x="2344833" y="100929"/>
                </a:lnTo>
                <a:lnTo>
                  <a:pt x="2344845" y="102448"/>
                </a:lnTo>
                <a:lnTo>
                  <a:pt x="2344881" y="103949"/>
                </a:lnTo>
                <a:lnTo>
                  <a:pt x="2344942" y="105431"/>
                </a:lnTo>
                <a:lnTo>
                  <a:pt x="2345026" y="106895"/>
                </a:lnTo>
                <a:lnTo>
                  <a:pt x="2345135" y="108339"/>
                </a:lnTo>
                <a:lnTo>
                  <a:pt x="2345268" y="109765"/>
                </a:lnTo>
                <a:lnTo>
                  <a:pt x="2345425" y="111171"/>
                </a:lnTo>
                <a:lnTo>
                  <a:pt x="2345606" y="112559"/>
                </a:lnTo>
                <a:lnTo>
                  <a:pt x="2345811" y="113928"/>
                </a:lnTo>
                <a:lnTo>
                  <a:pt x="2346041" y="115279"/>
                </a:lnTo>
                <a:lnTo>
                  <a:pt x="2346294" y="116610"/>
                </a:lnTo>
                <a:lnTo>
                  <a:pt x="2346572" y="117922"/>
                </a:lnTo>
                <a:lnTo>
                  <a:pt x="2346874" y="119216"/>
                </a:lnTo>
                <a:lnTo>
                  <a:pt x="2347200" y="120491"/>
                </a:lnTo>
                <a:lnTo>
                  <a:pt x="2347550" y="121747"/>
                </a:lnTo>
                <a:lnTo>
                  <a:pt x="2347925" y="122984"/>
                </a:lnTo>
                <a:lnTo>
                  <a:pt x="2348323" y="124203"/>
                </a:lnTo>
                <a:lnTo>
                  <a:pt x="2348746" y="125402"/>
                </a:lnTo>
                <a:lnTo>
                  <a:pt x="2349193" y="126583"/>
                </a:lnTo>
                <a:lnTo>
                  <a:pt x="2349664" y="127745"/>
                </a:lnTo>
                <a:lnTo>
                  <a:pt x="2350159" y="128888"/>
                </a:lnTo>
                <a:lnTo>
                  <a:pt x="2350678" y="130012"/>
                </a:lnTo>
                <a:lnTo>
                  <a:pt x="2351222" y="131118"/>
                </a:lnTo>
                <a:lnTo>
                  <a:pt x="2351789" y="132204"/>
                </a:lnTo>
                <a:lnTo>
                  <a:pt x="2352379" y="133270"/>
                </a:lnTo>
                <a:lnTo>
                  <a:pt x="2352989" y="134315"/>
                </a:lnTo>
                <a:lnTo>
                  <a:pt x="2353618" y="135339"/>
                </a:lnTo>
                <a:lnTo>
                  <a:pt x="2354268" y="136342"/>
                </a:lnTo>
                <a:lnTo>
                  <a:pt x="2354938" y="137323"/>
                </a:lnTo>
                <a:lnTo>
                  <a:pt x="2355627" y="138283"/>
                </a:lnTo>
                <a:lnTo>
                  <a:pt x="2356337" y="139222"/>
                </a:lnTo>
                <a:lnTo>
                  <a:pt x="2357067" y="140140"/>
                </a:lnTo>
                <a:lnTo>
                  <a:pt x="2357816" y="141036"/>
                </a:lnTo>
                <a:lnTo>
                  <a:pt x="2358586" y="141912"/>
                </a:lnTo>
                <a:lnTo>
                  <a:pt x="2359376" y="142766"/>
                </a:lnTo>
                <a:lnTo>
                  <a:pt x="2360185" y="143598"/>
                </a:lnTo>
                <a:lnTo>
                  <a:pt x="2361015" y="144410"/>
                </a:lnTo>
                <a:lnTo>
                  <a:pt x="2361865" y="145200"/>
                </a:lnTo>
                <a:lnTo>
                  <a:pt x="2362734" y="145969"/>
                </a:lnTo>
                <a:lnTo>
                  <a:pt x="2363624" y="146717"/>
                </a:lnTo>
                <a:lnTo>
                  <a:pt x="2364534" y="147444"/>
                </a:lnTo>
                <a:lnTo>
                  <a:pt x="2365463" y="148149"/>
                </a:lnTo>
                <a:lnTo>
                  <a:pt x="2366413" y="148834"/>
                </a:lnTo>
                <a:lnTo>
                  <a:pt x="2367383" y="149497"/>
                </a:lnTo>
                <a:lnTo>
                  <a:pt x="2368372" y="150139"/>
                </a:lnTo>
                <a:lnTo>
                  <a:pt x="2369382" y="150759"/>
                </a:lnTo>
                <a:lnTo>
                  <a:pt x="2370411" y="151358"/>
                </a:lnTo>
                <a:lnTo>
                  <a:pt x="2371461" y="151937"/>
                </a:lnTo>
                <a:lnTo>
                  <a:pt x="2372528" y="152492"/>
                </a:lnTo>
                <a:lnTo>
                  <a:pt x="2373609" y="153024"/>
                </a:lnTo>
                <a:lnTo>
                  <a:pt x="2374705" y="153532"/>
                </a:lnTo>
                <a:lnTo>
                  <a:pt x="2375815" y="154016"/>
                </a:lnTo>
                <a:lnTo>
                  <a:pt x="2376940" y="154477"/>
                </a:lnTo>
                <a:lnTo>
                  <a:pt x="2378079" y="154915"/>
                </a:lnTo>
                <a:lnTo>
                  <a:pt x="2379233" y="155328"/>
                </a:lnTo>
                <a:lnTo>
                  <a:pt x="2380401" y="155718"/>
                </a:lnTo>
                <a:lnTo>
                  <a:pt x="2381583" y="156084"/>
                </a:lnTo>
                <a:lnTo>
                  <a:pt x="2382780" y="156427"/>
                </a:lnTo>
                <a:lnTo>
                  <a:pt x="2383991" y="156746"/>
                </a:lnTo>
                <a:lnTo>
                  <a:pt x="2385217" y="157042"/>
                </a:lnTo>
                <a:lnTo>
                  <a:pt x="2386457" y="157313"/>
                </a:lnTo>
                <a:lnTo>
                  <a:pt x="2387712" y="157562"/>
                </a:lnTo>
                <a:lnTo>
                  <a:pt x="2388981" y="157786"/>
                </a:lnTo>
                <a:lnTo>
                  <a:pt x="2390265" y="157987"/>
                </a:lnTo>
                <a:lnTo>
                  <a:pt x="2391563" y="158164"/>
                </a:lnTo>
                <a:lnTo>
                  <a:pt x="2392876" y="158318"/>
                </a:lnTo>
                <a:lnTo>
                  <a:pt x="2394203" y="158448"/>
                </a:lnTo>
                <a:lnTo>
                  <a:pt x="2395544" y="158554"/>
                </a:lnTo>
                <a:lnTo>
                  <a:pt x="2396900" y="158637"/>
                </a:lnTo>
                <a:lnTo>
                  <a:pt x="2398270" y="158696"/>
                </a:lnTo>
                <a:lnTo>
                  <a:pt x="2399655" y="158732"/>
                </a:lnTo>
                <a:lnTo>
                  <a:pt x="2401054" y="158743"/>
                </a:lnTo>
                <a:lnTo>
                  <a:pt x="2402472" y="158732"/>
                </a:lnTo>
                <a:lnTo>
                  <a:pt x="2403875" y="158696"/>
                </a:lnTo>
                <a:lnTo>
                  <a:pt x="2405262" y="158637"/>
                </a:lnTo>
                <a:lnTo>
                  <a:pt x="2406634" y="158554"/>
                </a:lnTo>
                <a:lnTo>
                  <a:pt x="2407991" y="158448"/>
                </a:lnTo>
                <a:close/>
                <a:moveTo>
                  <a:pt x="2397196" y="135503"/>
                </a:moveTo>
                <a:lnTo>
                  <a:pt x="2396468" y="135413"/>
                </a:lnTo>
                <a:lnTo>
                  <a:pt x="2395754" y="135307"/>
                </a:lnTo>
                <a:lnTo>
                  <a:pt x="2395055" y="135184"/>
                </a:lnTo>
                <a:lnTo>
                  <a:pt x="2394370" y="135045"/>
                </a:lnTo>
                <a:lnTo>
                  <a:pt x="2393699" y="134889"/>
                </a:lnTo>
                <a:lnTo>
                  <a:pt x="2393043" y="134718"/>
                </a:lnTo>
                <a:lnTo>
                  <a:pt x="2392402" y="134530"/>
                </a:lnTo>
                <a:lnTo>
                  <a:pt x="2391775" y="134325"/>
                </a:lnTo>
                <a:lnTo>
                  <a:pt x="2391162" y="134104"/>
                </a:lnTo>
                <a:lnTo>
                  <a:pt x="2390564" y="133867"/>
                </a:lnTo>
                <a:lnTo>
                  <a:pt x="2389980" y="133613"/>
                </a:lnTo>
                <a:lnTo>
                  <a:pt x="2389411" y="133344"/>
                </a:lnTo>
                <a:lnTo>
                  <a:pt x="2388856" y="133057"/>
                </a:lnTo>
                <a:lnTo>
                  <a:pt x="2388315" y="132755"/>
                </a:lnTo>
                <a:lnTo>
                  <a:pt x="2387789" y="132436"/>
                </a:lnTo>
                <a:lnTo>
                  <a:pt x="2387278" y="132100"/>
                </a:lnTo>
                <a:lnTo>
                  <a:pt x="2386781" y="131749"/>
                </a:lnTo>
                <a:lnTo>
                  <a:pt x="2386298" y="131380"/>
                </a:lnTo>
                <a:lnTo>
                  <a:pt x="2385830" y="130996"/>
                </a:lnTo>
                <a:lnTo>
                  <a:pt x="2385375" y="130598"/>
                </a:lnTo>
                <a:lnTo>
                  <a:pt x="2384931" y="130189"/>
                </a:lnTo>
                <a:lnTo>
                  <a:pt x="2384498" y="129768"/>
                </a:lnTo>
                <a:lnTo>
                  <a:pt x="2384077" y="129337"/>
                </a:lnTo>
                <a:lnTo>
                  <a:pt x="2383667" y="128894"/>
                </a:lnTo>
                <a:lnTo>
                  <a:pt x="2383268" y="128441"/>
                </a:lnTo>
                <a:lnTo>
                  <a:pt x="2382880" y="127976"/>
                </a:lnTo>
                <a:lnTo>
                  <a:pt x="2382504" y="127500"/>
                </a:lnTo>
                <a:lnTo>
                  <a:pt x="2382139" y="127013"/>
                </a:lnTo>
                <a:lnTo>
                  <a:pt x="2381785" y="126515"/>
                </a:lnTo>
                <a:lnTo>
                  <a:pt x="2381443" y="126006"/>
                </a:lnTo>
                <a:lnTo>
                  <a:pt x="2381112" y="125486"/>
                </a:lnTo>
                <a:lnTo>
                  <a:pt x="2380792" y="124954"/>
                </a:lnTo>
                <a:lnTo>
                  <a:pt x="2380483" y="124412"/>
                </a:lnTo>
                <a:lnTo>
                  <a:pt x="2380186" y="123858"/>
                </a:lnTo>
                <a:lnTo>
                  <a:pt x="2379900" y="123294"/>
                </a:lnTo>
                <a:lnTo>
                  <a:pt x="2379625" y="122718"/>
                </a:lnTo>
                <a:lnTo>
                  <a:pt x="2379362" y="122131"/>
                </a:lnTo>
                <a:lnTo>
                  <a:pt x="2379110" y="121533"/>
                </a:lnTo>
                <a:lnTo>
                  <a:pt x="2378869" y="120924"/>
                </a:lnTo>
                <a:lnTo>
                  <a:pt x="2378639" y="120304"/>
                </a:lnTo>
                <a:lnTo>
                  <a:pt x="2378421" y="119673"/>
                </a:lnTo>
                <a:lnTo>
                  <a:pt x="2378214" y="119030"/>
                </a:lnTo>
                <a:lnTo>
                  <a:pt x="2378018" y="118377"/>
                </a:lnTo>
                <a:lnTo>
                  <a:pt x="2377832" y="117715"/>
                </a:lnTo>
                <a:lnTo>
                  <a:pt x="2377654" y="117048"/>
                </a:lnTo>
                <a:lnTo>
                  <a:pt x="2377484" y="116374"/>
                </a:lnTo>
                <a:lnTo>
                  <a:pt x="2377321" y="115696"/>
                </a:lnTo>
                <a:lnTo>
                  <a:pt x="2377167" y="115011"/>
                </a:lnTo>
                <a:lnTo>
                  <a:pt x="2377021" y="114321"/>
                </a:lnTo>
                <a:lnTo>
                  <a:pt x="2376882" y="113625"/>
                </a:lnTo>
                <a:lnTo>
                  <a:pt x="2376751" y="112924"/>
                </a:lnTo>
                <a:lnTo>
                  <a:pt x="2376629" y="112217"/>
                </a:lnTo>
                <a:lnTo>
                  <a:pt x="2376514" y="111504"/>
                </a:lnTo>
                <a:lnTo>
                  <a:pt x="2376407" y="110786"/>
                </a:lnTo>
                <a:lnTo>
                  <a:pt x="2376308" y="110062"/>
                </a:lnTo>
                <a:lnTo>
                  <a:pt x="2376217" y="109332"/>
                </a:lnTo>
                <a:lnTo>
                  <a:pt x="2376134" y="108597"/>
                </a:lnTo>
                <a:lnTo>
                  <a:pt x="2376058" y="107856"/>
                </a:lnTo>
                <a:lnTo>
                  <a:pt x="2375991" y="107109"/>
                </a:lnTo>
                <a:lnTo>
                  <a:pt x="2375932" y="106357"/>
                </a:lnTo>
                <a:lnTo>
                  <a:pt x="2375880" y="105599"/>
                </a:lnTo>
                <a:lnTo>
                  <a:pt x="2375837" y="104835"/>
                </a:lnTo>
                <a:lnTo>
                  <a:pt x="2375801" y="104066"/>
                </a:lnTo>
                <a:lnTo>
                  <a:pt x="2375773" y="103291"/>
                </a:lnTo>
                <a:lnTo>
                  <a:pt x="2375753" y="102510"/>
                </a:lnTo>
                <a:lnTo>
                  <a:pt x="2375742" y="101724"/>
                </a:lnTo>
                <a:lnTo>
                  <a:pt x="2375738" y="100932"/>
                </a:lnTo>
                <a:lnTo>
                  <a:pt x="2375742" y="100121"/>
                </a:lnTo>
                <a:lnTo>
                  <a:pt x="2375753" y="99316"/>
                </a:lnTo>
                <a:lnTo>
                  <a:pt x="2375773" y="98517"/>
                </a:lnTo>
                <a:lnTo>
                  <a:pt x="2375801" y="97724"/>
                </a:lnTo>
                <a:lnTo>
                  <a:pt x="2375837" y="96937"/>
                </a:lnTo>
                <a:lnTo>
                  <a:pt x="2375880" y="96156"/>
                </a:lnTo>
                <a:lnTo>
                  <a:pt x="2375932" y="95381"/>
                </a:lnTo>
                <a:lnTo>
                  <a:pt x="2375991" y="94612"/>
                </a:lnTo>
                <a:lnTo>
                  <a:pt x="2376058" y="93849"/>
                </a:lnTo>
                <a:lnTo>
                  <a:pt x="2376134" y="93092"/>
                </a:lnTo>
                <a:lnTo>
                  <a:pt x="2376217" y="92342"/>
                </a:lnTo>
                <a:lnTo>
                  <a:pt x="2376308" y="91597"/>
                </a:lnTo>
                <a:lnTo>
                  <a:pt x="2376407" y="90859"/>
                </a:lnTo>
                <a:lnTo>
                  <a:pt x="2376514" y="90126"/>
                </a:lnTo>
                <a:lnTo>
                  <a:pt x="2376629" y="89400"/>
                </a:lnTo>
                <a:lnTo>
                  <a:pt x="2376751" y="88679"/>
                </a:lnTo>
                <a:lnTo>
                  <a:pt x="2376882" y="87965"/>
                </a:lnTo>
                <a:lnTo>
                  <a:pt x="2377021" y="87257"/>
                </a:lnTo>
                <a:lnTo>
                  <a:pt x="2377167" y="86555"/>
                </a:lnTo>
                <a:lnTo>
                  <a:pt x="2377321" y="85859"/>
                </a:lnTo>
                <a:lnTo>
                  <a:pt x="2377484" y="85169"/>
                </a:lnTo>
                <a:lnTo>
                  <a:pt x="2377654" y="84485"/>
                </a:lnTo>
                <a:lnTo>
                  <a:pt x="2377832" y="83807"/>
                </a:lnTo>
                <a:lnTo>
                  <a:pt x="2378018" y="83135"/>
                </a:lnTo>
                <a:lnTo>
                  <a:pt x="2378214" y="82472"/>
                </a:lnTo>
                <a:lnTo>
                  <a:pt x="2378421" y="81820"/>
                </a:lnTo>
                <a:lnTo>
                  <a:pt x="2378639" y="81180"/>
                </a:lnTo>
                <a:lnTo>
                  <a:pt x="2378869" y="80550"/>
                </a:lnTo>
                <a:lnTo>
                  <a:pt x="2379110" y="79932"/>
                </a:lnTo>
                <a:lnTo>
                  <a:pt x="2379362" y="79326"/>
                </a:lnTo>
                <a:lnTo>
                  <a:pt x="2379625" y="78731"/>
                </a:lnTo>
                <a:lnTo>
                  <a:pt x="2379900" y="78147"/>
                </a:lnTo>
                <a:lnTo>
                  <a:pt x="2380186" y="77574"/>
                </a:lnTo>
                <a:lnTo>
                  <a:pt x="2380483" y="77013"/>
                </a:lnTo>
                <a:lnTo>
                  <a:pt x="2380792" y="76462"/>
                </a:lnTo>
                <a:lnTo>
                  <a:pt x="2381112" y="75924"/>
                </a:lnTo>
                <a:lnTo>
                  <a:pt x="2381443" y="75396"/>
                </a:lnTo>
                <a:lnTo>
                  <a:pt x="2381785" y="74880"/>
                </a:lnTo>
                <a:lnTo>
                  <a:pt x="2382139" y="74375"/>
                </a:lnTo>
                <a:lnTo>
                  <a:pt x="2382504" y="73882"/>
                </a:lnTo>
                <a:lnTo>
                  <a:pt x="2382880" y="73400"/>
                </a:lnTo>
                <a:lnTo>
                  <a:pt x="2383268" y="72929"/>
                </a:lnTo>
                <a:lnTo>
                  <a:pt x="2383667" y="72469"/>
                </a:lnTo>
                <a:lnTo>
                  <a:pt x="2384077" y="72021"/>
                </a:lnTo>
                <a:lnTo>
                  <a:pt x="2384498" y="71584"/>
                </a:lnTo>
                <a:lnTo>
                  <a:pt x="2384931" y="71158"/>
                </a:lnTo>
                <a:lnTo>
                  <a:pt x="2385375" y="70744"/>
                </a:lnTo>
                <a:lnTo>
                  <a:pt x="2385830" y="70341"/>
                </a:lnTo>
                <a:lnTo>
                  <a:pt x="2386298" y="69952"/>
                </a:lnTo>
                <a:lnTo>
                  <a:pt x="2386781" y="69580"/>
                </a:lnTo>
                <a:lnTo>
                  <a:pt x="2387278" y="69224"/>
                </a:lnTo>
                <a:lnTo>
                  <a:pt x="2387789" y="68884"/>
                </a:lnTo>
                <a:lnTo>
                  <a:pt x="2388315" y="68561"/>
                </a:lnTo>
                <a:lnTo>
                  <a:pt x="2388856" y="68255"/>
                </a:lnTo>
                <a:lnTo>
                  <a:pt x="2389411" y="67965"/>
                </a:lnTo>
                <a:lnTo>
                  <a:pt x="2389980" y="67692"/>
                </a:lnTo>
                <a:lnTo>
                  <a:pt x="2390564" y="67435"/>
                </a:lnTo>
                <a:lnTo>
                  <a:pt x="2391162" y="67195"/>
                </a:lnTo>
                <a:lnTo>
                  <a:pt x="2391775" y="66972"/>
                </a:lnTo>
                <a:lnTo>
                  <a:pt x="2392402" y="66765"/>
                </a:lnTo>
                <a:lnTo>
                  <a:pt x="2393043" y="66575"/>
                </a:lnTo>
                <a:lnTo>
                  <a:pt x="2393699" y="66401"/>
                </a:lnTo>
                <a:lnTo>
                  <a:pt x="2394370" y="66243"/>
                </a:lnTo>
                <a:lnTo>
                  <a:pt x="2395055" y="66103"/>
                </a:lnTo>
                <a:lnTo>
                  <a:pt x="2395754" y="65979"/>
                </a:lnTo>
                <a:lnTo>
                  <a:pt x="2396468" y="65871"/>
                </a:lnTo>
                <a:lnTo>
                  <a:pt x="2397196" y="65780"/>
                </a:lnTo>
                <a:lnTo>
                  <a:pt x="2397939" y="65705"/>
                </a:lnTo>
                <a:lnTo>
                  <a:pt x="2398696" y="65647"/>
                </a:lnTo>
                <a:lnTo>
                  <a:pt x="2399468" y="65606"/>
                </a:lnTo>
                <a:lnTo>
                  <a:pt x="2400254" y="65581"/>
                </a:lnTo>
                <a:lnTo>
                  <a:pt x="2401054" y="65573"/>
                </a:lnTo>
                <a:lnTo>
                  <a:pt x="2401874" y="65581"/>
                </a:lnTo>
                <a:lnTo>
                  <a:pt x="2402678" y="65606"/>
                </a:lnTo>
                <a:lnTo>
                  <a:pt x="2403468" y="65647"/>
                </a:lnTo>
                <a:lnTo>
                  <a:pt x="2404243" y="65705"/>
                </a:lnTo>
                <a:lnTo>
                  <a:pt x="2405003" y="65780"/>
                </a:lnTo>
                <a:lnTo>
                  <a:pt x="2405748" y="65871"/>
                </a:lnTo>
                <a:lnTo>
                  <a:pt x="2406478" y="65979"/>
                </a:lnTo>
                <a:lnTo>
                  <a:pt x="2407194" y="66103"/>
                </a:lnTo>
                <a:lnTo>
                  <a:pt x="2407894" y="66243"/>
                </a:lnTo>
                <a:lnTo>
                  <a:pt x="2408580" y="66401"/>
                </a:lnTo>
                <a:lnTo>
                  <a:pt x="2409251" y="66575"/>
                </a:lnTo>
                <a:lnTo>
                  <a:pt x="2409907" y="66765"/>
                </a:lnTo>
                <a:lnTo>
                  <a:pt x="2410548" y="66972"/>
                </a:lnTo>
                <a:lnTo>
                  <a:pt x="2411174" y="67195"/>
                </a:lnTo>
                <a:lnTo>
                  <a:pt x="2411786" y="67435"/>
                </a:lnTo>
                <a:lnTo>
                  <a:pt x="2412382" y="67692"/>
                </a:lnTo>
                <a:lnTo>
                  <a:pt x="2412964" y="67965"/>
                </a:lnTo>
                <a:lnTo>
                  <a:pt x="2413531" y="68255"/>
                </a:lnTo>
                <a:lnTo>
                  <a:pt x="2414083" y="68561"/>
                </a:lnTo>
                <a:lnTo>
                  <a:pt x="2414620" y="68884"/>
                </a:lnTo>
                <a:lnTo>
                  <a:pt x="2415143" y="69224"/>
                </a:lnTo>
                <a:lnTo>
                  <a:pt x="2415650" y="69580"/>
                </a:lnTo>
                <a:lnTo>
                  <a:pt x="2416143" y="69952"/>
                </a:lnTo>
                <a:lnTo>
                  <a:pt x="2416621" y="70341"/>
                </a:lnTo>
                <a:lnTo>
                  <a:pt x="2417086" y="70744"/>
                </a:lnTo>
                <a:lnTo>
                  <a:pt x="2417539" y="71158"/>
                </a:lnTo>
                <a:lnTo>
                  <a:pt x="2417980" y="71584"/>
                </a:lnTo>
                <a:lnTo>
                  <a:pt x="2418411" y="72021"/>
                </a:lnTo>
                <a:lnTo>
                  <a:pt x="2418829" y="72469"/>
                </a:lnTo>
                <a:lnTo>
                  <a:pt x="2419237" y="72929"/>
                </a:lnTo>
                <a:lnTo>
                  <a:pt x="2419632" y="73400"/>
                </a:lnTo>
                <a:lnTo>
                  <a:pt x="2420017" y="73882"/>
                </a:lnTo>
                <a:lnTo>
                  <a:pt x="2420390" y="74375"/>
                </a:lnTo>
                <a:lnTo>
                  <a:pt x="2420751" y="74880"/>
                </a:lnTo>
                <a:lnTo>
                  <a:pt x="2421101" y="75396"/>
                </a:lnTo>
                <a:lnTo>
                  <a:pt x="2421439" y="75924"/>
                </a:lnTo>
                <a:lnTo>
                  <a:pt x="2421766" y="76462"/>
                </a:lnTo>
                <a:lnTo>
                  <a:pt x="2422081" y="77013"/>
                </a:lnTo>
                <a:lnTo>
                  <a:pt x="2422385" y="77574"/>
                </a:lnTo>
                <a:lnTo>
                  <a:pt x="2422678" y="78147"/>
                </a:lnTo>
                <a:lnTo>
                  <a:pt x="2422959" y="78731"/>
                </a:lnTo>
                <a:lnTo>
                  <a:pt x="2423228" y="79326"/>
                </a:lnTo>
                <a:lnTo>
                  <a:pt x="2423486" y="79932"/>
                </a:lnTo>
                <a:lnTo>
                  <a:pt x="2423732" y="80550"/>
                </a:lnTo>
                <a:lnTo>
                  <a:pt x="2423968" y="81180"/>
                </a:lnTo>
                <a:lnTo>
                  <a:pt x="2424191" y="81820"/>
                </a:lnTo>
                <a:lnTo>
                  <a:pt x="2424403" y="82472"/>
                </a:lnTo>
                <a:lnTo>
                  <a:pt x="2424604" y="83135"/>
                </a:lnTo>
                <a:lnTo>
                  <a:pt x="2424794" y="83807"/>
                </a:lnTo>
                <a:lnTo>
                  <a:pt x="2424977" y="84485"/>
                </a:lnTo>
                <a:lnTo>
                  <a:pt x="2425152" y="85169"/>
                </a:lnTo>
                <a:lnTo>
                  <a:pt x="2425318" y="85859"/>
                </a:lnTo>
                <a:lnTo>
                  <a:pt x="2425476" y="86555"/>
                </a:lnTo>
                <a:lnTo>
                  <a:pt x="2425626" y="87257"/>
                </a:lnTo>
                <a:lnTo>
                  <a:pt x="2425768" y="87965"/>
                </a:lnTo>
                <a:lnTo>
                  <a:pt x="2425902" y="88679"/>
                </a:lnTo>
                <a:lnTo>
                  <a:pt x="2426028" y="89400"/>
                </a:lnTo>
                <a:lnTo>
                  <a:pt x="2426146" y="90126"/>
                </a:lnTo>
                <a:lnTo>
                  <a:pt x="2426256" y="90859"/>
                </a:lnTo>
                <a:lnTo>
                  <a:pt x="2426357" y="91597"/>
                </a:lnTo>
                <a:lnTo>
                  <a:pt x="2426450" y="92342"/>
                </a:lnTo>
                <a:lnTo>
                  <a:pt x="2426536" y="93092"/>
                </a:lnTo>
                <a:lnTo>
                  <a:pt x="2426613" y="93849"/>
                </a:lnTo>
                <a:lnTo>
                  <a:pt x="2426682" y="94612"/>
                </a:lnTo>
                <a:lnTo>
                  <a:pt x="2426743" y="95381"/>
                </a:lnTo>
                <a:lnTo>
                  <a:pt x="2426795" y="96156"/>
                </a:lnTo>
                <a:lnTo>
                  <a:pt x="2426840" y="96937"/>
                </a:lnTo>
                <a:lnTo>
                  <a:pt x="2426877" y="97724"/>
                </a:lnTo>
                <a:lnTo>
                  <a:pt x="2426905" y="98517"/>
                </a:lnTo>
                <a:lnTo>
                  <a:pt x="2426925" y="99316"/>
                </a:lnTo>
                <a:lnTo>
                  <a:pt x="2426937" y="100121"/>
                </a:lnTo>
                <a:lnTo>
                  <a:pt x="2426941" y="100932"/>
                </a:lnTo>
                <a:lnTo>
                  <a:pt x="2426937" y="101724"/>
                </a:lnTo>
                <a:lnTo>
                  <a:pt x="2426925" y="102510"/>
                </a:lnTo>
                <a:lnTo>
                  <a:pt x="2426905" y="103291"/>
                </a:lnTo>
                <a:lnTo>
                  <a:pt x="2426877" y="104066"/>
                </a:lnTo>
                <a:lnTo>
                  <a:pt x="2426840" y="104835"/>
                </a:lnTo>
                <a:lnTo>
                  <a:pt x="2426795" y="105599"/>
                </a:lnTo>
                <a:lnTo>
                  <a:pt x="2426743" y="106357"/>
                </a:lnTo>
                <a:lnTo>
                  <a:pt x="2426682" y="107109"/>
                </a:lnTo>
                <a:lnTo>
                  <a:pt x="2426613" y="107856"/>
                </a:lnTo>
                <a:lnTo>
                  <a:pt x="2426536" y="108597"/>
                </a:lnTo>
                <a:lnTo>
                  <a:pt x="2426450" y="109332"/>
                </a:lnTo>
                <a:lnTo>
                  <a:pt x="2426357" y="110062"/>
                </a:lnTo>
                <a:lnTo>
                  <a:pt x="2426256" y="110786"/>
                </a:lnTo>
                <a:lnTo>
                  <a:pt x="2426146" y="111504"/>
                </a:lnTo>
                <a:lnTo>
                  <a:pt x="2426028" y="112217"/>
                </a:lnTo>
                <a:lnTo>
                  <a:pt x="2425902" y="112924"/>
                </a:lnTo>
                <a:lnTo>
                  <a:pt x="2425768" y="113625"/>
                </a:lnTo>
                <a:lnTo>
                  <a:pt x="2425626" y="114321"/>
                </a:lnTo>
                <a:lnTo>
                  <a:pt x="2425476" y="115011"/>
                </a:lnTo>
                <a:lnTo>
                  <a:pt x="2425318" y="115696"/>
                </a:lnTo>
                <a:lnTo>
                  <a:pt x="2425152" y="116374"/>
                </a:lnTo>
                <a:lnTo>
                  <a:pt x="2424977" y="117048"/>
                </a:lnTo>
                <a:lnTo>
                  <a:pt x="2424794" y="117715"/>
                </a:lnTo>
                <a:lnTo>
                  <a:pt x="2424604" y="118377"/>
                </a:lnTo>
                <a:lnTo>
                  <a:pt x="2424403" y="119030"/>
                </a:lnTo>
                <a:lnTo>
                  <a:pt x="2424191" y="119673"/>
                </a:lnTo>
                <a:lnTo>
                  <a:pt x="2423968" y="120304"/>
                </a:lnTo>
                <a:lnTo>
                  <a:pt x="2423732" y="120924"/>
                </a:lnTo>
                <a:lnTo>
                  <a:pt x="2423486" y="121533"/>
                </a:lnTo>
                <a:lnTo>
                  <a:pt x="2423228" y="122131"/>
                </a:lnTo>
                <a:lnTo>
                  <a:pt x="2422959" y="122718"/>
                </a:lnTo>
                <a:lnTo>
                  <a:pt x="2422678" y="123294"/>
                </a:lnTo>
                <a:lnTo>
                  <a:pt x="2422385" y="123858"/>
                </a:lnTo>
                <a:lnTo>
                  <a:pt x="2422081" y="124412"/>
                </a:lnTo>
                <a:lnTo>
                  <a:pt x="2421766" y="124954"/>
                </a:lnTo>
                <a:lnTo>
                  <a:pt x="2421439" y="125486"/>
                </a:lnTo>
                <a:lnTo>
                  <a:pt x="2421101" y="126006"/>
                </a:lnTo>
                <a:lnTo>
                  <a:pt x="2420751" y="126515"/>
                </a:lnTo>
                <a:lnTo>
                  <a:pt x="2420390" y="127013"/>
                </a:lnTo>
                <a:lnTo>
                  <a:pt x="2420017" y="127500"/>
                </a:lnTo>
                <a:lnTo>
                  <a:pt x="2419632" y="127976"/>
                </a:lnTo>
                <a:lnTo>
                  <a:pt x="2419237" y="128441"/>
                </a:lnTo>
                <a:lnTo>
                  <a:pt x="2418829" y="128894"/>
                </a:lnTo>
                <a:lnTo>
                  <a:pt x="2418411" y="129337"/>
                </a:lnTo>
                <a:lnTo>
                  <a:pt x="2417980" y="129768"/>
                </a:lnTo>
                <a:lnTo>
                  <a:pt x="2417539" y="130189"/>
                </a:lnTo>
                <a:lnTo>
                  <a:pt x="2417086" y="130598"/>
                </a:lnTo>
                <a:lnTo>
                  <a:pt x="2416621" y="130996"/>
                </a:lnTo>
                <a:lnTo>
                  <a:pt x="2416143" y="131380"/>
                </a:lnTo>
                <a:lnTo>
                  <a:pt x="2415650" y="131749"/>
                </a:lnTo>
                <a:lnTo>
                  <a:pt x="2415143" y="132100"/>
                </a:lnTo>
                <a:lnTo>
                  <a:pt x="2414620" y="132436"/>
                </a:lnTo>
                <a:lnTo>
                  <a:pt x="2414083" y="132755"/>
                </a:lnTo>
                <a:lnTo>
                  <a:pt x="2413531" y="133057"/>
                </a:lnTo>
                <a:lnTo>
                  <a:pt x="2412964" y="133344"/>
                </a:lnTo>
                <a:lnTo>
                  <a:pt x="2412382" y="133613"/>
                </a:lnTo>
                <a:lnTo>
                  <a:pt x="2411786" y="133867"/>
                </a:lnTo>
                <a:lnTo>
                  <a:pt x="2411174" y="134104"/>
                </a:lnTo>
                <a:lnTo>
                  <a:pt x="2410548" y="134325"/>
                </a:lnTo>
                <a:lnTo>
                  <a:pt x="2409907" y="134530"/>
                </a:lnTo>
                <a:lnTo>
                  <a:pt x="2409251" y="134718"/>
                </a:lnTo>
                <a:lnTo>
                  <a:pt x="2408580" y="134889"/>
                </a:lnTo>
                <a:lnTo>
                  <a:pt x="2407894" y="135045"/>
                </a:lnTo>
                <a:lnTo>
                  <a:pt x="2407194" y="135184"/>
                </a:lnTo>
                <a:lnTo>
                  <a:pt x="2406478" y="135307"/>
                </a:lnTo>
                <a:lnTo>
                  <a:pt x="2405748" y="135413"/>
                </a:lnTo>
                <a:lnTo>
                  <a:pt x="2405003" y="135503"/>
                </a:lnTo>
                <a:lnTo>
                  <a:pt x="2404243" y="135576"/>
                </a:lnTo>
                <a:lnTo>
                  <a:pt x="2403468" y="135634"/>
                </a:lnTo>
                <a:lnTo>
                  <a:pt x="2402678" y="135675"/>
                </a:lnTo>
                <a:lnTo>
                  <a:pt x="2401874" y="135699"/>
                </a:lnTo>
                <a:lnTo>
                  <a:pt x="2401054" y="135707"/>
                </a:lnTo>
                <a:lnTo>
                  <a:pt x="2400254" y="135699"/>
                </a:lnTo>
                <a:lnTo>
                  <a:pt x="2399468" y="135675"/>
                </a:lnTo>
                <a:lnTo>
                  <a:pt x="2398696" y="135634"/>
                </a:lnTo>
                <a:lnTo>
                  <a:pt x="2397939" y="135576"/>
                </a:lnTo>
                <a:lnTo>
                  <a:pt x="2397196" y="135503"/>
                </a:lnTo>
                <a:close/>
                <a:moveTo>
                  <a:pt x="1943900" y="158501"/>
                </a:moveTo>
                <a:lnTo>
                  <a:pt x="1945015" y="158394"/>
                </a:lnTo>
                <a:lnTo>
                  <a:pt x="1946114" y="158268"/>
                </a:lnTo>
                <a:lnTo>
                  <a:pt x="1947196" y="158122"/>
                </a:lnTo>
                <a:lnTo>
                  <a:pt x="1948262" y="157958"/>
                </a:lnTo>
                <a:lnTo>
                  <a:pt x="1949311" y="157773"/>
                </a:lnTo>
                <a:lnTo>
                  <a:pt x="1950343" y="157570"/>
                </a:lnTo>
                <a:lnTo>
                  <a:pt x="1951359" y="157346"/>
                </a:lnTo>
                <a:lnTo>
                  <a:pt x="1952358" y="157104"/>
                </a:lnTo>
                <a:lnTo>
                  <a:pt x="1953340" y="156842"/>
                </a:lnTo>
                <a:lnTo>
                  <a:pt x="1954306" y="156561"/>
                </a:lnTo>
                <a:lnTo>
                  <a:pt x="1955255" y="156260"/>
                </a:lnTo>
                <a:lnTo>
                  <a:pt x="1956188" y="155940"/>
                </a:lnTo>
                <a:lnTo>
                  <a:pt x="1957104" y="155600"/>
                </a:lnTo>
                <a:lnTo>
                  <a:pt x="1958003" y="155241"/>
                </a:lnTo>
                <a:lnTo>
                  <a:pt x="1958885" y="154863"/>
                </a:lnTo>
                <a:lnTo>
                  <a:pt x="1959751" y="154465"/>
                </a:lnTo>
                <a:lnTo>
                  <a:pt x="1960601" y="154048"/>
                </a:lnTo>
                <a:lnTo>
                  <a:pt x="1961434" y="153611"/>
                </a:lnTo>
                <a:lnTo>
                  <a:pt x="1962250" y="153155"/>
                </a:lnTo>
                <a:lnTo>
                  <a:pt x="1963050" y="152687"/>
                </a:lnTo>
                <a:lnTo>
                  <a:pt x="1963837" y="152214"/>
                </a:lnTo>
                <a:lnTo>
                  <a:pt x="1964609" y="151735"/>
                </a:lnTo>
                <a:lnTo>
                  <a:pt x="1965367" y="151252"/>
                </a:lnTo>
                <a:lnTo>
                  <a:pt x="1966110" y="150763"/>
                </a:lnTo>
                <a:lnTo>
                  <a:pt x="1966840" y="150269"/>
                </a:lnTo>
                <a:lnTo>
                  <a:pt x="1967555" y="149770"/>
                </a:lnTo>
                <a:lnTo>
                  <a:pt x="1968256" y="149265"/>
                </a:lnTo>
                <a:lnTo>
                  <a:pt x="1968942" y="148756"/>
                </a:lnTo>
                <a:lnTo>
                  <a:pt x="1969615" y="148241"/>
                </a:lnTo>
                <a:lnTo>
                  <a:pt x="1970273" y="147722"/>
                </a:lnTo>
                <a:lnTo>
                  <a:pt x="1970917" y="147197"/>
                </a:lnTo>
                <a:lnTo>
                  <a:pt x="1971546" y="146667"/>
                </a:lnTo>
                <a:lnTo>
                  <a:pt x="1972162" y="146132"/>
                </a:lnTo>
                <a:lnTo>
                  <a:pt x="1972763" y="145591"/>
                </a:lnTo>
                <a:lnTo>
                  <a:pt x="1973350" y="145046"/>
                </a:lnTo>
                <a:lnTo>
                  <a:pt x="1973922" y="144495"/>
                </a:lnTo>
                <a:lnTo>
                  <a:pt x="1974480" y="143940"/>
                </a:lnTo>
                <a:lnTo>
                  <a:pt x="1975024" y="143379"/>
                </a:lnTo>
                <a:lnTo>
                  <a:pt x="1975554" y="142813"/>
                </a:lnTo>
                <a:lnTo>
                  <a:pt x="1976070" y="142241"/>
                </a:lnTo>
                <a:lnTo>
                  <a:pt x="1976571" y="141665"/>
                </a:lnTo>
                <a:lnTo>
                  <a:pt x="1977058" y="141084"/>
                </a:lnTo>
                <a:lnTo>
                  <a:pt x="1977531" y="140497"/>
                </a:lnTo>
                <a:lnTo>
                  <a:pt x="1977987" y="156691"/>
                </a:lnTo>
                <a:lnTo>
                  <a:pt x="2007181" y="156691"/>
                </a:lnTo>
                <a:lnTo>
                  <a:pt x="2007181" y="44019"/>
                </a:lnTo>
                <a:lnTo>
                  <a:pt x="1976961" y="44019"/>
                </a:lnTo>
                <a:lnTo>
                  <a:pt x="1976961" y="120005"/>
                </a:lnTo>
                <a:lnTo>
                  <a:pt x="1976559" y="120498"/>
                </a:lnTo>
                <a:lnTo>
                  <a:pt x="1976151" y="120984"/>
                </a:lnTo>
                <a:lnTo>
                  <a:pt x="1975738" y="121463"/>
                </a:lnTo>
                <a:lnTo>
                  <a:pt x="1975318" y="121937"/>
                </a:lnTo>
                <a:lnTo>
                  <a:pt x="1974893" y="122404"/>
                </a:lnTo>
                <a:lnTo>
                  <a:pt x="1974463" y="122865"/>
                </a:lnTo>
                <a:lnTo>
                  <a:pt x="1974026" y="123319"/>
                </a:lnTo>
                <a:lnTo>
                  <a:pt x="1973584" y="123768"/>
                </a:lnTo>
                <a:lnTo>
                  <a:pt x="1973136" y="124210"/>
                </a:lnTo>
                <a:lnTo>
                  <a:pt x="1972682" y="124645"/>
                </a:lnTo>
                <a:lnTo>
                  <a:pt x="1972223" y="125075"/>
                </a:lnTo>
                <a:lnTo>
                  <a:pt x="1971758" y="125498"/>
                </a:lnTo>
                <a:lnTo>
                  <a:pt x="1971287" y="125915"/>
                </a:lnTo>
                <a:lnTo>
                  <a:pt x="1970810" y="126326"/>
                </a:lnTo>
                <a:lnTo>
                  <a:pt x="1970328" y="126730"/>
                </a:lnTo>
                <a:lnTo>
                  <a:pt x="1969840" y="127128"/>
                </a:lnTo>
                <a:lnTo>
                  <a:pt x="1969346" y="127520"/>
                </a:lnTo>
                <a:lnTo>
                  <a:pt x="1968846" y="127906"/>
                </a:lnTo>
                <a:lnTo>
                  <a:pt x="1968341" y="128285"/>
                </a:lnTo>
                <a:lnTo>
                  <a:pt x="1967830" y="128658"/>
                </a:lnTo>
                <a:lnTo>
                  <a:pt x="1967313" y="129025"/>
                </a:lnTo>
                <a:lnTo>
                  <a:pt x="1966790" y="129385"/>
                </a:lnTo>
                <a:lnTo>
                  <a:pt x="1966262" y="129739"/>
                </a:lnTo>
                <a:lnTo>
                  <a:pt x="1965728" y="130087"/>
                </a:lnTo>
                <a:lnTo>
                  <a:pt x="1965186" y="130425"/>
                </a:lnTo>
                <a:lnTo>
                  <a:pt x="1964635" y="130748"/>
                </a:lnTo>
                <a:lnTo>
                  <a:pt x="1964075" y="131057"/>
                </a:lnTo>
                <a:lnTo>
                  <a:pt x="1963506" y="131352"/>
                </a:lnTo>
                <a:lnTo>
                  <a:pt x="1962927" y="131632"/>
                </a:lnTo>
                <a:lnTo>
                  <a:pt x="1962339" y="131897"/>
                </a:lnTo>
                <a:lnTo>
                  <a:pt x="1961741" y="132149"/>
                </a:lnTo>
                <a:lnTo>
                  <a:pt x="1961135" y="132386"/>
                </a:lnTo>
                <a:lnTo>
                  <a:pt x="1960519" y="132609"/>
                </a:lnTo>
                <a:lnTo>
                  <a:pt x="1959893" y="132817"/>
                </a:lnTo>
                <a:lnTo>
                  <a:pt x="1959259" y="133011"/>
                </a:lnTo>
                <a:lnTo>
                  <a:pt x="1958615" y="133190"/>
                </a:lnTo>
                <a:lnTo>
                  <a:pt x="1957961" y="133356"/>
                </a:lnTo>
                <a:lnTo>
                  <a:pt x="1957299" y="133506"/>
                </a:lnTo>
                <a:lnTo>
                  <a:pt x="1956627" y="133643"/>
                </a:lnTo>
                <a:lnTo>
                  <a:pt x="1955946" y="133765"/>
                </a:lnTo>
                <a:lnTo>
                  <a:pt x="1955255" y="133873"/>
                </a:lnTo>
                <a:lnTo>
                  <a:pt x="1954556" y="133966"/>
                </a:lnTo>
                <a:lnTo>
                  <a:pt x="1953846" y="134045"/>
                </a:lnTo>
                <a:lnTo>
                  <a:pt x="1953128" y="134110"/>
                </a:lnTo>
                <a:lnTo>
                  <a:pt x="1952400" y="134160"/>
                </a:lnTo>
                <a:lnTo>
                  <a:pt x="1951663" y="134196"/>
                </a:lnTo>
                <a:lnTo>
                  <a:pt x="1950917" y="134218"/>
                </a:lnTo>
                <a:lnTo>
                  <a:pt x="1950161" y="134225"/>
                </a:lnTo>
                <a:lnTo>
                  <a:pt x="1949643" y="134221"/>
                </a:lnTo>
                <a:lnTo>
                  <a:pt x="1949133" y="134208"/>
                </a:lnTo>
                <a:lnTo>
                  <a:pt x="1948632" y="134187"/>
                </a:lnTo>
                <a:lnTo>
                  <a:pt x="1948139" y="134157"/>
                </a:lnTo>
                <a:lnTo>
                  <a:pt x="1947654" y="134119"/>
                </a:lnTo>
                <a:lnTo>
                  <a:pt x="1947179" y="134072"/>
                </a:lnTo>
                <a:lnTo>
                  <a:pt x="1946711" y="134017"/>
                </a:lnTo>
                <a:lnTo>
                  <a:pt x="1946252" y="133953"/>
                </a:lnTo>
                <a:lnTo>
                  <a:pt x="1945802" y="133881"/>
                </a:lnTo>
                <a:lnTo>
                  <a:pt x="1945360" y="133800"/>
                </a:lnTo>
                <a:lnTo>
                  <a:pt x="1944927" y="133711"/>
                </a:lnTo>
                <a:lnTo>
                  <a:pt x="1944502" y="133613"/>
                </a:lnTo>
                <a:lnTo>
                  <a:pt x="1944086" y="133506"/>
                </a:lnTo>
                <a:lnTo>
                  <a:pt x="1943678" y="133392"/>
                </a:lnTo>
                <a:lnTo>
                  <a:pt x="1943279" y="133268"/>
                </a:lnTo>
                <a:lnTo>
                  <a:pt x="1942888" y="133137"/>
                </a:lnTo>
                <a:lnTo>
                  <a:pt x="1942506" y="132996"/>
                </a:lnTo>
                <a:lnTo>
                  <a:pt x="1942132" y="132848"/>
                </a:lnTo>
                <a:lnTo>
                  <a:pt x="1941767" y="132690"/>
                </a:lnTo>
                <a:lnTo>
                  <a:pt x="1941410" y="132525"/>
                </a:lnTo>
                <a:lnTo>
                  <a:pt x="1941062" y="132350"/>
                </a:lnTo>
                <a:lnTo>
                  <a:pt x="1940723" y="132168"/>
                </a:lnTo>
                <a:lnTo>
                  <a:pt x="1940392" y="131976"/>
                </a:lnTo>
                <a:lnTo>
                  <a:pt x="1940069" y="131777"/>
                </a:lnTo>
                <a:lnTo>
                  <a:pt x="1939754" y="131569"/>
                </a:lnTo>
                <a:lnTo>
                  <a:pt x="1939447" y="131354"/>
                </a:lnTo>
                <a:lnTo>
                  <a:pt x="1939148" y="131133"/>
                </a:lnTo>
                <a:lnTo>
                  <a:pt x="1938856" y="130904"/>
                </a:lnTo>
                <a:lnTo>
                  <a:pt x="1938571" y="130668"/>
                </a:lnTo>
                <a:lnTo>
                  <a:pt x="1938294" y="130425"/>
                </a:lnTo>
                <a:lnTo>
                  <a:pt x="1938025" y="130175"/>
                </a:lnTo>
                <a:lnTo>
                  <a:pt x="1937763" y="129918"/>
                </a:lnTo>
                <a:lnTo>
                  <a:pt x="1937508" y="129654"/>
                </a:lnTo>
                <a:lnTo>
                  <a:pt x="1937261" y="129382"/>
                </a:lnTo>
                <a:lnTo>
                  <a:pt x="1937022" y="129104"/>
                </a:lnTo>
                <a:lnTo>
                  <a:pt x="1936790" y="128819"/>
                </a:lnTo>
                <a:lnTo>
                  <a:pt x="1936566" y="128526"/>
                </a:lnTo>
                <a:lnTo>
                  <a:pt x="1936349" y="128227"/>
                </a:lnTo>
                <a:lnTo>
                  <a:pt x="1936140" y="127920"/>
                </a:lnTo>
                <a:lnTo>
                  <a:pt x="1935938" y="127606"/>
                </a:lnTo>
                <a:lnTo>
                  <a:pt x="1935744" y="127285"/>
                </a:lnTo>
                <a:lnTo>
                  <a:pt x="1935557" y="126957"/>
                </a:lnTo>
                <a:lnTo>
                  <a:pt x="1935378" y="126622"/>
                </a:lnTo>
                <a:lnTo>
                  <a:pt x="1935206" y="126280"/>
                </a:lnTo>
                <a:lnTo>
                  <a:pt x="1935042" y="125931"/>
                </a:lnTo>
                <a:lnTo>
                  <a:pt x="1934886" y="125575"/>
                </a:lnTo>
                <a:lnTo>
                  <a:pt x="1934737" y="125212"/>
                </a:lnTo>
                <a:lnTo>
                  <a:pt x="1934595" y="124841"/>
                </a:lnTo>
                <a:lnTo>
                  <a:pt x="1934460" y="124465"/>
                </a:lnTo>
                <a:lnTo>
                  <a:pt x="1934331" y="124084"/>
                </a:lnTo>
                <a:lnTo>
                  <a:pt x="1934207" y="123699"/>
                </a:lnTo>
                <a:lnTo>
                  <a:pt x="1934090" y="123309"/>
                </a:lnTo>
                <a:lnTo>
                  <a:pt x="1933978" y="122914"/>
                </a:lnTo>
                <a:lnTo>
                  <a:pt x="1933872" y="122514"/>
                </a:lnTo>
                <a:lnTo>
                  <a:pt x="1933771" y="122110"/>
                </a:lnTo>
                <a:lnTo>
                  <a:pt x="1933676" y="121701"/>
                </a:lnTo>
                <a:lnTo>
                  <a:pt x="1933587" y="121288"/>
                </a:lnTo>
                <a:lnTo>
                  <a:pt x="1933504" y="120870"/>
                </a:lnTo>
                <a:lnTo>
                  <a:pt x="1933427" y="120447"/>
                </a:lnTo>
                <a:lnTo>
                  <a:pt x="1933355" y="120020"/>
                </a:lnTo>
                <a:lnTo>
                  <a:pt x="1933289" y="119588"/>
                </a:lnTo>
                <a:lnTo>
                  <a:pt x="1933229" y="119151"/>
                </a:lnTo>
                <a:lnTo>
                  <a:pt x="1933174" y="118710"/>
                </a:lnTo>
                <a:lnTo>
                  <a:pt x="1933125" y="118264"/>
                </a:lnTo>
                <a:lnTo>
                  <a:pt x="1933082" y="117813"/>
                </a:lnTo>
                <a:lnTo>
                  <a:pt x="1933045" y="117358"/>
                </a:lnTo>
                <a:lnTo>
                  <a:pt x="1933013" y="116898"/>
                </a:lnTo>
                <a:lnTo>
                  <a:pt x="1932987" y="116433"/>
                </a:lnTo>
                <a:lnTo>
                  <a:pt x="1932967" y="115964"/>
                </a:lnTo>
                <a:lnTo>
                  <a:pt x="1932953" y="115490"/>
                </a:lnTo>
                <a:lnTo>
                  <a:pt x="1932944" y="115011"/>
                </a:lnTo>
                <a:lnTo>
                  <a:pt x="1932941" y="114528"/>
                </a:lnTo>
                <a:lnTo>
                  <a:pt x="1932941" y="44019"/>
                </a:lnTo>
                <a:lnTo>
                  <a:pt x="1902721" y="44019"/>
                </a:lnTo>
                <a:lnTo>
                  <a:pt x="1902721" y="117910"/>
                </a:lnTo>
                <a:lnTo>
                  <a:pt x="1902737" y="119528"/>
                </a:lnTo>
                <a:lnTo>
                  <a:pt x="1902785" y="121115"/>
                </a:lnTo>
                <a:lnTo>
                  <a:pt x="1902865" y="122671"/>
                </a:lnTo>
                <a:lnTo>
                  <a:pt x="1902977" y="124195"/>
                </a:lnTo>
                <a:lnTo>
                  <a:pt x="1903122" y="125688"/>
                </a:lnTo>
                <a:lnTo>
                  <a:pt x="1903298" y="127150"/>
                </a:lnTo>
                <a:lnTo>
                  <a:pt x="1903507" y="128581"/>
                </a:lnTo>
                <a:lnTo>
                  <a:pt x="1903747" y="129981"/>
                </a:lnTo>
                <a:lnTo>
                  <a:pt x="1904020" y="131349"/>
                </a:lnTo>
                <a:lnTo>
                  <a:pt x="1904325" y="132686"/>
                </a:lnTo>
                <a:lnTo>
                  <a:pt x="1904661" y="133992"/>
                </a:lnTo>
                <a:lnTo>
                  <a:pt x="1905030" y="135267"/>
                </a:lnTo>
                <a:lnTo>
                  <a:pt x="1905431" y="136511"/>
                </a:lnTo>
                <a:lnTo>
                  <a:pt x="1905864" y="137723"/>
                </a:lnTo>
                <a:lnTo>
                  <a:pt x="1906329" y="138904"/>
                </a:lnTo>
                <a:lnTo>
                  <a:pt x="1906826" y="140054"/>
                </a:lnTo>
                <a:lnTo>
                  <a:pt x="1907356" y="141173"/>
                </a:lnTo>
                <a:lnTo>
                  <a:pt x="1907917" y="142261"/>
                </a:lnTo>
                <a:lnTo>
                  <a:pt x="1908510" y="143317"/>
                </a:lnTo>
                <a:lnTo>
                  <a:pt x="1909136" y="144342"/>
                </a:lnTo>
                <a:lnTo>
                  <a:pt x="1909793" y="145336"/>
                </a:lnTo>
                <a:lnTo>
                  <a:pt x="1910483" y="146299"/>
                </a:lnTo>
                <a:lnTo>
                  <a:pt x="1911204" y="147230"/>
                </a:lnTo>
                <a:lnTo>
                  <a:pt x="1911958" y="148131"/>
                </a:lnTo>
                <a:lnTo>
                  <a:pt x="1912741" y="148997"/>
                </a:lnTo>
                <a:lnTo>
                  <a:pt x="1913551" y="149826"/>
                </a:lnTo>
                <a:lnTo>
                  <a:pt x="1914387" y="150618"/>
                </a:lnTo>
                <a:lnTo>
                  <a:pt x="1915249" y="151373"/>
                </a:lnTo>
                <a:lnTo>
                  <a:pt x="1916139" y="152092"/>
                </a:lnTo>
                <a:lnTo>
                  <a:pt x="1917054" y="152774"/>
                </a:lnTo>
                <a:lnTo>
                  <a:pt x="1917996" y="153419"/>
                </a:lnTo>
                <a:lnTo>
                  <a:pt x="1918965" y="154027"/>
                </a:lnTo>
                <a:lnTo>
                  <a:pt x="1919961" y="154598"/>
                </a:lnTo>
                <a:lnTo>
                  <a:pt x="1920982" y="155132"/>
                </a:lnTo>
                <a:lnTo>
                  <a:pt x="1922031" y="155630"/>
                </a:lnTo>
                <a:lnTo>
                  <a:pt x="1923106" y="156090"/>
                </a:lnTo>
                <a:lnTo>
                  <a:pt x="1924207" y="156514"/>
                </a:lnTo>
                <a:lnTo>
                  <a:pt x="1925335" y="156901"/>
                </a:lnTo>
                <a:lnTo>
                  <a:pt x="1926489" y="157251"/>
                </a:lnTo>
                <a:lnTo>
                  <a:pt x="1927670" y="157564"/>
                </a:lnTo>
                <a:lnTo>
                  <a:pt x="1928878" y="157841"/>
                </a:lnTo>
                <a:lnTo>
                  <a:pt x="1930112" y="158080"/>
                </a:lnTo>
                <a:lnTo>
                  <a:pt x="1931372" y="158283"/>
                </a:lnTo>
                <a:lnTo>
                  <a:pt x="1932660" y="158449"/>
                </a:lnTo>
                <a:lnTo>
                  <a:pt x="1933973" y="158578"/>
                </a:lnTo>
                <a:lnTo>
                  <a:pt x="1935313" y="158670"/>
                </a:lnTo>
                <a:lnTo>
                  <a:pt x="1936680" y="158725"/>
                </a:lnTo>
                <a:lnTo>
                  <a:pt x="1938073" y="158743"/>
                </a:lnTo>
                <a:lnTo>
                  <a:pt x="1939272" y="158734"/>
                </a:lnTo>
                <a:lnTo>
                  <a:pt x="1940454" y="158705"/>
                </a:lnTo>
                <a:lnTo>
                  <a:pt x="1941619" y="158656"/>
                </a:lnTo>
                <a:lnTo>
                  <a:pt x="1942768" y="158588"/>
                </a:lnTo>
                <a:lnTo>
                  <a:pt x="1943900" y="1585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" name="Text #Intuition">
            <a:extLst xmlns:a="http://schemas.openxmlformats.org/drawingml/2006/main">
              <a:ext uri="{FF2B5EF4-FFF2-40B4-BE49-F238E27FC236}">
                <a16:creationId xmlns:a16="http://schemas.microsoft.com/office/drawing/2014/main" id="{8B23EFB9-124B-46B3-A780-47A7ED503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884" y="1735930"/>
            <a:ext cx="906392" cy="137311"/>
          </a:xfrm>
          <a:custGeom xmlns:a="http://schemas.openxmlformats.org/drawingml/2006/main">
            <a:pathLst>
              <a:path w="906392" h="137311">
                <a:moveTo>
                  <a:pt x="13711" y="135535"/>
                </a:moveTo>
                <a:lnTo>
                  <a:pt x="18841" y="98446"/>
                </a:lnTo>
                <a:lnTo>
                  <a:pt x="0" y="98446"/>
                </a:lnTo>
                <a:lnTo>
                  <a:pt x="0" y="82071"/>
                </a:lnTo>
                <a:lnTo>
                  <a:pt x="21208" y="82071"/>
                </a:lnTo>
                <a:lnTo>
                  <a:pt x="24365" y="59186"/>
                </a:lnTo>
                <a:lnTo>
                  <a:pt x="5425" y="59186"/>
                </a:lnTo>
                <a:lnTo>
                  <a:pt x="5425" y="42910"/>
                </a:lnTo>
                <a:lnTo>
                  <a:pt x="26732" y="42910"/>
                </a:lnTo>
                <a:lnTo>
                  <a:pt x="31862" y="6313"/>
                </a:lnTo>
                <a:lnTo>
                  <a:pt x="49716" y="6313"/>
                </a:lnTo>
                <a:lnTo>
                  <a:pt x="44685" y="42910"/>
                </a:lnTo>
                <a:lnTo>
                  <a:pt x="64315" y="42910"/>
                </a:lnTo>
                <a:lnTo>
                  <a:pt x="69346" y="6313"/>
                </a:lnTo>
                <a:lnTo>
                  <a:pt x="87398" y="6313"/>
                </a:lnTo>
                <a:lnTo>
                  <a:pt x="82268" y="42910"/>
                </a:lnTo>
                <a:lnTo>
                  <a:pt x="100813" y="42910"/>
                </a:lnTo>
                <a:lnTo>
                  <a:pt x="100813" y="59186"/>
                </a:lnTo>
                <a:lnTo>
                  <a:pt x="79901" y="59186"/>
                </a:lnTo>
                <a:lnTo>
                  <a:pt x="76843" y="82071"/>
                </a:lnTo>
                <a:lnTo>
                  <a:pt x="95190" y="82071"/>
                </a:lnTo>
                <a:lnTo>
                  <a:pt x="95190" y="98446"/>
                </a:lnTo>
                <a:lnTo>
                  <a:pt x="74574" y="98446"/>
                </a:lnTo>
                <a:lnTo>
                  <a:pt x="69445" y="135535"/>
                </a:lnTo>
                <a:lnTo>
                  <a:pt x="51492" y="135535"/>
                </a:lnTo>
                <a:lnTo>
                  <a:pt x="56522" y="98446"/>
                </a:lnTo>
                <a:lnTo>
                  <a:pt x="36892" y="98446"/>
                </a:lnTo>
                <a:lnTo>
                  <a:pt x="31763" y="135535"/>
                </a:lnTo>
                <a:lnTo>
                  <a:pt x="13711" y="135535"/>
                </a:lnTo>
                <a:moveTo>
                  <a:pt x="39260" y="82071"/>
                </a:moveTo>
                <a:lnTo>
                  <a:pt x="58988" y="82071"/>
                </a:lnTo>
                <a:lnTo>
                  <a:pt x="61948" y="59186"/>
                </a:lnTo>
                <a:lnTo>
                  <a:pt x="42416" y="59186"/>
                </a:lnTo>
                <a:lnTo>
                  <a:pt x="39260" y="82071"/>
                </a:lnTo>
                <a:close/>
                <a:moveTo>
                  <a:pt x="163348" y="135535"/>
                </a:moveTo>
                <a:lnTo>
                  <a:pt x="163348" y="2762"/>
                </a:lnTo>
                <a:lnTo>
                  <a:pt x="191067" y="2762"/>
                </a:lnTo>
                <a:lnTo>
                  <a:pt x="191067" y="135535"/>
                </a:lnTo>
                <a:lnTo>
                  <a:pt x="163348" y="135535"/>
                </a:lnTo>
                <a:close/>
                <a:moveTo>
                  <a:pt x="218241" y="135535"/>
                </a:moveTo>
                <a:lnTo>
                  <a:pt x="218241" y="38076"/>
                </a:lnTo>
                <a:lnTo>
                  <a:pt x="243395" y="38076"/>
                </a:lnTo>
                <a:lnTo>
                  <a:pt x="243889" y="52379"/>
                </a:lnTo>
                <a:cubicBezTo>
                  <a:pt x="247111" y="48236"/>
                  <a:pt x="251353" y="44570"/>
                  <a:pt x="256614" y="41381"/>
                </a:cubicBezTo>
                <a:cubicBezTo>
                  <a:pt x="261874" y="38191"/>
                  <a:pt x="268714" y="36597"/>
                  <a:pt x="277131" y="36597"/>
                </a:cubicBezTo>
                <a:cubicBezTo>
                  <a:pt x="286930" y="36597"/>
                  <a:pt x="294525" y="39611"/>
                  <a:pt x="299918" y="45641"/>
                </a:cubicBezTo>
                <a:cubicBezTo>
                  <a:pt x="305310" y="51670"/>
                  <a:pt x="308006" y="60481"/>
                  <a:pt x="308006" y="72074"/>
                </a:cubicBezTo>
                <a:lnTo>
                  <a:pt x="308006" y="135535"/>
                </a:lnTo>
                <a:lnTo>
                  <a:pt x="282063" y="135535"/>
                </a:lnTo>
                <a:lnTo>
                  <a:pt x="282063" y="75261"/>
                </a:lnTo>
                <a:cubicBezTo>
                  <a:pt x="282063" y="71716"/>
                  <a:pt x="281570" y="68607"/>
                  <a:pt x="280584" y="65934"/>
                </a:cubicBezTo>
                <a:cubicBezTo>
                  <a:pt x="279597" y="63260"/>
                  <a:pt x="278035" y="61187"/>
                  <a:pt x="275898" y="59716"/>
                </a:cubicBezTo>
                <a:cubicBezTo>
                  <a:pt x="273761" y="58245"/>
                  <a:pt x="270950" y="57509"/>
                  <a:pt x="267464" y="57509"/>
                </a:cubicBezTo>
                <a:cubicBezTo>
                  <a:pt x="262269" y="57509"/>
                  <a:pt x="257814" y="58746"/>
                  <a:pt x="254098" y="61220"/>
                </a:cubicBezTo>
                <a:cubicBezTo>
                  <a:pt x="250383" y="63695"/>
                  <a:pt x="247144" y="66703"/>
                  <a:pt x="244382" y="70246"/>
                </a:cubicBezTo>
                <a:lnTo>
                  <a:pt x="244382" y="135535"/>
                </a:lnTo>
                <a:lnTo>
                  <a:pt x="218241" y="135535"/>
                </a:lnTo>
                <a:close/>
                <a:moveTo>
                  <a:pt x="378972" y="135535"/>
                </a:moveTo>
                <a:cubicBezTo>
                  <a:pt x="369239" y="135535"/>
                  <a:pt x="361693" y="134351"/>
                  <a:pt x="356333" y="131981"/>
                </a:cubicBezTo>
                <a:cubicBezTo>
                  <a:pt x="350974" y="129610"/>
                  <a:pt x="347242" y="125936"/>
                  <a:pt x="345137" y="120961"/>
                </a:cubicBezTo>
                <a:cubicBezTo>
                  <a:pt x="343033" y="115986"/>
                  <a:pt x="341981" y="109491"/>
                  <a:pt x="341981" y="101476"/>
                </a:cubicBezTo>
                <a:lnTo>
                  <a:pt x="341981" y="58199"/>
                </a:lnTo>
                <a:lnTo>
                  <a:pt x="326001" y="58199"/>
                </a:lnTo>
                <a:lnTo>
                  <a:pt x="326001" y="38076"/>
                </a:lnTo>
                <a:lnTo>
                  <a:pt x="341981" y="38076"/>
                </a:lnTo>
                <a:lnTo>
                  <a:pt x="341981" y="15388"/>
                </a:lnTo>
                <a:lnTo>
                  <a:pt x="368121" y="15388"/>
                </a:lnTo>
                <a:lnTo>
                  <a:pt x="368121" y="38076"/>
                </a:lnTo>
                <a:lnTo>
                  <a:pt x="389132" y="38076"/>
                </a:lnTo>
                <a:lnTo>
                  <a:pt x="389132" y="58199"/>
                </a:lnTo>
                <a:lnTo>
                  <a:pt x="368121" y="58199"/>
                </a:lnTo>
                <a:lnTo>
                  <a:pt x="368121" y="100104"/>
                </a:lnTo>
                <a:cubicBezTo>
                  <a:pt x="368121" y="105275"/>
                  <a:pt x="368828" y="109102"/>
                  <a:pt x="370242" y="111587"/>
                </a:cubicBezTo>
                <a:cubicBezTo>
                  <a:pt x="371656" y="114071"/>
                  <a:pt x="374862" y="115314"/>
                  <a:pt x="379860" y="115314"/>
                </a:cubicBezTo>
                <a:lnTo>
                  <a:pt x="389132" y="115314"/>
                </a:lnTo>
                <a:lnTo>
                  <a:pt x="389132" y="135535"/>
                </a:lnTo>
                <a:lnTo>
                  <a:pt x="378972" y="135535"/>
                </a:lnTo>
                <a:close/>
                <a:moveTo>
                  <a:pt x="436822" y="137311"/>
                </a:moveTo>
                <a:cubicBezTo>
                  <a:pt x="427090" y="137311"/>
                  <a:pt x="419560" y="134251"/>
                  <a:pt x="414233" y="128131"/>
                </a:cubicBezTo>
                <a:cubicBezTo>
                  <a:pt x="408906" y="122009"/>
                  <a:pt x="406243" y="113295"/>
                  <a:pt x="406243" y="101991"/>
                </a:cubicBezTo>
                <a:lnTo>
                  <a:pt x="406243" y="38076"/>
                </a:lnTo>
                <a:lnTo>
                  <a:pt x="432383" y="38076"/>
                </a:lnTo>
                <a:lnTo>
                  <a:pt x="432383" y="99065"/>
                </a:lnTo>
                <a:cubicBezTo>
                  <a:pt x="432383" y="102425"/>
                  <a:pt x="432860" y="105399"/>
                  <a:pt x="433814" y="107986"/>
                </a:cubicBezTo>
                <a:cubicBezTo>
                  <a:pt x="434767" y="110574"/>
                  <a:pt x="436346" y="112573"/>
                  <a:pt x="438549" y="113985"/>
                </a:cubicBezTo>
                <a:cubicBezTo>
                  <a:pt x="440752" y="115397"/>
                  <a:pt x="443662" y="116103"/>
                  <a:pt x="447279" y="116103"/>
                </a:cubicBezTo>
                <a:cubicBezTo>
                  <a:pt x="452539" y="116103"/>
                  <a:pt x="457028" y="114910"/>
                  <a:pt x="460743" y="112524"/>
                </a:cubicBezTo>
                <a:cubicBezTo>
                  <a:pt x="464459" y="110138"/>
                  <a:pt x="467698" y="107231"/>
                  <a:pt x="470460" y="103803"/>
                </a:cubicBezTo>
                <a:lnTo>
                  <a:pt x="470460" y="38076"/>
                </a:lnTo>
                <a:lnTo>
                  <a:pt x="496600" y="38076"/>
                </a:lnTo>
                <a:lnTo>
                  <a:pt x="496600" y="135535"/>
                </a:lnTo>
                <a:lnTo>
                  <a:pt x="471347" y="135535"/>
                </a:lnTo>
                <a:lnTo>
                  <a:pt x="470953" y="121528"/>
                </a:lnTo>
                <a:cubicBezTo>
                  <a:pt x="467730" y="125605"/>
                  <a:pt x="463324" y="129255"/>
                  <a:pt x="457735" y="132477"/>
                </a:cubicBezTo>
                <a:cubicBezTo>
                  <a:pt x="452145" y="135700"/>
                  <a:pt x="445174" y="137311"/>
                  <a:pt x="436822" y="137311"/>
                </a:cubicBezTo>
                <a:close/>
                <a:moveTo>
                  <a:pt x="526727" y="135535"/>
                </a:moveTo>
                <a:lnTo>
                  <a:pt x="526727" y="38076"/>
                </a:lnTo>
                <a:lnTo>
                  <a:pt x="552867" y="38076"/>
                </a:lnTo>
                <a:lnTo>
                  <a:pt x="552867" y="135535"/>
                </a:lnTo>
                <a:lnTo>
                  <a:pt x="526727" y="135535"/>
                </a:lnTo>
                <a:moveTo>
                  <a:pt x="539846" y="25450"/>
                </a:moveTo>
                <a:cubicBezTo>
                  <a:pt x="535046" y="25450"/>
                  <a:pt x="531380" y="24233"/>
                  <a:pt x="528848" y="21800"/>
                </a:cubicBezTo>
                <a:cubicBezTo>
                  <a:pt x="526316" y="19367"/>
                  <a:pt x="525050" y="16342"/>
                  <a:pt x="525050" y="12725"/>
                </a:cubicBezTo>
                <a:cubicBezTo>
                  <a:pt x="525050" y="9042"/>
                  <a:pt x="526316" y="6001"/>
                  <a:pt x="528848" y="3600"/>
                </a:cubicBezTo>
                <a:cubicBezTo>
                  <a:pt x="531380" y="1200"/>
                  <a:pt x="535046" y="0"/>
                  <a:pt x="539846" y="0"/>
                </a:cubicBezTo>
                <a:cubicBezTo>
                  <a:pt x="544647" y="0"/>
                  <a:pt x="548313" y="1200"/>
                  <a:pt x="550845" y="3600"/>
                </a:cubicBezTo>
                <a:cubicBezTo>
                  <a:pt x="553377" y="6001"/>
                  <a:pt x="554643" y="9042"/>
                  <a:pt x="554643" y="12725"/>
                </a:cubicBezTo>
                <a:cubicBezTo>
                  <a:pt x="554643" y="16342"/>
                  <a:pt x="553377" y="19367"/>
                  <a:pt x="550845" y="21800"/>
                </a:cubicBezTo>
                <a:cubicBezTo>
                  <a:pt x="548313" y="24233"/>
                  <a:pt x="544647" y="25450"/>
                  <a:pt x="539846" y="25450"/>
                </a:cubicBezTo>
                <a:close/>
                <a:moveTo>
                  <a:pt x="618366" y="135535"/>
                </a:moveTo>
                <a:cubicBezTo>
                  <a:pt x="608633" y="135535"/>
                  <a:pt x="601087" y="134351"/>
                  <a:pt x="595728" y="131981"/>
                </a:cubicBezTo>
                <a:cubicBezTo>
                  <a:pt x="590368" y="129610"/>
                  <a:pt x="586636" y="125936"/>
                  <a:pt x="584532" y="120961"/>
                </a:cubicBezTo>
                <a:cubicBezTo>
                  <a:pt x="582427" y="115986"/>
                  <a:pt x="581375" y="109491"/>
                  <a:pt x="581375" y="101476"/>
                </a:cubicBezTo>
                <a:lnTo>
                  <a:pt x="581375" y="58199"/>
                </a:lnTo>
                <a:lnTo>
                  <a:pt x="565395" y="58199"/>
                </a:lnTo>
                <a:lnTo>
                  <a:pt x="565395" y="38076"/>
                </a:lnTo>
                <a:lnTo>
                  <a:pt x="581375" y="38076"/>
                </a:lnTo>
                <a:lnTo>
                  <a:pt x="581375" y="15388"/>
                </a:lnTo>
                <a:lnTo>
                  <a:pt x="607515" y="15388"/>
                </a:lnTo>
                <a:lnTo>
                  <a:pt x="607515" y="38076"/>
                </a:lnTo>
                <a:lnTo>
                  <a:pt x="628526" y="38076"/>
                </a:lnTo>
                <a:lnTo>
                  <a:pt x="628526" y="58199"/>
                </a:lnTo>
                <a:lnTo>
                  <a:pt x="607515" y="58199"/>
                </a:lnTo>
                <a:lnTo>
                  <a:pt x="607515" y="100104"/>
                </a:lnTo>
                <a:cubicBezTo>
                  <a:pt x="607515" y="105275"/>
                  <a:pt x="608222" y="109102"/>
                  <a:pt x="609636" y="111587"/>
                </a:cubicBezTo>
                <a:cubicBezTo>
                  <a:pt x="611050" y="114071"/>
                  <a:pt x="614256" y="115314"/>
                  <a:pt x="619254" y="115314"/>
                </a:cubicBezTo>
                <a:lnTo>
                  <a:pt x="628526" y="115314"/>
                </a:lnTo>
                <a:lnTo>
                  <a:pt x="628526" y="135535"/>
                </a:lnTo>
                <a:lnTo>
                  <a:pt x="618366" y="135535"/>
                </a:lnTo>
                <a:close/>
                <a:moveTo>
                  <a:pt x="646525" y="135535"/>
                </a:moveTo>
                <a:lnTo>
                  <a:pt x="646525" y="38076"/>
                </a:lnTo>
                <a:lnTo>
                  <a:pt x="672665" y="38076"/>
                </a:lnTo>
                <a:lnTo>
                  <a:pt x="672665" y="135535"/>
                </a:lnTo>
                <a:lnTo>
                  <a:pt x="646525" y="135535"/>
                </a:lnTo>
                <a:moveTo>
                  <a:pt x="659645" y="25450"/>
                </a:moveTo>
                <a:cubicBezTo>
                  <a:pt x="654844" y="25450"/>
                  <a:pt x="651178" y="24233"/>
                  <a:pt x="648646" y="21800"/>
                </a:cubicBezTo>
                <a:cubicBezTo>
                  <a:pt x="646114" y="19367"/>
                  <a:pt x="644848" y="16342"/>
                  <a:pt x="644848" y="12725"/>
                </a:cubicBezTo>
                <a:cubicBezTo>
                  <a:pt x="644848" y="9042"/>
                  <a:pt x="646114" y="6001"/>
                  <a:pt x="648646" y="3600"/>
                </a:cubicBezTo>
                <a:cubicBezTo>
                  <a:pt x="651178" y="1200"/>
                  <a:pt x="654844" y="0"/>
                  <a:pt x="659645" y="0"/>
                </a:cubicBezTo>
                <a:cubicBezTo>
                  <a:pt x="664445" y="0"/>
                  <a:pt x="668111" y="1200"/>
                  <a:pt x="670643" y="3600"/>
                </a:cubicBezTo>
                <a:cubicBezTo>
                  <a:pt x="673175" y="6001"/>
                  <a:pt x="674441" y="9042"/>
                  <a:pt x="674441" y="12725"/>
                </a:cubicBezTo>
                <a:cubicBezTo>
                  <a:pt x="674441" y="16342"/>
                  <a:pt x="673175" y="19367"/>
                  <a:pt x="670643" y="21800"/>
                </a:cubicBezTo>
                <a:cubicBezTo>
                  <a:pt x="668111" y="24233"/>
                  <a:pt x="664445" y="25450"/>
                  <a:pt x="659645" y="25450"/>
                </a:cubicBezTo>
                <a:close/>
                <a:moveTo>
                  <a:pt x="746790" y="137311"/>
                </a:moveTo>
                <a:cubicBezTo>
                  <a:pt x="737057" y="137311"/>
                  <a:pt x="728524" y="135348"/>
                  <a:pt x="721192" y="131423"/>
                </a:cubicBezTo>
                <a:cubicBezTo>
                  <a:pt x="713859" y="127496"/>
                  <a:pt x="708187" y="121806"/>
                  <a:pt x="704176" y="114355"/>
                </a:cubicBezTo>
                <a:cubicBezTo>
                  <a:pt x="700165" y="106901"/>
                  <a:pt x="698159" y="97884"/>
                  <a:pt x="698159" y="87302"/>
                </a:cubicBezTo>
                <a:cubicBezTo>
                  <a:pt x="698159" y="76523"/>
                  <a:pt x="700165" y="67358"/>
                  <a:pt x="704176" y="59805"/>
                </a:cubicBezTo>
                <a:cubicBezTo>
                  <a:pt x="708187" y="52251"/>
                  <a:pt x="713859" y="46495"/>
                  <a:pt x="721192" y="42537"/>
                </a:cubicBezTo>
                <a:cubicBezTo>
                  <a:pt x="728524" y="38577"/>
                  <a:pt x="737057" y="36597"/>
                  <a:pt x="746790" y="36597"/>
                </a:cubicBezTo>
                <a:cubicBezTo>
                  <a:pt x="756654" y="36597"/>
                  <a:pt x="765252" y="38577"/>
                  <a:pt x="772585" y="42537"/>
                </a:cubicBezTo>
                <a:cubicBezTo>
                  <a:pt x="779917" y="46495"/>
                  <a:pt x="785622" y="52251"/>
                  <a:pt x="789699" y="59805"/>
                </a:cubicBezTo>
                <a:cubicBezTo>
                  <a:pt x="793777" y="67358"/>
                  <a:pt x="795815" y="76523"/>
                  <a:pt x="795815" y="87302"/>
                </a:cubicBezTo>
                <a:cubicBezTo>
                  <a:pt x="795815" y="97884"/>
                  <a:pt x="793777" y="106901"/>
                  <a:pt x="789699" y="114355"/>
                </a:cubicBezTo>
                <a:cubicBezTo>
                  <a:pt x="785622" y="121806"/>
                  <a:pt x="779917" y="127496"/>
                  <a:pt x="772585" y="131423"/>
                </a:cubicBezTo>
                <a:cubicBezTo>
                  <a:pt x="765252" y="135348"/>
                  <a:pt x="756654" y="137311"/>
                  <a:pt x="746790" y="137311"/>
                </a:cubicBezTo>
                <a:moveTo>
                  <a:pt x="746790" y="117385"/>
                </a:moveTo>
                <a:cubicBezTo>
                  <a:pt x="752511" y="117385"/>
                  <a:pt x="756999" y="116027"/>
                  <a:pt x="760254" y="113310"/>
                </a:cubicBezTo>
                <a:cubicBezTo>
                  <a:pt x="763510" y="110593"/>
                  <a:pt x="765811" y="106955"/>
                  <a:pt x="767159" y="102394"/>
                </a:cubicBezTo>
                <a:cubicBezTo>
                  <a:pt x="768508" y="97834"/>
                  <a:pt x="769182" y="92804"/>
                  <a:pt x="769182" y="87305"/>
                </a:cubicBezTo>
                <a:cubicBezTo>
                  <a:pt x="769182" y="81670"/>
                  <a:pt x="768508" y="76539"/>
                  <a:pt x="767159" y="71911"/>
                </a:cubicBezTo>
                <a:cubicBezTo>
                  <a:pt x="765811" y="67283"/>
                  <a:pt x="763510" y="63594"/>
                  <a:pt x="760254" y="60844"/>
                </a:cubicBezTo>
                <a:cubicBezTo>
                  <a:pt x="756999" y="58094"/>
                  <a:pt x="752511" y="56720"/>
                  <a:pt x="746790" y="56720"/>
                </a:cubicBezTo>
                <a:cubicBezTo>
                  <a:pt x="741200" y="56720"/>
                  <a:pt x="736810" y="58094"/>
                  <a:pt x="733621" y="60844"/>
                </a:cubicBezTo>
                <a:cubicBezTo>
                  <a:pt x="730431" y="63594"/>
                  <a:pt x="728179" y="67283"/>
                  <a:pt x="726864" y="71911"/>
                </a:cubicBezTo>
                <a:cubicBezTo>
                  <a:pt x="725549" y="76539"/>
                  <a:pt x="724891" y="81670"/>
                  <a:pt x="724891" y="87305"/>
                </a:cubicBezTo>
                <a:cubicBezTo>
                  <a:pt x="724891" y="92804"/>
                  <a:pt x="725549" y="97834"/>
                  <a:pt x="726864" y="102394"/>
                </a:cubicBezTo>
                <a:cubicBezTo>
                  <a:pt x="728179" y="106955"/>
                  <a:pt x="730431" y="110593"/>
                  <a:pt x="733621" y="113310"/>
                </a:cubicBezTo>
                <a:cubicBezTo>
                  <a:pt x="736810" y="116027"/>
                  <a:pt x="741200" y="117385"/>
                  <a:pt x="746790" y="117385"/>
                </a:cubicBezTo>
                <a:close/>
                <a:moveTo>
                  <a:pt x="816627" y="135535"/>
                </a:moveTo>
                <a:lnTo>
                  <a:pt x="816627" y="38076"/>
                </a:lnTo>
                <a:lnTo>
                  <a:pt x="841780" y="38076"/>
                </a:lnTo>
                <a:lnTo>
                  <a:pt x="842274" y="52379"/>
                </a:lnTo>
                <a:cubicBezTo>
                  <a:pt x="845496" y="48236"/>
                  <a:pt x="849738" y="44570"/>
                  <a:pt x="854999" y="41381"/>
                </a:cubicBezTo>
                <a:cubicBezTo>
                  <a:pt x="860260" y="38191"/>
                  <a:pt x="867099" y="36597"/>
                  <a:pt x="875516" y="36597"/>
                </a:cubicBezTo>
                <a:cubicBezTo>
                  <a:pt x="885315" y="36597"/>
                  <a:pt x="892910" y="39611"/>
                  <a:pt x="898303" y="45641"/>
                </a:cubicBezTo>
                <a:cubicBezTo>
                  <a:pt x="903695" y="51670"/>
                  <a:pt x="906392" y="60481"/>
                  <a:pt x="906392" y="72074"/>
                </a:cubicBezTo>
                <a:lnTo>
                  <a:pt x="906392" y="135535"/>
                </a:lnTo>
                <a:lnTo>
                  <a:pt x="880448" y="135535"/>
                </a:lnTo>
                <a:lnTo>
                  <a:pt x="880448" y="75261"/>
                </a:lnTo>
                <a:cubicBezTo>
                  <a:pt x="880448" y="71716"/>
                  <a:pt x="879955" y="68607"/>
                  <a:pt x="878969" y="65934"/>
                </a:cubicBezTo>
                <a:cubicBezTo>
                  <a:pt x="877982" y="63260"/>
                  <a:pt x="876421" y="61187"/>
                  <a:pt x="874283" y="59716"/>
                </a:cubicBezTo>
                <a:cubicBezTo>
                  <a:pt x="872146" y="58245"/>
                  <a:pt x="869335" y="57509"/>
                  <a:pt x="865849" y="57509"/>
                </a:cubicBezTo>
                <a:cubicBezTo>
                  <a:pt x="860654" y="57509"/>
                  <a:pt x="856199" y="58746"/>
                  <a:pt x="852483" y="61220"/>
                </a:cubicBezTo>
                <a:cubicBezTo>
                  <a:pt x="848768" y="63695"/>
                  <a:pt x="845529" y="66703"/>
                  <a:pt x="842767" y="70246"/>
                </a:cubicBezTo>
                <a:lnTo>
                  <a:pt x="842767" y="135535"/>
                </a:lnTo>
                <a:lnTo>
                  <a:pt x="816627" y="13553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" name="Text &lt;Missing&gt;">
            <a:extLst xmlns:a="http://schemas.openxmlformats.org/drawingml/2006/main">
              <a:ext uri="{FF2B5EF4-FFF2-40B4-BE49-F238E27FC236}">
                <a16:creationId xmlns:a16="http://schemas.microsoft.com/office/drawing/2014/main" id="{72A49FE5-D9E8-4D29-B5FA-20A699FD0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381" y="1981349"/>
            <a:ext cx="853916" cy="173513"/>
          </a:xfrm>
          <a:custGeom xmlns:a="http://schemas.openxmlformats.org/drawingml/2006/main">
            <a:pathLst>
              <a:path w="853916" h="173513">
                <a:moveTo>
                  <a:pt x="285333" y="19061"/>
                </a:moveTo>
                <a:lnTo>
                  <a:pt x="285691" y="19019"/>
                </a:lnTo>
                <a:lnTo>
                  <a:pt x="286044" y="18967"/>
                </a:lnTo>
                <a:lnTo>
                  <a:pt x="286390" y="18906"/>
                </a:lnTo>
                <a:lnTo>
                  <a:pt x="286730" y="18835"/>
                </a:lnTo>
                <a:lnTo>
                  <a:pt x="287064" y="18755"/>
                </a:lnTo>
                <a:lnTo>
                  <a:pt x="287392" y="18666"/>
                </a:lnTo>
                <a:lnTo>
                  <a:pt x="287713" y="18567"/>
                </a:lnTo>
                <a:lnTo>
                  <a:pt x="288029" y="18459"/>
                </a:lnTo>
                <a:lnTo>
                  <a:pt x="288338" y="18341"/>
                </a:lnTo>
                <a:lnTo>
                  <a:pt x="288641" y="18214"/>
                </a:lnTo>
                <a:lnTo>
                  <a:pt x="288938" y="18077"/>
                </a:lnTo>
                <a:lnTo>
                  <a:pt x="289229" y="17931"/>
                </a:lnTo>
                <a:lnTo>
                  <a:pt x="289514" y="17776"/>
                </a:lnTo>
                <a:lnTo>
                  <a:pt x="289792" y="17611"/>
                </a:lnTo>
                <a:lnTo>
                  <a:pt x="290064" y="17437"/>
                </a:lnTo>
                <a:lnTo>
                  <a:pt x="290331" y="17253"/>
                </a:lnTo>
                <a:lnTo>
                  <a:pt x="290590" y="17060"/>
                </a:lnTo>
                <a:lnTo>
                  <a:pt x="290844" y="16857"/>
                </a:lnTo>
                <a:lnTo>
                  <a:pt x="291092" y="16645"/>
                </a:lnTo>
                <a:lnTo>
                  <a:pt x="291333" y="16424"/>
                </a:lnTo>
                <a:lnTo>
                  <a:pt x="291567" y="16195"/>
                </a:lnTo>
                <a:lnTo>
                  <a:pt x="291790" y="15962"/>
                </a:lnTo>
                <a:lnTo>
                  <a:pt x="292004" y="15724"/>
                </a:lnTo>
                <a:lnTo>
                  <a:pt x="292207" y="15480"/>
                </a:lnTo>
                <a:lnTo>
                  <a:pt x="292401" y="15232"/>
                </a:lnTo>
                <a:lnTo>
                  <a:pt x="292585" y="14978"/>
                </a:lnTo>
                <a:lnTo>
                  <a:pt x="292759" y="14720"/>
                </a:lnTo>
                <a:lnTo>
                  <a:pt x="292923" y="14457"/>
                </a:lnTo>
                <a:lnTo>
                  <a:pt x="293077" y="14188"/>
                </a:lnTo>
                <a:lnTo>
                  <a:pt x="293221" y="13915"/>
                </a:lnTo>
                <a:lnTo>
                  <a:pt x="293355" y="13637"/>
                </a:lnTo>
                <a:lnTo>
                  <a:pt x="293479" y="13354"/>
                </a:lnTo>
                <a:lnTo>
                  <a:pt x="293593" y="13066"/>
                </a:lnTo>
                <a:lnTo>
                  <a:pt x="293697" y="12773"/>
                </a:lnTo>
                <a:lnTo>
                  <a:pt x="293792" y="12474"/>
                </a:lnTo>
                <a:lnTo>
                  <a:pt x="293876" y="12171"/>
                </a:lnTo>
                <a:lnTo>
                  <a:pt x="293951" y="11863"/>
                </a:lnTo>
                <a:lnTo>
                  <a:pt x="294015" y="11550"/>
                </a:lnTo>
                <a:lnTo>
                  <a:pt x="294070" y="11233"/>
                </a:lnTo>
                <a:lnTo>
                  <a:pt x="294115" y="10910"/>
                </a:lnTo>
                <a:lnTo>
                  <a:pt x="294149" y="10582"/>
                </a:lnTo>
                <a:lnTo>
                  <a:pt x="294174" y="10249"/>
                </a:lnTo>
                <a:lnTo>
                  <a:pt x="294189" y="9911"/>
                </a:lnTo>
                <a:lnTo>
                  <a:pt x="294194" y="9568"/>
                </a:lnTo>
                <a:lnTo>
                  <a:pt x="294189" y="9226"/>
                </a:lnTo>
                <a:lnTo>
                  <a:pt x="294174" y="8888"/>
                </a:lnTo>
                <a:lnTo>
                  <a:pt x="294149" y="8555"/>
                </a:lnTo>
                <a:lnTo>
                  <a:pt x="294115" y="8227"/>
                </a:lnTo>
                <a:lnTo>
                  <a:pt x="294070" y="7904"/>
                </a:lnTo>
                <a:lnTo>
                  <a:pt x="294015" y="7586"/>
                </a:lnTo>
                <a:lnTo>
                  <a:pt x="293951" y="7273"/>
                </a:lnTo>
                <a:lnTo>
                  <a:pt x="293876" y="6965"/>
                </a:lnTo>
                <a:lnTo>
                  <a:pt x="293792" y="6662"/>
                </a:lnTo>
                <a:lnTo>
                  <a:pt x="293697" y="6364"/>
                </a:lnTo>
                <a:lnTo>
                  <a:pt x="293593" y="6071"/>
                </a:lnTo>
                <a:lnTo>
                  <a:pt x="293479" y="5783"/>
                </a:lnTo>
                <a:lnTo>
                  <a:pt x="293355" y="5500"/>
                </a:lnTo>
                <a:lnTo>
                  <a:pt x="293221" y="5222"/>
                </a:lnTo>
                <a:lnTo>
                  <a:pt x="293077" y="4948"/>
                </a:lnTo>
                <a:lnTo>
                  <a:pt x="292923" y="4680"/>
                </a:lnTo>
                <a:lnTo>
                  <a:pt x="292759" y="4417"/>
                </a:lnTo>
                <a:lnTo>
                  <a:pt x="292585" y="4158"/>
                </a:lnTo>
                <a:lnTo>
                  <a:pt x="292401" y="3905"/>
                </a:lnTo>
                <a:lnTo>
                  <a:pt x="292207" y="3657"/>
                </a:lnTo>
                <a:lnTo>
                  <a:pt x="292004" y="3413"/>
                </a:lnTo>
                <a:lnTo>
                  <a:pt x="291790" y="3175"/>
                </a:lnTo>
                <a:lnTo>
                  <a:pt x="291567" y="2941"/>
                </a:lnTo>
                <a:lnTo>
                  <a:pt x="291333" y="2713"/>
                </a:lnTo>
                <a:lnTo>
                  <a:pt x="291092" y="2491"/>
                </a:lnTo>
                <a:lnTo>
                  <a:pt x="290844" y="2279"/>
                </a:lnTo>
                <a:lnTo>
                  <a:pt x="290590" y="2077"/>
                </a:lnTo>
                <a:lnTo>
                  <a:pt x="290331" y="1884"/>
                </a:lnTo>
                <a:lnTo>
                  <a:pt x="290064" y="1700"/>
                </a:lnTo>
                <a:lnTo>
                  <a:pt x="289792" y="1526"/>
                </a:lnTo>
                <a:lnTo>
                  <a:pt x="289514" y="1361"/>
                </a:lnTo>
                <a:lnTo>
                  <a:pt x="289229" y="1206"/>
                </a:lnTo>
                <a:lnTo>
                  <a:pt x="288938" y="1060"/>
                </a:lnTo>
                <a:lnTo>
                  <a:pt x="288641" y="923"/>
                </a:lnTo>
                <a:lnTo>
                  <a:pt x="288338" y="796"/>
                </a:lnTo>
                <a:lnTo>
                  <a:pt x="288029" y="678"/>
                </a:lnTo>
                <a:lnTo>
                  <a:pt x="287713" y="570"/>
                </a:lnTo>
                <a:lnTo>
                  <a:pt x="287392" y="471"/>
                </a:lnTo>
                <a:lnTo>
                  <a:pt x="287064" y="381"/>
                </a:lnTo>
                <a:lnTo>
                  <a:pt x="286730" y="301"/>
                </a:lnTo>
                <a:lnTo>
                  <a:pt x="286390" y="231"/>
                </a:lnTo>
                <a:lnTo>
                  <a:pt x="286044" y="170"/>
                </a:lnTo>
                <a:lnTo>
                  <a:pt x="285691" y="118"/>
                </a:lnTo>
                <a:lnTo>
                  <a:pt x="285333" y="75"/>
                </a:lnTo>
                <a:lnTo>
                  <a:pt x="284968" y="42"/>
                </a:lnTo>
                <a:lnTo>
                  <a:pt x="284597" y="19"/>
                </a:lnTo>
                <a:lnTo>
                  <a:pt x="284220" y="5"/>
                </a:lnTo>
                <a:lnTo>
                  <a:pt x="283837" y="0"/>
                </a:lnTo>
                <a:lnTo>
                  <a:pt x="283453" y="5"/>
                </a:lnTo>
                <a:lnTo>
                  <a:pt x="283076" y="19"/>
                </a:lnTo>
                <a:lnTo>
                  <a:pt x="282706" y="42"/>
                </a:lnTo>
                <a:lnTo>
                  <a:pt x="282342" y="75"/>
                </a:lnTo>
                <a:lnTo>
                  <a:pt x="281984" y="118"/>
                </a:lnTo>
                <a:lnTo>
                  <a:pt x="281632" y="170"/>
                </a:lnTo>
                <a:lnTo>
                  <a:pt x="281287" y="231"/>
                </a:lnTo>
                <a:lnTo>
                  <a:pt x="280948" y="301"/>
                </a:lnTo>
                <a:lnTo>
                  <a:pt x="280616" y="381"/>
                </a:lnTo>
                <a:lnTo>
                  <a:pt x="280290" y="471"/>
                </a:lnTo>
                <a:lnTo>
                  <a:pt x="279970" y="570"/>
                </a:lnTo>
                <a:lnTo>
                  <a:pt x="279657" y="678"/>
                </a:lnTo>
                <a:lnTo>
                  <a:pt x="279349" y="796"/>
                </a:lnTo>
                <a:lnTo>
                  <a:pt x="279049" y="923"/>
                </a:lnTo>
                <a:lnTo>
                  <a:pt x="278754" y="1060"/>
                </a:lnTo>
                <a:lnTo>
                  <a:pt x="278466" y="1206"/>
                </a:lnTo>
                <a:lnTo>
                  <a:pt x="278184" y="1361"/>
                </a:lnTo>
                <a:lnTo>
                  <a:pt x="277909" y="1526"/>
                </a:lnTo>
                <a:lnTo>
                  <a:pt x="277640" y="1700"/>
                </a:lnTo>
                <a:lnTo>
                  <a:pt x="277377" y="1884"/>
                </a:lnTo>
                <a:lnTo>
                  <a:pt x="277120" y="2077"/>
                </a:lnTo>
                <a:lnTo>
                  <a:pt x="276870" y="2279"/>
                </a:lnTo>
                <a:lnTo>
                  <a:pt x="276626" y="2491"/>
                </a:lnTo>
                <a:lnTo>
                  <a:pt x="276389" y="2713"/>
                </a:lnTo>
                <a:lnTo>
                  <a:pt x="276160" y="2941"/>
                </a:lnTo>
                <a:lnTo>
                  <a:pt x="275940" y="3175"/>
                </a:lnTo>
                <a:lnTo>
                  <a:pt x="275730" y="3413"/>
                </a:lnTo>
                <a:lnTo>
                  <a:pt x="275530" y="3657"/>
                </a:lnTo>
                <a:lnTo>
                  <a:pt x="275340" y="3905"/>
                </a:lnTo>
                <a:lnTo>
                  <a:pt x="275159" y="4158"/>
                </a:lnTo>
                <a:lnTo>
                  <a:pt x="274988" y="4417"/>
                </a:lnTo>
                <a:lnTo>
                  <a:pt x="274827" y="4680"/>
                </a:lnTo>
                <a:lnTo>
                  <a:pt x="274676" y="4948"/>
                </a:lnTo>
                <a:lnTo>
                  <a:pt x="274534" y="5222"/>
                </a:lnTo>
                <a:lnTo>
                  <a:pt x="274403" y="5500"/>
                </a:lnTo>
                <a:lnTo>
                  <a:pt x="274281" y="5783"/>
                </a:lnTo>
                <a:lnTo>
                  <a:pt x="274168" y="6071"/>
                </a:lnTo>
                <a:lnTo>
                  <a:pt x="274066" y="6364"/>
                </a:lnTo>
                <a:lnTo>
                  <a:pt x="273973" y="6662"/>
                </a:lnTo>
                <a:lnTo>
                  <a:pt x="273890" y="6965"/>
                </a:lnTo>
                <a:lnTo>
                  <a:pt x="273817" y="7273"/>
                </a:lnTo>
                <a:lnTo>
                  <a:pt x="273753" y="7586"/>
                </a:lnTo>
                <a:lnTo>
                  <a:pt x="273700" y="7904"/>
                </a:lnTo>
                <a:lnTo>
                  <a:pt x="273656" y="8227"/>
                </a:lnTo>
                <a:lnTo>
                  <a:pt x="273622" y="8555"/>
                </a:lnTo>
                <a:lnTo>
                  <a:pt x="273597" y="8888"/>
                </a:lnTo>
                <a:lnTo>
                  <a:pt x="273583" y="9226"/>
                </a:lnTo>
                <a:lnTo>
                  <a:pt x="273578" y="9568"/>
                </a:lnTo>
                <a:lnTo>
                  <a:pt x="273583" y="9911"/>
                </a:lnTo>
                <a:lnTo>
                  <a:pt x="273597" y="10249"/>
                </a:lnTo>
                <a:lnTo>
                  <a:pt x="273622" y="10582"/>
                </a:lnTo>
                <a:lnTo>
                  <a:pt x="273656" y="10910"/>
                </a:lnTo>
                <a:lnTo>
                  <a:pt x="273700" y="11233"/>
                </a:lnTo>
                <a:lnTo>
                  <a:pt x="273753" y="11550"/>
                </a:lnTo>
                <a:lnTo>
                  <a:pt x="273817" y="11863"/>
                </a:lnTo>
                <a:lnTo>
                  <a:pt x="273890" y="12171"/>
                </a:lnTo>
                <a:lnTo>
                  <a:pt x="273973" y="12474"/>
                </a:lnTo>
                <a:lnTo>
                  <a:pt x="274066" y="12773"/>
                </a:lnTo>
                <a:lnTo>
                  <a:pt x="274168" y="13066"/>
                </a:lnTo>
                <a:lnTo>
                  <a:pt x="274281" y="13354"/>
                </a:lnTo>
                <a:lnTo>
                  <a:pt x="274403" y="13637"/>
                </a:lnTo>
                <a:lnTo>
                  <a:pt x="274534" y="13915"/>
                </a:lnTo>
                <a:lnTo>
                  <a:pt x="274676" y="14188"/>
                </a:lnTo>
                <a:lnTo>
                  <a:pt x="274827" y="14457"/>
                </a:lnTo>
                <a:lnTo>
                  <a:pt x="274988" y="14720"/>
                </a:lnTo>
                <a:lnTo>
                  <a:pt x="275159" y="14978"/>
                </a:lnTo>
                <a:lnTo>
                  <a:pt x="275340" y="15232"/>
                </a:lnTo>
                <a:lnTo>
                  <a:pt x="275530" y="15480"/>
                </a:lnTo>
                <a:lnTo>
                  <a:pt x="275730" y="15724"/>
                </a:lnTo>
                <a:lnTo>
                  <a:pt x="275940" y="15962"/>
                </a:lnTo>
                <a:lnTo>
                  <a:pt x="276160" y="16195"/>
                </a:lnTo>
                <a:lnTo>
                  <a:pt x="276389" y="16424"/>
                </a:lnTo>
                <a:lnTo>
                  <a:pt x="276626" y="16645"/>
                </a:lnTo>
                <a:lnTo>
                  <a:pt x="276870" y="16857"/>
                </a:lnTo>
                <a:lnTo>
                  <a:pt x="277120" y="17060"/>
                </a:lnTo>
                <a:lnTo>
                  <a:pt x="277377" y="17253"/>
                </a:lnTo>
                <a:lnTo>
                  <a:pt x="277640" y="17437"/>
                </a:lnTo>
                <a:lnTo>
                  <a:pt x="277909" y="17611"/>
                </a:lnTo>
                <a:lnTo>
                  <a:pt x="278184" y="17776"/>
                </a:lnTo>
                <a:lnTo>
                  <a:pt x="278466" y="17931"/>
                </a:lnTo>
                <a:lnTo>
                  <a:pt x="278754" y="18077"/>
                </a:lnTo>
                <a:lnTo>
                  <a:pt x="279049" y="18214"/>
                </a:lnTo>
                <a:lnTo>
                  <a:pt x="279349" y="18341"/>
                </a:lnTo>
                <a:lnTo>
                  <a:pt x="279657" y="18459"/>
                </a:lnTo>
                <a:lnTo>
                  <a:pt x="279970" y="18567"/>
                </a:lnTo>
                <a:lnTo>
                  <a:pt x="280290" y="18666"/>
                </a:lnTo>
                <a:lnTo>
                  <a:pt x="280616" y="18755"/>
                </a:lnTo>
                <a:lnTo>
                  <a:pt x="280948" y="18835"/>
                </a:lnTo>
                <a:lnTo>
                  <a:pt x="281287" y="18906"/>
                </a:lnTo>
                <a:lnTo>
                  <a:pt x="281632" y="18967"/>
                </a:lnTo>
                <a:lnTo>
                  <a:pt x="281984" y="19019"/>
                </a:lnTo>
                <a:lnTo>
                  <a:pt x="282342" y="19061"/>
                </a:lnTo>
                <a:lnTo>
                  <a:pt x="282706" y="19094"/>
                </a:lnTo>
                <a:lnTo>
                  <a:pt x="283076" y="19118"/>
                </a:lnTo>
                <a:lnTo>
                  <a:pt x="283453" y="19132"/>
                </a:lnTo>
                <a:lnTo>
                  <a:pt x="283837" y="19137"/>
                </a:lnTo>
                <a:lnTo>
                  <a:pt x="284220" y="19132"/>
                </a:lnTo>
                <a:lnTo>
                  <a:pt x="284597" y="19118"/>
                </a:lnTo>
                <a:lnTo>
                  <a:pt x="284968" y="19094"/>
                </a:lnTo>
                <a:lnTo>
                  <a:pt x="285333" y="19061"/>
                </a:lnTo>
                <a:close/>
                <a:moveTo>
                  <a:pt x="0" y="65499"/>
                </a:moveTo>
                <a:lnTo>
                  <a:pt x="0" y="74673"/>
                </a:lnTo>
                <a:lnTo>
                  <a:pt x="0" y="79210"/>
                </a:lnTo>
                <a:lnTo>
                  <a:pt x="85425" y="117878"/>
                </a:lnTo>
                <a:lnTo>
                  <a:pt x="85425" y="103378"/>
                </a:lnTo>
                <a:lnTo>
                  <a:pt x="10412" y="70116"/>
                </a:lnTo>
                <a:lnTo>
                  <a:pt x="85425" y="37287"/>
                </a:lnTo>
                <a:lnTo>
                  <a:pt x="85425" y="22885"/>
                </a:lnTo>
                <a:lnTo>
                  <a:pt x="0" y="61159"/>
                </a:lnTo>
                <a:lnTo>
                  <a:pt x="0" y="65499"/>
                </a:lnTo>
                <a:close/>
                <a:moveTo>
                  <a:pt x="130355" y="28510"/>
                </a:moveTo>
                <a:lnTo>
                  <a:pt x="170010" y="94500"/>
                </a:lnTo>
                <a:lnTo>
                  <a:pt x="181649" y="94500"/>
                </a:lnTo>
                <a:lnTo>
                  <a:pt x="220613" y="28666"/>
                </a:lnTo>
                <a:lnTo>
                  <a:pt x="220613" y="136324"/>
                </a:lnTo>
                <a:lnTo>
                  <a:pt x="238073" y="136324"/>
                </a:lnTo>
                <a:lnTo>
                  <a:pt x="238073" y="3551"/>
                </a:lnTo>
                <a:lnTo>
                  <a:pt x="219134" y="3551"/>
                </a:lnTo>
                <a:lnTo>
                  <a:pt x="176338" y="75681"/>
                </a:lnTo>
                <a:lnTo>
                  <a:pt x="132723" y="3551"/>
                </a:lnTo>
                <a:lnTo>
                  <a:pt x="113290" y="3551"/>
                </a:lnTo>
                <a:lnTo>
                  <a:pt x="113290" y="136324"/>
                </a:lnTo>
                <a:lnTo>
                  <a:pt x="130355" y="136324"/>
                </a:lnTo>
                <a:lnTo>
                  <a:pt x="130355" y="28510"/>
                </a:lnTo>
                <a:close/>
                <a:moveTo>
                  <a:pt x="292123" y="136324"/>
                </a:moveTo>
                <a:lnTo>
                  <a:pt x="292123" y="37287"/>
                </a:lnTo>
                <a:lnTo>
                  <a:pt x="275649" y="37287"/>
                </a:lnTo>
                <a:lnTo>
                  <a:pt x="275649" y="136324"/>
                </a:lnTo>
                <a:lnTo>
                  <a:pt x="292123" y="136324"/>
                </a:lnTo>
                <a:close/>
                <a:moveTo>
                  <a:pt x="531517" y="136324"/>
                </a:moveTo>
                <a:lnTo>
                  <a:pt x="531517" y="37287"/>
                </a:lnTo>
                <a:lnTo>
                  <a:pt x="515044" y="37287"/>
                </a:lnTo>
                <a:lnTo>
                  <a:pt x="515044" y="136324"/>
                </a:lnTo>
                <a:lnTo>
                  <a:pt x="531517" y="136324"/>
                </a:lnTo>
                <a:close/>
                <a:moveTo>
                  <a:pt x="356588" y="138052"/>
                </a:moveTo>
                <a:lnTo>
                  <a:pt x="357245" y="138025"/>
                </a:lnTo>
                <a:lnTo>
                  <a:pt x="357897" y="137992"/>
                </a:lnTo>
                <a:lnTo>
                  <a:pt x="358545" y="137953"/>
                </a:lnTo>
                <a:lnTo>
                  <a:pt x="359190" y="137908"/>
                </a:lnTo>
                <a:lnTo>
                  <a:pt x="359830" y="137857"/>
                </a:lnTo>
                <a:lnTo>
                  <a:pt x="360467" y="137800"/>
                </a:lnTo>
                <a:lnTo>
                  <a:pt x="361100" y="137737"/>
                </a:lnTo>
                <a:lnTo>
                  <a:pt x="361729" y="137668"/>
                </a:lnTo>
                <a:lnTo>
                  <a:pt x="362353" y="137594"/>
                </a:lnTo>
                <a:lnTo>
                  <a:pt x="362974" y="137513"/>
                </a:lnTo>
                <a:lnTo>
                  <a:pt x="363591" y="137426"/>
                </a:lnTo>
                <a:lnTo>
                  <a:pt x="364204" y="137333"/>
                </a:lnTo>
                <a:lnTo>
                  <a:pt x="364813" y="137234"/>
                </a:lnTo>
                <a:lnTo>
                  <a:pt x="365418" y="137129"/>
                </a:lnTo>
                <a:lnTo>
                  <a:pt x="366020" y="137018"/>
                </a:lnTo>
                <a:lnTo>
                  <a:pt x="366617" y="136901"/>
                </a:lnTo>
                <a:lnTo>
                  <a:pt x="367210" y="136778"/>
                </a:lnTo>
                <a:lnTo>
                  <a:pt x="367800" y="136649"/>
                </a:lnTo>
                <a:lnTo>
                  <a:pt x="368385" y="136515"/>
                </a:lnTo>
                <a:lnTo>
                  <a:pt x="368966" y="136374"/>
                </a:lnTo>
                <a:lnTo>
                  <a:pt x="369543" y="136227"/>
                </a:lnTo>
                <a:lnTo>
                  <a:pt x="370113" y="136073"/>
                </a:lnTo>
                <a:lnTo>
                  <a:pt x="370677" y="135913"/>
                </a:lnTo>
                <a:lnTo>
                  <a:pt x="371235" y="135746"/>
                </a:lnTo>
                <a:lnTo>
                  <a:pt x="371787" y="135573"/>
                </a:lnTo>
                <a:lnTo>
                  <a:pt x="372333" y="135393"/>
                </a:lnTo>
                <a:lnTo>
                  <a:pt x="372872" y="135207"/>
                </a:lnTo>
                <a:lnTo>
                  <a:pt x="373405" y="135014"/>
                </a:lnTo>
                <a:lnTo>
                  <a:pt x="373933" y="134815"/>
                </a:lnTo>
                <a:lnTo>
                  <a:pt x="374454" y="134609"/>
                </a:lnTo>
                <a:lnTo>
                  <a:pt x="374968" y="134396"/>
                </a:lnTo>
                <a:lnTo>
                  <a:pt x="375477" y="134177"/>
                </a:lnTo>
                <a:lnTo>
                  <a:pt x="375979" y="133952"/>
                </a:lnTo>
                <a:lnTo>
                  <a:pt x="376476" y="133720"/>
                </a:lnTo>
                <a:lnTo>
                  <a:pt x="376966" y="133481"/>
                </a:lnTo>
                <a:lnTo>
                  <a:pt x="377450" y="133236"/>
                </a:lnTo>
                <a:lnTo>
                  <a:pt x="377928" y="132985"/>
                </a:lnTo>
                <a:lnTo>
                  <a:pt x="378399" y="132727"/>
                </a:lnTo>
                <a:lnTo>
                  <a:pt x="378865" y="132462"/>
                </a:lnTo>
                <a:lnTo>
                  <a:pt x="379324" y="132191"/>
                </a:lnTo>
                <a:lnTo>
                  <a:pt x="379777" y="131913"/>
                </a:lnTo>
                <a:lnTo>
                  <a:pt x="380224" y="131629"/>
                </a:lnTo>
                <a:lnTo>
                  <a:pt x="380665" y="131338"/>
                </a:lnTo>
                <a:lnTo>
                  <a:pt x="381100" y="131041"/>
                </a:lnTo>
                <a:lnTo>
                  <a:pt x="381527" y="130737"/>
                </a:lnTo>
                <a:lnTo>
                  <a:pt x="381947" y="130426"/>
                </a:lnTo>
                <a:lnTo>
                  <a:pt x="382359" y="130107"/>
                </a:lnTo>
                <a:lnTo>
                  <a:pt x="382763" y="129782"/>
                </a:lnTo>
                <a:lnTo>
                  <a:pt x="383159" y="129450"/>
                </a:lnTo>
                <a:lnTo>
                  <a:pt x="383547" y="129111"/>
                </a:lnTo>
                <a:lnTo>
                  <a:pt x="383928" y="128764"/>
                </a:lnTo>
                <a:lnTo>
                  <a:pt x="384300" y="128411"/>
                </a:lnTo>
                <a:lnTo>
                  <a:pt x="384665" y="128050"/>
                </a:lnTo>
                <a:lnTo>
                  <a:pt x="385021" y="127683"/>
                </a:lnTo>
                <a:lnTo>
                  <a:pt x="385370" y="127308"/>
                </a:lnTo>
                <a:lnTo>
                  <a:pt x="385711" y="126926"/>
                </a:lnTo>
                <a:lnTo>
                  <a:pt x="386044" y="126538"/>
                </a:lnTo>
                <a:lnTo>
                  <a:pt x="386369" y="126142"/>
                </a:lnTo>
                <a:lnTo>
                  <a:pt x="386687" y="125739"/>
                </a:lnTo>
                <a:lnTo>
                  <a:pt x="386996" y="125329"/>
                </a:lnTo>
                <a:lnTo>
                  <a:pt x="387298" y="124912"/>
                </a:lnTo>
                <a:lnTo>
                  <a:pt x="387592" y="124488"/>
                </a:lnTo>
                <a:lnTo>
                  <a:pt x="387877" y="124057"/>
                </a:lnTo>
                <a:lnTo>
                  <a:pt x="388155" y="123619"/>
                </a:lnTo>
                <a:lnTo>
                  <a:pt x="388425" y="123174"/>
                </a:lnTo>
                <a:lnTo>
                  <a:pt x="388688" y="122722"/>
                </a:lnTo>
                <a:lnTo>
                  <a:pt x="388942" y="122263"/>
                </a:lnTo>
                <a:lnTo>
                  <a:pt x="389188" y="121796"/>
                </a:lnTo>
                <a:lnTo>
                  <a:pt x="389426" y="121323"/>
                </a:lnTo>
                <a:lnTo>
                  <a:pt x="389653" y="120842"/>
                </a:lnTo>
                <a:lnTo>
                  <a:pt x="389870" y="120354"/>
                </a:lnTo>
                <a:lnTo>
                  <a:pt x="390077" y="119859"/>
                </a:lnTo>
                <a:lnTo>
                  <a:pt x="390274" y="119357"/>
                </a:lnTo>
                <a:lnTo>
                  <a:pt x="390461" y="118847"/>
                </a:lnTo>
                <a:lnTo>
                  <a:pt x="390638" y="118330"/>
                </a:lnTo>
                <a:lnTo>
                  <a:pt x="390805" y="117806"/>
                </a:lnTo>
                <a:lnTo>
                  <a:pt x="390962" y="117275"/>
                </a:lnTo>
                <a:lnTo>
                  <a:pt x="391108" y="116737"/>
                </a:lnTo>
                <a:lnTo>
                  <a:pt x="391244" y="116191"/>
                </a:lnTo>
                <a:lnTo>
                  <a:pt x="391371" y="115638"/>
                </a:lnTo>
                <a:lnTo>
                  <a:pt x="391487" y="115078"/>
                </a:lnTo>
                <a:lnTo>
                  <a:pt x="391593" y="114510"/>
                </a:lnTo>
                <a:lnTo>
                  <a:pt x="391689" y="113936"/>
                </a:lnTo>
                <a:lnTo>
                  <a:pt x="391775" y="113354"/>
                </a:lnTo>
                <a:lnTo>
                  <a:pt x="391851" y="112765"/>
                </a:lnTo>
                <a:lnTo>
                  <a:pt x="391916" y="112169"/>
                </a:lnTo>
                <a:lnTo>
                  <a:pt x="391972" y="111565"/>
                </a:lnTo>
                <a:lnTo>
                  <a:pt x="392017" y="110954"/>
                </a:lnTo>
                <a:lnTo>
                  <a:pt x="392053" y="110337"/>
                </a:lnTo>
                <a:lnTo>
                  <a:pt x="392078" y="109711"/>
                </a:lnTo>
                <a:lnTo>
                  <a:pt x="392093" y="109079"/>
                </a:lnTo>
                <a:lnTo>
                  <a:pt x="392098" y="108439"/>
                </a:lnTo>
                <a:lnTo>
                  <a:pt x="392092" y="107700"/>
                </a:lnTo>
                <a:lnTo>
                  <a:pt x="392073" y="106972"/>
                </a:lnTo>
                <a:lnTo>
                  <a:pt x="392040" y="106255"/>
                </a:lnTo>
                <a:lnTo>
                  <a:pt x="391995" y="105548"/>
                </a:lnTo>
                <a:lnTo>
                  <a:pt x="391938" y="104854"/>
                </a:lnTo>
                <a:lnTo>
                  <a:pt x="391867" y="104170"/>
                </a:lnTo>
                <a:lnTo>
                  <a:pt x="391784" y="103497"/>
                </a:lnTo>
                <a:lnTo>
                  <a:pt x="391687" y="102836"/>
                </a:lnTo>
                <a:lnTo>
                  <a:pt x="391578" y="102185"/>
                </a:lnTo>
                <a:lnTo>
                  <a:pt x="391456" y="101546"/>
                </a:lnTo>
                <a:lnTo>
                  <a:pt x="391321" y="100918"/>
                </a:lnTo>
                <a:lnTo>
                  <a:pt x="391173" y="100301"/>
                </a:lnTo>
                <a:lnTo>
                  <a:pt x="391013" y="99695"/>
                </a:lnTo>
                <a:lnTo>
                  <a:pt x="390840" y="99100"/>
                </a:lnTo>
                <a:lnTo>
                  <a:pt x="390653" y="98516"/>
                </a:lnTo>
                <a:lnTo>
                  <a:pt x="390454" y="97943"/>
                </a:lnTo>
                <a:lnTo>
                  <a:pt x="390242" y="97382"/>
                </a:lnTo>
                <a:lnTo>
                  <a:pt x="390018" y="96832"/>
                </a:lnTo>
                <a:lnTo>
                  <a:pt x="389780" y="96292"/>
                </a:lnTo>
                <a:lnTo>
                  <a:pt x="389529" y="95764"/>
                </a:lnTo>
                <a:lnTo>
                  <a:pt x="389266" y="95247"/>
                </a:lnTo>
                <a:lnTo>
                  <a:pt x="388990" y="94741"/>
                </a:lnTo>
                <a:lnTo>
                  <a:pt x="388701" y="94247"/>
                </a:lnTo>
                <a:lnTo>
                  <a:pt x="388399" y="93763"/>
                </a:lnTo>
                <a:lnTo>
                  <a:pt x="388085" y="93288"/>
                </a:lnTo>
                <a:lnTo>
                  <a:pt x="387758" y="92821"/>
                </a:lnTo>
                <a:lnTo>
                  <a:pt x="387418" y="92361"/>
                </a:lnTo>
                <a:lnTo>
                  <a:pt x="387066" y="91908"/>
                </a:lnTo>
                <a:lnTo>
                  <a:pt x="386702" y="91462"/>
                </a:lnTo>
                <a:lnTo>
                  <a:pt x="386325" y="91023"/>
                </a:lnTo>
                <a:lnTo>
                  <a:pt x="385935" y="90592"/>
                </a:lnTo>
                <a:lnTo>
                  <a:pt x="385533" y="90168"/>
                </a:lnTo>
                <a:lnTo>
                  <a:pt x="385118" y="89751"/>
                </a:lnTo>
                <a:lnTo>
                  <a:pt x="384691" y="89342"/>
                </a:lnTo>
                <a:lnTo>
                  <a:pt x="384252" y="88939"/>
                </a:lnTo>
                <a:lnTo>
                  <a:pt x="383800" y="88544"/>
                </a:lnTo>
                <a:lnTo>
                  <a:pt x="383335" y="88156"/>
                </a:lnTo>
                <a:lnTo>
                  <a:pt x="382858" y="87776"/>
                </a:lnTo>
                <a:lnTo>
                  <a:pt x="382369" y="87402"/>
                </a:lnTo>
                <a:lnTo>
                  <a:pt x="381867" y="87036"/>
                </a:lnTo>
                <a:lnTo>
                  <a:pt x="381352" y="86677"/>
                </a:lnTo>
                <a:lnTo>
                  <a:pt x="380825" y="86326"/>
                </a:lnTo>
                <a:lnTo>
                  <a:pt x="380286" y="85981"/>
                </a:lnTo>
                <a:lnTo>
                  <a:pt x="379734" y="85644"/>
                </a:lnTo>
                <a:lnTo>
                  <a:pt x="379169" y="85314"/>
                </a:lnTo>
                <a:lnTo>
                  <a:pt x="378592" y="84991"/>
                </a:lnTo>
                <a:lnTo>
                  <a:pt x="378003" y="84676"/>
                </a:lnTo>
                <a:lnTo>
                  <a:pt x="377400" y="84367"/>
                </a:lnTo>
                <a:lnTo>
                  <a:pt x="376786" y="84064"/>
                </a:lnTo>
                <a:lnTo>
                  <a:pt x="376160" y="83765"/>
                </a:lnTo>
                <a:lnTo>
                  <a:pt x="375522" y="83469"/>
                </a:lnTo>
                <a:lnTo>
                  <a:pt x="374871" y="83177"/>
                </a:lnTo>
                <a:lnTo>
                  <a:pt x="374209" y="82888"/>
                </a:lnTo>
                <a:lnTo>
                  <a:pt x="373535" y="82603"/>
                </a:lnTo>
                <a:lnTo>
                  <a:pt x="372849" y="82321"/>
                </a:lnTo>
                <a:lnTo>
                  <a:pt x="372150" y="82043"/>
                </a:lnTo>
                <a:lnTo>
                  <a:pt x="371440" y="81768"/>
                </a:lnTo>
                <a:lnTo>
                  <a:pt x="370718" y="81497"/>
                </a:lnTo>
                <a:lnTo>
                  <a:pt x="369984" y="81229"/>
                </a:lnTo>
                <a:lnTo>
                  <a:pt x="369238" y="80965"/>
                </a:lnTo>
                <a:lnTo>
                  <a:pt x="368480" y="80704"/>
                </a:lnTo>
                <a:lnTo>
                  <a:pt x="367709" y="80447"/>
                </a:lnTo>
                <a:lnTo>
                  <a:pt x="366927" y="80194"/>
                </a:lnTo>
                <a:lnTo>
                  <a:pt x="366133" y="79944"/>
                </a:lnTo>
                <a:lnTo>
                  <a:pt x="365327" y="79697"/>
                </a:lnTo>
                <a:lnTo>
                  <a:pt x="364509" y="79454"/>
                </a:lnTo>
                <a:lnTo>
                  <a:pt x="363679" y="79214"/>
                </a:lnTo>
                <a:lnTo>
                  <a:pt x="362837" y="78978"/>
                </a:lnTo>
                <a:lnTo>
                  <a:pt x="361983" y="78746"/>
                </a:lnTo>
                <a:lnTo>
                  <a:pt x="361117" y="78517"/>
                </a:lnTo>
                <a:lnTo>
                  <a:pt x="360239" y="78292"/>
                </a:lnTo>
                <a:lnTo>
                  <a:pt x="359349" y="78070"/>
                </a:lnTo>
                <a:lnTo>
                  <a:pt x="358534" y="77867"/>
                </a:lnTo>
                <a:lnTo>
                  <a:pt x="357733" y="77665"/>
                </a:lnTo>
                <a:lnTo>
                  <a:pt x="356946" y="77464"/>
                </a:lnTo>
                <a:lnTo>
                  <a:pt x="356173" y="77264"/>
                </a:lnTo>
                <a:lnTo>
                  <a:pt x="355414" y="77065"/>
                </a:lnTo>
                <a:lnTo>
                  <a:pt x="354669" y="76866"/>
                </a:lnTo>
                <a:lnTo>
                  <a:pt x="353939" y="76669"/>
                </a:lnTo>
                <a:lnTo>
                  <a:pt x="353222" y="76473"/>
                </a:lnTo>
                <a:lnTo>
                  <a:pt x="352519" y="76277"/>
                </a:lnTo>
                <a:lnTo>
                  <a:pt x="351831" y="76082"/>
                </a:lnTo>
                <a:lnTo>
                  <a:pt x="351156" y="75888"/>
                </a:lnTo>
                <a:lnTo>
                  <a:pt x="350496" y="75695"/>
                </a:lnTo>
                <a:lnTo>
                  <a:pt x="349849" y="75503"/>
                </a:lnTo>
                <a:lnTo>
                  <a:pt x="349217" y="75312"/>
                </a:lnTo>
                <a:lnTo>
                  <a:pt x="348598" y="75122"/>
                </a:lnTo>
                <a:lnTo>
                  <a:pt x="347994" y="74932"/>
                </a:lnTo>
                <a:lnTo>
                  <a:pt x="347404" y="74744"/>
                </a:lnTo>
                <a:lnTo>
                  <a:pt x="346827" y="74556"/>
                </a:lnTo>
                <a:lnTo>
                  <a:pt x="346265" y="74369"/>
                </a:lnTo>
                <a:lnTo>
                  <a:pt x="345717" y="74183"/>
                </a:lnTo>
                <a:lnTo>
                  <a:pt x="345183" y="73998"/>
                </a:lnTo>
                <a:lnTo>
                  <a:pt x="344663" y="73814"/>
                </a:lnTo>
                <a:lnTo>
                  <a:pt x="344157" y="73631"/>
                </a:lnTo>
                <a:lnTo>
                  <a:pt x="343665" y="73449"/>
                </a:lnTo>
                <a:lnTo>
                  <a:pt x="343185" y="73266"/>
                </a:lnTo>
                <a:lnTo>
                  <a:pt x="342718" y="73081"/>
                </a:lnTo>
                <a:lnTo>
                  <a:pt x="342262" y="72894"/>
                </a:lnTo>
                <a:lnTo>
                  <a:pt x="341818" y="72705"/>
                </a:lnTo>
                <a:lnTo>
                  <a:pt x="341385" y="72514"/>
                </a:lnTo>
                <a:lnTo>
                  <a:pt x="340964" y="72321"/>
                </a:lnTo>
                <a:lnTo>
                  <a:pt x="340555" y="72126"/>
                </a:lnTo>
                <a:lnTo>
                  <a:pt x="340157" y="71930"/>
                </a:lnTo>
                <a:lnTo>
                  <a:pt x="339771" y="71731"/>
                </a:lnTo>
                <a:lnTo>
                  <a:pt x="339397" y="71531"/>
                </a:lnTo>
                <a:lnTo>
                  <a:pt x="339034" y="71328"/>
                </a:lnTo>
                <a:lnTo>
                  <a:pt x="338683" y="71124"/>
                </a:lnTo>
                <a:lnTo>
                  <a:pt x="338344" y="70917"/>
                </a:lnTo>
                <a:lnTo>
                  <a:pt x="338016" y="70709"/>
                </a:lnTo>
                <a:lnTo>
                  <a:pt x="337700" y="70499"/>
                </a:lnTo>
                <a:lnTo>
                  <a:pt x="337395" y="70287"/>
                </a:lnTo>
                <a:lnTo>
                  <a:pt x="337102" y="70073"/>
                </a:lnTo>
                <a:lnTo>
                  <a:pt x="336821" y="69857"/>
                </a:lnTo>
                <a:lnTo>
                  <a:pt x="336552" y="69639"/>
                </a:lnTo>
                <a:lnTo>
                  <a:pt x="336294" y="69419"/>
                </a:lnTo>
                <a:lnTo>
                  <a:pt x="336048" y="69197"/>
                </a:lnTo>
                <a:lnTo>
                  <a:pt x="335813" y="68973"/>
                </a:lnTo>
                <a:lnTo>
                  <a:pt x="335590" y="68747"/>
                </a:lnTo>
                <a:lnTo>
                  <a:pt x="335379" y="68520"/>
                </a:lnTo>
                <a:lnTo>
                  <a:pt x="335177" y="68289"/>
                </a:lnTo>
                <a:lnTo>
                  <a:pt x="334985" y="68054"/>
                </a:lnTo>
                <a:lnTo>
                  <a:pt x="334801" y="67815"/>
                </a:lnTo>
                <a:lnTo>
                  <a:pt x="334625" y="67571"/>
                </a:lnTo>
                <a:lnTo>
                  <a:pt x="334458" y="67324"/>
                </a:lnTo>
                <a:lnTo>
                  <a:pt x="334300" y="67072"/>
                </a:lnTo>
                <a:lnTo>
                  <a:pt x="334150" y="66816"/>
                </a:lnTo>
                <a:lnTo>
                  <a:pt x="334009" y="66556"/>
                </a:lnTo>
                <a:lnTo>
                  <a:pt x="333876" y="66291"/>
                </a:lnTo>
                <a:lnTo>
                  <a:pt x="333752" y="66022"/>
                </a:lnTo>
                <a:lnTo>
                  <a:pt x="333636" y="65749"/>
                </a:lnTo>
                <a:lnTo>
                  <a:pt x="333529" y="65472"/>
                </a:lnTo>
                <a:lnTo>
                  <a:pt x="333431" y="65190"/>
                </a:lnTo>
                <a:lnTo>
                  <a:pt x="333341" y="64905"/>
                </a:lnTo>
                <a:lnTo>
                  <a:pt x="333259" y="64615"/>
                </a:lnTo>
                <a:lnTo>
                  <a:pt x="333187" y="64321"/>
                </a:lnTo>
                <a:lnTo>
                  <a:pt x="333122" y="64022"/>
                </a:lnTo>
                <a:lnTo>
                  <a:pt x="333067" y="63720"/>
                </a:lnTo>
                <a:lnTo>
                  <a:pt x="333020" y="63413"/>
                </a:lnTo>
                <a:lnTo>
                  <a:pt x="332981" y="63102"/>
                </a:lnTo>
                <a:lnTo>
                  <a:pt x="332951" y="62786"/>
                </a:lnTo>
                <a:lnTo>
                  <a:pt x="332930" y="62467"/>
                </a:lnTo>
                <a:lnTo>
                  <a:pt x="332917" y="62143"/>
                </a:lnTo>
                <a:lnTo>
                  <a:pt x="332913" y="61815"/>
                </a:lnTo>
                <a:lnTo>
                  <a:pt x="332922" y="61230"/>
                </a:lnTo>
                <a:lnTo>
                  <a:pt x="332951" y="60659"/>
                </a:lnTo>
                <a:lnTo>
                  <a:pt x="332999" y="60100"/>
                </a:lnTo>
                <a:lnTo>
                  <a:pt x="333066" y="59554"/>
                </a:lnTo>
                <a:lnTo>
                  <a:pt x="333152" y="59022"/>
                </a:lnTo>
                <a:lnTo>
                  <a:pt x="333258" y="58502"/>
                </a:lnTo>
                <a:lnTo>
                  <a:pt x="333382" y="57995"/>
                </a:lnTo>
                <a:lnTo>
                  <a:pt x="333526" y="57502"/>
                </a:lnTo>
                <a:lnTo>
                  <a:pt x="333689" y="57022"/>
                </a:lnTo>
                <a:lnTo>
                  <a:pt x="333872" y="56554"/>
                </a:lnTo>
                <a:lnTo>
                  <a:pt x="334073" y="56100"/>
                </a:lnTo>
                <a:lnTo>
                  <a:pt x="334294" y="55658"/>
                </a:lnTo>
                <a:lnTo>
                  <a:pt x="334533" y="55230"/>
                </a:lnTo>
                <a:lnTo>
                  <a:pt x="334792" y="54815"/>
                </a:lnTo>
                <a:lnTo>
                  <a:pt x="335070" y="54413"/>
                </a:lnTo>
                <a:lnTo>
                  <a:pt x="335368" y="54024"/>
                </a:lnTo>
                <a:lnTo>
                  <a:pt x="335684" y="53648"/>
                </a:lnTo>
                <a:lnTo>
                  <a:pt x="336020" y="53285"/>
                </a:lnTo>
                <a:lnTo>
                  <a:pt x="336375" y="52935"/>
                </a:lnTo>
                <a:lnTo>
                  <a:pt x="336749" y="52598"/>
                </a:lnTo>
                <a:lnTo>
                  <a:pt x="337142" y="52274"/>
                </a:lnTo>
                <a:lnTo>
                  <a:pt x="337554" y="51963"/>
                </a:lnTo>
                <a:lnTo>
                  <a:pt x="337986" y="51665"/>
                </a:lnTo>
                <a:lnTo>
                  <a:pt x="338437" y="51381"/>
                </a:lnTo>
                <a:lnTo>
                  <a:pt x="338903" y="51108"/>
                </a:lnTo>
                <a:lnTo>
                  <a:pt x="339380" y="50847"/>
                </a:lnTo>
                <a:lnTo>
                  <a:pt x="339870" y="50597"/>
                </a:lnTo>
                <a:lnTo>
                  <a:pt x="340371" y="50360"/>
                </a:lnTo>
                <a:lnTo>
                  <a:pt x="340884" y="50133"/>
                </a:lnTo>
                <a:lnTo>
                  <a:pt x="341408" y="49919"/>
                </a:lnTo>
                <a:lnTo>
                  <a:pt x="341944" y="49716"/>
                </a:lnTo>
                <a:lnTo>
                  <a:pt x="342492" y="49524"/>
                </a:lnTo>
                <a:lnTo>
                  <a:pt x="343051" y="49344"/>
                </a:lnTo>
                <a:lnTo>
                  <a:pt x="343622" y="49176"/>
                </a:lnTo>
                <a:lnTo>
                  <a:pt x="344205" y="49019"/>
                </a:lnTo>
                <a:lnTo>
                  <a:pt x="344799" y="48874"/>
                </a:lnTo>
                <a:lnTo>
                  <a:pt x="345405" y="48741"/>
                </a:lnTo>
                <a:lnTo>
                  <a:pt x="346022" y="48619"/>
                </a:lnTo>
                <a:lnTo>
                  <a:pt x="346652" y="48509"/>
                </a:lnTo>
                <a:lnTo>
                  <a:pt x="347292" y="48410"/>
                </a:lnTo>
                <a:lnTo>
                  <a:pt x="347945" y="48323"/>
                </a:lnTo>
                <a:lnTo>
                  <a:pt x="348609" y="48248"/>
                </a:lnTo>
                <a:lnTo>
                  <a:pt x="349285" y="48184"/>
                </a:lnTo>
                <a:lnTo>
                  <a:pt x="349972" y="48132"/>
                </a:lnTo>
                <a:lnTo>
                  <a:pt x="350671" y="48091"/>
                </a:lnTo>
                <a:lnTo>
                  <a:pt x="351382" y="48062"/>
                </a:lnTo>
                <a:lnTo>
                  <a:pt x="352104" y="48045"/>
                </a:lnTo>
                <a:lnTo>
                  <a:pt x="352838" y="48039"/>
                </a:lnTo>
                <a:lnTo>
                  <a:pt x="353565" y="48047"/>
                </a:lnTo>
                <a:lnTo>
                  <a:pt x="354283" y="48070"/>
                </a:lnTo>
                <a:lnTo>
                  <a:pt x="354992" y="48109"/>
                </a:lnTo>
                <a:lnTo>
                  <a:pt x="355691" y="48163"/>
                </a:lnTo>
                <a:lnTo>
                  <a:pt x="356381" y="48232"/>
                </a:lnTo>
                <a:lnTo>
                  <a:pt x="357062" y="48317"/>
                </a:lnTo>
                <a:lnTo>
                  <a:pt x="357733" y="48418"/>
                </a:lnTo>
                <a:lnTo>
                  <a:pt x="358395" y="48534"/>
                </a:lnTo>
                <a:lnTo>
                  <a:pt x="359048" y="48665"/>
                </a:lnTo>
                <a:lnTo>
                  <a:pt x="359692" y="48812"/>
                </a:lnTo>
                <a:lnTo>
                  <a:pt x="360327" y="48974"/>
                </a:lnTo>
                <a:lnTo>
                  <a:pt x="360952" y="49152"/>
                </a:lnTo>
                <a:lnTo>
                  <a:pt x="361568" y="49345"/>
                </a:lnTo>
                <a:lnTo>
                  <a:pt x="362175" y="49554"/>
                </a:lnTo>
                <a:lnTo>
                  <a:pt x="362772" y="49778"/>
                </a:lnTo>
                <a:lnTo>
                  <a:pt x="363360" y="50017"/>
                </a:lnTo>
                <a:lnTo>
                  <a:pt x="363939" y="50272"/>
                </a:lnTo>
                <a:lnTo>
                  <a:pt x="364509" y="50543"/>
                </a:lnTo>
                <a:lnTo>
                  <a:pt x="365070" y="50829"/>
                </a:lnTo>
                <a:lnTo>
                  <a:pt x="365621" y="51130"/>
                </a:lnTo>
                <a:lnTo>
                  <a:pt x="366163" y="51447"/>
                </a:lnTo>
                <a:lnTo>
                  <a:pt x="366696" y="51779"/>
                </a:lnTo>
                <a:lnTo>
                  <a:pt x="367219" y="52127"/>
                </a:lnTo>
                <a:lnTo>
                  <a:pt x="367733" y="52490"/>
                </a:lnTo>
                <a:lnTo>
                  <a:pt x="368233" y="52872"/>
                </a:lnTo>
                <a:lnTo>
                  <a:pt x="368710" y="53276"/>
                </a:lnTo>
                <a:lnTo>
                  <a:pt x="369167" y="53702"/>
                </a:lnTo>
                <a:lnTo>
                  <a:pt x="369602" y="54150"/>
                </a:lnTo>
                <a:lnTo>
                  <a:pt x="370016" y="54619"/>
                </a:lnTo>
                <a:lnTo>
                  <a:pt x="370409" y="55111"/>
                </a:lnTo>
                <a:lnTo>
                  <a:pt x="370781" y="55624"/>
                </a:lnTo>
                <a:lnTo>
                  <a:pt x="371131" y="56160"/>
                </a:lnTo>
                <a:lnTo>
                  <a:pt x="371460" y="56717"/>
                </a:lnTo>
                <a:lnTo>
                  <a:pt x="371768" y="57296"/>
                </a:lnTo>
                <a:lnTo>
                  <a:pt x="372055" y="57898"/>
                </a:lnTo>
                <a:lnTo>
                  <a:pt x="372320" y="58521"/>
                </a:lnTo>
                <a:lnTo>
                  <a:pt x="372565" y="59166"/>
                </a:lnTo>
                <a:lnTo>
                  <a:pt x="372788" y="59833"/>
                </a:lnTo>
                <a:lnTo>
                  <a:pt x="372989" y="60522"/>
                </a:lnTo>
                <a:lnTo>
                  <a:pt x="373170" y="61233"/>
                </a:lnTo>
                <a:lnTo>
                  <a:pt x="373329" y="61965"/>
                </a:lnTo>
                <a:lnTo>
                  <a:pt x="373467" y="62720"/>
                </a:lnTo>
                <a:lnTo>
                  <a:pt x="373584" y="63497"/>
                </a:lnTo>
                <a:lnTo>
                  <a:pt x="373679" y="64295"/>
                </a:lnTo>
                <a:lnTo>
                  <a:pt x="373754" y="65116"/>
                </a:lnTo>
                <a:lnTo>
                  <a:pt x="373807" y="65958"/>
                </a:lnTo>
                <a:lnTo>
                  <a:pt x="373839" y="66823"/>
                </a:lnTo>
                <a:lnTo>
                  <a:pt x="373849" y="67709"/>
                </a:lnTo>
                <a:lnTo>
                  <a:pt x="389829" y="67709"/>
                </a:lnTo>
                <a:lnTo>
                  <a:pt x="389824" y="67002"/>
                </a:lnTo>
                <a:lnTo>
                  <a:pt x="389809" y="66304"/>
                </a:lnTo>
                <a:lnTo>
                  <a:pt x="389783" y="65614"/>
                </a:lnTo>
                <a:lnTo>
                  <a:pt x="389747" y="64933"/>
                </a:lnTo>
                <a:lnTo>
                  <a:pt x="389701" y="64260"/>
                </a:lnTo>
                <a:lnTo>
                  <a:pt x="389645" y="63595"/>
                </a:lnTo>
                <a:lnTo>
                  <a:pt x="389578" y="62939"/>
                </a:lnTo>
                <a:lnTo>
                  <a:pt x="389501" y="62292"/>
                </a:lnTo>
                <a:lnTo>
                  <a:pt x="389413" y="61653"/>
                </a:lnTo>
                <a:lnTo>
                  <a:pt x="389316" y="61022"/>
                </a:lnTo>
                <a:lnTo>
                  <a:pt x="389208" y="60400"/>
                </a:lnTo>
                <a:lnTo>
                  <a:pt x="389090" y="59786"/>
                </a:lnTo>
                <a:lnTo>
                  <a:pt x="388961" y="59181"/>
                </a:lnTo>
                <a:lnTo>
                  <a:pt x="388822" y="58584"/>
                </a:lnTo>
                <a:lnTo>
                  <a:pt x="388673" y="57996"/>
                </a:lnTo>
                <a:lnTo>
                  <a:pt x="388514" y="57416"/>
                </a:lnTo>
                <a:lnTo>
                  <a:pt x="388345" y="56845"/>
                </a:lnTo>
                <a:lnTo>
                  <a:pt x="388165" y="56282"/>
                </a:lnTo>
                <a:lnTo>
                  <a:pt x="387975" y="55727"/>
                </a:lnTo>
                <a:lnTo>
                  <a:pt x="387774" y="55181"/>
                </a:lnTo>
                <a:lnTo>
                  <a:pt x="387564" y="54644"/>
                </a:lnTo>
                <a:lnTo>
                  <a:pt x="387343" y="54115"/>
                </a:lnTo>
                <a:lnTo>
                  <a:pt x="387112" y="53594"/>
                </a:lnTo>
                <a:lnTo>
                  <a:pt x="386870" y="53082"/>
                </a:lnTo>
                <a:lnTo>
                  <a:pt x="386620" y="52578"/>
                </a:lnTo>
                <a:lnTo>
                  <a:pt x="386362" y="52082"/>
                </a:lnTo>
                <a:lnTo>
                  <a:pt x="386097" y="51594"/>
                </a:lnTo>
                <a:lnTo>
                  <a:pt x="385825" y="51113"/>
                </a:lnTo>
                <a:lnTo>
                  <a:pt x="385545" y="50640"/>
                </a:lnTo>
                <a:lnTo>
                  <a:pt x="385258" y="50175"/>
                </a:lnTo>
                <a:lnTo>
                  <a:pt x="384964" y="49717"/>
                </a:lnTo>
                <a:lnTo>
                  <a:pt x="384662" y="49268"/>
                </a:lnTo>
                <a:lnTo>
                  <a:pt x="384352" y="48826"/>
                </a:lnTo>
                <a:lnTo>
                  <a:pt x="384036" y="48392"/>
                </a:lnTo>
                <a:lnTo>
                  <a:pt x="383712" y="47965"/>
                </a:lnTo>
                <a:lnTo>
                  <a:pt x="383381" y="47547"/>
                </a:lnTo>
                <a:lnTo>
                  <a:pt x="383042" y="47136"/>
                </a:lnTo>
                <a:lnTo>
                  <a:pt x="382696" y="46733"/>
                </a:lnTo>
                <a:lnTo>
                  <a:pt x="382343" y="46337"/>
                </a:lnTo>
                <a:lnTo>
                  <a:pt x="381982" y="45950"/>
                </a:lnTo>
                <a:lnTo>
                  <a:pt x="381614" y="45570"/>
                </a:lnTo>
                <a:lnTo>
                  <a:pt x="381238" y="45198"/>
                </a:lnTo>
                <a:lnTo>
                  <a:pt x="380855" y="44834"/>
                </a:lnTo>
                <a:lnTo>
                  <a:pt x="380465" y="44477"/>
                </a:lnTo>
                <a:lnTo>
                  <a:pt x="380068" y="44128"/>
                </a:lnTo>
                <a:lnTo>
                  <a:pt x="379663" y="43787"/>
                </a:lnTo>
                <a:lnTo>
                  <a:pt x="379250" y="43454"/>
                </a:lnTo>
                <a:lnTo>
                  <a:pt x="378831" y="43129"/>
                </a:lnTo>
                <a:lnTo>
                  <a:pt x="378405" y="42810"/>
                </a:lnTo>
                <a:lnTo>
                  <a:pt x="377973" y="42499"/>
                </a:lnTo>
                <a:lnTo>
                  <a:pt x="377536" y="42195"/>
                </a:lnTo>
                <a:lnTo>
                  <a:pt x="377094" y="41898"/>
                </a:lnTo>
                <a:lnTo>
                  <a:pt x="376646" y="41607"/>
                </a:lnTo>
                <a:lnTo>
                  <a:pt x="376192" y="41324"/>
                </a:lnTo>
                <a:lnTo>
                  <a:pt x="375733" y="41048"/>
                </a:lnTo>
                <a:lnTo>
                  <a:pt x="375269" y="40780"/>
                </a:lnTo>
                <a:lnTo>
                  <a:pt x="374799" y="40518"/>
                </a:lnTo>
                <a:lnTo>
                  <a:pt x="374323" y="40263"/>
                </a:lnTo>
                <a:lnTo>
                  <a:pt x="373842" y="40015"/>
                </a:lnTo>
                <a:lnTo>
                  <a:pt x="373356" y="39775"/>
                </a:lnTo>
                <a:lnTo>
                  <a:pt x="372864" y="39541"/>
                </a:lnTo>
                <a:lnTo>
                  <a:pt x="372367" y="39315"/>
                </a:lnTo>
                <a:lnTo>
                  <a:pt x="371864" y="39095"/>
                </a:lnTo>
                <a:lnTo>
                  <a:pt x="371356" y="38883"/>
                </a:lnTo>
                <a:lnTo>
                  <a:pt x="370842" y="38677"/>
                </a:lnTo>
                <a:lnTo>
                  <a:pt x="370323" y="38479"/>
                </a:lnTo>
                <a:lnTo>
                  <a:pt x="369798" y="38288"/>
                </a:lnTo>
                <a:lnTo>
                  <a:pt x="369268" y="38104"/>
                </a:lnTo>
                <a:lnTo>
                  <a:pt x="368732" y="37927"/>
                </a:lnTo>
                <a:lnTo>
                  <a:pt x="368191" y="37757"/>
                </a:lnTo>
                <a:lnTo>
                  <a:pt x="367644" y="37594"/>
                </a:lnTo>
                <a:lnTo>
                  <a:pt x="367092" y="37438"/>
                </a:lnTo>
                <a:lnTo>
                  <a:pt x="366536" y="37289"/>
                </a:lnTo>
                <a:lnTo>
                  <a:pt x="365976" y="37146"/>
                </a:lnTo>
                <a:lnTo>
                  <a:pt x="365413" y="37010"/>
                </a:lnTo>
                <a:lnTo>
                  <a:pt x="364847" y="36880"/>
                </a:lnTo>
                <a:lnTo>
                  <a:pt x="364277" y="36756"/>
                </a:lnTo>
                <a:lnTo>
                  <a:pt x="363705" y="36638"/>
                </a:lnTo>
                <a:lnTo>
                  <a:pt x="363128" y="36527"/>
                </a:lnTo>
                <a:lnTo>
                  <a:pt x="362549" y="36423"/>
                </a:lnTo>
                <a:lnTo>
                  <a:pt x="361967" y="36324"/>
                </a:lnTo>
                <a:lnTo>
                  <a:pt x="361381" y="36232"/>
                </a:lnTo>
                <a:lnTo>
                  <a:pt x="360792" y="36146"/>
                </a:lnTo>
                <a:lnTo>
                  <a:pt x="360200" y="36067"/>
                </a:lnTo>
                <a:lnTo>
                  <a:pt x="359604" y="35994"/>
                </a:lnTo>
                <a:lnTo>
                  <a:pt x="359005" y="35927"/>
                </a:lnTo>
                <a:lnTo>
                  <a:pt x="358403" y="35867"/>
                </a:lnTo>
                <a:lnTo>
                  <a:pt x="357798" y="35813"/>
                </a:lnTo>
                <a:lnTo>
                  <a:pt x="357189" y="35766"/>
                </a:lnTo>
                <a:lnTo>
                  <a:pt x="356578" y="35724"/>
                </a:lnTo>
                <a:lnTo>
                  <a:pt x="355963" y="35689"/>
                </a:lnTo>
                <a:lnTo>
                  <a:pt x="355344" y="35661"/>
                </a:lnTo>
                <a:lnTo>
                  <a:pt x="354723" y="35639"/>
                </a:lnTo>
                <a:lnTo>
                  <a:pt x="354098" y="35623"/>
                </a:lnTo>
                <a:lnTo>
                  <a:pt x="353470" y="35613"/>
                </a:lnTo>
                <a:lnTo>
                  <a:pt x="352838" y="35610"/>
                </a:lnTo>
                <a:lnTo>
                  <a:pt x="352199" y="35613"/>
                </a:lnTo>
                <a:lnTo>
                  <a:pt x="351564" y="35622"/>
                </a:lnTo>
                <a:lnTo>
                  <a:pt x="350932" y="35636"/>
                </a:lnTo>
                <a:lnTo>
                  <a:pt x="350304" y="35657"/>
                </a:lnTo>
                <a:lnTo>
                  <a:pt x="349680" y="35683"/>
                </a:lnTo>
                <a:lnTo>
                  <a:pt x="349059" y="35715"/>
                </a:lnTo>
                <a:lnTo>
                  <a:pt x="348442" y="35753"/>
                </a:lnTo>
                <a:lnTo>
                  <a:pt x="347830" y="35796"/>
                </a:lnTo>
                <a:lnTo>
                  <a:pt x="347220" y="35846"/>
                </a:lnTo>
                <a:lnTo>
                  <a:pt x="346615" y="35901"/>
                </a:lnTo>
                <a:lnTo>
                  <a:pt x="346013" y="35962"/>
                </a:lnTo>
                <a:lnTo>
                  <a:pt x="345416" y="36029"/>
                </a:lnTo>
                <a:lnTo>
                  <a:pt x="344821" y="36102"/>
                </a:lnTo>
                <a:lnTo>
                  <a:pt x="344231" y="36181"/>
                </a:lnTo>
                <a:lnTo>
                  <a:pt x="343645" y="36265"/>
                </a:lnTo>
                <a:lnTo>
                  <a:pt x="343062" y="36355"/>
                </a:lnTo>
                <a:lnTo>
                  <a:pt x="342483" y="36451"/>
                </a:lnTo>
                <a:lnTo>
                  <a:pt x="341908" y="36553"/>
                </a:lnTo>
                <a:lnTo>
                  <a:pt x="341336" y="36661"/>
                </a:lnTo>
                <a:lnTo>
                  <a:pt x="340768" y="36775"/>
                </a:lnTo>
                <a:lnTo>
                  <a:pt x="340204" y="36894"/>
                </a:lnTo>
                <a:lnTo>
                  <a:pt x="339644" y="37019"/>
                </a:lnTo>
                <a:lnTo>
                  <a:pt x="339088" y="37150"/>
                </a:lnTo>
                <a:lnTo>
                  <a:pt x="338535" y="37287"/>
                </a:lnTo>
                <a:lnTo>
                  <a:pt x="337987" y="37429"/>
                </a:lnTo>
                <a:lnTo>
                  <a:pt x="337446" y="37578"/>
                </a:lnTo>
                <a:lnTo>
                  <a:pt x="336910" y="37732"/>
                </a:lnTo>
                <a:lnTo>
                  <a:pt x="336380" y="37892"/>
                </a:lnTo>
                <a:lnTo>
                  <a:pt x="335856" y="38057"/>
                </a:lnTo>
                <a:lnTo>
                  <a:pt x="335339" y="38229"/>
                </a:lnTo>
                <a:lnTo>
                  <a:pt x="334827" y="38406"/>
                </a:lnTo>
                <a:lnTo>
                  <a:pt x="334321" y="38590"/>
                </a:lnTo>
                <a:lnTo>
                  <a:pt x="333821" y="38779"/>
                </a:lnTo>
                <a:lnTo>
                  <a:pt x="333327" y="38974"/>
                </a:lnTo>
                <a:lnTo>
                  <a:pt x="332839" y="39174"/>
                </a:lnTo>
                <a:lnTo>
                  <a:pt x="332358" y="39381"/>
                </a:lnTo>
                <a:lnTo>
                  <a:pt x="331882" y="39593"/>
                </a:lnTo>
                <a:lnTo>
                  <a:pt x="331412" y="39811"/>
                </a:lnTo>
                <a:lnTo>
                  <a:pt x="330948" y="40036"/>
                </a:lnTo>
                <a:lnTo>
                  <a:pt x="330490" y="40265"/>
                </a:lnTo>
                <a:lnTo>
                  <a:pt x="330038" y="40501"/>
                </a:lnTo>
                <a:lnTo>
                  <a:pt x="329593" y="40743"/>
                </a:lnTo>
                <a:lnTo>
                  <a:pt x="329153" y="40990"/>
                </a:lnTo>
                <a:lnTo>
                  <a:pt x="328719" y="41243"/>
                </a:lnTo>
                <a:lnTo>
                  <a:pt x="328291" y="41502"/>
                </a:lnTo>
                <a:lnTo>
                  <a:pt x="327869" y="41767"/>
                </a:lnTo>
                <a:lnTo>
                  <a:pt x="327453" y="42038"/>
                </a:lnTo>
                <a:lnTo>
                  <a:pt x="327043" y="42315"/>
                </a:lnTo>
                <a:lnTo>
                  <a:pt x="326640" y="42597"/>
                </a:lnTo>
                <a:lnTo>
                  <a:pt x="326245" y="42885"/>
                </a:lnTo>
                <a:lnTo>
                  <a:pt x="325856" y="43179"/>
                </a:lnTo>
                <a:lnTo>
                  <a:pt x="325476" y="43478"/>
                </a:lnTo>
                <a:lnTo>
                  <a:pt x="325103" y="43784"/>
                </a:lnTo>
                <a:lnTo>
                  <a:pt x="324738" y="44095"/>
                </a:lnTo>
                <a:lnTo>
                  <a:pt x="324380" y="44412"/>
                </a:lnTo>
                <a:lnTo>
                  <a:pt x="324029" y="44735"/>
                </a:lnTo>
                <a:lnTo>
                  <a:pt x="323686" y="45064"/>
                </a:lnTo>
                <a:lnTo>
                  <a:pt x="323351" y="45398"/>
                </a:lnTo>
                <a:lnTo>
                  <a:pt x="323023" y="45739"/>
                </a:lnTo>
                <a:lnTo>
                  <a:pt x="322703" y="46085"/>
                </a:lnTo>
                <a:lnTo>
                  <a:pt x="322390" y="46437"/>
                </a:lnTo>
                <a:lnTo>
                  <a:pt x="322085" y="46795"/>
                </a:lnTo>
                <a:lnTo>
                  <a:pt x="321787" y="47158"/>
                </a:lnTo>
                <a:lnTo>
                  <a:pt x="321497" y="47528"/>
                </a:lnTo>
                <a:lnTo>
                  <a:pt x="321215" y="47903"/>
                </a:lnTo>
                <a:lnTo>
                  <a:pt x="320940" y="48284"/>
                </a:lnTo>
                <a:lnTo>
                  <a:pt x="320672" y="48671"/>
                </a:lnTo>
                <a:lnTo>
                  <a:pt x="320412" y="49064"/>
                </a:lnTo>
                <a:lnTo>
                  <a:pt x="320160" y="49462"/>
                </a:lnTo>
                <a:lnTo>
                  <a:pt x="319915" y="49867"/>
                </a:lnTo>
                <a:lnTo>
                  <a:pt x="319678" y="50277"/>
                </a:lnTo>
                <a:lnTo>
                  <a:pt x="319448" y="50693"/>
                </a:lnTo>
                <a:lnTo>
                  <a:pt x="319226" y="51115"/>
                </a:lnTo>
                <a:lnTo>
                  <a:pt x="319015" y="51542"/>
                </a:lnTo>
                <a:lnTo>
                  <a:pt x="318812" y="51975"/>
                </a:lnTo>
                <a:lnTo>
                  <a:pt x="318619" y="52413"/>
                </a:lnTo>
                <a:lnTo>
                  <a:pt x="318435" y="52856"/>
                </a:lnTo>
                <a:lnTo>
                  <a:pt x="318261" y="53305"/>
                </a:lnTo>
                <a:lnTo>
                  <a:pt x="318096" y="53760"/>
                </a:lnTo>
                <a:lnTo>
                  <a:pt x="317941" y="54220"/>
                </a:lnTo>
                <a:lnTo>
                  <a:pt x="317795" y="54685"/>
                </a:lnTo>
                <a:lnTo>
                  <a:pt x="317658" y="55156"/>
                </a:lnTo>
                <a:lnTo>
                  <a:pt x="317531" y="55633"/>
                </a:lnTo>
                <a:lnTo>
                  <a:pt x="317413" y="56115"/>
                </a:lnTo>
                <a:lnTo>
                  <a:pt x="317305" y="56602"/>
                </a:lnTo>
                <a:lnTo>
                  <a:pt x="317206" y="57095"/>
                </a:lnTo>
                <a:lnTo>
                  <a:pt x="317117" y="57593"/>
                </a:lnTo>
                <a:lnTo>
                  <a:pt x="317037" y="58097"/>
                </a:lnTo>
                <a:lnTo>
                  <a:pt x="316966" y="58606"/>
                </a:lnTo>
                <a:lnTo>
                  <a:pt x="316905" y="59121"/>
                </a:lnTo>
                <a:lnTo>
                  <a:pt x="316853" y="59641"/>
                </a:lnTo>
                <a:lnTo>
                  <a:pt x="316810" y="60167"/>
                </a:lnTo>
                <a:lnTo>
                  <a:pt x="316777" y="60698"/>
                </a:lnTo>
                <a:lnTo>
                  <a:pt x="316754" y="61234"/>
                </a:lnTo>
                <a:lnTo>
                  <a:pt x="316740" y="61776"/>
                </a:lnTo>
                <a:lnTo>
                  <a:pt x="316735" y="62324"/>
                </a:lnTo>
                <a:lnTo>
                  <a:pt x="316742" y="63021"/>
                </a:lnTo>
                <a:lnTo>
                  <a:pt x="316762" y="63709"/>
                </a:lnTo>
                <a:lnTo>
                  <a:pt x="316795" y="64386"/>
                </a:lnTo>
                <a:lnTo>
                  <a:pt x="316842" y="65054"/>
                </a:lnTo>
                <a:lnTo>
                  <a:pt x="316902" y="65711"/>
                </a:lnTo>
                <a:lnTo>
                  <a:pt x="316976" y="66358"/>
                </a:lnTo>
                <a:lnTo>
                  <a:pt x="317062" y="66996"/>
                </a:lnTo>
                <a:lnTo>
                  <a:pt x="317163" y="67623"/>
                </a:lnTo>
                <a:lnTo>
                  <a:pt x="317276" y="68240"/>
                </a:lnTo>
                <a:lnTo>
                  <a:pt x="317403" y="68847"/>
                </a:lnTo>
                <a:lnTo>
                  <a:pt x="317543" y="69444"/>
                </a:lnTo>
                <a:lnTo>
                  <a:pt x="317697" y="70031"/>
                </a:lnTo>
                <a:lnTo>
                  <a:pt x="317864" y="70608"/>
                </a:lnTo>
                <a:lnTo>
                  <a:pt x="318044" y="71175"/>
                </a:lnTo>
                <a:lnTo>
                  <a:pt x="318238" y="71732"/>
                </a:lnTo>
                <a:lnTo>
                  <a:pt x="318445" y="72279"/>
                </a:lnTo>
                <a:lnTo>
                  <a:pt x="318665" y="72815"/>
                </a:lnTo>
                <a:lnTo>
                  <a:pt x="318899" y="73342"/>
                </a:lnTo>
                <a:lnTo>
                  <a:pt x="319146" y="73859"/>
                </a:lnTo>
                <a:lnTo>
                  <a:pt x="319407" y="74365"/>
                </a:lnTo>
                <a:lnTo>
                  <a:pt x="319681" y="74862"/>
                </a:lnTo>
                <a:lnTo>
                  <a:pt x="319968" y="75348"/>
                </a:lnTo>
                <a:lnTo>
                  <a:pt x="320268" y="75825"/>
                </a:lnTo>
                <a:lnTo>
                  <a:pt x="320582" y="76291"/>
                </a:lnTo>
                <a:lnTo>
                  <a:pt x="320909" y="76749"/>
                </a:lnTo>
                <a:lnTo>
                  <a:pt x="321250" y="77200"/>
                </a:lnTo>
                <a:lnTo>
                  <a:pt x="321604" y="77645"/>
                </a:lnTo>
                <a:lnTo>
                  <a:pt x="321971" y="78083"/>
                </a:lnTo>
                <a:lnTo>
                  <a:pt x="322352" y="78514"/>
                </a:lnTo>
                <a:lnTo>
                  <a:pt x="322746" y="78939"/>
                </a:lnTo>
                <a:lnTo>
                  <a:pt x="323154" y="79356"/>
                </a:lnTo>
                <a:lnTo>
                  <a:pt x="323574" y="79767"/>
                </a:lnTo>
                <a:lnTo>
                  <a:pt x="324008" y="80172"/>
                </a:lnTo>
                <a:lnTo>
                  <a:pt x="324456" y="80570"/>
                </a:lnTo>
                <a:lnTo>
                  <a:pt x="324917" y="80961"/>
                </a:lnTo>
                <a:lnTo>
                  <a:pt x="325391" y="81345"/>
                </a:lnTo>
                <a:lnTo>
                  <a:pt x="325879" y="81723"/>
                </a:lnTo>
                <a:lnTo>
                  <a:pt x="326379" y="82093"/>
                </a:lnTo>
                <a:lnTo>
                  <a:pt x="326894" y="82458"/>
                </a:lnTo>
                <a:lnTo>
                  <a:pt x="327421" y="82815"/>
                </a:lnTo>
                <a:lnTo>
                  <a:pt x="327962" y="83166"/>
                </a:lnTo>
                <a:lnTo>
                  <a:pt x="328517" y="83510"/>
                </a:lnTo>
                <a:lnTo>
                  <a:pt x="329084" y="83847"/>
                </a:lnTo>
                <a:lnTo>
                  <a:pt x="329666" y="84178"/>
                </a:lnTo>
                <a:lnTo>
                  <a:pt x="330260" y="84502"/>
                </a:lnTo>
                <a:lnTo>
                  <a:pt x="330868" y="84819"/>
                </a:lnTo>
                <a:lnTo>
                  <a:pt x="331489" y="85130"/>
                </a:lnTo>
                <a:lnTo>
                  <a:pt x="332123" y="85434"/>
                </a:lnTo>
                <a:lnTo>
                  <a:pt x="332771" y="85733"/>
                </a:lnTo>
                <a:lnTo>
                  <a:pt x="333430" y="86029"/>
                </a:lnTo>
                <a:lnTo>
                  <a:pt x="334102" y="86321"/>
                </a:lnTo>
                <a:lnTo>
                  <a:pt x="334787" y="86611"/>
                </a:lnTo>
                <a:lnTo>
                  <a:pt x="335483" y="86898"/>
                </a:lnTo>
                <a:lnTo>
                  <a:pt x="336192" y="87182"/>
                </a:lnTo>
                <a:lnTo>
                  <a:pt x="336914" y="87463"/>
                </a:lnTo>
                <a:lnTo>
                  <a:pt x="337647" y="87741"/>
                </a:lnTo>
                <a:lnTo>
                  <a:pt x="338393" y="88016"/>
                </a:lnTo>
                <a:lnTo>
                  <a:pt x="339152" y="88288"/>
                </a:lnTo>
                <a:lnTo>
                  <a:pt x="339922" y="88557"/>
                </a:lnTo>
                <a:lnTo>
                  <a:pt x="340705" y="88823"/>
                </a:lnTo>
                <a:lnTo>
                  <a:pt x="341501" y="89085"/>
                </a:lnTo>
                <a:lnTo>
                  <a:pt x="342308" y="89345"/>
                </a:lnTo>
                <a:lnTo>
                  <a:pt x="343128" y="89602"/>
                </a:lnTo>
                <a:lnTo>
                  <a:pt x="343961" y="89856"/>
                </a:lnTo>
                <a:lnTo>
                  <a:pt x="344805" y="90107"/>
                </a:lnTo>
                <a:lnTo>
                  <a:pt x="345662" y="90356"/>
                </a:lnTo>
                <a:lnTo>
                  <a:pt x="346531" y="90601"/>
                </a:lnTo>
                <a:lnTo>
                  <a:pt x="347413" y="90843"/>
                </a:lnTo>
                <a:lnTo>
                  <a:pt x="348307" y="91082"/>
                </a:lnTo>
                <a:lnTo>
                  <a:pt x="349213" y="91318"/>
                </a:lnTo>
                <a:lnTo>
                  <a:pt x="350132" y="91551"/>
                </a:lnTo>
                <a:lnTo>
                  <a:pt x="351063" y="91781"/>
                </a:lnTo>
                <a:lnTo>
                  <a:pt x="352199" y="92061"/>
                </a:lnTo>
                <a:lnTo>
                  <a:pt x="353307" y="92341"/>
                </a:lnTo>
                <a:lnTo>
                  <a:pt x="354385" y="92622"/>
                </a:lnTo>
                <a:lnTo>
                  <a:pt x="355435" y="92904"/>
                </a:lnTo>
                <a:lnTo>
                  <a:pt x="356455" y="93186"/>
                </a:lnTo>
                <a:lnTo>
                  <a:pt x="357447" y="93469"/>
                </a:lnTo>
                <a:lnTo>
                  <a:pt x="358410" y="93753"/>
                </a:lnTo>
                <a:lnTo>
                  <a:pt x="359343" y="94038"/>
                </a:lnTo>
                <a:lnTo>
                  <a:pt x="360248" y="94323"/>
                </a:lnTo>
                <a:lnTo>
                  <a:pt x="361124" y="94609"/>
                </a:lnTo>
                <a:lnTo>
                  <a:pt x="361971" y="94896"/>
                </a:lnTo>
                <a:lnTo>
                  <a:pt x="362789" y="95183"/>
                </a:lnTo>
                <a:lnTo>
                  <a:pt x="363578" y="95472"/>
                </a:lnTo>
                <a:lnTo>
                  <a:pt x="364338" y="95761"/>
                </a:lnTo>
                <a:lnTo>
                  <a:pt x="365069" y="96050"/>
                </a:lnTo>
                <a:lnTo>
                  <a:pt x="365772" y="96341"/>
                </a:lnTo>
                <a:lnTo>
                  <a:pt x="366445" y="96632"/>
                </a:lnTo>
                <a:lnTo>
                  <a:pt x="367089" y="96923"/>
                </a:lnTo>
                <a:lnTo>
                  <a:pt x="367705" y="97216"/>
                </a:lnTo>
                <a:lnTo>
                  <a:pt x="368291" y="97509"/>
                </a:lnTo>
                <a:lnTo>
                  <a:pt x="368849" y="97803"/>
                </a:lnTo>
                <a:lnTo>
                  <a:pt x="369377" y="98098"/>
                </a:lnTo>
                <a:lnTo>
                  <a:pt x="369877" y="98393"/>
                </a:lnTo>
                <a:lnTo>
                  <a:pt x="370347" y="98689"/>
                </a:lnTo>
                <a:lnTo>
                  <a:pt x="370794" y="98992"/>
                </a:lnTo>
                <a:lnTo>
                  <a:pt x="371222" y="99308"/>
                </a:lnTo>
                <a:lnTo>
                  <a:pt x="371631" y="99636"/>
                </a:lnTo>
                <a:lnTo>
                  <a:pt x="372020" y="99978"/>
                </a:lnTo>
                <a:lnTo>
                  <a:pt x="372391" y="100333"/>
                </a:lnTo>
                <a:lnTo>
                  <a:pt x="372743" y="100701"/>
                </a:lnTo>
                <a:lnTo>
                  <a:pt x="373075" y="101082"/>
                </a:lnTo>
                <a:lnTo>
                  <a:pt x="373389" y="101476"/>
                </a:lnTo>
                <a:lnTo>
                  <a:pt x="373684" y="101884"/>
                </a:lnTo>
                <a:lnTo>
                  <a:pt x="373959" y="102304"/>
                </a:lnTo>
                <a:lnTo>
                  <a:pt x="374216" y="102737"/>
                </a:lnTo>
                <a:lnTo>
                  <a:pt x="374454" y="103184"/>
                </a:lnTo>
                <a:lnTo>
                  <a:pt x="374672" y="103643"/>
                </a:lnTo>
                <a:lnTo>
                  <a:pt x="374872" y="104115"/>
                </a:lnTo>
                <a:lnTo>
                  <a:pt x="375052" y="104601"/>
                </a:lnTo>
                <a:lnTo>
                  <a:pt x="375214" y="105100"/>
                </a:lnTo>
                <a:lnTo>
                  <a:pt x="375356" y="105611"/>
                </a:lnTo>
                <a:lnTo>
                  <a:pt x="375480" y="106136"/>
                </a:lnTo>
                <a:lnTo>
                  <a:pt x="375585" y="106674"/>
                </a:lnTo>
                <a:lnTo>
                  <a:pt x="375670" y="107224"/>
                </a:lnTo>
                <a:lnTo>
                  <a:pt x="375737" y="107788"/>
                </a:lnTo>
                <a:lnTo>
                  <a:pt x="375784" y="108365"/>
                </a:lnTo>
                <a:lnTo>
                  <a:pt x="375813" y="108955"/>
                </a:lnTo>
                <a:lnTo>
                  <a:pt x="375822" y="109558"/>
                </a:lnTo>
                <a:lnTo>
                  <a:pt x="375812" y="110277"/>
                </a:lnTo>
                <a:lnTo>
                  <a:pt x="375780" y="110979"/>
                </a:lnTo>
                <a:lnTo>
                  <a:pt x="375727" y="111663"/>
                </a:lnTo>
                <a:lnTo>
                  <a:pt x="375654" y="112330"/>
                </a:lnTo>
                <a:lnTo>
                  <a:pt x="375559" y="112980"/>
                </a:lnTo>
                <a:lnTo>
                  <a:pt x="375443" y="113613"/>
                </a:lnTo>
                <a:lnTo>
                  <a:pt x="375306" y="114229"/>
                </a:lnTo>
                <a:lnTo>
                  <a:pt x="375148" y="114828"/>
                </a:lnTo>
                <a:lnTo>
                  <a:pt x="374969" y="115409"/>
                </a:lnTo>
                <a:lnTo>
                  <a:pt x="374769" y="115974"/>
                </a:lnTo>
                <a:lnTo>
                  <a:pt x="374548" y="116521"/>
                </a:lnTo>
                <a:lnTo>
                  <a:pt x="374306" y="117051"/>
                </a:lnTo>
                <a:lnTo>
                  <a:pt x="374042" y="117564"/>
                </a:lnTo>
                <a:lnTo>
                  <a:pt x="373758" y="118060"/>
                </a:lnTo>
                <a:lnTo>
                  <a:pt x="373452" y="118539"/>
                </a:lnTo>
                <a:lnTo>
                  <a:pt x="373126" y="119001"/>
                </a:lnTo>
                <a:lnTo>
                  <a:pt x="372778" y="119445"/>
                </a:lnTo>
                <a:lnTo>
                  <a:pt x="372410" y="119872"/>
                </a:lnTo>
                <a:lnTo>
                  <a:pt x="372020" y="120283"/>
                </a:lnTo>
                <a:lnTo>
                  <a:pt x="371609" y="120676"/>
                </a:lnTo>
                <a:lnTo>
                  <a:pt x="371177" y="121052"/>
                </a:lnTo>
                <a:lnTo>
                  <a:pt x="370725" y="121411"/>
                </a:lnTo>
                <a:lnTo>
                  <a:pt x="370251" y="121752"/>
                </a:lnTo>
                <a:lnTo>
                  <a:pt x="369756" y="122077"/>
                </a:lnTo>
                <a:lnTo>
                  <a:pt x="369244" y="122386"/>
                </a:lnTo>
                <a:lnTo>
                  <a:pt x="368722" y="122682"/>
                </a:lnTo>
                <a:lnTo>
                  <a:pt x="368187" y="122965"/>
                </a:lnTo>
                <a:lnTo>
                  <a:pt x="367642" y="123235"/>
                </a:lnTo>
                <a:lnTo>
                  <a:pt x="367084" y="123492"/>
                </a:lnTo>
                <a:lnTo>
                  <a:pt x="366516" y="123736"/>
                </a:lnTo>
                <a:lnTo>
                  <a:pt x="365936" y="123966"/>
                </a:lnTo>
                <a:lnTo>
                  <a:pt x="365344" y="124183"/>
                </a:lnTo>
                <a:lnTo>
                  <a:pt x="364741" y="124387"/>
                </a:lnTo>
                <a:lnTo>
                  <a:pt x="364126" y="124578"/>
                </a:lnTo>
                <a:lnTo>
                  <a:pt x="363500" y="124756"/>
                </a:lnTo>
                <a:lnTo>
                  <a:pt x="362863" y="124920"/>
                </a:lnTo>
                <a:lnTo>
                  <a:pt x="362214" y="125072"/>
                </a:lnTo>
                <a:lnTo>
                  <a:pt x="361554" y="125210"/>
                </a:lnTo>
                <a:lnTo>
                  <a:pt x="360882" y="125335"/>
                </a:lnTo>
                <a:lnTo>
                  <a:pt x="360198" y="125447"/>
                </a:lnTo>
                <a:lnTo>
                  <a:pt x="359503" y="125546"/>
                </a:lnTo>
                <a:lnTo>
                  <a:pt x="358797" y="125631"/>
                </a:lnTo>
                <a:lnTo>
                  <a:pt x="358079" y="125704"/>
                </a:lnTo>
                <a:lnTo>
                  <a:pt x="357350" y="125763"/>
                </a:lnTo>
                <a:lnTo>
                  <a:pt x="356609" y="125809"/>
                </a:lnTo>
                <a:lnTo>
                  <a:pt x="355857" y="125842"/>
                </a:lnTo>
                <a:lnTo>
                  <a:pt x="355093" y="125862"/>
                </a:lnTo>
                <a:lnTo>
                  <a:pt x="354318" y="125868"/>
                </a:lnTo>
                <a:lnTo>
                  <a:pt x="353453" y="125860"/>
                </a:lnTo>
                <a:lnTo>
                  <a:pt x="352600" y="125835"/>
                </a:lnTo>
                <a:lnTo>
                  <a:pt x="351759" y="125793"/>
                </a:lnTo>
                <a:lnTo>
                  <a:pt x="350930" y="125735"/>
                </a:lnTo>
                <a:lnTo>
                  <a:pt x="350113" y="125660"/>
                </a:lnTo>
                <a:lnTo>
                  <a:pt x="349309" y="125568"/>
                </a:lnTo>
                <a:lnTo>
                  <a:pt x="348517" y="125459"/>
                </a:lnTo>
                <a:lnTo>
                  <a:pt x="347736" y="125334"/>
                </a:lnTo>
                <a:lnTo>
                  <a:pt x="346968" y="125192"/>
                </a:lnTo>
                <a:lnTo>
                  <a:pt x="346213" y="125034"/>
                </a:lnTo>
                <a:lnTo>
                  <a:pt x="345469" y="124859"/>
                </a:lnTo>
                <a:lnTo>
                  <a:pt x="344737" y="124667"/>
                </a:lnTo>
                <a:lnTo>
                  <a:pt x="344018" y="124458"/>
                </a:lnTo>
                <a:lnTo>
                  <a:pt x="343311" y="124233"/>
                </a:lnTo>
                <a:lnTo>
                  <a:pt x="342616" y="123991"/>
                </a:lnTo>
                <a:lnTo>
                  <a:pt x="341933" y="123732"/>
                </a:lnTo>
                <a:lnTo>
                  <a:pt x="341262" y="123457"/>
                </a:lnTo>
                <a:lnTo>
                  <a:pt x="340604" y="123165"/>
                </a:lnTo>
                <a:lnTo>
                  <a:pt x="339957" y="122856"/>
                </a:lnTo>
                <a:lnTo>
                  <a:pt x="339323" y="122531"/>
                </a:lnTo>
                <a:lnTo>
                  <a:pt x="338701" y="122189"/>
                </a:lnTo>
                <a:lnTo>
                  <a:pt x="338091" y="121830"/>
                </a:lnTo>
                <a:lnTo>
                  <a:pt x="337493" y="121455"/>
                </a:lnTo>
                <a:lnTo>
                  <a:pt x="336908" y="121063"/>
                </a:lnTo>
                <a:lnTo>
                  <a:pt x="336340" y="120650"/>
                </a:lnTo>
                <a:lnTo>
                  <a:pt x="335797" y="120213"/>
                </a:lnTo>
                <a:lnTo>
                  <a:pt x="335278" y="119752"/>
                </a:lnTo>
                <a:lnTo>
                  <a:pt x="334783" y="119267"/>
                </a:lnTo>
                <a:lnTo>
                  <a:pt x="334312" y="118758"/>
                </a:lnTo>
                <a:lnTo>
                  <a:pt x="333865" y="118224"/>
                </a:lnTo>
                <a:lnTo>
                  <a:pt x="333442" y="117666"/>
                </a:lnTo>
                <a:lnTo>
                  <a:pt x="333044" y="117084"/>
                </a:lnTo>
                <a:lnTo>
                  <a:pt x="332670" y="116478"/>
                </a:lnTo>
                <a:lnTo>
                  <a:pt x="332320" y="115847"/>
                </a:lnTo>
                <a:lnTo>
                  <a:pt x="331994" y="115192"/>
                </a:lnTo>
                <a:lnTo>
                  <a:pt x="331692" y="114514"/>
                </a:lnTo>
                <a:lnTo>
                  <a:pt x="331414" y="113810"/>
                </a:lnTo>
                <a:lnTo>
                  <a:pt x="331161" y="113083"/>
                </a:lnTo>
                <a:lnTo>
                  <a:pt x="330931" y="112332"/>
                </a:lnTo>
                <a:lnTo>
                  <a:pt x="330726" y="111556"/>
                </a:lnTo>
                <a:lnTo>
                  <a:pt x="330545" y="110756"/>
                </a:lnTo>
                <a:lnTo>
                  <a:pt x="330388" y="109932"/>
                </a:lnTo>
                <a:lnTo>
                  <a:pt x="330255" y="109083"/>
                </a:lnTo>
                <a:lnTo>
                  <a:pt x="330146" y="108211"/>
                </a:lnTo>
                <a:lnTo>
                  <a:pt x="330062" y="107314"/>
                </a:lnTo>
                <a:lnTo>
                  <a:pt x="330002" y="106393"/>
                </a:lnTo>
                <a:lnTo>
                  <a:pt x="329965" y="105448"/>
                </a:lnTo>
                <a:lnTo>
                  <a:pt x="329953" y="104478"/>
                </a:lnTo>
                <a:lnTo>
                  <a:pt x="314072" y="104478"/>
                </a:lnTo>
                <a:lnTo>
                  <a:pt x="314077" y="105235"/>
                </a:lnTo>
                <a:lnTo>
                  <a:pt x="314093" y="105983"/>
                </a:lnTo>
                <a:lnTo>
                  <a:pt x="314120" y="106722"/>
                </a:lnTo>
                <a:lnTo>
                  <a:pt x="314158" y="107451"/>
                </a:lnTo>
                <a:lnTo>
                  <a:pt x="314207" y="108171"/>
                </a:lnTo>
                <a:lnTo>
                  <a:pt x="314266" y="108881"/>
                </a:lnTo>
                <a:lnTo>
                  <a:pt x="314336" y="109583"/>
                </a:lnTo>
                <a:lnTo>
                  <a:pt x="314417" y="110275"/>
                </a:lnTo>
                <a:lnTo>
                  <a:pt x="314509" y="110957"/>
                </a:lnTo>
                <a:lnTo>
                  <a:pt x="314611" y="111630"/>
                </a:lnTo>
                <a:lnTo>
                  <a:pt x="314724" y="112294"/>
                </a:lnTo>
                <a:lnTo>
                  <a:pt x="314849" y="112948"/>
                </a:lnTo>
                <a:lnTo>
                  <a:pt x="314983" y="113594"/>
                </a:lnTo>
                <a:lnTo>
                  <a:pt x="315129" y="114229"/>
                </a:lnTo>
                <a:lnTo>
                  <a:pt x="315286" y="114856"/>
                </a:lnTo>
                <a:lnTo>
                  <a:pt x="315453" y="115473"/>
                </a:lnTo>
                <a:lnTo>
                  <a:pt x="315631" y="116081"/>
                </a:lnTo>
                <a:lnTo>
                  <a:pt x="315820" y="116679"/>
                </a:lnTo>
                <a:lnTo>
                  <a:pt x="316019" y="117268"/>
                </a:lnTo>
                <a:lnTo>
                  <a:pt x="316230" y="117848"/>
                </a:lnTo>
                <a:lnTo>
                  <a:pt x="316451" y="118418"/>
                </a:lnTo>
                <a:lnTo>
                  <a:pt x="316683" y="118979"/>
                </a:lnTo>
                <a:lnTo>
                  <a:pt x="316925" y="119531"/>
                </a:lnTo>
                <a:lnTo>
                  <a:pt x="317179" y="120073"/>
                </a:lnTo>
                <a:lnTo>
                  <a:pt x="317442" y="120606"/>
                </a:lnTo>
                <a:lnTo>
                  <a:pt x="317714" y="121131"/>
                </a:lnTo>
                <a:lnTo>
                  <a:pt x="317994" y="121646"/>
                </a:lnTo>
                <a:lnTo>
                  <a:pt x="318282" y="122154"/>
                </a:lnTo>
                <a:lnTo>
                  <a:pt x="318579" y="122652"/>
                </a:lnTo>
                <a:lnTo>
                  <a:pt x="318884" y="123142"/>
                </a:lnTo>
                <a:lnTo>
                  <a:pt x="319197" y="123623"/>
                </a:lnTo>
                <a:lnTo>
                  <a:pt x="319519" y="124096"/>
                </a:lnTo>
                <a:lnTo>
                  <a:pt x="319849" y="124560"/>
                </a:lnTo>
                <a:lnTo>
                  <a:pt x="320188" y="125015"/>
                </a:lnTo>
                <a:lnTo>
                  <a:pt x="320535" y="125462"/>
                </a:lnTo>
                <a:lnTo>
                  <a:pt x="320890" y="125900"/>
                </a:lnTo>
                <a:lnTo>
                  <a:pt x="321254" y="126329"/>
                </a:lnTo>
                <a:lnTo>
                  <a:pt x="321626" y="126750"/>
                </a:lnTo>
                <a:lnTo>
                  <a:pt x="322007" y="127162"/>
                </a:lnTo>
                <a:lnTo>
                  <a:pt x="322396" y="127566"/>
                </a:lnTo>
                <a:lnTo>
                  <a:pt x="322794" y="127961"/>
                </a:lnTo>
                <a:lnTo>
                  <a:pt x="323199" y="128347"/>
                </a:lnTo>
                <a:lnTo>
                  <a:pt x="323613" y="128724"/>
                </a:lnTo>
                <a:lnTo>
                  <a:pt x="324036" y="129093"/>
                </a:lnTo>
                <a:lnTo>
                  <a:pt x="324467" y="129454"/>
                </a:lnTo>
                <a:lnTo>
                  <a:pt x="324906" y="129805"/>
                </a:lnTo>
                <a:lnTo>
                  <a:pt x="325354" y="130149"/>
                </a:lnTo>
                <a:lnTo>
                  <a:pt x="325810" y="130483"/>
                </a:lnTo>
                <a:lnTo>
                  <a:pt x="326274" y="130809"/>
                </a:lnTo>
                <a:lnTo>
                  <a:pt x="326743" y="131128"/>
                </a:lnTo>
                <a:lnTo>
                  <a:pt x="327218" y="131440"/>
                </a:lnTo>
                <a:lnTo>
                  <a:pt x="327700" y="131744"/>
                </a:lnTo>
                <a:lnTo>
                  <a:pt x="328187" y="132041"/>
                </a:lnTo>
                <a:lnTo>
                  <a:pt x="328680" y="132330"/>
                </a:lnTo>
                <a:lnTo>
                  <a:pt x="329179" y="132612"/>
                </a:lnTo>
                <a:lnTo>
                  <a:pt x="329685" y="132887"/>
                </a:lnTo>
                <a:lnTo>
                  <a:pt x="330196" y="133154"/>
                </a:lnTo>
                <a:lnTo>
                  <a:pt x="330713" y="133414"/>
                </a:lnTo>
                <a:lnTo>
                  <a:pt x="331237" y="133666"/>
                </a:lnTo>
                <a:lnTo>
                  <a:pt x="331766" y="133911"/>
                </a:lnTo>
                <a:lnTo>
                  <a:pt x="332301" y="134148"/>
                </a:lnTo>
                <a:lnTo>
                  <a:pt x="332842" y="134378"/>
                </a:lnTo>
                <a:lnTo>
                  <a:pt x="333390" y="134601"/>
                </a:lnTo>
                <a:lnTo>
                  <a:pt x="333943" y="134816"/>
                </a:lnTo>
                <a:lnTo>
                  <a:pt x="334502" y="135024"/>
                </a:lnTo>
                <a:lnTo>
                  <a:pt x="335067" y="135225"/>
                </a:lnTo>
                <a:lnTo>
                  <a:pt x="335638" y="135418"/>
                </a:lnTo>
                <a:lnTo>
                  <a:pt x="336216" y="135603"/>
                </a:lnTo>
                <a:lnTo>
                  <a:pt x="336799" y="135782"/>
                </a:lnTo>
                <a:lnTo>
                  <a:pt x="337388" y="135953"/>
                </a:lnTo>
                <a:lnTo>
                  <a:pt x="337983" y="136116"/>
                </a:lnTo>
                <a:lnTo>
                  <a:pt x="338584" y="136272"/>
                </a:lnTo>
                <a:lnTo>
                  <a:pt x="339190" y="136421"/>
                </a:lnTo>
                <a:lnTo>
                  <a:pt x="339799" y="136564"/>
                </a:lnTo>
                <a:lnTo>
                  <a:pt x="340410" y="136700"/>
                </a:lnTo>
                <a:lnTo>
                  <a:pt x="341025" y="136831"/>
                </a:lnTo>
                <a:lnTo>
                  <a:pt x="341642" y="136954"/>
                </a:lnTo>
                <a:lnTo>
                  <a:pt x="342262" y="137072"/>
                </a:lnTo>
                <a:lnTo>
                  <a:pt x="342885" y="137183"/>
                </a:lnTo>
                <a:lnTo>
                  <a:pt x="343511" y="137288"/>
                </a:lnTo>
                <a:lnTo>
                  <a:pt x="344140" y="137386"/>
                </a:lnTo>
                <a:lnTo>
                  <a:pt x="344772" y="137478"/>
                </a:lnTo>
                <a:lnTo>
                  <a:pt x="345407" y="137564"/>
                </a:lnTo>
                <a:lnTo>
                  <a:pt x="346044" y="137643"/>
                </a:lnTo>
                <a:lnTo>
                  <a:pt x="346685" y="137716"/>
                </a:lnTo>
                <a:lnTo>
                  <a:pt x="347328" y="137783"/>
                </a:lnTo>
                <a:lnTo>
                  <a:pt x="347975" y="137843"/>
                </a:lnTo>
                <a:lnTo>
                  <a:pt x="348624" y="137897"/>
                </a:lnTo>
                <a:lnTo>
                  <a:pt x="349276" y="137945"/>
                </a:lnTo>
                <a:lnTo>
                  <a:pt x="349932" y="137986"/>
                </a:lnTo>
                <a:lnTo>
                  <a:pt x="350590" y="138021"/>
                </a:lnTo>
                <a:lnTo>
                  <a:pt x="351251" y="138049"/>
                </a:lnTo>
                <a:lnTo>
                  <a:pt x="351914" y="138071"/>
                </a:lnTo>
                <a:lnTo>
                  <a:pt x="352581" y="138087"/>
                </a:lnTo>
                <a:lnTo>
                  <a:pt x="353251" y="138097"/>
                </a:lnTo>
                <a:lnTo>
                  <a:pt x="353923" y="138100"/>
                </a:lnTo>
                <a:lnTo>
                  <a:pt x="354596" y="138097"/>
                </a:lnTo>
                <a:lnTo>
                  <a:pt x="355264" y="138088"/>
                </a:lnTo>
                <a:lnTo>
                  <a:pt x="355928" y="138073"/>
                </a:lnTo>
                <a:lnTo>
                  <a:pt x="356588" y="138052"/>
                </a:lnTo>
                <a:close/>
                <a:moveTo>
                  <a:pt x="457851" y="138025"/>
                </a:moveTo>
                <a:lnTo>
                  <a:pt x="458503" y="137992"/>
                </a:lnTo>
                <a:lnTo>
                  <a:pt x="459152" y="137953"/>
                </a:lnTo>
                <a:lnTo>
                  <a:pt x="459796" y="137908"/>
                </a:lnTo>
                <a:lnTo>
                  <a:pt x="460437" y="137857"/>
                </a:lnTo>
                <a:lnTo>
                  <a:pt x="461073" y="137800"/>
                </a:lnTo>
                <a:lnTo>
                  <a:pt x="461706" y="137737"/>
                </a:lnTo>
                <a:lnTo>
                  <a:pt x="462335" y="137668"/>
                </a:lnTo>
                <a:lnTo>
                  <a:pt x="462960" y="137594"/>
                </a:lnTo>
                <a:lnTo>
                  <a:pt x="463581" y="137513"/>
                </a:lnTo>
                <a:lnTo>
                  <a:pt x="464198" y="137426"/>
                </a:lnTo>
                <a:lnTo>
                  <a:pt x="464811" y="137333"/>
                </a:lnTo>
                <a:lnTo>
                  <a:pt x="465420" y="137234"/>
                </a:lnTo>
                <a:lnTo>
                  <a:pt x="466025" y="137129"/>
                </a:lnTo>
                <a:lnTo>
                  <a:pt x="466626" y="137018"/>
                </a:lnTo>
                <a:lnTo>
                  <a:pt x="467223" y="136901"/>
                </a:lnTo>
                <a:lnTo>
                  <a:pt x="467816" y="136778"/>
                </a:lnTo>
                <a:lnTo>
                  <a:pt x="468406" y="136649"/>
                </a:lnTo>
                <a:lnTo>
                  <a:pt x="468991" y="136515"/>
                </a:lnTo>
                <a:lnTo>
                  <a:pt x="469573" y="136374"/>
                </a:lnTo>
                <a:lnTo>
                  <a:pt x="470149" y="136227"/>
                </a:lnTo>
                <a:lnTo>
                  <a:pt x="470720" y="136073"/>
                </a:lnTo>
                <a:lnTo>
                  <a:pt x="471284" y="135913"/>
                </a:lnTo>
                <a:lnTo>
                  <a:pt x="471842" y="135746"/>
                </a:lnTo>
                <a:lnTo>
                  <a:pt x="472393" y="135573"/>
                </a:lnTo>
                <a:lnTo>
                  <a:pt x="472939" y="135393"/>
                </a:lnTo>
                <a:lnTo>
                  <a:pt x="473478" y="135207"/>
                </a:lnTo>
                <a:lnTo>
                  <a:pt x="474012" y="135014"/>
                </a:lnTo>
                <a:lnTo>
                  <a:pt x="474539" y="134815"/>
                </a:lnTo>
                <a:lnTo>
                  <a:pt x="475060" y="134609"/>
                </a:lnTo>
                <a:lnTo>
                  <a:pt x="475575" y="134396"/>
                </a:lnTo>
                <a:lnTo>
                  <a:pt x="476083" y="134177"/>
                </a:lnTo>
                <a:lnTo>
                  <a:pt x="476586" y="133952"/>
                </a:lnTo>
                <a:lnTo>
                  <a:pt x="477082" y="133720"/>
                </a:lnTo>
                <a:lnTo>
                  <a:pt x="477572" y="133481"/>
                </a:lnTo>
                <a:lnTo>
                  <a:pt x="478056" y="133236"/>
                </a:lnTo>
                <a:lnTo>
                  <a:pt x="478534" y="132985"/>
                </a:lnTo>
                <a:lnTo>
                  <a:pt x="479006" y="132727"/>
                </a:lnTo>
                <a:lnTo>
                  <a:pt x="479471" y="132462"/>
                </a:lnTo>
                <a:lnTo>
                  <a:pt x="479930" y="132191"/>
                </a:lnTo>
                <a:lnTo>
                  <a:pt x="480383" y="131913"/>
                </a:lnTo>
                <a:lnTo>
                  <a:pt x="480830" y="131629"/>
                </a:lnTo>
                <a:lnTo>
                  <a:pt x="481271" y="131338"/>
                </a:lnTo>
                <a:lnTo>
                  <a:pt x="481706" y="131041"/>
                </a:lnTo>
                <a:lnTo>
                  <a:pt x="482133" y="130737"/>
                </a:lnTo>
                <a:lnTo>
                  <a:pt x="482553" y="130426"/>
                </a:lnTo>
                <a:lnTo>
                  <a:pt x="482965" y="130107"/>
                </a:lnTo>
                <a:lnTo>
                  <a:pt x="483369" y="129782"/>
                </a:lnTo>
                <a:lnTo>
                  <a:pt x="483765" y="129450"/>
                </a:lnTo>
                <a:lnTo>
                  <a:pt x="484153" y="129111"/>
                </a:lnTo>
                <a:lnTo>
                  <a:pt x="484534" y="128764"/>
                </a:lnTo>
                <a:lnTo>
                  <a:pt x="484906" y="128411"/>
                </a:lnTo>
                <a:lnTo>
                  <a:pt x="485271" y="128050"/>
                </a:lnTo>
                <a:lnTo>
                  <a:pt x="485628" y="127683"/>
                </a:lnTo>
                <a:lnTo>
                  <a:pt x="485976" y="127308"/>
                </a:lnTo>
                <a:lnTo>
                  <a:pt x="486317" y="126926"/>
                </a:lnTo>
                <a:lnTo>
                  <a:pt x="486651" y="126538"/>
                </a:lnTo>
                <a:lnTo>
                  <a:pt x="486976" y="126142"/>
                </a:lnTo>
                <a:lnTo>
                  <a:pt x="487293" y="125739"/>
                </a:lnTo>
                <a:lnTo>
                  <a:pt x="487603" y="125329"/>
                </a:lnTo>
                <a:lnTo>
                  <a:pt x="487904" y="124912"/>
                </a:lnTo>
                <a:lnTo>
                  <a:pt x="488198" y="124488"/>
                </a:lnTo>
                <a:lnTo>
                  <a:pt x="488484" y="124057"/>
                </a:lnTo>
                <a:lnTo>
                  <a:pt x="488762" y="123619"/>
                </a:lnTo>
                <a:lnTo>
                  <a:pt x="489032" y="123174"/>
                </a:lnTo>
                <a:lnTo>
                  <a:pt x="489294" y="122722"/>
                </a:lnTo>
                <a:lnTo>
                  <a:pt x="489548" y="122263"/>
                </a:lnTo>
                <a:lnTo>
                  <a:pt x="489795" y="121796"/>
                </a:lnTo>
                <a:lnTo>
                  <a:pt x="490032" y="121323"/>
                </a:lnTo>
                <a:lnTo>
                  <a:pt x="490259" y="120842"/>
                </a:lnTo>
                <a:lnTo>
                  <a:pt x="490477" y="120354"/>
                </a:lnTo>
                <a:lnTo>
                  <a:pt x="490684" y="119859"/>
                </a:lnTo>
                <a:lnTo>
                  <a:pt x="490881" y="119357"/>
                </a:lnTo>
                <a:lnTo>
                  <a:pt x="491068" y="118847"/>
                </a:lnTo>
                <a:lnTo>
                  <a:pt x="491245" y="118330"/>
                </a:lnTo>
                <a:lnTo>
                  <a:pt x="491411" y="117806"/>
                </a:lnTo>
                <a:lnTo>
                  <a:pt x="491568" y="117275"/>
                </a:lnTo>
                <a:lnTo>
                  <a:pt x="491714" y="116737"/>
                </a:lnTo>
                <a:lnTo>
                  <a:pt x="491851" y="116191"/>
                </a:lnTo>
                <a:lnTo>
                  <a:pt x="491977" y="115638"/>
                </a:lnTo>
                <a:lnTo>
                  <a:pt x="492093" y="115078"/>
                </a:lnTo>
                <a:lnTo>
                  <a:pt x="492199" y="114510"/>
                </a:lnTo>
                <a:lnTo>
                  <a:pt x="492295" y="113936"/>
                </a:lnTo>
                <a:lnTo>
                  <a:pt x="492381" y="113354"/>
                </a:lnTo>
                <a:lnTo>
                  <a:pt x="492457" y="112765"/>
                </a:lnTo>
                <a:lnTo>
                  <a:pt x="492523" y="112169"/>
                </a:lnTo>
                <a:lnTo>
                  <a:pt x="492578" y="111565"/>
                </a:lnTo>
                <a:lnTo>
                  <a:pt x="492624" y="110954"/>
                </a:lnTo>
                <a:lnTo>
                  <a:pt x="492659" y="110337"/>
                </a:lnTo>
                <a:lnTo>
                  <a:pt x="492684" y="109711"/>
                </a:lnTo>
                <a:lnTo>
                  <a:pt x="492699" y="109079"/>
                </a:lnTo>
                <a:lnTo>
                  <a:pt x="492705" y="108439"/>
                </a:lnTo>
                <a:lnTo>
                  <a:pt x="492698" y="107700"/>
                </a:lnTo>
                <a:lnTo>
                  <a:pt x="492679" y="106972"/>
                </a:lnTo>
                <a:lnTo>
                  <a:pt x="492647" y="106255"/>
                </a:lnTo>
                <a:lnTo>
                  <a:pt x="492602" y="105548"/>
                </a:lnTo>
                <a:lnTo>
                  <a:pt x="492544" y="104854"/>
                </a:lnTo>
                <a:lnTo>
                  <a:pt x="492473" y="104170"/>
                </a:lnTo>
                <a:lnTo>
                  <a:pt x="492390" y="103497"/>
                </a:lnTo>
                <a:lnTo>
                  <a:pt x="492294" y="102836"/>
                </a:lnTo>
                <a:lnTo>
                  <a:pt x="492184" y="102185"/>
                </a:lnTo>
                <a:lnTo>
                  <a:pt x="492062" y="101546"/>
                </a:lnTo>
                <a:lnTo>
                  <a:pt x="491927" y="100918"/>
                </a:lnTo>
                <a:lnTo>
                  <a:pt x="491780" y="100301"/>
                </a:lnTo>
                <a:lnTo>
                  <a:pt x="491619" y="99695"/>
                </a:lnTo>
                <a:lnTo>
                  <a:pt x="491446" y="99100"/>
                </a:lnTo>
                <a:lnTo>
                  <a:pt x="491260" y="98516"/>
                </a:lnTo>
                <a:lnTo>
                  <a:pt x="491060" y="97943"/>
                </a:lnTo>
                <a:lnTo>
                  <a:pt x="490849" y="97382"/>
                </a:lnTo>
                <a:lnTo>
                  <a:pt x="490624" y="96832"/>
                </a:lnTo>
                <a:lnTo>
                  <a:pt x="490386" y="96292"/>
                </a:lnTo>
                <a:lnTo>
                  <a:pt x="490136" y="95764"/>
                </a:lnTo>
                <a:lnTo>
                  <a:pt x="489872" y="95247"/>
                </a:lnTo>
                <a:lnTo>
                  <a:pt x="489596" y="94741"/>
                </a:lnTo>
                <a:lnTo>
                  <a:pt x="489307" y="94247"/>
                </a:lnTo>
                <a:lnTo>
                  <a:pt x="489005" y="93763"/>
                </a:lnTo>
                <a:lnTo>
                  <a:pt x="488691" y="93288"/>
                </a:lnTo>
                <a:lnTo>
                  <a:pt x="488364" y="92821"/>
                </a:lnTo>
                <a:lnTo>
                  <a:pt x="488024" y="92361"/>
                </a:lnTo>
                <a:lnTo>
                  <a:pt x="487672" y="91908"/>
                </a:lnTo>
                <a:lnTo>
                  <a:pt x="487308" y="91462"/>
                </a:lnTo>
                <a:lnTo>
                  <a:pt x="486931" y="91023"/>
                </a:lnTo>
                <a:lnTo>
                  <a:pt x="486541" y="90592"/>
                </a:lnTo>
                <a:lnTo>
                  <a:pt x="486139" y="90168"/>
                </a:lnTo>
                <a:lnTo>
                  <a:pt x="485725" y="89751"/>
                </a:lnTo>
                <a:lnTo>
                  <a:pt x="485298" y="89342"/>
                </a:lnTo>
                <a:lnTo>
                  <a:pt x="484858" y="88939"/>
                </a:lnTo>
                <a:lnTo>
                  <a:pt x="484406" y="88544"/>
                </a:lnTo>
                <a:lnTo>
                  <a:pt x="483942" y="88156"/>
                </a:lnTo>
                <a:lnTo>
                  <a:pt x="483465" y="87776"/>
                </a:lnTo>
                <a:lnTo>
                  <a:pt x="482975" y="87402"/>
                </a:lnTo>
                <a:lnTo>
                  <a:pt x="482473" y="87036"/>
                </a:lnTo>
                <a:lnTo>
                  <a:pt x="481959" y="86677"/>
                </a:lnTo>
                <a:lnTo>
                  <a:pt x="481432" y="86326"/>
                </a:lnTo>
                <a:lnTo>
                  <a:pt x="480892" y="85981"/>
                </a:lnTo>
                <a:lnTo>
                  <a:pt x="480340" y="85644"/>
                </a:lnTo>
                <a:lnTo>
                  <a:pt x="479775" y="85314"/>
                </a:lnTo>
                <a:lnTo>
                  <a:pt x="479198" y="84991"/>
                </a:lnTo>
                <a:lnTo>
                  <a:pt x="478609" y="84676"/>
                </a:lnTo>
                <a:lnTo>
                  <a:pt x="478007" y="84367"/>
                </a:lnTo>
                <a:lnTo>
                  <a:pt x="477392" y="84064"/>
                </a:lnTo>
                <a:lnTo>
                  <a:pt x="476766" y="83765"/>
                </a:lnTo>
                <a:lnTo>
                  <a:pt x="476128" y="83469"/>
                </a:lnTo>
                <a:lnTo>
                  <a:pt x="475478" y="83177"/>
                </a:lnTo>
                <a:lnTo>
                  <a:pt x="474815" y="82888"/>
                </a:lnTo>
                <a:lnTo>
                  <a:pt x="474141" y="82603"/>
                </a:lnTo>
                <a:lnTo>
                  <a:pt x="473455" y="82321"/>
                </a:lnTo>
                <a:lnTo>
                  <a:pt x="472757" y="82043"/>
                </a:lnTo>
                <a:lnTo>
                  <a:pt x="472047" y="81768"/>
                </a:lnTo>
                <a:lnTo>
                  <a:pt x="471324" y="81497"/>
                </a:lnTo>
                <a:lnTo>
                  <a:pt x="470590" y="81229"/>
                </a:lnTo>
                <a:lnTo>
                  <a:pt x="469844" y="80965"/>
                </a:lnTo>
                <a:lnTo>
                  <a:pt x="469086" y="80704"/>
                </a:lnTo>
                <a:lnTo>
                  <a:pt x="468316" y="80447"/>
                </a:lnTo>
                <a:lnTo>
                  <a:pt x="467534" y="80194"/>
                </a:lnTo>
                <a:lnTo>
                  <a:pt x="466740" y="79944"/>
                </a:lnTo>
                <a:lnTo>
                  <a:pt x="465933" y="79697"/>
                </a:lnTo>
                <a:lnTo>
                  <a:pt x="465115" y="79454"/>
                </a:lnTo>
                <a:lnTo>
                  <a:pt x="464285" y="79214"/>
                </a:lnTo>
                <a:lnTo>
                  <a:pt x="463443" y="78978"/>
                </a:lnTo>
                <a:lnTo>
                  <a:pt x="462589" y="78746"/>
                </a:lnTo>
                <a:lnTo>
                  <a:pt x="461723" y="78517"/>
                </a:lnTo>
                <a:lnTo>
                  <a:pt x="460845" y="78292"/>
                </a:lnTo>
                <a:lnTo>
                  <a:pt x="459955" y="78070"/>
                </a:lnTo>
                <a:lnTo>
                  <a:pt x="459140" y="77867"/>
                </a:lnTo>
                <a:lnTo>
                  <a:pt x="458339" y="77665"/>
                </a:lnTo>
                <a:lnTo>
                  <a:pt x="457552" y="77464"/>
                </a:lnTo>
                <a:lnTo>
                  <a:pt x="456779" y="77264"/>
                </a:lnTo>
                <a:lnTo>
                  <a:pt x="456021" y="77065"/>
                </a:lnTo>
                <a:lnTo>
                  <a:pt x="455276" y="76866"/>
                </a:lnTo>
                <a:lnTo>
                  <a:pt x="454545" y="76669"/>
                </a:lnTo>
                <a:lnTo>
                  <a:pt x="453828" y="76473"/>
                </a:lnTo>
                <a:lnTo>
                  <a:pt x="453126" y="76277"/>
                </a:lnTo>
                <a:lnTo>
                  <a:pt x="452437" y="76082"/>
                </a:lnTo>
                <a:lnTo>
                  <a:pt x="451762" y="75888"/>
                </a:lnTo>
                <a:lnTo>
                  <a:pt x="451102" y="75695"/>
                </a:lnTo>
                <a:lnTo>
                  <a:pt x="450455" y="75503"/>
                </a:lnTo>
                <a:lnTo>
                  <a:pt x="449823" y="75312"/>
                </a:lnTo>
                <a:lnTo>
                  <a:pt x="449205" y="75122"/>
                </a:lnTo>
                <a:lnTo>
                  <a:pt x="448600" y="74932"/>
                </a:lnTo>
                <a:lnTo>
                  <a:pt x="448010" y="74744"/>
                </a:lnTo>
                <a:lnTo>
                  <a:pt x="447434" y="74556"/>
                </a:lnTo>
                <a:lnTo>
                  <a:pt x="446871" y="74369"/>
                </a:lnTo>
                <a:lnTo>
                  <a:pt x="446323" y="74183"/>
                </a:lnTo>
                <a:lnTo>
                  <a:pt x="445789" y="73998"/>
                </a:lnTo>
                <a:lnTo>
                  <a:pt x="445269" y="73814"/>
                </a:lnTo>
                <a:lnTo>
                  <a:pt x="444763" y="73631"/>
                </a:lnTo>
                <a:lnTo>
                  <a:pt x="444271" y="73449"/>
                </a:lnTo>
                <a:lnTo>
                  <a:pt x="443792" y="73266"/>
                </a:lnTo>
                <a:lnTo>
                  <a:pt x="443324" y="73081"/>
                </a:lnTo>
                <a:lnTo>
                  <a:pt x="442868" y="72894"/>
                </a:lnTo>
                <a:lnTo>
                  <a:pt x="442424" y="72705"/>
                </a:lnTo>
                <a:lnTo>
                  <a:pt x="441991" y="72514"/>
                </a:lnTo>
                <a:lnTo>
                  <a:pt x="441571" y="72321"/>
                </a:lnTo>
                <a:lnTo>
                  <a:pt x="441161" y="72126"/>
                </a:lnTo>
                <a:lnTo>
                  <a:pt x="440764" y="71930"/>
                </a:lnTo>
                <a:lnTo>
                  <a:pt x="440378" y="71731"/>
                </a:lnTo>
                <a:lnTo>
                  <a:pt x="440003" y="71531"/>
                </a:lnTo>
                <a:lnTo>
                  <a:pt x="439640" y="71328"/>
                </a:lnTo>
                <a:lnTo>
                  <a:pt x="439289" y="71124"/>
                </a:lnTo>
                <a:lnTo>
                  <a:pt x="438950" y="70917"/>
                </a:lnTo>
                <a:lnTo>
                  <a:pt x="438622" y="70709"/>
                </a:lnTo>
                <a:lnTo>
                  <a:pt x="438306" y="70499"/>
                </a:lnTo>
                <a:lnTo>
                  <a:pt x="438002" y="70287"/>
                </a:lnTo>
                <a:lnTo>
                  <a:pt x="437709" y="70073"/>
                </a:lnTo>
                <a:lnTo>
                  <a:pt x="437428" y="69857"/>
                </a:lnTo>
                <a:lnTo>
                  <a:pt x="437158" y="69639"/>
                </a:lnTo>
                <a:lnTo>
                  <a:pt x="436900" y="69419"/>
                </a:lnTo>
                <a:lnTo>
                  <a:pt x="436654" y="69197"/>
                </a:lnTo>
                <a:lnTo>
                  <a:pt x="436419" y="68973"/>
                </a:lnTo>
                <a:lnTo>
                  <a:pt x="436196" y="68747"/>
                </a:lnTo>
                <a:lnTo>
                  <a:pt x="435985" y="68520"/>
                </a:lnTo>
                <a:lnTo>
                  <a:pt x="435784" y="68289"/>
                </a:lnTo>
                <a:lnTo>
                  <a:pt x="435591" y="68054"/>
                </a:lnTo>
                <a:lnTo>
                  <a:pt x="435407" y="67815"/>
                </a:lnTo>
                <a:lnTo>
                  <a:pt x="435231" y="67571"/>
                </a:lnTo>
                <a:lnTo>
                  <a:pt x="435064" y="67324"/>
                </a:lnTo>
                <a:lnTo>
                  <a:pt x="434906" y="67072"/>
                </a:lnTo>
                <a:lnTo>
                  <a:pt x="434756" y="66816"/>
                </a:lnTo>
                <a:lnTo>
                  <a:pt x="434615" y="66556"/>
                </a:lnTo>
                <a:lnTo>
                  <a:pt x="434482" y="66291"/>
                </a:lnTo>
                <a:lnTo>
                  <a:pt x="434358" y="66022"/>
                </a:lnTo>
                <a:lnTo>
                  <a:pt x="434242" y="65749"/>
                </a:lnTo>
                <a:lnTo>
                  <a:pt x="434135" y="65472"/>
                </a:lnTo>
                <a:lnTo>
                  <a:pt x="434037" y="65190"/>
                </a:lnTo>
                <a:lnTo>
                  <a:pt x="433947" y="64905"/>
                </a:lnTo>
                <a:lnTo>
                  <a:pt x="433866" y="64615"/>
                </a:lnTo>
                <a:lnTo>
                  <a:pt x="433793" y="64321"/>
                </a:lnTo>
                <a:lnTo>
                  <a:pt x="433729" y="64022"/>
                </a:lnTo>
                <a:lnTo>
                  <a:pt x="433673" y="63720"/>
                </a:lnTo>
                <a:lnTo>
                  <a:pt x="433626" y="63413"/>
                </a:lnTo>
                <a:lnTo>
                  <a:pt x="433587" y="63102"/>
                </a:lnTo>
                <a:lnTo>
                  <a:pt x="433557" y="62786"/>
                </a:lnTo>
                <a:lnTo>
                  <a:pt x="433536" y="62467"/>
                </a:lnTo>
                <a:lnTo>
                  <a:pt x="433523" y="62143"/>
                </a:lnTo>
                <a:lnTo>
                  <a:pt x="433519" y="61815"/>
                </a:lnTo>
                <a:lnTo>
                  <a:pt x="433528" y="61230"/>
                </a:lnTo>
                <a:lnTo>
                  <a:pt x="433557" y="60659"/>
                </a:lnTo>
                <a:lnTo>
                  <a:pt x="433605" y="60100"/>
                </a:lnTo>
                <a:lnTo>
                  <a:pt x="433672" y="59554"/>
                </a:lnTo>
                <a:lnTo>
                  <a:pt x="433759" y="59022"/>
                </a:lnTo>
                <a:lnTo>
                  <a:pt x="433864" y="58502"/>
                </a:lnTo>
                <a:lnTo>
                  <a:pt x="433989" y="57995"/>
                </a:lnTo>
                <a:lnTo>
                  <a:pt x="434133" y="57502"/>
                </a:lnTo>
                <a:lnTo>
                  <a:pt x="434296" y="57022"/>
                </a:lnTo>
                <a:lnTo>
                  <a:pt x="434478" y="56554"/>
                </a:lnTo>
                <a:lnTo>
                  <a:pt x="434679" y="56100"/>
                </a:lnTo>
                <a:lnTo>
                  <a:pt x="434900" y="55658"/>
                </a:lnTo>
                <a:lnTo>
                  <a:pt x="435140" y="55230"/>
                </a:lnTo>
                <a:lnTo>
                  <a:pt x="435399" y="54815"/>
                </a:lnTo>
                <a:lnTo>
                  <a:pt x="435677" y="54413"/>
                </a:lnTo>
                <a:lnTo>
                  <a:pt x="435974" y="54024"/>
                </a:lnTo>
                <a:lnTo>
                  <a:pt x="436290" y="53648"/>
                </a:lnTo>
                <a:lnTo>
                  <a:pt x="436626" y="53285"/>
                </a:lnTo>
                <a:lnTo>
                  <a:pt x="436981" y="52935"/>
                </a:lnTo>
                <a:lnTo>
                  <a:pt x="437355" y="52598"/>
                </a:lnTo>
                <a:lnTo>
                  <a:pt x="437748" y="52274"/>
                </a:lnTo>
                <a:lnTo>
                  <a:pt x="438161" y="51963"/>
                </a:lnTo>
                <a:lnTo>
                  <a:pt x="438592" y="51665"/>
                </a:lnTo>
                <a:lnTo>
                  <a:pt x="439043" y="51381"/>
                </a:lnTo>
                <a:lnTo>
                  <a:pt x="439509" y="51108"/>
                </a:lnTo>
                <a:lnTo>
                  <a:pt x="439987" y="50847"/>
                </a:lnTo>
                <a:lnTo>
                  <a:pt x="440476" y="50597"/>
                </a:lnTo>
                <a:lnTo>
                  <a:pt x="440977" y="50360"/>
                </a:lnTo>
                <a:lnTo>
                  <a:pt x="441490" y="50133"/>
                </a:lnTo>
                <a:lnTo>
                  <a:pt x="442014" y="49919"/>
                </a:lnTo>
                <a:lnTo>
                  <a:pt x="442550" y="49716"/>
                </a:lnTo>
                <a:lnTo>
                  <a:pt x="443098" y="49524"/>
                </a:lnTo>
                <a:lnTo>
                  <a:pt x="443657" y="49344"/>
                </a:lnTo>
                <a:lnTo>
                  <a:pt x="444228" y="49176"/>
                </a:lnTo>
                <a:lnTo>
                  <a:pt x="444811" y="49019"/>
                </a:lnTo>
                <a:lnTo>
                  <a:pt x="445405" y="48874"/>
                </a:lnTo>
                <a:lnTo>
                  <a:pt x="446011" y="48741"/>
                </a:lnTo>
                <a:lnTo>
                  <a:pt x="446629" y="48619"/>
                </a:lnTo>
                <a:lnTo>
                  <a:pt x="447258" y="48509"/>
                </a:lnTo>
                <a:lnTo>
                  <a:pt x="447899" y="48410"/>
                </a:lnTo>
                <a:lnTo>
                  <a:pt x="448551" y="48323"/>
                </a:lnTo>
                <a:lnTo>
                  <a:pt x="449215" y="48248"/>
                </a:lnTo>
                <a:lnTo>
                  <a:pt x="449891" y="48184"/>
                </a:lnTo>
                <a:lnTo>
                  <a:pt x="450579" y="48132"/>
                </a:lnTo>
                <a:lnTo>
                  <a:pt x="451278" y="48091"/>
                </a:lnTo>
                <a:lnTo>
                  <a:pt x="451988" y="48062"/>
                </a:lnTo>
                <a:lnTo>
                  <a:pt x="452711" y="48045"/>
                </a:lnTo>
                <a:lnTo>
                  <a:pt x="453445" y="48039"/>
                </a:lnTo>
                <a:lnTo>
                  <a:pt x="454172" y="48047"/>
                </a:lnTo>
                <a:lnTo>
                  <a:pt x="454889" y="48070"/>
                </a:lnTo>
                <a:lnTo>
                  <a:pt x="455598" y="48109"/>
                </a:lnTo>
                <a:lnTo>
                  <a:pt x="456297" y="48163"/>
                </a:lnTo>
                <a:lnTo>
                  <a:pt x="456987" y="48232"/>
                </a:lnTo>
                <a:lnTo>
                  <a:pt x="457668" y="48317"/>
                </a:lnTo>
                <a:lnTo>
                  <a:pt x="458339" y="48418"/>
                </a:lnTo>
                <a:lnTo>
                  <a:pt x="459002" y="48534"/>
                </a:lnTo>
                <a:lnTo>
                  <a:pt x="459655" y="48665"/>
                </a:lnTo>
                <a:lnTo>
                  <a:pt x="460298" y="48812"/>
                </a:lnTo>
                <a:lnTo>
                  <a:pt x="460933" y="48974"/>
                </a:lnTo>
                <a:lnTo>
                  <a:pt x="461558" y="49152"/>
                </a:lnTo>
                <a:lnTo>
                  <a:pt x="462174" y="49345"/>
                </a:lnTo>
                <a:lnTo>
                  <a:pt x="462781" y="49554"/>
                </a:lnTo>
                <a:lnTo>
                  <a:pt x="463378" y="49778"/>
                </a:lnTo>
                <a:lnTo>
                  <a:pt x="463967" y="50017"/>
                </a:lnTo>
                <a:lnTo>
                  <a:pt x="464546" y="50272"/>
                </a:lnTo>
                <a:lnTo>
                  <a:pt x="465115" y="50543"/>
                </a:lnTo>
                <a:lnTo>
                  <a:pt x="465676" y="50829"/>
                </a:lnTo>
                <a:lnTo>
                  <a:pt x="466227" y="51130"/>
                </a:lnTo>
                <a:lnTo>
                  <a:pt x="466769" y="51447"/>
                </a:lnTo>
                <a:lnTo>
                  <a:pt x="467302" y="51779"/>
                </a:lnTo>
                <a:lnTo>
                  <a:pt x="467825" y="52127"/>
                </a:lnTo>
                <a:lnTo>
                  <a:pt x="468340" y="52490"/>
                </a:lnTo>
                <a:lnTo>
                  <a:pt x="468839" y="52872"/>
                </a:lnTo>
                <a:lnTo>
                  <a:pt x="469317" y="53276"/>
                </a:lnTo>
                <a:lnTo>
                  <a:pt x="469773" y="53702"/>
                </a:lnTo>
                <a:lnTo>
                  <a:pt x="470208" y="54150"/>
                </a:lnTo>
                <a:lnTo>
                  <a:pt x="470623" y="54619"/>
                </a:lnTo>
                <a:lnTo>
                  <a:pt x="471015" y="55111"/>
                </a:lnTo>
                <a:lnTo>
                  <a:pt x="471387" y="55624"/>
                </a:lnTo>
                <a:lnTo>
                  <a:pt x="471737" y="56160"/>
                </a:lnTo>
                <a:lnTo>
                  <a:pt x="472067" y="56717"/>
                </a:lnTo>
                <a:lnTo>
                  <a:pt x="472375" y="57296"/>
                </a:lnTo>
                <a:lnTo>
                  <a:pt x="472661" y="57898"/>
                </a:lnTo>
                <a:lnTo>
                  <a:pt x="472927" y="58521"/>
                </a:lnTo>
                <a:lnTo>
                  <a:pt x="473171" y="59166"/>
                </a:lnTo>
                <a:lnTo>
                  <a:pt x="473394" y="59833"/>
                </a:lnTo>
                <a:lnTo>
                  <a:pt x="473596" y="60522"/>
                </a:lnTo>
                <a:lnTo>
                  <a:pt x="473776" y="61233"/>
                </a:lnTo>
                <a:lnTo>
                  <a:pt x="473935" y="61965"/>
                </a:lnTo>
                <a:lnTo>
                  <a:pt x="474073" y="62720"/>
                </a:lnTo>
                <a:lnTo>
                  <a:pt x="474190" y="63497"/>
                </a:lnTo>
                <a:lnTo>
                  <a:pt x="474286" y="64295"/>
                </a:lnTo>
                <a:lnTo>
                  <a:pt x="474360" y="65116"/>
                </a:lnTo>
                <a:lnTo>
                  <a:pt x="474413" y="65958"/>
                </a:lnTo>
                <a:lnTo>
                  <a:pt x="474445" y="66823"/>
                </a:lnTo>
                <a:lnTo>
                  <a:pt x="474456" y="67709"/>
                </a:lnTo>
                <a:lnTo>
                  <a:pt x="490436" y="67709"/>
                </a:lnTo>
                <a:lnTo>
                  <a:pt x="490431" y="67002"/>
                </a:lnTo>
                <a:lnTo>
                  <a:pt x="490415" y="66304"/>
                </a:lnTo>
                <a:lnTo>
                  <a:pt x="490390" y="65614"/>
                </a:lnTo>
                <a:lnTo>
                  <a:pt x="490354" y="64933"/>
                </a:lnTo>
                <a:lnTo>
                  <a:pt x="490307" y="64260"/>
                </a:lnTo>
                <a:lnTo>
                  <a:pt x="490251" y="63595"/>
                </a:lnTo>
                <a:lnTo>
                  <a:pt x="490184" y="62939"/>
                </a:lnTo>
                <a:lnTo>
                  <a:pt x="490107" y="62292"/>
                </a:lnTo>
                <a:lnTo>
                  <a:pt x="490020" y="61653"/>
                </a:lnTo>
                <a:lnTo>
                  <a:pt x="489922" y="61022"/>
                </a:lnTo>
                <a:lnTo>
                  <a:pt x="489814" y="60400"/>
                </a:lnTo>
                <a:lnTo>
                  <a:pt x="489696" y="59786"/>
                </a:lnTo>
                <a:lnTo>
                  <a:pt x="489567" y="59181"/>
                </a:lnTo>
                <a:lnTo>
                  <a:pt x="489429" y="58584"/>
                </a:lnTo>
                <a:lnTo>
                  <a:pt x="489280" y="57996"/>
                </a:lnTo>
                <a:lnTo>
                  <a:pt x="489121" y="57416"/>
                </a:lnTo>
                <a:lnTo>
                  <a:pt x="488951" y="56845"/>
                </a:lnTo>
                <a:lnTo>
                  <a:pt x="488771" y="56282"/>
                </a:lnTo>
                <a:lnTo>
                  <a:pt x="488581" y="55727"/>
                </a:lnTo>
                <a:lnTo>
                  <a:pt x="488381" y="55181"/>
                </a:lnTo>
                <a:lnTo>
                  <a:pt x="488170" y="54644"/>
                </a:lnTo>
                <a:lnTo>
                  <a:pt x="487949" y="54115"/>
                </a:lnTo>
                <a:lnTo>
                  <a:pt x="487718" y="53594"/>
                </a:lnTo>
                <a:lnTo>
                  <a:pt x="487476" y="53082"/>
                </a:lnTo>
                <a:lnTo>
                  <a:pt x="487226" y="52578"/>
                </a:lnTo>
                <a:lnTo>
                  <a:pt x="486969" y="52082"/>
                </a:lnTo>
                <a:lnTo>
                  <a:pt x="486704" y="51594"/>
                </a:lnTo>
                <a:lnTo>
                  <a:pt x="486431" y="51113"/>
                </a:lnTo>
                <a:lnTo>
                  <a:pt x="486151" y="50640"/>
                </a:lnTo>
                <a:lnTo>
                  <a:pt x="485864" y="50175"/>
                </a:lnTo>
                <a:lnTo>
                  <a:pt x="485570" y="49717"/>
                </a:lnTo>
                <a:lnTo>
                  <a:pt x="485268" y="49268"/>
                </a:lnTo>
                <a:lnTo>
                  <a:pt x="484959" y="48826"/>
                </a:lnTo>
                <a:lnTo>
                  <a:pt x="484642" y="48392"/>
                </a:lnTo>
                <a:lnTo>
                  <a:pt x="484318" y="47965"/>
                </a:lnTo>
                <a:lnTo>
                  <a:pt x="483987" y="47547"/>
                </a:lnTo>
                <a:lnTo>
                  <a:pt x="483648" y="47136"/>
                </a:lnTo>
                <a:lnTo>
                  <a:pt x="483302" y="46733"/>
                </a:lnTo>
                <a:lnTo>
                  <a:pt x="482949" y="46337"/>
                </a:lnTo>
                <a:lnTo>
                  <a:pt x="482588" y="45950"/>
                </a:lnTo>
                <a:lnTo>
                  <a:pt x="482220" y="45570"/>
                </a:lnTo>
                <a:lnTo>
                  <a:pt x="481845" y="45198"/>
                </a:lnTo>
                <a:lnTo>
                  <a:pt x="481462" y="44834"/>
                </a:lnTo>
                <a:lnTo>
                  <a:pt x="481072" y="44477"/>
                </a:lnTo>
                <a:lnTo>
                  <a:pt x="480674" y="44128"/>
                </a:lnTo>
                <a:lnTo>
                  <a:pt x="480269" y="43787"/>
                </a:lnTo>
                <a:lnTo>
                  <a:pt x="479857" y="43454"/>
                </a:lnTo>
                <a:lnTo>
                  <a:pt x="479437" y="43129"/>
                </a:lnTo>
                <a:lnTo>
                  <a:pt x="479011" y="42810"/>
                </a:lnTo>
                <a:lnTo>
                  <a:pt x="478579" y="42499"/>
                </a:lnTo>
                <a:lnTo>
                  <a:pt x="478142" y="42195"/>
                </a:lnTo>
                <a:lnTo>
                  <a:pt x="477700" y="41898"/>
                </a:lnTo>
                <a:lnTo>
                  <a:pt x="477252" y="41607"/>
                </a:lnTo>
                <a:lnTo>
                  <a:pt x="476798" y="41324"/>
                </a:lnTo>
                <a:lnTo>
                  <a:pt x="476339" y="41048"/>
                </a:lnTo>
                <a:lnTo>
                  <a:pt x="475875" y="40780"/>
                </a:lnTo>
                <a:lnTo>
                  <a:pt x="475405" y="40518"/>
                </a:lnTo>
                <a:lnTo>
                  <a:pt x="474930" y="40263"/>
                </a:lnTo>
                <a:lnTo>
                  <a:pt x="474449" y="40015"/>
                </a:lnTo>
                <a:lnTo>
                  <a:pt x="473962" y="39775"/>
                </a:lnTo>
                <a:lnTo>
                  <a:pt x="473471" y="39541"/>
                </a:lnTo>
                <a:lnTo>
                  <a:pt x="472973" y="39315"/>
                </a:lnTo>
                <a:lnTo>
                  <a:pt x="472470" y="39095"/>
                </a:lnTo>
                <a:lnTo>
                  <a:pt x="471962" y="38883"/>
                </a:lnTo>
                <a:lnTo>
                  <a:pt x="471448" y="38677"/>
                </a:lnTo>
                <a:lnTo>
                  <a:pt x="470929" y="38479"/>
                </a:lnTo>
                <a:lnTo>
                  <a:pt x="470404" y="38288"/>
                </a:lnTo>
                <a:lnTo>
                  <a:pt x="469874" y="38104"/>
                </a:lnTo>
                <a:lnTo>
                  <a:pt x="469339" y="37927"/>
                </a:lnTo>
                <a:lnTo>
                  <a:pt x="468797" y="37757"/>
                </a:lnTo>
                <a:lnTo>
                  <a:pt x="468251" y="37594"/>
                </a:lnTo>
                <a:lnTo>
                  <a:pt x="467699" y="37438"/>
                </a:lnTo>
                <a:lnTo>
                  <a:pt x="467142" y="37289"/>
                </a:lnTo>
                <a:lnTo>
                  <a:pt x="466582" y="37146"/>
                </a:lnTo>
                <a:lnTo>
                  <a:pt x="466019" y="37010"/>
                </a:lnTo>
                <a:lnTo>
                  <a:pt x="465453" y="36880"/>
                </a:lnTo>
                <a:lnTo>
                  <a:pt x="464884" y="36756"/>
                </a:lnTo>
                <a:lnTo>
                  <a:pt x="464311" y="36638"/>
                </a:lnTo>
                <a:lnTo>
                  <a:pt x="463735" y="36527"/>
                </a:lnTo>
                <a:lnTo>
                  <a:pt x="463156" y="36423"/>
                </a:lnTo>
                <a:lnTo>
                  <a:pt x="462573" y="36324"/>
                </a:lnTo>
                <a:lnTo>
                  <a:pt x="461987" y="36232"/>
                </a:lnTo>
                <a:lnTo>
                  <a:pt x="461398" y="36146"/>
                </a:lnTo>
                <a:lnTo>
                  <a:pt x="460806" y="36067"/>
                </a:lnTo>
                <a:lnTo>
                  <a:pt x="460210" y="35994"/>
                </a:lnTo>
                <a:lnTo>
                  <a:pt x="459612" y="35927"/>
                </a:lnTo>
                <a:lnTo>
                  <a:pt x="459010" y="35867"/>
                </a:lnTo>
                <a:lnTo>
                  <a:pt x="458404" y="35813"/>
                </a:lnTo>
                <a:lnTo>
                  <a:pt x="457796" y="35766"/>
                </a:lnTo>
                <a:lnTo>
                  <a:pt x="457184" y="35724"/>
                </a:lnTo>
                <a:lnTo>
                  <a:pt x="456569" y="35689"/>
                </a:lnTo>
                <a:lnTo>
                  <a:pt x="455950" y="35661"/>
                </a:lnTo>
                <a:lnTo>
                  <a:pt x="455329" y="35639"/>
                </a:lnTo>
                <a:lnTo>
                  <a:pt x="454704" y="35623"/>
                </a:lnTo>
                <a:lnTo>
                  <a:pt x="454076" y="35613"/>
                </a:lnTo>
                <a:lnTo>
                  <a:pt x="453445" y="35610"/>
                </a:lnTo>
                <a:lnTo>
                  <a:pt x="452805" y="35613"/>
                </a:lnTo>
                <a:lnTo>
                  <a:pt x="452170" y="35622"/>
                </a:lnTo>
                <a:lnTo>
                  <a:pt x="451538" y="35636"/>
                </a:lnTo>
                <a:lnTo>
                  <a:pt x="450910" y="35657"/>
                </a:lnTo>
                <a:lnTo>
                  <a:pt x="450286" y="35683"/>
                </a:lnTo>
                <a:lnTo>
                  <a:pt x="449665" y="35715"/>
                </a:lnTo>
                <a:lnTo>
                  <a:pt x="449049" y="35753"/>
                </a:lnTo>
                <a:lnTo>
                  <a:pt x="448436" y="35796"/>
                </a:lnTo>
                <a:lnTo>
                  <a:pt x="447827" y="35846"/>
                </a:lnTo>
                <a:lnTo>
                  <a:pt x="447221" y="35901"/>
                </a:lnTo>
                <a:lnTo>
                  <a:pt x="446620" y="35962"/>
                </a:lnTo>
                <a:lnTo>
                  <a:pt x="446022" y="36029"/>
                </a:lnTo>
                <a:lnTo>
                  <a:pt x="445428" y="36102"/>
                </a:lnTo>
                <a:lnTo>
                  <a:pt x="444837" y="36181"/>
                </a:lnTo>
                <a:lnTo>
                  <a:pt x="444251" y="36265"/>
                </a:lnTo>
                <a:lnTo>
                  <a:pt x="443668" y="36355"/>
                </a:lnTo>
                <a:lnTo>
                  <a:pt x="443089" y="36451"/>
                </a:lnTo>
                <a:lnTo>
                  <a:pt x="442514" y="36553"/>
                </a:lnTo>
                <a:lnTo>
                  <a:pt x="441942" y="36661"/>
                </a:lnTo>
                <a:lnTo>
                  <a:pt x="441375" y="36775"/>
                </a:lnTo>
                <a:lnTo>
                  <a:pt x="440811" y="36894"/>
                </a:lnTo>
                <a:lnTo>
                  <a:pt x="440251" y="37019"/>
                </a:lnTo>
                <a:lnTo>
                  <a:pt x="439694" y="37150"/>
                </a:lnTo>
                <a:lnTo>
                  <a:pt x="439141" y="37287"/>
                </a:lnTo>
                <a:lnTo>
                  <a:pt x="438594" y="37429"/>
                </a:lnTo>
                <a:lnTo>
                  <a:pt x="438052" y="37578"/>
                </a:lnTo>
                <a:lnTo>
                  <a:pt x="437516" y="37732"/>
                </a:lnTo>
                <a:lnTo>
                  <a:pt x="436986" y="37892"/>
                </a:lnTo>
                <a:lnTo>
                  <a:pt x="436463" y="38057"/>
                </a:lnTo>
                <a:lnTo>
                  <a:pt x="435945" y="38229"/>
                </a:lnTo>
                <a:lnTo>
                  <a:pt x="435433" y="38406"/>
                </a:lnTo>
                <a:lnTo>
                  <a:pt x="434927" y="38590"/>
                </a:lnTo>
                <a:lnTo>
                  <a:pt x="434427" y="38779"/>
                </a:lnTo>
                <a:lnTo>
                  <a:pt x="433934" y="38974"/>
                </a:lnTo>
                <a:lnTo>
                  <a:pt x="433446" y="39174"/>
                </a:lnTo>
                <a:lnTo>
                  <a:pt x="432964" y="39381"/>
                </a:lnTo>
                <a:lnTo>
                  <a:pt x="432488" y="39593"/>
                </a:lnTo>
                <a:lnTo>
                  <a:pt x="432018" y="39811"/>
                </a:lnTo>
                <a:lnTo>
                  <a:pt x="431554" y="40036"/>
                </a:lnTo>
                <a:lnTo>
                  <a:pt x="431097" y="40265"/>
                </a:lnTo>
                <a:lnTo>
                  <a:pt x="430645" y="40501"/>
                </a:lnTo>
                <a:lnTo>
                  <a:pt x="430199" y="40743"/>
                </a:lnTo>
                <a:lnTo>
                  <a:pt x="429759" y="40990"/>
                </a:lnTo>
                <a:lnTo>
                  <a:pt x="429325" y="41243"/>
                </a:lnTo>
                <a:lnTo>
                  <a:pt x="428897" y="41502"/>
                </a:lnTo>
                <a:lnTo>
                  <a:pt x="428475" y="41767"/>
                </a:lnTo>
                <a:lnTo>
                  <a:pt x="428059" y="42038"/>
                </a:lnTo>
                <a:lnTo>
                  <a:pt x="427650" y="42315"/>
                </a:lnTo>
                <a:lnTo>
                  <a:pt x="427246" y="42597"/>
                </a:lnTo>
                <a:lnTo>
                  <a:pt x="426851" y="42885"/>
                </a:lnTo>
                <a:lnTo>
                  <a:pt x="426463" y="43179"/>
                </a:lnTo>
                <a:lnTo>
                  <a:pt x="426082" y="43478"/>
                </a:lnTo>
                <a:lnTo>
                  <a:pt x="425709" y="43784"/>
                </a:lnTo>
                <a:lnTo>
                  <a:pt x="425344" y="44095"/>
                </a:lnTo>
                <a:lnTo>
                  <a:pt x="424986" y="44412"/>
                </a:lnTo>
                <a:lnTo>
                  <a:pt x="424635" y="44735"/>
                </a:lnTo>
                <a:lnTo>
                  <a:pt x="424293" y="45064"/>
                </a:lnTo>
                <a:lnTo>
                  <a:pt x="423957" y="45398"/>
                </a:lnTo>
                <a:lnTo>
                  <a:pt x="423630" y="45739"/>
                </a:lnTo>
                <a:lnTo>
                  <a:pt x="423309" y="46085"/>
                </a:lnTo>
                <a:lnTo>
                  <a:pt x="422997" y="46437"/>
                </a:lnTo>
                <a:lnTo>
                  <a:pt x="422691" y="46795"/>
                </a:lnTo>
                <a:lnTo>
                  <a:pt x="422394" y="47158"/>
                </a:lnTo>
                <a:lnTo>
                  <a:pt x="422104" y="47528"/>
                </a:lnTo>
                <a:lnTo>
                  <a:pt x="421821" y="47903"/>
                </a:lnTo>
                <a:lnTo>
                  <a:pt x="421546" y="48284"/>
                </a:lnTo>
                <a:lnTo>
                  <a:pt x="421279" y="48671"/>
                </a:lnTo>
                <a:lnTo>
                  <a:pt x="421019" y="49064"/>
                </a:lnTo>
                <a:lnTo>
                  <a:pt x="420766" y="49462"/>
                </a:lnTo>
                <a:lnTo>
                  <a:pt x="420521" y="49867"/>
                </a:lnTo>
                <a:lnTo>
                  <a:pt x="420284" y="50277"/>
                </a:lnTo>
                <a:lnTo>
                  <a:pt x="420054" y="50693"/>
                </a:lnTo>
                <a:lnTo>
                  <a:pt x="419833" y="51115"/>
                </a:lnTo>
                <a:lnTo>
                  <a:pt x="419621" y="51542"/>
                </a:lnTo>
                <a:lnTo>
                  <a:pt x="419418" y="51975"/>
                </a:lnTo>
                <a:lnTo>
                  <a:pt x="419225" y="52413"/>
                </a:lnTo>
                <a:lnTo>
                  <a:pt x="419042" y="52856"/>
                </a:lnTo>
                <a:lnTo>
                  <a:pt x="418867" y="53305"/>
                </a:lnTo>
                <a:lnTo>
                  <a:pt x="418702" y="53760"/>
                </a:lnTo>
                <a:lnTo>
                  <a:pt x="418547" y="54220"/>
                </a:lnTo>
                <a:lnTo>
                  <a:pt x="418401" y="54685"/>
                </a:lnTo>
                <a:lnTo>
                  <a:pt x="418264" y="55156"/>
                </a:lnTo>
                <a:lnTo>
                  <a:pt x="418137" y="55633"/>
                </a:lnTo>
                <a:lnTo>
                  <a:pt x="418020" y="56115"/>
                </a:lnTo>
                <a:lnTo>
                  <a:pt x="417911" y="56602"/>
                </a:lnTo>
                <a:lnTo>
                  <a:pt x="417812" y="57095"/>
                </a:lnTo>
                <a:lnTo>
                  <a:pt x="417723" y="57593"/>
                </a:lnTo>
                <a:lnTo>
                  <a:pt x="417643" y="58097"/>
                </a:lnTo>
                <a:lnTo>
                  <a:pt x="417572" y="58606"/>
                </a:lnTo>
                <a:lnTo>
                  <a:pt x="417511" y="59121"/>
                </a:lnTo>
                <a:lnTo>
                  <a:pt x="417459" y="59641"/>
                </a:lnTo>
                <a:lnTo>
                  <a:pt x="417417" y="60167"/>
                </a:lnTo>
                <a:lnTo>
                  <a:pt x="417384" y="60698"/>
                </a:lnTo>
                <a:lnTo>
                  <a:pt x="417360" y="61234"/>
                </a:lnTo>
                <a:lnTo>
                  <a:pt x="417346" y="61776"/>
                </a:lnTo>
                <a:lnTo>
                  <a:pt x="417341" y="62324"/>
                </a:lnTo>
                <a:lnTo>
                  <a:pt x="417348" y="63021"/>
                </a:lnTo>
                <a:lnTo>
                  <a:pt x="417368" y="63709"/>
                </a:lnTo>
                <a:lnTo>
                  <a:pt x="417401" y="64386"/>
                </a:lnTo>
                <a:lnTo>
                  <a:pt x="417448" y="65054"/>
                </a:lnTo>
                <a:lnTo>
                  <a:pt x="417508" y="65711"/>
                </a:lnTo>
                <a:lnTo>
                  <a:pt x="417582" y="66358"/>
                </a:lnTo>
                <a:lnTo>
                  <a:pt x="417669" y="66996"/>
                </a:lnTo>
                <a:lnTo>
                  <a:pt x="417769" y="67623"/>
                </a:lnTo>
                <a:lnTo>
                  <a:pt x="417882" y="68240"/>
                </a:lnTo>
                <a:lnTo>
                  <a:pt x="418009" y="68847"/>
                </a:lnTo>
                <a:lnTo>
                  <a:pt x="418150" y="69444"/>
                </a:lnTo>
                <a:lnTo>
                  <a:pt x="418303" y="70031"/>
                </a:lnTo>
                <a:lnTo>
                  <a:pt x="418470" y="70608"/>
                </a:lnTo>
                <a:lnTo>
                  <a:pt x="418650" y="71175"/>
                </a:lnTo>
                <a:lnTo>
                  <a:pt x="418844" y="71732"/>
                </a:lnTo>
                <a:lnTo>
                  <a:pt x="419051" y="72279"/>
                </a:lnTo>
                <a:lnTo>
                  <a:pt x="419272" y="72815"/>
                </a:lnTo>
                <a:lnTo>
                  <a:pt x="419505" y="73342"/>
                </a:lnTo>
                <a:lnTo>
                  <a:pt x="419752" y="73859"/>
                </a:lnTo>
                <a:lnTo>
                  <a:pt x="420013" y="74365"/>
                </a:lnTo>
                <a:lnTo>
                  <a:pt x="420287" y="74862"/>
                </a:lnTo>
                <a:lnTo>
                  <a:pt x="420574" y="75348"/>
                </a:lnTo>
                <a:lnTo>
                  <a:pt x="420875" y="75825"/>
                </a:lnTo>
                <a:lnTo>
                  <a:pt x="421188" y="76291"/>
                </a:lnTo>
                <a:lnTo>
                  <a:pt x="421516" y="76749"/>
                </a:lnTo>
                <a:lnTo>
                  <a:pt x="421856" y="77200"/>
                </a:lnTo>
                <a:lnTo>
                  <a:pt x="422210" y="77645"/>
                </a:lnTo>
                <a:lnTo>
                  <a:pt x="422578" y="78083"/>
                </a:lnTo>
                <a:lnTo>
                  <a:pt x="422958" y="78514"/>
                </a:lnTo>
                <a:lnTo>
                  <a:pt x="423352" y="78939"/>
                </a:lnTo>
                <a:lnTo>
                  <a:pt x="423760" y="79356"/>
                </a:lnTo>
                <a:lnTo>
                  <a:pt x="424181" y="79767"/>
                </a:lnTo>
                <a:lnTo>
                  <a:pt x="424615" y="80172"/>
                </a:lnTo>
                <a:lnTo>
                  <a:pt x="425062" y="80570"/>
                </a:lnTo>
                <a:lnTo>
                  <a:pt x="425523" y="80961"/>
                </a:lnTo>
                <a:lnTo>
                  <a:pt x="425997" y="81345"/>
                </a:lnTo>
                <a:lnTo>
                  <a:pt x="426485" y="81723"/>
                </a:lnTo>
                <a:lnTo>
                  <a:pt x="426986" y="82093"/>
                </a:lnTo>
                <a:lnTo>
                  <a:pt x="427500" y="82458"/>
                </a:lnTo>
                <a:lnTo>
                  <a:pt x="428028" y="82815"/>
                </a:lnTo>
                <a:lnTo>
                  <a:pt x="428569" y="83166"/>
                </a:lnTo>
                <a:lnTo>
                  <a:pt x="429123" y="83510"/>
                </a:lnTo>
                <a:lnTo>
                  <a:pt x="429691" y="83847"/>
                </a:lnTo>
                <a:lnTo>
                  <a:pt x="430272" y="84178"/>
                </a:lnTo>
                <a:lnTo>
                  <a:pt x="430866" y="84502"/>
                </a:lnTo>
                <a:lnTo>
                  <a:pt x="431474" y="84819"/>
                </a:lnTo>
                <a:lnTo>
                  <a:pt x="432095" y="85130"/>
                </a:lnTo>
                <a:lnTo>
                  <a:pt x="432730" y="85434"/>
                </a:lnTo>
                <a:lnTo>
                  <a:pt x="433377" y="85733"/>
                </a:lnTo>
                <a:lnTo>
                  <a:pt x="434037" y="86029"/>
                </a:lnTo>
                <a:lnTo>
                  <a:pt x="434709" y="86321"/>
                </a:lnTo>
                <a:lnTo>
                  <a:pt x="435393" y="86611"/>
                </a:lnTo>
                <a:lnTo>
                  <a:pt x="436090" y="86898"/>
                </a:lnTo>
                <a:lnTo>
                  <a:pt x="436799" y="87182"/>
                </a:lnTo>
                <a:lnTo>
                  <a:pt x="437520" y="87463"/>
                </a:lnTo>
                <a:lnTo>
                  <a:pt x="438254" y="87741"/>
                </a:lnTo>
                <a:lnTo>
                  <a:pt x="439000" y="88016"/>
                </a:lnTo>
                <a:lnTo>
                  <a:pt x="439758" y="88288"/>
                </a:lnTo>
                <a:lnTo>
                  <a:pt x="440529" y="88557"/>
                </a:lnTo>
                <a:lnTo>
                  <a:pt x="441312" y="88823"/>
                </a:lnTo>
                <a:lnTo>
                  <a:pt x="442107" y="89085"/>
                </a:lnTo>
                <a:lnTo>
                  <a:pt x="442915" y="89345"/>
                </a:lnTo>
                <a:lnTo>
                  <a:pt x="443735" y="89602"/>
                </a:lnTo>
                <a:lnTo>
                  <a:pt x="444567" y="89856"/>
                </a:lnTo>
                <a:lnTo>
                  <a:pt x="445411" y="90107"/>
                </a:lnTo>
                <a:lnTo>
                  <a:pt x="446268" y="90356"/>
                </a:lnTo>
                <a:lnTo>
                  <a:pt x="447138" y="90601"/>
                </a:lnTo>
                <a:lnTo>
                  <a:pt x="448019" y="90843"/>
                </a:lnTo>
                <a:lnTo>
                  <a:pt x="448913" y="91082"/>
                </a:lnTo>
                <a:lnTo>
                  <a:pt x="449820" y="91318"/>
                </a:lnTo>
                <a:lnTo>
                  <a:pt x="450738" y="91551"/>
                </a:lnTo>
                <a:lnTo>
                  <a:pt x="451669" y="91781"/>
                </a:lnTo>
                <a:lnTo>
                  <a:pt x="452805" y="92061"/>
                </a:lnTo>
                <a:lnTo>
                  <a:pt x="453913" y="92341"/>
                </a:lnTo>
                <a:lnTo>
                  <a:pt x="454991" y="92622"/>
                </a:lnTo>
                <a:lnTo>
                  <a:pt x="456041" y="92904"/>
                </a:lnTo>
                <a:lnTo>
                  <a:pt x="457061" y="93186"/>
                </a:lnTo>
                <a:lnTo>
                  <a:pt x="458053" y="93469"/>
                </a:lnTo>
                <a:lnTo>
                  <a:pt x="459016" y="93753"/>
                </a:lnTo>
                <a:lnTo>
                  <a:pt x="459950" y="94038"/>
                </a:lnTo>
                <a:lnTo>
                  <a:pt x="460854" y="94323"/>
                </a:lnTo>
                <a:lnTo>
                  <a:pt x="461730" y="94609"/>
                </a:lnTo>
                <a:lnTo>
                  <a:pt x="462577" y="94896"/>
                </a:lnTo>
                <a:lnTo>
                  <a:pt x="463395" y="95183"/>
                </a:lnTo>
                <a:lnTo>
                  <a:pt x="464184" y="95472"/>
                </a:lnTo>
                <a:lnTo>
                  <a:pt x="464944" y="95761"/>
                </a:lnTo>
                <a:lnTo>
                  <a:pt x="465676" y="96050"/>
                </a:lnTo>
                <a:lnTo>
                  <a:pt x="466378" y="96341"/>
                </a:lnTo>
                <a:lnTo>
                  <a:pt x="467051" y="96632"/>
                </a:lnTo>
                <a:lnTo>
                  <a:pt x="467695" y="96923"/>
                </a:lnTo>
                <a:lnTo>
                  <a:pt x="468311" y="97216"/>
                </a:lnTo>
                <a:lnTo>
                  <a:pt x="468897" y="97509"/>
                </a:lnTo>
                <a:lnTo>
                  <a:pt x="469455" y="97803"/>
                </a:lnTo>
                <a:lnTo>
                  <a:pt x="469983" y="98098"/>
                </a:lnTo>
                <a:lnTo>
                  <a:pt x="470483" y="98393"/>
                </a:lnTo>
                <a:lnTo>
                  <a:pt x="470954" y="98689"/>
                </a:lnTo>
                <a:lnTo>
                  <a:pt x="471401" y="98992"/>
                </a:lnTo>
                <a:lnTo>
                  <a:pt x="471828" y="99308"/>
                </a:lnTo>
                <a:lnTo>
                  <a:pt x="472237" y="99636"/>
                </a:lnTo>
                <a:lnTo>
                  <a:pt x="472627" y="99978"/>
                </a:lnTo>
                <a:lnTo>
                  <a:pt x="472997" y="100333"/>
                </a:lnTo>
                <a:lnTo>
                  <a:pt x="473349" y="100701"/>
                </a:lnTo>
                <a:lnTo>
                  <a:pt x="473682" y="101082"/>
                </a:lnTo>
                <a:lnTo>
                  <a:pt x="473995" y="101476"/>
                </a:lnTo>
                <a:lnTo>
                  <a:pt x="474290" y="101884"/>
                </a:lnTo>
                <a:lnTo>
                  <a:pt x="474566" y="102304"/>
                </a:lnTo>
                <a:lnTo>
                  <a:pt x="474822" y="102737"/>
                </a:lnTo>
                <a:lnTo>
                  <a:pt x="475060" y="103184"/>
                </a:lnTo>
                <a:lnTo>
                  <a:pt x="475278" y="103643"/>
                </a:lnTo>
                <a:lnTo>
                  <a:pt x="475478" y="104115"/>
                </a:lnTo>
                <a:lnTo>
                  <a:pt x="475659" y="104601"/>
                </a:lnTo>
                <a:lnTo>
                  <a:pt x="475820" y="105100"/>
                </a:lnTo>
                <a:lnTo>
                  <a:pt x="475963" y="105611"/>
                </a:lnTo>
                <a:lnTo>
                  <a:pt x="476086" y="106136"/>
                </a:lnTo>
                <a:lnTo>
                  <a:pt x="476191" y="106674"/>
                </a:lnTo>
                <a:lnTo>
                  <a:pt x="476276" y="107224"/>
                </a:lnTo>
                <a:lnTo>
                  <a:pt x="476343" y="107788"/>
                </a:lnTo>
                <a:lnTo>
                  <a:pt x="476390" y="108365"/>
                </a:lnTo>
                <a:lnTo>
                  <a:pt x="476419" y="108955"/>
                </a:lnTo>
                <a:lnTo>
                  <a:pt x="476428" y="109558"/>
                </a:lnTo>
                <a:lnTo>
                  <a:pt x="476418" y="110277"/>
                </a:lnTo>
                <a:lnTo>
                  <a:pt x="476386" y="110979"/>
                </a:lnTo>
                <a:lnTo>
                  <a:pt x="476334" y="111663"/>
                </a:lnTo>
                <a:lnTo>
                  <a:pt x="476260" y="112330"/>
                </a:lnTo>
                <a:lnTo>
                  <a:pt x="476165" y="112980"/>
                </a:lnTo>
                <a:lnTo>
                  <a:pt x="476049" y="113613"/>
                </a:lnTo>
                <a:lnTo>
                  <a:pt x="475912" y="114229"/>
                </a:lnTo>
                <a:lnTo>
                  <a:pt x="475754" y="114828"/>
                </a:lnTo>
                <a:lnTo>
                  <a:pt x="475575" y="115409"/>
                </a:lnTo>
                <a:lnTo>
                  <a:pt x="475375" y="115974"/>
                </a:lnTo>
                <a:lnTo>
                  <a:pt x="475154" y="116521"/>
                </a:lnTo>
                <a:lnTo>
                  <a:pt x="474912" y="117051"/>
                </a:lnTo>
                <a:lnTo>
                  <a:pt x="474649" y="117564"/>
                </a:lnTo>
                <a:lnTo>
                  <a:pt x="474364" y="118060"/>
                </a:lnTo>
                <a:lnTo>
                  <a:pt x="474059" y="118539"/>
                </a:lnTo>
                <a:lnTo>
                  <a:pt x="473732" y="119001"/>
                </a:lnTo>
                <a:lnTo>
                  <a:pt x="473385" y="119445"/>
                </a:lnTo>
                <a:lnTo>
                  <a:pt x="473016" y="119872"/>
                </a:lnTo>
                <a:lnTo>
                  <a:pt x="472626" y="120283"/>
                </a:lnTo>
                <a:lnTo>
                  <a:pt x="472216" y="120676"/>
                </a:lnTo>
                <a:lnTo>
                  <a:pt x="471784" y="121052"/>
                </a:lnTo>
                <a:lnTo>
                  <a:pt x="471331" y="121411"/>
                </a:lnTo>
                <a:lnTo>
                  <a:pt x="470857" y="121752"/>
                </a:lnTo>
                <a:lnTo>
                  <a:pt x="470362" y="122077"/>
                </a:lnTo>
                <a:lnTo>
                  <a:pt x="469851" y="122386"/>
                </a:lnTo>
                <a:lnTo>
                  <a:pt x="469328" y="122682"/>
                </a:lnTo>
                <a:lnTo>
                  <a:pt x="468794" y="122965"/>
                </a:lnTo>
                <a:lnTo>
                  <a:pt x="468248" y="123235"/>
                </a:lnTo>
                <a:lnTo>
                  <a:pt x="467691" y="123492"/>
                </a:lnTo>
                <a:lnTo>
                  <a:pt x="467122" y="123736"/>
                </a:lnTo>
                <a:lnTo>
                  <a:pt x="466542" y="123966"/>
                </a:lnTo>
                <a:lnTo>
                  <a:pt x="465950" y="124183"/>
                </a:lnTo>
                <a:lnTo>
                  <a:pt x="465347" y="124387"/>
                </a:lnTo>
                <a:lnTo>
                  <a:pt x="464733" y="124578"/>
                </a:lnTo>
                <a:lnTo>
                  <a:pt x="464107" y="124756"/>
                </a:lnTo>
                <a:lnTo>
                  <a:pt x="463469" y="124920"/>
                </a:lnTo>
                <a:lnTo>
                  <a:pt x="462820" y="125072"/>
                </a:lnTo>
                <a:lnTo>
                  <a:pt x="462160" y="125210"/>
                </a:lnTo>
                <a:lnTo>
                  <a:pt x="461488" y="125335"/>
                </a:lnTo>
                <a:lnTo>
                  <a:pt x="460805" y="125447"/>
                </a:lnTo>
                <a:lnTo>
                  <a:pt x="460110" y="125546"/>
                </a:lnTo>
                <a:lnTo>
                  <a:pt x="459403" y="125631"/>
                </a:lnTo>
                <a:lnTo>
                  <a:pt x="458686" y="125704"/>
                </a:lnTo>
                <a:lnTo>
                  <a:pt x="457956" y="125763"/>
                </a:lnTo>
                <a:lnTo>
                  <a:pt x="457215" y="125809"/>
                </a:lnTo>
                <a:lnTo>
                  <a:pt x="456463" y="125842"/>
                </a:lnTo>
                <a:lnTo>
                  <a:pt x="455700" y="125862"/>
                </a:lnTo>
                <a:lnTo>
                  <a:pt x="454924" y="125868"/>
                </a:lnTo>
                <a:lnTo>
                  <a:pt x="454059" y="125860"/>
                </a:lnTo>
                <a:lnTo>
                  <a:pt x="453206" y="125835"/>
                </a:lnTo>
                <a:lnTo>
                  <a:pt x="452365" y="125793"/>
                </a:lnTo>
                <a:lnTo>
                  <a:pt x="451536" y="125735"/>
                </a:lnTo>
                <a:lnTo>
                  <a:pt x="450720" y="125660"/>
                </a:lnTo>
                <a:lnTo>
                  <a:pt x="449915" y="125568"/>
                </a:lnTo>
                <a:lnTo>
                  <a:pt x="449123" y="125459"/>
                </a:lnTo>
                <a:lnTo>
                  <a:pt x="448343" y="125334"/>
                </a:lnTo>
                <a:lnTo>
                  <a:pt x="447575" y="125192"/>
                </a:lnTo>
                <a:lnTo>
                  <a:pt x="446819" y="125034"/>
                </a:lnTo>
                <a:lnTo>
                  <a:pt x="446075" y="124859"/>
                </a:lnTo>
                <a:lnTo>
                  <a:pt x="445344" y="124667"/>
                </a:lnTo>
                <a:lnTo>
                  <a:pt x="444624" y="124458"/>
                </a:lnTo>
                <a:lnTo>
                  <a:pt x="443917" y="124233"/>
                </a:lnTo>
                <a:lnTo>
                  <a:pt x="443222" y="123991"/>
                </a:lnTo>
                <a:lnTo>
                  <a:pt x="442539" y="123732"/>
                </a:lnTo>
                <a:lnTo>
                  <a:pt x="441868" y="123457"/>
                </a:lnTo>
                <a:lnTo>
                  <a:pt x="441210" y="123165"/>
                </a:lnTo>
                <a:lnTo>
                  <a:pt x="440563" y="122856"/>
                </a:lnTo>
                <a:lnTo>
                  <a:pt x="439929" y="122531"/>
                </a:lnTo>
                <a:lnTo>
                  <a:pt x="439307" y="122189"/>
                </a:lnTo>
                <a:lnTo>
                  <a:pt x="438697" y="121830"/>
                </a:lnTo>
                <a:lnTo>
                  <a:pt x="438099" y="121455"/>
                </a:lnTo>
                <a:lnTo>
                  <a:pt x="437514" y="121063"/>
                </a:lnTo>
                <a:lnTo>
                  <a:pt x="436946" y="120650"/>
                </a:lnTo>
                <a:lnTo>
                  <a:pt x="436403" y="120213"/>
                </a:lnTo>
                <a:lnTo>
                  <a:pt x="435884" y="119752"/>
                </a:lnTo>
                <a:lnTo>
                  <a:pt x="435389" y="119267"/>
                </a:lnTo>
                <a:lnTo>
                  <a:pt x="434918" y="118758"/>
                </a:lnTo>
                <a:lnTo>
                  <a:pt x="434471" y="118224"/>
                </a:lnTo>
                <a:lnTo>
                  <a:pt x="434049" y="117666"/>
                </a:lnTo>
                <a:lnTo>
                  <a:pt x="433650" y="117084"/>
                </a:lnTo>
                <a:lnTo>
                  <a:pt x="433276" y="116478"/>
                </a:lnTo>
                <a:lnTo>
                  <a:pt x="432926" y="115847"/>
                </a:lnTo>
                <a:lnTo>
                  <a:pt x="432600" y="115192"/>
                </a:lnTo>
                <a:lnTo>
                  <a:pt x="432298" y="114514"/>
                </a:lnTo>
                <a:lnTo>
                  <a:pt x="432020" y="113810"/>
                </a:lnTo>
                <a:lnTo>
                  <a:pt x="431767" y="113083"/>
                </a:lnTo>
                <a:lnTo>
                  <a:pt x="431537" y="112332"/>
                </a:lnTo>
                <a:lnTo>
                  <a:pt x="431332" y="111556"/>
                </a:lnTo>
                <a:lnTo>
                  <a:pt x="431151" y="110756"/>
                </a:lnTo>
                <a:lnTo>
                  <a:pt x="430994" y="109932"/>
                </a:lnTo>
                <a:lnTo>
                  <a:pt x="430861" y="109083"/>
                </a:lnTo>
                <a:lnTo>
                  <a:pt x="430753" y="108211"/>
                </a:lnTo>
                <a:lnTo>
                  <a:pt x="430668" y="107314"/>
                </a:lnTo>
                <a:lnTo>
                  <a:pt x="430608" y="106393"/>
                </a:lnTo>
                <a:lnTo>
                  <a:pt x="430572" y="105448"/>
                </a:lnTo>
                <a:lnTo>
                  <a:pt x="430560" y="104478"/>
                </a:lnTo>
                <a:lnTo>
                  <a:pt x="414678" y="104478"/>
                </a:lnTo>
                <a:lnTo>
                  <a:pt x="414683" y="105235"/>
                </a:lnTo>
                <a:lnTo>
                  <a:pt x="414700" y="105983"/>
                </a:lnTo>
                <a:lnTo>
                  <a:pt x="414727" y="106722"/>
                </a:lnTo>
                <a:lnTo>
                  <a:pt x="414764" y="107451"/>
                </a:lnTo>
                <a:lnTo>
                  <a:pt x="414813" y="108171"/>
                </a:lnTo>
                <a:lnTo>
                  <a:pt x="414872" y="108881"/>
                </a:lnTo>
                <a:lnTo>
                  <a:pt x="414942" y="109583"/>
                </a:lnTo>
                <a:lnTo>
                  <a:pt x="415023" y="110275"/>
                </a:lnTo>
                <a:lnTo>
                  <a:pt x="415115" y="110957"/>
                </a:lnTo>
                <a:lnTo>
                  <a:pt x="415217" y="111630"/>
                </a:lnTo>
                <a:lnTo>
                  <a:pt x="415331" y="112294"/>
                </a:lnTo>
                <a:lnTo>
                  <a:pt x="415455" y="112948"/>
                </a:lnTo>
                <a:lnTo>
                  <a:pt x="415590" y="113594"/>
                </a:lnTo>
                <a:lnTo>
                  <a:pt x="415735" y="114229"/>
                </a:lnTo>
                <a:lnTo>
                  <a:pt x="415892" y="114856"/>
                </a:lnTo>
                <a:lnTo>
                  <a:pt x="416059" y="115473"/>
                </a:lnTo>
                <a:lnTo>
                  <a:pt x="416237" y="116081"/>
                </a:lnTo>
                <a:lnTo>
                  <a:pt x="416426" y="116679"/>
                </a:lnTo>
                <a:lnTo>
                  <a:pt x="416625" y="117268"/>
                </a:lnTo>
                <a:lnTo>
                  <a:pt x="416836" y="117848"/>
                </a:lnTo>
                <a:lnTo>
                  <a:pt x="417057" y="118418"/>
                </a:lnTo>
                <a:lnTo>
                  <a:pt x="417289" y="118979"/>
                </a:lnTo>
                <a:lnTo>
                  <a:pt x="417532" y="119531"/>
                </a:lnTo>
                <a:lnTo>
                  <a:pt x="417785" y="120073"/>
                </a:lnTo>
                <a:lnTo>
                  <a:pt x="418048" y="120606"/>
                </a:lnTo>
                <a:lnTo>
                  <a:pt x="418320" y="121131"/>
                </a:lnTo>
                <a:lnTo>
                  <a:pt x="418600" y="121646"/>
                </a:lnTo>
                <a:lnTo>
                  <a:pt x="418888" y="122154"/>
                </a:lnTo>
                <a:lnTo>
                  <a:pt x="419185" y="122652"/>
                </a:lnTo>
                <a:lnTo>
                  <a:pt x="419490" y="123142"/>
                </a:lnTo>
                <a:lnTo>
                  <a:pt x="419803" y="123623"/>
                </a:lnTo>
                <a:lnTo>
                  <a:pt x="420125" y="124096"/>
                </a:lnTo>
                <a:lnTo>
                  <a:pt x="420456" y="124560"/>
                </a:lnTo>
                <a:lnTo>
                  <a:pt x="420794" y="125015"/>
                </a:lnTo>
                <a:lnTo>
                  <a:pt x="421141" y="125462"/>
                </a:lnTo>
                <a:lnTo>
                  <a:pt x="421497" y="125900"/>
                </a:lnTo>
                <a:lnTo>
                  <a:pt x="421861" y="126329"/>
                </a:lnTo>
                <a:lnTo>
                  <a:pt x="422233" y="126750"/>
                </a:lnTo>
                <a:lnTo>
                  <a:pt x="422613" y="127162"/>
                </a:lnTo>
                <a:lnTo>
                  <a:pt x="423002" y="127566"/>
                </a:lnTo>
                <a:lnTo>
                  <a:pt x="423400" y="127961"/>
                </a:lnTo>
                <a:lnTo>
                  <a:pt x="423806" y="128347"/>
                </a:lnTo>
                <a:lnTo>
                  <a:pt x="424220" y="128724"/>
                </a:lnTo>
                <a:lnTo>
                  <a:pt x="424642" y="129093"/>
                </a:lnTo>
                <a:lnTo>
                  <a:pt x="425073" y="129454"/>
                </a:lnTo>
                <a:lnTo>
                  <a:pt x="425513" y="129805"/>
                </a:lnTo>
                <a:lnTo>
                  <a:pt x="425960" y="130149"/>
                </a:lnTo>
                <a:lnTo>
                  <a:pt x="426417" y="130483"/>
                </a:lnTo>
                <a:lnTo>
                  <a:pt x="426880" y="130809"/>
                </a:lnTo>
                <a:lnTo>
                  <a:pt x="427349" y="131128"/>
                </a:lnTo>
                <a:lnTo>
                  <a:pt x="427825" y="131440"/>
                </a:lnTo>
                <a:lnTo>
                  <a:pt x="428306" y="131744"/>
                </a:lnTo>
                <a:lnTo>
                  <a:pt x="428793" y="132041"/>
                </a:lnTo>
                <a:lnTo>
                  <a:pt x="429286" y="132330"/>
                </a:lnTo>
                <a:lnTo>
                  <a:pt x="429786" y="132612"/>
                </a:lnTo>
                <a:lnTo>
                  <a:pt x="430291" y="132887"/>
                </a:lnTo>
                <a:lnTo>
                  <a:pt x="430802" y="133154"/>
                </a:lnTo>
                <a:lnTo>
                  <a:pt x="431320" y="133414"/>
                </a:lnTo>
                <a:lnTo>
                  <a:pt x="431843" y="133666"/>
                </a:lnTo>
                <a:lnTo>
                  <a:pt x="432372" y="133911"/>
                </a:lnTo>
                <a:lnTo>
                  <a:pt x="432907" y="134148"/>
                </a:lnTo>
                <a:lnTo>
                  <a:pt x="433449" y="134378"/>
                </a:lnTo>
                <a:lnTo>
                  <a:pt x="433996" y="134601"/>
                </a:lnTo>
                <a:lnTo>
                  <a:pt x="434549" y="134816"/>
                </a:lnTo>
                <a:lnTo>
                  <a:pt x="435108" y="135024"/>
                </a:lnTo>
                <a:lnTo>
                  <a:pt x="435674" y="135225"/>
                </a:lnTo>
                <a:lnTo>
                  <a:pt x="436245" y="135418"/>
                </a:lnTo>
                <a:lnTo>
                  <a:pt x="436822" y="135603"/>
                </a:lnTo>
                <a:lnTo>
                  <a:pt x="437405" y="135782"/>
                </a:lnTo>
                <a:lnTo>
                  <a:pt x="437994" y="135953"/>
                </a:lnTo>
                <a:lnTo>
                  <a:pt x="438590" y="136116"/>
                </a:lnTo>
                <a:lnTo>
                  <a:pt x="439191" y="136272"/>
                </a:lnTo>
                <a:lnTo>
                  <a:pt x="439796" y="136421"/>
                </a:lnTo>
                <a:lnTo>
                  <a:pt x="440405" y="136564"/>
                </a:lnTo>
                <a:lnTo>
                  <a:pt x="441016" y="136700"/>
                </a:lnTo>
                <a:lnTo>
                  <a:pt x="441631" y="136831"/>
                </a:lnTo>
                <a:lnTo>
                  <a:pt x="442248" y="136954"/>
                </a:lnTo>
                <a:lnTo>
                  <a:pt x="442868" y="137072"/>
                </a:lnTo>
                <a:lnTo>
                  <a:pt x="443491" y="137183"/>
                </a:lnTo>
                <a:lnTo>
                  <a:pt x="444117" y="137288"/>
                </a:lnTo>
                <a:lnTo>
                  <a:pt x="444746" y="137386"/>
                </a:lnTo>
                <a:lnTo>
                  <a:pt x="445378" y="137478"/>
                </a:lnTo>
                <a:lnTo>
                  <a:pt x="446013" y="137564"/>
                </a:lnTo>
                <a:lnTo>
                  <a:pt x="446651" y="137643"/>
                </a:lnTo>
                <a:lnTo>
                  <a:pt x="447291" y="137716"/>
                </a:lnTo>
                <a:lnTo>
                  <a:pt x="447935" y="137783"/>
                </a:lnTo>
                <a:lnTo>
                  <a:pt x="448581" y="137843"/>
                </a:lnTo>
                <a:lnTo>
                  <a:pt x="449230" y="137897"/>
                </a:lnTo>
                <a:lnTo>
                  <a:pt x="449883" y="137945"/>
                </a:lnTo>
                <a:lnTo>
                  <a:pt x="450538" y="137986"/>
                </a:lnTo>
                <a:lnTo>
                  <a:pt x="451196" y="138021"/>
                </a:lnTo>
                <a:lnTo>
                  <a:pt x="451857" y="138049"/>
                </a:lnTo>
                <a:lnTo>
                  <a:pt x="452521" y="138071"/>
                </a:lnTo>
                <a:lnTo>
                  <a:pt x="453187" y="138087"/>
                </a:lnTo>
                <a:lnTo>
                  <a:pt x="453857" y="138097"/>
                </a:lnTo>
                <a:lnTo>
                  <a:pt x="454530" y="138100"/>
                </a:lnTo>
                <a:lnTo>
                  <a:pt x="455202" y="138097"/>
                </a:lnTo>
                <a:lnTo>
                  <a:pt x="455870" y="138088"/>
                </a:lnTo>
                <a:lnTo>
                  <a:pt x="456534" y="138073"/>
                </a:lnTo>
                <a:lnTo>
                  <a:pt x="457194" y="138052"/>
                </a:lnTo>
                <a:lnTo>
                  <a:pt x="457851" y="138025"/>
                </a:lnTo>
                <a:close/>
                <a:moveTo>
                  <a:pt x="524727" y="19061"/>
                </a:moveTo>
                <a:lnTo>
                  <a:pt x="525086" y="19019"/>
                </a:lnTo>
                <a:lnTo>
                  <a:pt x="525438" y="18967"/>
                </a:lnTo>
                <a:lnTo>
                  <a:pt x="525784" y="18906"/>
                </a:lnTo>
                <a:lnTo>
                  <a:pt x="526124" y="18835"/>
                </a:lnTo>
                <a:lnTo>
                  <a:pt x="526458" y="18755"/>
                </a:lnTo>
                <a:lnTo>
                  <a:pt x="526786" y="18666"/>
                </a:lnTo>
                <a:lnTo>
                  <a:pt x="527108" y="18567"/>
                </a:lnTo>
                <a:lnTo>
                  <a:pt x="527423" y="18459"/>
                </a:lnTo>
                <a:lnTo>
                  <a:pt x="527733" y="18341"/>
                </a:lnTo>
                <a:lnTo>
                  <a:pt x="528036" y="18214"/>
                </a:lnTo>
                <a:lnTo>
                  <a:pt x="528333" y="18077"/>
                </a:lnTo>
                <a:lnTo>
                  <a:pt x="528623" y="17931"/>
                </a:lnTo>
                <a:lnTo>
                  <a:pt x="528908" y="17776"/>
                </a:lnTo>
                <a:lnTo>
                  <a:pt x="529186" y="17611"/>
                </a:lnTo>
                <a:lnTo>
                  <a:pt x="529459" y="17437"/>
                </a:lnTo>
                <a:lnTo>
                  <a:pt x="529725" y="17253"/>
                </a:lnTo>
                <a:lnTo>
                  <a:pt x="529985" y="17060"/>
                </a:lnTo>
                <a:lnTo>
                  <a:pt x="530239" y="16857"/>
                </a:lnTo>
                <a:lnTo>
                  <a:pt x="530486" y="16645"/>
                </a:lnTo>
                <a:lnTo>
                  <a:pt x="530728" y="16424"/>
                </a:lnTo>
                <a:lnTo>
                  <a:pt x="530961" y="16195"/>
                </a:lnTo>
                <a:lnTo>
                  <a:pt x="531185" y="15962"/>
                </a:lnTo>
                <a:lnTo>
                  <a:pt x="531398" y="15724"/>
                </a:lnTo>
                <a:lnTo>
                  <a:pt x="531602" y="15480"/>
                </a:lnTo>
                <a:lnTo>
                  <a:pt x="531796" y="15232"/>
                </a:lnTo>
                <a:lnTo>
                  <a:pt x="531979" y="14978"/>
                </a:lnTo>
                <a:lnTo>
                  <a:pt x="532153" y="14720"/>
                </a:lnTo>
                <a:lnTo>
                  <a:pt x="532317" y="14457"/>
                </a:lnTo>
                <a:lnTo>
                  <a:pt x="532471" y="14188"/>
                </a:lnTo>
                <a:lnTo>
                  <a:pt x="532615" y="13915"/>
                </a:lnTo>
                <a:lnTo>
                  <a:pt x="532749" y="13637"/>
                </a:lnTo>
                <a:lnTo>
                  <a:pt x="532873" y="13354"/>
                </a:lnTo>
                <a:lnTo>
                  <a:pt x="532987" y="13066"/>
                </a:lnTo>
                <a:lnTo>
                  <a:pt x="533092" y="12773"/>
                </a:lnTo>
                <a:lnTo>
                  <a:pt x="533186" y="12474"/>
                </a:lnTo>
                <a:lnTo>
                  <a:pt x="533271" y="12171"/>
                </a:lnTo>
                <a:lnTo>
                  <a:pt x="533345" y="11863"/>
                </a:lnTo>
                <a:lnTo>
                  <a:pt x="533410" y="11550"/>
                </a:lnTo>
                <a:lnTo>
                  <a:pt x="533464" y="11233"/>
                </a:lnTo>
                <a:lnTo>
                  <a:pt x="533509" y="10910"/>
                </a:lnTo>
                <a:lnTo>
                  <a:pt x="533544" y="10582"/>
                </a:lnTo>
                <a:lnTo>
                  <a:pt x="533569" y="10249"/>
                </a:lnTo>
                <a:lnTo>
                  <a:pt x="533583" y="9911"/>
                </a:lnTo>
                <a:lnTo>
                  <a:pt x="533588" y="9568"/>
                </a:lnTo>
                <a:lnTo>
                  <a:pt x="533583" y="9226"/>
                </a:lnTo>
                <a:lnTo>
                  <a:pt x="533569" y="8888"/>
                </a:lnTo>
                <a:lnTo>
                  <a:pt x="533544" y="8555"/>
                </a:lnTo>
                <a:lnTo>
                  <a:pt x="533509" y="8227"/>
                </a:lnTo>
                <a:lnTo>
                  <a:pt x="533464" y="7904"/>
                </a:lnTo>
                <a:lnTo>
                  <a:pt x="533410" y="7586"/>
                </a:lnTo>
                <a:lnTo>
                  <a:pt x="533345" y="7273"/>
                </a:lnTo>
                <a:lnTo>
                  <a:pt x="533271" y="6965"/>
                </a:lnTo>
                <a:lnTo>
                  <a:pt x="533186" y="6662"/>
                </a:lnTo>
                <a:lnTo>
                  <a:pt x="533092" y="6364"/>
                </a:lnTo>
                <a:lnTo>
                  <a:pt x="532987" y="6071"/>
                </a:lnTo>
                <a:lnTo>
                  <a:pt x="532873" y="5783"/>
                </a:lnTo>
                <a:lnTo>
                  <a:pt x="532749" y="5500"/>
                </a:lnTo>
                <a:lnTo>
                  <a:pt x="532615" y="5222"/>
                </a:lnTo>
                <a:lnTo>
                  <a:pt x="532471" y="4948"/>
                </a:lnTo>
                <a:lnTo>
                  <a:pt x="532317" y="4680"/>
                </a:lnTo>
                <a:lnTo>
                  <a:pt x="532153" y="4417"/>
                </a:lnTo>
                <a:lnTo>
                  <a:pt x="531979" y="4158"/>
                </a:lnTo>
                <a:lnTo>
                  <a:pt x="531796" y="3905"/>
                </a:lnTo>
                <a:lnTo>
                  <a:pt x="531602" y="3657"/>
                </a:lnTo>
                <a:lnTo>
                  <a:pt x="531398" y="3413"/>
                </a:lnTo>
                <a:lnTo>
                  <a:pt x="531185" y="3175"/>
                </a:lnTo>
                <a:lnTo>
                  <a:pt x="530961" y="2941"/>
                </a:lnTo>
                <a:lnTo>
                  <a:pt x="530728" y="2713"/>
                </a:lnTo>
                <a:lnTo>
                  <a:pt x="530486" y="2491"/>
                </a:lnTo>
                <a:lnTo>
                  <a:pt x="530239" y="2279"/>
                </a:lnTo>
                <a:lnTo>
                  <a:pt x="529985" y="2077"/>
                </a:lnTo>
                <a:lnTo>
                  <a:pt x="529725" y="1884"/>
                </a:lnTo>
                <a:lnTo>
                  <a:pt x="529459" y="1700"/>
                </a:lnTo>
                <a:lnTo>
                  <a:pt x="529186" y="1526"/>
                </a:lnTo>
                <a:lnTo>
                  <a:pt x="528908" y="1361"/>
                </a:lnTo>
                <a:lnTo>
                  <a:pt x="528623" y="1206"/>
                </a:lnTo>
                <a:lnTo>
                  <a:pt x="528333" y="1060"/>
                </a:lnTo>
                <a:lnTo>
                  <a:pt x="528036" y="923"/>
                </a:lnTo>
                <a:lnTo>
                  <a:pt x="527733" y="796"/>
                </a:lnTo>
                <a:lnTo>
                  <a:pt x="527423" y="678"/>
                </a:lnTo>
                <a:lnTo>
                  <a:pt x="527108" y="570"/>
                </a:lnTo>
                <a:lnTo>
                  <a:pt x="526786" y="471"/>
                </a:lnTo>
                <a:lnTo>
                  <a:pt x="526458" y="381"/>
                </a:lnTo>
                <a:lnTo>
                  <a:pt x="526124" y="301"/>
                </a:lnTo>
                <a:lnTo>
                  <a:pt x="525784" y="231"/>
                </a:lnTo>
                <a:lnTo>
                  <a:pt x="525438" y="170"/>
                </a:lnTo>
                <a:lnTo>
                  <a:pt x="525086" y="118"/>
                </a:lnTo>
                <a:lnTo>
                  <a:pt x="524727" y="75"/>
                </a:lnTo>
                <a:lnTo>
                  <a:pt x="524362" y="42"/>
                </a:lnTo>
                <a:lnTo>
                  <a:pt x="523991" y="19"/>
                </a:lnTo>
                <a:lnTo>
                  <a:pt x="523614" y="5"/>
                </a:lnTo>
                <a:lnTo>
                  <a:pt x="523231" y="0"/>
                </a:lnTo>
                <a:lnTo>
                  <a:pt x="522848" y="5"/>
                </a:lnTo>
                <a:lnTo>
                  <a:pt x="522471" y="19"/>
                </a:lnTo>
                <a:lnTo>
                  <a:pt x="522100" y="42"/>
                </a:lnTo>
                <a:lnTo>
                  <a:pt x="521736" y="75"/>
                </a:lnTo>
                <a:lnTo>
                  <a:pt x="521378" y="118"/>
                </a:lnTo>
                <a:lnTo>
                  <a:pt x="521027" y="170"/>
                </a:lnTo>
                <a:lnTo>
                  <a:pt x="520682" y="231"/>
                </a:lnTo>
                <a:lnTo>
                  <a:pt x="520343" y="301"/>
                </a:lnTo>
                <a:lnTo>
                  <a:pt x="520010" y="381"/>
                </a:lnTo>
                <a:lnTo>
                  <a:pt x="519684" y="471"/>
                </a:lnTo>
                <a:lnTo>
                  <a:pt x="519364" y="570"/>
                </a:lnTo>
                <a:lnTo>
                  <a:pt x="519051" y="678"/>
                </a:lnTo>
                <a:lnTo>
                  <a:pt x="518744" y="796"/>
                </a:lnTo>
                <a:lnTo>
                  <a:pt x="518443" y="923"/>
                </a:lnTo>
                <a:lnTo>
                  <a:pt x="518148" y="1060"/>
                </a:lnTo>
                <a:lnTo>
                  <a:pt x="517860" y="1206"/>
                </a:lnTo>
                <a:lnTo>
                  <a:pt x="517579" y="1361"/>
                </a:lnTo>
                <a:lnTo>
                  <a:pt x="517303" y="1526"/>
                </a:lnTo>
                <a:lnTo>
                  <a:pt x="517034" y="1700"/>
                </a:lnTo>
                <a:lnTo>
                  <a:pt x="516771" y="1884"/>
                </a:lnTo>
                <a:lnTo>
                  <a:pt x="516515" y="2077"/>
                </a:lnTo>
                <a:lnTo>
                  <a:pt x="516265" y="2279"/>
                </a:lnTo>
                <a:lnTo>
                  <a:pt x="516021" y="2491"/>
                </a:lnTo>
                <a:lnTo>
                  <a:pt x="515783" y="2713"/>
                </a:lnTo>
                <a:lnTo>
                  <a:pt x="515554" y="2941"/>
                </a:lnTo>
                <a:lnTo>
                  <a:pt x="515334" y="3175"/>
                </a:lnTo>
                <a:lnTo>
                  <a:pt x="515124" y="3413"/>
                </a:lnTo>
                <a:lnTo>
                  <a:pt x="514924" y="3657"/>
                </a:lnTo>
                <a:lnTo>
                  <a:pt x="514734" y="3905"/>
                </a:lnTo>
                <a:lnTo>
                  <a:pt x="514553" y="4158"/>
                </a:lnTo>
                <a:lnTo>
                  <a:pt x="514383" y="4417"/>
                </a:lnTo>
                <a:lnTo>
                  <a:pt x="514222" y="4680"/>
                </a:lnTo>
                <a:lnTo>
                  <a:pt x="514070" y="4948"/>
                </a:lnTo>
                <a:lnTo>
                  <a:pt x="513929" y="5222"/>
                </a:lnTo>
                <a:lnTo>
                  <a:pt x="513797" y="5500"/>
                </a:lnTo>
                <a:lnTo>
                  <a:pt x="513675" y="5783"/>
                </a:lnTo>
                <a:lnTo>
                  <a:pt x="513563" y="6071"/>
                </a:lnTo>
                <a:lnTo>
                  <a:pt x="513460" y="6364"/>
                </a:lnTo>
                <a:lnTo>
                  <a:pt x="513367" y="6662"/>
                </a:lnTo>
                <a:lnTo>
                  <a:pt x="513284" y="6965"/>
                </a:lnTo>
                <a:lnTo>
                  <a:pt x="513211" y="7273"/>
                </a:lnTo>
                <a:lnTo>
                  <a:pt x="513148" y="7586"/>
                </a:lnTo>
                <a:lnTo>
                  <a:pt x="513094" y="7904"/>
                </a:lnTo>
                <a:lnTo>
                  <a:pt x="513050" y="8227"/>
                </a:lnTo>
                <a:lnTo>
                  <a:pt x="513016" y="8555"/>
                </a:lnTo>
                <a:lnTo>
                  <a:pt x="512992" y="8888"/>
                </a:lnTo>
                <a:lnTo>
                  <a:pt x="512977" y="9226"/>
                </a:lnTo>
                <a:lnTo>
                  <a:pt x="512972" y="9568"/>
                </a:lnTo>
                <a:lnTo>
                  <a:pt x="512977" y="9911"/>
                </a:lnTo>
                <a:lnTo>
                  <a:pt x="512992" y="10249"/>
                </a:lnTo>
                <a:lnTo>
                  <a:pt x="513016" y="10582"/>
                </a:lnTo>
                <a:lnTo>
                  <a:pt x="513050" y="10910"/>
                </a:lnTo>
                <a:lnTo>
                  <a:pt x="513094" y="11233"/>
                </a:lnTo>
                <a:lnTo>
                  <a:pt x="513148" y="11550"/>
                </a:lnTo>
                <a:lnTo>
                  <a:pt x="513211" y="11863"/>
                </a:lnTo>
                <a:lnTo>
                  <a:pt x="513284" y="12171"/>
                </a:lnTo>
                <a:lnTo>
                  <a:pt x="513367" y="12474"/>
                </a:lnTo>
                <a:lnTo>
                  <a:pt x="513460" y="12773"/>
                </a:lnTo>
                <a:lnTo>
                  <a:pt x="513563" y="13066"/>
                </a:lnTo>
                <a:lnTo>
                  <a:pt x="513675" y="13354"/>
                </a:lnTo>
                <a:lnTo>
                  <a:pt x="513797" y="13637"/>
                </a:lnTo>
                <a:lnTo>
                  <a:pt x="513929" y="13915"/>
                </a:lnTo>
                <a:lnTo>
                  <a:pt x="514070" y="14188"/>
                </a:lnTo>
                <a:lnTo>
                  <a:pt x="514222" y="14457"/>
                </a:lnTo>
                <a:lnTo>
                  <a:pt x="514383" y="14720"/>
                </a:lnTo>
                <a:lnTo>
                  <a:pt x="514553" y="14978"/>
                </a:lnTo>
                <a:lnTo>
                  <a:pt x="514734" y="15232"/>
                </a:lnTo>
                <a:lnTo>
                  <a:pt x="514924" y="15480"/>
                </a:lnTo>
                <a:lnTo>
                  <a:pt x="515124" y="15724"/>
                </a:lnTo>
                <a:lnTo>
                  <a:pt x="515334" y="15962"/>
                </a:lnTo>
                <a:lnTo>
                  <a:pt x="515554" y="16195"/>
                </a:lnTo>
                <a:lnTo>
                  <a:pt x="515783" y="16424"/>
                </a:lnTo>
                <a:lnTo>
                  <a:pt x="516021" y="16645"/>
                </a:lnTo>
                <a:lnTo>
                  <a:pt x="516265" y="16857"/>
                </a:lnTo>
                <a:lnTo>
                  <a:pt x="516515" y="17060"/>
                </a:lnTo>
                <a:lnTo>
                  <a:pt x="516771" y="17253"/>
                </a:lnTo>
                <a:lnTo>
                  <a:pt x="517034" y="17437"/>
                </a:lnTo>
                <a:lnTo>
                  <a:pt x="517303" y="17611"/>
                </a:lnTo>
                <a:lnTo>
                  <a:pt x="517579" y="17776"/>
                </a:lnTo>
                <a:lnTo>
                  <a:pt x="517860" y="17931"/>
                </a:lnTo>
                <a:lnTo>
                  <a:pt x="518148" y="18077"/>
                </a:lnTo>
                <a:lnTo>
                  <a:pt x="518443" y="18214"/>
                </a:lnTo>
                <a:lnTo>
                  <a:pt x="518744" y="18341"/>
                </a:lnTo>
                <a:lnTo>
                  <a:pt x="519051" y="18459"/>
                </a:lnTo>
                <a:lnTo>
                  <a:pt x="519364" y="18567"/>
                </a:lnTo>
                <a:lnTo>
                  <a:pt x="519684" y="18666"/>
                </a:lnTo>
                <a:lnTo>
                  <a:pt x="520010" y="18755"/>
                </a:lnTo>
                <a:lnTo>
                  <a:pt x="520343" y="18835"/>
                </a:lnTo>
                <a:lnTo>
                  <a:pt x="520682" y="18906"/>
                </a:lnTo>
                <a:lnTo>
                  <a:pt x="521027" y="18967"/>
                </a:lnTo>
                <a:lnTo>
                  <a:pt x="521378" y="19019"/>
                </a:lnTo>
                <a:lnTo>
                  <a:pt x="521736" y="19061"/>
                </a:lnTo>
                <a:lnTo>
                  <a:pt x="522100" y="19094"/>
                </a:lnTo>
                <a:lnTo>
                  <a:pt x="522471" y="19118"/>
                </a:lnTo>
                <a:lnTo>
                  <a:pt x="522848" y="19132"/>
                </a:lnTo>
                <a:lnTo>
                  <a:pt x="523231" y="19137"/>
                </a:lnTo>
                <a:lnTo>
                  <a:pt x="523614" y="19132"/>
                </a:lnTo>
                <a:lnTo>
                  <a:pt x="523991" y="19118"/>
                </a:lnTo>
                <a:lnTo>
                  <a:pt x="524362" y="19094"/>
                </a:lnTo>
                <a:lnTo>
                  <a:pt x="524727" y="19061"/>
                </a:lnTo>
                <a:close/>
                <a:moveTo>
                  <a:pt x="739027" y="44154"/>
                </a:moveTo>
                <a:lnTo>
                  <a:pt x="739401" y="43819"/>
                </a:lnTo>
                <a:lnTo>
                  <a:pt x="739783" y="43499"/>
                </a:lnTo>
                <a:lnTo>
                  <a:pt x="740172" y="43193"/>
                </a:lnTo>
                <a:lnTo>
                  <a:pt x="740568" y="42903"/>
                </a:lnTo>
                <a:lnTo>
                  <a:pt x="740971" y="42627"/>
                </a:lnTo>
                <a:lnTo>
                  <a:pt x="741382" y="42366"/>
                </a:lnTo>
                <a:lnTo>
                  <a:pt x="741801" y="42121"/>
                </a:lnTo>
                <a:lnTo>
                  <a:pt x="742226" y="41890"/>
                </a:lnTo>
                <a:lnTo>
                  <a:pt x="742659" y="41674"/>
                </a:lnTo>
                <a:lnTo>
                  <a:pt x="743100" y="41472"/>
                </a:lnTo>
                <a:lnTo>
                  <a:pt x="743547" y="41286"/>
                </a:lnTo>
                <a:lnTo>
                  <a:pt x="744003" y="41115"/>
                </a:lnTo>
                <a:lnTo>
                  <a:pt x="744465" y="40958"/>
                </a:lnTo>
                <a:lnTo>
                  <a:pt x="744935" y="40817"/>
                </a:lnTo>
                <a:lnTo>
                  <a:pt x="745412" y="40690"/>
                </a:lnTo>
                <a:lnTo>
                  <a:pt x="745895" y="40573"/>
                </a:lnTo>
                <a:lnTo>
                  <a:pt x="746382" y="40462"/>
                </a:lnTo>
                <a:lnTo>
                  <a:pt x="746872" y="40355"/>
                </a:lnTo>
                <a:lnTo>
                  <a:pt x="747367" y="40253"/>
                </a:lnTo>
                <a:lnTo>
                  <a:pt x="747866" y="40156"/>
                </a:lnTo>
                <a:lnTo>
                  <a:pt x="748368" y="40064"/>
                </a:lnTo>
                <a:lnTo>
                  <a:pt x="748875" y="39978"/>
                </a:lnTo>
                <a:lnTo>
                  <a:pt x="749385" y="39896"/>
                </a:lnTo>
                <a:lnTo>
                  <a:pt x="749900" y="39819"/>
                </a:lnTo>
                <a:lnTo>
                  <a:pt x="750418" y="39747"/>
                </a:lnTo>
                <a:lnTo>
                  <a:pt x="750940" y="39680"/>
                </a:lnTo>
                <a:lnTo>
                  <a:pt x="751466" y="39617"/>
                </a:lnTo>
                <a:lnTo>
                  <a:pt x="751996" y="39560"/>
                </a:lnTo>
                <a:lnTo>
                  <a:pt x="752530" y="39508"/>
                </a:lnTo>
                <a:lnTo>
                  <a:pt x="753068" y="39461"/>
                </a:lnTo>
                <a:lnTo>
                  <a:pt x="753610" y="39419"/>
                </a:lnTo>
                <a:lnTo>
                  <a:pt x="754156" y="39382"/>
                </a:lnTo>
                <a:lnTo>
                  <a:pt x="754706" y="39349"/>
                </a:lnTo>
                <a:lnTo>
                  <a:pt x="755260" y="39322"/>
                </a:lnTo>
                <a:lnTo>
                  <a:pt x="755818" y="39300"/>
                </a:lnTo>
                <a:lnTo>
                  <a:pt x="756379" y="39282"/>
                </a:lnTo>
                <a:lnTo>
                  <a:pt x="756945" y="39270"/>
                </a:lnTo>
                <a:lnTo>
                  <a:pt x="757514" y="39262"/>
                </a:lnTo>
                <a:lnTo>
                  <a:pt x="758088" y="39260"/>
                </a:lnTo>
                <a:lnTo>
                  <a:pt x="758088" y="25351"/>
                </a:lnTo>
                <a:lnTo>
                  <a:pt x="757190" y="25381"/>
                </a:lnTo>
                <a:lnTo>
                  <a:pt x="756307" y="25422"/>
                </a:lnTo>
                <a:lnTo>
                  <a:pt x="755437" y="25473"/>
                </a:lnTo>
                <a:lnTo>
                  <a:pt x="754582" y="25535"/>
                </a:lnTo>
                <a:lnTo>
                  <a:pt x="753740" y="25607"/>
                </a:lnTo>
                <a:lnTo>
                  <a:pt x="752912" y="25690"/>
                </a:lnTo>
                <a:lnTo>
                  <a:pt x="752098" y="25784"/>
                </a:lnTo>
                <a:lnTo>
                  <a:pt x="751298" y="25888"/>
                </a:lnTo>
                <a:lnTo>
                  <a:pt x="750511" y="26003"/>
                </a:lnTo>
                <a:lnTo>
                  <a:pt x="749739" y="26129"/>
                </a:lnTo>
                <a:lnTo>
                  <a:pt x="748980" y="26265"/>
                </a:lnTo>
                <a:lnTo>
                  <a:pt x="748236" y="26412"/>
                </a:lnTo>
                <a:lnTo>
                  <a:pt x="747505" y="26569"/>
                </a:lnTo>
                <a:lnTo>
                  <a:pt x="746788" y="26737"/>
                </a:lnTo>
                <a:lnTo>
                  <a:pt x="746085" y="26916"/>
                </a:lnTo>
                <a:lnTo>
                  <a:pt x="745396" y="27105"/>
                </a:lnTo>
                <a:lnTo>
                  <a:pt x="744720" y="27305"/>
                </a:lnTo>
                <a:lnTo>
                  <a:pt x="744059" y="27515"/>
                </a:lnTo>
                <a:lnTo>
                  <a:pt x="743411" y="27736"/>
                </a:lnTo>
                <a:lnTo>
                  <a:pt x="742777" y="27968"/>
                </a:lnTo>
                <a:lnTo>
                  <a:pt x="742158" y="28210"/>
                </a:lnTo>
                <a:lnTo>
                  <a:pt x="741552" y="28463"/>
                </a:lnTo>
                <a:lnTo>
                  <a:pt x="740960" y="28727"/>
                </a:lnTo>
                <a:lnTo>
                  <a:pt x="740381" y="29001"/>
                </a:lnTo>
                <a:lnTo>
                  <a:pt x="739815" y="29291"/>
                </a:lnTo>
                <a:lnTo>
                  <a:pt x="739257" y="29601"/>
                </a:lnTo>
                <a:lnTo>
                  <a:pt x="738708" y="29932"/>
                </a:lnTo>
                <a:lnTo>
                  <a:pt x="738169" y="30283"/>
                </a:lnTo>
                <a:lnTo>
                  <a:pt x="737638" y="30655"/>
                </a:lnTo>
                <a:lnTo>
                  <a:pt x="737117" y="31048"/>
                </a:lnTo>
                <a:lnTo>
                  <a:pt x="736605" y="31461"/>
                </a:lnTo>
                <a:lnTo>
                  <a:pt x="736101" y="31895"/>
                </a:lnTo>
                <a:lnTo>
                  <a:pt x="735607" y="32349"/>
                </a:lnTo>
                <a:lnTo>
                  <a:pt x="735122" y="32823"/>
                </a:lnTo>
                <a:lnTo>
                  <a:pt x="734646" y="33319"/>
                </a:lnTo>
                <a:lnTo>
                  <a:pt x="734179" y="33835"/>
                </a:lnTo>
                <a:lnTo>
                  <a:pt x="733721" y="34371"/>
                </a:lnTo>
                <a:lnTo>
                  <a:pt x="733272" y="34928"/>
                </a:lnTo>
                <a:lnTo>
                  <a:pt x="732833" y="35505"/>
                </a:lnTo>
                <a:lnTo>
                  <a:pt x="732402" y="36103"/>
                </a:lnTo>
                <a:lnTo>
                  <a:pt x="731981" y="36722"/>
                </a:lnTo>
                <a:lnTo>
                  <a:pt x="731568" y="37361"/>
                </a:lnTo>
                <a:lnTo>
                  <a:pt x="731165" y="38021"/>
                </a:lnTo>
                <a:lnTo>
                  <a:pt x="730770" y="38701"/>
                </a:lnTo>
                <a:lnTo>
                  <a:pt x="730385" y="39402"/>
                </a:lnTo>
                <a:lnTo>
                  <a:pt x="730009" y="40123"/>
                </a:lnTo>
                <a:lnTo>
                  <a:pt x="729726" y="40694"/>
                </a:lnTo>
                <a:lnTo>
                  <a:pt x="729103" y="40421"/>
                </a:lnTo>
                <a:lnTo>
                  <a:pt x="728356" y="40115"/>
                </a:lnTo>
                <a:lnTo>
                  <a:pt x="727595" y="39826"/>
                </a:lnTo>
                <a:lnTo>
                  <a:pt x="726819" y="39551"/>
                </a:lnTo>
                <a:lnTo>
                  <a:pt x="726029" y="39293"/>
                </a:lnTo>
                <a:lnTo>
                  <a:pt x="725224" y="39050"/>
                </a:lnTo>
                <a:lnTo>
                  <a:pt x="724405" y="38823"/>
                </a:lnTo>
                <a:lnTo>
                  <a:pt x="723572" y="38611"/>
                </a:lnTo>
                <a:lnTo>
                  <a:pt x="722724" y="38415"/>
                </a:lnTo>
                <a:lnTo>
                  <a:pt x="721862" y="38235"/>
                </a:lnTo>
                <a:lnTo>
                  <a:pt x="720986" y="38070"/>
                </a:lnTo>
                <a:lnTo>
                  <a:pt x="720095" y="37922"/>
                </a:lnTo>
                <a:lnTo>
                  <a:pt x="719190" y="37788"/>
                </a:lnTo>
                <a:lnTo>
                  <a:pt x="718270" y="37671"/>
                </a:lnTo>
                <a:lnTo>
                  <a:pt x="717336" y="37569"/>
                </a:lnTo>
                <a:lnTo>
                  <a:pt x="716387" y="37483"/>
                </a:lnTo>
                <a:lnTo>
                  <a:pt x="715425" y="37412"/>
                </a:lnTo>
                <a:lnTo>
                  <a:pt x="714447" y="37358"/>
                </a:lnTo>
                <a:lnTo>
                  <a:pt x="713456" y="37318"/>
                </a:lnTo>
                <a:lnTo>
                  <a:pt x="712450" y="37295"/>
                </a:lnTo>
                <a:lnTo>
                  <a:pt x="711430" y="37287"/>
                </a:lnTo>
                <a:lnTo>
                  <a:pt x="710433" y="37295"/>
                </a:lnTo>
                <a:lnTo>
                  <a:pt x="709450" y="37318"/>
                </a:lnTo>
                <a:lnTo>
                  <a:pt x="708479" y="37358"/>
                </a:lnTo>
                <a:lnTo>
                  <a:pt x="707521" y="37412"/>
                </a:lnTo>
                <a:lnTo>
                  <a:pt x="706576" y="37483"/>
                </a:lnTo>
                <a:lnTo>
                  <a:pt x="705644" y="37569"/>
                </a:lnTo>
                <a:lnTo>
                  <a:pt x="704724" y="37671"/>
                </a:lnTo>
                <a:lnTo>
                  <a:pt x="703818" y="37788"/>
                </a:lnTo>
                <a:lnTo>
                  <a:pt x="702924" y="37922"/>
                </a:lnTo>
                <a:lnTo>
                  <a:pt x="702043" y="38070"/>
                </a:lnTo>
                <a:lnTo>
                  <a:pt x="701175" y="38235"/>
                </a:lnTo>
                <a:lnTo>
                  <a:pt x="700320" y="38415"/>
                </a:lnTo>
                <a:lnTo>
                  <a:pt x="699478" y="38611"/>
                </a:lnTo>
                <a:lnTo>
                  <a:pt x="698648" y="38823"/>
                </a:lnTo>
                <a:lnTo>
                  <a:pt x="697832" y="39050"/>
                </a:lnTo>
                <a:lnTo>
                  <a:pt x="697028" y="39293"/>
                </a:lnTo>
                <a:lnTo>
                  <a:pt x="696237" y="39551"/>
                </a:lnTo>
                <a:lnTo>
                  <a:pt x="695459" y="39826"/>
                </a:lnTo>
                <a:lnTo>
                  <a:pt x="694693" y="40115"/>
                </a:lnTo>
                <a:lnTo>
                  <a:pt x="693941" y="40421"/>
                </a:lnTo>
                <a:lnTo>
                  <a:pt x="693201" y="40742"/>
                </a:lnTo>
                <a:lnTo>
                  <a:pt x="692475" y="41079"/>
                </a:lnTo>
                <a:lnTo>
                  <a:pt x="691761" y="41432"/>
                </a:lnTo>
                <a:lnTo>
                  <a:pt x="691060" y="41800"/>
                </a:lnTo>
                <a:lnTo>
                  <a:pt x="690372" y="42181"/>
                </a:lnTo>
                <a:lnTo>
                  <a:pt x="689699" y="42573"/>
                </a:lnTo>
                <a:lnTo>
                  <a:pt x="689039" y="42976"/>
                </a:lnTo>
                <a:lnTo>
                  <a:pt x="688394" y="43390"/>
                </a:lnTo>
                <a:lnTo>
                  <a:pt x="687762" y="43814"/>
                </a:lnTo>
                <a:lnTo>
                  <a:pt x="687145" y="44249"/>
                </a:lnTo>
                <a:lnTo>
                  <a:pt x="686542" y="44696"/>
                </a:lnTo>
                <a:lnTo>
                  <a:pt x="685952" y="45152"/>
                </a:lnTo>
                <a:lnTo>
                  <a:pt x="685377" y="45620"/>
                </a:lnTo>
                <a:lnTo>
                  <a:pt x="684816" y="46099"/>
                </a:lnTo>
                <a:lnTo>
                  <a:pt x="684269" y="46588"/>
                </a:lnTo>
                <a:lnTo>
                  <a:pt x="683736" y="47088"/>
                </a:lnTo>
                <a:lnTo>
                  <a:pt x="683217" y="47599"/>
                </a:lnTo>
                <a:lnTo>
                  <a:pt x="682712" y="48121"/>
                </a:lnTo>
                <a:lnTo>
                  <a:pt x="682221" y="48653"/>
                </a:lnTo>
                <a:lnTo>
                  <a:pt x="681744" y="49197"/>
                </a:lnTo>
                <a:lnTo>
                  <a:pt x="681281" y="49751"/>
                </a:lnTo>
                <a:lnTo>
                  <a:pt x="680832" y="50316"/>
                </a:lnTo>
                <a:lnTo>
                  <a:pt x="680397" y="50892"/>
                </a:lnTo>
                <a:lnTo>
                  <a:pt x="679976" y="51478"/>
                </a:lnTo>
                <a:lnTo>
                  <a:pt x="679569" y="52076"/>
                </a:lnTo>
                <a:lnTo>
                  <a:pt x="679177" y="52684"/>
                </a:lnTo>
                <a:lnTo>
                  <a:pt x="678798" y="53303"/>
                </a:lnTo>
                <a:lnTo>
                  <a:pt x="678434" y="53933"/>
                </a:lnTo>
                <a:lnTo>
                  <a:pt x="678083" y="54571"/>
                </a:lnTo>
                <a:lnTo>
                  <a:pt x="677748" y="55215"/>
                </a:lnTo>
                <a:lnTo>
                  <a:pt x="677428" y="55865"/>
                </a:lnTo>
                <a:lnTo>
                  <a:pt x="677122" y="56520"/>
                </a:lnTo>
                <a:lnTo>
                  <a:pt x="676832" y="57182"/>
                </a:lnTo>
                <a:lnTo>
                  <a:pt x="676556" y="57850"/>
                </a:lnTo>
                <a:lnTo>
                  <a:pt x="676296" y="58523"/>
                </a:lnTo>
                <a:lnTo>
                  <a:pt x="676050" y="59203"/>
                </a:lnTo>
                <a:lnTo>
                  <a:pt x="675819" y="59888"/>
                </a:lnTo>
                <a:lnTo>
                  <a:pt x="675603" y="60579"/>
                </a:lnTo>
                <a:lnTo>
                  <a:pt x="675402" y="61276"/>
                </a:lnTo>
                <a:lnTo>
                  <a:pt x="675215" y="61979"/>
                </a:lnTo>
                <a:lnTo>
                  <a:pt x="675044" y="62688"/>
                </a:lnTo>
                <a:lnTo>
                  <a:pt x="674888" y="63403"/>
                </a:lnTo>
                <a:lnTo>
                  <a:pt x="674746" y="64124"/>
                </a:lnTo>
                <a:lnTo>
                  <a:pt x="674619" y="64851"/>
                </a:lnTo>
                <a:lnTo>
                  <a:pt x="674508" y="65584"/>
                </a:lnTo>
                <a:lnTo>
                  <a:pt x="674411" y="66322"/>
                </a:lnTo>
                <a:lnTo>
                  <a:pt x="674329" y="67067"/>
                </a:lnTo>
                <a:lnTo>
                  <a:pt x="674262" y="67817"/>
                </a:lnTo>
                <a:lnTo>
                  <a:pt x="674210" y="68573"/>
                </a:lnTo>
                <a:lnTo>
                  <a:pt x="674172" y="69336"/>
                </a:lnTo>
                <a:lnTo>
                  <a:pt x="674150" y="70104"/>
                </a:lnTo>
                <a:lnTo>
                  <a:pt x="674143" y="70878"/>
                </a:lnTo>
                <a:lnTo>
                  <a:pt x="674150" y="71611"/>
                </a:lnTo>
                <a:lnTo>
                  <a:pt x="674172" y="72340"/>
                </a:lnTo>
                <a:lnTo>
                  <a:pt x="674209" y="73064"/>
                </a:lnTo>
                <a:lnTo>
                  <a:pt x="674260" y="73784"/>
                </a:lnTo>
                <a:lnTo>
                  <a:pt x="674327" y="74500"/>
                </a:lnTo>
                <a:lnTo>
                  <a:pt x="674408" y="75211"/>
                </a:lnTo>
                <a:lnTo>
                  <a:pt x="674503" y="75918"/>
                </a:lnTo>
                <a:lnTo>
                  <a:pt x="674614" y="76621"/>
                </a:lnTo>
                <a:lnTo>
                  <a:pt x="674739" y="77319"/>
                </a:lnTo>
                <a:lnTo>
                  <a:pt x="674879" y="78013"/>
                </a:lnTo>
                <a:lnTo>
                  <a:pt x="675034" y="78702"/>
                </a:lnTo>
                <a:lnTo>
                  <a:pt x="675203" y="79387"/>
                </a:lnTo>
                <a:lnTo>
                  <a:pt x="675387" y="80068"/>
                </a:lnTo>
                <a:lnTo>
                  <a:pt x="675586" y="80745"/>
                </a:lnTo>
                <a:lnTo>
                  <a:pt x="675799" y="81417"/>
                </a:lnTo>
                <a:lnTo>
                  <a:pt x="676028" y="82085"/>
                </a:lnTo>
                <a:lnTo>
                  <a:pt x="676271" y="82748"/>
                </a:lnTo>
                <a:lnTo>
                  <a:pt x="676529" y="83408"/>
                </a:lnTo>
                <a:lnTo>
                  <a:pt x="676801" y="84062"/>
                </a:lnTo>
                <a:lnTo>
                  <a:pt x="677088" y="84713"/>
                </a:lnTo>
                <a:lnTo>
                  <a:pt x="677390" y="85359"/>
                </a:lnTo>
                <a:lnTo>
                  <a:pt x="677707" y="86001"/>
                </a:lnTo>
                <a:lnTo>
                  <a:pt x="678038" y="86638"/>
                </a:lnTo>
                <a:lnTo>
                  <a:pt x="678384" y="87271"/>
                </a:lnTo>
                <a:lnTo>
                  <a:pt x="678745" y="87897"/>
                </a:lnTo>
                <a:lnTo>
                  <a:pt x="679119" y="88513"/>
                </a:lnTo>
                <a:lnTo>
                  <a:pt x="679507" y="89118"/>
                </a:lnTo>
                <a:lnTo>
                  <a:pt x="679909" y="89714"/>
                </a:lnTo>
                <a:lnTo>
                  <a:pt x="680325" y="90300"/>
                </a:lnTo>
                <a:lnTo>
                  <a:pt x="680755" y="90875"/>
                </a:lnTo>
                <a:lnTo>
                  <a:pt x="681198" y="91440"/>
                </a:lnTo>
                <a:lnTo>
                  <a:pt x="681656" y="91995"/>
                </a:lnTo>
                <a:lnTo>
                  <a:pt x="682127" y="92541"/>
                </a:lnTo>
                <a:lnTo>
                  <a:pt x="682613" y="93076"/>
                </a:lnTo>
                <a:lnTo>
                  <a:pt x="683112" y="93600"/>
                </a:lnTo>
                <a:lnTo>
                  <a:pt x="683625" y="94115"/>
                </a:lnTo>
                <a:lnTo>
                  <a:pt x="684152" y="94620"/>
                </a:lnTo>
                <a:lnTo>
                  <a:pt x="684692" y="95115"/>
                </a:lnTo>
                <a:lnTo>
                  <a:pt x="685247" y="95599"/>
                </a:lnTo>
                <a:lnTo>
                  <a:pt x="685815" y="96074"/>
                </a:lnTo>
                <a:lnTo>
                  <a:pt x="686398" y="96538"/>
                </a:lnTo>
                <a:lnTo>
                  <a:pt x="686994" y="96992"/>
                </a:lnTo>
                <a:lnTo>
                  <a:pt x="687318" y="97228"/>
                </a:lnTo>
                <a:lnTo>
                  <a:pt x="687133" y="97299"/>
                </a:lnTo>
                <a:lnTo>
                  <a:pt x="686488" y="97560"/>
                </a:lnTo>
                <a:lnTo>
                  <a:pt x="685861" y="97825"/>
                </a:lnTo>
                <a:lnTo>
                  <a:pt x="685251" y="98096"/>
                </a:lnTo>
                <a:lnTo>
                  <a:pt x="684658" y="98372"/>
                </a:lnTo>
                <a:lnTo>
                  <a:pt x="684083" y="98654"/>
                </a:lnTo>
                <a:lnTo>
                  <a:pt x="683524" y="98940"/>
                </a:lnTo>
                <a:lnTo>
                  <a:pt x="682983" y="99232"/>
                </a:lnTo>
                <a:lnTo>
                  <a:pt x="682460" y="99530"/>
                </a:lnTo>
                <a:lnTo>
                  <a:pt x="681954" y="99833"/>
                </a:lnTo>
                <a:lnTo>
                  <a:pt x="681465" y="100141"/>
                </a:lnTo>
                <a:lnTo>
                  <a:pt x="680993" y="100454"/>
                </a:lnTo>
                <a:lnTo>
                  <a:pt x="680538" y="100773"/>
                </a:lnTo>
                <a:lnTo>
                  <a:pt x="680101" y="101097"/>
                </a:lnTo>
                <a:lnTo>
                  <a:pt x="679681" y="101426"/>
                </a:lnTo>
                <a:lnTo>
                  <a:pt x="679279" y="101761"/>
                </a:lnTo>
                <a:lnTo>
                  <a:pt x="678894" y="102101"/>
                </a:lnTo>
                <a:lnTo>
                  <a:pt x="678526" y="102446"/>
                </a:lnTo>
                <a:lnTo>
                  <a:pt x="678175" y="102797"/>
                </a:lnTo>
                <a:lnTo>
                  <a:pt x="677842" y="103153"/>
                </a:lnTo>
                <a:lnTo>
                  <a:pt x="677524" y="103512"/>
                </a:lnTo>
                <a:lnTo>
                  <a:pt x="677219" y="103874"/>
                </a:lnTo>
                <a:lnTo>
                  <a:pt x="676928" y="104237"/>
                </a:lnTo>
                <a:lnTo>
                  <a:pt x="676651" y="104602"/>
                </a:lnTo>
                <a:lnTo>
                  <a:pt x="676387" y="104969"/>
                </a:lnTo>
                <a:lnTo>
                  <a:pt x="676137" y="105338"/>
                </a:lnTo>
                <a:lnTo>
                  <a:pt x="675900" y="105709"/>
                </a:lnTo>
                <a:lnTo>
                  <a:pt x="675677" y="106082"/>
                </a:lnTo>
                <a:lnTo>
                  <a:pt x="675467" y="106456"/>
                </a:lnTo>
                <a:lnTo>
                  <a:pt x="675271" y="106833"/>
                </a:lnTo>
                <a:lnTo>
                  <a:pt x="675089" y="107211"/>
                </a:lnTo>
                <a:lnTo>
                  <a:pt x="674919" y="107592"/>
                </a:lnTo>
                <a:lnTo>
                  <a:pt x="674764" y="107974"/>
                </a:lnTo>
                <a:lnTo>
                  <a:pt x="674622" y="108358"/>
                </a:lnTo>
                <a:lnTo>
                  <a:pt x="674493" y="108744"/>
                </a:lnTo>
                <a:lnTo>
                  <a:pt x="674378" y="109132"/>
                </a:lnTo>
                <a:lnTo>
                  <a:pt x="674277" y="109521"/>
                </a:lnTo>
                <a:lnTo>
                  <a:pt x="674189" y="109913"/>
                </a:lnTo>
                <a:lnTo>
                  <a:pt x="674114" y="110306"/>
                </a:lnTo>
                <a:lnTo>
                  <a:pt x="674054" y="110702"/>
                </a:lnTo>
                <a:lnTo>
                  <a:pt x="674006" y="111099"/>
                </a:lnTo>
                <a:lnTo>
                  <a:pt x="673972" y="111498"/>
                </a:lnTo>
                <a:lnTo>
                  <a:pt x="673952" y="111899"/>
                </a:lnTo>
                <a:lnTo>
                  <a:pt x="673945" y="112302"/>
                </a:lnTo>
                <a:lnTo>
                  <a:pt x="673949" y="112583"/>
                </a:lnTo>
                <a:lnTo>
                  <a:pt x="673961" y="112865"/>
                </a:lnTo>
                <a:lnTo>
                  <a:pt x="673981" y="113147"/>
                </a:lnTo>
                <a:lnTo>
                  <a:pt x="674008" y="113431"/>
                </a:lnTo>
                <a:lnTo>
                  <a:pt x="674044" y="113715"/>
                </a:lnTo>
                <a:lnTo>
                  <a:pt x="674087" y="114000"/>
                </a:lnTo>
                <a:lnTo>
                  <a:pt x="674138" y="114286"/>
                </a:lnTo>
                <a:lnTo>
                  <a:pt x="674197" y="114573"/>
                </a:lnTo>
                <a:lnTo>
                  <a:pt x="674264" y="114861"/>
                </a:lnTo>
                <a:lnTo>
                  <a:pt x="674339" y="115150"/>
                </a:lnTo>
                <a:lnTo>
                  <a:pt x="674422" y="115439"/>
                </a:lnTo>
                <a:lnTo>
                  <a:pt x="674513" y="115730"/>
                </a:lnTo>
                <a:lnTo>
                  <a:pt x="674611" y="116021"/>
                </a:lnTo>
                <a:lnTo>
                  <a:pt x="674717" y="116313"/>
                </a:lnTo>
                <a:lnTo>
                  <a:pt x="674832" y="116606"/>
                </a:lnTo>
                <a:lnTo>
                  <a:pt x="674954" y="116900"/>
                </a:lnTo>
                <a:lnTo>
                  <a:pt x="675084" y="117194"/>
                </a:lnTo>
                <a:lnTo>
                  <a:pt x="675222" y="117490"/>
                </a:lnTo>
                <a:lnTo>
                  <a:pt x="675367" y="117786"/>
                </a:lnTo>
                <a:lnTo>
                  <a:pt x="675521" y="118083"/>
                </a:lnTo>
                <a:lnTo>
                  <a:pt x="675682" y="118381"/>
                </a:lnTo>
                <a:lnTo>
                  <a:pt x="675852" y="118680"/>
                </a:lnTo>
                <a:lnTo>
                  <a:pt x="676029" y="118980"/>
                </a:lnTo>
                <a:lnTo>
                  <a:pt x="676214" y="119281"/>
                </a:lnTo>
                <a:lnTo>
                  <a:pt x="676409" y="119580"/>
                </a:lnTo>
                <a:lnTo>
                  <a:pt x="676614" y="119878"/>
                </a:lnTo>
                <a:lnTo>
                  <a:pt x="676830" y="120172"/>
                </a:lnTo>
                <a:lnTo>
                  <a:pt x="677057" y="120465"/>
                </a:lnTo>
                <a:lnTo>
                  <a:pt x="677294" y="120755"/>
                </a:lnTo>
                <a:lnTo>
                  <a:pt x="677543" y="121043"/>
                </a:lnTo>
                <a:lnTo>
                  <a:pt x="677802" y="121328"/>
                </a:lnTo>
                <a:lnTo>
                  <a:pt x="678072" y="121611"/>
                </a:lnTo>
                <a:lnTo>
                  <a:pt x="678353" y="121891"/>
                </a:lnTo>
                <a:lnTo>
                  <a:pt x="678644" y="122169"/>
                </a:lnTo>
                <a:lnTo>
                  <a:pt x="678947" y="122445"/>
                </a:lnTo>
                <a:lnTo>
                  <a:pt x="679260" y="122718"/>
                </a:lnTo>
                <a:lnTo>
                  <a:pt x="679584" y="122989"/>
                </a:lnTo>
                <a:lnTo>
                  <a:pt x="679918" y="123257"/>
                </a:lnTo>
                <a:lnTo>
                  <a:pt x="680264" y="123523"/>
                </a:lnTo>
                <a:lnTo>
                  <a:pt x="680620" y="123787"/>
                </a:lnTo>
                <a:lnTo>
                  <a:pt x="680987" y="124048"/>
                </a:lnTo>
                <a:lnTo>
                  <a:pt x="681365" y="124307"/>
                </a:lnTo>
                <a:lnTo>
                  <a:pt x="681754" y="124563"/>
                </a:lnTo>
                <a:lnTo>
                  <a:pt x="682153" y="124817"/>
                </a:lnTo>
                <a:lnTo>
                  <a:pt x="682563" y="125069"/>
                </a:lnTo>
                <a:lnTo>
                  <a:pt x="682984" y="125318"/>
                </a:lnTo>
                <a:lnTo>
                  <a:pt x="683416" y="125565"/>
                </a:lnTo>
                <a:lnTo>
                  <a:pt x="683859" y="125810"/>
                </a:lnTo>
                <a:lnTo>
                  <a:pt x="684314" y="126049"/>
                </a:lnTo>
                <a:lnTo>
                  <a:pt x="684783" y="126282"/>
                </a:lnTo>
                <a:lnTo>
                  <a:pt x="685265" y="126509"/>
                </a:lnTo>
                <a:lnTo>
                  <a:pt x="685430" y="126581"/>
                </a:lnTo>
                <a:lnTo>
                  <a:pt x="684939" y="126796"/>
                </a:lnTo>
                <a:lnTo>
                  <a:pt x="684061" y="127206"/>
                </a:lnTo>
                <a:lnTo>
                  <a:pt x="683209" y="127629"/>
                </a:lnTo>
                <a:lnTo>
                  <a:pt x="682385" y="128065"/>
                </a:lnTo>
                <a:lnTo>
                  <a:pt x="681587" y="128516"/>
                </a:lnTo>
                <a:lnTo>
                  <a:pt x="680816" y="128980"/>
                </a:lnTo>
                <a:lnTo>
                  <a:pt x="680073" y="129457"/>
                </a:lnTo>
                <a:lnTo>
                  <a:pt x="679356" y="129948"/>
                </a:lnTo>
                <a:lnTo>
                  <a:pt x="678666" y="130453"/>
                </a:lnTo>
                <a:lnTo>
                  <a:pt x="678002" y="130971"/>
                </a:lnTo>
                <a:lnTo>
                  <a:pt x="677366" y="131503"/>
                </a:lnTo>
                <a:lnTo>
                  <a:pt x="676757" y="132049"/>
                </a:lnTo>
                <a:lnTo>
                  <a:pt x="676173" y="132604"/>
                </a:lnTo>
                <a:lnTo>
                  <a:pt x="675614" y="133166"/>
                </a:lnTo>
                <a:lnTo>
                  <a:pt x="675080" y="133735"/>
                </a:lnTo>
                <a:lnTo>
                  <a:pt x="674571" y="134310"/>
                </a:lnTo>
                <a:lnTo>
                  <a:pt x="674087" y="134892"/>
                </a:lnTo>
                <a:lnTo>
                  <a:pt x="673628" y="135481"/>
                </a:lnTo>
                <a:lnTo>
                  <a:pt x="673193" y="136076"/>
                </a:lnTo>
                <a:lnTo>
                  <a:pt x="672784" y="136678"/>
                </a:lnTo>
                <a:lnTo>
                  <a:pt x="672399" y="137286"/>
                </a:lnTo>
                <a:lnTo>
                  <a:pt x="672039" y="137901"/>
                </a:lnTo>
                <a:lnTo>
                  <a:pt x="671703" y="138523"/>
                </a:lnTo>
                <a:lnTo>
                  <a:pt x="671393" y="139151"/>
                </a:lnTo>
                <a:lnTo>
                  <a:pt x="671107" y="139786"/>
                </a:lnTo>
                <a:lnTo>
                  <a:pt x="670847" y="140428"/>
                </a:lnTo>
                <a:lnTo>
                  <a:pt x="670611" y="141076"/>
                </a:lnTo>
                <a:lnTo>
                  <a:pt x="670400" y="141731"/>
                </a:lnTo>
                <a:lnTo>
                  <a:pt x="670213" y="142392"/>
                </a:lnTo>
                <a:lnTo>
                  <a:pt x="670052" y="143061"/>
                </a:lnTo>
                <a:lnTo>
                  <a:pt x="669915" y="143735"/>
                </a:lnTo>
                <a:lnTo>
                  <a:pt x="669804" y="144417"/>
                </a:lnTo>
                <a:lnTo>
                  <a:pt x="669717" y="145105"/>
                </a:lnTo>
                <a:lnTo>
                  <a:pt x="669655" y="145800"/>
                </a:lnTo>
                <a:lnTo>
                  <a:pt x="669617" y="146501"/>
                </a:lnTo>
                <a:lnTo>
                  <a:pt x="669605" y="147209"/>
                </a:lnTo>
                <a:lnTo>
                  <a:pt x="669612" y="147793"/>
                </a:lnTo>
                <a:lnTo>
                  <a:pt x="669634" y="148373"/>
                </a:lnTo>
                <a:lnTo>
                  <a:pt x="669670" y="148950"/>
                </a:lnTo>
                <a:lnTo>
                  <a:pt x="669720" y="149523"/>
                </a:lnTo>
                <a:lnTo>
                  <a:pt x="669785" y="150093"/>
                </a:lnTo>
                <a:lnTo>
                  <a:pt x="669864" y="150659"/>
                </a:lnTo>
                <a:lnTo>
                  <a:pt x="669957" y="151222"/>
                </a:lnTo>
                <a:lnTo>
                  <a:pt x="670065" y="151781"/>
                </a:lnTo>
                <a:lnTo>
                  <a:pt x="670188" y="152337"/>
                </a:lnTo>
                <a:lnTo>
                  <a:pt x="670324" y="152889"/>
                </a:lnTo>
                <a:lnTo>
                  <a:pt x="670475" y="153438"/>
                </a:lnTo>
                <a:lnTo>
                  <a:pt x="670641" y="153984"/>
                </a:lnTo>
                <a:lnTo>
                  <a:pt x="670821" y="154526"/>
                </a:lnTo>
                <a:lnTo>
                  <a:pt x="671015" y="155064"/>
                </a:lnTo>
                <a:lnTo>
                  <a:pt x="671223" y="155599"/>
                </a:lnTo>
                <a:lnTo>
                  <a:pt x="671446" y="156131"/>
                </a:lnTo>
                <a:lnTo>
                  <a:pt x="671684" y="156659"/>
                </a:lnTo>
                <a:lnTo>
                  <a:pt x="671935" y="157183"/>
                </a:lnTo>
                <a:lnTo>
                  <a:pt x="672202" y="157704"/>
                </a:lnTo>
                <a:lnTo>
                  <a:pt x="672482" y="158222"/>
                </a:lnTo>
                <a:lnTo>
                  <a:pt x="672777" y="158736"/>
                </a:lnTo>
                <a:lnTo>
                  <a:pt x="673086" y="159247"/>
                </a:lnTo>
                <a:lnTo>
                  <a:pt x="673410" y="159754"/>
                </a:lnTo>
                <a:lnTo>
                  <a:pt x="673748" y="160258"/>
                </a:lnTo>
                <a:lnTo>
                  <a:pt x="674102" y="160756"/>
                </a:lnTo>
                <a:lnTo>
                  <a:pt x="674474" y="161245"/>
                </a:lnTo>
                <a:lnTo>
                  <a:pt x="674865" y="161727"/>
                </a:lnTo>
                <a:lnTo>
                  <a:pt x="675273" y="162199"/>
                </a:lnTo>
                <a:lnTo>
                  <a:pt x="675699" y="162664"/>
                </a:lnTo>
                <a:lnTo>
                  <a:pt x="676143" y="163120"/>
                </a:lnTo>
                <a:lnTo>
                  <a:pt x="676605" y="163568"/>
                </a:lnTo>
                <a:lnTo>
                  <a:pt x="677085" y="164007"/>
                </a:lnTo>
                <a:lnTo>
                  <a:pt x="677584" y="164438"/>
                </a:lnTo>
                <a:lnTo>
                  <a:pt x="678100" y="164861"/>
                </a:lnTo>
                <a:lnTo>
                  <a:pt x="678634" y="165275"/>
                </a:lnTo>
                <a:lnTo>
                  <a:pt x="679186" y="165681"/>
                </a:lnTo>
                <a:lnTo>
                  <a:pt x="679756" y="166078"/>
                </a:lnTo>
                <a:lnTo>
                  <a:pt x="680344" y="166467"/>
                </a:lnTo>
                <a:lnTo>
                  <a:pt x="680950" y="166848"/>
                </a:lnTo>
                <a:lnTo>
                  <a:pt x="681574" y="167220"/>
                </a:lnTo>
                <a:lnTo>
                  <a:pt x="682216" y="167584"/>
                </a:lnTo>
                <a:lnTo>
                  <a:pt x="682876" y="167940"/>
                </a:lnTo>
                <a:lnTo>
                  <a:pt x="683553" y="168287"/>
                </a:lnTo>
                <a:lnTo>
                  <a:pt x="684249" y="168626"/>
                </a:lnTo>
                <a:lnTo>
                  <a:pt x="684963" y="168956"/>
                </a:lnTo>
                <a:lnTo>
                  <a:pt x="685695" y="169278"/>
                </a:lnTo>
                <a:lnTo>
                  <a:pt x="686445" y="169592"/>
                </a:lnTo>
                <a:lnTo>
                  <a:pt x="687213" y="169897"/>
                </a:lnTo>
                <a:lnTo>
                  <a:pt x="688000" y="170192"/>
                </a:lnTo>
                <a:lnTo>
                  <a:pt x="688810" y="170474"/>
                </a:lnTo>
                <a:lnTo>
                  <a:pt x="689641" y="170744"/>
                </a:lnTo>
                <a:lnTo>
                  <a:pt x="690494" y="171002"/>
                </a:lnTo>
                <a:lnTo>
                  <a:pt x="691369" y="171247"/>
                </a:lnTo>
                <a:lnTo>
                  <a:pt x="692265" y="171479"/>
                </a:lnTo>
                <a:lnTo>
                  <a:pt x="693183" y="171699"/>
                </a:lnTo>
                <a:lnTo>
                  <a:pt x="694123" y="171906"/>
                </a:lnTo>
                <a:lnTo>
                  <a:pt x="695085" y="172100"/>
                </a:lnTo>
                <a:lnTo>
                  <a:pt x="696068" y="172282"/>
                </a:lnTo>
                <a:lnTo>
                  <a:pt x="697074" y="172452"/>
                </a:lnTo>
                <a:lnTo>
                  <a:pt x="698100" y="172609"/>
                </a:lnTo>
                <a:lnTo>
                  <a:pt x="699149" y="172753"/>
                </a:lnTo>
                <a:lnTo>
                  <a:pt x="700220" y="172885"/>
                </a:lnTo>
                <a:lnTo>
                  <a:pt x="701312" y="173004"/>
                </a:lnTo>
                <a:lnTo>
                  <a:pt x="702426" y="173111"/>
                </a:lnTo>
                <a:lnTo>
                  <a:pt x="703561" y="173205"/>
                </a:lnTo>
                <a:lnTo>
                  <a:pt x="704719" y="173287"/>
                </a:lnTo>
                <a:lnTo>
                  <a:pt x="705898" y="173356"/>
                </a:lnTo>
                <a:lnTo>
                  <a:pt x="707099" y="173412"/>
                </a:lnTo>
                <a:lnTo>
                  <a:pt x="708322" y="173456"/>
                </a:lnTo>
                <a:lnTo>
                  <a:pt x="709566" y="173488"/>
                </a:lnTo>
                <a:lnTo>
                  <a:pt x="710832" y="173507"/>
                </a:lnTo>
                <a:lnTo>
                  <a:pt x="712120" y="173513"/>
                </a:lnTo>
                <a:lnTo>
                  <a:pt x="714000" y="173498"/>
                </a:lnTo>
                <a:lnTo>
                  <a:pt x="715840" y="173454"/>
                </a:lnTo>
                <a:lnTo>
                  <a:pt x="717642" y="173380"/>
                </a:lnTo>
                <a:lnTo>
                  <a:pt x="719405" y="173277"/>
                </a:lnTo>
                <a:lnTo>
                  <a:pt x="721129" y="173145"/>
                </a:lnTo>
                <a:lnTo>
                  <a:pt x="722814" y="172983"/>
                </a:lnTo>
                <a:lnTo>
                  <a:pt x="724460" y="172791"/>
                </a:lnTo>
                <a:lnTo>
                  <a:pt x="726067" y="172570"/>
                </a:lnTo>
                <a:lnTo>
                  <a:pt x="727636" y="172320"/>
                </a:lnTo>
                <a:lnTo>
                  <a:pt x="729165" y="172040"/>
                </a:lnTo>
                <a:lnTo>
                  <a:pt x="730656" y="171731"/>
                </a:lnTo>
                <a:lnTo>
                  <a:pt x="732108" y="171392"/>
                </a:lnTo>
                <a:lnTo>
                  <a:pt x="733521" y="171024"/>
                </a:lnTo>
                <a:lnTo>
                  <a:pt x="734895" y="170626"/>
                </a:lnTo>
                <a:lnTo>
                  <a:pt x="736230" y="170199"/>
                </a:lnTo>
                <a:lnTo>
                  <a:pt x="737526" y="169742"/>
                </a:lnTo>
                <a:lnTo>
                  <a:pt x="738784" y="169256"/>
                </a:lnTo>
                <a:lnTo>
                  <a:pt x="740002" y="168741"/>
                </a:lnTo>
                <a:lnTo>
                  <a:pt x="741182" y="168196"/>
                </a:lnTo>
                <a:lnTo>
                  <a:pt x="742323" y="167622"/>
                </a:lnTo>
                <a:lnTo>
                  <a:pt x="743425" y="167018"/>
                </a:lnTo>
                <a:lnTo>
                  <a:pt x="744488" y="166384"/>
                </a:lnTo>
                <a:lnTo>
                  <a:pt x="745512" y="165722"/>
                </a:lnTo>
                <a:lnTo>
                  <a:pt x="746497" y="165030"/>
                </a:lnTo>
                <a:lnTo>
                  <a:pt x="747443" y="164314"/>
                </a:lnTo>
                <a:lnTo>
                  <a:pt x="748348" y="163582"/>
                </a:lnTo>
                <a:lnTo>
                  <a:pt x="749214" y="162834"/>
                </a:lnTo>
                <a:lnTo>
                  <a:pt x="750039" y="162069"/>
                </a:lnTo>
                <a:lnTo>
                  <a:pt x="750823" y="161288"/>
                </a:lnTo>
                <a:lnTo>
                  <a:pt x="751568" y="160490"/>
                </a:lnTo>
                <a:lnTo>
                  <a:pt x="752272" y="159675"/>
                </a:lnTo>
                <a:lnTo>
                  <a:pt x="752936" y="158844"/>
                </a:lnTo>
                <a:lnTo>
                  <a:pt x="753560" y="157996"/>
                </a:lnTo>
                <a:lnTo>
                  <a:pt x="754144" y="157132"/>
                </a:lnTo>
                <a:lnTo>
                  <a:pt x="754687" y="156251"/>
                </a:lnTo>
                <a:lnTo>
                  <a:pt x="755190" y="155353"/>
                </a:lnTo>
                <a:lnTo>
                  <a:pt x="755653" y="154439"/>
                </a:lnTo>
                <a:lnTo>
                  <a:pt x="756075" y="153509"/>
                </a:lnTo>
                <a:lnTo>
                  <a:pt x="756458" y="152561"/>
                </a:lnTo>
                <a:lnTo>
                  <a:pt x="756800" y="151598"/>
                </a:lnTo>
                <a:lnTo>
                  <a:pt x="757102" y="150617"/>
                </a:lnTo>
                <a:lnTo>
                  <a:pt x="757363" y="149620"/>
                </a:lnTo>
                <a:lnTo>
                  <a:pt x="757585" y="148607"/>
                </a:lnTo>
                <a:lnTo>
                  <a:pt x="757766" y="147577"/>
                </a:lnTo>
                <a:lnTo>
                  <a:pt x="757907" y="146530"/>
                </a:lnTo>
                <a:lnTo>
                  <a:pt x="758007" y="145467"/>
                </a:lnTo>
                <a:lnTo>
                  <a:pt x="758068" y="144387"/>
                </a:lnTo>
                <a:lnTo>
                  <a:pt x="758088" y="143291"/>
                </a:lnTo>
                <a:lnTo>
                  <a:pt x="758070" y="142190"/>
                </a:lnTo>
                <a:lnTo>
                  <a:pt x="758017" y="141114"/>
                </a:lnTo>
                <a:lnTo>
                  <a:pt x="757929" y="140062"/>
                </a:lnTo>
                <a:lnTo>
                  <a:pt x="757805" y="139034"/>
                </a:lnTo>
                <a:lnTo>
                  <a:pt x="757647" y="138030"/>
                </a:lnTo>
                <a:lnTo>
                  <a:pt x="757453" y="137050"/>
                </a:lnTo>
                <a:lnTo>
                  <a:pt x="757223" y="136095"/>
                </a:lnTo>
                <a:lnTo>
                  <a:pt x="756959" y="135164"/>
                </a:lnTo>
                <a:lnTo>
                  <a:pt x="756659" y="134257"/>
                </a:lnTo>
                <a:lnTo>
                  <a:pt x="756324" y="133375"/>
                </a:lnTo>
                <a:lnTo>
                  <a:pt x="755953" y="132516"/>
                </a:lnTo>
                <a:lnTo>
                  <a:pt x="755548" y="131682"/>
                </a:lnTo>
                <a:lnTo>
                  <a:pt x="755107" y="130872"/>
                </a:lnTo>
                <a:lnTo>
                  <a:pt x="754630" y="130086"/>
                </a:lnTo>
                <a:lnTo>
                  <a:pt x="754119" y="129325"/>
                </a:lnTo>
                <a:lnTo>
                  <a:pt x="753572" y="128588"/>
                </a:lnTo>
                <a:lnTo>
                  <a:pt x="752990" y="127875"/>
                </a:lnTo>
                <a:lnTo>
                  <a:pt x="752373" y="127186"/>
                </a:lnTo>
                <a:lnTo>
                  <a:pt x="751720" y="126522"/>
                </a:lnTo>
                <a:lnTo>
                  <a:pt x="751032" y="125881"/>
                </a:lnTo>
                <a:lnTo>
                  <a:pt x="750309" y="125265"/>
                </a:lnTo>
                <a:lnTo>
                  <a:pt x="749550" y="124673"/>
                </a:lnTo>
                <a:lnTo>
                  <a:pt x="748757" y="124106"/>
                </a:lnTo>
                <a:lnTo>
                  <a:pt x="747927" y="123563"/>
                </a:lnTo>
                <a:lnTo>
                  <a:pt x="747057" y="123042"/>
                </a:lnTo>
                <a:lnTo>
                  <a:pt x="746140" y="122544"/>
                </a:lnTo>
                <a:lnTo>
                  <a:pt x="745176" y="122068"/>
                </a:lnTo>
                <a:lnTo>
                  <a:pt x="744165" y="121615"/>
                </a:lnTo>
                <a:lnTo>
                  <a:pt x="743107" y="121183"/>
                </a:lnTo>
                <a:lnTo>
                  <a:pt x="742003" y="120774"/>
                </a:lnTo>
                <a:lnTo>
                  <a:pt x="740851" y="120386"/>
                </a:lnTo>
                <a:lnTo>
                  <a:pt x="739652" y="120021"/>
                </a:lnTo>
                <a:lnTo>
                  <a:pt x="738407" y="119678"/>
                </a:lnTo>
                <a:lnTo>
                  <a:pt x="737114" y="119357"/>
                </a:lnTo>
                <a:lnTo>
                  <a:pt x="735775" y="119058"/>
                </a:lnTo>
                <a:lnTo>
                  <a:pt x="734389" y="118781"/>
                </a:lnTo>
                <a:lnTo>
                  <a:pt x="732955" y="118527"/>
                </a:lnTo>
                <a:lnTo>
                  <a:pt x="731475" y="118294"/>
                </a:lnTo>
                <a:lnTo>
                  <a:pt x="729948" y="118084"/>
                </a:lnTo>
                <a:lnTo>
                  <a:pt x="728374" y="117896"/>
                </a:lnTo>
                <a:lnTo>
                  <a:pt x="726753" y="117730"/>
                </a:lnTo>
                <a:lnTo>
                  <a:pt x="725085" y="117586"/>
                </a:lnTo>
                <a:lnTo>
                  <a:pt x="723371" y="117464"/>
                </a:lnTo>
                <a:lnTo>
                  <a:pt x="721609" y="117365"/>
                </a:lnTo>
                <a:lnTo>
                  <a:pt x="719800" y="117287"/>
                </a:lnTo>
                <a:lnTo>
                  <a:pt x="717945" y="117232"/>
                </a:lnTo>
                <a:lnTo>
                  <a:pt x="716042" y="117199"/>
                </a:lnTo>
                <a:lnTo>
                  <a:pt x="714093" y="117188"/>
                </a:lnTo>
                <a:lnTo>
                  <a:pt x="707681" y="117188"/>
                </a:lnTo>
                <a:lnTo>
                  <a:pt x="707038" y="117186"/>
                </a:lnTo>
                <a:lnTo>
                  <a:pt x="706406" y="117181"/>
                </a:lnTo>
                <a:lnTo>
                  <a:pt x="705786" y="117173"/>
                </a:lnTo>
                <a:lnTo>
                  <a:pt x="705178" y="117162"/>
                </a:lnTo>
                <a:lnTo>
                  <a:pt x="704582" y="117147"/>
                </a:lnTo>
                <a:lnTo>
                  <a:pt x="703997" y="117129"/>
                </a:lnTo>
                <a:lnTo>
                  <a:pt x="703425" y="117107"/>
                </a:lnTo>
                <a:lnTo>
                  <a:pt x="702864" y="117083"/>
                </a:lnTo>
                <a:lnTo>
                  <a:pt x="702315" y="117055"/>
                </a:lnTo>
                <a:lnTo>
                  <a:pt x="701778" y="117024"/>
                </a:lnTo>
                <a:lnTo>
                  <a:pt x="701253" y="116990"/>
                </a:lnTo>
                <a:lnTo>
                  <a:pt x="700739" y="116952"/>
                </a:lnTo>
                <a:lnTo>
                  <a:pt x="700237" y="116911"/>
                </a:lnTo>
                <a:lnTo>
                  <a:pt x="699748" y="116867"/>
                </a:lnTo>
                <a:lnTo>
                  <a:pt x="699270" y="116819"/>
                </a:lnTo>
                <a:lnTo>
                  <a:pt x="698803" y="116768"/>
                </a:lnTo>
                <a:lnTo>
                  <a:pt x="698349" y="116714"/>
                </a:lnTo>
                <a:lnTo>
                  <a:pt x="697906" y="116657"/>
                </a:lnTo>
                <a:lnTo>
                  <a:pt x="697475" y="116597"/>
                </a:lnTo>
                <a:lnTo>
                  <a:pt x="697057" y="116533"/>
                </a:lnTo>
                <a:lnTo>
                  <a:pt x="696649" y="116466"/>
                </a:lnTo>
                <a:lnTo>
                  <a:pt x="696254" y="116395"/>
                </a:lnTo>
                <a:lnTo>
                  <a:pt x="695870" y="116321"/>
                </a:lnTo>
                <a:lnTo>
                  <a:pt x="695499" y="116244"/>
                </a:lnTo>
                <a:lnTo>
                  <a:pt x="695137" y="116165"/>
                </a:lnTo>
                <a:lnTo>
                  <a:pt x="694785" y="116083"/>
                </a:lnTo>
                <a:lnTo>
                  <a:pt x="694441" y="115999"/>
                </a:lnTo>
                <a:lnTo>
                  <a:pt x="694107" y="115914"/>
                </a:lnTo>
                <a:lnTo>
                  <a:pt x="693781" y="115826"/>
                </a:lnTo>
                <a:lnTo>
                  <a:pt x="693464" y="115736"/>
                </a:lnTo>
                <a:lnTo>
                  <a:pt x="693156" y="115644"/>
                </a:lnTo>
                <a:lnTo>
                  <a:pt x="692857" y="115550"/>
                </a:lnTo>
                <a:lnTo>
                  <a:pt x="692567" y="115453"/>
                </a:lnTo>
                <a:lnTo>
                  <a:pt x="692286" y="115355"/>
                </a:lnTo>
                <a:lnTo>
                  <a:pt x="692014" y="115255"/>
                </a:lnTo>
                <a:lnTo>
                  <a:pt x="691750" y="115152"/>
                </a:lnTo>
                <a:lnTo>
                  <a:pt x="691496" y="115048"/>
                </a:lnTo>
                <a:lnTo>
                  <a:pt x="691250" y="114942"/>
                </a:lnTo>
                <a:lnTo>
                  <a:pt x="691014" y="114833"/>
                </a:lnTo>
                <a:lnTo>
                  <a:pt x="690786" y="114722"/>
                </a:lnTo>
                <a:lnTo>
                  <a:pt x="690567" y="114610"/>
                </a:lnTo>
                <a:lnTo>
                  <a:pt x="690357" y="114495"/>
                </a:lnTo>
                <a:lnTo>
                  <a:pt x="690156" y="114378"/>
                </a:lnTo>
                <a:lnTo>
                  <a:pt x="689964" y="114259"/>
                </a:lnTo>
                <a:lnTo>
                  <a:pt x="689781" y="114138"/>
                </a:lnTo>
                <a:lnTo>
                  <a:pt x="689606" y="114015"/>
                </a:lnTo>
                <a:lnTo>
                  <a:pt x="689441" y="113890"/>
                </a:lnTo>
                <a:lnTo>
                  <a:pt x="689284" y="113763"/>
                </a:lnTo>
                <a:lnTo>
                  <a:pt x="689135" y="113634"/>
                </a:lnTo>
                <a:lnTo>
                  <a:pt x="688993" y="113503"/>
                </a:lnTo>
                <a:lnTo>
                  <a:pt x="688857" y="113371"/>
                </a:lnTo>
                <a:lnTo>
                  <a:pt x="688727" y="113238"/>
                </a:lnTo>
                <a:lnTo>
                  <a:pt x="688603" y="113103"/>
                </a:lnTo>
                <a:lnTo>
                  <a:pt x="688486" y="112966"/>
                </a:lnTo>
                <a:lnTo>
                  <a:pt x="688375" y="112828"/>
                </a:lnTo>
                <a:lnTo>
                  <a:pt x="688270" y="112688"/>
                </a:lnTo>
                <a:lnTo>
                  <a:pt x="688172" y="112546"/>
                </a:lnTo>
                <a:lnTo>
                  <a:pt x="688080" y="112404"/>
                </a:lnTo>
                <a:lnTo>
                  <a:pt x="687995" y="112259"/>
                </a:lnTo>
                <a:lnTo>
                  <a:pt x="687916" y="112113"/>
                </a:lnTo>
                <a:lnTo>
                  <a:pt x="687843" y="111965"/>
                </a:lnTo>
                <a:lnTo>
                  <a:pt x="687776" y="111816"/>
                </a:lnTo>
                <a:lnTo>
                  <a:pt x="687716" y="111666"/>
                </a:lnTo>
                <a:lnTo>
                  <a:pt x="687662" y="111513"/>
                </a:lnTo>
                <a:lnTo>
                  <a:pt x="687615" y="111360"/>
                </a:lnTo>
                <a:lnTo>
                  <a:pt x="687573" y="111204"/>
                </a:lnTo>
                <a:lnTo>
                  <a:pt x="687539" y="111047"/>
                </a:lnTo>
                <a:lnTo>
                  <a:pt x="687510" y="110889"/>
                </a:lnTo>
                <a:lnTo>
                  <a:pt x="687488" y="110729"/>
                </a:lnTo>
                <a:lnTo>
                  <a:pt x="687472" y="110567"/>
                </a:lnTo>
                <a:lnTo>
                  <a:pt x="687463" y="110404"/>
                </a:lnTo>
                <a:lnTo>
                  <a:pt x="687459" y="110240"/>
                </a:lnTo>
                <a:lnTo>
                  <a:pt x="687465" y="110001"/>
                </a:lnTo>
                <a:lnTo>
                  <a:pt x="687481" y="109764"/>
                </a:lnTo>
                <a:lnTo>
                  <a:pt x="687507" y="109528"/>
                </a:lnTo>
                <a:lnTo>
                  <a:pt x="687544" y="109295"/>
                </a:lnTo>
                <a:lnTo>
                  <a:pt x="687592" y="109064"/>
                </a:lnTo>
                <a:lnTo>
                  <a:pt x="687651" y="108834"/>
                </a:lnTo>
                <a:lnTo>
                  <a:pt x="687720" y="108607"/>
                </a:lnTo>
                <a:lnTo>
                  <a:pt x="687799" y="108381"/>
                </a:lnTo>
                <a:lnTo>
                  <a:pt x="687889" y="108157"/>
                </a:lnTo>
                <a:lnTo>
                  <a:pt x="687990" y="107936"/>
                </a:lnTo>
                <a:lnTo>
                  <a:pt x="688102" y="107716"/>
                </a:lnTo>
                <a:lnTo>
                  <a:pt x="688224" y="107498"/>
                </a:lnTo>
                <a:lnTo>
                  <a:pt x="688357" y="107281"/>
                </a:lnTo>
                <a:lnTo>
                  <a:pt x="688500" y="107067"/>
                </a:lnTo>
                <a:lnTo>
                  <a:pt x="688654" y="106855"/>
                </a:lnTo>
                <a:lnTo>
                  <a:pt x="688818" y="106645"/>
                </a:lnTo>
                <a:lnTo>
                  <a:pt x="688994" y="106436"/>
                </a:lnTo>
                <a:lnTo>
                  <a:pt x="689179" y="106230"/>
                </a:lnTo>
                <a:lnTo>
                  <a:pt x="689376" y="106025"/>
                </a:lnTo>
                <a:lnTo>
                  <a:pt x="689583" y="105822"/>
                </a:lnTo>
                <a:lnTo>
                  <a:pt x="689801" y="105621"/>
                </a:lnTo>
                <a:lnTo>
                  <a:pt x="690029" y="105422"/>
                </a:lnTo>
                <a:lnTo>
                  <a:pt x="690268" y="105225"/>
                </a:lnTo>
                <a:lnTo>
                  <a:pt x="690517" y="105030"/>
                </a:lnTo>
                <a:lnTo>
                  <a:pt x="690776" y="104837"/>
                </a:lnTo>
                <a:lnTo>
                  <a:pt x="691042" y="104647"/>
                </a:lnTo>
                <a:lnTo>
                  <a:pt x="691316" y="104460"/>
                </a:lnTo>
                <a:lnTo>
                  <a:pt x="691597" y="104276"/>
                </a:lnTo>
                <a:lnTo>
                  <a:pt x="691886" y="104094"/>
                </a:lnTo>
                <a:lnTo>
                  <a:pt x="692182" y="103916"/>
                </a:lnTo>
                <a:lnTo>
                  <a:pt x="692486" y="103741"/>
                </a:lnTo>
                <a:lnTo>
                  <a:pt x="692797" y="103568"/>
                </a:lnTo>
                <a:lnTo>
                  <a:pt x="693116" y="103399"/>
                </a:lnTo>
                <a:lnTo>
                  <a:pt x="693442" y="103232"/>
                </a:lnTo>
                <a:lnTo>
                  <a:pt x="693776" y="103068"/>
                </a:lnTo>
                <a:lnTo>
                  <a:pt x="694118" y="102908"/>
                </a:lnTo>
                <a:lnTo>
                  <a:pt x="694467" y="102750"/>
                </a:lnTo>
                <a:lnTo>
                  <a:pt x="694823" y="102595"/>
                </a:lnTo>
                <a:lnTo>
                  <a:pt x="695187" y="102443"/>
                </a:lnTo>
                <a:lnTo>
                  <a:pt x="695559" y="102294"/>
                </a:lnTo>
                <a:lnTo>
                  <a:pt x="695938" y="102148"/>
                </a:lnTo>
                <a:lnTo>
                  <a:pt x="696325" y="102005"/>
                </a:lnTo>
                <a:lnTo>
                  <a:pt x="696405" y="101976"/>
                </a:lnTo>
                <a:lnTo>
                  <a:pt x="696754" y="102095"/>
                </a:lnTo>
                <a:lnTo>
                  <a:pt x="697546" y="102346"/>
                </a:lnTo>
                <a:lnTo>
                  <a:pt x="698352" y="102581"/>
                </a:lnTo>
                <a:lnTo>
                  <a:pt x="699169" y="102799"/>
                </a:lnTo>
                <a:lnTo>
                  <a:pt x="699999" y="103002"/>
                </a:lnTo>
                <a:lnTo>
                  <a:pt x="700842" y="103188"/>
                </a:lnTo>
                <a:lnTo>
                  <a:pt x="701697" y="103358"/>
                </a:lnTo>
                <a:lnTo>
                  <a:pt x="702565" y="103511"/>
                </a:lnTo>
                <a:lnTo>
                  <a:pt x="703445" y="103649"/>
                </a:lnTo>
                <a:lnTo>
                  <a:pt x="704338" y="103770"/>
                </a:lnTo>
                <a:lnTo>
                  <a:pt x="705243" y="103876"/>
                </a:lnTo>
                <a:lnTo>
                  <a:pt x="706161" y="103965"/>
                </a:lnTo>
                <a:lnTo>
                  <a:pt x="707091" y="104037"/>
                </a:lnTo>
                <a:lnTo>
                  <a:pt x="708033" y="104094"/>
                </a:lnTo>
                <a:lnTo>
                  <a:pt x="708989" y="104134"/>
                </a:lnTo>
                <a:lnTo>
                  <a:pt x="709956" y="104159"/>
                </a:lnTo>
                <a:lnTo>
                  <a:pt x="710936" y="104167"/>
                </a:lnTo>
                <a:lnTo>
                  <a:pt x="711973" y="104159"/>
                </a:lnTo>
                <a:lnTo>
                  <a:pt x="712995" y="104135"/>
                </a:lnTo>
                <a:lnTo>
                  <a:pt x="714002" y="104096"/>
                </a:lnTo>
                <a:lnTo>
                  <a:pt x="714994" y="104040"/>
                </a:lnTo>
                <a:lnTo>
                  <a:pt x="715972" y="103969"/>
                </a:lnTo>
                <a:lnTo>
                  <a:pt x="716935" y="103882"/>
                </a:lnTo>
                <a:lnTo>
                  <a:pt x="717883" y="103779"/>
                </a:lnTo>
                <a:lnTo>
                  <a:pt x="718817" y="103660"/>
                </a:lnTo>
                <a:lnTo>
                  <a:pt x="719736" y="103525"/>
                </a:lnTo>
                <a:lnTo>
                  <a:pt x="720640" y="103375"/>
                </a:lnTo>
                <a:lnTo>
                  <a:pt x="721529" y="103208"/>
                </a:lnTo>
                <a:lnTo>
                  <a:pt x="722404" y="103026"/>
                </a:lnTo>
                <a:lnTo>
                  <a:pt x="723263" y="102828"/>
                </a:lnTo>
                <a:lnTo>
                  <a:pt x="724109" y="102614"/>
                </a:lnTo>
                <a:lnTo>
                  <a:pt x="724939" y="102385"/>
                </a:lnTo>
                <a:lnTo>
                  <a:pt x="725755" y="102139"/>
                </a:lnTo>
                <a:lnTo>
                  <a:pt x="726556" y="101878"/>
                </a:lnTo>
                <a:lnTo>
                  <a:pt x="727342" y="101601"/>
                </a:lnTo>
                <a:lnTo>
                  <a:pt x="728113" y="101308"/>
                </a:lnTo>
                <a:lnTo>
                  <a:pt x="728870" y="100999"/>
                </a:lnTo>
                <a:lnTo>
                  <a:pt x="729612" y="100674"/>
                </a:lnTo>
                <a:lnTo>
                  <a:pt x="730340" y="100333"/>
                </a:lnTo>
                <a:lnTo>
                  <a:pt x="731052" y="99977"/>
                </a:lnTo>
                <a:lnTo>
                  <a:pt x="731750" y="99605"/>
                </a:lnTo>
                <a:lnTo>
                  <a:pt x="732433" y="99219"/>
                </a:lnTo>
                <a:lnTo>
                  <a:pt x="733102" y="98823"/>
                </a:lnTo>
                <a:lnTo>
                  <a:pt x="733756" y="98417"/>
                </a:lnTo>
                <a:lnTo>
                  <a:pt x="734396" y="98000"/>
                </a:lnTo>
                <a:lnTo>
                  <a:pt x="735021" y="97573"/>
                </a:lnTo>
                <a:lnTo>
                  <a:pt x="735631" y="97135"/>
                </a:lnTo>
                <a:lnTo>
                  <a:pt x="736227" y="96687"/>
                </a:lnTo>
                <a:lnTo>
                  <a:pt x="736808" y="96229"/>
                </a:lnTo>
                <a:lnTo>
                  <a:pt x="737375" y="95760"/>
                </a:lnTo>
                <a:lnTo>
                  <a:pt x="737927" y="95280"/>
                </a:lnTo>
                <a:lnTo>
                  <a:pt x="738465" y="94791"/>
                </a:lnTo>
                <a:lnTo>
                  <a:pt x="738988" y="94290"/>
                </a:lnTo>
                <a:lnTo>
                  <a:pt x="739496" y="93779"/>
                </a:lnTo>
                <a:lnTo>
                  <a:pt x="739990" y="93258"/>
                </a:lnTo>
                <a:lnTo>
                  <a:pt x="740470" y="92727"/>
                </a:lnTo>
                <a:lnTo>
                  <a:pt x="740935" y="92184"/>
                </a:lnTo>
                <a:lnTo>
                  <a:pt x="741385" y="91632"/>
                </a:lnTo>
                <a:lnTo>
                  <a:pt x="741821" y="91069"/>
                </a:lnTo>
                <a:lnTo>
                  <a:pt x="742242" y="90495"/>
                </a:lnTo>
                <a:lnTo>
                  <a:pt x="742649" y="89912"/>
                </a:lnTo>
                <a:lnTo>
                  <a:pt x="743041" y="89317"/>
                </a:lnTo>
                <a:lnTo>
                  <a:pt x="743418" y="88712"/>
                </a:lnTo>
                <a:lnTo>
                  <a:pt x="743781" y="88097"/>
                </a:lnTo>
                <a:lnTo>
                  <a:pt x="744130" y="87472"/>
                </a:lnTo>
                <a:lnTo>
                  <a:pt x="744464" y="86838"/>
                </a:lnTo>
                <a:lnTo>
                  <a:pt x="744784" y="86200"/>
                </a:lnTo>
                <a:lnTo>
                  <a:pt x="745089" y="85556"/>
                </a:lnTo>
                <a:lnTo>
                  <a:pt x="745381" y="84908"/>
                </a:lnTo>
                <a:lnTo>
                  <a:pt x="745658" y="84254"/>
                </a:lnTo>
                <a:lnTo>
                  <a:pt x="745921" y="83595"/>
                </a:lnTo>
                <a:lnTo>
                  <a:pt x="746169" y="82932"/>
                </a:lnTo>
                <a:lnTo>
                  <a:pt x="746404" y="82263"/>
                </a:lnTo>
                <a:lnTo>
                  <a:pt x="746624" y="81589"/>
                </a:lnTo>
                <a:lnTo>
                  <a:pt x="746830" y="80910"/>
                </a:lnTo>
                <a:lnTo>
                  <a:pt x="747022" y="80227"/>
                </a:lnTo>
                <a:lnTo>
                  <a:pt x="747200" y="79538"/>
                </a:lnTo>
                <a:lnTo>
                  <a:pt x="747363" y="78844"/>
                </a:lnTo>
                <a:lnTo>
                  <a:pt x="747513" y="78145"/>
                </a:lnTo>
                <a:lnTo>
                  <a:pt x="747648" y="77441"/>
                </a:lnTo>
                <a:lnTo>
                  <a:pt x="747769" y="76732"/>
                </a:lnTo>
                <a:lnTo>
                  <a:pt x="747875" y="76018"/>
                </a:lnTo>
                <a:lnTo>
                  <a:pt x="747968" y="75299"/>
                </a:lnTo>
                <a:lnTo>
                  <a:pt x="748046" y="74574"/>
                </a:lnTo>
                <a:lnTo>
                  <a:pt x="748110" y="73845"/>
                </a:lnTo>
                <a:lnTo>
                  <a:pt x="748159" y="73111"/>
                </a:lnTo>
                <a:lnTo>
                  <a:pt x="748195" y="72372"/>
                </a:lnTo>
                <a:lnTo>
                  <a:pt x="748216" y="71627"/>
                </a:lnTo>
                <a:lnTo>
                  <a:pt x="748223" y="70878"/>
                </a:lnTo>
                <a:lnTo>
                  <a:pt x="748216" y="70104"/>
                </a:lnTo>
                <a:lnTo>
                  <a:pt x="748195" y="69336"/>
                </a:lnTo>
                <a:lnTo>
                  <a:pt x="748160" y="68573"/>
                </a:lnTo>
                <a:lnTo>
                  <a:pt x="748111" y="67817"/>
                </a:lnTo>
                <a:lnTo>
                  <a:pt x="748048" y="67067"/>
                </a:lnTo>
                <a:lnTo>
                  <a:pt x="747971" y="66322"/>
                </a:lnTo>
                <a:lnTo>
                  <a:pt x="747879" y="65584"/>
                </a:lnTo>
                <a:lnTo>
                  <a:pt x="747774" y="64851"/>
                </a:lnTo>
                <a:lnTo>
                  <a:pt x="747655" y="64124"/>
                </a:lnTo>
                <a:lnTo>
                  <a:pt x="747521" y="63403"/>
                </a:lnTo>
                <a:lnTo>
                  <a:pt x="747374" y="62688"/>
                </a:lnTo>
                <a:lnTo>
                  <a:pt x="747212" y="61979"/>
                </a:lnTo>
                <a:lnTo>
                  <a:pt x="747037" y="61276"/>
                </a:lnTo>
                <a:lnTo>
                  <a:pt x="746847" y="60579"/>
                </a:lnTo>
                <a:lnTo>
                  <a:pt x="746644" y="59888"/>
                </a:lnTo>
                <a:lnTo>
                  <a:pt x="746426" y="59203"/>
                </a:lnTo>
                <a:lnTo>
                  <a:pt x="746194" y="58523"/>
                </a:lnTo>
                <a:lnTo>
                  <a:pt x="745948" y="57850"/>
                </a:lnTo>
                <a:lnTo>
                  <a:pt x="745689" y="57182"/>
                </a:lnTo>
                <a:lnTo>
                  <a:pt x="745415" y="56520"/>
                </a:lnTo>
                <a:lnTo>
                  <a:pt x="745127" y="55865"/>
                </a:lnTo>
                <a:lnTo>
                  <a:pt x="744825" y="55215"/>
                </a:lnTo>
                <a:lnTo>
                  <a:pt x="744509" y="54571"/>
                </a:lnTo>
                <a:lnTo>
                  <a:pt x="744179" y="53933"/>
                </a:lnTo>
                <a:lnTo>
                  <a:pt x="743835" y="53303"/>
                </a:lnTo>
                <a:lnTo>
                  <a:pt x="743476" y="52684"/>
                </a:lnTo>
                <a:lnTo>
                  <a:pt x="743103" y="52076"/>
                </a:lnTo>
                <a:lnTo>
                  <a:pt x="742716" y="51478"/>
                </a:lnTo>
                <a:lnTo>
                  <a:pt x="742314" y="50892"/>
                </a:lnTo>
                <a:lnTo>
                  <a:pt x="741898" y="50316"/>
                </a:lnTo>
                <a:lnTo>
                  <a:pt x="741467" y="49751"/>
                </a:lnTo>
                <a:lnTo>
                  <a:pt x="741022" y="49197"/>
                </a:lnTo>
                <a:lnTo>
                  <a:pt x="740563" y="48653"/>
                </a:lnTo>
                <a:lnTo>
                  <a:pt x="740089" y="48121"/>
                </a:lnTo>
                <a:lnTo>
                  <a:pt x="739601" y="47599"/>
                </a:lnTo>
                <a:lnTo>
                  <a:pt x="739099" y="47088"/>
                </a:lnTo>
                <a:lnTo>
                  <a:pt x="738582" y="46588"/>
                </a:lnTo>
                <a:lnTo>
                  <a:pt x="738051" y="46099"/>
                </a:lnTo>
                <a:lnTo>
                  <a:pt x="737574" y="45681"/>
                </a:lnTo>
                <a:lnTo>
                  <a:pt x="737604" y="45644"/>
                </a:lnTo>
                <a:lnTo>
                  <a:pt x="737949" y="45249"/>
                </a:lnTo>
                <a:lnTo>
                  <a:pt x="738301" y="44869"/>
                </a:lnTo>
                <a:lnTo>
                  <a:pt x="738661" y="44504"/>
                </a:lnTo>
                <a:lnTo>
                  <a:pt x="739027" y="44154"/>
                </a:lnTo>
                <a:close/>
                <a:moveTo>
                  <a:pt x="707432" y="92682"/>
                </a:moveTo>
                <a:lnTo>
                  <a:pt x="706772" y="92577"/>
                </a:lnTo>
                <a:lnTo>
                  <a:pt x="706119" y="92453"/>
                </a:lnTo>
                <a:lnTo>
                  <a:pt x="705473" y="92310"/>
                </a:lnTo>
                <a:lnTo>
                  <a:pt x="704834" y="92147"/>
                </a:lnTo>
                <a:lnTo>
                  <a:pt x="704202" y="91965"/>
                </a:lnTo>
                <a:lnTo>
                  <a:pt x="703577" y="91764"/>
                </a:lnTo>
                <a:lnTo>
                  <a:pt x="702959" y="91544"/>
                </a:lnTo>
                <a:lnTo>
                  <a:pt x="702348" y="91305"/>
                </a:lnTo>
                <a:lnTo>
                  <a:pt x="701744" y="91047"/>
                </a:lnTo>
                <a:lnTo>
                  <a:pt x="701147" y="90770"/>
                </a:lnTo>
                <a:lnTo>
                  <a:pt x="700557" y="90473"/>
                </a:lnTo>
                <a:lnTo>
                  <a:pt x="699974" y="90158"/>
                </a:lnTo>
                <a:lnTo>
                  <a:pt x="699398" y="89823"/>
                </a:lnTo>
                <a:lnTo>
                  <a:pt x="698829" y="89469"/>
                </a:lnTo>
                <a:lnTo>
                  <a:pt x="698268" y="89096"/>
                </a:lnTo>
                <a:lnTo>
                  <a:pt x="697713" y="88704"/>
                </a:lnTo>
                <a:lnTo>
                  <a:pt x="697165" y="88293"/>
                </a:lnTo>
                <a:lnTo>
                  <a:pt x="696624" y="87862"/>
                </a:lnTo>
                <a:lnTo>
                  <a:pt x="696091" y="87413"/>
                </a:lnTo>
                <a:lnTo>
                  <a:pt x="695571" y="86944"/>
                </a:lnTo>
                <a:lnTo>
                  <a:pt x="695074" y="86455"/>
                </a:lnTo>
                <a:lnTo>
                  <a:pt x="694599" y="85947"/>
                </a:lnTo>
                <a:lnTo>
                  <a:pt x="694147" y="85420"/>
                </a:lnTo>
                <a:lnTo>
                  <a:pt x="693716" y="84873"/>
                </a:lnTo>
                <a:lnTo>
                  <a:pt x="693307" y="84307"/>
                </a:lnTo>
                <a:lnTo>
                  <a:pt x="692920" y="83721"/>
                </a:lnTo>
                <a:lnTo>
                  <a:pt x="692556" y="83115"/>
                </a:lnTo>
                <a:lnTo>
                  <a:pt x="692214" y="82490"/>
                </a:lnTo>
                <a:lnTo>
                  <a:pt x="691893" y="81846"/>
                </a:lnTo>
                <a:lnTo>
                  <a:pt x="691595" y="81182"/>
                </a:lnTo>
                <a:lnTo>
                  <a:pt x="691319" y="80499"/>
                </a:lnTo>
                <a:lnTo>
                  <a:pt x="691065" y="79796"/>
                </a:lnTo>
                <a:lnTo>
                  <a:pt x="690833" y="79074"/>
                </a:lnTo>
                <a:lnTo>
                  <a:pt x="690623" y="78332"/>
                </a:lnTo>
                <a:lnTo>
                  <a:pt x="690435" y="77571"/>
                </a:lnTo>
                <a:lnTo>
                  <a:pt x="690269" y="76790"/>
                </a:lnTo>
                <a:lnTo>
                  <a:pt x="690126" y="75990"/>
                </a:lnTo>
                <a:lnTo>
                  <a:pt x="690004" y="75170"/>
                </a:lnTo>
                <a:lnTo>
                  <a:pt x="689905" y="74331"/>
                </a:lnTo>
                <a:lnTo>
                  <a:pt x="689828" y="73472"/>
                </a:lnTo>
                <a:lnTo>
                  <a:pt x="689772" y="72594"/>
                </a:lnTo>
                <a:lnTo>
                  <a:pt x="689739" y="71696"/>
                </a:lnTo>
                <a:lnTo>
                  <a:pt x="689728" y="70779"/>
                </a:lnTo>
                <a:lnTo>
                  <a:pt x="689739" y="69870"/>
                </a:lnTo>
                <a:lnTo>
                  <a:pt x="689771" y="68980"/>
                </a:lnTo>
                <a:lnTo>
                  <a:pt x="689825" y="68108"/>
                </a:lnTo>
                <a:lnTo>
                  <a:pt x="689899" y="67255"/>
                </a:lnTo>
                <a:lnTo>
                  <a:pt x="689996" y="66420"/>
                </a:lnTo>
                <a:lnTo>
                  <a:pt x="690113" y="65604"/>
                </a:lnTo>
                <a:lnTo>
                  <a:pt x="690253" y="64807"/>
                </a:lnTo>
                <a:lnTo>
                  <a:pt x="690413" y="64028"/>
                </a:lnTo>
                <a:lnTo>
                  <a:pt x="690595" y="63268"/>
                </a:lnTo>
                <a:lnTo>
                  <a:pt x="690799" y="62526"/>
                </a:lnTo>
                <a:lnTo>
                  <a:pt x="691023" y="61803"/>
                </a:lnTo>
                <a:lnTo>
                  <a:pt x="691269" y="61098"/>
                </a:lnTo>
                <a:lnTo>
                  <a:pt x="691537" y="60413"/>
                </a:lnTo>
                <a:lnTo>
                  <a:pt x="691826" y="59745"/>
                </a:lnTo>
                <a:lnTo>
                  <a:pt x="692136" y="59097"/>
                </a:lnTo>
                <a:lnTo>
                  <a:pt x="692468" y="58467"/>
                </a:lnTo>
                <a:lnTo>
                  <a:pt x="692821" y="57855"/>
                </a:lnTo>
                <a:lnTo>
                  <a:pt x="693196" y="57263"/>
                </a:lnTo>
                <a:lnTo>
                  <a:pt x="693592" y="56688"/>
                </a:lnTo>
                <a:lnTo>
                  <a:pt x="694010" y="56133"/>
                </a:lnTo>
                <a:lnTo>
                  <a:pt x="694448" y="55596"/>
                </a:lnTo>
                <a:lnTo>
                  <a:pt x="694909" y="55077"/>
                </a:lnTo>
                <a:lnTo>
                  <a:pt x="695390" y="54578"/>
                </a:lnTo>
                <a:lnTo>
                  <a:pt x="695893" y="54096"/>
                </a:lnTo>
                <a:lnTo>
                  <a:pt x="696413" y="53634"/>
                </a:lnTo>
                <a:lnTo>
                  <a:pt x="696943" y="53192"/>
                </a:lnTo>
                <a:lnTo>
                  <a:pt x="697485" y="52769"/>
                </a:lnTo>
                <a:lnTo>
                  <a:pt x="698037" y="52366"/>
                </a:lnTo>
                <a:lnTo>
                  <a:pt x="698601" y="51983"/>
                </a:lnTo>
                <a:lnTo>
                  <a:pt x="699176" y="51619"/>
                </a:lnTo>
                <a:lnTo>
                  <a:pt x="699762" y="51275"/>
                </a:lnTo>
                <a:lnTo>
                  <a:pt x="700360" y="50950"/>
                </a:lnTo>
                <a:lnTo>
                  <a:pt x="700968" y="50646"/>
                </a:lnTo>
                <a:lnTo>
                  <a:pt x="701588" y="50361"/>
                </a:lnTo>
                <a:lnTo>
                  <a:pt x="702218" y="50095"/>
                </a:lnTo>
                <a:lnTo>
                  <a:pt x="702860" y="49849"/>
                </a:lnTo>
                <a:lnTo>
                  <a:pt x="703513" y="49623"/>
                </a:lnTo>
                <a:lnTo>
                  <a:pt x="704177" y="49417"/>
                </a:lnTo>
                <a:lnTo>
                  <a:pt x="704852" y="49230"/>
                </a:lnTo>
                <a:lnTo>
                  <a:pt x="705538" y="49063"/>
                </a:lnTo>
                <a:lnTo>
                  <a:pt x="706236" y="48915"/>
                </a:lnTo>
                <a:lnTo>
                  <a:pt x="706944" y="48788"/>
                </a:lnTo>
                <a:lnTo>
                  <a:pt x="707664" y="48679"/>
                </a:lnTo>
                <a:lnTo>
                  <a:pt x="708395" y="48591"/>
                </a:lnTo>
                <a:lnTo>
                  <a:pt x="709137" y="48522"/>
                </a:lnTo>
                <a:lnTo>
                  <a:pt x="709890" y="48473"/>
                </a:lnTo>
                <a:lnTo>
                  <a:pt x="710654" y="48443"/>
                </a:lnTo>
                <a:lnTo>
                  <a:pt x="711430" y="48434"/>
                </a:lnTo>
                <a:lnTo>
                  <a:pt x="712220" y="48443"/>
                </a:lnTo>
                <a:lnTo>
                  <a:pt x="712998" y="48472"/>
                </a:lnTo>
                <a:lnTo>
                  <a:pt x="713763" y="48520"/>
                </a:lnTo>
                <a:lnTo>
                  <a:pt x="714515" y="48587"/>
                </a:lnTo>
                <a:lnTo>
                  <a:pt x="715254" y="48673"/>
                </a:lnTo>
                <a:lnTo>
                  <a:pt x="715980" y="48778"/>
                </a:lnTo>
                <a:lnTo>
                  <a:pt x="716692" y="48903"/>
                </a:lnTo>
                <a:lnTo>
                  <a:pt x="717392" y="49046"/>
                </a:lnTo>
                <a:lnTo>
                  <a:pt x="718079" y="49209"/>
                </a:lnTo>
                <a:lnTo>
                  <a:pt x="718752" y="49391"/>
                </a:lnTo>
                <a:lnTo>
                  <a:pt x="719413" y="49591"/>
                </a:lnTo>
                <a:lnTo>
                  <a:pt x="720061" y="49812"/>
                </a:lnTo>
                <a:lnTo>
                  <a:pt x="720696" y="50051"/>
                </a:lnTo>
                <a:lnTo>
                  <a:pt x="721317" y="50309"/>
                </a:lnTo>
                <a:lnTo>
                  <a:pt x="721926" y="50587"/>
                </a:lnTo>
                <a:lnTo>
                  <a:pt x="722521" y="50883"/>
                </a:lnTo>
                <a:lnTo>
                  <a:pt x="723104" y="51199"/>
                </a:lnTo>
                <a:lnTo>
                  <a:pt x="723674" y="51534"/>
                </a:lnTo>
                <a:lnTo>
                  <a:pt x="724230" y="51888"/>
                </a:lnTo>
                <a:lnTo>
                  <a:pt x="724774" y="52261"/>
                </a:lnTo>
                <a:lnTo>
                  <a:pt x="725304" y="52654"/>
                </a:lnTo>
                <a:lnTo>
                  <a:pt x="725822" y="53065"/>
                </a:lnTo>
                <a:lnTo>
                  <a:pt x="726326" y="53496"/>
                </a:lnTo>
                <a:lnTo>
                  <a:pt x="726818" y="53945"/>
                </a:lnTo>
                <a:lnTo>
                  <a:pt x="727293" y="54415"/>
                </a:lnTo>
                <a:lnTo>
                  <a:pt x="727747" y="54905"/>
                </a:lnTo>
                <a:lnTo>
                  <a:pt x="728182" y="55415"/>
                </a:lnTo>
                <a:lnTo>
                  <a:pt x="728596" y="55946"/>
                </a:lnTo>
                <a:lnTo>
                  <a:pt x="728990" y="56497"/>
                </a:lnTo>
                <a:lnTo>
                  <a:pt x="729364" y="57070"/>
                </a:lnTo>
                <a:lnTo>
                  <a:pt x="729718" y="57662"/>
                </a:lnTo>
                <a:lnTo>
                  <a:pt x="730051" y="58275"/>
                </a:lnTo>
                <a:lnTo>
                  <a:pt x="730364" y="58909"/>
                </a:lnTo>
                <a:lnTo>
                  <a:pt x="730657" y="59563"/>
                </a:lnTo>
                <a:lnTo>
                  <a:pt x="730930" y="60238"/>
                </a:lnTo>
                <a:lnTo>
                  <a:pt x="731183" y="60934"/>
                </a:lnTo>
                <a:lnTo>
                  <a:pt x="731415" y="61649"/>
                </a:lnTo>
                <a:lnTo>
                  <a:pt x="731627" y="62386"/>
                </a:lnTo>
                <a:lnTo>
                  <a:pt x="731819" y="63143"/>
                </a:lnTo>
                <a:lnTo>
                  <a:pt x="731991" y="63921"/>
                </a:lnTo>
                <a:lnTo>
                  <a:pt x="732143" y="64719"/>
                </a:lnTo>
                <a:lnTo>
                  <a:pt x="732274" y="65537"/>
                </a:lnTo>
                <a:lnTo>
                  <a:pt x="732385" y="66377"/>
                </a:lnTo>
                <a:lnTo>
                  <a:pt x="732476" y="67236"/>
                </a:lnTo>
                <a:lnTo>
                  <a:pt x="732547" y="68117"/>
                </a:lnTo>
                <a:lnTo>
                  <a:pt x="732597" y="69018"/>
                </a:lnTo>
                <a:lnTo>
                  <a:pt x="732628" y="69939"/>
                </a:lnTo>
                <a:lnTo>
                  <a:pt x="732638" y="70881"/>
                </a:lnTo>
                <a:lnTo>
                  <a:pt x="732627" y="71782"/>
                </a:lnTo>
                <a:lnTo>
                  <a:pt x="732595" y="72664"/>
                </a:lnTo>
                <a:lnTo>
                  <a:pt x="732541" y="73527"/>
                </a:lnTo>
                <a:lnTo>
                  <a:pt x="732467" y="74372"/>
                </a:lnTo>
                <a:lnTo>
                  <a:pt x="732370" y="75198"/>
                </a:lnTo>
                <a:lnTo>
                  <a:pt x="732252" y="76005"/>
                </a:lnTo>
                <a:lnTo>
                  <a:pt x="732113" y="76794"/>
                </a:lnTo>
                <a:lnTo>
                  <a:pt x="731953" y="77565"/>
                </a:lnTo>
                <a:lnTo>
                  <a:pt x="731771" y="78317"/>
                </a:lnTo>
                <a:lnTo>
                  <a:pt x="731567" y="79050"/>
                </a:lnTo>
                <a:lnTo>
                  <a:pt x="731343" y="79764"/>
                </a:lnTo>
                <a:lnTo>
                  <a:pt x="731097" y="80460"/>
                </a:lnTo>
                <a:lnTo>
                  <a:pt x="730829" y="81138"/>
                </a:lnTo>
                <a:lnTo>
                  <a:pt x="730540" y="81796"/>
                </a:lnTo>
                <a:lnTo>
                  <a:pt x="730230" y="82436"/>
                </a:lnTo>
                <a:lnTo>
                  <a:pt x="729898" y="83058"/>
                </a:lnTo>
                <a:lnTo>
                  <a:pt x="729545" y="83661"/>
                </a:lnTo>
                <a:lnTo>
                  <a:pt x="729170" y="84245"/>
                </a:lnTo>
                <a:lnTo>
                  <a:pt x="728774" y="84811"/>
                </a:lnTo>
                <a:lnTo>
                  <a:pt x="728356" y="85358"/>
                </a:lnTo>
                <a:lnTo>
                  <a:pt x="727918" y="85887"/>
                </a:lnTo>
                <a:lnTo>
                  <a:pt x="727457" y="86397"/>
                </a:lnTo>
                <a:lnTo>
                  <a:pt x="726976" y="86888"/>
                </a:lnTo>
                <a:lnTo>
                  <a:pt x="726473" y="87361"/>
                </a:lnTo>
                <a:lnTo>
                  <a:pt x="725953" y="87814"/>
                </a:lnTo>
                <a:lnTo>
                  <a:pt x="725422" y="88249"/>
                </a:lnTo>
                <a:lnTo>
                  <a:pt x="724880" y="88664"/>
                </a:lnTo>
                <a:lnTo>
                  <a:pt x="724326" y="89060"/>
                </a:lnTo>
                <a:lnTo>
                  <a:pt x="723760" y="89436"/>
                </a:lnTo>
                <a:lnTo>
                  <a:pt x="723184" y="89794"/>
                </a:lnTo>
                <a:lnTo>
                  <a:pt x="722595" y="90131"/>
                </a:lnTo>
                <a:lnTo>
                  <a:pt x="721995" y="90450"/>
                </a:lnTo>
                <a:lnTo>
                  <a:pt x="721384" y="90749"/>
                </a:lnTo>
                <a:lnTo>
                  <a:pt x="720761" y="91029"/>
                </a:lnTo>
                <a:lnTo>
                  <a:pt x="720127" y="91290"/>
                </a:lnTo>
                <a:lnTo>
                  <a:pt x="719481" y="91531"/>
                </a:lnTo>
                <a:lnTo>
                  <a:pt x="718824" y="91753"/>
                </a:lnTo>
                <a:lnTo>
                  <a:pt x="718155" y="91956"/>
                </a:lnTo>
                <a:lnTo>
                  <a:pt x="717475" y="92140"/>
                </a:lnTo>
                <a:lnTo>
                  <a:pt x="716784" y="92304"/>
                </a:lnTo>
                <a:lnTo>
                  <a:pt x="716081" y="92449"/>
                </a:lnTo>
                <a:lnTo>
                  <a:pt x="715366" y="92574"/>
                </a:lnTo>
                <a:lnTo>
                  <a:pt x="714640" y="92680"/>
                </a:lnTo>
                <a:lnTo>
                  <a:pt x="713903" y="92767"/>
                </a:lnTo>
                <a:lnTo>
                  <a:pt x="713154" y="92835"/>
                </a:lnTo>
                <a:lnTo>
                  <a:pt x="712393" y="92883"/>
                </a:lnTo>
                <a:lnTo>
                  <a:pt x="711621" y="92912"/>
                </a:lnTo>
                <a:lnTo>
                  <a:pt x="710838" y="92922"/>
                </a:lnTo>
                <a:lnTo>
                  <a:pt x="710143" y="92912"/>
                </a:lnTo>
                <a:lnTo>
                  <a:pt x="709454" y="92883"/>
                </a:lnTo>
                <a:lnTo>
                  <a:pt x="708773" y="92836"/>
                </a:lnTo>
                <a:lnTo>
                  <a:pt x="708099" y="92769"/>
                </a:lnTo>
                <a:lnTo>
                  <a:pt x="707432" y="92682"/>
                </a:lnTo>
                <a:close/>
                <a:moveTo>
                  <a:pt x="706080" y="161376"/>
                </a:moveTo>
                <a:lnTo>
                  <a:pt x="705036" y="161287"/>
                </a:lnTo>
                <a:lnTo>
                  <a:pt x="704021" y="161183"/>
                </a:lnTo>
                <a:lnTo>
                  <a:pt x="703034" y="161062"/>
                </a:lnTo>
                <a:lnTo>
                  <a:pt x="702075" y="160925"/>
                </a:lnTo>
                <a:lnTo>
                  <a:pt x="701145" y="160772"/>
                </a:lnTo>
                <a:lnTo>
                  <a:pt x="700244" y="160603"/>
                </a:lnTo>
                <a:lnTo>
                  <a:pt x="699371" y="160418"/>
                </a:lnTo>
                <a:lnTo>
                  <a:pt x="698526" y="160217"/>
                </a:lnTo>
                <a:lnTo>
                  <a:pt x="697709" y="159999"/>
                </a:lnTo>
                <a:lnTo>
                  <a:pt x="696921" y="159766"/>
                </a:lnTo>
                <a:lnTo>
                  <a:pt x="696162" y="159516"/>
                </a:lnTo>
                <a:lnTo>
                  <a:pt x="695431" y="159251"/>
                </a:lnTo>
                <a:lnTo>
                  <a:pt x="694728" y="158969"/>
                </a:lnTo>
                <a:lnTo>
                  <a:pt x="694054" y="158671"/>
                </a:lnTo>
                <a:lnTo>
                  <a:pt x="693408" y="158357"/>
                </a:lnTo>
                <a:lnTo>
                  <a:pt x="692791" y="158027"/>
                </a:lnTo>
                <a:lnTo>
                  <a:pt x="692202" y="157681"/>
                </a:lnTo>
                <a:lnTo>
                  <a:pt x="691641" y="157319"/>
                </a:lnTo>
                <a:lnTo>
                  <a:pt x="691109" y="156941"/>
                </a:lnTo>
                <a:lnTo>
                  <a:pt x="690602" y="156552"/>
                </a:lnTo>
                <a:lnTo>
                  <a:pt x="690117" y="156158"/>
                </a:lnTo>
                <a:lnTo>
                  <a:pt x="689653" y="155759"/>
                </a:lnTo>
                <a:lnTo>
                  <a:pt x="689210" y="155354"/>
                </a:lnTo>
                <a:lnTo>
                  <a:pt x="688790" y="154945"/>
                </a:lnTo>
                <a:lnTo>
                  <a:pt x="688390" y="154530"/>
                </a:lnTo>
                <a:lnTo>
                  <a:pt x="688013" y="154111"/>
                </a:lnTo>
                <a:lnTo>
                  <a:pt x="687657" y="153686"/>
                </a:lnTo>
                <a:lnTo>
                  <a:pt x="687322" y="153256"/>
                </a:lnTo>
                <a:lnTo>
                  <a:pt x="687009" y="152821"/>
                </a:lnTo>
                <a:lnTo>
                  <a:pt x="686718" y="152381"/>
                </a:lnTo>
                <a:lnTo>
                  <a:pt x="686448" y="151935"/>
                </a:lnTo>
                <a:lnTo>
                  <a:pt x="686200" y="151485"/>
                </a:lnTo>
                <a:lnTo>
                  <a:pt x="685974" y="151029"/>
                </a:lnTo>
                <a:lnTo>
                  <a:pt x="685769" y="150569"/>
                </a:lnTo>
                <a:lnTo>
                  <a:pt x="685585" y="150103"/>
                </a:lnTo>
                <a:lnTo>
                  <a:pt x="685423" y="149632"/>
                </a:lnTo>
                <a:lnTo>
                  <a:pt x="685283" y="149156"/>
                </a:lnTo>
                <a:lnTo>
                  <a:pt x="685164" y="148675"/>
                </a:lnTo>
                <a:lnTo>
                  <a:pt x="685067" y="148188"/>
                </a:lnTo>
                <a:lnTo>
                  <a:pt x="684992" y="147697"/>
                </a:lnTo>
                <a:lnTo>
                  <a:pt x="684938" y="147200"/>
                </a:lnTo>
                <a:lnTo>
                  <a:pt x="684905" y="146699"/>
                </a:lnTo>
                <a:lnTo>
                  <a:pt x="684895" y="146192"/>
                </a:lnTo>
                <a:lnTo>
                  <a:pt x="684901" y="145736"/>
                </a:lnTo>
                <a:lnTo>
                  <a:pt x="684920" y="145284"/>
                </a:lnTo>
                <a:lnTo>
                  <a:pt x="684952" y="144837"/>
                </a:lnTo>
                <a:lnTo>
                  <a:pt x="684996" y="144394"/>
                </a:lnTo>
                <a:lnTo>
                  <a:pt x="685053" y="143957"/>
                </a:lnTo>
                <a:lnTo>
                  <a:pt x="685123" y="143523"/>
                </a:lnTo>
                <a:lnTo>
                  <a:pt x="685205" y="143095"/>
                </a:lnTo>
                <a:lnTo>
                  <a:pt x="685300" y="142671"/>
                </a:lnTo>
                <a:lnTo>
                  <a:pt x="685408" y="142251"/>
                </a:lnTo>
                <a:lnTo>
                  <a:pt x="685528" y="141837"/>
                </a:lnTo>
                <a:lnTo>
                  <a:pt x="685661" y="141426"/>
                </a:lnTo>
                <a:lnTo>
                  <a:pt x="685807" y="141021"/>
                </a:lnTo>
                <a:lnTo>
                  <a:pt x="685966" y="140620"/>
                </a:lnTo>
                <a:lnTo>
                  <a:pt x="686137" y="140223"/>
                </a:lnTo>
                <a:lnTo>
                  <a:pt x="686320" y="139832"/>
                </a:lnTo>
                <a:lnTo>
                  <a:pt x="686517" y="139444"/>
                </a:lnTo>
                <a:lnTo>
                  <a:pt x="686726" y="139062"/>
                </a:lnTo>
                <a:lnTo>
                  <a:pt x="686948" y="138684"/>
                </a:lnTo>
                <a:lnTo>
                  <a:pt x="687182" y="138310"/>
                </a:lnTo>
                <a:lnTo>
                  <a:pt x="687429" y="137942"/>
                </a:lnTo>
                <a:lnTo>
                  <a:pt x="687689" y="137577"/>
                </a:lnTo>
                <a:lnTo>
                  <a:pt x="687962" y="137218"/>
                </a:lnTo>
                <a:lnTo>
                  <a:pt x="688247" y="136863"/>
                </a:lnTo>
                <a:lnTo>
                  <a:pt x="688544" y="136512"/>
                </a:lnTo>
                <a:lnTo>
                  <a:pt x="688854" y="136169"/>
                </a:lnTo>
                <a:lnTo>
                  <a:pt x="689174" y="135833"/>
                </a:lnTo>
                <a:lnTo>
                  <a:pt x="689505" y="135506"/>
                </a:lnTo>
                <a:lnTo>
                  <a:pt x="689846" y="135188"/>
                </a:lnTo>
                <a:lnTo>
                  <a:pt x="690198" y="134878"/>
                </a:lnTo>
                <a:lnTo>
                  <a:pt x="690560" y="134577"/>
                </a:lnTo>
                <a:lnTo>
                  <a:pt x="690934" y="134284"/>
                </a:lnTo>
                <a:lnTo>
                  <a:pt x="691317" y="133999"/>
                </a:lnTo>
                <a:lnTo>
                  <a:pt x="691712" y="133724"/>
                </a:lnTo>
                <a:lnTo>
                  <a:pt x="692117" y="133456"/>
                </a:lnTo>
                <a:lnTo>
                  <a:pt x="692532" y="133197"/>
                </a:lnTo>
                <a:lnTo>
                  <a:pt x="692959" y="132947"/>
                </a:lnTo>
                <a:lnTo>
                  <a:pt x="693396" y="132705"/>
                </a:lnTo>
                <a:lnTo>
                  <a:pt x="693843" y="132471"/>
                </a:lnTo>
                <a:lnTo>
                  <a:pt x="694301" y="132246"/>
                </a:lnTo>
                <a:lnTo>
                  <a:pt x="694770" y="132030"/>
                </a:lnTo>
                <a:lnTo>
                  <a:pt x="695249" y="131822"/>
                </a:lnTo>
                <a:lnTo>
                  <a:pt x="695739" y="131622"/>
                </a:lnTo>
                <a:lnTo>
                  <a:pt x="696240" y="131431"/>
                </a:lnTo>
                <a:lnTo>
                  <a:pt x="696751" y="131249"/>
                </a:lnTo>
                <a:lnTo>
                  <a:pt x="697273" y="131074"/>
                </a:lnTo>
                <a:lnTo>
                  <a:pt x="697805" y="130909"/>
                </a:lnTo>
                <a:lnTo>
                  <a:pt x="698348" y="130752"/>
                </a:lnTo>
                <a:lnTo>
                  <a:pt x="698902" y="130603"/>
                </a:lnTo>
                <a:lnTo>
                  <a:pt x="713501" y="130603"/>
                </a:lnTo>
                <a:lnTo>
                  <a:pt x="714454" y="130606"/>
                </a:lnTo>
                <a:lnTo>
                  <a:pt x="715388" y="130615"/>
                </a:lnTo>
                <a:lnTo>
                  <a:pt x="716304" y="130630"/>
                </a:lnTo>
                <a:lnTo>
                  <a:pt x="717202" y="130651"/>
                </a:lnTo>
                <a:lnTo>
                  <a:pt x="718081" y="130678"/>
                </a:lnTo>
                <a:lnTo>
                  <a:pt x="718942" y="130711"/>
                </a:lnTo>
                <a:lnTo>
                  <a:pt x="719785" y="130751"/>
                </a:lnTo>
                <a:lnTo>
                  <a:pt x="720609" y="130796"/>
                </a:lnTo>
                <a:lnTo>
                  <a:pt x="721415" y="130847"/>
                </a:lnTo>
                <a:lnTo>
                  <a:pt x="722203" y="130904"/>
                </a:lnTo>
                <a:lnTo>
                  <a:pt x="722972" y="130967"/>
                </a:lnTo>
                <a:lnTo>
                  <a:pt x="723723" y="131036"/>
                </a:lnTo>
                <a:lnTo>
                  <a:pt x="724456" y="131111"/>
                </a:lnTo>
                <a:lnTo>
                  <a:pt x="725170" y="131193"/>
                </a:lnTo>
                <a:lnTo>
                  <a:pt x="725866" y="131280"/>
                </a:lnTo>
                <a:lnTo>
                  <a:pt x="726544" y="131373"/>
                </a:lnTo>
                <a:lnTo>
                  <a:pt x="727203" y="131472"/>
                </a:lnTo>
                <a:lnTo>
                  <a:pt x="727844" y="131578"/>
                </a:lnTo>
                <a:lnTo>
                  <a:pt x="728467" y="131689"/>
                </a:lnTo>
                <a:lnTo>
                  <a:pt x="729072" y="131806"/>
                </a:lnTo>
                <a:lnTo>
                  <a:pt x="729658" y="131930"/>
                </a:lnTo>
                <a:lnTo>
                  <a:pt x="730226" y="132059"/>
                </a:lnTo>
                <a:lnTo>
                  <a:pt x="730775" y="132194"/>
                </a:lnTo>
                <a:lnTo>
                  <a:pt x="731306" y="132336"/>
                </a:lnTo>
                <a:lnTo>
                  <a:pt x="731821" y="132482"/>
                </a:lnTo>
                <a:lnTo>
                  <a:pt x="732323" y="132634"/>
                </a:lnTo>
                <a:lnTo>
                  <a:pt x="732810" y="132790"/>
                </a:lnTo>
                <a:lnTo>
                  <a:pt x="733284" y="132951"/>
                </a:lnTo>
                <a:lnTo>
                  <a:pt x="733745" y="133117"/>
                </a:lnTo>
                <a:lnTo>
                  <a:pt x="734191" y="133288"/>
                </a:lnTo>
                <a:lnTo>
                  <a:pt x="734624" y="133463"/>
                </a:lnTo>
                <a:lnTo>
                  <a:pt x="735044" y="133643"/>
                </a:lnTo>
                <a:lnTo>
                  <a:pt x="735449" y="133828"/>
                </a:lnTo>
                <a:lnTo>
                  <a:pt x="735841" y="134018"/>
                </a:lnTo>
                <a:lnTo>
                  <a:pt x="736219" y="134212"/>
                </a:lnTo>
                <a:lnTo>
                  <a:pt x="736584" y="134412"/>
                </a:lnTo>
                <a:lnTo>
                  <a:pt x="736934" y="134616"/>
                </a:lnTo>
                <a:lnTo>
                  <a:pt x="737271" y="134825"/>
                </a:lnTo>
                <a:lnTo>
                  <a:pt x="737595" y="135038"/>
                </a:lnTo>
                <a:lnTo>
                  <a:pt x="737904" y="135256"/>
                </a:lnTo>
                <a:lnTo>
                  <a:pt x="738200" y="135480"/>
                </a:lnTo>
                <a:lnTo>
                  <a:pt x="738482" y="135708"/>
                </a:lnTo>
                <a:lnTo>
                  <a:pt x="738751" y="135940"/>
                </a:lnTo>
                <a:lnTo>
                  <a:pt x="739006" y="136178"/>
                </a:lnTo>
                <a:lnTo>
                  <a:pt x="739247" y="136420"/>
                </a:lnTo>
                <a:lnTo>
                  <a:pt x="739474" y="136667"/>
                </a:lnTo>
                <a:lnTo>
                  <a:pt x="739688" y="136919"/>
                </a:lnTo>
                <a:lnTo>
                  <a:pt x="739888" y="137175"/>
                </a:lnTo>
                <a:lnTo>
                  <a:pt x="740077" y="137436"/>
                </a:lnTo>
                <a:lnTo>
                  <a:pt x="740258" y="137701"/>
                </a:lnTo>
                <a:lnTo>
                  <a:pt x="740431" y="137970"/>
                </a:lnTo>
                <a:lnTo>
                  <a:pt x="740596" y="138244"/>
                </a:lnTo>
                <a:lnTo>
                  <a:pt x="740753" y="138521"/>
                </a:lnTo>
                <a:lnTo>
                  <a:pt x="740902" y="138802"/>
                </a:lnTo>
                <a:lnTo>
                  <a:pt x="741043" y="139087"/>
                </a:lnTo>
                <a:lnTo>
                  <a:pt x="741176" y="139377"/>
                </a:lnTo>
                <a:lnTo>
                  <a:pt x="741301" y="139670"/>
                </a:lnTo>
                <a:lnTo>
                  <a:pt x="741417" y="139968"/>
                </a:lnTo>
                <a:lnTo>
                  <a:pt x="741526" y="140270"/>
                </a:lnTo>
                <a:lnTo>
                  <a:pt x="741627" y="140575"/>
                </a:lnTo>
                <a:lnTo>
                  <a:pt x="741719" y="140885"/>
                </a:lnTo>
                <a:lnTo>
                  <a:pt x="741804" y="141199"/>
                </a:lnTo>
                <a:lnTo>
                  <a:pt x="741880" y="141517"/>
                </a:lnTo>
                <a:lnTo>
                  <a:pt x="741949" y="141839"/>
                </a:lnTo>
                <a:lnTo>
                  <a:pt x="742009" y="142165"/>
                </a:lnTo>
                <a:lnTo>
                  <a:pt x="742061" y="142495"/>
                </a:lnTo>
                <a:lnTo>
                  <a:pt x="742106" y="142829"/>
                </a:lnTo>
                <a:lnTo>
                  <a:pt x="742142" y="143167"/>
                </a:lnTo>
                <a:lnTo>
                  <a:pt x="742170" y="143510"/>
                </a:lnTo>
                <a:lnTo>
                  <a:pt x="742190" y="143856"/>
                </a:lnTo>
                <a:lnTo>
                  <a:pt x="742202" y="144207"/>
                </a:lnTo>
                <a:lnTo>
                  <a:pt x="742206" y="144561"/>
                </a:lnTo>
                <a:lnTo>
                  <a:pt x="742194" y="145160"/>
                </a:lnTo>
                <a:lnTo>
                  <a:pt x="742159" y="145751"/>
                </a:lnTo>
                <a:lnTo>
                  <a:pt x="742099" y="146333"/>
                </a:lnTo>
                <a:lnTo>
                  <a:pt x="742016" y="146908"/>
                </a:lnTo>
                <a:lnTo>
                  <a:pt x="741909" y="147474"/>
                </a:lnTo>
                <a:lnTo>
                  <a:pt x="741778" y="148032"/>
                </a:lnTo>
                <a:lnTo>
                  <a:pt x="741623" y="148582"/>
                </a:lnTo>
                <a:lnTo>
                  <a:pt x="741444" y="149124"/>
                </a:lnTo>
                <a:lnTo>
                  <a:pt x="741242" y="149657"/>
                </a:lnTo>
                <a:lnTo>
                  <a:pt x="741016" y="150183"/>
                </a:lnTo>
                <a:lnTo>
                  <a:pt x="740766" y="150700"/>
                </a:lnTo>
                <a:lnTo>
                  <a:pt x="740492" y="151209"/>
                </a:lnTo>
                <a:lnTo>
                  <a:pt x="740195" y="151711"/>
                </a:lnTo>
                <a:lnTo>
                  <a:pt x="739873" y="152204"/>
                </a:lnTo>
                <a:lnTo>
                  <a:pt x="739528" y="152688"/>
                </a:lnTo>
                <a:lnTo>
                  <a:pt x="739159" y="153165"/>
                </a:lnTo>
                <a:lnTo>
                  <a:pt x="738766" y="153633"/>
                </a:lnTo>
                <a:lnTo>
                  <a:pt x="738350" y="154094"/>
                </a:lnTo>
                <a:lnTo>
                  <a:pt x="737909" y="154546"/>
                </a:lnTo>
                <a:lnTo>
                  <a:pt x="737445" y="154990"/>
                </a:lnTo>
                <a:lnTo>
                  <a:pt x="736957" y="155426"/>
                </a:lnTo>
                <a:lnTo>
                  <a:pt x="736446" y="155854"/>
                </a:lnTo>
                <a:lnTo>
                  <a:pt x="735910" y="156273"/>
                </a:lnTo>
                <a:lnTo>
                  <a:pt x="735350" y="156685"/>
                </a:lnTo>
                <a:lnTo>
                  <a:pt x="734762" y="157084"/>
                </a:lnTo>
                <a:lnTo>
                  <a:pt x="734139" y="157466"/>
                </a:lnTo>
                <a:lnTo>
                  <a:pt x="733482" y="157832"/>
                </a:lnTo>
                <a:lnTo>
                  <a:pt x="732790" y="158180"/>
                </a:lnTo>
                <a:lnTo>
                  <a:pt x="732064" y="158511"/>
                </a:lnTo>
                <a:lnTo>
                  <a:pt x="731303" y="158825"/>
                </a:lnTo>
                <a:lnTo>
                  <a:pt x="730508" y="159122"/>
                </a:lnTo>
                <a:lnTo>
                  <a:pt x="729679" y="159403"/>
                </a:lnTo>
                <a:lnTo>
                  <a:pt x="728815" y="159666"/>
                </a:lnTo>
                <a:lnTo>
                  <a:pt x="727916" y="159912"/>
                </a:lnTo>
                <a:lnTo>
                  <a:pt x="726984" y="160142"/>
                </a:lnTo>
                <a:lnTo>
                  <a:pt x="726016" y="160354"/>
                </a:lnTo>
                <a:lnTo>
                  <a:pt x="725015" y="160549"/>
                </a:lnTo>
                <a:lnTo>
                  <a:pt x="723979" y="160728"/>
                </a:lnTo>
                <a:lnTo>
                  <a:pt x="722908" y="160889"/>
                </a:lnTo>
                <a:lnTo>
                  <a:pt x="721804" y="161033"/>
                </a:lnTo>
                <a:lnTo>
                  <a:pt x="720664" y="161161"/>
                </a:lnTo>
                <a:lnTo>
                  <a:pt x="719491" y="161271"/>
                </a:lnTo>
                <a:lnTo>
                  <a:pt x="718282" y="161365"/>
                </a:lnTo>
                <a:lnTo>
                  <a:pt x="717040" y="161441"/>
                </a:lnTo>
                <a:lnTo>
                  <a:pt x="715763" y="161501"/>
                </a:lnTo>
                <a:lnTo>
                  <a:pt x="714452" y="161543"/>
                </a:lnTo>
                <a:lnTo>
                  <a:pt x="713106" y="161569"/>
                </a:lnTo>
                <a:lnTo>
                  <a:pt x="711726" y="161577"/>
                </a:lnTo>
                <a:lnTo>
                  <a:pt x="710540" y="161569"/>
                </a:lnTo>
                <a:lnTo>
                  <a:pt x="709382" y="161545"/>
                </a:lnTo>
                <a:lnTo>
                  <a:pt x="708253" y="161505"/>
                </a:lnTo>
                <a:lnTo>
                  <a:pt x="707152" y="161448"/>
                </a:lnTo>
                <a:lnTo>
                  <a:pt x="706080" y="161376"/>
                </a:lnTo>
                <a:close/>
                <a:moveTo>
                  <a:pt x="843504" y="70116"/>
                </a:moveTo>
                <a:lnTo>
                  <a:pt x="768491" y="103378"/>
                </a:lnTo>
                <a:lnTo>
                  <a:pt x="768491" y="117878"/>
                </a:lnTo>
                <a:lnTo>
                  <a:pt x="853916" y="79210"/>
                </a:lnTo>
                <a:lnTo>
                  <a:pt x="853916" y="74673"/>
                </a:lnTo>
                <a:lnTo>
                  <a:pt x="853916" y="65499"/>
                </a:lnTo>
                <a:lnTo>
                  <a:pt x="853916" y="61159"/>
                </a:lnTo>
                <a:lnTo>
                  <a:pt x="768491" y="22885"/>
                </a:lnTo>
                <a:lnTo>
                  <a:pt x="768491" y="37287"/>
                </a:lnTo>
                <a:lnTo>
                  <a:pt x="843504" y="70116"/>
                </a:lnTo>
                <a:close/>
                <a:moveTo>
                  <a:pt x="582580" y="64612"/>
                </a:moveTo>
                <a:lnTo>
                  <a:pt x="582975" y="64116"/>
                </a:lnTo>
                <a:lnTo>
                  <a:pt x="583379" y="63624"/>
                </a:lnTo>
                <a:lnTo>
                  <a:pt x="583794" y="63135"/>
                </a:lnTo>
                <a:lnTo>
                  <a:pt x="584218" y="62650"/>
                </a:lnTo>
                <a:lnTo>
                  <a:pt x="584653" y="62168"/>
                </a:lnTo>
                <a:lnTo>
                  <a:pt x="585097" y="61689"/>
                </a:lnTo>
                <a:lnTo>
                  <a:pt x="585552" y="61214"/>
                </a:lnTo>
                <a:lnTo>
                  <a:pt x="586016" y="60743"/>
                </a:lnTo>
                <a:lnTo>
                  <a:pt x="586490" y="60274"/>
                </a:lnTo>
                <a:lnTo>
                  <a:pt x="586974" y="59809"/>
                </a:lnTo>
                <a:lnTo>
                  <a:pt x="587468" y="59348"/>
                </a:lnTo>
                <a:lnTo>
                  <a:pt x="587972" y="58889"/>
                </a:lnTo>
                <a:lnTo>
                  <a:pt x="588486" y="58435"/>
                </a:lnTo>
                <a:lnTo>
                  <a:pt x="589010" y="57983"/>
                </a:lnTo>
                <a:lnTo>
                  <a:pt x="589544" y="57535"/>
                </a:lnTo>
                <a:lnTo>
                  <a:pt x="590088" y="57091"/>
                </a:lnTo>
                <a:lnTo>
                  <a:pt x="590641" y="56649"/>
                </a:lnTo>
                <a:lnTo>
                  <a:pt x="591205" y="56211"/>
                </a:lnTo>
                <a:lnTo>
                  <a:pt x="591778" y="55777"/>
                </a:lnTo>
                <a:lnTo>
                  <a:pt x="592362" y="55346"/>
                </a:lnTo>
                <a:lnTo>
                  <a:pt x="592955" y="54918"/>
                </a:lnTo>
                <a:lnTo>
                  <a:pt x="593559" y="54494"/>
                </a:lnTo>
                <a:lnTo>
                  <a:pt x="594173" y="54080"/>
                </a:lnTo>
                <a:lnTo>
                  <a:pt x="594799" y="53684"/>
                </a:lnTo>
                <a:lnTo>
                  <a:pt x="595437" y="53305"/>
                </a:lnTo>
                <a:lnTo>
                  <a:pt x="596088" y="52944"/>
                </a:lnTo>
                <a:lnTo>
                  <a:pt x="596750" y="52600"/>
                </a:lnTo>
                <a:lnTo>
                  <a:pt x="597424" y="52274"/>
                </a:lnTo>
                <a:lnTo>
                  <a:pt x="598110" y="51966"/>
                </a:lnTo>
                <a:lnTo>
                  <a:pt x="598809" y="51675"/>
                </a:lnTo>
                <a:lnTo>
                  <a:pt x="599519" y="51402"/>
                </a:lnTo>
                <a:lnTo>
                  <a:pt x="600241" y="51147"/>
                </a:lnTo>
                <a:lnTo>
                  <a:pt x="600975" y="50909"/>
                </a:lnTo>
                <a:lnTo>
                  <a:pt x="601721" y="50689"/>
                </a:lnTo>
                <a:lnTo>
                  <a:pt x="602479" y="50486"/>
                </a:lnTo>
                <a:lnTo>
                  <a:pt x="603250" y="50301"/>
                </a:lnTo>
                <a:lnTo>
                  <a:pt x="604032" y="50134"/>
                </a:lnTo>
                <a:lnTo>
                  <a:pt x="604826" y="49984"/>
                </a:lnTo>
                <a:lnTo>
                  <a:pt x="605632" y="49852"/>
                </a:lnTo>
                <a:lnTo>
                  <a:pt x="606450" y="49737"/>
                </a:lnTo>
                <a:lnTo>
                  <a:pt x="607280" y="49640"/>
                </a:lnTo>
                <a:lnTo>
                  <a:pt x="608122" y="49561"/>
                </a:lnTo>
                <a:lnTo>
                  <a:pt x="608976" y="49499"/>
                </a:lnTo>
                <a:lnTo>
                  <a:pt x="609842" y="49455"/>
                </a:lnTo>
                <a:lnTo>
                  <a:pt x="610720" y="49429"/>
                </a:lnTo>
                <a:lnTo>
                  <a:pt x="611610" y="49420"/>
                </a:lnTo>
                <a:lnTo>
                  <a:pt x="612204" y="49426"/>
                </a:lnTo>
                <a:lnTo>
                  <a:pt x="612787" y="49442"/>
                </a:lnTo>
                <a:lnTo>
                  <a:pt x="613357" y="49471"/>
                </a:lnTo>
                <a:lnTo>
                  <a:pt x="613916" y="49510"/>
                </a:lnTo>
                <a:lnTo>
                  <a:pt x="614463" y="49560"/>
                </a:lnTo>
                <a:lnTo>
                  <a:pt x="614998" y="49622"/>
                </a:lnTo>
                <a:lnTo>
                  <a:pt x="615521" y="49695"/>
                </a:lnTo>
                <a:lnTo>
                  <a:pt x="616033" y="49779"/>
                </a:lnTo>
                <a:lnTo>
                  <a:pt x="616532" y="49874"/>
                </a:lnTo>
                <a:lnTo>
                  <a:pt x="617020" y="49980"/>
                </a:lnTo>
                <a:lnTo>
                  <a:pt x="617496" y="50098"/>
                </a:lnTo>
                <a:lnTo>
                  <a:pt x="617960" y="50227"/>
                </a:lnTo>
                <a:lnTo>
                  <a:pt x="618413" y="50367"/>
                </a:lnTo>
                <a:lnTo>
                  <a:pt x="618853" y="50518"/>
                </a:lnTo>
                <a:lnTo>
                  <a:pt x="619282" y="50681"/>
                </a:lnTo>
                <a:lnTo>
                  <a:pt x="619699" y="50855"/>
                </a:lnTo>
                <a:lnTo>
                  <a:pt x="620104" y="51039"/>
                </a:lnTo>
                <a:lnTo>
                  <a:pt x="620497" y="51236"/>
                </a:lnTo>
                <a:lnTo>
                  <a:pt x="620879" y="51443"/>
                </a:lnTo>
                <a:lnTo>
                  <a:pt x="621248" y="51661"/>
                </a:lnTo>
                <a:lnTo>
                  <a:pt x="621606" y="51891"/>
                </a:lnTo>
                <a:lnTo>
                  <a:pt x="621952" y="52132"/>
                </a:lnTo>
                <a:lnTo>
                  <a:pt x="622287" y="52384"/>
                </a:lnTo>
                <a:lnTo>
                  <a:pt x="622609" y="52648"/>
                </a:lnTo>
                <a:lnTo>
                  <a:pt x="622921" y="52921"/>
                </a:lnTo>
                <a:lnTo>
                  <a:pt x="623226" y="53202"/>
                </a:lnTo>
                <a:lnTo>
                  <a:pt x="623522" y="53492"/>
                </a:lnTo>
                <a:lnTo>
                  <a:pt x="623810" y="53790"/>
                </a:lnTo>
                <a:lnTo>
                  <a:pt x="624091" y="54097"/>
                </a:lnTo>
                <a:lnTo>
                  <a:pt x="624363" y="54412"/>
                </a:lnTo>
                <a:lnTo>
                  <a:pt x="624627" y="54735"/>
                </a:lnTo>
                <a:lnTo>
                  <a:pt x="624883" y="55067"/>
                </a:lnTo>
                <a:lnTo>
                  <a:pt x="625131" y="55407"/>
                </a:lnTo>
                <a:lnTo>
                  <a:pt x="625371" y="55756"/>
                </a:lnTo>
                <a:lnTo>
                  <a:pt x="625603" y="56112"/>
                </a:lnTo>
                <a:lnTo>
                  <a:pt x="625827" y="56478"/>
                </a:lnTo>
                <a:lnTo>
                  <a:pt x="626043" y="56851"/>
                </a:lnTo>
                <a:lnTo>
                  <a:pt x="626251" y="57233"/>
                </a:lnTo>
                <a:lnTo>
                  <a:pt x="626451" y="57624"/>
                </a:lnTo>
                <a:lnTo>
                  <a:pt x="626642" y="58022"/>
                </a:lnTo>
                <a:lnTo>
                  <a:pt x="626826" y="58429"/>
                </a:lnTo>
                <a:lnTo>
                  <a:pt x="627002" y="58845"/>
                </a:lnTo>
                <a:lnTo>
                  <a:pt x="627169" y="59269"/>
                </a:lnTo>
                <a:lnTo>
                  <a:pt x="627329" y="59701"/>
                </a:lnTo>
                <a:lnTo>
                  <a:pt x="627480" y="60141"/>
                </a:lnTo>
                <a:lnTo>
                  <a:pt x="627624" y="60590"/>
                </a:lnTo>
                <a:lnTo>
                  <a:pt x="627759" y="61047"/>
                </a:lnTo>
                <a:lnTo>
                  <a:pt x="627886" y="61513"/>
                </a:lnTo>
                <a:lnTo>
                  <a:pt x="628007" y="61986"/>
                </a:lnTo>
                <a:lnTo>
                  <a:pt x="628123" y="62464"/>
                </a:lnTo>
                <a:lnTo>
                  <a:pt x="628233" y="62947"/>
                </a:lnTo>
                <a:lnTo>
                  <a:pt x="628338" y="63437"/>
                </a:lnTo>
                <a:lnTo>
                  <a:pt x="628439" y="63932"/>
                </a:lnTo>
                <a:lnTo>
                  <a:pt x="628534" y="64433"/>
                </a:lnTo>
                <a:lnTo>
                  <a:pt x="628624" y="64940"/>
                </a:lnTo>
                <a:lnTo>
                  <a:pt x="628708" y="65452"/>
                </a:lnTo>
                <a:lnTo>
                  <a:pt x="628788" y="65970"/>
                </a:lnTo>
                <a:lnTo>
                  <a:pt x="628862" y="66494"/>
                </a:lnTo>
                <a:lnTo>
                  <a:pt x="628932" y="67024"/>
                </a:lnTo>
                <a:lnTo>
                  <a:pt x="628996" y="67559"/>
                </a:lnTo>
                <a:lnTo>
                  <a:pt x="629055" y="68100"/>
                </a:lnTo>
                <a:lnTo>
                  <a:pt x="629109" y="68646"/>
                </a:lnTo>
                <a:lnTo>
                  <a:pt x="629158" y="69199"/>
                </a:lnTo>
                <a:lnTo>
                  <a:pt x="629202" y="69757"/>
                </a:lnTo>
                <a:lnTo>
                  <a:pt x="629240" y="70320"/>
                </a:lnTo>
                <a:lnTo>
                  <a:pt x="629273" y="70890"/>
                </a:lnTo>
                <a:lnTo>
                  <a:pt x="629302" y="71465"/>
                </a:lnTo>
                <a:lnTo>
                  <a:pt x="629325" y="72046"/>
                </a:lnTo>
                <a:lnTo>
                  <a:pt x="629343" y="72632"/>
                </a:lnTo>
                <a:lnTo>
                  <a:pt x="629356" y="73224"/>
                </a:lnTo>
                <a:lnTo>
                  <a:pt x="629363" y="73822"/>
                </a:lnTo>
                <a:lnTo>
                  <a:pt x="629366" y="74426"/>
                </a:lnTo>
                <a:lnTo>
                  <a:pt x="629366" y="136324"/>
                </a:lnTo>
                <a:lnTo>
                  <a:pt x="645839" y="136324"/>
                </a:lnTo>
                <a:lnTo>
                  <a:pt x="645839" y="72308"/>
                </a:lnTo>
                <a:lnTo>
                  <a:pt x="645827" y="70869"/>
                </a:lnTo>
                <a:lnTo>
                  <a:pt x="645789" y="69457"/>
                </a:lnTo>
                <a:lnTo>
                  <a:pt x="645727" y="68072"/>
                </a:lnTo>
                <a:lnTo>
                  <a:pt x="645639" y="66714"/>
                </a:lnTo>
                <a:lnTo>
                  <a:pt x="645527" y="65383"/>
                </a:lnTo>
                <a:lnTo>
                  <a:pt x="645389" y="64080"/>
                </a:lnTo>
                <a:lnTo>
                  <a:pt x="645227" y="62803"/>
                </a:lnTo>
                <a:lnTo>
                  <a:pt x="645039" y="61553"/>
                </a:lnTo>
                <a:lnTo>
                  <a:pt x="644827" y="60331"/>
                </a:lnTo>
                <a:lnTo>
                  <a:pt x="644589" y="59136"/>
                </a:lnTo>
                <a:lnTo>
                  <a:pt x="644327" y="57967"/>
                </a:lnTo>
                <a:lnTo>
                  <a:pt x="644039" y="56826"/>
                </a:lnTo>
                <a:lnTo>
                  <a:pt x="643727" y="55712"/>
                </a:lnTo>
                <a:lnTo>
                  <a:pt x="643389" y="54625"/>
                </a:lnTo>
                <a:lnTo>
                  <a:pt x="643026" y="53565"/>
                </a:lnTo>
                <a:lnTo>
                  <a:pt x="642639" y="52532"/>
                </a:lnTo>
                <a:lnTo>
                  <a:pt x="642226" y="51526"/>
                </a:lnTo>
                <a:lnTo>
                  <a:pt x="641789" y="50547"/>
                </a:lnTo>
                <a:lnTo>
                  <a:pt x="641326" y="49595"/>
                </a:lnTo>
                <a:lnTo>
                  <a:pt x="640839" y="48671"/>
                </a:lnTo>
                <a:lnTo>
                  <a:pt x="640326" y="47773"/>
                </a:lnTo>
                <a:lnTo>
                  <a:pt x="639789" y="46903"/>
                </a:lnTo>
                <a:lnTo>
                  <a:pt x="639226" y="46059"/>
                </a:lnTo>
                <a:lnTo>
                  <a:pt x="638638" y="45243"/>
                </a:lnTo>
                <a:lnTo>
                  <a:pt x="638023" y="44457"/>
                </a:lnTo>
                <a:lnTo>
                  <a:pt x="637379" y="43705"/>
                </a:lnTo>
                <a:lnTo>
                  <a:pt x="636704" y="42985"/>
                </a:lnTo>
                <a:lnTo>
                  <a:pt x="636000" y="42300"/>
                </a:lnTo>
                <a:lnTo>
                  <a:pt x="635266" y="41647"/>
                </a:lnTo>
                <a:lnTo>
                  <a:pt x="634502" y="41029"/>
                </a:lnTo>
                <a:lnTo>
                  <a:pt x="633708" y="40443"/>
                </a:lnTo>
                <a:lnTo>
                  <a:pt x="632884" y="39891"/>
                </a:lnTo>
                <a:lnTo>
                  <a:pt x="632031" y="39373"/>
                </a:lnTo>
                <a:lnTo>
                  <a:pt x="631148" y="38888"/>
                </a:lnTo>
                <a:lnTo>
                  <a:pt x="630235" y="38436"/>
                </a:lnTo>
                <a:lnTo>
                  <a:pt x="629292" y="38018"/>
                </a:lnTo>
                <a:lnTo>
                  <a:pt x="628319" y="37634"/>
                </a:lnTo>
                <a:lnTo>
                  <a:pt x="627317" y="37282"/>
                </a:lnTo>
                <a:lnTo>
                  <a:pt x="626285" y="36965"/>
                </a:lnTo>
                <a:lnTo>
                  <a:pt x="625223" y="36680"/>
                </a:lnTo>
                <a:lnTo>
                  <a:pt x="624131" y="36430"/>
                </a:lnTo>
                <a:lnTo>
                  <a:pt x="623010" y="36212"/>
                </a:lnTo>
                <a:lnTo>
                  <a:pt x="621858" y="36028"/>
                </a:lnTo>
                <a:lnTo>
                  <a:pt x="620677" y="35878"/>
                </a:lnTo>
                <a:lnTo>
                  <a:pt x="619466" y="35761"/>
                </a:lnTo>
                <a:lnTo>
                  <a:pt x="618225" y="35677"/>
                </a:lnTo>
                <a:lnTo>
                  <a:pt x="616955" y="35627"/>
                </a:lnTo>
                <a:lnTo>
                  <a:pt x="615655" y="35610"/>
                </a:lnTo>
                <a:lnTo>
                  <a:pt x="614586" y="35619"/>
                </a:lnTo>
                <a:lnTo>
                  <a:pt x="613533" y="35646"/>
                </a:lnTo>
                <a:lnTo>
                  <a:pt x="612496" y="35691"/>
                </a:lnTo>
                <a:lnTo>
                  <a:pt x="611476" y="35754"/>
                </a:lnTo>
                <a:lnTo>
                  <a:pt x="610472" y="35835"/>
                </a:lnTo>
                <a:lnTo>
                  <a:pt x="609483" y="35934"/>
                </a:lnTo>
                <a:lnTo>
                  <a:pt x="608511" y="36051"/>
                </a:lnTo>
                <a:lnTo>
                  <a:pt x="607555" y="36185"/>
                </a:lnTo>
                <a:lnTo>
                  <a:pt x="606615" y="36338"/>
                </a:lnTo>
                <a:lnTo>
                  <a:pt x="605691" y="36509"/>
                </a:lnTo>
                <a:lnTo>
                  <a:pt x="604783" y="36698"/>
                </a:lnTo>
                <a:lnTo>
                  <a:pt x="603891" y="36905"/>
                </a:lnTo>
                <a:lnTo>
                  <a:pt x="603016" y="37130"/>
                </a:lnTo>
                <a:lnTo>
                  <a:pt x="602156" y="37372"/>
                </a:lnTo>
                <a:lnTo>
                  <a:pt x="601313" y="37633"/>
                </a:lnTo>
                <a:lnTo>
                  <a:pt x="600486" y="37912"/>
                </a:lnTo>
                <a:lnTo>
                  <a:pt x="599674" y="38208"/>
                </a:lnTo>
                <a:lnTo>
                  <a:pt x="598879" y="38523"/>
                </a:lnTo>
                <a:lnTo>
                  <a:pt x="598100" y="38856"/>
                </a:lnTo>
                <a:lnTo>
                  <a:pt x="597337" y="39206"/>
                </a:lnTo>
                <a:lnTo>
                  <a:pt x="596590" y="39575"/>
                </a:lnTo>
                <a:lnTo>
                  <a:pt x="595860" y="39962"/>
                </a:lnTo>
                <a:lnTo>
                  <a:pt x="595145" y="40366"/>
                </a:lnTo>
                <a:lnTo>
                  <a:pt x="594446" y="40789"/>
                </a:lnTo>
                <a:lnTo>
                  <a:pt x="593763" y="41222"/>
                </a:lnTo>
                <a:lnTo>
                  <a:pt x="593092" y="41656"/>
                </a:lnTo>
                <a:lnTo>
                  <a:pt x="592435" y="42094"/>
                </a:lnTo>
                <a:lnTo>
                  <a:pt x="591791" y="42533"/>
                </a:lnTo>
                <a:lnTo>
                  <a:pt x="591161" y="42974"/>
                </a:lnTo>
                <a:lnTo>
                  <a:pt x="590544" y="43418"/>
                </a:lnTo>
                <a:lnTo>
                  <a:pt x="589940" y="43864"/>
                </a:lnTo>
                <a:lnTo>
                  <a:pt x="589350" y="44313"/>
                </a:lnTo>
                <a:lnTo>
                  <a:pt x="588773" y="44763"/>
                </a:lnTo>
                <a:lnTo>
                  <a:pt x="588209" y="45216"/>
                </a:lnTo>
                <a:lnTo>
                  <a:pt x="587659" y="45671"/>
                </a:lnTo>
                <a:lnTo>
                  <a:pt x="587122" y="46128"/>
                </a:lnTo>
                <a:lnTo>
                  <a:pt x="586599" y="46587"/>
                </a:lnTo>
                <a:lnTo>
                  <a:pt x="586088" y="47049"/>
                </a:lnTo>
                <a:lnTo>
                  <a:pt x="585592" y="47513"/>
                </a:lnTo>
                <a:lnTo>
                  <a:pt x="585108" y="47979"/>
                </a:lnTo>
                <a:lnTo>
                  <a:pt x="584638" y="48447"/>
                </a:lnTo>
                <a:lnTo>
                  <a:pt x="584181" y="48918"/>
                </a:lnTo>
                <a:lnTo>
                  <a:pt x="583738" y="49390"/>
                </a:lnTo>
                <a:lnTo>
                  <a:pt x="583308" y="49865"/>
                </a:lnTo>
                <a:lnTo>
                  <a:pt x="582891" y="50343"/>
                </a:lnTo>
                <a:lnTo>
                  <a:pt x="582488" y="50822"/>
                </a:lnTo>
                <a:lnTo>
                  <a:pt x="582098" y="51304"/>
                </a:lnTo>
                <a:lnTo>
                  <a:pt x="581721" y="51788"/>
                </a:lnTo>
                <a:lnTo>
                  <a:pt x="581130" y="37287"/>
                </a:lnTo>
                <a:lnTo>
                  <a:pt x="565347" y="37287"/>
                </a:lnTo>
                <a:lnTo>
                  <a:pt x="565347" y="136324"/>
                </a:lnTo>
                <a:lnTo>
                  <a:pt x="581820" y="136324"/>
                </a:lnTo>
                <a:lnTo>
                  <a:pt x="581820" y="65613"/>
                </a:lnTo>
                <a:lnTo>
                  <a:pt x="582195" y="65111"/>
                </a:lnTo>
                <a:lnTo>
                  <a:pt x="582580" y="6461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" name="Text #Approach">
            <a:extLst xmlns:a="http://schemas.openxmlformats.org/drawingml/2006/main">
              <a:ext uri="{FF2B5EF4-FFF2-40B4-BE49-F238E27FC236}">
                <a16:creationId xmlns:a16="http://schemas.microsoft.com/office/drawing/2014/main" id="{11439433-FF68-46C0-A227-1F60B8061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915" y="2224856"/>
            <a:ext cx="1019471" cy="167913"/>
          </a:xfrm>
          <a:custGeom xmlns:a="http://schemas.openxmlformats.org/drawingml/2006/main">
            <a:pathLst>
              <a:path w="1019471" h="167913">
                <a:moveTo>
                  <a:pt x="13697" y="132635"/>
                </a:moveTo>
                <a:lnTo>
                  <a:pt x="18821" y="95584"/>
                </a:lnTo>
                <a:lnTo>
                  <a:pt x="0" y="95584"/>
                </a:lnTo>
                <a:lnTo>
                  <a:pt x="0" y="79226"/>
                </a:lnTo>
                <a:lnTo>
                  <a:pt x="21186" y="79226"/>
                </a:lnTo>
                <a:lnTo>
                  <a:pt x="24339" y="56365"/>
                </a:lnTo>
                <a:lnTo>
                  <a:pt x="5420" y="56365"/>
                </a:lnTo>
                <a:lnTo>
                  <a:pt x="5420" y="40106"/>
                </a:lnTo>
                <a:lnTo>
                  <a:pt x="26704" y="40106"/>
                </a:lnTo>
                <a:lnTo>
                  <a:pt x="31828" y="3547"/>
                </a:lnTo>
                <a:lnTo>
                  <a:pt x="49664" y="3547"/>
                </a:lnTo>
                <a:lnTo>
                  <a:pt x="44639" y="40106"/>
                </a:lnTo>
                <a:lnTo>
                  <a:pt x="64248" y="40106"/>
                </a:lnTo>
                <a:lnTo>
                  <a:pt x="69274" y="3547"/>
                </a:lnTo>
                <a:lnTo>
                  <a:pt x="87307" y="3547"/>
                </a:lnTo>
                <a:lnTo>
                  <a:pt x="82183" y="40106"/>
                </a:lnTo>
                <a:lnTo>
                  <a:pt x="100708" y="40106"/>
                </a:lnTo>
                <a:lnTo>
                  <a:pt x="100708" y="56365"/>
                </a:lnTo>
                <a:lnTo>
                  <a:pt x="79818" y="56365"/>
                </a:lnTo>
                <a:lnTo>
                  <a:pt x="76763" y="79226"/>
                </a:lnTo>
                <a:lnTo>
                  <a:pt x="95091" y="79226"/>
                </a:lnTo>
                <a:lnTo>
                  <a:pt x="95091" y="95584"/>
                </a:lnTo>
                <a:lnTo>
                  <a:pt x="74496" y="95584"/>
                </a:lnTo>
                <a:lnTo>
                  <a:pt x="69372" y="132635"/>
                </a:lnTo>
                <a:lnTo>
                  <a:pt x="51438" y="132635"/>
                </a:lnTo>
                <a:lnTo>
                  <a:pt x="56464" y="95584"/>
                </a:lnTo>
                <a:lnTo>
                  <a:pt x="36854" y="95584"/>
                </a:lnTo>
                <a:lnTo>
                  <a:pt x="31730" y="132635"/>
                </a:lnTo>
                <a:lnTo>
                  <a:pt x="13697" y="132635"/>
                </a:lnTo>
                <a:moveTo>
                  <a:pt x="39219" y="79226"/>
                </a:moveTo>
                <a:lnTo>
                  <a:pt x="58927" y="79226"/>
                </a:lnTo>
                <a:lnTo>
                  <a:pt x="61883" y="56365"/>
                </a:lnTo>
                <a:lnTo>
                  <a:pt x="42372" y="56365"/>
                </a:lnTo>
                <a:lnTo>
                  <a:pt x="39219" y="79226"/>
                </a:lnTo>
                <a:close/>
                <a:moveTo>
                  <a:pt x="147608" y="132635"/>
                </a:moveTo>
                <a:lnTo>
                  <a:pt x="195302" y="0"/>
                </a:lnTo>
                <a:lnTo>
                  <a:pt x="224371" y="0"/>
                </a:lnTo>
                <a:lnTo>
                  <a:pt x="272163" y="132635"/>
                </a:lnTo>
                <a:lnTo>
                  <a:pt x="243291" y="132635"/>
                </a:lnTo>
                <a:lnTo>
                  <a:pt x="233831" y="103467"/>
                </a:lnTo>
                <a:lnTo>
                  <a:pt x="185941" y="103467"/>
                </a:lnTo>
                <a:lnTo>
                  <a:pt x="176185" y="132635"/>
                </a:lnTo>
                <a:lnTo>
                  <a:pt x="147608" y="132635"/>
                </a:lnTo>
                <a:moveTo>
                  <a:pt x="192543" y="80507"/>
                </a:moveTo>
                <a:lnTo>
                  <a:pt x="227032" y="80507"/>
                </a:lnTo>
                <a:lnTo>
                  <a:pt x="209787" y="27394"/>
                </a:lnTo>
                <a:lnTo>
                  <a:pt x="192543" y="80507"/>
                </a:lnTo>
                <a:close/>
                <a:moveTo>
                  <a:pt x="287235" y="167913"/>
                </a:moveTo>
                <a:lnTo>
                  <a:pt x="287235" y="35277"/>
                </a:lnTo>
                <a:lnTo>
                  <a:pt x="311870" y="35277"/>
                </a:lnTo>
                <a:lnTo>
                  <a:pt x="313348" y="49960"/>
                </a:lnTo>
                <a:cubicBezTo>
                  <a:pt x="316896" y="44770"/>
                  <a:pt x="321166" y="40779"/>
                  <a:pt x="326159" y="37987"/>
                </a:cubicBezTo>
                <a:cubicBezTo>
                  <a:pt x="331151" y="35195"/>
                  <a:pt x="337064" y="33799"/>
                  <a:pt x="343896" y="33799"/>
                </a:cubicBezTo>
                <a:cubicBezTo>
                  <a:pt x="351385" y="33799"/>
                  <a:pt x="358036" y="35627"/>
                  <a:pt x="363850" y="39284"/>
                </a:cubicBezTo>
                <a:cubicBezTo>
                  <a:pt x="369664" y="42940"/>
                  <a:pt x="374230" y="48491"/>
                  <a:pt x="377547" y="55937"/>
                </a:cubicBezTo>
                <a:cubicBezTo>
                  <a:pt x="380865" y="63381"/>
                  <a:pt x="382524" y="72920"/>
                  <a:pt x="382524" y="84554"/>
                </a:cubicBezTo>
                <a:cubicBezTo>
                  <a:pt x="382524" y="95787"/>
                  <a:pt x="380734" y="105060"/>
                  <a:pt x="377153" y="112373"/>
                </a:cubicBezTo>
                <a:cubicBezTo>
                  <a:pt x="373573" y="119685"/>
                  <a:pt x="368728" y="125170"/>
                  <a:pt x="362619" y="128826"/>
                </a:cubicBezTo>
                <a:cubicBezTo>
                  <a:pt x="356509" y="132482"/>
                  <a:pt x="349644" y="134343"/>
                  <a:pt x="342024" y="134409"/>
                </a:cubicBezTo>
                <a:cubicBezTo>
                  <a:pt x="335783" y="134475"/>
                  <a:pt x="330215" y="133194"/>
                  <a:pt x="325321" y="130566"/>
                </a:cubicBezTo>
                <a:cubicBezTo>
                  <a:pt x="320427" y="127938"/>
                  <a:pt x="316436" y="124259"/>
                  <a:pt x="313348" y="119529"/>
                </a:cubicBezTo>
                <a:lnTo>
                  <a:pt x="313348" y="167913"/>
                </a:lnTo>
                <a:lnTo>
                  <a:pt x="287235" y="167913"/>
                </a:lnTo>
                <a:moveTo>
                  <a:pt x="335520" y="114405"/>
                </a:moveTo>
                <a:cubicBezTo>
                  <a:pt x="342089" y="114405"/>
                  <a:pt x="347115" y="111826"/>
                  <a:pt x="350597" y="106667"/>
                </a:cubicBezTo>
                <a:cubicBezTo>
                  <a:pt x="354078" y="101508"/>
                  <a:pt x="355819" y="94038"/>
                  <a:pt x="355819" y="84258"/>
                </a:cubicBezTo>
                <a:cubicBezTo>
                  <a:pt x="355819" y="73872"/>
                  <a:pt x="354193" y="66168"/>
                  <a:pt x="350942" y="61144"/>
                </a:cubicBezTo>
                <a:cubicBezTo>
                  <a:pt x="347690" y="56119"/>
                  <a:pt x="343239" y="53606"/>
                  <a:pt x="337589" y="53606"/>
                </a:cubicBezTo>
                <a:cubicBezTo>
                  <a:pt x="331677" y="53606"/>
                  <a:pt x="326619" y="55297"/>
                  <a:pt x="322414" y="58681"/>
                </a:cubicBezTo>
                <a:cubicBezTo>
                  <a:pt x="318210" y="62064"/>
                  <a:pt x="315188" y="65765"/>
                  <a:pt x="313348" y="69785"/>
                </a:cubicBezTo>
                <a:lnTo>
                  <a:pt x="313348" y="98728"/>
                </a:lnTo>
                <a:cubicBezTo>
                  <a:pt x="315451" y="103017"/>
                  <a:pt x="318390" y="106702"/>
                  <a:pt x="322168" y="109783"/>
                </a:cubicBezTo>
                <a:cubicBezTo>
                  <a:pt x="325945" y="112864"/>
                  <a:pt x="330396" y="114405"/>
                  <a:pt x="335520" y="114405"/>
                </a:cubicBezTo>
                <a:close/>
                <a:moveTo>
                  <a:pt x="400653" y="167913"/>
                </a:moveTo>
                <a:lnTo>
                  <a:pt x="400653" y="35277"/>
                </a:lnTo>
                <a:lnTo>
                  <a:pt x="425288" y="35277"/>
                </a:lnTo>
                <a:lnTo>
                  <a:pt x="426766" y="49960"/>
                </a:lnTo>
                <a:cubicBezTo>
                  <a:pt x="430313" y="44770"/>
                  <a:pt x="434583" y="40779"/>
                  <a:pt x="439576" y="37987"/>
                </a:cubicBezTo>
                <a:cubicBezTo>
                  <a:pt x="444569" y="35195"/>
                  <a:pt x="450481" y="33799"/>
                  <a:pt x="457313" y="33799"/>
                </a:cubicBezTo>
                <a:cubicBezTo>
                  <a:pt x="464802" y="33799"/>
                  <a:pt x="471454" y="35627"/>
                  <a:pt x="477268" y="39284"/>
                </a:cubicBezTo>
                <a:cubicBezTo>
                  <a:pt x="483081" y="42940"/>
                  <a:pt x="487647" y="48491"/>
                  <a:pt x="490965" y="55937"/>
                </a:cubicBezTo>
                <a:cubicBezTo>
                  <a:pt x="494282" y="63381"/>
                  <a:pt x="495941" y="72920"/>
                  <a:pt x="495941" y="84554"/>
                </a:cubicBezTo>
                <a:cubicBezTo>
                  <a:pt x="495941" y="95787"/>
                  <a:pt x="494151" y="105060"/>
                  <a:pt x="490570" y="112373"/>
                </a:cubicBezTo>
                <a:cubicBezTo>
                  <a:pt x="486990" y="119685"/>
                  <a:pt x="482145" y="125170"/>
                  <a:pt x="476036" y="128826"/>
                </a:cubicBezTo>
                <a:cubicBezTo>
                  <a:pt x="469926" y="132482"/>
                  <a:pt x="463061" y="134343"/>
                  <a:pt x="455441" y="134409"/>
                </a:cubicBezTo>
                <a:cubicBezTo>
                  <a:pt x="449200" y="134475"/>
                  <a:pt x="443632" y="133194"/>
                  <a:pt x="438738" y="130566"/>
                </a:cubicBezTo>
                <a:cubicBezTo>
                  <a:pt x="433844" y="127938"/>
                  <a:pt x="429853" y="124259"/>
                  <a:pt x="426766" y="119529"/>
                </a:cubicBezTo>
                <a:lnTo>
                  <a:pt x="426766" y="167913"/>
                </a:lnTo>
                <a:lnTo>
                  <a:pt x="400653" y="167913"/>
                </a:lnTo>
                <a:moveTo>
                  <a:pt x="448937" y="114405"/>
                </a:moveTo>
                <a:cubicBezTo>
                  <a:pt x="455507" y="114405"/>
                  <a:pt x="460532" y="111826"/>
                  <a:pt x="464014" y="106667"/>
                </a:cubicBezTo>
                <a:cubicBezTo>
                  <a:pt x="467496" y="101508"/>
                  <a:pt x="469237" y="94038"/>
                  <a:pt x="469237" y="84258"/>
                </a:cubicBezTo>
                <a:cubicBezTo>
                  <a:pt x="469237" y="73872"/>
                  <a:pt x="467611" y="66168"/>
                  <a:pt x="464359" y="61144"/>
                </a:cubicBezTo>
                <a:cubicBezTo>
                  <a:pt x="461107" y="56119"/>
                  <a:pt x="456656" y="53606"/>
                  <a:pt x="451007" y="53606"/>
                </a:cubicBezTo>
                <a:cubicBezTo>
                  <a:pt x="445094" y="53606"/>
                  <a:pt x="440036" y="55297"/>
                  <a:pt x="435831" y="58681"/>
                </a:cubicBezTo>
                <a:cubicBezTo>
                  <a:pt x="431627" y="62064"/>
                  <a:pt x="428605" y="65765"/>
                  <a:pt x="426766" y="69785"/>
                </a:cubicBezTo>
                <a:lnTo>
                  <a:pt x="426766" y="98728"/>
                </a:lnTo>
                <a:cubicBezTo>
                  <a:pt x="428868" y="103017"/>
                  <a:pt x="431808" y="106702"/>
                  <a:pt x="435585" y="109783"/>
                </a:cubicBezTo>
                <a:cubicBezTo>
                  <a:pt x="439362" y="112864"/>
                  <a:pt x="443813" y="114405"/>
                  <a:pt x="448937" y="114405"/>
                </a:cubicBezTo>
                <a:close/>
                <a:moveTo>
                  <a:pt x="520326" y="132635"/>
                </a:moveTo>
                <a:lnTo>
                  <a:pt x="520326" y="35277"/>
                </a:lnTo>
                <a:lnTo>
                  <a:pt x="545355" y="35277"/>
                </a:lnTo>
                <a:lnTo>
                  <a:pt x="545848" y="51734"/>
                </a:lnTo>
                <a:cubicBezTo>
                  <a:pt x="548344" y="45953"/>
                  <a:pt x="552089" y="41518"/>
                  <a:pt x="557082" y="38431"/>
                </a:cubicBezTo>
                <a:cubicBezTo>
                  <a:pt x="562074" y="35343"/>
                  <a:pt x="568118" y="33799"/>
                  <a:pt x="575213" y="33799"/>
                </a:cubicBezTo>
                <a:lnTo>
                  <a:pt x="577184" y="33799"/>
                </a:lnTo>
                <a:lnTo>
                  <a:pt x="577184" y="55774"/>
                </a:lnTo>
                <a:lnTo>
                  <a:pt x="574720" y="55774"/>
                </a:lnTo>
                <a:cubicBezTo>
                  <a:pt x="570844" y="55774"/>
                  <a:pt x="567133" y="56125"/>
                  <a:pt x="563585" y="56827"/>
                </a:cubicBezTo>
                <a:cubicBezTo>
                  <a:pt x="560038" y="57529"/>
                  <a:pt x="556819" y="58733"/>
                  <a:pt x="553928" y="60439"/>
                </a:cubicBezTo>
                <a:cubicBezTo>
                  <a:pt x="551038" y="62145"/>
                  <a:pt x="548541" y="64503"/>
                  <a:pt x="546439" y="67512"/>
                </a:cubicBezTo>
                <a:lnTo>
                  <a:pt x="546439" y="132635"/>
                </a:lnTo>
                <a:lnTo>
                  <a:pt x="520326" y="132635"/>
                </a:lnTo>
                <a:close/>
                <a:moveTo>
                  <a:pt x="639457" y="134409"/>
                </a:moveTo>
                <a:cubicBezTo>
                  <a:pt x="629734" y="134409"/>
                  <a:pt x="621210" y="132448"/>
                  <a:pt x="613885" y="128527"/>
                </a:cubicBezTo>
                <a:cubicBezTo>
                  <a:pt x="606560" y="124604"/>
                  <a:pt x="600894" y="118921"/>
                  <a:pt x="596887" y="111477"/>
                </a:cubicBezTo>
                <a:cubicBezTo>
                  <a:pt x="592880" y="104031"/>
                  <a:pt x="590876" y="95023"/>
                  <a:pt x="590876" y="84452"/>
                </a:cubicBezTo>
                <a:cubicBezTo>
                  <a:pt x="590876" y="73684"/>
                  <a:pt x="592880" y="64528"/>
                  <a:pt x="596887" y="56984"/>
                </a:cubicBezTo>
                <a:cubicBezTo>
                  <a:pt x="600894" y="49437"/>
                  <a:pt x="606560" y="43687"/>
                  <a:pt x="613885" y="39733"/>
                </a:cubicBezTo>
                <a:cubicBezTo>
                  <a:pt x="621210" y="35777"/>
                  <a:pt x="629734" y="33799"/>
                  <a:pt x="639457" y="33799"/>
                </a:cubicBezTo>
                <a:cubicBezTo>
                  <a:pt x="649311" y="33799"/>
                  <a:pt x="657900" y="35777"/>
                  <a:pt x="665225" y="39733"/>
                </a:cubicBezTo>
                <a:cubicBezTo>
                  <a:pt x="672550" y="43687"/>
                  <a:pt x="678249" y="49437"/>
                  <a:pt x="682321" y="56984"/>
                </a:cubicBezTo>
                <a:cubicBezTo>
                  <a:pt x="686394" y="64528"/>
                  <a:pt x="688431" y="73684"/>
                  <a:pt x="688431" y="84452"/>
                </a:cubicBezTo>
                <a:cubicBezTo>
                  <a:pt x="688431" y="95023"/>
                  <a:pt x="686394" y="104031"/>
                  <a:pt x="682321" y="111477"/>
                </a:cubicBezTo>
                <a:cubicBezTo>
                  <a:pt x="678249" y="118921"/>
                  <a:pt x="672550" y="124604"/>
                  <a:pt x="665225" y="128527"/>
                </a:cubicBezTo>
                <a:cubicBezTo>
                  <a:pt x="657900" y="132448"/>
                  <a:pt x="649311" y="134409"/>
                  <a:pt x="639457" y="134409"/>
                </a:cubicBezTo>
                <a:moveTo>
                  <a:pt x="639457" y="114504"/>
                </a:moveTo>
                <a:cubicBezTo>
                  <a:pt x="645172" y="114504"/>
                  <a:pt x="649655" y="113147"/>
                  <a:pt x="652907" y="110433"/>
                </a:cubicBezTo>
                <a:cubicBezTo>
                  <a:pt x="656159" y="107719"/>
                  <a:pt x="658458" y="104084"/>
                  <a:pt x="659805" y="99529"/>
                </a:cubicBezTo>
                <a:cubicBezTo>
                  <a:pt x="661152" y="94973"/>
                  <a:pt x="661825" y="89949"/>
                  <a:pt x="661825" y="84455"/>
                </a:cubicBezTo>
                <a:cubicBezTo>
                  <a:pt x="661825" y="78826"/>
                  <a:pt x="661152" y="73700"/>
                  <a:pt x="659805" y="69077"/>
                </a:cubicBezTo>
                <a:cubicBezTo>
                  <a:pt x="658458" y="64454"/>
                  <a:pt x="656159" y="60769"/>
                  <a:pt x="652907" y="58022"/>
                </a:cubicBezTo>
                <a:cubicBezTo>
                  <a:pt x="649655" y="55275"/>
                  <a:pt x="645172" y="53902"/>
                  <a:pt x="639457" y="53902"/>
                </a:cubicBezTo>
                <a:cubicBezTo>
                  <a:pt x="633873" y="53902"/>
                  <a:pt x="629488" y="55275"/>
                  <a:pt x="626301" y="58022"/>
                </a:cubicBezTo>
                <a:cubicBezTo>
                  <a:pt x="623115" y="60769"/>
                  <a:pt x="620865" y="64454"/>
                  <a:pt x="619551" y="69077"/>
                </a:cubicBezTo>
                <a:cubicBezTo>
                  <a:pt x="618238" y="73700"/>
                  <a:pt x="617581" y="78826"/>
                  <a:pt x="617581" y="84455"/>
                </a:cubicBezTo>
                <a:cubicBezTo>
                  <a:pt x="617581" y="89949"/>
                  <a:pt x="618238" y="94973"/>
                  <a:pt x="619551" y="99529"/>
                </a:cubicBezTo>
                <a:cubicBezTo>
                  <a:pt x="620865" y="104084"/>
                  <a:pt x="623115" y="107719"/>
                  <a:pt x="626301" y="110433"/>
                </a:cubicBezTo>
                <a:cubicBezTo>
                  <a:pt x="629488" y="113147"/>
                  <a:pt x="633873" y="114504"/>
                  <a:pt x="639457" y="114504"/>
                </a:cubicBezTo>
                <a:close/>
                <a:moveTo>
                  <a:pt x="735432" y="134409"/>
                </a:moveTo>
                <a:cubicBezTo>
                  <a:pt x="729980" y="134409"/>
                  <a:pt x="724888" y="133348"/>
                  <a:pt x="720158" y="131225"/>
                </a:cubicBezTo>
                <a:cubicBezTo>
                  <a:pt x="715429" y="129102"/>
                  <a:pt x="711602" y="125902"/>
                  <a:pt x="708679" y="121623"/>
                </a:cubicBezTo>
                <a:cubicBezTo>
                  <a:pt x="705755" y="117343"/>
                  <a:pt x="704293" y="111986"/>
                  <a:pt x="704293" y="105552"/>
                </a:cubicBezTo>
                <a:cubicBezTo>
                  <a:pt x="704293" y="96597"/>
                  <a:pt x="706954" y="89848"/>
                  <a:pt x="712275" y="85305"/>
                </a:cubicBezTo>
                <a:cubicBezTo>
                  <a:pt x="717596" y="80760"/>
                  <a:pt x="725036" y="77674"/>
                  <a:pt x="734595" y="76048"/>
                </a:cubicBezTo>
                <a:cubicBezTo>
                  <a:pt x="744153" y="74423"/>
                  <a:pt x="755272" y="73477"/>
                  <a:pt x="767950" y="73212"/>
                </a:cubicBezTo>
                <a:lnTo>
                  <a:pt x="767950" y="67925"/>
                </a:lnTo>
                <a:cubicBezTo>
                  <a:pt x="767950" y="61483"/>
                  <a:pt x="766456" y="57075"/>
                  <a:pt x="763467" y="54702"/>
                </a:cubicBezTo>
                <a:cubicBezTo>
                  <a:pt x="760478" y="52329"/>
                  <a:pt x="756618" y="51142"/>
                  <a:pt x="751888" y="51142"/>
                </a:cubicBezTo>
                <a:cubicBezTo>
                  <a:pt x="746699" y="51142"/>
                  <a:pt x="742429" y="52408"/>
                  <a:pt x="739078" y="54939"/>
                </a:cubicBezTo>
                <a:cubicBezTo>
                  <a:pt x="735728" y="57468"/>
                  <a:pt x="734053" y="61567"/>
                  <a:pt x="734053" y="67235"/>
                </a:cubicBezTo>
                <a:lnTo>
                  <a:pt x="709615" y="67235"/>
                </a:lnTo>
                <a:cubicBezTo>
                  <a:pt x="709615" y="58919"/>
                  <a:pt x="711405" y="52332"/>
                  <a:pt x="714985" y="47475"/>
                </a:cubicBezTo>
                <a:cubicBezTo>
                  <a:pt x="718565" y="42616"/>
                  <a:pt x="723525" y="39122"/>
                  <a:pt x="729865" y="36993"/>
                </a:cubicBezTo>
                <a:cubicBezTo>
                  <a:pt x="736204" y="34864"/>
                  <a:pt x="743545" y="33799"/>
                  <a:pt x="751888" y="33799"/>
                </a:cubicBezTo>
                <a:cubicBezTo>
                  <a:pt x="757998" y="33799"/>
                  <a:pt x="763582" y="34315"/>
                  <a:pt x="768640" y="35345"/>
                </a:cubicBezTo>
                <a:cubicBezTo>
                  <a:pt x="773699" y="36376"/>
                  <a:pt x="778084" y="38155"/>
                  <a:pt x="781795" y="40682"/>
                </a:cubicBezTo>
                <a:cubicBezTo>
                  <a:pt x="785507" y="43207"/>
                  <a:pt x="788381" y="46648"/>
                  <a:pt x="790418" y="51004"/>
                </a:cubicBezTo>
                <a:cubicBezTo>
                  <a:pt x="792454" y="55358"/>
                  <a:pt x="793472" y="60793"/>
                  <a:pt x="793472" y="67309"/>
                </a:cubicBezTo>
                <a:lnTo>
                  <a:pt x="793472" y="132635"/>
                </a:lnTo>
                <a:lnTo>
                  <a:pt x="769034" y="132635"/>
                </a:lnTo>
                <a:lnTo>
                  <a:pt x="768246" y="120219"/>
                </a:lnTo>
                <a:cubicBezTo>
                  <a:pt x="764173" y="124883"/>
                  <a:pt x="759443" y="128414"/>
                  <a:pt x="754056" y="130812"/>
                </a:cubicBezTo>
                <a:cubicBezTo>
                  <a:pt x="748669" y="133210"/>
                  <a:pt x="742461" y="134409"/>
                  <a:pt x="735432" y="134409"/>
                </a:cubicBezTo>
                <a:moveTo>
                  <a:pt x="744005" y="116475"/>
                </a:moveTo>
                <a:cubicBezTo>
                  <a:pt x="748932" y="116475"/>
                  <a:pt x="753481" y="115167"/>
                  <a:pt x="757653" y="112551"/>
                </a:cubicBezTo>
                <a:cubicBezTo>
                  <a:pt x="761825" y="109934"/>
                  <a:pt x="765159" y="106949"/>
                  <a:pt x="767655" y="103597"/>
                </a:cubicBezTo>
                <a:lnTo>
                  <a:pt x="767655" y="87698"/>
                </a:lnTo>
                <a:cubicBezTo>
                  <a:pt x="753859" y="87765"/>
                  <a:pt x="744202" y="89091"/>
                  <a:pt x="738684" y="91673"/>
                </a:cubicBezTo>
                <a:cubicBezTo>
                  <a:pt x="733166" y="94256"/>
                  <a:pt x="730407" y="98431"/>
                  <a:pt x="730407" y="104200"/>
                </a:cubicBezTo>
                <a:cubicBezTo>
                  <a:pt x="730407" y="108359"/>
                  <a:pt x="731671" y="111445"/>
                  <a:pt x="734200" y="113457"/>
                </a:cubicBezTo>
                <a:cubicBezTo>
                  <a:pt x="736730" y="115469"/>
                  <a:pt x="739998" y="116475"/>
                  <a:pt x="744005" y="116475"/>
                </a:cubicBezTo>
                <a:close/>
                <a:moveTo>
                  <a:pt x="865799" y="134409"/>
                </a:moveTo>
                <a:cubicBezTo>
                  <a:pt x="856864" y="134409"/>
                  <a:pt x="848751" y="132674"/>
                  <a:pt x="841459" y="129205"/>
                </a:cubicBezTo>
                <a:cubicBezTo>
                  <a:pt x="834167" y="125733"/>
                  <a:pt x="828386" y="120327"/>
                  <a:pt x="824116" y="112986"/>
                </a:cubicBezTo>
                <a:cubicBezTo>
                  <a:pt x="819846" y="105644"/>
                  <a:pt x="817711" y="96167"/>
                  <a:pt x="817711" y="84554"/>
                </a:cubicBezTo>
                <a:cubicBezTo>
                  <a:pt x="817711" y="72942"/>
                  <a:pt x="819748" y="63399"/>
                  <a:pt x="823821" y="55925"/>
                </a:cubicBezTo>
                <a:cubicBezTo>
                  <a:pt x="827894" y="48450"/>
                  <a:pt x="833560" y="42894"/>
                  <a:pt x="840819" y="39256"/>
                </a:cubicBezTo>
                <a:cubicBezTo>
                  <a:pt x="848078" y="35618"/>
                  <a:pt x="856405" y="33799"/>
                  <a:pt x="865799" y="33799"/>
                </a:cubicBezTo>
                <a:cubicBezTo>
                  <a:pt x="873945" y="33799"/>
                  <a:pt x="881302" y="35169"/>
                  <a:pt x="887872" y="37907"/>
                </a:cubicBezTo>
                <a:cubicBezTo>
                  <a:pt x="894441" y="40644"/>
                  <a:pt x="899664" y="44732"/>
                  <a:pt x="903540" y="50172"/>
                </a:cubicBezTo>
                <a:cubicBezTo>
                  <a:pt x="907416" y="55613"/>
                  <a:pt x="909386" y="62472"/>
                  <a:pt x="909452" y="70752"/>
                </a:cubicBezTo>
                <a:lnTo>
                  <a:pt x="884127" y="70752"/>
                </a:lnTo>
                <a:cubicBezTo>
                  <a:pt x="883996" y="65644"/>
                  <a:pt x="882353" y="61575"/>
                  <a:pt x="879200" y="58545"/>
                </a:cubicBezTo>
                <a:cubicBezTo>
                  <a:pt x="876047" y="55515"/>
                  <a:pt x="871613" y="54000"/>
                  <a:pt x="865897" y="54000"/>
                </a:cubicBezTo>
                <a:cubicBezTo>
                  <a:pt x="858342" y="54000"/>
                  <a:pt x="852873" y="56665"/>
                  <a:pt x="849490" y="61994"/>
                </a:cubicBezTo>
                <a:cubicBezTo>
                  <a:pt x="846107" y="67324"/>
                  <a:pt x="844415" y="74845"/>
                  <a:pt x="844415" y="84560"/>
                </a:cubicBezTo>
                <a:cubicBezTo>
                  <a:pt x="844415" y="90834"/>
                  <a:pt x="845155" y="96180"/>
                  <a:pt x="846633" y="100600"/>
                </a:cubicBezTo>
                <a:cubicBezTo>
                  <a:pt x="848111" y="105018"/>
                  <a:pt x="850443" y="108391"/>
                  <a:pt x="853629" y="110719"/>
                </a:cubicBezTo>
                <a:cubicBezTo>
                  <a:pt x="856815" y="113045"/>
                  <a:pt x="860905" y="114208"/>
                  <a:pt x="865897" y="114208"/>
                </a:cubicBezTo>
                <a:cubicBezTo>
                  <a:pt x="871744" y="114208"/>
                  <a:pt x="876359" y="112556"/>
                  <a:pt x="879742" y="109250"/>
                </a:cubicBezTo>
                <a:cubicBezTo>
                  <a:pt x="883125" y="105943"/>
                  <a:pt x="884883" y="101256"/>
                  <a:pt x="885014" y="95190"/>
                </a:cubicBezTo>
                <a:lnTo>
                  <a:pt x="910339" y="95190"/>
                </a:lnTo>
                <a:cubicBezTo>
                  <a:pt x="910142" y="103683"/>
                  <a:pt x="908122" y="110838"/>
                  <a:pt x="904279" y="116656"/>
                </a:cubicBezTo>
                <a:cubicBezTo>
                  <a:pt x="900436" y="122472"/>
                  <a:pt x="895197" y="126885"/>
                  <a:pt x="888561" y="129894"/>
                </a:cubicBezTo>
                <a:cubicBezTo>
                  <a:pt x="881926" y="132904"/>
                  <a:pt x="874339" y="134409"/>
                  <a:pt x="865799" y="134409"/>
                </a:cubicBezTo>
                <a:close/>
                <a:moveTo>
                  <a:pt x="929799" y="132635"/>
                </a:moveTo>
                <a:lnTo>
                  <a:pt x="929799" y="0"/>
                </a:lnTo>
                <a:lnTo>
                  <a:pt x="955420" y="0"/>
                </a:lnTo>
                <a:lnTo>
                  <a:pt x="955420" y="49566"/>
                </a:lnTo>
                <a:cubicBezTo>
                  <a:pt x="958639" y="45427"/>
                  <a:pt x="962876" y="41765"/>
                  <a:pt x="968131" y="38578"/>
                </a:cubicBezTo>
                <a:cubicBezTo>
                  <a:pt x="973387" y="35392"/>
                  <a:pt x="980153" y="33799"/>
                  <a:pt x="988431" y="33799"/>
                </a:cubicBezTo>
                <a:cubicBezTo>
                  <a:pt x="998416" y="33799"/>
                  <a:pt x="1006086" y="36778"/>
                  <a:pt x="1011440" y="42736"/>
                </a:cubicBezTo>
                <a:cubicBezTo>
                  <a:pt x="1016794" y="48691"/>
                  <a:pt x="1019471" y="57526"/>
                  <a:pt x="1019471" y="69240"/>
                </a:cubicBezTo>
                <a:lnTo>
                  <a:pt x="1019471" y="132635"/>
                </a:lnTo>
                <a:lnTo>
                  <a:pt x="993358" y="132635"/>
                </a:lnTo>
                <a:lnTo>
                  <a:pt x="993358" y="72322"/>
                </a:lnTo>
                <a:cubicBezTo>
                  <a:pt x="993358" y="68849"/>
                  <a:pt x="992881" y="65777"/>
                  <a:pt x="991929" y="63106"/>
                </a:cubicBezTo>
                <a:cubicBezTo>
                  <a:pt x="990976" y="60435"/>
                  <a:pt x="989449" y="58365"/>
                  <a:pt x="987347" y="56895"/>
                </a:cubicBezTo>
                <a:cubicBezTo>
                  <a:pt x="985244" y="55425"/>
                  <a:pt x="982452" y="54690"/>
                  <a:pt x="978971" y="54690"/>
                </a:cubicBezTo>
                <a:cubicBezTo>
                  <a:pt x="973781" y="54690"/>
                  <a:pt x="969330" y="55926"/>
                  <a:pt x="965618" y="58397"/>
                </a:cubicBezTo>
                <a:cubicBezTo>
                  <a:pt x="961907" y="60869"/>
                  <a:pt x="958671" y="63875"/>
                  <a:pt x="955912" y="67414"/>
                </a:cubicBezTo>
                <a:lnTo>
                  <a:pt x="955912" y="132635"/>
                </a:lnTo>
                <a:lnTo>
                  <a:pt x="929799" y="13263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" name="Text CheckifeitherquadTree1or">
            <a:extLst xmlns:a="http://schemas.openxmlformats.org/drawingml/2006/main">
              <a:ext uri="{FF2B5EF4-FFF2-40B4-BE49-F238E27FC236}">
                <a16:creationId xmlns:a16="http://schemas.microsoft.com/office/drawing/2014/main" id="{98C763AC-1EA9-4CC8-B409-EAAF91F59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690" y="2460818"/>
            <a:ext cx="2422363" cy="171639"/>
          </a:xfrm>
          <a:custGeom xmlns:a="http://schemas.openxmlformats.org/drawingml/2006/main">
            <a:pathLst>
              <a:path w="2422363" h="171639">
                <a:moveTo>
                  <a:pt x="63329" y="138100"/>
                </a:moveTo>
                <a:cubicBezTo>
                  <a:pt x="49584" y="138100"/>
                  <a:pt x="38010" y="135206"/>
                  <a:pt x="28606" y="129419"/>
                </a:cubicBezTo>
                <a:cubicBezTo>
                  <a:pt x="19202" y="123632"/>
                  <a:pt x="12084" y="115642"/>
                  <a:pt x="7250" y="105449"/>
                </a:cubicBezTo>
                <a:cubicBezTo>
                  <a:pt x="2417" y="95256"/>
                  <a:pt x="0" y="83452"/>
                  <a:pt x="0" y="70036"/>
                </a:cubicBezTo>
                <a:cubicBezTo>
                  <a:pt x="0" y="56621"/>
                  <a:pt x="2417" y="44784"/>
                  <a:pt x="7250" y="34525"/>
                </a:cubicBezTo>
                <a:cubicBezTo>
                  <a:pt x="12084" y="24266"/>
                  <a:pt x="19202" y="16243"/>
                  <a:pt x="28606" y="10456"/>
                </a:cubicBezTo>
                <a:cubicBezTo>
                  <a:pt x="38010" y="4669"/>
                  <a:pt x="49584" y="1776"/>
                  <a:pt x="63329" y="1776"/>
                </a:cubicBezTo>
                <a:cubicBezTo>
                  <a:pt x="72404" y="1776"/>
                  <a:pt x="80969" y="3354"/>
                  <a:pt x="89025" y="6510"/>
                </a:cubicBezTo>
                <a:cubicBezTo>
                  <a:pt x="97081" y="9667"/>
                  <a:pt x="103789" y="14484"/>
                  <a:pt x="109148" y="20962"/>
                </a:cubicBezTo>
                <a:cubicBezTo>
                  <a:pt x="114508" y="27439"/>
                  <a:pt x="117648" y="35610"/>
                  <a:pt x="118569" y="45474"/>
                </a:cubicBezTo>
                <a:lnTo>
                  <a:pt x="100714" y="45474"/>
                </a:lnTo>
                <a:cubicBezTo>
                  <a:pt x="99925" y="38832"/>
                  <a:pt x="97706" y="33358"/>
                  <a:pt x="94056" y="29050"/>
                </a:cubicBezTo>
                <a:cubicBezTo>
                  <a:pt x="90406" y="24743"/>
                  <a:pt x="85901" y="21537"/>
                  <a:pt x="80542" y="19433"/>
                </a:cubicBezTo>
                <a:cubicBezTo>
                  <a:pt x="75182" y="17328"/>
                  <a:pt x="69445" y="16276"/>
                  <a:pt x="63329" y="16276"/>
                </a:cubicBezTo>
                <a:cubicBezTo>
                  <a:pt x="52675" y="16276"/>
                  <a:pt x="44044" y="18709"/>
                  <a:pt x="37435" y="23576"/>
                </a:cubicBezTo>
                <a:cubicBezTo>
                  <a:pt x="30826" y="28442"/>
                  <a:pt x="26009" y="34920"/>
                  <a:pt x="22984" y="43008"/>
                </a:cubicBezTo>
                <a:cubicBezTo>
                  <a:pt x="19959" y="51097"/>
                  <a:pt x="18446" y="60106"/>
                  <a:pt x="18446" y="70036"/>
                </a:cubicBezTo>
                <a:cubicBezTo>
                  <a:pt x="18446" y="79901"/>
                  <a:pt x="19959" y="88877"/>
                  <a:pt x="22984" y="96966"/>
                </a:cubicBezTo>
                <a:cubicBezTo>
                  <a:pt x="26009" y="105055"/>
                  <a:pt x="30826" y="111483"/>
                  <a:pt x="37435" y="116251"/>
                </a:cubicBezTo>
                <a:cubicBezTo>
                  <a:pt x="44044" y="121018"/>
                  <a:pt x="52675" y="123402"/>
                  <a:pt x="63329" y="123402"/>
                </a:cubicBezTo>
                <a:cubicBezTo>
                  <a:pt x="74114" y="123402"/>
                  <a:pt x="82860" y="120739"/>
                  <a:pt x="89568" y="115412"/>
                </a:cubicBezTo>
                <a:cubicBezTo>
                  <a:pt x="96275" y="110085"/>
                  <a:pt x="100155" y="102128"/>
                  <a:pt x="101208" y="91541"/>
                </a:cubicBezTo>
                <a:lnTo>
                  <a:pt x="119161" y="91541"/>
                </a:lnTo>
                <a:cubicBezTo>
                  <a:pt x="118108" y="101997"/>
                  <a:pt x="115050" y="110661"/>
                  <a:pt x="109987" y="117533"/>
                </a:cubicBezTo>
                <a:cubicBezTo>
                  <a:pt x="104923" y="124405"/>
                  <a:pt x="98380" y="129551"/>
                  <a:pt x="90357" y="132971"/>
                </a:cubicBezTo>
                <a:cubicBezTo>
                  <a:pt x="82334" y="136390"/>
                  <a:pt x="73325" y="138100"/>
                  <a:pt x="63329" y="138100"/>
                </a:cubicBezTo>
                <a:close/>
                <a:moveTo>
                  <a:pt x="144016" y="136324"/>
                </a:moveTo>
                <a:lnTo>
                  <a:pt x="144016" y="3551"/>
                </a:lnTo>
                <a:lnTo>
                  <a:pt x="160391" y="3551"/>
                </a:lnTo>
                <a:lnTo>
                  <a:pt x="160391" y="51788"/>
                </a:lnTo>
                <a:cubicBezTo>
                  <a:pt x="163350" y="47908"/>
                  <a:pt x="167592" y="44241"/>
                  <a:pt x="173116" y="40789"/>
                </a:cubicBezTo>
                <a:cubicBezTo>
                  <a:pt x="178640" y="37336"/>
                  <a:pt x="185676" y="35610"/>
                  <a:pt x="194225" y="35610"/>
                </a:cubicBezTo>
                <a:cubicBezTo>
                  <a:pt x="205010" y="35610"/>
                  <a:pt x="212754" y="38805"/>
                  <a:pt x="217456" y="45194"/>
                </a:cubicBezTo>
                <a:cubicBezTo>
                  <a:pt x="222158" y="51581"/>
                  <a:pt x="224509" y="60619"/>
                  <a:pt x="224509" y="72308"/>
                </a:cubicBezTo>
                <a:lnTo>
                  <a:pt x="224509" y="136324"/>
                </a:lnTo>
                <a:lnTo>
                  <a:pt x="208035" y="136324"/>
                </a:lnTo>
                <a:lnTo>
                  <a:pt x="208035" y="74324"/>
                </a:lnTo>
                <a:cubicBezTo>
                  <a:pt x="208035" y="69540"/>
                  <a:pt x="207559" y="65270"/>
                  <a:pt x="206605" y="61513"/>
                </a:cubicBezTo>
                <a:cubicBezTo>
                  <a:pt x="205651" y="57754"/>
                  <a:pt x="203892" y="54799"/>
                  <a:pt x="201328" y="52648"/>
                </a:cubicBezTo>
                <a:cubicBezTo>
                  <a:pt x="198763" y="50496"/>
                  <a:pt x="195080" y="49420"/>
                  <a:pt x="190280" y="49420"/>
                </a:cubicBezTo>
                <a:cubicBezTo>
                  <a:pt x="183112" y="49420"/>
                  <a:pt x="177094" y="51111"/>
                  <a:pt x="172228" y="54494"/>
                </a:cubicBezTo>
                <a:cubicBezTo>
                  <a:pt x="167362" y="57875"/>
                  <a:pt x="163449" y="61581"/>
                  <a:pt x="160489" y="65613"/>
                </a:cubicBezTo>
                <a:lnTo>
                  <a:pt x="160489" y="136324"/>
                </a:lnTo>
                <a:lnTo>
                  <a:pt x="144016" y="136324"/>
                </a:lnTo>
                <a:close/>
                <a:moveTo>
                  <a:pt x="297300" y="138100"/>
                </a:moveTo>
                <a:cubicBezTo>
                  <a:pt x="286844" y="138100"/>
                  <a:pt x="278279" y="135849"/>
                  <a:pt x="271604" y="131346"/>
                </a:cubicBezTo>
                <a:cubicBezTo>
                  <a:pt x="264929" y="126841"/>
                  <a:pt x="259980" y="120713"/>
                  <a:pt x="256758" y="112961"/>
                </a:cubicBezTo>
                <a:cubicBezTo>
                  <a:pt x="253536" y="105208"/>
                  <a:pt x="251924" y="96489"/>
                  <a:pt x="251924" y="86806"/>
                </a:cubicBezTo>
                <a:cubicBezTo>
                  <a:pt x="251924" y="76715"/>
                  <a:pt x="253486" y="67827"/>
                  <a:pt x="256610" y="60141"/>
                </a:cubicBezTo>
                <a:cubicBezTo>
                  <a:pt x="259734" y="52455"/>
                  <a:pt x="264501" y="46445"/>
                  <a:pt x="270913" y="42111"/>
                </a:cubicBezTo>
                <a:cubicBezTo>
                  <a:pt x="277325" y="37777"/>
                  <a:pt x="285463" y="35610"/>
                  <a:pt x="295327" y="35610"/>
                </a:cubicBezTo>
                <a:cubicBezTo>
                  <a:pt x="308414" y="35610"/>
                  <a:pt x="318673" y="39668"/>
                  <a:pt x="326104" y="47783"/>
                </a:cubicBezTo>
                <a:cubicBezTo>
                  <a:pt x="333535" y="55897"/>
                  <a:pt x="337251" y="67561"/>
                  <a:pt x="337251" y="82777"/>
                </a:cubicBezTo>
                <a:cubicBezTo>
                  <a:pt x="337251" y="83792"/>
                  <a:pt x="337218" y="84993"/>
                  <a:pt x="337152" y="86380"/>
                </a:cubicBezTo>
                <a:cubicBezTo>
                  <a:pt x="337086" y="87765"/>
                  <a:pt x="336987" y="88762"/>
                  <a:pt x="336856" y="89370"/>
                </a:cubicBezTo>
                <a:lnTo>
                  <a:pt x="268398" y="89370"/>
                </a:lnTo>
                <a:cubicBezTo>
                  <a:pt x="268464" y="95885"/>
                  <a:pt x="269466" y="101868"/>
                  <a:pt x="271406" y="107320"/>
                </a:cubicBezTo>
                <a:cubicBezTo>
                  <a:pt x="273346" y="112772"/>
                  <a:pt x="276421" y="117145"/>
                  <a:pt x="280629" y="120437"/>
                </a:cubicBezTo>
                <a:cubicBezTo>
                  <a:pt x="284838" y="123729"/>
                  <a:pt x="290395" y="125375"/>
                  <a:pt x="297300" y="125375"/>
                </a:cubicBezTo>
                <a:cubicBezTo>
                  <a:pt x="304665" y="125375"/>
                  <a:pt x="310420" y="123560"/>
                  <a:pt x="314563" y="119931"/>
                </a:cubicBezTo>
                <a:cubicBezTo>
                  <a:pt x="318706" y="116302"/>
                  <a:pt x="320876" y="111066"/>
                  <a:pt x="321073" y="104222"/>
                </a:cubicBezTo>
                <a:lnTo>
                  <a:pt x="337349" y="104222"/>
                </a:lnTo>
                <a:cubicBezTo>
                  <a:pt x="337152" y="111208"/>
                  <a:pt x="335409" y="117227"/>
                  <a:pt x="332121" y="122280"/>
                </a:cubicBezTo>
                <a:cubicBezTo>
                  <a:pt x="328833" y="127334"/>
                  <a:pt x="324230" y="131234"/>
                  <a:pt x="318311" y="133982"/>
                </a:cubicBezTo>
                <a:cubicBezTo>
                  <a:pt x="312393" y="136727"/>
                  <a:pt x="305389" y="138100"/>
                  <a:pt x="297300" y="138100"/>
                </a:cubicBezTo>
                <a:moveTo>
                  <a:pt x="268496" y="77336"/>
                </a:moveTo>
                <a:lnTo>
                  <a:pt x="320974" y="77336"/>
                </a:lnTo>
                <a:cubicBezTo>
                  <a:pt x="320777" y="67914"/>
                  <a:pt x="318443" y="60709"/>
                  <a:pt x="313971" y="55721"/>
                </a:cubicBezTo>
                <a:cubicBezTo>
                  <a:pt x="309499" y="50731"/>
                  <a:pt x="303284" y="48236"/>
                  <a:pt x="295327" y="48236"/>
                </a:cubicBezTo>
                <a:cubicBezTo>
                  <a:pt x="287304" y="48236"/>
                  <a:pt x="281008" y="50714"/>
                  <a:pt x="276437" y="55668"/>
                </a:cubicBezTo>
                <a:cubicBezTo>
                  <a:pt x="271867" y="60621"/>
                  <a:pt x="269220" y="67844"/>
                  <a:pt x="268496" y="77336"/>
                </a:cubicBezTo>
                <a:close/>
                <a:moveTo>
                  <a:pt x="403483" y="138100"/>
                </a:moveTo>
                <a:cubicBezTo>
                  <a:pt x="394803" y="138100"/>
                  <a:pt x="387109" y="136220"/>
                  <a:pt x="380401" y="132459"/>
                </a:cubicBezTo>
                <a:cubicBezTo>
                  <a:pt x="373693" y="128696"/>
                  <a:pt x="368449" y="123035"/>
                  <a:pt x="364667" y="115477"/>
                </a:cubicBezTo>
                <a:cubicBezTo>
                  <a:pt x="360886" y="107918"/>
                  <a:pt x="358995" y="98446"/>
                  <a:pt x="358995" y="87058"/>
                </a:cubicBezTo>
                <a:cubicBezTo>
                  <a:pt x="358995" y="75671"/>
                  <a:pt x="360853" y="66165"/>
                  <a:pt x="364569" y="58538"/>
                </a:cubicBezTo>
                <a:cubicBezTo>
                  <a:pt x="368284" y="50912"/>
                  <a:pt x="373479" y="45185"/>
                  <a:pt x="380154" y="41356"/>
                </a:cubicBezTo>
                <a:cubicBezTo>
                  <a:pt x="386829" y="37525"/>
                  <a:pt x="394605" y="35610"/>
                  <a:pt x="403483" y="35610"/>
                </a:cubicBezTo>
                <a:cubicBezTo>
                  <a:pt x="410914" y="35610"/>
                  <a:pt x="417606" y="36863"/>
                  <a:pt x="423557" y="39368"/>
                </a:cubicBezTo>
                <a:cubicBezTo>
                  <a:pt x="429509" y="41873"/>
                  <a:pt x="434260" y="45648"/>
                  <a:pt x="437811" y="50693"/>
                </a:cubicBezTo>
                <a:cubicBezTo>
                  <a:pt x="441362" y="55738"/>
                  <a:pt x="443236" y="62120"/>
                  <a:pt x="443434" y="69839"/>
                </a:cubicBezTo>
                <a:lnTo>
                  <a:pt x="427158" y="69839"/>
                </a:lnTo>
                <a:cubicBezTo>
                  <a:pt x="426763" y="63351"/>
                  <a:pt x="424527" y="58245"/>
                  <a:pt x="420450" y="54519"/>
                </a:cubicBezTo>
                <a:cubicBezTo>
                  <a:pt x="416373" y="50791"/>
                  <a:pt x="410816" y="48927"/>
                  <a:pt x="403779" y="48927"/>
                </a:cubicBezTo>
                <a:cubicBezTo>
                  <a:pt x="394441" y="48927"/>
                  <a:pt x="387470" y="52267"/>
                  <a:pt x="382867" y="58948"/>
                </a:cubicBezTo>
                <a:cubicBezTo>
                  <a:pt x="378264" y="65629"/>
                  <a:pt x="375962" y="75000"/>
                  <a:pt x="375962" y="87062"/>
                </a:cubicBezTo>
                <a:cubicBezTo>
                  <a:pt x="375962" y="95078"/>
                  <a:pt x="376981" y="101880"/>
                  <a:pt x="379020" y="107465"/>
                </a:cubicBezTo>
                <a:cubicBezTo>
                  <a:pt x="381058" y="113049"/>
                  <a:pt x="384149" y="117332"/>
                  <a:pt x="388292" y="120313"/>
                </a:cubicBezTo>
                <a:cubicBezTo>
                  <a:pt x="392435" y="123293"/>
                  <a:pt x="397598" y="124783"/>
                  <a:pt x="403779" y="124783"/>
                </a:cubicBezTo>
                <a:cubicBezTo>
                  <a:pt x="410816" y="124783"/>
                  <a:pt x="416537" y="122867"/>
                  <a:pt x="420943" y="119034"/>
                </a:cubicBezTo>
                <a:cubicBezTo>
                  <a:pt x="425349" y="115199"/>
                  <a:pt x="427651" y="109586"/>
                  <a:pt x="427848" y="102194"/>
                </a:cubicBezTo>
                <a:lnTo>
                  <a:pt x="444124" y="102194"/>
                </a:lnTo>
                <a:cubicBezTo>
                  <a:pt x="443927" y="110196"/>
                  <a:pt x="442036" y="116859"/>
                  <a:pt x="438452" y="122182"/>
                </a:cubicBezTo>
                <a:cubicBezTo>
                  <a:pt x="434868" y="127504"/>
                  <a:pt x="430035" y="131488"/>
                  <a:pt x="423952" y="134133"/>
                </a:cubicBezTo>
                <a:cubicBezTo>
                  <a:pt x="417869" y="136778"/>
                  <a:pt x="411046" y="138100"/>
                  <a:pt x="403483" y="138100"/>
                </a:cubicBezTo>
                <a:close/>
                <a:moveTo>
                  <a:pt x="471492" y="136324"/>
                </a:moveTo>
                <a:lnTo>
                  <a:pt x="471492" y="3551"/>
                </a:lnTo>
                <a:lnTo>
                  <a:pt x="487965" y="3551"/>
                </a:lnTo>
                <a:lnTo>
                  <a:pt x="487965" y="83957"/>
                </a:lnTo>
                <a:lnTo>
                  <a:pt x="531368" y="37287"/>
                </a:lnTo>
                <a:lnTo>
                  <a:pt x="550801" y="37287"/>
                </a:lnTo>
                <a:lnTo>
                  <a:pt x="507398" y="83652"/>
                </a:lnTo>
                <a:lnTo>
                  <a:pt x="554746" y="136324"/>
                </a:lnTo>
                <a:lnTo>
                  <a:pt x="534229" y="136324"/>
                </a:lnTo>
                <a:lnTo>
                  <a:pt x="487965" y="84873"/>
                </a:lnTo>
                <a:lnTo>
                  <a:pt x="487965" y="136324"/>
                </a:lnTo>
                <a:lnTo>
                  <a:pt x="471492" y="136324"/>
                </a:lnTo>
                <a:close/>
                <a:moveTo>
                  <a:pt x="610078" y="136324"/>
                </a:moveTo>
                <a:lnTo>
                  <a:pt x="610078" y="37287"/>
                </a:lnTo>
                <a:lnTo>
                  <a:pt x="626551" y="37287"/>
                </a:lnTo>
                <a:lnTo>
                  <a:pt x="626551" y="136324"/>
                </a:lnTo>
                <a:lnTo>
                  <a:pt x="610078" y="136324"/>
                </a:lnTo>
                <a:moveTo>
                  <a:pt x="618265" y="19137"/>
                </a:moveTo>
                <a:cubicBezTo>
                  <a:pt x="615174" y="19137"/>
                  <a:pt x="612692" y="18232"/>
                  <a:pt x="610818" y="16424"/>
                </a:cubicBezTo>
                <a:cubicBezTo>
                  <a:pt x="608943" y="14616"/>
                  <a:pt x="608006" y="12330"/>
                  <a:pt x="608006" y="9568"/>
                </a:cubicBezTo>
                <a:cubicBezTo>
                  <a:pt x="608006" y="6806"/>
                  <a:pt x="608943" y="4521"/>
                  <a:pt x="610818" y="2713"/>
                </a:cubicBezTo>
                <a:cubicBezTo>
                  <a:pt x="612692" y="904"/>
                  <a:pt x="615174" y="0"/>
                  <a:pt x="618265" y="0"/>
                </a:cubicBezTo>
                <a:cubicBezTo>
                  <a:pt x="621356" y="0"/>
                  <a:pt x="623855" y="904"/>
                  <a:pt x="625762" y="2713"/>
                </a:cubicBezTo>
                <a:cubicBezTo>
                  <a:pt x="627669" y="4521"/>
                  <a:pt x="628623" y="6806"/>
                  <a:pt x="628623" y="9568"/>
                </a:cubicBezTo>
                <a:cubicBezTo>
                  <a:pt x="628623" y="12330"/>
                  <a:pt x="627669" y="14616"/>
                  <a:pt x="625762" y="16424"/>
                </a:cubicBezTo>
                <a:cubicBezTo>
                  <a:pt x="623855" y="18232"/>
                  <a:pt x="621356" y="19137"/>
                  <a:pt x="618265" y="19137"/>
                </a:cubicBezTo>
                <a:close/>
                <a:moveTo>
                  <a:pt x="657674" y="136324"/>
                </a:moveTo>
                <a:lnTo>
                  <a:pt x="657674" y="50604"/>
                </a:lnTo>
                <a:lnTo>
                  <a:pt x="641596" y="50604"/>
                </a:lnTo>
                <a:lnTo>
                  <a:pt x="641596" y="37287"/>
                </a:lnTo>
                <a:lnTo>
                  <a:pt x="657674" y="37287"/>
                </a:lnTo>
                <a:lnTo>
                  <a:pt x="657674" y="32210"/>
                </a:lnTo>
                <a:cubicBezTo>
                  <a:pt x="657674" y="27734"/>
                  <a:pt x="658085" y="23713"/>
                  <a:pt x="658907" y="20148"/>
                </a:cubicBezTo>
                <a:cubicBezTo>
                  <a:pt x="659729" y="16580"/>
                  <a:pt x="661176" y="13573"/>
                  <a:pt x="663248" y="11125"/>
                </a:cubicBezTo>
                <a:cubicBezTo>
                  <a:pt x="665319" y="8675"/>
                  <a:pt x="668213" y="6801"/>
                  <a:pt x="671928" y="5502"/>
                </a:cubicBezTo>
                <a:cubicBezTo>
                  <a:pt x="675644" y="4202"/>
                  <a:pt x="680461" y="3551"/>
                  <a:pt x="686379" y="3551"/>
                </a:cubicBezTo>
                <a:lnTo>
                  <a:pt x="696342" y="3551"/>
                </a:lnTo>
                <a:lnTo>
                  <a:pt x="696342" y="16473"/>
                </a:lnTo>
                <a:lnTo>
                  <a:pt x="687464" y="16473"/>
                </a:lnTo>
                <a:cubicBezTo>
                  <a:pt x="681612" y="16473"/>
                  <a:pt x="677913" y="17855"/>
                  <a:pt x="676367" y="20619"/>
                </a:cubicBezTo>
                <a:cubicBezTo>
                  <a:pt x="674822" y="23383"/>
                  <a:pt x="674049" y="27385"/>
                  <a:pt x="674049" y="32623"/>
                </a:cubicBezTo>
                <a:lnTo>
                  <a:pt x="674049" y="37287"/>
                </a:lnTo>
                <a:lnTo>
                  <a:pt x="696441" y="37287"/>
                </a:lnTo>
                <a:lnTo>
                  <a:pt x="696441" y="50604"/>
                </a:lnTo>
                <a:lnTo>
                  <a:pt x="674049" y="50604"/>
                </a:lnTo>
                <a:lnTo>
                  <a:pt x="674049" y="136324"/>
                </a:lnTo>
                <a:lnTo>
                  <a:pt x="657674" y="136324"/>
                </a:lnTo>
                <a:close/>
                <a:moveTo>
                  <a:pt x="794877" y="138100"/>
                </a:moveTo>
                <a:cubicBezTo>
                  <a:pt x="784421" y="138100"/>
                  <a:pt x="775856" y="135849"/>
                  <a:pt x="769181" y="131346"/>
                </a:cubicBezTo>
                <a:cubicBezTo>
                  <a:pt x="762506" y="126841"/>
                  <a:pt x="757557" y="120713"/>
                  <a:pt x="754335" y="112961"/>
                </a:cubicBezTo>
                <a:cubicBezTo>
                  <a:pt x="751113" y="105208"/>
                  <a:pt x="749501" y="96489"/>
                  <a:pt x="749501" y="86806"/>
                </a:cubicBezTo>
                <a:cubicBezTo>
                  <a:pt x="749501" y="76715"/>
                  <a:pt x="751063" y="67827"/>
                  <a:pt x="754187" y="60141"/>
                </a:cubicBezTo>
                <a:cubicBezTo>
                  <a:pt x="757311" y="52455"/>
                  <a:pt x="762078" y="46445"/>
                  <a:pt x="768490" y="42111"/>
                </a:cubicBezTo>
                <a:cubicBezTo>
                  <a:pt x="774902" y="37777"/>
                  <a:pt x="783040" y="35610"/>
                  <a:pt x="792904" y="35610"/>
                </a:cubicBezTo>
                <a:cubicBezTo>
                  <a:pt x="805991" y="35610"/>
                  <a:pt x="816250" y="39668"/>
                  <a:pt x="823681" y="47783"/>
                </a:cubicBezTo>
                <a:cubicBezTo>
                  <a:pt x="831112" y="55897"/>
                  <a:pt x="834828" y="67561"/>
                  <a:pt x="834828" y="82777"/>
                </a:cubicBezTo>
                <a:cubicBezTo>
                  <a:pt x="834828" y="83792"/>
                  <a:pt x="834795" y="84993"/>
                  <a:pt x="834729" y="86380"/>
                </a:cubicBezTo>
                <a:cubicBezTo>
                  <a:pt x="834663" y="87765"/>
                  <a:pt x="834564" y="88762"/>
                  <a:pt x="834433" y="89370"/>
                </a:cubicBezTo>
                <a:lnTo>
                  <a:pt x="765975" y="89370"/>
                </a:lnTo>
                <a:cubicBezTo>
                  <a:pt x="766041" y="95885"/>
                  <a:pt x="767043" y="101868"/>
                  <a:pt x="768983" y="107320"/>
                </a:cubicBezTo>
                <a:cubicBezTo>
                  <a:pt x="770923" y="112772"/>
                  <a:pt x="773998" y="117145"/>
                  <a:pt x="778207" y="120437"/>
                </a:cubicBezTo>
                <a:cubicBezTo>
                  <a:pt x="782415" y="123729"/>
                  <a:pt x="787972" y="125375"/>
                  <a:pt x="794877" y="125375"/>
                </a:cubicBezTo>
                <a:cubicBezTo>
                  <a:pt x="802242" y="125375"/>
                  <a:pt x="807997" y="123560"/>
                  <a:pt x="812140" y="119931"/>
                </a:cubicBezTo>
                <a:cubicBezTo>
                  <a:pt x="816283" y="116302"/>
                  <a:pt x="818453" y="111066"/>
                  <a:pt x="818650" y="104222"/>
                </a:cubicBezTo>
                <a:lnTo>
                  <a:pt x="834926" y="104222"/>
                </a:lnTo>
                <a:cubicBezTo>
                  <a:pt x="834729" y="111208"/>
                  <a:pt x="832986" y="117227"/>
                  <a:pt x="829698" y="122280"/>
                </a:cubicBezTo>
                <a:cubicBezTo>
                  <a:pt x="826410" y="127334"/>
                  <a:pt x="821807" y="131234"/>
                  <a:pt x="815888" y="133982"/>
                </a:cubicBezTo>
                <a:cubicBezTo>
                  <a:pt x="809970" y="136727"/>
                  <a:pt x="802966" y="138100"/>
                  <a:pt x="794877" y="138100"/>
                </a:cubicBezTo>
                <a:moveTo>
                  <a:pt x="766073" y="77336"/>
                </a:moveTo>
                <a:lnTo>
                  <a:pt x="818551" y="77336"/>
                </a:lnTo>
                <a:cubicBezTo>
                  <a:pt x="818354" y="67914"/>
                  <a:pt x="816020" y="60709"/>
                  <a:pt x="811548" y="55721"/>
                </a:cubicBezTo>
                <a:cubicBezTo>
                  <a:pt x="807076" y="50731"/>
                  <a:pt x="800861" y="48236"/>
                  <a:pt x="792904" y="48236"/>
                </a:cubicBezTo>
                <a:cubicBezTo>
                  <a:pt x="784881" y="48236"/>
                  <a:pt x="778585" y="50714"/>
                  <a:pt x="774014" y="55668"/>
                </a:cubicBezTo>
                <a:cubicBezTo>
                  <a:pt x="769444" y="60621"/>
                  <a:pt x="766797" y="67844"/>
                  <a:pt x="766073" y="77336"/>
                </a:cubicBezTo>
                <a:close/>
                <a:moveTo>
                  <a:pt x="861998" y="136324"/>
                </a:moveTo>
                <a:lnTo>
                  <a:pt x="861998" y="37287"/>
                </a:lnTo>
                <a:lnTo>
                  <a:pt x="878471" y="37287"/>
                </a:lnTo>
                <a:lnTo>
                  <a:pt x="878471" y="136324"/>
                </a:lnTo>
                <a:lnTo>
                  <a:pt x="861998" y="136324"/>
                </a:lnTo>
                <a:moveTo>
                  <a:pt x="870185" y="19137"/>
                </a:moveTo>
                <a:cubicBezTo>
                  <a:pt x="867094" y="19137"/>
                  <a:pt x="864612" y="18232"/>
                  <a:pt x="862738" y="16424"/>
                </a:cubicBezTo>
                <a:cubicBezTo>
                  <a:pt x="860863" y="14616"/>
                  <a:pt x="859926" y="12330"/>
                  <a:pt x="859926" y="9568"/>
                </a:cubicBezTo>
                <a:cubicBezTo>
                  <a:pt x="859926" y="6806"/>
                  <a:pt x="860863" y="4521"/>
                  <a:pt x="862738" y="2713"/>
                </a:cubicBezTo>
                <a:cubicBezTo>
                  <a:pt x="864612" y="904"/>
                  <a:pt x="867094" y="0"/>
                  <a:pt x="870185" y="0"/>
                </a:cubicBezTo>
                <a:cubicBezTo>
                  <a:pt x="873276" y="0"/>
                  <a:pt x="875775" y="904"/>
                  <a:pt x="877682" y="2713"/>
                </a:cubicBezTo>
                <a:cubicBezTo>
                  <a:pt x="879589" y="4521"/>
                  <a:pt x="880543" y="6806"/>
                  <a:pt x="880543" y="9568"/>
                </a:cubicBezTo>
                <a:cubicBezTo>
                  <a:pt x="880543" y="12330"/>
                  <a:pt x="879589" y="14616"/>
                  <a:pt x="877682" y="16424"/>
                </a:cubicBezTo>
                <a:cubicBezTo>
                  <a:pt x="875775" y="18232"/>
                  <a:pt x="873276" y="19137"/>
                  <a:pt x="870185" y="19137"/>
                </a:cubicBezTo>
                <a:close/>
                <a:moveTo>
                  <a:pt x="944360" y="136324"/>
                </a:moveTo>
                <a:cubicBezTo>
                  <a:pt x="936600" y="136324"/>
                  <a:pt x="930648" y="135047"/>
                  <a:pt x="926505" y="132493"/>
                </a:cubicBezTo>
                <a:cubicBezTo>
                  <a:pt x="922362" y="129938"/>
                  <a:pt x="919518" y="126261"/>
                  <a:pt x="917973" y="121460"/>
                </a:cubicBezTo>
                <a:cubicBezTo>
                  <a:pt x="916427" y="116658"/>
                  <a:pt x="915655" y="110885"/>
                  <a:pt x="915655" y="104142"/>
                </a:cubicBezTo>
                <a:lnTo>
                  <a:pt x="915655" y="50604"/>
                </a:lnTo>
                <a:lnTo>
                  <a:pt x="899576" y="50604"/>
                </a:lnTo>
                <a:lnTo>
                  <a:pt x="899576" y="37287"/>
                </a:lnTo>
                <a:lnTo>
                  <a:pt x="915655" y="37287"/>
                </a:lnTo>
                <a:lnTo>
                  <a:pt x="915655" y="15290"/>
                </a:lnTo>
                <a:lnTo>
                  <a:pt x="932029" y="15290"/>
                </a:lnTo>
                <a:lnTo>
                  <a:pt x="932029" y="37287"/>
                </a:lnTo>
                <a:lnTo>
                  <a:pt x="955704" y="37287"/>
                </a:lnTo>
                <a:lnTo>
                  <a:pt x="955704" y="50604"/>
                </a:lnTo>
                <a:lnTo>
                  <a:pt x="932029" y="50604"/>
                </a:lnTo>
                <a:lnTo>
                  <a:pt x="932029" y="103674"/>
                </a:lnTo>
                <a:cubicBezTo>
                  <a:pt x="932029" y="109913"/>
                  <a:pt x="932802" y="114695"/>
                  <a:pt x="934347" y="118020"/>
                </a:cubicBezTo>
                <a:cubicBezTo>
                  <a:pt x="935893" y="121345"/>
                  <a:pt x="939592" y="123008"/>
                  <a:pt x="945445" y="123008"/>
                </a:cubicBezTo>
                <a:lnTo>
                  <a:pt x="955901" y="123008"/>
                </a:lnTo>
                <a:lnTo>
                  <a:pt x="955901" y="136324"/>
                </a:lnTo>
                <a:lnTo>
                  <a:pt x="944360" y="136324"/>
                </a:lnTo>
                <a:close/>
                <a:moveTo>
                  <a:pt x="975331" y="136324"/>
                </a:moveTo>
                <a:lnTo>
                  <a:pt x="975331" y="3551"/>
                </a:lnTo>
                <a:lnTo>
                  <a:pt x="991706" y="3551"/>
                </a:lnTo>
                <a:lnTo>
                  <a:pt x="991706" y="51788"/>
                </a:lnTo>
                <a:cubicBezTo>
                  <a:pt x="994665" y="47908"/>
                  <a:pt x="998907" y="44241"/>
                  <a:pt x="1004431" y="40789"/>
                </a:cubicBezTo>
                <a:cubicBezTo>
                  <a:pt x="1009955" y="37336"/>
                  <a:pt x="1016992" y="35610"/>
                  <a:pt x="1025541" y="35610"/>
                </a:cubicBezTo>
                <a:cubicBezTo>
                  <a:pt x="1036326" y="35610"/>
                  <a:pt x="1044069" y="38805"/>
                  <a:pt x="1048771" y="45194"/>
                </a:cubicBezTo>
                <a:cubicBezTo>
                  <a:pt x="1053473" y="51581"/>
                  <a:pt x="1055824" y="60619"/>
                  <a:pt x="1055824" y="72308"/>
                </a:cubicBezTo>
                <a:lnTo>
                  <a:pt x="1055824" y="136324"/>
                </a:lnTo>
                <a:lnTo>
                  <a:pt x="1039351" y="136324"/>
                </a:lnTo>
                <a:lnTo>
                  <a:pt x="1039351" y="74324"/>
                </a:lnTo>
                <a:cubicBezTo>
                  <a:pt x="1039351" y="69540"/>
                  <a:pt x="1038874" y="65270"/>
                  <a:pt x="1037920" y="61513"/>
                </a:cubicBezTo>
                <a:cubicBezTo>
                  <a:pt x="1036967" y="57754"/>
                  <a:pt x="1035208" y="54799"/>
                  <a:pt x="1032643" y="52648"/>
                </a:cubicBezTo>
                <a:cubicBezTo>
                  <a:pt x="1030078" y="50496"/>
                  <a:pt x="1026396" y="49420"/>
                  <a:pt x="1021595" y="49420"/>
                </a:cubicBezTo>
                <a:cubicBezTo>
                  <a:pt x="1014427" y="49420"/>
                  <a:pt x="1008410" y="51111"/>
                  <a:pt x="1003543" y="54494"/>
                </a:cubicBezTo>
                <a:cubicBezTo>
                  <a:pt x="998677" y="57875"/>
                  <a:pt x="994764" y="61581"/>
                  <a:pt x="991805" y="65613"/>
                </a:cubicBezTo>
                <a:lnTo>
                  <a:pt x="991805" y="136324"/>
                </a:lnTo>
                <a:lnTo>
                  <a:pt x="975331" y="136324"/>
                </a:lnTo>
                <a:close/>
                <a:moveTo>
                  <a:pt x="1128615" y="138100"/>
                </a:moveTo>
                <a:cubicBezTo>
                  <a:pt x="1118159" y="138100"/>
                  <a:pt x="1109594" y="135849"/>
                  <a:pt x="1102919" y="131346"/>
                </a:cubicBezTo>
                <a:cubicBezTo>
                  <a:pt x="1096244" y="126841"/>
                  <a:pt x="1091295" y="120713"/>
                  <a:pt x="1088073" y="112961"/>
                </a:cubicBezTo>
                <a:cubicBezTo>
                  <a:pt x="1084851" y="105208"/>
                  <a:pt x="1083240" y="96489"/>
                  <a:pt x="1083240" y="86806"/>
                </a:cubicBezTo>
                <a:cubicBezTo>
                  <a:pt x="1083240" y="76715"/>
                  <a:pt x="1084801" y="67827"/>
                  <a:pt x="1087925" y="60141"/>
                </a:cubicBezTo>
                <a:cubicBezTo>
                  <a:pt x="1091049" y="52455"/>
                  <a:pt x="1095817" y="46445"/>
                  <a:pt x="1102228" y="42111"/>
                </a:cubicBezTo>
                <a:cubicBezTo>
                  <a:pt x="1108640" y="37777"/>
                  <a:pt x="1116778" y="35610"/>
                  <a:pt x="1126642" y="35610"/>
                </a:cubicBezTo>
                <a:cubicBezTo>
                  <a:pt x="1139729" y="35610"/>
                  <a:pt x="1149988" y="39668"/>
                  <a:pt x="1157419" y="47783"/>
                </a:cubicBezTo>
                <a:cubicBezTo>
                  <a:pt x="1164850" y="55897"/>
                  <a:pt x="1168566" y="67561"/>
                  <a:pt x="1168566" y="82777"/>
                </a:cubicBezTo>
                <a:cubicBezTo>
                  <a:pt x="1168566" y="83792"/>
                  <a:pt x="1168533" y="84993"/>
                  <a:pt x="1168467" y="86380"/>
                </a:cubicBezTo>
                <a:cubicBezTo>
                  <a:pt x="1168401" y="87765"/>
                  <a:pt x="1168303" y="88762"/>
                  <a:pt x="1168171" y="89370"/>
                </a:cubicBezTo>
                <a:lnTo>
                  <a:pt x="1099713" y="89370"/>
                </a:lnTo>
                <a:cubicBezTo>
                  <a:pt x="1099779" y="95885"/>
                  <a:pt x="1100782" y="101868"/>
                  <a:pt x="1102722" y="107320"/>
                </a:cubicBezTo>
                <a:cubicBezTo>
                  <a:pt x="1104662" y="112772"/>
                  <a:pt x="1107736" y="117145"/>
                  <a:pt x="1111945" y="120437"/>
                </a:cubicBezTo>
                <a:cubicBezTo>
                  <a:pt x="1116153" y="123729"/>
                  <a:pt x="1121710" y="125375"/>
                  <a:pt x="1128615" y="125375"/>
                </a:cubicBezTo>
                <a:cubicBezTo>
                  <a:pt x="1135981" y="125375"/>
                  <a:pt x="1141735" y="123560"/>
                  <a:pt x="1145878" y="119931"/>
                </a:cubicBezTo>
                <a:cubicBezTo>
                  <a:pt x="1150021" y="116302"/>
                  <a:pt x="1152191" y="111066"/>
                  <a:pt x="1152388" y="104222"/>
                </a:cubicBezTo>
                <a:lnTo>
                  <a:pt x="1168664" y="104222"/>
                </a:lnTo>
                <a:cubicBezTo>
                  <a:pt x="1168467" y="111208"/>
                  <a:pt x="1166724" y="117227"/>
                  <a:pt x="1163436" y="122280"/>
                </a:cubicBezTo>
                <a:cubicBezTo>
                  <a:pt x="1160148" y="127334"/>
                  <a:pt x="1155545" y="131234"/>
                  <a:pt x="1149626" y="133982"/>
                </a:cubicBezTo>
                <a:cubicBezTo>
                  <a:pt x="1143708" y="136727"/>
                  <a:pt x="1136704" y="138100"/>
                  <a:pt x="1128615" y="138100"/>
                </a:cubicBezTo>
                <a:moveTo>
                  <a:pt x="1099812" y="77336"/>
                </a:moveTo>
                <a:lnTo>
                  <a:pt x="1152290" y="77336"/>
                </a:lnTo>
                <a:cubicBezTo>
                  <a:pt x="1152092" y="67914"/>
                  <a:pt x="1149758" y="60709"/>
                  <a:pt x="1145286" y="55721"/>
                </a:cubicBezTo>
                <a:cubicBezTo>
                  <a:pt x="1140814" y="50731"/>
                  <a:pt x="1134600" y="48236"/>
                  <a:pt x="1126642" y="48236"/>
                </a:cubicBezTo>
                <a:cubicBezTo>
                  <a:pt x="1118619" y="48236"/>
                  <a:pt x="1112323" y="50714"/>
                  <a:pt x="1107752" y="55668"/>
                </a:cubicBezTo>
                <a:cubicBezTo>
                  <a:pt x="1103182" y="60621"/>
                  <a:pt x="1100535" y="67844"/>
                  <a:pt x="1099812" y="77336"/>
                </a:cubicBezTo>
                <a:close/>
                <a:moveTo>
                  <a:pt x="1195736" y="136324"/>
                </a:moveTo>
                <a:lnTo>
                  <a:pt x="1195736" y="37287"/>
                </a:lnTo>
                <a:lnTo>
                  <a:pt x="1211223" y="37287"/>
                </a:lnTo>
                <a:lnTo>
                  <a:pt x="1211815" y="53169"/>
                </a:lnTo>
                <a:cubicBezTo>
                  <a:pt x="1214511" y="48171"/>
                  <a:pt x="1218259" y="43995"/>
                  <a:pt x="1223060" y="40641"/>
                </a:cubicBezTo>
                <a:cubicBezTo>
                  <a:pt x="1227860" y="37287"/>
                  <a:pt x="1234108" y="35610"/>
                  <a:pt x="1241802" y="35610"/>
                </a:cubicBezTo>
                <a:lnTo>
                  <a:pt x="1243775" y="35610"/>
                </a:lnTo>
                <a:lnTo>
                  <a:pt x="1243775" y="50702"/>
                </a:lnTo>
                <a:lnTo>
                  <a:pt x="1241506" y="50702"/>
                </a:lnTo>
                <a:cubicBezTo>
                  <a:pt x="1236705" y="50702"/>
                  <a:pt x="1232497" y="51354"/>
                  <a:pt x="1228880" y="52657"/>
                </a:cubicBezTo>
                <a:cubicBezTo>
                  <a:pt x="1225263" y="53958"/>
                  <a:pt x="1222106" y="55756"/>
                  <a:pt x="1219410" y="58051"/>
                </a:cubicBezTo>
                <a:cubicBezTo>
                  <a:pt x="1216714" y="60347"/>
                  <a:pt x="1214313" y="63002"/>
                  <a:pt x="1212209" y="66017"/>
                </a:cubicBezTo>
                <a:lnTo>
                  <a:pt x="1212209" y="136324"/>
                </a:lnTo>
                <a:lnTo>
                  <a:pt x="1195736" y="136324"/>
                </a:lnTo>
                <a:close/>
                <a:moveTo>
                  <a:pt x="1367911" y="171639"/>
                </a:moveTo>
                <a:lnTo>
                  <a:pt x="1367911" y="121824"/>
                </a:lnTo>
                <a:cubicBezTo>
                  <a:pt x="1364491" y="126756"/>
                  <a:pt x="1360069" y="130702"/>
                  <a:pt x="1354643" y="133661"/>
                </a:cubicBezTo>
                <a:cubicBezTo>
                  <a:pt x="1349218" y="136620"/>
                  <a:pt x="1342921" y="138100"/>
                  <a:pt x="1335753" y="138100"/>
                </a:cubicBezTo>
                <a:cubicBezTo>
                  <a:pt x="1327796" y="138100"/>
                  <a:pt x="1320940" y="136172"/>
                  <a:pt x="1315186" y="132317"/>
                </a:cubicBezTo>
                <a:cubicBezTo>
                  <a:pt x="1309432" y="128460"/>
                  <a:pt x="1305026" y="122676"/>
                  <a:pt x="1301968" y="114965"/>
                </a:cubicBezTo>
                <a:cubicBezTo>
                  <a:pt x="1298910" y="107253"/>
                  <a:pt x="1297381" y="97747"/>
                  <a:pt x="1297381" y="86448"/>
                </a:cubicBezTo>
                <a:cubicBezTo>
                  <a:pt x="1297381" y="75287"/>
                  <a:pt x="1299042" y="65952"/>
                  <a:pt x="1302363" y="58443"/>
                </a:cubicBezTo>
                <a:cubicBezTo>
                  <a:pt x="1305684" y="50934"/>
                  <a:pt x="1310353" y="45251"/>
                  <a:pt x="1316370" y="41396"/>
                </a:cubicBezTo>
                <a:cubicBezTo>
                  <a:pt x="1322387" y="37539"/>
                  <a:pt x="1329473" y="35610"/>
                  <a:pt x="1337627" y="35610"/>
                </a:cubicBezTo>
                <a:cubicBezTo>
                  <a:pt x="1344730" y="35610"/>
                  <a:pt x="1350780" y="37139"/>
                  <a:pt x="1355778" y="40197"/>
                </a:cubicBezTo>
                <a:cubicBezTo>
                  <a:pt x="1360776" y="43255"/>
                  <a:pt x="1364820" y="47283"/>
                  <a:pt x="1367911" y="52281"/>
                </a:cubicBezTo>
                <a:lnTo>
                  <a:pt x="1368503" y="37287"/>
                </a:lnTo>
                <a:lnTo>
                  <a:pt x="1384384" y="37287"/>
                </a:lnTo>
                <a:lnTo>
                  <a:pt x="1384384" y="171639"/>
                </a:lnTo>
                <a:lnTo>
                  <a:pt x="1367911" y="171639"/>
                </a:lnTo>
                <a:moveTo>
                  <a:pt x="1338712" y="124586"/>
                </a:moveTo>
                <a:cubicBezTo>
                  <a:pt x="1345881" y="124586"/>
                  <a:pt x="1351816" y="122826"/>
                  <a:pt x="1356517" y="119305"/>
                </a:cubicBezTo>
                <a:cubicBezTo>
                  <a:pt x="1361219" y="115785"/>
                  <a:pt x="1365017" y="111496"/>
                  <a:pt x="1367911" y="106439"/>
                </a:cubicBezTo>
                <a:lnTo>
                  <a:pt x="1367911" y="68301"/>
                </a:lnTo>
                <a:cubicBezTo>
                  <a:pt x="1365215" y="62900"/>
                  <a:pt x="1361696" y="58354"/>
                  <a:pt x="1357356" y="54664"/>
                </a:cubicBezTo>
                <a:cubicBezTo>
                  <a:pt x="1353016" y="50973"/>
                  <a:pt x="1347492" y="49093"/>
                  <a:pt x="1340784" y="49026"/>
                </a:cubicBezTo>
                <a:cubicBezTo>
                  <a:pt x="1332038" y="49026"/>
                  <a:pt x="1325379" y="52290"/>
                  <a:pt x="1320809" y="58819"/>
                </a:cubicBezTo>
                <a:cubicBezTo>
                  <a:pt x="1316238" y="65346"/>
                  <a:pt x="1313953" y="74556"/>
                  <a:pt x="1313953" y="86448"/>
                </a:cubicBezTo>
                <a:cubicBezTo>
                  <a:pt x="1313953" y="98887"/>
                  <a:pt x="1316107" y="108354"/>
                  <a:pt x="1320414" y="114848"/>
                </a:cubicBezTo>
                <a:cubicBezTo>
                  <a:pt x="1324722" y="121340"/>
                  <a:pt x="1330821" y="124586"/>
                  <a:pt x="1338712" y="124586"/>
                </a:cubicBezTo>
                <a:close/>
                <a:moveTo>
                  <a:pt x="1446621" y="138100"/>
                </a:moveTo>
                <a:cubicBezTo>
                  <a:pt x="1435507" y="138100"/>
                  <a:pt x="1427484" y="134906"/>
                  <a:pt x="1422552" y="128519"/>
                </a:cubicBezTo>
                <a:cubicBezTo>
                  <a:pt x="1417620" y="122130"/>
                  <a:pt x="1415154" y="113329"/>
                  <a:pt x="1415154" y="102117"/>
                </a:cubicBezTo>
                <a:lnTo>
                  <a:pt x="1415154" y="37287"/>
                </a:lnTo>
                <a:lnTo>
                  <a:pt x="1431726" y="37287"/>
                </a:lnTo>
                <a:lnTo>
                  <a:pt x="1431726" y="100129"/>
                </a:lnTo>
                <a:cubicBezTo>
                  <a:pt x="1431726" y="104640"/>
                  <a:pt x="1432219" y="108672"/>
                  <a:pt x="1433205" y="112225"/>
                </a:cubicBezTo>
                <a:cubicBezTo>
                  <a:pt x="1434192" y="115778"/>
                  <a:pt x="1436066" y="118546"/>
                  <a:pt x="1438828" y="120529"/>
                </a:cubicBezTo>
                <a:cubicBezTo>
                  <a:pt x="1441590" y="122510"/>
                  <a:pt x="1445568" y="123501"/>
                  <a:pt x="1450764" y="123501"/>
                </a:cubicBezTo>
                <a:cubicBezTo>
                  <a:pt x="1457997" y="123501"/>
                  <a:pt x="1464048" y="121946"/>
                  <a:pt x="1468914" y="118837"/>
                </a:cubicBezTo>
                <a:cubicBezTo>
                  <a:pt x="1473780" y="115728"/>
                  <a:pt x="1477693" y="112122"/>
                  <a:pt x="1480652" y="108020"/>
                </a:cubicBezTo>
                <a:lnTo>
                  <a:pt x="1480652" y="37287"/>
                </a:lnTo>
                <a:lnTo>
                  <a:pt x="1497224" y="37287"/>
                </a:lnTo>
                <a:lnTo>
                  <a:pt x="1497224" y="136324"/>
                </a:lnTo>
                <a:lnTo>
                  <a:pt x="1481343" y="136324"/>
                </a:lnTo>
                <a:lnTo>
                  <a:pt x="1480850" y="121824"/>
                </a:lnTo>
                <a:cubicBezTo>
                  <a:pt x="1477759" y="125638"/>
                  <a:pt x="1473402" y="129304"/>
                  <a:pt x="1467780" y="132823"/>
                </a:cubicBezTo>
                <a:cubicBezTo>
                  <a:pt x="1462157" y="136341"/>
                  <a:pt x="1455104" y="138100"/>
                  <a:pt x="1446621" y="138100"/>
                </a:cubicBezTo>
                <a:close/>
                <a:moveTo>
                  <a:pt x="1554435" y="138100"/>
                </a:moveTo>
                <a:cubicBezTo>
                  <a:pt x="1548911" y="138100"/>
                  <a:pt x="1543864" y="137022"/>
                  <a:pt x="1539293" y="134866"/>
                </a:cubicBezTo>
                <a:cubicBezTo>
                  <a:pt x="1534723" y="132711"/>
                  <a:pt x="1531073" y="129527"/>
                  <a:pt x="1528344" y="125317"/>
                </a:cubicBezTo>
                <a:cubicBezTo>
                  <a:pt x="1525615" y="121106"/>
                  <a:pt x="1524250" y="115901"/>
                  <a:pt x="1524250" y="109703"/>
                </a:cubicBezTo>
                <a:cubicBezTo>
                  <a:pt x="1524250" y="100879"/>
                  <a:pt x="1526947" y="94176"/>
                  <a:pt x="1532339" y="89595"/>
                </a:cubicBezTo>
                <a:cubicBezTo>
                  <a:pt x="1537731" y="85015"/>
                  <a:pt x="1545360" y="81899"/>
                  <a:pt x="1555224" y="80249"/>
                </a:cubicBezTo>
                <a:cubicBezTo>
                  <a:pt x="1565088" y="78599"/>
                  <a:pt x="1576630" y="77706"/>
                  <a:pt x="1589848" y="77570"/>
                </a:cubicBezTo>
                <a:lnTo>
                  <a:pt x="1589848" y="70502"/>
                </a:lnTo>
                <a:cubicBezTo>
                  <a:pt x="1589848" y="61840"/>
                  <a:pt x="1587809" y="55898"/>
                  <a:pt x="1583732" y="52675"/>
                </a:cubicBezTo>
                <a:cubicBezTo>
                  <a:pt x="1579655" y="49453"/>
                  <a:pt x="1574492" y="47842"/>
                  <a:pt x="1568245" y="47842"/>
                </a:cubicBezTo>
                <a:cubicBezTo>
                  <a:pt x="1561603" y="47842"/>
                  <a:pt x="1556013" y="49598"/>
                  <a:pt x="1551476" y="53110"/>
                </a:cubicBezTo>
                <a:cubicBezTo>
                  <a:pt x="1546938" y="56622"/>
                  <a:pt x="1544669" y="62166"/>
                  <a:pt x="1544669" y="69741"/>
                </a:cubicBezTo>
                <a:lnTo>
                  <a:pt x="1528689" y="69741"/>
                </a:lnTo>
                <a:cubicBezTo>
                  <a:pt x="1528689" y="61615"/>
                  <a:pt x="1530383" y="55047"/>
                  <a:pt x="1533769" y="50037"/>
                </a:cubicBezTo>
                <a:cubicBezTo>
                  <a:pt x="1537156" y="45024"/>
                  <a:pt x="1541825" y="41367"/>
                  <a:pt x="1547777" y="39066"/>
                </a:cubicBezTo>
                <a:cubicBezTo>
                  <a:pt x="1553728" y="36762"/>
                  <a:pt x="1560551" y="35610"/>
                  <a:pt x="1568245" y="35610"/>
                </a:cubicBezTo>
                <a:cubicBezTo>
                  <a:pt x="1573177" y="35610"/>
                  <a:pt x="1577896" y="36085"/>
                  <a:pt x="1582400" y="37034"/>
                </a:cubicBezTo>
                <a:cubicBezTo>
                  <a:pt x="1586905" y="37982"/>
                  <a:pt x="1590949" y="39709"/>
                  <a:pt x="1594533" y="42216"/>
                </a:cubicBezTo>
                <a:cubicBezTo>
                  <a:pt x="1598117" y="44723"/>
                  <a:pt x="1600962" y="48230"/>
                  <a:pt x="1603066" y="52737"/>
                </a:cubicBezTo>
                <a:cubicBezTo>
                  <a:pt x="1605170" y="57242"/>
                  <a:pt x="1606223" y="63050"/>
                  <a:pt x="1606223" y="70163"/>
                </a:cubicBezTo>
                <a:lnTo>
                  <a:pt x="1606223" y="136324"/>
                </a:lnTo>
                <a:lnTo>
                  <a:pt x="1590834" y="136324"/>
                </a:lnTo>
                <a:lnTo>
                  <a:pt x="1590144" y="121725"/>
                </a:lnTo>
                <a:cubicBezTo>
                  <a:pt x="1585738" y="126657"/>
                  <a:pt x="1580625" y="130620"/>
                  <a:pt x="1574805" y="133612"/>
                </a:cubicBezTo>
                <a:cubicBezTo>
                  <a:pt x="1568985" y="136604"/>
                  <a:pt x="1562195" y="138100"/>
                  <a:pt x="1554435" y="138100"/>
                </a:cubicBezTo>
                <a:moveTo>
                  <a:pt x="1558775" y="125474"/>
                </a:moveTo>
                <a:cubicBezTo>
                  <a:pt x="1565352" y="125474"/>
                  <a:pt x="1571270" y="123867"/>
                  <a:pt x="1576531" y="120653"/>
                </a:cubicBezTo>
                <a:cubicBezTo>
                  <a:pt x="1581792" y="117436"/>
                  <a:pt x="1586198" y="113366"/>
                  <a:pt x="1589749" y="108442"/>
                </a:cubicBezTo>
                <a:lnTo>
                  <a:pt x="1589749" y="88125"/>
                </a:lnTo>
                <a:cubicBezTo>
                  <a:pt x="1572257" y="88331"/>
                  <a:pt x="1559712" y="90041"/>
                  <a:pt x="1552117" y="93258"/>
                </a:cubicBezTo>
                <a:cubicBezTo>
                  <a:pt x="1544521" y="96472"/>
                  <a:pt x="1540724" y="101738"/>
                  <a:pt x="1540724" y="109056"/>
                </a:cubicBezTo>
                <a:cubicBezTo>
                  <a:pt x="1540724" y="114050"/>
                  <a:pt x="1542253" y="118034"/>
                  <a:pt x="1545311" y="121010"/>
                </a:cubicBezTo>
                <a:cubicBezTo>
                  <a:pt x="1548368" y="123986"/>
                  <a:pt x="1552857" y="125474"/>
                  <a:pt x="1558775" y="125474"/>
                </a:cubicBezTo>
                <a:close/>
                <a:moveTo>
                  <a:pt x="1669797" y="138100"/>
                </a:moveTo>
                <a:cubicBezTo>
                  <a:pt x="1661971" y="138100"/>
                  <a:pt x="1655197" y="136170"/>
                  <a:pt x="1649476" y="132311"/>
                </a:cubicBezTo>
                <a:cubicBezTo>
                  <a:pt x="1643755" y="128452"/>
                  <a:pt x="1639332" y="122679"/>
                  <a:pt x="1636209" y="114993"/>
                </a:cubicBezTo>
                <a:cubicBezTo>
                  <a:pt x="1633085" y="107307"/>
                  <a:pt x="1631523" y="97810"/>
                  <a:pt x="1631523" y="86501"/>
                </a:cubicBezTo>
                <a:cubicBezTo>
                  <a:pt x="1631523" y="75259"/>
                  <a:pt x="1633184" y="65881"/>
                  <a:pt x="1636505" y="58366"/>
                </a:cubicBezTo>
                <a:cubicBezTo>
                  <a:pt x="1639826" y="50848"/>
                  <a:pt x="1644511" y="45176"/>
                  <a:pt x="1650561" y="41350"/>
                </a:cubicBezTo>
                <a:cubicBezTo>
                  <a:pt x="1656611" y="37523"/>
                  <a:pt x="1663746" y="35610"/>
                  <a:pt x="1671967" y="35610"/>
                </a:cubicBezTo>
                <a:cubicBezTo>
                  <a:pt x="1678806" y="35610"/>
                  <a:pt x="1684757" y="37106"/>
                  <a:pt x="1689821" y="40098"/>
                </a:cubicBezTo>
                <a:cubicBezTo>
                  <a:pt x="1694885" y="43090"/>
                  <a:pt x="1698962" y="47151"/>
                  <a:pt x="1702053" y="52281"/>
                </a:cubicBezTo>
                <a:lnTo>
                  <a:pt x="1702053" y="3551"/>
                </a:lnTo>
                <a:lnTo>
                  <a:pt x="1718526" y="3551"/>
                </a:lnTo>
                <a:lnTo>
                  <a:pt x="1718526" y="136324"/>
                </a:lnTo>
                <a:lnTo>
                  <a:pt x="1702941" y="136324"/>
                </a:lnTo>
                <a:lnTo>
                  <a:pt x="1702053" y="122317"/>
                </a:lnTo>
                <a:cubicBezTo>
                  <a:pt x="1698633" y="126986"/>
                  <a:pt x="1694227" y="130784"/>
                  <a:pt x="1688835" y="133710"/>
                </a:cubicBezTo>
                <a:cubicBezTo>
                  <a:pt x="1683442" y="136637"/>
                  <a:pt x="1677096" y="138100"/>
                  <a:pt x="1669797" y="138100"/>
                </a:cubicBezTo>
                <a:moveTo>
                  <a:pt x="1673150" y="124586"/>
                </a:moveTo>
                <a:cubicBezTo>
                  <a:pt x="1680187" y="124586"/>
                  <a:pt x="1686040" y="122858"/>
                  <a:pt x="1690709" y="119401"/>
                </a:cubicBezTo>
                <a:cubicBezTo>
                  <a:pt x="1695378" y="115944"/>
                  <a:pt x="1699159" y="111787"/>
                  <a:pt x="1702053" y="106929"/>
                </a:cubicBezTo>
                <a:lnTo>
                  <a:pt x="1702053" y="68430"/>
                </a:lnTo>
                <a:cubicBezTo>
                  <a:pt x="1699357" y="62818"/>
                  <a:pt x="1695822" y="58181"/>
                  <a:pt x="1691449" y="54519"/>
                </a:cubicBezTo>
                <a:cubicBezTo>
                  <a:pt x="1687076" y="50857"/>
                  <a:pt x="1681568" y="49026"/>
                  <a:pt x="1674926" y="49026"/>
                </a:cubicBezTo>
                <a:cubicBezTo>
                  <a:pt x="1666180" y="49026"/>
                  <a:pt x="1659587" y="52277"/>
                  <a:pt x="1655148" y="58779"/>
                </a:cubicBezTo>
                <a:cubicBezTo>
                  <a:pt x="1650709" y="65281"/>
                  <a:pt x="1648490" y="74521"/>
                  <a:pt x="1648490" y="86497"/>
                </a:cubicBezTo>
                <a:cubicBezTo>
                  <a:pt x="1648490" y="98885"/>
                  <a:pt x="1650578" y="108330"/>
                  <a:pt x="1654754" y="114833"/>
                </a:cubicBezTo>
                <a:cubicBezTo>
                  <a:pt x="1658929" y="121335"/>
                  <a:pt x="1665062" y="124586"/>
                  <a:pt x="1673150" y="124586"/>
                </a:cubicBezTo>
                <a:close/>
                <a:moveTo>
                  <a:pt x="1773956" y="136324"/>
                </a:moveTo>
                <a:lnTo>
                  <a:pt x="1773956" y="18446"/>
                </a:lnTo>
                <a:lnTo>
                  <a:pt x="1736176" y="18446"/>
                </a:lnTo>
                <a:lnTo>
                  <a:pt x="1736176" y="3551"/>
                </a:lnTo>
                <a:lnTo>
                  <a:pt x="1829295" y="3551"/>
                </a:lnTo>
                <a:lnTo>
                  <a:pt x="1829295" y="18446"/>
                </a:lnTo>
                <a:lnTo>
                  <a:pt x="1791613" y="18446"/>
                </a:lnTo>
                <a:lnTo>
                  <a:pt x="1791613" y="136324"/>
                </a:lnTo>
                <a:lnTo>
                  <a:pt x="1773956" y="136324"/>
                </a:lnTo>
                <a:close/>
                <a:moveTo>
                  <a:pt x="1838767" y="136324"/>
                </a:moveTo>
                <a:lnTo>
                  <a:pt x="1838767" y="37287"/>
                </a:lnTo>
                <a:lnTo>
                  <a:pt x="1854254" y="37287"/>
                </a:lnTo>
                <a:lnTo>
                  <a:pt x="1854846" y="53169"/>
                </a:lnTo>
                <a:cubicBezTo>
                  <a:pt x="1857542" y="48171"/>
                  <a:pt x="1861291" y="43995"/>
                  <a:pt x="1866091" y="40641"/>
                </a:cubicBezTo>
                <a:cubicBezTo>
                  <a:pt x="1870892" y="37287"/>
                  <a:pt x="1877139" y="35610"/>
                  <a:pt x="1884833" y="35610"/>
                </a:cubicBezTo>
                <a:lnTo>
                  <a:pt x="1886806" y="35610"/>
                </a:lnTo>
                <a:lnTo>
                  <a:pt x="1886806" y="50702"/>
                </a:lnTo>
                <a:lnTo>
                  <a:pt x="1884537" y="50702"/>
                </a:lnTo>
                <a:cubicBezTo>
                  <a:pt x="1879737" y="50702"/>
                  <a:pt x="1875528" y="51354"/>
                  <a:pt x="1871911" y="52657"/>
                </a:cubicBezTo>
                <a:cubicBezTo>
                  <a:pt x="1868294" y="53958"/>
                  <a:pt x="1865138" y="55756"/>
                  <a:pt x="1862441" y="58051"/>
                </a:cubicBezTo>
                <a:cubicBezTo>
                  <a:pt x="1859745" y="60347"/>
                  <a:pt x="1857345" y="63002"/>
                  <a:pt x="1855241" y="66017"/>
                </a:cubicBezTo>
                <a:lnTo>
                  <a:pt x="1855241" y="136324"/>
                </a:lnTo>
                <a:lnTo>
                  <a:pt x="1838767" y="136324"/>
                </a:lnTo>
                <a:close/>
                <a:moveTo>
                  <a:pt x="1941748" y="138100"/>
                </a:moveTo>
                <a:cubicBezTo>
                  <a:pt x="1931292" y="138100"/>
                  <a:pt x="1922726" y="135849"/>
                  <a:pt x="1916051" y="131346"/>
                </a:cubicBezTo>
                <a:cubicBezTo>
                  <a:pt x="1909376" y="126841"/>
                  <a:pt x="1904428" y="120713"/>
                  <a:pt x="1901205" y="112961"/>
                </a:cubicBezTo>
                <a:cubicBezTo>
                  <a:pt x="1897983" y="105208"/>
                  <a:pt x="1896372" y="96489"/>
                  <a:pt x="1896372" y="86806"/>
                </a:cubicBezTo>
                <a:cubicBezTo>
                  <a:pt x="1896372" y="76715"/>
                  <a:pt x="1897934" y="67827"/>
                  <a:pt x="1901057" y="60141"/>
                </a:cubicBezTo>
                <a:cubicBezTo>
                  <a:pt x="1904181" y="52455"/>
                  <a:pt x="1908949" y="46445"/>
                  <a:pt x="1915361" y="42111"/>
                </a:cubicBezTo>
                <a:cubicBezTo>
                  <a:pt x="1921772" y="37777"/>
                  <a:pt x="1929911" y="35610"/>
                  <a:pt x="1939775" y="35610"/>
                </a:cubicBezTo>
                <a:cubicBezTo>
                  <a:pt x="1952861" y="35610"/>
                  <a:pt x="1963120" y="39668"/>
                  <a:pt x="1970551" y="47783"/>
                </a:cubicBezTo>
                <a:cubicBezTo>
                  <a:pt x="1977982" y="55897"/>
                  <a:pt x="1981698" y="67561"/>
                  <a:pt x="1981698" y="82777"/>
                </a:cubicBezTo>
                <a:cubicBezTo>
                  <a:pt x="1981698" y="83792"/>
                  <a:pt x="1981665" y="84993"/>
                  <a:pt x="1981599" y="86380"/>
                </a:cubicBezTo>
                <a:cubicBezTo>
                  <a:pt x="1981534" y="87765"/>
                  <a:pt x="1981435" y="88762"/>
                  <a:pt x="1981303" y="89370"/>
                </a:cubicBezTo>
                <a:lnTo>
                  <a:pt x="1912845" y="89370"/>
                </a:lnTo>
                <a:cubicBezTo>
                  <a:pt x="1912911" y="95885"/>
                  <a:pt x="1913914" y="101868"/>
                  <a:pt x="1915854" y="107320"/>
                </a:cubicBezTo>
                <a:cubicBezTo>
                  <a:pt x="1917794" y="112772"/>
                  <a:pt x="1920868" y="117145"/>
                  <a:pt x="1925077" y="120437"/>
                </a:cubicBezTo>
                <a:cubicBezTo>
                  <a:pt x="1929286" y="123729"/>
                  <a:pt x="1934843" y="125375"/>
                  <a:pt x="1941748" y="125375"/>
                </a:cubicBezTo>
                <a:cubicBezTo>
                  <a:pt x="1949113" y="125375"/>
                  <a:pt x="1954867" y="123560"/>
                  <a:pt x="1959010" y="119931"/>
                </a:cubicBezTo>
                <a:cubicBezTo>
                  <a:pt x="1963153" y="116302"/>
                  <a:pt x="1965323" y="111066"/>
                  <a:pt x="1965521" y="104222"/>
                </a:cubicBezTo>
                <a:lnTo>
                  <a:pt x="1981797" y="104222"/>
                </a:lnTo>
                <a:cubicBezTo>
                  <a:pt x="1981599" y="111208"/>
                  <a:pt x="1979857" y="117227"/>
                  <a:pt x="1976569" y="122280"/>
                </a:cubicBezTo>
                <a:cubicBezTo>
                  <a:pt x="1973281" y="127334"/>
                  <a:pt x="1968677" y="131234"/>
                  <a:pt x="1962759" y="133982"/>
                </a:cubicBezTo>
                <a:cubicBezTo>
                  <a:pt x="1956840" y="136727"/>
                  <a:pt x="1949836" y="138100"/>
                  <a:pt x="1941748" y="138100"/>
                </a:cubicBezTo>
                <a:moveTo>
                  <a:pt x="1912944" y="77336"/>
                </a:moveTo>
                <a:lnTo>
                  <a:pt x="1965422" y="77336"/>
                </a:lnTo>
                <a:cubicBezTo>
                  <a:pt x="1965225" y="67914"/>
                  <a:pt x="1962890" y="60709"/>
                  <a:pt x="1958418" y="55721"/>
                </a:cubicBezTo>
                <a:cubicBezTo>
                  <a:pt x="1953947" y="50731"/>
                  <a:pt x="1947732" y="48236"/>
                  <a:pt x="1939775" y="48236"/>
                </a:cubicBezTo>
                <a:cubicBezTo>
                  <a:pt x="1931752" y="48236"/>
                  <a:pt x="1925455" y="50714"/>
                  <a:pt x="1920885" y="55668"/>
                </a:cubicBezTo>
                <a:cubicBezTo>
                  <a:pt x="1916314" y="60621"/>
                  <a:pt x="1913667" y="67844"/>
                  <a:pt x="1912944" y="77336"/>
                </a:cubicBezTo>
                <a:close/>
                <a:moveTo>
                  <a:pt x="2048819" y="138100"/>
                </a:moveTo>
                <a:cubicBezTo>
                  <a:pt x="2038363" y="138100"/>
                  <a:pt x="2029797" y="135849"/>
                  <a:pt x="2023122" y="131346"/>
                </a:cubicBezTo>
                <a:cubicBezTo>
                  <a:pt x="2016447" y="126841"/>
                  <a:pt x="2011499" y="120713"/>
                  <a:pt x="2008277" y="112961"/>
                </a:cubicBezTo>
                <a:cubicBezTo>
                  <a:pt x="2005054" y="105208"/>
                  <a:pt x="2003443" y="96489"/>
                  <a:pt x="2003443" y="86806"/>
                </a:cubicBezTo>
                <a:cubicBezTo>
                  <a:pt x="2003443" y="76715"/>
                  <a:pt x="2005005" y="67827"/>
                  <a:pt x="2008129" y="60141"/>
                </a:cubicBezTo>
                <a:cubicBezTo>
                  <a:pt x="2011252" y="52455"/>
                  <a:pt x="2016020" y="46445"/>
                  <a:pt x="2022432" y="42111"/>
                </a:cubicBezTo>
                <a:cubicBezTo>
                  <a:pt x="2028844" y="37777"/>
                  <a:pt x="2036982" y="35610"/>
                  <a:pt x="2046846" y="35610"/>
                </a:cubicBezTo>
                <a:cubicBezTo>
                  <a:pt x="2059933" y="35610"/>
                  <a:pt x="2070191" y="39668"/>
                  <a:pt x="2077622" y="47783"/>
                </a:cubicBezTo>
                <a:cubicBezTo>
                  <a:pt x="2085054" y="55897"/>
                  <a:pt x="2088769" y="67561"/>
                  <a:pt x="2088769" y="82777"/>
                </a:cubicBezTo>
                <a:cubicBezTo>
                  <a:pt x="2088769" y="83792"/>
                  <a:pt x="2088736" y="84993"/>
                  <a:pt x="2088670" y="86380"/>
                </a:cubicBezTo>
                <a:cubicBezTo>
                  <a:pt x="2088605" y="87765"/>
                  <a:pt x="2088506" y="88762"/>
                  <a:pt x="2088375" y="89370"/>
                </a:cubicBezTo>
                <a:lnTo>
                  <a:pt x="2019916" y="89370"/>
                </a:lnTo>
                <a:cubicBezTo>
                  <a:pt x="2019982" y="95885"/>
                  <a:pt x="2020985" y="101868"/>
                  <a:pt x="2022925" y="107320"/>
                </a:cubicBezTo>
                <a:cubicBezTo>
                  <a:pt x="2024865" y="112772"/>
                  <a:pt x="2027939" y="117145"/>
                  <a:pt x="2032148" y="120437"/>
                </a:cubicBezTo>
                <a:cubicBezTo>
                  <a:pt x="2036357" y="123729"/>
                  <a:pt x="2041914" y="125375"/>
                  <a:pt x="2048819" y="125375"/>
                </a:cubicBezTo>
                <a:cubicBezTo>
                  <a:pt x="2056184" y="125375"/>
                  <a:pt x="2061938" y="123560"/>
                  <a:pt x="2066081" y="119931"/>
                </a:cubicBezTo>
                <a:cubicBezTo>
                  <a:pt x="2070224" y="116302"/>
                  <a:pt x="2072394" y="111066"/>
                  <a:pt x="2072592" y="104222"/>
                </a:cubicBezTo>
                <a:lnTo>
                  <a:pt x="2088868" y="104222"/>
                </a:lnTo>
                <a:cubicBezTo>
                  <a:pt x="2088670" y="111208"/>
                  <a:pt x="2086928" y="117227"/>
                  <a:pt x="2083640" y="122280"/>
                </a:cubicBezTo>
                <a:cubicBezTo>
                  <a:pt x="2080352" y="127334"/>
                  <a:pt x="2075748" y="131234"/>
                  <a:pt x="2069830" y="133982"/>
                </a:cubicBezTo>
                <a:cubicBezTo>
                  <a:pt x="2063911" y="136727"/>
                  <a:pt x="2056907" y="138100"/>
                  <a:pt x="2048819" y="138100"/>
                </a:cubicBezTo>
                <a:moveTo>
                  <a:pt x="2020015" y="77336"/>
                </a:moveTo>
                <a:lnTo>
                  <a:pt x="2072493" y="77336"/>
                </a:lnTo>
                <a:cubicBezTo>
                  <a:pt x="2072296" y="67914"/>
                  <a:pt x="2069961" y="60709"/>
                  <a:pt x="2065489" y="55721"/>
                </a:cubicBezTo>
                <a:cubicBezTo>
                  <a:pt x="2061018" y="50731"/>
                  <a:pt x="2054803" y="48236"/>
                  <a:pt x="2046846" y="48236"/>
                </a:cubicBezTo>
                <a:cubicBezTo>
                  <a:pt x="2038823" y="48236"/>
                  <a:pt x="2032526" y="50714"/>
                  <a:pt x="2027956" y="55668"/>
                </a:cubicBezTo>
                <a:cubicBezTo>
                  <a:pt x="2023385" y="60621"/>
                  <a:pt x="2020738" y="67844"/>
                  <a:pt x="2020015" y="77336"/>
                </a:cubicBezTo>
                <a:close/>
                <a:moveTo>
                  <a:pt x="2153128" y="136324"/>
                </a:moveTo>
                <a:lnTo>
                  <a:pt x="2153128" y="28902"/>
                </a:lnTo>
                <a:cubicBezTo>
                  <a:pt x="2151352" y="31319"/>
                  <a:pt x="2148837" y="33654"/>
                  <a:pt x="2145581" y="35906"/>
                </a:cubicBezTo>
                <a:cubicBezTo>
                  <a:pt x="2142326" y="38158"/>
                  <a:pt x="2138463" y="40166"/>
                  <a:pt x="2133991" y="41929"/>
                </a:cubicBezTo>
                <a:cubicBezTo>
                  <a:pt x="2129519" y="43693"/>
                  <a:pt x="2124521" y="44966"/>
                  <a:pt x="2118997" y="45749"/>
                </a:cubicBezTo>
                <a:lnTo>
                  <a:pt x="2118997" y="30163"/>
                </a:lnTo>
                <a:cubicBezTo>
                  <a:pt x="2124455" y="29247"/>
                  <a:pt x="2129535" y="27579"/>
                  <a:pt x="2134237" y="25160"/>
                </a:cubicBezTo>
                <a:cubicBezTo>
                  <a:pt x="2138939" y="22739"/>
                  <a:pt x="2143082" y="19959"/>
                  <a:pt x="2146666" y="16819"/>
                </a:cubicBezTo>
                <a:cubicBezTo>
                  <a:pt x="2150250" y="13678"/>
                  <a:pt x="2153062" y="10670"/>
                  <a:pt x="2155100" y="7793"/>
                </a:cubicBezTo>
                <a:lnTo>
                  <a:pt x="2170390" y="7793"/>
                </a:lnTo>
                <a:lnTo>
                  <a:pt x="2170390" y="136324"/>
                </a:lnTo>
                <a:lnTo>
                  <a:pt x="2153128" y="136324"/>
                </a:lnTo>
                <a:close/>
                <a:moveTo>
                  <a:pt x="2300348" y="138100"/>
                </a:moveTo>
                <a:cubicBezTo>
                  <a:pt x="2290944" y="138100"/>
                  <a:pt x="2282889" y="136052"/>
                  <a:pt x="2276181" y="131956"/>
                </a:cubicBezTo>
                <a:cubicBezTo>
                  <a:pt x="2269473" y="127859"/>
                  <a:pt x="2264360" y="122001"/>
                  <a:pt x="2260842" y="114383"/>
                </a:cubicBezTo>
                <a:cubicBezTo>
                  <a:pt x="2257324" y="106764"/>
                  <a:pt x="2255565" y="97707"/>
                  <a:pt x="2255565" y="87210"/>
                </a:cubicBezTo>
                <a:cubicBezTo>
                  <a:pt x="2255565" y="76443"/>
                  <a:pt x="2257324" y="67217"/>
                  <a:pt x="2260842" y="59531"/>
                </a:cubicBezTo>
                <a:cubicBezTo>
                  <a:pt x="2264360" y="51845"/>
                  <a:pt x="2269473" y="45937"/>
                  <a:pt x="2276181" y="41806"/>
                </a:cubicBezTo>
                <a:cubicBezTo>
                  <a:pt x="2282889" y="37675"/>
                  <a:pt x="2290944" y="35610"/>
                  <a:pt x="2300348" y="35610"/>
                </a:cubicBezTo>
                <a:cubicBezTo>
                  <a:pt x="2309950" y="35610"/>
                  <a:pt x="2318153" y="37675"/>
                  <a:pt x="2324960" y="41806"/>
                </a:cubicBezTo>
                <a:cubicBezTo>
                  <a:pt x="2331766" y="45937"/>
                  <a:pt x="2336994" y="51845"/>
                  <a:pt x="2340644" y="59531"/>
                </a:cubicBezTo>
                <a:cubicBezTo>
                  <a:pt x="2344294" y="67217"/>
                  <a:pt x="2346119" y="76443"/>
                  <a:pt x="2346119" y="87210"/>
                </a:cubicBezTo>
                <a:cubicBezTo>
                  <a:pt x="2346119" y="97707"/>
                  <a:pt x="2344294" y="106764"/>
                  <a:pt x="2340644" y="114383"/>
                </a:cubicBezTo>
                <a:cubicBezTo>
                  <a:pt x="2336994" y="122001"/>
                  <a:pt x="2331766" y="127859"/>
                  <a:pt x="2324960" y="131956"/>
                </a:cubicBezTo>
                <a:cubicBezTo>
                  <a:pt x="2318153" y="136052"/>
                  <a:pt x="2309950" y="138100"/>
                  <a:pt x="2300348" y="138100"/>
                </a:cubicBezTo>
                <a:moveTo>
                  <a:pt x="2300348" y="124981"/>
                </a:moveTo>
                <a:cubicBezTo>
                  <a:pt x="2307451" y="124981"/>
                  <a:pt x="2313106" y="123356"/>
                  <a:pt x="2317315" y="120107"/>
                </a:cubicBezTo>
                <a:cubicBezTo>
                  <a:pt x="2321524" y="116856"/>
                  <a:pt x="2324549" y="112374"/>
                  <a:pt x="2326390" y="106661"/>
                </a:cubicBezTo>
                <a:cubicBezTo>
                  <a:pt x="2328231" y="100948"/>
                  <a:pt x="2329152" y="94466"/>
                  <a:pt x="2329152" y="87216"/>
                </a:cubicBezTo>
                <a:cubicBezTo>
                  <a:pt x="2329152" y="79826"/>
                  <a:pt x="2328231" y="73223"/>
                  <a:pt x="2326390" y="67407"/>
                </a:cubicBezTo>
                <a:cubicBezTo>
                  <a:pt x="2324549" y="61591"/>
                  <a:pt x="2321524" y="57025"/>
                  <a:pt x="2317315" y="53708"/>
                </a:cubicBezTo>
                <a:cubicBezTo>
                  <a:pt x="2313106" y="50389"/>
                  <a:pt x="2307451" y="48730"/>
                  <a:pt x="2300348" y="48730"/>
                </a:cubicBezTo>
                <a:cubicBezTo>
                  <a:pt x="2293443" y="48730"/>
                  <a:pt x="2287969" y="50389"/>
                  <a:pt x="2283924" y="53708"/>
                </a:cubicBezTo>
                <a:cubicBezTo>
                  <a:pt x="2279880" y="57025"/>
                  <a:pt x="2276970" y="61591"/>
                  <a:pt x="2275194" y="67407"/>
                </a:cubicBezTo>
                <a:cubicBezTo>
                  <a:pt x="2273419" y="73223"/>
                  <a:pt x="2272531" y="79826"/>
                  <a:pt x="2272531" y="87216"/>
                </a:cubicBezTo>
                <a:cubicBezTo>
                  <a:pt x="2272531" y="94466"/>
                  <a:pt x="2273419" y="100948"/>
                  <a:pt x="2275194" y="106661"/>
                </a:cubicBezTo>
                <a:cubicBezTo>
                  <a:pt x="2276970" y="112374"/>
                  <a:pt x="2279880" y="116856"/>
                  <a:pt x="2283924" y="120107"/>
                </a:cubicBezTo>
                <a:cubicBezTo>
                  <a:pt x="2287969" y="123356"/>
                  <a:pt x="2293443" y="124981"/>
                  <a:pt x="2300348" y="124981"/>
                </a:cubicBezTo>
                <a:close/>
                <a:moveTo>
                  <a:pt x="2374324" y="136324"/>
                </a:moveTo>
                <a:lnTo>
                  <a:pt x="2374324" y="37287"/>
                </a:lnTo>
                <a:lnTo>
                  <a:pt x="2389810" y="37287"/>
                </a:lnTo>
                <a:lnTo>
                  <a:pt x="2390402" y="53169"/>
                </a:lnTo>
                <a:cubicBezTo>
                  <a:pt x="2393099" y="48171"/>
                  <a:pt x="2396847" y="43995"/>
                  <a:pt x="2401648" y="40641"/>
                </a:cubicBezTo>
                <a:cubicBezTo>
                  <a:pt x="2406448" y="37287"/>
                  <a:pt x="2412696" y="35610"/>
                  <a:pt x="2420390" y="35610"/>
                </a:cubicBezTo>
                <a:lnTo>
                  <a:pt x="2422363" y="35610"/>
                </a:lnTo>
                <a:lnTo>
                  <a:pt x="2422363" y="50702"/>
                </a:lnTo>
                <a:lnTo>
                  <a:pt x="2420094" y="50702"/>
                </a:lnTo>
                <a:cubicBezTo>
                  <a:pt x="2415293" y="50702"/>
                  <a:pt x="2411084" y="51354"/>
                  <a:pt x="2407468" y="52657"/>
                </a:cubicBezTo>
                <a:cubicBezTo>
                  <a:pt x="2403851" y="53958"/>
                  <a:pt x="2400694" y="55756"/>
                  <a:pt x="2397998" y="58051"/>
                </a:cubicBezTo>
                <a:cubicBezTo>
                  <a:pt x="2395302" y="60347"/>
                  <a:pt x="2392901" y="63002"/>
                  <a:pt x="2390797" y="66017"/>
                </a:cubicBezTo>
                <a:lnTo>
                  <a:pt x="2390797" y="136324"/>
                </a:lnTo>
                <a:lnTo>
                  <a:pt x="2374324" y="13632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" name="Text quadTree2isaleafnode…">
            <a:extLst xmlns:a="http://schemas.openxmlformats.org/drawingml/2006/main">
              <a:ext uri="{FF2B5EF4-FFF2-40B4-BE49-F238E27FC236}">
                <a16:creationId xmlns:a16="http://schemas.microsoft.com/office/drawing/2014/main" id="{3E638AFD-4060-4210-AA35-D04827CBA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493" y="2706942"/>
            <a:ext cx="2243648" cy="171639"/>
          </a:xfrm>
          <a:custGeom xmlns:a="http://schemas.openxmlformats.org/drawingml/2006/main">
            <a:pathLst>
              <a:path w="2243648" h="171639">
                <a:moveTo>
                  <a:pt x="70530" y="171639"/>
                </a:moveTo>
                <a:lnTo>
                  <a:pt x="70530" y="121824"/>
                </a:lnTo>
                <a:cubicBezTo>
                  <a:pt x="67110" y="126756"/>
                  <a:pt x="62688" y="130702"/>
                  <a:pt x="57262" y="133661"/>
                </a:cubicBezTo>
                <a:cubicBezTo>
                  <a:pt x="51837" y="136620"/>
                  <a:pt x="45540" y="138100"/>
                  <a:pt x="38372" y="138100"/>
                </a:cubicBezTo>
                <a:cubicBezTo>
                  <a:pt x="30415" y="138100"/>
                  <a:pt x="23559" y="136172"/>
                  <a:pt x="17805" y="132317"/>
                </a:cubicBezTo>
                <a:cubicBezTo>
                  <a:pt x="12051" y="128460"/>
                  <a:pt x="7645" y="122676"/>
                  <a:pt x="4587" y="114965"/>
                </a:cubicBezTo>
                <a:cubicBezTo>
                  <a:pt x="1529" y="107253"/>
                  <a:pt x="0" y="97747"/>
                  <a:pt x="0" y="86448"/>
                </a:cubicBezTo>
                <a:cubicBezTo>
                  <a:pt x="0" y="75287"/>
                  <a:pt x="1660" y="65952"/>
                  <a:pt x="4981" y="58443"/>
                </a:cubicBezTo>
                <a:cubicBezTo>
                  <a:pt x="8302" y="50934"/>
                  <a:pt x="12972" y="45251"/>
                  <a:pt x="18989" y="41396"/>
                </a:cubicBezTo>
                <a:cubicBezTo>
                  <a:pt x="25006" y="37539"/>
                  <a:pt x="32092" y="35610"/>
                  <a:pt x="40246" y="35610"/>
                </a:cubicBezTo>
                <a:cubicBezTo>
                  <a:pt x="47349" y="35610"/>
                  <a:pt x="53399" y="37139"/>
                  <a:pt x="58397" y="40197"/>
                </a:cubicBezTo>
                <a:cubicBezTo>
                  <a:pt x="63394" y="43255"/>
                  <a:pt x="67439" y="47283"/>
                  <a:pt x="70530" y="52281"/>
                </a:cubicBezTo>
                <a:lnTo>
                  <a:pt x="71122" y="37287"/>
                </a:lnTo>
                <a:lnTo>
                  <a:pt x="87003" y="37287"/>
                </a:lnTo>
                <a:lnTo>
                  <a:pt x="87003" y="171639"/>
                </a:lnTo>
                <a:lnTo>
                  <a:pt x="70530" y="171639"/>
                </a:lnTo>
                <a:moveTo>
                  <a:pt x="41331" y="124586"/>
                </a:moveTo>
                <a:cubicBezTo>
                  <a:pt x="48499" y="124586"/>
                  <a:pt x="54434" y="122826"/>
                  <a:pt x="59136" y="119305"/>
                </a:cubicBezTo>
                <a:cubicBezTo>
                  <a:pt x="63838" y="115785"/>
                  <a:pt x="67636" y="111496"/>
                  <a:pt x="70530" y="106439"/>
                </a:cubicBezTo>
                <a:lnTo>
                  <a:pt x="70530" y="68301"/>
                </a:lnTo>
                <a:cubicBezTo>
                  <a:pt x="67833" y="62900"/>
                  <a:pt x="64315" y="58354"/>
                  <a:pt x="59975" y="54664"/>
                </a:cubicBezTo>
                <a:cubicBezTo>
                  <a:pt x="55635" y="50973"/>
                  <a:pt x="50111" y="49093"/>
                  <a:pt x="43403" y="49026"/>
                </a:cubicBezTo>
                <a:cubicBezTo>
                  <a:pt x="34657" y="49026"/>
                  <a:pt x="27998" y="52290"/>
                  <a:pt x="23428" y="58819"/>
                </a:cubicBezTo>
                <a:cubicBezTo>
                  <a:pt x="18857" y="65346"/>
                  <a:pt x="16572" y="74556"/>
                  <a:pt x="16572" y="86448"/>
                </a:cubicBezTo>
                <a:cubicBezTo>
                  <a:pt x="16572" y="98887"/>
                  <a:pt x="18726" y="108354"/>
                  <a:pt x="23033" y="114848"/>
                </a:cubicBezTo>
                <a:cubicBezTo>
                  <a:pt x="27341" y="121340"/>
                  <a:pt x="33440" y="124586"/>
                  <a:pt x="41331" y="124586"/>
                </a:cubicBezTo>
                <a:close/>
                <a:moveTo>
                  <a:pt x="149240" y="138100"/>
                </a:moveTo>
                <a:cubicBezTo>
                  <a:pt x="138126" y="138100"/>
                  <a:pt x="130103" y="134906"/>
                  <a:pt x="125171" y="128519"/>
                </a:cubicBezTo>
                <a:cubicBezTo>
                  <a:pt x="120239" y="122130"/>
                  <a:pt x="117772" y="113329"/>
                  <a:pt x="117772" y="102117"/>
                </a:cubicBezTo>
                <a:lnTo>
                  <a:pt x="117772" y="37287"/>
                </a:lnTo>
                <a:lnTo>
                  <a:pt x="134344" y="37287"/>
                </a:lnTo>
                <a:lnTo>
                  <a:pt x="134344" y="100129"/>
                </a:lnTo>
                <a:cubicBezTo>
                  <a:pt x="134344" y="104640"/>
                  <a:pt x="134838" y="108672"/>
                  <a:pt x="135824" y="112225"/>
                </a:cubicBezTo>
                <a:cubicBezTo>
                  <a:pt x="136811" y="115778"/>
                  <a:pt x="138685" y="118546"/>
                  <a:pt x="141447" y="120529"/>
                </a:cubicBezTo>
                <a:cubicBezTo>
                  <a:pt x="144209" y="122510"/>
                  <a:pt x="148187" y="123501"/>
                  <a:pt x="153383" y="123501"/>
                </a:cubicBezTo>
                <a:cubicBezTo>
                  <a:pt x="160616" y="123501"/>
                  <a:pt x="166666" y="121946"/>
                  <a:pt x="171533" y="118837"/>
                </a:cubicBezTo>
                <a:cubicBezTo>
                  <a:pt x="176399" y="115728"/>
                  <a:pt x="180312" y="112122"/>
                  <a:pt x="183271" y="108020"/>
                </a:cubicBezTo>
                <a:lnTo>
                  <a:pt x="183271" y="37287"/>
                </a:lnTo>
                <a:lnTo>
                  <a:pt x="199843" y="37287"/>
                </a:lnTo>
                <a:lnTo>
                  <a:pt x="199843" y="136324"/>
                </a:lnTo>
                <a:lnTo>
                  <a:pt x="183962" y="136324"/>
                </a:lnTo>
                <a:lnTo>
                  <a:pt x="183469" y="121824"/>
                </a:lnTo>
                <a:cubicBezTo>
                  <a:pt x="180378" y="125638"/>
                  <a:pt x="176021" y="129304"/>
                  <a:pt x="170398" y="132823"/>
                </a:cubicBezTo>
                <a:cubicBezTo>
                  <a:pt x="164776" y="136341"/>
                  <a:pt x="157723" y="138100"/>
                  <a:pt x="149240" y="138100"/>
                </a:cubicBezTo>
                <a:close/>
                <a:moveTo>
                  <a:pt x="257054" y="138100"/>
                </a:moveTo>
                <a:cubicBezTo>
                  <a:pt x="251530" y="138100"/>
                  <a:pt x="246483" y="137022"/>
                  <a:pt x="241912" y="134866"/>
                </a:cubicBezTo>
                <a:cubicBezTo>
                  <a:pt x="237342" y="132711"/>
                  <a:pt x="233692" y="129527"/>
                  <a:pt x="230963" y="125317"/>
                </a:cubicBezTo>
                <a:cubicBezTo>
                  <a:pt x="228234" y="121106"/>
                  <a:pt x="226869" y="115901"/>
                  <a:pt x="226869" y="109703"/>
                </a:cubicBezTo>
                <a:cubicBezTo>
                  <a:pt x="226869" y="100879"/>
                  <a:pt x="229565" y="94176"/>
                  <a:pt x="234958" y="89595"/>
                </a:cubicBezTo>
                <a:cubicBezTo>
                  <a:pt x="240350" y="85015"/>
                  <a:pt x="247979" y="81899"/>
                  <a:pt x="257843" y="80249"/>
                </a:cubicBezTo>
                <a:cubicBezTo>
                  <a:pt x="267707" y="78599"/>
                  <a:pt x="279249" y="77706"/>
                  <a:pt x="292467" y="77570"/>
                </a:cubicBezTo>
                <a:lnTo>
                  <a:pt x="292467" y="70502"/>
                </a:lnTo>
                <a:cubicBezTo>
                  <a:pt x="292467" y="61840"/>
                  <a:pt x="290428" y="55898"/>
                  <a:pt x="286351" y="52675"/>
                </a:cubicBezTo>
                <a:cubicBezTo>
                  <a:pt x="282274" y="49453"/>
                  <a:pt x="277111" y="47842"/>
                  <a:pt x="270864" y="47842"/>
                </a:cubicBezTo>
                <a:cubicBezTo>
                  <a:pt x="264222" y="47842"/>
                  <a:pt x="258632" y="49598"/>
                  <a:pt x="254095" y="53110"/>
                </a:cubicBezTo>
                <a:cubicBezTo>
                  <a:pt x="249557" y="56622"/>
                  <a:pt x="247288" y="62166"/>
                  <a:pt x="247288" y="69741"/>
                </a:cubicBezTo>
                <a:lnTo>
                  <a:pt x="231308" y="69741"/>
                </a:lnTo>
                <a:cubicBezTo>
                  <a:pt x="231308" y="61615"/>
                  <a:pt x="233002" y="55047"/>
                  <a:pt x="236388" y="50037"/>
                </a:cubicBezTo>
                <a:cubicBezTo>
                  <a:pt x="239775" y="45024"/>
                  <a:pt x="244444" y="41367"/>
                  <a:pt x="250396" y="39066"/>
                </a:cubicBezTo>
                <a:cubicBezTo>
                  <a:pt x="256347" y="36762"/>
                  <a:pt x="263170" y="35610"/>
                  <a:pt x="270864" y="35610"/>
                </a:cubicBezTo>
                <a:cubicBezTo>
                  <a:pt x="275796" y="35610"/>
                  <a:pt x="280514" y="36085"/>
                  <a:pt x="285019" y="37034"/>
                </a:cubicBezTo>
                <a:cubicBezTo>
                  <a:pt x="289524" y="37982"/>
                  <a:pt x="293568" y="39709"/>
                  <a:pt x="297152" y="42216"/>
                </a:cubicBezTo>
                <a:cubicBezTo>
                  <a:pt x="300736" y="44723"/>
                  <a:pt x="303580" y="48230"/>
                  <a:pt x="305685" y="52737"/>
                </a:cubicBezTo>
                <a:cubicBezTo>
                  <a:pt x="307789" y="57242"/>
                  <a:pt x="308841" y="63050"/>
                  <a:pt x="308841" y="70163"/>
                </a:cubicBezTo>
                <a:lnTo>
                  <a:pt x="308841" y="136324"/>
                </a:lnTo>
                <a:lnTo>
                  <a:pt x="293453" y="136324"/>
                </a:lnTo>
                <a:lnTo>
                  <a:pt x="292763" y="121725"/>
                </a:lnTo>
                <a:cubicBezTo>
                  <a:pt x="288357" y="126657"/>
                  <a:pt x="283244" y="130620"/>
                  <a:pt x="277424" y="133612"/>
                </a:cubicBezTo>
                <a:cubicBezTo>
                  <a:pt x="271604" y="136604"/>
                  <a:pt x="264814" y="138100"/>
                  <a:pt x="257054" y="138100"/>
                </a:cubicBezTo>
                <a:moveTo>
                  <a:pt x="261394" y="125474"/>
                </a:moveTo>
                <a:cubicBezTo>
                  <a:pt x="267970" y="125474"/>
                  <a:pt x="273889" y="123867"/>
                  <a:pt x="279150" y="120653"/>
                </a:cubicBezTo>
                <a:cubicBezTo>
                  <a:pt x="284411" y="117436"/>
                  <a:pt x="288817" y="113366"/>
                  <a:pt x="292368" y="108442"/>
                </a:cubicBezTo>
                <a:lnTo>
                  <a:pt x="292368" y="88125"/>
                </a:lnTo>
                <a:cubicBezTo>
                  <a:pt x="274875" y="88331"/>
                  <a:pt x="262331" y="90041"/>
                  <a:pt x="254736" y="93258"/>
                </a:cubicBezTo>
                <a:cubicBezTo>
                  <a:pt x="247140" y="96472"/>
                  <a:pt x="243343" y="101738"/>
                  <a:pt x="243343" y="109056"/>
                </a:cubicBezTo>
                <a:cubicBezTo>
                  <a:pt x="243343" y="114050"/>
                  <a:pt x="244872" y="118034"/>
                  <a:pt x="247929" y="121010"/>
                </a:cubicBezTo>
                <a:cubicBezTo>
                  <a:pt x="250987" y="123986"/>
                  <a:pt x="255476" y="125474"/>
                  <a:pt x="261394" y="125474"/>
                </a:cubicBezTo>
                <a:close/>
                <a:moveTo>
                  <a:pt x="372416" y="138100"/>
                </a:moveTo>
                <a:cubicBezTo>
                  <a:pt x="364590" y="138100"/>
                  <a:pt x="357817" y="136170"/>
                  <a:pt x="352095" y="132311"/>
                </a:cubicBezTo>
                <a:cubicBezTo>
                  <a:pt x="346374" y="128452"/>
                  <a:pt x="341951" y="122679"/>
                  <a:pt x="338828" y="114993"/>
                </a:cubicBezTo>
                <a:cubicBezTo>
                  <a:pt x="335704" y="107307"/>
                  <a:pt x="334142" y="97810"/>
                  <a:pt x="334142" y="86501"/>
                </a:cubicBezTo>
                <a:cubicBezTo>
                  <a:pt x="334142" y="75259"/>
                  <a:pt x="335803" y="65881"/>
                  <a:pt x="339124" y="58366"/>
                </a:cubicBezTo>
                <a:cubicBezTo>
                  <a:pt x="342445" y="50848"/>
                  <a:pt x="347130" y="45176"/>
                  <a:pt x="353180" y="41350"/>
                </a:cubicBezTo>
                <a:cubicBezTo>
                  <a:pt x="359230" y="37523"/>
                  <a:pt x="366366" y="35610"/>
                  <a:pt x="374586" y="35610"/>
                </a:cubicBezTo>
                <a:cubicBezTo>
                  <a:pt x="381425" y="35610"/>
                  <a:pt x="387376" y="37106"/>
                  <a:pt x="392440" y="40098"/>
                </a:cubicBezTo>
                <a:cubicBezTo>
                  <a:pt x="397504" y="43090"/>
                  <a:pt x="401581" y="47151"/>
                  <a:pt x="404672" y="52281"/>
                </a:cubicBezTo>
                <a:lnTo>
                  <a:pt x="404672" y="3551"/>
                </a:lnTo>
                <a:lnTo>
                  <a:pt x="421145" y="3551"/>
                </a:lnTo>
                <a:lnTo>
                  <a:pt x="421145" y="136324"/>
                </a:lnTo>
                <a:lnTo>
                  <a:pt x="405560" y="136324"/>
                </a:lnTo>
                <a:lnTo>
                  <a:pt x="404672" y="122317"/>
                </a:lnTo>
                <a:cubicBezTo>
                  <a:pt x="401252" y="126986"/>
                  <a:pt x="396846" y="130784"/>
                  <a:pt x="391454" y="133710"/>
                </a:cubicBezTo>
                <a:cubicBezTo>
                  <a:pt x="386061" y="136637"/>
                  <a:pt x="379715" y="138100"/>
                  <a:pt x="372416" y="138100"/>
                </a:cubicBezTo>
                <a:moveTo>
                  <a:pt x="375770" y="124586"/>
                </a:moveTo>
                <a:cubicBezTo>
                  <a:pt x="382806" y="124586"/>
                  <a:pt x="388659" y="122858"/>
                  <a:pt x="393328" y="119401"/>
                </a:cubicBezTo>
                <a:cubicBezTo>
                  <a:pt x="397997" y="115944"/>
                  <a:pt x="401778" y="111787"/>
                  <a:pt x="404672" y="106929"/>
                </a:cubicBezTo>
                <a:lnTo>
                  <a:pt x="404672" y="68430"/>
                </a:lnTo>
                <a:cubicBezTo>
                  <a:pt x="401976" y="62818"/>
                  <a:pt x="398441" y="58181"/>
                  <a:pt x="394068" y="54519"/>
                </a:cubicBezTo>
                <a:cubicBezTo>
                  <a:pt x="389695" y="50857"/>
                  <a:pt x="384187" y="49026"/>
                  <a:pt x="377545" y="49026"/>
                </a:cubicBezTo>
                <a:cubicBezTo>
                  <a:pt x="368799" y="49026"/>
                  <a:pt x="362206" y="52277"/>
                  <a:pt x="357767" y="58779"/>
                </a:cubicBezTo>
                <a:cubicBezTo>
                  <a:pt x="353328" y="65281"/>
                  <a:pt x="351109" y="74521"/>
                  <a:pt x="351109" y="86497"/>
                </a:cubicBezTo>
                <a:cubicBezTo>
                  <a:pt x="351109" y="98885"/>
                  <a:pt x="353197" y="108330"/>
                  <a:pt x="357373" y="114833"/>
                </a:cubicBezTo>
                <a:cubicBezTo>
                  <a:pt x="361548" y="121335"/>
                  <a:pt x="367681" y="124586"/>
                  <a:pt x="375770" y="124586"/>
                </a:cubicBezTo>
                <a:close/>
                <a:moveTo>
                  <a:pt x="476575" y="136324"/>
                </a:moveTo>
                <a:lnTo>
                  <a:pt x="476575" y="18446"/>
                </a:lnTo>
                <a:lnTo>
                  <a:pt x="438795" y="18446"/>
                </a:lnTo>
                <a:lnTo>
                  <a:pt x="438795" y="3551"/>
                </a:lnTo>
                <a:lnTo>
                  <a:pt x="531914" y="3551"/>
                </a:lnTo>
                <a:lnTo>
                  <a:pt x="531914" y="18446"/>
                </a:lnTo>
                <a:lnTo>
                  <a:pt x="494233" y="18446"/>
                </a:lnTo>
                <a:lnTo>
                  <a:pt x="494233" y="136324"/>
                </a:lnTo>
                <a:lnTo>
                  <a:pt x="476575" y="136324"/>
                </a:lnTo>
                <a:close/>
                <a:moveTo>
                  <a:pt x="541386" y="136324"/>
                </a:moveTo>
                <a:lnTo>
                  <a:pt x="541386" y="37287"/>
                </a:lnTo>
                <a:lnTo>
                  <a:pt x="556873" y="37287"/>
                </a:lnTo>
                <a:lnTo>
                  <a:pt x="557465" y="53169"/>
                </a:lnTo>
                <a:cubicBezTo>
                  <a:pt x="560161" y="48171"/>
                  <a:pt x="563910" y="43995"/>
                  <a:pt x="568710" y="40641"/>
                </a:cubicBezTo>
                <a:cubicBezTo>
                  <a:pt x="573511" y="37287"/>
                  <a:pt x="579758" y="35610"/>
                  <a:pt x="587452" y="35610"/>
                </a:cubicBezTo>
                <a:lnTo>
                  <a:pt x="589425" y="35610"/>
                </a:lnTo>
                <a:lnTo>
                  <a:pt x="589425" y="50702"/>
                </a:lnTo>
                <a:lnTo>
                  <a:pt x="587156" y="50702"/>
                </a:lnTo>
                <a:cubicBezTo>
                  <a:pt x="582356" y="50702"/>
                  <a:pt x="578147" y="51354"/>
                  <a:pt x="574530" y="52657"/>
                </a:cubicBezTo>
                <a:cubicBezTo>
                  <a:pt x="570913" y="53958"/>
                  <a:pt x="567757" y="55756"/>
                  <a:pt x="565060" y="58051"/>
                </a:cubicBezTo>
                <a:cubicBezTo>
                  <a:pt x="562364" y="60347"/>
                  <a:pt x="559964" y="63002"/>
                  <a:pt x="557860" y="66017"/>
                </a:cubicBezTo>
                <a:lnTo>
                  <a:pt x="557860" y="136324"/>
                </a:lnTo>
                <a:lnTo>
                  <a:pt x="541386" y="136324"/>
                </a:lnTo>
                <a:close/>
                <a:moveTo>
                  <a:pt x="644367" y="138100"/>
                </a:moveTo>
                <a:cubicBezTo>
                  <a:pt x="633911" y="138100"/>
                  <a:pt x="625345" y="135849"/>
                  <a:pt x="618671" y="131346"/>
                </a:cubicBezTo>
                <a:cubicBezTo>
                  <a:pt x="611996" y="126841"/>
                  <a:pt x="607047" y="120713"/>
                  <a:pt x="603825" y="112961"/>
                </a:cubicBezTo>
                <a:cubicBezTo>
                  <a:pt x="600602" y="105208"/>
                  <a:pt x="598991" y="96489"/>
                  <a:pt x="598991" y="86806"/>
                </a:cubicBezTo>
                <a:cubicBezTo>
                  <a:pt x="598991" y="76715"/>
                  <a:pt x="600553" y="67827"/>
                  <a:pt x="603677" y="60141"/>
                </a:cubicBezTo>
                <a:cubicBezTo>
                  <a:pt x="606801" y="52455"/>
                  <a:pt x="611568" y="46445"/>
                  <a:pt x="617980" y="42111"/>
                </a:cubicBezTo>
                <a:cubicBezTo>
                  <a:pt x="624392" y="37777"/>
                  <a:pt x="632530" y="35610"/>
                  <a:pt x="642394" y="35610"/>
                </a:cubicBezTo>
                <a:cubicBezTo>
                  <a:pt x="655481" y="35610"/>
                  <a:pt x="665740" y="39668"/>
                  <a:pt x="673171" y="47783"/>
                </a:cubicBezTo>
                <a:cubicBezTo>
                  <a:pt x="680602" y="55897"/>
                  <a:pt x="684317" y="67561"/>
                  <a:pt x="684317" y="82777"/>
                </a:cubicBezTo>
                <a:cubicBezTo>
                  <a:pt x="684317" y="83792"/>
                  <a:pt x="684284" y="84993"/>
                  <a:pt x="684219" y="86380"/>
                </a:cubicBezTo>
                <a:cubicBezTo>
                  <a:pt x="684153" y="87765"/>
                  <a:pt x="684054" y="88762"/>
                  <a:pt x="683923" y="89370"/>
                </a:cubicBezTo>
                <a:lnTo>
                  <a:pt x="615465" y="89370"/>
                </a:lnTo>
                <a:cubicBezTo>
                  <a:pt x="615530" y="95885"/>
                  <a:pt x="616533" y="101868"/>
                  <a:pt x="618473" y="107320"/>
                </a:cubicBezTo>
                <a:cubicBezTo>
                  <a:pt x="620413" y="112772"/>
                  <a:pt x="623488" y="117145"/>
                  <a:pt x="627696" y="120437"/>
                </a:cubicBezTo>
                <a:cubicBezTo>
                  <a:pt x="631905" y="123729"/>
                  <a:pt x="637462" y="125375"/>
                  <a:pt x="644367" y="125375"/>
                </a:cubicBezTo>
                <a:cubicBezTo>
                  <a:pt x="651732" y="125375"/>
                  <a:pt x="657487" y="123560"/>
                  <a:pt x="661630" y="119931"/>
                </a:cubicBezTo>
                <a:cubicBezTo>
                  <a:pt x="665773" y="116302"/>
                  <a:pt x="667943" y="111066"/>
                  <a:pt x="668140" y="104222"/>
                </a:cubicBezTo>
                <a:lnTo>
                  <a:pt x="684416" y="104222"/>
                </a:lnTo>
                <a:cubicBezTo>
                  <a:pt x="684219" y="111208"/>
                  <a:pt x="682476" y="117227"/>
                  <a:pt x="679188" y="122280"/>
                </a:cubicBezTo>
                <a:cubicBezTo>
                  <a:pt x="675900" y="127334"/>
                  <a:pt x="671297" y="131234"/>
                  <a:pt x="665378" y="133982"/>
                </a:cubicBezTo>
                <a:cubicBezTo>
                  <a:pt x="659459" y="136727"/>
                  <a:pt x="652456" y="138100"/>
                  <a:pt x="644367" y="138100"/>
                </a:cubicBezTo>
                <a:moveTo>
                  <a:pt x="615563" y="77336"/>
                </a:moveTo>
                <a:lnTo>
                  <a:pt x="668041" y="77336"/>
                </a:lnTo>
                <a:cubicBezTo>
                  <a:pt x="667844" y="67914"/>
                  <a:pt x="665509" y="60709"/>
                  <a:pt x="661038" y="55721"/>
                </a:cubicBezTo>
                <a:cubicBezTo>
                  <a:pt x="656566" y="50731"/>
                  <a:pt x="650351" y="48236"/>
                  <a:pt x="642394" y="48236"/>
                </a:cubicBezTo>
                <a:cubicBezTo>
                  <a:pt x="634371" y="48236"/>
                  <a:pt x="628074" y="50714"/>
                  <a:pt x="623504" y="55668"/>
                </a:cubicBezTo>
                <a:cubicBezTo>
                  <a:pt x="618934" y="60621"/>
                  <a:pt x="616287" y="67844"/>
                  <a:pt x="615563" y="77336"/>
                </a:cubicBezTo>
                <a:close/>
                <a:moveTo>
                  <a:pt x="751438" y="138100"/>
                </a:moveTo>
                <a:cubicBezTo>
                  <a:pt x="740982" y="138100"/>
                  <a:pt x="732416" y="135849"/>
                  <a:pt x="725742" y="131346"/>
                </a:cubicBezTo>
                <a:cubicBezTo>
                  <a:pt x="719067" y="126841"/>
                  <a:pt x="714118" y="120713"/>
                  <a:pt x="710896" y="112961"/>
                </a:cubicBezTo>
                <a:cubicBezTo>
                  <a:pt x="707673" y="105208"/>
                  <a:pt x="706062" y="96489"/>
                  <a:pt x="706062" y="86806"/>
                </a:cubicBezTo>
                <a:cubicBezTo>
                  <a:pt x="706062" y="76715"/>
                  <a:pt x="707624" y="67827"/>
                  <a:pt x="710748" y="60141"/>
                </a:cubicBezTo>
                <a:cubicBezTo>
                  <a:pt x="713872" y="52455"/>
                  <a:pt x="718639" y="46445"/>
                  <a:pt x="725051" y="42111"/>
                </a:cubicBezTo>
                <a:cubicBezTo>
                  <a:pt x="731463" y="37777"/>
                  <a:pt x="739601" y="35610"/>
                  <a:pt x="749465" y="35610"/>
                </a:cubicBezTo>
                <a:cubicBezTo>
                  <a:pt x="762552" y="35610"/>
                  <a:pt x="772811" y="39668"/>
                  <a:pt x="780242" y="47783"/>
                </a:cubicBezTo>
                <a:cubicBezTo>
                  <a:pt x="787673" y="55897"/>
                  <a:pt x="791388" y="67561"/>
                  <a:pt x="791388" y="82777"/>
                </a:cubicBezTo>
                <a:cubicBezTo>
                  <a:pt x="791388" y="83792"/>
                  <a:pt x="791356" y="84993"/>
                  <a:pt x="791290" y="86380"/>
                </a:cubicBezTo>
                <a:cubicBezTo>
                  <a:pt x="791224" y="87765"/>
                  <a:pt x="791125" y="88762"/>
                  <a:pt x="790994" y="89370"/>
                </a:cubicBezTo>
                <a:lnTo>
                  <a:pt x="722536" y="89370"/>
                </a:lnTo>
                <a:cubicBezTo>
                  <a:pt x="722601" y="95885"/>
                  <a:pt x="723604" y="101868"/>
                  <a:pt x="725544" y="107320"/>
                </a:cubicBezTo>
                <a:cubicBezTo>
                  <a:pt x="727484" y="112772"/>
                  <a:pt x="730559" y="117145"/>
                  <a:pt x="734767" y="120437"/>
                </a:cubicBezTo>
                <a:cubicBezTo>
                  <a:pt x="738976" y="123729"/>
                  <a:pt x="744533" y="125375"/>
                  <a:pt x="751438" y="125375"/>
                </a:cubicBezTo>
                <a:cubicBezTo>
                  <a:pt x="758803" y="125375"/>
                  <a:pt x="764558" y="123560"/>
                  <a:pt x="768701" y="119931"/>
                </a:cubicBezTo>
                <a:cubicBezTo>
                  <a:pt x="772844" y="116302"/>
                  <a:pt x="775014" y="111066"/>
                  <a:pt x="775211" y="104222"/>
                </a:cubicBezTo>
                <a:lnTo>
                  <a:pt x="791487" y="104222"/>
                </a:lnTo>
                <a:cubicBezTo>
                  <a:pt x="791290" y="111208"/>
                  <a:pt x="789547" y="117227"/>
                  <a:pt x="786259" y="122280"/>
                </a:cubicBezTo>
                <a:cubicBezTo>
                  <a:pt x="782971" y="127334"/>
                  <a:pt x="778368" y="131234"/>
                  <a:pt x="772449" y="133982"/>
                </a:cubicBezTo>
                <a:cubicBezTo>
                  <a:pt x="766530" y="136727"/>
                  <a:pt x="759527" y="138100"/>
                  <a:pt x="751438" y="138100"/>
                </a:cubicBezTo>
                <a:moveTo>
                  <a:pt x="722634" y="77336"/>
                </a:moveTo>
                <a:lnTo>
                  <a:pt x="775112" y="77336"/>
                </a:lnTo>
                <a:cubicBezTo>
                  <a:pt x="774915" y="67914"/>
                  <a:pt x="772580" y="60709"/>
                  <a:pt x="768109" y="55721"/>
                </a:cubicBezTo>
                <a:cubicBezTo>
                  <a:pt x="763637" y="50731"/>
                  <a:pt x="757422" y="48236"/>
                  <a:pt x="749465" y="48236"/>
                </a:cubicBezTo>
                <a:cubicBezTo>
                  <a:pt x="741442" y="48236"/>
                  <a:pt x="735146" y="50714"/>
                  <a:pt x="730575" y="55668"/>
                </a:cubicBezTo>
                <a:cubicBezTo>
                  <a:pt x="726005" y="60621"/>
                  <a:pt x="723358" y="67844"/>
                  <a:pt x="722634" y="77336"/>
                </a:cubicBezTo>
                <a:close/>
                <a:moveTo>
                  <a:pt x="811851" y="136324"/>
                </a:moveTo>
                <a:lnTo>
                  <a:pt x="811851" y="123304"/>
                </a:lnTo>
                <a:lnTo>
                  <a:pt x="857523" y="81618"/>
                </a:lnTo>
                <a:cubicBezTo>
                  <a:pt x="865414" y="74456"/>
                  <a:pt x="871135" y="67952"/>
                  <a:pt x="874686" y="62105"/>
                </a:cubicBezTo>
                <a:cubicBezTo>
                  <a:pt x="878238" y="56258"/>
                  <a:pt x="880013" y="50116"/>
                  <a:pt x="880013" y="43677"/>
                </a:cubicBezTo>
                <a:cubicBezTo>
                  <a:pt x="880013" y="36976"/>
                  <a:pt x="878221" y="31473"/>
                  <a:pt x="874637" y="27170"/>
                </a:cubicBezTo>
                <a:cubicBezTo>
                  <a:pt x="871053" y="22867"/>
                  <a:pt x="865184" y="20715"/>
                  <a:pt x="857029" y="20715"/>
                </a:cubicBezTo>
                <a:cubicBezTo>
                  <a:pt x="847823" y="20715"/>
                  <a:pt x="841230" y="23090"/>
                  <a:pt x="837251" y="27839"/>
                </a:cubicBezTo>
                <a:cubicBezTo>
                  <a:pt x="833273" y="32588"/>
                  <a:pt x="831284" y="38565"/>
                  <a:pt x="831284" y="45770"/>
                </a:cubicBezTo>
                <a:lnTo>
                  <a:pt x="814810" y="45770"/>
                </a:lnTo>
                <a:cubicBezTo>
                  <a:pt x="814810" y="37768"/>
                  <a:pt x="816372" y="30782"/>
                  <a:pt x="819496" y="24812"/>
                </a:cubicBezTo>
                <a:cubicBezTo>
                  <a:pt x="822619" y="18842"/>
                  <a:pt x="827321" y="14217"/>
                  <a:pt x="833602" y="10937"/>
                </a:cubicBezTo>
                <a:cubicBezTo>
                  <a:pt x="839882" y="7657"/>
                  <a:pt x="847691" y="6017"/>
                  <a:pt x="857029" y="6017"/>
                </a:cubicBezTo>
                <a:cubicBezTo>
                  <a:pt x="865578" y="6017"/>
                  <a:pt x="872845" y="7545"/>
                  <a:pt x="878829" y="10601"/>
                </a:cubicBezTo>
                <a:cubicBezTo>
                  <a:pt x="884814" y="13655"/>
                  <a:pt x="889368" y="17942"/>
                  <a:pt x="892491" y="23462"/>
                </a:cubicBezTo>
                <a:cubicBezTo>
                  <a:pt x="895615" y="28981"/>
                  <a:pt x="897177" y="35487"/>
                  <a:pt x="897177" y="42977"/>
                </a:cubicBezTo>
                <a:cubicBezTo>
                  <a:pt x="897177" y="49679"/>
                  <a:pt x="895878" y="55790"/>
                  <a:pt x="893281" y="61310"/>
                </a:cubicBezTo>
                <a:cubicBezTo>
                  <a:pt x="890683" y="66827"/>
                  <a:pt x="887181" y="72018"/>
                  <a:pt x="882775" y="76880"/>
                </a:cubicBezTo>
                <a:cubicBezTo>
                  <a:pt x="878369" y="81742"/>
                  <a:pt x="873503" y="86571"/>
                  <a:pt x="868176" y="91368"/>
                </a:cubicBezTo>
                <a:lnTo>
                  <a:pt x="834341" y="121725"/>
                </a:lnTo>
                <a:lnTo>
                  <a:pt x="900925" y="121725"/>
                </a:lnTo>
                <a:lnTo>
                  <a:pt x="900925" y="136324"/>
                </a:lnTo>
                <a:lnTo>
                  <a:pt x="811851" y="136324"/>
                </a:lnTo>
                <a:close/>
                <a:moveTo>
                  <a:pt x="963609" y="136324"/>
                </a:moveTo>
                <a:lnTo>
                  <a:pt x="963609" y="37287"/>
                </a:lnTo>
                <a:lnTo>
                  <a:pt x="980083" y="37287"/>
                </a:lnTo>
                <a:lnTo>
                  <a:pt x="980083" y="136324"/>
                </a:lnTo>
                <a:lnTo>
                  <a:pt x="963609" y="136324"/>
                </a:lnTo>
                <a:moveTo>
                  <a:pt x="971797" y="19137"/>
                </a:moveTo>
                <a:cubicBezTo>
                  <a:pt x="968706" y="19137"/>
                  <a:pt x="966223" y="18232"/>
                  <a:pt x="964349" y="16424"/>
                </a:cubicBezTo>
                <a:cubicBezTo>
                  <a:pt x="962475" y="14616"/>
                  <a:pt x="961538" y="12330"/>
                  <a:pt x="961538" y="9568"/>
                </a:cubicBezTo>
                <a:cubicBezTo>
                  <a:pt x="961538" y="6806"/>
                  <a:pt x="962475" y="4521"/>
                  <a:pt x="964349" y="2713"/>
                </a:cubicBezTo>
                <a:cubicBezTo>
                  <a:pt x="966223" y="904"/>
                  <a:pt x="968706" y="0"/>
                  <a:pt x="971797" y="0"/>
                </a:cubicBezTo>
                <a:cubicBezTo>
                  <a:pt x="974888" y="0"/>
                  <a:pt x="977387" y="904"/>
                  <a:pt x="979294" y="2713"/>
                </a:cubicBezTo>
                <a:cubicBezTo>
                  <a:pt x="981201" y="4521"/>
                  <a:pt x="982154" y="6806"/>
                  <a:pt x="982154" y="9568"/>
                </a:cubicBezTo>
                <a:cubicBezTo>
                  <a:pt x="982154" y="12330"/>
                  <a:pt x="981201" y="14616"/>
                  <a:pt x="979294" y="16424"/>
                </a:cubicBezTo>
                <a:cubicBezTo>
                  <a:pt x="977387" y="18232"/>
                  <a:pt x="974888" y="19137"/>
                  <a:pt x="971797" y="19137"/>
                </a:cubicBezTo>
                <a:close/>
                <a:moveTo>
                  <a:pt x="1047944" y="138100"/>
                </a:moveTo>
                <a:cubicBezTo>
                  <a:pt x="1042552" y="138100"/>
                  <a:pt x="1037439" y="137491"/>
                  <a:pt x="1032605" y="136272"/>
                </a:cubicBezTo>
                <a:cubicBezTo>
                  <a:pt x="1027772" y="135053"/>
                  <a:pt x="1023514" y="133124"/>
                  <a:pt x="1019831" y="130483"/>
                </a:cubicBezTo>
                <a:cubicBezTo>
                  <a:pt x="1016149" y="127842"/>
                  <a:pt x="1013271" y="124372"/>
                  <a:pt x="1011200" y="120073"/>
                </a:cubicBezTo>
                <a:cubicBezTo>
                  <a:pt x="1009128" y="115772"/>
                  <a:pt x="1008093" y="110574"/>
                  <a:pt x="1008093" y="104478"/>
                </a:cubicBezTo>
                <a:lnTo>
                  <a:pt x="1023974" y="104478"/>
                </a:lnTo>
                <a:cubicBezTo>
                  <a:pt x="1023974" y="112331"/>
                  <a:pt x="1026292" y="117859"/>
                  <a:pt x="1030928" y="121063"/>
                </a:cubicBezTo>
                <a:cubicBezTo>
                  <a:pt x="1035565" y="124266"/>
                  <a:pt x="1041368" y="125868"/>
                  <a:pt x="1048339" y="125868"/>
                </a:cubicBezTo>
                <a:cubicBezTo>
                  <a:pt x="1054586" y="125868"/>
                  <a:pt x="1059732" y="124604"/>
                  <a:pt x="1063777" y="122077"/>
                </a:cubicBezTo>
                <a:cubicBezTo>
                  <a:pt x="1067821" y="119549"/>
                  <a:pt x="1069843" y="115376"/>
                  <a:pt x="1069843" y="109558"/>
                </a:cubicBezTo>
                <a:cubicBezTo>
                  <a:pt x="1069843" y="104682"/>
                  <a:pt x="1068018" y="101059"/>
                  <a:pt x="1064368" y="98689"/>
                </a:cubicBezTo>
                <a:cubicBezTo>
                  <a:pt x="1060719" y="96318"/>
                  <a:pt x="1054290" y="94015"/>
                  <a:pt x="1045084" y="91781"/>
                </a:cubicBezTo>
                <a:cubicBezTo>
                  <a:pt x="1037587" y="89952"/>
                  <a:pt x="1031274" y="87836"/>
                  <a:pt x="1026144" y="85434"/>
                </a:cubicBezTo>
                <a:cubicBezTo>
                  <a:pt x="1021015" y="83030"/>
                  <a:pt x="1017168" y="79982"/>
                  <a:pt x="1014603" y="76291"/>
                </a:cubicBezTo>
                <a:cubicBezTo>
                  <a:pt x="1012038" y="72600"/>
                  <a:pt x="1010756" y="67944"/>
                  <a:pt x="1010756" y="62324"/>
                </a:cubicBezTo>
                <a:cubicBezTo>
                  <a:pt x="1010756" y="57922"/>
                  <a:pt x="1011660" y="54045"/>
                  <a:pt x="1013469" y="50693"/>
                </a:cubicBezTo>
                <a:cubicBezTo>
                  <a:pt x="1015277" y="47341"/>
                  <a:pt x="1017809" y="44549"/>
                  <a:pt x="1021064" y="42315"/>
                </a:cubicBezTo>
                <a:cubicBezTo>
                  <a:pt x="1024319" y="40079"/>
                  <a:pt x="1028150" y="38403"/>
                  <a:pt x="1032556" y="37287"/>
                </a:cubicBezTo>
                <a:cubicBezTo>
                  <a:pt x="1036962" y="36169"/>
                  <a:pt x="1041730" y="35610"/>
                  <a:pt x="1046859" y="35610"/>
                </a:cubicBezTo>
                <a:cubicBezTo>
                  <a:pt x="1051923" y="35610"/>
                  <a:pt x="1056674" y="36219"/>
                  <a:pt x="1061113" y="37438"/>
                </a:cubicBezTo>
                <a:cubicBezTo>
                  <a:pt x="1065552" y="38657"/>
                  <a:pt x="1069465" y="40554"/>
                  <a:pt x="1072852" y="43129"/>
                </a:cubicBezTo>
                <a:cubicBezTo>
                  <a:pt x="1076238" y="45701"/>
                  <a:pt x="1078918" y="49019"/>
                  <a:pt x="1080891" y="53082"/>
                </a:cubicBezTo>
                <a:cubicBezTo>
                  <a:pt x="1082864" y="57145"/>
                  <a:pt x="1083850" y="62021"/>
                  <a:pt x="1083850" y="67709"/>
                </a:cubicBezTo>
                <a:lnTo>
                  <a:pt x="1067870" y="67709"/>
                </a:lnTo>
                <a:cubicBezTo>
                  <a:pt x="1067870" y="60531"/>
                  <a:pt x="1065832" y="55458"/>
                  <a:pt x="1061754" y="52490"/>
                </a:cubicBezTo>
                <a:cubicBezTo>
                  <a:pt x="1057677" y="49523"/>
                  <a:pt x="1052712" y="48039"/>
                  <a:pt x="1046859" y="48039"/>
                </a:cubicBezTo>
                <a:cubicBezTo>
                  <a:pt x="1040941" y="48039"/>
                  <a:pt x="1036140" y="49153"/>
                  <a:pt x="1032457" y="51381"/>
                </a:cubicBezTo>
                <a:cubicBezTo>
                  <a:pt x="1028775" y="53606"/>
                  <a:pt x="1026933" y="57084"/>
                  <a:pt x="1026933" y="61815"/>
                </a:cubicBezTo>
                <a:cubicBezTo>
                  <a:pt x="1026933" y="64456"/>
                  <a:pt x="1027755" y="66691"/>
                  <a:pt x="1029400" y="68520"/>
                </a:cubicBezTo>
                <a:cubicBezTo>
                  <a:pt x="1031044" y="70349"/>
                  <a:pt x="1033806" y="71992"/>
                  <a:pt x="1037686" y="73449"/>
                </a:cubicBezTo>
                <a:cubicBezTo>
                  <a:pt x="1041565" y="74904"/>
                  <a:pt x="1046794" y="76444"/>
                  <a:pt x="1053370" y="78070"/>
                </a:cubicBezTo>
                <a:cubicBezTo>
                  <a:pt x="1060538" y="79831"/>
                  <a:pt x="1066555" y="81930"/>
                  <a:pt x="1071421" y="84367"/>
                </a:cubicBezTo>
                <a:cubicBezTo>
                  <a:pt x="1076288" y="86805"/>
                  <a:pt x="1079954" y="89937"/>
                  <a:pt x="1082420" y="93763"/>
                </a:cubicBezTo>
                <a:cubicBezTo>
                  <a:pt x="1084886" y="97588"/>
                  <a:pt x="1086119" y="102480"/>
                  <a:pt x="1086119" y="108439"/>
                </a:cubicBezTo>
                <a:cubicBezTo>
                  <a:pt x="1086119" y="113585"/>
                  <a:pt x="1085149" y="118037"/>
                  <a:pt x="1083209" y="121796"/>
                </a:cubicBezTo>
                <a:cubicBezTo>
                  <a:pt x="1081269" y="125555"/>
                  <a:pt x="1078573" y="128636"/>
                  <a:pt x="1075121" y="131041"/>
                </a:cubicBezTo>
                <a:cubicBezTo>
                  <a:pt x="1071668" y="133445"/>
                  <a:pt x="1067624" y="135223"/>
                  <a:pt x="1062987" y="136374"/>
                </a:cubicBezTo>
                <a:cubicBezTo>
                  <a:pt x="1058351" y="137525"/>
                  <a:pt x="1053337" y="138100"/>
                  <a:pt x="1047944" y="138100"/>
                </a:cubicBezTo>
                <a:close/>
                <a:moveTo>
                  <a:pt x="1177258" y="138100"/>
                </a:moveTo>
                <a:cubicBezTo>
                  <a:pt x="1171734" y="138100"/>
                  <a:pt x="1166687" y="137022"/>
                  <a:pt x="1162116" y="134866"/>
                </a:cubicBezTo>
                <a:cubicBezTo>
                  <a:pt x="1157546" y="132711"/>
                  <a:pt x="1153896" y="129527"/>
                  <a:pt x="1151167" y="125317"/>
                </a:cubicBezTo>
                <a:cubicBezTo>
                  <a:pt x="1148438" y="121106"/>
                  <a:pt x="1147073" y="115901"/>
                  <a:pt x="1147073" y="109703"/>
                </a:cubicBezTo>
                <a:cubicBezTo>
                  <a:pt x="1147073" y="100879"/>
                  <a:pt x="1149770" y="94176"/>
                  <a:pt x="1155162" y="89595"/>
                </a:cubicBezTo>
                <a:cubicBezTo>
                  <a:pt x="1160554" y="85015"/>
                  <a:pt x="1168183" y="81899"/>
                  <a:pt x="1178047" y="80249"/>
                </a:cubicBezTo>
                <a:cubicBezTo>
                  <a:pt x="1187911" y="78599"/>
                  <a:pt x="1199453" y="77706"/>
                  <a:pt x="1212671" y="77570"/>
                </a:cubicBezTo>
                <a:lnTo>
                  <a:pt x="1212671" y="70502"/>
                </a:lnTo>
                <a:cubicBezTo>
                  <a:pt x="1212671" y="61840"/>
                  <a:pt x="1210632" y="55898"/>
                  <a:pt x="1206555" y="52675"/>
                </a:cubicBezTo>
                <a:cubicBezTo>
                  <a:pt x="1202478" y="49453"/>
                  <a:pt x="1197315" y="47842"/>
                  <a:pt x="1191068" y="47842"/>
                </a:cubicBezTo>
                <a:cubicBezTo>
                  <a:pt x="1184426" y="47842"/>
                  <a:pt x="1178836" y="49598"/>
                  <a:pt x="1174299" y="53110"/>
                </a:cubicBezTo>
                <a:cubicBezTo>
                  <a:pt x="1169761" y="56622"/>
                  <a:pt x="1167492" y="62166"/>
                  <a:pt x="1167492" y="69741"/>
                </a:cubicBezTo>
                <a:lnTo>
                  <a:pt x="1151512" y="69741"/>
                </a:lnTo>
                <a:cubicBezTo>
                  <a:pt x="1151512" y="61615"/>
                  <a:pt x="1153206" y="55047"/>
                  <a:pt x="1156592" y="50037"/>
                </a:cubicBezTo>
                <a:cubicBezTo>
                  <a:pt x="1159979" y="45024"/>
                  <a:pt x="1164648" y="41367"/>
                  <a:pt x="1170600" y="39066"/>
                </a:cubicBezTo>
                <a:cubicBezTo>
                  <a:pt x="1176551" y="36762"/>
                  <a:pt x="1183374" y="35610"/>
                  <a:pt x="1191068" y="35610"/>
                </a:cubicBezTo>
                <a:cubicBezTo>
                  <a:pt x="1196000" y="35610"/>
                  <a:pt x="1200719" y="36085"/>
                  <a:pt x="1205223" y="37034"/>
                </a:cubicBezTo>
                <a:cubicBezTo>
                  <a:pt x="1209728" y="37982"/>
                  <a:pt x="1213772" y="39709"/>
                  <a:pt x="1217356" y="42216"/>
                </a:cubicBezTo>
                <a:cubicBezTo>
                  <a:pt x="1220940" y="44723"/>
                  <a:pt x="1223785" y="48230"/>
                  <a:pt x="1225889" y="52737"/>
                </a:cubicBezTo>
                <a:cubicBezTo>
                  <a:pt x="1227993" y="57242"/>
                  <a:pt x="1229046" y="63050"/>
                  <a:pt x="1229046" y="70163"/>
                </a:cubicBezTo>
                <a:lnTo>
                  <a:pt x="1229046" y="136324"/>
                </a:lnTo>
                <a:lnTo>
                  <a:pt x="1213657" y="136324"/>
                </a:lnTo>
                <a:lnTo>
                  <a:pt x="1212967" y="121725"/>
                </a:lnTo>
                <a:cubicBezTo>
                  <a:pt x="1208561" y="126657"/>
                  <a:pt x="1203448" y="130620"/>
                  <a:pt x="1197628" y="133612"/>
                </a:cubicBezTo>
                <a:cubicBezTo>
                  <a:pt x="1191808" y="136604"/>
                  <a:pt x="1185018" y="138100"/>
                  <a:pt x="1177258" y="138100"/>
                </a:cubicBezTo>
                <a:moveTo>
                  <a:pt x="1181598" y="125474"/>
                </a:moveTo>
                <a:cubicBezTo>
                  <a:pt x="1188174" y="125474"/>
                  <a:pt x="1194093" y="123867"/>
                  <a:pt x="1199354" y="120653"/>
                </a:cubicBezTo>
                <a:cubicBezTo>
                  <a:pt x="1204615" y="117436"/>
                  <a:pt x="1209021" y="113366"/>
                  <a:pt x="1212572" y="108442"/>
                </a:cubicBezTo>
                <a:lnTo>
                  <a:pt x="1212572" y="88125"/>
                </a:lnTo>
                <a:cubicBezTo>
                  <a:pt x="1195079" y="88331"/>
                  <a:pt x="1182535" y="90041"/>
                  <a:pt x="1174940" y="93258"/>
                </a:cubicBezTo>
                <a:cubicBezTo>
                  <a:pt x="1167344" y="96472"/>
                  <a:pt x="1163547" y="101738"/>
                  <a:pt x="1163547" y="109056"/>
                </a:cubicBezTo>
                <a:cubicBezTo>
                  <a:pt x="1163547" y="114050"/>
                  <a:pt x="1165076" y="118034"/>
                  <a:pt x="1168134" y="121010"/>
                </a:cubicBezTo>
                <a:cubicBezTo>
                  <a:pt x="1171191" y="123986"/>
                  <a:pt x="1175680" y="125474"/>
                  <a:pt x="1181598" y="125474"/>
                </a:cubicBezTo>
                <a:close/>
                <a:moveTo>
                  <a:pt x="1325169" y="136324"/>
                </a:moveTo>
                <a:cubicBezTo>
                  <a:pt x="1317343" y="136324"/>
                  <a:pt x="1311359" y="135091"/>
                  <a:pt x="1307216" y="132625"/>
                </a:cubicBezTo>
                <a:cubicBezTo>
                  <a:pt x="1303073" y="130159"/>
                  <a:pt x="1300245" y="126608"/>
                  <a:pt x="1298733" y="121972"/>
                </a:cubicBezTo>
                <a:cubicBezTo>
                  <a:pt x="1297220" y="117336"/>
                  <a:pt x="1296464" y="111762"/>
                  <a:pt x="1296464" y="105252"/>
                </a:cubicBezTo>
                <a:lnTo>
                  <a:pt x="1296464" y="3551"/>
                </a:lnTo>
                <a:lnTo>
                  <a:pt x="1312839" y="3551"/>
                </a:lnTo>
                <a:lnTo>
                  <a:pt x="1312839" y="104463"/>
                </a:lnTo>
                <a:cubicBezTo>
                  <a:pt x="1312839" y="110447"/>
                  <a:pt x="1313611" y="115018"/>
                  <a:pt x="1315157" y="118174"/>
                </a:cubicBezTo>
                <a:cubicBezTo>
                  <a:pt x="1316702" y="121331"/>
                  <a:pt x="1320401" y="122909"/>
                  <a:pt x="1326254" y="122909"/>
                </a:cubicBezTo>
                <a:lnTo>
                  <a:pt x="1330693" y="122909"/>
                </a:lnTo>
                <a:lnTo>
                  <a:pt x="1330693" y="136324"/>
                </a:lnTo>
                <a:lnTo>
                  <a:pt x="1325169" y="136324"/>
                </a:lnTo>
                <a:close/>
                <a:moveTo>
                  <a:pt x="1394065" y="138100"/>
                </a:moveTo>
                <a:cubicBezTo>
                  <a:pt x="1383609" y="138100"/>
                  <a:pt x="1375044" y="135849"/>
                  <a:pt x="1368369" y="131346"/>
                </a:cubicBezTo>
                <a:cubicBezTo>
                  <a:pt x="1361694" y="126841"/>
                  <a:pt x="1356745" y="120713"/>
                  <a:pt x="1353523" y="112961"/>
                </a:cubicBezTo>
                <a:cubicBezTo>
                  <a:pt x="1350301" y="105208"/>
                  <a:pt x="1348690" y="96489"/>
                  <a:pt x="1348690" y="86806"/>
                </a:cubicBezTo>
                <a:cubicBezTo>
                  <a:pt x="1348690" y="76715"/>
                  <a:pt x="1350251" y="67827"/>
                  <a:pt x="1353375" y="60141"/>
                </a:cubicBezTo>
                <a:cubicBezTo>
                  <a:pt x="1356499" y="52455"/>
                  <a:pt x="1361267" y="46445"/>
                  <a:pt x="1367678" y="42111"/>
                </a:cubicBezTo>
                <a:cubicBezTo>
                  <a:pt x="1374090" y="37777"/>
                  <a:pt x="1382228" y="35610"/>
                  <a:pt x="1392092" y="35610"/>
                </a:cubicBezTo>
                <a:cubicBezTo>
                  <a:pt x="1405179" y="35610"/>
                  <a:pt x="1415438" y="39668"/>
                  <a:pt x="1422869" y="47783"/>
                </a:cubicBezTo>
                <a:cubicBezTo>
                  <a:pt x="1430300" y="55897"/>
                  <a:pt x="1434016" y="67561"/>
                  <a:pt x="1434016" y="82777"/>
                </a:cubicBezTo>
                <a:cubicBezTo>
                  <a:pt x="1434016" y="83792"/>
                  <a:pt x="1433983" y="84993"/>
                  <a:pt x="1433917" y="86380"/>
                </a:cubicBezTo>
                <a:cubicBezTo>
                  <a:pt x="1433851" y="87765"/>
                  <a:pt x="1433753" y="88762"/>
                  <a:pt x="1433621" y="89370"/>
                </a:cubicBezTo>
                <a:lnTo>
                  <a:pt x="1365163" y="89370"/>
                </a:lnTo>
                <a:cubicBezTo>
                  <a:pt x="1365229" y="95885"/>
                  <a:pt x="1366232" y="101868"/>
                  <a:pt x="1368172" y="107320"/>
                </a:cubicBezTo>
                <a:cubicBezTo>
                  <a:pt x="1370112" y="112772"/>
                  <a:pt x="1373186" y="117145"/>
                  <a:pt x="1377395" y="120437"/>
                </a:cubicBezTo>
                <a:cubicBezTo>
                  <a:pt x="1381603" y="123729"/>
                  <a:pt x="1387160" y="125375"/>
                  <a:pt x="1394065" y="125375"/>
                </a:cubicBezTo>
                <a:cubicBezTo>
                  <a:pt x="1401431" y="125375"/>
                  <a:pt x="1407185" y="123560"/>
                  <a:pt x="1411328" y="119931"/>
                </a:cubicBezTo>
                <a:cubicBezTo>
                  <a:pt x="1415471" y="116302"/>
                  <a:pt x="1417641" y="111066"/>
                  <a:pt x="1417838" y="104222"/>
                </a:cubicBezTo>
                <a:lnTo>
                  <a:pt x="1434114" y="104222"/>
                </a:lnTo>
                <a:cubicBezTo>
                  <a:pt x="1433917" y="111208"/>
                  <a:pt x="1432174" y="117227"/>
                  <a:pt x="1428886" y="122280"/>
                </a:cubicBezTo>
                <a:cubicBezTo>
                  <a:pt x="1425598" y="127334"/>
                  <a:pt x="1420995" y="131234"/>
                  <a:pt x="1415076" y="133982"/>
                </a:cubicBezTo>
                <a:cubicBezTo>
                  <a:pt x="1409158" y="136727"/>
                  <a:pt x="1402154" y="138100"/>
                  <a:pt x="1394065" y="138100"/>
                </a:cubicBezTo>
                <a:moveTo>
                  <a:pt x="1365262" y="77336"/>
                </a:moveTo>
                <a:lnTo>
                  <a:pt x="1417740" y="77336"/>
                </a:lnTo>
                <a:cubicBezTo>
                  <a:pt x="1417542" y="67914"/>
                  <a:pt x="1415208" y="60709"/>
                  <a:pt x="1410736" y="55721"/>
                </a:cubicBezTo>
                <a:cubicBezTo>
                  <a:pt x="1406264" y="50731"/>
                  <a:pt x="1400050" y="48236"/>
                  <a:pt x="1392092" y="48236"/>
                </a:cubicBezTo>
                <a:cubicBezTo>
                  <a:pt x="1384070" y="48236"/>
                  <a:pt x="1377773" y="50714"/>
                  <a:pt x="1373202" y="55668"/>
                </a:cubicBezTo>
                <a:cubicBezTo>
                  <a:pt x="1368632" y="60621"/>
                  <a:pt x="1365985" y="67844"/>
                  <a:pt x="1365262" y="77336"/>
                </a:cubicBezTo>
                <a:close/>
                <a:moveTo>
                  <a:pt x="1485945" y="138100"/>
                </a:moveTo>
                <a:cubicBezTo>
                  <a:pt x="1480421" y="138100"/>
                  <a:pt x="1475374" y="137022"/>
                  <a:pt x="1470804" y="134866"/>
                </a:cubicBezTo>
                <a:cubicBezTo>
                  <a:pt x="1466233" y="132711"/>
                  <a:pt x="1462583" y="129527"/>
                  <a:pt x="1459854" y="125317"/>
                </a:cubicBezTo>
                <a:cubicBezTo>
                  <a:pt x="1457125" y="121106"/>
                  <a:pt x="1455761" y="115901"/>
                  <a:pt x="1455761" y="109703"/>
                </a:cubicBezTo>
                <a:cubicBezTo>
                  <a:pt x="1455761" y="100879"/>
                  <a:pt x="1458457" y="94176"/>
                  <a:pt x="1463849" y="89595"/>
                </a:cubicBezTo>
                <a:cubicBezTo>
                  <a:pt x="1469242" y="85015"/>
                  <a:pt x="1476870" y="81899"/>
                  <a:pt x="1486734" y="80249"/>
                </a:cubicBezTo>
                <a:cubicBezTo>
                  <a:pt x="1496599" y="78599"/>
                  <a:pt x="1508140" y="77706"/>
                  <a:pt x="1521358" y="77570"/>
                </a:cubicBezTo>
                <a:lnTo>
                  <a:pt x="1521358" y="70502"/>
                </a:lnTo>
                <a:cubicBezTo>
                  <a:pt x="1521358" y="61840"/>
                  <a:pt x="1519320" y="55898"/>
                  <a:pt x="1515242" y="52675"/>
                </a:cubicBezTo>
                <a:cubicBezTo>
                  <a:pt x="1511165" y="49453"/>
                  <a:pt x="1506003" y="47842"/>
                  <a:pt x="1499755" y="47842"/>
                </a:cubicBezTo>
                <a:cubicBezTo>
                  <a:pt x="1493113" y="47842"/>
                  <a:pt x="1487524" y="49598"/>
                  <a:pt x="1482986" y="53110"/>
                </a:cubicBezTo>
                <a:cubicBezTo>
                  <a:pt x="1478448" y="56622"/>
                  <a:pt x="1476180" y="62166"/>
                  <a:pt x="1476180" y="69741"/>
                </a:cubicBezTo>
                <a:lnTo>
                  <a:pt x="1460200" y="69741"/>
                </a:lnTo>
                <a:cubicBezTo>
                  <a:pt x="1460200" y="61615"/>
                  <a:pt x="1461893" y="55047"/>
                  <a:pt x="1465280" y="50037"/>
                </a:cubicBezTo>
                <a:cubicBezTo>
                  <a:pt x="1468666" y="45024"/>
                  <a:pt x="1473336" y="41367"/>
                  <a:pt x="1479287" y="39066"/>
                </a:cubicBezTo>
                <a:cubicBezTo>
                  <a:pt x="1485238" y="36762"/>
                  <a:pt x="1492061" y="35610"/>
                  <a:pt x="1499755" y="35610"/>
                </a:cubicBezTo>
                <a:cubicBezTo>
                  <a:pt x="1504687" y="35610"/>
                  <a:pt x="1509406" y="36085"/>
                  <a:pt x="1513911" y="37034"/>
                </a:cubicBezTo>
                <a:cubicBezTo>
                  <a:pt x="1518415" y="37982"/>
                  <a:pt x="1522460" y="39709"/>
                  <a:pt x="1526044" y="42216"/>
                </a:cubicBezTo>
                <a:cubicBezTo>
                  <a:pt x="1529628" y="44723"/>
                  <a:pt x="1532472" y="48230"/>
                  <a:pt x="1534576" y="52737"/>
                </a:cubicBezTo>
                <a:cubicBezTo>
                  <a:pt x="1536681" y="57242"/>
                  <a:pt x="1537733" y="63050"/>
                  <a:pt x="1537733" y="70163"/>
                </a:cubicBezTo>
                <a:lnTo>
                  <a:pt x="1537733" y="136324"/>
                </a:lnTo>
                <a:lnTo>
                  <a:pt x="1522345" y="136324"/>
                </a:lnTo>
                <a:lnTo>
                  <a:pt x="1521654" y="121725"/>
                </a:lnTo>
                <a:cubicBezTo>
                  <a:pt x="1517248" y="126657"/>
                  <a:pt x="1512135" y="130620"/>
                  <a:pt x="1506315" y="133612"/>
                </a:cubicBezTo>
                <a:cubicBezTo>
                  <a:pt x="1500495" y="136604"/>
                  <a:pt x="1493705" y="138100"/>
                  <a:pt x="1485945" y="138100"/>
                </a:cubicBezTo>
                <a:moveTo>
                  <a:pt x="1490286" y="125474"/>
                </a:moveTo>
                <a:cubicBezTo>
                  <a:pt x="1496862" y="125474"/>
                  <a:pt x="1502780" y="123867"/>
                  <a:pt x="1508041" y="120653"/>
                </a:cubicBezTo>
                <a:cubicBezTo>
                  <a:pt x="1513302" y="117436"/>
                  <a:pt x="1517708" y="113366"/>
                  <a:pt x="1521259" y="108442"/>
                </a:cubicBezTo>
                <a:lnTo>
                  <a:pt x="1521259" y="88125"/>
                </a:lnTo>
                <a:cubicBezTo>
                  <a:pt x="1503767" y="88331"/>
                  <a:pt x="1491223" y="90041"/>
                  <a:pt x="1483627" y="93258"/>
                </a:cubicBezTo>
                <a:cubicBezTo>
                  <a:pt x="1476032" y="96472"/>
                  <a:pt x="1472234" y="101738"/>
                  <a:pt x="1472234" y="109056"/>
                </a:cubicBezTo>
                <a:cubicBezTo>
                  <a:pt x="1472234" y="114050"/>
                  <a:pt x="1473763" y="118034"/>
                  <a:pt x="1476821" y="121010"/>
                </a:cubicBezTo>
                <a:cubicBezTo>
                  <a:pt x="1479879" y="123986"/>
                  <a:pt x="1484367" y="125474"/>
                  <a:pt x="1490286" y="125474"/>
                </a:cubicBezTo>
                <a:close/>
                <a:moveTo>
                  <a:pt x="1571812" y="136324"/>
                </a:moveTo>
                <a:lnTo>
                  <a:pt x="1571812" y="50604"/>
                </a:lnTo>
                <a:lnTo>
                  <a:pt x="1555734" y="50604"/>
                </a:lnTo>
                <a:lnTo>
                  <a:pt x="1555734" y="37287"/>
                </a:lnTo>
                <a:lnTo>
                  <a:pt x="1571812" y="37287"/>
                </a:lnTo>
                <a:lnTo>
                  <a:pt x="1571812" y="32210"/>
                </a:lnTo>
                <a:cubicBezTo>
                  <a:pt x="1571812" y="27734"/>
                  <a:pt x="1572223" y="23713"/>
                  <a:pt x="1573046" y="20148"/>
                </a:cubicBezTo>
                <a:cubicBezTo>
                  <a:pt x="1573868" y="16580"/>
                  <a:pt x="1575314" y="13573"/>
                  <a:pt x="1577386" y="11125"/>
                </a:cubicBezTo>
                <a:cubicBezTo>
                  <a:pt x="1579457" y="8675"/>
                  <a:pt x="1582351" y="6801"/>
                  <a:pt x="1586066" y="5502"/>
                </a:cubicBezTo>
                <a:cubicBezTo>
                  <a:pt x="1589782" y="4202"/>
                  <a:pt x="1594599" y="3551"/>
                  <a:pt x="1600518" y="3551"/>
                </a:cubicBezTo>
                <a:lnTo>
                  <a:pt x="1610480" y="3551"/>
                </a:lnTo>
                <a:lnTo>
                  <a:pt x="1610480" y="16473"/>
                </a:lnTo>
                <a:lnTo>
                  <a:pt x="1601603" y="16473"/>
                </a:lnTo>
                <a:cubicBezTo>
                  <a:pt x="1595750" y="16473"/>
                  <a:pt x="1592051" y="17855"/>
                  <a:pt x="1590505" y="20619"/>
                </a:cubicBezTo>
                <a:cubicBezTo>
                  <a:pt x="1588960" y="23383"/>
                  <a:pt x="1588187" y="27385"/>
                  <a:pt x="1588187" y="32623"/>
                </a:cubicBezTo>
                <a:lnTo>
                  <a:pt x="1588187" y="37287"/>
                </a:lnTo>
                <a:lnTo>
                  <a:pt x="1610579" y="37287"/>
                </a:lnTo>
                <a:lnTo>
                  <a:pt x="1610579" y="50604"/>
                </a:lnTo>
                <a:lnTo>
                  <a:pt x="1588187" y="50604"/>
                </a:lnTo>
                <a:lnTo>
                  <a:pt x="1588187" y="136324"/>
                </a:lnTo>
                <a:lnTo>
                  <a:pt x="1571812" y="136324"/>
                </a:lnTo>
                <a:close/>
                <a:moveTo>
                  <a:pt x="1669267" y="136324"/>
                </a:moveTo>
                <a:lnTo>
                  <a:pt x="1669267" y="37287"/>
                </a:lnTo>
                <a:lnTo>
                  <a:pt x="1685050" y="37287"/>
                </a:lnTo>
                <a:lnTo>
                  <a:pt x="1685642" y="51788"/>
                </a:lnTo>
                <a:cubicBezTo>
                  <a:pt x="1688601" y="47908"/>
                  <a:pt x="1692843" y="44241"/>
                  <a:pt x="1698367" y="40789"/>
                </a:cubicBezTo>
                <a:cubicBezTo>
                  <a:pt x="1703891" y="37336"/>
                  <a:pt x="1710960" y="35610"/>
                  <a:pt x="1719575" y="35610"/>
                </a:cubicBezTo>
                <a:cubicBezTo>
                  <a:pt x="1730097" y="35610"/>
                  <a:pt x="1737758" y="38821"/>
                  <a:pt x="1742559" y="45243"/>
                </a:cubicBezTo>
                <a:cubicBezTo>
                  <a:pt x="1747359" y="51665"/>
                  <a:pt x="1749760" y="60687"/>
                  <a:pt x="1749760" y="72308"/>
                </a:cubicBezTo>
                <a:lnTo>
                  <a:pt x="1749760" y="136324"/>
                </a:lnTo>
                <a:lnTo>
                  <a:pt x="1733286" y="136324"/>
                </a:lnTo>
                <a:lnTo>
                  <a:pt x="1733286" y="74426"/>
                </a:lnTo>
                <a:cubicBezTo>
                  <a:pt x="1733286" y="69574"/>
                  <a:pt x="1732793" y="65270"/>
                  <a:pt x="1731807" y="61513"/>
                </a:cubicBezTo>
                <a:cubicBezTo>
                  <a:pt x="1730820" y="57754"/>
                  <a:pt x="1729061" y="54799"/>
                  <a:pt x="1726529" y="52648"/>
                </a:cubicBezTo>
                <a:cubicBezTo>
                  <a:pt x="1723997" y="50496"/>
                  <a:pt x="1720331" y="49420"/>
                  <a:pt x="1715530" y="49420"/>
                </a:cubicBezTo>
                <a:cubicBezTo>
                  <a:pt x="1708362" y="49420"/>
                  <a:pt x="1702345" y="51111"/>
                  <a:pt x="1697479" y="54494"/>
                </a:cubicBezTo>
                <a:cubicBezTo>
                  <a:pt x="1692612" y="57875"/>
                  <a:pt x="1688700" y="61581"/>
                  <a:pt x="1685740" y="65613"/>
                </a:cubicBezTo>
                <a:lnTo>
                  <a:pt x="1685740" y="136324"/>
                </a:lnTo>
                <a:lnTo>
                  <a:pt x="1669267" y="136324"/>
                </a:lnTo>
                <a:close/>
                <a:moveTo>
                  <a:pt x="1815899" y="138100"/>
                </a:moveTo>
                <a:cubicBezTo>
                  <a:pt x="1806495" y="138100"/>
                  <a:pt x="1798439" y="136052"/>
                  <a:pt x="1791731" y="131956"/>
                </a:cubicBezTo>
                <a:cubicBezTo>
                  <a:pt x="1785023" y="127859"/>
                  <a:pt x="1779910" y="122001"/>
                  <a:pt x="1776392" y="114383"/>
                </a:cubicBezTo>
                <a:cubicBezTo>
                  <a:pt x="1772874" y="106764"/>
                  <a:pt x="1771115" y="97707"/>
                  <a:pt x="1771115" y="87210"/>
                </a:cubicBezTo>
                <a:cubicBezTo>
                  <a:pt x="1771115" y="76443"/>
                  <a:pt x="1772874" y="67217"/>
                  <a:pt x="1776392" y="59531"/>
                </a:cubicBezTo>
                <a:cubicBezTo>
                  <a:pt x="1779910" y="51845"/>
                  <a:pt x="1785023" y="45937"/>
                  <a:pt x="1791731" y="41806"/>
                </a:cubicBezTo>
                <a:cubicBezTo>
                  <a:pt x="1798439" y="37675"/>
                  <a:pt x="1806495" y="35610"/>
                  <a:pt x="1815899" y="35610"/>
                </a:cubicBezTo>
                <a:cubicBezTo>
                  <a:pt x="1825500" y="35610"/>
                  <a:pt x="1833704" y="37675"/>
                  <a:pt x="1840510" y="41806"/>
                </a:cubicBezTo>
                <a:cubicBezTo>
                  <a:pt x="1847316" y="45937"/>
                  <a:pt x="1852544" y="51845"/>
                  <a:pt x="1856194" y="59531"/>
                </a:cubicBezTo>
                <a:cubicBezTo>
                  <a:pt x="1859844" y="67217"/>
                  <a:pt x="1861669" y="76443"/>
                  <a:pt x="1861669" y="87210"/>
                </a:cubicBezTo>
                <a:cubicBezTo>
                  <a:pt x="1861669" y="97707"/>
                  <a:pt x="1859844" y="106764"/>
                  <a:pt x="1856194" y="114383"/>
                </a:cubicBezTo>
                <a:cubicBezTo>
                  <a:pt x="1852544" y="122001"/>
                  <a:pt x="1847316" y="127859"/>
                  <a:pt x="1840510" y="131956"/>
                </a:cubicBezTo>
                <a:cubicBezTo>
                  <a:pt x="1833704" y="136052"/>
                  <a:pt x="1825500" y="138100"/>
                  <a:pt x="1815899" y="138100"/>
                </a:cubicBezTo>
                <a:moveTo>
                  <a:pt x="1815899" y="124981"/>
                </a:moveTo>
                <a:cubicBezTo>
                  <a:pt x="1823001" y="124981"/>
                  <a:pt x="1828656" y="123356"/>
                  <a:pt x="1832865" y="120107"/>
                </a:cubicBezTo>
                <a:cubicBezTo>
                  <a:pt x="1837074" y="116856"/>
                  <a:pt x="1840099" y="112374"/>
                  <a:pt x="1841940" y="106661"/>
                </a:cubicBezTo>
                <a:cubicBezTo>
                  <a:pt x="1843782" y="100948"/>
                  <a:pt x="1844702" y="94466"/>
                  <a:pt x="1844702" y="87216"/>
                </a:cubicBezTo>
                <a:cubicBezTo>
                  <a:pt x="1844702" y="79826"/>
                  <a:pt x="1843782" y="73223"/>
                  <a:pt x="1841940" y="67407"/>
                </a:cubicBezTo>
                <a:cubicBezTo>
                  <a:pt x="1840099" y="61591"/>
                  <a:pt x="1837074" y="57025"/>
                  <a:pt x="1832865" y="53708"/>
                </a:cubicBezTo>
                <a:cubicBezTo>
                  <a:pt x="1828656" y="50389"/>
                  <a:pt x="1823001" y="48730"/>
                  <a:pt x="1815899" y="48730"/>
                </a:cubicBezTo>
                <a:cubicBezTo>
                  <a:pt x="1808994" y="48730"/>
                  <a:pt x="1803519" y="50389"/>
                  <a:pt x="1799474" y="53708"/>
                </a:cubicBezTo>
                <a:cubicBezTo>
                  <a:pt x="1795430" y="57025"/>
                  <a:pt x="1792520" y="61591"/>
                  <a:pt x="1790745" y="67407"/>
                </a:cubicBezTo>
                <a:cubicBezTo>
                  <a:pt x="1788969" y="73223"/>
                  <a:pt x="1788081" y="79826"/>
                  <a:pt x="1788081" y="87216"/>
                </a:cubicBezTo>
                <a:cubicBezTo>
                  <a:pt x="1788081" y="94466"/>
                  <a:pt x="1788969" y="100948"/>
                  <a:pt x="1790745" y="106661"/>
                </a:cubicBezTo>
                <a:cubicBezTo>
                  <a:pt x="1792520" y="112374"/>
                  <a:pt x="1795430" y="116856"/>
                  <a:pt x="1799474" y="120107"/>
                </a:cubicBezTo>
                <a:cubicBezTo>
                  <a:pt x="1803519" y="123356"/>
                  <a:pt x="1808994" y="124981"/>
                  <a:pt x="1815899" y="124981"/>
                </a:cubicBezTo>
                <a:close/>
                <a:moveTo>
                  <a:pt x="1922721" y="138100"/>
                </a:moveTo>
                <a:cubicBezTo>
                  <a:pt x="1914896" y="138100"/>
                  <a:pt x="1908122" y="136170"/>
                  <a:pt x="1902401" y="132311"/>
                </a:cubicBezTo>
                <a:cubicBezTo>
                  <a:pt x="1896680" y="128452"/>
                  <a:pt x="1892257" y="122679"/>
                  <a:pt x="1889134" y="114993"/>
                </a:cubicBezTo>
                <a:cubicBezTo>
                  <a:pt x="1886010" y="107307"/>
                  <a:pt x="1884448" y="97810"/>
                  <a:pt x="1884448" y="86501"/>
                </a:cubicBezTo>
                <a:cubicBezTo>
                  <a:pt x="1884448" y="75259"/>
                  <a:pt x="1886109" y="65881"/>
                  <a:pt x="1889429" y="58366"/>
                </a:cubicBezTo>
                <a:cubicBezTo>
                  <a:pt x="1892750" y="50848"/>
                  <a:pt x="1897436" y="45176"/>
                  <a:pt x="1903486" y="41350"/>
                </a:cubicBezTo>
                <a:cubicBezTo>
                  <a:pt x="1909536" y="37523"/>
                  <a:pt x="1916671" y="35610"/>
                  <a:pt x="1924892" y="35610"/>
                </a:cubicBezTo>
                <a:cubicBezTo>
                  <a:pt x="1931731" y="35610"/>
                  <a:pt x="1937682" y="37106"/>
                  <a:pt x="1942746" y="40098"/>
                </a:cubicBezTo>
                <a:cubicBezTo>
                  <a:pt x="1947810" y="43090"/>
                  <a:pt x="1951887" y="47151"/>
                  <a:pt x="1954978" y="52281"/>
                </a:cubicBezTo>
                <a:lnTo>
                  <a:pt x="1954978" y="3551"/>
                </a:lnTo>
                <a:lnTo>
                  <a:pt x="1971451" y="3551"/>
                </a:lnTo>
                <a:lnTo>
                  <a:pt x="1971451" y="136324"/>
                </a:lnTo>
                <a:lnTo>
                  <a:pt x="1955865" y="136324"/>
                </a:lnTo>
                <a:lnTo>
                  <a:pt x="1954978" y="122317"/>
                </a:lnTo>
                <a:cubicBezTo>
                  <a:pt x="1951558" y="126986"/>
                  <a:pt x="1947152" y="130784"/>
                  <a:pt x="1941760" y="133710"/>
                </a:cubicBezTo>
                <a:cubicBezTo>
                  <a:pt x="1936367" y="136637"/>
                  <a:pt x="1930021" y="138100"/>
                  <a:pt x="1922721" y="138100"/>
                </a:cubicBezTo>
                <a:moveTo>
                  <a:pt x="1926075" y="124586"/>
                </a:moveTo>
                <a:cubicBezTo>
                  <a:pt x="1933112" y="124586"/>
                  <a:pt x="1938965" y="122858"/>
                  <a:pt x="1943634" y="119401"/>
                </a:cubicBezTo>
                <a:cubicBezTo>
                  <a:pt x="1948303" y="115944"/>
                  <a:pt x="1952084" y="111787"/>
                  <a:pt x="1954978" y="106929"/>
                </a:cubicBezTo>
                <a:lnTo>
                  <a:pt x="1954978" y="68430"/>
                </a:lnTo>
                <a:cubicBezTo>
                  <a:pt x="1952281" y="62818"/>
                  <a:pt x="1948747" y="58181"/>
                  <a:pt x="1944374" y="54519"/>
                </a:cubicBezTo>
                <a:cubicBezTo>
                  <a:pt x="1940000" y="50857"/>
                  <a:pt x="1934493" y="49026"/>
                  <a:pt x="1927851" y="49026"/>
                </a:cubicBezTo>
                <a:cubicBezTo>
                  <a:pt x="1919105" y="49026"/>
                  <a:pt x="1912512" y="52277"/>
                  <a:pt x="1908073" y="58779"/>
                </a:cubicBezTo>
                <a:cubicBezTo>
                  <a:pt x="1903634" y="65281"/>
                  <a:pt x="1901415" y="74521"/>
                  <a:pt x="1901415" y="86497"/>
                </a:cubicBezTo>
                <a:cubicBezTo>
                  <a:pt x="1901415" y="98885"/>
                  <a:pt x="1903503" y="108330"/>
                  <a:pt x="1907678" y="114833"/>
                </a:cubicBezTo>
                <a:cubicBezTo>
                  <a:pt x="1911854" y="121335"/>
                  <a:pt x="1917987" y="124586"/>
                  <a:pt x="1926075" y="124586"/>
                </a:cubicBezTo>
                <a:close/>
                <a:moveTo>
                  <a:pt x="2043157" y="138100"/>
                </a:moveTo>
                <a:cubicBezTo>
                  <a:pt x="2032701" y="138100"/>
                  <a:pt x="2024136" y="135849"/>
                  <a:pt x="2017461" y="131346"/>
                </a:cubicBezTo>
                <a:cubicBezTo>
                  <a:pt x="2010786" y="126841"/>
                  <a:pt x="2005837" y="120713"/>
                  <a:pt x="2002615" y="112961"/>
                </a:cubicBezTo>
                <a:cubicBezTo>
                  <a:pt x="1999393" y="105208"/>
                  <a:pt x="1997782" y="96489"/>
                  <a:pt x="1997782" y="86806"/>
                </a:cubicBezTo>
                <a:cubicBezTo>
                  <a:pt x="1997782" y="76715"/>
                  <a:pt x="1999343" y="67827"/>
                  <a:pt x="2002467" y="60141"/>
                </a:cubicBezTo>
                <a:cubicBezTo>
                  <a:pt x="2005591" y="52455"/>
                  <a:pt x="2010359" y="46445"/>
                  <a:pt x="2016770" y="42111"/>
                </a:cubicBezTo>
                <a:cubicBezTo>
                  <a:pt x="2023182" y="37777"/>
                  <a:pt x="2031320" y="35610"/>
                  <a:pt x="2041184" y="35610"/>
                </a:cubicBezTo>
                <a:cubicBezTo>
                  <a:pt x="2054271" y="35610"/>
                  <a:pt x="2064530" y="39668"/>
                  <a:pt x="2071961" y="47783"/>
                </a:cubicBezTo>
                <a:cubicBezTo>
                  <a:pt x="2079392" y="55897"/>
                  <a:pt x="2083108" y="67561"/>
                  <a:pt x="2083108" y="82777"/>
                </a:cubicBezTo>
                <a:cubicBezTo>
                  <a:pt x="2083108" y="83792"/>
                  <a:pt x="2083075" y="84993"/>
                  <a:pt x="2083009" y="86380"/>
                </a:cubicBezTo>
                <a:cubicBezTo>
                  <a:pt x="2082943" y="87765"/>
                  <a:pt x="2082845" y="88762"/>
                  <a:pt x="2082713" y="89370"/>
                </a:cubicBezTo>
                <a:lnTo>
                  <a:pt x="2014255" y="89370"/>
                </a:lnTo>
                <a:cubicBezTo>
                  <a:pt x="2014321" y="95885"/>
                  <a:pt x="2015324" y="101868"/>
                  <a:pt x="2017264" y="107320"/>
                </a:cubicBezTo>
                <a:cubicBezTo>
                  <a:pt x="2019204" y="112772"/>
                  <a:pt x="2022278" y="117145"/>
                  <a:pt x="2026487" y="120437"/>
                </a:cubicBezTo>
                <a:cubicBezTo>
                  <a:pt x="2030695" y="123729"/>
                  <a:pt x="2036252" y="125375"/>
                  <a:pt x="2043157" y="125375"/>
                </a:cubicBezTo>
                <a:cubicBezTo>
                  <a:pt x="2050523" y="125375"/>
                  <a:pt x="2056277" y="123560"/>
                  <a:pt x="2060420" y="119931"/>
                </a:cubicBezTo>
                <a:cubicBezTo>
                  <a:pt x="2064563" y="116302"/>
                  <a:pt x="2066733" y="111066"/>
                  <a:pt x="2066930" y="104222"/>
                </a:cubicBezTo>
                <a:lnTo>
                  <a:pt x="2083206" y="104222"/>
                </a:lnTo>
                <a:cubicBezTo>
                  <a:pt x="2083009" y="111208"/>
                  <a:pt x="2081266" y="117227"/>
                  <a:pt x="2077978" y="122280"/>
                </a:cubicBezTo>
                <a:cubicBezTo>
                  <a:pt x="2074690" y="127334"/>
                  <a:pt x="2070087" y="131234"/>
                  <a:pt x="2064168" y="133982"/>
                </a:cubicBezTo>
                <a:cubicBezTo>
                  <a:pt x="2058250" y="136727"/>
                  <a:pt x="2051246" y="138100"/>
                  <a:pt x="2043157" y="138100"/>
                </a:cubicBezTo>
                <a:moveTo>
                  <a:pt x="2014354" y="77336"/>
                </a:moveTo>
                <a:lnTo>
                  <a:pt x="2066832" y="77336"/>
                </a:lnTo>
                <a:cubicBezTo>
                  <a:pt x="2066634" y="67914"/>
                  <a:pt x="2064300" y="60709"/>
                  <a:pt x="2059828" y="55721"/>
                </a:cubicBezTo>
                <a:cubicBezTo>
                  <a:pt x="2055356" y="50731"/>
                  <a:pt x="2049142" y="48236"/>
                  <a:pt x="2041184" y="48236"/>
                </a:cubicBezTo>
                <a:cubicBezTo>
                  <a:pt x="2033162" y="48236"/>
                  <a:pt x="2026865" y="50714"/>
                  <a:pt x="2022294" y="55668"/>
                </a:cubicBezTo>
                <a:cubicBezTo>
                  <a:pt x="2017724" y="60621"/>
                  <a:pt x="2015077" y="67844"/>
                  <a:pt x="2014354" y="77336"/>
                </a:cubicBezTo>
                <a:close/>
                <a:moveTo>
                  <a:pt x="2177459" y="136324"/>
                </a:moveTo>
                <a:cubicBezTo>
                  <a:pt x="2173776" y="136324"/>
                  <a:pt x="2170718" y="135124"/>
                  <a:pt x="2168285" y="132724"/>
                </a:cubicBezTo>
                <a:cubicBezTo>
                  <a:pt x="2165852" y="130324"/>
                  <a:pt x="2164635" y="127381"/>
                  <a:pt x="2164635" y="123895"/>
                </a:cubicBezTo>
                <a:cubicBezTo>
                  <a:pt x="2164635" y="120279"/>
                  <a:pt x="2165852" y="117303"/>
                  <a:pt x="2168285" y="114968"/>
                </a:cubicBezTo>
                <a:cubicBezTo>
                  <a:pt x="2170718" y="112634"/>
                  <a:pt x="2173776" y="111466"/>
                  <a:pt x="2177459" y="111466"/>
                </a:cubicBezTo>
                <a:cubicBezTo>
                  <a:pt x="2181075" y="111466"/>
                  <a:pt x="2184068" y="112634"/>
                  <a:pt x="2186435" y="114968"/>
                </a:cubicBezTo>
                <a:cubicBezTo>
                  <a:pt x="2188802" y="117303"/>
                  <a:pt x="2189986" y="120279"/>
                  <a:pt x="2189986" y="123895"/>
                </a:cubicBezTo>
                <a:cubicBezTo>
                  <a:pt x="2189986" y="127381"/>
                  <a:pt x="2188802" y="130324"/>
                  <a:pt x="2186435" y="132724"/>
                </a:cubicBezTo>
                <a:cubicBezTo>
                  <a:pt x="2184068" y="135124"/>
                  <a:pt x="2181075" y="136324"/>
                  <a:pt x="2177459" y="136324"/>
                </a:cubicBezTo>
                <a:moveTo>
                  <a:pt x="2123600" y="136324"/>
                </a:moveTo>
                <a:cubicBezTo>
                  <a:pt x="2119917" y="136324"/>
                  <a:pt x="2116859" y="135124"/>
                  <a:pt x="2114426" y="132724"/>
                </a:cubicBezTo>
                <a:cubicBezTo>
                  <a:pt x="2111993" y="130324"/>
                  <a:pt x="2110776" y="127381"/>
                  <a:pt x="2110776" y="123895"/>
                </a:cubicBezTo>
                <a:cubicBezTo>
                  <a:pt x="2110776" y="120279"/>
                  <a:pt x="2111993" y="117303"/>
                  <a:pt x="2114426" y="114968"/>
                </a:cubicBezTo>
                <a:cubicBezTo>
                  <a:pt x="2116859" y="112634"/>
                  <a:pt x="2119917" y="111466"/>
                  <a:pt x="2123600" y="111466"/>
                </a:cubicBezTo>
                <a:cubicBezTo>
                  <a:pt x="2127216" y="111466"/>
                  <a:pt x="2130209" y="112634"/>
                  <a:pt x="2132576" y="114968"/>
                </a:cubicBezTo>
                <a:cubicBezTo>
                  <a:pt x="2134943" y="117303"/>
                  <a:pt x="2136127" y="120279"/>
                  <a:pt x="2136127" y="123895"/>
                </a:cubicBezTo>
                <a:cubicBezTo>
                  <a:pt x="2136127" y="127381"/>
                  <a:pt x="2134943" y="130324"/>
                  <a:pt x="2132576" y="132724"/>
                </a:cubicBezTo>
                <a:cubicBezTo>
                  <a:pt x="2130209" y="135124"/>
                  <a:pt x="2127216" y="136324"/>
                  <a:pt x="2123600" y="136324"/>
                </a:cubicBezTo>
                <a:moveTo>
                  <a:pt x="2231120" y="136324"/>
                </a:moveTo>
                <a:cubicBezTo>
                  <a:pt x="2227438" y="136324"/>
                  <a:pt x="2224380" y="135124"/>
                  <a:pt x="2221946" y="132724"/>
                </a:cubicBezTo>
                <a:cubicBezTo>
                  <a:pt x="2219513" y="130324"/>
                  <a:pt x="2218297" y="127381"/>
                  <a:pt x="2218297" y="123895"/>
                </a:cubicBezTo>
                <a:cubicBezTo>
                  <a:pt x="2218297" y="120279"/>
                  <a:pt x="2219513" y="117303"/>
                  <a:pt x="2221946" y="114968"/>
                </a:cubicBezTo>
                <a:cubicBezTo>
                  <a:pt x="2224380" y="112634"/>
                  <a:pt x="2227438" y="111466"/>
                  <a:pt x="2231120" y="111466"/>
                </a:cubicBezTo>
                <a:cubicBezTo>
                  <a:pt x="2234737" y="111466"/>
                  <a:pt x="2237729" y="112634"/>
                  <a:pt x="2240097" y="114968"/>
                </a:cubicBezTo>
                <a:cubicBezTo>
                  <a:pt x="2242464" y="117303"/>
                  <a:pt x="2243648" y="120279"/>
                  <a:pt x="2243648" y="123895"/>
                </a:cubicBezTo>
                <a:cubicBezTo>
                  <a:pt x="2243648" y="127381"/>
                  <a:pt x="2242464" y="130324"/>
                  <a:pt x="2240097" y="132724"/>
                </a:cubicBezTo>
                <a:cubicBezTo>
                  <a:pt x="2237729" y="135124"/>
                  <a:pt x="2234737" y="136324"/>
                  <a:pt x="2231120" y="13632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" name="Text #Complexity">
            <a:extLst xmlns:a="http://schemas.openxmlformats.org/drawingml/2006/main">
              <a:ext uri="{FF2B5EF4-FFF2-40B4-BE49-F238E27FC236}">
                <a16:creationId xmlns:a16="http://schemas.microsoft.com/office/drawing/2014/main" id="{72709851-23BD-4EC7-A988-A8444AE8D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884" y="2947633"/>
            <a:ext cx="1198509" cy="170849"/>
          </a:xfrm>
          <a:custGeom xmlns:a="http://schemas.openxmlformats.org/drawingml/2006/main">
            <a:pathLst>
              <a:path w="1198509" h="170849">
                <a:moveTo>
                  <a:pt x="752289" y="115110"/>
                </a:moveTo>
                <a:lnTo>
                  <a:pt x="751685" y="115092"/>
                </a:lnTo>
                <a:lnTo>
                  <a:pt x="751100" y="115061"/>
                </a:lnTo>
                <a:lnTo>
                  <a:pt x="750534" y="115018"/>
                </a:lnTo>
                <a:lnTo>
                  <a:pt x="749988" y="114962"/>
                </a:lnTo>
                <a:lnTo>
                  <a:pt x="749460" y="114894"/>
                </a:lnTo>
                <a:lnTo>
                  <a:pt x="748952" y="114814"/>
                </a:lnTo>
                <a:lnTo>
                  <a:pt x="748463" y="114722"/>
                </a:lnTo>
                <a:lnTo>
                  <a:pt x="747993" y="114617"/>
                </a:lnTo>
                <a:lnTo>
                  <a:pt x="747542" y="114500"/>
                </a:lnTo>
                <a:lnTo>
                  <a:pt x="747111" y="114370"/>
                </a:lnTo>
                <a:lnTo>
                  <a:pt x="746698" y="114228"/>
                </a:lnTo>
                <a:lnTo>
                  <a:pt x="746305" y="114074"/>
                </a:lnTo>
                <a:lnTo>
                  <a:pt x="745931" y="113908"/>
                </a:lnTo>
                <a:lnTo>
                  <a:pt x="745576" y="113729"/>
                </a:lnTo>
                <a:lnTo>
                  <a:pt x="745240" y="113538"/>
                </a:lnTo>
                <a:lnTo>
                  <a:pt x="744924" y="113334"/>
                </a:lnTo>
                <a:lnTo>
                  <a:pt x="744627" y="113119"/>
                </a:lnTo>
                <a:lnTo>
                  <a:pt x="744349" y="112891"/>
                </a:lnTo>
                <a:lnTo>
                  <a:pt x="744090" y="112650"/>
                </a:lnTo>
                <a:lnTo>
                  <a:pt x="743850" y="112397"/>
                </a:lnTo>
                <a:lnTo>
                  <a:pt x="743629" y="112132"/>
                </a:lnTo>
                <a:lnTo>
                  <a:pt x="743428" y="111855"/>
                </a:lnTo>
                <a:lnTo>
                  <a:pt x="743246" y="111565"/>
                </a:lnTo>
                <a:lnTo>
                  <a:pt x="743077" y="111262"/>
                </a:lnTo>
                <a:lnTo>
                  <a:pt x="742915" y="110945"/>
                </a:lnTo>
                <a:lnTo>
                  <a:pt x="742760" y="110614"/>
                </a:lnTo>
                <a:lnTo>
                  <a:pt x="742613" y="110269"/>
                </a:lnTo>
                <a:lnTo>
                  <a:pt x="742472" y="109910"/>
                </a:lnTo>
                <a:lnTo>
                  <a:pt x="742339" y="109537"/>
                </a:lnTo>
                <a:lnTo>
                  <a:pt x="742213" y="109150"/>
                </a:lnTo>
                <a:lnTo>
                  <a:pt x="742095" y="108748"/>
                </a:lnTo>
                <a:lnTo>
                  <a:pt x="741983" y="108333"/>
                </a:lnTo>
                <a:lnTo>
                  <a:pt x="741879" y="107904"/>
                </a:lnTo>
                <a:lnTo>
                  <a:pt x="741782" y="107460"/>
                </a:lnTo>
                <a:lnTo>
                  <a:pt x="741692" y="107003"/>
                </a:lnTo>
                <a:lnTo>
                  <a:pt x="741609" y="106531"/>
                </a:lnTo>
                <a:lnTo>
                  <a:pt x="741534" y="106046"/>
                </a:lnTo>
                <a:lnTo>
                  <a:pt x="741465" y="105546"/>
                </a:lnTo>
                <a:lnTo>
                  <a:pt x="741404" y="105033"/>
                </a:lnTo>
                <a:lnTo>
                  <a:pt x="741350" y="104505"/>
                </a:lnTo>
                <a:lnTo>
                  <a:pt x="741304" y="103963"/>
                </a:lnTo>
                <a:lnTo>
                  <a:pt x="741264" y="103408"/>
                </a:lnTo>
                <a:lnTo>
                  <a:pt x="741232" y="102838"/>
                </a:lnTo>
                <a:lnTo>
                  <a:pt x="741207" y="102254"/>
                </a:lnTo>
                <a:lnTo>
                  <a:pt x="741189" y="101656"/>
                </a:lnTo>
                <a:lnTo>
                  <a:pt x="741178" y="101044"/>
                </a:lnTo>
                <a:lnTo>
                  <a:pt x="741174" y="100418"/>
                </a:lnTo>
                <a:lnTo>
                  <a:pt x="741174" y="2762"/>
                </a:lnTo>
                <a:lnTo>
                  <a:pt x="715132" y="2762"/>
                </a:lnTo>
                <a:lnTo>
                  <a:pt x="715132" y="101997"/>
                </a:lnTo>
                <a:lnTo>
                  <a:pt x="715138" y="102975"/>
                </a:lnTo>
                <a:lnTo>
                  <a:pt x="715154" y="103938"/>
                </a:lnTo>
                <a:lnTo>
                  <a:pt x="715182" y="104886"/>
                </a:lnTo>
                <a:lnTo>
                  <a:pt x="715220" y="105818"/>
                </a:lnTo>
                <a:lnTo>
                  <a:pt x="715269" y="106734"/>
                </a:lnTo>
                <a:lnTo>
                  <a:pt x="715330" y="107635"/>
                </a:lnTo>
                <a:lnTo>
                  <a:pt x="715401" y="108520"/>
                </a:lnTo>
                <a:lnTo>
                  <a:pt x="715483" y="109389"/>
                </a:lnTo>
                <a:lnTo>
                  <a:pt x="715576" y="110243"/>
                </a:lnTo>
                <a:lnTo>
                  <a:pt x="715680" y="111082"/>
                </a:lnTo>
                <a:lnTo>
                  <a:pt x="715796" y="111905"/>
                </a:lnTo>
                <a:lnTo>
                  <a:pt x="715922" y="112712"/>
                </a:lnTo>
                <a:lnTo>
                  <a:pt x="716059" y="113503"/>
                </a:lnTo>
                <a:lnTo>
                  <a:pt x="716207" y="114279"/>
                </a:lnTo>
                <a:lnTo>
                  <a:pt x="716365" y="115040"/>
                </a:lnTo>
                <a:lnTo>
                  <a:pt x="716535" y="115785"/>
                </a:lnTo>
                <a:lnTo>
                  <a:pt x="716716" y="116514"/>
                </a:lnTo>
                <a:lnTo>
                  <a:pt x="716908" y="117228"/>
                </a:lnTo>
                <a:lnTo>
                  <a:pt x="717111" y="117926"/>
                </a:lnTo>
                <a:lnTo>
                  <a:pt x="717324" y="118608"/>
                </a:lnTo>
                <a:lnTo>
                  <a:pt x="717549" y="119275"/>
                </a:lnTo>
                <a:lnTo>
                  <a:pt x="717785" y="119927"/>
                </a:lnTo>
                <a:lnTo>
                  <a:pt x="718031" y="120563"/>
                </a:lnTo>
                <a:lnTo>
                  <a:pt x="718289" y="121183"/>
                </a:lnTo>
                <a:lnTo>
                  <a:pt x="718560" y="121788"/>
                </a:lnTo>
                <a:lnTo>
                  <a:pt x="718849" y="122381"/>
                </a:lnTo>
                <a:lnTo>
                  <a:pt x="719154" y="122960"/>
                </a:lnTo>
                <a:lnTo>
                  <a:pt x="719475" y="123526"/>
                </a:lnTo>
                <a:lnTo>
                  <a:pt x="719814" y="124078"/>
                </a:lnTo>
                <a:lnTo>
                  <a:pt x="720169" y="124617"/>
                </a:lnTo>
                <a:lnTo>
                  <a:pt x="720542" y="125142"/>
                </a:lnTo>
                <a:lnTo>
                  <a:pt x="720930" y="125655"/>
                </a:lnTo>
                <a:lnTo>
                  <a:pt x="721336" y="126153"/>
                </a:lnTo>
                <a:lnTo>
                  <a:pt x="721759" y="126639"/>
                </a:lnTo>
                <a:lnTo>
                  <a:pt x="722198" y="127111"/>
                </a:lnTo>
                <a:lnTo>
                  <a:pt x="722654" y="127570"/>
                </a:lnTo>
                <a:lnTo>
                  <a:pt x="723127" y="128015"/>
                </a:lnTo>
                <a:lnTo>
                  <a:pt x="723616" y="128447"/>
                </a:lnTo>
                <a:lnTo>
                  <a:pt x="724123" y="128866"/>
                </a:lnTo>
                <a:lnTo>
                  <a:pt x="724646" y="129271"/>
                </a:lnTo>
                <a:lnTo>
                  <a:pt x="725186" y="129663"/>
                </a:lnTo>
                <a:lnTo>
                  <a:pt x="725743" y="130042"/>
                </a:lnTo>
                <a:lnTo>
                  <a:pt x="726316" y="130407"/>
                </a:lnTo>
                <a:lnTo>
                  <a:pt x="726907" y="130759"/>
                </a:lnTo>
                <a:lnTo>
                  <a:pt x="727514" y="131098"/>
                </a:lnTo>
                <a:lnTo>
                  <a:pt x="728138" y="131423"/>
                </a:lnTo>
                <a:lnTo>
                  <a:pt x="728778" y="131735"/>
                </a:lnTo>
                <a:lnTo>
                  <a:pt x="729436" y="132033"/>
                </a:lnTo>
                <a:lnTo>
                  <a:pt x="730113" y="132319"/>
                </a:lnTo>
                <a:lnTo>
                  <a:pt x="730814" y="132593"/>
                </a:lnTo>
                <a:lnTo>
                  <a:pt x="731538" y="132854"/>
                </a:lnTo>
                <a:lnTo>
                  <a:pt x="732285" y="133103"/>
                </a:lnTo>
                <a:lnTo>
                  <a:pt x="733056" y="133341"/>
                </a:lnTo>
                <a:lnTo>
                  <a:pt x="733850" y="133566"/>
                </a:lnTo>
                <a:lnTo>
                  <a:pt x="734667" y="133778"/>
                </a:lnTo>
                <a:lnTo>
                  <a:pt x="735508" y="133979"/>
                </a:lnTo>
                <a:lnTo>
                  <a:pt x="736371" y="134167"/>
                </a:lnTo>
                <a:lnTo>
                  <a:pt x="737259" y="134344"/>
                </a:lnTo>
                <a:lnTo>
                  <a:pt x="738169" y="134508"/>
                </a:lnTo>
                <a:lnTo>
                  <a:pt x="739103" y="134660"/>
                </a:lnTo>
                <a:lnTo>
                  <a:pt x="740060" y="134800"/>
                </a:lnTo>
                <a:lnTo>
                  <a:pt x="741040" y="134927"/>
                </a:lnTo>
                <a:lnTo>
                  <a:pt x="742043" y="135043"/>
                </a:lnTo>
                <a:lnTo>
                  <a:pt x="743070" y="135146"/>
                </a:lnTo>
                <a:lnTo>
                  <a:pt x="744120" y="135237"/>
                </a:lnTo>
                <a:lnTo>
                  <a:pt x="745194" y="135316"/>
                </a:lnTo>
                <a:lnTo>
                  <a:pt x="746291" y="135383"/>
                </a:lnTo>
                <a:lnTo>
                  <a:pt x="747411" y="135438"/>
                </a:lnTo>
                <a:lnTo>
                  <a:pt x="748554" y="135481"/>
                </a:lnTo>
                <a:lnTo>
                  <a:pt x="749720" y="135511"/>
                </a:lnTo>
                <a:lnTo>
                  <a:pt x="750910" y="135529"/>
                </a:lnTo>
                <a:lnTo>
                  <a:pt x="752123" y="135535"/>
                </a:lnTo>
                <a:lnTo>
                  <a:pt x="758930" y="135535"/>
                </a:lnTo>
                <a:lnTo>
                  <a:pt x="758930" y="115116"/>
                </a:lnTo>
                <a:lnTo>
                  <a:pt x="752913" y="115116"/>
                </a:lnTo>
                <a:lnTo>
                  <a:pt x="752289" y="115110"/>
                </a:lnTo>
                <a:close/>
                <a:moveTo>
                  <a:pt x="227663" y="137151"/>
                </a:moveTo>
                <a:lnTo>
                  <a:pt x="229052" y="137060"/>
                </a:lnTo>
                <a:lnTo>
                  <a:pt x="230425" y="136950"/>
                </a:lnTo>
                <a:lnTo>
                  <a:pt x="231781" y="136820"/>
                </a:lnTo>
                <a:lnTo>
                  <a:pt x="233121" y="136670"/>
                </a:lnTo>
                <a:lnTo>
                  <a:pt x="234445" y="136499"/>
                </a:lnTo>
                <a:lnTo>
                  <a:pt x="235752" y="136309"/>
                </a:lnTo>
                <a:lnTo>
                  <a:pt x="237042" y="136099"/>
                </a:lnTo>
                <a:lnTo>
                  <a:pt x="238317" y="135868"/>
                </a:lnTo>
                <a:lnTo>
                  <a:pt x="239574" y="135618"/>
                </a:lnTo>
                <a:lnTo>
                  <a:pt x="240815" y="135347"/>
                </a:lnTo>
                <a:lnTo>
                  <a:pt x="242040" y="135057"/>
                </a:lnTo>
                <a:lnTo>
                  <a:pt x="243249" y="134746"/>
                </a:lnTo>
                <a:lnTo>
                  <a:pt x="244441" y="134416"/>
                </a:lnTo>
                <a:lnTo>
                  <a:pt x="245616" y="134065"/>
                </a:lnTo>
                <a:lnTo>
                  <a:pt x="246775" y="133694"/>
                </a:lnTo>
                <a:lnTo>
                  <a:pt x="247918" y="133304"/>
                </a:lnTo>
                <a:lnTo>
                  <a:pt x="249044" y="132893"/>
                </a:lnTo>
                <a:lnTo>
                  <a:pt x="250154" y="132462"/>
                </a:lnTo>
                <a:lnTo>
                  <a:pt x="251247" y="132011"/>
                </a:lnTo>
                <a:lnTo>
                  <a:pt x="252324" y="131540"/>
                </a:lnTo>
                <a:lnTo>
                  <a:pt x="253383" y="131050"/>
                </a:lnTo>
                <a:lnTo>
                  <a:pt x="254423" y="130541"/>
                </a:lnTo>
                <a:lnTo>
                  <a:pt x="255445" y="130013"/>
                </a:lnTo>
                <a:lnTo>
                  <a:pt x="256448" y="129466"/>
                </a:lnTo>
                <a:lnTo>
                  <a:pt x="257431" y="128900"/>
                </a:lnTo>
                <a:lnTo>
                  <a:pt x="258397" y="128316"/>
                </a:lnTo>
                <a:lnTo>
                  <a:pt x="259343" y="127713"/>
                </a:lnTo>
                <a:lnTo>
                  <a:pt x="260270" y="127090"/>
                </a:lnTo>
                <a:lnTo>
                  <a:pt x="261179" y="126449"/>
                </a:lnTo>
                <a:lnTo>
                  <a:pt x="262068" y="125790"/>
                </a:lnTo>
                <a:lnTo>
                  <a:pt x="262939" y="125111"/>
                </a:lnTo>
                <a:lnTo>
                  <a:pt x="263791" y="124413"/>
                </a:lnTo>
                <a:lnTo>
                  <a:pt x="264624" y="123697"/>
                </a:lnTo>
                <a:lnTo>
                  <a:pt x="265439" y="122962"/>
                </a:lnTo>
                <a:lnTo>
                  <a:pt x="266234" y="122208"/>
                </a:lnTo>
                <a:lnTo>
                  <a:pt x="267011" y="121435"/>
                </a:lnTo>
                <a:lnTo>
                  <a:pt x="267768" y="120643"/>
                </a:lnTo>
                <a:lnTo>
                  <a:pt x="268507" y="119833"/>
                </a:lnTo>
                <a:lnTo>
                  <a:pt x="269228" y="119003"/>
                </a:lnTo>
                <a:lnTo>
                  <a:pt x="269929" y="118155"/>
                </a:lnTo>
                <a:lnTo>
                  <a:pt x="270611" y="117288"/>
                </a:lnTo>
                <a:lnTo>
                  <a:pt x="271275" y="116402"/>
                </a:lnTo>
                <a:lnTo>
                  <a:pt x="271920" y="115497"/>
                </a:lnTo>
                <a:lnTo>
                  <a:pt x="272546" y="114574"/>
                </a:lnTo>
                <a:lnTo>
                  <a:pt x="273151" y="113632"/>
                </a:lnTo>
                <a:lnTo>
                  <a:pt x="273735" y="112672"/>
                </a:lnTo>
                <a:lnTo>
                  <a:pt x="274298" y="111695"/>
                </a:lnTo>
                <a:lnTo>
                  <a:pt x="274839" y="110701"/>
                </a:lnTo>
                <a:lnTo>
                  <a:pt x="275358" y="109688"/>
                </a:lnTo>
                <a:lnTo>
                  <a:pt x="275856" y="108658"/>
                </a:lnTo>
                <a:lnTo>
                  <a:pt x="276333" y="107611"/>
                </a:lnTo>
                <a:lnTo>
                  <a:pt x="276787" y="106545"/>
                </a:lnTo>
                <a:lnTo>
                  <a:pt x="277220" y="105462"/>
                </a:lnTo>
                <a:lnTo>
                  <a:pt x="277632" y="104362"/>
                </a:lnTo>
                <a:lnTo>
                  <a:pt x="278022" y="103244"/>
                </a:lnTo>
                <a:lnTo>
                  <a:pt x="278390" y="102108"/>
                </a:lnTo>
                <a:lnTo>
                  <a:pt x="278737" y="100954"/>
                </a:lnTo>
                <a:lnTo>
                  <a:pt x="279062" y="99783"/>
                </a:lnTo>
                <a:lnTo>
                  <a:pt x="279366" y="98594"/>
                </a:lnTo>
                <a:lnTo>
                  <a:pt x="279648" y="97388"/>
                </a:lnTo>
                <a:lnTo>
                  <a:pt x="279908" y="96164"/>
                </a:lnTo>
                <a:lnTo>
                  <a:pt x="280147" y="94922"/>
                </a:lnTo>
                <a:lnTo>
                  <a:pt x="280365" y="93663"/>
                </a:lnTo>
                <a:lnTo>
                  <a:pt x="280560" y="92386"/>
                </a:lnTo>
                <a:lnTo>
                  <a:pt x="280734" y="91091"/>
                </a:lnTo>
                <a:lnTo>
                  <a:pt x="280887" y="89779"/>
                </a:lnTo>
                <a:lnTo>
                  <a:pt x="281018" y="88449"/>
                </a:lnTo>
                <a:lnTo>
                  <a:pt x="281128" y="87102"/>
                </a:lnTo>
                <a:lnTo>
                  <a:pt x="252718" y="87102"/>
                </a:lnTo>
                <a:lnTo>
                  <a:pt x="252608" y="88176"/>
                </a:lnTo>
                <a:lnTo>
                  <a:pt x="252474" y="89230"/>
                </a:lnTo>
                <a:lnTo>
                  <a:pt x="252317" y="90264"/>
                </a:lnTo>
                <a:lnTo>
                  <a:pt x="252136" y="91276"/>
                </a:lnTo>
                <a:lnTo>
                  <a:pt x="251932" y="92268"/>
                </a:lnTo>
                <a:lnTo>
                  <a:pt x="251704" y="93239"/>
                </a:lnTo>
                <a:lnTo>
                  <a:pt x="251453" y="94189"/>
                </a:lnTo>
                <a:lnTo>
                  <a:pt x="251178" y="95119"/>
                </a:lnTo>
                <a:lnTo>
                  <a:pt x="250880" y="96028"/>
                </a:lnTo>
                <a:lnTo>
                  <a:pt x="250559" y="96916"/>
                </a:lnTo>
                <a:lnTo>
                  <a:pt x="250214" y="97784"/>
                </a:lnTo>
                <a:lnTo>
                  <a:pt x="249845" y="98631"/>
                </a:lnTo>
                <a:lnTo>
                  <a:pt x="249453" y="99457"/>
                </a:lnTo>
                <a:lnTo>
                  <a:pt x="249038" y="100262"/>
                </a:lnTo>
                <a:lnTo>
                  <a:pt x="248599" y="101047"/>
                </a:lnTo>
                <a:lnTo>
                  <a:pt x="248137" y="101810"/>
                </a:lnTo>
                <a:lnTo>
                  <a:pt x="247651" y="102554"/>
                </a:lnTo>
                <a:lnTo>
                  <a:pt x="247142" y="103276"/>
                </a:lnTo>
                <a:lnTo>
                  <a:pt x="246609" y="103978"/>
                </a:lnTo>
                <a:lnTo>
                  <a:pt x="246053" y="104659"/>
                </a:lnTo>
                <a:lnTo>
                  <a:pt x="245474" y="105319"/>
                </a:lnTo>
                <a:lnTo>
                  <a:pt x="244870" y="105959"/>
                </a:lnTo>
                <a:lnTo>
                  <a:pt x="244244" y="106577"/>
                </a:lnTo>
                <a:lnTo>
                  <a:pt x="243594" y="107175"/>
                </a:lnTo>
                <a:lnTo>
                  <a:pt x="242922" y="107751"/>
                </a:lnTo>
                <a:lnTo>
                  <a:pt x="242230" y="108302"/>
                </a:lnTo>
                <a:lnTo>
                  <a:pt x="241519" y="108829"/>
                </a:lnTo>
                <a:lnTo>
                  <a:pt x="240787" y="109331"/>
                </a:lnTo>
                <a:lnTo>
                  <a:pt x="240035" y="109808"/>
                </a:lnTo>
                <a:lnTo>
                  <a:pt x="239263" y="110261"/>
                </a:lnTo>
                <a:lnTo>
                  <a:pt x="238471" y="110690"/>
                </a:lnTo>
                <a:lnTo>
                  <a:pt x="237659" y="111094"/>
                </a:lnTo>
                <a:lnTo>
                  <a:pt x="236827" y="111473"/>
                </a:lnTo>
                <a:lnTo>
                  <a:pt x="235975" y="111828"/>
                </a:lnTo>
                <a:lnTo>
                  <a:pt x="235103" y="112159"/>
                </a:lnTo>
                <a:lnTo>
                  <a:pt x="234211" y="112465"/>
                </a:lnTo>
                <a:lnTo>
                  <a:pt x="233298" y="112747"/>
                </a:lnTo>
                <a:lnTo>
                  <a:pt x="232366" y="113004"/>
                </a:lnTo>
                <a:lnTo>
                  <a:pt x="231414" y="113237"/>
                </a:lnTo>
                <a:lnTo>
                  <a:pt x="230442" y="113445"/>
                </a:lnTo>
                <a:lnTo>
                  <a:pt x="229449" y="113628"/>
                </a:lnTo>
                <a:lnTo>
                  <a:pt x="228437" y="113788"/>
                </a:lnTo>
                <a:lnTo>
                  <a:pt x="227404" y="113922"/>
                </a:lnTo>
                <a:lnTo>
                  <a:pt x="226352" y="114033"/>
                </a:lnTo>
                <a:lnTo>
                  <a:pt x="225279" y="114118"/>
                </a:lnTo>
                <a:lnTo>
                  <a:pt x="224187" y="114179"/>
                </a:lnTo>
                <a:lnTo>
                  <a:pt x="223074" y="114216"/>
                </a:lnTo>
                <a:lnTo>
                  <a:pt x="221942" y="114228"/>
                </a:lnTo>
                <a:lnTo>
                  <a:pt x="220866" y="114218"/>
                </a:lnTo>
                <a:lnTo>
                  <a:pt x="219807" y="114185"/>
                </a:lnTo>
                <a:lnTo>
                  <a:pt x="218766" y="114131"/>
                </a:lnTo>
                <a:lnTo>
                  <a:pt x="217743" y="114056"/>
                </a:lnTo>
                <a:lnTo>
                  <a:pt x="216737" y="113959"/>
                </a:lnTo>
                <a:lnTo>
                  <a:pt x="215749" y="113840"/>
                </a:lnTo>
                <a:lnTo>
                  <a:pt x="214778" y="113700"/>
                </a:lnTo>
                <a:lnTo>
                  <a:pt x="213826" y="113538"/>
                </a:lnTo>
                <a:lnTo>
                  <a:pt x="212891" y="113355"/>
                </a:lnTo>
                <a:lnTo>
                  <a:pt x="211973" y="113150"/>
                </a:lnTo>
                <a:lnTo>
                  <a:pt x="211073" y="112923"/>
                </a:lnTo>
                <a:lnTo>
                  <a:pt x="210191" y="112675"/>
                </a:lnTo>
                <a:lnTo>
                  <a:pt x="209326" y="112405"/>
                </a:lnTo>
                <a:lnTo>
                  <a:pt x="208479" y="112114"/>
                </a:lnTo>
                <a:lnTo>
                  <a:pt x="207650" y="111801"/>
                </a:lnTo>
                <a:lnTo>
                  <a:pt x="206838" y="111466"/>
                </a:lnTo>
                <a:lnTo>
                  <a:pt x="206044" y="111110"/>
                </a:lnTo>
                <a:lnTo>
                  <a:pt x="205268" y="110733"/>
                </a:lnTo>
                <a:lnTo>
                  <a:pt x="204509" y="110334"/>
                </a:lnTo>
                <a:lnTo>
                  <a:pt x="203768" y="109913"/>
                </a:lnTo>
                <a:lnTo>
                  <a:pt x="203045" y="109470"/>
                </a:lnTo>
                <a:lnTo>
                  <a:pt x="202339" y="109007"/>
                </a:lnTo>
                <a:lnTo>
                  <a:pt x="201651" y="108521"/>
                </a:lnTo>
                <a:lnTo>
                  <a:pt x="200980" y="108014"/>
                </a:lnTo>
                <a:lnTo>
                  <a:pt x="200326" y="107489"/>
                </a:lnTo>
                <a:lnTo>
                  <a:pt x="199687" y="106950"/>
                </a:lnTo>
                <a:lnTo>
                  <a:pt x="199063" y="106397"/>
                </a:lnTo>
                <a:lnTo>
                  <a:pt x="198454" y="105830"/>
                </a:lnTo>
                <a:lnTo>
                  <a:pt x="197860" y="105249"/>
                </a:lnTo>
                <a:lnTo>
                  <a:pt x="197281" y="104654"/>
                </a:lnTo>
                <a:lnTo>
                  <a:pt x="196717" y="104045"/>
                </a:lnTo>
                <a:lnTo>
                  <a:pt x="196169" y="103422"/>
                </a:lnTo>
                <a:lnTo>
                  <a:pt x="195635" y="102784"/>
                </a:lnTo>
                <a:lnTo>
                  <a:pt x="195116" y="102133"/>
                </a:lnTo>
                <a:lnTo>
                  <a:pt x="194613" y="101468"/>
                </a:lnTo>
                <a:lnTo>
                  <a:pt x="194125" y="100788"/>
                </a:lnTo>
                <a:lnTo>
                  <a:pt x="193651" y="100095"/>
                </a:lnTo>
                <a:lnTo>
                  <a:pt x="193193" y="99387"/>
                </a:lnTo>
                <a:lnTo>
                  <a:pt x="192750" y="98666"/>
                </a:lnTo>
                <a:lnTo>
                  <a:pt x="192322" y="97930"/>
                </a:lnTo>
                <a:lnTo>
                  <a:pt x="191908" y="97181"/>
                </a:lnTo>
                <a:lnTo>
                  <a:pt x="191510" y="96417"/>
                </a:lnTo>
                <a:lnTo>
                  <a:pt x="191128" y="95640"/>
                </a:lnTo>
                <a:lnTo>
                  <a:pt x="190760" y="94848"/>
                </a:lnTo>
                <a:lnTo>
                  <a:pt x="190407" y="94042"/>
                </a:lnTo>
                <a:lnTo>
                  <a:pt x="190069" y="93222"/>
                </a:lnTo>
                <a:lnTo>
                  <a:pt x="189747" y="92388"/>
                </a:lnTo>
                <a:lnTo>
                  <a:pt x="189439" y="91541"/>
                </a:lnTo>
                <a:lnTo>
                  <a:pt x="189145" y="90683"/>
                </a:lnTo>
                <a:lnTo>
                  <a:pt x="188864" y="89818"/>
                </a:lnTo>
                <a:lnTo>
                  <a:pt x="188595" y="88948"/>
                </a:lnTo>
                <a:lnTo>
                  <a:pt x="188339" y="88072"/>
                </a:lnTo>
                <a:lnTo>
                  <a:pt x="188095" y="87189"/>
                </a:lnTo>
                <a:lnTo>
                  <a:pt x="187864" y="86300"/>
                </a:lnTo>
                <a:lnTo>
                  <a:pt x="187645" y="85405"/>
                </a:lnTo>
                <a:lnTo>
                  <a:pt x="187439" y="84504"/>
                </a:lnTo>
                <a:lnTo>
                  <a:pt x="187245" y="83597"/>
                </a:lnTo>
                <a:lnTo>
                  <a:pt x="187064" y="82683"/>
                </a:lnTo>
                <a:lnTo>
                  <a:pt x="186895" y="81764"/>
                </a:lnTo>
                <a:lnTo>
                  <a:pt x="186739" y="80838"/>
                </a:lnTo>
                <a:lnTo>
                  <a:pt x="186595" y="79906"/>
                </a:lnTo>
                <a:lnTo>
                  <a:pt x="186464" y="78968"/>
                </a:lnTo>
                <a:lnTo>
                  <a:pt x="186345" y="78023"/>
                </a:lnTo>
                <a:lnTo>
                  <a:pt x="186239" y="77073"/>
                </a:lnTo>
                <a:lnTo>
                  <a:pt x="186145" y="76116"/>
                </a:lnTo>
                <a:lnTo>
                  <a:pt x="186064" y="75154"/>
                </a:lnTo>
                <a:lnTo>
                  <a:pt x="185995" y="74185"/>
                </a:lnTo>
                <a:lnTo>
                  <a:pt x="185939" y="73209"/>
                </a:lnTo>
                <a:lnTo>
                  <a:pt x="185895" y="72228"/>
                </a:lnTo>
                <a:lnTo>
                  <a:pt x="185864" y="71241"/>
                </a:lnTo>
                <a:lnTo>
                  <a:pt x="185845" y="70247"/>
                </a:lnTo>
                <a:lnTo>
                  <a:pt x="185839" y="69247"/>
                </a:lnTo>
                <a:lnTo>
                  <a:pt x="185845" y="68240"/>
                </a:lnTo>
                <a:lnTo>
                  <a:pt x="185864" y="67238"/>
                </a:lnTo>
                <a:lnTo>
                  <a:pt x="185895" y="66244"/>
                </a:lnTo>
                <a:lnTo>
                  <a:pt x="185939" y="65256"/>
                </a:lnTo>
                <a:lnTo>
                  <a:pt x="185995" y="64275"/>
                </a:lnTo>
                <a:lnTo>
                  <a:pt x="186064" y="63301"/>
                </a:lnTo>
                <a:lnTo>
                  <a:pt x="186145" y="62333"/>
                </a:lnTo>
                <a:lnTo>
                  <a:pt x="186239" y="61372"/>
                </a:lnTo>
                <a:lnTo>
                  <a:pt x="186345" y="60418"/>
                </a:lnTo>
                <a:lnTo>
                  <a:pt x="186464" y="59470"/>
                </a:lnTo>
                <a:lnTo>
                  <a:pt x="186595" y="58529"/>
                </a:lnTo>
                <a:lnTo>
                  <a:pt x="186739" y="57595"/>
                </a:lnTo>
                <a:lnTo>
                  <a:pt x="186895" y="56668"/>
                </a:lnTo>
                <a:lnTo>
                  <a:pt x="187064" y="55747"/>
                </a:lnTo>
                <a:lnTo>
                  <a:pt x="187245" y="54832"/>
                </a:lnTo>
                <a:lnTo>
                  <a:pt x="187439" y="53925"/>
                </a:lnTo>
                <a:lnTo>
                  <a:pt x="187645" y="53024"/>
                </a:lnTo>
                <a:lnTo>
                  <a:pt x="187864" y="52130"/>
                </a:lnTo>
                <a:lnTo>
                  <a:pt x="188095" y="51242"/>
                </a:lnTo>
                <a:lnTo>
                  <a:pt x="188339" y="50361"/>
                </a:lnTo>
                <a:lnTo>
                  <a:pt x="188595" y="49487"/>
                </a:lnTo>
                <a:lnTo>
                  <a:pt x="188864" y="48620"/>
                </a:lnTo>
                <a:lnTo>
                  <a:pt x="189145" y="47759"/>
                </a:lnTo>
                <a:lnTo>
                  <a:pt x="189439" y="46905"/>
                </a:lnTo>
                <a:lnTo>
                  <a:pt x="189747" y="46061"/>
                </a:lnTo>
                <a:lnTo>
                  <a:pt x="190069" y="45230"/>
                </a:lnTo>
                <a:lnTo>
                  <a:pt x="190407" y="44413"/>
                </a:lnTo>
                <a:lnTo>
                  <a:pt x="190760" y="43610"/>
                </a:lnTo>
                <a:lnTo>
                  <a:pt x="191128" y="42820"/>
                </a:lnTo>
                <a:lnTo>
                  <a:pt x="191510" y="42043"/>
                </a:lnTo>
                <a:lnTo>
                  <a:pt x="191908" y="41281"/>
                </a:lnTo>
                <a:lnTo>
                  <a:pt x="192322" y="40531"/>
                </a:lnTo>
                <a:lnTo>
                  <a:pt x="192750" y="39795"/>
                </a:lnTo>
                <a:lnTo>
                  <a:pt x="193193" y="39073"/>
                </a:lnTo>
                <a:lnTo>
                  <a:pt x="193651" y="38364"/>
                </a:lnTo>
                <a:lnTo>
                  <a:pt x="194125" y="37669"/>
                </a:lnTo>
                <a:lnTo>
                  <a:pt x="194613" y="36988"/>
                </a:lnTo>
                <a:lnTo>
                  <a:pt x="195116" y="36319"/>
                </a:lnTo>
                <a:lnTo>
                  <a:pt x="195635" y="35665"/>
                </a:lnTo>
                <a:lnTo>
                  <a:pt x="196169" y="35024"/>
                </a:lnTo>
                <a:lnTo>
                  <a:pt x="196717" y="34396"/>
                </a:lnTo>
                <a:lnTo>
                  <a:pt x="197281" y="33782"/>
                </a:lnTo>
                <a:lnTo>
                  <a:pt x="197860" y="33182"/>
                </a:lnTo>
                <a:lnTo>
                  <a:pt x="198454" y="32595"/>
                </a:lnTo>
                <a:lnTo>
                  <a:pt x="199063" y="32021"/>
                </a:lnTo>
                <a:lnTo>
                  <a:pt x="199687" y="31461"/>
                </a:lnTo>
                <a:lnTo>
                  <a:pt x="200326" y="30915"/>
                </a:lnTo>
                <a:lnTo>
                  <a:pt x="200980" y="30382"/>
                </a:lnTo>
                <a:lnTo>
                  <a:pt x="201651" y="29867"/>
                </a:lnTo>
                <a:lnTo>
                  <a:pt x="202339" y="29374"/>
                </a:lnTo>
                <a:lnTo>
                  <a:pt x="203045" y="28902"/>
                </a:lnTo>
                <a:lnTo>
                  <a:pt x="203768" y="28453"/>
                </a:lnTo>
                <a:lnTo>
                  <a:pt x="204509" y="28026"/>
                </a:lnTo>
                <a:lnTo>
                  <a:pt x="205268" y="27620"/>
                </a:lnTo>
                <a:lnTo>
                  <a:pt x="206044" y="27236"/>
                </a:lnTo>
                <a:lnTo>
                  <a:pt x="206838" y="26875"/>
                </a:lnTo>
                <a:lnTo>
                  <a:pt x="207650" y="26535"/>
                </a:lnTo>
                <a:lnTo>
                  <a:pt x="208479" y="26217"/>
                </a:lnTo>
                <a:lnTo>
                  <a:pt x="209326" y="25921"/>
                </a:lnTo>
                <a:lnTo>
                  <a:pt x="210191" y="25647"/>
                </a:lnTo>
                <a:lnTo>
                  <a:pt x="211073" y="25395"/>
                </a:lnTo>
                <a:lnTo>
                  <a:pt x="211973" y="25165"/>
                </a:lnTo>
                <a:lnTo>
                  <a:pt x="212891" y="24957"/>
                </a:lnTo>
                <a:lnTo>
                  <a:pt x="213826" y="24770"/>
                </a:lnTo>
                <a:lnTo>
                  <a:pt x="214778" y="24606"/>
                </a:lnTo>
                <a:lnTo>
                  <a:pt x="215749" y="24463"/>
                </a:lnTo>
                <a:lnTo>
                  <a:pt x="216737" y="24343"/>
                </a:lnTo>
                <a:lnTo>
                  <a:pt x="217743" y="24244"/>
                </a:lnTo>
                <a:lnTo>
                  <a:pt x="218766" y="24168"/>
                </a:lnTo>
                <a:lnTo>
                  <a:pt x="219807" y="24113"/>
                </a:lnTo>
                <a:lnTo>
                  <a:pt x="220866" y="24080"/>
                </a:lnTo>
                <a:lnTo>
                  <a:pt x="221942" y="24069"/>
                </a:lnTo>
                <a:lnTo>
                  <a:pt x="222613" y="24073"/>
                </a:lnTo>
                <a:lnTo>
                  <a:pt x="223279" y="24087"/>
                </a:lnTo>
                <a:lnTo>
                  <a:pt x="223939" y="24110"/>
                </a:lnTo>
                <a:lnTo>
                  <a:pt x="224594" y="24143"/>
                </a:lnTo>
                <a:lnTo>
                  <a:pt x="225244" y="24184"/>
                </a:lnTo>
                <a:lnTo>
                  <a:pt x="225888" y="24235"/>
                </a:lnTo>
                <a:lnTo>
                  <a:pt x="226526" y="24295"/>
                </a:lnTo>
                <a:lnTo>
                  <a:pt x="227159" y="24365"/>
                </a:lnTo>
                <a:lnTo>
                  <a:pt x="227786" y="24443"/>
                </a:lnTo>
                <a:lnTo>
                  <a:pt x="228408" y="24531"/>
                </a:lnTo>
                <a:lnTo>
                  <a:pt x="229025" y="24628"/>
                </a:lnTo>
                <a:lnTo>
                  <a:pt x="229636" y="24735"/>
                </a:lnTo>
                <a:lnTo>
                  <a:pt x="230242" y="24850"/>
                </a:lnTo>
                <a:lnTo>
                  <a:pt x="230842" y="24975"/>
                </a:lnTo>
                <a:lnTo>
                  <a:pt x="231436" y="25109"/>
                </a:lnTo>
                <a:lnTo>
                  <a:pt x="232025" y="25253"/>
                </a:lnTo>
                <a:lnTo>
                  <a:pt x="232609" y="25405"/>
                </a:lnTo>
                <a:lnTo>
                  <a:pt x="233187" y="25567"/>
                </a:lnTo>
                <a:lnTo>
                  <a:pt x="233760" y="25738"/>
                </a:lnTo>
                <a:lnTo>
                  <a:pt x="234327" y="25918"/>
                </a:lnTo>
                <a:lnTo>
                  <a:pt x="234889" y="26108"/>
                </a:lnTo>
                <a:lnTo>
                  <a:pt x="235445" y="26307"/>
                </a:lnTo>
                <a:lnTo>
                  <a:pt x="235996" y="26515"/>
                </a:lnTo>
                <a:lnTo>
                  <a:pt x="236541" y="26732"/>
                </a:lnTo>
                <a:lnTo>
                  <a:pt x="237079" y="26959"/>
                </a:lnTo>
                <a:lnTo>
                  <a:pt x="237610" y="27195"/>
                </a:lnTo>
                <a:lnTo>
                  <a:pt x="238132" y="27440"/>
                </a:lnTo>
                <a:lnTo>
                  <a:pt x="238647" y="27694"/>
                </a:lnTo>
                <a:lnTo>
                  <a:pt x="239153" y="27958"/>
                </a:lnTo>
                <a:lnTo>
                  <a:pt x="239651" y="28230"/>
                </a:lnTo>
                <a:lnTo>
                  <a:pt x="240141" y="28512"/>
                </a:lnTo>
                <a:lnTo>
                  <a:pt x="240624" y="28804"/>
                </a:lnTo>
                <a:lnTo>
                  <a:pt x="241098" y="29104"/>
                </a:lnTo>
                <a:lnTo>
                  <a:pt x="241564" y="29414"/>
                </a:lnTo>
                <a:lnTo>
                  <a:pt x="242022" y="29733"/>
                </a:lnTo>
                <a:lnTo>
                  <a:pt x="242472" y="30061"/>
                </a:lnTo>
                <a:lnTo>
                  <a:pt x="242914" y="30399"/>
                </a:lnTo>
                <a:lnTo>
                  <a:pt x="243348" y="30746"/>
                </a:lnTo>
                <a:lnTo>
                  <a:pt x="243773" y="31102"/>
                </a:lnTo>
                <a:lnTo>
                  <a:pt x="244191" y="31467"/>
                </a:lnTo>
                <a:lnTo>
                  <a:pt x="244601" y="31842"/>
                </a:lnTo>
                <a:lnTo>
                  <a:pt x="245003" y="32225"/>
                </a:lnTo>
                <a:lnTo>
                  <a:pt x="245396" y="32618"/>
                </a:lnTo>
                <a:lnTo>
                  <a:pt x="245782" y="33021"/>
                </a:lnTo>
                <a:lnTo>
                  <a:pt x="246159" y="33432"/>
                </a:lnTo>
                <a:lnTo>
                  <a:pt x="246529" y="33853"/>
                </a:lnTo>
                <a:lnTo>
                  <a:pt x="246890" y="34283"/>
                </a:lnTo>
                <a:lnTo>
                  <a:pt x="247244" y="34722"/>
                </a:lnTo>
                <a:lnTo>
                  <a:pt x="247588" y="35171"/>
                </a:lnTo>
                <a:lnTo>
                  <a:pt x="247921" y="35629"/>
                </a:lnTo>
                <a:lnTo>
                  <a:pt x="248243" y="36097"/>
                </a:lnTo>
                <a:lnTo>
                  <a:pt x="248555" y="36575"/>
                </a:lnTo>
                <a:lnTo>
                  <a:pt x="248856" y="37062"/>
                </a:lnTo>
                <a:lnTo>
                  <a:pt x="249146" y="37558"/>
                </a:lnTo>
                <a:lnTo>
                  <a:pt x="249425" y="38065"/>
                </a:lnTo>
                <a:lnTo>
                  <a:pt x="249693" y="38580"/>
                </a:lnTo>
                <a:lnTo>
                  <a:pt x="249951" y="39106"/>
                </a:lnTo>
                <a:lnTo>
                  <a:pt x="250198" y="39641"/>
                </a:lnTo>
                <a:lnTo>
                  <a:pt x="250434" y="40185"/>
                </a:lnTo>
                <a:lnTo>
                  <a:pt x="250659" y="40740"/>
                </a:lnTo>
                <a:lnTo>
                  <a:pt x="250874" y="41303"/>
                </a:lnTo>
                <a:lnTo>
                  <a:pt x="251077" y="41877"/>
                </a:lnTo>
                <a:lnTo>
                  <a:pt x="251270" y="42460"/>
                </a:lnTo>
                <a:lnTo>
                  <a:pt x="251452" y="43052"/>
                </a:lnTo>
                <a:lnTo>
                  <a:pt x="251624" y="43654"/>
                </a:lnTo>
                <a:lnTo>
                  <a:pt x="251784" y="44266"/>
                </a:lnTo>
                <a:lnTo>
                  <a:pt x="251934" y="44887"/>
                </a:lnTo>
                <a:lnTo>
                  <a:pt x="252073" y="45518"/>
                </a:lnTo>
                <a:lnTo>
                  <a:pt x="252201" y="46159"/>
                </a:lnTo>
                <a:lnTo>
                  <a:pt x="252319" y="46809"/>
                </a:lnTo>
                <a:lnTo>
                  <a:pt x="252425" y="47468"/>
                </a:lnTo>
                <a:lnTo>
                  <a:pt x="252521" y="48138"/>
                </a:lnTo>
                <a:lnTo>
                  <a:pt x="280930" y="48138"/>
                </a:lnTo>
                <a:lnTo>
                  <a:pt x="280852" y="46864"/>
                </a:lnTo>
                <a:lnTo>
                  <a:pt x="280747" y="45607"/>
                </a:lnTo>
                <a:lnTo>
                  <a:pt x="280617" y="44367"/>
                </a:lnTo>
                <a:lnTo>
                  <a:pt x="280462" y="43144"/>
                </a:lnTo>
                <a:lnTo>
                  <a:pt x="280280" y="41938"/>
                </a:lnTo>
                <a:lnTo>
                  <a:pt x="280073" y="40749"/>
                </a:lnTo>
                <a:lnTo>
                  <a:pt x="279841" y="39577"/>
                </a:lnTo>
                <a:lnTo>
                  <a:pt x="279582" y="38421"/>
                </a:lnTo>
                <a:lnTo>
                  <a:pt x="279298" y="37283"/>
                </a:lnTo>
                <a:lnTo>
                  <a:pt x="278988" y="36162"/>
                </a:lnTo>
                <a:lnTo>
                  <a:pt x="278653" y="35058"/>
                </a:lnTo>
                <a:lnTo>
                  <a:pt x="278292" y="33970"/>
                </a:lnTo>
                <a:lnTo>
                  <a:pt x="277905" y="32900"/>
                </a:lnTo>
                <a:lnTo>
                  <a:pt x="277492" y="31846"/>
                </a:lnTo>
                <a:lnTo>
                  <a:pt x="277054" y="30810"/>
                </a:lnTo>
                <a:lnTo>
                  <a:pt x="276590" y="29790"/>
                </a:lnTo>
                <a:lnTo>
                  <a:pt x="276100" y="28788"/>
                </a:lnTo>
                <a:lnTo>
                  <a:pt x="275585" y="27802"/>
                </a:lnTo>
                <a:lnTo>
                  <a:pt x="275044" y="26833"/>
                </a:lnTo>
                <a:lnTo>
                  <a:pt x="274477" y="25881"/>
                </a:lnTo>
                <a:lnTo>
                  <a:pt x="273885" y="24947"/>
                </a:lnTo>
                <a:lnTo>
                  <a:pt x="273267" y="24029"/>
                </a:lnTo>
                <a:lnTo>
                  <a:pt x="272623" y="23128"/>
                </a:lnTo>
                <a:lnTo>
                  <a:pt x="271954" y="22244"/>
                </a:lnTo>
                <a:lnTo>
                  <a:pt x="271263" y="21377"/>
                </a:lnTo>
                <a:lnTo>
                  <a:pt x="270555" y="20529"/>
                </a:lnTo>
                <a:lnTo>
                  <a:pt x="269830" y="19698"/>
                </a:lnTo>
                <a:lnTo>
                  <a:pt x="269088" y="18885"/>
                </a:lnTo>
                <a:lnTo>
                  <a:pt x="268328" y="18089"/>
                </a:lnTo>
                <a:lnTo>
                  <a:pt x="267552" y="17312"/>
                </a:lnTo>
                <a:lnTo>
                  <a:pt x="266758" y="16552"/>
                </a:lnTo>
                <a:lnTo>
                  <a:pt x="265947" y="15810"/>
                </a:lnTo>
                <a:lnTo>
                  <a:pt x="265120" y="15086"/>
                </a:lnTo>
                <a:lnTo>
                  <a:pt x="264275" y="14380"/>
                </a:lnTo>
                <a:lnTo>
                  <a:pt x="263413" y="13691"/>
                </a:lnTo>
                <a:lnTo>
                  <a:pt x="262533" y="13021"/>
                </a:lnTo>
                <a:lnTo>
                  <a:pt x="261637" y="12368"/>
                </a:lnTo>
                <a:lnTo>
                  <a:pt x="260724" y="11733"/>
                </a:lnTo>
                <a:lnTo>
                  <a:pt x="259793" y="11116"/>
                </a:lnTo>
                <a:lnTo>
                  <a:pt x="258845" y="10516"/>
                </a:lnTo>
                <a:lnTo>
                  <a:pt x="257880" y="9935"/>
                </a:lnTo>
                <a:lnTo>
                  <a:pt x="256898" y="9371"/>
                </a:lnTo>
                <a:lnTo>
                  <a:pt x="255899" y="8825"/>
                </a:lnTo>
                <a:lnTo>
                  <a:pt x="254883" y="8297"/>
                </a:lnTo>
                <a:lnTo>
                  <a:pt x="253850" y="7787"/>
                </a:lnTo>
                <a:lnTo>
                  <a:pt x="252799" y="7294"/>
                </a:lnTo>
                <a:lnTo>
                  <a:pt x="251732" y="6819"/>
                </a:lnTo>
                <a:lnTo>
                  <a:pt x="250647" y="6362"/>
                </a:lnTo>
                <a:lnTo>
                  <a:pt x="249549" y="5924"/>
                </a:lnTo>
                <a:lnTo>
                  <a:pt x="248443" y="5504"/>
                </a:lnTo>
                <a:lnTo>
                  <a:pt x="247328" y="5102"/>
                </a:lnTo>
                <a:lnTo>
                  <a:pt x="246205" y="4720"/>
                </a:lnTo>
                <a:lnTo>
                  <a:pt x="245073" y="4356"/>
                </a:lnTo>
                <a:lnTo>
                  <a:pt x="243933" y="4010"/>
                </a:lnTo>
                <a:lnTo>
                  <a:pt x="242784" y="3684"/>
                </a:lnTo>
                <a:lnTo>
                  <a:pt x="241627" y="3376"/>
                </a:lnTo>
                <a:lnTo>
                  <a:pt x="240460" y="3086"/>
                </a:lnTo>
                <a:lnTo>
                  <a:pt x="239286" y="2816"/>
                </a:lnTo>
                <a:lnTo>
                  <a:pt x="238103" y="2564"/>
                </a:lnTo>
                <a:lnTo>
                  <a:pt x="236911" y="2330"/>
                </a:lnTo>
                <a:lnTo>
                  <a:pt x="235711" y="2116"/>
                </a:lnTo>
                <a:lnTo>
                  <a:pt x="234502" y="1920"/>
                </a:lnTo>
                <a:lnTo>
                  <a:pt x="233284" y="1742"/>
                </a:lnTo>
                <a:lnTo>
                  <a:pt x="232058" y="1584"/>
                </a:lnTo>
                <a:lnTo>
                  <a:pt x="230824" y="1444"/>
                </a:lnTo>
                <a:lnTo>
                  <a:pt x="229580" y="1322"/>
                </a:lnTo>
                <a:lnTo>
                  <a:pt x="228329" y="1220"/>
                </a:lnTo>
                <a:lnTo>
                  <a:pt x="227068" y="1136"/>
                </a:lnTo>
                <a:lnTo>
                  <a:pt x="225800" y="1070"/>
                </a:lnTo>
                <a:lnTo>
                  <a:pt x="224522" y="1024"/>
                </a:lnTo>
                <a:lnTo>
                  <a:pt x="223236" y="996"/>
                </a:lnTo>
                <a:lnTo>
                  <a:pt x="221942" y="986"/>
                </a:lnTo>
                <a:lnTo>
                  <a:pt x="220275" y="1001"/>
                </a:lnTo>
                <a:lnTo>
                  <a:pt x="218627" y="1045"/>
                </a:lnTo>
                <a:lnTo>
                  <a:pt x="216999" y="1118"/>
                </a:lnTo>
                <a:lnTo>
                  <a:pt x="215390" y="1221"/>
                </a:lnTo>
                <a:lnTo>
                  <a:pt x="213801" y="1352"/>
                </a:lnTo>
                <a:lnTo>
                  <a:pt x="212232" y="1514"/>
                </a:lnTo>
                <a:lnTo>
                  <a:pt x="210682" y="1704"/>
                </a:lnTo>
                <a:lnTo>
                  <a:pt x="209151" y="1924"/>
                </a:lnTo>
                <a:lnTo>
                  <a:pt x="207640" y="2172"/>
                </a:lnTo>
                <a:lnTo>
                  <a:pt x="206149" y="2451"/>
                </a:lnTo>
                <a:lnTo>
                  <a:pt x="204677" y="2758"/>
                </a:lnTo>
                <a:lnTo>
                  <a:pt x="203224" y="3095"/>
                </a:lnTo>
                <a:lnTo>
                  <a:pt x="201791" y="3461"/>
                </a:lnTo>
                <a:lnTo>
                  <a:pt x="200378" y="3856"/>
                </a:lnTo>
                <a:lnTo>
                  <a:pt x="198984" y="4281"/>
                </a:lnTo>
                <a:lnTo>
                  <a:pt x="197610" y="4735"/>
                </a:lnTo>
                <a:lnTo>
                  <a:pt x="196255" y="5218"/>
                </a:lnTo>
                <a:lnTo>
                  <a:pt x="194920" y="5731"/>
                </a:lnTo>
                <a:lnTo>
                  <a:pt x="193604" y="6272"/>
                </a:lnTo>
                <a:lnTo>
                  <a:pt x="192308" y="6843"/>
                </a:lnTo>
                <a:lnTo>
                  <a:pt x="191031" y="7444"/>
                </a:lnTo>
                <a:lnTo>
                  <a:pt x="189774" y="8073"/>
                </a:lnTo>
                <a:lnTo>
                  <a:pt x="188536" y="8732"/>
                </a:lnTo>
                <a:lnTo>
                  <a:pt x="187318" y="9420"/>
                </a:lnTo>
                <a:lnTo>
                  <a:pt x="186121" y="10135"/>
                </a:lnTo>
                <a:lnTo>
                  <a:pt x="184948" y="10874"/>
                </a:lnTo>
                <a:lnTo>
                  <a:pt x="183798" y="11637"/>
                </a:lnTo>
                <a:lnTo>
                  <a:pt x="182671" y="12424"/>
                </a:lnTo>
                <a:lnTo>
                  <a:pt x="181567" y="13234"/>
                </a:lnTo>
                <a:lnTo>
                  <a:pt x="180487" y="14069"/>
                </a:lnTo>
                <a:lnTo>
                  <a:pt x="179430" y="14928"/>
                </a:lnTo>
                <a:lnTo>
                  <a:pt x="178396" y="15810"/>
                </a:lnTo>
                <a:lnTo>
                  <a:pt x="177386" y="16717"/>
                </a:lnTo>
                <a:lnTo>
                  <a:pt x="176399" y="17647"/>
                </a:lnTo>
                <a:lnTo>
                  <a:pt x="175435" y="18602"/>
                </a:lnTo>
                <a:lnTo>
                  <a:pt x="174495" y="19581"/>
                </a:lnTo>
                <a:lnTo>
                  <a:pt x="173577" y="20583"/>
                </a:lnTo>
                <a:lnTo>
                  <a:pt x="172683" y="21610"/>
                </a:lnTo>
                <a:lnTo>
                  <a:pt x="171813" y="22660"/>
                </a:lnTo>
                <a:lnTo>
                  <a:pt x="170965" y="23735"/>
                </a:lnTo>
                <a:lnTo>
                  <a:pt x="170141" y="24833"/>
                </a:lnTo>
                <a:lnTo>
                  <a:pt x="169340" y="25955"/>
                </a:lnTo>
                <a:lnTo>
                  <a:pt x="168563" y="27102"/>
                </a:lnTo>
                <a:lnTo>
                  <a:pt x="167809" y="28272"/>
                </a:lnTo>
                <a:lnTo>
                  <a:pt x="167078" y="29466"/>
                </a:lnTo>
                <a:lnTo>
                  <a:pt x="166370" y="30685"/>
                </a:lnTo>
                <a:lnTo>
                  <a:pt x="165686" y="31927"/>
                </a:lnTo>
                <a:lnTo>
                  <a:pt x="165025" y="33193"/>
                </a:lnTo>
                <a:lnTo>
                  <a:pt x="164389" y="34481"/>
                </a:lnTo>
                <a:lnTo>
                  <a:pt x="163780" y="35787"/>
                </a:lnTo>
                <a:lnTo>
                  <a:pt x="163198" y="37112"/>
                </a:lnTo>
                <a:lnTo>
                  <a:pt x="162644" y="38456"/>
                </a:lnTo>
                <a:lnTo>
                  <a:pt x="162116" y="39818"/>
                </a:lnTo>
                <a:lnTo>
                  <a:pt x="161616" y="41199"/>
                </a:lnTo>
                <a:lnTo>
                  <a:pt x="161142" y="42598"/>
                </a:lnTo>
                <a:lnTo>
                  <a:pt x="160696" y="44017"/>
                </a:lnTo>
                <a:lnTo>
                  <a:pt x="160276" y="45454"/>
                </a:lnTo>
                <a:lnTo>
                  <a:pt x="159884" y="46909"/>
                </a:lnTo>
                <a:lnTo>
                  <a:pt x="159519" y="48383"/>
                </a:lnTo>
                <a:lnTo>
                  <a:pt x="159180" y="49876"/>
                </a:lnTo>
                <a:lnTo>
                  <a:pt x="158869" y="51388"/>
                </a:lnTo>
                <a:lnTo>
                  <a:pt x="158585" y="52918"/>
                </a:lnTo>
                <a:lnTo>
                  <a:pt x="158328" y="54467"/>
                </a:lnTo>
                <a:lnTo>
                  <a:pt x="158098" y="56035"/>
                </a:lnTo>
                <a:lnTo>
                  <a:pt x="157895" y="57621"/>
                </a:lnTo>
                <a:lnTo>
                  <a:pt x="157719" y="59226"/>
                </a:lnTo>
                <a:lnTo>
                  <a:pt x="157570" y="60849"/>
                </a:lnTo>
                <a:lnTo>
                  <a:pt x="157449" y="62492"/>
                </a:lnTo>
                <a:lnTo>
                  <a:pt x="157354" y="64153"/>
                </a:lnTo>
                <a:lnTo>
                  <a:pt x="157286" y="65832"/>
                </a:lnTo>
                <a:lnTo>
                  <a:pt x="157246" y="67530"/>
                </a:lnTo>
                <a:lnTo>
                  <a:pt x="157232" y="69247"/>
                </a:lnTo>
                <a:lnTo>
                  <a:pt x="157246" y="70964"/>
                </a:lnTo>
                <a:lnTo>
                  <a:pt x="157286" y="72662"/>
                </a:lnTo>
                <a:lnTo>
                  <a:pt x="157354" y="74341"/>
                </a:lnTo>
                <a:lnTo>
                  <a:pt x="157449" y="76000"/>
                </a:lnTo>
                <a:lnTo>
                  <a:pt x="157570" y="77641"/>
                </a:lnTo>
                <a:lnTo>
                  <a:pt x="157719" y="79263"/>
                </a:lnTo>
                <a:lnTo>
                  <a:pt x="157895" y="80865"/>
                </a:lnTo>
                <a:lnTo>
                  <a:pt x="158098" y="82449"/>
                </a:lnTo>
                <a:lnTo>
                  <a:pt x="158328" y="84014"/>
                </a:lnTo>
                <a:lnTo>
                  <a:pt x="158585" y="85559"/>
                </a:lnTo>
                <a:lnTo>
                  <a:pt x="158869" y="87086"/>
                </a:lnTo>
                <a:lnTo>
                  <a:pt x="159180" y="88594"/>
                </a:lnTo>
                <a:lnTo>
                  <a:pt x="159519" y="90082"/>
                </a:lnTo>
                <a:lnTo>
                  <a:pt x="159884" y="91552"/>
                </a:lnTo>
                <a:lnTo>
                  <a:pt x="160276" y="93002"/>
                </a:lnTo>
                <a:lnTo>
                  <a:pt x="160696" y="94434"/>
                </a:lnTo>
                <a:lnTo>
                  <a:pt x="161142" y="95847"/>
                </a:lnTo>
                <a:lnTo>
                  <a:pt x="161616" y="97240"/>
                </a:lnTo>
                <a:lnTo>
                  <a:pt x="162116" y="98615"/>
                </a:lnTo>
                <a:lnTo>
                  <a:pt x="162644" y="99970"/>
                </a:lnTo>
                <a:lnTo>
                  <a:pt x="163198" y="101307"/>
                </a:lnTo>
                <a:lnTo>
                  <a:pt x="163780" y="102625"/>
                </a:lnTo>
                <a:lnTo>
                  <a:pt x="164389" y="103923"/>
                </a:lnTo>
                <a:lnTo>
                  <a:pt x="165025" y="105203"/>
                </a:lnTo>
                <a:lnTo>
                  <a:pt x="165686" y="106461"/>
                </a:lnTo>
                <a:lnTo>
                  <a:pt x="166370" y="107695"/>
                </a:lnTo>
                <a:lnTo>
                  <a:pt x="167078" y="108906"/>
                </a:lnTo>
                <a:lnTo>
                  <a:pt x="167809" y="110094"/>
                </a:lnTo>
                <a:lnTo>
                  <a:pt x="168563" y="111257"/>
                </a:lnTo>
                <a:lnTo>
                  <a:pt x="169340" y="112397"/>
                </a:lnTo>
                <a:lnTo>
                  <a:pt x="170141" y="113514"/>
                </a:lnTo>
                <a:lnTo>
                  <a:pt x="170965" y="114607"/>
                </a:lnTo>
                <a:lnTo>
                  <a:pt x="171813" y="115676"/>
                </a:lnTo>
                <a:lnTo>
                  <a:pt x="172683" y="116721"/>
                </a:lnTo>
                <a:lnTo>
                  <a:pt x="173577" y="117743"/>
                </a:lnTo>
                <a:lnTo>
                  <a:pt x="174495" y="118741"/>
                </a:lnTo>
                <a:lnTo>
                  <a:pt x="175435" y="119716"/>
                </a:lnTo>
                <a:lnTo>
                  <a:pt x="176399" y="120667"/>
                </a:lnTo>
                <a:lnTo>
                  <a:pt x="177386" y="121594"/>
                </a:lnTo>
                <a:lnTo>
                  <a:pt x="178396" y="122498"/>
                </a:lnTo>
                <a:lnTo>
                  <a:pt x="179430" y="123378"/>
                </a:lnTo>
                <a:lnTo>
                  <a:pt x="180487" y="124235"/>
                </a:lnTo>
                <a:lnTo>
                  <a:pt x="181567" y="125067"/>
                </a:lnTo>
                <a:lnTo>
                  <a:pt x="182671" y="125877"/>
                </a:lnTo>
                <a:lnTo>
                  <a:pt x="183798" y="126662"/>
                </a:lnTo>
                <a:lnTo>
                  <a:pt x="184948" y="127424"/>
                </a:lnTo>
                <a:lnTo>
                  <a:pt x="186121" y="128162"/>
                </a:lnTo>
                <a:lnTo>
                  <a:pt x="187318" y="128877"/>
                </a:lnTo>
                <a:lnTo>
                  <a:pt x="188536" y="129565"/>
                </a:lnTo>
                <a:lnTo>
                  <a:pt x="189774" y="130224"/>
                </a:lnTo>
                <a:lnTo>
                  <a:pt x="191031" y="130854"/>
                </a:lnTo>
                <a:lnTo>
                  <a:pt x="192308" y="131454"/>
                </a:lnTo>
                <a:lnTo>
                  <a:pt x="193604" y="132025"/>
                </a:lnTo>
                <a:lnTo>
                  <a:pt x="194920" y="132567"/>
                </a:lnTo>
                <a:lnTo>
                  <a:pt x="196255" y="133079"/>
                </a:lnTo>
                <a:lnTo>
                  <a:pt x="197610" y="133562"/>
                </a:lnTo>
                <a:lnTo>
                  <a:pt x="198984" y="134016"/>
                </a:lnTo>
                <a:lnTo>
                  <a:pt x="200378" y="134441"/>
                </a:lnTo>
                <a:lnTo>
                  <a:pt x="201791" y="134836"/>
                </a:lnTo>
                <a:lnTo>
                  <a:pt x="203224" y="135202"/>
                </a:lnTo>
                <a:lnTo>
                  <a:pt x="204677" y="135539"/>
                </a:lnTo>
                <a:lnTo>
                  <a:pt x="206149" y="135847"/>
                </a:lnTo>
                <a:lnTo>
                  <a:pt x="207640" y="136125"/>
                </a:lnTo>
                <a:lnTo>
                  <a:pt x="209151" y="136374"/>
                </a:lnTo>
                <a:lnTo>
                  <a:pt x="210682" y="136593"/>
                </a:lnTo>
                <a:lnTo>
                  <a:pt x="212232" y="136784"/>
                </a:lnTo>
                <a:lnTo>
                  <a:pt x="213801" y="136945"/>
                </a:lnTo>
                <a:lnTo>
                  <a:pt x="215390" y="137077"/>
                </a:lnTo>
                <a:lnTo>
                  <a:pt x="216999" y="137179"/>
                </a:lnTo>
                <a:lnTo>
                  <a:pt x="218627" y="137252"/>
                </a:lnTo>
                <a:lnTo>
                  <a:pt x="220275" y="137296"/>
                </a:lnTo>
                <a:lnTo>
                  <a:pt x="221942" y="137311"/>
                </a:lnTo>
                <a:lnTo>
                  <a:pt x="223397" y="137301"/>
                </a:lnTo>
                <a:lnTo>
                  <a:pt x="224835" y="137271"/>
                </a:lnTo>
                <a:lnTo>
                  <a:pt x="226257" y="137221"/>
                </a:lnTo>
                <a:lnTo>
                  <a:pt x="227663" y="137151"/>
                </a:lnTo>
                <a:close/>
                <a:moveTo>
                  <a:pt x="51492" y="135535"/>
                </a:moveTo>
                <a:lnTo>
                  <a:pt x="69445" y="135535"/>
                </a:lnTo>
                <a:lnTo>
                  <a:pt x="74574" y="98446"/>
                </a:lnTo>
                <a:lnTo>
                  <a:pt x="95190" y="98446"/>
                </a:lnTo>
                <a:lnTo>
                  <a:pt x="95190" y="82071"/>
                </a:lnTo>
                <a:lnTo>
                  <a:pt x="76843" y="82071"/>
                </a:lnTo>
                <a:lnTo>
                  <a:pt x="79901" y="59186"/>
                </a:lnTo>
                <a:lnTo>
                  <a:pt x="100813" y="59186"/>
                </a:lnTo>
                <a:lnTo>
                  <a:pt x="100813" y="42910"/>
                </a:lnTo>
                <a:lnTo>
                  <a:pt x="82268" y="42910"/>
                </a:lnTo>
                <a:lnTo>
                  <a:pt x="87398" y="6313"/>
                </a:lnTo>
                <a:lnTo>
                  <a:pt x="69346" y="6313"/>
                </a:lnTo>
                <a:lnTo>
                  <a:pt x="64315" y="42910"/>
                </a:lnTo>
                <a:lnTo>
                  <a:pt x="44685" y="42910"/>
                </a:lnTo>
                <a:lnTo>
                  <a:pt x="49716" y="6313"/>
                </a:lnTo>
                <a:lnTo>
                  <a:pt x="31862" y="6313"/>
                </a:lnTo>
                <a:lnTo>
                  <a:pt x="26732" y="42910"/>
                </a:lnTo>
                <a:lnTo>
                  <a:pt x="5425" y="42910"/>
                </a:lnTo>
                <a:lnTo>
                  <a:pt x="5425" y="59186"/>
                </a:lnTo>
                <a:lnTo>
                  <a:pt x="24365" y="59186"/>
                </a:lnTo>
                <a:lnTo>
                  <a:pt x="21208" y="82071"/>
                </a:lnTo>
                <a:lnTo>
                  <a:pt x="0" y="82071"/>
                </a:lnTo>
                <a:lnTo>
                  <a:pt x="0" y="98446"/>
                </a:lnTo>
                <a:lnTo>
                  <a:pt x="18841" y="98446"/>
                </a:lnTo>
                <a:lnTo>
                  <a:pt x="13711" y="135535"/>
                </a:lnTo>
                <a:lnTo>
                  <a:pt x="31763" y="135535"/>
                </a:lnTo>
                <a:lnTo>
                  <a:pt x="36892" y="98446"/>
                </a:lnTo>
                <a:lnTo>
                  <a:pt x="56522" y="98446"/>
                </a:lnTo>
                <a:lnTo>
                  <a:pt x="51492" y="135535"/>
                </a:lnTo>
                <a:close/>
                <a:moveTo>
                  <a:pt x="39260" y="82071"/>
                </a:moveTo>
                <a:lnTo>
                  <a:pt x="42416" y="59186"/>
                </a:lnTo>
                <a:lnTo>
                  <a:pt x="61948" y="59186"/>
                </a:lnTo>
                <a:lnTo>
                  <a:pt x="58988" y="82071"/>
                </a:lnTo>
                <a:lnTo>
                  <a:pt x="39260" y="82071"/>
                </a:lnTo>
                <a:close/>
                <a:moveTo>
                  <a:pt x="504277" y="50029"/>
                </a:moveTo>
                <a:lnTo>
                  <a:pt x="503753" y="49138"/>
                </a:lnTo>
                <a:lnTo>
                  <a:pt x="503201" y="48273"/>
                </a:lnTo>
                <a:lnTo>
                  <a:pt x="502623" y="47436"/>
                </a:lnTo>
                <a:lnTo>
                  <a:pt x="502018" y="46625"/>
                </a:lnTo>
                <a:lnTo>
                  <a:pt x="501386" y="45841"/>
                </a:lnTo>
                <a:lnTo>
                  <a:pt x="500729" y="45087"/>
                </a:lnTo>
                <a:lnTo>
                  <a:pt x="500049" y="44365"/>
                </a:lnTo>
                <a:lnTo>
                  <a:pt x="499345" y="43674"/>
                </a:lnTo>
                <a:lnTo>
                  <a:pt x="498618" y="43016"/>
                </a:lnTo>
                <a:lnTo>
                  <a:pt x="497867" y="42390"/>
                </a:lnTo>
                <a:lnTo>
                  <a:pt x="497092" y="41797"/>
                </a:lnTo>
                <a:lnTo>
                  <a:pt x="496295" y="41235"/>
                </a:lnTo>
                <a:lnTo>
                  <a:pt x="495473" y="40705"/>
                </a:lnTo>
                <a:lnTo>
                  <a:pt x="494629" y="40208"/>
                </a:lnTo>
                <a:lnTo>
                  <a:pt x="493761" y="39742"/>
                </a:lnTo>
                <a:lnTo>
                  <a:pt x="492869" y="39309"/>
                </a:lnTo>
                <a:lnTo>
                  <a:pt x="491954" y="38908"/>
                </a:lnTo>
                <a:lnTo>
                  <a:pt x="491015" y="38539"/>
                </a:lnTo>
                <a:lnTo>
                  <a:pt x="490053" y="38201"/>
                </a:lnTo>
                <a:lnTo>
                  <a:pt x="489068" y="37897"/>
                </a:lnTo>
                <a:lnTo>
                  <a:pt x="488059" y="37624"/>
                </a:lnTo>
                <a:lnTo>
                  <a:pt x="487026" y="37383"/>
                </a:lnTo>
                <a:lnTo>
                  <a:pt x="485970" y="37174"/>
                </a:lnTo>
                <a:lnTo>
                  <a:pt x="484891" y="36998"/>
                </a:lnTo>
                <a:lnTo>
                  <a:pt x="483788" y="36853"/>
                </a:lnTo>
                <a:lnTo>
                  <a:pt x="482662" y="36741"/>
                </a:lnTo>
                <a:lnTo>
                  <a:pt x="481512" y="36661"/>
                </a:lnTo>
                <a:lnTo>
                  <a:pt x="480339" y="36613"/>
                </a:lnTo>
                <a:lnTo>
                  <a:pt x="479143" y="36597"/>
                </a:lnTo>
                <a:lnTo>
                  <a:pt x="478130" y="36605"/>
                </a:lnTo>
                <a:lnTo>
                  <a:pt x="477131" y="36630"/>
                </a:lnTo>
                <a:lnTo>
                  <a:pt x="476145" y="36671"/>
                </a:lnTo>
                <a:lnTo>
                  <a:pt x="475174" y="36729"/>
                </a:lnTo>
                <a:lnTo>
                  <a:pt x="474215" y="36804"/>
                </a:lnTo>
                <a:lnTo>
                  <a:pt x="473270" y="36896"/>
                </a:lnTo>
                <a:lnTo>
                  <a:pt x="472339" y="37003"/>
                </a:lnTo>
                <a:lnTo>
                  <a:pt x="471421" y="37128"/>
                </a:lnTo>
                <a:lnTo>
                  <a:pt x="470517" y="37269"/>
                </a:lnTo>
                <a:lnTo>
                  <a:pt x="469626" y="37427"/>
                </a:lnTo>
                <a:lnTo>
                  <a:pt x="468749" y="37602"/>
                </a:lnTo>
                <a:lnTo>
                  <a:pt x="467885" y="37793"/>
                </a:lnTo>
                <a:lnTo>
                  <a:pt x="467035" y="38000"/>
                </a:lnTo>
                <a:lnTo>
                  <a:pt x="466198" y="38224"/>
                </a:lnTo>
                <a:lnTo>
                  <a:pt x="465375" y="38465"/>
                </a:lnTo>
                <a:lnTo>
                  <a:pt x="464565" y="38723"/>
                </a:lnTo>
                <a:lnTo>
                  <a:pt x="463769" y="38997"/>
                </a:lnTo>
                <a:lnTo>
                  <a:pt x="462987" y="39288"/>
                </a:lnTo>
                <a:lnTo>
                  <a:pt x="462218" y="39595"/>
                </a:lnTo>
                <a:lnTo>
                  <a:pt x="461462" y="39919"/>
                </a:lnTo>
                <a:lnTo>
                  <a:pt x="460720" y="40259"/>
                </a:lnTo>
                <a:lnTo>
                  <a:pt x="459992" y="40617"/>
                </a:lnTo>
                <a:lnTo>
                  <a:pt x="459277" y="40990"/>
                </a:lnTo>
                <a:lnTo>
                  <a:pt x="458575" y="41381"/>
                </a:lnTo>
                <a:lnTo>
                  <a:pt x="457887" y="41782"/>
                </a:lnTo>
                <a:lnTo>
                  <a:pt x="457211" y="42188"/>
                </a:lnTo>
                <a:lnTo>
                  <a:pt x="456548" y="42599"/>
                </a:lnTo>
                <a:lnTo>
                  <a:pt x="455897" y="43015"/>
                </a:lnTo>
                <a:lnTo>
                  <a:pt x="455259" y="43436"/>
                </a:lnTo>
                <a:lnTo>
                  <a:pt x="454633" y="43862"/>
                </a:lnTo>
                <a:lnTo>
                  <a:pt x="454020" y="44293"/>
                </a:lnTo>
                <a:lnTo>
                  <a:pt x="453419" y="44729"/>
                </a:lnTo>
                <a:lnTo>
                  <a:pt x="452830" y="45170"/>
                </a:lnTo>
                <a:lnTo>
                  <a:pt x="452254" y="45616"/>
                </a:lnTo>
                <a:lnTo>
                  <a:pt x="451691" y="46067"/>
                </a:lnTo>
                <a:lnTo>
                  <a:pt x="451140" y="46522"/>
                </a:lnTo>
                <a:lnTo>
                  <a:pt x="450602" y="46983"/>
                </a:lnTo>
                <a:lnTo>
                  <a:pt x="450076" y="47449"/>
                </a:lnTo>
                <a:lnTo>
                  <a:pt x="449563" y="47920"/>
                </a:lnTo>
                <a:lnTo>
                  <a:pt x="449062" y="48395"/>
                </a:lnTo>
                <a:lnTo>
                  <a:pt x="448574" y="48876"/>
                </a:lnTo>
                <a:lnTo>
                  <a:pt x="448098" y="49362"/>
                </a:lnTo>
                <a:lnTo>
                  <a:pt x="447634" y="49852"/>
                </a:lnTo>
                <a:lnTo>
                  <a:pt x="447184" y="50348"/>
                </a:lnTo>
                <a:lnTo>
                  <a:pt x="446745" y="50848"/>
                </a:lnTo>
                <a:lnTo>
                  <a:pt x="446319" y="51354"/>
                </a:lnTo>
                <a:lnTo>
                  <a:pt x="445906" y="51864"/>
                </a:lnTo>
                <a:lnTo>
                  <a:pt x="445505" y="52379"/>
                </a:lnTo>
                <a:lnTo>
                  <a:pt x="445012" y="38076"/>
                </a:lnTo>
                <a:lnTo>
                  <a:pt x="419858" y="38076"/>
                </a:lnTo>
                <a:lnTo>
                  <a:pt x="419858" y="135535"/>
                </a:lnTo>
                <a:lnTo>
                  <a:pt x="445999" y="135535"/>
                </a:lnTo>
                <a:lnTo>
                  <a:pt x="445999" y="70246"/>
                </a:lnTo>
                <a:lnTo>
                  <a:pt x="446346" y="69806"/>
                </a:lnTo>
                <a:lnTo>
                  <a:pt x="446698" y="69371"/>
                </a:lnTo>
                <a:lnTo>
                  <a:pt x="447054" y="68943"/>
                </a:lnTo>
                <a:lnTo>
                  <a:pt x="447415" y="68519"/>
                </a:lnTo>
                <a:lnTo>
                  <a:pt x="447780" y="68101"/>
                </a:lnTo>
                <a:lnTo>
                  <a:pt x="448150" y="67689"/>
                </a:lnTo>
                <a:lnTo>
                  <a:pt x="448524" y="67282"/>
                </a:lnTo>
                <a:lnTo>
                  <a:pt x="448903" y="66881"/>
                </a:lnTo>
                <a:lnTo>
                  <a:pt x="449286" y="66486"/>
                </a:lnTo>
                <a:lnTo>
                  <a:pt x="449674" y="66096"/>
                </a:lnTo>
                <a:lnTo>
                  <a:pt x="450066" y="65711"/>
                </a:lnTo>
                <a:lnTo>
                  <a:pt x="450462" y="65332"/>
                </a:lnTo>
                <a:lnTo>
                  <a:pt x="450863" y="64959"/>
                </a:lnTo>
                <a:lnTo>
                  <a:pt x="451268" y="64591"/>
                </a:lnTo>
                <a:lnTo>
                  <a:pt x="451678" y="64229"/>
                </a:lnTo>
                <a:lnTo>
                  <a:pt x="452092" y="63873"/>
                </a:lnTo>
                <a:lnTo>
                  <a:pt x="452511" y="63522"/>
                </a:lnTo>
                <a:lnTo>
                  <a:pt x="452934" y="63176"/>
                </a:lnTo>
                <a:lnTo>
                  <a:pt x="453362" y="62836"/>
                </a:lnTo>
                <a:lnTo>
                  <a:pt x="453794" y="62502"/>
                </a:lnTo>
                <a:lnTo>
                  <a:pt x="454231" y="62173"/>
                </a:lnTo>
                <a:lnTo>
                  <a:pt x="454672" y="61850"/>
                </a:lnTo>
                <a:lnTo>
                  <a:pt x="455117" y="61532"/>
                </a:lnTo>
                <a:lnTo>
                  <a:pt x="455567" y="61220"/>
                </a:lnTo>
                <a:lnTo>
                  <a:pt x="456023" y="60917"/>
                </a:lnTo>
                <a:lnTo>
                  <a:pt x="456486" y="60627"/>
                </a:lnTo>
                <a:lnTo>
                  <a:pt x="456957" y="60350"/>
                </a:lnTo>
                <a:lnTo>
                  <a:pt x="457436" y="60086"/>
                </a:lnTo>
                <a:lnTo>
                  <a:pt x="457922" y="59835"/>
                </a:lnTo>
                <a:lnTo>
                  <a:pt x="458415" y="59596"/>
                </a:lnTo>
                <a:lnTo>
                  <a:pt x="458916" y="59371"/>
                </a:lnTo>
                <a:lnTo>
                  <a:pt x="459425" y="59158"/>
                </a:lnTo>
                <a:lnTo>
                  <a:pt x="459941" y="58959"/>
                </a:lnTo>
                <a:lnTo>
                  <a:pt x="460465" y="58772"/>
                </a:lnTo>
                <a:lnTo>
                  <a:pt x="460996" y="58598"/>
                </a:lnTo>
                <a:lnTo>
                  <a:pt x="461535" y="58437"/>
                </a:lnTo>
                <a:lnTo>
                  <a:pt x="462081" y="58288"/>
                </a:lnTo>
                <a:lnTo>
                  <a:pt x="462635" y="58153"/>
                </a:lnTo>
                <a:lnTo>
                  <a:pt x="463196" y="58031"/>
                </a:lnTo>
                <a:lnTo>
                  <a:pt x="463765" y="57921"/>
                </a:lnTo>
                <a:lnTo>
                  <a:pt x="464342" y="57825"/>
                </a:lnTo>
                <a:lnTo>
                  <a:pt x="464926" y="57741"/>
                </a:lnTo>
                <a:lnTo>
                  <a:pt x="465517" y="57670"/>
                </a:lnTo>
                <a:lnTo>
                  <a:pt x="466116" y="57612"/>
                </a:lnTo>
                <a:lnTo>
                  <a:pt x="466723" y="57567"/>
                </a:lnTo>
                <a:lnTo>
                  <a:pt x="467337" y="57535"/>
                </a:lnTo>
                <a:lnTo>
                  <a:pt x="467959" y="57515"/>
                </a:lnTo>
                <a:lnTo>
                  <a:pt x="468588" y="57509"/>
                </a:lnTo>
                <a:lnTo>
                  <a:pt x="469012" y="57513"/>
                </a:lnTo>
                <a:lnTo>
                  <a:pt x="469429" y="57524"/>
                </a:lnTo>
                <a:lnTo>
                  <a:pt x="469840" y="57543"/>
                </a:lnTo>
                <a:lnTo>
                  <a:pt x="470244" y="57570"/>
                </a:lnTo>
                <a:lnTo>
                  <a:pt x="470642" y="57605"/>
                </a:lnTo>
                <a:lnTo>
                  <a:pt x="471032" y="57647"/>
                </a:lnTo>
                <a:lnTo>
                  <a:pt x="471416" y="57697"/>
                </a:lnTo>
                <a:lnTo>
                  <a:pt x="471794" y="57754"/>
                </a:lnTo>
                <a:lnTo>
                  <a:pt x="472164" y="57819"/>
                </a:lnTo>
                <a:lnTo>
                  <a:pt x="472528" y="57892"/>
                </a:lnTo>
                <a:lnTo>
                  <a:pt x="472886" y="57972"/>
                </a:lnTo>
                <a:lnTo>
                  <a:pt x="473236" y="58061"/>
                </a:lnTo>
                <a:lnTo>
                  <a:pt x="473580" y="58156"/>
                </a:lnTo>
                <a:lnTo>
                  <a:pt x="473918" y="58260"/>
                </a:lnTo>
                <a:lnTo>
                  <a:pt x="474248" y="58371"/>
                </a:lnTo>
                <a:lnTo>
                  <a:pt x="474572" y="58490"/>
                </a:lnTo>
                <a:lnTo>
                  <a:pt x="474889" y="58616"/>
                </a:lnTo>
                <a:lnTo>
                  <a:pt x="475200" y="58750"/>
                </a:lnTo>
                <a:lnTo>
                  <a:pt x="475504" y="58892"/>
                </a:lnTo>
                <a:lnTo>
                  <a:pt x="475801" y="59042"/>
                </a:lnTo>
                <a:lnTo>
                  <a:pt x="476092" y="59199"/>
                </a:lnTo>
                <a:lnTo>
                  <a:pt x="476375" y="59363"/>
                </a:lnTo>
                <a:lnTo>
                  <a:pt x="476653" y="59536"/>
                </a:lnTo>
                <a:lnTo>
                  <a:pt x="476923" y="59716"/>
                </a:lnTo>
                <a:lnTo>
                  <a:pt x="477187" y="59903"/>
                </a:lnTo>
                <a:lnTo>
                  <a:pt x="477445" y="60096"/>
                </a:lnTo>
                <a:lnTo>
                  <a:pt x="477697" y="60296"/>
                </a:lnTo>
                <a:lnTo>
                  <a:pt x="477942" y="60502"/>
                </a:lnTo>
                <a:lnTo>
                  <a:pt x="478182" y="60714"/>
                </a:lnTo>
                <a:lnTo>
                  <a:pt x="478415" y="60932"/>
                </a:lnTo>
                <a:lnTo>
                  <a:pt x="478642" y="61157"/>
                </a:lnTo>
                <a:lnTo>
                  <a:pt x="478863" y="61388"/>
                </a:lnTo>
                <a:lnTo>
                  <a:pt x="479078" y="61625"/>
                </a:lnTo>
                <a:lnTo>
                  <a:pt x="479286" y="61868"/>
                </a:lnTo>
                <a:lnTo>
                  <a:pt x="479489" y="62118"/>
                </a:lnTo>
                <a:lnTo>
                  <a:pt x="479685" y="62374"/>
                </a:lnTo>
                <a:lnTo>
                  <a:pt x="479875" y="62636"/>
                </a:lnTo>
                <a:lnTo>
                  <a:pt x="480059" y="62905"/>
                </a:lnTo>
                <a:lnTo>
                  <a:pt x="480237" y="63179"/>
                </a:lnTo>
                <a:lnTo>
                  <a:pt x="480408" y="63460"/>
                </a:lnTo>
                <a:lnTo>
                  <a:pt x="480574" y="63747"/>
                </a:lnTo>
                <a:lnTo>
                  <a:pt x="480733" y="64041"/>
                </a:lnTo>
                <a:lnTo>
                  <a:pt x="480886" y="64341"/>
                </a:lnTo>
                <a:lnTo>
                  <a:pt x="481033" y="64647"/>
                </a:lnTo>
                <a:lnTo>
                  <a:pt x="481174" y="64959"/>
                </a:lnTo>
                <a:lnTo>
                  <a:pt x="481309" y="65278"/>
                </a:lnTo>
                <a:lnTo>
                  <a:pt x="481437" y="65602"/>
                </a:lnTo>
                <a:lnTo>
                  <a:pt x="481559" y="65934"/>
                </a:lnTo>
                <a:lnTo>
                  <a:pt x="481676" y="66270"/>
                </a:lnTo>
                <a:lnTo>
                  <a:pt x="481788" y="66611"/>
                </a:lnTo>
                <a:lnTo>
                  <a:pt x="481895" y="66957"/>
                </a:lnTo>
                <a:lnTo>
                  <a:pt x="481996" y="67307"/>
                </a:lnTo>
                <a:lnTo>
                  <a:pt x="482093" y="67661"/>
                </a:lnTo>
                <a:lnTo>
                  <a:pt x="482185" y="68020"/>
                </a:lnTo>
                <a:lnTo>
                  <a:pt x="482272" y="68384"/>
                </a:lnTo>
                <a:lnTo>
                  <a:pt x="482354" y="68752"/>
                </a:lnTo>
                <a:lnTo>
                  <a:pt x="482431" y="69125"/>
                </a:lnTo>
                <a:lnTo>
                  <a:pt x="482503" y="69502"/>
                </a:lnTo>
                <a:lnTo>
                  <a:pt x="482570" y="69884"/>
                </a:lnTo>
                <a:lnTo>
                  <a:pt x="482632" y="70271"/>
                </a:lnTo>
                <a:lnTo>
                  <a:pt x="482689" y="70662"/>
                </a:lnTo>
                <a:lnTo>
                  <a:pt x="482741" y="71057"/>
                </a:lnTo>
                <a:lnTo>
                  <a:pt x="482788" y="71457"/>
                </a:lnTo>
                <a:lnTo>
                  <a:pt x="482831" y="71862"/>
                </a:lnTo>
                <a:lnTo>
                  <a:pt x="482868" y="72271"/>
                </a:lnTo>
                <a:lnTo>
                  <a:pt x="482900" y="72684"/>
                </a:lnTo>
                <a:lnTo>
                  <a:pt x="482928" y="73103"/>
                </a:lnTo>
                <a:lnTo>
                  <a:pt x="482950" y="73525"/>
                </a:lnTo>
                <a:lnTo>
                  <a:pt x="482967" y="73952"/>
                </a:lnTo>
                <a:lnTo>
                  <a:pt x="482980" y="74384"/>
                </a:lnTo>
                <a:lnTo>
                  <a:pt x="482987" y="74821"/>
                </a:lnTo>
                <a:lnTo>
                  <a:pt x="482990" y="75261"/>
                </a:lnTo>
                <a:lnTo>
                  <a:pt x="482990" y="135535"/>
                </a:lnTo>
                <a:lnTo>
                  <a:pt x="509130" y="135535"/>
                </a:lnTo>
                <a:lnTo>
                  <a:pt x="509130" y="72074"/>
                </a:lnTo>
                <a:lnTo>
                  <a:pt x="509117" y="70672"/>
                </a:lnTo>
                <a:lnTo>
                  <a:pt x="509076" y="69296"/>
                </a:lnTo>
                <a:lnTo>
                  <a:pt x="509066" y="69095"/>
                </a:lnTo>
                <a:lnTo>
                  <a:pt x="509296" y="68831"/>
                </a:lnTo>
                <a:lnTo>
                  <a:pt x="509664" y="68420"/>
                </a:lnTo>
                <a:lnTo>
                  <a:pt x="510035" y="68016"/>
                </a:lnTo>
                <a:lnTo>
                  <a:pt x="510411" y="67617"/>
                </a:lnTo>
                <a:lnTo>
                  <a:pt x="510790" y="67224"/>
                </a:lnTo>
                <a:lnTo>
                  <a:pt x="511174" y="66837"/>
                </a:lnTo>
                <a:lnTo>
                  <a:pt x="511561" y="66455"/>
                </a:lnTo>
                <a:lnTo>
                  <a:pt x="511952" y="66080"/>
                </a:lnTo>
                <a:lnTo>
                  <a:pt x="512347" y="65710"/>
                </a:lnTo>
                <a:lnTo>
                  <a:pt x="512747" y="65346"/>
                </a:lnTo>
                <a:lnTo>
                  <a:pt x="513150" y="64988"/>
                </a:lnTo>
                <a:lnTo>
                  <a:pt x="513557" y="64636"/>
                </a:lnTo>
                <a:lnTo>
                  <a:pt x="513967" y="64289"/>
                </a:lnTo>
                <a:lnTo>
                  <a:pt x="514382" y="63949"/>
                </a:lnTo>
                <a:lnTo>
                  <a:pt x="514801" y="63614"/>
                </a:lnTo>
                <a:lnTo>
                  <a:pt x="515224" y="63285"/>
                </a:lnTo>
                <a:lnTo>
                  <a:pt x="515651" y="62962"/>
                </a:lnTo>
                <a:lnTo>
                  <a:pt x="516081" y="62644"/>
                </a:lnTo>
                <a:lnTo>
                  <a:pt x="516516" y="62333"/>
                </a:lnTo>
                <a:lnTo>
                  <a:pt x="516954" y="62027"/>
                </a:lnTo>
                <a:lnTo>
                  <a:pt x="517397" y="61727"/>
                </a:lnTo>
                <a:lnTo>
                  <a:pt x="517843" y="61433"/>
                </a:lnTo>
                <a:lnTo>
                  <a:pt x="518293" y="61145"/>
                </a:lnTo>
                <a:lnTo>
                  <a:pt x="518748" y="60863"/>
                </a:lnTo>
                <a:lnTo>
                  <a:pt x="519208" y="60589"/>
                </a:lnTo>
                <a:lnTo>
                  <a:pt x="519675" y="60327"/>
                </a:lnTo>
                <a:lnTo>
                  <a:pt x="520149" y="60077"/>
                </a:lnTo>
                <a:lnTo>
                  <a:pt x="520631" y="59838"/>
                </a:lnTo>
                <a:lnTo>
                  <a:pt x="521121" y="59611"/>
                </a:lnTo>
                <a:lnTo>
                  <a:pt x="521618" y="59395"/>
                </a:lnTo>
                <a:lnTo>
                  <a:pt x="522122" y="59192"/>
                </a:lnTo>
                <a:lnTo>
                  <a:pt x="522633" y="58999"/>
                </a:lnTo>
                <a:lnTo>
                  <a:pt x="523152" y="58819"/>
                </a:lnTo>
                <a:lnTo>
                  <a:pt x="523678" y="58650"/>
                </a:lnTo>
                <a:lnTo>
                  <a:pt x="524212" y="58493"/>
                </a:lnTo>
                <a:lnTo>
                  <a:pt x="524753" y="58347"/>
                </a:lnTo>
                <a:lnTo>
                  <a:pt x="525301" y="58213"/>
                </a:lnTo>
                <a:lnTo>
                  <a:pt x="525856" y="58091"/>
                </a:lnTo>
                <a:lnTo>
                  <a:pt x="526419" y="57980"/>
                </a:lnTo>
                <a:lnTo>
                  <a:pt x="526990" y="57881"/>
                </a:lnTo>
                <a:lnTo>
                  <a:pt x="527568" y="57794"/>
                </a:lnTo>
                <a:lnTo>
                  <a:pt x="528153" y="57718"/>
                </a:lnTo>
                <a:lnTo>
                  <a:pt x="528745" y="57654"/>
                </a:lnTo>
                <a:lnTo>
                  <a:pt x="529345" y="57602"/>
                </a:lnTo>
                <a:lnTo>
                  <a:pt x="529952" y="57561"/>
                </a:lnTo>
                <a:lnTo>
                  <a:pt x="530567" y="57532"/>
                </a:lnTo>
                <a:lnTo>
                  <a:pt x="531189" y="57515"/>
                </a:lnTo>
                <a:lnTo>
                  <a:pt x="531818" y="57509"/>
                </a:lnTo>
                <a:lnTo>
                  <a:pt x="532242" y="57513"/>
                </a:lnTo>
                <a:lnTo>
                  <a:pt x="532659" y="57524"/>
                </a:lnTo>
                <a:lnTo>
                  <a:pt x="533070" y="57543"/>
                </a:lnTo>
                <a:lnTo>
                  <a:pt x="533474" y="57570"/>
                </a:lnTo>
                <a:lnTo>
                  <a:pt x="533872" y="57605"/>
                </a:lnTo>
                <a:lnTo>
                  <a:pt x="534262" y="57647"/>
                </a:lnTo>
                <a:lnTo>
                  <a:pt x="534646" y="57697"/>
                </a:lnTo>
                <a:lnTo>
                  <a:pt x="535024" y="57754"/>
                </a:lnTo>
                <a:lnTo>
                  <a:pt x="535394" y="57819"/>
                </a:lnTo>
                <a:lnTo>
                  <a:pt x="535758" y="57892"/>
                </a:lnTo>
                <a:lnTo>
                  <a:pt x="536116" y="57972"/>
                </a:lnTo>
                <a:lnTo>
                  <a:pt x="536466" y="58061"/>
                </a:lnTo>
                <a:lnTo>
                  <a:pt x="536810" y="58156"/>
                </a:lnTo>
                <a:lnTo>
                  <a:pt x="537148" y="58260"/>
                </a:lnTo>
                <a:lnTo>
                  <a:pt x="537478" y="58371"/>
                </a:lnTo>
                <a:lnTo>
                  <a:pt x="537802" y="58490"/>
                </a:lnTo>
                <a:lnTo>
                  <a:pt x="538119" y="58616"/>
                </a:lnTo>
                <a:lnTo>
                  <a:pt x="538430" y="58750"/>
                </a:lnTo>
                <a:lnTo>
                  <a:pt x="538734" y="58892"/>
                </a:lnTo>
                <a:lnTo>
                  <a:pt x="539031" y="59042"/>
                </a:lnTo>
                <a:lnTo>
                  <a:pt x="539322" y="59199"/>
                </a:lnTo>
                <a:lnTo>
                  <a:pt x="539605" y="59363"/>
                </a:lnTo>
                <a:lnTo>
                  <a:pt x="539883" y="59536"/>
                </a:lnTo>
                <a:lnTo>
                  <a:pt x="540153" y="59716"/>
                </a:lnTo>
                <a:lnTo>
                  <a:pt x="540417" y="59903"/>
                </a:lnTo>
                <a:lnTo>
                  <a:pt x="540675" y="60096"/>
                </a:lnTo>
                <a:lnTo>
                  <a:pt x="540927" y="60296"/>
                </a:lnTo>
                <a:lnTo>
                  <a:pt x="541172" y="60502"/>
                </a:lnTo>
                <a:lnTo>
                  <a:pt x="541412" y="60714"/>
                </a:lnTo>
                <a:lnTo>
                  <a:pt x="541645" y="60932"/>
                </a:lnTo>
                <a:lnTo>
                  <a:pt x="541872" y="61157"/>
                </a:lnTo>
                <a:lnTo>
                  <a:pt x="542093" y="61388"/>
                </a:lnTo>
                <a:lnTo>
                  <a:pt x="542308" y="61625"/>
                </a:lnTo>
                <a:lnTo>
                  <a:pt x="542516" y="61868"/>
                </a:lnTo>
                <a:lnTo>
                  <a:pt x="542719" y="62118"/>
                </a:lnTo>
                <a:lnTo>
                  <a:pt x="542915" y="62374"/>
                </a:lnTo>
                <a:lnTo>
                  <a:pt x="543105" y="62636"/>
                </a:lnTo>
                <a:lnTo>
                  <a:pt x="543289" y="62905"/>
                </a:lnTo>
                <a:lnTo>
                  <a:pt x="543467" y="63179"/>
                </a:lnTo>
                <a:lnTo>
                  <a:pt x="543639" y="63460"/>
                </a:lnTo>
                <a:lnTo>
                  <a:pt x="543804" y="63747"/>
                </a:lnTo>
                <a:lnTo>
                  <a:pt x="543963" y="64041"/>
                </a:lnTo>
                <a:lnTo>
                  <a:pt x="544116" y="64341"/>
                </a:lnTo>
                <a:lnTo>
                  <a:pt x="544263" y="64647"/>
                </a:lnTo>
                <a:lnTo>
                  <a:pt x="544404" y="64959"/>
                </a:lnTo>
                <a:lnTo>
                  <a:pt x="544539" y="65278"/>
                </a:lnTo>
                <a:lnTo>
                  <a:pt x="544667" y="65602"/>
                </a:lnTo>
                <a:lnTo>
                  <a:pt x="544789" y="65934"/>
                </a:lnTo>
                <a:lnTo>
                  <a:pt x="544906" y="66270"/>
                </a:lnTo>
                <a:lnTo>
                  <a:pt x="545018" y="66611"/>
                </a:lnTo>
                <a:lnTo>
                  <a:pt x="545125" y="66957"/>
                </a:lnTo>
                <a:lnTo>
                  <a:pt x="545226" y="67307"/>
                </a:lnTo>
                <a:lnTo>
                  <a:pt x="545323" y="67661"/>
                </a:lnTo>
                <a:lnTo>
                  <a:pt x="545415" y="68020"/>
                </a:lnTo>
                <a:lnTo>
                  <a:pt x="545502" y="68384"/>
                </a:lnTo>
                <a:lnTo>
                  <a:pt x="545584" y="68752"/>
                </a:lnTo>
                <a:lnTo>
                  <a:pt x="545661" y="69125"/>
                </a:lnTo>
                <a:lnTo>
                  <a:pt x="545733" y="69502"/>
                </a:lnTo>
                <a:lnTo>
                  <a:pt x="545800" y="69884"/>
                </a:lnTo>
                <a:lnTo>
                  <a:pt x="545862" y="70271"/>
                </a:lnTo>
                <a:lnTo>
                  <a:pt x="545919" y="70662"/>
                </a:lnTo>
                <a:lnTo>
                  <a:pt x="545971" y="71057"/>
                </a:lnTo>
                <a:lnTo>
                  <a:pt x="546019" y="71457"/>
                </a:lnTo>
                <a:lnTo>
                  <a:pt x="546061" y="71862"/>
                </a:lnTo>
                <a:lnTo>
                  <a:pt x="546098" y="72271"/>
                </a:lnTo>
                <a:lnTo>
                  <a:pt x="546130" y="72684"/>
                </a:lnTo>
                <a:lnTo>
                  <a:pt x="546158" y="73103"/>
                </a:lnTo>
                <a:lnTo>
                  <a:pt x="546180" y="73525"/>
                </a:lnTo>
                <a:lnTo>
                  <a:pt x="546197" y="73952"/>
                </a:lnTo>
                <a:lnTo>
                  <a:pt x="546210" y="74384"/>
                </a:lnTo>
                <a:lnTo>
                  <a:pt x="546217" y="74821"/>
                </a:lnTo>
                <a:lnTo>
                  <a:pt x="546220" y="75261"/>
                </a:lnTo>
                <a:lnTo>
                  <a:pt x="546220" y="135535"/>
                </a:lnTo>
                <a:lnTo>
                  <a:pt x="572360" y="135535"/>
                </a:lnTo>
                <a:lnTo>
                  <a:pt x="572360" y="72074"/>
                </a:lnTo>
                <a:lnTo>
                  <a:pt x="572346" y="70672"/>
                </a:lnTo>
                <a:lnTo>
                  <a:pt x="572306" y="69296"/>
                </a:lnTo>
                <a:lnTo>
                  <a:pt x="572238" y="67948"/>
                </a:lnTo>
                <a:lnTo>
                  <a:pt x="572142" y="66626"/>
                </a:lnTo>
                <a:lnTo>
                  <a:pt x="572020" y="65332"/>
                </a:lnTo>
                <a:lnTo>
                  <a:pt x="571870" y="64064"/>
                </a:lnTo>
                <a:lnTo>
                  <a:pt x="571693" y="62823"/>
                </a:lnTo>
                <a:lnTo>
                  <a:pt x="571489" y="61609"/>
                </a:lnTo>
                <a:lnTo>
                  <a:pt x="571257" y="60422"/>
                </a:lnTo>
                <a:lnTo>
                  <a:pt x="570999" y="59262"/>
                </a:lnTo>
                <a:lnTo>
                  <a:pt x="570713" y="58128"/>
                </a:lnTo>
                <a:lnTo>
                  <a:pt x="570400" y="57022"/>
                </a:lnTo>
                <a:lnTo>
                  <a:pt x="570059" y="55942"/>
                </a:lnTo>
                <a:lnTo>
                  <a:pt x="569692" y="54889"/>
                </a:lnTo>
                <a:lnTo>
                  <a:pt x="569297" y="53864"/>
                </a:lnTo>
                <a:lnTo>
                  <a:pt x="568875" y="52865"/>
                </a:lnTo>
                <a:lnTo>
                  <a:pt x="568425" y="51893"/>
                </a:lnTo>
                <a:lnTo>
                  <a:pt x="567949" y="50948"/>
                </a:lnTo>
                <a:lnTo>
                  <a:pt x="567445" y="50029"/>
                </a:lnTo>
                <a:lnTo>
                  <a:pt x="566914" y="49138"/>
                </a:lnTo>
                <a:lnTo>
                  <a:pt x="566356" y="48273"/>
                </a:lnTo>
                <a:lnTo>
                  <a:pt x="565770" y="47436"/>
                </a:lnTo>
                <a:lnTo>
                  <a:pt x="565158" y="46625"/>
                </a:lnTo>
                <a:lnTo>
                  <a:pt x="564518" y="45841"/>
                </a:lnTo>
                <a:lnTo>
                  <a:pt x="563853" y="45087"/>
                </a:lnTo>
                <a:lnTo>
                  <a:pt x="563165" y="44365"/>
                </a:lnTo>
                <a:lnTo>
                  <a:pt x="562455" y="43674"/>
                </a:lnTo>
                <a:lnTo>
                  <a:pt x="561722" y="43016"/>
                </a:lnTo>
                <a:lnTo>
                  <a:pt x="560966" y="42390"/>
                </a:lnTo>
                <a:lnTo>
                  <a:pt x="560187" y="41797"/>
                </a:lnTo>
                <a:lnTo>
                  <a:pt x="559385" y="41235"/>
                </a:lnTo>
                <a:lnTo>
                  <a:pt x="558561" y="40705"/>
                </a:lnTo>
                <a:lnTo>
                  <a:pt x="557714" y="40208"/>
                </a:lnTo>
                <a:lnTo>
                  <a:pt x="556844" y="39742"/>
                </a:lnTo>
                <a:lnTo>
                  <a:pt x="555951" y="39309"/>
                </a:lnTo>
                <a:lnTo>
                  <a:pt x="555036" y="38908"/>
                </a:lnTo>
                <a:lnTo>
                  <a:pt x="554098" y="38539"/>
                </a:lnTo>
                <a:lnTo>
                  <a:pt x="553137" y="38201"/>
                </a:lnTo>
                <a:lnTo>
                  <a:pt x="552153" y="37897"/>
                </a:lnTo>
                <a:lnTo>
                  <a:pt x="551146" y="37624"/>
                </a:lnTo>
                <a:lnTo>
                  <a:pt x="550117" y="37383"/>
                </a:lnTo>
                <a:lnTo>
                  <a:pt x="549065" y="37174"/>
                </a:lnTo>
                <a:lnTo>
                  <a:pt x="547990" y="36998"/>
                </a:lnTo>
                <a:lnTo>
                  <a:pt x="546892" y="36853"/>
                </a:lnTo>
                <a:lnTo>
                  <a:pt x="545772" y="36741"/>
                </a:lnTo>
                <a:lnTo>
                  <a:pt x="544629" y="36661"/>
                </a:lnTo>
                <a:lnTo>
                  <a:pt x="543463" y="36613"/>
                </a:lnTo>
                <a:lnTo>
                  <a:pt x="542274" y="36597"/>
                </a:lnTo>
                <a:lnTo>
                  <a:pt x="541260" y="36605"/>
                </a:lnTo>
                <a:lnTo>
                  <a:pt x="540258" y="36631"/>
                </a:lnTo>
                <a:lnTo>
                  <a:pt x="539266" y="36674"/>
                </a:lnTo>
                <a:lnTo>
                  <a:pt x="538286" y="36734"/>
                </a:lnTo>
                <a:lnTo>
                  <a:pt x="537317" y="36811"/>
                </a:lnTo>
                <a:lnTo>
                  <a:pt x="536358" y="36905"/>
                </a:lnTo>
                <a:lnTo>
                  <a:pt x="535412" y="37016"/>
                </a:lnTo>
                <a:lnTo>
                  <a:pt x="534476" y="37145"/>
                </a:lnTo>
                <a:lnTo>
                  <a:pt x="533551" y="37290"/>
                </a:lnTo>
                <a:lnTo>
                  <a:pt x="532637" y="37453"/>
                </a:lnTo>
                <a:lnTo>
                  <a:pt x="531735" y="37633"/>
                </a:lnTo>
                <a:lnTo>
                  <a:pt x="530844" y="37830"/>
                </a:lnTo>
                <a:lnTo>
                  <a:pt x="529964" y="38044"/>
                </a:lnTo>
                <a:lnTo>
                  <a:pt x="529095" y="38275"/>
                </a:lnTo>
                <a:lnTo>
                  <a:pt x="528237" y="38523"/>
                </a:lnTo>
                <a:lnTo>
                  <a:pt x="527390" y="38789"/>
                </a:lnTo>
                <a:lnTo>
                  <a:pt x="526554" y="39071"/>
                </a:lnTo>
                <a:lnTo>
                  <a:pt x="525730" y="39371"/>
                </a:lnTo>
                <a:lnTo>
                  <a:pt x="524916" y="39688"/>
                </a:lnTo>
                <a:lnTo>
                  <a:pt x="524114" y="40022"/>
                </a:lnTo>
                <a:lnTo>
                  <a:pt x="523323" y="40373"/>
                </a:lnTo>
                <a:lnTo>
                  <a:pt x="522543" y="40741"/>
                </a:lnTo>
                <a:lnTo>
                  <a:pt x="521774" y="41126"/>
                </a:lnTo>
                <a:lnTo>
                  <a:pt x="521016" y="41529"/>
                </a:lnTo>
                <a:lnTo>
                  <a:pt x="520269" y="41943"/>
                </a:lnTo>
                <a:lnTo>
                  <a:pt x="519532" y="42362"/>
                </a:lnTo>
                <a:lnTo>
                  <a:pt x="518804" y="42788"/>
                </a:lnTo>
                <a:lnTo>
                  <a:pt x="518086" y="43219"/>
                </a:lnTo>
                <a:lnTo>
                  <a:pt x="517378" y="43656"/>
                </a:lnTo>
                <a:lnTo>
                  <a:pt x="516679" y="44100"/>
                </a:lnTo>
                <a:lnTo>
                  <a:pt x="515991" y="44548"/>
                </a:lnTo>
                <a:lnTo>
                  <a:pt x="515312" y="45003"/>
                </a:lnTo>
                <a:lnTo>
                  <a:pt x="514642" y="45464"/>
                </a:lnTo>
                <a:lnTo>
                  <a:pt x="513983" y="45930"/>
                </a:lnTo>
                <a:lnTo>
                  <a:pt x="513333" y="46402"/>
                </a:lnTo>
                <a:lnTo>
                  <a:pt x="512693" y="46880"/>
                </a:lnTo>
                <a:lnTo>
                  <a:pt x="512063" y="47364"/>
                </a:lnTo>
                <a:lnTo>
                  <a:pt x="511443" y="47853"/>
                </a:lnTo>
                <a:lnTo>
                  <a:pt x="510832" y="48349"/>
                </a:lnTo>
                <a:lnTo>
                  <a:pt x="510231" y="48850"/>
                </a:lnTo>
                <a:lnTo>
                  <a:pt x="509640" y="49357"/>
                </a:lnTo>
                <a:lnTo>
                  <a:pt x="509059" y="49870"/>
                </a:lnTo>
                <a:lnTo>
                  <a:pt x="508487" y="50389"/>
                </a:lnTo>
                <a:lnTo>
                  <a:pt x="507926" y="50913"/>
                </a:lnTo>
                <a:lnTo>
                  <a:pt x="507374" y="51444"/>
                </a:lnTo>
                <a:lnTo>
                  <a:pt x="506831" y="51980"/>
                </a:lnTo>
                <a:lnTo>
                  <a:pt x="506299" y="52522"/>
                </a:lnTo>
                <a:lnTo>
                  <a:pt x="505776" y="53070"/>
                </a:lnTo>
                <a:lnTo>
                  <a:pt x="505778" y="53079"/>
                </a:lnTo>
                <a:lnTo>
                  <a:pt x="505688" y="52865"/>
                </a:lnTo>
                <a:lnTo>
                  <a:pt x="505245" y="51893"/>
                </a:lnTo>
                <a:lnTo>
                  <a:pt x="504774" y="50948"/>
                </a:lnTo>
                <a:lnTo>
                  <a:pt x="504277" y="50029"/>
                </a:lnTo>
                <a:close/>
                <a:moveTo>
                  <a:pt x="348787" y="137147"/>
                </a:moveTo>
                <a:lnTo>
                  <a:pt x="349961" y="137055"/>
                </a:lnTo>
                <a:lnTo>
                  <a:pt x="351121" y="136943"/>
                </a:lnTo>
                <a:lnTo>
                  <a:pt x="352269" y="136810"/>
                </a:lnTo>
                <a:lnTo>
                  <a:pt x="353403" y="136657"/>
                </a:lnTo>
                <a:lnTo>
                  <a:pt x="354524" y="136483"/>
                </a:lnTo>
                <a:lnTo>
                  <a:pt x="355632" y="136289"/>
                </a:lnTo>
                <a:lnTo>
                  <a:pt x="356726" y="136074"/>
                </a:lnTo>
                <a:lnTo>
                  <a:pt x="357808" y="135839"/>
                </a:lnTo>
                <a:lnTo>
                  <a:pt x="358876" y="135583"/>
                </a:lnTo>
                <a:lnTo>
                  <a:pt x="359931" y="135307"/>
                </a:lnTo>
                <a:lnTo>
                  <a:pt x="360973" y="135011"/>
                </a:lnTo>
                <a:lnTo>
                  <a:pt x="362001" y="134694"/>
                </a:lnTo>
                <a:lnTo>
                  <a:pt x="363017" y="134357"/>
                </a:lnTo>
                <a:lnTo>
                  <a:pt x="364019" y="133999"/>
                </a:lnTo>
                <a:lnTo>
                  <a:pt x="365008" y="133621"/>
                </a:lnTo>
                <a:lnTo>
                  <a:pt x="365984" y="133222"/>
                </a:lnTo>
                <a:lnTo>
                  <a:pt x="366947" y="132803"/>
                </a:lnTo>
                <a:lnTo>
                  <a:pt x="367896" y="132364"/>
                </a:lnTo>
                <a:lnTo>
                  <a:pt x="368833" y="131904"/>
                </a:lnTo>
                <a:lnTo>
                  <a:pt x="369756" y="131423"/>
                </a:lnTo>
                <a:lnTo>
                  <a:pt x="370664" y="130923"/>
                </a:lnTo>
                <a:lnTo>
                  <a:pt x="371555" y="130405"/>
                </a:lnTo>
                <a:lnTo>
                  <a:pt x="372429" y="129868"/>
                </a:lnTo>
                <a:lnTo>
                  <a:pt x="373286" y="129313"/>
                </a:lnTo>
                <a:lnTo>
                  <a:pt x="374127" y="128739"/>
                </a:lnTo>
                <a:lnTo>
                  <a:pt x="374950" y="128147"/>
                </a:lnTo>
                <a:lnTo>
                  <a:pt x="375756" y="127537"/>
                </a:lnTo>
                <a:lnTo>
                  <a:pt x="376546" y="126909"/>
                </a:lnTo>
                <a:lnTo>
                  <a:pt x="377318" y="126262"/>
                </a:lnTo>
                <a:lnTo>
                  <a:pt x="378074" y="125596"/>
                </a:lnTo>
                <a:lnTo>
                  <a:pt x="378812" y="124913"/>
                </a:lnTo>
                <a:lnTo>
                  <a:pt x="379534" y="124211"/>
                </a:lnTo>
                <a:lnTo>
                  <a:pt x="380238" y="123490"/>
                </a:lnTo>
                <a:lnTo>
                  <a:pt x="380926" y="122752"/>
                </a:lnTo>
                <a:lnTo>
                  <a:pt x="381597" y="121994"/>
                </a:lnTo>
                <a:lnTo>
                  <a:pt x="382250" y="121219"/>
                </a:lnTo>
                <a:lnTo>
                  <a:pt x="382887" y="120425"/>
                </a:lnTo>
                <a:lnTo>
                  <a:pt x="383507" y="119613"/>
                </a:lnTo>
                <a:lnTo>
                  <a:pt x="384110" y="118783"/>
                </a:lnTo>
                <a:lnTo>
                  <a:pt x="384696" y="117934"/>
                </a:lnTo>
                <a:lnTo>
                  <a:pt x="385265" y="117067"/>
                </a:lnTo>
                <a:lnTo>
                  <a:pt x="385817" y="116181"/>
                </a:lnTo>
                <a:lnTo>
                  <a:pt x="386352" y="115277"/>
                </a:lnTo>
                <a:lnTo>
                  <a:pt x="386870" y="114355"/>
                </a:lnTo>
                <a:lnTo>
                  <a:pt x="387369" y="113415"/>
                </a:lnTo>
                <a:lnTo>
                  <a:pt x="387847" y="112459"/>
                </a:lnTo>
                <a:lnTo>
                  <a:pt x="388304" y="111486"/>
                </a:lnTo>
                <a:lnTo>
                  <a:pt x="388739" y="110498"/>
                </a:lnTo>
                <a:lnTo>
                  <a:pt x="389153" y="109493"/>
                </a:lnTo>
                <a:lnTo>
                  <a:pt x="389546" y="108471"/>
                </a:lnTo>
                <a:lnTo>
                  <a:pt x="389918" y="107434"/>
                </a:lnTo>
                <a:lnTo>
                  <a:pt x="390268" y="106380"/>
                </a:lnTo>
                <a:lnTo>
                  <a:pt x="390597" y="105310"/>
                </a:lnTo>
                <a:lnTo>
                  <a:pt x="390905" y="104223"/>
                </a:lnTo>
                <a:lnTo>
                  <a:pt x="391192" y="103120"/>
                </a:lnTo>
                <a:lnTo>
                  <a:pt x="391457" y="102001"/>
                </a:lnTo>
                <a:lnTo>
                  <a:pt x="391701" y="100866"/>
                </a:lnTo>
                <a:lnTo>
                  <a:pt x="391924" y="99714"/>
                </a:lnTo>
                <a:lnTo>
                  <a:pt x="392126" y="98546"/>
                </a:lnTo>
                <a:lnTo>
                  <a:pt x="392307" y="97362"/>
                </a:lnTo>
                <a:lnTo>
                  <a:pt x="392466" y="96162"/>
                </a:lnTo>
                <a:lnTo>
                  <a:pt x="392604" y="94945"/>
                </a:lnTo>
                <a:lnTo>
                  <a:pt x="392721" y="93712"/>
                </a:lnTo>
                <a:lnTo>
                  <a:pt x="392816" y="92462"/>
                </a:lnTo>
                <a:lnTo>
                  <a:pt x="392891" y="91197"/>
                </a:lnTo>
                <a:lnTo>
                  <a:pt x="392944" y="89915"/>
                </a:lnTo>
                <a:lnTo>
                  <a:pt x="392975" y="88617"/>
                </a:lnTo>
                <a:lnTo>
                  <a:pt x="392986" y="87302"/>
                </a:lnTo>
                <a:lnTo>
                  <a:pt x="392975" y="85963"/>
                </a:lnTo>
                <a:lnTo>
                  <a:pt x="392944" y="84641"/>
                </a:lnTo>
                <a:lnTo>
                  <a:pt x="392891" y="83336"/>
                </a:lnTo>
                <a:lnTo>
                  <a:pt x="392816" y="82047"/>
                </a:lnTo>
                <a:lnTo>
                  <a:pt x="392721" y="80775"/>
                </a:lnTo>
                <a:lnTo>
                  <a:pt x="392604" y="79520"/>
                </a:lnTo>
                <a:lnTo>
                  <a:pt x="392466" y="78282"/>
                </a:lnTo>
                <a:lnTo>
                  <a:pt x="392307" y="77061"/>
                </a:lnTo>
                <a:lnTo>
                  <a:pt x="392126" y="75856"/>
                </a:lnTo>
                <a:lnTo>
                  <a:pt x="391924" y="74669"/>
                </a:lnTo>
                <a:lnTo>
                  <a:pt x="391701" y="73498"/>
                </a:lnTo>
                <a:lnTo>
                  <a:pt x="391457" y="72344"/>
                </a:lnTo>
                <a:lnTo>
                  <a:pt x="391192" y="71206"/>
                </a:lnTo>
                <a:lnTo>
                  <a:pt x="390905" y="70086"/>
                </a:lnTo>
                <a:lnTo>
                  <a:pt x="390597" y="68982"/>
                </a:lnTo>
                <a:lnTo>
                  <a:pt x="390268" y="67895"/>
                </a:lnTo>
                <a:lnTo>
                  <a:pt x="389918" y="66825"/>
                </a:lnTo>
                <a:lnTo>
                  <a:pt x="389546" y="65772"/>
                </a:lnTo>
                <a:lnTo>
                  <a:pt x="389153" y="64736"/>
                </a:lnTo>
                <a:lnTo>
                  <a:pt x="388739" y="63716"/>
                </a:lnTo>
                <a:lnTo>
                  <a:pt x="388304" y="62713"/>
                </a:lnTo>
                <a:lnTo>
                  <a:pt x="387847" y="61727"/>
                </a:lnTo>
                <a:lnTo>
                  <a:pt x="387369" y="60758"/>
                </a:lnTo>
                <a:lnTo>
                  <a:pt x="386870" y="59805"/>
                </a:lnTo>
                <a:lnTo>
                  <a:pt x="386352" y="58870"/>
                </a:lnTo>
                <a:lnTo>
                  <a:pt x="385817" y="57954"/>
                </a:lnTo>
                <a:lnTo>
                  <a:pt x="385265" y="57057"/>
                </a:lnTo>
                <a:lnTo>
                  <a:pt x="384696" y="56178"/>
                </a:lnTo>
                <a:lnTo>
                  <a:pt x="384110" y="55318"/>
                </a:lnTo>
                <a:lnTo>
                  <a:pt x="383507" y="54477"/>
                </a:lnTo>
                <a:lnTo>
                  <a:pt x="382887" y="53654"/>
                </a:lnTo>
                <a:lnTo>
                  <a:pt x="382250" y="52850"/>
                </a:lnTo>
                <a:lnTo>
                  <a:pt x="381597" y="52065"/>
                </a:lnTo>
                <a:lnTo>
                  <a:pt x="380926" y="51299"/>
                </a:lnTo>
                <a:lnTo>
                  <a:pt x="380238" y="50551"/>
                </a:lnTo>
                <a:lnTo>
                  <a:pt x="379534" y="49822"/>
                </a:lnTo>
                <a:lnTo>
                  <a:pt x="378812" y="49112"/>
                </a:lnTo>
                <a:lnTo>
                  <a:pt x="378074" y="48421"/>
                </a:lnTo>
                <a:lnTo>
                  <a:pt x="377318" y="47748"/>
                </a:lnTo>
                <a:lnTo>
                  <a:pt x="376546" y="47094"/>
                </a:lnTo>
                <a:lnTo>
                  <a:pt x="375756" y="46459"/>
                </a:lnTo>
                <a:lnTo>
                  <a:pt x="374950" y="45842"/>
                </a:lnTo>
                <a:lnTo>
                  <a:pt x="374127" y="45245"/>
                </a:lnTo>
                <a:lnTo>
                  <a:pt x="373286" y="44666"/>
                </a:lnTo>
                <a:lnTo>
                  <a:pt x="372429" y="44105"/>
                </a:lnTo>
                <a:lnTo>
                  <a:pt x="371555" y="43564"/>
                </a:lnTo>
                <a:lnTo>
                  <a:pt x="370664" y="43041"/>
                </a:lnTo>
                <a:lnTo>
                  <a:pt x="369756" y="42537"/>
                </a:lnTo>
                <a:lnTo>
                  <a:pt x="368833" y="42052"/>
                </a:lnTo>
                <a:lnTo>
                  <a:pt x="367896" y="41588"/>
                </a:lnTo>
                <a:lnTo>
                  <a:pt x="366947" y="41144"/>
                </a:lnTo>
                <a:lnTo>
                  <a:pt x="365984" y="40722"/>
                </a:lnTo>
                <a:lnTo>
                  <a:pt x="365008" y="40319"/>
                </a:lnTo>
                <a:lnTo>
                  <a:pt x="364019" y="39938"/>
                </a:lnTo>
                <a:lnTo>
                  <a:pt x="363017" y="39577"/>
                </a:lnTo>
                <a:lnTo>
                  <a:pt x="362001" y="39237"/>
                </a:lnTo>
                <a:lnTo>
                  <a:pt x="360973" y="38917"/>
                </a:lnTo>
                <a:lnTo>
                  <a:pt x="359931" y="38618"/>
                </a:lnTo>
                <a:lnTo>
                  <a:pt x="358876" y="38339"/>
                </a:lnTo>
                <a:lnTo>
                  <a:pt x="357808" y="38082"/>
                </a:lnTo>
                <a:lnTo>
                  <a:pt x="356726" y="37844"/>
                </a:lnTo>
                <a:lnTo>
                  <a:pt x="355632" y="37628"/>
                </a:lnTo>
                <a:lnTo>
                  <a:pt x="354524" y="37432"/>
                </a:lnTo>
                <a:lnTo>
                  <a:pt x="353403" y="37257"/>
                </a:lnTo>
                <a:lnTo>
                  <a:pt x="352269" y="37102"/>
                </a:lnTo>
                <a:lnTo>
                  <a:pt x="351121" y="36968"/>
                </a:lnTo>
                <a:lnTo>
                  <a:pt x="349961" y="36854"/>
                </a:lnTo>
                <a:lnTo>
                  <a:pt x="348787" y="36762"/>
                </a:lnTo>
                <a:lnTo>
                  <a:pt x="347600" y="36689"/>
                </a:lnTo>
                <a:lnTo>
                  <a:pt x="346400" y="36638"/>
                </a:lnTo>
                <a:lnTo>
                  <a:pt x="345187" y="36607"/>
                </a:lnTo>
                <a:lnTo>
                  <a:pt x="343961" y="36597"/>
                </a:lnTo>
                <a:lnTo>
                  <a:pt x="342750" y="36607"/>
                </a:lnTo>
                <a:lnTo>
                  <a:pt x="341552" y="36638"/>
                </a:lnTo>
                <a:lnTo>
                  <a:pt x="340367" y="36689"/>
                </a:lnTo>
                <a:lnTo>
                  <a:pt x="339194" y="36762"/>
                </a:lnTo>
                <a:lnTo>
                  <a:pt x="338034" y="36854"/>
                </a:lnTo>
                <a:lnTo>
                  <a:pt x="336886" y="36968"/>
                </a:lnTo>
                <a:lnTo>
                  <a:pt x="335751" y="37102"/>
                </a:lnTo>
                <a:lnTo>
                  <a:pt x="334628" y="37257"/>
                </a:lnTo>
                <a:lnTo>
                  <a:pt x="333518" y="37432"/>
                </a:lnTo>
                <a:lnTo>
                  <a:pt x="332420" y="37628"/>
                </a:lnTo>
                <a:lnTo>
                  <a:pt x="331334" y="37844"/>
                </a:lnTo>
                <a:lnTo>
                  <a:pt x="330262" y="38082"/>
                </a:lnTo>
                <a:lnTo>
                  <a:pt x="329201" y="38339"/>
                </a:lnTo>
                <a:lnTo>
                  <a:pt x="328153" y="38618"/>
                </a:lnTo>
                <a:lnTo>
                  <a:pt x="327118" y="38917"/>
                </a:lnTo>
                <a:lnTo>
                  <a:pt x="326095" y="39237"/>
                </a:lnTo>
                <a:lnTo>
                  <a:pt x="325085" y="39577"/>
                </a:lnTo>
                <a:lnTo>
                  <a:pt x="324087" y="39938"/>
                </a:lnTo>
                <a:lnTo>
                  <a:pt x="323102" y="40319"/>
                </a:lnTo>
                <a:lnTo>
                  <a:pt x="322129" y="40722"/>
                </a:lnTo>
                <a:lnTo>
                  <a:pt x="321169" y="41144"/>
                </a:lnTo>
                <a:lnTo>
                  <a:pt x="320221" y="41588"/>
                </a:lnTo>
                <a:lnTo>
                  <a:pt x="319286" y="42052"/>
                </a:lnTo>
                <a:lnTo>
                  <a:pt x="318363" y="42537"/>
                </a:lnTo>
                <a:lnTo>
                  <a:pt x="317455" y="43041"/>
                </a:lnTo>
                <a:lnTo>
                  <a:pt x="316564" y="43564"/>
                </a:lnTo>
                <a:lnTo>
                  <a:pt x="315691" y="44105"/>
                </a:lnTo>
                <a:lnTo>
                  <a:pt x="314835" y="44666"/>
                </a:lnTo>
                <a:lnTo>
                  <a:pt x="313996" y="45245"/>
                </a:lnTo>
                <a:lnTo>
                  <a:pt x="313175" y="45842"/>
                </a:lnTo>
                <a:lnTo>
                  <a:pt x="312371" y="46459"/>
                </a:lnTo>
                <a:lnTo>
                  <a:pt x="311584" y="47094"/>
                </a:lnTo>
                <a:lnTo>
                  <a:pt x="310814" y="47748"/>
                </a:lnTo>
                <a:lnTo>
                  <a:pt x="310062" y="48421"/>
                </a:lnTo>
                <a:lnTo>
                  <a:pt x="309327" y="49112"/>
                </a:lnTo>
                <a:lnTo>
                  <a:pt x="308609" y="49822"/>
                </a:lnTo>
                <a:lnTo>
                  <a:pt x="307909" y="50551"/>
                </a:lnTo>
                <a:lnTo>
                  <a:pt x="307226" y="51299"/>
                </a:lnTo>
                <a:lnTo>
                  <a:pt x="306560" y="52065"/>
                </a:lnTo>
                <a:lnTo>
                  <a:pt x="305912" y="52850"/>
                </a:lnTo>
                <a:lnTo>
                  <a:pt x="305281" y="53654"/>
                </a:lnTo>
                <a:lnTo>
                  <a:pt x="304667" y="54477"/>
                </a:lnTo>
                <a:lnTo>
                  <a:pt x="304070" y="55318"/>
                </a:lnTo>
                <a:lnTo>
                  <a:pt x="303491" y="56178"/>
                </a:lnTo>
                <a:lnTo>
                  <a:pt x="302929" y="57057"/>
                </a:lnTo>
                <a:lnTo>
                  <a:pt x="302384" y="57954"/>
                </a:lnTo>
                <a:lnTo>
                  <a:pt x="301857" y="58870"/>
                </a:lnTo>
                <a:lnTo>
                  <a:pt x="301347" y="59805"/>
                </a:lnTo>
                <a:lnTo>
                  <a:pt x="300856" y="60758"/>
                </a:lnTo>
                <a:lnTo>
                  <a:pt x="300386" y="61727"/>
                </a:lnTo>
                <a:lnTo>
                  <a:pt x="299937" y="62713"/>
                </a:lnTo>
                <a:lnTo>
                  <a:pt x="299508" y="63716"/>
                </a:lnTo>
                <a:lnTo>
                  <a:pt x="299101" y="64736"/>
                </a:lnTo>
                <a:lnTo>
                  <a:pt x="298714" y="65772"/>
                </a:lnTo>
                <a:lnTo>
                  <a:pt x="298349" y="66825"/>
                </a:lnTo>
                <a:lnTo>
                  <a:pt x="298004" y="67895"/>
                </a:lnTo>
                <a:lnTo>
                  <a:pt x="297680" y="68982"/>
                </a:lnTo>
                <a:lnTo>
                  <a:pt x="297377" y="70086"/>
                </a:lnTo>
                <a:lnTo>
                  <a:pt x="297095" y="71206"/>
                </a:lnTo>
                <a:lnTo>
                  <a:pt x="296834" y="72344"/>
                </a:lnTo>
                <a:lnTo>
                  <a:pt x="296594" y="73498"/>
                </a:lnTo>
                <a:lnTo>
                  <a:pt x="296374" y="74669"/>
                </a:lnTo>
                <a:lnTo>
                  <a:pt x="296176" y="75856"/>
                </a:lnTo>
                <a:lnTo>
                  <a:pt x="295998" y="77061"/>
                </a:lnTo>
                <a:lnTo>
                  <a:pt x="295842" y="78282"/>
                </a:lnTo>
                <a:lnTo>
                  <a:pt x="295706" y="79520"/>
                </a:lnTo>
                <a:lnTo>
                  <a:pt x="295591" y="80775"/>
                </a:lnTo>
                <a:lnTo>
                  <a:pt x="295497" y="82047"/>
                </a:lnTo>
                <a:lnTo>
                  <a:pt x="295424" y="83336"/>
                </a:lnTo>
                <a:lnTo>
                  <a:pt x="295371" y="84641"/>
                </a:lnTo>
                <a:lnTo>
                  <a:pt x="295340" y="85963"/>
                </a:lnTo>
                <a:lnTo>
                  <a:pt x="295330" y="87302"/>
                </a:lnTo>
                <a:lnTo>
                  <a:pt x="295340" y="88617"/>
                </a:lnTo>
                <a:lnTo>
                  <a:pt x="295371" y="89915"/>
                </a:lnTo>
                <a:lnTo>
                  <a:pt x="295424" y="91197"/>
                </a:lnTo>
                <a:lnTo>
                  <a:pt x="295497" y="92462"/>
                </a:lnTo>
                <a:lnTo>
                  <a:pt x="295591" y="93712"/>
                </a:lnTo>
                <a:lnTo>
                  <a:pt x="295706" y="94945"/>
                </a:lnTo>
                <a:lnTo>
                  <a:pt x="295842" y="96162"/>
                </a:lnTo>
                <a:lnTo>
                  <a:pt x="295998" y="97362"/>
                </a:lnTo>
                <a:lnTo>
                  <a:pt x="296176" y="98546"/>
                </a:lnTo>
                <a:lnTo>
                  <a:pt x="296374" y="99714"/>
                </a:lnTo>
                <a:lnTo>
                  <a:pt x="296594" y="100866"/>
                </a:lnTo>
                <a:lnTo>
                  <a:pt x="296834" y="102001"/>
                </a:lnTo>
                <a:lnTo>
                  <a:pt x="297095" y="103120"/>
                </a:lnTo>
                <a:lnTo>
                  <a:pt x="297377" y="104223"/>
                </a:lnTo>
                <a:lnTo>
                  <a:pt x="297680" y="105310"/>
                </a:lnTo>
                <a:lnTo>
                  <a:pt x="298004" y="106380"/>
                </a:lnTo>
                <a:lnTo>
                  <a:pt x="298349" y="107434"/>
                </a:lnTo>
                <a:lnTo>
                  <a:pt x="298714" y="108471"/>
                </a:lnTo>
                <a:lnTo>
                  <a:pt x="299101" y="109493"/>
                </a:lnTo>
                <a:lnTo>
                  <a:pt x="299508" y="110498"/>
                </a:lnTo>
                <a:lnTo>
                  <a:pt x="299937" y="111486"/>
                </a:lnTo>
                <a:lnTo>
                  <a:pt x="300386" y="112459"/>
                </a:lnTo>
                <a:lnTo>
                  <a:pt x="300856" y="113415"/>
                </a:lnTo>
                <a:lnTo>
                  <a:pt x="301347" y="114355"/>
                </a:lnTo>
                <a:lnTo>
                  <a:pt x="301857" y="115277"/>
                </a:lnTo>
                <a:lnTo>
                  <a:pt x="302384" y="116181"/>
                </a:lnTo>
                <a:lnTo>
                  <a:pt x="302929" y="117067"/>
                </a:lnTo>
                <a:lnTo>
                  <a:pt x="303491" y="117934"/>
                </a:lnTo>
                <a:lnTo>
                  <a:pt x="304070" y="118783"/>
                </a:lnTo>
                <a:lnTo>
                  <a:pt x="304667" y="119613"/>
                </a:lnTo>
                <a:lnTo>
                  <a:pt x="305281" y="120425"/>
                </a:lnTo>
                <a:lnTo>
                  <a:pt x="305912" y="121219"/>
                </a:lnTo>
                <a:lnTo>
                  <a:pt x="306560" y="121994"/>
                </a:lnTo>
                <a:lnTo>
                  <a:pt x="307226" y="122752"/>
                </a:lnTo>
                <a:lnTo>
                  <a:pt x="307909" y="123490"/>
                </a:lnTo>
                <a:lnTo>
                  <a:pt x="308609" y="124211"/>
                </a:lnTo>
                <a:lnTo>
                  <a:pt x="309327" y="124913"/>
                </a:lnTo>
                <a:lnTo>
                  <a:pt x="310062" y="125596"/>
                </a:lnTo>
                <a:lnTo>
                  <a:pt x="310814" y="126262"/>
                </a:lnTo>
                <a:lnTo>
                  <a:pt x="311584" y="126909"/>
                </a:lnTo>
                <a:lnTo>
                  <a:pt x="312371" y="127537"/>
                </a:lnTo>
                <a:lnTo>
                  <a:pt x="313175" y="128147"/>
                </a:lnTo>
                <a:lnTo>
                  <a:pt x="313996" y="128739"/>
                </a:lnTo>
                <a:lnTo>
                  <a:pt x="314835" y="129313"/>
                </a:lnTo>
                <a:lnTo>
                  <a:pt x="315691" y="129868"/>
                </a:lnTo>
                <a:lnTo>
                  <a:pt x="316564" y="130405"/>
                </a:lnTo>
                <a:lnTo>
                  <a:pt x="317455" y="130923"/>
                </a:lnTo>
                <a:lnTo>
                  <a:pt x="318363" y="131423"/>
                </a:lnTo>
                <a:lnTo>
                  <a:pt x="319286" y="131904"/>
                </a:lnTo>
                <a:lnTo>
                  <a:pt x="320221" y="132364"/>
                </a:lnTo>
                <a:lnTo>
                  <a:pt x="321169" y="132803"/>
                </a:lnTo>
                <a:lnTo>
                  <a:pt x="322129" y="133222"/>
                </a:lnTo>
                <a:lnTo>
                  <a:pt x="323102" y="133621"/>
                </a:lnTo>
                <a:lnTo>
                  <a:pt x="324087" y="133999"/>
                </a:lnTo>
                <a:lnTo>
                  <a:pt x="325085" y="134357"/>
                </a:lnTo>
                <a:lnTo>
                  <a:pt x="326095" y="134694"/>
                </a:lnTo>
                <a:lnTo>
                  <a:pt x="327118" y="135011"/>
                </a:lnTo>
                <a:lnTo>
                  <a:pt x="328153" y="135307"/>
                </a:lnTo>
                <a:lnTo>
                  <a:pt x="329201" y="135583"/>
                </a:lnTo>
                <a:lnTo>
                  <a:pt x="330262" y="135839"/>
                </a:lnTo>
                <a:lnTo>
                  <a:pt x="331334" y="136074"/>
                </a:lnTo>
                <a:lnTo>
                  <a:pt x="332420" y="136289"/>
                </a:lnTo>
                <a:lnTo>
                  <a:pt x="333518" y="136483"/>
                </a:lnTo>
                <a:lnTo>
                  <a:pt x="334628" y="136657"/>
                </a:lnTo>
                <a:lnTo>
                  <a:pt x="335751" y="136810"/>
                </a:lnTo>
                <a:lnTo>
                  <a:pt x="336886" y="136943"/>
                </a:lnTo>
                <a:lnTo>
                  <a:pt x="338034" y="137055"/>
                </a:lnTo>
                <a:lnTo>
                  <a:pt x="339194" y="137147"/>
                </a:lnTo>
                <a:lnTo>
                  <a:pt x="340367" y="137219"/>
                </a:lnTo>
                <a:lnTo>
                  <a:pt x="341552" y="137270"/>
                </a:lnTo>
                <a:lnTo>
                  <a:pt x="342750" y="137301"/>
                </a:lnTo>
                <a:lnTo>
                  <a:pt x="343961" y="137311"/>
                </a:lnTo>
                <a:lnTo>
                  <a:pt x="345187" y="137301"/>
                </a:lnTo>
                <a:lnTo>
                  <a:pt x="346400" y="137270"/>
                </a:lnTo>
                <a:lnTo>
                  <a:pt x="347600" y="137219"/>
                </a:lnTo>
                <a:lnTo>
                  <a:pt x="348787" y="137147"/>
                </a:lnTo>
                <a:close/>
                <a:moveTo>
                  <a:pt x="341266" y="117272"/>
                </a:moveTo>
                <a:lnTo>
                  <a:pt x="340623" y="117208"/>
                </a:lnTo>
                <a:lnTo>
                  <a:pt x="339993" y="117130"/>
                </a:lnTo>
                <a:lnTo>
                  <a:pt x="339376" y="117038"/>
                </a:lnTo>
                <a:lnTo>
                  <a:pt x="338771" y="116932"/>
                </a:lnTo>
                <a:lnTo>
                  <a:pt x="338178" y="116812"/>
                </a:lnTo>
                <a:lnTo>
                  <a:pt x="337598" y="116678"/>
                </a:lnTo>
                <a:lnTo>
                  <a:pt x="337031" y="116529"/>
                </a:lnTo>
                <a:lnTo>
                  <a:pt x="336476" y="116366"/>
                </a:lnTo>
                <a:lnTo>
                  <a:pt x="335934" y="116189"/>
                </a:lnTo>
                <a:lnTo>
                  <a:pt x="335404" y="115998"/>
                </a:lnTo>
                <a:lnTo>
                  <a:pt x="334886" y="115793"/>
                </a:lnTo>
                <a:lnTo>
                  <a:pt x="334381" y="115574"/>
                </a:lnTo>
                <a:lnTo>
                  <a:pt x="333889" y="115340"/>
                </a:lnTo>
                <a:lnTo>
                  <a:pt x="333409" y="115093"/>
                </a:lnTo>
                <a:lnTo>
                  <a:pt x="332941" y="114831"/>
                </a:lnTo>
                <a:lnTo>
                  <a:pt x="332486" y="114555"/>
                </a:lnTo>
                <a:lnTo>
                  <a:pt x="332044" y="114265"/>
                </a:lnTo>
                <a:lnTo>
                  <a:pt x="331614" y="113961"/>
                </a:lnTo>
                <a:lnTo>
                  <a:pt x="331197" y="113642"/>
                </a:lnTo>
                <a:lnTo>
                  <a:pt x="330792" y="113310"/>
                </a:lnTo>
                <a:lnTo>
                  <a:pt x="330398" y="112965"/>
                </a:lnTo>
                <a:lnTo>
                  <a:pt x="330014" y="112611"/>
                </a:lnTo>
                <a:lnTo>
                  <a:pt x="329640" y="112248"/>
                </a:lnTo>
                <a:lnTo>
                  <a:pt x="329275" y="111875"/>
                </a:lnTo>
                <a:lnTo>
                  <a:pt x="328920" y="111492"/>
                </a:lnTo>
                <a:lnTo>
                  <a:pt x="328575" y="111099"/>
                </a:lnTo>
                <a:lnTo>
                  <a:pt x="328240" y="110697"/>
                </a:lnTo>
                <a:lnTo>
                  <a:pt x="327915" y="110286"/>
                </a:lnTo>
                <a:lnTo>
                  <a:pt x="327599" y="109865"/>
                </a:lnTo>
                <a:lnTo>
                  <a:pt x="327293" y="109434"/>
                </a:lnTo>
                <a:lnTo>
                  <a:pt x="326997" y="108993"/>
                </a:lnTo>
                <a:lnTo>
                  <a:pt x="326710" y="108543"/>
                </a:lnTo>
                <a:lnTo>
                  <a:pt x="326434" y="108084"/>
                </a:lnTo>
                <a:lnTo>
                  <a:pt x="326167" y="107615"/>
                </a:lnTo>
                <a:lnTo>
                  <a:pt x="325910" y="107136"/>
                </a:lnTo>
                <a:lnTo>
                  <a:pt x="325662" y="106647"/>
                </a:lnTo>
                <a:lnTo>
                  <a:pt x="325425" y="106149"/>
                </a:lnTo>
                <a:lnTo>
                  <a:pt x="325197" y="105642"/>
                </a:lnTo>
                <a:lnTo>
                  <a:pt x="324979" y="105124"/>
                </a:lnTo>
                <a:lnTo>
                  <a:pt x="324770" y="104598"/>
                </a:lnTo>
                <a:lnTo>
                  <a:pt x="324572" y="104061"/>
                </a:lnTo>
                <a:lnTo>
                  <a:pt x="324383" y="103515"/>
                </a:lnTo>
                <a:lnTo>
                  <a:pt x="324204" y="102960"/>
                </a:lnTo>
                <a:lnTo>
                  <a:pt x="324035" y="102394"/>
                </a:lnTo>
                <a:lnTo>
                  <a:pt x="323874" y="101822"/>
                </a:lnTo>
                <a:lnTo>
                  <a:pt x="323720" y="101245"/>
                </a:lnTo>
                <a:lnTo>
                  <a:pt x="323572" y="100662"/>
                </a:lnTo>
                <a:lnTo>
                  <a:pt x="323432" y="100075"/>
                </a:lnTo>
                <a:lnTo>
                  <a:pt x="323298" y="99483"/>
                </a:lnTo>
                <a:lnTo>
                  <a:pt x="323172" y="98886"/>
                </a:lnTo>
                <a:lnTo>
                  <a:pt x="323052" y="98284"/>
                </a:lnTo>
                <a:lnTo>
                  <a:pt x="322939" y="97678"/>
                </a:lnTo>
                <a:lnTo>
                  <a:pt x="322833" y="97066"/>
                </a:lnTo>
                <a:lnTo>
                  <a:pt x="322733" y="96450"/>
                </a:lnTo>
                <a:lnTo>
                  <a:pt x="322641" y="95828"/>
                </a:lnTo>
                <a:lnTo>
                  <a:pt x="322555" y="95202"/>
                </a:lnTo>
                <a:lnTo>
                  <a:pt x="322476" y="94571"/>
                </a:lnTo>
                <a:lnTo>
                  <a:pt x="322404" y="93935"/>
                </a:lnTo>
                <a:lnTo>
                  <a:pt x="322339" y="93294"/>
                </a:lnTo>
                <a:lnTo>
                  <a:pt x="322281" y="92648"/>
                </a:lnTo>
                <a:lnTo>
                  <a:pt x="322230" y="91997"/>
                </a:lnTo>
                <a:lnTo>
                  <a:pt x="322185" y="91342"/>
                </a:lnTo>
                <a:lnTo>
                  <a:pt x="322147" y="90681"/>
                </a:lnTo>
                <a:lnTo>
                  <a:pt x="322117" y="90016"/>
                </a:lnTo>
                <a:lnTo>
                  <a:pt x="322093" y="89345"/>
                </a:lnTo>
                <a:lnTo>
                  <a:pt x="322076" y="88670"/>
                </a:lnTo>
                <a:lnTo>
                  <a:pt x="322065" y="87990"/>
                </a:lnTo>
                <a:lnTo>
                  <a:pt x="322062" y="87305"/>
                </a:lnTo>
                <a:lnTo>
                  <a:pt x="322065" y="86603"/>
                </a:lnTo>
                <a:lnTo>
                  <a:pt x="322076" y="85907"/>
                </a:lnTo>
                <a:lnTo>
                  <a:pt x="322093" y="85216"/>
                </a:lnTo>
                <a:lnTo>
                  <a:pt x="322117" y="84530"/>
                </a:lnTo>
                <a:lnTo>
                  <a:pt x="322147" y="83849"/>
                </a:lnTo>
                <a:lnTo>
                  <a:pt x="322185" y="83173"/>
                </a:lnTo>
                <a:lnTo>
                  <a:pt x="322230" y="82503"/>
                </a:lnTo>
                <a:lnTo>
                  <a:pt x="322281" y="81838"/>
                </a:lnTo>
                <a:lnTo>
                  <a:pt x="322339" y="81178"/>
                </a:lnTo>
                <a:lnTo>
                  <a:pt x="322404" y="80524"/>
                </a:lnTo>
                <a:lnTo>
                  <a:pt x="322476" y="79874"/>
                </a:lnTo>
                <a:lnTo>
                  <a:pt x="322555" y="79230"/>
                </a:lnTo>
                <a:lnTo>
                  <a:pt x="322641" y="78591"/>
                </a:lnTo>
                <a:lnTo>
                  <a:pt x="322733" y="77958"/>
                </a:lnTo>
                <a:lnTo>
                  <a:pt x="322833" y="77330"/>
                </a:lnTo>
                <a:lnTo>
                  <a:pt x="322939" y="76706"/>
                </a:lnTo>
                <a:lnTo>
                  <a:pt x="323052" y="76089"/>
                </a:lnTo>
                <a:lnTo>
                  <a:pt x="323172" y="75476"/>
                </a:lnTo>
                <a:lnTo>
                  <a:pt x="323298" y="74869"/>
                </a:lnTo>
                <a:lnTo>
                  <a:pt x="323432" y="74267"/>
                </a:lnTo>
                <a:lnTo>
                  <a:pt x="323572" y="73670"/>
                </a:lnTo>
                <a:lnTo>
                  <a:pt x="323720" y="73078"/>
                </a:lnTo>
                <a:lnTo>
                  <a:pt x="323874" y="72492"/>
                </a:lnTo>
                <a:lnTo>
                  <a:pt x="324035" y="71911"/>
                </a:lnTo>
                <a:lnTo>
                  <a:pt x="324204" y="71337"/>
                </a:lnTo>
                <a:lnTo>
                  <a:pt x="324383" y="70773"/>
                </a:lnTo>
                <a:lnTo>
                  <a:pt x="324572" y="70219"/>
                </a:lnTo>
                <a:lnTo>
                  <a:pt x="324770" y="69675"/>
                </a:lnTo>
                <a:lnTo>
                  <a:pt x="324979" y="69140"/>
                </a:lnTo>
                <a:lnTo>
                  <a:pt x="325197" y="68616"/>
                </a:lnTo>
                <a:lnTo>
                  <a:pt x="325425" y="68101"/>
                </a:lnTo>
                <a:lnTo>
                  <a:pt x="325662" y="67596"/>
                </a:lnTo>
                <a:lnTo>
                  <a:pt x="325910" y="67100"/>
                </a:lnTo>
                <a:lnTo>
                  <a:pt x="326167" y="66615"/>
                </a:lnTo>
                <a:lnTo>
                  <a:pt x="326434" y="66139"/>
                </a:lnTo>
                <a:lnTo>
                  <a:pt x="326710" y="65673"/>
                </a:lnTo>
                <a:lnTo>
                  <a:pt x="326997" y="65217"/>
                </a:lnTo>
                <a:lnTo>
                  <a:pt x="327293" y="64770"/>
                </a:lnTo>
                <a:lnTo>
                  <a:pt x="327599" y="64334"/>
                </a:lnTo>
                <a:lnTo>
                  <a:pt x="327915" y="63907"/>
                </a:lnTo>
                <a:lnTo>
                  <a:pt x="328240" y="63490"/>
                </a:lnTo>
                <a:lnTo>
                  <a:pt x="328575" y="63082"/>
                </a:lnTo>
                <a:lnTo>
                  <a:pt x="328920" y="62685"/>
                </a:lnTo>
                <a:lnTo>
                  <a:pt x="329275" y="62297"/>
                </a:lnTo>
                <a:lnTo>
                  <a:pt x="329640" y="61919"/>
                </a:lnTo>
                <a:lnTo>
                  <a:pt x="330014" y="61551"/>
                </a:lnTo>
                <a:lnTo>
                  <a:pt x="330398" y="61193"/>
                </a:lnTo>
                <a:lnTo>
                  <a:pt x="330792" y="60844"/>
                </a:lnTo>
                <a:lnTo>
                  <a:pt x="331197" y="60508"/>
                </a:lnTo>
                <a:lnTo>
                  <a:pt x="331614" y="60185"/>
                </a:lnTo>
                <a:lnTo>
                  <a:pt x="332044" y="59877"/>
                </a:lnTo>
                <a:lnTo>
                  <a:pt x="332486" y="59584"/>
                </a:lnTo>
                <a:lnTo>
                  <a:pt x="332941" y="59305"/>
                </a:lnTo>
                <a:lnTo>
                  <a:pt x="333409" y="59040"/>
                </a:lnTo>
                <a:lnTo>
                  <a:pt x="333889" y="58789"/>
                </a:lnTo>
                <a:lnTo>
                  <a:pt x="334381" y="58553"/>
                </a:lnTo>
                <a:lnTo>
                  <a:pt x="334886" y="58331"/>
                </a:lnTo>
                <a:lnTo>
                  <a:pt x="335404" y="58123"/>
                </a:lnTo>
                <a:lnTo>
                  <a:pt x="335934" y="57930"/>
                </a:lnTo>
                <a:lnTo>
                  <a:pt x="336476" y="57751"/>
                </a:lnTo>
                <a:lnTo>
                  <a:pt x="337031" y="57586"/>
                </a:lnTo>
                <a:lnTo>
                  <a:pt x="337598" y="57436"/>
                </a:lnTo>
                <a:lnTo>
                  <a:pt x="338178" y="57300"/>
                </a:lnTo>
                <a:lnTo>
                  <a:pt x="338771" y="57178"/>
                </a:lnTo>
                <a:lnTo>
                  <a:pt x="339376" y="57071"/>
                </a:lnTo>
                <a:lnTo>
                  <a:pt x="339993" y="56977"/>
                </a:lnTo>
                <a:lnTo>
                  <a:pt x="340623" y="56899"/>
                </a:lnTo>
                <a:lnTo>
                  <a:pt x="341266" y="56834"/>
                </a:lnTo>
                <a:lnTo>
                  <a:pt x="341921" y="56784"/>
                </a:lnTo>
                <a:lnTo>
                  <a:pt x="342588" y="56748"/>
                </a:lnTo>
                <a:lnTo>
                  <a:pt x="343268" y="56727"/>
                </a:lnTo>
                <a:lnTo>
                  <a:pt x="343961" y="56720"/>
                </a:lnTo>
                <a:lnTo>
                  <a:pt x="344669" y="56727"/>
                </a:lnTo>
                <a:lnTo>
                  <a:pt x="345365" y="56748"/>
                </a:lnTo>
                <a:lnTo>
                  <a:pt x="346048" y="56784"/>
                </a:lnTo>
                <a:lnTo>
                  <a:pt x="346718" y="56834"/>
                </a:lnTo>
                <a:lnTo>
                  <a:pt x="347376" y="56899"/>
                </a:lnTo>
                <a:lnTo>
                  <a:pt x="348020" y="56977"/>
                </a:lnTo>
                <a:lnTo>
                  <a:pt x="348652" y="57071"/>
                </a:lnTo>
                <a:lnTo>
                  <a:pt x="349271" y="57178"/>
                </a:lnTo>
                <a:lnTo>
                  <a:pt x="349877" y="57300"/>
                </a:lnTo>
                <a:lnTo>
                  <a:pt x="350470" y="57436"/>
                </a:lnTo>
                <a:lnTo>
                  <a:pt x="351050" y="57586"/>
                </a:lnTo>
                <a:lnTo>
                  <a:pt x="351618" y="57751"/>
                </a:lnTo>
                <a:lnTo>
                  <a:pt x="352172" y="57930"/>
                </a:lnTo>
                <a:lnTo>
                  <a:pt x="352714" y="58123"/>
                </a:lnTo>
                <a:lnTo>
                  <a:pt x="353243" y="58331"/>
                </a:lnTo>
                <a:lnTo>
                  <a:pt x="353759" y="58553"/>
                </a:lnTo>
                <a:lnTo>
                  <a:pt x="354262" y="58789"/>
                </a:lnTo>
                <a:lnTo>
                  <a:pt x="354753" y="59040"/>
                </a:lnTo>
                <a:lnTo>
                  <a:pt x="355230" y="59305"/>
                </a:lnTo>
                <a:lnTo>
                  <a:pt x="355695" y="59584"/>
                </a:lnTo>
                <a:lnTo>
                  <a:pt x="356147" y="59877"/>
                </a:lnTo>
                <a:lnTo>
                  <a:pt x="356586" y="60185"/>
                </a:lnTo>
                <a:lnTo>
                  <a:pt x="357012" y="60508"/>
                </a:lnTo>
                <a:lnTo>
                  <a:pt x="357425" y="60844"/>
                </a:lnTo>
                <a:lnTo>
                  <a:pt x="357827" y="61193"/>
                </a:lnTo>
                <a:lnTo>
                  <a:pt x="358219" y="61551"/>
                </a:lnTo>
                <a:lnTo>
                  <a:pt x="358601" y="61919"/>
                </a:lnTo>
                <a:lnTo>
                  <a:pt x="358973" y="62297"/>
                </a:lnTo>
                <a:lnTo>
                  <a:pt x="359336" y="62685"/>
                </a:lnTo>
                <a:lnTo>
                  <a:pt x="359688" y="63082"/>
                </a:lnTo>
                <a:lnTo>
                  <a:pt x="360030" y="63490"/>
                </a:lnTo>
                <a:lnTo>
                  <a:pt x="360363" y="63907"/>
                </a:lnTo>
                <a:lnTo>
                  <a:pt x="360685" y="64334"/>
                </a:lnTo>
                <a:lnTo>
                  <a:pt x="360998" y="64770"/>
                </a:lnTo>
                <a:lnTo>
                  <a:pt x="361300" y="65217"/>
                </a:lnTo>
                <a:lnTo>
                  <a:pt x="361593" y="65673"/>
                </a:lnTo>
                <a:lnTo>
                  <a:pt x="361876" y="66139"/>
                </a:lnTo>
                <a:lnTo>
                  <a:pt x="362149" y="66615"/>
                </a:lnTo>
                <a:lnTo>
                  <a:pt x="362411" y="67100"/>
                </a:lnTo>
                <a:lnTo>
                  <a:pt x="362664" y="67596"/>
                </a:lnTo>
                <a:lnTo>
                  <a:pt x="362907" y="68101"/>
                </a:lnTo>
                <a:lnTo>
                  <a:pt x="363140" y="68616"/>
                </a:lnTo>
                <a:lnTo>
                  <a:pt x="363364" y="69140"/>
                </a:lnTo>
                <a:lnTo>
                  <a:pt x="363577" y="69675"/>
                </a:lnTo>
                <a:lnTo>
                  <a:pt x="363780" y="70219"/>
                </a:lnTo>
                <a:lnTo>
                  <a:pt x="363973" y="70773"/>
                </a:lnTo>
                <a:lnTo>
                  <a:pt x="364157" y="71337"/>
                </a:lnTo>
                <a:lnTo>
                  <a:pt x="364330" y="71911"/>
                </a:lnTo>
                <a:lnTo>
                  <a:pt x="364495" y="72492"/>
                </a:lnTo>
                <a:lnTo>
                  <a:pt x="364653" y="73078"/>
                </a:lnTo>
                <a:lnTo>
                  <a:pt x="364804" y="73670"/>
                </a:lnTo>
                <a:lnTo>
                  <a:pt x="364948" y="74267"/>
                </a:lnTo>
                <a:lnTo>
                  <a:pt x="365085" y="74869"/>
                </a:lnTo>
                <a:lnTo>
                  <a:pt x="365215" y="75476"/>
                </a:lnTo>
                <a:lnTo>
                  <a:pt x="365338" y="76089"/>
                </a:lnTo>
                <a:lnTo>
                  <a:pt x="365454" y="76706"/>
                </a:lnTo>
                <a:lnTo>
                  <a:pt x="365563" y="77330"/>
                </a:lnTo>
                <a:lnTo>
                  <a:pt x="365664" y="77958"/>
                </a:lnTo>
                <a:lnTo>
                  <a:pt x="365759" y="78591"/>
                </a:lnTo>
                <a:lnTo>
                  <a:pt x="365847" y="79230"/>
                </a:lnTo>
                <a:lnTo>
                  <a:pt x="365928" y="79874"/>
                </a:lnTo>
                <a:lnTo>
                  <a:pt x="366001" y="80524"/>
                </a:lnTo>
                <a:lnTo>
                  <a:pt x="366068" y="81178"/>
                </a:lnTo>
                <a:lnTo>
                  <a:pt x="366128" y="81838"/>
                </a:lnTo>
                <a:lnTo>
                  <a:pt x="366180" y="82503"/>
                </a:lnTo>
                <a:lnTo>
                  <a:pt x="366226" y="83173"/>
                </a:lnTo>
                <a:lnTo>
                  <a:pt x="366265" y="83849"/>
                </a:lnTo>
                <a:lnTo>
                  <a:pt x="366296" y="84530"/>
                </a:lnTo>
                <a:lnTo>
                  <a:pt x="366321" y="85216"/>
                </a:lnTo>
                <a:lnTo>
                  <a:pt x="366338" y="85907"/>
                </a:lnTo>
                <a:lnTo>
                  <a:pt x="366349" y="86603"/>
                </a:lnTo>
                <a:lnTo>
                  <a:pt x="366353" y="87305"/>
                </a:lnTo>
                <a:lnTo>
                  <a:pt x="366349" y="87990"/>
                </a:lnTo>
                <a:lnTo>
                  <a:pt x="366338" y="88670"/>
                </a:lnTo>
                <a:lnTo>
                  <a:pt x="366321" y="89345"/>
                </a:lnTo>
                <a:lnTo>
                  <a:pt x="366296" y="90016"/>
                </a:lnTo>
                <a:lnTo>
                  <a:pt x="366265" y="90681"/>
                </a:lnTo>
                <a:lnTo>
                  <a:pt x="366226" y="91342"/>
                </a:lnTo>
                <a:lnTo>
                  <a:pt x="366180" y="91997"/>
                </a:lnTo>
                <a:lnTo>
                  <a:pt x="366128" y="92648"/>
                </a:lnTo>
                <a:lnTo>
                  <a:pt x="366068" y="93294"/>
                </a:lnTo>
                <a:lnTo>
                  <a:pt x="366001" y="93935"/>
                </a:lnTo>
                <a:lnTo>
                  <a:pt x="365928" y="94571"/>
                </a:lnTo>
                <a:lnTo>
                  <a:pt x="365847" y="95202"/>
                </a:lnTo>
                <a:lnTo>
                  <a:pt x="365759" y="95828"/>
                </a:lnTo>
                <a:lnTo>
                  <a:pt x="365664" y="96450"/>
                </a:lnTo>
                <a:lnTo>
                  <a:pt x="365563" y="97066"/>
                </a:lnTo>
                <a:lnTo>
                  <a:pt x="365454" y="97678"/>
                </a:lnTo>
                <a:lnTo>
                  <a:pt x="365338" y="98284"/>
                </a:lnTo>
                <a:lnTo>
                  <a:pt x="365215" y="98886"/>
                </a:lnTo>
                <a:lnTo>
                  <a:pt x="365085" y="99483"/>
                </a:lnTo>
                <a:lnTo>
                  <a:pt x="364948" y="100075"/>
                </a:lnTo>
                <a:lnTo>
                  <a:pt x="364804" y="100662"/>
                </a:lnTo>
                <a:lnTo>
                  <a:pt x="364653" y="101245"/>
                </a:lnTo>
                <a:lnTo>
                  <a:pt x="364495" y="101822"/>
                </a:lnTo>
                <a:lnTo>
                  <a:pt x="364330" y="102394"/>
                </a:lnTo>
                <a:lnTo>
                  <a:pt x="364157" y="102960"/>
                </a:lnTo>
                <a:lnTo>
                  <a:pt x="363973" y="103515"/>
                </a:lnTo>
                <a:lnTo>
                  <a:pt x="363780" y="104061"/>
                </a:lnTo>
                <a:lnTo>
                  <a:pt x="363577" y="104598"/>
                </a:lnTo>
                <a:lnTo>
                  <a:pt x="363364" y="105124"/>
                </a:lnTo>
                <a:lnTo>
                  <a:pt x="363140" y="105642"/>
                </a:lnTo>
                <a:lnTo>
                  <a:pt x="362907" y="106149"/>
                </a:lnTo>
                <a:lnTo>
                  <a:pt x="362664" y="106647"/>
                </a:lnTo>
                <a:lnTo>
                  <a:pt x="362411" y="107136"/>
                </a:lnTo>
                <a:lnTo>
                  <a:pt x="362149" y="107615"/>
                </a:lnTo>
                <a:lnTo>
                  <a:pt x="361876" y="108084"/>
                </a:lnTo>
                <a:lnTo>
                  <a:pt x="361593" y="108543"/>
                </a:lnTo>
                <a:lnTo>
                  <a:pt x="361300" y="108993"/>
                </a:lnTo>
                <a:lnTo>
                  <a:pt x="360998" y="109434"/>
                </a:lnTo>
                <a:lnTo>
                  <a:pt x="360685" y="109865"/>
                </a:lnTo>
                <a:lnTo>
                  <a:pt x="360363" y="110286"/>
                </a:lnTo>
                <a:lnTo>
                  <a:pt x="360030" y="110697"/>
                </a:lnTo>
                <a:lnTo>
                  <a:pt x="359688" y="111099"/>
                </a:lnTo>
                <a:lnTo>
                  <a:pt x="359336" y="111492"/>
                </a:lnTo>
                <a:lnTo>
                  <a:pt x="358973" y="111875"/>
                </a:lnTo>
                <a:lnTo>
                  <a:pt x="358601" y="112248"/>
                </a:lnTo>
                <a:lnTo>
                  <a:pt x="358219" y="112611"/>
                </a:lnTo>
                <a:lnTo>
                  <a:pt x="357827" y="112965"/>
                </a:lnTo>
                <a:lnTo>
                  <a:pt x="357425" y="113310"/>
                </a:lnTo>
                <a:lnTo>
                  <a:pt x="357012" y="113642"/>
                </a:lnTo>
                <a:lnTo>
                  <a:pt x="356586" y="113961"/>
                </a:lnTo>
                <a:lnTo>
                  <a:pt x="356147" y="114265"/>
                </a:lnTo>
                <a:lnTo>
                  <a:pt x="355695" y="114555"/>
                </a:lnTo>
                <a:lnTo>
                  <a:pt x="355230" y="114831"/>
                </a:lnTo>
                <a:lnTo>
                  <a:pt x="354753" y="115093"/>
                </a:lnTo>
                <a:lnTo>
                  <a:pt x="354262" y="115340"/>
                </a:lnTo>
                <a:lnTo>
                  <a:pt x="353759" y="115574"/>
                </a:lnTo>
                <a:lnTo>
                  <a:pt x="353243" y="115793"/>
                </a:lnTo>
                <a:lnTo>
                  <a:pt x="352714" y="115998"/>
                </a:lnTo>
                <a:lnTo>
                  <a:pt x="352172" y="116189"/>
                </a:lnTo>
                <a:lnTo>
                  <a:pt x="351618" y="116366"/>
                </a:lnTo>
                <a:lnTo>
                  <a:pt x="351050" y="116529"/>
                </a:lnTo>
                <a:lnTo>
                  <a:pt x="350470" y="116678"/>
                </a:lnTo>
                <a:lnTo>
                  <a:pt x="349877" y="116812"/>
                </a:lnTo>
                <a:lnTo>
                  <a:pt x="349271" y="116932"/>
                </a:lnTo>
                <a:lnTo>
                  <a:pt x="348652" y="117038"/>
                </a:lnTo>
                <a:lnTo>
                  <a:pt x="348020" y="117130"/>
                </a:lnTo>
                <a:lnTo>
                  <a:pt x="347376" y="117208"/>
                </a:lnTo>
                <a:lnTo>
                  <a:pt x="346718" y="117272"/>
                </a:lnTo>
                <a:lnTo>
                  <a:pt x="346048" y="117321"/>
                </a:lnTo>
                <a:lnTo>
                  <a:pt x="345365" y="117357"/>
                </a:lnTo>
                <a:lnTo>
                  <a:pt x="344669" y="117378"/>
                </a:lnTo>
                <a:lnTo>
                  <a:pt x="343961" y="117385"/>
                </a:lnTo>
                <a:lnTo>
                  <a:pt x="343268" y="117378"/>
                </a:lnTo>
                <a:lnTo>
                  <a:pt x="342588" y="117357"/>
                </a:lnTo>
                <a:lnTo>
                  <a:pt x="341921" y="117321"/>
                </a:lnTo>
                <a:lnTo>
                  <a:pt x="341266" y="117272"/>
                </a:lnTo>
                <a:close/>
                <a:moveTo>
                  <a:pt x="828462" y="137148"/>
                </a:moveTo>
                <a:lnTo>
                  <a:pt x="829493" y="137077"/>
                </a:lnTo>
                <a:lnTo>
                  <a:pt x="830511" y="136992"/>
                </a:lnTo>
                <a:lnTo>
                  <a:pt x="831519" y="136894"/>
                </a:lnTo>
                <a:lnTo>
                  <a:pt x="832514" y="136784"/>
                </a:lnTo>
                <a:lnTo>
                  <a:pt x="833499" y="136660"/>
                </a:lnTo>
                <a:lnTo>
                  <a:pt x="834471" y="136523"/>
                </a:lnTo>
                <a:lnTo>
                  <a:pt x="835433" y="136374"/>
                </a:lnTo>
                <a:lnTo>
                  <a:pt x="836383" y="136211"/>
                </a:lnTo>
                <a:lnTo>
                  <a:pt x="837321" y="136035"/>
                </a:lnTo>
                <a:lnTo>
                  <a:pt x="838248" y="135847"/>
                </a:lnTo>
                <a:lnTo>
                  <a:pt x="839163" y="135645"/>
                </a:lnTo>
                <a:lnTo>
                  <a:pt x="840067" y="135430"/>
                </a:lnTo>
                <a:lnTo>
                  <a:pt x="840960" y="135202"/>
                </a:lnTo>
                <a:lnTo>
                  <a:pt x="841841" y="134962"/>
                </a:lnTo>
                <a:lnTo>
                  <a:pt x="842710" y="134708"/>
                </a:lnTo>
                <a:lnTo>
                  <a:pt x="843568" y="134441"/>
                </a:lnTo>
                <a:lnTo>
                  <a:pt x="844415" y="134161"/>
                </a:lnTo>
                <a:lnTo>
                  <a:pt x="845250" y="133868"/>
                </a:lnTo>
                <a:lnTo>
                  <a:pt x="846074" y="133562"/>
                </a:lnTo>
                <a:lnTo>
                  <a:pt x="846885" y="133243"/>
                </a:lnTo>
                <a:lnTo>
                  <a:pt x="847681" y="132911"/>
                </a:lnTo>
                <a:lnTo>
                  <a:pt x="848463" y="132565"/>
                </a:lnTo>
                <a:lnTo>
                  <a:pt x="849230" y="132206"/>
                </a:lnTo>
                <a:lnTo>
                  <a:pt x="849984" y="131834"/>
                </a:lnTo>
                <a:lnTo>
                  <a:pt x="850722" y="131448"/>
                </a:lnTo>
                <a:lnTo>
                  <a:pt x="851447" y="131049"/>
                </a:lnTo>
                <a:lnTo>
                  <a:pt x="852157" y="130636"/>
                </a:lnTo>
                <a:lnTo>
                  <a:pt x="852852" y="130210"/>
                </a:lnTo>
                <a:lnTo>
                  <a:pt x="853534" y="129771"/>
                </a:lnTo>
                <a:lnTo>
                  <a:pt x="854201" y="129318"/>
                </a:lnTo>
                <a:lnTo>
                  <a:pt x="854853" y="128852"/>
                </a:lnTo>
                <a:lnTo>
                  <a:pt x="855491" y="128373"/>
                </a:lnTo>
                <a:lnTo>
                  <a:pt x="856115" y="127880"/>
                </a:lnTo>
                <a:lnTo>
                  <a:pt x="856724" y="127374"/>
                </a:lnTo>
                <a:lnTo>
                  <a:pt x="857319" y="126855"/>
                </a:lnTo>
                <a:lnTo>
                  <a:pt x="857900" y="126322"/>
                </a:lnTo>
                <a:lnTo>
                  <a:pt x="858466" y="125776"/>
                </a:lnTo>
                <a:lnTo>
                  <a:pt x="859018" y="125216"/>
                </a:lnTo>
                <a:lnTo>
                  <a:pt x="859555" y="124643"/>
                </a:lnTo>
                <a:lnTo>
                  <a:pt x="860078" y="124057"/>
                </a:lnTo>
                <a:lnTo>
                  <a:pt x="860587" y="123458"/>
                </a:lnTo>
                <a:lnTo>
                  <a:pt x="861081" y="122845"/>
                </a:lnTo>
                <a:lnTo>
                  <a:pt x="861561" y="122219"/>
                </a:lnTo>
                <a:lnTo>
                  <a:pt x="862024" y="121579"/>
                </a:lnTo>
                <a:lnTo>
                  <a:pt x="862470" y="120926"/>
                </a:lnTo>
                <a:lnTo>
                  <a:pt x="862898" y="120260"/>
                </a:lnTo>
                <a:lnTo>
                  <a:pt x="863308" y="119581"/>
                </a:lnTo>
                <a:lnTo>
                  <a:pt x="863699" y="118889"/>
                </a:lnTo>
                <a:lnTo>
                  <a:pt x="864073" y="118183"/>
                </a:lnTo>
                <a:lnTo>
                  <a:pt x="864429" y="117465"/>
                </a:lnTo>
                <a:lnTo>
                  <a:pt x="864767" y="116733"/>
                </a:lnTo>
                <a:lnTo>
                  <a:pt x="865086" y="115988"/>
                </a:lnTo>
                <a:lnTo>
                  <a:pt x="865388" y="115230"/>
                </a:lnTo>
                <a:lnTo>
                  <a:pt x="865672" y="114458"/>
                </a:lnTo>
                <a:lnTo>
                  <a:pt x="865938" y="113674"/>
                </a:lnTo>
                <a:lnTo>
                  <a:pt x="866186" y="112876"/>
                </a:lnTo>
                <a:lnTo>
                  <a:pt x="866416" y="112065"/>
                </a:lnTo>
                <a:lnTo>
                  <a:pt x="866628" y="111241"/>
                </a:lnTo>
                <a:lnTo>
                  <a:pt x="866822" y="110403"/>
                </a:lnTo>
                <a:lnTo>
                  <a:pt x="866998" y="109553"/>
                </a:lnTo>
                <a:lnTo>
                  <a:pt x="867156" y="108689"/>
                </a:lnTo>
                <a:lnTo>
                  <a:pt x="867296" y="107812"/>
                </a:lnTo>
                <a:lnTo>
                  <a:pt x="867418" y="106922"/>
                </a:lnTo>
                <a:lnTo>
                  <a:pt x="867522" y="106019"/>
                </a:lnTo>
                <a:lnTo>
                  <a:pt x="867608" y="105102"/>
                </a:lnTo>
                <a:lnTo>
                  <a:pt x="867676" y="104173"/>
                </a:lnTo>
                <a:lnTo>
                  <a:pt x="867726" y="103230"/>
                </a:lnTo>
                <a:lnTo>
                  <a:pt x="841980" y="103230"/>
                </a:lnTo>
                <a:lnTo>
                  <a:pt x="841963" y="103850"/>
                </a:lnTo>
                <a:lnTo>
                  <a:pt x="841929" y="104458"/>
                </a:lnTo>
                <a:lnTo>
                  <a:pt x="841877" y="105052"/>
                </a:lnTo>
                <a:lnTo>
                  <a:pt x="841808" y="105634"/>
                </a:lnTo>
                <a:lnTo>
                  <a:pt x="841721" y="106203"/>
                </a:lnTo>
                <a:lnTo>
                  <a:pt x="841616" y="106759"/>
                </a:lnTo>
                <a:lnTo>
                  <a:pt x="841495" y="107302"/>
                </a:lnTo>
                <a:lnTo>
                  <a:pt x="841355" y="107832"/>
                </a:lnTo>
                <a:lnTo>
                  <a:pt x="841199" y="108349"/>
                </a:lnTo>
                <a:lnTo>
                  <a:pt x="841025" y="108853"/>
                </a:lnTo>
                <a:lnTo>
                  <a:pt x="840833" y="109345"/>
                </a:lnTo>
                <a:lnTo>
                  <a:pt x="840624" y="109823"/>
                </a:lnTo>
                <a:lnTo>
                  <a:pt x="840397" y="110289"/>
                </a:lnTo>
                <a:lnTo>
                  <a:pt x="840153" y="110742"/>
                </a:lnTo>
                <a:lnTo>
                  <a:pt x="839892" y="111182"/>
                </a:lnTo>
                <a:lnTo>
                  <a:pt x="839613" y="111609"/>
                </a:lnTo>
                <a:lnTo>
                  <a:pt x="839316" y="112023"/>
                </a:lnTo>
                <a:lnTo>
                  <a:pt x="839002" y="112424"/>
                </a:lnTo>
                <a:lnTo>
                  <a:pt x="838671" y="112813"/>
                </a:lnTo>
                <a:lnTo>
                  <a:pt x="838322" y="113188"/>
                </a:lnTo>
                <a:lnTo>
                  <a:pt x="837956" y="113551"/>
                </a:lnTo>
                <a:lnTo>
                  <a:pt x="837572" y="113901"/>
                </a:lnTo>
                <a:lnTo>
                  <a:pt x="837171" y="114237"/>
                </a:lnTo>
                <a:lnTo>
                  <a:pt x="836752" y="114561"/>
                </a:lnTo>
                <a:lnTo>
                  <a:pt x="836319" y="114872"/>
                </a:lnTo>
                <a:lnTo>
                  <a:pt x="835874" y="115170"/>
                </a:lnTo>
                <a:lnTo>
                  <a:pt x="835417" y="115454"/>
                </a:lnTo>
                <a:lnTo>
                  <a:pt x="834949" y="115726"/>
                </a:lnTo>
                <a:lnTo>
                  <a:pt x="834469" y="115984"/>
                </a:lnTo>
                <a:lnTo>
                  <a:pt x="833978" y="116228"/>
                </a:lnTo>
                <a:lnTo>
                  <a:pt x="833475" y="116460"/>
                </a:lnTo>
                <a:lnTo>
                  <a:pt x="832960" y="116678"/>
                </a:lnTo>
                <a:lnTo>
                  <a:pt x="832433" y="116883"/>
                </a:lnTo>
                <a:lnTo>
                  <a:pt x="831895" y="117075"/>
                </a:lnTo>
                <a:lnTo>
                  <a:pt x="831346" y="117254"/>
                </a:lnTo>
                <a:lnTo>
                  <a:pt x="830784" y="117419"/>
                </a:lnTo>
                <a:lnTo>
                  <a:pt x="830211" y="117571"/>
                </a:lnTo>
                <a:lnTo>
                  <a:pt x="829627" y="117710"/>
                </a:lnTo>
                <a:lnTo>
                  <a:pt x="829030" y="117836"/>
                </a:lnTo>
                <a:lnTo>
                  <a:pt x="828422" y="117948"/>
                </a:lnTo>
                <a:lnTo>
                  <a:pt x="827803" y="118047"/>
                </a:lnTo>
                <a:lnTo>
                  <a:pt x="827171" y="118133"/>
                </a:lnTo>
                <a:lnTo>
                  <a:pt x="826529" y="118206"/>
                </a:lnTo>
                <a:lnTo>
                  <a:pt x="825874" y="118266"/>
                </a:lnTo>
                <a:lnTo>
                  <a:pt x="825208" y="118312"/>
                </a:lnTo>
                <a:lnTo>
                  <a:pt x="824530" y="118345"/>
                </a:lnTo>
                <a:lnTo>
                  <a:pt x="823840" y="118365"/>
                </a:lnTo>
                <a:lnTo>
                  <a:pt x="823139" y="118371"/>
                </a:lnTo>
                <a:lnTo>
                  <a:pt x="822463" y="118365"/>
                </a:lnTo>
                <a:lnTo>
                  <a:pt x="821797" y="118346"/>
                </a:lnTo>
                <a:lnTo>
                  <a:pt x="821142" y="118314"/>
                </a:lnTo>
                <a:lnTo>
                  <a:pt x="820498" y="118269"/>
                </a:lnTo>
                <a:lnTo>
                  <a:pt x="819865" y="118212"/>
                </a:lnTo>
                <a:lnTo>
                  <a:pt x="819243" y="118141"/>
                </a:lnTo>
                <a:lnTo>
                  <a:pt x="818632" y="118058"/>
                </a:lnTo>
                <a:lnTo>
                  <a:pt x="818032" y="117962"/>
                </a:lnTo>
                <a:lnTo>
                  <a:pt x="817443" y="117854"/>
                </a:lnTo>
                <a:lnTo>
                  <a:pt x="816865" y="117732"/>
                </a:lnTo>
                <a:lnTo>
                  <a:pt x="816297" y="117598"/>
                </a:lnTo>
                <a:lnTo>
                  <a:pt x="815741" y="117451"/>
                </a:lnTo>
                <a:lnTo>
                  <a:pt x="815196" y="117292"/>
                </a:lnTo>
                <a:lnTo>
                  <a:pt x="814662" y="117119"/>
                </a:lnTo>
                <a:lnTo>
                  <a:pt x="814138" y="116934"/>
                </a:lnTo>
                <a:lnTo>
                  <a:pt x="813626" y="116736"/>
                </a:lnTo>
                <a:lnTo>
                  <a:pt x="813124" y="116525"/>
                </a:lnTo>
                <a:lnTo>
                  <a:pt x="812634" y="116301"/>
                </a:lnTo>
                <a:lnTo>
                  <a:pt x="812154" y="116065"/>
                </a:lnTo>
                <a:lnTo>
                  <a:pt x="811686" y="115815"/>
                </a:lnTo>
                <a:lnTo>
                  <a:pt x="811228" y="115553"/>
                </a:lnTo>
                <a:lnTo>
                  <a:pt x="810782" y="115279"/>
                </a:lnTo>
                <a:lnTo>
                  <a:pt x="810346" y="114991"/>
                </a:lnTo>
                <a:lnTo>
                  <a:pt x="809921" y="114691"/>
                </a:lnTo>
                <a:lnTo>
                  <a:pt x="809507" y="114380"/>
                </a:lnTo>
                <a:lnTo>
                  <a:pt x="809102" y="114060"/>
                </a:lnTo>
                <a:lnTo>
                  <a:pt x="808706" y="113733"/>
                </a:lnTo>
                <a:lnTo>
                  <a:pt x="808320" y="113397"/>
                </a:lnTo>
                <a:lnTo>
                  <a:pt x="807943" y="113053"/>
                </a:lnTo>
                <a:lnTo>
                  <a:pt x="807575" y="112701"/>
                </a:lnTo>
                <a:lnTo>
                  <a:pt x="807217" y="112340"/>
                </a:lnTo>
                <a:lnTo>
                  <a:pt x="806869" y="111972"/>
                </a:lnTo>
                <a:lnTo>
                  <a:pt x="806530" y="111595"/>
                </a:lnTo>
                <a:lnTo>
                  <a:pt x="806200" y="111210"/>
                </a:lnTo>
                <a:lnTo>
                  <a:pt x="805880" y="110816"/>
                </a:lnTo>
                <a:lnTo>
                  <a:pt x="805569" y="110415"/>
                </a:lnTo>
                <a:lnTo>
                  <a:pt x="805267" y="110005"/>
                </a:lnTo>
                <a:lnTo>
                  <a:pt x="804975" y="109587"/>
                </a:lnTo>
                <a:lnTo>
                  <a:pt x="804692" y="109160"/>
                </a:lnTo>
                <a:lnTo>
                  <a:pt x="804419" y="108726"/>
                </a:lnTo>
                <a:lnTo>
                  <a:pt x="804155" y="108283"/>
                </a:lnTo>
                <a:lnTo>
                  <a:pt x="803901" y="107832"/>
                </a:lnTo>
                <a:lnTo>
                  <a:pt x="803656" y="107373"/>
                </a:lnTo>
                <a:lnTo>
                  <a:pt x="803420" y="106905"/>
                </a:lnTo>
                <a:lnTo>
                  <a:pt x="803194" y="106429"/>
                </a:lnTo>
                <a:lnTo>
                  <a:pt x="802978" y="105946"/>
                </a:lnTo>
                <a:lnTo>
                  <a:pt x="802770" y="105453"/>
                </a:lnTo>
                <a:lnTo>
                  <a:pt x="802572" y="104953"/>
                </a:lnTo>
                <a:lnTo>
                  <a:pt x="802383" y="104447"/>
                </a:lnTo>
                <a:lnTo>
                  <a:pt x="802201" y="103938"/>
                </a:lnTo>
                <a:lnTo>
                  <a:pt x="802026" y="103425"/>
                </a:lnTo>
                <a:lnTo>
                  <a:pt x="801859" y="102910"/>
                </a:lnTo>
                <a:lnTo>
                  <a:pt x="801698" y="102391"/>
                </a:lnTo>
                <a:lnTo>
                  <a:pt x="801546" y="101869"/>
                </a:lnTo>
                <a:lnTo>
                  <a:pt x="801401" y="101344"/>
                </a:lnTo>
                <a:lnTo>
                  <a:pt x="801263" y="100816"/>
                </a:lnTo>
                <a:lnTo>
                  <a:pt x="801132" y="100284"/>
                </a:lnTo>
                <a:lnTo>
                  <a:pt x="801009" y="99750"/>
                </a:lnTo>
                <a:lnTo>
                  <a:pt x="800893" y="99212"/>
                </a:lnTo>
                <a:lnTo>
                  <a:pt x="800784" y="98671"/>
                </a:lnTo>
                <a:lnTo>
                  <a:pt x="800683" y="98127"/>
                </a:lnTo>
                <a:lnTo>
                  <a:pt x="800590" y="97580"/>
                </a:lnTo>
                <a:lnTo>
                  <a:pt x="800503" y="97030"/>
                </a:lnTo>
                <a:lnTo>
                  <a:pt x="800424" y="96476"/>
                </a:lnTo>
                <a:lnTo>
                  <a:pt x="800352" y="95920"/>
                </a:lnTo>
                <a:lnTo>
                  <a:pt x="800288" y="95360"/>
                </a:lnTo>
                <a:lnTo>
                  <a:pt x="800231" y="94797"/>
                </a:lnTo>
                <a:lnTo>
                  <a:pt x="800182" y="94231"/>
                </a:lnTo>
                <a:lnTo>
                  <a:pt x="800139" y="93662"/>
                </a:lnTo>
                <a:lnTo>
                  <a:pt x="800105" y="93089"/>
                </a:lnTo>
                <a:lnTo>
                  <a:pt x="800077" y="92514"/>
                </a:lnTo>
                <a:lnTo>
                  <a:pt x="800057" y="91935"/>
                </a:lnTo>
                <a:lnTo>
                  <a:pt x="867627" y="91935"/>
                </a:lnTo>
                <a:lnTo>
                  <a:pt x="867644" y="91842"/>
                </a:lnTo>
                <a:lnTo>
                  <a:pt x="867659" y="91746"/>
                </a:lnTo>
                <a:lnTo>
                  <a:pt x="867675" y="91646"/>
                </a:lnTo>
                <a:lnTo>
                  <a:pt x="867690" y="91543"/>
                </a:lnTo>
                <a:lnTo>
                  <a:pt x="867705" y="91437"/>
                </a:lnTo>
                <a:lnTo>
                  <a:pt x="867720" y="91327"/>
                </a:lnTo>
                <a:lnTo>
                  <a:pt x="867734" y="91214"/>
                </a:lnTo>
                <a:lnTo>
                  <a:pt x="867748" y="91098"/>
                </a:lnTo>
                <a:lnTo>
                  <a:pt x="867761" y="90979"/>
                </a:lnTo>
                <a:lnTo>
                  <a:pt x="867775" y="90856"/>
                </a:lnTo>
                <a:lnTo>
                  <a:pt x="867787" y="90730"/>
                </a:lnTo>
                <a:lnTo>
                  <a:pt x="867800" y="90601"/>
                </a:lnTo>
                <a:lnTo>
                  <a:pt x="867812" y="90469"/>
                </a:lnTo>
                <a:lnTo>
                  <a:pt x="867824" y="90333"/>
                </a:lnTo>
                <a:lnTo>
                  <a:pt x="867835" y="90194"/>
                </a:lnTo>
                <a:lnTo>
                  <a:pt x="867847" y="90051"/>
                </a:lnTo>
                <a:lnTo>
                  <a:pt x="867857" y="89906"/>
                </a:lnTo>
                <a:lnTo>
                  <a:pt x="867868" y="89757"/>
                </a:lnTo>
                <a:lnTo>
                  <a:pt x="867878" y="89604"/>
                </a:lnTo>
                <a:lnTo>
                  <a:pt x="867888" y="89449"/>
                </a:lnTo>
                <a:lnTo>
                  <a:pt x="867897" y="89290"/>
                </a:lnTo>
                <a:lnTo>
                  <a:pt x="867906" y="89128"/>
                </a:lnTo>
                <a:lnTo>
                  <a:pt x="867915" y="88963"/>
                </a:lnTo>
                <a:lnTo>
                  <a:pt x="867923" y="88794"/>
                </a:lnTo>
                <a:lnTo>
                  <a:pt x="867931" y="88625"/>
                </a:lnTo>
                <a:lnTo>
                  <a:pt x="867939" y="88459"/>
                </a:lnTo>
                <a:lnTo>
                  <a:pt x="867946" y="88296"/>
                </a:lnTo>
                <a:lnTo>
                  <a:pt x="867953" y="88136"/>
                </a:lnTo>
                <a:lnTo>
                  <a:pt x="867960" y="87979"/>
                </a:lnTo>
                <a:lnTo>
                  <a:pt x="867966" y="87825"/>
                </a:lnTo>
                <a:lnTo>
                  <a:pt x="867972" y="87674"/>
                </a:lnTo>
                <a:lnTo>
                  <a:pt x="867978" y="87526"/>
                </a:lnTo>
                <a:lnTo>
                  <a:pt x="867983" y="87380"/>
                </a:lnTo>
                <a:lnTo>
                  <a:pt x="867988" y="87238"/>
                </a:lnTo>
                <a:lnTo>
                  <a:pt x="867993" y="87099"/>
                </a:lnTo>
                <a:lnTo>
                  <a:pt x="867997" y="86962"/>
                </a:lnTo>
                <a:lnTo>
                  <a:pt x="868001" y="86829"/>
                </a:lnTo>
                <a:lnTo>
                  <a:pt x="868005" y="86698"/>
                </a:lnTo>
                <a:lnTo>
                  <a:pt x="868008" y="86570"/>
                </a:lnTo>
                <a:lnTo>
                  <a:pt x="868011" y="86446"/>
                </a:lnTo>
                <a:lnTo>
                  <a:pt x="868013" y="86324"/>
                </a:lnTo>
                <a:lnTo>
                  <a:pt x="868016" y="86205"/>
                </a:lnTo>
                <a:lnTo>
                  <a:pt x="868018" y="86089"/>
                </a:lnTo>
                <a:lnTo>
                  <a:pt x="868019" y="85976"/>
                </a:lnTo>
                <a:lnTo>
                  <a:pt x="868020" y="85866"/>
                </a:lnTo>
                <a:lnTo>
                  <a:pt x="868021" y="85759"/>
                </a:lnTo>
                <a:lnTo>
                  <a:pt x="868022" y="85655"/>
                </a:lnTo>
                <a:lnTo>
                  <a:pt x="868022" y="85554"/>
                </a:lnTo>
                <a:lnTo>
                  <a:pt x="868000" y="83612"/>
                </a:lnTo>
                <a:lnTo>
                  <a:pt x="867935" y="81707"/>
                </a:lnTo>
                <a:lnTo>
                  <a:pt x="867827" y="79840"/>
                </a:lnTo>
                <a:lnTo>
                  <a:pt x="867675" y="78011"/>
                </a:lnTo>
                <a:lnTo>
                  <a:pt x="867480" y="76219"/>
                </a:lnTo>
                <a:lnTo>
                  <a:pt x="867242" y="74464"/>
                </a:lnTo>
                <a:lnTo>
                  <a:pt x="866960" y="72747"/>
                </a:lnTo>
                <a:lnTo>
                  <a:pt x="866635" y="71068"/>
                </a:lnTo>
                <a:lnTo>
                  <a:pt x="866267" y="69426"/>
                </a:lnTo>
                <a:lnTo>
                  <a:pt x="865855" y="67822"/>
                </a:lnTo>
                <a:lnTo>
                  <a:pt x="865401" y="66256"/>
                </a:lnTo>
                <a:lnTo>
                  <a:pt x="864902" y="64727"/>
                </a:lnTo>
                <a:lnTo>
                  <a:pt x="864361" y="63235"/>
                </a:lnTo>
                <a:lnTo>
                  <a:pt x="863776" y="61781"/>
                </a:lnTo>
                <a:lnTo>
                  <a:pt x="863148" y="60365"/>
                </a:lnTo>
                <a:lnTo>
                  <a:pt x="862476" y="58986"/>
                </a:lnTo>
                <a:lnTo>
                  <a:pt x="861761" y="57645"/>
                </a:lnTo>
                <a:lnTo>
                  <a:pt x="861003" y="56342"/>
                </a:lnTo>
                <a:lnTo>
                  <a:pt x="860201" y="55076"/>
                </a:lnTo>
                <a:lnTo>
                  <a:pt x="859356" y="53847"/>
                </a:lnTo>
                <a:lnTo>
                  <a:pt x="858468" y="52656"/>
                </a:lnTo>
                <a:lnTo>
                  <a:pt x="857537" y="51503"/>
                </a:lnTo>
                <a:lnTo>
                  <a:pt x="856562" y="50387"/>
                </a:lnTo>
                <a:lnTo>
                  <a:pt x="855544" y="49309"/>
                </a:lnTo>
                <a:lnTo>
                  <a:pt x="854488" y="48272"/>
                </a:lnTo>
                <a:lnTo>
                  <a:pt x="853401" y="47279"/>
                </a:lnTo>
                <a:lnTo>
                  <a:pt x="852283" y="46330"/>
                </a:lnTo>
                <a:lnTo>
                  <a:pt x="851133" y="45425"/>
                </a:lnTo>
                <a:lnTo>
                  <a:pt x="849952" y="44564"/>
                </a:lnTo>
                <a:lnTo>
                  <a:pt x="848740" y="43747"/>
                </a:lnTo>
                <a:lnTo>
                  <a:pt x="847497" y="42975"/>
                </a:lnTo>
                <a:lnTo>
                  <a:pt x="846222" y="42247"/>
                </a:lnTo>
                <a:lnTo>
                  <a:pt x="844916" y="41562"/>
                </a:lnTo>
                <a:lnTo>
                  <a:pt x="843578" y="40922"/>
                </a:lnTo>
                <a:lnTo>
                  <a:pt x="842209" y="40326"/>
                </a:lnTo>
                <a:lnTo>
                  <a:pt x="840809" y="39775"/>
                </a:lnTo>
                <a:lnTo>
                  <a:pt x="839377" y="39267"/>
                </a:lnTo>
                <a:lnTo>
                  <a:pt x="837914" y="38804"/>
                </a:lnTo>
                <a:lnTo>
                  <a:pt x="836420" y="38384"/>
                </a:lnTo>
                <a:lnTo>
                  <a:pt x="834894" y="38009"/>
                </a:lnTo>
                <a:lnTo>
                  <a:pt x="833337" y="37678"/>
                </a:lnTo>
                <a:lnTo>
                  <a:pt x="831749" y="37391"/>
                </a:lnTo>
                <a:lnTo>
                  <a:pt x="830129" y="37148"/>
                </a:lnTo>
                <a:lnTo>
                  <a:pt x="828478" y="36950"/>
                </a:lnTo>
                <a:lnTo>
                  <a:pt x="826796" y="36795"/>
                </a:lnTo>
                <a:lnTo>
                  <a:pt x="825082" y="36685"/>
                </a:lnTo>
                <a:lnTo>
                  <a:pt x="823337" y="36619"/>
                </a:lnTo>
                <a:lnTo>
                  <a:pt x="821561" y="36597"/>
                </a:lnTo>
                <a:lnTo>
                  <a:pt x="820279" y="36607"/>
                </a:lnTo>
                <a:lnTo>
                  <a:pt x="819014" y="36638"/>
                </a:lnTo>
                <a:lnTo>
                  <a:pt x="817766" y="36691"/>
                </a:lnTo>
                <a:lnTo>
                  <a:pt x="816534" y="36764"/>
                </a:lnTo>
                <a:lnTo>
                  <a:pt x="815320" y="36859"/>
                </a:lnTo>
                <a:lnTo>
                  <a:pt x="814123" y="36974"/>
                </a:lnTo>
                <a:lnTo>
                  <a:pt x="812942" y="37110"/>
                </a:lnTo>
                <a:lnTo>
                  <a:pt x="811779" y="37267"/>
                </a:lnTo>
                <a:lnTo>
                  <a:pt x="810633" y="37446"/>
                </a:lnTo>
                <a:lnTo>
                  <a:pt x="809503" y="37645"/>
                </a:lnTo>
                <a:lnTo>
                  <a:pt x="808390" y="37865"/>
                </a:lnTo>
                <a:lnTo>
                  <a:pt x="807295" y="38106"/>
                </a:lnTo>
                <a:lnTo>
                  <a:pt x="806216" y="38368"/>
                </a:lnTo>
                <a:lnTo>
                  <a:pt x="805155" y="38651"/>
                </a:lnTo>
                <a:lnTo>
                  <a:pt x="804110" y="38955"/>
                </a:lnTo>
                <a:lnTo>
                  <a:pt x="803082" y="39280"/>
                </a:lnTo>
                <a:lnTo>
                  <a:pt x="802071" y="39626"/>
                </a:lnTo>
                <a:lnTo>
                  <a:pt x="801077" y="39993"/>
                </a:lnTo>
                <a:lnTo>
                  <a:pt x="800100" y="40381"/>
                </a:lnTo>
                <a:lnTo>
                  <a:pt x="799140" y="40790"/>
                </a:lnTo>
                <a:lnTo>
                  <a:pt x="798197" y="41220"/>
                </a:lnTo>
                <a:lnTo>
                  <a:pt x="797271" y="41671"/>
                </a:lnTo>
                <a:lnTo>
                  <a:pt x="796362" y="42143"/>
                </a:lnTo>
                <a:lnTo>
                  <a:pt x="795470" y="42635"/>
                </a:lnTo>
                <a:lnTo>
                  <a:pt x="794595" y="43147"/>
                </a:lnTo>
                <a:lnTo>
                  <a:pt x="793738" y="43677"/>
                </a:lnTo>
                <a:lnTo>
                  <a:pt x="792899" y="44225"/>
                </a:lnTo>
                <a:lnTo>
                  <a:pt x="792078" y="44791"/>
                </a:lnTo>
                <a:lnTo>
                  <a:pt x="791274" y="45375"/>
                </a:lnTo>
                <a:lnTo>
                  <a:pt x="790489" y="45976"/>
                </a:lnTo>
                <a:lnTo>
                  <a:pt x="789721" y="46595"/>
                </a:lnTo>
                <a:lnTo>
                  <a:pt x="788971" y="47232"/>
                </a:lnTo>
                <a:lnTo>
                  <a:pt x="788238" y="47887"/>
                </a:lnTo>
                <a:lnTo>
                  <a:pt x="787524" y="48560"/>
                </a:lnTo>
                <a:lnTo>
                  <a:pt x="786827" y="49251"/>
                </a:lnTo>
                <a:lnTo>
                  <a:pt x="786148" y="49960"/>
                </a:lnTo>
                <a:lnTo>
                  <a:pt x="785487" y="50686"/>
                </a:lnTo>
                <a:lnTo>
                  <a:pt x="784844" y="51430"/>
                </a:lnTo>
                <a:lnTo>
                  <a:pt x="784219" y="52192"/>
                </a:lnTo>
                <a:lnTo>
                  <a:pt x="783611" y="52972"/>
                </a:lnTo>
                <a:lnTo>
                  <a:pt x="783021" y="53770"/>
                </a:lnTo>
                <a:lnTo>
                  <a:pt x="782449" y="54586"/>
                </a:lnTo>
                <a:lnTo>
                  <a:pt x="781895" y="55419"/>
                </a:lnTo>
                <a:lnTo>
                  <a:pt x="781359" y="56271"/>
                </a:lnTo>
                <a:lnTo>
                  <a:pt x="780840" y="57140"/>
                </a:lnTo>
                <a:lnTo>
                  <a:pt x="780339" y="58027"/>
                </a:lnTo>
                <a:lnTo>
                  <a:pt x="779856" y="58932"/>
                </a:lnTo>
                <a:lnTo>
                  <a:pt x="779391" y="59855"/>
                </a:lnTo>
                <a:lnTo>
                  <a:pt x="778945" y="60794"/>
                </a:lnTo>
                <a:lnTo>
                  <a:pt x="778517" y="61747"/>
                </a:lnTo>
                <a:lnTo>
                  <a:pt x="778108" y="62716"/>
                </a:lnTo>
                <a:lnTo>
                  <a:pt x="777718" y="63700"/>
                </a:lnTo>
                <a:lnTo>
                  <a:pt x="777348" y="64698"/>
                </a:lnTo>
                <a:lnTo>
                  <a:pt x="776996" y="65712"/>
                </a:lnTo>
                <a:lnTo>
                  <a:pt x="776663" y="66740"/>
                </a:lnTo>
                <a:lnTo>
                  <a:pt x="776350" y="67783"/>
                </a:lnTo>
                <a:lnTo>
                  <a:pt x="776055" y="68842"/>
                </a:lnTo>
                <a:lnTo>
                  <a:pt x="775779" y="69915"/>
                </a:lnTo>
                <a:lnTo>
                  <a:pt x="775523" y="71003"/>
                </a:lnTo>
                <a:lnTo>
                  <a:pt x="775285" y="72106"/>
                </a:lnTo>
                <a:lnTo>
                  <a:pt x="775067" y="73223"/>
                </a:lnTo>
                <a:lnTo>
                  <a:pt x="774867" y="74356"/>
                </a:lnTo>
                <a:lnTo>
                  <a:pt x="774686" y="75504"/>
                </a:lnTo>
                <a:lnTo>
                  <a:pt x="774525" y="76666"/>
                </a:lnTo>
                <a:lnTo>
                  <a:pt x="774382" y="77844"/>
                </a:lnTo>
                <a:lnTo>
                  <a:pt x="774259" y="79036"/>
                </a:lnTo>
                <a:lnTo>
                  <a:pt x="774154" y="80244"/>
                </a:lnTo>
                <a:lnTo>
                  <a:pt x="774069" y="81466"/>
                </a:lnTo>
                <a:lnTo>
                  <a:pt x="774002" y="82703"/>
                </a:lnTo>
                <a:lnTo>
                  <a:pt x="773955" y="83955"/>
                </a:lnTo>
                <a:lnTo>
                  <a:pt x="773926" y="85222"/>
                </a:lnTo>
                <a:lnTo>
                  <a:pt x="773917" y="86504"/>
                </a:lnTo>
                <a:lnTo>
                  <a:pt x="773926" y="87827"/>
                </a:lnTo>
                <a:lnTo>
                  <a:pt x="773956" y="89134"/>
                </a:lnTo>
                <a:lnTo>
                  <a:pt x="774004" y="90425"/>
                </a:lnTo>
                <a:lnTo>
                  <a:pt x="774073" y="91700"/>
                </a:lnTo>
                <a:lnTo>
                  <a:pt x="774161" y="92959"/>
                </a:lnTo>
                <a:lnTo>
                  <a:pt x="774268" y="94202"/>
                </a:lnTo>
                <a:lnTo>
                  <a:pt x="774395" y="95430"/>
                </a:lnTo>
                <a:lnTo>
                  <a:pt x="774541" y="96641"/>
                </a:lnTo>
                <a:lnTo>
                  <a:pt x="774707" y="97836"/>
                </a:lnTo>
                <a:lnTo>
                  <a:pt x="774893" y="99016"/>
                </a:lnTo>
                <a:lnTo>
                  <a:pt x="775098" y="100179"/>
                </a:lnTo>
                <a:lnTo>
                  <a:pt x="775322" y="101327"/>
                </a:lnTo>
                <a:lnTo>
                  <a:pt x="775566" y="102459"/>
                </a:lnTo>
                <a:lnTo>
                  <a:pt x="775830" y="103574"/>
                </a:lnTo>
                <a:lnTo>
                  <a:pt x="776113" y="104674"/>
                </a:lnTo>
                <a:lnTo>
                  <a:pt x="776416" y="105758"/>
                </a:lnTo>
                <a:lnTo>
                  <a:pt x="776738" y="106826"/>
                </a:lnTo>
                <a:lnTo>
                  <a:pt x="777079" y="107878"/>
                </a:lnTo>
                <a:lnTo>
                  <a:pt x="777440" y="108914"/>
                </a:lnTo>
                <a:lnTo>
                  <a:pt x="777821" y="109934"/>
                </a:lnTo>
                <a:lnTo>
                  <a:pt x="778221" y="110939"/>
                </a:lnTo>
                <a:lnTo>
                  <a:pt x="778641" y="111927"/>
                </a:lnTo>
                <a:lnTo>
                  <a:pt x="779080" y="112899"/>
                </a:lnTo>
                <a:lnTo>
                  <a:pt x="779539" y="113855"/>
                </a:lnTo>
                <a:lnTo>
                  <a:pt x="780017" y="114794"/>
                </a:lnTo>
                <a:lnTo>
                  <a:pt x="780513" y="115715"/>
                </a:lnTo>
                <a:lnTo>
                  <a:pt x="781028" y="116616"/>
                </a:lnTo>
                <a:lnTo>
                  <a:pt x="781561" y="117500"/>
                </a:lnTo>
                <a:lnTo>
                  <a:pt x="782113" y="118364"/>
                </a:lnTo>
                <a:lnTo>
                  <a:pt x="782683" y="119211"/>
                </a:lnTo>
                <a:lnTo>
                  <a:pt x="783272" y="120038"/>
                </a:lnTo>
                <a:lnTo>
                  <a:pt x="783880" y="120847"/>
                </a:lnTo>
                <a:lnTo>
                  <a:pt x="784505" y="121638"/>
                </a:lnTo>
                <a:lnTo>
                  <a:pt x="785150" y="122410"/>
                </a:lnTo>
                <a:lnTo>
                  <a:pt x="785812" y="123164"/>
                </a:lnTo>
                <a:lnTo>
                  <a:pt x="786494" y="123899"/>
                </a:lnTo>
                <a:lnTo>
                  <a:pt x="787193" y="124615"/>
                </a:lnTo>
                <a:lnTo>
                  <a:pt x="787912" y="125313"/>
                </a:lnTo>
                <a:lnTo>
                  <a:pt x="788648" y="125992"/>
                </a:lnTo>
                <a:lnTo>
                  <a:pt x="789404" y="126653"/>
                </a:lnTo>
                <a:lnTo>
                  <a:pt x="790177" y="127295"/>
                </a:lnTo>
                <a:lnTo>
                  <a:pt x="790969" y="127919"/>
                </a:lnTo>
                <a:lnTo>
                  <a:pt x="791780" y="128524"/>
                </a:lnTo>
                <a:lnTo>
                  <a:pt x="792609" y="129111"/>
                </a:lnTo>
                <a:lnTo>
                  <a:pt x="793457" y="129679"/>
                </a:lnTo>
                <a:lnTo>
                  <a:pt x="794323" y="130229"/>
                </a:lnTo>
                <a:lnTo>
                  <a:pt x="795208" y="130760"/>
                </a:lnTo>
                <a:lnTo>
                  <a:pt x="796111" y="131272"/>
                </a:lnTo>
                <a:lnTo>
                  <a:pt x="797033" y="131765"/>
                </a:lnTo>
                <a:lnTo>
                  <a:pt x="797972" y="132237"/>
                </a:lnTo>
                <a:lnTo>
                  <a:pt x="798929" y="132687"/>
                </a:lnTo>
                <a:lnTo>
                  <a:pt x="799903" y="133117"/>
                </a:lnTo>
                <a:lnTo>
                  <a:pt x="800896" y="133526"/>
                </a:lnTo>
                <a:lnTo>
                  <a:pt x="801906" y="133914"/>
                </a:lnTo>
                <a:lnTo>
                  <a:pt x="802935" y="134281"/>
                </a:lnTo>
                <a:lnTo>
                  <a:pt x="803981" y="134627"/>
                </a:lnTo>
                <a:lnTo>
                  <a:pt x="805045" y="134952"/>
                </a:lnTo>
                <a:lnTo>
                  <a:pt x="806126" y="135256"/>
                </a:lnTo>
                <a:lnTo>
                  <a:pt x="807226" y="135539"/>
                </a:lnTo>
                <a:lnTo>
                  <a:pt x="808343" y="135801"/>
                </a:lnTo>
                <a:lnTo>
                  <a:pt x="809478" y="136042"/>
                </a:lnTo>
                <a:lnTo>
                  <a:pt x="810631" y="136262"/>
                </a:lnTo>
                <a:lnTo>
                  <a:pt x="811802" y="136462"/>
                </a:lnTo>
                <a:lnTo>
                  <a:pt x="812990" y="136640"/>
                </a:lnTo>
                <a:lnTo>
                  <a:pt x="814196" y="136797"/>
                </a:lnTo>
                <a:lnTo>
                  <a:pt x="815421" y="136933"/>
                </a:lnTo>
                <a:lnTo>
                  <a:pt x="816663" y="137049"/>
                </a:lnTo>
                <a:lnTo>
                  <a:pt x="817922" y="137143"/>
                </a:lnTo>
                <a:lnTo>
                  <a:pt x="819200" y="137217"/>
                </a:lnTo>
                <a:lnTo>
                  <a:pt x="820495" y="137269"/>
                </a:lnTo>
                <a:lnTo>
                  <a:pt x="821808" y="137300"/>
                </a:lnTo>
                <a:lnTo>
                  <a:pt x="823139" y="137311"/>
                </a:lnTo>
                <a:lnTo>
                  <a:pt x="824227" y="137304"/>
                </a:lnTo>
                <a:lnTo>
                  <a:pt x="825303" y="137285"/>
                </a:lnTo>
                <a:lnTo>
                  <a:pt x="826368" y="137252"/>
                </a:lnTo>
                <a:lnTo>
                  <a:pt x="827421" y="137207"/>
                </a:lnTo>
                <a:lnTo>
                  <a:pt x="828462" y="137148"/>
                </a:lnTo>
                <a:close/>
                <a:moveTo>
                  <a:pt x="800824" y="71381"/>
                </a:moveTo>
                <a:lnTo>
                  <a:pt x="800972" y="70634"/>
                </a:lnTo>
                <a:lnTo>
                  <a:pt x="801139" y="69904"/>
                </a:lnTo>
                <a:lnTo>
                  <a:pt x="801323" y="69190"/>
                </a:lnTo>
                <a:lnTo>
                  <a:pt x="801525" y="68493"/>
                </a:lnTo>
                <a:lnTo>
                  <a:pt x="801745" y="67813"/>
                </a:lnTo>
                <a:lnTo>
                  <a:pt x="801983" y="67149"/>
                </a:lnTo>
                <a:lnTo>
                  <a:pt x="802239" y="66501"/>
                </a:lnTo>
                <a:lnTo>
                  <a:pt x="802514" y="65871"/>
                </a:lnTo>
                <a:lnTo>
                  <a:pt x="802806" y="65257"/>
                </a:lnTo>
                <a:lnTo>
                  <a:pt x="803116" y="64659"/>
                </a:lnTo>
                <a:lnTo>
                  <a:pt x="803444" y="64078"/>
                </a:lnTo>
                <a:lnTo>
                  <a:pt x="803790" y="63514"/>
                </a:lnTo>
                <a:lnTo>
                  <a:pt x="804154" y="62966"/>
                </a:lnTo>
                <a:lnTo>
                  <a:pt x="804536" y="62435"/>
                </a:lnTo>
                <a:lnTo>
                  <a:pt x="804936" y="61920"/>
                </a:lnTo>
                <a:lnTo>
                  <a:pt x="805354" y="61422"/>
                </a:lnTo>
                <a:lnTo>
                  <a:pt x="805790" y="60941"/>
                </a:lnTo>
                <a:lnTo>
                  <a:pt x="806243" y="60476"/>
                </a:lnTo>
                <a:lnTo>
                  <a:pt x="806715" y="60027"/>
                </a:lnTo>
                <a:lnTo>
                  <a:pt x="807202" y="59596"/>
                </a:lnTo>
                <a:lnTo>
                  <a:pt x="807700" y="59184"/>
                </a:lnTo>
                <a:lnTo>
                  <a:pt x="808210" y="58790"/>
                </a:lnTo>
                <a:lnTo>
                  <a:pt x="808731" y="58414"/>
                </a:lnTo>
                <a:lnTo>
                  <a:pt x="809263" y="58056"/>
                </a:lnTo>
                <a:lnTo>
                  <a:pt x="809807" y="57717"/>
                </a:lnTo>
                <a:lnTo>
                  <a:pt x="810363" y="57396"/>
                </a:lnTo>
                <a:lnTo>
                  <a:pt x="810930" y="57094"/>
                </a:lnTo>
                <a:lnTo>
                  <a:pt x="811508" y="56809"/>
                </a:lnTo>
                <a:lnTo>
                  <a:pt x="812098" y="56544"/>
                </a:lnTo>
                <a:lnTo>
                  <a:pt x="812699" y="56296"/>
                </a:lnTo>
                <a:lnTo>
                  <a:pt x="813312" y="56067"/>
                </a:lnTo>
                <a:lnTo>
                  <a:pt x="813936" y="55856"/>
                </a:lnTo>
                <a:lnTo>
                  <a:pt x="814572" y="55664"/>
                </a:lnTo>
                <a:lnTo>
                  <a:pt x="815219" y="55489"/>
                </a:lnTo>
                <a:lnTo>
                  <a:pt x="815878" y="55334"/>
                </a:lnTo>
                <a:lnTo>
                  <a:pt x="816548" y="55196"/>
                </a:lnTo>
                <a:lnTo>
                  <a:pt x="817230" y="55077"/>
                </a:lnTo>
                <a:lnTo>
                  <a:pt x="817923" y="54976"/>
                </a:lnTo>
                <a:lnTo>
                  <a:pt x="818628" y="54893"/>
                </a:lnTo>
                <a:lnTo>
                  <a:pt x="819344" y="54829"/>
                </a:lnTo>
                <a:lnTo>
                  <a:pt x="820072" y="54783"/>
                </a:lnTo>
                <a:lnTo>
                  <a:pt x="820811" y="54756"/>
                </a:lnTo>
                <a:lnTo>
                  <a:pt x="821561" y="54747"/>
                </a:lnTo>
                <a:lnTo>
                  <a:pt x="822295" y="54756"/>
                </a:lnTo>
                <a:lnTo>
                  <a:pt x="823018" y="54782"/>
                </a:lnTo>
                <a:lnTo>
                  <a:pt x="823730" y="54827"/>
                </a:lnTo>
                <a:lnTo>
                  <a:pt x="824431" y="54889"/>
                </a:lnTo>
                <a:lnTo>
                  <a:pt x="825121" y="54969"/>
                </a:lnTo>
                <a:lnTo>
                  <a:pt x="825800" y="55067"/>
                </a:lnTo>
                <a:lnTo>
                  <a:pt x="826467" y="55183"/>
                </a:lnTo>
                <a:lnTo>
                  <a:pt x="827123" y="55317"/>
                </a:lnTo>
                <a:lnTo>
                  <a:pt x="827769" y="55468"/>
                </a:lnTo>
                <a:lnTo>
                  <a:pt x="828403" y="55637"/>
                </a:lnTo>
                <a:lnTo>
                  <a:pt x="829026" y="55824"/>
                </a:lnTo>
                <a:lnTo>
                  <a:pt x="829637" y="56029"/>
                </a:lnTo>
                <a:lnTo>
                  <a:pt x="830238" y="56252"/>
                </a:lnTo>
                <a:lnTo>
                  <a:pt x="830828" y="56492"/>
                </a:lnTo>
                <a:lnTo>
                  <a:pt x="831406" y="56750"/>
                </a:lnTo>
                <a:lnTo>
                  <a:pt x="831973" y="57027"/>
                </a:lnTo>
                <a:lnTo>
                  <a:pt x="832530" y="57320"/>
                </a:lnTo>
                <a:lnTo>
                  <a:pt x="833075" y="57632"/>
                </a:lnTo>
                <a:lnTo>
                  <a:pt x="833608" y="57962"/>
                </a:lnTo>
                <a:lnTo>
                  <a:pt x="834131" y="58309"/>
                </a:lnTo>
                <a:lnTo>
                  <a:pt x="834643" y="58674"/>
                </a:lnTo>
                <a:lnTo>
                  <a:pt x="835143" y="59057"/>
                </a:lnTo>
                <a:lnTo>
                  <a:pt x="835633" y="59458"/>
                </a:lnTo>
                <a:lnTo>
                  <a:pt x="836111" y="59876"/>
                </a:lnTo>
                <a:lnTo>
                  <a:pt x="836574" y="60313"/>
                </a:lnTo>
                <a:lnTo>
                  <a:pt x="837019" y="60767"/>
                </a:lnTo>
                <a:lnTo>
                  <a:pt x="837445" y="61240"/>
                </a:lnTo>
                <a:lnTo>
                  <a:pt x="837852" y="61731"/>
                </a:lnTo>
                <a:lnTo>
                  <a:pt x="838241" y="62240"/>
                </a:lnTo>
                <a:lnTo>
                  <a:pt x="838611" y="62768"/>
                </a:lnTo>
                <a:lnTo>
                  <a:pt x="838962" y="63313"/>
                </a:lnTo>
                <a:lnTo>
                  <a:pt x="839295" y="63877"/>
                </a:lnTo>
                <a:lnTo>
                  <a:pt x="839609" y="64458"/>
                </a:lnTo>
                <a:lnTo>
                  <a:pt x="839904" y="65058"/>
                </a:lnTo>
                <a:lnTo>
                  <a:pt x="840181" y="65676"/>
                </a:lnTo>
                <a:lnTo>
                  <a:pt x="840439" y="66313"/>
                </a:lnTo>
                <a:lnTo>
                  <a:pt x="840678" y="66967"/>
                </a:lnTo>
                <a:lnTo>
                  <a:pt x="840899" y="67640"/>
                </a:lnTo>
                <a:lnTo>
                  <a:pt x="841101" y="68330"/>
                </a:lnTo>
                <a:lnTo>
                  <a:pt x="841284" y="69039"/>
                </a:lnTo>
                <a:lnTo>
                  <a:pt x="841449" y="69766"/>
                </a:lnTo>
                <a:lnTo>
                  <a:pt x="841595" y="70511"/>
                </a:lnTo>
                <a:lnTo>
                  <a:pt x="841722" y="71274"/>
                </a:lnTo>
                <a:lnTo>
                  <a:pt x="841831" y="72056"/>
                </a:lnTo>
                <a:lnTo>
                  <a:pt x="841921" y="72855"/>
                </a:lnTo>
                <a:lnTo>
                  <a:pt x="841992" y="73673"/>
                </a:lnTo>
                <a:lnTo>
                  <a:pt x="842045" y="74509"/>
                </a:lnTo>
                <a:lnTo>
                  <a:pt x="842079" y="75363"/>
                </a:lnTo>
                <a:lnTo>
                  <a:pt x="800353" y="75363"/>
                </a:lnTo>
                <a:lnTo>
                  <a:pt x="800411" y="74533"/>
                </a:lnTo>
                <a:lnTo>
                  <a:pt x="800487" y="73720"/>
                </a:lnTo>
                <a:lnTo>
                  <a:pt x="800582" y="72924"/>
                </a:lnTo>
                <a:lnTo>
                  <a:pt x="800694" y="72144"/>
                </a:lnTo>
                <a:lnTo>
                  <a:pt x="800824" y="71381"/>
                </a:lnTo>
                <a:close/>
                <a:moveTo>
                  <a:pt x="623766" y="124142"/>
                </a:moveTo>
                <a:lnTo>
                  <a:pt x="624185" y="124696"/>
                </a:lnTo>
                <a:lnTo>
                  <a:pt x="624614" y="125238"/>
                </a:lnTo>
                <a:lnTo>
                  <a:pt x="625052" y="125770"/>
                </a:lnTo>
                <a:lnTo>
                  <a:pt x="625500" y="126290"/>
                </a:lnTo>
                <a:lnTo>
                  <a:pt x="625957" y="126800"/>
                </a:lnTo>
                <a:lnTo>
                  <a:pt x="626423" y="127299"/>
                </a:lnTo>
                <a:lnTo>
                  <a:pt x="626899" y="127786"/>
                </a:lnTo>
                <a:lnTo>
                  <a:pt x="627384" y="128263"/>
                </a:lnTo>
                <a:lnTo>
                  <a:pt x="627879" y="128729"/>
                </a:lnTo>
                <a:lnTo>
                  <a:pt x="628383" y="129184"/>
                </a:lnTo>
                <a:lnTo>
                  <a:pt x="628896" y="129628"/>
                </a:lnTo>
                <a:lnTo>
                  <a:pt x="629419" y="130061"/>
                </a:lnTo>
                <a:lnTo>
                  <a:pt x="629952" y="130483"/>
                </a:lnTo>
                <a:lnTo>
                  <a:pt x="630493" y="130894"/>
                </a:lnTo>
                <a:lnTo>
                  <a:pt x="631045" y="131294"/>
                </a:lnTo>
                <a:lnTo>
                  <a:pt x="631605" y="131683"/>
                </a:lnTo>
                <a:lnTo>
                  <a:pt x="632175" y="132061"/>
                </a:lnTo>
                <a:lnTo>
                  <a:pt x="632755" y="132428"/>
                </a:lnTo>
                <a:lnTo>
                  <a:pt x="633344" y="132784"/>
                </a:lnTo>
                <a:lnTo>
                  <a:pt x="633942" y="133130"/>
                </a:lnTo>
                <a:lnTo>
                  <a:pt x="634550" y="133464"/>
                </a:lnTo>
                <a:lnTo>
                  <a:pt x="635165" y="133786"/>
                </a:lnTo>
                <a:lnTo>
                  <a:pt x="635788" y="134093"/>
                </a:lnTo>
                <a:lnTo>
                  <a:pt x="636418" y="134387"/>
                </a:lnTo>
                <a:lnTo>
                  <a:pt x="637055" y="134667"/>
                </a:lnTo>
                <a:lnTo>
                  <a:pt x="637699" y="134932"/>
                </a:lnTo>
                <a:lnTo>
                  <a:pt x="638350" y="135184"/>
                </a:lnTo>
                <a:lnTo>
                  <a:pt x="639008" y="135421"/>
                </a:lnTo>
                <a:lnTo>
                  <a:pt x="639674" y="135645"/>
                </a:lnTo>
                <a:lnTo>
                  <a:pt x="640346" y="135854"/>
                </a:lnTo>
                <a:lnTo>
                  <a:pt x="641025" y="136050"/>
                </a:lnTo>
                <a:lnTo>
                  <a:pt x="641711" y="136231"/>
                </a:lnTo>
                <a:lnTo>
                  <a:pt x="642404" y="136398"/>
                </a:lnTo>
                <a:lnTo>
                  <a:pt x="643104" y="136552"/>
                </a:lnTo>
                <a:lnTo>
                  <a:pt x="643811" y="136691"/>
                </a:lnTo>
                <a:lnTo>
                  <a:pt x="644526" y="136816"/>
                </a:lnTo>
                <a:lnTo>
                  <a:pt x="645247" y="136927"/>
                </a:lnTo>
                <a:lnTo>
                  <a:pt x="645975" y="137024"/>
                </a:lnTo>
                <a:lnTo>
                  <a:pt x="646710" y="137107"/>
                </a:lnTo>
                <a:lnTo>
                  <a:pt x="647453" y="137176"/>
                </a:lnTo>
                <a:lnTo>
                  <a:pt x="648202" y="137231"/>
                </a:lnTo>
                <a:lnTo>
                  <a:pt x="648958" y="137272"/>
                </a:lnTo>
                <a:lnTo>
                  <a:pt x="649722" y="137299"/>
                </a:lnTo>
                <a:lnTo>
                  <a:pt x="650492" y="137312"/>
                </a:lnTo>
                <a:lnTo>
                  <a:pt x="651270" y="137311"/>
                </a:lnTo>
                <a:lnTo>
                  <a:pt x="652219" y="137293"/>
                </a:lnTo>
                <a:lnTo>
                  <a:pt x="653161" y="137257"/>
                </a:lnTo>
                <a:lnTo>
                  <a:pt x="654095" y="137202"/>
                </a:lnTo>
                <a:lnTo>
                  <a:pt x="655021" y="137128"/>
                </a:lnTo>
                <a:lnTo>
                  <a:pt x="655939" y="137036"/>
                </a:lnTo>
                <a:lnTo>
                  <a:pt x="656849" y="136925"/>
                </a:lnTo>
                <a:lnTo>
                  <a:pt x="657751" y="136795"/>
                </a:lnTo>
                <a:lnTo>
                  <a:pt x="658646" y="136646"/>
                </a:lnTo>
                <a:lnTo>
                  <a:pt x="659532" y="136479"/>
                </a:lnTo>
                <a:lnTo>
                  <a:pt x="660411" y="136293"/>
                </a:lnTo>
                <a:lnTo>
                  <a:pt x="661282" y="136088"/>
                </a:lnTo>
                <a:lnTo>
                  <a:pt x="662145" y="135864"/>
                </a:lnTo>
                <a:lnTo>
                  <a:pt x="663000" y="135622"/>
                </a:lnTo>
                <a:lnTo>
                  <a:pt x="663847" y="135361"/>
                </a:lnTo>
                <a:lnTo>
                  <a:pt x="664686" y="135082"/>
                </a:lnTo>
                <a:lnTo>
                  <a:pt x="665518" y="134783"/>
                </a:lnTo>
                <a:lnTo>
                  <a:pt x="666342" y="134466"/>
                </a:lnTo>
                <a:lnTo>
                  <a:pt x="667157" y="134130"/>
                </a:lnTo>
                <a:lnTo>
                  <a:pt x="667965" y="133776"/>
                </a:lnTo>
                <a:lnTo>
                  <a:pt x="668765" y="133402"/>
                </a:lnTo>
                <a:lnTo>
                  <a:pt x="669557" y="133010"/>
                </a:lnTo>
                <a:lnTo>
                  <a:pt x="670341" y="132600"/>
                </a:lnTo>
                <a:lnTo>
                  <a:pt x="671117" y="132170"/>
                </a:lnTo>
                <a:lnTo>
                  <a:pt x="671886" y="131722"/>
                </a:lnTo>
                <a:lnTo>
                  <a:pt x="672644" y="131255"/>
                </a:lnTo>
                <a:lnTo>
                  <a:pt x="673388" y="130769"/>
                </a:lnTo>
                <a:lnTo>
                  <a:pt x="674120" y="130264"/>
                </a:lnTo>
                <a:lnTo>
                  <a:pt x="674838" y="129740"/>
                </a:lnTo>
                <a:lnTo>
                  <a:pt x="675543" y="129196"/>
                </a:lnTo>
                <a:lnTo>
                  <a:pt x="676235" y="128634"/>
                </a:lnTo>
                <a:lnTo>
                  <a:pt x="676914" y="128053"/>
                </a:lnTo>
                <a:lnTo>
                  <a:pt x="677580" y="127452"/>
                </a:lnTo>
                <a:lnTo>
                  <a:pt x="678232" y="126833"/>
                </a:lnTo>
                <a:lnTo>
                  <a:pt x="678871" y="126194"/>
                </a:lnTo>
                <a:lnTo>
                  <a:pt x="679497" y="125536"/>
                </a:lnTo>
                <a:lnTo>
                  <a:pt x="680110" y="124860"/>
                </a:lnTo>
                <a:lnTo>
                  <a:pt x="680710" y="124164"/>
                </a:lnTo>
                <a:lnTo>
                  <a:pt x="681296" y="123449"/>
                </a:lnTo>
                <a:lnTo>
                  <a:pt x="681870" y="122715"/>
                </a:lnTo>
                <a:lnTo>
                  <a:pt x="682430" y="121962"/>
                </a:lnTo>
                <a:lnTo>
                  <a:pt x="682977" y="121190"/>
                </a:lnTo>
                <a:lnTo>
                  <a:pt x="683510" y="120399"/>
                </a:lnTo>
                <a:lnTo>
                  <a:pt x="684031" y="119589"/>
                </a:lnTo>
                <a:lnTo>
                  <a:pt x="684538" y="118759"/>
                </a:lnTo>
                <a:lnTo>
                  <a:pt x="685032" y="117911"/>
                </a:lnTo>
                <a:lnTo>
                  <a:pt x="685513" y="117044"/>
                </a:lnTo>
                <a:lnTo>
                  <a:pt x="685981" y="116157"/>
                </a:lnTo>
                <a:lnTo>
                  <a:pt x="686436" y="115252"/>
                </a:lnTo>
                <a:lnTo>
                  <a:pt x="686874" y="114327"/>
                </a:lnTo>
                <a:lnTo>
                  <a:pt x="687294" y="113381"/>
                </a:lnTo>
                <a:lnTo>
                  <a:pt x="687696" y="112415"/>
                </a:lnTo>
                <a:lnTo>
                  <a:pt x="688078" y="111428"/>
                </a:lnTo>
                <a:lnTo>
                  <a:pt x="688442" y="110421"/>
                </a:lnTo>
                <a:lnTo>
                  <a:pt x="688788" y="109394"/>
                </a:lnTo>
                <a:lnTo>
                  <a:pt x="689114" y="108346"/>
                </a:lnTo>
                <a:lnTo>
                  <a:pt x="689422" y="107278"/>
                </a:lnTo>
                <a:lnTo>
                  <a:pt x="689712" y="106189"/>
                </a:lnTo>
                <a:lnTo>
                  <a:pt x="689982" y="105080"/>
                </a:lnTo>
                <a:lnTo>
                  <a:pt x="690234" y="103950"/>
                </a:lnTo>
                <a:lnTo>
                  <a:pt x="690468" y="102800"/>
                </a:lnTo>
                <a:lnTo>
                  <a:pt x="690682" y="101629"/>
                </a:lnTo>
                <a:lnTo>
                  <a:pt x="690878" y="100438"/>
                </a:lnTo>
                <a:lnTo>
                  <a:pt x="691056" y="99227"/>
                </a:lnTo>
                <a:lnTo>
                  <a:pt x="691214" y="97995"/>
                </a:lnTo>
                <a:lnTo>
                  <a:pt x="691354" y="96743"/>
                </a:lnTo>
                <a:lnTo>
                  <a:pt x="691476" y="95470"/>
                </a:lnTo>
                <a:lnTo>
                  <a:pt x="691578" y="94177"/>
                </a:lnTo>
                <a:lnTo>
                  <a:pt x="691662" y="92863"/>
                </a:lnTo>
                <a:lnTo>
                  <a:pt x="691728" y="91529"/>
                </a:lnTo>
                <a:lnTo>
                  <a:pt x="691774" y="90174"/>
                </a:lnTo>
                <a:lnTo>
                  <a:pt x="691802" y="88799"/>
                </a:lnTo>
                <a:lnTo>
                  <a:pt x="691812" y="87404"/>
                </a:lnTo>
                <a:lnTo>
                  <a:pt x="691803" y="85959"/>
                </a:lnTo>
                <a:lnTo>
                  <a:pt x="691777" y="84536"/>
                </a:lnTo>
                <a:lnTo>
                  <a:pt x="691734" y="83135"/>
                </a:lnTo>
                <a:lnTo>
                  <a:pt x="691673" y="81756"/>
                </a:lnTo>
                <a:lnTo>
                  <a:pt x="691596" y="80398"/>
                </a:lnTo>
                <a:lnTo>
                  <a:pt x="691500" y="79062"/>
                </a:lnTo>
                <a:lnTo>
                  <a:pt x="691388" y="77749"/>
                </a:lnTo>
                <a:lnTo>
                  <a:pt x="691258" y="76457"/>
                </a:lnTo>
                <a:lnTo>
                  <a:pt x="691111" y="75187"/>
                </a:lnTo>
                <a:lnTo>
                  <a:pt x="690947" y="73939"/>
                </a:lnTo>
                <a:lnTo>
                  <a:pt x="690765" y="72712"/>
                </a:lnTo>
                <a:lnTo>
                  <a:pt x="690566" y="71508"/>
                </a:lnTo>
                <a:lnTo>
                  <a:pt x="690350" y="70325"/>
                </a:lnTo>
                <a:lnTo>
                  <a:pt x="690117" y="69164"/>
                </a:lnTo>
                <a:lnTo>
                  <a:pt x="689866" y="68025"/>
                </a:lnTo>
                <a:lnTo>
                  <a:pt x="689598" y="66908"/>
                </a:lnTo>
                <a:lnTo>
                  <a:pt x="689312" y="65813"/>
                </a:lnTo>
                <a:lnTo>
                  <a:pt x="689010" y="64739"/>
                </a:lnTo>
                <a:lnTo>
                  <a:pt x="688690" y="63688"/>
                </a:lnTo>
                <a:lnTo>
                  <a:pt x="688352" y="62658"/>
                </a:lnTo>
                <a:lnTo>
                  <a:pt x="687998" y="61650"/>
                </a:lnTo>
                <a:lnTo>
                  <a:pt x="687626" y="60664"/>
                </a:lnTo>
                <a:lnTo>
                  <a:pt x="687237" y="59700"/>
                </a:lnTo>
                <a:lnTo>
                  <a:pt x="686830" y="58757"/>
                </a:lnTo>
                <a:lnTo>
                  <a:pt x="686409" y="57835"/>
                </a:lnTo>
                <a:lnTo>
                  <a:pt x="685974" y="56933"/>
                </a:lnTo>
                <a:lnTo>
                  <a:pt x="685526" y="56051"/>
                </a:lnTo>
                <a:lnTo>
                  <a:pt x="685066" y="55188"/>
                </a:lnTo>
                <a:lnTo>
                  <a:pt x="684592" y="54346"/>
                </a:lnTo>
                <a:lnTo>
                  <a:pt x="684105" y="53523"/>
                </a:lnTo>
                <a:lnTo>
                  <a:pt x="683606" y="52719"/>
                </a:lnTo>
                <a:lnTo>
                  <a:pt x="683093" y="51936"/>
                </a:lnTo>
                <a:lnTo>
                  <a:pt x="682567" y="51172"/>
                </a:lnTo>
                <a:lnTo>
                  <a:pt x="682028" y="50428"/>
                </a:lnTo>
                <a:lnTo>
                  <a:pt x="681477" y="49704"/>
                </a:lnTo>
                <a:lnTo>
                  <a:pt x="680912" y="48999"/>
                </a:lnTo>
                <a:lnTo>
                  <a:pt x="680334" y="48315"/>
                </a:lnTo>
                <a:lnTo>
                  <a:pt x="679743" y="47650"/>
                </a:lnTo>
                <a:lnTo>
                  <a:pt x="679139" y="47004"/>
                </a:lnTo>
                <a:lnTo>
                  <a:pt x="678522" y="46379"/>
                </a:lnTo>
                <a:lnTo>
                  <a:pt x="677892" y="45773"/>
                </a:lnTo>
                <a:lnTo>
                  <a:pt x="677250" y="45187"/>
                </a:lnTo>
                <a:lnTo>
                  <a:pt x="676594" y="44621"/>
                </a:lnTo>
                <a:lnTo>
                  <a:pt x="675925" y="44075"/>
                </a:lnTo>
                <a:lnTo>
                  <a:pt x="675243" y="43548"/>
                </a:lnTo>
                <a:lnTo>
                  <a:pt x="674548" y="43041"/>
                </a:lnTo>
                <a:lnTo>
                  <a:pt x="673840" y="42554"/>
                </a:lnTo>
                <a:lnTo>
                  <a:pt x="673119" y="42087"/>
                </a:lnTo>
                <a:lnTo>
                  <a:pt x="672387" y="41639"/>
                </a:lnTo>
                <a:lnTo>
                  <a:pt x="671646" y="41210"/>
                </a:lnTo>
                <a:lnTo>
                  <a:pt x="670897" y="40800"/>
                </a:lnTo>
                <a:lnTo>
                  <a:pt x="670139" y="40409"/>
                </a:lnTo>
                <a:lnTo>
                  <a:pt x="669372" y="40037"/>
                </a:lnTo>
                <a:lnTo>
                  <a:pt x="668597" y="39685"/>
                </a:lnTo>
                <a:lnTo>
                  <a:pt x="667812" y="39351"/>
                </a:lnTo>
                <a:lnTo>
                  <a:pt x="667020" y="39037"/>
                </a:lnTo>
                <a:lnTo>
                  <a:pt x="666218" y="38741"/>
                </a:lnTo>
                <a:lnTo>
                  <a:pt x="665407" y="38465"/>
                </a:lnTo>
                <a:lnTo>
                  <a:pt x="664588" y="38207"/>
                </a:lnTo>
                <a:lnTo>
                  <a:pt x="663760" y="37969"/>
                </a:lnTo>
                <a:lnTo>
                  <a:pt x="662924" y="37750"/>
                </a:lnTo>
                <a:lnTo>
                  <a:pt x="662078" y="37550"/>
                </a:lnTo>
                <a:lnTo>
                  <a:pt x="661224" y="37369"/>
                </a:lnTo>
                <a:lnTo>
                  <a:pt x="660361" y="37207"/>
                </a:lnTo>
                <a:lnTo>
                  <a:pt x="659490" y="37064"/>
                </a:lnTo>
                <a:lnTo>
                  <a:pt x="658609" y="36940"/>
                </a:lnTo>
                <a:lnTo>
                  <a:pt x="657720" y="36835"/>
                </a:lnTo>
                <a:lnTo>
                  <a:pt x="656822" y="36749"/>
                </a:lnTo>
                <a:lnTo>
                  <a:pt x="655916" y="36682"/>
                </a:lnTo>
                <a:lnTo>
                  <a:pt x="655000" y="36635"/>
                </a:lnTo>
                <a:lnTo>
                  <a:pt x="654076" y="36606"/>
                </a:lnTo>
                <a:lnTo>
                  <a:pt x="653144" y="36597"/>
                </a:lnTo>
                <a:lnTo>
                  <a:pt x="652294" y="36604"/>
                </a:lnTo>
                <a:lnTo>
                  <a:pt x="651453" y="36626"/>
                </a:lnTo>
                <a:lnTo>
                  <a:pt x="650622" y="36662"/>
                </a:lnTo>
                <a:lnTo>
                  <a:pt x="649801" y="36713"/>
                </a:lnTo>
                <a:lnTo>
                  <a:pt x="648989" y="36778"/>
                </a:lnTo>
                <a:lnTo>
                  <a:pt x="648187" y="36859"/>
                </a:lnTo>
                <a:lnTo>
                  <a:pt x="647394" y="36953"/>
                </a:lnTo>
                <a:lnTo>
                  <a:pt x="646611" y="37062"/>
                </a:lnTo>
                <a:lnTo>
                  <a:pt x="645838" y="37186"/>
                </a:lnTo>
                <a:lnTo>
                  <a:pt x="645074" y="37324"/>
                </a:lnTo>
                <a:lnTo>
                  <a:pt x="644320" y="37477"/>
                </a:lnTo>
                <a:lnTo>
                  <a:pt x="643575" y="37645"/>
                </a:lnTo>
                <a:lnTo>
                  <a:pt x="642840" y="37827"/>
                </a:lnTo>
                <a:lnTo>
                  <a:pt x="642115" y="38023"/>
                </a:lnTo>
                <a:lnTo>
                  <a:pt x="641399" y="38234"/>
                </a:lnTo>
                <a:lnTo>
                  <a:pt x="640693" y="38460"/>
                </a:lnTo>
                <a:lnTo>
                  <a:pt x="639996" y="38700"/>
                </a:lnTo>
                <a:lnTo>
                  <a:pt x="639309" y="38955"/>
                </a:lnTo>
                <a:lnTo>
                  <a:pt x="638632" y="39224"/>
                </a:lnTo>
                <a:lnTo>
                  <a:pt x="637964" y="39508"/>
                </a:lnTo>
                <a:lnTo>
                  <a:pt x="637305" y="39806"/>
                </a:lnTo>
                <a:lnTo>
                  <a:pt x="636657" y="40119"/>
                </a:lnTo>
                <a:lnTo>
                  <a:pt x="636018" y="40447"/>
                </a:lnTo>
                <a:lnTo>
                  <a:pt x="635388" y="40789"/>
                </a:lnTo>
                <a:lnTo>
                  <a:pt x="634767" y="41144"/>
                </a:lnTo>
                <a:lnTo>
                  <a:pt x="634154" y="41513"/>
                </a:lnTo>
                <a:lnTo>
                  <a:pt x="633548" y="41893"/>
                </a:lnTo>
                <a:lnTo>
                  <a:pt x="632949" y="42286"/>
                </a:lnTo>
                <a:lnTo>
                  <a:pt x="632359" y="42692"/>
                </a:lnTo>
                <a:lnTo>
                  <a:pt x="631775" y="43110"/>
                </a:lnTo>
                <a:lnTo>
                  <a:pt x="631199" y="43541"/>
                </a:lnTo>
                <a:lnTo>
                  <a:pt x="630631" y="43984"/>
                </a:lnTo>
                <a:lnTo>
                  <a:pt x="630071" y="44439"/>
                </a:lnTo>
                <a:lnTo>
                  <a:pt x="629517" y="44908"/>
                </a:lnTo>
                <a:lnTo>
                  <a:pt x="628972" y="45388"/>
                </a:lnTo>
                <a:lnTo>
                  <a:pt x="628434" y="45881"/>
                </a:lnTo>
                <a:lnTo>
                  <a:pt x="627903" y="46387"/>
                </a:lnTo>
                <a:lnTo>
                  <a:pt x="627380" y="46905"/>
                </a:lnTo>
                <a:lnTo>
                  <a:pt x="626865" y="47436"/>
                </a:lnTo>
                <a:lnTo>
                  <a:pt x="626357" y="47979"/>
                </a:lnTo>
                <a:lnTo>
                  <a:pt x="625856" y="48534"/>
                </a:lnTo>
                <a:lnTo>
                  <a:pt x="625363" y="49103"/>
                </a:lnTo>
                <a:lnTo>
                  <a:pt x="624878" y="49683"/>
                </a:lnTo>
                <a:lnTo>
                  <a:pt x="624400" y="50276"/>
                </a:lnTo>
                <a:lnTo>
                  <a:pt x="623930" y="50882"/>
                </a:lnTo>
                <a:lnTo>
                  <a:pt x="623467" y="51500"/>
                </a:lnTo>
                <a:lnTo>
                  <a:pt x="623012" y="52131"/>
                </a:lnTo>
                <a:lnTo>
                  <a:pt x="622564" y="52774"/>
                </a:lnTo>
                <a:lnTo>
                  <a:pt x="621085" y="38076"/>
                </a:lnTo>
                <a:lnTo>
                  <a:pt x="596424" y="38076"/>
                </a:lnTo>
                <a:lnTo>
                  <a:pt x="596424" y="170849"/>
                </a:lnTo>
                <a:lnTo>
                  <a:pt x="622564" y="170849"/>
                </a:lnTo>
                <a:lnTo>
                  <a:pt x="622564" y="122416"/>
                </a:lnTo>
                <a:lnTo>
                  <a:pt x="622956" y="123002"/>
                </a:lnTo>
                <a:lnTo>
                  <a:pt x="623356" y="123578"/>
                </a:lnTo>
                <a:lnTo>
                  <a:pt x="623766" y="124142"/>
                </a:lnTo>
                <a:close/>
                <a:moveTo>
                  <a:pt x="641641" y="117086"/>
                </a:moveTo>
                <a:lnTo>
                  <a:pt x="641038" y="116997"/>
                </a:lnTo>
                <a:lnTo>
                  <a:pt x="640443" y="116893"/>
                </a:lnTo>
                <a:lnTo>
                  <a:pt x="639854" y="116772"/>
                </a:lnTo>
                <a:lnTo>
                  <a:pt x="639273" y="116636"/>
                </a:lnTo>
                <a:lnTo>
                  <a:pt x="638698" y="116483"/>
                </a:lnTo>
                <a:lnTo>
                  <a:pt x="638131" y="116314"/>
                </a:lnTo>
                <a:lnTo>
                  <a:pt x="637570" y="116130"/>
                </a:lnTo>
                <a:lnTo>
                  <a:pt x="637017" y="115929"/>
                </a:lnTo>
                <a:lnTo>
                  <a:pt x="636471" y="115712"/>
                </a:lnTo>
                <a:lnTo>
                  <a:pt x="635931" y="115479"/>
                </a:lnTo>
                <a:lnTo>
                  <a:pt x="635399" y="115230"/>
                </a:lnTo>
                <a:lnTo>
                  <a:pt x="634874" y="114965"/>
                </a:lnTo>
                <a:lnTo>
                  <a:pt x="634355" y="114684"/>
                </a:lnTo>
                <a:lnTo>
                  <a:pt x="633844" y="114386"/>
                </a:lnTo>
                <a:lnTo>
                  <a:pt x="633340" y="114073"/>
                </a:lnTo>
                <a:lnTo>
                  <a:pt x="632843" y="113744"/>
                </a:lnTo>
                <a:lnTo>
                  <a:pt x="632352" y="113398"/>
                </a:lnTo>
                <a:lnTo>
                  <a:pt x="631869" y="113037"/>
                </a:lnTo>
                <a:lnTo>
                  <a:pt x="631393" y="112659"/>
                </a:lnTo>
                <a:lnTo>
                  <a:pt x="630925" y="112271"/>
                </a:lnTo>
                <a:lnTo>
                  <a:pt x="630465" y="111876"/>
                </a:lnTo>
                <a:lnTo>
                  <a:pt x="630014" y="111474"/>
                </a:lnTo>
                <a:lnTo>
                  <a:pt x="629572" y="111067"/>
                </a:lnTo>
                <a:lnTo>
                  <a:pt x="629139" y="110653"/>
                </a:lnTo>
                <a:lnTo>
                  <a:pt x="628714" y="110233"/>
                </a:lnTo>
                <a:lnTo>
                  <a:pt x="628298" y="109806"/>
                </a:lnTo>
                <a:lnTo>
                  <a:pt x="627891" y="109373"/>
                </a:lnTo>
                <a:lnTo>
                  <a:pt x="627493" y="108934"/>
                </a:lnTo>
                <a:lnTo>
                  <a:pt x="627103" y="108489"/>
                </a:lnTo>
                <a:lnTo>
                  <a:pt x="626722" y="108037"/>
                </a:lnTo>
                <a:lnTo>
                  <a:pt x="626350" y="107579"/>
                </a:lnTo>
                <a:lnTo>
                  <a:pt x="625986" y="107115"/>
                </a:lnTo>
                <a:lnTo>
                  <a:pt x="625632" y="106645"/>
                </a:lnTo>
                <a:lnTo>
                  <a:pt x="625286" y="106168"/>
                </a:lnTo>
                <a:lnTo>
                  <a:pt x="624948" y="105685"/>
                </a:lnTo>
                <a:lnTo>
                  <a:pt x="624620" y="105195"/>
                </a:lnTo>
                <a:lnTo>
                  <a:pt x="624300" y="104699"/>
                </a:lnTo>
                <a:lnTo>
                  <a:pt x="623989" y="104197"/>
                </a:lnTo>
                <a:lnTo>
                  <a:pt x="623687" y="103689"/>
                </a:lnTo>
                <a:lnTo>
                  <a:pt x="623393" y="103174"/>
                </a:lnTo>
                <a:lnTo>
                  <a:pt x="623108" y="102654"/>
                </a:lnTo>
                <a:lnTo>
                  <a:pt x="622832" y="102126"/>
                </a:lnTo>
                <a:lnTo>
                  <a:pt x="622564" y="101593"/>
                </a:lnTo>
                <a:lnTo>
                  <a:pt x="622564" y="72620"/>
                </a:lnTo>
                <a:lnTo>
                  <a:pt x="622801" y="72118"/>
                </a:lnTo>
                <a:lnTo>
                  <a:pt x="623049" y="71620"/>
                </a:lnTo>
                <a:lnTo>
                  <a:pt x="623310" y="71126"/>
                </a:lnTo>
                <a:lnTo>
                  <a:pt x="623584" y="70634"/>
                </a:lnTo>
                <a:lnTo>
                  <a:pt x="623869" y="70146"/>
                </a:lnTo>
                <a:lnTo>
                  <a:pt x="624167" y="69662"/>
                </a:lnTo>
                <a:lnTo>
                  <a:pt x="624478" y="69180"/>
                </a:lnTo>
                <a:lnTo>
                  <a:pt x="624800" y="68702"/>
                </a:lnTo>
                <a:lnTo>
                  <a:pt x="625135" y="68227"/>
                </a:lnTo>
                <a:lnTo>
                  <a:pt x="625483" y="67756"/>
                </a:lnTo>
                <a:lnTo>
                  <a:pt x="625842" y="67288"/>
                </a:lnTo>
                <a:lnTo>
                  <a:pt x="626214" y="66823"/>
                </a:lnTo>
                <a:lnTo>
                  <a:pt x="626599" y="66361"/>
                </a:lnTo>
                <a:lnTo>
                  <a:pt x="626995" y="65903"/>
                </a:lnTo>
                <a:lnTo>
                  <a:pt x="627404" y="65448"/>
                </a:lnTo>
                <a:lnTo>
                  <a:pt x="627825" y="64997"/>
                </a:lnTo>
                <a:lnTo>
                  <a:pt x="628259" y="64549"/>
                </a:lnTo>
                <a:lnTo>
                  <a:pt x="628705" y="64104"/>
                </a:lnTo>
                <a:lnTo>
                  <a:pt x="629163" y="63662"/>
                </a:lnTo>
                <a:lnTo>
                  <a:pt x="629634" y="63224"/>
                </a:lnTo>
                <a:lnTo>
                  <a:pt x="630117" y="62789"/>
                </a:lnTo>
                <a:lnTo>
                  <a:pt x="630612" y="62357"/>
                </a:lnTo>
                <a:lnTo>
                  <a:pt x="631120" y="61929"/>
                </a:lnTo>
                <a:lnTo>
                  <a:pt x="631640" y="61504"/>
                </a:lnTo>
                <a:lnTo>
                  <a:pt x="632170" y="61089"/>
                </a:lnTo>
                <a:lnTo>
                  <a:pt x="632710" y="60692"/>
                </a:lnTo>
                <a:lnTo>
                  <a:pt x="633258" y="60313"/>
                </a:lnTo>
                <a:lnTo>
                  <a:pt x="633815" y="59952"/>
                </a:lnTo>
                <a:lnTo>
                  <a:pt x="634381" y="59608"/>
                </a:lnTo>
                <a:lnTo>
                  <a:pt x="634956" y="59281"/>
                </a:lnTo>
                <a:lnTo>
                  <a:pt x="635540" y="58973"/>
                </a:lnTo>
                <a:lnTo>
                  <a:pt x="636133" y="58682"/>
                </a:lnTo>
                <a:lnTo>
                  <a:pt x="636735" y="58408"/>
                </a:lnTo>
                <a:lnTo>
                  <a:pt x="637346" y="58152"/>
                </a:lnTo>
                <a:lnTo>
                  <a:pt x="637965" y="57914"/>
                </a:lnTo>
                <a:lnTo>
                  <a:pt x="638594" y="57694"/>
                </a:lnTo>
                <a:lnTo>
                  <a:pt x="639231" y="57491"/>
                </a:lnTo>
                <a:lnTo>
                  <a:pt x="639878" y="57306"/>
                </a:lnTo>
                <a:lnTo>
                  <a:pt x="640533" y="57138"/>
                </a:lnTo>
                <a:lnTo>
                  <a:pt x="641197" y="56988"/>
                </a:lnTo>
                <a:lnTo>
                  <a:pt x="641870" y="56856"/>
                </a:lnTo>
                <a:lnTo>
                  <a:pt x="642552" y="56741"/>
                </a:lnTo>
                <a:lnTo>
                  <a:pt x="643243" y="56644"/>
                </a:lnTo>
                <a:lnTo>
                  <a:pt x="643943" y="56565"/>
                </a:lnTo>
                <a:lnTo>
                  <a:pt x="644651" y="56503"/>
                </a:lnTo>
                <a:lnTo>
                  <a:pt x="645369" y="56459"/>
                </a:lnTo>
                <a:lnTo>
                  <a:pt x="646095" y="56433"/>
                </a:lnTo>
                <a:lnTo>
                  <a:pt x="646831" y="56424"/>
                </a:lnTo>
                <a:lnTo>
                  <a:pt x="647531" y="56437"/>
                </a:lnTo>
                <a:lnTo>
                  <a:pt x="648219" y="56476"/>
                </a:lnTo>
                <a:lnTo>
                  <a:pt x="648895" y="56542"/>
                </a:lnTo>
                <a:lnTo>
                  <a:pt x="649558" y="56633"/>
                </a:lnTo>
                <a:lnTo>
                  <a:pt x="650209" y="56751"/>
                </a:lnTo>
                <a:lnTo>
                  <a:pt x="650847" y="56895"/>
                </a:lnTo>
                <a:lnTo>
                  <a:pt x="651473" y="57066"/>
                </a:lnTo>
                <a:lnTo>
                  <a:pt x="652086" y="57262"/>
                </a:lnTo>
                <a:lnTo>
                  <a:pt x="652687" y="57485"/>
                </a:lnTo>
                <a:lnTo>
                  <a:pt x="653275" y="57734"/>
                </a:lnTo>
                <a:lnTo>
                  <a:pt x="653851" y="58009"/>
                </a:lnTo>
                <a:lnTo>
                  <a:pt x="654414" y="58310"/>
                </a:lnTo>
                <a:lnTo>
                  <a:pt x="654964" y="58638"/>
                </a:lnTo>
                <a:lnTo>
                  <a:pt x="655503" y="58992"/>
                </a:lnTo>
                <a:lnTo>
                  <a:pt x="656028" y="59371"/>
                </a:lnTo>
                <a:lnTo>
                  <a:pt x="656541" y="59778"/>
                </a:lnTo>
                <a:lnTo>
                  <a:pt x="657042" y="60210"/>
                </a:lnTo>
                <a:lnTo>
                  <a:pt x="657530" y="60668"/>
                </a:lnTo>
                <a:lnTo>
                  <a:pt x="658006" y="61153"/>
                </a:lnTo>
                <a:lnTo>
                  <a:pt x="658469" y="61664"/>
                </a:lnTo>
                <a:lnTo>
                  <a:pt x="658920" y="62201"/>
                </a:lnTo>
                <a:lnTo>
                  <a:pt x="659358" y="62765"/>
                </a:lnTo>
                <a:lnTo>
                  <a:pt x="659784" y="63354"/>
                </a:lnTo>
                <a:lnTo>
                  <a:pt x="660197" y="63970"/>
                </a:lnTo>
                <a:lnTo>
                  <a:pt x="660595" y="64612"/>
                </a:lnTo>
                <a:lnTo>
                  <a:pt x="660977" y="65283"/>
                </a:lnTo>
                <a:lnTo>
                  <a:pt x="661341" y="65981"/>
                </a:lnTo>
                <a:lnTo>
                  <a:pt x="661689" y="66708"/>
                </a:lnTo>
                <a:lnTo>
                  <a:pt x="662019" y="67462"/>
                </a:lnTo>
                <a:lnTo>
                  <a:pt x="662333" y="68245"/>
                </a:lnTo>
                <a:lnTo>
                  <a:pt x="662630" y="69055"/>
                </a:lnTo>
                <a:lnTo>
                  <a:pt x="662909" y="69893"/>
                </a:lnTo>
                <a:lnTo>
                  <a:pt x="663172" y="70759"/>
                </a:lnTo>
                <a:lnTo>
                  <a:pt x="663418" y="71654"/>
                </a:lnTo>
                <a:lnTo>
                  <a:pt x="663647" y="72576"/>
                </a:lnTo>
                <a:lnTo>
                  <a:pt x="663859" y="73526"/>
                </a:lnTo>
                <a:lnTo>
                  <a:pt x="664054" y="74504"/>
                </a:lnTo>
                <a:lnTo>
                  <a:pt x="664232" y="75510"/>
                </a:lnTo>
                <a:lnTo>
                  <a:pt x="664393" y="76544"/>
                </a:lnTo>
                <a:lnTo>
                  <a:pt x="664537" y="77606"/>
                </a:lnTo>
                <a:lnTo>
                  <a:pt x="664664" y="78696"/>
                </a:lnTo>
                <a:lnTo>
                  <a:pt x="664774" y="79814"/>
                </a:lnTo>
                <a:lnTo>
                  <a:pt x="664868" y="80959"/>
                </a:lnTo>
                <a:lnTo>
                  <a:pt x="664944" y="82133"/>
                </a:lnTo>
                <a:lnTo>
                  <a:pt x="665003" y="83335"/>
                </a:lnTo>
                <a:lnTo>
                  <a:pt x="665046" y="84565"/>
                </a:lnTo>
                <a:lnTo>
                  <a:pt x="665071" y="85822"/>
                </a:lnTo>
                <a:lnTo>
                  <a:pt x="665080" y="87108"/>
                </a:lnTo>
                <a:lnTo>
                  <a:pt x="665070" y="88320"/>
                </a:lnTo>
                <a:lnTo>
                  <a:pt x="665043" y="89507"/>
                </a:lnTo>
                <a:lnTo>
                  <a:pt x="664998" y="90671"/>
                </a:lnTo>
                <a:lnTo>
                  <a:pt x="664934" y="91810"/>
                </a:lnTo>
                <a:lnTo>
                  <a:pt x="664853" y="92926"/>
                </a:lnTo>
                <a:lnTo>
                  <a:pt x="664753" y="94017"/>
                </a:lnTo>
                <a:lnTo>
                  <a:pt x="664635" y="95084"/>
                </a:lnTo>
                <a:lnTo>
                  <a:pt x="664499" y="96127"/>
                </a:lnTo>
                <a:lnTo>
                  <a:pt x="664344" y="97146"/>
                </a:lnTo>
                <a:lnTo>
                  <a:pt x="664172" y="98141"/>
                </a:lnTo>
                <a:lnTo>
                  <a:pt x="663981" y="99112"/>
                </a:lnTo>
                <a:lnTo>
                  <a:pt x="663773" y="100059"/>
                </a:lnTo>
                <a:lnTo>
                  <a:pt x="663546" y="100981"/>
                </a:lnTo>
                <a:lnTo>
                  <a:pt x="663301" y="101880"/>
                </a:lnTo>
                <a:lnTo>
                  <a:pt x="663037" y="102754"/>
                </a:lnTo>
                <a:lnTo>
                  <a:pt x="662756" y="103604"/>
                </a:lnTo>
                <a:lnTo>
                  <a:pt x="662456" y="104431"/>
                </a:lnTo>
                <a:lnTo>
                  <a:pt x="662139" y="105233"/>
                </a:lnTo>
                <a:lnTo>
                  <a:pt x="661803" y="106011"/>
                </a:lnTo>
                <a:lnTo>
                  <a:pt x="661449" y="106765"/>
                </a:lnTo>
                <a:lnTo>
                  <a:pt x="661077" y="107495"/>
                </a:lnTo>
                <a:lnTo>
                  <a:pt x="660686" y="108201"/>
                </a:lnTo>
                <a:lnTo>
                  <a:pt x="660278" y="108882"/>
                </a:lnTo>
                <a:lnTo>
                  <a:pt x="659851" y="109540"/>
                </a:lnTo>
                <a:lnTo>
                  <a:pt x="659408" y="110172"/>
                </a:lnTo>
                <a:lnTo>
                  <a:pt x="658948" y="110777"/>
                </a:lnTo>
                <a:lnTo>
                  <a:pt x="658472" y="111355"/>
                </a:lnTo>
                <a:lnTo>
                  <a:pt x="657980" y="111907"/>
                </a:lnTo>
                <a:lnTo>
                  <a:pt x="657472" y="112431"/>
                </a:lnTo>
                <a:lnTo>
                  <a:pt x="656948" y="112929"/>
                </a:lnTo>
                <a:lnTo>
                  <a:pt x="656407" y="113400"/>
                </a:lnTo>
                <a:lnTo>
                  <a:pt x="655851" y="113843"/>
                </a:lnTo>
                <a:lnTo>
                  <a:pt x="655278" y="114260"/>
                </a:lnTo>
                <a:lnTo>
                  <a:pt x="654690" y="114650"/>
                </a:lnTo>
                <a:lnTo>
                  <a:pt x="654085" y="115014"/>
                </a:lnTo>
                <a:lnTo>
                  <a:pt x="653464" y="115350"/>
                </a:lnTo>
                <a:lnTo>
                  <a:pt x="652827" y="115659"/>
                </a:lnTo>
                <a:lnTo>
                  <a:pt x="652174" y="115941"/>
                </a:lnTo>
                <a:lnTo>
                  <a:pt x="651505" y="116197"/>
                </a:lnTo>
                <a:lnTo>
                  <a:pt x="650820" y="116426"/>
                </a:lnTo>
                <a:lnTo>
                  <a:pt x="650119" y="116627"/>
                </a:lnTo>
                <a:lnTo>
                  <a:pt x="649401" y="116802"/>
                </a:lnTo>
                <a:lnTo>
                  <a:pt x="648668" y="116950"/>
                </a:lnTo>
                <a:lnTo>
                  <a:pt x="647918" y="117071"/>
                </a:lnTo>
                <a:lnTo>
                  <a:pt x="647153" y="117165"/>
                </a:lnTo>
                <a:lnTo>
                  <a:pt x="646371" y="117233"/>
                </a:lnTo>
                <a:lnTo>
                  <a:pt x="645573" y="117273"/>
                </a:lnTo>
                <a:lnTo>
                  <a:pt x="644759" y="117286"/>
                </a:lnTo>
                <a:lnTo>
                  <a:pt x="644121" y="117278"/>
                </a:lnTo>
                <a:lnTo>
                  <a:pt x="643491" y="117254"/>
                </a:lnTo>
                <a:lnTo>
                  <a:pt x="642867" y="117214"/>
                </a:lnTo>
                <a:lnTo>
                  <a:pt x="642251" y="117158"/>
                </a:lnTo>
                <a:lnTo>
                  <a:pt x="641641" y="117086"/>
                </a:lnTo>
                <a:close/>
                <a:moveTo>
                  <a:pt x="1002153" y="25348"/>
                </a:moveTo>
                <a:lnTo>
                  <a:pt x="1002700" y="25291"/>
                </a:lnTo>
                <a:lnTo>
                  <a:pt x="1003235" y="25222"/>
                </a:lnTo>
                <a:lnTo>
                  <a:pt x="1003758" y="25139"/>
                </a:lnTo>
                <a:lnTo>
                  <a:pt x="1004270" y="25044"/>
                </a:lnTo>
                <a:lnTo>
                  <a:pt x="1004769" y="24937"/>
                </a:lnTo>
                <a:lnTo>
                  <a:pt x="1005257" y="24816"/>
                </a:lnTo>
                <a:lnTo>
                  <a:pt x="1005733" y="24683"/>
                </a:lnTo>
                <a:lnTo>
                  <a:pt x="1006197" y="24537"/>
                </a:lnTo>
                <a:lnTo>
                  <a:pt x="1006650" y="24379"/>
                </a:lnTo>
                <a:lnTo>
                  <a:pt x="1007090" y="24208"/>
                </a:lnTo>
                <a:lnTo>
                  <a:pt x="1007519" y="24024"/>
                </a:lnTo>
                <a:lnTo>
                  <a:pt x="1007936" y="23828"/>
                </a:lnTo>
                <a:lnTo>
                  <a:pt x="1008341" y="23619"/>
                </a:lnTo>
                <a:lnTo>
                  <a:pt x="1008734" y="23397"/>
                </a:lnTo>
                <a:lnTo>
                  <a:pt x="1009116" y="23162"/>
                </a:lnTo>
                <a:lnTo>
                  <a:pt x="1009485" y="22915"/>
                </a:lnTo>
                <a:lnTo>
                  <a:pt x="1009843" y="22655"/>
                </a:lnTo>
                <a:lnTo>
                  <a:pt x="1010189" y="22383"/>
                </a:lnTo>
                <a:lnTo>
                  <a:pt x="1010524" y="22098"/>
                </a:lnTo>
                <a:lnTo>
                  <a:pt x="1010846" y="21800"/>
                </a:lnTo>
                <a:lnTo>
                  <a:pt x="1011156" y="21493"/>
                </a:lnTo>
                <a:lnTo>
                  <a:pt x="1011452" y="21179"/>
                </a:lnTo>
                <a:lnTo>
                  <a:pt x="1011736" y="20860"/>
                </a:lnTo>
                <a:lnTo>
                  <a:pt x="1012006" y="20534"/>
                </a:lnTo>
                <a:lnTo>
                  <a:pt x="1012263" y="20202"/>
                </a:lnTo>
                <a:lnTo>
                  <a:pt x="1012507" y="19864"/>
                </a:lnTo>
                <a:lnTo>
                  <a:pt x="1012738" y="19520"/>
                </a:lnTo>
                <a:lnTo>
                  <a:pt x="1012956" y="19170"/>
                </a:lnTo>
                <a:lnTo>
                  <a:pt x="1013160" y="18813"/>
                </a:lnTo>
                <a:lnTo>
                  <a:pt x="1013351" y="18450"/>
                </a:lnTo>
                <a:lnTo>
                  <a:pt x="1013529" y="18081"/>
                </a:lnTo>
                <a:lnTo>
                  <a:pt x="1013694" y="17706"/>
                </a:lnTo>
                <a:lnTo>
                  <a:pt x="1013846" y="17325"/>
                </a:lnTo>
                <a:lnTo>
                  <a:pt x="1013984" y="16938"/>
                </a:lnTo>
                <a:lnTo>
                  <a:pt x="1014110" y="16544"/>
                </a:lnTo>
                <a:lnTo>
                  <a:pt x="1014222" y="16145"/>
                </a:lnTo>
                <a:lnTo>
                  <a:pt x="1014321" y="15739"/>
                </a:lnTo>
                <a:lnTo>
                  <a:pt x="1014406" y="15327"/>
                </a:lnTo>
                <a:lnTo>
                  <a:pt x="1014479" y="14908"/>
                </a:lnTo>
                <a:lnTo>
                  <a:pt x="1014538" y="14484"/>
                </a:lnTo>
                <a:lnTo>
                  <a:pt x="1014584" y="14054"/>
                </a:lnTo>
                <a:lnTo>
                  <a:pt x="1014617" y="13617"/>
                </a:lnTo>
                <a:lnTo>
                  <a:pt x="1014637" y="13174"/>
                </a:lnTo>
                <a:lnTo>
                  <a:pt x="1014644" y="12725"/>
                </a:lnTo>
                <a:lnTo>
                  <a:pt x="1014637" y="12268"/>
                </a:lnTo>
                <a:lnTo>
                  <a:pt x="1014617" y="11818"/>
                </a:lnTo>
                <a:lnTo>
                  <a:pt x="1014584" y="11374"/>
                </a:lnTo>
                <a:lnTo>
                  <a:pt x="1014538" y="10937"/>
                </a:lnTo>
                <a:lnTo>
                  <a:pt x="1014479" y="10507"/>
                </a:lnTo>
                <a:lnTo>
                  <a:pt x="1014406" y="10083"/>
                </a:lnTo>
                <a:lnTo>
                  <a:pt x="1014321" y="9666"/>
                </a:lnTo>
                <a:lnTo>
                  <a:pt x="1014222" y="9256"/>
                </a:lnTo>
                <a:lnTo>
                  <a:pt x="1014110" y="8852"/>
                </a:lnTo>
                <a:lnTo>
                  <a:pt x="1013984" y="8456"/>
                </a:lnTo>
                <a:lnTo>
                  <a:pt x="1013846" y="8065"/>
                </a:lnTo>
                <a:lnTo>
                  <a:pt x="1013694" y="7682"/>
                </a:lnTo>
                <a:lnTo>
                  <a:pt x="1013529" y="7305"/>
                </a:lnTo>
                <a:lnTo>
                  <a:pt x="1013351" y="6935"/>
                </a:lnTo>
                <a:lnTo>
                  <a:pt x="1013160" y="6571"/>
                </a:lnTo>
                <a:lnTo>
                  <a:pt x="1012956" y="6215"/>
                </a:lnTo>
                <a:lnTo>
                  <a:pt x="1012738" y="5864"/>
                </a:lnTo>
                <a:lnTo>
                  <a:pt x="1012507" y="5521"/>
                </a:lnTo>
                <a:lnTo>
                  <a:pt x="1012263" y="5184"/>
                </a:lnTo>
                <a:lnTo>
                  <a:pt x="1012006" y="4854"/>
                </a:lnTo>
                <a:lnTo>
                  <a:pt x="1011736" y="4531"/>
                </a:lnTo>
                <a:lnTo>
                  <a:pt x="1011452" y="4214"/>
                </a:lnTo>
                <a:lnTo>
                  <a:pt x="1011156" y="3904"/>
                </a:lnTo>
                <a:lnTo>
                  <a:pt x="1010846" y="3600"/>
                </a:lnTo>
                <a:lnTo>
                  <a:pt x="1010524" y="3307"/>
                </a:lnTo>
                <a:lnTo>
                  <a:pt x="1010189" y="3025"/>
                </a:lnTo>
                <a:lnTo>
                  <a:pt x="1009843" y="2757"/>
                </a:lnTo>
                <a:lnTo>
                  <a:pt x="1009485" y="2500"/>
                </a:lnTo>
                <a:lnTo>
                  <a:pt x="1009116" y="2257"/>
                </a:lnTo>
                <a:lnTo>
                  <a:pt x="1008734" y="2025"/>
                </a:lnTo>
                <a:lnTo>
                  <a:pt x="1008341" y="1806"/>
                </a:lnTo>
                <a:lnTo>
                  <a:pt x="1007936" y="1600"/>
                </a:lnTo>
                <a:lnTo>
                  <a:pt x="1007519" y="1406"/>
                </a:lnTo>
                <a:lnTo>
                  <a:pt x="1007090" y="1225"/>
                </a:lnTo>
                <a:lnTo>
                  <a:pt x="1006650" y="1056"/>
                </a:lnTo>
                <a:lnTo>
                  <a:pt x="1006197" y="900"/>
                </a:lnTo>
                <a:lnTo>
                  <a:pt x="1005733" y="756"/>
                </a:lnTo>
                <a:lnTo>
                  <a:pt x="1005257" y="625"/>
                </a:lnTo>
                <a:lnTo>
                  <a:pt x="1004769" y="506"/>
                </a:lnTo>
                <a:lnTo>
                  <a:pt x="1004270" y="400"/>
                </a:lnTo>
                <a:lnTo>
                  <a:pt x="1003758" y="306"/>
                </a:lnTo>
                <a:lnTo>
                  <a:pt x="1003235" y="225"/>
                </a:lnTo>
                <a:lnTo>
                  <a:pt x="1002700" y="156"/>
                </a:lnTo>
                <a:lnTo>
                  <a:pt x="1002153" y="100"/>
                </a:lnTo>
                <a:lnTo>
                  <a:pt x="1001594" y="56"/>
                </a:lnTo>
                <a:lnTo>
                  <a:pt x="1001024" y="25"/>
                </a:lnTo>
                <a:lnTo>
                  <a:pt x="1000441" y="6"/>
                </a:lnTo>
                <a:lnTo>
                  <a:pt x="999847" y="0"/>
                </a:lnTo>
                <a:lnTo>
                  <a:pt x="999253" y="6"/>
                </a:lnTo>
                <a:lnTo>
                  <a:pt x="998671" y="25"/>
                </a:lnTo>
                <a:lnTo>
                  <a:pt x="998100" y="56"/>
                </a:lnTo>
                <a:lnTo>
                  <a:pt x="997541" y="100"/>
                </a:lnTo>
                <a:lnTo>
                  <a:pt x="996995" y="156"/>
                </a:lnTo>
                <a:lnTo>
                  <a:pt x="996459" y="225"/>
                </a:lnTo>
                <a:lnTo>
                  <a:pt x="995936" y="306"/>
                </a:lnTo>
                <a:lnTo>
                  <a:pt x="995425" y="400"/>
                </a:lnTo>
                <a:lnTo>
                  <a:pt x="994925" y="506"/>
                </a:lnTo>
                <a:lnTo>
                  <a:pt x="994437" y="625"/>
                </a:lnTo>
                <a:lnTo>
                  <a:pt x="993961" y="756"/>
                </a:lnTo>
                <a:lnTo>
                  <a:pt x="993497" y="900"/>
                </a:lnTo>
                <a:lnTo>
                  <a:pt x="993045" y="1056"/>
                </a:lnTo>
                <a:lnTo>
                  <a:pt x="992604" y="1225"/>
                </a:lnTo>
                <a:lnTo>
                  <a:pt x="992175" y="1406"/>
                </a:lnTo>
                <a:lnTo>
                  <a:pt x="991759" y="1600"/>
                </a:lnTo>
                <a:lnTo>
                  <a:pt x="991353" y="1806"/>
                </a:lnTo>
                <a:lnTo>
                  <a:pt x="990960" y="2025"/>
                </a:lnTo>
                <a:lnTo>
                  <a:pt x="990579" y="2257"/>
                </a:lnTo>
                <a:lnTo>
                  <a:pt x="990209" y="2500"/>
                </a:lnTo>
                <a:lnTo>
                  <a:pt x="989851" y="2757"/>
                </a:lnTo>
                <a:lnTo>
                  <a:pt x="989505" y="3025"/>
                </a:lnTo>
                <a:lnTo>
                  <a:pt x="989171" y="3307"/>
                </a:lnTo>
                <a:lnTo>
                  <a:pt x="988849" y="3600"/>
                </a:lnTo>
                <a:lnTo>
                  <a:pt x="988539" y="3904"/>
                </a:lnTo>
                <a:lnTo>
                  <a:pt x="988242" y="4214"/>
                </a:lnTo>
                <a:lnTo>
                  <a:pt x="987958" y="4531"/>
                </a:lnTo>
                <a:lnTo>
                  <a:pt x="987688" y="4854"/>
                </a:lnTo>
                <a:lnTo>
                  <a:pt x="987431" y="5184"/>
                </a:lnTo>
                <a:lnTo>
                  <a:pt x="987187" y="5521"/>
                </a:lnTo>
                <a:lnTo>
                  <a:pt x="986956" y="5864"/>
                </a:lnTo>
                <a:lnTo>
                  <a:pt x="986739" y="6215"/>
                </a:lnTo>
                <a:lnTo>
                  <a:pt x="986534" y="6571"/>
                </a:lnTo>
                <a:lnTo>
                  <a:pt x="986343" y="6935"/>
                </a:lnTo>
                <a:lnTo>
                  <a:pt x="986165" y="7305"/>
                </a:lnTo>
                <a:lnTo>
                  <a:pt x="986000" y="7682"/>
                </a:lnTo>
                <a:lnTo>
                  <a:pt x="985849" y="8065"/>
                </a:lnTo>
                <a:lnTo>
                  <a:pt x="985710" y="8456"/>
                </a:lnTo>
                <a:lnTo>
                  <a:pt x="985585" y="8852"/>
                </a:lnTo>
                <a:lnTo>
                  <a:pt x="985473" y="9256"/>
                </a:lnTo>
                <a:lnTo>
                  <a:pt x="985374" y="9666"/>
                </a:lnTo>
                <a:lnTo>
                  <a:pt x="985288" y="10083"/>
                </a:lnTo>
                <a:lnTo>
                  <a:pt x="985216" y="10507"/>
                </a:lnTo>
                <a:lnTo>
                  <a:pt x="985156" y="10937"/>
                </a:lnTo>
                <a:lnTo>
                  <a:pt x="985110" y="11374"/>
                </a:lnTo>
                <a:lnTo>
                  <a:pt x="985077" y="11818"/>
                </a:lnTo>
                <a:lnTo>
                  <a:pt x="985057" y="12268"/>
                </a:lnTo>
                <a:lnTo>
                  <a:pt x="985051" y="12725"/>
                </a:lnTo>
                <a:lnTo>
                  <a:pt x="985057" y="13174"/>
                </a:lnTo>
                <a:lnTo>
                  <a:pt x="985077" y="13617"/>
                </a:lnTo>
                <a:lnTo>
                  <a:pt x="985110" y="14054"/>
                </a:lnTo>
                <a:lnTo>
                  <a:pt x="985156" y="14484"/>
                </a:lnTo>
                <a:lnTo>
                  <a:pt x="985216" y="14908"/>
                </a:lnTo>
                <a:lnTo>
                  <a:pt x="985288" y="15327"/>
                </a:lnTo>
                <a:lnTo>
                  <a:pt x="985374" y="15739"/>
                </a:lnTo>
                <a:lnTo>
                  <a:pt x="985473" y="16145"/>
                </a:lnTo>
                <a:lnTo>
                  <a:pt x="985585" y="16544"/>
                </a:lnTo>
                <a:lnTo>
                  <a:pt x="985710" y="16938"/>
                </a:lnTo>
                <a:lnTo>
                  <a:pt x="985849" y="17325"/>
                </a:lnTo>
                <a:lnTo>
                  <a:pt x="986000" y="17706"/>
                </a:lnTo>
                <a:lnTo>
                  <a:pt x="986165" y="18081"/>
                </a:lnTo>
                <a:lnTo>
                  <a:pt x="986343" y="18450"/>
                </a:lnTo>
                <a:lnTo>
                  <a:pt x="986534" y="18813"/>
                </a:lnTo>
                <a:lnTo>
                  <a:pt x="986739" y="19170"/>
                </a:lnTo>
                <a:lnTo>
                  <a:pt x="986956" y="19520"/>
                </a:lnTo>
                <a:lnTo>
                  <a:pt x="987187" y="19864"/>
                </a:lnTo>
                <a:lnTo>
                  <a:pt x="987431" y="20202"/>
                </a:lnTo>
                <a:lnTo>
                  <a:pt x="987688" y="20534"/>
                </a:lnTo>
                <a:lnTo>
                  <a:pt x="987958" y="20860"/>
                </a:lnTo>
                <a:lnTo>
                  <a:pt x="988242" y="21179"/>
                </a:lnTo>
                <a:lnTo>
                  <a:pt x="988539" y="21493"/>
                </a:lnTo>
                <a:lnTo>
                  <a:pt x="988849" y="21800"/>
                </a:lnTo>
                <a:lnTo>
                  <a:pt x="989171" y="22098"/>
                </a:lnTo>
                <a:lnTo>
                  <a:pt x="989505" y="22383"/>
                </a:lnTo>
                <a:lnTo>
                  <a:pt x="989851" y="22655"/>
                </a:lnTo>
                <a:lnTo>
                  <a:pt x="990209" y="22915"/>
                </a:lnTo>
                <a:lnTo>
                  <a:pt x="990579" y="23162"/>
                </a:lnTo>
                <a:lnTo>
                  <a:pt x="990960" y="23397"/>
                </a:lnTo>
                <a:lnTo>
                  <a:pt x="991353" y="23619"/>
                </a:lnTo>
                <a:lnTo>
                  <a:pt x="991759" y="23828"/>
                </a:lnTo>
                <a:lnTo>
                  <a:pt x="992175" y="24024"/>
                </a:lnTo>
                <a:lnTo>
                  <a:pt x="992604" y="24208"/>
                </a:lnTo>
                <a:lnTo>
                  <a:pt x="993045" y="24379"/>
                </a:lnTo>
                <a:lnTo>
                  <a:pt x="993497" y="24537"/>
                </a:lnTo>
                <a:lnTo>
                  <a:pt x="993961" y="24683"/>
                </a:lnTo>
                <a:lnTo>
                  <a:pt x="994437" y="24816"/>
                </a:lnTo>
                <a:lnTo>
                  <a:pt x="994925" y="24937"/>
                </a:lnTo>
                <a:lnTo>
                  <a:pt x="995425" y="25044"/>
                </a:lnTo>
                <a:lnTo>
                  <a:pt x="995936" y="25139"/>
                </a:lnTo>
                <a:lnTo>
                  <a:pt x="996459" y="25222"/>
                </a:lnTo>
                <a:lnTo>
                  <a:pt x="996995" y="25291"/>
                </a:lnTo>
                <a:lnTo>
                  <a:pt x="997541" y="25348"/>
                </a:lnTo>
                <a:lnTo>
                  <a:pt x="998100" y="25393"/>
                </a:lnTo>
                <a:lnTo>
                  <a:pt x="998671" y="25425"/>
                </a:lnTo>
                <a:lnTo>
                  <a:pt x="999253" y="25444"/>
                </a:lnTo>
                <a:lnTo>
                  <a:pt x="999847" y="25450"/>
                </a:lnTo>
                <a:lnTo>
                  <a:pt x="1000441" y="25444"/>
                </a:lnTo>
                <a:lnTo>
                  <a:pt x="1001024" y="25425"/>
                </a:lnTo>
                <a:lnTo>
                  <a:pt x="1001594" y="25393"/>
                </a:lnTo>
                <a:lnTo>
                  <a:pt x="1002153" y="25348"/>
                </a:lnTo>
                <a:close/>
                <a:moveTo>
                  <a:pt x="875665" y="38076"/>
                </a:moveTo>
                <a:lnTo>
                  <a:pt x="906322" y="84496"/>
                </a:lnTo>
                <a:lnTo>
                  <a:pt x="872410" y="135535"/>
                </a:lnTo>
                <a:lnTo>
                  <a:pt x="900228" y="135535"/>
                </a:lnTo>
                <a:lnTo>
                  <a:pt x="922032" y="100616"/>
                </a:lnTo>
                <a:lnTo>
                  <a:pt x="943926" y="135535"/>
                </a:lnTo>
                <a:lnTo>
                  <a:pt x="971842" y="135535"/>
                </a:lnTo>
                <a:lnTo>
                  <a:pt x="938035" y="84918"/>
                </a:lnTo>
                <a:lnTo>
                  <a:pt x="968883" y="38076"/>
                </a:lnTo>
                <a:lnTo>
                  <a:pt x="940967" y="38076"/>
                </a:lnTo>
                <a:lnTo>
                  <a:pt x="922391" y="69448"/>
                </a:lnTo>
                <a:lnTo>
                  <a:pt x="903581" y="38076"/>
                </a:lnTo>
                <a:lnTo>
                  <a:pt x="875665" y="38076"/>
                </a:lnTo>
                <a:close/>
                <a:moveTo>
                  <a:pt x="1078639" y="115307"/>
                </a:moveTo>
                <a:lnTo>
                  <a:pt x="1078043" y="115288"/>
                </a:lnTo>
                <a:lnTo>
                  <a:pt x="1077464" y="115255"/>
                </a:lnTo>
                <a:lnTo>
                  <a:pt x="1076905" y="115210"/>
                </a:lnTo>
                <a:lnTo>
                  <a:pt x="1076364" y="115152"/>
                </a:lnTo>
                <a:lnTo>
                  <a:pt x="1075842" y="115081"/>
                </a:lnTo>
                <a:lnTo>
                  <a:pt x="1075339" y="114996"/>
                </a:lnTo>
                <a:lnTo>
                  <a:pt x="1074854" y="114899"/>
                </a:lnTo>
                <a:lnTo>
                  <a:pt x="1074388" y="114789"/>
                </a:lnTo>
                <a:lnTo>
                  <a:pt x="1073941" y="114666"/>
                </a:lnTo>
                <a:lnTo>
                  <a:pt x="1073512" y="114531"/>
                </a:lnTo>
                <a:lnTo>
                  <a:pt x="1073102" y="114382"/>
                </a:lnTo>
                <a:lnTo>
                  <a:pt x="1072710" y="114220"/>
                </a:lnTo>
                <a:lnTo>
                  <a:pt x="1072338" y="114045"/>
                </a:lnTo>
                <a:lnTo>
                  <a:pt x="1071984" y="113858"/>
                </a:lnTo>
                <a:lnTo>
                  <a:pt x="1071648" y="113657"/>
                </a:lnTo>
                <a:lnTo>
                  <a:pt x="1071331" y="113444"/>
                </a:lnTo>
                <a:lnTo>
                  <a:pt x="1071033" y="113217"/>
                </a:lnTo>
                <a:lnTo>
                  <a:pt x="1070754" y="112978"/>
                </a:lnTo>
                <a:lnTo>
                  <a:pt x="1070493" y="112725"/>
                </a:lnTo>
                <a:lnTo>
                  <a:pt x="1070251" y="112460"/>
                </a:lnTo>
                <a:lnTo>
                  <a:pt x="1070028" y="112182"/>
                </a:lnTo>
                <a:lnTo>
                  <a:pt x="1069823" y="111891"/>
                </a:lnTo>
                <a:lnTo>
                  <a:pt x="1069637" y="111587"/>
                </a:lnTo>
                <a:lnTo>
                  <a:pt x="1069464" y="111269"/>
                </a:lnTo>
                <a:lnTo>
                  <a:pt x="1069298" y="110938"/>
                </a:lnTo>
                <a:lnTo>
                  <a:pt x="1069140" y="110592"/>
                </a:lnTo>
                <a:lnTo>
                  <a:pt x="1068989" y="110232"/>
                </a:lnTo>
                <a:lnTo>
                  <a:pt x="1068845" y="109859"/>
                </a:lnTo>
                <a:lnTo>
                  <a:pt x="1068709" y="109471"/>
                </a:lnTo>
                <a:lnTo>
                  <a:pt x="1068580" y="109070"/>
                </a:lnTo>
                <a:lnTo>
                  <a:pt x="1068459" y="108654"/>
                </a:lnTo>
                <a:lnTo>
                  <a:pt x="1068345" y="108225"/>
                </a:lnTo>
                <a:lnTo>
                  <a:pt x="1068238" y="107781"/>
                </a:lnTo>
                <a:lnTo>
                  <a:pt x="1068138" y="107324"/>
                </a:lnTo>
                <a:lnTo>
                  <a:pt x="1068046" y="106853"/>
                </a:lnTo>
                <a:lnTo>
                  <a:pt x="1067962" y="106367"/>
                </a:lnTo>
                <a:lnTo>
                  <a:pt x="1067884" y="105868"/>
                </a:lnTo>
                <a:lnTo>
                  <a:pt x="1067814" y="105354"/>
                </a:lnTo>
                <a:lnTo>
                  <a:pt x="1067752" y="104827"/>
                </a:lnTo>
                <a:lnTo>
                  <a:pt x="1067697" y="104285"/>
                </a:lnTo>
                <a:lnTo>
                  <a:pt x="1067649" y="103730"/>
                </a:lnTo>
                <a:lnTo>
                  <a:pt x="1067608" y="103161"/>
                </a:lnTo>
                <a:lnTo>
                  <a:pt x="1067575" y="102577"/>
                </a:lnTo>
                <a:lnTo>
                  <a:pt x="1067549" y="101980"/>
                </a:lnTo>
                <a:lnTo>
                  <a:pt x="1067531" y="101369"/>
                </a:lnTo>
                <a:lnTo>
                  <a:pt x="1067520" y="100743"/>
                </a:lnTo>
                <a:lnTo>
                  <a:pt x="1067516" y="100104"/>
                </a:lnTo>
                <a:lnTo>
                  <a:pt x="1067516" y="58199"/>
                </a:lnTo>
                <a:lnTo>
                  <a:pt x="1088527" y="58199"/>
                </a:lnTo>
                <a:lnTo>
                  <a:pt x="1088527" y="38076"/>
                </a:lnTo>
                <a:lnTo>
                  <a:pt x="1067516" y="38076"/>
                </a:lnTo>
                <a:lnTo>
                  <a:pt x="1067516" y="15388"/>
                </a:lnTo>
                <a:lnTo>
                  <a:pt x="1041376" y="15388"/>
                </a:lnTo>
                <a:lnTo>
                  <a:pt x="1041376" y="38076"/>
                </a:lnTo>
                <a:lnTo>
                  <a:pt x="1025396" y="38076"/>
                </a:lnTo>
                <a:lnTo>
                  <a:pt x="1025396" y="58199"/>
                </a:lnTo>
                <a:lnTo>
                  <a:pt x="1041376" y="58199"/>
                </a:lnTo>
                <a:lnTo>
                  <a:pt x="1041376" y="101476"/>
                </a:lnTo>
                <a:lnTo>
                  <a:pt x="1041381" y="102470"/>
                </a:lnTo>
                <a:lnTo>
                  <a:pt x="1041398" y="103448"/>
                </a:lnTo>
                <a:lnTo>
                  <a:pt x="1041425" y="104410"/>
                </a:lnTo>
                <a:lnTo>
                  <a:pt x="1041463" y="105356"/>
                </a:lnTo>
                <a:lnTo>
                  <a:pt x="1041513" y="106287"/>
                </a:lnTo>
                <a:lnTo>
                  <a:pt x="1041573" y="107202"/>
                </a:lnTo>
                <a:lnTo>
                  <a:pt x="1041644" y="108101"/>
                </a:lnTo>
                <a:lnTo>
                  <a:pt x="1041727" y="108984"/>
                </a:lnTo>
                <a:lnTo>
                  <a:pt x="1041820" y="109851"/>
                </a:lnTo>
                <a:lnTo>
                  <a:pt x="1041924" y="110703"/>
                </a:lnTo>
                <a:lnTo>
                  <a:pt x="1042039" y="111538"/>
                </a:lnTo>
                <a:lnTo>
                  <a:pt x="1042165" y="112358"/>
                </a:lnTo>
                <a:lnTo>
                  <a:pt x="1042302" y="113162"/>
                </a:lnTo>
                <a:lnTo>
                  <a:pt x="1042450" y="113950"/>
                </a:lnTo>
                <a:lnTo>
                  <a:pt x="1042609" y="114722"/>
                </a:lnTo>
                <a:lnTo>
                  <a:pt x="1042779" y="115479"/>
                </a:lnTo>
                <a:lnTo>
                  <a:pt x="1042960" y="116220"/>
                </a:lnTo>
                <a:lnTo>
                  <a:pt x="1043151" y="116944"/>
                </a:lnTo>
                <a:lnTo>
                  <a:pt x="1043354" y="117653"/>
                </a:lnTo>
                <a:lnTo>
                  <a:pt x="1043568" y="118347"/>
                </a:lnTo>
                <a:lnTo>
                  <a:pt x="1043793" y="119024"/>
                </a:lnTo>
                <a:lnTo>
                  <a:pt x="1044028" y="119685"/>
                </a:lnTo>
                <a:lnTo>
                  <a:pt x="1044275" y="120331"/>
                </a:lnTo>
                <a:lnTo>
                  <a:pt x="1044532" y="120961"/>
                </a:lnTo>
                <a:lnTo>
                  <a:pt x="1044804" y="121576"/>
                </a:lnTo>
                <a:lnTo>
                  <a:pt x="1045092" y="122178"/>
                </a:lnTo>
                <a:lnTo>
                  <a:pt x="1045398" y="122766"/>
                </a:lnTo>
                <a:lnTo>
                  <a:pt x="1045720" y="123340"/>
                </a:lnTo>
                <a:lnTo>
                  <a:pt x="1046060" y="123901"/>
                </a:lnTo>
                <a:lnTo>
                  <a:pt x="1046416" y="124448"/>
                </a:lnTo>
                <a:lnTo>
                  <a:pt x="1046789" y="124982"/>
                </a:lnTo>
                <a:lnTo>
                  <a:pt x="1047179" y="125502"/>
                </a:lnTo>
                <a:lnTo>
                  <a:pt x="1047586" y="126009"/>
                </a:lnTo>
                <a:lnTo>
                  <a:pt x="1048011" y="126502"/>
                </a:lnTo>
                <a:lnTo>
                  <a:pt x="1048452" y="126981"/>
                </a:lnTo>
                <a:lnTo>
                  <a:pt x="1048910" y="127447"/>
                </a:lnTo>
                <a:lnTo>
                  <a:pt x="1049385" y="127900"/>
                </a:lnTo>
                <a:lnTo>
                  <a:pt x="1049877" y="128339"/>
                </a:lnTo>
                <a:lnTo>
                  <a:pt x="1050385" y="128764"/>
                </a:lnTo>
                <a:lnTo>
                  <a:pt x="1050911" y="129176"/>
                </a:lnTo>
                <a:lnTo>
                  <a:pt x="1051454" y="129574"/>
                </a:lnTo>
                <a:lnTo>
                  <a:pt x="1052014" y="129958"/>
                </a:lnTo>
                <a:lnTo>
                  <a:pt x="1052591" y="130329"/>
                </a:lnTo>
                <a:lnTo>
                  <a:pt x="1053184" y="130687"/>
                </a:lnTo>
                <a:lnTo>
                  <a:pt x="1053795" y="131031"/>
                </a:lnTo>
                <a:lnTo>
                  <a:pt x="1054422" y="131361"/>
                </a:lnTo>
                <a:lnTo>
                  <a:pt x="1055067" y="131678"/>
                </a:lnTo>
                <a:lnTo>
                  <a:pt x="1055728" y="131981"/>
                </a:lnTo>
                <a:lnTo>
                  <a:pt x="1056410" y="132271"/>
                </a:lnTo>
                <a:lnTo>
                  <a:pt x="1057114" y="132549"/>
                </a:lnTo>
                <a:lnTo>
                  <a:pt x="1057841" y="132814"/>
                </a:lnTo>
                <a:lnTo>
                  <a:pt x="1058590" y="133067"/>
                </a:lnTo>
                <a:lnTo>
                  <a:pt x="1059363" y="133308"/>
                </a:lnTo>
                <a:lnTo>
                  <a:pt x="1060158" y="133536"/>
                </a:lnTo>
                <a:lnTo>
                  <a:pt x="1060976" y="133752"/>
                </a:lnTo>
                <a:lnTo>
                  <a:pt x="1061817" y="133956"/>
                </a:lnTo>
                <a:lnTo>
                  <a:pt x="1062680" y="134147"/>
                </a:lnTo>
                <a:lnTo>
                  <a:pt x="1063567" y="134326"/>
                </a:lnTo>
                <a:lnTo>
                  <a:pt x="1064476" y="134492"/>
                </a:lnTo>
                <a:lnTo>
                  <a:pt x="1065408" y="134647"/>
                </a:lnTo>
                <a:lnTo>
                  <a:pt x="1066362" y="134789"/>
                </a:lnTo>
                <a:lnTo>
                  <a:pt x="1067340" y="134918"/>
                </a:lnTo>
                <a:lnTo>
                  <a:pt x="1068340" y="135035"/>
                </a:lnTo>
                <a:lnTo>
                  <a:pt x="1069363" y="135140"/>
                </a:lnTo>
                <a:lnTo>
                  <a:pt x="1070409" y="135233"/>
                </a:lnTo>
                <a:lnTo>
                  <a:pt x="1071477" y="135313"/>
                </a:lnTo>
                <a:lnTo>
                  <a:pt x="1072569" y="135381"/>
                </a:lnTo>
                <a:lnTo>
                  <a:pt x="1073683" y="135437"/>
                </a:lnTo>
                <a:lnTo>
                  <a:pt x="1074820" y="135480"/>
                </a:lnTo>
                <a:lnTo>
                  <a:pt x="1075979" y="135511"/>
                </a:lnTo>
                <a:lnTo>
                  <a:pt x="1077162" y="135529"/>
                </a:lnTo>
                <a:lnTo>
                  <a:pt x="1078367" y="135535"/>
                </a:lnTo>
                <a:lnTo>
                  <a:pt x="1088527" y="135535"/>
                </a:lnTo>
                <a:lnTo>
                  <a:pt x="1088527" y="115314"/>
                </a:lnTo>
                <a:lnTo>
                  <a:pt x="1079255" y="115314"/>
                </a:lnTo>
                <a:lnTo>
                  <a:pt x="1078639" y="115307"/>
                </a:lnTo>
                <a:close/>
                <a:moveTo>
                  <a:pt x="986728" y="135535"/>
                </a:moveTo>
                <a:lnTo>
                  <a:pt x="1012868" y="135535"/>
                </a:lnTo>
                <a:lnTo>
                  <a:pt x="1012868" y="38076"/>
                </a:lnTo>
                <a:lnTo>
                  <a:pt x="986728" y="38076"/>
                </a:lnTo>
                <a:lnTo>
                  <a:pt x="986728" y="135535"/>
                </a:lnTo>
                <a:close/>
                <a:moveTo>
                  <a:pt x="1124374" y="170815"/>
                </a:moveTo>
                <a:lnTo>
                  <a:pt x="1125219" y="170789"/>
                </a:lnTo>
                <a:lnTo>
                  <a:pt x="1126052" y="170754"/>
                </a:lnTo>
                <a:lnTo>
                  <a:pt x="1126873" y="170712"/>
                </a:lnTo>
                <a:lnTo>
                  <a:pt x="1127682" y="170663"/>
                </a:lnTo>
                <a:lnTo>
                  <a:pt x="1128478" y="170606"/>
                </a:lnTo>
                <a:lnTo>
                  <a:pt x="1129263" y="170541"/>
                </a:lnTo>
                <a:lnTo>
                  <a:pt x="1130035" y="170469"/>
                </a:lnTo>
                <a:lnTo>
                  <a:pt x="1130795" y="170389"/>
                </a:lnTo>
                <a:lnTo>
                  <a:pt x="1131543" y="170302"/>
                </a:lnTo>
                <a:lnTo>
                  <a:pt x="1132279" y="170206"/>
                </a:lnTo>
                <a:lnTo>
                  <a:pt x="1133002" y="170104"/>
                </a:lnTo>
                <a:lnTo>
                  <a:pt x="1133714" y="169993"/>
                </a:lnTo>
                <a:lnTo>
                  <a:pt x="1134413" y="169875"/>
                </a:lnTo>
                <a:lnTo>
                  <a:pt x="1135100" y="169750"/>
                </a:lnTo>
                <a:lnTo>
                  <a:pt x="1135775" y="169617"/>
                </a:lnTo>
                <a:lnTo>
                  <a:pt x="1136438" y="169476"/>
                </a:lnTo>
                <a:lnTo>
                  <a:pt x="1137089" y="169327"/>
                </a:lnTo>
                <a:lnTo>
                  <a:pt x="1137727" y="169171"/>
                </a:lnTo>
                <a:lnTo>
                  <a:pt x="1138354" y="169008"/>
                </a:lnTo>
                <a:lnTo>
                  <a:pt x="1138968" y="168837"/>
                </a:lnTo>
                <a:lnTo>
                  <a:pt x="1139570" y="168658"/>
                </a:lnTo>
                <a:lnTo>
                  <a:pt x="1140162" y="168469"/>
                </a:lnTo>
                <a:lnTo>
                  <a:pt x="1140747" y="168269"/>
                </a:lnTo>
                <a:lnTo>
                  <a:pt x="1141323" y="168056"/>
                </a:lnTo>
                <a:lnTo>
                  <a:pt x="1141892" y="167831"/>
                </a:lnTo>
                <a:lnTo>
                  <a:pt x="1142454" y="167595"/>
                </a:lnTo>
                <a:lnTo>
                  <a:pt x="1143007" y="167346"/>
                </a:lnTo>
                <a:lnTo>
                  <a:pt x="1143553" y="167085"/>
                </a:lnTo>
                <a:lnTo>
                  <a:pt x="1144091" y="166812"/>
                </a:lnTo>
                <a:lnTo>
                  <a:pt x="1144622" y="166526"/>
                </a:lnTo>
                <a:lnTo>
                  <a:pt x="1145144" y="166229"/>
                </a:lnTo>
                <a:lnTo>
                  <a:pt x="1145659" y="165920"/>
                </a:lnTo>
                <a:lnTo>
                  <a:pt x="1146167" y="165598"/>
                </a:lnTo>
                <a:lnTo>
                  <a:pt x="1146666" y="165265"/>
                </a:lnTo>
                <a:lnTo>
                  <a:pt x="1147158" y="164919"/>
                </a:lnTo>
                <a:lnTo>
                  <a:pt x="1147643" y="164561"/>
                </a:lnTo>
                <a:lnTo>
                  <a:pt x="1148119" y="164191"/>
                </a:lnTo>
                <a:lnTo>
                  <a:pt x="1148588" y="163809"/>
                </a:lnTo>
                <a:lnTo>
                  <a:pt x="1149049" y="163415"/>
                </a:lnTo>
                <a:lnTo>
                  <a:pt x="1149502" y="163009"/>
                </a:lnTo>
                <a:lnTo>
                  <a:pt x="1149948" y="162591"/>
                </a:lnTo>
                <a:lnTo>
                  <a:pt x="1150386" y="162161"/>
                </a:lnTo>
                <a:lnTo>
                  <a:pt x="1150816" y="161718"/>
                </a:lnTo>
                <a:lnTo>
                  <a:pt x="1151239" y="161264"/>
                </a:lnTo>
                <a:lnTo>
                  <a:pt x="1151654" y="160797"/>
                </a:lnTo>
                <a:lnTo>
                  <a:pt x="1152063" y="160317"/>
                </a:lnTo>
                <a:lnTo>
                  <a:pt x="1152468" y="159820"/>
                </a:lnTo>
                <a:lnTo>
                  <a:pt x="1152868" y="159308"/>
                </a:lnTo>
                <a:lnTo>
                  <a:pt x="1153265" y="158779"/>
                </a:lnTo>
                <a:lnTo>
                  <a:pt x="1153657" y="158235"/>
                </a:lnTo>
                <a:lnTo>
                  <a:pt x="1154046" y="157675"/>
                </a:lnTo>
                <a:lnTo>
                  <a:pt x="1154430" y="157099"/>
                </a:lnTo>
                <a:lnTo>
                  <a:pt x="1154810" y="156507"/>
                </a:lnTo>
                <a:lnTo>
                  <a:pt x="1155186" y="155899"/>
                </a:lnTo>
                <a:lnTo>
                  <a:pt x="1155558" y="155275"/>
                </a:lnTo>
                <a:lnTo>
                  <a:pt x="1155926" y="154636"/>
                </a:lnTo>
                <a:lnTo>
                  <a:pt x="1156290" y="153980"/>
                </a:lnTo>
                <a:lnTo>
                  <a:pt x="1156650" y="153308"/>
                </a:lnTo>
                <a:lnTo>
                  <a:pt x="1157005" y="152621"/>
                </a:lnTo>
                <a:lnTo>
                  <a:pt x="1157357" y="151918"/>
                </a:lnTo>
                <a:lnTo>
                  <a:pt x="1157704" y="151199"/>
                </a:lnTo>
                <a:lnTo>
                  <a:pt x="1158047" y="150464"/>
                </a:lnTo>
                <a:lnTo>
                  <a:pt x="1158386" y="149713"/>
                </a:lnTo>
                <a:lnTo>
                  <a:pt x="1158721" y="148946"/>
                </a:lnTo>
                <a:lnTo>
                  <a:pt x="1159052" y="148163"/>
                </a:lnTo>
                <a:lnTo>
                  <a:pt x="1159379" y="147364"/>
                </a:lnTo>
                <a:lnTo>
                  <a:pt x="1159701" y="146549"/>
                </a:lnTo>
                <a:lnTo>
                  <a:pt x="1160020" y="145719"/>
                </a:lnTo>
                <a:lnTo>
                  <a:pt x="1160334" y="144872"/>
                </a:lnTo>
                <a:lnTo>
                  <a:pt x="1163886" y="135218"/>
                </a:lnTo>
                <a:lnTo>
                  <a:pt x="1198509" y="38076"/>
                </a:lnTo>
                <a:lnTo>
                  <a:pt x="1172073" y="38076"/>
                </a:lnTo>
                <a:lnTo>
                  <a:pt x="1150371" y="110172"/>
                </a:lnTo>
                <a:lnTo>
                  <a:pt x="1126007" y="38076"/>
                </a:lnTo>
                <a:lnTo>
                  <a:pt x="1098781" y="38076"/>
                </a:lnTo>
                <a:lnTo>
                  <a:pt x="1136266" y="135535"/>
                </a:lnTo>
                <a:lnTo>
                  <a:pt x="1134095" y="140763"/>
                </a:lnTo>
                <a:lnTo>
                  <a:pt x="1133944" y="141153"/>
                </a:lnTo>
                <a:lnTo>
                  <a:pt x="1133785" y="141534"/>
                </a:lnTo>
                <a:lnTo>
                  <a:pt x="1133618" y="141905"/>
                </a:lnTo>
                <a:lnTo>
                  <a:pt x="1133445" y="142268"/>
                </a:lnTo>
                <a:lnTo>
                  <a:pt x="1133264" y="142621"/>
                </a:lnTo>
                <a:lnTo>
                  <a:pt x="1133075" y="142964"/>
                </a:lnTo>
                <a:lnTo>
                  <a:pt x="1132879" y="143299"/>
                </a:lnTo>
                <a:lnTo>
                  <a:pt x="1132676" y="143624"/>
                </a:lnTo>
                <a:lnTo>
                  <a:pt x="1132465" y="143940"/>
                </a:lnTo>
                <a:lnTo>
                  <a:pt x="1132248" y="144247"/>
                </a:lnTo>
                <a:lnTo>
                  <a:pt x="1132022" y="144544"/>
                </a:lnTo>
                <a:lnTo>
                  <a:pt x="1131790" y="144832"/>
                </a:lnTo>
                <a:lnTo>
                  <a:pt x="1131550" y="145111"/>
                </a:lnTo>
                <a:lnTo>
                  <a:pt x="1131302" y="145381"/>
                </a:lnTo>
                <a:lnTo>
                  <a:pt x="1131047" y="145642"/>
                </a:lnTo>
                <a:lnTo>
                  <a:pt x="1130785" y="145893"/>
                </a:lnTo>
                <a:lnTo>
                  <a:pt x="1130516" y="146135"/>
                </a:lnTo>
                <a:lnTo>
                  <a:pt x="1130239" y="146368"/>
                </a:lnTo>
                <a:lnTo>
                  <a:pt x="1129955" y="146591"/>
                </a:lnTo>
                <a:lnTo>
                  <a:pt x="1129663" y="146805"/>
                </a:lnTo>
                <a:lnTo>
                  <a:pt x="1129364" y="147010"/>
                </a:lnTo>
                <a:lnTo>
                  <a:pt x="1129058" y="147206"/>
                </a:lnTo>
                <a:lnTo>
                  <a:pt x="1128744" y="147392"/>
                </a:lnTo>
                <a:lnTo>
                  <a:pt x="1128423" y="147570"/>
                </a:lnTo>
                <a:lnTo>
                  <a:pt x="1128095" y="147739"/>
                </a:lnTo>
                <a:lnTo>
                  <a:pt x="1127761" y="147901"/>
                </a:lnTo>
                <a:lnTo>
                  <a:pt x="1127419" y="148055"/>
                </a:lnTo>
                <a:lnTo>
                  <a:pt x="1127071" y="148203"/>
                </a:lnTo>
                <a:lnTo>
                  <a:pt x="1126716" y="148343"/>
                </a:lnTo>
                <a:lnTo>
                  <a:pt x="1126355" y="148476"/>
                </a:lnTo>
                <a:lnTo>
                  <a:pt x="1125987" y="148602"/>
                </a:lnTo>
                <a:lnTo>
                  <a:pt x="1125612" y="148721"/>
                </a:lnTo>
                <a:lnTo>
                  <a:pt x="1125231" y="148832"/>
                </a:lnTo>
                <a:lnTo>
                  <a:pt x="1124842" y="148936"/>
                </a:lnTo>
                <a:lnTo>
                  <a:pt x="1124448" y="149033"/>
                </a:lnTo>
                <a:lnTo>
                  <a:pt x="1124046" y="149123"/>
                </a:lnTo>
                <a:lnTo>
                  <a:pt x="1123638" y="149206"/>
                </a:lnTo>
                <a:lnTo>
                  <a:pt x="1123223" y="149282"/>
                </a:lnTo>
                <a:lnTo>
                  <a:pt x="1122802" y="149350"/>
                </a:lnTo>
                <a:lnTo>
                  <a:pt x="1122373" y="149411"/>
                </a:lnTo>
                <a:lnTo>
                  <a:pt x="1121938" y="149465"/>
                </a:lnTo>
                <a:lnTo>
                  <a:pt x="1121497" y="149512"/>
                </a:lnTo>
                <a:lnTo>
                  <a:pt x="1121049" y="149551"/>
                </a:lnTo>
                <a:lnTo>
                  <a:pt x="1120594" y="149584"/>
                </a:lnTo>
                <a:lnTo>
                  <a:pt x="1120132" y="149609"/>
                </a:lnTo>
                <a:lnTo>
                  <a:pt x="1119664" y="149627"/>
                </a:lnTo>
                <a:lnTo>
                  <a:pt x="1119189" y="149638"/>
                </a:lnTo>
                <a:lnTo>
                  <a:pt x="1118707" y="149641"/>
                </a:lnTo>
                <a:lnTo>
                  <a:pt x="1110027" y="149641"/>
                </a:lnTo>
                <a:lnTo>
                  <a:pt x="1110027" y="170849"/>
                </a:lnTo>
                <a:lnTo>
                  <a:pt x="1121765" y="170849"/>
                </a:lnTo>
                <a:lnTo>
                  <a:pt x="1122647" y="170846"/>
                </a:lnTo>
                <a:lnTo>
                  <a:pt x="1123516" y="170834"/>
                </a:lnTo>
                <a:lnTo>
                  <a:pt x="1124374" y="17081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" name="Text Time:o(n)…">
            <a:extLst xmlns:a="http://schemas.openxmlformats.org/drawingml/2006/main">
              <a:ext uri="{FF2B5EF4-FFF2-40B4-BE49-F238E27FC236}">
                <a16:creationId xmlns:a16="http://schemas.microsoft.com/office/drawing/2014/main" id="{9AD4E27E-F3CA-4022-8441-88A297FDA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811" y="3193195"/>
            <a:ext cx="1048204" cy="171361"/>
          </a:xfrm>
          <a:custGeom xmlns:a="http://schemas.openxmlformats.org/drawingml/2006/main">
            <a:pathLst>
              <a:path w="1048204" h="171361">
                <a:moveTo>
                  <a:pt x="118414" y="19042"/>
                </a:moveTo>
                <a:lnTo>
                  <a:pt x="118772" y="18999"/>
                </a:lnTo>
                <a:lnTo>
                  <a:pt x="119124" y="18947"/>
                </a:lnTo>
                <a:lnTo>
                  <a:pt x="119470" y="18886"/>
                </a:lnTo>
                <a:lnTo>
                  <a:pt x="119810" y="18816"/>
                </a:lnTo>
                <a:lnTo>
                  <a:pt x="120143" y="18736"/>
                </a:lnTo>
                <a:lnTo>
                  <a:pt x="120471" y="18646"/>
                </a:lnTo>
                <a:lnTo>
                  <a:pt x="120792" y="18548"/>
                </a:lnTo>
                <a:lnTo>
                  <a:pt x="121107" y="18439"/>
                </a:lnTo>
                <a:lnTo>
                  <a:pt x="121416" y="18322"/>
                </a:lnTo>
                <a:lnTo>
                  <a:pt x="121719" y="18195"/>
                </a:lnTo>
                <a:lnTo>
                  <a:pt x="122015" y="18058"/>
                </a:lnTo>
                <a:lnTo>
                  <a:pt x="122306" y="17912"/>
                </a:lnTo>
                <a:lnTo>
                  <a:pt x="122590" y="17757"/>
                </a:lnTo>
                <a:lnTo>
                  <a:pt x="122868" y="17593"/>
                </a:lnTo>
                <a:lnTo>
                  <a:pt x="123140" y="17418"/>
                </a:lnTo>
                <a:lnTo>
                  <a:pt x="123406" y="17235"/>
                </a:lnTo>
                <a:lnTo>
                  <a:pt x="123666" y="17042"/>
                </a:lnTo>
                <a:lnTo>
                  <a:pt x="123920" y="16840"/>
                </a:lnTo>
                <a:lnTo>
                  <a:pt x="124167" y="16628"/>
                </a:lnTo>
                <a:lnTo>
                  <a:pt x="124408" y="16407"/>
                </a:lnTo>
                <a:lnTo>
                  <a:pt x="124641" y="16179"/>
                </a:lnTo>
                <a:lnTo>
                  <a:pt x="124865" y="15945"/>
                </a:lnTo>
                <a:lnTo>
                  <a:pt x="125078" y="15707"/>
                </a:lnTo>
                <a:lnTo>
                  <a:pt x="125281" y="15464"/>
                </a:lnTo>
                <a:lnTo>
                  <a:pt x="125475" y="15216"/>
                </a:lnTo>
                <a:lnTo>
                  <a:pt x="125658" y="14963"/>
                </a:lnTo>
                <a:lnTo>
                  <a:pt x="125832" y="14705"/>
                </a:lnTo>
                <a:lnTo>
                  <a:pt x="125996" y="14442"/>
                </a:lnTo>
                <a:lnTo>
                  <a:pt x="126150" y="14174"/>
                </a:lnTo>
                <a:lnTo>
                  <a:pt x="126293" y="13901"/>
                </a:lnTo>
                <a:lnTo>
                  <a:pt x="126427" y="13623"/>
                </a:lnTo>
                <a:lnTo>
                  <a:pt x="126551" y="13340"/>
                </a:lnTo>
                <a:lnTo>
                  <a:pt x="126666" y="13052"/>
                </a:lnTo>
                <a:lnTo>
                  <a:pt x="126770" y="12759"/>
                </a:lnTo>
                <a:lnTo>
                  <a:pt x="126864" y="12461"/>
                </a:lnTo>
                <a:lnTo>
                  <a:pt x="126948" y="12159"/>
                </a:lnTo>
                <a:lnTo>
                  <a:pt x="127023" y="11851"/>
                </a:lnTo>
                <a:lnTo>
                  <a:pt x="127087" y="11538"/>
                </a:lnTo>
                <a:lnTo>
                  <a:pt x="127142" y="11221"/>
                </a:lnTo>
                <a:lnTo>
                  <a:pt x="127186" y="10898"/>
                </a:lnTo>
                <a:lnTo>
                  <a:pt x="127221" y="10571"/>
                </a:lnTo>
                <a:lnTo>
                  <a:pt x="127246" y="10238"/>
                </a:lnTo>
                <a:lnTo>
                  <a:pt x="127261" y="9901"/>
                </a:lnTo>
                <a:lnTo>
                  <a:pt x="127266" y="9558"/>
                </a:lnTo>
                <a:lnTo>
                  <a:pt x="127261" y="9216"/>
                </a:lnTo>
                <a:lnTo>
                  <a:pt x="127246" y="8879"/>
                </a:lnTo>
                <a:lnTo>
                  <a:pt x="127221" y="8546"/>
                </a:lnTo>
                <a:lnTo>
                  <a:pt x="127186" y="8219"/>
                </a:lnTo>
                <a:lnTo>
                  <a:pt x="127142" y="7896"/>
                </a:lnTo>
                <a:lnTo>
                  <a:pt x="127087" y="7578"/>
                </a:lnTo>
                <a:lnTo>
                  <a:pt x="127023" y="7266"/>
                </a:lnTo>
                <a:lnTo>
                  <a:pt x="126948" y="6958"/>
                </a:lnTo>
                <a:lnTo>
                  <a:pt x="126864" y="6655"/>
                </a:lnTo>
                <a:lnTo>
                  <a:pt x="126770" y="6358"/>
                </a:lnTo>
                <a:lnTo>
                  <a:pt x="126666" y="6065"/>
                </a:lnTo>
                <a:lnTo>
                  <a:pt x="126551" y="5777"/>
                </a:lnTo>
                <a:lnTo>
                  <a:pt x="126427" y="5494"/>
                </a:lnTo>
                <a:lnTo>
                  <a:pt x="126293" y="5216"/>
                </a:lnTo>
                <a:lnTo>
                  <a:pt x="126150" y="4943"/>
                </a:lnTo>
                <a:lnTo>
                  <a:pt x="125996" y="4675"/>
                </a:lnTo>
                <a:lnTo>
                  <a:pt x="125832" y="4412"/>
                </a:lnTo>
                <a:lnTo>
                  <a:pt x="125658" y="4154"/>
                </a:lnTo>
                <a:lnTo>
                  <a:pt x="125475" y="3901"/>
                </a:lnTo>
                <a:lnTo>
                  <a:pt x="125281" y="3653"/>
                </a:lnTo>
                <a:lnTo>
                  <a:pt x="125078" y="3410"/>
                </a:lnTo>
                <a:lnTo>
                  <a:pt x="124865" y="3171"/>
                </a:lnTo>
                <a:lnTo>
                  <a:pt x="124641" y="2938"/>
                </a:lnTo>
                <a:lnTo>
                  <a:pt x="124408" y="2710"/>
                </a:lnTo>
                <a:lnTo>
                  <a:pt x="124167" y="2489"/>
                </a:lnTo>
                <a:lnTo>
                  <a:pt x="123920" y="2277"/>
                </a:lnTo>
                <a:lnTo>
                  <a:pt x="123666" y="2075"/>
                </a:lnTo>
                <a:lnTo>
                  <a:pt x="123406" y="1882"/>
                </a:lnTo>
                <a:lnTo>
                  <a:pt x="123140" y="1698"/>
                </a:lnTo>
                <a:lnTo>
                  <a:pt x="122868" y="1524"/>
                </a:lnTo>
                <a:lnTo>
                  <a:pt x="122590" y="1360"/>
                </a:lnTo>
                <a:lnTo>
                  <a:pt x="122306" y="1204"/>
                </a:lnTo>
                <a:lnTo>
                  <a:pt x="122015" y="1059"/>
                </a:lnTo>
                <a:lnTo>
                  <a:pt x="121719" y="922"/>
                </a:lnTo>
                <a:lnTo>
                  <a:pt x="121416" y="795"/>
                </a:lnTo>
                <a:lnTo>
                  <a:pt x="121107" y="677"/>
                </a:lnTo>
                <a:lnTo>
                  <a:pt x="120792" y="569"/>
                </a:lnTo>
                <a:lnTo>
                  <a:pt x="120471" y="470"/>
                </a:lnTo>
                <a:lnTo>
                  <a:pt x="120143" y="381"/>
                </a:lnTo>
                <a:lnTo>
                  <a:pt x="119810" y="301"/>
                </a:lnTo>
                <a:lnTo>
                  <a:pt x="119470" y="231"/>
                </a:lnTo>
                <a:lnTo>
                  <a:pt x="119124" y="169"/>
                </a:lnTo>
                <a:lnTo>
                  <a:pt x="118772" y="118"/>
                </a:lnTo>
                <a:lnTo>
                  <a:pt x="118414" y="75"/>
                </a:lnTo>
                <a:lnTo>
                  <a:pt x="118049" y="42"/>
                </a:lnTo>
                <a:lnTo>
                  <a:pt x="117679" y="19"/>
                </a:lnTo>
                <a:lnTo>
                  <a:pt x="117302" y="5"/>
                </a:lnTo>
                <a:lnTo>
                  <a:pt x="116919" y="0"/>
                </a:lnTo>
                <a:lnTo>
                  <a:pt x="116536" y="5"/>
                </a:lnTo>
                <a:lnTo>
                  <a:pt x="116160" y="19"/>
                </a:lnTo>
                <a:lnTo>
                  <a:pt x="115790" y="42"/>
                </a:lnTo>
                <a:lnTo>
                  <a:pt x="115426" y="75"/>
                </a:lnTo>
                <a:lnTo>
                  <a:pt x="115068" y="118"/>
                </a:lnTo>
                <a:lnTo>
                  <a:pt x="114717" y="169"/>
                </a:lnTo>
                <a:lnTo>
                  <a:pt x="114373" y="231"/>
                </a:lnTo>
                <a:lnTo>
                  <a:pt x="114034" y="301"/>
                </a:lnTo>
                <a:lnTo>
                  <a:pt x="113702" y="381"/>
                </a:lnTo>
                <a:lnTo>
                  <a:pt x="113376" y="470"/>
                </a:lnTo>
                <a:lnTo>
                  <a:pt x="113057" y="569"/>
                </a:lnTo>
                <a:lnTo>
                  <a:pt x="112743" y="677"/>
                </a:lnTo>
                <a:lnTo>
                  <a:pt x="112437" y="795"/>
                </a:lnTo>
                <a:lnTo>
                  <a:pt x="112136" y="922"/>
                </a:lnTo>
                <a:lnTo>
                  <a:pt x="111842" y="1059"/>
                </a:lnTo>
                <a:lnTo>
                  <a:pt x="111554" y="1204"/>
                </a:lnTo>
                <a:lnTo>
                  <a:pt x="111273" y="1360"/>
                </a:lnTo>
                <a:lnTo>
                  <a:pt x="110997" y="1524"/>
                </a:lnTo>
                <a:lnTo>
                  <a:pt x="110729" y="1698"/>
                </a:lnTo>
                <a:lnTo>
                  <a:pt x="110466" y="1882"/>
                </a:lnTo>
                <a:lnTo>
                  <a:pt x="110210" y="2075"/>
                </a:lnTo>
                <a:lnTo>
                  <a:pt x="109960" y="2277"/>
                </a:lnTo>
                <a:lnTo>
                  <a:pt x="109717" y="2489"/>
                </a:lnTo>
                <a:lnTo>
                  <a:pt x="109479" y="2710"/>
                </a:lnTo>
                <a:lnTo>
                  <a:pt x="109250" y="2938"/>
                </a:lnTo>
                <a:lnTo>
                  <a:pt x="109031" y="3171"/>
                </a:lnTo>
                <a:lnTo>
                  <a:pt x="108821" y="3410"/>
                </a:lnTo>
                <a:lnTo>
                  <a:pt x="108621" y="3653"/>
                </a:lnTo>
                <a:lnTo>
                  <a:pt x="108431" y="3901"/>
                </a:lnTo>
                <a:lnTo>
                  <a:pt x="108251" y="4154"/>
                </a:lnTo>
                <a:lnTo>
                  <a:pt x="108080" y="4412"/>
                </a:lnTo>
                <a:lnTo>
                  <a:pt x="107919" y="4675"/>
                </a:lnTo>
                <a:lnTo>
                  <a:pt x="107768" y="4943"/>
                </a:lnTo>
                <a:lnTo>
                  <a:pt x="107627" y="5216"/>
                </a:lnTo>
                <a:lnTo>
                  <a:pt x="107495" y="5494"/>
                </a:lnTo>
                <a:lnTo>
                  <a:pt x="107373" y="5777"/>
                </a:lnTo>
                <a:lnTo>
                  <a:pt x="107261" y="6065"/>
                </a:lnTo>
                <a:lnTo>
                  <a:pt x="107159" y="6358"/>
                </a:lnTo>
                <a:lnTo>
                  <a:pt x="107066" y="6655"/>
                </a:lnTo>
                <a:lnTo>
                  <a:pt x="106983" y="6958"/>
                </a:lnTo>
                <a:lnTo>
                  <a:pt x="106910" y="7266"/>
                </a:lnTo>
                <a:lnTo>
                  <a:pt x="106846" y="7578"/>
                </a:lnTo>
                <a:lnTo>
                  <a:pt x="106793" y="7896"/>
                </a:lnTo>
                <a:lnTo>
                  <a:pt x="106749" y="8219"/>
                </a:lnTo>
                <a:lnTo>
                  <a:pt x="106715" y="8546"/>
                </a:lnTo>
                <a:lnTo>
                  <a:pt x="106690" y="8879"/>
                </a:lnTo>
                <a:lnTo>
                  <a:pt x="106676" y="9216"/>
                </a:lnTo>
                <a:lnTo>
                  <a:pt x="106671" y="9558"/>
                </a:lnTo>
                <a:lnTo>
                  <a:pt x="106676" y="9901"/>
                </a:lnTo>
                <a:lnTo>
                  <a:pt x="106690" y="10238"/>
                </a:lnTo>
                <a:lnTo>
                  <a:pt x="106715" y="10571"/>
                </a:lnTo>
                <a:lnTo>
                  <a:pt x="106749" y="10898"/>
                </a:lnTo>
                <a:lnTo>
                  <a:pt x="106793" y="11221"/>
                </a:lnTo>
                <a:lnTo>
                  <a:pt x="106846" y="11538"/>
                </a:lnTo>
                <a:lnTo>
                  <a:pt x="106910" y="11851"/>
                </a:lnTo>
                <a:lnTo>
                  <a:pt x="106983" y="12159"/>
                </a:lnTo>
                <a:lnTo>
                  <a:pt x="107066" y="12461"/>
                </a:lnTo>
                <a:lnTo>
                  <a:pt x="107159" y="12759"/>
                </a:lnTo>
                <a:lnTo>
                  <a:pt x="107261" y="13052"/>
                </a:lnTo>
                <a:lnTo>
                  <a:pt x="107373" y="13340"/>
                </a:lnTo>
                <a:lnTo>
                  <a:pt x="107495" y="13623"/>
                </a:lnTo>
                <a:lnTo>
                  <a:pt x="107627" y="13901"/>
                </a:lnTo>
                <a:lnTo>
                  <a:pt x="107768" y="14174"/>
                </a:lnTo>
                <a:lnTo>
                  <a:pt x="107919" y="14442"/>
                </a:lnTo>
                <a:lnTo>
                  <a:pt x="108080" y="14705"/>
                </a:lnTo>
                <a:lnTo>
                  <a:pt x="108251" y="14963"/>
                </a:lnTo>
                <a:lnTo>
                  <a:pt x="108431" y="15216"/>
                </a:lnTo>
                <a:lnTo>
                  <a:pt x="108621" y="15464"/>
                </a:lnTo>
                <a:lnTo>
                  <a:pt x="108821" y="15707"/>
                </a:lnTo>
                <a:lnTo>
                  <a:pt x="109031" y="15945"/>
                </a:lnTo>
                <a:lnTo>
                  <a:pt x="109250" y="16179"/>
                </a:lnTo>
                <a:lnTo>
                  <a:pt x="109479" y="16407"/>
                </a:lnTo>
                <a:lnTo>
                  <a:pt x="109717" y="16628"/>
                </a:lnTo>
                <a:lnTo>
                  <a:pt x="109960" y="16840"/>
                </a:lnTo>
                <a:lnTo>
                  <a:pt x="110210" y="17042"/>
                </a:lnTo>
                <a:lnTo>
                  <a:pt x="110466" y="17235"/>
                </a:lnTo>
                <a:lnTo>
                  <a:pt x="110729" y="17418"/>
                </a:lnTo>
                <a:lnTo>
                  <a:pt x="110997" y="17593"/>
                </a:lnTo>
                <a:lnTo>
                  <a:pt x="111273" y="17757"/>
                </a:lnTo>
                <a:lnTo>
                  <a:pt x="111554" y="17912"/>
                </a:lnTo>
                <a:lnTo>
                  <a:pt x="111842" y="18058"/>
                </a:lnTo>
                <a:lnTo>
                  <a:pt x="112136" y="18195"/>
                </a:lnTo>
                <a:lnTo>
                  <a:pt x="112437" y="18322"/>
                </a:lnTo>
                <a:lnTo>
                  <a:pt x="112743" y="18439"/>
                </a:lnTo>
                <a:lnTo>
                  <a:pt x="113057" y="18548"/>
                </a:lnTo>
                <a:lnTo>
                  <a:pt x="113376" y="18646"/>
                </a:lnTo>
                <a:lnTo>
                  <a:pt x="113702" y="18736"/>
                </a:lnTo>
                <a:lnTo>
                  <a:pt x="114034" y="18816"/>
                </a:lnTo>
                <a:lnTo>
                  <a:pt x="114373" y="18886"/>
                </a:lnTo>
                <a:lnTo>
                  <a:pt x="114717" y="18947"/>
                </a:lnTo>
                <a:lnTo>
                  <a:pt x="115068" y="18999"/>
                </a:lnTo>
                <a:lnTo>
                  <a:pt x="115426" y="19042"/>
                </a:lnTo>
                <a:lnTo>
                  <a:pt x="115790" y="19074"/>
                </a:lnTo>
                <a:lnTo>
                  <a:pt x="116160" y="19098"/>
                </a:lnTo>
                <a:lnTo>
                  <a:pt x="116536" y="19112"/>
                </a:lnTo>
                <a:lnTo>
                  <a:pt x="116919" y="19117"/>
                </a:lnTo>
                <a:lnTo>
                  <a:pt x="117302" y="19112"/>
                </a:lnTo>
                <a:lnTo>
                  <a:pt x="117679" y="19098"/>
                </a:lnTo>
                <a:lnTo>
                  <a:pt x="118049" y="19074"/>
                </a:lnTo>
                <a:lnTo>
                  <a:pt x="118414" y="19042"/>
                </a:lnTo>
                <a:close/>
                <a:moveTo>
                  <a:pt x="234608" y="51541"/>
                </a:moveTo>
                <a:lnTo>
                  <a:pt x="234183" y="50562"/>
                </a:lnTo>
                <a:lnTo>
                  <a:pt x="233734" y="49610"/>
                </a:lnTo>
                <a:lnTo>
                  <a:pt x="233260" y="48685"/>
                </a:lnTo>
                <a:lnTo>
                  <a:pt x="232762" y="47786"/>
                </a:lnTo>
                <a:lnTo>
                  <a:pt x="232240" y="46914"/>
                </a:lnTo>
                <a:lnTo>
                  <a:pt x="231693" y="46068"/>
                </a:lnTo>
                <a:lnTo>
                  <a:pt x="231122" y="45248"/>
                </a:lnTo>
                <a:lnTo>
                  <a:pt x="230524" y="44459"/>
                </a:lnTo>
                <a:lnTo>
                  <a:pt x="229894" y="43703"/>
                </a:lnTo>
                <a:lnTo>
                  <a:pt x="229233" y="42981"/>
                </a:lnTo>
                <a:lnTo>
                  <a:pt x="228541" y="42292"/>
                </a:lnTo>
                <a:lnTo>
                  <a:pt x="227818" y="41637"/>
                </a:lnTo>
                <a:lnTo>
                  <a:pt x="227064" y="41015"/>
                </a:lnTo>
                <a:lnTo>
                  <a:pt x="226278" y="40428"/>
                </a:lnTo>
                <a:lnTo>
                  <a:pt x="225462" y="39873"/>
                </a:lnTo>
                <a:lnTo>
                  <a:pt x="224614" y="39352"/>
                </a:lnTo>
                <a:lnTo>
                  <a:pt x="223735" y="38865"/>
                </a:lnTo>
                <a:lnTo>
                  <a:pt x="222825" y="38412"/>
                </a:lnTo>
                <a:lnTo>
                  <a:pt x="221884" y="37992"/>
                </a:lnTo>
                <a:lnTo>
                  <a:pt x="220912" y="37606"/>
                </a:lnTo>
                <a:lnTo>
                  <a:pt x="219909" y="37253"/>
                </a:lnTo>
                <a:lnTo>
                  <a:pt x="218874" y="36934"/>
                </a:lnTo>
                <a:lnTo>
                  <a:pt x="217809" y="36648"/>
                </a:lnTo>
                <a:lnTo>
                  <a:pt x="216712" y="36396"/>
                </a:lnTo>
                <a:lnTo>
                  <a:pt x="215584" y="36178"/>
                </a:lnTo>
                <a:lnTo>
                  <a:pt x="214425" y="35993"/>
                </a:lnTo>
                <a:lnTo>
                  <a:pt x="213235" y="35842"/>
                </a:lnTo>
                <a:lnTo>
                  <a:pt x="212013" y="35724"/>
                </a:lnTo>
                <a:lnTo>
                  <a:pt x="210761" y="35640"/>
                </a:lnTo>
                <a:lnTo>
                  <a:pt x="209477" y="35590"/>
                </a:lnTo>
                <a:lnTo>
                  <a:pt x="208163" y="35573"/>
                </a:lnTo>
                <a:lnTo>
                  <a:pt x="207151" y="35582"/>
                </a:lnTo>
                <a:lnTo>
                  <a:pt x="206154" y="35609"/>
                </a:lnTo>
                <a:lnTo>
                  <a:pt x="205171" y="35654"/>
                </a:lnTo>
                <a:lnTo>
                  <a:pt x="204202" y="35717"/>
                </a:lnTo>
                <a:lnTo>
                  <a:pt x="203247" y="35798"/>
                </a:lnTo>
                <a:lnTo>
                  <a:pt x="202306" y="35896"/>
                </a:lnTo>
                <a:lnTo>
                  <a:pt x="201379" y="36013"/>
                </a:lnTo>
                <a:lnTo>
                  <a:pt x="200465" y="36148"/>
                </a:lnTo>
                <a:lnTo>
                  <a:pt x="199566" y="36301"/>
                </a:lnTo>
                <a:lnTo>
                  <a:pt x="198681" y="36471"/>
                </a:lnTo>
                <a:lnTo>
                  <a:pt x="197811" y="36660"/>
                </a:lnTo>
                <a:lnTo>
                  <a:pt x="196954" y="36866"/>
                </a:lnTo>
                <a:lnTo>
                  <a:pt x="196111" y="37091"/>
                </a:lnTo>
                <a:lnTo>
                  <a:pt x="195282" y="37333"/>
                </a:lnTo>
                <a:lnTo>
                  <a:pt x="194467" y="37594"/>
                </a:lnTo>
                <a:lnTo>
                  <a:pt x="193666" y="37872"/>
                </a:lnTo>
                <a:lnTo>
                  <a:pt x="192879" y="38169"/>
                </a:lnTo>
                <a:lnTo>
                  <a:pt x="192107" y="38483"/>
                </a:lnTo>
                <a:lnTo>
                  <a:pt x="191348" y="38815"/>
                </a:lnTo>
                <a:lnTo>
                  <a:pt x="190603" y="39166"/>
                </a:lnTo>
                <a:lnTo>
                  <a:pt x="189873" y="39534"/>
                </a:lnTo>
                <a:lnTo>
                  <a:pt x="189156" y="39920"/>
                </a:lnTo>
                <a:lnTo>
                  <a:pt x="188453" y="40324"/>
                </a:lnTo>
                <a:lnTo>
                  <a:pt x="187765" y="40746"/>
                </a:lnTo>
                <a:lnTo>
                  <a:pt x="187090" y="41179"/>
                </a:lnTo>
                <a:lnTo>
                  <a:pt x="186429" y="41613"/>
                </a:lnTo>
                <a:lnTo>
                  <a:pt x="185782" y="42050"/>
                </a:lnTo>
                <a:lnTo>
                  <a:pt x="185148" y="42489"/>
                </a:lnTo>
                <a:lnTo>
                  <a:pt x="184528" y="42930"/>
                </a:lnTo>
                <a:lnTo>
                  <a:pt x="183922" y="43373"/>
                </a:lnTo>
                <a:lnTo>
                  <a:pt x="183329" y="43819"/>
                </a:lnTo>
                <a:lnTo>
                  <a:pt x="182750" y="44266"/>
                </a:lnTo>
                <a:lnTo>
                  <a:pt x="182185" y="44716"/>
                </a:lnTo>
                <a:lnTo>
                  <a:pt x="181633" y="45169"/>
                </a:lnTo>
                <a:lnTo>
                  <a:pt x="181095" y="45623"/>
                </a:lnTo>
                <a:lnTo>
                  <a:pt x="180571" y="46080"/>
                </a:lnTo>
                <a:lnTo>
                  <a:pt x="180061" y="46539"/>
                </a:lnTo>
                <a:lnTo>
                  <a:pt x="179564" y="47000"/>
                </a:lnTo>
                <a:lnTo>
                  <a:pt x="179081" y="47463"/>
                </a:lnTo>
                <a:lnTo>
                  <a:pt x="178611" y="47929"/>
                </a:lnTo>
                <a:lnTo>
                  <a:pt x="178156" y="48397"/>
                </a:lnTo>
                <a:lnTo>
                  <a:pt x="177714" y="48867"/>
                </a:lnTo>
                <a:lnTo>
                  <a:pt x="177285" y="49339"/>
                </a:lnTo>
                <a:lnTo>
                  <a:pt x="176871" y="49813"/>
                </a:lnTo>
                <a:lnTo>
                  <a:pt x="176470" y="50290"/>
                </a:lnTo>
                <a:lnTo>
                  <a:pt x="176082" y="50769"/>
                </a:lnTo>
                <a:lnTo>
                  <a:pt x="175709" y="51250"/>
                </a:lnTo>
                <a:lnTo>
                  <a:pt x="175349" y="51734"/>
                </a:lnTo>
                <a:lnTo>
                  <a:pt x="174757" y="37248"/>
                </a:lnTo>
                <a:lnTo>
                  <a:pt x="158991" y="37248"/>
                </a:lnTo>
                <a:lnTo>
                  <a:pt x="158991" y="136183"/>
                </a:lnTo>
                <a:lnTo>
                  <a:pt x="175447" y="136183"/>
                </a:lnTo>
                <a:lnTo>
                  <a:pt x="175447" y="65545"/>
                </a:lnTo>
                <a:lnTo>
                  <a:pt x="175805" y="65043"/>
                </a:lnTo>
                <a:lnTo>
                  <a:pt x="176173" y="64544"/>
                </a:lnTo>
                <a:lnTo>
                  <a:pt x="176550" y="64049"/>
                </a:lnTo>
                <a:lnTo>
                  <a:pt x="176936" y="63558"/>
                </a:lnTo>
                <a:lnTo>
                  <a:pt x="177332" y="63070"/>
                </a:lnTo>
                <a:lnTo>
                  <a:pt x="177738" y="62585"/>
                </a:lnTo>
                <a:lnTo>
                  <a:pt x="178154" y="62103"/>
                </a:lnTo>
                <a:lnTo>
                  <a:pt x="178579" y="61625"/>
                </a:lnTo>
                <a:lnTo>
                  <a:pt x="179013" y="61151"/>
                </a:lnTo>
                <a:lnTo>
                  <a:pt x="179457" y="60679"/>
                </a:lnTo>
                <a:lnTo>
                  <a:pt x="179911" y="60211"/>
                </a:lnTo>
                <a:lnTo>
                  <a:pt x="180374" y="59747"/>
                </a:lnTo>
                <a:lnTo>
                  <a:pt x="180847" y="59286"/>
                </a:lnTo>
                <a:lnTo>
                  <a:pt x="181330" y="58828"/>
                </a:lnTo>
                <a:lnTo>
                  <a:pt x="181822" y="58374"/>
                </a:lnTo>
                <a:lnTo>
                  <a:pt x="182323" y="57923"/>
                </a:lnTo>
                <a:lnTo>
                  <a:pt x="182834" y="57475"/>
                </a:lnTo>
                <a:lnTo>
                  <a:pt x="183355" y="57031"/>
                </a:lnTo>
                <a:lnTo>
                  <a:pt x="183885" y="56590"/>
                </a:lnTo>
                <a:lnTo>
                  <a:pt x="184425" y="56153"/>
                </a:lnTo>
                <a:lnTo>
                  <a:pt x="184975" y="55719"/>
                </a:lnTo>
                <a:lnTo>
                  <a:pt x="185534" y="55288"/>
                </a:lnTo>
                <a:lnTo>
                  <a:pt x="186103" y="54861"/>
                </a:lnTo>
                <a:lnTo>
                  <a:pt x="186681" y="54437"/>
                </a:lnTo>
                <a:lnTo>
                  <a:pt x="187269" y="54024"/>
                </a:lnTo>
                <a:lnTo>
                  <a:pt x="187869" y="53628"/>
                </a:lnTo>
                <a:lnTo>
                  <a:pt x="188479" y="53249"/>
                </a:lnTo>
                <a:lnTo>
                  <a:pt x="189101" y="52889"/>
                </a:lnTo>
                <a:lnTo>
                  <a:pt x="189733" y="52545"/>
                </a:lnTo>
                <a:lnTo>
                  <a:pt x="190376" y="52220"/>
                </a:lnTo>
                <a:lnTo>
                  <a:pt x="191030" y="51912"/>
                </a:lnTo>
                <a:lnTo>
                  <a:pt x="191695" y="51621"/>
                </a:lnTo>
                <a:lnTo>
                  <a:pt x="192371" y="51349"/>
                </a:lnTo>
                <a:lnTo>
                  <a:pt x="193059" y="51093"/>
                </a:lnTo>
                <a:lnTo>
                  <a:pt x="193757" y="50856"/>
                </a:lnTo>
                <a:lnTo>
                  <a:pt x="194465" y="50636"/>
                </a:lnTo>
                <a:lnTo>
                  <a:pt x="195185" y="50433"/>
                </a:lnTo>
                <a:lnTo>
                  <a:pt x="195916" y="50249"/>
                </a:lnTo>
                <a:lnTo>
                  <a:pt x="196658" y="50081"/>
                </a:lnTo>
                <a:lnTo>
                  <a:pt x="197411" y="49932"/>
                </a:lnTo>
                <a:lnTo>
                  <a:pt x="198174" y="49800"/>
                </a:lnTo>
                <a:lnTo>
                  <a:pt x="198949" y="49685"/>
                </a:lnTo>
                <a:lnTo>
                  <a:pt x="199735" y="49589"/>
                </a:lnTo>
                <a:lnTo>
                  <a:pt x="200531" y="49509"/>
                </a:lnTo>
                <a:lnTo>
                  <a:pt x="201339" y="49448"/>
                </a:lnTo>
                <a:lnTo>
                  <a:pt x="202157" y="49404"/>
                </a:lnTo>
                <a:lnTo>
                  <a:pt x="202986" y="49377"/>
                </a:lnTo>
                <a:lnTo>
                  <a:pt x="203827" y="49369"/>
                </a:lnTo>
                <a:lnTo>
                  <a:pt x="204420" y="49374"/>
                </a:lnTo>
                <a:lnTo>
                  <a:pt x="205002" y="49391"/>
                </a:lnTo>
                <a:lnTo>
                  <a:pt x="205573" y="49419"/>
                </a:lnTo>
                <a:lnTo>
                  <a:pt x="206132" y="49458"/>
                </a:lnTo>
                <a:lnTo>
                  <a:pt x="206679" y="49509"/>
                </a:lnTo>
                <a:lnTo>
                  <a:pt x="207214" y="49570"/>
                </a:lnTo>
                <a:lnTo>
                  <a:pt x="207738" y="49643"/>
                </a:lnTo>
                <a:lnTo>
                  <a:pt x="208250" y="49727"/>
                </a:lnTo>
                <a:lnTo>
                  <a:pt x="208751" y="49822"/>
                </a:lnTo>
                <a:lnTo>
                  <a:pt x="209240" y="49928"/>
                </a:lnTo>
                <a:lnTo>
                  <a:pt x="209717" y="50046"/>
                </a:lnTo>
                <a:lnTo>
                  <a:pt x="210183" y="50175"/>
                </a:lnTo>
                <a:lnTo>
                  <a:pt x="210637" y="50315"/>
                </a:lnTo>
                <a:lnTo>
                  <a:pt x="211079" y="50466"/>
                </a:lnTo>
                <a:lnTo>
                  <a:pt x="211510" y="50628"/>
                </a:lnTo>
                <a:lnTo>
                  <a:pt x="211929" y="50802"/>
                </a:lnTo>
                <a:lnTo>
                  <a:pt x="212336" y="50986"/>
                </a:lnTo>
                <a:lnTo>
                  <a:pt x="212732" y="51182"/>
                </a:lnTo>
                <a:lnTo>
                  <a:pt x="213117" y="51389"/>
                </a:lnTo>
                <a:lnTo>
                  <a:pt x="213489" y="51608"/>
                </a:lnTo>
                <a:lnTo>
                  <a:pt x="213850" y="51837"/>
                </a:lnTo>
                <a:lnTo>
                  <a:pt x="214200" y="52078"/>
                </a:lnTo>
                <a:lnTo>
                  <a:pt x="214537" y="52330"/>
                </a:lnTo>
                <a:lnTo>
                  <a:pt x="214863" y="52593"/>
                </a:lnTo>
                <a:lnTo>
                  <a:pt x="215179" y="52866"/>
                </a:lnTo>
                <a:lnTo>
                  <a:pt x="215487" y="53147"/>
                </a:lnTo>
                <a:lnTo>
                  <a:pt x="215786" y="53436"/>
                </a:lnTo>
                <a:lnTo>
                  <a:pt x="216077" y="53734"/>
                </a:lnTo>
                <a:lnTo>
                  <a:pt x="216360" y="54041"/>
                </a:lnTo>
                <a:lnTo>
                  <a:pt x="216634" y="54355"/>
                </a:lnTo>
                <a:lnTo>
                  <a:pt x="216900" y="54678"/>
                </a:lnTo>
                <a:lnTo>
                  <a:pt x="217157" y="55010"/>
                </a:lnTo>
                <a:lnTo>
                  <a:pt x="217406" y="55349"/>
                </a:lnTo>
                <a:lnTo>
                  <a:pt x="217647" y="55698"/>
                </a:lnTo>
                <a:lnTo>
                  <a:pt x="217879" y="56054"/>
                </a:lnTo>
                <a:lnTo>
                  <a:pt x="218103" y="56419"/>
                </a:lnTo>
                <a:lnTo>
                  <a:pt x="218318" y="56792"/>
                </a:lnTo>
                <a:lnTo>
                  <a:pt x="218525" y="57174"/>
                </a:lnTo>
                <a:lnTo>
                  <a:pt x="218724" y="57564"/>
                </a:lnTo>
                <a:lnTo>
                  <a:pt x="218914" y="57962"/>
                </a:lnTo>
                <a:lnTo>
                  <a:pt x="219096" y="58368"/>
                </a:lnTo>
                <a:lnTo>
                  <a:pt x="219270" y="58783"/>
                </a:lnTo>
                <a:lnTo>
                  <a:pt x="219435" y="59207"/>
                </a:lnTo>
                <a:lnTo>
                  <a:pt x="219592" y="59639"/>
                </a:lnTo>
                <a:lnTo>
                  <a:pt x="219740" y="60079"/>
                </a:lnTo>
                <a:lnTo>
                  <a:pt x="219880" y="60527"/>
                </a:lnTo>
                <a:lnTo>
                  <a:pt x="220012" y="60984"/>
                </a:lnTo>
                <a:lnTo>
                  <a:pt x="220135" y="61449"/>
                </a:lnTo>
                <a:lnTo>
                  <a:pt x="220252" y="61921"/>
                </a:lnTo>
                <a:lnTo>
                  <a:pt x="220363" y="62399"/>
                </a:lnTo>
                <a:lnTo>
                  <a:pt x="220470" y="62882"/>
                </a:lnTo>
                <a:lnTo>
                  <a:pt x="220572" y="63371"/>
                </a:lnTo>
                <a:lnTo>
                  <a:pt x="220669" y="63866"/>
                </a:lnTo>
                <a:lnTo>
                  <a:pt x="220760" y="64366"/>
                </a:lnTo>
                <a:lnTo>
                  <a:pt x="220847" y="64872"/>
                </a:lnTo>
                <a:lnTo>
                  <a:pt x="220929" y="65384"/>
                </a:lnTo>
                <a:lnTo>
                  <a:pt x="221006" y="65902"/>
                </a:lnTo>
                <a:lnTo>
                  <a:pt x="221078" y="66425"/>
                </a:lnTo>
                <a:lnTo>
                  <a:pt x="221145" y="66954"/>
                </a:lnTo>
                <a:lnTo>
                  <a:pt x="221207" y="67489"/>
                </a:lnTo>
                <a:lnTo>
                  <a:pt x="221264" y="68029"/>
                </a:lnTo>
                <a:lnTo>
                  <a:pt x="221316" y="68575"/>
                </a:lnTo>
                <a:lnTo>
                  <a:pt x="221363" y="69127"/>
                </a:lnTo>
                <a:lnTo>
                  <a:pt x="221405" y="69684"/>
                </a:lnTo>
                <a:lnTo>
                  <a:pt x="221442" y="70247"/>
                </a:lnTo>
                <a:lnTo>
                  <a:pt x="221475" y="70816"/>
                </a:lnTo>
                <a:lnTo>
                  <a:pt x="221502" y="71390"/>
                </a:lnTo>
                <a:lnTo>
                  <a:pt x="221524" y="71971"/>
                </a:lnTo>
                <a:lnTo>
                  <a:pt x="221542" y="72557"/>
                </a:lnTo>
                <a:lnTo>
                  <a:pt x="221554" y="73148"/>
                </a:lnTo>
                <a:lnTo>
                  <a:pt x="221562" y="73746"/>
                </a:lnTo>
                <a:lnTo>
                  <a:pt x="221564" y="74349"/>
                </a:lnTo>
                <a:lnTo>
                  <a:pt x="221564" y="136183"/>
                </a:lnTo>
                <a:lnTo>
                  <a:pt x="238119" y="136183"/>
                </a:lnTo>
                <a:lnTo>
                  <a:pt x="238119" y="72233"/>
                </a:lnTo>
                <a:lnTo>
                  <a:pt x="238107" y="70804"/>
                </a:lnTo>
                <a:lnTo>
                  <a:pt x="238070" y="69401"/>
                </a:lnTo>
                <a:lnTo>
                  <a:pt x="238009" y="68024"/>
                </a:lnTo>
                <a:lnTo>
                  <a:pt x="237924" y="66675"/>
                </a:lnTo>
                <a:lnTo>
                  <a:pt x="237815" y="65351"/>
                </a:lnTo>
                <a:lnTo>
                  <a:pt x="237726" y="64490"/>
                </a:lnTo>
                <a:lnTo>
                  <a:pt x="237910" y="64258"/>
                </a:lnTo>
                <a:lnTo>
                  <a:pt x="238300" y="63779"/>
                </a:lnTo>
                <a:lnTo>
                  <a:pt x="238699" y="63304"/>
                </a:lnTo>
                <a:lnTo>
                  <a:pt x="239107" y="62832"/>
                </a:lnTo>
                <a:lnTo>
                  <a:pt x="239523" y="62363"/>
                </a:lnTo>
                <a:lnTo>
                  <a:pt x="239948" y="61899"/>
                </a:lnTo>
                <a:lnTo>
                  <a:pt x="240381" y="61438"/>
                </a:lnTo>
                <a:lnTo>
                  <a:pt x="240823" y="60980"/>
                </a:lnTo>
                <a:lnTo>
                  <a:pt x="241274" y="60526"/>
                </a:lnTo>
                <a:lnTo>
                  <a:pt x="241733" y="60076"/>
                </a:lnTo>
                <a:lnTo>
                  <a:pt x="242200" y="59629"/>
                </a:lnTo>
                <a:lnTo>
                  <a:pt x="242676" y="59186"/>
                </a:lnTo>
                <a:lnTo>
                  <a:pt x="243161" y="58746"/>
                </a:lnTo>
                <a:lnTo>
                  <a:pt x="243654" y="58310"/>
                </a:lnTo>
                <a:lnTo>
                  <a:pt x="244156" y="57878"/>
                </a:lnTo>
                <a:lnTo>
                  <a:pt x="244666" y="57449"/>
                </a:lnTo>
                <a:lnTo>
                  <a:pt x="245185" y="57024"/>
                </a:lnTo>
                <a:lnTo>
                  <a:pt x="245713" y="56602"/>
                </a:lnTo>
                <a:lnTo>
                  <a:pt x="246249" y="56184"/>
                </a:lnTo>
                <a:lnTo>
                  <a:pt x="246793" y="55770"/>
                </a:lnTo>
                <a:lnTo>
                  <a:pt x="247346" y="55359"/>
                </a:lnTo>
                <a:lnTo>
                  <a:pt x="247908" y="54952"/>
                </a:lnTo>
                <a:lnTo>
                  <a:pt x="248478" y="54548"/>
                </a:lnTo>
                <a:lnTo>
                  <a:pt x="249057" y="54148"/>
                </a:lnTo>
                <a:lnTo>
                  <a:pt x="249645" y="53758"/>
                </a:lnTo>
                <a:lnTo>
                  <a:pt x="250245" y="53385"/>
                </a:lnTo>
                <a:lnTo>
                  <a:pt x="250857" y="53028"/>
                </a:lnTo>
                <a:lnTo>
                  <a:pt x="251479" y="52688"/>
                </a:lnTo>
                <a:lnTo>
                  <a:pt x="252113" y="52364"/>
                </a:lnTo>
                <a:lnTo>
                  <a:pt x="252758" y="52057"/>
                </a:lnTo>
                <a:lnTo>
                  <a:pt x="253415" y="51767"/>
                </a:lnTo>
                <a:lnTo>
                  <a:pt x="254082" y="51493"/>
                </a:lnTo>
                <a:lnTo>
                  <a:pt x="254761" y="51236"/>
                </a:lnTo>
                <a:lnTo>
                  <a:pt x="255452" y="50995"/>
                </a:lnTo>
                <a:lnTo>
                  <a:pt x="256153" y="50771"/>
                </a:lnTo>
                <a:lnTo>
                  <a:pt x="256866" y="50563"/>
                </a:lnTo>
                <a:lnTo>
                  <a:pt x="257590" y="50373"/>
                </a:lnTo>
                <a:lnTo>
                  <a:pt x="258326" y="50198"/>
                </a:lnTo>
                <a:lnTo>
                  <a:pt x="259072" y="50041"/>
                </a:lnTo>
                <a:lnTo>
                  <a:pt x="259830" y="49900"/>
                </a:lnTo>
                <a:lnTo>
                  <a:pt x="260600" y="49775"/>
                </a:lnTo>
                <a:lnTo>
                  <a:pt x="261380" y="49667"/>
                </a:lnTo>
                <a:lnTo>
                  <a:pt x="262172" y="49576"/>
                </a:lnTo>
                <a:lnTo>
                  <a:pt x="262976" y="49501"/>
                </a:lnTo>
                <a:lnTo>
                  <a:pt x="263790" y="49443"/>
                </a:lnTo>
                <a:lnTo>
                  <a:pt x="264616" y="49402"/>
                </a:lnTo>
                <a:lnTo>
                  <a:pt x="265453" y="49377"/>
                </a:lnTo>
                <a:lnTo>
                  <a:pt x="266301" y="49369"/>
                </a:lnTo>
                <a:lnTo>
                  <a:pt x="266887" y="49374"/>
                </a:lnTo>
                <a:lnTo>
                  <a:pt x="267461" y="49391"/>
                </a:lnTo>
                <a:lnTo>
                  <a:pt x="268024" y="49419"/>
                </a:lnTo>
                <a:lnTo>
                  <a:pt x="268576" y="49458"/>
                </a:lnTo>
                <a:lnTo>
                  <a:pt x="269116" y="49509"/>
                </a:lnTo>
                <a:lnTo>
                  <a:pt x="269646" y="49570"/>
                </a:lnTo>
                <a:lnTo>
                  <a:pt x="270163" y="49643"/>
                </a:lnTo>
                <a:lnTo>
                  <a:pt x="270670" y="49727"/>
                </a:lnTo>
                <a:lnTo>
                  <a:pt x="271165" y="49822"/>
                </a:lnTo>
                <a:lnTo>
                  <a:pt x="271649" y="49928"/>
                </a:lnTo>
                <a:lnTo>
                  <a:pt x="272122" y="50046"/>
                </a:lnTo>
                <a:lnTo>
                  <a:pt x="272583" y="50175"/>
                </a:lnTo>
                <a:lnTo>
                  <a:pt x="273033" y="50315"/>
                </a:lnTo>
                <a:lnTo>
                  <a:pt x="273472" y="50466"/>
                </a:lnTo>
                <a:lnTo>
                  <a:pt x="273900" y="50628"/>
                </a:lnTo>
                <a:lnTo>
                  <a:pt x="274316" y="50802"/>
                </a:lnTo>
                <a:lnTo>
                  <a:pt x="274721" y="50986"/>
                </a:lnTo>
                <a:lnTo>
                  <a:pt x="275114" y="51182"/>
                </a:lnTo>
                <a:lnTo>
                  <a:pt x="275497" y="51389"/>
                </a:lnTo>
                <a:lnTo>
                  <a:pt x="275868" y="51608"/>
                </a:lnTo>
                <a:lnTo>
                  <a:pt x="276228" y="51837"/>
                </a:lnTo>
                <a:lnTo>
                  <a:pt x="276576" y="52078"/>
                </a:lnTo>
                <a:lnTo>
                  <a:pt x="276913" y="52330"/>
                </a:lnTo>
                <a:lnTo>
                  <a:pt x="277239" y="52593"/>
                </a:lnTo>
                <a:lnTo>
                  <a:pt x="277555" y="52866"/>
                </a:lnTo>
                <a:lnTo>
                  <a:pt x="277863" y="53147"/>
                </a:lnTo>
                <a:lnTo>
                  <a:pt x="278162" y="53436"/>
                </a:lnTo>
                <a:lnTo>
                  <a:pt x="278453" y="53734"/>
                </a:lnTo>
                <a:lnTo>
                  <a:pt x="278736" y="54041"/>
                </a:lnTo>
                <a:lnTo>
                  <a:pt x="279010" y="54355"/>
                </a:lnTo>
                <a:lnTo>
                  <a:pt x="279276" y="54678"/>
                </a:lnTo>
                <a:lnTo>
                  <a:pt x="279533" y="55010"/>
                </a:lnTo>
                <a:lnTo>
                  <a:pt x="279782" y="55349"/>
                </a:lnTo>
                <a:lnTo>
                  <a:pt x="280023" y="55698"/>
                </a:lnTo>
                <a:lnTo>
                  <a:pt x="280255" y="56054"/>
                </a:lnTo>
                <a:lnTo>
                  <a:pt x="280479" y="56419"/>
                </a:lnTo>
                <a:lnTo>
                  <a:pt x="280694" y="56792"/>
                </a:lnTo>
                <a:lnTo>
                  <a:pt x="280901" y="57174"/>
                </a:lnTo>
                <a:lnTo>
                  <a:pt x="281100" y="57564"/>
                </a:lnTo>
                <a:lnTo>
                  <a:pt x="281290" y="57962"/>
                </a:lnTo>
                <a:lnTo>
                  <a:pt x="281472" y="58368"/>
                </a:lnTo>
                <a:lnTo>
                  <a:pt x="281646" y="58783"/>
                </a:lnTo>
                <a:lnTo>
                  <a:pt x="281811" y="59207"/>
                </a:lnTo>
                <a:lnTo>
                  <a:pt x="281968" y="59639"/>
                </a:lnTo>
                <a:lnTo>
                  <a:pt x="282116" y="60079"/>
                </a:lnTo>
                <a:lnTo>
                  <a:pt x="282256" y="60527"/>
                </a:lnTo>
                <a:lnTo>
                  <a:pt x="282388" y="60984"/>
                </a:lnTo>
                <a:lnTo>
                  <a:pt x="282511" y="61449"/>
                </a:lnTo>
                <a:lnTo>
                  <a:pt x="282628" y="61921"/>
                </a:lnTo>
                <a:lnTo>
                  <a:pt x="282739" y="62399"/>
                </a:lnTo>
                <a:lnTo>
                  <a:pt x="282846" y="62882"/>
                </a:lnTo>
                <a:lnTo>
                  <a:pt x="282948" y="63371"/>
                </a:lnTo>
                <a:lnTo>
                  <a:pt x="283044" y="63866"/>
                </a:lnTo>
                <a:lnTo>
                  <a:pt x="283136" y="64366"/>
                </a:lnTo>
                <a:lnTo>
                  <a:pt x="283223" y="64872"/>
                </a:lnTo>
                <a:lnTo>
                  <a:pt x="283305" y="65384"/>
                </a:lnTo>
                <a:lnTo>
                  <a:pt x="283382" y="65902"/>
                </a:lnTo>
                <a:lnTo>
                  <a:pt x="283454" y="66425"/>
                </a:lnTo>
                <a:lnTo>
                  <a:pt x="283521" y="66954"/>
                </a:lnTo>
                <a:lnTo>
                  <a:pt x="283583" y="67489"/>
                </a:lnTo>
                <a:lnTo>
                  <a:pt x="283640" y="68029"/>
                </a:lnTo>
                <a:lnTo>
                  <a:pt x="283692" y="68575"/>
                </a:lnTo>
                <a:lnTo>
                  <a:pt x="283739" y="69127"/>
                </a:lnTo>
                <a:lnTo>
                  <a:pt x="283781" y="69684"/>
                </a:lnTo>
                <a:lnTo>
                  <a:pt x="283818" y="70247"/>
                </a:lnTo>
                <a:lnTo>
                  <a:pt x="283851" y="70816"/>
                </a:lnTo>
                <a:lnTo>
                  <a:pt x="283878" y="71390"/>
                </a:lnTo>
                <a:lnTo>
                  <a:pt x="283900" y="71971"/>
                </a:lnTo>
                <a:lnTo>
                  <a:pt x="283918" y="72557"/>
                </a:lnTo>
                <a:lnTo>
                  <a:pt x="283930" y="73148"/>
                </a:lnTo>
                <a:lnTo>
                  <a:pt x="283938" y="73746"/>
                </a:lnTo>
                <a:lnTo>
                  <a:pt x="283940" y="74349"/>
                </a:lnTo>
                <a:lnTo>
                  <a:pt x="283940" y="136183"/>
                </a:lnTo>
                <a:lnTo>
                  <a:pt x="300396" y="136183"/>
                </a:lnTo>
                <a:lnTo>
                  <a:pt x="300396" y="72233"/>
                </a:lnTo>
                <a:lnTo>
                  <a:pt x="300384" y="70804"/>
                </a:lnTo>
                <a:lnTo>
                  <a:pt x="300348" y="69401"/>
                </a:lnTo>
                <a:lnTo>
                  <a:pt x="300287" y="68024"/>
                </a:lnTo>
                <a:lnTo>
                  <a:pt x="300202" y="66675"/>
                </a:lnTo>
                <a:lnTo>
                  <a:pt x="300093" y="65351"/>
                </a:lnTo>
                <a:lnTo>
                  <a:pt x="299959" y="64054"/>
                </a:lnTo>
                <a:lnTo>
                  <a:pt x="299801" y="62784"/>
                </a:lnTo>
                <a:lnTo>
                  <a:pt x="299619" y="61540"/>
                </a:lnTo>
                <a:lnTo>
                  <a:pt x="299412" y="60323"/>
                </a:lnTo>
                <a:lnTo>
                  <a:pt x="299182" y="59133"/>
                </a:lnTo>
                <a:lnTo>
                  <a:pt x="298926" y="57968"/>
                </a:lnTo>
                <a:lnTo>
                  <a:pt x="298647" y="56831"/>
                </a:lnTo>
                <a:lnTo>
                  <a:pt x="298343" y="55720"/>
                </a:lnTo>
                <a:lnTo>
                  <a:pt x="298016" y="54635"/>
                </a:lnTo>
                <a:lnTo>
                  <a:pt x="297663" y="53577"/>
                </a:lnTo>
                <a:lnTo>
                  <a:pt x="297287" y="52546"/>
                </a:lnTo>
                <a:lnTo>
                  <a:pt x="296886" y="51541"/>
                </a:lnTo>
                <a:lnTo>
                  <a:pt x="296461" y="50562"/>
                </a:lnTo>
                <a:lnTo>
                  <a:pt x="296011" y="49610"/>
                </a:lnTo>
                <a:lnTo>
                  <a:pt x="295538" y="48685"/>
                </a:lnTo>
                <a:lnTo>
                  <a:pt x="295040" y="47786"/>
                </a:lnTo>
                <a:lnTo>
                  <a:pt x="294517" y="46914"/>
                </a:lnTo>
                <a:lnTo>
                  <a:pt x="293971" y="46068"/>
                </a:lnTo>
                <a:lnTo>
                  <a:pt x="293400" y="45248"/>
                </a:lnTo>
                <a:lnTo>
                  <a:pt x="292801" y="44459"/>
                </a:lnTo>
                <a:lnTo>
                  <a:pt x="292172" y="43703"/>
                </a:lnTo>
                <a:lnTo>
                  <a:pt x="291511" y="42981"/>
                </a:lnTo>
                <a:lnTo>
                  <a:pt x="290819" y="42292"/>
                </a:lnTo>
                <a:lnTo>
                  <a:pt x="290095" y="41637"/>
                </a:lnTo>
                <a:lnTo>
                  <a:pt x="289341" y="41015"/>
                </a:lnTo>
                <a:lnTo>
                  <a:pt x="288556" y="40428"/>
                </a:lnTo>
                <a:lnTo>
                  <a:pt x="287739" y="39873"/>
                </a:lnTo>
                <a:lnTo>
                  <a:pt x="286892" y="39352"/>
                </a:lnTo>
                <a:lnTo>
                  <a:pt x="286013" y="38865"/>
                </a:lnTo>
                <a:lnTo>
                  <a:pt x="285103" y="38412"/>
                </a:lnTo>
                <a:lnTo>
                  <a:pt x="284162" y="37992"/>
                </a:lnTo>
                <a:lnTo>
                  <a:pt x="283189" y="37606"/>
                </a:lnTo>
                <a:lnTo>
                  <a:pt x="282186" y="37253"/>
                </a:lnTo>
                <a:lnTo>
                  <a:pt x="281152" y="36934"/>
                </a:lnTo>
                <a:lnTo>
                  <a:pt x="280086" y="36648"/>
                </a:lnTo>
                <a:lnTo>
                  <a:pt x="278989" y="36396"/>
                </a:lnTo>
                <a:lnTo>
                  <a:pt x="277861" y="36178"/>
                </a:lnTo>
                <a:lnTo>
                  <a:pt x="276702" y="35993"/>
                </a:lnTo>
                <a:lnTo>
                  <a:pt x="275512" y="35842"/>
                </a:lnTo>
                <a:lnTo>
                  <a:pt x="274291" y="35724"/>
                </a:lnTo>
                <a:lnTo>
                  <a:pt x="273038" y="35640"/>
                </a:lnTo>
                <a:lnTo>
                  <a:pt x="271755" y="35590"/>
                </a:lnTo>
                <a:lnTo>
                  <a:pt x="270440" y="35573"/>
                </a:lnTo>
                <a:lnTo>
                  <a:pt x="269428" y="35582"/>
                </a:lnTo>
                <a:lnTo>
                  <a:pt x="268428" y="35611"/>
                </a:lnTo>
                <a:lnTo>
                  <a:pt x="267440" y="35658"/>
                </a:lnTo>
                <a:lnTo>
                  <a:pt x="266464" y="35724"/>
                </a:lnTo>
                <a:lnTo>
                  <a:pt x="265501" y="35808"/>
                </a:lnTo>
                <a:lnTo>
                  <a:pt x="264549" y="35912"/>
                </a:lnTo>
                <a:lnTo>
                  <a:pt x="263610" y="36034"/>
                </a:lnTo>
                <a:lnTo>
                  <a:pt x="262683" y="36175"/>
                </a:lnTo>
                <a:lnTo>
                  <a:pt x="261768" y="36335"/>
                </a:lnTo>
                <a:lnTo>
                  <a:pt x="260865" y="36514"/>
                </a:lnTo>
                <a:lnTo>
                  <a:pt x="259974" y="36712"/>
                </a:lnTo>
                <a:lnTo>
                  <a:pt x="259096" y="36928"/>
                </a:lnTo>
                <a:lnTo>
                  <a:pt x="258229" y="37163"/>
                </a:lnTo>
                <a:lnTo>
                  <a:pt x="257375" y="37417"/>
                </a:lnTo>
                <a:lnTo>
                  <a:pt x="256533" y="37690"/>
                </a:lnTo>
                <a:lnTo>
                  <a:pt x="255703" y="37982"/>
                </a:lnTo>
                <a:lnTo>
                  <a:pt x="254885" y="38292"/>
                </a:lnTo>
                <a:lnTo>
                  <a:pt x="254079" y="38622"/>
                </a:lnTo>
                <a:lnTo>
                  <a:pt x="253286" y="38970"/>
                </a:lnTo>
                <a:lnTo>
                  <a:pt x="252504" y="39337"/>
                </a:lnTo>
                <a:lnTo>
                  <a:pt x="251735" y="39722"/>
                </a:lnTo>
                <a:lnTo>
                  <a:pt x="250978" y="40127"/>
                </a:lnTo>
                <a:lnTo>
                  <a:pt x="250233" y="40550"/>
                </a:lnTo>
                <a:lnTo>
                  <a:pt x="249500" y="40993"/>
                </a:lnTo>
                <a:lnTo>
                  <a:pt x="248779" y="41446"/>
                </a:lnTo>
                <a:lnTo>
                  <a:pt x="248068" y="41902"/>
                </a:lnTo>
                <a:lnTo>
                  <a:pt x="247367" y="42362"/>
                </a:lnTo>
                <a:lnTo>
                  <a:pt x="246677" y="42824"/>
                </a:lnTo>
                <a:lnTo>
                  <a:pt x="245997" y="43289"/>
                </a:lnTo>
                <a:lnTo>
                  <a:pt x="245328" y="43758"/>
                </a:lnTo>
                <a:lnTo>
                  <a:pt x="244669" y="44230"/>
                </a:lnTo>
                <a:lnTo>
                  <a:pt x="244020" y="44704"/>
                </a:lnTo>
                <a:lnTo>
                  <a:pt x="243382" y="45182"/>
                </a:lnTo>
                <a:lnTo>
                  <a:pt x="242755" y="45663"/>
                </a:lnTo>
                <a:lnTo>
                  <a:pt x="242137" y="46147"/>
                </a:lnTo>
                <a:lnTo>
                  <a:pt x="241531" y="46634"/>
                </a:lnTo>
                <a:lnTo>
                  <a:pt x="240934" y="47124"/>
                </a:lnTo>
                <a:lnTo>
                  <a:pt x="240349" y="47618"/>
                </a:lnTo>
                <a:lnTo>
                  <a:pt x="239773" y="48114"/>
                </a:lnTo>
                <a:lnTo>
                  <a:pt x="239208" y="48613"/>
                </a:lnTo>
                <a:lnTo>
                  <a:pt x="238654" y="49116"/>
                </a:lnTo>
                <a:lnTo>
                  <a:pt x="238110" y="49621"/>
                </a:lnTo>
                <a:lnTo>
                  <a:pt x="237576" y="50130"/>
                </a:lnTo>
                <a:lnTo>
                  <a:pt x="237053" y="50641"/>
                </a:lnTo>
                <a:lnTo>
                  <a:pt x="236540" y="51156"/>
                </a:lnTo>
                <a:lnTo>
                  <a:pt x="236037" y="51674"/>
                </a:lnTo>
                <a:lnTo>
                  <a:pt x="235546" y="52195"/>
                </a:lnTo>
                <a:lnTo>
                  <a:pt x="235070" y="52712"/>
                </a:lnTo>
                <a:lnTo>
                  <a:pt x="235009" y="52546"/>
                </a:lnTo>
                <a:lnTo>
                  <a:pt x="234608" y="51541"/>
                </a:lnTo>
                <a:close/>
                <a:moveTo>
                  <a:pt x="93022" y="3547"/>
                </a:moveTo>
                <a:lnTo>
                  <a:pt x="0" y="3547"/>
                </a:lnTo>
                <a:lnTo>
                  <a:pt x="0" y="18427"/>
                </a:lnTo>
                <a:lnTo>
                  <a:pt x="37741" y="18427"/>
                </a:lnTo>
                <a:lnTo>
                  <a:pt x="37741" y="136183"/>
                </a:lnTo>
                <a:lnTo>
                  <a:pt x="55380" y="136183"/>
                </a:lnTo>
                <a:lnTo>
                  <a:pt x="55380" y="18427"/>
                </a:lnTo>
                <a:lnTo>
                  <a:pt x="93022" y="18427"/>
                </a:lnTo>
                <a:lnTo>
                  <a:pt x="93022" y="3547"/>
                </a:lnTo>
                <a:close/>
                <a:moveTo>
                  <a:pt x="108740" y="136183"/>
                </a:moveTo>
                <a:lnTo>
                  <a:pt x="125196" y="136183"/>
                </a:lnTo>
                <a:lnTo>
                  <a:pt x="125196" y="37248"/>
                </a:lnTo>
                <a:lnTo>
                  <a:pt x="108740" y="37248"/>
                </a:lnTo>
                <a:lnTo>
                  <a:pt x="108740" y="136183"/>
                </a:lnTo>
                <a:close/>
                <a:moveTo>
                  <a:pt x="373178" y="137842"/>
                </a:moveTo>
                <a:lnTo>
                  <a:pt x="374137" y="137778"/>
                </a:lnTo>
                <a:lnTo>
                  <a:pt x="375085" y="137699"/>
                </a:lnTo>
                <a:lnTo>
                  <a:pt x="376021" y="137606"/>
                </a:lnTo>
                <a:lnTo>
                  <a:pt x="376947" y="137499"/>
                </a:lnTo>
                <a:lnTo>
                  <a:pt x="377861" y="137378"/>
                </a:lnTo>
                <a:lnTo>
                  <a:pt x="378764" y="137242"/>
                </a:lnTo>
                <a:lnTo>
                  <a:pt x="379655" y="137092"/>
                </a:lnTo>
                <a:lnTo>
                  <a:pt x="380535" y="136928"/>
                </a:lnTo>
                <a:lnTo>
                  <a:pt x="381404" y="136749"/>
                </a:lnTo>
                <a:lnTo>
                  <a:pt x="382262" y="136556"/>
                </a:lnTo>
                <a:lnTo>
                  <a:pt x="383108" y="136349"/>
                </a:lnTo>
                <a:lnTo>
                  <a:pt x="383943" y="136128"/>
                </a:lnTo>
                <a:lnTo>
                  <a:pt x="384767" y="135892"/>
                </a:lnTo>
                <a:lnTo>
                  <a:pt x="385579" y="135642"/>
                </a:lnTo>
                <a:lnTo>
                  <a:pt x="386380" y="135378"/>
                </a:lnTo>
                <a:lnTo>
                  <a:pt x="387170" y="135099"/>
                </a:lnTo>
                <a:lnTo>
                  <a:pt x="387949" y="134806"/>
                </a:lnTo>
                <a:lnTo>
                  <a:pt x="388716" y="134499"/>
                </a:lnTo>
                <a:lnTo>
                  <a:pt x="389472" y="134178"/>
                </a:lnTo>
                <a:lnTo>
                  <a:pt x="390217" y="133842"/>
                </a:lnTo>
                <a:lnTo>
                  <a:pt x="390949" y="133493"/>
                </a:lnTo>
                <a:lnTo>
                  <a:pt x="391667" y="133132"/>
                </a:lnTo>
                <a:lnTo>
                  <a:pt x="392372" y="132759"/>
                </a:lnTo>
                <a:lnTo>
                  <a:pt x="393063" y="132374"/>
                </a:lnTo>
                <a:lnTo>
                  <a:pt x="393741" y="131977"/>
                </a:lnTo>
                <a:lnTo>
                  <a:pt x="394405" y="131568"/>
                </a:lnTo>
                <a:lnTo>
                  <a:pt x="395055" y="131147"/>
                </a:lnTo>
                <a:lnTo>
                  <a:pt x="395691" y="130714"/>
                </a:lnTo>
                <a:lnTo>
                  <a:pt x="396314" y="130269"/>
                </a:lnTo>
                <a:lnTo>
                  <a:pt x="396923" y="129811"/>
                </a:lnTo>
                <a:lnTo>
                  <a:pt x="397518" y="129342"/>
                </a:lnTo>
                <a:lnTo>
                  <a:pt x="398100" y="128861"/>
                </a:lnTo>
                <a:lnTo>
                  <a:pt x="398668" y="128368"/>
                </a:lnTo>
                <a:lnTo>
                  <a:pt x="399222" y="127863"/>
                </a:lnTo>
                <a:lnTo>
                  <a:pt x="399763" y="127346"/>
                </a:lnTo>
                <a:lnTo>
                  <a:pt x="400290" y="126817"/>
                </a:lnTo>
                <a:lnTo>
                  <a:pt x="400803" y="126276"/>
                </a:lnTo>
                <a:lnTo>
                  <a:pt x="401303" y="125723"/>
                </a:lnTo>
                <a:lnTo>
                  <a:pt x="401788" y="125158"/>
                </a:lnTo>
                <a:lnTo>
                  <a:pt x="402261" y="124581"/>
                </a:lnTo>
                <a:lnTo>
                  <a:pt x="402719" y="123992"/>
                </a:lnTo>
                <a:lnTo>
                  <a:pt x="403164" y="123391"/>
                </a:lnTo>
                <a:lnTo>
                  <a:pt x="403595" y="122778"/>
                </a:lnTo>
                <a:lnTo>
                  <a:pt x="404012" y="122153"/>
                </a:lnTo>
                <a:lnTo>
                  <a:pt x="404415" y="121517"/>
                </a:lnTo>
                <a:lnTo>
                  <a:pt x="404801" y="120871"/>
                </a:lnTo>
                <a:lnTo>
                  <a:pt x="405172" y="120215"/>
                </a:lnTo>
                <a:lnTo>
                  <a:pt x="405526" y="119548"/>
                </a:lnTo>
                <a:lnTo>
                  <a:pt x="405864" y="118872"/>
                </a:lnTo>
                <a:lnTo>
                  <a:pt x="406186" y="118186"/>
                </a:lnTo>
                <a:lnTo>
                  <a:pt x="406492" y="117490"/>
                </a:lnTo>
                <a:lnTo>
                  <a:pt x="406782" y="116783"/>
                </a:lnTo>
                <a:lnTo>
                  <a:pt x="407056" y="116067"/>
                </a:lnTo>
                <a:lnTo>
                  <a:pt x="407314" y="115340"/>
                </a:lnTo>
                <a:lnTo>
                  <a:pt x="407556" y="114604"/>
                </a:lnTo>
                <a:lnTo>
                  <a:pt x="407782" y="113857"/>
                </a:lnTo>
                <a:lnTo>
                  <a:pt x="407991" y="113100"/>
                </a:lnTo>
                <a:lnTo>
                  <a:pt x="408185" y="112334"/>
                </a:lnTo>
                <a:lnTo>
                  <a:pt x="408362" y="111557"/>
                </a:lnTo>
                <a:lnTo>
                  <a:pt x="408523" y="110770"/>
                </a:lnTo>
                <a:lnTo>
                  <a:pt x="408669" y="109973"/>
                </a:lnTo>
                <a:lnTo>
                  <a:pt x="408798" y="109166"/>
                </a:lnTo>
                <a:lnTo>
                  <a:pt x="408911" y="108349"/>
                </a:lnTo>
                <a:lnTo>
                  <a:pt x="409008" y="107522"/>
                </a:lnTo>
                <a:lnTo>
                  <a:pt x="409089" y="106685"/>
                </a:lnTo>
                <a:lnTo>
                  <a:pt x="409154" y="105838"/>
                </a:lnTo>
                <a:lnTo>
                  <a:pt x="409202" y="104981"/>
                </a:lnTo>
                <a:lnTo>
                  <a:pt x="409235" y="104114"/>
                </a:lnTo>
                <a:lnTo>
                  <a:pt x="392976" y="104114"/>
                </a:lnTo>
                <a:lnTo>
                  <a:pt x="392941" y="104960"/>
                </a:lnTo>
                <a:lnTo>
                  <a:pt x="392886" y="105790"/>
                </a:lnTo>
                <a:lnTo>
                  <a:pt x="392810" y="106602"/>
                </a:lnTo>
                <a:lnTo>
                  <a:pt x="392713" y="107398"/>
                </a:lnTo>
                <a:lnTo>
                  <a:pt x="392596" y="108178"/>
                </a:lnTo>
                <a:lnTo>
                  <a:pt x="392459" y="108940"/>
                </a:lnTo>
                <a:lnTo>
                  <a:pt x="392300" y="109686"/>
                </a:lnTo>
                <a:lnTo>
                  <a:pt x="392122" y="110415"/>
                </a:lnTo>
                <a:lnTo>
                  <a:pt x="391923" y="111127"/>
                </a:lnTo>
                <a:lnTo>
                  <a:pt x="391703" y="111823"/>
                </a:lnTo>
                <a:lnTo>
                  <a:pt x="391463" y="112502"/>
                </a:lnTo>
                <a:lnTo>
                  <a:pt x="391202" y="113164"/>
                </a:lnTo>
                <a:lnTo>
                  <a:pt x="390921" y="113810"/>
                </a:lnTo>
                <a:lnTo>
                  <a:pt x="390619" y="114438"/>
                </a:lnTo>
                <a:lnTo>
                  <a:pt x="390297" y="115051"/>
                </a:lnTo>
                <a:lnTo>
                  <a:pt x="389954" y="115646"/>
                </a:lnTo>
                <a:lnTo>
                  <a:pt x="389591" y="116224"/>
                </a:lnTo>
                <a:lnTo>
                  <a:pt x="389207" y="116786"/>
                </a:lnTo>
                <a:lnTo>
                  <a:pt x="388802" y="117331"/>
                </a:lnTo>
                <a:lnTo>
                  <a:pt x="388377" y="117860"/>
                </a:lnTo>
                <a:lnTo>
                  <a:pt x="387932" y="118372"/>
                </a:lnTo>
                <a:lnTo>
                  <a:pt x="387466" y="118867"/>
                </a:lnTo>
                <a:lnTo>
                  <a:pt x="386979" y="119345"/>
                </a:lnTo>
                <a:lnTo>
                  <a:pt x="386472" y="119806"/>
                </a:lnTo>
                <a:lnTo>
                  <a:pt x="385947" y="120250"/>
                </a:lnTo>
                <a:lnTo>
                  <a:pt x="385404" y="120675"/>
                </a:lnTo>
                <a:lnTo>
                  <a:pt x="384845" y="121081"/>
                </a:lnTo>
                <a:lnTo>
                  <a:pt x="384269" y="121468"/>
                </a:lnTo>
                <a:lnTo>
                  <a:pt x="383676" y="121836"/>
                </a:lnTo>
                <a:lnTo>
                  <a:pt x="383066" y="122186"/>
                </a:lnTo>
                <a:lnTo>
                  <a:pt x="382440" y="122516"/>
                </a:lnTo>
                <a:lnTo>
                  <a:pt x="381797" y="122828"/>
                </a:lnTo>
                <a:lnTo>
                  <a:pt x="381137" y="123120"/>
                </a:lnTo>
                <a:lnTo>
                  <a:pt x="380461" y="123394"/>
                </a:lnTo>
                <a:lnTo>
                  <a:pt x="379767" y="123649"/>
                </a:lnTo>
                <a:lnTo>
                  <a:pt x="379057" y="123885"/>
                </a:lnTo>
                <a:lnTo>
                  <a:pt x="378330" y="124102"/>
                </a:lnTo>
                <a:lnTo>
                  <a:pt x="377587" y="124300"/>
                </a:lnTo>
                <a:lnTo>
                  <a:pt x="376826" y="124480"/>
                </a:lnTo>
                <a:lnTo>
                  <a:pt x="376049" y="124640"/>
                </a:lnTo>
                <a:lnTo>
                  <a:pt x="375255" y="124782"/>
                </a:lnTo>
                <a:lnTo>
                  <a:pt x="374444" y="124905"/>
                </a:lnTo>
                <a:lnTo>
                  <a:pt x="373617" y="125009"/>
                </a:lnTo>
                <a:lnTo>
                  <a:pt x="372772" y="125094"/>
                </a:lnTo>
                <a:lnTo>
                  <a:pt x="371911" y="125160"/>
                </a:lnTo>
                <a:lnTo>
                  <a:pt x="371034" y="125207"/>
                </a:lnTo>
                <a:lnTo>
                  <a:pt x="370139" y="125235"/>
                </a:lnTo>
                <a:lnTo>
                  <a:pt x="369228" y="125245"/>
                </a:lnTo>
                <a:lnTo>
                  <a:pt x="368372" y="125236"/>
                </a:lnTo>
                <a:lnTo>
                  <a:pt x="367531" y="125210"/>
                </a:lnTo>
                <a:lnTo>
                  <a:pt x="366704" y="125168"/>
                </a:lnTo>
                <a:lnTo>
                  <a:pt x="365891" y="125108"/>
                </a:lnTo>
                <a:lnTo>
                  <a:pt x="365092" y="125031"/>
                </a:lnTo>
                <a:lnTo>
                  <a:pt x="364307" y="124936"/>
                </a:lnTo>
                <a:lnTo>
                  <a:pt x="363536" y="124825"/>
                </a:lnTo>
                <a:lnTo>
                  <a:pt x="362779" y="124696"/>
                </a:lnTo>
                <a:lnTo>
                  <a:pt x="362036" y="124551"/>
                </a:lnTo>
                <a:lnTo>
                  <a:pt x="361307" y="124388"/>
                </a:lnTo>
                <a:lnTo>
                  <a:pt x="360592" y="124208"/>
                </a:lnTo>
                <a:lnTo>
                  <a:pt x="359891" y="124011"/>
                </a:lnTo>
                <a:lnTo>
                  <a:pt x="359204" y="123797"/>
                </a:lnTo>
                <a:lnTo>
                  <a:pt x="358531" y="123566"/>
                </a:lnTo>
                <a:lnTo>
                  <a:pt x="357872" y="123318"/>
                </a:lnTo>
                <a:lnTo>
                  <a:pt x="357228" y="123052"/>
                </a:lnTo>
                <a:lnTo>
                  <a:pt x="356597" y="122769"/>
                </a:lnTo>
                <a:lnTo>
                  <a:pt x="355980" y="122470"/>
                </a:lnTo>
                <a:lnTo>
                  <a:pt x="355377" y="122153"/>
                </a:lnTo>
                <a:lnTo>
                  <a:pt x="354789" y="121819"/>
                </a:lnTo>
                <a:lnTo>
                  <a:pt x="354214" y="121468"/>
                </a:lnTo>
                <a:lnTo>
                  <a:pt x="353654" y="121099"/>
                </a:lnTo>
                <a:lnTo>
                  <a:pt x="353107" y="120714"/>
                </a:lnTo>
                <a:lnTo>
                  <a:pt x="352574" y="120311"/>
                </a:lnTo>
                <a:lnTo>
                  <a:pt x="352055" y="119895"/>
                </a:lnTo>
                <a:lnTo>
                  <a:pt x="351547" y="119467"/>
                </a:lnTo>
                <a:lnTo>
                  <a:pt x="351051" y="119028"/>
                </a:lnTo>
                <a:lnTo>
                  <a:pt x="350567" y="118577"/>
                </a:lnTo>
                <a:lnTo>
                  <a:pt x="350094" y="118115"/>
                </a:lnTo>
                <a:lnTo>
                  <a:pt x="349634" y="117643"/>
                </a:lnTo>
                <a:lnTo>
                  <a:pt x="349185" y="117158"/>
                </a:lnTo>
                <a:lnTo>
                  <a:pt x="348748" y="116663"/>
                </a:lnTo>
                <a:lnTo>
                  <a:pt x="348323" y="116156"/>
                </a:lnTo>
                <a:lnTo>
                  <a:pt x="347909" y="115639"/>
                </a:lnTo>
                <a:lnTo>
                  <a:pt x="347508" y="115110"/>
                </a:lnTo>
                <a:lnTo>
                  <a:pt x="347118" y="114569"/>
                </a:lnTo>
                <a:lnTo>
                  <a:pt x="346740" y="114018"/>
                </a:lnTo>
                <a:lnTo>
                  <a:pt x="346374" y="113455"/>
                </a:lnTo>
                <a:lnTo>
                  <a:pt x="346019" y="112881"/>
                </a:lnTo>
                <a:lnTo>
                  <a:pt x="345677" y="112295"/>
                </a:lnTo>
                <a:lnTo>
                  <a:pt x="345346" y="111699"/>
                </a:lnTo>
                <a:lnTo>
                  <a:pt x="345027" y="111091"/>
                </a:lnTo>
                <a:lnTo>
                  <a:pt x="344720" y="110472"/>
                </a:lnTo>
                <a:lnTo>
                  <a:pt x="344424" y="109842"/>
                </a:lnTo>
                <a:lnTo>
                  <a:pt x="344141" y="109201"/>
                </a:lnTo>
                <a:lnTo>
                  <a:pt x="343869" y="108548"/>
                </a:lnTo>
                <a:lnTo>
                  <a:pt x="343609" y="107884"/>
                </a:lnTo>
                <a:lnTo>
                  <a:pt x="343361" y="107209"/>
                </a:lnTo>
                <a:lnTo>
                  <a:pt x="343124" y="106525"/>
                </a:lnTo>
                <a:lnTo>
                  <a:pt x="342896" y="105836"/>
                </a:lnTo>
                <a:lnTo>
                  <a:pt x="342678" y="105141"/>
                </a:lnTo>
                <a:lnTo>
                  <a:pt x="342470" y="104441"/>
                </a:lnTo>
                <a:lnTo>
                  <a:pt x="342272" y="103736"/>
                </a:lnTo>
                <a:lnTo>
                  <a:pt x="342083" y="103024"/>
                </a:lnTo>
                <a:lnTo>
                  <a:pt x="341904" y="102308"/>
                </a:lnTo>
                <a:lnTo>
                  <a:pt x="341735" y="101585"/>
                </a:lnTo>
                <a:lnTo>
                  <a:pt x="341576" y="100858"/>
                </a:lnTo>
                <a:lnTo>
                  <a:pt x="341426" y="100124"/>
                </a:lnTo>
                <a:lnTo>
                  <a:pt x="341286" y="99385"/>
                </a:lnTo>
                <a:lnTo>
                  <a:pt x="341156" y="98641"/>
                </a:lnTo>
                <a:lnTo>
                  <a:pt x="341036" y="97891"/>
                </a:lnTo>
                <a:lnTo>
                  <a:pt x="340925" y="97136"/>
                </a:lnTo>
                <a:lnTo>
                  <a:pt x="340824" y="96375"/>
                </a:lnTo>
                <a:lnTo>
                  <a:pt x="340733" y="95608"/>
                </a:lnTo>
                <a:lnTo>
                  <a:pt x="340652" y="94836"/>
                </a:lnTo>
                <a:lnTo>
                  <a:pt x="340580" y="94059"/>
                </a:lnTo>
                <a:lnTo>
                  <a:pt x="340518" y="93276"/>
                </a:lnTo>
                <a:lnTo>
                  <a:pt x="340466" y="92487"/>
                </a:lnTo>
                <a:lnTo>
                  <a:pt x="340424" y="91693"/>
                </a:lnTo>
                <a:lnTo>
                  <a:pt x="340391" y="90893"/>
                </a:lnTo>
                <a:lnTo>
                  <a:pt x="340368" y="90088"/>
                </a:lnTo>
                <a:lnTo>
                  <a:pt x="340355" y="89277"/>
                </a:lnTo>
                <a:lnTo>
                  <a:pt x="408742" y="89277"/>
                </a:lnTo>
                <a:lnTo>
                  <a:pt x="408759" y="89199"/>
                </a:lnTo>
                <a:lnTo>
                  <a:pt x="408774" y="89117"/>
                </a:lnTo>
                <a:lnTo>
                  <a:pt x="408790" y="89031"/>
                </a:lnTo>
                <a:lnTo>
                  <a:pt x="408805" y="88941"/>
                </a:lnTo>
                <a:lnTo>
                  <a:pt x="408820" y="88847"/>
                </a:lnTo>
                <a:lnTo>
                  <a:pt x="408835" y="88749"/>
                </a:lnTo>
                <a:lnTo>
                  <a:pt x="408849" y="88647"/>
                </a:lnTo>
                <a:lnTo>
                  <a:pt x="408863" y="88540"/>
                </a:lnTo>
                <a:lnTo>
                  <a:pt x="408876" y="88430"/>
                </a:lnTo>
                <a:lnTo>
                  <a:pt x="408889" y="88316"/>
                </a:lnTo>
                <a:lnTo>
                  <a:pt x="408902" y="88197"/>
                </a:lnTo>
                <a:lnTo>
                  <a:pt x="408915" y="88075"/>
                </a:lnTo>
                <a:lnTo>
                  <a:pt x="408927" y="87948"/>
                </a:lnTo>
                <a:lnTo>
                  <a:pt x="408939" y="87818"/>
                </a:lnTo>
                <a:lnTo>
                  <a:pt x="408950" y="87683"/>
                </a:lnTo>
                <a:lnTo>
                  <a:pt x="408961" y="87545"/>
                </a:lnTo>
                <a:lnTo>
                  <a:pt x="408972" y="87402"/>
                </a:lnTo>
                <a:lnTo>
                  <a:pt x="408983" y="87255"/>
                </a:lnTo>
                <a:lnTo>
                  <a:pt x="408993" y="87105"/>
                </a:lnTo>
                <a:lnTo>
                  <a:pt x="409002" y="86950"/>
                </a:lnTo>
                <a:lnTo>
                  <a:pt x="409012" y="86791"/>
                </a:lnTo>
                <a:lnTo>
                  <a:pt x="409021" y="86628"/>
                </a:lnTo>
                <a:lnTo>
                  <a:pt x="409030" y="86461"/>
                </a:lnTo>
                <a:lnTo>
                  <a:pt x="409038" y="86290"/>
                </a:lnTo>
                <a:lnTo>
                  <a:pt x="409046" y="86118"/>
                </a:lnTo>
                <a:lnTo>
                  <a:pt x="409054" y="85948"/>
                </a:lnTo>
                <a:lnTo>
                  <a:pt x="409061" y="85780"/>
                </a:lnTo>
                <a:lnTo>
                  <a:pt x="409068" y="85613"/>
                </a:lnTo>
                <a:lnTo>
                  <a:pt x="409075" y="85449"/>
                </a:lnTo>
                <a:lnTo>
                  <a:pt x="409081" y="85286"/>
                </a:lnTo>
                <a:lnTo>
                  <a:pt x="409087" y="85125"/>
                </a:lnTo>
                <a:lnTo>
                  <a:pt x="409093" y="84967"/>
                </a:lnTo>
                <a:lnTo>
                  <a:pt x="409098" y="84810"/>
                </a:lnTo>
                <a:lnTo>
                  <a:pt x="409103" y="84655"/>
                </a:lnTo>
                <a:lnTo>
                  <a:pt x="409108" y="84502"/>
                </a:lnTo>
                <a:lnTo>
                  <a:pt x="409112" y="84351"/>
                </a:lnTo>
                <a:lnTo>
                  <a:pt x="409116" y="84202"/>
                </a:lnTo>
                <a:lnTo>
                  <a:pt x="409119" y="84055"/>
                </a:lnTo>
                <a:lnTo>
                  <a:pt x="409123" y="83910"/>
                </a:lnTo>
                <a:lnTo>
                  <a:pt x="409126" y="83767"/>
                </a:lnTo>
                <a:lnTo>
                  <a:pt x="409128" y="83625"/>
                </a:lnTo>
                <a:lnTo>
                  <a:pt x="409130" y="83486"/>
                </a:lnTo>
                <a:lnTo>
                  <a:pt x="409132" y="83349"/>
                </a:lnTo>
                <a:lnTo>
                  <a:pt x="409134" y="83213"/>
                </a:lnTo>
                <a:lnTo>
                  <a:pt x="409135" y="83080"/>
                </a:lnTo>
                <a:lnTo>
                  <a:pt x="409136" y="82948"/>
                </a:lnTo>
                <a:lnTo>
                  <a:pt x="409136" y="82818"/>
                </a:lnTo>
                <a:lnTo>
                  <a:pt x="409136" y="82691"/>
                </a:lnTo>
                <a:lnTo>
                  <a:pt x="409117" y="80809"/>
                </a:lnTo>
                <a:lnTo>
                  <a:pt x="409059" y="78965"/>
                </a:lnTo>
                <a:lnTo>
                  <a:pt x="408962" y="77157"/>
                </a:lnTo>
                <a:lnTo>
                  <a:pt x="408827" y="75386"/>
                </a:lnTo>
                <a:lnTo>
                  <a:pt x="408653" y="73653"/>
                </a:lnTo>
                <a:lnTo>
                  <a:pt x="408441" y="71956"/>
                </a:lnTo>
                <a:lnTo>
                  <a:pt x="408189" y="70296"/>
                </a:lnTo>
                <a:lnTo>
                  <a:pt x="407899" y="68673"/>
                </a:lnTo>
                <a:lnTo>
                  <a:pt x="407571" y="67087"/>
                </a:lnTo>
                <a:lnTo>
                  <a:pt x="407203" y="65538"/>
                </a:lnTo>
                <a:lnTo>
                  <a:pt x="406797" y="64027"/>
                </a:lnTo>
                <a:lnTo>
                  <a:pt x="406353" y="62551"/>
                </a:lnTo>
                <a:lnTo>
                  <a:pt x="405869" y="61113"/>
                </a:lnTo>
                <a:lnTo>
                  <a:pt x="405347" y="59712"/>
                </a:lnTo>
                <a:lnTo>
                  <a:pt x="404787" y="58348"/>
                </a:lnTo>
                <a:lnTo>
                  <a:pt x="404188" y="57021"/>
                </a:lnTo>
                <a:lnTo>
                  <a:pt x="403550" y="55731"/>
                </a:lnTo>
                <a:lnTo>
                  <a:pt x="402873" y="54477"/>
                </a:lnTo>
                <a:lnTo>
                  <a:pt x="402158" y="53261"/>
                </a:lnTo>
                <a:lnTo>
                  <a:pt x="401404" y="52082"/>
                </a:lnTo>
                <a:lnTo>
                  <a:pt x="400611" y="50939"/>
                </a:lnTo>
                <a:lnTo>
                  <a:pt x="399780" y="49834"/>
                </a:lnTo>
                <a:lnTo>
                  <a:pt x="398910" y="48765"/>
                </a:lnTo>
                <a:lnTo>
                  <a:pt x="398001" y="47733"/>
                </a:lnTo>
                <a:lnTo>
                  <a:pt x="397059" y="46741"/>
                </a:lnTo>
                <a:lnTo>
                  <a:pt x="396087" y="45791"/>
                </a:lnTo>
                <a:lnTo>
                  <a:pt x="395085" y="44883"/>
                </a:lnTo>
                <a:lnTo>
                  <a:pt x="394054" y="44018"/>
                </a:lnTo>
                <a:lnTo>
                  <a:pt x="392994" y="43194"/>
                </a:lnTo>
                <a:lnTo>
                  <a:pt x="391904" y="42413"/>
                </a:lnTo>
                <a:lnTo>
                  <a:pt x="390785" y="41674"/>
                </a:lnTo>
                <a:lnTo>
                  <a:pt x="389636" y="40978"/>
                </a:lnTo>
                <a:lnTo>
                  <a:pt x="388458" y="40323"/>
                </a:lnTo>
                <a:lnTo>
                  <a:pt x="387251" y="39711"/>
                </a:lnTo>
                <a:lnTo>
                  <a:pt x="386014" y="39141"/>
                </a:lnTo>
                <a:lnTo>
                  <a:pt x="384748" y="38613"/>
                </a:lnTo>
                <a:lnTo>
                  <a:pt x="383452" y="38128"/>
                </a:lnTo>
                <a:lnTo>
                  <a:pt x="382127" y="37684"/>
                </a:lnTo>
                <a:lnTo>
                  <a:pt x="380772" y="37283"/>
                </a:lnTo>
                <a:lnTo>
                  <a:pt x="379388" y="36924"/>
                </a:lnTo>
                <a:lnTo>
                  <a:pt x="377975" y="36608"/>
                </a:lnTo>
                <a:lnTo>
                  <a:pt x="376532" y="36333"/>
                </a:lnTo>
                <a:lnTo>
                  <a:pt x="375060" y="36101"/>
                </a:lnTo>
                <a:lnTo>
                  <a:pt x="373558" y="35911"/>
                </a:lnTo>
                <a:lnTo>
                  <a:pt x="372027" y="35763"/>
                </a:lnTo>
                <a:lnTo>
                  <a:pt x="370466" y="35657"/>
                </a:lnTo>
                <a:lnTo>
                  <a:pt x="368876" y="35594"/>
                </a:lnTo>
                <a:lnTo>
                  <a:pt x="367257" y="35573"/>
                </a:lnTo>
                <a:lnTo>
                  <a:pt x="366034" y="35584"/>
                </a:lnTo>
                <a:lnTo>
                  <a:pt x="364829" y="35618"/>
                </a:lnTo>
                <a:lnTo>
                  <a:pt x="363642" y="35674"/>
                </a:lnTo>
                <a:lnTo>
                  <a:pt x="362474" y="35753"/>
                </a:lnTo>
                <a:lnTo>
                  <a:pt x="361323" y="35855"/>
                </a:lnTo>
                <a:lnTo>
                  <a:pt x="360190" y="35979"/>
                </a:lnTo>
                <a:lnTo>
                  <a:pt x="359075" y="36125"/>
                </a:lnTo>
                <a:lnTo>
                  <a:pt x="357978" y="36295"/>
                </a:lnTo>
                <a:lnTo>
                  <a:pt x="356899" y="36486"/>
                </a:lnTo>
                <a:lnTo>
                  <a:pt x="355838" y="36701"/>
                </a:lnTo>
                <a:lnTo>
                  <a:pt x="354794" y="36937"/>
                </a:lnTo>
                <a:lnTo>
                  <a:pt x="353769" y="37197"/>
                </a:lnTo>
                <a:lnTo>
                  <a:pt x="352762" y="37478"/>
                </a:lnTo>
                <a:lnTo>
                  <a:pt x="351773" y="37783"/>
                </a:lnTo>
                <a:lnTo>
                  <a:pt x="350801" y="38110"/>
                </a:lnTo>
                <a:lnTo>
                  <a:pt x="349848" y="38459"/>
                </a:lnTo>
                <a:lnTo>
                  <a:pt x="348913" y="38832"/>
                </a:lnTo>
                <a:lnTo>
                  <a:pt x="347995" y="39226"/>
                </a:lnTo>
                <a:lnTo>
                  <a:pt x="347096" y="39643"/>
                </a:lnTo>
                <a:lnTo>
                  <a:pt x="346214" y="40083"/>
                </a:lnTo>
                <a:lnTo>
                  <a:pt x="345351" y="40545"/>
                </a:lnTo>
                <a:lnTo>
                  <a:pt x="344505" y="41030"/>
                </a:lnTo>
                <a:lnTo>
                  <a:pt x="343678" y="41538"/>
                </a:lnTo>
                <a:lnTo>
                  <a:pt x="342868" y="42067"/>
                </a:lnTo>
                <a:lnTo>
                  <a:pt x="342076" y="42617"/>
                </a:lnTo>
                <a:lnTo>
                  <a:pt x="341301" y="43185"/>
                </a:lnTo>
                <a:lnTo>
                  <a:pt x="340543" y="43770"/>
                </a:lnTo>
                <a:lnTo>
                  <a:pt x="339802" y="44372"/>
                </a:lnTo>
                <a:lnTo>
                  <a:pt x="339079" y="44991"/>
                </a:lnTo>
                <a:lnTo>
                  <a:pt x="338372" y="45629"/>
                </a:lnTo>
                <a:lnTo>
                  <a:pt x="337683" y="46283"/>
                </a:lnTo>
                <a:lnTo>
                  <a:pt x="337011" y="46955"/>
                </a:lnTo>
                <a:lnTo>
                  <a:pt x="336355" y="47645"/>
                </a:lnTo>
                <a:lnTo>
                  <a:pt x="335717" y="48351"/>
                </a:lnTo>
                <a:lnTo>
                  <a:pt x="335096" y="49076"/>
                </a:lnTo>
                <a:lnTo>
                  <a:pt x="334492" y="49817"/>
                </a:lnTo>
                <a:lnTo>
                  <a:pt x="333905" y="50577"/>
                </a:lnTo>
                <a:lnTo>
                  <a:pt x="333336" y="51353"/>
                </a:lnTo>
                <a:lnTo>
                  <a:pt x="332783" y="52147"/>
                </a:lnTo>
                <a:lnTo>
                  <a:pt x="332248" y="52959"/>
                </a:lnTo>
                <a:lnTo>
                  <a:pt x="331729" y="53788"/>
                </a:lnTo>
                <a:lnTo>
                  <a:pt x="331228" y="54634"/>
                </a:lnTo>
                <a:lnTo>
                  <a:pt x="330744" y="55498"/>
                </a:lnTo>
                <a:lnTo>
                  <a:pt x="330277" y="56379"/>
                </a:lnTo>
                <a:lnTo>
                  <a:pt x="329827" y="57278"/>
                </a:lnTo>
                <a:lnTo>
                  <a:pt x="329394" y="58194"/>
                </a:lnTo>
                <a:lnTo>
                  <a:pt x="328978" y="59128"/>
                </a:lnTo>
                <a:lnTo>
                  <a:pt x="328580" y="60079"/>
                </a:lnTo>
                <a:lnTo>
                  <a:pt x="328198" y="61045"/>
                </a:lnTo>
                <a:lnTo>
                  <a:pt x="327832" y="62023"/>
                </a:lnTo>
                <a:lnTo>
                  <a:pt x="327483" y="63014"/>
                </a:lnTo>
                <a:lnTo>
                  <a:pt x="327150" y="64018"/>
                </a:lnTo>
                <a:lnTo>
                  <a:pt x="326833" y="65034"/>
                </a:lnTo>
                <a:lnTo>
                  <a:pt x="326532" y="66062"/>
                </a:lnTo>
                <a:lnTo>
                  <a:pt x="326248" y="67103"/>
                </a:lnTo>
                <a:lnTo>
                  <a:pt x="325979" y="68157"/>
                </a:lnTo>
                <a:lnTo>
                  <a:pt x="325728" y="69223"/>
                </a:lnTo>
                <a:lnTo>
                  <a:pt x="325492" y="70302"/>
                </a:lnTo>
                <a:lnTo>
                  <a:pt x="325273" y="71393"/>
                </a:lnTo>
                <a:lnTo>
                  <a:pt x="325069" y="72496"/>
                </a:lnTo>
                <a:lnTo>
                  <a:pt x="324882" y="73612"/>
                </a:lnTo>
                <a:lnTo>
                  <a:pt x="324712" y="74741"/>
                </a:lnTo>
                <a:lnTo>
                  <a:pt x="324557" y="75882"/>
                </a:lnTo>
                <a:lnTo>
                  <a:pt x="324419" y="77036"/>
                </a:lnTo>
                <a:lnTo>
                  <a:pt x="324297" y="78202"/>
                </a:lnTo>
                <a:lnTo>
                  <a:pt x="324192" y="79381"/>
                </a:lnTo>
                <a:lnTo>
                  <a:pt x="324102" y="80572"/>
                </a:lnTo>
                <a:lnTo>
                  <a:pt x="324029" y="81776"/>
                </a:lnTo>
                <a:lnTo>
                  <a:pt x="323972" y="82992"/>
                </a:lnTo>
                <a:lnTo>
                  <a:pt x="323932" y="84220"/>
                </a:lnTo>
                <a:lnTo>
                  <a:pt x="323907" y="85462"/>
                </a:lnTo>
                <a:lnTo>
                  <a:pt x="323899" y="86715"/>
                </a:lnTo>
                <a:lnTo>
                  <a:pt x="323908" y="87920"/>
                </a:lnTo>
                <a:lnTo>
                  <a:pt x="323933" y="89114"/>
                </a:lnTo>
                <a:lnTo>
                  <a:pt x="323975" y="90298"/>
                </a:lnTo>
                <a:lnTo>
                  <a:pt x="324033" y="91472"/>
                </a:lnTo>
                <a:lnTo>
                  <a:pt x="324109" y="92636"/>
                </a:lnTo>
                <a:lnTo>
                  <a:pt x="324201" y="93790"/>
                </a:lnTo>
                <a:lnTo>
                  <a:pt x="324310" y="94934"/>
                </a:lnTo>
                <a:lnTo>
                  <a:pt x="324436" y="96067"/>
                </a:lnTo>
                <a:lnTo>
                  <a:pt x="324578" y="97191"/>
                </a:lnTo>
                <a:lnTo>
                  <a:pt x="324737" y="98305"/>
                </a:lnTo>
                <a:lnTo>
                  <a:pt x="324914" y="99409"/>
                </a:lnTo>
                <a:lnTo>
                  <a:pt x="325106" y="100503"/>
                </a:lnTo>
                <a:lnTo>
                  <a:pt x="325316" y="101586"/>
                </a:lnTo>
                <a:lnTo>
                  <a:pt x="325542" y="102660"/>
                </a:lnTo>
                <a:lnTo>
                  <a:pt x="325785" y="103723"/>
                </a:lnTo>
                <a:lnTo>
                  <a:pt x="326045" y="104777"/>
                </a:lnTo>
                <a:lnTo>
                  <a:pt x="326322" y="105821"/>
                </a:lnTo>
                <a:lnTo>
                  <a:pt x="326615" y="106854"/>
                </a:lnTo>
                <a:lnTo>
                  <a:pt x="326925" y="107877"/>
                </a:lnTo>
                <a:lnTo>
                  <a:pt x="327252" y="108891"/>
                </a:lnTo>
                <a:lnTo>
                  <a:pt x="327596" y="109894"/>
                </a:lnTo>
                <a:lnTo>
                  <a:pt x="327956" y="110887"/>
                </a:lnTo>
                <a:lnTo>
                  <a:pt x="328334" y="111871"/>
                </a:lnTo>
                <a:lnTo>
                  <a:pt x="328728" y="112844"/>
                </a:lnTo>
                <a:lnTo>
                  <a:pt x="329139" y="113803"/>
                </a:lnTo>
                <a:lnTo>
                  <a:pt x="329568" y="114746"/>
                </a:lnTo>
                <a:lnTo>
                  <a:pt x="330016" y="115672"/>
                </a:lnTo>
                <a:lnTo>
                  <a:pt x="330481" y="116581"/>
                </a:lnTo>
                <a:lnTo>
                  <a:pt x="330964" y="117473"/>
                </a:lnTo>
                <a:lnTo>
                  <a:pt x="331465" y="118348"/>
                </a:lnTo>
                <a:lnTo>
                  <a:pt x="331984" y="119206"/>
                </a:lnTo>
                <a:lnTo>
                  <a:pt x="332521" y="120047"/>
                </a:lnTo>
                <a:lnTo>
                  <a:pt x="333077" y="120871"/>
                </a:lnTo>
                <a:lnTo>
                  <a:pt x="333650" y="121679"/>
                </a:lnTo>
                <a:lnTo>
                  <a:pt x="334241" y="122469"/>
                </a:lnTo>
                <a:lnTo>
                  <a:pt x="334849" y="123243"/>
                </a:lnTo>
                <a:lnTo>
                  <a:pt x="335476" y="124000"/>
                </a:lnTo>
                <a:lnTo>
                  <a:pt x="336121" y="124740"/>
                </a:lnTo>
                <a:lnTo>
                  <a:pt x="336784" y="125463"/>
                </a:lnTo>
                <a:lnTo>
                  <a:pt x="337465" y="126169"/>
                </a:lnTo>
                <a:lnTo>
                  <a:pt x="338164" y="126858"/>
                </a:lnTo>
                <a:lnTo>
                  <a:pt x="338880" y="127530"/>
                </a:lnTo>
                <a:lnTo>
                  <a:pt x="339615" y="128186"/>
                </a:lnTo>
                <a:lnTo>
                  <a:pt x="340368" y="128824"/>
                </a:lnTo>
                <a:lnTo>
                  <a:pt x="341138" y="129446"/>
                </a:lnTo>
                <a:lnTo>
                  <a:pt x="341927" y="130051"/>
                </a:lnTo>
                <a:lnTo>
                  <a:pt x="342733" y="130638"/>
                </a:lnTo>
                <a:lnTo>
                  <a:pt x="343558" y="131209"/>
                </a:lnTo>
                <a:lnTo>
                  <a:pt x="344401" y="131760"/>
                </a:lnTo>
                <a:lnTo>
                  <a:pt x="345264" y="132287"/>
                </a:lnTo>
                <a:lnTo>
                  <a:pt x="346147" y="132791"/>
                </a:lnTo>
                <a:lnTo>
                  <a:pt x="347049" y="133271"/>
                </a:lnTo>
                <a:lnTo>
                  <a:pt x="347971" y="133728"/>
                </a:lnTo>
                <a:lnTo>
                  <a:pt x="348913" y="134161"/>
                </a:lnTo>
                <a:lnTo>
                  <a:pt x="349874" y="134571"/>
                </a:lnTo>
                <a:lnTo>
                  <a:pt x="350855" y="134958"/>
                </a:lnTo>
                <a:lnTo>
                  <a:pt x="351856" y="135321"/>
                </a:lnTo>
                <a:lnTo>
                  <a:pt x="352877" y="135660"/>
                </a:lnTo>
                <a:lnTo>
                  <a:pt x="353917" y="135977"/>
                </a:lnTo>
                <a:lnTo>
                  <a:pt x="354976" y="136270"/>
                </a:lnTo>
                <a:lnTo>
                  <a:pt x="356056" y="136539"/>
                </a:lnTo>
                <a:lnTo>
                  <a:pt x="357155" y="136785"/>
                </a:lnTo>
                <a:lnTo>
                  <a:pt x="358274" y="137008"/>
                </a:lnTo>
                <a:lnTo>
                  <a:pt x="359412" y="137207"/>
                </a:lnTo>
                <a:lnTo>
                  <a:pt x="360570" y="137382"/>
                </a:lnTo>
                <a:lnTo>
                  <a:pt x="361748" y="137535"/>
                </a:lnTo>
                <a:lnTo>
                  <a:pt x="362945" y="137663"/>
                </a:lnTo>
                <a:lnTo>
                  <a:pt x="364162" y="137769"/>
                </a:lnTo>
                <a:lnTo>
                  <a:pt x="365399" y="137851"/>
                </a:lnTo>
                <a:lnTo>
                  <a:pt x="366656" y="137909"/>
                </a:lnTo>
                <a:lnTo>
                  <a:pt x="367932" y="137945"/>
                </a:lnTo>
                <a:lnTo>
                  <a:pt x="369228" y="137956"/>
                </a:lnTo>
                <a:lnTo>
                  <a:pt x="370232" y="137949"/>
                </a:lnTo>
                <a:lnTo>
                  <a:pt x="371225" y="137928"/>
                </a:lnTo>
                <a:lnTo>
                  <a:pt x="372207" y="137892"/>
                </a:lnTo>
                <a:lnTo>
                  <a:pt x="373178" y="137842"/>
                </a:lnTo>
                <a:close/>
                <a:moveTo>
                  <a:pt x="340975" y="72703"/>
                </a:moveTo>
                <a:lnTo>
                  <a:pt x="341156" y="71624"/>
                </a:lnTo>
                <a:lnTo>
                  <a:pt x="341356" y="70569"/>
                </a:lnTo>
                <a:lnTo>
                  <a:pt x="341577" y="69537"/>
                </a:lnTo>
                <a:lnTo>
                  <a:pt x="341817" y="68529"/>
                </a:lnTo>
                <a:lnTo>
                  <a:pt x="342078" y="67544"/>
                </a:lnTo>
                <a:lnTo>
                  <a:pt x="342358" y="66583"/>
                </a:lnTo>
                <a:lnTo>
                  <a:pt x="342659" y="65646"/>
                </a:lnTo>
                <a:lnTo>
                  <a:pt x="342979" y="64732"/>
                </a:lnTo>
                <a:lnTo>
                  <a:pt x="343320" y="63842"/>
                </a:lnTo>
                <a:lnTo>
                  <a:pt x="343680" y="62976"/>
                </a:lnTo>
                <a:lnTo>
                  <a:pt x="344061" y="62133"/>
                </a:lnTo>
                <a:lnTo>
                  <a:pt x="344461" y="61314"/>
                </a:lnTo>
                <a:lnTo>
                  <a:pt x="344882" y="60518"/>
                </a:lnTo>
                <a:lnTo>
                  <a:pt x="345322" y="59746"/>
                </a:lnTo>
                <a:lnTo>
                  <a:pt x="345783" y="58998"/>
                </a:lnTo>
                <a:lnTo>
                  <a:pt x="346264" y="58273"/>
                </a:lnTo>
                <a:lnTo>
                  <a:pt x="346764" y="57572"/>
                </a:lnTo>
                <a:lnTo>
                  <a:pt x="347285" y="56895"/>
                </a:lnTo>
                <a:lnTo>
                  <a:pt x="347826" y="56241"/>
                </a:lnTo>
                <a:lnTo>
                  <a:pt x="348386" y="55611"/>
                </a:lnTo>
                <a:lnTo>
                  <a:pt x="348966" y="55005"/>
                </a:lnTo>
                <a:lnTo>
                  <a:pt x="349564" y="54425"/>
                </a:lnTo>
                <a:lnTo>
                  <a:pt x="350179" y="53870"/>
                </a:lnTo>
                <a:lnTo>
                  <a:pt x="350813" y="53342"/>
                </a:lnTo>
                <a:lnTo>
                  <a:pt x="351465" y="52839"/>
                </a:lnTo>
                <a:lnTo>
                  <a:pt x="352134" y="52362"/>
                </a:lnTo>
                <a:lnTo>
                  <a:pt x="352822" y="51911"/>
                </a:lnTo>
                <a:lnTo>
                  <a:pt x="353527" y="51486"/>
                </a:lnTo>
                <a:lnTo>
                  <a:pt x="354250" y="51086"/>
                </a:lnTo>
                <a:lnTo>
                  <a:pt x="354992" y="50713"/>
                </a:lnTo>
                <a:lnTo>
                  <a:pt x="355751" y="50365"/>
                </a:lnTo>
                <a:lnTo>
                  <a:pt x="356528" y="50042"/>
                </a:lnTo>
                <a:lnTo>
                  <a:pt x="357324" y="49746"/>
                </a:lnTo>
                <a:lnTo>
                  <a:pt x="358137" y="49475"/>
                </a:lnTo>
                <a:lnTo>
                  <a:pt x="358968" y="49230"/>
                </a:lnTo>
                <a:lnTo>
                  <a:pt x="359817" y="49011"/>
                </a:lnTo>
                <a:lnTo>
                  <a:pt x="360684" y="48818"/>
                </a:lnTo>
                <a:lnTo>
                  <a:pt x="361569" y="48650"/>
                </a:lnTo>
                <a:lnTo>
                  <a:pt x="362472" y="48508"/>
                </a:lnTo>
                <a:lnTo>
                  <a:pt x="363393" y="48392"/>
                </a:lnTo>
                <a:lnTo>
                  <a:pt x="364332" y="48302"/>
                </a:lnTo>
                <a:lnTo>
                  <a:pt x="365289" y="48238"/>
                </a:lnTo>
                <a:lnTo>
                  <a:pt x="366264" y="48199"/>
                </a:lnTo>
                <a:lnTo>
                  <a:pt x="367257" y="48186"/>
                </a:lnTo>
                <a:lnTo>
                  <a:pt x="368241" y="48199"/>
                </a:lnTo>
                <a:lnTo>
                  <a:pt x="369208" y="48238"/>
                </a:lnTo>
                <a:lnTo>
                  <a:pt x="370156" y="48303"/>
                </a:lnTo>
                <a:lnTo>
                  <a:pt x="371086" y="48394"/>
                </a:lnTo>
                <a:lnTo>
                  <a:pt x="371998" y="48511"/>
                </a:lnTo>
                <a:lnTo>
                  <a:pt x="372892" y="48653"/>
                </a:lnTo>
                <a:lnTo>
                  <a:pt x="373768" y="48822"/>
                </a:lnTo>
                <a:lnTo>
                  <a:pt x="374626" y="49017"/>
                </a:lnTo>
                <a:lnTo>
                  <a:pt x="375465" y="49238"/>
                </a:lnTo>
                <a:lnTo>
                  <a:pt x="376286" y="49484"/>
                </a:lnTo>
                <a:lnTo>
                  <a:pt x="377090" y="49757"/>
                </a:lnTo>
                <a:lnTo>
                  <a:pt x="377875" y="50055"/>
                </a:lnTo>
                <a:lnTo>
                  <a:pt x="378642" y="50380"/>
                </a:lnTo>
                <a:lnTo>
                  <a:pt x="379390" y="50730"/>
                </a:lnTo>
                <a:lnTo>
                  <a:pt x="380121" y="51107"/>
                </a:lnTo>
                <a:lnTo>
                  <a:pt x="380834" y="51509"/>
                </a:lnTo>
                <a:lnTo>
                  <a:pt x="381528" y="51938"/>
                </a:lnTo>
                <a:lnTo>
                  <a:pt x="382204" y="52392"/>
                </a:lnTo>
                <a:lnTo>
                  <a:pt x="382862" y="52872"/>
                </a:lnTo>
                <a:lnTo>
                  <a:pt x="383502" y="53378"/>
                </a:lnTo>
                <a:lnTo>
                  <a:pt x="384124" y="53911"/>
                </a:lnTo>
                <a:lnTo>
                  <a:pt x="384728" y="54469"/>
                </a:lnTo>
                <a:lnTo>
                  <a:pt x="385314" y="55053"/>
                </a:lnTo>
                <a:lnTo>
                  <a:pt x="385881" y="55663"/>
                </a:lnTo>
                <a:lnTo>
                  <a:pt x="386428" y="56297"/>
                </a:lnTo>
                <a:lnTo>
                  <a:pt x="386953" y="56955"/>
                </a:lnTo>
                <a:lnTo>
                  <a:pt x="387456" y="57635"/>
                </a:lnTo>
                <a:lnTo>
                  <a:pt x="387937" y="58339"/>
                </a:lnTo>
                <a:lnTo>
                  <a:pt x="388395" y="59065"/>
                </a:lnTo>
                <a:lnTo>
                  <a:pt x="388831" y="59815"/>
                </a:lnTo>
                <a:lnTo>
                  <a:pt x="389245" y="60588"/>
                </a:lnTo>
                <a:lnTo>
                  <a:pt x="389636" y="61384"/>
                </a:lnTo>
                <a:lnTo>
                  <a:pt x="390006" y="62203"/>
                </a:lnTo>
                <a:lnTo>
                  <a:pt x="390353" y="63045"/>
                </a:lnTo>
                <a:lnTo>
                  <a:pt x="390678" y="63910"/>
                </a:lnTo>
                <a:lnTo>
                  <a:pt x="390980" y="64798"/>
                </a:lnTo>
                <a:lnTo>
                  <a:pt x="391261" y="65709"/>
                </a:lnTo>
                <a:lnTo>
                  <a:pt x="391519" y="66643"/>
                </a:lnTo>
                <a:lnTo>
                  <a:pt x="391755" y="67601"/>
                </a:lnTo>
                <a:lnTo>
                  <a:pt x="391969" y="68581"/>
                </a:lnTo>
                <a:lnTo>
                  <a:pt x="392160" y="69585"/>
                </a:lnTo>
                <a:lnTo>
                  <a:pt x="392329" y="70611"/>
                </a:lnTo>
                <a:lnTo>
                  <a:pt x="392476" y="71661"/>
                </a:lnTo>
                <a:lnTo>
                  <a:pt x="392601" y="72734"/>
                </a:lnTo>
                <a:lnTo>
                  <a:pt x="392703" y="73830"/>
                </a:lnTo>
                <a:lnTo>
                  <a:pt x="392784" y="74949"/>
                </a:lnTo>
                <a:lnTo>
                  <a:pt x="392842" y="76090"/>
                </a:lnTo>
                <a:lnTo>
                  <a:pt x="392877" y="77256"/>
                </a:lnTo>
                <a:lnTo>
                  <a:pt x="340454" y="77256"/>
                </a:lnTo>
                <a:lnTo>
                  <a:pt x="340554" y="76082"/>
                </a:lnTo>
                <a:lnTo>
                  <a:pt x="340675" y="74932"/>
                </a:lnTo>
                <a:lnTo>
                  <a:pt x="340815" y="73806"/>
                </a:lnTo>
                <a:lnTo>
                  <a:pt x="340975" y="72703"/>
                </a:lnTo>
                <a:close/>
                <a:moveTo>
                  <a:pt x="451139" y="136083"/>
                </a:moveTo>
                <a:lnTo>
                  <a:pt x="451561" y="136026"/>
                </a:lnTo>
                <a:lnTo>
                  <a:pt x="451977" y="135958"/>
                </a:lnTo>
                <a:lnTo>
                  <a:pt x="452387" y="135877"/>
                </a:lnTo>
                <a:lnTo>
                  <a:pt x="452789" y="135783"/>
                </a:lnTo>
                <a:lnTo>
                  <a:pt x="453186" y="135677"/>
                </a:lnTo>
                <a:lnTo>
                  <a:pt x="453576" y="135558"/>
                </a:lnTo>
                <a:lnTo>
                  <a:pt x="453959" y="135427"/>
                </a:lnTo>
                <a:lnTo>
                  <a:pt x="454336" y="135283"/>
                </a:lnTo>
                <a:lnTo>
                  <a:pt x="454706" y="135127"/>
                </a:lnTo>
                <a:lnTo>
                  <a:pt x="455070" y="134959"/>
                </a:lnTo>
                <a:lnTo>
                  <a:pt x="455428" y="134778"/>
                </a:lnTo>
                <a:lnTo>
                  <a:pt x="455779" y="134584"/>
                </a:lnTo>
                <a:lnTo>
                  <a:pt x="456123" y="134378"/>
                </a:lnTo>
                <a:lnTo>
                  <a:pt x="456461" y="134159"/>
                </a:lnTo>
                <a:lnTo>
                  <a:pt x="456792" y="133928"/>
                </a:lnTo>
                <a:lnTo>
                  <a:pt x="457117" y="133685"/>
                </a:lnTo>
                <a:lnTo>
                  <a:pt x="457435" y="133429"/>
                </a:lnTo>
                <a:lnTo>
                  <a:pt x="457747" y="133160"/>
                </a:lnTo>
                <a:lnTo>
                  <a:pt x="458053" y="132879"/>
                </a:lnTo>
                <a:lnTo>
                  <a:pt x="458352" y="132586"/>
                </a:lnTo>
                <a:lnTo>
                  <a:pt x="458641" y="132283"/>
                </a:lnTo>
                <a:lnTo>
                  <a:pt x="458918" y="131975"/>
                </a:lnTo>
                <a:lnTo>
                  <a:pt x="459183" y="131661"/>
                </a:lnTo>
                <a:lnTo>
                  <a:pt x="459435" y="131342"/>
                </a:lnTo>
                <a:lnTo>
                  <a:pt x="459676" y="131017"/>
                </a:lnTo>
                <a:lnTo>
                  <a:pt x="459904" y="130686"/>
                </a:lnTo>
                <a:lnTo>
                  <a:pt x="460119" y="130349"/>
                </a:lnTo>
                <a:lnTo>
                  <a:pt x="460322" y="130007"/>
                </a:lnTo>
                <a:lnTo>
                  <a:pt x="460513" y="129660"/>
                </a:lnTo>
                <a:lnTo>
                  <a:pt x="460692" y="129306"/>
                </a:lnTo>
                <a:lnTo>
                  <a:pt x="460858" y="128947"/>
                </a:lnTo>
                <a:lnTo>
                  <a:pt x="461012" y="128583"/>
                </a:lnTo>
                <a:lnTo>
                  <a:pt x="461154" y="128212"/>
                </a:lnTo>
                <a:lnTo>
                  <a:pt x="461283" y="127836"/>
                </a:lnTo>
                <a:lnTo>
                  <a:pt x="461400" y="127455"/>
                </a:lnTo>
                <a:lnTo>
                  <a:pt x="461505" y="127068"/>
                </a:lnTo>
                <a:lnTo>
                  <a:pt x="461597" y="126675"/>
                </a:lnTo>
                <a:lnTo>
                  <a:pt x="461677" y="126276"/>
                </a:lnTo>
                <a:lnTo>
                  <a:pt x="461745" y="125872"/>
                </a:lnTo>
                <a:lnTo>
                  <a:pt x="461800" y="125462"/>
                </a:lnTo>
                <a:lnTo>
                  <a:pt x="461844" y="125047"/>
                </a:lnTo>
                <a:lnTo>
                  <a:pt x="461874" y="124626"/>
                </a:lnTo>
                <a:lnTo>
                  <a:pt x="461893" y="124199"/>
                </a:lnTo>
                <a:lnTo>
                  <a:pt x="461899" y="123767"/>
                </a:lnTo>
                <a:lnTo>
                  <a:pt x="461893" y="123318"/>
                </a:lnTo>
                <a:lnTo>
                  <a:pt x="461874" y="122877"/>
                </a:lnTo>
                <a:lnTo>
                  <a:pt x="461844" y="122442"/>
                </a:lnTo>
                <a:lnTo>
                  <a:pt x="461800" y="122013"/>
                </a:lnTo>
                <a:lnTo>
                  <a:pt x="461745" y="121592"/>
                </a:lnTo>
                <a:lnTo>
                  <a:pt x="461677" y="121177"/>
                </a:lnTo>
                <a:lnTo>
                  <a:pt x="461597" y="120768"/>
                </a:lnTo>
                <a:lnTo>
                  <a:pt x="461505" y="120367"/>
                </a:lnTo>
                <a:lnTo>
                  <a:pt x="461400" y="119972"/>
                </a:lnTo>
                <a:lnTo>
                  <a:pt x="461283" y="119584"/>
                </a:lnTo>
                <a:lnTo>
                  <a:pt x="461154" y="119202"/>
                </a:lnTo>
                <a:lnTo>
                  <a:pt x="461012" y="118827"/>
                </a:lnTo>
                <a:lnTo>
                  <a:pt x="460858" y="118459"/>
                </a:lnTo>
                <a:lnTo>
                  <a:pt x="460692" y="118097"/>
                </a:lnTo>
                <a:lnTo>
                  <a:pt x="460513" y="117742"/>
                </a:lnTo>
                <a:lnTo>
                  <a:pt x="460322" y="117394"/>
                </a:lnTo>
                <a:lnTo>
                  <a:pt x="460119" y="117053"/>
                </a:lnTo>
                <a:lnTo>
                  <a:pt x="459904" y="116718"/>
                </a:lnTo>
                <a:lnTo>
                  <a:pt x="459676" y="116390"/>
                </a:lnTo>
                <a:lnTo>
                  <a:pt x="459435" y="116068"/>
                </a:lnTo>
                <a:lnTo>
                  <a:pt x="459183" y="115753"/>
                </a:lnTo>
                <a:lnTo>
                  <a:pt x="458918" y="115445"/>
                </a:lnTo>
                <a:lnTo>
                  <a:pt x="458641" y="115143"/>
                </a:lnTo>
                <a:lnTo>
                  <a:pt x="458352" y="114849"/>
                </a:lnTo>
                <a:lnTo>
                  <a:pt x="458053" y="114563"/>
                </a:lnTo>
                <a:lnTo>
                  <a:pt x="457747" y="114290"/>
                </a:lnTo>
                <a:lnTo>
                  <a:pt x="457435" y="114029"/>
                </a:lnTo>
                <a:lnTo>
                  <a:pt x="457117" y="113780"/>
                </a:lnTo>
                <a:lnTo>
                  <a:pt x="456792" y="113543"/>
                </a:lnTo>
                <a:lnTo>
                  <a:pt x="456461" y="113318"/>
                </a:lnTo>
                <a:lnTo>
                  <a:pt x="456123" y="113106"/>
                </a:lnTo>
                <a:lnTo>
                  <a:pt x="455779" y="112905"/>
                </a:lnTo>
                <a:lnTo>
                  <a:pt x="455428" y="112717"/>
                </a:lnTo>
                <a:lnTo>
                  <a:pt x="455070" y="112541"/>
                </a:lnTo>
                <a:lnTo>
                  <a:pt x="454706" y="112377"/>
                </a:lnTo>
                <a:lnTo>
                  <a:pt x="454336" y="112225"/>
                </a:lnTo>
                <a:lnTo>
                  <a:pt x="453959" y="112085"/>
                </a:lnTo>
                <a:lnTo>
                  <a:pt x="453576" y="111958"/>
                </a:lnTo>
                <a:lnTo>
                  <a:pt x="453186" y="111842"/>
                </a:lnTo>
                <a:lnTo>
                  <a:pt x="452789" y="111739"/>
                </a:lnTo>
                <a:lnTo>
                  <a:pt x="452387" y="111648"/>
                </a:lnTo>
                <a:lnTo>
                  <a:pt x="451977" y="111569"/>
                </a:lnTo>
                <a:lnTo>
                  <a:pt x="451561" y="111502"/>
                </a:lnTo>
                <a:lnTo>
                  <a:pt x="451139" y="111448"/>
                </a:lnTo>
                <a:lnTo>
                  <a:pt x="450710" y="111405"/>
                </a:lnTo>
                <a:lnTo>
                  <a:pt x="450275" y="111375"/>
                </a:lnTo>
                <a:lnTo>
                  <a:pt x="449833" y="111357"/>
                </a:lnTo>
                <a:lnTo>
                  <a:pt x="449384" y="111350"/>
                </a:lnTo>
                <a:lnTo>
                  <a:pt x="448928" y="111357"/>
                </a:lnTo>
                <a:lnTo>
                  <a:pt x="448478" y="111375"/>
                </a:lnTo>
                <a:lnTo>
                  <a:pt x="448034" y="111405"/>
                </a:lnTo>
                <a:lnTo>
                  <a:pt x="447597" y="111448"/>
                </a:lnTo>
                <a:lnTo>
                  <a:pt x="447166" y="111502"/>
                </a:lnTo>
                <a:lnTo>
                  <a:pt x="446742" y="111569"/>
                </a:lnTo>
                <a:lnTo>
                  <a:pt x="446325" y="111648"/>
                </a:lnTo>
                <a:lnTo>
                  <a:pt x="445914" y="111739"/>
                </a:lnTo>
                <a:lnTo>
                  <a:pt x="445509" y="111842"/>
                </a:lnTo>
                <a:lnTo>
                  <a:pt x="445111" y="111958"/>
                </a:lnTo>
                <a:lnTo>
                  <a:pt x="444719" y="112085"/>
                </a:lnTo>
                <a:lnTo>
                  <a:pt x="444334" y="112225"/>
                </a:lnTo>
                <a:lnTo>
                  <a:pt x="443956" y="112377"/>
                </a:lnTo>
                <a:lnTo>
                  <a:pt x="443583" y="112541"/>
                </a:lnTo>
                <a:lnTo>
                  <a:pt x="443218" y="112717"/>
                </a:lnTo>
                <a:lnTo>
                  <a:pt x="442859" y="112905"/>
                </a:lnTo>
                <a:lnTo>
                  <a:pt x="442506" y="113106"/>
                </a:lnTo>
                <a:lnTo>
                  <a:pt x="442160" y="113318"/>
                </a:lnTo>
                <a:lnTo>
                  <a:pt x="441821" y="113543"/>
                </a:lnTo>
                <a:lnTo>
                  <a:pt x="441487" y="113780"/>
                </a:lnTo>
                <a:lnTo>
                  <a:pt x="441161" y="114029"/>
                </a:lnTo>
                <a:lnTo>
                  <a:pt x="440841" y="114290"/>
                </a:lnTo>
                <a:lnTo>
                  <a:pt x="440527" y="114563"/>
                </a:lnTo>
                <a:lnTo>
                  <a:pt x="440220" y="114849"/>
                </a:lnTo>
                <a:lnTo>
                  <a:pt x="439923" y="115143"/>
                </a:lnTo>
                <a:lnTo>
                  <a:pt x="439638" y="115445"/>
                </a:lnTo>
                <a:lnTo>
                  <a:pt x="439366" y="115753"/>
                </a:lnTo>
                <a:lnTo>
                  <a:pt x="439106" y="116068"/>
                </a:lnTo>
                <a:lnTo>
                  <a:pt x="438859" y="116390"/>
                </a:lnTo>
                <a:lnTo>
                  <a:pt x="438625" y="116718"/>
                </a:lnTo>
                <a:lnTo>
                  <a:pt x="438403" y="117053"/>
                </a:lnTo>
                <a:lnTo>
                  <a:pt x="438195" y="117394"/>
                </a:lnTo>
                <a:lnTo>
                  <a:pt x="437998" y="117742"/>
                </a:lnTo>
                <a:lnTo>
                  <a:pt x="437815" y="118097"/>
                </a:lnTo>
                <a:lnTo>
                  <a:pt x="437644" y="118459"/>
                </a:lnTo>
                <a:lnTo>
                  <a:pt x="437486" y="118827"/>
                </a:lnTo>
                <a:lnTo>
                  <a:pt x="437340" y="119202"/>
                </a:lnTo>
                <a:lnTo>
                  <a:pt x="437207" y="119584"/>
                </a:lnTo>
                <a:lnTo>
                  <a:pt x="437087" y="119972"/>
                </a:lnTo>
                <a:lnTo>
                  <a:pt x="436979" y="120367"/>
                </a:lnTo>
                <a:lnTo>
                  <a:pt x="436884" y="120768"/>
                </a:lnTo>
                <a:lnTo>
                  <a:pt x="436802" y="121177"/>
                </a:lnTo>
                <a:lnTo>
                  <a:pt x="436732" y="121592"/>
                </a:lnTo>
                <a:lnTo>
                  <a:pt x="436675" y="122013"/>
                </a:lnTo>
                <a:lnTo>
                  <a:pt x="436631" y="122442"/>
                </a:lnTo>
                <a:lnTo>
                  <a:pt x="436599" y="122877"/>
                </a:lnTo>
                <a:lnTo>
                  <a:pt x="436580" y="123318"/>
                </a:lnTo>
                <a:lnTo>
                  <a:pt x="436574" y="123767"/>
                </a:lnTo>
                <a:lnTo>
                  <a:pt x="436580" y="124199"/>
                </a:lnTo>
                <a:lnTo>
                  <a:pt x="436599" y="124626"/>
                </a:lnTo>
                <a:lnTo>
                  <a:pt x="436631" y="125047"/>
                </a:lnTo>
                <a:lnTo>
                  <a:pt x="436675" y="125462"/>
                </a:lnTo>
                <a:lnTo>
                  <a:pt x="436732" y="125872"/>
                </a:lnTo>
                <a:lnTo>
                  <a:pt x="436802" y="126276"/>
                </a:lnTo>
                <a:lnTo>
                  <a:pt x="436884" y="126675"/>
                </a:lnTo>
                <a:lnTo>
                  <a:pt x="436979" y="127068"/>
                </a:lnTo>
                <a:lnTo>
                  <a:pt x="437087" y="127455"/>
                </a:lnTo>
                <a:lnTo>
                  <a:pt x="437207" y="127836"/>
                </a:lnTo>
                <a:lnTo>
                  <a:pt x="437340" y="128212"/>
                </a:lnTo>
                <a:lnTo>
                  <a:pt x="437486" y="128583"/>
                </a:lnTo>
                <a:lnTo>
                  <a:pt x="437644" y="128947"/>
                </a:lnTo>
                <a:lnTo>
                  <a:pt x="437815" y="129306"/>
                </a:lnTo>
                <a:lnTo>
                  <a:pt x="437998" y="129660"/>
                </a:lnTo>
                <a:lnTo>
                  <a:pt x="438195" y="130007"/>
                </a:lnTo>
                <a:lnTo>
                  <a:pt x="438403" y="130349"/>
                </a:lnTo>
                <a:lnTo>
                  <a:pt x="438625" y="130686"/>
                </a:lnTo>
                <a:lnTo>
                  <a:pt x="438859" y="131017"/>
                </a:lnTo>
                <a:lnTo>
                  <a:pt x="439106" y="131342"/>
                </a:lnTo>
                <a:lnTo>
                  <a:pt x="439366" y="131661"/>
                </a:lnTo>
                <a:lnTo>
                  <a:pt x="439638" y="131975"/>
                </a:lnTo>
                <a:lnTo>
                  <a:pt x="439923" y="132283"/>
                </a:lnTo>
                <a:lnTo>
                  <a:pt x="440220" y="132586"/>
                </a:lnTo>
                <a:lnTo>
                  <a:pt x="440527" y="132879"/>
                </a:lnTo>
                <a:lnTo>
                  <a:pt x="440841" y="133160"/>
                </a:lnTo>
                <a:lnTo>
                  <a:pt x="441161" y="133429"/>
                </a:lnTo>
                <a:lnTo>
                  <a:pt x="441487" y="133685"/>
                </a:lnTo>
                <a:lnTo>
                  <a:pt x="441821" y="133928"/>
                </a:lnTo>
                <a:lnTo>
                  <a:pt x="442160" y="134159"/>
                </a:lnTo>
                <a:lnTo>
                  <a:pt x="442506" y="134378"/>
                </a:lnTo>
                <a:lnTo>
                  <a:pt x="442859" y="134584"/>
                </a:lnTo>
                <a:lnTo>
                  <a:pt x="443218" y="134778"/>
                </a:lnTo>
                <a:lnTo>
                  <a:pt x="443583" y="134959"/>
                </a:lnTo>
                <a:lnTo>
                  <a:pt x="443956" y="135127"/>
                </a:lnTo>
                <a:lnTo>
                  <a:pt x="444334" y="135283"/>
                </a:lnTo>
                <a:lnTo>
                  <a:pt x="444719" y="135427"/>
                </a:lnTo>
                <a:lnTo>
                  <a:pt x="445111" y="135558"/>
                </a:lnTo>
                <a:lnTo>
                  <a:pt x="445509" y="135677"/>
                </a:lnTo>
                <a:lnTo>
                  <a:pt x="445914" y="135783"/>
                </a:lnTo>
                <a:lnTo>
                  <a:pt x="446325" y="135877"/>
                </a:lnTo>
                <a:lnTo>
                  <a:pt x="446742" y="135958"/>
                </a:lnTo>
                <a:lnTo>
                  <a:pt x="447166" y="136026"/>
                </a:lnTo>
                <a:lnTo>
                  <a:pt x="447597" y="136083"/>
                </a:lnTo>
                <a:lnTo>
                  <a:pt x="448034" y="136126"/>
                </a:lnTo>
                <a:lnTo>
                  <a:pt x="448478" y="136158"/>
                </a:lnTo>
                <a:lnTo>
                  <a:pt x="448928" y="136176"/>
                </a:lnTo>
                <a:lnTo>
                  <a:pt x="449384" y="136183"/>
                </a:lnTo>
                <a:lnTo>
                  <a:pt x="449833" y="136176"/>
                </a:lnTo>
                <a:lnTo>
                  <a:pt x="450275" y="136158"/>
                </a:lnTo>
                <a:lnTo>
                  <a:pt x="450710" y="136126"/>
                </a:lnTo>
                <a:lnTo>
                  <a:pt x="451139" y="136083"/>
                </a:lnTo>
                <a:close/>
                <a:moveTo>
                  <a:pt x="451139" y="63951"/>
                </a:moveTo>
                <a:lnTo>
                  <a:pt x="451561" y="63895"/>
                </a:lnTo>
                <a:lnTo>
                  <a:pt x="451977" y="63826"/>
                </a:lnTo>
                <a:lnTo>
                  <a:pt x="452387" y="63745"/>
                </a:lnTo>
                <a:lnTo>
                  <a:pt x="452789" y="63652"/>
                </a:lnTo>
                <a:lnTo>
                  <a:pt x="453186" y="63545"/>
                </a:lnTo>
                <a:lnTo>
                  <a:pt x="453576" y="63427"/>
                </a:lnTo>
                <a:lnTo>
                  <a:pt x="453959" y="63296"/>
                </a:lnTo>
                <a:lnTo>
                  <a:pt x="454336" y="63152"/>
                </a:lnTo>
                <a:lnTo>
                  <a:pt x="454706" y="62996"/>
                </a:lnTo>
                <a:lnTo>
                  <a:pt x="455070" y="62827"/>
                </a:lnTo>
                <a:lnTo>
                  <a:pt x="455428" y="62646"/>
                </a:lnTo>
                <a:lnTo>
                  <a:pt x="455779" y="62453"/>
                </a:lnTo>
                <a:lnTo>
                  <a:pt x="456123" y="62247"/>
                </a:lnTo>
                <a:lnTo>
                  <a:pt x="456461" y="62028"/>
                </a:lnTo>
                <a:lnTo>
                  <a:pt x="456792" y="61797"/>
                </a:lnTo>
                <a:lnTo>
                  <a:pt x="457117" y="61553"/>
                </a:lnTo>
                <a:lnTo>
                  <a:pt x="457435" y="61297"/>
                </a:lnTo>
                <a:lnTo>
                  <a:pt x="457747" y="61029"/>
                </a:lnTo>
                <a:lnTo>
                  <a:pt x="458053" y="60748"/>
                </a:lnTo>
                <a:lnTo>
                  <a:pt x="458352" y="60454"/>
                </a:lnTo>
                <a:lnTo>
                  <a:pt x="458641" y="60152"/>
                </a:lnTo>
                <a:lnTo>
                  <a:pt x="458918" y="59844"/>
                </a:lnTo>
                <a:lnTo>
                  <a:pt x="459183" y="59530"/>
                </a:lnTo>
                <a:lnTo>
                  <a:pt x="459435" y="59210"/>
                </a:lnTo>
                <a:lnTo>
                  <a:pt x="459676" y="58885"/>
                </a:lnTo>
                <a:lnTo>
                  <a:pt x="459904" y="58554"/>
                </a:lnTo>
                <a:lnTo>
                  <a:pt x="460119" y="58218"/>
                </a:lnTo>
                <a:lnTo>
                  <a:pt x="460322" y="57876"/>
                </a:lnTo>
                <a:lnTo>
                  <a:pt x="460513" y="57528"/>
                </a:lnTo>
                <a:lnTo>
                  <a:pt x="460692" y="57175"/>
                </a:lnTo>
                <a:lnTo>
                  <a:pt x="460858" y="56816"/>
                </a:lnTo>
                <a:lnTo>
                  <a:pt x="461012" y="56451"/>
                </a:lnTo>
                <a:lnTo>
                  <a:pt x="461154" y="56081"/>
                </a:lnTo>
                <a:lnTo>
                  <a:pt x="461283" y="55705"/>
                </a:lnTo>
                <a:lnTo>
                  <a:pt x="461400" y="55323"/>
                </a:lnTo>
                <a:lnTo>
                  <a:pt x="461505" y="54936"/>
                </a:lnTo>
                <a:lnTo>
                  <a:pt x="461597" y="54543"/>
                </a:lnTo>
                <a:lnTo>
                  <a:pt x="461677" y="54145"/>
                </a:lnTo>
                <a:lnTo>
                  <a:pt x="461745" y="53741"/>
                </a:lnTo>
                <a:lnTo>
                  <a:pt x="461800" y="53331"/>
                </a:lnTo>
                <a:lnTo>
                  <a:pt x="461844" y="52915"/>
                </a:lnTo>
                <a:lnTo>
                  <a:pt x="461874" y="52494"/>
                </a:lnTo>
                <a:lnTo>
                  <a:pt x="461893" y="52067"/>
                </a:lnTo>
                <a:lnTo>
                  <a:pt x="461899" y="51635"/>
                </a:lnTo>
                <a:lnTo>
                  <a:pt x="461893" y="51187"/>
                </a:lnTo>
                <a:lnTo>
                  <a:pt x="461874" y="50745"/>
                </a:lnTo>
                <a:lnTo>
                  <a:pt x="461844" y="50310"/>
                </a:lnTo>
                <a:lnTo>
                  <a:pt x="461800" y="49882"/>
                </a:lnTo>
                <a:lnTo>
                  <a:pt x="461745" y="49460"/>
                </a:lnTo>
                <a:lnTo>
                  <a:pt x="461677" y="49045"/>
                </a:lnTo>
                <a:lnTo>
                  <a:pt x="461597" y="48637"/>
                </a:lnTo>
                <a:lnTo>
                  <a:pt x="461505" y="48235"/>
                </a:lnTo>
                <a:lnTo>
                  <a:pt x="461400" y="47841"/>
                </a:lnTo>
                <a:lnTo>
                  <a:pt x="461283" y="47452"/>
                </a:lnTo>
                <a:lnTo>
                  <a:pt x="461154" y="47071"/>
                </a:lnTo>
                <a:lnTo>
                  <a:pt x="461012" y="46696"/>
                </a:lnTo>
                <a:lnTo>
                  <a:pt x="460858" y="46328"/>
                </a:lnTo>
                <a:lnTo>
                  <a:pt x="460692" y="45966"/>
                </a:lnTo>
                <a:lnTo>
                  <a:pt x="460513" y="45611"/>
                </a:lnTo>
                <a:lnTo>
                  <a:pt x="460322" y="45263"/>
                </a:lnTo>
                <a:lnTo>
                  <a:pt x="460119" y="44921"/>
                </a:lnTo>
                <a:lnTo>
                  <a:pt x="459904" y="44586"/>
                </a:lnTo>
                <a:lnTo>
                  <a:pt x="459676" y="44258"/>
                </a:lnTo>
                <a:lnTo>
                  <a:pt x="459435" y="43937"/>
                </a:lnTo>
                <a:lnTo>
                  <a:pt x="459183" y="43622"/>
                </a:lnTo>
                <a:lnTo>
                  <a:pt x="458918" y="43314"/>
                </a:lnTo>
                <a:lnTo>
                  <a:pt x="458641" y="43012"/>
                </a:lnTo>
                <a:lnTo>
                  <a:pt x="458352" y="42717"/>
                </a:lnTo>
                <a:lnTo>
                  <a:pt x="458053" y="42432"/>
                </a:lnTo>
                <a:lnTo>
                  <a:pt x="457747" y="42158"/>
                </a:lnTo>
                <a:lnTo>
                  <a:pt x="457435" y="41897"/>
                </a:lnTo>
                <a:lnTo>
                  <a:pt x="457117" y="41648"/>
                </a:lnTo>
                <a:lnTo>
                  <a:pt x="456792" y="41411"/>
                </a:lnTo>
                <a:lnTo>
                  <a:pt x="456461" y="41187"/>
                </a:lnTo>
                <a:lnTo>
                  <a:pt x="456123" y="40974"/>
                </a:lnTo>
                <a:lnTo>
                  <a:pt x="455779" y="40774"/>
                </a:lnTo>
                <a:lnTo>
                  <a:pt x="455428" y="40585"/>
                </a:lnTo>
                <a:lnTo>
                  <a:pt x="455070" y="40409"/>
                </a:lnTo>
                <a:lnTo>
                  <a:pt x="454706" y="40245"/>
                </a:lnTo>
                <a:lnTo>
                  <a:pt x="454336" y="40094"/>
                </a:lnTo>
                <a:lnTo>
                  <a:pt x="453959" y="39954"/>
                </a:lnTo>
                <a:lnTo>
                  <a:pt x="453576" y="39826"/>
                </a:lnTo>
                <a:lnTo>
                  <a:pt x="453186" y="39711"/>
                </a:lnTo>
                <a:lnTo>
                  <a:pt x="452789" y="39608"/>
                </a:lnTo>
                <a:lnTo>
                  <a:pt x="452387" y="39517"/>
                </a:lnTo>
                <a:lnTo>
                  <a:pt x="451977" y="39438"/>
                </a:lnTo>
                <a:lnTo>
                  <a:pt x="451561" y="39371"/>
                </a:lnTo>
                <a:lnTo>
                  <a:pt x="451139" y="39316"/>
                </a:lnTo>
                <a:lnTo>
                  <a:pt x="450710" y="39274"/>
                </a:lnTo>
                <a:lnTo>
                  <a:pt x="450275" y="39243"/>
                </a:lnTo>
                <a:lnTo>
                  <a:pt x="449833" y="39225"/>
                </a:lnTo>
                <a:lnTo>
                  <a:pt x="449384" y="39219"/>
                </a:lnTo>
                <a:lnTo>
                  <a:pt x="448928" y="39225"/>
                </a:lnTo>
                <a:lnTo>
                  <a:pt x="448478" y="39243"/>
                </a:lnTo>
                <a:lnTo>
                  <a:pt x="448034" y="39274"/>
                </a:lnTo>
                <a:lnTo>
                  <a:pt x="447597" y="39316"/>
                </a:lnTo>
                <a:lnTo>
                  <a:pt x="447166" y="39371"/>
                </a:lnTo>
                <a:lnTo>
                  <a:pt x="446742" y="39438"/>
                </a:lnTo>
                <a:lnTo>
                  <a:pt x="446325" y="39517"/>
                </a:lnTo>
                <a:lnTo>
                  <a:pt x="445914" y="39608"/>
                </a:lnTo>
                <a:lnTo>
                  <a:pt x="445509" y="39711"/>
                </a:lnTo>
                <a:lnTo>
                  <a:pt x="445111" y="39826"/>
                </a:lnTo>
                <a:lnTo>
                  <a:pt x="444719" y="39954"/>
                </a:lnTo>
                <a:lnTo>
                  <a:pt x="444334" y="40094"/>
                </a:lnTo>
                <a:lnTo>
                  <a:pt x="443956" y="40245"/>
                </a:lnTo>
                <a:lnTo>
                  <a:pt x="443583" y="40409"/>
                </a:lnTo>
                <a:lnTo>
                  <a:pt x="443218" y="40585"/>
                </a:lnTo>
                <a:lnTo>
                  <a:pt x="442859" y="40774"/>
                </a:lnTo>
                <a:lnTo>
                  <a:pt x="442506" y="40974"/>
                </a:lnTo>
                <a:lnTo>
                  <a:pt x="442160" y="41187"/>
                </a:lnTo>
                <a:lnTo>
                  <a:pt x="441821" y="41411"/>
                </a:lnTo>
                <a:lnTo>
                  <a:pt x="441487" y="41648"/>
                </a:lnTo>
                <a:lnTo>
                  <a:pt x="441161" y="41897"/>
                </a:lnTo>
                <a:lnTo>
                  <a:pt x="440841" y="42158"/>
                </a:lnTo>
                <a:lnTo>
                  <a:pt x="440527" y="42432"/>
                </a:lnTo>
                <a:lnTo>
                  <a:pt x="440220" y="42717"/>
                </a:lnTo>
                <a:lnTo>
                  <a:pt x="439923" y="43012"/>
                </a:lnTo>
                <a:lnTo>
                  <a:pt x="439638" y="43314"/>
                </a:lnTo>
                <a:lnTo>
                  <a:pt x="439366" y="43622"/>
                </a:lnTo>
                <a:lnTo>
                  <a:pt x="439106" y="43937"/>
                </a:lnTo>
                <a:lnTo>
                  <a:pt x="438859" y="44258"/>
                </a:lnTo>
                <a:lnTo>
                  <a:pt x="438625" y="44586"/>
                </a:lnTo>
                <a:lnTo>
                  <a:pt x="438403" y="44921"/>
                </a:lnTo>
                <a:lnTo>
                  <a:pt x="438195" y="45263"/>
                </a:lnTo>
                <a:lnTo>
                  <a:pt x="437998" y="45611"/>
                </a:lnTo>
                <a:lnTo>
                  <a:pt x="437815" y="45966"/>
                </a:lnTo>
                <a:lnTo>
                  <a:pt x="437644" y="46328"/>
                </a:lnTo>
                <a:lnTo>
                  <a:pt x="437486" y="46696"/>
                </a:lnTo>
                <a:lnTo>
                  <a:pt x="437340" y="47071"/>
                </a:lnTo>
                <a:lnTo>
                  <a:pt x="437207" y="47452"/>
                </a:lnTo>
                <a:lnTo>
                  <a:pt x="437087" y="47841"/>
                </a:lnTo>
                <a:lnTo>
                  <a:pt x="436979" y="48235"/>
                </a:lnTo>
                <a:lnTo>
                  <a:pt x="436884" y="48637"/>
                </a:lnTo>
                <a:lnTo>
                  <a:pt x="436802" y="49045"/>
                </a:lnTo>
                <a:lnTo>
                  <a:pt x="436732" y="49460"/>
                </a:lnTo>
                <a:lnTo>
                  <a:pt x="436675" y="49882"/>
                </a:lnTo>
                <a:lnTo>
                  <a:pt x="436631" y="50310"/>
                </a:lnTo>
                <a:lnTo>
                  <a:pt x="436599" y="50745"/>
                </a:lnTo>
                <a:lnTo>
                  <a:pt x="436580" y="51187"/>
                </a:lnTo>
                <a:lnTo>
                  <a:pt x="436574" y="51635"/>
                </a:lnTo>
                <a:lnTo>
                  <a:pt x="436580" y="52067"/>
                </a:lnTo>
                <a:lnTo>
                  <a:pt x="436599" y="52494"/>
                </a:lnTo>
                <a:lnTo>
                  <a:pt x="436631" y="52915"/>
                </a:lnTo>
                <a:lnTo>
                  <a:pt x="436675" y="53331"/>
                </a:lnTo>
                <a:lnTo>
                  <a:pt x="436732" y="53741"/>
                </a:lnTo>
                <a:lnTo>
                  <a:pt x="436802" y="54145"/>
                </a:lnTo>
                <a:lnTo>
                  <a:pt x="436884" y="54543"/>
                </a:lnTo>
                <a:lnTo>
                  <a:pt x="436979" y="54936"/>
                </a:lnTo>
                <a:lnTo>
                  <a:pt x="437087" y="55323"/>
                </a:lnTo>
                <a:lnTo>
                  <a:pt x="437207" y="55705"/>
                </a:lnTo>
                <a:lnTo>
                  <a:pt x="437340" y="56081"/>
                </a:lnTo>
                <a:lnTo>
                  <a:pt x="437486" y="56451"/>
                </a:lnTo>
                <a:lnTo>
                  <a:pt x="437644" y="56816"/>
                </a:lnTo>
                <a:lnTo>
                  <a:pt x="437815" y="57175"/>
                </a:lnTo>
                <a:lnTo>
                  <a:pt x="437998" y="57528"/>
                </a:lnTo>
                <a:lnTo>
                  <a:pt x="438195" y="57876"/>
                </a:lnTo>
                <a:lnTo>
                  <a:pt x="438403" y="58218"/>
                </a:lnTo>
                <a:lnTo>
                  <a:pt x="438625" y="58554"/>
                </a:lnTo>
                <a:lnTo>
                  <a:pt x="438859" y="58885"/>
                </a:lnTo>
                <a:lnTo>
                  <a:pt x="439106" y="59210"/>
                </a:lnTo>
                <a:lnTo>
                  <a:pt x="439366" y="59530"/>
                </a:lnTo>
                <a:lnTo>
                  <a:pt x="439638" y="59844"/>
                </a:lnTo>
                <a:lnTo>
                  <a:pt x="439923" y="60152"/>
                </a:lnTo>
                <a:lnTo>
                  <a:pt x="440220" y="60454"/>
                </a:lnTo>
                <a:lnTo>
                  <a:pt x="440527" y="60748"/>
                </a:lnTo>
                <a:lnTo>
                  <a:pt x="440841" y="61029"/>
                </a:lnTo>
                <a:lnTo>
                  <a:pt x="441161" y="61297"/>
                </a:lnTo>
                <a:lnTo>
                  <a:pt x="441487" y="61553"/>
                </a:lnTo>
                <a:lnTo>
                  <a:pt x="441821" y="61797"/>
                </a:lnTo>
                <a:lnTo>
                  <a:pt x="442160" y="62028"/>
                </a:lnTo>
                <a:lnTo>
                  <a:pt x="442506" y="62247"/>
                </a:lnTo>
                <a:lnTo>
                  <a:pt x="442859" y="62453"/>
                </a:lnTo>
                <a:lnTo>
                  <a:pt x="443218" y="62646"/>
                </a:lnTo>
                <a:lnTo>
                  <a:pt x="443583" y="62827"/>
                </a:lnTo>
                <a:lnTo>
                  <a:pt x="443956" y="62996"/>
                </a:lnTo>
                <a:lnTo>
                  <a:pt x="444334" y="63152"/>
                </a:lnTo>
                <a:lnTo>
                  <a:pt x="444719" y="63296"/>
                </a:lnTo>
                <a:lnTo>
                  <a:pt x="445111" y="63427"/>
                </a:lnTo>
                <a:lnTo>
                  <a:pt x="445509" y="63545"/>
                </a:lnTo>
                <a:lnTo>
                  <a:pt x="445914" y="63652"/>
                </a:lnTo>
                <a:lnTo>
                  <a:pt x="446325" y="63745"/>
                </a:lnTo>
                <a:lnTo>
                  <a:pt x="446742" y="63826"/>
                </a:lnTo>
                <a:lnTo>
                  <a:pt x="447166" y="63895"/>
                </a:lnTo>
                <a:lnTo>
                  <a:pt x="447597" y="63951"/>
                </a:lnTo>
                <a:lnTo>
                  <a:pt x="448034" y="63995"/>
                </a:lnTo>
                <a:lnTo>
                  <a:pt x="448478" y="64026"/>
                </a:lnTo>
                <a:lnTo>
                  <a:pt x="448928" y="64045"/>
                </a:lnTo>
                <a:lnTo>
                  <a:pt x="449384" y="64051"/>
                </a:lnTo>
                <a:lnTo>
                  <a:pt x="449833" y="64045"/>
                </a:lnTo>
                <a:lnTo>
                  <a:pt x="450275" y="64026"/>
                </a:lnTo>
                <a:lnTo>
                  <a:pt x="450710" y="63995"/>
                </a:lnTo>
                <a:lnTo>
                  <a:pt x="451139" y="63951"/>
                </a:lnTo>
                <a:close/>
                <a:moveTo>
                  <a:pt x="724323" y="64544"/>
                </a:moveTo>
                <a:lnTo>
                  <a:pt x="724718" y="64049"/>
                </a:lnTo>
                <a:lnTo>
                  <a:pt x="725122" y="63558"/>
                </a:lnTo>
                <a:lnTo>
                  <a:pt x="725536" y="63070"/>
                </a:lnTo>
                <a:lnTo>
                  <a:pt x="725960" y="62585"/>
                </a:lnTo>
                <a:lnTo>
                  <a:pt x="726394" y="62103"/>
                </a:lnTo>
                <a:lnTo>
                  <a:pt x="726838" y="61625"/>
                </a:lnTo>
                <a:lnTo>
                  <a:pt x="727292" y="61151"/>
                </a:lnTo>
                <a:lnTo>
                  <a:pt x="727756" y="60679"/>
                </a:lnTo>
                <a:lnTo>
                  <a:pt x="728229" y="60211"/>
                </a:lnTo>
                <a:lnTo>
                  <a:pt x="728713" y="59747"/>
                </a:lnTo>
                <a:lnTo>
                  <a:pt x="729207" y="59286"/>
                </a:lnTo>
                <a:lnTo>
                  <a:pt x="729710" y="58828"/>
                </a:lnTo>
                <a:lnTo>
                  <a:pt x="730223" y="58374"/>
                </a:lnTo>
                <a:lnTo>
                  <a:pt x="730747" y="57923"/>
                </a:lnTo>
                <a:lnTo>
                  <a:pt x="731280" y="57475"/>
                </a:lnTo>
                <a:lnTo>
                  <a:pt x="731823" y="57031"/>
                </a:lnTo>
                <a:lnTo>
                  <a:pt x="732376" y="56590"/>
                </a:lnTo>
                <a:lnTo>
                  <a:pt x="732939" y="56153"/>
                </a:lnTo>
                <a:lnTo>
                  <a:pt x="733512" y="55719"/>
                </a:lnTo>
                <a:lnTo>
                  <a:pt x="734095" y="55288"/>
                </a:lnTo>
                <a:lnTo>
                  <a:pt x="734688" y="54861"/>
                </a:lnTo>
                <a:lnTo>
                  <a:pt x="735291" y="54437"/>
                </a:lnTo>
                <a:lnTo>
                  <a:pt x="735904" y="54024"/>
                </a:lnTo>
                <a:lnTo>
                  <a:pt x="736530" y="53628"/>
                </a:lnTo>
                <a:lnTo>
                  <a:pt x="737167" y="53249"/>
                </a:lnTo>
                <a:lnTo>
                  <a:pt x="737817" y="52889"/>
                </a:lnTo>
                <a:lnTo>
                  <a:pt x="738479" y="52545"/>
                </a:lnTo>
                <a:lnTo>
                  <a:pt x="739152" y="52220"/>
                </a:lnTo>
                <a:lnTo>
                  <a:pt x="739838" y="51912"/>
                </a:lnTo>
                <a:lnTo>
                  <a:pt x="740535" y="51621"/>
                </a:lnTo>
                <a:lnTo>
                  <a:pt x="741245" y="51349"/>
                </a:lnTo>
                <a:lnTo>
                  <a:pt x="741966" y="51093"/>
                </a:lnTo>
                <a:lnTo>
                  <a:pt x="742699" y="50856"/>
                </a:lnTo>
                <a:lnTo>
                  <a:pt x="743445" y="50636"/>
                </a:lnTo>
                <a:lnTo>
                  <a:pt x="744202" y="50433"/>
                </a:lnTo>
                <a:lnTo>
                  <a:pt x="744971" y="50249"/>
                </a:lnTo>
                <a:lnTo>
                  <a:pt x="745753" y="50081"/>
                </a:lnTo>
                <a:lnTo>
                  <a:pt x="746546" y="49932"/>
                </a:lnTo>
                <a:lnTo>
                  <a:pt x="747351" y="49800"/>
                </a:lnTo>
                <a:lnTo>
                  <a:pt x="748169" y="49685"/>
                </a:lnTo>
                <a:lnTo>
                  <a:pt x="748998" y="49589"/>
                </a:lnTo>
                <a:lnTo>
                  <a:pt x="749839" y="49509"/>
                </a:lnTo>
                <a:lnTo>
                  <a:pt x="750692" y="49448"/>
                </a:lnTo>
                <a:lnTo>
                  <a:pt x="751557" y="49404"/>
                </a:lnTo>
                <a:lnTo>
                  <a:pt x="752434" y="49377"/>
                </a:lnTo>
                <a:lnTo>
                  <a:pt x="753323" y="49369"/>
                </a:lnTo>
                <a:lnTo>
                  <a:pt x="753917" y="49374"/>
                </a:lnTo>
                <a:lnTo>
                  <a:pt x="754499" y="49391"/>
                </a:lnTo>
                <a:lnTo>
                  <a:pt x="755069" y="49419"/>
                </a:lnTo>
                <a:lnTo>
                  <a:pt x="755627" y="49458"/>
                </a:lnTo>
                <a:lnTo>
                  <a:pt x="756173" y="49509"/>
                </a:lnTo>
                <a:lnTo>
                  <a:pt x="756708" y="49570"/>
                </a:lnTo>
                <a:lnTo>
                  <a:pt x="757230" y="49643"/>
                </a:lnTo>
                <a:lnTo>
                  <a:pt x="757741" y="49727"/>
                </a:lnTo>
                <a:lnTo>
                  <a:pt x="758240" y="49822"/>
                </a:lnTo>
                <a:lnTo>
                  <a:pt x="758728" y="49928"/>
                </a:lnTo>
                <a:lnTo>
                  <a:pt x="759203" y="50046"/>
                </a:lnTo>
                <a:lnTo>
                  <a:pt x="759667" y="50175"/>
                </a:lnTo>
                <a:lnTo>
                  <a:pt x="760119" y="50315"/>
                </a:lnTo>
                <a:lnTo>
                  <a:pt x="760559" y="50466"/>
                </a:lnTo>
                <a:lnTo>
                  <a:pt x="760987" y="50628"/>
                </a:lnTo>
                <a:lnTo>
                  <a:pt x="761404" y="50802"/>
                </a:lnTo>
                <a:lnTo>
                  <a:pt x="761808" y="50986"/>
                </a:lnTo>
                <a:lnTo>
                  <a:pt x="762201" y="51182"/>
                </a:lnTo>
                <a:lnTo>
                  <a:pt x="762582" y="51389"/>
                </a:lnTo>
                <a:lnTo>
                  <a:pt x="762952" y="51608"/>
                </a:lnTo>
                <a:lnTo>
                  <a:pt x="763309" y="51837"/>
                </a:lnTo>
                <a:lnTo>
                  <a:pt x="763655" y="52078"/>
                </a:lnTo>
                <a:lnTo>
                  <a:pt x="763989" y="52330"/>
                </a:lnTo>
                <a:lnTo>
                  <a:pt x="764311" y="52593"/>
                </a:lnTo>
                <a:lnTo>
                  <a:pt x="764623" y="52866"/>
                </a:lnTo>
                <a:lnTo>
                  <a:pt x="764927" y="53147"/>
                </a:lnTo>
                <a:lnTo>
                  <a:pt x="765223" y="53436"/>
                </a:lnTo>
                <a:lnTo>
                  <a:pt x="765511" y="53734"/>
                </a:lnTo>
                <a:lnTo>
                  <a:pt x="765791" y="54041"/>
                </a:lnTo>
                <a:lnTo>
                  <a:pt x="766063" y="54355"/>
                </a:lnTo>
                <a:lnTo>
                  <a:pt x="766327" y="54678"/>
                </a:lnTo>
                <a:lnTo>
                  <a:pt x="766583" y="55010"/>
                </a:lnTo>
                <a:lnTo>
                  <a:pt x="766830" y="55349"/>
                </a:lnTo>
                <a:lnTo>
                  <a:pt x="767070" y="55698"/>
                </a:lnTo>
                <a:lnTo>
                  <a:pt x="767302" y="56054"/>
                </a:lnTo>
                <a:lnTo>
                  <a:pt x="767526" y="56419"/>
                </a:lnTo>
                <a:lnTo>
                  <a:pt x="767741" y="56792"/>
                </a:lnTo>
                <a:lnTo>
                  <a:pt x="767949" y="57174"/>
                </a:lnTo>
                <a:lnTo>
                  <a:pt x="768148" y="57564"/>
                </a:lnTo>
                <a:lnTo>
                  <a:pt x="768340" y="57962"/>
                </a:lnTo>
                <a:lnTo>
                  <a:pt x="768523" y="58368"/>
                </a:lnTo>
                <a:lnTo>
                  <a:pt x="768699" y="58783"/>
                </a:lnTo>
                <a:lnTo>
                  <a:pt x="768866" y="59207"/>
                </a:lnTo>
                <a:lnTo>
                  <a:pt x="769026" y="59639"/>
                </a:lnTo>
                <a:lnTo>
                  <a:pt x="769177" y="60079"/>
                </a:lnTo>
                <a:lnTo>
                  <a:pt x="769320" y="60527"/>
                </a:lnTo>
                <a:lnTo>
                  <a:pt x="769455" y="60984"/>
                </a:lnTo>
                <a:lnTo>
                  <a:pt x="769583" y="61449"/>
                </a:lnTo>
                <a:lnTo>
                  <a:pt x="769703" y="61921"/>
                </a:lnTo>
                <a:lnTo>
                  <a:pt x="769819" y="62399"/>
                </a:lnTo>
                <a:lnTo>
                  <a:pt x="769929" y="62882"/>
                </a:lnTo>
                <a:lnTo>
                  <a:pt x="770034" y="63371"/>
                </a:lnTo>
                <a:lnTo>
                  <a:pt x="770134" y="63866"/>
                </a:lnTo>
                <a:lnTo>
                  <a:pt x="770229" y="64366"/>
                </a:lnTo>
                <a:lnTo>
                  <a:pt x="770319" y="64872"/>
                </a:lnTo>
                <a:lnTo>
                  <a:pt x="770404" y="65384"/>
                </a:lnTo>
                <a:lnTo>
                  <a:pt x="770483" y="65902"/>
                </a:lnTo>
                <a:lnTo>
                  <a:pt x="770558" y="66425"/>
                </a:lnTo>
                <a:lnTo>
                  <a:pt x="770627" y="66954"/>
                </a:lnTo>
                <a:lnTo>
                  <a:pt x="770691" y="67489"/>
                </a:lnTo>
                <a:lnTo>
                  <a:pt x="770750" y="68029"/>
                </a:lnTo>
                <a:lnTo>
                  <a:pt x="770804" y="68575"/>
                </a:lnTo>
                <a:lnTo>
                  <a:pt x="770853" y="69127"/>
                </a:lnTo>
                <a:lnTo>
                  <a:pt x="770896" y="69684"/>
                </a:lnTo>
                <a:lnTo>
                  <a:pt x="770935" y="70247"/>
                </a:lnTo>
                <a:lnTo>
                  <a:pt x="770968" y="70816"/>
                </a:lnTo>
                <a:lnTo>
                  <a:pt x="770997" y="71390"/>
                </a:lnTo>
                <a:lnTo>
                  <a:pt x="771020" y="71971"/>
                </a:lnTo>
                <a:lnTo>
                  <a:pt x="771038" y="72557"/>
                </a:lnTo>
                <a:lnTo>
                  <a:pt x="771050" y="73148"/>
                </a:lnTo>
                <a:lnTo>
                  <a:pt x="771058" y="73746"/>
                </a:lnTo>
                <a:lnTo>
                  <a:pt x="771061" y="74349"/>
                </a:lnTo>
                <a:lnTo>
                  <a:pt x="771061" y="136183"/>
                </a:lnTo>
                <a:lnTo>
                  <a:pt x="787517" y="136183"/>
                </a:lnTo>
                <a:lnTo>
                  <a:pt x="787517" y="72233"/>
                </a:lnTo>
                <a:lnTo>
                  <a:pt x="787504" y="70795"/>
                </a:lnTo>
                <a:lnTo>
                  <a:pt x="787467" y="69385"/>
                </a:lnTo>
                <a:lnTo>
                  <a:pt x="787404" y="68001"/>
                </a:lnTo>
                <a:lnTo>
                  <a:pt x="787317" y="66645"/>
                </a:lnTo>
                <a:lnTo>
                  <a:pt x="787205" y="65315"/>
                </a:lnTo>
                <a:lnTo>
                  <a:pt x="787067" y="64013"/>
                </a:lnTo>
                <a:lnTo>
                  <a:pt x="786905" y="62738"/>
                </a:lnTo>
                <a:lnTo>
                  <a:pt x="786718" y="61489"/>
                </a:lnTo>
                <a:lnTo>
                  <a:pt x="786505" y="60268"/>
                </a:lnTo>
                <a:lnTo>
                  <a:pt x="786268" y="59074"/>
                </a:lnTo>
                <a:lnTo>
                  <a:pt x="786006" y="57907"/>
                </a:lnTo>
                <a:lnTo>
                  <a:pt x="785719" y="56767"/>
                </a:lnTo>
                <a:lnTo>
                  <a:pt x="785406" y="55654"/>
                </a:lnTo>
                <a:lnTo>
                  <a:pt x="785069" y="54568"/>
                </a:lnTo>
                <a:lnTo>
                  <a:pt x="784707" y="53509"/>
                </a:lnTo>
                <a:lnTo>
                  <a:pt x="784320" y="52477"/>
                </a:lnTo>
                <a:lnTo>
                  <a:pt x="783908" y="51472"/>
                </a:lnTo>
                <a:lnTo>
                  <a:pt x="783471" y="50495"/>
                </a:lnTo>
                <a:lnTo>
                  <a:pt x="783009" y="49544"/>
                </a:lnTo>
                <a:lnTo>
                  <a:pt x="782521" y="48620"/>
                </a:lnTo>
                <a:lnTo>
                  <a:pt x="782009" y="47724"/>
                </a:lnTo>
                <a:lnTo>
                  <a:pt x="781472" y="46854"/>
                </a:lnTo>
                <a:lnTo>
                  <a:pt x="780910" y="46012"/>
                </a:lnTo>
                <a:lnTo>
                  <a:pt x="780323" y="45196"/>
                </a:lnTo>
                <a:lnTo>
                  <a:pt x="779709" y="44411"/>
                </a:lnTo>
                <a:lnTo>
                  <a:pt x="779065" y="43659"/>
                </a:lnTo>
                <a:lnTo>
                  <a:pt x="778391" y="42941"/>
                </a:lnTo>
                <a:lnTo>
                  <a:pt x="777687" y="42256"/>
                </a:lnTo>
                <a:lnTo>
                  <a:pt x="776954" y="41604"/>
                </a:lnTo>
                <a:lnTo>
                  <a:pt x="776191" y="40986"/>
                </a:lnTo>
                <a:lnTo>
                  <a:pt x="775398" y="40401"/>
                </a:lnTo>
                <a:lnTo>
                  <a:pt x="774575" y="39850"/>
                </a:lnTo>
                <a:lnTo>
                  <a:pt x="773723" y="39332"/>
                </a:lnTo>
                <a:lnTo>
                  <a:pt x="772841" y="38848"/>
                </a:lnTo>
                <a:lnTo>
                  <a:pt x="771929" y="38396"/>
                </a:lnTo>
                <a:lnTo>
                  <a:pt x="770987" y="37979"/>
                </a:lnTo>
                <a:lnTo>
                  <a:pt x="770015" y="37595"/>
                </a:lnTo>
                <a:lnTo>
                  <a:pt x="769014" y="37244"/>
                </a:lnTo>
                <a:lnTo>
                  <a:pt x="767983" y="36926"/>
                </a:lnTo>
                <a:lnTo>
                  <a:pt x="766922" y="36642"/>
                </a:lnTo>
                <a:lnTo>
                  <a:pt x="765831" y="36392"/>
                </a:lnTo>
                <a:lnTo>
                  <a:pt x="764711" y="36174"/>
                </a:lnTo>
                <a:lnTo>
                  <a:pt x="763561" y="35991"/>
                </a:lnTo>
                <a:lnTo>
                  <a:pt x="762381" y="35840"/>
                </a:lnTo>
                <a:lnTo>
                  <a:pt x="761171" y="35723"/>
                </a:lnTo>
                <a:lnTo>
                  <a:pt x="759932" y="35640"/>
                </a:lnTo>
                <a:lnTo>
                  <a:pt x="758663" y="35590"/>
                </a:lnTo>
                <a:lnTo>
                  <a:pt x="757364" y="35573"/>
                </a:lnTo>
                <a:lnTo>
                  <a:pt x="756296" y="35582"/>
                </a:lnTo>
                <a:lnTo>
                  <a:pt x="755244" y="35609"/>
                </a:lnTo>
                <a:lnTo>
                  <a:pt x="754209" y="35654"/>
                </a:lnTo>
                <a:lnTo>
                  <a:pt x="753189" y="35717"/>
                </a:lnTo>
                <a:lnTo>
                  <a:pt x="752186" y="35798"/>
                </a:lnTo>
                <a:lnTo>
                  <a:pt x="751199" y="35896"/>
                </a:lnTo>
                <a:lnTo>
                  <a:pt x="750227" y="36013"/>
                </a:lnTo>
                <a:lnTo>
                  <a:pt x="749272" y="36148"/>
                </a:lnTo>
                <a:lnTo>
                  <a:pt x="748333" y="36301"/>
                </a:lnTo>
                <a:lnTo>
                  <a:pt x="747410" y="36471"/>
                </a:lnTo>
                <a:lnTo>
                  <a:pt x="746503" y="36660"/>
                </a:lnTo>
                <a:lnTo>
                  <a:pt x="745613" y="36866"/>
                </a:lnTo>
                <a:lnTo>
                  <a:pt x="744738" y="37091"/>
                </a:lnTo>
                <a:lnTo>
                  <a:pt x="743879" y="37333"/>
                </a:lnTo>
                <a:lnTo>
                  <a:pt x="743037" y="37594"/>
                </a:lnTo>
                <a:lnTo>
                  <a:pt x="742210" y="37872"/>
                </a:lnTo>
                <a:lnTo>
                  <a:pt x="741400" y="38169"/>
                </a:lnTo>
                <a:lnTo>
                  <a:pt x="740606" y="38483"/>
                </a:lnTo>
                <a:lnTo>
                  <a:pt x="739827" y="38815"/>
                </a:lnTo>
                <a:lnTo>
                  <a:pt x="739065" y="39166"/>
                </a:lnTo>
                <a:lnTo>
                  <a:pt x="738319" y="39534"/>
                </a:lnTo>
                <a:lnTo>
                  <a:pt x="737589" y="39920"/>
                </a:lnTo>
                <a:lnTo>
                  <a:pt x="736875" y="40324"/>
                </a:lnTo>
                <a:lnTo>
                  <a:pt x="736177" y="40746"/>
                </a:lnTo>
                <a:lnTo>
                  <a:pt x="735494" y="41179"/>
                </a:lnTo>
                <a:lnTo>
                  <a:pt x="734825" y="41613"/>
                </a:lnTo>
                <a:lnTo>
                  <a:pt x="734168" y="42050"/>
                </a:lnTo>
                <a:lnTo>
                  <a:pt x="733525" y="42489"/>
                </a:lnTo>
                <a:lnTo>
                  <a:pt x="732895" y="42930"/>
                </a:lnTo>
                <a:lnTo>
                  <a:pt x="732279" y="43373"/>
                </a:lnTo>
                <a:lnTo>
                  <a:pt x="731676" y="43819"/>
                </a:lnTo>
                <a:lnTo>
                  <a:pt x="731086" y="44266"/>
                </a:lnTo>
                <a:lnTo>
                  <a:pt x="730510" y="44716"/>
                </a:lnTo>
                <a:lnTo>
                  <a:pt x="729947" y="45169"/>
                </a:lnTo>
                <a:lnTo>
                  <a:pt x="729397" y="45623"/>
                </a:lnTo>
                <a:lnTo>
                  <a:pt x="728861" y="46080"/>
                </a:lnTo>
                <a:lnTo>
                  <a:pt x="728338" y="46539"/>
                </a:lnTo>
                <a:lnTo>
                  <a:pt x="727828" y="47000"/>
                </a:lnTo>
                <a:lnTo>
                  <a:pt x="727332" y="47463"/>
                </a:lnTo>
                <a:lnTo>
                  <a:pt x="726849" y="47929"/>
                </a:lnTo>
                <a:lnTo>
                  <a:pt x="726379" y="48397"/>
                </a:lnTo>
                <a:lnTo>
                  <a:pt x="725923" y="48867"/>
                </a:lnTo>
                <a:lnTo>
                  <a:pt x="725480" y="49339"/>
                </a:lnTo>
                <a:lnTo>
                  <a:pt x="725051" y="49813"/>
                </a:lnTo>
                <a:lnTo>
                  <a:pt x="724634" y="50290"/>
                </a:lnTo>
                <a:lnTo>
                  <a:pt x="724231" y="50769"/>
                </a:lnTo>
                <a:lnTo>
                  <a:pt x="723842" y="51250"/>
                </a:lnTo>
                <a:lnTo>
                  <a:pt x="723466" y="51734"/>
                </a:lnTo>
                <a:lnTo>
                  <a:pt x="722875" y="37248"/>
                </a:lnTo>
                <a:lnTo>
                  <a:pt x="707108" y="37248"/>
                </a:lnTo>
                <a:lnTo>
                  <a:pt x="707108" y="136183"/>
                </a:lnTo>
                <a:lnTo>
                  <a:pt x="723564" y="136183"/>
                </a:lnTo>
                <a:lnTo>
                  <a:pt x="723564" y="65545"/>
                </a:lnTo>
                <a:lnTo>
                  <a:pt x="723939" y="65043"/>
                </a:lnTo>
                <a:lnTo>
                  <a:pt x="724323" y="64544"/>
                </a:lnTo>
                <a:close/>
                <a:moveTo>
                  <a:pt x="580979" y="137786"/>
                </a:moveTo>
                <a:lnTo>
                  <a:pt x="582112" y="137690"/>
                </a:lnTo>
                <a:lnTo>
                  <a:pt x="583231" y="137573"/>
                </a:lnTo>
                <a:lnTo>
                  <a:pt x="584335" y="137434"/>
                </a:lnTo>
                <a:lnTo>
                  <a:pt x="585425" y="137274"/>
                </a:lnTo>
                <a:lnTo>
                  <a:pt x="586501" y="137093"/>
                </a:lnTo>
                <a:lnTo>
                  <a:pt x="587561" y="136891"/>
                </a:lnTo>
                <a:lnTo>
                  <a:pt x="588608" y="136667"/>
                </a:lnTo>
                <a:lnTo>
                  <a:pt x="589639" y="136422"/>
                </a:lnTo>
                <a:lnTo>
                  <a:pt x="590656" y="136156"/>
                </a:lnTo>
                <a:lnTo>
                  <a:pt x="591659" y="135868"/>
                </a:lnTo>
                <a:lnTo>
                  <a:pt x="592647" y="135559"/>
                </a:lnTo>
                <a:lnTo>
                  <a:pt x="593621" y="135229"/>
                </a:lnTo>
                <a:lnTo>
                  <a:pt x="594580" y="134877"/>
                </a:lnTo>
                <a:lnTo>
                  <a:pt x="595524" y="134504"/>
                </a:lnTo>
                <a:lnTo>
                  <a:pt x="596454" y="134110"/>
                </a:lnTo>
                <a:lnTo>
                  <a:pt x="597369" y="133694"/>
                </a:lnTo>
                <a:lnTo>
                  <a:pt x="598270" y="133258"/>
                </a:lnTo>
                <a:lnTo>
                  <a:pt x="599156" y="132799"/>
                </a:lnTo>
                <a:lnTo>
                  <a:pt x="600028" y="132320"/>
                </a:lnTo>
                <a:lnTo>
                  <a:pt x="600885" y="131819"/>
                </a:lnTo>
                <a:lnTo>
                  <a:pt x="601727" y="131298"/>
                </a:lnTo>
                <a:lnTo>
                  <a:pt x="602552" y="130759"/>
                </a:lnTo>
                <a:lnTo>
                  <a:pt x="603361" y="130202"/>
                </a:lnTo>
                <a:lnTo>
                  <a:pt x="604153" y="129626"/>
                </a:lnTo>
                <a:lnTo>
                  <a:pt x="604929" y="129032"/>
                </a:lnTo>
                <a:lnTo>
                  <a:pt x="605689" y="128419"/>
                </a:lnTo>
                <a:lnTo>
                  <a:pt x="606432" y="127789"/>
                </a:lnTo>
                <a:lnTo>
                  <a:pt x="607159" y="127139"/>
                </a:lnTo>
                <a:lnTo>
                  <a:pt x="607869" y="126472"/>
                </a:lnTo>
                <a:lnTo>
                  <a:pt x="608563" y="125786"/>
                </a:lnTo>
                <a:lnTo>
                  <a:pt x="609241" y="125082"/>
                </a:lnTo>
                <a:lnTo>
                  <a:pt x="609902" y="124360"/>
                </a:lnTo>
                <a:lnTo>
                  <a:pt x="610546" y="123619"/>
                </a:lnTo>
                <a:lnTo>
                  <a:pt x="611174" y="122860"/>
                </a:lnTo>
                <a:lnTo>
                  <a:pt x="611786" y="122083"/>
                </a:lnTo>
                <a:lnTo>
                  <a:pt x="612381" y="121288"/>
                </a:lnTo>
                <a:lnTo>
                  <a:pt x="612960" y="120474"/>
                </a:lnTo>
                <a:lnTo>
                  <a:pt x="613523" y="119641"/>
                </a:lnTo>
                <a:lnTo>
                  <a:pt x="614069" y="118791"/>
                </a:lnTo>
                <a:lnTo>
                  <a:pt x="614599" y="117922"/>
                </a:lnTo>
                <a:lnTo>
                  <a:pt x="615112" y="117035"/>
                </a:lnTo>
                <a:lnTo>
                  <a:pt x="615609" y="116129"/>
                </a:lnTo>
                <a:lnTo>
                  <a:pt x="616089" y="115206"/>
                </a:lnTo>
                <a:lnTo>
                  <a:pt x="616553" y="114264"/>
                </a:lnTo>
                <a:lnTo>
                  <a:pt x="616999" y="113305"/>
                </a:lnTo>
                <a:lnTo>
                  <a:pt x="617427" y="112331"/>
                </a:lnTo>
                <a:lnTo>
                  <a:pt x="617835" y="111342"/>
                </a:lnTo>
                <a:lnTo>
                  <a:pt x="618224" y="110339"/>
                </a:lnTo>
                <a:lnTo>
                  <a:pt x="618594" y="109320"/>
                </a:lnTo>
                <a:lnTo>
                  <a:pt x="618946" y="108286"/>
                </a:lnTo>
                <a:lnTo>
                  <a:pt x="619278" y="107238"/>
                </a:lnTo>
                <a:lnTo>
                  <a:pt x="619591" y="106174"/>
                </a:lnTo>
                <a:lnTo>
                  <a:pt x="619886" y="105095"/>
                </a:lnTo>
                <a:lnTo>
                  <a:pt x="620161" y="104002"/>
                </a:lnTo>
                <a:lnTo>
                  <a:pt x="620417" y="102893"/>
                </a:lnTo>
                <a:lnTo>
                  <a:pt x="620655" y="101770"/>
                </a:lnTo>
                <a:lnTo>
                  <a:pt x="620873" y="100631"/>
                </a:lnTo>
                <a:lnTo>
                  <a:pt x="621073" y="99478"/>
                </a:lnTo>
                <a:lnTo>
                  <a:pt x="621253" y="98309"/>
                </a:lnTo>
                <a:lnTo>
                  <a:pt x="621414" y="97126"/>
                </a:lnTo>
                <a:lnTo>
                  <a:pt x="621557" y="95927"/>
                </a:lnTo>
                <a:lnTo>
                  <a:pt x="621680" y="94714"/>
                </a:lnTo>
                <a:lnTo>
                  <a:pt x="621785" y="93485"/>
                </a:lnTo>
                <a:lnTo>
                  <a:pt x="621870" y="92242"/>
                </a:lnTo>
                <a:lnTo>
                  <a:pt x="621937" y="90984"/>
                </a:lnTo>
                <a:lnTo>
                  <a:pt x="621984" y="89710"/>
                </a:lnTo>
                <a:lnTo>
                  <a:pt x="622013" y="88422"/>
                </a:lnTo>
                <a:lnTo>
                  <a:pt x="622022" y="87119"/>
                </a:lnTo>
                <a:lnTo>
                  <a:pt x="622013" y="85782"/>
                </a:lnTo>
                <a:lnTo>
                  <a:pt x="621984" y="84462"/>
                </a:lnTo>
                <a:lnTo>
                  <a:pt x="621937" y="83158"/>
                </a:lnTo>
                <a:lnTo>
                  <a:pt x="621870" y="81869"/>
                </a:lnTo>
                <a:lnTo>
                  <a:pt x="621785" y="80597"/>
                </a:lnTo>
                <a:lnTo>
                  <a:pt x="621680" y="79341"/>
                </a:lnTo>
                <a:lnTo>
                  <a:pt x="621557" y="78101"/>
                </a:lnTo>
                <a:lnTo>
                  <a:pt x="621414" y="76876"/>
                </a:lnTo>
                <a:lnTo>
                  <a:pt x="621253" y="75668"/>
                </a:lnTo>
                <a:lnTo>
                  <a:pt x="621073" y="74476"/>
                </a:lnTo>
                <a:lnTo>
                  <a:pt x="620873" y="73300"/>
                </a:lnTo>
                <a:lnTo>
                  <a:pt x="620655" y="72140"/>
                </a:lnTo>
                <a:lnTo>
                  <a:pt x="620417" y="70996"/>
                </a:lnTo>
                <a:lnTo>
                  <a:pt x="620161" y="69868"/>
                </a:lnTo>
                <a:lnTo>
                  <a:pt x="619886" y="68756"/>
                </a:lnTo>
                <a:lnTo>
                  <a:pt x="619591" y="67660"/>
                </a:lnTo>
                <a:lnTo>
                  <a:pt x="619278" y="66580"/>
                </a:lnTo>
                <a:lnTo>
                  <a:pt x="618946" y="65516"/>
                </a:lnTo>
                <a:lnTo>
                  <a:pt x="618594" y="64468"/>
                </a:lnTo>
                <a:lnTo>
                  <a:pt x="618224" y="63436"/>
                </a:lnTo>
                <a:lnTo>
                  <a:pt x="617835" y="62420"/>
                </a:lnTo>
                <a:lnTo>
                  <a:pt x="617427" y="61421"/>
                </a:lnTo>
                <a:lnTo>
                  <a:pt x="616999" y="60437"/>
                </a:lnTo>
                <a:lnTo>
                  <a:pt x="616553" y="59469"/>
                </a:lnTo>
                <a:lnTo>
                  <a:pt x="616089" y="58519"/>
                </a:lnTo>
                <a:lnTo>
                  <a:pt x="615609" y="57587"/>
                </a:lnTo>
                <a:lnTo>
                  <a:pt x="615112" y="56673"/>
                </a:lnTo>
                <a:lnTo>
                  <a:pt x="614599" y="55778"/>
                </a:lnTo>
                <a:lnTo>
                  <a:pt x="614069" y="54902"/>
                </a:lnTo>
                <a:lnTo>
                  <a:pt x="613523" y="54044"/>
                </a:lnTo>
                <a:lnTo>
                  <a:pt x="612960" y="53204"/>
                </a:lnTo>
                <a:lnTo>
                  <a:pt x="612381" y="52383"/>
                </a:lnTo>
                <a:lnTo>
                  <a:pt x="611786" y="51581"/>
                </a:lnTo>
                <a:lnTo>
                  <a:pt x="611174" y="50797"/>
                </a:lnTo>
                <a:lnTo>
                  <a:pt x="610546" y="50031"/>
                </a:lnTo>
                <a:lnTo>
                  <a:pt x="609902" y="49284"/>
                </a:lnTo>
                <a:lnTo>
                  <a:pt x="609241" y="48555"/>
                </a:lnTo>
                <a:lnTo>
                  <a:pt x="608563" y="47845"/>
                </a:lnTo>
                <a:lnTo>
                  <a:pt x="607869" y="47154"/>
                </a:lnTo>
                <a:lnTo>
                  <a:pt x="607159" y="46481"/>
                </a:lnTo>
                <a:lnTo>
                  <a:pt x="606432" y="45826"/>
                </a:lnTo>
                <a:lnTo>
                  <a:pt x="605689" y="45190"/>
                </a:lnTo>
                <a:lnTo>
                  <a:pt x="604929" y="44573"/>
                </a:lnTo>
                <a:lnTo>
                  <a:pt x="604153" y="43974"/>
                </a:lnTo>
                <a:lnTo>
                  <a:pt x="603361" y="43393"/>
                </a:lnTo>
                <a:lnTo>
                  <a:pt x="602552" y="42831"/>
                </a:lnTo>
                <a:lnTo>
                  <a:pt x="601727" y="42288"/>
                </a:lnTo>
                <a:lnTo>
                  <a:pt x="600885" y="41763"/>
                </a:lnTo>
                <a:lnTo>
                  <a:pt x="600028" y="41258"/>
                </a:lnTo>
                <a:lnTo>
                  <a:pt x="599156" y="40774"/>
                </a:lnTo>
                <a:lnTo>
                  <a:pt x="598270" y="40312"/>
                </a:lnTo>
                <a:lnTo>
                  <a:pt x="597369" y="39871"/>
                </a:lnTo>
                <a:lnTo>
                  <a:pt x="596454" y="39452"/>
                </a:lnTo>
                <a:lnTo>
                  <a:pt x="595524" y="39055"/>
                </a:lnTo>
                <a:lnTo>
                  <a:pt x="594580" y="38679"/>
                </a:lnTo>
                <a:lnTo>
                  <a:pt x="593621" y="38324"/>
                </a:lnTo>
                <a:lnTo>
                  <a:pt x="592647" y="37991"/>
                </a:lnTo>
                <a:lnTo>
                  <a:pt x="591659" y="37679"/>
                </a:lnTo>
                <a:lnTo>
                  <a:pt x="590656" y="37389"/>
                </a:lnTo>
                <a:lnTo>
                  <a:pt x="589639" y="37120"/>
                </a:lnTo>
                <a:lnTo>
                  <a:pt x="588608" y="36873"/>
                </a:lnTo>
                <a:lnTo>
                  <a:pt x="587561" y="36648"/>
                </a:lnTo>
                <a:lnTo>
                  <a:pt x="586501" y="36443"/>
                </a:lnTo>
                <a:lnTo>
                  <a:pt x="585425" y="36261"/>
                </a:lnTo>
                <a:lnTo>
                  <a:pt x="584335" y="36100"/>
                </a:lnTo>
                <a:lnTo>
                  <a:pt x="583231" y="35960"/>
                </a:lnTo>
                <a:lnTo>
                  <a:pt x="582112" y="35842"/>
                </a:lnTo>
                <a:lnTo>
                  <a:pt x="580979" y="35745"/>
                </a:lnTo>
                <a:lnTo>
                  <a:pt x="579831" y="35670"/>
                </a:lnTo>
                <a:lnTo>
                  <a:pt x="578668" y="35616"/>
                </a:lnTo>
                <a:lnTo>
                  <a:pt x="577491" y="35584"/>
                </a:lnTo>
                <a:lnTo>
                  <a:pt x="576299" y="35573"/>
                </a:lnTo>
                <a:lnTo>
                  <a:pt x="575132" y="35584"/>
                </a:lnTo>
                <a:lnTo>
                  <a:pt x="573979" y="35616"/>
                </a:lnTo>
                <a:lnTo>
                  <a:pt x="572840" y="35670"/>
                </a:lnTo>
                <a:lnTo>
                  <a:pt x="571714" y="35745"/>
                </a:lnTo>
                <a:lnTo>
                  <a:pt x="570603" y="35842"/>
                </a:lnTo>
                <a:lnTo>
                  <a:pt x="569506" y="35960"/>
                </a:lnTo>
                <a:lnTo>
                  <a:pt x="568423" y="36100"/>
                </a:lnTo>
                <a:lnTo>
                  <a:pt x="567354" y="36261"/>
                </a:lnTo>
                <a:lnTo>
                  <a:pt x="566299" y="36443"/>
                </a:lnTo>
                <a:lnTo>
                  <a:pt x="565258" y="36648"/>
                </a:lnTo>
                <a:lnTo>
                  <a:pt x="564231" y="36873"/>
                </a:lnTo>
                <a:lnTo>
                  <a:pt x="563218" y="37120"/>
                </a:lnTo>
                <a:lnTo>
                  <a:pt x="562219" y="37389"/>
                </a:lnTo>
                <a:lnTo>
                  <a:pt x="561234" y="37679"/>
                </a:lnTo>
                <a:lnTo>
                  <a:pt x="560263" y="37991"/>
                </a:lnTo>
                <a:lnTo>
                  <a:pt x="559307" y="38324"/>
                </a:lnTo>
                <a:lnTo>
                  <a:pt x="558364" y="38679"/>
                </a:lnTo>
                <a:lnTo>
                  <a:pt x="557435" y="39055"/>
                </a:lnTo>
                <a:lnTo>
                  <a:pt x="556520" y="39452"/>
                </a:lnTo>
                <a:lnTo>
                  <a:pt x="555620" y="39871"/>
                </a:lnTo>
                <a:lnTo>
                  <a:pt x="554733" y="40312"/>
                </a:lnTo>
                <a:lnTo>
                  <a:pt x="553860" y="40774"/>
                </a:lnTo>
                <a:lnTo>
                  <a:pt x="553002" y="41258"/>
                </a:lnTo>
                <a:lnTo>
                  <a:pt x="552157" y="41763"/>
                </a:lnTo>
                <a:lnTo>
                  <a:pt x="551328" y="42288"/>
                </a:lnTo>
                <a:lnTo>
                  <a:pt x="550515" y="42831"/>
                </a:lnTo>
                <a:lnTo>
                  <a:pt x="549719" y="43393"/>
                </a:lnTo>
                <a:lnTo>
                  <a:pt x="548939" y="43974"/>
                </a:lnTo>
                <a:lnTo>
                  <a:pt x="548176" y="44573"/>
                </a:lnTo>
                <a:lnTo>
                  <a:pt x="547430" y="45190"/>
                </a:lnTo>
                <a:lnTo>
                  <a:pt x="546700" y="45826"/>
                </a:lnTo>
                <a:lnTo>
                  <a:pt x="545987" y="46481"/>
                </a:lnTo>
                <a:lnTo>
                  <a:pt x="545291" y="47154"/>
                </a:lnTo>
                <a:lnTo>
                  <a:pt x="544611" y="47845"/>
                </a:lnTo>
                <a:lnTo>
                  <a:pt x="543947" y="48555"/>
                </a:lnTo>
                <a:lnTo>
                  <a:pt x="543301" y="49284"/>
                </a:lnTo>
                <a:lnTo>
                  <a:pt x="542671" y="50031"/>
                </a:lnTo>
                <a:lnTo>
                  <a:pt x="542057" y="50797"/>
                </a:lnTo>
                <a:lnTo>
                  <a:pt x="541460" y="51581"/>
                </a:lnTo>
                <a:lnTo>
                  <a:pt x="540880" y="52383"/>
                </a:lnTo>
                <a:lnTo>
                  <a:pt x="540316" y="53204"/>
                </a:lnTo>
                <a:lnTo>
                  <a:pt x="539769" y="54044"/>
                </a:lnTo>
                <a:lnTo>
                  <a:pt x="539238" y="54902"/>
                </a:lnTo>
                <a:lnTo>
                  <a:pt x="538724" y="55778"/>
                </a:lnTo>
                <a:lnTo>
                  <a:pt x="538227" y="56673"/>
                </a:lnTo>
                <a:lnTo>
                  <a:pt x="537746" y="57587"/>
                </a:lnTo>
                <a:lnTo>
                  <a:pt x="537282" y="58519"/>
                </a:lnTo>
                <a:lnTo>
                  <a:pt x="536834" y="59469"/>
                </a:lnTo>
                <a:lnTo>
                  <a:pt x="536404" y="60437"/>
                </a:lnTo>
                <a:lnTo>
                  <a:pt x="535992" y="61421"/>
                </a:lnTo>
                <a:lnTo>
                  <a:pt x="535598" y="62420"/>
                </a:lnTo>
                <a:lnTo>
                  <a:pt x="535223" y="63436"/>
                </a:lnTo>
                <a:lnTo>
                  <a:pt x="534866" y="64468"/>
                </a:lnTo>
                <a:lnTo>
                  <a:pt x="534528" y="65516"/>
                </a:lnTo>
                <a:lnTo>
                  <a:pt x="534207" y="66580"/>
                </a:lnTo>
                <a:lnTo>
                  <a:pt x="533905" y="67660"/>
                </a:lnTo>
                <a:lnTo>
                  <a:pt x="533621" y="68756"/>
                </a:lnTo>
                <a:lnTo>
                  <a:pt x="533356" y="69868"/>
                </a:lnTo>
                <a:lnTo>
                  <a:pt x="533109" y="70996"/>
                </a:lnTo>
                <a:lnTo>
                  <a:pt x="532880" y="72140"/>
                </a:lnTo>
                <a:lnTo>
                  <a:pt x="532670" y="73300"/>
                </a:lnTo>
                <a:lnTo>
                  <a:pt x="532477" y="74476"/>
                </a:lnTo>
                <a:lnTo>
                  <a:pt x="532303" y="75668"/>
                </a:lnTo>
                <a:lnTo>
                  <a:pt x="532148" y="76876"/>
                </a:lnTo>
                <a:lnTo>
                  <a:pt x="532011" y="78101"/>
                </a:lnTo>
                <a:lnTo>
                  <a:pt x="531892" y="79341"/>
                </a:lnTo>
                <a:lnTo>
                  <a:pt x="531791" y="80597"/>
                </a:lnTo>
                <a:lnTo>
                  <a:pt x="531709" y="81869"/>
                </a:lnTo>
                <a:lnTo>
                  <a:pt x="531644" y="83158"/>
                </a:lnTo>
                <a:lnTo>
                  <a:pt x="531599" y="84462"/>
                </a:lnTo>
                <a:lnTo>
                  <a:pt x="531571" y="85782"/>
                </a:lnTo>
                <a:lnTo>
                  <a:pt x="531562" y="87119"/>
                </a:lnTo>
                <a:lnTo>
                  <a:pt x="531571" y="88422"/>
                </a:lnTo>
                <a:lnTo>
                  <a:pt x="531599" y="89710"/>
                </a:lnTo>
                <a:lnTo>
                  <a:pt x="531644" y="90984"/>
                </a:lnTo>
                <a:lnTo>
                  <a:pt x="531709" y="92242"/>
                </a:lnTo>
                <a:lnTo>
                  <a:pt x="531791" y="93485"/>
                </a:lnTo>
                <a:lnTo>
                  <a:pt x="531892" y="94714"/>
                </a:lnTo>
                <a:lnTo>
                  <a:pt x="532011" y="95927"/>
                </a:lnTo>
                <a:lnTo>
                  <a:pt x="532148" y="97126"/>
                </a:lnTo>
                <a:lnTo>
                  <a:pt x="532303" y="98309"/>
                </a:lnTo>
                <a:lnTo>
                  <a:pt x="532477" y="99478"/>
                </a:lnTo>
                <a:lnTo>
                  <a:pt x="532670" y="100631"/>
                </a:lnTo>
                <a:lnTo>
                  <a:pt x="532880" y="101770"/>
                </a:lnTo>
                <a:lnTo>
                  <a:pt x="533109" y="102893"/>
                </a:lnTo>
                <a:lnTo>
                  <a:pt x="533356" y="104002"/>
                </a:lnTo>
                <a:lnTo>
                  <a:pt x="533621" y="105095"/>
                </a:lnTo>
                <a:lnTo>
                  <a:pt x="533905" y="106174"/>
                </a:lnTo>
                <a:lnTo>
                  <a:pt x="534207" y="107238"/>
                </a:lnTo>
                <a:lnTo>
                  <a:pt x="534528" y="108286"/>
                </a:lnTo>
                <a:lnTo>
                  <a:pt x="534866" y="109320"/>
                </a:lnTo>
                <a:lnTo>
                  <a:pt x="535223" y="110339"/>
                </a:lnTo>
                <a:lnTo>
                  <a:pt x="535598" y="111342"/>
                </a:lnTo>
                <a:lnTo>
                  <a:pt x="535992" y="112331"/>
                </a:lnTo>
                <a:lnTo>
                  <a:pt x="536404" y="113305"/>
                </a:lnTo>
                <a:lnTo>
                  <a:pt x="536834" y="114264"/>
                </a:lnTo>
                <a:lnTo>
                  <a:pt x="537282" y="115206"/>
                </a:lnTo>
                <a:lnTo>
                  <a:pt x="537746" y="116129"/>
                </a:lnTo>
                <a:lnTo>
                  <a:pt x="538227" y="117035"/>
                </a:lnTo>
                <a:lnTo>
                  <a:pt x="538724" y="117922"/>
                </a:lnTo>
                <a:lnTo>
                  <a:pt x="539238" y="118791"/>
                </a:lnTo>
                <a:lnTo>
                  <a:pt x="539769" y="119641"/>
                </a:lnTo>
                <a:lnTo>
                  <a:pt x="540316" y="120474"/>
                </a:lnTo>
                <a:lnTo>
                  <a:pt x="540880" y="121288"/>
                </a:lnTo>
                <a:lnTo>
                  <a:pt x="541460" y="122083"/>
                </a:lnTo>
                <a:lnTo>
                  <a:pt x="542057" y="122860"/>
                </a:lnTo>
                <a:lnTo>
                  <a:pt x="542671" y="123619"/>
                </a:lnTo>
                <a:lnTo>
                  <a:pt x="543301" y="124360"/>
                </a:lnTo>
                <a:lnTo>
                  <a:pt x="543947" y="125082"/>
                </a:lnTo>
                <a:lnTo>
                  <a:pt x="544611" y="125786"/>
                </a:lnTo>
                <a:lnTo>
                  <a:pt x="545291" y="126472"/>
                </a:lnTo>
                <a:lnTo>
                  <a:pt x="545987" y="127139"/>
                </a:lnTo>
                <a:lnTo>
                  <a:pt x="546700" y="127789"/>
                </a:lnTo>
                <a:lnTo>
                  <a:pt x="547430" y="128419"/>
                </a:lnTo>
                <a:lnTo>
                  <a:pt x="548176" y="129032"/>
                </a:lnTo>
                <a:lnTo>
                  <a:pt x="548939" y="129626"/>
                </a:lnTo>
                <a:lnTo>
                  <a:pt x="549719" y="130202"/>
                </a:lnTo>
                <a:lnTo>
                  <a:pt x="550515" y="130759"/>
                </a:lnTo>
                <a:lnTo>
                  <a:pt x="551328" y="131298"/>
                </a:lnTo>
                <a:lnTo>
                  <a:pt x="552157" y="131819"/>
                </a:lnTo>
                <a:lnTo>
                  <a:pt x="553002" y="132320"/>
                </a:lnTo>
                <a:lnTo>
                  <a:pt x="553860" y="132799"/>
                </a:lnTo>
                <a:lnTo>
                  <a:pt x="554733" y="133258"/>
                </a:lnTo>
                <a:lnTo>
                  <a:pt x="555620" y="133694"/>
                </a:lnTo>
                <a:lnTo>
                  <a:pt x="556520" y="134110"/>
                </a:lnTo>
                <a:lnTo>
                  <a:pt x="557435" y="134504"/>
                </a:lnTo>
                <a:lnTo>
                  <a:pt x="558364" y="134877"/>
                </a:lnTo>
                <a:lnTo>
                  <a:pt x="559307" y="135229"/>
                </a:lnTo>
                <a:lnTo>
                  <a:pt x="560263" y="135559"/>
                </a:lnTo>
                <a:lnTo>
                  <a:pt x="561234" y="135868"/>
                </a:lnTo>
                <a:lnTo>
                  <a:pt x="562219" y="136156"/>
                </a:lnTo>
                <a:lnTo>
                  <a:pt x="563218" y="136422"/>
                </a:lnTo>
                <a:lnTo>
                  <a:pt x="564231" y="136667"/>
                </a:lnTo>
                <a:lnTo>
                  <a:pt x="565258" y="136891"/>
                </a:lnTo>
                <a:lnTo>
                  <a:pt x="566299" y="137093"/>
                </a:lnTo>
                <a:lnTo>
                  <a:pt x="567354" y="137274"/>
                </a:lnTo>
                <a:lnTo>
                  <a:pt x="568423" y="137434"/>
                </a:lnTo>
                <a:lnTo>
                  <a:pt x="569506" y="137573"/>
                </a:lnTo>
                <a:lnTo>
                  <a:pt x="570603" y="137690"/>
                </a:lnTo>
                <a:lnTo>
                  <a:pt x="571714" y="137786"/>
                </a:lnTo>
                <a:lnTo>
                  <a:pt x="572840" y="137860"/>
                </a:lnTo>
                <a:lnTo>
                  <a:pt x="573979" y="137914"/>
                </a:lnTo>
                <a:lnTo>
                  <a:pt x="575132" y="137946"/>
                </a:lnTo>
                <a:lnTo>
                  <a:pt x="576299" y="137956"/>
                </a:lnTo>
                <a:lnTo>
                  <a:pt x="577491" y="137946"/>
                </a:lnTo>
                <a:lnTo>
                  <a:pt x="578668" y="137914"/>
                </a:lnTo>
                <a:lnTo>
                  <a:pt x="579831" y="137860"/>
                </a:lnTo>
                <a:lnTo>
                  <a:pt x="580979" y="137786"/>
                </a:lnTo>
                <a:close/>
                <a:moveTo>
                  <a:pt x="572970" y="124715"/>
                </a:moveTo>
                <a:lnTo>
                  <a:pt x="572174" y="124639"/>
                </a:lnTo>
                <a:lnTo>
                  <a:pt x="571394" y="124546"/>
                </a:lnTo>
                <a:lnTo>
                  <a:pt x="570628" y="124436"/>
                </a:lnTo>
                <a:lnTo>
                  <a:pt x="569878" y="124310"/>
                </a:lnTo>
                <a:lnTo>
                  <a:pt x="569142" y="124166"/>
                </a:lnTo>
                <a:lnTo>
                  <a:pt x="568421" y="124005"/>
                </a:lnTo>
                <a:lnTo>
                  <a:pt x="567715" y="123828"/>
                </a:lnTo>
                <a:lnTo>
                  <a:pt x="567024" y="123633"/>
                </a:lnTo>
                <a:lnTo>
                  <a:pt x="566348" y="123422"/>
                </a:lnTo>
                <a:lnTo>
                  <a:pt x="565687" y="123194"/>
                </a:lnTo>
                <a:lnTo>
                  <a:pt x="565040" y="122949"/>
                </a:lnTo>
                <a:lnTo>
                  <a:pt x="564409" y="122687"/>
                </a:lnTo>
                <a:lnTo>
                  <a:pt x="563792" y="122408"/>
                </a:lnTo>
                <a:lnTo>
                  <a:pt x="563190" y="122112"/>
                </a:lnTo>
                <a:lnTo>
                  <a:pt x="562604" y="121799"/>
                </a:lnTo>
                <a:lnTo>
                  <a:pt x="562032" y="121470"/>
                </a:lnTo>
                <a:lnTo>
                  <a:pt x="561474" y="121123"/>
                </a:lnTo>
                <a:lnTo>
                  <a:pt x="560932" y="120760"/>
                </a:lnTo>
                <a:lnTo>
                  <a:pt x="560405" y="120379"/>
                </a:lnTo>
                <a:lnTo>
                  <a:pt x="559892" y="119982"/>
                </a:lnTo>
                <a:lnTo>
                  <a:pt x="559393" y="119570"/>
                </a:lnTo>
                <a:lnTo>
                  <a:pt x="558906" y="119144"/>
                </a:lnTo>
                <a:lnTo>
                  <a:pt x="558430" y="118706"/>
                </a:lnTo>
                <a:lnTo>
                  <a:pt x="557967" y="118256"/>
                </a:lnTo>
                <a:lnTo>
                  <a:pt x="557515" y="117792"/>
                </a:lnTo>
                <a:lnTo>
                  <a:pt x="557075" y="117316"/>
                </a:lnTo>
                <a:lnTo>
                  <a:pt x="556646" y="116826"/>
                </a:lnTo>
                <a:lnTo>
                  <a:pt x="556230" y="116324"/>
                </a:lnTo>
                <a:lnTo>
                  <a:pt x="555825" y="115809"/>
                </a:lnTo>
                <a:lnTo>
                  <a:pt x="555432" y="115282"/>
                </a:lnTo>
                <a:lnTo>
                  <a:pt x="555051" y="114741"/>
                </a:lnTo>
                <a:lnTo>
                  <a:pt x="554682" y="114188"/>
                </a:lnTo>
                <a:lnTo>
                  <a:pt x="554325" y="113622"/>
                </a:lnTo>
                <a:lnTo>
                  <a:pt x="553979" y="113043"/>
                </a:lnTo>
                <a:lnTo>
                  <a:pt x="553645" y="112451"/>
                </a:lnTo>
                <a:lnTo>
                  <a:pt x="553323" y="111847"/>
                </a:lnTo>
                <a:lnTo>
                  <a:pt x="553013" y="111230"/>
                </a:lnTo>
                <a:lnTo>
                  <a:pt x="552714" y="110599"/>
                </a:lnTo>
                <a:lnTo>
                  <a:pt x="552428" y="109957"/>
                </a:lnTo>
                <a:lnTo>
                  <a:pt x="552153" y="109301"/>
                </a:lnTo>
                <a:lnTo>
                  <a:pt x="551890" y="108632"/>
                </a:lnTo>
                <a:lnTo>
                  <a:pt x="551639" y="107951"/>
                </a:lnTo>
                <a:lnTo>
                  <a:pt x="551399" y="107257"/>
                </a:lnTo>
                <a:lnTo>
                  <a:pt x="551172" y="106550"/>
                </a:lnTo>
                <a:lnTo>
                  <a:pt x="550954" y="105832"/>
                </a:lnTo>
                <a:lnTo>
                  <a:pt x="550747" y="105107"/>
                </a:lnTo>
                <a:lnTo>
                  <a:pt x="550548" y="104374"/>
                </a:lnTo>
                <a:lnTo>
                  <a:pt x="550359" y="103632"/>
                </a:lnTo>
                <a:lnTo>
                  <a:pt x="550178" y="102883"/>
                </a:lnTo>
                <a:lnTo>
                  <a:pt x="550008" y="102125"/>
                </a:lnTo>
                <a:lnTo>
                  <a:pt x="549846" y="101360"/>
                </a:lnTo>
                <a:lnTo>
                  <a:pt x="549693" y="100587"/>
                </a:lnTo>
                <a:lnTo>
                  <a:pt x="549550" y="99805"/>
                </a:lnTo>
                <a:lnTo>
                  <a:pt x="549416" y="99016"/>
                </a:lnTo>
                <a:lnTo>
                  <a:pt x="549292" y="98219"/>
                </a:lnTo>
                <a:lnTo>
                  <a:pt x="549176" y="97413"/>
                </a:lnTo>
                <a:lnTo>
                  <a:pt x="549070" y="96600"/>
                </a:lnTo>
                <a:lnTo>
                  <a:pt x="548973" y="95778"/>
                </a:lnTo>
                <a:lnTo>
                  <a:pt x="548885" y="94949"/>
                </a:lnTo>
                <a:lnTo>
                  <a:pt x="548807" y="94112"/>
                </a:lnTo>
                <a:lnTo>
                  <a:pt x="548737" y="93266"/>
                </a:lnTo>
                <a:lnTo>
                  <a:pt x="548677" y="92413"/>
                </a:lnTo>
                <a:lnTo>
                  <a:pt x="548626" y="91552"/>
                </a:lnTo>
                <a:lnTo>
                  <a:pt x="548585" y="90682"/>
                </a:lnTo>
                <a:lnTo>
                  <a:pt x="548553" y="89805"/>
                </a:lnTo>
                <a:lnTo>
                  <a:pt x="548529" y="88920"/>
                </a:lnTo>
                <a:lnTo>
                  <a:pt x="548516" y="88026"/>
                </a:lnTo>
                <a:lnTo>
                  <a:pt x="548511" y="87125"/>
                </a:lnTo>
                <a:lnTo>
                  <a:pt x="548516" y="86206"/>
                </a:lnTo>
                <a:lnTo>
                  <a:pt x="548529" y="85296"/>
                </a:lnTo>
                <a:lnTo>
                  <a:pt x="548553" y="84393"/>
                </a:lnTo>
                <a:lnTo>
                  <a:pt x="548585" y="83499"/>
                </a:lnTo>
                <a:lnTo>
                  <a:pt x="548626" y="82613"/>
                </a:lnTo>
                <a:lnTo>
                  <a:pt x="548677" y="81736"/>
                </a:lnTo>
                <a:lnTo>
                  <a:pt x="548737" y="80866"/>
                </a:lnTo>
                <a:lnTo>
                  <a:pt x="548807" y="80005"/>
                </a:lnTo>
                <a:lnTo>
                  <a:pt x="548885" y="79152"/>
                </a:lnTo>
                <a:lnTo>
                  <a:pt x="548973" y="78307"/>
                </a:lnTo>
                <a:lnTo>
                  <a:pt x="549070" y="77470"/>
                </a:lnTo>
                <a:lnTo>
                  <a:pt x="549176" y="76641"/>
                </a:lnTo>
                <a:lnTo>
                  <a:pt x="549292" y="75821"/>
                </a:lnTo>
                <a:lnTo>
                  <a:pt x="549416" y="75009"/>
                </a:lnTo>
                <a:lnTo>
                  <a:pt x="549550" y="74205"/>
                </a:lnTo>
                <a:lnTo>
                  <a:pt x="549693" y="73409"/>
                </a:lnTo>
                <a:lnTo>
                  <a:pt x="549846" y="72621"/>
                </a:lnTo>
                <a:lnTo>
                  <a:pt x="550008" y="71842"/>
                </a:lnTo>
                <a:lnTo>
                  <a:pt x="550178" y="71070"/>
                </a:lnTo>
                <a:lnTo>
                  <a:pt x="550359" y="70307"/>
                </a:lnTo>
                <a:lnTo>
                  <a:pt x="550548" y="69552"/>
                </a:lnTo>
                <a:lnTo>
                  <a:pt x="550747" y="68806"/>
                </a:lnTo>
                <a:lnTo>
                  <a:pt x="550954" y="68067"/>
                </a:lnTo>
                <a:lnTo>
                  <a:pt x="551172" y="67337"/>
                </a:lnTo>
                <a:lnTo>
                  <a:pt x="551399" y="66617"/>
                </a:lnTo>
                <a:lnTo>
                  <a:pt x="551639" y="65910"/>
                </a:lnTo>
                <a:lnTo>
                  <a:pt x="551890" y="65217"/>
                </a:lnTo>
                <a:lnTo>
                  <a:pt x="552153" y="64536"/>
                </a:lnTo>
                <a:lnTo>
                  <a:pt x="552428" y="63868"/>
                </a:lnTo>
                <a:lnTo>
                  <a:pt x="552714" y="63214"/>
                </a:lnTo>
                <a:lnTo>
                  <a:pt x="553013" y="62572"/>
                </a:lnTo>
                <a:lnTo>
                  <a:pt x="553323" y="61943"/>
                </a:lnTo>
                <a:lnTo>
                  <a:pt x="553645" y="61327"/>
                </a:lnTo>
                <a:lnTo>
                  <a:pt x="553979" y="60725"/>
                </a:lnTo>
                <a:lnTo>
                  <a:pt x="554325" y="60135"/>
                </a:lnTo>
                <a:lnTo>
                  <a:pt x="554682" y="59558"/>
                </a:lnTo>
                <a:lnTo>
                  <a:pt x="555051" y="58995"/>
                </a:lnTo>
                <a:lnTo>
                  <a:pt x="555432" y="58444"/>
                </a:lnTo>
                <a:lnTo>
                  <a:pt x="555825" y="57906"/>
                </a:lnTo>
                <a:lnTo>
                  <a:pt x="556230" y="57382"/>
                </a:lnTo>
                <a:lnTo>
                  <a:pt x="556646" y="56870"/>
                </a:lnTo>
                <a:lnTo>
                  <a:pt x="557075" y="56371"/>
                </a:lnTo>
                <a:lnTo>
                  <a:pt x="557515" y="55885"/>
                </a:lnTo>
                <a:lnTo>
                  <a:pt x="557967" y="55413"/>
                </a:lnTo>
                <a:lnTo>
                  <a:pt x="558430" y="54953"/>
                </a:lnTo>
                <a:lnTo>
                  <a:pt x="558906" y="54506"/>
                </a:lnTo>
                <a:lnTo>
                  <a:pt x="559393" y="54073"/>
                </a:lnTo>
                <a:lnTo>
                  <a:pt x="559892" y="53652"/>
                </a:lnTo>
                <a:lnTo>
                  <a:pt x="560405" y="53246"/>
                </a:lnTo>
                <a:lnTo>
                  <a:pt x="560932" y="52858"/>
                </a:lnTo>
                <a:lnTo>
                  <a:pt x="561474" y="52486"/>
                </a:lnTo>
                <a:lnTo>
                  <a:pt x="562032" y="52132"/>
                </a:lnTo>
                <a:lnTo>
                  <a:pt x="562604" y="51796"/>
                </a:lnTo>
                <a:lnTo>
                  <a:pt x="563190" y="51476"/>
                </a:lnTo>
                <a:lnTo>
                  <a:pt x="563792" y="51174"/>
                </a:lnTo>
                <a:lnTo>
                  <a:pt x="564409" y="50889"/>
                </a:lnTo>
                <a:lnTo>
                  <a:pt x="565040" y="50622"/>
                </a:lnTo>
                <a:lnTo>
                  <a:pt x="565687" y="50371"/>
                </a:lnTo>
                <a:lnTo>
                  <a:pt x="566348" y="50138"/>
                </a:lnTo>
                <a:lnTo>
                  <a:pt x="567024" y="49922"/>
                </a:lnTo>
                <a:lnTo>
                  <a:pt x="567715" y="49724"/>
                </a:lnTo>
                <a:lnTo>
                  <a:pt x="568421" y="49542"/>
                </a:lnTo>
                <a:lnTo>
                  <a:pt x="569142" y="49378"/>
                </a:lnTo>
                <a:lnTo>
                  <a:pt x="569878" y="49231"/>
                </a:lnTo>
                <a:lnTo>
                  <a:pt x="570628" y="49102"/>
                </a:lnTo>
                <a:lnTo>
                  <a:pt x="571394" y="48990"/>
                </a:lnTo>
                <a:lnTo>
                  <a:pt x="572174" y="48895"/>
                </a:lnTo>
                <a:lnTo>
                  <a:pt x="572970" y="48817"/>
                </a:lnTo>
                <a:lnTo>
                  <a:pt x="573780" y="48757"/>
                </a:lnTo>
                <a:lnTo>
                  <a:pt x="574605" y="48713"/>
                </a:lnTo>
                <a:lnTo>
                  <a:pt x="575445" y="48688"/>
                </a:lnTo>
                <a:lnTo>
                  <a:pt x="576299" y="48679"/>
                </a:lnTo>
                <a:lnTo>
                  <a:pt x="577179" y="48688"/>
                </a:lnTo>
                <a:lnTo>
                  <a:pt x="578043" y="48713"/>
                </a:lnTo>
                <a:lnTo>
                  <a:pt x="578892" y="48757"/>
                </a:lnTo>
                <a:lnTo>
                  <a:pt x="579726" y="48817"/>
                </a:lnTo>
                <a:lnTo>
                  <a:pt x="580545" y="48895"/>
                </a:lnTo>
                <a:lnTo>
                  <a:pt x="581350" y="48990"/>
                </a:lnTo>
                <a:lnTo>
                  <a:pt x="582139" y="49102"/>
                </a:lnTo>
                <a:lnTo>
                  <a:pt x="582912" y="49231"/>
                </a:lnTo>
                <a:lnTo>
                  <a:pt x="583671" y="49378"/>
                </a:lnTo>
                <a:lnTo>
                  <a:pt x="584415" y="49542"/>
                </a:lnTo>
                <a:lnTo>
                  <a:pt x="585144" y="49724"/>
                </a:lnTo>
                <a:lnTo>
                  <a:pt x="585858" y="49922"/>
                </a:lnTo>
                <a:lnTo>
                  <a:pt x="586556" y="50138"/>
                </a:lnTo>
                <a:lnTo>
                  <a:pt x="587240" y="50371"/>
                </a:lnTo>
                <a:lnTo>
                  <a:pt x="587909" y="50622"/>
                </a:lnTo>
                <a:lnTo>
                  <a:pt x="588562" y="50889"/>
                </a:lnTo>
                <a:lnTo>
                  <a:pt x="589201" y="51174"/>
                </a:lnTo>
                <a:lnTo>
                  <a:pt x="589824" y="51476"/>
                </a:lnTo>
                <a:lnTo>
                  <a:pt x="590432" y="51796"/>
                </a:lnTo>
                <a:lnTo>
                  <a:pt x="591026" y="52132"/>
                </a:lnTo>
                <a:lnTo>
                  <a:pt x="591604" y="52486"/>
                </a:lnTo>
                <a:lnTo>
                  <a:pt x="592167" y="52858"/>
                </a:lnTo>
                <a:lnTo>
                  <a:pt x="592715" y="53246"/>
                </a:lnTo>
                <a:lnTo>
                  <a:pt x="593248" y="53652"/>
                </a:lnTo>
                <a:lnTo>
                  <a:pt x="593768" y="54073"/>
                </a:lnTo>
                <a:lnTo>
                  <a:pt x="594275" y="54506"/>
                </a:lnTo>
                <a:lnTo>
                  <a:pt x="594769" y="54953"/>
                </a:lnTo>
                <a:lnTo>
                  <a:pt x="595252" y="55413"/>
                </a:lnTo>
                <a:lnTo>
                  <a:pt x="595722" y="55885"/>
                </a:lnTo>
                <a:lnTo>
                  <a:pt x="596180" y="56371"/>
                </a:lnTo>
                <a:lnTo>
                  <a:pt x="596625" y="56870"/>
                </a:lnTo>
                <a:lnTo>
                  <a:pt x="597058" y="57382"/>
                </a:lnTo>
                <a:lnTo>
                  <a:pt x="597479" y="57906"/>
                </a:lnTo>
                <a:lnTo>
                  <a:pt x="597888" y="58444"/>
                </a:lnTo>
                <a:lnTo>
                  <a:pt x="598284" y="58995"/>
                </a:lnTo>
                <a:lnTo>
                  <a:pt x="598668" y="59558"/>
                </a:lnTo>
                <a:lnTo>
                  <a:pt x="599040" y="60135"/>
                </a:lnTo>
                <a:lnTo>
                  <a:pt x="599399" y="60725"/>
                </a:lnTo>
                <a:lnTo>
                  <a:pt x="599746" y="61327"/>
                </a:lnTo>
                <a:lnTo>
                  <a:pt x="600080" y="61943"/>
                </a:lnTo>
                <a:lnTo>
                  <a:pt x="600403" y="62572"/>
                </a:lnTo>
                <a:lnTo>
                  <a:pt x="600713" y="63214"/>
                </a:lnTo>
                <a:lnTo>
                  <a:pt x="601010" y="63868"/>
                </a:lnTo>
                <a:lnTo>
                  <a:pt x="601296" y="64536"/>
                </a:lnTo>
                <a:lnTo>
                  <a:pt x="601569" y="65217"/>
                </a:lnTo>
                <a:lnTo>
                  <a:pt x="601829" y="65910"/>
                </a:lnTo>
                <a:lnTo>
                  <a:pt x="602078" y="66617"/>
                </a:lnTo>
                <a:lnTo>
                  <a:pt x="602314" y="67337"/>
                </a:lnTo>
                <a:lnTo>
                  <a:pt x="602539" y="68067"/>
                </a:lnTo>
                <a:lnTo>
                  <a:pt x="602755" y="68806"/>
                </a:lnTo>
                <a:lnTo>
                  <a:pt x="602961" y="69552"/>
                </a:lnTo>
                <a:lnTo>
                  <a:pt x="603157" y="70307"/>
                </a:lnTo>
                <a:lnTo>
                  <a:pt x="603344" y="71070"/>
                </a:lnTo>
                <a:lnTo>
                  <a:pt x="603521" y="71842"/>
                </a:lnTo>
                <a:lnTo>
                  <a:pt x="603689" y="72621"/>
                </a:lnTo>
                <a:lnTo>
                  <a:pt x="603847" y="73409"/>
                </a:lnTo>
                <a:lnTo>
                  <a:pt x="603995" y="74205"/>
                </a:lnTo>
                <a:lnTo>
                  <a:pt x="604134" y="75009"/>
                </a:lnTo>
                <a:lnTo>
                  <a:pt x="604264" y="75821"/>
                </a:lnTo>
                <a:lnTo>
                  <a:pt x="604383" y="76641"/>
                </a:lnTo>
                <a:lnTo>
                  <a:pt x="604493" y="77470"/>
                </a:lnTo>
                <a:lnTo>
                  <a:pt x="604594" y="78307"/>
                </a:lnTo>
                <a:lnTo>
                  <a:pt x="604685" y="79152"/>
                </a:lnTo>
                <a:lnTo>
                  <a:pt x="604767" y="80005"/>
                </a:lnTo>
                <a:lnTo>
                  <a:pt x="604838" y="80866"/>
                </a:lnTo>
                <a:lnTo>
                  <a:pt x="604901" y="81736"/>
                </a:lnTo>
                <a:lnTo>
                  <a:pt x="604953" y="82613"/>
                </a:lnTo>
                <a:lnTo>
                  <a:pt x="604996" y="83499"/>
                </a:lnTo>
                <a:lnTo>
                  <a:pt x="605030" y="84393"/>
                </a:lnTo>
                <a:lnTo>
                  <a:pt x="605054" y="85296"/>
                </a:lnTo>
                <a:lnTo>
                  <a:pt x="605068" y="86206"/>
                </a:lnTo>
                <a:lnTo>
                  <a:pt x="605073" y="87125"/>
                </a:lnTo>
                <a:lnTo>
                  <a:pt x="605068" y="88026"/>
                </a:lnTo>
                <a:lnTo>
                  <a:pt x="605054" y="88920"/>
                </a:lnTo>
                <a:lnTo>
                  <a:pt x="605030" y="89805"/>
                </a:lnTo>
                <a:lnTo>
                  <a:pt x="604996" y="90682"/>
                </a:lnTo>
                <a:lnTo>
                  <a:pt x="604953" y="91552"/>
                </a:lnTo>
                <a:lnTo>
                  <a:pt x="604901" y="92413"/>
                </a:lnTo>
                <a:lnTo>
                  <a:pt x="604838" y="93266"/>
                </a:lnTo>
                <a:lnTo>
                  <a:pt x="604767" y="94112"/>
                </a:lnTo>
                <a:lnTo>
                  <a:pt x="604685" y="94949"/>
                </a:lnTo>
                <a:lnTo>
                  <a:pt x="604594" y="95778"/>
                </a:lnTo>
                <a:lnTo>
                  <a:pt x="604493" y="96600"/>
                </a:lnTo>
                <a:lnTo>
                  <a:pt x="604383" y="97413"/>
                </a:lnTo>
                <a:lnTo>
                  <a:pt x="604264" y="98219"/>
                </a:lnTo>
                <a:lnTo>
                  <a:pt x="604134" y="99016"/>
                </a:lnTo>
                <a:lnTo>
                  <a:pt x="603995" y="99805"/>
                </a:lnTo>
                <a:lnTo>
                  <a:pt x="603847" y="100587"/>
                </a:lnTo>
                <a:lnTo>
                  <a:pt x="603689" y="101360"/>
                </a:lnTo>
                <a:lnTo>
                  <a:pt x="603521" y="102125"/>
                </a:lnTo>
                <a:lnTo>
                  <a:pt x="603344" y="102883"/>
                </a:lnTo>
                <a:lnTo>
                  <a:pt x="603157" y="103632"/>
                </a:lnTo>
                <a:lnTo>
                  <a:pt x="602961" y="104374"/>
                </a:lnTo>
                <a:lnTo>
                  <a:pt x="602755" y="105107"/>
                </a:lnTo>
                <a:lnTo>
                  <a:pt x="602539" y="105832"/>
                </a:lnTo>
                <a:lnTo>
                  <a:pt x="602314" y="106550"/>
                </a:lnTo>
                <a:lnTo>
                  <a:pt x="602078" y="107257"/>
                </a:lnTo>
                <a:lnTo>
                  <a:pt x="601829" y="107951"/>
                </a:lnTo>
                <a:lnTo>
                  <a:pt x="601569" y="108632"/>
                </a:lnTo>
                <a:lnTo>
                  <a:pt x="601296" y="109301"/>
                </a:lnTo>
                <a:lnTo>
                  <a:pt x="601010" y="109957"/>
                </a:lnTo>
                <a:lnTo>
                  <a:pt x="600713" y="110599"/>
                </a:lnTo>
                <a:lnTo>
                  <a:pt x="600403" y="111230"/>
                </a:lnTo>
                <a:lnTo>
                  <a:pt x="600080" y="111847"/>
                </a:lnTo>
                <a:lnTo>
                  <a:pt x="599746" y="112451"/>
                </a:lnTo>
                <a:lnTo>
                  <a:pt x="599399" y="113043"/>
                </a:lnTo>
                <a:lnTo>
                  <a:pt x="599040" y="113622"/>
                </a:lnTo>
                <a:lnTo>
                  <a:pt x="598668" y="114188"/>
                </a:lnTo>
                <a:lnTo>
                  <a:pt x="598284" y="114741"/>
                </a:lnTo>
                <a:lnTo>
                  <a:pt x="597888" y="115282"/>
                </a:lnTo>
                <a:lnTo>
                  <a:pt x="597479" y="115809"/>
                </a:lnTo>
                <a:lnTo>
                  <a:pt x="597058" y="116324"/>
                </a:lnTo>
                <a:lnTo>
                  <a:pt x="596625" y="116826"/>
                </a:lnTo>
                <a:lnTo>
                  <a:pt x="596180" y="117316"/>
                </a:lnTo>
                <a:lnTo>
                  <a:pt x="595722" y="117792"/>
                </a:lnTo>
                <a:lnTo>
                  <a:pt x="595252" y="118256"/>
                </a:lnTo>
                <a:lnTo>
                  <a:pt x="594769" y="118706"/>
                </a:lnTo>
                <a:lnTo>
                  <a:pt x="594275" y="119144"/>
                </a:lnTo>
                <a:lnTo>
                  <a:pt x="593768" y="119570"/>
                </a:lnTo>
                <a:lnTo>
                  <a:pt x="593248" y="119982"/>
                </a:lnTo>
                <a:lnTo>
                  <a:pt x="592715" y="120379"/>
                </a:lnTo>
                <a:lnTo>
                  <a:pt x="592167" y="120760"/>
                </a:lnTo>
                <a:lnTo>
                  <a:pt x="591604" y="121123"/>
                </a:lnTo>
                <a:lnTo>
                  <a:pt x="591026" y="121470"/>
                </a:lnTo>
                <a:lnTo>
                  <a:pt x="590432" y="121799"/>
                </a:lnTo>
                <a:lnTo>
                  <a:pt x="589824" y="122112"/>
                </a:lnTo>
                <a:lnTo>
                  <a:pt x="589201" y="122408"/>
                </a:lnTo>
                <a:lnTo>
                  <a:pt x="588562" y="122687"/>
                </a:lnTo>
                <a:lnTo>
                  <a:pt x="587909" y="122949"/>
                </a:lnTo>
                <a:lnTo>
                  <a:pt x="587240" y="123194"/>
                </a:lnTo>
                <a:lnTo>
                  <a:pt x="586556" y="123422"/>
                </a:lnTo>
                <a:lnTo>
                  <a:pt x="585858" y="123633"/>
                </a:lnTo>
                <a:lnTo>
                  <a:pt x="585144" y="123828"/>
                </a:lnTo>
                <a:lnTo>
                  <a:pt x="584415" y="124005"/>
                </a:lnTo>
                <a:lnTo>
                  <a:pt x="583671" y="124166"/>
                </a:lnTo>
                <a:lnTo>
                  <a:pt x="582912" y="124310"/>
                </a:lnTo>
                <a:lnTo>
                  <a:pt x="582139" y="124436"/>
                </a:lnTo>
                <a:lnTo>
                  <a:pt x="581350" y="124546"/>
                </a:lnTo>
                <a:lnTo>
                  <a:pt x="580545" y="124639"/>
                </a:lnTo>
                <a:lnTo>
                  <a:pt x="579726" y="124715"/>
                </a:lnTo>
                <a:lnTo>
                  <a:pt x="578892" y="124774"/>
                </a:lnTo>
                <a:lnTo>
                  <a:pt x="578043" y="124817"/>
                </a:lnTo>
                <a:lnTo>
                  <a:pt x="577179" y="124842"/>
                </a:lnTo>
                <a:lnTo>
                  <a:pt x="576299" y="124850"/>
                </a:lnTo>
                <a:lnTo>
                  <a:pt x="575445" y="124842"/>
                </a:lnTo>
                <a:lnTo>
                  <a:pt x="574605" y="124817"/>
                </a:lnTo>
                <a:lnTo>
                  <a:pt x="573780" y="124774"/>
                </a:lnTo>
                <a:lnTo>
                  <a:pt x="572970" y="124715"/>
                </a:lnTo>
                <a:close/>
                <a:moveTo>
                  <a:pt x="683888" y="166924"/>
                </a:moveTo>
                <a:lnTo>
                  <a:pt x="683089" y="165422"/>
                </a:lnTo>
                <a:lnTo>
                  <a:pt x="682302" y="163908"/>
                </a:lnTo>
                <a:lnTo>
                  <a:pt x="681529" y="162382"/>
                </a:lnTo>
                <a:lnTo>
                  <a:pt x="680769" y="160845"/>
                </a:lnTo>
                <a:lnTo>
                  <a:pt x="680022" y="159296"/>
                </a:lnTo>
                <a:lnTo>
                  <a:pt x="679288" y="157735"/>
                </a:lnTo>
                <a:lnTo>
                  <a:pt x="678567" y="156163"/>
                </a:lnTo>
                <a:lnTo>
                  <a:pt x="677860" y="154579"/>
                </a:lnTo>
                <a:lnTo>
                  <a:pt x="677165" y="152984"/>
                </a:lnTo>
                <a:lnTo>
                  <a:pt x="676484" y="151377"/>
                </a:lnTo>
                <a:lnTo>
                  <a:pt x="675816" y="149758"/>
                </a:lnTo>
                <a:lnTo>
                  <a:pt x="675161" y="148128"/>
                </a:lnTo>
                <a:lnTo>
                  <a:pt x="674520" y="146486"/>
                </a:lnTo>
                <a:lnTo>
                  <a:pt x="673891" y="144832"/>
                </a:lnTo>
                <a:lnTo>
                  <a:pt x="673276" y="143167"/>
                </a:lnTo>
                <a:lnTo>
                  <a:pt x="672674" y="141490"/>
                </a:lnTo>
                <a:lnTo>
                  <a:pt x="672085" y="139801"/>
                </a:lnTo>
                <a:lnTo>
                  <a:pt x="671509" y="138101"/>
                </a:lnTo>
                <a:lnTo>
                  <a:pt x="670947" y="136389"/>
                </a:lnTo>
                <a:lnTo>
                  <a:pt x="670397" y="134666"/>
                </a:lnTo>
                <a:lnTo>
                  <a:pt x="669861" y="132931"/>
                </a:lnTo>
                <a:lnTo>
                  <a:pt x="669342" y="131190"/>
                </a:lnTo>
                <a:lnTo>
                  <a:pt x="668846" y="129449"/>
                </a:lnTo>
                <a:lnTo>
                  <a:pt x="668371" y="127708"/>
                </a:lnTo>
                <a:lnTo>
                  <a:pt x="667919" y="125967"/>
                </a:lnTo>
                <a:lnTo>
                  <a:pt x="667489" y="124226"/>
                </a:lnTo>
                <a:lnTo>
                  <a:pt x="667080" y="122485"/>
                </a:lnTo>
                <a:lnTo>
                  <a:pt x="666694" y="120745"/>
                </a:lnTo>
                <a:lnTo>
                  <a:pt x="666330" y="119004"/>
                </a:lnTo>
                <a:lnTo>
                  <a:pt x="665988" y="117263"/>
                </a:lnTo>
                <a:lnTo>
                  <a:pt x="665668" y="115522"/>
                </a:lnTo>
                <a:lnTo>
                  <a:pt x="665370" y="113781"/>
                </a:lnTo>
                <a:lnTo>
                  <a:pt x="665094" y="112040"/>
                </a:lnTo>
                <a:lnTo>
                  <a:pt x="664840" y="110299"/>
                </a:lnTo>
                <a:lnTo>
                  <a:pt x="664609" y="108558"/>
                </a:lnTo>
                <a:lnTo>
                  <a:pt x="664399" y="106818"/>
                </a:lnTo>
                <a:lnTo>
                  <a:pt x="664211" y="105077"/>
                </a:lnTo>
                <a:lnTo>
                  <a:pt x="664046" y="103336"/>
                </a:lnTo>
                <a:lnTo>
                  <a:pt x="663902" y="101595"/>
                </a:lnTo>
                <a:lnTo>
                  <a:pt x="663781" y="99854"/>
                </a:lnTo>
                <a:lnTo>
                  <a:pt x="663682" y="98113"/>
                </a:lnTo>
                <a:lnTo>
                  <a:pt x="663604" y="96372"/>
                </a:lnTo>
                <a:lnTo>
                  <a:pt x="663549" y="94631"/>
                </a:lnTo>
                <a:lnTo>
                  <a:pt x="663516" y="92891"/>
                </a:lnTo>
                <a:lnTo>
                  <a:pt x="663505" y="91150"/>
                </a:lnTo>
                <a:lnTo>
                  <a:pt x="663515" y="89197"/>
                </a:lnTo>
                <a:lnTo>
                  <a:pt x="663544" y="87247"/>
                </a:lnTo>
                <a:lnTo>
                  <a:pt x="663593" y="85301"/>
                </a:lnTo>
                <a:lnTo>
                  <a:pt x="663661" y="83358"/>
                </a:lnTo>
                <a:lnTo>
                  <a:pt x="663749" y="81418"/>
                </a:lnTo>
                <a:lnTo>
                  <a:pt x="663856" y="79482"/>
                </a:lnTo>
                <a:lnTo>
                  <a:pt x="663983" y="77549"/>
                </a:lnTo>
                <a:lnTo>
                  <a:pt x="664129" y="75619"/>
                </a:lnTo>
                <a:lnTo>
                  <a:pt x="664295" y="73692"/>
                </a:lnTo>
                <a:lnTo>
                  <a:pt x="664480" y="71768"/>
                </a:lnTo>
                <a:lnTo>
                  <a:pt x="664685" y="69848"/>
                </a:lnTo>
                <a:lnTo>
                  <a:pt x="664909" y="67931"/>
                </a:lnTo>
                <a:lnTo>
                  <a:pt x="665153" y="66017"/>
                </a:lnTo>
                <a:lnTo>
                  <a:pt x="665416" y="64107"/>
                </a:lnTo>
                <a:lnTo>
                  <a:pt x="665699" y="62200"/>
                </a:lnTo>
                <a:lnTo>
                  <a:pt x="666001" y="60296"/>
                </a:lnTo>
                <a:lnTo>
                  <a:pt x="666323" y="58395"/>
                </a:lnTo>
                <a:lnTo>
                  <a:pt x="666665" y="56497"/>
                </a:lnTo>
                <a:lnTo>
                  <a:pt x="667025" y="54603"/>
                </a:lnTo>
                <a:lnTo>
                  <a:pt x="667406" y="52712"/>
                </a:lnTo>
                <a:lnTo>
                  <a:pt x="667805" y="50824"/>
                </a:lnTo>
                <a:lnTo>
                  <a:pt x="668225" y="48940"/>
                </a:lnTo>
                <a:lnTo>
                  <a:pt x="668664" y="47059"/>
                </a:lnTo>
                <a:lnTo>
                  <a:pt x="669122" y="45181"/>
                </a:lnTo>
                <a:lnTo>
                  <a:pt x="669600" y="43309"/>
                </a:lnTo>
                <a:lnTo>
                  <a:pt x="670100" y="41446"/>
                </a:lnTo>
                <a:lnTo>
                  <a:pt x="670620" y="39592"/>
                </a:lnTo>
                <a:lnTo>
                  <a:pt x="671161" y="37748"/>
                </a:lnTo>
                <a:lnTo>
                  <a:pt x="671723" y="35912"/>
                </a:lnTo>
                <a:lnTo>
                  <a:pt x="672306" y="34086"/>
                </a:lnTo>
                <a:lnTo>
                  <a:pt x="672910" y="32268"/>
                </a:lnTo>
                <a:lnTo>
                  <a:pt x="673534" y="30460"/>
                </a:lnTo>
                <a:lnTo>
                  <a:pt x="674180" y="28661"/>
                </a:lnTo>
                <a:lnTo>
                  <a:pt x="674846" y="26870"/>
                </a:lnTo>
                <a:lnTo>
                  <a:pt x="675533" y="25089"/>
                </a:lnTo>
                <a:lnTo>
                  <a:pt x="676241" y="23317"/>
                </a:lnTo>
                <a:lnTo>
                  <a:pt x="676970" y="21554"/>
                </a:lnTo>
                <a:lnTo>
                  <a:pt x="677720" y="19800"/>
                </a:lnTo>
                <a:lnTo>
                  <a:pt x="678491" y="18055"/>
                </a:lnTo>
                <a:lnTo>
                  <a:pt x="679282" y="16319"/>
                </a:lnTo>
                <a:lnTo>
                  <a:pt x="680095" y="14593"/>
                </a:lnTo>
                <a:lnTo>
                  <a:pt x="680928" y="12875"/>
                </a:lnTo>
                <a:lnTo>
                  <a:pt x="681782" y="11166"/>
                </a:lnTo>
                <a:lnTo>
                  <a:pt x="682658" y="9467"/>
                </a:lnTo>
                <a:lnTo>
                  <a:pt x="683553" y="7776"/>
                </a:lnTo>
                <a:lnTo>
                  <a:pt x="684470" y="6095"/>
                </a:lnTo>
                <a:lnTo>
                  <a:pt x="685408" y="4422"/>
                </a:lnTo>
                <a:lnTo>
                  <a:pt x="686366" y="2759"/>
                </a:lnTo>
                <a:lnTo>
                  <a:pt x="672866" y="2759"/>
                </a:lnTo>
                <a:lnTo>
                  <a:pt x="672197" y="3860"/>
                </a:lnTo>
                <a:lnTo>
                  <a:pt x="671536" y="4963"/>
                </a:lnTo>
                <a:lnTo>
                  <a:pt x="670884" y="6068"/>
                </a:lnTo>
                <a:lnTo>
                  <a:pt x="670240" y="7174"/>
                </a:lnTo>
                <a:lnTo>
                  <a:pt x="669604" y="8282"/>
                </a:lnTo>
                <a:lnTo>
                  <a:pt x="668977" y="9392"/>
                </a:lnTo>
                <a:lnTo>
                  <a:pt x="668358" y="10504"/>
                </a:lnTo>
                <a:lnTo>
                  <a:pt x="667748" y="11617"/>
                </a:lnTo>
                <a:lnTo>
                  <a:pt x="667146" y="12732"/>
                </a:lnTo>
                <a:lnTo>
                  <a:pt x="666552" y="13848"/>
                </a:lnTo>
                <a:lnTo>
                  <a:pt x="665967" y="14967"/>
                </a:lnTo>
                <a:lnTo>
                  <a:pt x="665390" y="16087"/>
                </a:lnTo>
                <a:lnTo>
                  <a:pt x="664821" y="17208"/>
                </a:lnTo>
                <a:lnTo>
                  <a:pt x="664261" y="18332"/>
                </a:lnTo>
                <a:lnTo>
                  <a:pt x="663709" y="19457"/>
                </a:lnTo>
                <a:lnTo>
                  <a:pt x="663166" y="20584"/>
                </a:lnTo>
                <a:lnTo>
                  <a:pt x="662631" y="21713"/>
                </a:lnTo>
                <a:lnTo>
                  <a:pt x="662104" y="22843"/>
                </a:lnTo>
                <a:lnTo>
                  <a:pt x="661586" y="23975"/>
                </a:lnTo>
                <a:lnTo>
                  <a:pt x="661076" y="25109"/>
                </a:lnTo>
                <a:lnTo>
                  <a:pt x="660574" y="26244"/>
                </a:lnTo>
                <a:lnTo>
                  <a:pt x="660081" y="27381"/>
                </a:lnTo>
                <a:lnTo>
                  <a:pt x="659596" y="28520"/>
                </a:lnTo>
                <a:lnTo>
                  <a:pt x="659120" y="29661"/>
                </a:lnTo>
                <a:lnTo>
                  <a:pt x="658653" y="30803"/>
                </a:lnTo>
                <a:lnTo>
                  <a:pt x="658195" y="31949"/>
                </a:lnTo>
                <a:lnTo>
                  <a:pt x="657746" y="33096"/>
                </a:lnTo>
                <a:lnTo>
                  <a:pt x="657307" y="34247"/>
                </a:lnTo>
                <a:lnTo>
                  <a:pt x="656877" y="35400"/>
                </a:lnTo>
                <a:lnTo>
                  <a:pt x="656456" y="36555"/>
                </a:lnTo>
                <a:lnTo>
                  <a:pt x="656045" y="37713"/>
                </a:lnTo>
                <a:lnTo>
                  <a:pt x="655644" y="38874"/>
                </a:lnTo>
                <a:lnTo>
                  <a:pt x="655252" y="40037"/>
                </a:lnTo>
                <a:lnTo>
                  <a:pt x="654869" y="41203"/>
                </a:lnTo>
                <a:lnTo>
                  <a:pt x="654495" y="42372"/>
                </a:lnTo>
                <a:lnTo>
                  <a:pt x="654131" y="43542"/>
                </a:lnTo>
                <a:lnTo>
                  <a:pt x="653777" y="44716"/>
                </a:lnTo>
                <a:lnTo>
                  <a:pt x="653432" y="45892"/>
                </a:lnTo>
                <a:lnTo>
                  <a:pt x="653096" y="47071"/>
                </a:lnTo>
                <a:lnTo>
                  <a:pt x="652770" y="48252"/>
                </a:lnTo>
                <a:lnTo>
                  <a:pt x="652453" y="49436"/>
                </a:lnTo>
                <a:lnTo>
                  <a:pt x="652145" y="50622"/>
                </a:lnTo>
                <a:lnTo>
                  <a:pt x="651847" y="51811"/>
                </a:lnTo>
                <a:lnTo>
                  <a:pt x="651558" y="53002"/>
                </a:lnTo>
                <a:lnTo>
                  <a:pt x="651279" y="54196"/>
                </a:lnTo>
                <a:lnTo>
                  <a:pt x="651009" y="55393"/>
                </a:lnTo>
                <a:lnTo>
                  <a:pt x="650749" y="56592"/>
                </a:lnTo>
                <a:lnTo>
                  <a:pt x="650498" y="57794"/>
                </a:lnTo>
                <a:lnTo>
                  <a:pt x="650257" y="58999"/>
                </a:lnTo>
                <a:lnTo>
                  <a:pt x="650026" y="60209"/>
                </a:lnTo>
                <a:lnTo>
                  <a:pt x="649805" y="61424"/>
                </a:lnTo>
                <a:lnTo>
                  <a:pt x="649595" y="62643"/>
                </a:lnTo>
                <a:lnTo>
                  <a:pt x="649394" y="63867"/>
                </a:lnTo>
                <a:lnTo>
                  <a:pt x="649204" y="65095"/>
                </a:lnTo>
                <a:lnTo>
                  <a:pt x="649025" y="66328"/>
                </a:lnTo>
                <a:lnTo>
                  <a:pt x="648855" y="67566"/>
                </a:lnTo>
                <a:lnTo>
                  <a:pt x="648696" y="68808"/>
                </a:lnTo>
                <a:lnTo>
                  <a:pt x="648548" y="70055"/>
                </a:lnTo>
                <a:lnTo>
                  <a:pt x="648409" y="71306"/>
                </a:lnTo>
                <a:lnTo>
                  <a:pt x="648281" y="72563"/>
                </a:lnTo>
                <a:lnTo>
                  <a:pt x="648163" y="73823"/>
                </a:lnTo>
                <a:lnTo>
                  <a:pt x="648055" y="75089"/>
                </a:lnTo>
                <a:lnTo>
                  <a:pt x="647957" y="76359"/>
                </a:lnTo>
                <a:lnTo>
                  <a:pt x="647870" y="77633"/>
                </a:lnTo>
                <a:lnTo>
                  <a:pt x="647793" y="78912"/>
                </a:lnTo>
                <a:lnTo>
                  <a:pt x="647726" y="80196"/>
                </a:lnTo>
                <a:lnTo>
                  <a:pt x="647670" y="81485"/>
                </a:lnTo>
                <a:lnTo>
                  <a:pt x="647624" y="82778"/>
                </a:lnTo>
                <a:lnTo>
                  <a:pt x="647588" y="84076"/>
                </a:lnTo>
                <a:lnTo>
                  <a:pt x="647562" y="85378"/>
                </a:lnTo>
                <a:lnTo>
                  <a:pt x="647547" y="86685"/>
                </a:lnTo>
                <a:lnTo>
                  <a:pt x="647542" y="87996"/>
                </a:lnTo>
                <a:lnTo>
                  <a:pt x="647547" y="89331"/>
                </a:lnTo>
                <a:lnTo>
                  <a:pt x="647562" y="90658"/>
                </a:lnTo>
                <a:lnTo>
                  <a:pt x="647589" y="91977"/>
                </a:lnTo>
                <a:lnTo>
                  <a:pt x="647625" y="93287"/>
                </a:lnTo>
                <a:lnTo>
                  <a:pt x="647672" y="94591"/>
                </a:lnTo>
                <a:lnTo>
                  <a:pt x="647729" y="95886"/>
                </a:lnTo>
                <a:lnTo>
                  <a:pt x="647797" y="97173"/>
                </a:lnTo>
                <a:lnTo>
                  <a:pt x="647876" y="98453"/>
                </a:lnTo>
                <a:lnTo>
                  <a:pt x="647964" y="99724"/>
                </a:lnTo>
                <a:lnTo>
                  <a:pt x="648063" y="100988"/>
                </a:lnTo>
                <a:lnTo>
                  <a:pt x="648173" y="102244"/>
                </a:lnTo>
                <a:lnTo>
                  <a:pt x="648293" y="103492"/>
                </a:lnTo>
                <a:lnTo>
                  <a:pt x="648423" y="104732"/>
                </a:lnTo>
                <a:lnTo>
                  <a:pt x="648564" y="105964"/>
                </a:lnTo>
                <a:lnTo>
                  <a:pt x="648716" y="107189"/>
                </a:lnTo>
                <a:lnTo>
                  <a:pt x="648877" y="108405"/>
                </a:lnTo>
                <a:lnTo>
                  <a:pt x="649050" y="109614"/>
                </a:lnTo>
                <a:lnTo>
                  <a:pt x="649232" y="110815"/>
                </a:lnTo>
                <a:lnTo>
                  <a:pt x="649425" y="112008"/>
                </a:lnTo>
                <a:lnTo>
                  <a:pt x="649629" y="113193"/>
                </a:lnTo>
                <a:lnTo>
                  <a:pt x="649843" y="114370"/>
                </a:lnTo>
                <a:lnTo>
                  <a:pt x="650067" y="115539"/>
                </a:lnTo>
                <a:lnTo>
                  <a:pt x="650302" y="116701"/>
                </a:lnTo>
                <a:lnTo>
                  <a:pt x="650547" y="117854"/>
                </a:lnTo>
                <a:lnTo>
                  <a:pt x="650802" y="119002"/>
                </a:lnTo>
                <a:lnTo>
                  <a:pt x="651066" y="120148"/>
                </a:lnTo>
                <a:lnTo>
                  <a:pt x="651340" y="121290"/>
                </a:lnTo>
                <a:lnTo>
                  <a:pt x="651623" y="122429"/>
                </a:lnTo>
                <a:lnTo>
                  <a:pt x="651915" y="123566"/>
                </a:lnTo>
                <a:lnTo>
                  <a:pt x="652216" y="124700"/>
                </a:lnTo>
                <a:lnTo>
                  <a:pt x="652527" y="125830"/>
                </a:lnTo>
                <a:lnTo>
                  <a:pt x="652846" y="126958"/>
                </a:lnTo>
                <a:lnTo>
                  <a:pt x="653175" y="128083"/>
                </a:lnTo>
                <a:lnTo>
                  <a:pt x="653514" y="129205"/>
                </a:lnTo>
                <a:lnTo>
                  <a:pt x="653861" y="130324"/>
                </a:lnTo>
                <a:lnTo>
                  <a:pt x="654218" y="131440"/>
                </a:lnTo>
                <a:lnTo>
                  <a:pt x="654584" y="132554"/>
                </a:lnTo>
                <a:lnTo>
                  <a:pt x="654959" y="133664"/>
                </a:lnTo>
                <a:lnTo>
                  <a:pt x="655343" y="134771"/>
                </a:lnTo>
                <a:lnTo>
                  <a:pt x="655737" y="135876"/>
                </a:lnTo>
                <a:lnTo>
                  <a:pt x="656140" y="136978"/>
                </a:lnTo>
                <a:lnTo>
                  <a:pt x="656552" y="138076"/>
                </a:lnTo>
                <a:lnTo>
                  <a:pt x="656973" y="139172"/>
                </a:lnTo>
                <a:lnTo>
                  <a:pt x="657404" y="140265"/>
                </a:lnTo>
                <a:lnTo>
                  <a:pt x="657844" y="141355"/>
                </a:lnTo>
                <a:lnTo>
                  <a:pt x="658293" y="142442"/>
                </a:lnTo>
                <a:lnTo>
                  <a:pt x="658751" y="143526"/>
                </a:lnTo>
                <a:lnTo>
                  <a:pt x="659219" y="144608"/>
                </a:lnTo>
                <a:lnTo>
                  <a:pt x="659695" y="145689"/>
                </a:lnTo>
                <a:lnTo>
                  <a:pt x="660179" y="146773"/>
                </a:lnTo>
                <a:lnTo>
                  <a:pt x="660671" y="147860"/>
                </a:lnTo>
                <a:lnTo>
                  <a:pt x="661172" y="148950"/>
                </a:lnTo>
                <a:lnTo>
                  <a:pt x="661680" y="150043"/>
                </a:lnTo>
                <a:lnTo>
                  <a:pt x="662196" y="151139"/>
                </a:lnTo>
                <a:lnTo>
                  <a:pt x="662721" y="152238"/>
                </a:lnTo>
                <a:lnTo>
                  <a:pt x="663253" y="153340"/>
                </a:lnTo>
                <a:lnTo>
                  <a:pt x="663794" y="154444"/>
                </a:lnTo>
                <a:lnTo>
                  <a:pt x="664342" y="155552"/>
                </a:lnTo>
                <a:lnTo>
                  <a:pt x="664899" y="156662"/>
                </a:lnTo>
                <a:lnTo>
                  <a:pt x="665464" y="157775"/>
                </a:lnTo>
                <a:lnTo>
                  <a:pt x="666036" y="158891"/>
                </a:lnTo>
                <a:lnTo>
                  <a:pt x="666617" y="160010"/>
                </a:lnTo>
                <a:lnTo>
                  <a:pt x="667206" y="161133"/>
                </a:lnTo>
                <a:lnTo>
                  <a:pt x="667803" y="162257"/>
                </a:lnTo>
                <a:lnTo>
                  <a:pt x="668407" y="163385"/>
                </a:lnTo>
                <a:lnTo>
                  <a:pt x="669020" y="164516"/>
                </a:lnTo>
                <a:lnTo>
                  <a:pt x="669641" y="165650"/>
                </a:lnTo>
                <a:lnTo>
                  <a:pt x="670270" y="166786"/>
                </a:lnTo>
                <a:lnTo>
                  <a:pt x="670907" y="167926"/>
                </a:lnTo>
                <a:lnTo>
                  <a:pt x="671552" y="169068"/>
                </a:lnTo>
                <a:lnTo>
                  <a:pt x="672205" y="170213"/>
                </a:lnTo>
                <a:lnTo>
                  <a:pt x="672866" y="171361"/>
                </a:lnTo>
                <a:lnTo>
                  <a:pt x="686366" y="171361"/>
                </a:lnTo>
                <a:lnTo>
                  <a:pt x="685527" y="169894"/>
                </a:lnTo>
                <a:lnTo>
                  <a:pt x="684701" y="168415"/>
                </a:lnTo>
                <a:lnTo>
                  <a:pt x="683888" y="166924"/>
                </a:lnTo>
                <a:close/>
                <a:moveTo>
                  <a:pt x="827359" y="168030"/>
                </a:moveTo>
                <a:lnTo>
                  <a:pt x="828011" y="166916"/>
                </a:lnTo>
                <a:lnTo>
                  <a:pt x="828653" y="165801"/>
                </a:lnTo>
                <a:lnTo>
                  <a:pt x="829286" y="164685"/>
                </a:lnTo>
                <a:lnTo>
                  <a:pt x="829911" y="163568"/>
                </a:lnTo>
                <a:lnTo>
                  <a:pt x="830527" y="162449"/>
                </a:lnTo>
                <a:lnTo>
                  <a:pt x="831135" y="161329"/>
                </a:lnTo>
                <a:lnTo>
                  <a:pt x="831733" y="160207"/>
                </a:lnTo>
                <a:lnTo>
                  <a:pt x="832323" y="159084"/>
                </a:lnTo>
                <a:lnTo>
                  <a:pt x="832905" y="157960"/>
                </a:lnTo>
                <a:lnTo>
                  <a:pt x="833477" y="156834"/>
                </a:lnTo>
                <a:lnTo>
                  <a:pt x="834041" y="155707"/>
                </a:lnTo>
                <a:lnTo>
                  <a:pt x="834596" y="154579"/>
                </a:lnTo>
                <a:lnTo>
                  <a:pt x="835142" y="153449"/>
                </a:lnTo>
                <a:lnTo>
                  <a:pt x="835680" y="152318"/>
                </a:lnTo>
                <a:lnTo>
                  <a:pt x="836209" y="151185"/>
                </a:lnTo>
                <a:lnTo>
                  <a:pt x="836729" y="150051"/>
                </a:lnTo>
                <a:lnTo>
                  <a:pt x="837240" y="148916"/>
                </a:lnTo>
                <a:lnTo>
                  <a:pt x="837743" y="147780"/>
                </a:lnTo>
                <a:lnTo>
                  <a:pt x="838237" y="146642"/>
                </a:lnTo>
                <a:lnTo>
                  <a:pt x="838722" y="145502"/>
                </a:lnTo>
                <a:lnTo>
                  <a:pt x="839199" y="144361"/>
                </a:lnTo>
                <a:lnTo>
                  <a:pt x="839666" y="143219"/>
                </a:lnTo>
                <a:lnTo>
                  <a:pt x="840125" y="142073"/>
                </a:lnTo>
                <a:lnTo>
                  <a:pt x="840574" y="140925"/>
                </a:lnTo>
                <a:lnTo>
                  <a:pt x="841014" y="139774"/>
                </a:lnTo>
                <a:lnTo>
                  <a:pt x="841444" y="138620"/>
                </a:lnTo>
                <a:lnTo>
                  <a:pt x="841866" y="137464"/>
                </a:lnTo>
                <a:lnTo>
                  <a:pt x="842278" y="136304"/>
                </a:lnTo>
                <a:lnTo>
                  <a:pt x="842681" y="135142"/>
                </a:lnTo>
                <a:lnTo>
                  <a:pt x="843074" y="133978"/>
                </a:lnTo>
                <a:lnTo>
                  <a:pt x="843459" y="132810"/>
                </a:lnTo>
                <a:lnTo>
                  <a:pt x="843834" y="131640"/>
                </a:lnTo>
                <a:lnTo>
                  <a:pt x="844200" y="130467"/>
                </a:lnTo>
                <a:lnTo>
                  <a:pt x="844557" y="129292"/>
                </a:lnTo>
                <a:lnTo>
                  <a:pt x="844904" y="128113"/>
                </a:lnTo>
                <a:lnTo>
                  <a:pt x="845242" y="126932"/>
                </a:lnTo>
                <a:lnTo>
                  <a:pt x="845571" y="125748"/>
                </a:lnTo>
                <a:lnTo>
                  <a:pt x="845891" y="124562"/>
                </a:lnTo>
                <a:lnTo>
                  <a:pt x="846201" y="123372"/>
                </a:lnTo>
                <a:lnTo>
                  <a:pt x="846503" y="122180"/>
                </a:lnTo>
                <a:lnTo>
                  <a:pt x="846795" y="120985"/>
                </a:lnTo>
                <a:lnTo>
                  <a:pt x="847078" y="119788"/>
                </a:lnTo>
                <a:lnTo>
                  <a:pt x="847351" y="118588"/>
                </a:lnTo>
                <a:lnTo>
                  <a:pt x="847615" y="117385"/>
                </a:lnTo>
                <a:lnTo>
                  <a:pt x="847870" y="116179"/>
                </a:lnTo>
                <a:lnTo>
                  <a:pt x="848116" y="114970"/>
                </a:lnTo>
                <a:lnTo>
                  <a:pt x="848351" y="113756"/>
                </a:lnTo>
                <a:lnTo>
                  <a:pt x="848575" y="112538"/>
                </a:lnTo>
                <a:lnTo>
                  <a:pt x="848789" y="111315"/>
                </a:lnTo>
                <a:lnTo>
                  <a:pt x="848992" y="110088"/>
                </a:lnTo>
                <a:lnTo>
                  <a:pt x="849185" y="108856"/>
                </a:lnTo>
                <a:lnTo>
                  <a:pt x="849368" y="107620"/>
                </a:lnTo>
                <a:lnTo>
                  <a:pt x="849540" y="106380"/>
                </a:lnTo>
                <a:lnTo>
                  <a:pt x="849702" y="105135"/>
                </a:lnTo>
                <a:lnTo>
                  <a:pt x="849853" y="103885"/>
                </a:lnTo>
                <a:lnTo>
                  <a:pt x="849994" y="102632"/>
                </a:lnTo>
                <a:lnTo>
                  <a:pt x="850125" y="101373"/>
                </a:lnTo>
                <a:lnTo>
                  <a:pt x="850245" y="100111"/>
                </a:lnTo>
                <a:lnTo>
                  <a:pt x="850354" y="98843"/>
                </a:lnTo>
                <a:lnTo>
                  <a:pt x="850453" y="97572"/>
                </a:lnTo>
                <a:lnTo>
                  <a:pt x="850542" y="96296"/>
                </a:lnTo>
                <a:lnTo>
                  <a:pt x="850620" y="95015"/>
                </a:lnTo>
                <a:lnTo>
                  <a:pt x="850688" y="93730"/>
                </a:lnTo>
                <a:lnTo>
                  <a:pt x="850745" y="92441"/>
                </a:lnTo>
                <a:lnTo>
                  <a:pt x="850792" y="91147"/>
                </a:lnTo>
                <a:lnTo>
                  <a:pt x="850829" y="89849"/>
                </a:lnTo>
                <a:lnTo>
                  <a:pt x="850855" y="88546"/>
                </a:lnTo>
                <a:lnTo>
                  <a:pt x="850871" y="87239"/>
                </a:lnTo>
                <a:lnTo>
                  <a:pt x="850876" y="85927"/>
                </a:lnTo>
                <a:lnTo>
                  <a:pt x="850871" y="84593"/>
                </a:lnTo>
                <a:lnTo>
                  <a:pt x="850855" y="83266"/>
                </a:lnTo>
                <a:lnTo>
                  <a:pt x="850829" y="81947"/>
                </a:lnTo>
                <a:lnTo>
                  <a:pt x="850792" y="80636"/>
                </a:lnTo>
                <a:lnTo>
                  <a:pt x="850745" y="79333"/>
                </a:lnTo>
                <a:lnTo>
                  <a:pt x="850688" y="78038"/>
                </a:lnTo>
                <a:lnTo>
                  <a:pt x="850620" y="76750"/>
                </a:lnTo>
                <a:lnTo>
                  <a:pt x="850542" y="75471"/>
                </a:lnTo>
                <a:lnTo>
                  <a:pt x="850453" y="74199"/>
                </a:lnTo>
                <a:lnTo>
                  <a:pt x="850354" y="72935"/>
                </a:lnTo>
                <a:lnTo>
                  <a:pt x="850245" y="71680"/>
                </a:lnTo>
                <a:lnTo>
                  <a:pt x="850125" y="70432"/>
                </a:lnTo>
                <a:lnTo>
                  <a:pt x="849994" y="69191"/>
                </a:lnTo>
                <a:lnTo>
                  <a:pt x="849853" y="67959"/>
                </a:lnTo>
                <a:lnTo>
                  <a:pt x="849702" y="66735"/>
                </a:lnTo>
                <a:lnTo>
                  <a:pt x="849540" y="65518"/>
                </a:lnTo>
                <a:lnTo>
                  <a:pt x="849368" y="64310"/>
                </a:lnTo>
                <a:lnTo>
                  <a:pt x="849185" y="63109"/>
                </a:lnTo>
                <a:lnTo>
                  <a:pt x="848992" y="61916"/>
                </a:lnTo>
                <a:lnTo>
                  <a:pt x="848789" y="60731"/>
                </a:lnTo>
                <a:lnTo>
                  <a:pt x="848575" y="59554"/>
                </a:lnTo>
                <a:lnTo>
                  <a:pt x="848351" y="58384"/>
                </a:lnTo>
                <a:lnTo>
                  <a:pt x="848116" y="57223"/>
                </a:lnTo>
                <a:lnTo>
                  <a:pt x="847870" y="56069"/>
                </a:lnTo>
                <a:lnTo>
                  <a:pt x="847615" y="54921"/>
                </a:lnTo>
                <a:lnTo>
                  <a:pt x="847351" y="53776"/>
                </a:lnTo>
                <a:lnTo>
                  <a:pt x="847077" y="52634"/>
                </a:lnTo>
                <a:lnTo>
                  <a:pt x="846793" y="51494"/>
                </a:lnTo>
                <a:lnTo>
                  <a:pt x="846501" y="50358"/>
                </a:lnTo>
                <a:lnTo>
                  <a:pt x="846198" y="49224"/>
                </a:lnTo>
                <a:lnTo>
                  <a:pt x="845887" y="48093"/>
                </a:lnTo>
                <a:lnTo>
                  <a:pt x="845566" y="46965"/>
                </a:lnTo>
                <a:lnTo>
                  <a:pt x="845235" y="45840"/>
                </a:lnTo>
                <a:lnTo>
                  <a:pt x="844895" y="44718"/>
                </a:lnTo>
                <a:lnTo>
                  <a:pt x="844546" y="43599"/>
                </a:lnTo>
                <a:lnTo>
                  <a:pt x="844188" y="42483"/>
                </a:lnTo>
                <a:lnTo>
                  <a:pt x="843819" y="41370"/>
                </a:lnTo>
                <a:lnTo>
                  <a:pt x="843442" y="40259"/>
                </a:lnTo>
                <a:lnTo>
                  <a:pt x="843055" y="39152"/>
                </a:lnTo>
                <a:lnTo>
                  <a:pt x="842659" y="38047"/>
                </a:lnTo>
                <a:lnTo>
                  <a:pt x="842253" y="36946"/>
                </a:lnTo>
                <a:lnTo>
                  <a:pt x="841838" y="35847"/>
                </a:lnTo>
                <a:lnTo>
                  <a:pt x="841413" y="34751"/>
                </a:lnTo>
                <a:lnTo>
                  <a:pt x="840979" y="33658"/>
                </a:lnTo>
                <a:lnTo>
                  <a:pt x="840536" y="32568"/>
                </a:lnTo>
                <a:lnTo>
                  <a:pt x="840083" y="31481"/>
                </a:lnTo>
                <a:lnTo>
                  <a:pt x="839621" y="30397"/>
                </a:lnTo>
                <a:lnTo>
                  <a:pt x="839150" y="29316"/>
                </a:lnTo>
                <a:lnTo>
                  <a:pt x="838669" y="28235"/>
                </a:lnTo>
                <a:lnTo>
                  <a:pt x="838181" y="27152"/>
                </a:lnTo>
                <a:lnTo>
                  <a:pt x="837684" y="26066"/>
                </a:lnTo>
                <a:lnTo>
                  <a:pt x="837179" y="24979"/>
                </a:lnTo>
                <a:lnTo>
                  <a:pt x="836666" y="23889"/>
                </a:lnTo>
                <a:lnTo>
                  <a:pt x="836144" y="22797"/>
                </a:lnTo>
                <a:lnTo>
                  <a:pt x="835615" y="21702"/>
                </a:lnTo>
                <a:lnTo>
                  <a:pt x="835077" y="20606"/>
                </a:lnTo>
                <a:lnTo>
                  <a:pt x="834531" y="19507"/>
                </a:lnTo>
                <a:lnTo>
                  <a:pt x="833976" y="18406"/>
                </a:lnTo>
                <a:lnTo>
                  <a:pt x="833414" y="17303"/>
                </a:lnTo>
                <a:lnTo>
                  <a:pt x="832843" y="16198"/>
                </a:lnTo>
                <a:lnTo>
                  <a:pt x="832264" y="15090"/>
                </a:lnTo>
                <a:lnTo>
                  <a:pt x="831677" y="13980"/>
                </a:lnTo>
                <a:lnTo>
                  <a:pt x="831082" y="12868"/>
                </a:lnTo>
                <a:lnTo>
                  <a:pt x="830478" y="11754"/>
                </a:lnTo>
                <a:lnTo>
                  <a:pt x="829866" y="10637"/>
                </a:lnTo>
                <a:lnTo>
                  <a:pt x="829246" y="9518"/>
                </a:lnTo>
                <a:lnTo>
                  <a:pt x="828618" y="8397"/>
                </a:lnTo>
                <a:lnTo>
                  <a:pt x="827982" y="7274"/>
                </a:lnTo>
                <a:lnTo>
                  <a:pt x="827337" y="6149"/>
                </a:lnTo>
                <a:lnTo>
                  <a:pt x="826684" y="5021"/>
                </a:lnTo>
                <a:lnTo>
                  <a:pt x="826023" y="3891"/>
                </a:lnTo>
                <a:lnTo>
                  <a:pt x="825354" y="2759"/>
                </a:lnTo>
                <a:lnTo>
                  <a:pt x="811953" y="2759"/>
                </a:lnTo>
                <a:lnTo>
                  <a:pt x="812792" y="4226"/>
                </a:lnTo>
                <a:lnTo>
                  <a:pt x="813618" y="5705"/>
                </a:lnTo>
                <a:lnTo>
                  <a:pt x="814431" y="7195"/>
                </a:lnTo>
                <a:lnTo>
                  <a:pt x="815232" y="8696"/>
                </a:lnTo>
                <a:lnTo>
                  <a:pt x="816019" y="10209"/>
                </a:lnTo>
                <a:lnTo>
                  <a:pt x="816793" y="11732"/>
                </a:lnTo>
                <a:lnTo>
                  <a:pt x="817555" y="13268"/>
                </a:lnTo>
                <a:lnTo>
                  <a:pt x="818303" y="14814"/>
                </a:lnTo>
                <a:lnTo>
                  <a:pt x="819038" y="16372"/>
                </a:lnTo>
                <a:lnTo>
                  <a:pt x="819761" y="17940"/>
                </a:lnTo>
                <a:lnTo>
                  <a:pt x="820470" y="19521"/>
                </a:lnTo>
                <a:lnTo>
                  <a:pt x="821166" y="21112"/>
                </a:lnTo>
                <a:lnTo>
                  <a:pt x="821849" y="22715"/>
                </a:lnTo>
                <a:lnTo>
                  <a:pt x="822520" y="24329"/>
                </a:lnTo>
                <a:lnTo>
                  <a:pt x="823177" y="25955"/>
                </a:lnTo>
                <a:lnTo>
                  <a:pt x="823821" y="27591"/>
                </a:lnTo>
                <a:lnTo>
                  <a:pt x="824452" y="29239"/>
                </a:lnTo>
                <a:lnTo>
                  <a:pt x="825071" y="30899"/>
                </a:lnTo>
                <a:lnTo>
                  <a:pt x="825676" y="32569"/>
                </a:lnTo>
                <a:lnTo>
                  <a:pt x="826268" y="34251"/>
                </a:lnTo>
                <a:lnTo>
                  <a:pt x="826848" y="35944"/>
                </a:lnTo>
                <a:lnTo>
                  <a:pt x="827414" y="37649"/>
                </a:lnTo>
                <a:lnTo>
                  <a:pt x="827967" y="39364"/>
                </a:lnTo>
                <a:lnTo>
                  <a:pt x="828507" y="41091"/>
                </a:lnTo>
                <a:lnTo>
                  <a:pt x="829030" y="42824"/>
                </a:lnTo>
                <a:lnTo>
                  <a:pt x="829530" y="44557"/>
                </a:lnTo>
                <a:lnTo>
                  <a:pt x="830009" y="46291"/>
                </a:lnTo>
                <a:lnTo>
                  <a:pt x="830464" y="48025"/>
                </a:lnTo>
                <a:lnTo>
                  <a:pt x="830898" y="49759"/>
                </a:lnTo>
                <a:lnTo>
                  <a:pt x="831310" y="51493"/>
                </a:lnTo>
                <a:lnTo>
                  <a:pt x="831699" y="53228"/>
                </a:lnTo>
                <a:lnTo>
                  <a:pt x="832066" y="54964"/>
                </a:lnTo>
                <a:lnTo>
                  <a:pt x="832410" y="56699"/>
                </a:lnTo>
                <a:lnTo>
                  <a:pt x="832733" y="58435"/>
                </a:lnTo>
                <a:lnTo>
                  <a:pt x="833033" y="60171"/>
                </a:lnTo>
                <a:lnTo>
                  <a:pt x="833311" y="61908"/>
                </a:lnTo>
                <a:lnTo>
                  <a:pt x="833567" y="63645"/>
                </a:lnTo>
                <a:lnTo>
                  <a:pt x="833800" y="65382"/>
                </a:lnTo>
                <a:lnTo>
                  <a:pt x="834012" y="67120"/>
                </a:lnTo>
                <a:lnTo>
                  <a:pt x="834201" y="68858"/>
                </a:lnTo>
                <a:lnTo>
                  <a:pt x="834368" y="70596"/>
                </a:lnTo>
                <a:lnTo>
                  <a:pt x="834512" y="72335"/>
                </a:lnTo>
                <a:lnTo>
                  <a:pt x="834634" y="74074"/>
                </a:lnTo>
                <a:lnTo>
                  <a:pt x="834735" y="75813"/>
                </a:lnTo>
                <a:lnTo>
                  <a:pt x="834812" y="77553"/>
                </a:lnTo>
                <a:lnTo>
                  <a:pt x="834868" y="79293"/>
                </a:lnTo>
                <a:lnTo>
                  <a:pt x="834901" y="81033"/>
                </a:lnTo>
                <a:lnTo>
                  <a:pt x="834912" y="82774"/>
                </a:lnTo>
                <a:lnTo>
                  <a:pt x="834903" y="84735"/>
                </a:lnTo>
                <a:lnTo>
                  <a:pt x="834873" y="86692"/>
                </a:lnTo>
                <a:lnTo>
                  <a:pt x="834825" y="88645"/>
                </a:lnTo>
                <a:lnTo>
                  <a:pt x="834756" y="90595"/>
                </a:lnTo>
                <a:lnTo>
                  <a:pt x="834669" y="92542"/>
                </a:lnTo>
                <a:lnTo>
                  <a:pt x="834561" y="94485"/>
                </a:lnTo>
                <a:lnTo>
                  <a:pt x="834435" y="96424"/>
                </a:lnTo>
                <a:lnTo>
                  <a:pt x="834288" y="98360"/>
                </a:lnTo>
                <a:lnTo>
                  <a:pt x="834123" y="100292"/>
                </a:lnTo>
                <a:lnTo>
                  <a:pt x="833937" y="102220"/>
                </a:lnTo>
                <a:lnTo>
                  <a:pt x="833733" y="104145"/>
                </a:lnTo>
                <a:lnTo>
                  <a:pt x="833508" y="106066"/>
                </a:lnTo>
                <a:lnTo>
                  <a:pt x="833264" y="107984"/>
                </a:lnTo>
                <a:lnTo>
                  <a:pt x="833001" y="109898"/>
                </a:lnTo>
                <a:lnTo>
                  <a:pt x="832718" y="111809"/>
                </a:lnTo>
                <a:lnTo>
                  <a:pt x="832416" y="113715"/>
                </a:lnTo>
                <a:lnTo>
                  <a:pt x="832094" y="115619"/>
                </a:lnTo>
                <a:lnTo>
                  <a:pt x="831753" y="117518"/>
                </a:lnTo>
                <a:lnTo>
                  <a:pt x="831392" y="119415"/>
                </a:lnTo>
                <a:lnTo>
                  <a:pt x="831012" y="121307"/>
                </a:lnTo>
                <a:lnTo>
                  <a:pt x="830612" y="123196"/>
                </a:lnTo>
                <a:lnTo>
                  <a:pt x="830193" y="125081"/>
                </a:lnTo>
                <a:lnTo>
                  <a:pt x="829754" y="126963"/>
                </a:lnTo>
                <a:lnTo>
                  <a:pt x="829296" y="128841"/>
                </a:lnTo>
                <a:lnTo>
                  <a:pt x="828817" y="130713"/>
                </a:lnTo>
                <a:lnTo>
                  <a:pt x="828317" y="132577"/>
                </a:lnTo>
                <a:lnTo>
                  <a:pt x="827796" y="134431"/>
                </a:lnTo>
                <a:lnTo>
                  <a:pt x="827254" y="136277"/>
                </a:lnTo>
                <a:lnTo>
                  <a:pt x="826690" y="138114"/>
                </a:lnTo>
                <a:lnTo>
                  <a:pt x="826105" y="139943"/>
                </a:lnTo>
                <a:lnTo>
                  <a:pt x="825499" y="141762"/>
                </a:lnTo>
                <a:lnTo>
                  <a:pt x="824872" y="143573"/>
                </a:lnTo>
                <a:lnTo>
                  <a:pt x="824224" y="145375"/>
                </a:lnTo>
                <a:lnTo>
                  <a:pt x="823554" y="147169"/>
                </a:lnTo>
                <a:lnTo>
                  <a:pt x="822863" y="148954"/>
                </a:lnTo>
                <a:lnTo>
                  <a:pt x="822151" y="150730"/>
                </a:lnTo>
                <a:lnTo>
                  <a:pt x="821418" y="152497"/>
                </a:lnTo>
                <a:lnTo>
                  <a:pt x="820664" y="154255"/>
                </a:lnTo>
                <a:lnTo>
                  <a:pt x="819888" y="156005"/>
                </a:lnTo>
                <a:lnTo>
                  <a:pt x="819091" y="157746"/>
                </a:lnTo>
                <a:lnTo>
                  <a:pt x="818273" y="159479"/>
                </a:lnTo>
                <a:lnTo>
                  <a:pt x="817434" y="161203"/>
                </a:lnTo>
                <a:lnTo>
                  <a:pt x="816573" y="162918"/>
                </a:lnTo>
                <a:lnTo>
                  <a:pt x="815692" y="164624"/>
                </a:lnTo>
                <a:lnTo>
                  <a:pt x="814789" y="166321"/>
                </a:lnTo>
                <a:lnTo>
                  <a:pt x="813865" y="168010"/>
                </a:lnTo>
                <a:lnTo>
                  <a:pt x="812919" y="169690"/>
                </a:lnTo>
                <a:lnTo>
                  <a:pt x="811953" y="171361"/>
                </a:lnTo>
                <a:lnTo>
                  <a:pt x="825354" y="171361"/>
                </a:lnTo>
                <a:lnTo>
                  <a:pt x="826031" y="170252"/>
                </a:lnTo>
                <a:lnTo>
                  <a:pt x="826700" y="169142"/>
                </a:lnTo>
                <a:lnTo>
                  <a:pt x="827359" y="168030"/>
                </a:lnTo>
                <a:close/>
                <a:moveTo>
                  <a:pt x="930035" y="136083"/>
                </a:moveTo>
                <a:lnTo>
                  <a:pt x="930457" y="136026"/>
                </a:lnTo>
                <a:lnTo>
                  <a:pt x="930873" y="135958"/>
                </a:lnTo>
                <a:lnTo>
                  <a:pt x="931283" y="135877"/>
                </a:lnTo>
                <a:lnTo>
                  <a:pt x="931686" y="135783"/>
                </a:lnTo>
                <a:lnTo>
                  <a:pt x="932082" y="135677"/>
                </a:lnTo>
                <a:lnTo>
                  <a:pt x="932472" y="135558"/>
                </a:lnTo>
                <a:lnTo>
                  <a:pt x="932855" y="135427"/>
                </a:lnTo>
                <a:lnTo>
                  <a:pt x="933232" y="135283"/>
                </a:lnTo>
                <a:lnTo>
                  <a:pt x="933602" y="135127"/>
                </a:lnTo>
                <a:lnTo>
                  <a:pt x="933966" y="134959"/>
                </a:lnTo>
                <a:lnTo>
                  <a:pt x="934324" y="134778"/>
                </a:lnTo>
                <a:lnTo>
                  <a:pt x="934675" y="134584"/>
                </a:lnTo>
                <a:lnTo>
                  <a:pt x="935019" y="134378"/>
                </a:lnTo>
                <a:lnTo>
                  <a:pt x="935357" y="134159"/>
                </a:lnTo>
                <a:lnTo>
                  <a:pt x="935688" y="133928"/>
                </a:lnTo>
                <a:lnTo>
                  <a:pt x="936013" y="133685"/>
                </a:lnTo>
                <a:lnTo>
                  <a:pt x="936331" y="133429"/>
                </a:lnTo>
                <a:lnTo>
                  <a:pt x="936643" y="133160"/>
                </a:lnTo>
                <a:lnTo>
                  <a:pt x="936949" y="132879"/>
                </a:lnTo>
                <a:lnTo>
                  <a:pt x="937248" y="132586"/>
                </a:lnTo>
                <a:lnTo>
                  <a:pt x="937537" y="132283"/>
                </a:lnTo>
                <a:lnTo>
                  <a:pt x="937814" y="131975"/>
                </a:lnTo>
                <a:lnTo>
                  <a:pt x="938079" y="131661"/>
                </a:lnTo>
                <a:lnTo>
                  <a:pt x="938332" y="131342"/>
                </a:lnTo>
                <a:lnTo>
                  <a:pt x="938572" y="131017"/>
                </a:lnTo>
                <a:lnTo>
                  <a:pt x="938800" y="130686"/>
                </a:lnTo>
                <a:lnTo>
                  <a:pt x="939015" y="130349"/>
                </a:lnTo>
                <a:lnTo>
                  <a:pt x="939218" y="130007"/>
                </a:lnTo>
                <a:lnTo>
                  <a:pt x="939409" y="129660"/>
                </a:lnTo>
                <a:lnTo>
                  <a:pt x="939588" y="129306"/>
                </a:lnTo>
                <a:lnTo>
                  <a:pt x="939754" y="128947"/>
                </a:lnTo>
                <a:lnTo>
                  <a:pt x="939908" y="128583"/>
                </a:lnTo>
                <a:lnTo>
                  <a:pt x="940050" y="128212"/>
                </a:lnTo>
                <a:lnTo>
                  <a:pt x="940179" y="127836"/>
                </a:lnTo>
                <a:lnTo>
                  <a:pt x="940296" y="127455"/>
                </a:lnTo>
                <a:lnTo>
                  <a:pt x="940401" y="127068"/>
                </a:lnTo>
                <a:lnTo>
                  <a:pt x="940493" y="126675"/>
                </a:lnTo>
                <a:lnTo>
                  <a:pt x="940573" y="126276"/>
                </a:lnTo>
                <a:lnTo>
                  <a:pt x="940641" y="125872"/>
                </a:lnTo>
                <a:lnTo>
                  <a:pt x="940697" y="125462"/>
                </a:lnTo>
                <a:lnTo>
                  <a:pt x="940740" y="125047"/>
                </a:lnTo>
                <a:lnTo>
                  <a:pt x="940770" y="124626"/>
                </a:lnTo>
                <a:lnTo>
                  <a:pt x="940789" y="124199"/>
                </a:lnTo>
                <a:lnTo>
                  <a:pt x="940795" y="123767"/>
                </a:lnTo>
                <a:lnTo>
                  <a:pt x="940789" y="123318"/>
                </a:lnTo>
                <a:lnTo>
                  <a:pt x="940770" y="122877"/>
                </a:lnTo>
                <a:lnTo>
                  <a:pt x="940740" y="122442"/>
                </a:lnTo>
                <a:lnTo>
                  <a:pt x="940697" y="122013"/>
                </a:lnTo>
                <a:lnTo>
                  <a:pt x="940641" y="121592"/>
                </a:lnTo>
                <a:lnTo>
                  <a:pt x="940573" y="121177"/>
                </a:lnTo>
                <a:lnTo>
                  <a:pt x="940493" y="120768"/>
                </a:lnTo>
                <a:lnTo>
                  <a:pt x="940401" y="120367"/>
                </a:lnTo>
                <a:lnTo>
                  <a:pt x="940296" y="119972"/>
                </a:lnTo>
                <a:lnTo>
                  <a:pt x="940179" y="119584"/>
                </a:lnTo>
                <a:lnTo>
                  <a:pt x="940050" y="119202"/>
                </a:lnTo>
                <a:lnTo>
                  <a:pt x="939908" y="118827"/>
                </a:lnTo>
                <a:lnTo>
                  <a:pt x="939754" y="118459"/>
                </a:lnTo>
                <a:lnTo>
                  <a:pt x="939588" y="118097"/>
                </a:lnTo>
                <a:lnTo>
                  <a:pt x="939409" y="117742"/>
                </a:lnTo>
                <a:lnTo>
                  <a:pt x="939218" y="117394"/>
                </a:lnTo>
                <a:lnTo>
                  <a:pt x="939015" y="117053"/>
                </a:lnTo>
                <a:lnTo>
                  <a:pt x="938800" y="116718"/>
                </a:lnTo>
                <a:lnTo>
                  <a:pt x="938572" y="116390"/>
                </a:lnTo>
                <a:lnTo>
                  <a:pt x="938332" y="116068"/>
                </a:lnTo>
                <a:lnTo>
                  <a:pt x="938079" y="115753"/>
                </a:lnTo>
                <a:lnTo>
                  <a:pt x="937814" y="115445"/>
                </a:lnTo>
                <a:lnTo>
                  <a:pt x="937537" y="115143"/>
                </a:lnTo>
                <a:lnTo>
                  <a:pt x="937248" y="114849"/>
                </a:lnTo>
                <a:lnTo>
                  <a:pt x="936949" y="114563"/>
                </a:lnTo>
                <a:lnTo>
                  <a:pt x="936643" y="114290"/>
                </a:lnTo>
                <a:lnTo>
                  <a:pt x="936331" y="114029"/>
                </a:lnTo>
                <a:lnTo>
                  <a:pt x="936013" y="113780"/>
                </a:lnTo>
                <a:lnTo>
                  <a:pt x="935688" y="113543"/>
                </a:lnTo>
                <a:lnTo>
                  <a:pt x="935357" y="113318"/>
                </a:lnTo>
                <a:lnTo>
                  <a:pt x="935019" y="113106"/>
                </a:lnTo>
                <a:lnTo>
                  <a:pt x="934675" y="112905"/>
                </a:lnTo>
                <a:lnTo>
                  <a:pt x="934324" y="112717"/>
                </a:lnTo>
                <a:lnTo>
                  <a:pt x="933966" y="112541"/>
                </a:lnTo>
                <a:lnTo>
                  <a:pt x="933602" y="112377"/>
                </a:lnTo>
                <a:lnTo>
                  <a:pt x="933232" y="112225"/>
                </a:lnTo>
                <a:lnTo>
                  <a:pt x="932855" y="112085"/>
                </a:lnTo>
                <a:lnTo>
                  <a:pt x="932472" y="111958"/>
                </a:lnTo>
                <a:lnTo>
                  <a:pt x="932082" y="111842"/>
                </a:lnTo>
                <a:lnTo>
                  <a:pt x="931686" y="111739"/>
                </a:lnTo>
                <a:lnTo>
                  <a:pt x="931283" y="111648"/>
                </a:lnTo>
                <a:lnTo>
                  <a:pt x="930873" y="111569"/>
                </a:lnTo>
                <a:lnTo>
                  <a:pt x="930457" y="111502"/>
                </a:lnTo>
                <a:lnTo>
                  <a:pt x="930035" y="111448"/>
                </a:lnTo>
                <a:lnTo>
                  <a:pt x="929606" y="111405"/>
                </a:lnTo>
                <a:lnTo>
                  <a:pt x="929171" y="111375"/>
                </a:lnTo>
                <a:lnTo>
                  <a:pt x="928729" y="111357"/>
                </a:lnTo>
                <a:lnTo>
                  <a:pt x="928280" y="111350"/>
                </a:lnTo>
                <a:lnTo>
                  <a:pt x="927824" y="111357"/>
                </a:lnTo>
                <a:lnTo>
                  <a:pt x="927374" y="111375"/>
                </a:lnTo>
                <a:lnTo>
                  <a:pt x="926930" y="111405"/>
                </a:lnTo>
                <a:lnTo>
                  <a:pt x="926493" y="111448"/>
                </a:lnTo>
                <a:lnTo>
                  <a:pt x="926062" y="111502"/>
                </a:lnTo>
                <a:lnTo>
                  <a:pt x="925638" y="111569"/>
                </a:lnTo>
                <a:lnTo>
                  <a:pt x="925221" y="111648"/>
                </a:lnTo>
                <a:lnTo>
                  <a:pt x="924810" y="111739"/>
                </a:lnTo>
                <a:lnTo>
                  <a:pt x="924405" y="111842"/>
                </a:lnTo>
                <a:lnTo>
                  <a:pt x="924007" y="111958"/>
                </a:lnTo>
                <a:lnTo>
                  <a:pt x="923615" y="112085"/>
                </a:lnTo>
                <a:lnTo>
                  <a:pt x="923230" y="112225"/>
                </a:lnTo>
                <a:lnTo>
                  <a:pt x="922852" y="112377"/>
                </a:lnTo>
                <a:lnTo>
                  <a:pt x="922480" y="112541"/>
                </a:lnTo>
                <a:lnTo>
                  <a:pt x="922114" y="112717"/>
                </a:lnTo>
                <a:lnTo>
                  <a:pt x="921755" y="112905"/>
                </a:lnTo>
                <a:lnTo>
                  <a:pt x="921402" y="113106"/>
                </a:lnTo>
                <a:lnTo>
                  <a:pt x="921056" y="113318"/>
                </a:lnTo>
                <a:lnTo>
                  <a:pt x="920717" y="113543"/>
                </a:lnTo>
                <a:lnTo>
                  <a:pt x="920384" y="113780"/>
                </a:lnTo>
                <a:lnTo>
                  <a:pt x="920057" y="114029"/>
                </a:lnTo>
                <a:lnTo>
                  <a:pt x="919737" y="114290"/>
                </a:lnTo>
                <a:lnTo>
                  <a:pt x="919423" y="114563"/>
                </a:lnTo>
                <a:lnTo>
                  <a:pt x="919116" y="114849"/>
                </a:lnTo>
                <a:lnTo>
                  <a:pt x="918819" y="115143"/>
                </a:lnTo>
                <a:lnTo>
                  <a:pt x="918534" y="115445"/>
                </a:lnTo>
                <a:lnTo>
                  <a:pt x="918262" y="115753"/>
                </a:lnTo>
                <a:lnTo>
                  <a:pt x="918002" y="116068"/>
                </a:lnTo>
                <a:lnTo>
                  <a:pt x="917755" y="116390"/>
                </a:lnTo>
                <a:lnTo>
                  <a:pt x="917521" y="116718"/>
                </a:lnTo>
                <a:lnTo>
                  <a:pt x="917300" y="117053"/>
                </a:lnTo>
                <a:lnTo>
                  <a:pt x="917091" y="117394"/>
                </a:lnTo>
                <a:lnTo>
                  <a:pt x="916894" y="117742"/>
                </a:lnTo>
                <a:lnTo>
                  <a:pt x="916711" y="118097"/>
                </a:lnTo>
                <a:lnTo>
                  <a:pt x="916540" y="118459"/>
                </a:lnTo>
                <a:lnTo>
                  <a:pt x="916382" y="118827"/>
                </a:lnTo>
                <a:lnTo>
                  <a:pt x="916236" y="119202"/>
                </a:lnTo>
                <a:lnTo>
                  <a:pt x="916103" y="119584"/>
                </a:lnTo>
                <a:lnTo>
                  <a:pt x="915983" y="119972"/>
                </a:lnTo>
                <a:lnTo>
                  <a:pt x="915875" y="120367"/>
                </a:lnTo>
                <a:lnTo>
                  <a:pt x="915780" y="120768"/>
                </a:lnTo>
                <a:lnTo>
                  <a:pt x="915698" y="121177"/>
                </a:lnTo>
                <a:lnTo>
                  <a:pt x="915628" y="121592"/>
                </a:lnTo>
                <a:lnTo>
                  <a:pt x="915571" y="122013"/>
                </a:lnTo>
                <a:lnTo>
                  <a:pt x="915527" y="122442"/>
                </a:lnTo>
                <a:lnTo>
                  <a:pt x="915496" y="122877"/>
                </a:lnTo>
                <a:lnTo>
                  <a:pt x="915477" y="123318"/>
                </a:lnTo>
                <a:lnTo>
                  <a:pt x="915470" y="123767"/>
                </a:lnTo>
                <a:lnTo>
                  <a:pt x="915477" y="124199"/>
                </a:lnTo>
                <a:lnTo>
                  <a:pt x="915496" y="124626"/>
                </a:lnTo>
                <a:lnTo>
                  <a:pt x="915527" y="125047"/>
                </a:lnTo>
                <a:lnTo>
                  <a:pt x="915571" y="125462"/>
                </a:lnTo>
                <a:lnTo>
                  <a:pt x="915628" y="125872"/>
                </a:lnTo>
                <a:lnTo>
                  <a:pt x="915698" y="126276"/>
                </a:lnTo>
                <a:lnTo>
                  <a:pt x="915780" y="126675"/>
                </a:lnTo>
                <a:lnTo>
                  <a:pt x="915875" y="127068"/>
                </a:lnTo>
                <a:lnTo>
                  <a:pt x="915983" y="127455"/>
                </a:lnTo>
                <a:lnTo>
                  <a:pt x="916103" y="127836"/>
                </a:lnTo>
                <a:lnTo>
                  <a:pt x="916236" y="128212"/>
                </a:lnTo>
                <a:lnTo>
                  <a:pt x="916382" y="128583"/>
                </a:lnTo>
                <a:lnTo>
                  <a:pt x="916540" y="128947"/>
                </a:lnTo>
                <a:lnTo>
                  <a:pt x="916711" y="129306"/>
                </a:lnTo>
                <a:lnTo>
                  <a:pt x="916894" y="129660"/>
                </a:lnTo>
                <a:lnTo>
                  <a:pt x="917091" y="130007"/>
                </a:lnTo>
                <a:lnTo>
                  <a:pt x="917300" y="130349"/>
                </a:lnTo>
                <a:lnTo>
                  <a:pt x="917521" y="130686"/>
                </a:lnTo>
                <a:lnTo>
                  <a:pt x="917755" y="131017"/>
                </a:lnTo>
                <a:lnTo>
                  <a:pt x="918002" y="131342"/>
                </a:lnTo>
                <a:lnTo>
                  <a:pt x="918262" y="131661"/>
                </a:lnTo>
                <a:lnTo>
                  <a:pt x="918534" y="131975"/>
                </a:lnTo>
                <a:lnTo>
                  <a:pt x="918819" y="132283"/>
                </a:lnTo>
                <a:lnTo>
                  <a:pt x="919116" y="132586"/>
                </a:lnTo>
                <a:lnTo>
                  <a:pt x="919423" y="132879"/>
                </a:lnTo>
                <a:lnTo>
                  <a:pt x="919737" y="133160"/>
                </a:lnTo>
                <a:lnTo>
                  <a:pt x="920057" y="133429"/>
                </a:lnTo>
                <a:lnTo>
                  <a:pt x="920384" y="133685"/>
                </a:lnTo>
                <a:lnTo>
                  <a:pt x="920717" y="133928"/>
                </a:lnTo>
                <a:lnTo>
                  <a:pt x="921056" y="134159"/>
                </a:lnTo>
                <a:lnTo>
                  <a:pt x="921402" y="134378"/>
                </a:lnTo>
                <a:lnTo>
                  <a:pt x="921755" y="134584"/>
                </a:lnTo>
                <a:lnTo>
                  <a:pt x="922114" y="134778"/>
                </a:lnTo>
                <a:lnTo>
                  <a:pt x="922480" y="134959"/>
                </a:lnTo>
                <a:lnTo>
                  <a:pt x="922852" y="135127"/>
                </a:lnTo>
                <a:lnTo>
                  <a:pt x="923230" y="135283"/>
                </a:lnTo>
                <a:lnTo>
                  <a:pt x="923615" y="135427"/>
                </a:lnTo>
                <a:lnTo>
                  <a:pt x="924007" y="135558"/>
                </a:lnTo>
                <a:lnTo>
                  <a:pt x="924405" y="135677"/>
                </a:lnTo>
                <a:lnTo>
                  <a:pt x="924810" y="135783"/>
                </a:lnTo>
                <a:lnTo>
                  <a:pt x="925221" y="135877"/>
                </a:lnTo>
                <a:lnTo>
                  <a:pt x="925638" y="135958"/>
                </a:lnTo>
                <a:lnTo>
                  <a:pt x="926062" y="136026"/>
                </a:lnTo>
                <a:lnTo>
                  <a:pt x="926493" y="136083"/>
                </a:lnTo>
                <a:lnTo>
                  <a:pt x="926930" y="136126"/>
                </a:lnTo>
                <a:lnTo>
                  <a:pt x="927374" y="136158"/>
                </a:lnTo>
                <a:lnTo>
                  <a:pt x="927824" y="136176"/>
                </a:lnTo>
                <a:lnTo>
                  <a:pt x="928280" y="136183"/>
                </a:lnTo>
                <a:lnTo>
                  <a:pt x="928729" y="136176"/>
                </a:lnTo>
                <a:lnTo>
                  <a:pt x="929171" y="136158"/>
                </a:lnTo>
                <a:lnTo>
                  <a:pt x="929606" y="136126"/>
                </a:lnTo>
                <a:lnTo>
                  <a:pt x="930035" y="136083"/>
                </a:lnTo>
                <a:close/>
                <a:moveTo>
                  <a:pt x="983838" y="136083"/>
                </a:moveTo>
                <a:lnTo>
                  <a:pt x="984260" y="136026"/>
                </a:lnTo>
                <a:lnTo>
                  <a:pt x="984676" y="135958"/>
                </a:lnTo>
                <a:lnTo>
                  <a:pt x="985086" y="135877"/>
                </a:lnTo>
                <a:lnTo>
                  <a:pt x="985489" y="135783"/>
                </a:lnTo>
                <a:lnTo>
                  <a:pt x="985885" y="135677"/>
                </a:lnTo>
                <a:lnTo>
                  <a:pt x="986275" y="135558"/>
                </a:lnTo>
                <a:lnTo>
                  <a:pt x="986658" y="135427"/>
                </a:lnTo>
                <a:lnTo>
                  <a:pt x="987035" y="135283"/>
                </a:lnTo>
                <a:lnTo>
                  <a:pt x="987405" y="135127"/>
                </a:lnTo>
                <a:lnTo>
                  <a:pt x="987769" y="134959"/>
                </a:lnTo>
                <a:lnTo>
                  <a:pt x="988127" y="134778"/>
                </a:lnTo>
                <a:lnTo>
                  <a:pt x="988478" y="134584"/>
                </a:lnTo>
                <a:lnTo>
                  <a:pt x="988822" y="134378"/>
                </a:lnTo>
                <a:lnTo>
                  <a:pt x="989160" y="134159"/>
                </a:lnTo>
                <a:lnTo>
                  <a:pt x="989491" y="133928"/>
                </a:lnTo>
                <a:lnTo>
                  <a:pt x="989816" y="133685"/>
                </a:lnTo>
                <a:lnTo>
                  <a:pt x="990134" y="133429"/>
                </a:lnTo>
                <a:lnTo>
                  <a:pt x="990446" y="133160"/>
                </a:lnTo>
                <a:lnTo>
                  <a:pt x="990752" y="132879"/>
                </a:lnTo>
                <a:lnTo>
                  <a:pt x="991051" y="132586"/>
                </a:lnTo>
                <a:lnTo>
                  <a:pt x="991340" y="132283"/>
                </a:lnTo>
                <a:lnTo>
                  <a:pt x="991617" y="131975"/>
                </a:lnTo>
                <a:lnTo>
                  <a:pt x="991882" y="131661"/>
                </a:lnTo>
                <a:lnTo>
                  <a:pt x="992134" y="131342"/>
                </a:lnTo>
                <a:lnTo>
                  <a:pt x="992375" y="131017"/>
                </a:lnTo>
                <a:lnTo>
                  <a:pt x="992603" y="130686"/>
                </a:lnTo>
                <a:lnTo>
                  <a:pt x="992818" y="130349"/>
                </a:lnTo>
                <a:lnTo>
                  <a:pt x="993021" y="130007"/>
                </a:lnTo>
                <a:lnTo>
                  <a:pt x="993212" y="129660"/>
                </a:lnTo>
                <a:lnTo>
                  <a:pt x="993391" y="129306"/>
                </a:lnTo>
                <a:lnTo>
                  <a:pt x="993557" y="128947"/>
                </a:lnTo>
                <a:lnTo>
                  <a:pt x="993711" y="128583"/>
                </a:lnTo>
                <a:lnTo>
                  <a:pt x="993853" y="128212"/>
                </a:lnTo>
                <a:lnTo>
                  <a:pt x="993982" y="127836"/>
                </a:lnTo>
                <a:lnTo>
                  <a:pt x="994099" y="127455"/>
                </a:lnTo>
                <a:lnTo>
                  <a:pt x="994204" y="127068"/>
                </a:lnTo>
                <a:lnTo>
                  <a:pt x="994296" y="126675"/>
                </a:lnTo>
                <a:lnTo>
                  <a:pt x="994376" y="126276"/>
                </a:lnTo>
                <a:lnTo>
                  <a:pt x="994444" y="125872"/>
                </a:lnTo>
                <a:lnTo>
                  <a:pt x="994499" y="125462"/>
                </a:lnTo>
                <a:lnTo>
                  <a:pt x="994543" y="125047"/>
                </a:lnTo>
                <a:lnTo>
                  <a:pt x="994573" y="124626"/>
                </a:lnTo>
                <a:lnTo>
                  <a:pt x="994592" y="124199"/>
                </a:lnTo>
                <a:lnTo>
                  <a:pt x="994598" y="123767"/>
                </a:lnTo>
                <a:lnTo>
                  <a:pt x="994592" y="123318"/>
                </a:lnTo>
                <a:lnTo>
                  <a:pt x="994573" y="122877"/>
                </a:lnTo>
                <a:lnTo>
                  <a:pt x="994543" y="122442"/>
                </a:lnTo>
                <a:lnTo>
                  <a:pt x="994499" y="122013"/>
                </a:lnTo>
                <a:lnTo>
                  <a:pt x="994444" y="121592"/>
                </a:lnTo>
                <a:lnTo>
                  <a:pt x="994376" y="121177"/>
                </a:lnTo>
                <a:lnTo>
                  <a:pt x="994296" y="120768"/>
                </a:lnTo>
                <a:lnTo>
                  <a:pt x="994204" y="120367"/>
                </a:lnTo>
                <a:lnTo>
                  <a:pt x="994099" y="119972"/>
                </a:lnTo>
                <a:lnTo>
                  <a:pt x="993982" y="119584"/>
                </a:lnTo>
                <a:lnTo>
                  <a:pt x="993853" y="119202"/>
                </a:lnTo>
                <a:lnTo>
                  <a:pt x="993711" y="118827"/>
                </a:lnTo>
                <a:lnTo>
                  <a:pt x="993557" y="118459"/>
                </a:lnTo>
                <a:lnTo>
                  <a:pt x="993391" y="118097"/>
                </a:lnTo>
                <a:lnTo>
                  <a:pt x="993212" y="117742"/>
                </a:lnTo>
                <a:lnTo>
                  <a:pt x="993021" y="117394"/>
                </a:lnTo>
                <a:lnTo>
                  <a:pt x="992818" y="117053"/>
                </a:lnTo>
                <a:lnTo>
                  <a:pt x="992603" y="116718"/>
                </a:lnTo>
                <a:lnTo>
                  <a:pt x="992375" y="116390"/>
                </a:lnTo>
                <a:lnTo>
                  <a:pt x="992134" y="116068"/>
                </a:lnTo>
                <a:lnTo>
                  <a:pt x="991882" y="115753"/>
                </a:lnTo>
                <a:lnTo>
                  <a:pt x="991617" y="115445"/>
                </a:lnTo>
                <a:lnTo>
                  <a:pt x="991340" y="115143"/>
                </a:lnTo>
                <a:lnTo>
                  <a:pt x="991051" y="114849"/>
                </a:lnTo>
                <a:lnTo>
                  <a:pt x="990752" y="114563"/>
                </a:lnTo>
                <a:lnTo>
                  <a:pt x="990446" y="114290"/>
                </a:lnTo>
                <a:lnTo>
                  <a:pt x="990134" y="114029"/>
                </a:lnTo>
                <a:lnTo>
                  <a:pt x="989816" y="113780"/>
                </a:lnTo>
                <a:lnTo>
                  <a:pt x="989491" y="113543"/>
                </a:lnTo>
                <a:lnTo>
                  <a:pt x="989160" y="113318"/>
                </a:lnTo>
                <a:lnTo>
                  <a:pt x="988822" y="113106"/>
                </a:lnTo>
                <a:lnTo>
                  <a:pt x="988478" y="112905"/>
                </a:lnTo>
                <a:lnTo>
                  <a:pt x="988127" y="112717"/>
                </a:lnTo>
                <a:lnTo>
                  <a:pt x="987769" y="112541"/>
                </a:lnTo>
                <a:lnTo>
                  <a:pt x="987405" y="112377"/>
                </a:lnTo>
                <a:lnTo>
                  <a:pt x="987035" y="112225"/>
                </a:lnTo>
                <a:lnTo>
                  <a:pt x="986658" y="112085"/>
                </a:lnTo>
                <a:lnTo>
                  <a:pt x="986275" y="111958"/>
                </a:lnTo>
                <a:lnTo>
                  <a:pt x="985885" y="111842"/>
                </a:lnTo>
                <a:lnTo>
                  <a:pt x="985489" y="111739"/>
                </a:lnTo>
                <a:lnTo>
                  <a:pt x="985086" y="111648"/>
                </a:lnTo>
                <a:lnTo>
                  <a:pt x="984676" y="111569"/>
                </a:lnTo>
                <a:lnTo>
                  <a:pt x="984260" y="111502"/>
                </a:lnTo>
                <a:lnTo>
                  <a:pt x="983838" y="111448"/>
                </a:lnTo>
                <a:lnTo>
                  <a:pt x="983409" y="111405"/>
                </a:lnTo>
                <a:lnTo>
                  <a:pt x="982974" y="111375"/>
                </a:lnTo>
                <a:lnTo>
                  <a:pt x="982532" y="111357"/>
                </a:lnTo>
                <a:lnTo>
                  <a:pt x="982083" y="111350"/>
                </a:lnTo>
                <a:lnTo>
                  <a:pt x="981627" y="111357"/>
                </a:lnTo>
                <a:lnTo>
                  <a:pt x="981177" y="111375"/>
                </a:lnTo>
                <a:lnTo>
                  <a:pt x="980733" y="111405"/>
                </a:lnTo>
                <a:lnTo>
                  <a:pt x="980296" y="111448"/>
                </a:lnTo>
                <a:lnTo>
                  <a:pt x="979865" y="111502"/>
                </a:lnTo>
                <a:lnTo>
                  <a:pt x="979441" y="111569"/>
                </a:lnTo>
                <a:lnTo>
                  <a:pt x="979024" y="111648"/>
                </a:lnTo>
                <a:lnTo>
                  <a:pt x="978613" y="111739"/>
                </a:lnTo>
                <a:lnTo>
                  <a:pt x="978208" y="111842"/>
                </a:lnTo>
                <a:lnTo>
                  <a:pt x="977810" y="111958"/>
                </a:lnTo>
                <a:lnTo>
                  <a:pt x="977418" y="112085"/>
                </a:lnTo>
                <a:lnTo>
                  <a:pt x="977033" y="112225"/>
                </a:lnTo>
                <a:lnTo>
                  <a:pt x="976655" y="112377"/>
                </a:lnTo>
                <a:lnTo>
                  <a:pt x="976283" y="112541"/>
                </a:lnTo>
                <a:lnTo>
                  <a:pt x="975917" y="112717"/>
                </a:lnTo>
                <a:lnTo>
                  <a:pt x="975558" y="112905"/>
                </a:lnTo>
                <a:lnTo>
                  <a:pt x="975205" y="113106"/>
                </a:lnTo>
                <a:lnTo>
                  <a:pt x="974859" y="113318"/>
                </a:lnTo>
                <a:lnTo>
                  <a:pt x="974520" y="113543"/>
                </a:lnTo>
                <a:lnTo>
                  <a:pt x="974186" y="113780"/>
                </a:lnTo>
                <a:lnTo>
                  <a:pt x="973860" y="114029"/>
                </a:lnTo>
                <a:lnTo>
                  <a:pt x="973540" y="114290"/>
                </a:lnTo>
                <a:lnTo>
                  <a:pt x="973226" y="114563"/>
                </a:lnTo>
                <a:lnTo>
                  <a:pt x="972919" y="114849"/>
                </a:lnTo>
                <a:lnTo>
                  <a:pt x="972622" y="115143"/>
                </a:lnTo>
                <a:lnTo>
                  <a:pt x="972337" y="115445"/>
                </a:lnTo>
                <a:lnTo>
                  <a:pt x="972065" y="115753"/>
                </a:lnTo>
                <a:lnTo>
                  <a:pt x="971805" y="116068"/>
                </a:lnTo>
                <a:lnTo>
                  <a:pt x="971558" y="116390"/>
                </a:lnTo>
                <a:lnTo>
                  <a:pt x="971324" y="116718"/>
                </a:lnTo>
                <a:lnTo>
                  <a:pt x="971102" y="117053"/>
                </a:lnTo>
                <a:lnTo>
                  <a:pt x="970894" y="117394"/>
                </a:lnTo>
                <a:lnTo>
                  <a:pt x="970697" y="117742"/>
                </a:lnTo>
                <a:lnTo>
                  <a:pt x="970514" y="118097"/>
                </a:lnTo>
                <a:lnTo>
                  <a:pt x="970343" y="118459"/>
                </a:lnTo>
                <a:lnTo>
                  <a:pt x="970185" y="118827"/>
                </a:lnTo>
                <a:lnTo>
                  <a:pt x="970039" y="119202"/>
                </a:lnTo>
                <a:lnTo>
                  <a:pt x="969906" y="119584"/>
                </a:lnTo>
                <a:lnTo>
                  <a:pt x="969786" y="119972"/>
                </a:lnTo>
                <a:lnTo>
                  <a:pt x="969678" y="120367"/>
                </a:lnTo>
                <a:lnTo>
                  <a:pt x="969583" y="120768"/>
                </a:lnTo>
                <a:lnTo>
                  <a:pt x="969501" y="121177"/>
                </a:lnTo>
                <a:lnTo>
                  <a:pt x="969431" y="121592"/>
                </a:lnTo>
                <a:lnTo>
                  <a:pt x="969374" y="122013"/>
                </a:lnTo>
                <a:lnTo>
                  <a:pt x="969330" y="122442"/>
                </a:lnTo>
                <a:lnTo>
                  <a:pt x="969298" y="122877"/>
                </a:lnTo>
                <a:lnTo>
                  <a:pt x="969279" y="123318"/>
                </a:lnTo>
                <a:lnTo>
                  <a:pt x="969273" y="123767"/>
                </a:lnTo>
                <a:lnTo>
                  <a:pt x="969279" y="124199"/>
                </a:lnTo>
                <a:lnTo>
                  <a:pt x="969298" y="124626"/>
                </a:lnTo>
                <a:lnTo>
                  <a:pt x="969330" y="125047"/>
                </a:lnTo>
                <a:lnTo>
                  <a:pt x="969374" y="125462"/>
                </a:lnTo>
                <a:lnTo>
                  <a:pt x="969431" y="125872"/>
                </a:lnTo>
                <a:lnTo>
                  <a:pt x="969501" y="126276"/>
                </a:lnTo>
                <a:lnTo>
                  <a:pt x="969583" y="126675"/>
                </a:lnTo>
                <a:lnTo>
                  <a:pt x="969678" y="127068"/>
                </a:lnTo>
                <a:lnTo>
                  <a:pt x="969786" y="127455"/>
                </a:lnTo>
                <a:lnTo>
                  <a:pt x="969906" y="127836"/>
                </a:lnTo>
                <a:lnTo>
                  <a:pt x="970039" y="128212"/>
                </a:lnTo>
                <a:lnTo>
                  <a:pt x="970185" y="128583"/>
                </a:lnTo>
                <a:lnTo>
                  <a:pt x="970343" y="128947"/>
                </a:lnTo>
                <a:lnTo>
                  <a:pt x="970514" y="129306"/>
                </a:lnTo>
                <a:lnTo>
                  <a:pt x="970697" y="129660"/>
                </a:lnTo>
                <a:lnTo>
                  <a:pt x="970894" y="130007"/>
                </a:lnTo>
                <a:lnTo>
                  <a:pt x="971102" y="130349"/>
                </a:lnTo>
                <a:lnTo>
                  <a:pt x="971324" y="130686"/>
                </a:lnTo>
                <a:lnTo>
                  <a:pt x="971558" y="131017"/>
                </a:lnTo>
                <a:lnTo>
                  <a:pt x="971805" y="131342"/>
                </a:lnTo>
                <a:lnTo>
                  <a:pt x="972065" y="131661"/>
                </a:lnTo>
                <a:lnTo>
                  <a:pt x="972337" y="131975"/>
                </a:lnTo>
                <a:lnTo>
                  <a:pt x="972622" y="132283"/>
                </a:lnTo>
                <a:lnTo>
                  <a:pt x="972919" y="132586"/>
                </a:lnTo>
                <a:lnTo>
                  <a:pt x="973226" y="132879"/>
                </a:lnTo>
                <a:lnTo>
                  <a:pt x="973540" y="133160"/>
                </a:lnTo>
                <a:lnTo>
                  <a:pt x="973860" y="133429"/>
                </a:lnTo>
                <a:lnTo>
                  <a:pt x="974186" y="133685"/>
                </a:lnTo>
                <a:lnTo>
                  <a:pt x="974520" y="133928"/>
                </a:lnTo>
                <a:lnTo>
                  <a:pt x="974859" y="134159"/>
                </a:lnTo>
                <a:lnTo>
                  <a:pt x="975205" y="134378"/>
                </a:lnTo>
                <a:lnTo>
                  <a:pt x="975558" y="134584"/>
                </a:lnTo>
                <a:lnTo>
                  <a:pt x="975917" y="134778"/>
                </a:lnTo>
                <a:lnTo>
                  <a:pt x="976283" y="134959"/>
                </a:lnTo>
                <a:lnTo>
                  <a:pt x="976655" y="135127"/>
                </a:lnTo>
                <a:lnTo>
                  <a:pt x="977033" y="135283"/>
                </a:lnTo>
                <a:lnTo>
                  <a:pt x="977418" y="135427"/>
                </a:lnTo>
                <a:lnTo>
                  <a:pt x="977810" y="135558"/>
                </a:lnTo>
                <a:lnTo>
                  <a:pt x="978208" y="135677"/>
                </a:lnTo>
                <a:lnTo>
                  <a:pt x="978613" y="135783"/>
                </a:lnTo>
                <a:lnTo>
                  <a:pt x="979024" y="135877"/>
                </a:lnTo>
                <a:lnTo>
                  <a:pt x="979441" y="135958"/>
                </a:lnTo>
                <a:lnTo>
                  <a:pt x="979865" y="136026"/>
                </a:lnTo>
                <a:lnTo>
                  <a:pt x="980296" y="136083"/>
                </a:lnTo>
                <a:lnTo>
                  <a:pt x="980733" y="136126"/>
                </a:lnTo>
                <a:lnTo>
                  <a:pt x="981177" y="136158"/>
                </a:lnTo>
                <a:lnTo>
                  <a:pt x="981627" y="136176"/>
                </a:lnTo>
                <a:lnTo>
                  <a:pt x="982083" y="136183"/>
                </a:lnTo>
                <a:lnTo>
                  <a:pt x="982532" y="136176"/>
                </a:lnTo>
                <a:lnTo>
                  <a:pt x="982974" y="136158"/>
                </a:lnTo>
                <a:lnTo>
                  <a:pt x="983409" y="136126"/>
                </a:lnTo>
                <a:lnTo>
                  <a:pt x="983838" y="136083"/>
                </a:lnTo>
                <a:close/>
                <a:moveTo>
                  <a:pt x="1037444" y="136083"/>
                </a:moveTo>
                <a:lnTo>
                  <a:pt x="1037866" y="136026"/>
                </a:lnTo>
                <a:lnTo>
                  <a:pt x="1038282" y="135958"/>
                </a:lnTo>
                <a:lnTo>
                  <a:pt x="1038692" y="135877"/>
                </a:lnTo>
                <a:lnTo>
                  <a:pt x="1039094" y="135783"/>
                </a:lnTo>
                <a:lnTo>
                  <a:pt x="1039491" y="135677"/>
                </a:lnTo>
                <a:lnTo>
                  <a:pt x="1039881" y="135558"/>
                </a:lnTo>
                <a:lnTo>
                  <a:pt x="1040264" y="135427"/>
                </a:lnTo>
                <a:lnTo>
                  <a:pt x="1040641" y="135283"/>
                </a:lnTo>
                <a:lnTo>
                  <a:pt x="1041011" y="135127"/>
                </a:lnTo>
                <a:lnTo>
                  <a:pt x="1041375" y="134959"/>
                </a:lnTo>
                <a:lnTo>
                  <a:pt x="1041733" y="134778"/>
                </a:lnTo>
                <a:lnTo>
                  <a:pt x="1042083" y="134584"/>
                </a:lnTo>
                <a:lnTo>
                  <a:pt x="1042428" y="134378"/>
                </a:lnTo>
                <a:lnTo>
                  <a:pt x="1042766" y="134159"/>
                </a:lnTo>
                <a:lnTo>
                  <a:pt x="1043097" y="133928"/>
                </a:lnTo>
                <a:lnTo>
                  <a:pt x="1043422" y="133685"/>
                </a:lnTo>
                <a:lnTo>
                  <a:pt x="1043740" y="133429"/>
                </a:lnTo>
                <a:lnTo>
                  <a:pt x="1044052" y="133160"/>
                </a:lnTo>
                <a:lnTo>
                  <a:pt x="1044358" y="132879"/>
                </a:lnTo>
                <a:lnTo>
                  <a:pt x="1044656" y="132586"/>
                </a:lnTo>
                <a:lnTo>
                  <a:pt x="1044946" y="132283"/>
                </a:lnTo>
                <a:lnTo>
                  <a:pt x="1045223" y="131975"/>
                </a:lnTo>
                <a:lnTo>
                  <a:pt x="1045488" y="131661"/>
                </a:lnTo>
                <a:lnTo>
                  <a:pt x="1045740" y="131342"/>
                </a:lnTo>
                <a:lnTo>
                  <a:pt x="1045981" y="131017"/>
                </a:lnTo>
                <a:lnTo>
                  <a:pt x="1046208" y="130686"/>
                </a:lnTo>
                <a:lnTo>
                  <a:pt x="1046424" y="130349"/>
                </a:lnTo>
                <a:lnTo>
                  <a:pt x="1046627" y="130007"/>
                </a:lnTo>
                <a:lnTo>
                  <a:pt x="1046818" y="129660"/>
                </a:lnTo>
                <a:lnTo>
                  <a:pt x="1046997" y="129306"/>
                </a:lnTo>
                <a:lnTo>
                  <a:pt x="1047163" y="128947"/>
                </a:lnTo>
                <a:lnTo>
                  <a:pt x="1047317" y="128583"/>
                </a:lnTo>
                <a:lnTo>
                  <a:pt x="1047459" y="128212"/>
                </a:lnTo>
                <a:lnTo>
                  <a:pt x="1047588" y="127836"/>
                </a:lnTo>
                <a:lnTo>
                  <a:pt x="1047705" y="127455"/>
                </a:lnTo>
                <a:lnTo>
                  <a:pt x="1047810" y="127068"/>
                </a:lnTo>
                <a:lnTo>
                  <a:pt x="1047902" y="126675"/>
                </a:lnTo>
                <a:lnTo>
                  <a:pt x="1047982" y="126276"/>
                </a:lnTo>
                <a:lnTo>
                  <a:pt x="1048050" y="125872"/>
                </a:lnTo>
                <a:lnTo>
                  <a:pt x="1048105" y="125462"/>
                </a:lnTo>
                <a:lnTo>
                  <a:pt x="1048148" y="125047"/>
                </a:lnTo>
                <a:lnTo>
                  <a:pt x="1048179" y="124626"/>
                </a:lnTo>
                <a:lnTo>
                  <a:pt x="1048198" y="124199"/>
                </a:lnTo>
                <a:lnTo>
                  <a:pt x="1048204" y="123767"/>
                </a:lnTo>
                <a:lnTo>
                  <a:pt x="1048198" y="123318"/>
                </a:lnTo>
                <a:lnTo>
                  <a:pt x="1048179" y="122877"/>
                </a:lnTo>
                <a:lnTo>
                  <a:pt x="1048148" y="122442"/>
                </a:lnTo>
                <a:lnTo>
                  <a:pt x="1048105" y="122013"/>
                </a:lnTo>
                <a:lnTo>
                  <a:pt x="1048050" y="121592"/>
                </a:lnTo>
                <a:lnTo>
                  <a:pt x="1047982" y="121177"/>
                </a:lnTo>
                <a:lnTo>
                  <a:pt x="1047902" y="120768"/>
                </a:lnTo>
                <a:lnTo>
                  <a:pt x="1047810" y="120367"/>
                </a:lnTo>
                <a:lnTo>
                  <a:pt x="1047705" y="119972"/>
                </a:lnTo>
                <a:lnTo>
                  <a:pt x="1047588" y="119584"/>
                </a:lnTo>
                <a:lnTo>
                  <a:pt x="1047459" y="119202"/>
                </a:lnTo>
                <a:lnTo>
                  <a:pt x="1047317" y="118827"/>
                </a:lnTo>
                <a:lnTo>
                  <a:pt x="1047163" y="118459"/>
                </a:lnTo>
                <a:lnTo>
                  <a:pt x="1046997" y="118097"/>
                </a:lnTo>
                <a:lnTo>
                  <a:pt x="1046818" y="117742"/>
                </a:lnTo>
                <a:lnTo>
                  <a:pt x="1046627" y="117394"/>
                </a:lnTo>
                <a:lnTo>
                  <a:pt x="1046424" y="117053"/>
                </a:lnTo>
                <a:lnTo>
                  <a:pt x="1046208" y="116718"/>
                </a:lnTo>
                <a:lnTo>
                  <a:pt x="1045981" y="116390"/>
                </a:lnTo>
                <a:lnTo>
                  <a:pt x="1045740" y="116068"/>
                </a:lnTo>
                <a:lnTo>
                  <a:pt x="1045488" y="115753"/>
                </a:lnTo>
                <a:lnTo>
                  <a:pt x="1045223" y="115445"/>
                </a:lnTo>
                <a:lnTo>
                  <a:pt x="1044946" y="115143"/>
                </a:lnTo>
                <a:lnTo>
                  <a:pt x="1044656" y="114849"/>
                </a:lnTo>
                <a:lnTo>
                  <a:pt x="1044358" y="114563"/>
                </a:lnTo>
                <a:lnTo>
                  <a:pt x="1044052" y="114290"/>
                </a:lnTo>
                <a:lnTo>
                  <a:pt x="1043740" y="114029"/>
                </a:lnTo>
                <a:lnTo>
                  <a:pt x="1043422" y="113780"/>
                </a:lnTo>
                <a:lnTo>
                  <a:pt x="1043097" y="113543"/>
                </a:lnTo>
                <a:lnTo>
                  <a:pt x="1042766" y="113318"/>
                </a:lnTo>
                <a:lnTo>
                  <a:pt x="1042428" y="113106"/>
                </a:lnTo>
                <a:lnTo>
                  <a:pt x="1042083" y="112905"/>
                </a:lnTo>
                <a:lnTo>
                  <a:pt x="1041733" y="112717"/>
                </a:lnTo>
                <a:lnTo>
                  <a:pt x="1041375" y="112541"/>
                </a:lnTo>
                <a:lnTo>
                  <a:pt x="1041011" y="112377"/>
                </a:lnTo>
                <a:lnTo>
                  <a:pt x="1040641" y="112225"/>
                </a:lnTo>
                <a:lnTo>
                  <a:pt x="1040264" y="112085"/>
                </a:lnTo>
                <a:lnTo>
                  <a:pt x="1039881" y="111958"/>
                </a:lnTo>
                <a:lnTo>
                  <a:pt x="1039491" y="111842"/>
                </a:lnTo>
                <a:lnTo>
                  <a:pt x="1039094" y="111739"/>
                </a:lnTo>
                <a:lnTo>
                  <a:pt x="1038692" y="111648"/>
                </a:lnTo>
                <a:lnTo>
                  <a:pt x="1038282" y="111569"/>
                </a:lnTo>
                <a:lnTo>
                  <a:pt x="1037866" y="111502"/>
                </a:lnTo>
                <a:lnTo>
                  <a:pt x="1037444" y="111448"/>
                </a:lnTo>
                <a:lnTo>
                  <a:pt x="1037015" y="111405"/>
                </a:lnTo>
                <a:lnTo>
                  <a:pt x="1036580" y="111375"/>
                </a:lnTo>
                <a:lnTo>
                  <a:pt x="1036138" y="111357"/>
                </a:lnTo>
                <a:lnTo>
                  <a:pt x="1035689" y="111350"/>
                </a:lnTo>
                <a:lnTo>
                  <a:pt x="1035233" y="111357"/>
                </a:lnTo>
                <a:lnTo>
                  <a:pt x="1034783" y="111375"/>
                </a:lnTo>
                <a:lnTo>
                  <a:pt x="1034339" y="111405"/>
                </a:lnTo>
                <a:lnTo>
                  <a:pt x="1033902" y="111448"/>
                </a:lnTo>
                <a:lnTo>
                  <a:pt x="1033471" y="111502"/>
                </a:lnTo>
                <a:lnTo>
                  <a:pt x="1033047" y="111569"/>
                </a:lnTo>
                <a:lnTo>
                  <a:pt x="1032630" y="111648"/>
                </a:lnTo>
                <a:lnTo>
                  <a:pt x="1032218" y="111739"/>
                </a:lnTo>
                <a:lnTo>
                  <a:pt x="1031814" y="111842"/>
                </a:lnTo>
                <a:lnTo>
                  <a:pt x="1031416" y="111958"/>
                </a:lnTo>
                <a:lnTo>
                  <a:pt x="1031024" y="112085"/>
                </a:lnTo>
                <a:lnTo>
                  <a:pt x="1030639" y="112225"/>
                </a:lnTo>
                <a:lnTo>
                  <a:pt x="1030260" y="112377"/>
                </a:lnTo>
                <a:lnTo>
                  <a:pt x="1029888" y="112541"/>
                </a:lnTo>
                <a:lnTo>
                  <a:pt x="1029523" y="112717"/>
                </a:lnTo>
                <a:lnTo>
                  <a:pt x="1029164" y="112905"/>
                </a:lnTo>
                <a:lnTo>
                  <a:pt x="1028811" y="113106"/>
                </a:lnTo>
                <a:lnTo>
                  <a:pt x="1028465" y="113318"/>
                </a:lnTo>
                <a:lnTo>
                  <a:pt x="1028125" y="113543"/>
                </a:lnTo>
                <a:lnTo>
                  <a:pt x="1027792" y="113780"/>
                </a:lnTo>
                <a:lnTo>
                  <a:pt x="1027466" y="114029"/>
                </a:lnTo>
                <a:lnTo>
                  <a:pt x="1027146" y="114290"/>
                </a:lnTo>
                <a:lnTo>
                  <a:pt x="1026832" y="114563"/>
                </a:lnTo>
                <a:lnTo>
                  <a:pt x="1026525" y="114849"/>
                </a:lnTo>
                <a:lnTo>
                  <a:pt x="1026228" y="115143"/>
                </a:lnTo>
                <a:lnTo>
                  <a:pt x="1025943" y="115445"/>
                </a:lnTo>
                <a:lnTo>
                  <a:pt x="1025671" y="115753"/>
                </a:lnTo>
                <a:lnTo>
                  <a:pt x="1025411" y="116068"/>
                </a:lnTo>
                <a:lnTo>
                  <a:pt x="1025164" y="116390"/>
                </a:lnTo>
                <a:lnTo>
                  <a:pt x="1024930" y="116718"/>
                </a:lnTo>
                <a:lnTo>
                  <a:pt x="1024708" y="117053"/>
                </a:lnTo>
                <a:lnTo>
                  <a:pt x="1024499" y="117394"/>
                </a:lnTo>
                <a:lnTo>
                  <a:pt x="1024303" y="117742"/>
                </a:lnTo>
                <a:lnTo>
                  <a:pt x="1024120" y="118097"/>
                </a:lnTo>
                <a:lnTo>
                  <a:pt x="1023949" y="118459"/>
                </a:lnTo>
                <a:lnTo>
                  <a:pt x="1023791" y="118827"/>
                </a:lnTo>
                <a:lnTo>
                  <a:pt x="1023645" y="119202"/>
                </a:lnTo>
                <a:lnTo>
                  <a:pt x="1023512" y="119584"/>
                </a:lnTo>
                <a:lnTo>
                  <a:pt x="1023392" y="119972"/>
                </a:lnTo>
                <a:lnTo>
                  <a:pt x="1023284" y="120367"/>
                </a:lnTo>
                <a:lnTo>
                  <a:pt x="1023189" y="120768"/>
                </a:lnTo>
                <a:lnTo>
                  <a:pt x="1023107" y="121177"/>
                </a:lnTo>
                <a:lnTo>
                  <a:pt x="1023037" y="121592"/>
                </a:lnTo>
                <a:lnTo>
                  <a:pt x="1022980" y="122013"/>
                </a:lnTo>
                <a:lnTo>
                  <a:pt x="1022936" y="122442"/>
                </a:lnTo>
                <a:lnTo>
                  <a:pt x="1022904" y="122877"/>
                </a:lnTo>
                <a:lnTo>
                  <a:pt x="1022885" y="123318"/>
                </a:lnTo>
                <a:lnTo>
                  <a:pt x="1022879" y="123767"/>
                </a:lnTo>
                <a:lnTo>
                  <a:pt x="1022885" y="124199"/>
                </a:lnTo>
                <a:lnTo>
                  <a:pt x="1022904" y="124626"/>
                </a:lnTo>
                <a:lnTo>
                  <a:pt x="1022936" y="125047"/>
                </a:lnTo>
                <a:lnTo>
                  <a:pt x="1022980" y="125462"/>
                </a:lnTo>
                <a:lnTo>
                  <a:pt x="1023037" y="125872"/>
                </a:lnTo>
                <a:lnTo>
                  <a:pt x="1023107" y="126276"/>
                </a:lnTo>
                <a:lnTo>
                  <a:pt x="1023189" y="126675"/>
                </a:lnTo>
                <a:lnTo>
                  <a:pt x="1023284" y="127068"/>
                </a:lnTo>
                <a:lnTo>
                  <a:pt x="1023392" y="127455"/>
                </a:lnTo>
                <a:lnTo>
                  <a:pt x="1023512" y="127836"/>
                </a:lnTo>
                <a:lnTo>
                  <a:pt x="1023645" y="128212"/>
                </a:lnTo>
                <a:lnTo>
                  <a:pt x="1023791" y="128583"/>
                </a:lnTo>
                <a:lnTo>
                  <a:pt x="1023949" y="128947"/>
                </a:lnTo>
                <a:lnTo>
                  <a:pt x="1024120" y="129306"/>
                </a:lnTo>
                <a:lnTo>
                  <a:pt x="1024303" y="129660"/>
                </a:lnTo>
                <a:lnTo>
                  <a:pt x="1024499" y="130007"/>
                </a:lnTo>
                <a:lnTo>
                  <a:pt x="1024708" y="130349"/>
                </a:lnTo>
                <a:lnTo>
                  <a:pt x="1024930" y="130686"/>
                </a:lnTo>
                <a:lnTo>
                  <a:pt x="1025164" y="131017"/>
                </a:lnTo>
                <a:lnTo>
                  <a:pt x="1025411" y="131342"/>
                </a:lnTo>
                <a:lnTo>
                  <a:pt x="1025671" y="131661"/>
                </a:lnTo>
                <a:lnTo>
                  <a:pt x="1025943" y="131975"/>
                </a:lnTo>
                <a:lnTo>
                  <a:pt x="1026228" y="132283"/>
                </a:lnTo>
                <a:lnTo>
                  <a:pt x="1026525" y="132586"/>
                </a:lnTo>
                <a:lnTo>
                  <a:pt x="1026832" y="132879"/>
                </a:lnTo>
                <a:lnTo>
                  <a:pt x="1027146" y="133160"/>
                </a:lnTo>
                <a:lnTo>
                  <a:pt x="1027466" y="133429"/>
                </a:lnTo>
                <a:lnTo>
                  <a:pt x="1027792" y="133685"/>
                </a:lnTo>
                <a:lnTo>
                  <a:pt x="1028125" y="133928"/>
                </a:lnTo>
                <a:lnTo>
                  <a:pt x="1028465" y="134159"/>
                </a:lnTo>
                <a:lnTo>
                  <a:pt x="1028811" y="134378"/>
                </a:lnTo>
                <a:lnTo>
                  <a:pt x="1029164" y="134584"/>
                </a:lnTo>
                <a:lnTo>
                  <a:pt x="1029523" y="134778"/>
                </a:lnTo>
                <a:lnTo>
                  <a:pt x="1029888" y="134959"/>
                </a:lnTo>
                <a:lnTo>
                  <a:pt x="1030260" y="135127"/>
                </a:lnTo>
                <a:lnTo>
                  <a:pt x="1030639" y="135283"/>
                </a:lnTo>
                <a:lnTo>
                  <a:pt x="1031024" y="135427"/>
                </a:lnTo>
                <a:lnTo>
                  <a:pt x="1031416" y="135558"/>
                </a:lnTo>
                <a:lnTo>
                  <a:pt x="1031814" y="135677"/>
                </a:lnTo>
                <a:lnTo>
                  <a:pt x="1032218" y="135783"/>
                </a:lnTo>
                <a:lnTo>
                  <a:pt x="1032630" y="135877"/>
                </a:lnTo>
                <a:lnTo>
                  <a:pt x="1033047" y="135958"/>
                </a:lnTo>
                <a:lnTo>
                  <a:pt x="1033471" y="136026"/>
                </a:lnTo>
                <a:lnTo>
                  <a:pt x="1033902" y="136083"/>
                </a:lnTo>
                <a:lnTo>
                  <a:pt x="1034339" y="136126"/>
                </a:lnTo>
                <a:lnTo>
                  <a:pt x="1034783" y="136158"/>
                </a:lnTo>
                <a:lnTo>
                  <a:pt x="1035233" y="136176"/>
                </a:lnTo>
                <a:lnTo>
                  <a:pt x="1035689" y="136183"/>
                </a:lnTo>
                <a:lnTo>
                  <a:pt x="1036138" y="136176"/>
                </a:lnTo>
                <a:lnTo>
                  <a:pt x="1036580" y="136158"/>
                </a:lnTo>
                <a:lnTo>
                  <a:pt x="1037015" y="136126"/>
                </a:lnTo>
                <a:lnTo>
                  <a:pt x="1037444" y="13608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" name="Text #CodeSolution">
            <a:extLst xmlns:a="http://schemas.openxmlformats.org/drawingml/2006/main">
              <a:ext uri="{FF2B5EF4-FFF2-40B4-BE49-F238E27FC236}">
                <a16:creationId xmlns:a16="http://schemas.microsoft.com/office/drawing/2014/main" id="{63312602-1F11-4E67-92A0-7832C55EC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884" y="3433492"/>
            <a:ext cx="1435685" cy="137311"/>
          </a:xfrm>
          <a:custGeom xmlns:a="http://schemas.openxmlformats.org/drawingml/2006/main">
            <a:pathLst>
              <a:path w="1435685" h="137311">
                <a:moveTo>
                  <a:pt x="13711" y="135535"/>
                </a:moveTo>
                <a:lnTo>
                  <a:pt x="18841" y="98446"/>
                </a:lnTo>
                <a:lnTo>
                  <a:pt x="0" y="98446"/>
                </a:lnTo>
                <a:lnTo>
                  <a:pt x="0" y="82071"/>
                </a:lnTo>
                <a:lnTo>
                  <a:pt x="21208" y="82071"/>
                </a:lnTo>
                <a:lnTo>
                  <a:pt x="24365" y="59186"/>
                </a:lnTo>
                <a:lnTo>
                  <a:pt x="5425" y="59186"/>
                </a:lnTo>
                <a:lnTo>
                  <a:pt x="5425" y="42910"/>
                </a:lnTo>
                <a:lnTo>
                  <a:pt x="26732" y="42910"/>
                </a:lnTo>
                <a:lnTo>
                  <a:pt x="31862" y="6313"/>
                </a:lnTo>
                <a:lnTo>
                  <a:pt x="49716" y="6313"/>
                </a:lnTo>
                <a:lnTo>
                  <a:pt x="44685" y="42910"/>
                </a:lnTo>
                <a:lnTo>
                  <a:pt x="64315" y="42910"/>
                </a:lnTo>
                <a:lnTo>
                  <a:pt x="69346" y="6313"/>
                </a:lnTo>
                <a:lnTo>
                  <a:pt x="87398" y="6313"/>
                </a:lnTo>
                <a:lnTo>
                  <a:pt x="82268" y="42910"/>
                </a:lnTo>
                <a:lnTo>
                  <a:pt x="100813" y="42910"/>
                </a:lnTo>
                <a:lnTo>
                  <a:pt x="100813" y="59186"/>
                </a:lnTo>
                <a:lnTo>
                  <a:pt x="79901" y="59186"/>
                </a:lnTo>
                <a:lnTo>
                  <a:pt x="76843" y="82071"/>
                </a:lnTo>
                <a:lnTo>
                  <a:pt x="95190" y="82071"/>
                </a:lnTo>
                <a:lnTo>
                  <a:pt x="95190" y="98446"/>
                </a:lnTo>
                <a:lnTo>
                  <a:pt x="74574" y="98446"/>
                </a:lnTo>
                <a:lnTo>
                  <a:pt x="69445" y="135535"/>
                </a:lnTo>
                <a:lnTo>
                  <a:pt x="51492" y="135535"/>
                </a:lnTo>
                <a:lnTo>
                  <a:pt x="56522" y="98446"/>
                </a:lnTo>
                <a:lnTo>
                  <a:pt x="36892" y="98446"/>
                </a:lnTo>
                <a:lnTo>
                  <a:pt x="31763" y="135535"/>
                </a:lnTo>
                <a:lnTo>
                  <a:pt x="13711" y="135535"/>
                </a:lnTo>
                <a:moveTo>
                  <a:pt x="39260" y="82071"/>
                </a:moveTo>
                <a:lnTo>
                  <a:pt x="58988" y="82071"/>
                </a:lnTo>
                <a:lnTo>
                  <a:pt x="61948" y="59186"/>
                </a:lnTo>
                <a:lnTo>
                  <a:pt x="42416" y="59186"/>
                </a:lnTo>
                <a:lnTo>
                  <a:pt x="39260" y="82071"/>
                </a:lnTo>
                <a:close/>
                <a:moveTo>
                  <a:pt x="221942" y="137311"/>
                </a:moveTo>
                <a:cubicBezTo>
                  <a:pt x="208526" y="137311"/>
                  <a:pt x="196985" y="134500"/>
                  <a:pt x="187318" y="128877"/>
                </a:cubicBezTo>
                <a:cubicBezTo>
                  <a:pt x="177651" y="123254"/>
                  <a:pt x="170220" y="115363"/>
                  <a:pt x="165025" y="105203"/>
                </a:cubicBezTo>
                <a:cubicBezTo>
                  <a:pt x="159830" y="95042"/>
                  <a:pt x="157232" y="83057"/>
                  <a:pt x="157232" y="69247"/>
                </a:cubicBezTo>
                <a:cubicBezTo>
                  <a:pt x="157232" y="55437"/>
                  <a:pt x="159830" y="43419"/>
                  <a:pt x="165025" y="33193"/>
                </a:cubicBezTo>
                <a:cubicBezTo>
                  <a:pt x="170220" y="22967"/>
                  <a:pt x="177651" y="15043"/>
                  <a:pt x="187318" y="9420"/>
                </a:cubicBezTo>
                <a:cubicBezTo>
                  <a:pt x="196985" y="3798"/>
                  <a:pt x="208526" y="986"/>
                  <a:pt x="221942" y="986"/>
                </a:cubicBezTo>
                <a:cubicBezTo>
                  <a:pt x="232332" y="986"/>
                  <a:pt x="241901" y="2778"/>
                  <a:pt x="250647" y="6362"/>
                </a:cubicBezTo>
                <a:cubicBezTo>
                  <a:pt x="259393" y="9946"/>
                  <a:pt x="266495" y="15240"/>
                  <a:pt x="271954" y="22244"/>
                </a:cubicBezTo>
                <a:cubicBezTo>
                  <a:pt x="277412" y="29248"/>
                  <a:pt x="280404" y="37879"/>
                  <a:pt x="280930" y="48138"/>
                </a:cubicBezTo>
                <a:lnTo>
                  <a:pt x="252521" y="48138"/>
                </a:lnTo>
                <a:cubicBezTo>
                  <a:pt x="251798" y="42745"/>
                  <a:pt x="250039" y="38273"/>
                  <a:pt x="247244" y="34722"/>
                </a:cubicBezTo>
                <a:cubicBezTo>
                  <a:pt x="244449" y="31171"/>
                  <a:pt x="240881" y="28508"/>
                  <a:pt x="236541" y="26732"/>
                </a:cubicBezTo>
                <a:cubicBezTo>
                  <a:pt x="232201" y="24957"/>
                  <a:pt x="227334" y="24069"/>
                  <a:pt x="221942" y="24069"/>
                </a:cubicBezTo>
                <a:cubicBezTo>
                  <a:pt x="213261" y="24069"/>
                  <a:pt x="206274" y="26173"/>
                  <a:pt x="200980" y="30382"/>
                </a:cubicBezTo>
                <a:cubicBezTo>
                  <a:pt x="195686" y="34591"/>
                  <a:pt x="191839" y="40098"/>
                  <a:pt x="189439" y="46905"/>
                </a:cubicBezTo>
                <a:cubicBezTo>
                  <a:pt x="187039" y="53711"/>
                  <a:pt x="185839" y="61159"/>
                  <a:pt x="185839" y="69247"/>
                </a:cubicBezTo>
                <a:cubicBezTo>
                  <a:pt x="185839" y="77270"/>
                  <a:pt x="187039" y="84701"/>
                  <a:pt x="189439" y="91541"/>
                </a:cubicBezTo>
                <a:cubicBezTo>
                  <a:pt x="191839" y="98380"/>
                  <a:pt x="195686" y="103871"/>
                  <a:pt x="200980" y="108014"/>
                </a:cubicBezTo>
                <a:cubicBezTo>
                  <a:pt x="206274" y="112157"/>
                  <a:pt x="213261" y="114228"/>
                  <a:pt x="221942" y="114228"/>
                </a:cubicBezTo>
                <a:cubicBezTo>
                  <a:pt x="231083" y="114228"/>
                  <a:pt x="238300" y="111877"/>
                  <a:pt x="243594" y="107175"/>
                </a:cubicBezTo>
                <a:cubicBezTo>
                  <a:pt x="248888" y="102474"/>
                  <a:pt x="251929" y="95782"/>
                  <a:pt x="252718" y="87102"/>
                </a:cubicBezTo>
                <a:lnTo>
                  <a:pt x="281128" y="87102"/>
                </a:lnTo>
                <a:cubicBezTo>
                  <a:pt x="280338" y="97952"/>
                  <a:pt x="277478" y="107110"/>
                  <a:pt x="272546" y="114574"/>
                </a:cubicBezTo>
                <a:cubicBezTo>
                  <a:pt x="267613" y="122038"/>
                  <a:pt x="260873" y="127693"/>
                  <a:pt x="252324" y="131540"/>
                </a:cubicBezTo>
                <a:cubicBezTo>
                  <a:pt x="243775" y="135387"/>
                  <a:pt x="233647" y="137311"/>
                  <a:pt x="221942" y="137311"/>
                </a:cubicBezTo>
                <a:close/>
                <a:moveTo>
                  <a:pt x="343961" y="137311"/>
                </a:moveTo>
                <a:cubicBezTo>
                  <a:pt x="334228" y="137311"/>
                  <a:pt x="325695" y="135348"/>
                  <a:pt x="318363" y="131423"/>
                </a:cubicBezTo>
                <a:cubicBezTo>
                  <a:pt x="311030" y="127496"/>
                  <a:pt x="305358" y="121806"/>
                  <a:pt x="301347" y="114355"/>
                </a:cubicBezTo>
                <a:cubicBezTo>
                  <a:pt x="297335" y="106901"/>
                  <a:pt x="295330" y="97884"/>
                  <a:pt x="295330" y="87302"/>
                </a:cubicBezTo>
                <a:cubicBezTo>
                  <a:pt x="295330" y="76523"/>
                  <a:pt x="297335" y="67358"/>
                  <a:pt x="301347" y="59805"/>
                </a:cubicBezTo>
                <a:cubicBezTo>
                  <a:pt x="305358" y="52251"/>
                  <a:pt x="311030" y="46495"/>
                  <a:pt x="318363" y="42537"/>
                </a:cubicBezTo>
                <a:cubicBezTo>
                  <a:pt x="325695" y="38577"/>
                  <a:pt x="334228" y="36597"/>
                  <a:pt x="343961" y="36597"/>
                </a:cubicBezTo>
                <a:cubicBezTo>
                  <a:pt x="353825" y="36597"/>
                  <a:pt x="362423" y="38577"/>
                  <a:pt x="369756" y="42537"/>
                </a:cubicBezTo>
                <a:cubicBezTo>
                  <a:pt x="377088" y="46495"/>
                  <a:pt x="382793" y="52251"/>
                  <a:pt x="386870" y="59805"/>
                </a:cubicBezTo>
                <a:cubicBezTo>
                  <a:pt x="390947" y="67358"/>
                  <a:pt x="392986" y="76523"/>
                  <a:pt x="392986" y="87302"/>
                </a:cubicBezTo>
                <a:cubicBezTo>
                  <a:pt x="392986" y="97884"/>
                  <a:pt x="390947" y="106901"/>
                  <a:pt x="386870" y="114355"/>
                </a:cubicBezTo>
                <a:cubicBezTo>
                  <a:pt x="382793" y="121806"/>
                  <a:pt x="377088" y="127496"/>
                  <a:pt x="369756" y="131423"/>
                </a:cubicBezTo>
                <a:cubicBezTo>
                  <a:pt x="362423" y="135348"/>
                  <a:pt x="353825" y="137311"/>
                  <a:pt x="343961" y="137311"/>
                </a:cubicBezTo>
                <a:moveTo>
                  <a:pt x="343961" y="117385"/>
                </a:moveTo>
                <a:cubicBezTo>
                  <a:pt x="349682" y="117385"/>
                  <a:pt x="354170" y="116027"/>
                  <a:pt x="357425" y="113310"/>
                </a:cubicBezTo>
                <a:cubicBezTo>
                  <a:pt x="360681" y="110593"/>
                  <a:pt x="362982" y="106955"/>
                  <a:pt x="364330" y="102394"/>
                </a:cubicBezTo>
                <a:cubicBezTo>
                  <a:pt x="365678" y="97834"/>
                  <a:pt x="366353" y="92804"/>
                  <a:pt x="366353" y="87305"/>
                </a:cubicBezTo>
                <a:cubicBezTo>
                  <a:pt x="366353" y="81670"/>
                  <a:pt x="365678" y="76539"/>
                  <a:pt x="364330" y="71911"/>
                </a:cubicBezTo>
                <a:cubicBezTo>
                  <a:pt x="362982" y="67283"/>
                  <a:pt x="360681" y="63594"/>
                  <a:pt x="357425" y="60844"/>
                </a:cubicBezTo>
                <a:cubicBezTo>
                  <a:pt x="354170" y="58094"/>
                  <a:pt x="349682" y="56720"/>
                  <a:pt x="343961" y="56720"/>
                </a:cubicBezTo>
                <a:cubicBezTo>
                  <a:pt x="338371" y="56720"/>
                  <a:pt x="333981" y="58094"/>
                  <a:pt x="330792" y="60844"/>
                </a:cubicBezTo>
                <a:cubicBezTo>
                  <a:pt x="327602" y="63594"/>
                  <a:pt x="325350" y="67283"/>
                  <a:pt x="324035" y="71911"/>
                </a:cubicBezTo>
                <a:cubicBezTo>
                  <a:pt x="322719" y="76539"/>
                  <a:pt x="322062" y="81670"/>
                  <a:pt x="322062" y="87305"/>
                </a:cubicBezTo>
                <a:cubicBezTo>
                  <a:pt x="322062" y="92804"/>
                  <a:pt x="322719" y="97834"/>
                  <a:pt x="324035" y="102394"/>
                </a:cubicBezTo>
                <a:cubicBezTo>
                  <a:pt x="325350" y="106955"/>
                  <a:pt x="327602" y="110593"/>
                  <a:pt x="330792" y="113310"/>
                </a:cubicBezTo>
                <a:cubicBezTo>
                  <a:pt x="333981" y="116027"/>
                  <a:pt x="338371" y="117385"/>
                  <a:pt x="343961" y="117385"/>
                </a:cubicBezTo>
                <a:close/>
                <a:moveTo>
                  <a:pt x="453002" y="137311"/>
                </a:moveTo>
                <a:cubicBezTo>
                  <a:pt x="445768" y="137311"/>
                  <a:pt x="439274" y="135481"/>
                  <a:pt x="433520" y="131821"/>
                </a:cubicBezTo>
                <a:cubicBezTo>
                  <a:pt x="427766" y="128161"/>
                  <a:pt x="423228" y="122555"/>
                  <a:pt x="419907" y="115002"/>
                </a:cubicBezTo>
                <a:cubicBezTo>
                  <a:pt x="416587" y="107450"/>
                  <a:pt x="414926" y="97851"/>
                  <a:pt x="414926" y="86205"/>
                </a:cubicBezTo>
                <a:cubicBezTo>
                  <a:pt x="414926" y="74959"/>
                  <a:pt x="416718" y="65677"/>
                  <a:pt x="420302" y="58357"/>
                </a:cubicBezTo>
                <a:cubicBezTo>
                  <a:pt x="423886" y="51036"/>
                  <a:pt x="428736" y="45580"/>
                  <a:pt x="434852" y="41988"/>
                </a:cubicBezTo>
                <a:cubicBezTo>
                  <a:pt x="440968" y="38394"/>
                  <a:pt x="447840" y="36597"/>
                  <a:pt x="455468" y="36597"/>
                </a:cubicBezTo>
                <a:cubicBezTo>
                  <a:pt x="462176" y="36597"/>
                  <a:pt x="467930" y="37978"/>
                  <a:pt x="472731" y="40740"/>
                </a:cubicBezTo>
                <a:cubicBezTo>
                  <a:pt x="477531" y="43502"/>
                  <a:pt x="481346" y="47118"/>
                  <a:pt x="484173" y="51590"/>
                </a:cubicBezTo>
                <a:lnTo>
                  <a:pt x="484173" y="2762"/>
                </a:lnTo>
                <a:lnTo>
                  <a:pt x="510314" y="2762"/>
                </a:lnTo>
                <a:lnTo>
                  <a:pt x="510314" y="135535"/>
                </a:lnTo>
                <a:lnTo>
                  <a:pt x="485258" y="135535"/>
                </a:lnTo>
                <a:lnTo>
                  <a:pt x="484173" y="121923"/>
                </a:lnTo>
                <a:cubicBezTo>
                  <a:pt x="480754" y="126657"/>
                  <a:pt x="476512" y="130406"/>
                  <a:pt x="471448" y="133168"/>
                </a:cubicBezTo>
                <a:cubicBezTo>
                  <a:pt x="466385" y="135930"/>
                  <a:pt x="460236" y="137311"/>
                  <a:pt x="453002" y="137311"/>
                </a:cubicBezTo>
                <a:moveTo>
                  <a:pt x="460696" y="117385"/>
                </a:moveTo>
                <a:cubicBezTo>
                  <a:pt x="466220" y="117385"/>
                  <a:pt x="470988" y="115809"/>
                  <a:pt x="475000" y="112656"/>
                </a:cubicBezTo>
                <a:cubicBezTo>
                  <a:pt x="479011" y="109504"/>
                  <a:pt x="482069" y="105816"/>
                  <a:pt x="484173" y="101593"/>
                </a:cubicBezTo>
                <a:lnTo>
                  <a:pt x="484173" y="72922"/>
                </a:lnTo>
                <a:cubicBezTo>
                  <a:pt x="482135" y="68495"/>
                  <a:pt x="479274" y="64639"/>
                  <a:pt x="475591" y="61353"/>
                </a:cubicBezTo>
                <a:cubicBezTo>
                  <a:pt x="471909" y="58067"/>
                  <a:pt x="467371" y="56424"/>
                  <a:pt x="461979" y="56424"/>
                </a:cubicBezTo>
                <a:cubicBezTo>
                  <a:pt x="455534" y="56424"/>
                  <a:pt x="450536" y="58972"/>
                  <a:pt x="446985" y="64069"/>
                </a:cubicBezTo>
                <a:cubicBezTo>
                  <a:pt x="443434" y="69165"/>
                  <a:pt x="441658" y="76543"/>
                  <a:pt x="441658" y="86202"/>
                </a:cubicBezTo>
                <a:cubicBezTo>
                  <a:pt x="441658" y="96797"/>
                  <a:pt x="443352" y="104644"/>
                  <a:pt x="446738" y="109740"/>
                </a:cubicBezTo>
                <a:cubicBezTo>
                  <a:pt x="450125" y="114837"/>
                  <a:pt x="454778" y="117385"/>
                  <a:pt x="460696" y="117385"/>
                </a:cubicBezTo>
                <a:close/>
                <a:moveTo>
                  <a:pt x="583745" y="137311"/>
                </a:moveTo>
                <a:cubicBezTo>
                  <a:pt x="573026" y="137311"/>
                  <a:pt x="564016" y="135298"/>
                  <a:pt x="556717" y="131272"/>
                </a:cubicBezTo>
                <a:cubicBezTo>
                  <a:pt x="549417" y="127246"/>
                  <a:pt x="543893" y="121441"/>
                  <a:pt x="540145" y="113855"/>
                </a:cubicBezTo>
                <a:cubicBezTo>
                  <a:pt x="536396" y="106268"/>
                  <a:pt x="534522" y="97151"/>
                  <a:pt x="534522" y="86504"/>
                </a:cubicBezTo>
                <a:cubicBezTo>
                  <a:pt x="534522" y="76189"/>
                  <a:pt x="536347" y="67306"/>
                  <a:pt x="539997" y="59855"/>
                </a:cubicBezTo>
                <a:cubicBezTo>
                  <a:pt x="543647" y="52401"/>
                  <a:pt x="549006" y="46661"/>
                  <a:pt x="556076" y="42635"/>
                </a:cubicBezTo>
                <a:cubicBezTo>
                  <a:pt x="563145" y="38609"/>
                  <a:pt x="571842" y="36597"/>
                  <a:pt x="582167" y="36597"/>
                </a:cubicBezTo>
                <a:cubicBezTo>
                  <a:pt x="596503" y="36597"/>
                  <a:pt x="607830" y="40834"/>
                  <a:pt x="616149" y="49309"/>
                </a:cubicBezTo>
                <a:cubicBezTo>
                  <a:pt x="624468" y="57784"/>
                  <a:pt x="628627" y="69866"/>
                  <a:pt x="628627" y="85554"/>
                </a:cubicBezTo>
                <a:cubicBezTo>
                  <a:pt x="628627" y="86352"/>
                  <a:pt x="628595" y="87431"/>
                  <a:pt x="628529" y="88794"/>
                </a:cubicBezTo>
                <a:cubicBezTo>
                  <a:pt x="628463" y="90156"/>
                  <a:pt x="628364" y="91204"/>
                  <a:pt x="628233" y="91935"/>
                </a:cubicBezTo>
                <a:lnTo>
                  <a:pt x="560662" y="91935"/>
                </a:lnTo>
                <a:cubicBezTo>
                  <a:pt x="560794" y="96578"/>
                  <a:pt x="561632" y="100917"/>
                  <a:pt x="563178" y="104953"/>
                </a:cubicBezTo>
                <a:cubicBezTo>
                  <a:pt x="564723" y="108989"/>
                  <a:pt x="567173" y="112235"/>
                  <a:pt x="570527" y="114691"/>
                </a:cubicBezTo>
                <a:cubicBezTo>
                  <a:pt x="573881" y="117145"/>
                  <a:pt x="578287" y="118371"/>
                  <a:pt x="583745" y="118371"/>
                </a:cubicBezTo>
                <a:cubicBezTo>
                  <a:pt x="589400" y="118371"/>
                  <a:pt x="593938" y="117101"/>
                  <a:pt x="597358" y="114561"/>
                </a:cubicBezTo>
                <a:cubicBezTo>
                  <a:pt x="600777" y="112021"/>
                  <a:pt x="602520" y="108244"/>
                  <a:pt x="602586" y="103230"/>
                </a:cubicBezTo>
                <a:lnTo>
                  <a:pt x="628332" y="103230"/>
                </a:lnTo>
                <a:cubicBezTo>
                  <a:pt x="628003" y="110825"/>
                  <a:pt x="625948" y="117155"/>
                  <a:pt x="622166" y="122219"/>
                </a:cubicBezTo>
                <a:cubicBezTo>
                  <a:pt x="618385" y="127282"/>
                  <a:pt x="613223" y="131063"/>
                  <a:pt x="606679" y="133562"/>
                </a:cubicBezTo>
                <a:cubicBezTo>
                  <a:pt x="600136" y="136061"/>
                  <a:pt x="592491" y="137311"/>
                  <a:pt x="583745" y="137311"/>
                </a:cubicBezTo>
                <a:moveTo>
                  <a:pt x="560958" y="75363"/>
                </a:moveTo>
                <a:lnTo>
                  <a:pt x="602684" y="75363"/>
                </a:lnTo>
                <a:cubicBezTo>
                  <a:pt x="602487" y="68458"/>
                  <a:pt x="600498" y="63296"/>
                  <a:pt x="596716" y="59876"/>
                </a:cubicBezTo>
                <a:cubicBezTo>
                  <a:pt x="592935" y="56457"/>
                  <a:pt x="588085" y="54747"/>
                  <a:pt x="582167" y="54747"/>
                </a:cubicBezTo>
                <a:cubicBezTo>
                  <a:pt x="576117" y="54747"/>
                  <a:pt x="571168" y="56507"/>
                  <a:pt x="567321" y="60027"/>
                </a:cubicBezTo>
                <a:cubicBezTo>
                  <a:pt x="563474" y="63548"/>
                  <a:pt x="561353" y="68660"/>
                  <a:pt x="560958" y="75363"/>
                </a:cubicBezTo>
                <a:close/>
                <a:moveTo>
                  <a:pt x="737722" y="137311"/>
                </a:moveTo>
                <a:cubicBezTo>
                  <a:pt x="727660" y="137311"/>
                  <a:pt x="718601" y="135880"/>
                  <a:pt x="710546" y="133017"/>
                </a:cubicBezTo>
                <a:cubicBezTo>
                  <a:pt x="702490" y="130154"/>
                  <a:pt x="696094" y="125597"/>
                  <a:pt x="691360" y="119346"/>
                </a:cubicBezTo>
                <a:cubicBezTo>
                  <a:pt x="686625" y="113094"/>
                  <a:pt x="684257" y="104933"/>
                  <a:pt x="684257" y="94864"/>
                </a:cubicBezTo>
                <a:lnTo>
                  <a:pt x="712666" y="94864"/>
                </a:lnTo>
                <a:cubicBezTo>
                  <a:pt x="712798" y="100001"/>
                  <a:pt x="713982" y="104035"/>
                  <a:pt x="716218" y="106966"/>
                </a:cubicBezTo>
                <a:cubicBezTo>
                  <a:pt x="718453" y="109896"/>
                  <a:pt x="721462" y="111987"/>
                  <a:pt x="725243" y="113239"/>
                </a:cubicBezTo>
                <a:cubicBezTo>
                  <a:pt x="729025" y="114490"/>
                  <a:pt x="733349" y="115116"/>
                  <a:pt x="738215" y="115116"/>
                </a:cubicBezTo>
                <a:cubicBezTo>
                  <a:pt x="742884" y="115116"/>
                  <a:pt x="746994" y="114556"/>
                  <a:pt x="750545" y="113436"/>
                </a:cubicBezTo>
                <a:cubicBezTo>
                  <a:pt x="754096" y="112316"/>
                  <a:pt x="756875" y="110587"/>
                  <a:pt x="758881" y="108248"/>
                </a:cubicBezTo>
                <a:cubicBezTo>
                  <a:pt x="760886" y="105910"/>
                  <a:pt x="761889" y="102929"/>
                  <a:pt x="761889" y="99306"/>
                </a:cubicBezTo>
                <a:cubicBezTo>
                  <a:pt x="761889" y="95818"/>
                  <a:pt x="761034" y="92939"/>
                  <a:pt x="759324" y="90668"/>
                </a:cubicBezTo>
                <a:cubicBezTo>
                  <a:pt x="757615" y="88397"/>
                  <a:pt x="754590" y="86325"/>
                  <a:pt x="750249" y="84451"/>
                </a:cubicBezTo>
                <a:cubicBezTo>
                  <a:pt x="745909" y="82574"/>
                  <a:pt x="739826" y="80550"/>
                  <a:pt x="732000" y="78378"/>
                </a:cubicBezTo>
                <a:cubicBezTo>
                  <a:pt x="722859" y="75745"/>
                  <a:pt x="714952" y="72850"/>
                  <a:pt x="708277" y="69691"/>
                </a:cubicBezTo>
                <a:cubicBezTo>
                  <a:pt x="701602" y="66533"/>
                  <a:pt x="696440" y="62453"/>
                  <a:pt x="692790" y="57453"/>
                </a:cubicBezTo>
                <a:cubicBezTo>
                  <a:pt x="689140" y="52451"/>
                  <a:pt x="687315" y="45936"/>
                  <a:pt x="687315" y="37907"/>
                </a:cubicBezTo>
                <a:cubicBezTo>
                  <a:pt x="687315" y="29286"/>
                  <a:pt x="689403" y="22260"/>
                  <a:pt x="693579" y="16831"/>
                </a:cubicBezTo>
                <a:cubicBezTo>
                  <a:pt x="697755" y="11401"/>
                  <a:pt x="703525" y="7403"/>
                  <a:pt x="710891" y="4837"/>
                </a:cubicBezTo>
                <a:cubicBezTo>
                  <a:pt x="718256" y="2270"/>
                  <a:pt x="726707" y="986"/>
                  <a:pt x="736242" y="986"/>
                </a:cubicBezTo>
                <a:cubicBezTo>
                  <a:pt x="745317" y="986"/>
                  <a:pt x="753653" y="2368"/>
                  <a:pt x="761248" y="5133"/>
                </a:cubicBezTo>
                <a:cubicBezTo>
                  <a:pt x="768844" y="7897"/>
                  <a:pt x="774910" y="12108"/>
                  <a:pt x="779448" y="17768"/>
                </a:cubicBezTo>
                <a:cubicBezTo>
                  <a:pt x="783985" y="23428"/>
                  <a:pt x="786254" y="30634"/>
                  <a:pt x="786254" y="39386"/>
                </a:cubicBezTo>
                <a:lnTo>
                  <a:pt x="757845" y="39386"/>
                </a:lnTo>
                <a:cubicBezTo>
                  <a:pt x="757911" y="33720"/>
                  <a:pt x="755806" y="29488"/>
                  <a:pt x="751532" y="26689"/>
                </a:cubicBezTo>
                <a:cubicBezTo>
                  <a:pt x="747257" y="23890"/>
                  <a:pt x="742128" y="22491"/>
                  <a:pt x="736143" y="22491"/>
                </a:cubicBezTo>
                <a:cubicBezTo>
                  <a:pt x="730225" y="22491"/>
                  <a:pt x="725326" y="23594"/>
                  <a:pt x="721446" y="25801"/>
                </a:cubicBezTo>
                <a:cubicBezTo>
                  <a:pt x="717566" y="28008"/>
                  <a:pt x="715626" y="31418"/>
                  <a:pt x="715626" y="36029"/>
                </a:cubicBezTo>
                <a:cubicBezTo>
                  <a:pt x="715626" y="38662"/>
                  <a:pt x="716448" y="40982"/>
                  <a:pt x="718092" y="42990"/>
                </a:cubicBezTo>
                <a:cubicBezTo>
                  <a:pt x="719736" y="44998"/>
                  <a:pt x="722777" y="46956"/>
                  <a:pt x="727216" y="48865"/>
                </a:cubicBezTo>
                <a:cubicBezTo>
                  <a:pt x="731655" y="50772"/>
                  <a:pt x="738083" y="52943"/>
                  <a:pt x="746501" y="55379"/>
                </a:cubicBezTo>
                <a:cubicBezTo>
                  <a:pt x="756562" y="58340"/>
                  <a:pt x="764816" y="61449"/>
                  <a:pt x="771260" y="64707"/>
                </a:cubicBezTo>
                <a:cubicBezTo>
                  <a:pt x="777705" y="67964"/>
                  <a:pt x="782489" y="72176"/>
                  <a:pt x="785613" y="77342"/>
                </a:cubicBezTo>
                <a:cubicBezTo>
                  <a:pt x="788736" y="82509"/>
                  <a:pt x="790298" y="89304"/>
                  <a:pt x="790298" y="97727"/>
                </a:cubicBezTo>
                <a:cubicBezTo>
                  <a:pt x="790298" y="107137"/>
                  <a:pt x="787997" y="114738"/>
                  <a:pt x="783393" y="120529"/>
                </a:cubicBezTo>
                <a:cubicBezTo>
                  <a:pt x="778790" y="126320"/>
                  <a:pt x="772526" y="130565"/>
                  <a:pt x="764602" y="133263"/>
                </a:cubicBezTo>
                <a:cubicBezTo>
                  <a:pt x="756678" y="135962"/>
                  <a:pt x="747717" y="137311"/>
                  <a:pt x="737722" y="137311"/>
                </a:cubicBezTo>
                <a:close/>
                <a:moveTo>
                  <a:pt x="854264" y="137311"/>
                </a:moveTo>
                <a:cubicBezTo>
                  <a:pt x="844532" y="137311"/>
                  <a:pt x="835999" y="135348"/>
                  <a:pt x="828667" y="131423"/>
                </a:cubicBezTo>
                <a:cubicBezTo>
                  <a:pt x="821334" y="127496"/>
                  <a:pt x="815662" y="121806"/>
                  <a:pt x="811651" y="114355"/>
                </a:cubicBezTo>
                <a:cubicBezTo>
                  <a:pt x="807639" y="106901"/>
                  <a:pt x="805633" y="97884"/>
                  <a:pt x="805633" y="87302"/>
                </a:cubicBezTo>
                <a:cubicBezTo>
                  <a:pt x="805633" y="76523"/>
                  <a:pt x="807639" y="67358"/>
                  <a:pt x="811651" y="59805"/>
                </a:cubicBezTo>
                <a:cubicBezTo>
                  <a:pt x="815662" y="52251"/>
                  <a:pt x="821334" y="46495"/>
                  <a:pt x="828667" y="42537"/>
                </a:cubicBezTo>
                <a:cubicBezTo>
                  <a:pt x="835999" y="38577"/>
                  <a:pt x="844532" y="36597"/>
                  <a:pt x="854264" y="36597"/>
                </a:cubicBezTo>
                <a:cubicBezTo>
                  <a:pt x="864129" y="36597"/>
                  <a:pt x="872727" y="38577"/>
                  <a:pt x="880059" y="42537"/>
                </a:cubicBezTo>
                <a:cubicBezTo>
                  <a:pt x="887392" y="46495"/>
                  <a:pt x="893097" y="52251"/>
                  <a:pt x="897174" y="59805"/>
                </a:cubicBezTo>
                <a:cubicBezTo>
                  <a:pt x="901251" y="67358"/>
                  <a:pt x="903290" y="76523"/>
                  <a:pt x="903290" y="87302"/>
                </a:cubicBezTo>
                <a:cubicBezTo>
                  <a:pt x="903290" y="97884"/>
                  <a:pt x="901251" y="106901"/>
                  <a:pt x="897174" y="114355"/>
                </a:cubicBezTo>
                <a:cubicBezTo>
                  <a:pt x="893097" y="121806"/>
                  <a:pt x="887392" y="127496"/>
                  <a:pt x="880059" y="131423"/>
                </a:cubicBezTo>
                <a:cubicBezTo>
                  <a:pt x="872727" y="135348"/>
                  <a:pt x="864129" y="137311"/>
                  <a:pt x="854264" y="137311"/>
                </a:cubicBezTo>
                <a:moveTo>
                  <a:pt x="854264" y="117385"/>
                </a:moveTo>
                <a:cubicBezTo>
                  <a:pt x="859986" y="117385"/>
                  <a:pt x="864474" y="116027"/>
                  <a:pt x="867729" y="113310"/>
                </a:cubicBezTo>
                <a:cubicBezTo>
                  <a:pt x="870984" y="110593"/>
                  <a:pt x="873286" y="106955"/>
                  <a:pt x="874634" y="102394"/>
                </a:cubicBezTo>
                <a:cubicBezTo>
                  <a:pt x="875982" y="97834"/>
                  <a:pt x="876656" y="92804"/>
                  <a:pt x="876656" y="87305"/>
                </a:cubicBezTo>
                <a:cubicBezTo>
                  <a:pt x="876656" y="81670"/>
                  <a:pt x="875982" y="76539"/>
                  <a:pt x="874634" y="71911"/>
                </a:cubicBezTo>
                <a:cubicBezTo>
                  <a:pt x="873286" y="67283"/>
                  <a:pt x="870984" y="63594"/>
                  <a:pt x="867729" y="60844"/>
                </a:cubicBezTo>
                <a:cubicBezTo>
                  <a:pt x="864474" y="58094"/>
                  <a:pt x="859986" y="56720"/>
                  <a:pt x="854264" y="56720"/>
                </a:cubicBezTo>
                <a:cubicBezTo>
                  <a:pt x="848675" y="56720"/>
                  <a:pt x="844285" y="58094"/>
                  <a:pt x="841096" y="60844"/>
                </a:cubicBezTo>
                <a:cubicBezTo>
                  <a:pt x="837906" y="63594"/>
                  <a:pt x="835654" y="67283"/>
                  <a:pt x="834339" y="71911"/>
                </a:cubicBezTo>
                <a:cubicBezTo>
                  <a:pt x="833023" y="76539"/>
                  <a:pt x="832366" y="81670"/>
                  <a:pt x="832366" y="87305"/>
                </a:cubicBezTo>
                <a:cubicBezTo>
                  <a:pt x="832366" y="92804"/>
                  <a:pt x="833023" y="97834"/>
                  <a:pt x="834339" y="102394"/>
                </a:cubicBezTo>
                <a:cubicBezTo>
                  <a:pt x="835654" y="106955"/>
                  <a:pt x="837906" y="110593"/>
                  <a:pt x="841096" y="113310"/>
                </a:cubicBezTo>
                <a:cubicBezTo>
                  <a:pt x="844285" y="116027"/>
                  <a:pt x="848675" y="117385"/>
                  <a:pt x="854264" y="117385"/>
                </a:cubicBezTo>
                <a:close/>
                <a:moveTo>
                  <a:pt x="960205" y="135535"/>
                </a:moveTo>
                <a:cubicBezTo>
                  <a:pt x="950406" y="135535"/>
                  <a:pt x="942843" y="134368"/>
                  <a:pt x="937517" y="132033"/>
                </a:cubicBezTo>
                <a:cubicBezTo>
                  <a:pt x="932190" y="129699"/>
                  <a:pt x="928474" y="126082"/>
                  <a:pt x="926370" y="121183"/>
                </a:cubicBezTo>
                <a:cubicBezTo>
                  <a:pt x="924266" y="116284"/>
                  <a:pt x="923214" y="109888"/>
                  <a:pt x="923214" y="101997"/>
                </a:cubicBezTo>
                <a:lnTo>
                  <a:pt x="923214" y="2762"/>
                </a:lnTo>
                <a:lnTo>
                  <a:pt x="949255" y="2762"/>
                </a:lnTo>
                <a:lnTo>
                  <a:pt x="949255" y="100418"/>
                </a:lnTo>
                <a:cubicBezTo>
                  <a:pt x="949255" y="105482"/>
                  <a:pt x="949946" y="109198"/>
                  <a:pt x="951327" y="111565"/>
                </a:cubicBezTo>
                <a:cubicBezTo>
                  <a:pt x="952708" y="113933"/>
                  <a:pt x="955930" y="115116"/>
                  <a:pt x="960994" y="115116"/>
                </a:cubicBezTo>
                <a:lnTo>
                  <a:pt x="967011" y="115116"/>
                </a:lnTo>
                <a:lnTo>
                  <a:pt x="967011" y="135535"/>
                </a:lnTo>
                <a:lnTo>
                  <a:pt x="960205" y="135535"/>
                </a:lnTo>
                <a:close/>
                <a:moveTo>
                  <a:pt x="1016621" y="137311"/>
                </a:moveTo>
                <a:cubicBezTo>
                  <a:pt x="1006889" y="137311"/>
                  <a:pt x="999359" y="134251"/>
                  <a:pt x="994032" y="128131"/>
                </a:cubicBezTo>
                <a:cubicBezTo>
                  <a:pt x="988705" y="122009"/>
                  <a:pt x="986042" y="113295"/>
                  <a:pt x="986042" y="101991"/>
                </a:cubicBezTo>
                <a:lnTo>
                  <a:pt x="986042" y="38076"/>
                </a:lnTo>
                <a:lnTo>
                  <a:pt x="1012182" y="38076"/>
                </a:lnTo>
                <a:lnTo>
                  <a:pt x="1012182" y="99065"/>
                </a:lnTo>
                <a:cubicBezTo>
                  <a:pt x="1012182" y="102425"/>
                  <a:pt x="1012659" y="105399"/>
                  <a:pt x="1013613" y="107986"/>
                </a:cubicBezTo>
                <a:cubicBezTo>
                  <a:pt x="1014566" y="110574"/>
                  <a:pt x="1016145" y="112573"/>
                  <a:pt x="1018348" y="113985"/>
                </a:cubicBezTo>
                <a:cubicBezTo>
                  <a:pt x="1020551" y="115397"/>
                  <a:pt x="1023461" y="116103"/>
                  <a:pt x="1027077" y="116103"/>
                </a:cubicBezTo>
                <a:cubicBezTo>
                  <a:pt x="1032338" y="116103"/>
                  <a:pt x="1036827" y="114910"/>
                  <a:pt x="1040542" y="112524"/>
                </a:cubicBezTo>
                <a:cubicBezTo>
                  <a:pt x="1044258" y="110138"/>
                  <a:pt x="1047497" y="107231"/>
                  <a:pt x="1050259" y="103803"/>
                </a:cubicBezTo>
                <a:lnTo>
                  <a:pt x="1050259" y="38076"/>
                </a:lnTo>
                <a:lnTo>
                  <a:pt x="1076399" y="38076"/>
                </a:lnTo>
                <a:lnTo>
                  <a:pt x="1076399" y="135535"/>
                </a:lnTo>
                <a:lnTo>
                  <a:pt x="1051146" y="135535"/>
                </a:lnTo>
                <a:lnTo>
                  <a:pt x="1050752" y="121528"/>
                </a:lnTo>
                <a:cubicBezTo>
                  <a:pt x="1047529" y="125605"/>
                  <a:pt x="1043123" y="129255"/>
                  <a:pt x="1037534" y="132477"/>
                </a:cubicBezTo>
                <a:cubicBezTo>
                  <a:pt x="1031944" y="135700"/>
                  <a:pt x="1024973" y="137311"/>
                  <a:pt x="1016621" y="137311"/>
                </a:cubicBezTo>
                <a:close/>
                <a:moveTo>
                  <a:pt x="1147660" y="135535"/>
                </a:moveTo>
                <a:cubicBezTo>
                  <a:pt x="1137927" y="135535"/>
                  <a:pt x="1130381" y="134351"/>
                  <a:pt x="1125021" y="131981"/>
                </a:cubicBezTo>
                <a:cubicBezTo>
                  <a:pt x="1119662" y="129610"/>
                  <a:pt x="1115930" y="125936"/>
                  <a:pt x="1113826" y="120961"/>
                </a:cubicBezTo>
                <a:cubicBezTo>
                  <a:pt x="1111721" y="115986"/>
                  <a:pt x="1110669" y="109491"/>
                  <a:pt x="1110669" y="101476"/>
                </a:cubicBezTo>
                <a:lnTo>
                  <a:pt x="1110669" y="58199"/>
                </a:lnTo>
                <a:lnTo>
                  <a:pt x="1094689" y="58199"/>
                </a:lnTo>
                <a:lnTo>
                  <a:pt x="1094689" y="38076"/>
                </a:lnTo>
                <a:lnTo>
                  <a:pt x="1110669" y="38076"/>
                </a:lnTo>
                <a:lnTo>
                  <a:pt x="1110669" y="15388"/>
                </a:lnTo>
                <a:lnTo>
                  <a:pt x="1136809" y="15388"/>
                </a:lnTo>
                <a:lnTo>
                  <a:pt x="1136809" y="38076"/>
                </a:lnTo>
                <a:lnTo>
                  <a:pt x="1157820" y="38076"/>
                </a:lnTo>
                <a:lnTo>
                  <a:pt x="1157820" y="58199"/>
                </a:lnTo>
                <a:lnTo>
                  <a:pt x="1136809" y="58199"/>
                </a:lnTo>
                <a:lnTo>
                  <a:pt x="1136809" y="100104"/>
                </a:lnTo>
                <a:cubicBezTo>
                  <a:pt x="1136809" y="105275"/>
                  <a:pt x="1137516" y="109102"/>
                  <a:pt x="1138930" y="111587"/>
                </a:cubicBezTo>
                <a:cubicBezTo>
                  <a:pt x="1140344" y="114071"/>
                  <a:pt x="1143550" y="115314"/>
                  <a:pt x="1148548" y="115314"/>
                </a:cubicBezTo>
                <a:lnTo>
                  <a:pt x="1157820" y="115314"/>
                </a:lnTo>
                <a:lnTo>
                  <a:pt x="1157820" y="135535"/>
                </a:lnTo>
                <a:lnTo>
                  <a:pt x="1147660" y="135535"/>
                </a:lnTo>
                <a:close/>
                <a:moveTo>
                  <a:pt x="1175819" y="135535"/>
                </a:moveTo>
                <a:lnTo>
                  <a:pt x="1175819" y="38076"/>
                </a:lnTo>
                <a:lnTo>
                  <a:pt x="1201959" y="38076"/>
                </a:lnTo>
                <a:lnTo>
                  <a:pt x="1201959" y="135535"/>
                </a:lnTo>
                <a:lnTo>
                  <a:pt x="1175819" y="135535"/>
                </a:lnTo>
                <a:moveTo>
                  <a:pt x="1188939" y="25450"/>
                </a:moveTo>
                <a:cubicBezTo>
                  <a:pt x="1184138" y="25450"/>
                  <a:pt x="1180472" y="24233"/>
                  <a:pt x="1177940" y="21800"/>
                </a:cubicBezTo>
                <a:cubicBezTo>
                  <a:pt x="1175408" y="19367"/>
                  <a:pt x="1174142" y="16342"/>
                  <a:pt x="1174142" y="12725"/>
                </a:cubicBezTo>
                <a:cubicBezTo>
                  <a:pt x="1174142" y="9042"/>
                  <a:pt x="1175408" y="6001"/>
                  <a:pt x="1177940" y="3600"/>
                </a:cubicBezTo>
                <a:cubicBezTo>
                  <a:pt x="1180472" y="1200"/>
                  <a:pt x="1184138" y="0"/>
                  <a:pt x="1188939" y="0"/>
                </a:cubicBezTo>
                <a:cubicBezTo>
                  <a:pt x="1193739" y="0"/>
                  <a:pt x="1197405" y="1200"/>
                  <a:pt x="1199937" y="3600"/>
                </a:cubicBezTo>
                <a:cubicBezTo>
                  <a:pt x="1202469" y="6001"/>
                  <a:pt x="1203735" y="9042"/>
                  <a:pt x="1203735" y="12725"/>
                </a:cubicBezTo>
                <a:cubicBezTo>
                  <a:pt x="1203735" y="16342"/>
                  <a:pt x="1202469" y="19367"/>
                  <a:pt x="1199937" y="21800"/>
                </a:cubicBezTo>
                <a:cubicBezTo>
                  <a:pt x="1197405" y="24233"/>
                  <a:pt x="1193739" y="25450"/>
                  <a:pt x="1188939" y="25450"/>
                </a:cubicBezTo>
                <a:close/>
                <a:moveTo>
                  <a:pt x="1270023" y="137311"/>
                </a:moveTo>
                <a:cubicBezTo>
                  <a:pt x="1260290" y="137311"/>
                  <a:pt x="1251757" y="135348"/>
                  <a:pt x="1244425" y="131423"/>
                </a:cubicBezTo>
                <a:cubicBezTo>
                  <a:pt x="1237092" y="127496"/>
                  <a:pt x="1231420" y="121806"/>
                  <a:pt x="1227409" y="114355"/>
                </a:cubicBezTo>
                <a:cubicBezTo>
                  <a:pt x="1223398" y="106901"/>
                  <a:pt x="1221392" y="97884"/>
                  <a:pt x="1221392" y="87302"/>
                </a:cubicBezTo>
                <a:cubicBezTo>
                  <a:pt x="1221392" y="76523"/>
                  <a:pt x="1223398" y="67358"/>
                  <a:pt x="1227409" y="59805"/>
                </a:cubicBezTo>
                <a:cubicBezTo>
                  <a:pt x="1231420" y="52251"/>
                  <a:pt x="1237092" y="46495"/>
                  <a:pt x="1244425" y="42537"/>
                </a:cubicBezTo>
                <a:cubicBezTo>
                  <a:pt x="1251757" y="38577"/>
                  <a:pt x="1260290" y="36597"/>
                  <a:pt x="1270023" y="36597"/>
                </a:cubicBezTo>
                <a:cubicBezTo>
                  <a:pt x="1279887" y="36597"/>
                  <a:pt x="1288485" y="38577"/>
                  <a:pt x="1295818" y="42537"/>
                </a:cubicBezTo>
                <a:cubicBezTo>
                  <a:pt x="1303150" y="46495"/>
                  <a:pt x="1308855" y="52251"/>
                  <a:pt x="1312932" y="59805"/>
                </a:cubicBezTo>
                <a:cubicBezTo>
                  <a:pt x="1317010" y="67358"/>
                  <a:pt x="1319048" y="76523"/>
                  <a:pt x="1319048" y="87302"/>
                </a:cubicBezTo>
                <a:cubicBezTo>
                  <a:pt x="1319048" y="97884"/>
                  <a:pt x="1317010" y="106901"/>
                  <a:pt x="1312932" y="114355"/>
                </a:cubicBezTo>
                <a:cubicBezTo>
                  <a:pt x="1308855" y="121806"/>
                  <a:pt x="1303150" y="127496"/>
                  <a:pt x="1295818" y="131423"/>
                </a:cubicBezTo>
                <a:cubicBezTo>
                  <a:pt x="1288485" y="135348"/>
                  <a:pt x="1279887" y="137311"/>
                  <a:pt x="1270023" y="137311"/>
                </a:cubicBezTo>
                <a:moveTo>
                  <a:pt x="1270023" y="117385"/>
                </a:moveTo>
                <a:cubicBezTo>
                  <a:pt x="1275744" y="117385"/>
                  <a:pt x="1280232" y="116027"/>
                  <a:pt x="1283487" y="113310"/>
                </a:cubicBezTo>
                <a:cubicBezTo>
                  <a:pt x="1286743" y="110593"/>
                  <a:pt x="1289044" y="106955"/>
                  <a:pt x="1290392" y="102394"/>
                </a:cubicBezTo>
                <a:cubicBezTo>
                  <a:pt x="1291741" y="97834"/>
                  <a:pt x="1292415" y="92804"/>
                  <a:pt x="1292415" y="87305"/>
                </a:cubicBezTo>
                <a:cubicBezTo>
                  <a:pt x="1292415" y="81670"/>
                  <a:pt x="1291741" y="76539"/>
                  <a:pt x="1290392" y="71911"/>
                </a:cubicBezTo>
                <a:cubicBezTo>
                  <a:pt x="1289044" y="67283"/>
                  <a:pt x="1286743" y="63594"/>
                  <a:pt x="1283487" y="60844"/>
                </a:cubicBezTo>
                <a:cubicBezTo>
                  <a:pt x="1280232" y="58094"/>
                  <a:pt x="1275744" y="56720"/>
                  <a:pt x="1270023" y="56720"/>
                </a:cubicBezTo>
                <a:cubicBezTo>
                  <a:pt x="1264433" y="56720"/>
                  <a:pt x="1260043" y="58094"/>
                  <a:pt x="1256854" y="60844"/>
                </a:cubicBezTo>
                <a:cubicBezTo>
                  <a:pt x="1253664" y="63594"/>
                  <a:pt x="1251412" y="67283"/>
                  <a:pt x="1250097" y="71911"/>
                </a:cubicBezTo>
                <a:cubicBezTo>
                  <a:pt x="1248782" y="76539"/>
                  <a:pt x="1248124" y="81670"/>
                  <a:pt x="1248124" y="87305"/>
                </a:cubicBezTo>
                <a:cubicBezTo>
                  <a:pt x="1248124" y="92804"/>
                  <a:pt x="1248782" y="97834"/>
                  <a:pt x="1250097" y="102394"/>
                </a:cubicBezTo>
                <a:cubicBezTo>
                  <a:pt x="1251412" y="106955"/>
                  <a:pt x="1253664" y="110593"/>
                  <a:pt x="1256854" y="113310"/>
                </a:cubicBezTo>
                <a:cubicBezTo>
                  <a:pt x="1260043" y="116027"/>
                  <a:pt x="1264433" y="117385"/>
                  <a:pt x="1270023" y="117385"/>
                </a:cubicBezTo>
                <a:close/>
                <a:moveTo>
                  <a:pt x="1345920" y="135535"/>
                </a:moveTo>
                <a:lnTo>
                  <a:pt x="1345920" y="38076"/>
                </a:lnTo>
                <a:lnTo>
                  <a:pt x="1371074" y="38076"/>
                </a:lnTo>
                <a:lnTo>
                  <a:pt x="1371567" y="52379"/>
                </a:lnTo>
                <a:cubicBezTo>
                  <a:pt x="1374790" y="48236"/>
                  <a:pt x="1379031" y="44570"/>
                  <a:pt x="1384292" y="41381"/>
                </a:cubicBezTo>
                <a:cubicBezTo>
                  <a:pt x="1389553" y="38191"/>
                  <a:pt x="1396392" y="36597"/>
                  <a:pt x="1404810" y="36597"/>
                </a:cubicBezTo>
                <a:cubicBezTo>
                  <a:pt x="1414609" y="36597"/>
                  <a:pt x="1422204" y="39611"/>
                  <a:pt x="1427597" y="45641"/>
                </a:cubicBezTo>
                <a:cubicBezTo>
                  <a:pt x="1432989" y="51670"/>
                  <a:pt x="1435685" y="60481"/>
                  <a:pt x="1435685" y="72074"/>
                </a:cubicBezTo>
                <a:lnTo>
                  <a:pt x="1435685" y="135535"/>
                </a:lnTo>
                <a:lnTo>
                  <a:pt x="1409742" y="135535"/>
                </a:lnTo>
                <a:lnTo>
                  <a:pt x="1409742" y="75261"/>
                </a:lnTo>
                <a:cubicBezTo>
                  <a:pt x="1409742" y="71716"/>
                  <a:pt x="1409249" y="68607"/>
                  <a:pt x="1408263" y="65934"/>
                </a:cubicBezTo>
                <a:cubicBezTo>
                  <a:pt x="1407276" y="63260"/>
                  <a:pt x="1405714" y="61187"/>
                  <a:pt x="1403577" y="59716"/>
                </a:cubicBezTo>
                <a:cubicBezTo>
                  <a:pt x="1401440" y="58245"/>
                  <a:pt x="1398628" y="57509"/>
                  <a:pt x="1395143" y="57509"/>
                </a:cubicBezTo>
                <a:cubicBezTo>
                  <a:pt x="1389948" y="57509"/>
                  <a:pt x="1385492" y="58746"/>
                  <a:pt x="1381777" y="61220"/>
                </a:cubicBezTo>
                <a:cubicBezTo>
                  <a:pt x="1378061" y="63695"/>
                  <a:pt x="1374823" y="66703"/>
                  <a:pt x="1372061" y="70246"/>
                </a:cubicBezTo>
                <a:lnTo>
                  <a:pt x="1372061" y="135535"/>
                </a:lnTo>
                <a:lnTo>
                  <a:pt x="1345920" y="13553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" name="Text classsolution():">
            <a:extLst xmlns:a="http://schemas.openxmlformats.org/drawingml/2006/main">
              <a:ext uri="{FF2B5EF4-FFF2-40B4-BE49-F238E27FC236}">
                <a16:creationId xmlns:a16="http://schemas.microsoft.com/office/drawing/2014/main" id="{AB890C66-FE93-427F-BB82-6B0FF467C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493" y="3672520"/>
            <a:ext cx="1360571" cy="171540"/>
          </a:xfrm>
          <a:custGeom xmlns:a="http://schemas.openxmlformats.org/drawingml/2006/main">
            <a:pathLst>
              <a:path w="1360571" h="171540">
                <a:moveTo>
                  <a:pt x="44488" y="138100"/>
                </a:moveTo>
                <a:cubicBezTo>
                  <a:pt x="35807" y="138100"/>
                  <a:pt x="28113" y="136220"/>
                  <a:pt x="21406" y="132459"/>
                </a:cubicBezTo>
                <a:cubicBezTo>
                  <a:pt x="14698" y="128696"/>
                  <a:pt x="9453" y="123035"/>
                  <a:pt x="5672" y="115477"/>
                </a:cubicBezTo>
                <a:cubicBezTo>
                  <a:pt x="1891" y="107918"/>
                  <a:pt x="0" y="98446"/>
                  <a:pt x="0" y="87058"/>
                </a:cubicBezTo>
                <a:cubicBezTo>
                  <a:pt x="0" y="75671"/>
                  <a:pt x="1858" y="66165"/>
                  <a:pt x="5573" y="58538"/>
                </a:cubicBezTo>
                <a:cubicBezTo>
                  <a:pt x="9289" y="50912"/>
                  <a:pt x="14484" y="45185"/>
                  <a:pt x="21159" y="41356"/>
                </a:cubicBezTo>
                <a:cubicBezTo>
                  <a:pt x="27834" y="37525"/>
                  <a:pt x="35610" y="35610"/>
                  <a:pt x="44488" y="35610"/>
                </a:cubicBezTo>
                <a:cubicBezTo>
                  <a:pt x="51919" y="35610"/>
                  <a:pt x="58610" y="36863"/>
                  <a:pt x="64562" y="39368"/>
                </a:cubicBezTo>
                <a:cubicBezTo>
                  <a:pt x="70513" y="41873"/>
                  <a:pt x="75265" y="45648"/>
                  <a:pt x="78816" y="50693"/>
                </a:cubicBezTo>
                <a:cubicBezTo>
                  <a:pt x="82367" y="55738"/>
                  <a:pt x="84241" y="62120"/>
                  <a:pt x="84438" y="69839"/>
                </a:cubicBezTo>
                <a:lnTo>
                  <a:pt x="68162" y="69839"/>
                </a:lnTo>
                <a:cubicBezTo>
                  <a:pt x="67768" y="63351"/>
                  <a:pt x="65532" y="58245"/>
                  <a:pt x="61455" y="54519"/>
                </a:cubicBezTo>
                <a:cubicBezTo>
                  <a:pt x="57377" y="50791"/>
                  <a:pt x="51820" y="48927"/>
                  <a:pt x="44784" y="48927"/>
                </a:cubicBezTo>
                <a:cubicBezTo>
                  <a:pt x="35446" y="48927"/>
                  <a:pt x="28475" y="52267"/>
                  <a:pt x="23872" y="58948"/>
                </a:cubicBezTo>
                <a:cubicBezTo>
                  <a:pt x="19268" y="65629"/>
                  <a:pt x="16967" y="75000"/>
                  <a:pt x="16967" y="87062"/>
                </a:cubicBezTo>
                <a:cubicBezTo>
                  <a:pt x="16967" y="95078"/>
                  <a:pt x="17986" y="101880"/>
                  <a:pt x="20024" y="107465"/>
                </a:cubicBezTo>
                <a:cubicBezTo>
                  <a:pt x="22063" y="113049"/>
                  <a:pt x="25154" y="117332"/>
                  <a:pt x="29297" y="120313"/>
                </a:cubicBezTo>
                <a:cubicBezTo>
                  <a:pt x="33440" y="123293"/>
                  <a:pt x="38602" y="124783"/>
                  <a:pt x="44784" y="124783"/>
                </a:cubicBezTo>
                <a:cubicBezTo>
                  <a:pt x="51820" y="124783"/>
                  <a:pt x="57542" y="122867"/>
                  <a:pt x="61948" y="119034"/>
                </a:cubicBezTo>
                <a:cubicBezTo>
                  <a:pt x="66354" y="115199"/>
                  <a:pt x="68655" y="109586"/>
                  <a:pt x="68853" y="102194"/>
                </a:cubicBezTo>
                <a:lnTo>
                  <a:pt x="85129" y="102194"/>
                </a:lnTo>
                <a:cubicBezTo>
                  <a:pt x="84932" y="110196"/>
                  <a:pt x="83041" y="116859"/>
                  <a:pt x="79457" y="122182"/>
                </a:cubicBezTo>
                <a:cubicBezTo>
                  <a:pt x="75873" y="127504"/>
                  <a:pt x="71039" y="131488"/>
                  <a:pt x="64956" y="134133"/>
                </a:cubicBezTo>
                <a:cubicBezTo>
                  <a:pt x="58873" y="136778"/>
                  <a:pt x="52051" y="138100"/>
                  <a:pt x="44488" y="138100"/>
                </a:cubicBezTo>
                <a:close/>
                <a:moveTo>
                  <a:pt x="140116" y="136324"/>
                </a:moveTo>
                <a:cubicBezTo>
                  <a:pt x="132291" y="136324"/>
                  <a:pt x="126306" y="135091"/>
                  <a:pt x="122163" y="132625"/>
                </a:cubicBezTo>
                <a:cubicBezTo>
                  <a:pt x="118020" y="130159"/>
                  <a:pt x="115193" y="126608"/>
                  <a:pt x="113680" y="121972"/>
                </a:cubicBezTo>
                <a:cubicBezTo>
                  <a:pt x="112168" y="117336"/>
                  <a:pt x="111411" y="111762"/>
                  <a:pt x="111411" y="105252"/>
                </a:cubicBezTo>
                <a:lnTo>
                  <a:pt x="111411" y="3551"/>
                </a:lnTo>
                <a:lnTo>
                  <a:pt x="127786" y="3551"/>
                </a:lnTo>
                <a:lnTo>
                  <a:pt x="127786" y="104463"/>
                </a:lnTo>
                <a:cubicBezTo>
                  <a:pt x="127786" y="110447"/>
                  <a:pt x="128559" y="115018"/>
                  <a:pt x="130104" y="118174"/>
                </a:cubicBezTo>
                <a:cubicBezTo>
                  <a:pt x="131650" y="121331"/>
                  <a:pt x="135349" y="122909"/>
                  <a:pt x="141201" y="122909"/>
                </a:cubicBezTo>
                <a:lnTo>
                  <a:pt x="145640" y="122909"/>
                </a:lnTo>
                <a:lnTo>
                  <a:pt x="145640" y="136324"/>
                </a:lnTo>
                <a:lnTo>
                  <a:pt x="140116" y="136324"/>
                </a:lnTo>
                <a:close/>
                <a:moveTo>
                  <a:pt x="187761" y="138100"/>
                </a:moveTo>
                <a:cubicBezTo>
                  <a:pt x="182237" y="138100"/>
                  <a:pt x="177190" y="137022"/>
                  <a:pt x="172619" y="134866"/>
                </a:cubicBezTo>
                <a:cubicBezTo>
                  <a:pt x="168049" y="132711"/>
                  <a:pt x="164399" y="129527"/>
                  <a:pt x="161670" y="125317"/>
                </a:cubicBezTo>
                <a:cubicBezTo>
                  <a:pt x="158941" y="121106"/>
                  <a:pt x="157576" y="115901"/>
                  <a:pt x="157576" y="109703"/>
                </a:cubicBezTo>
                <a:cubicBezTo>
                  <a:pt x="157576" y="100879"/>
                  <a:pt x="160272" y="94176"/>
                  <a:pt x="165665" y="89595"/>
                </a:cubicBezTo>
                <a:cubicBezTo>
                  <a:pt x="171057" y="85015"/>
                  <a:pt x="178686" y="81899"/>
                  <a:pt x="188550" y="80249"/>
                </a:cubicBezTo>
                <a:cubicBezTo>
                  <a:pt x="198414" y="78599"/>
                  <a:pt x="209956" y="77706"/>
                  <a:pt x="223174" y="77570"/>
                </a:cubicBezTo>
                <a:lnTo>
                  <a:pt x="223174" y="70502"/>
                </a:lnTo>
                <a:cubicBezTo>
                  <a:pt x="223174" y="61840"/>
                  <a:pt x="221135" y="55898"/>
                  <a:pt x="217058" y="52675"/>
                </a:cubicBezTo>
                <a:cubicBezTo>
                  <a:pt x="212981" y="49453"/>
                  <a:pt x="207818" y="47842"/>
                  <a:pt x="201571" y="47842"/>
                </a:cubicBezTo>
                <a:cubicBezTo>
                  <a:pt x="194929" y="47842"/>
                  <a:pt x="189339" y="49598"/>
                  <a:pt x="184802" y="53110"/>
                </a:cubicBezTo>
                <a:cubicBezTo>
                  <a:pt x="180264" y="56622"/>
                  <a:pt x="177995" y="62166"/>
                  <a:pt x="177995" y="69741"/>
                </a:cubicBezTo>
                <a:lnTo>
                  <a:pt x="162015" y="69741"/>
                </a:lnTo>
                <a:cubicBezTo>
                  <a:pt x="162015" y="61615"/>
                  <a:pt x="163708" y="55047"/>
                  <a:pt x="167095" y="50037"/>
                </a:cubicBezTo>
                <a:cubicBezTo>
                  <a:pt x="170482" y="45024"/>
                  <a:pt x="175151" y="41367"/>
                  <a:pt x="181103" y="39066"/>
                </a:cubicBezTo>
                <a:cubicBezTo>
                  <a:pt x="187054" y="36762"/>
                  <a:pt x="193877" y="35610"/>
                  <a:pt x="201571" y="35610"/>
                </a:cubicBezTo>
                <a:cubicBezTo>
                  <a:pt x="206503" y="35610"/>
                  <a:pt x="211221" y="36085"/>
                  <a:pt x="215726" y="37034"/>
                </a:cubicBezTo>
                <a:cubicBezTo>
                  <a:pt x="220231" y="37982"/>
                  <a:pt x="224275" y="39709"/>
                  <a:pt x="227859" y="42216"/>
                </a:cubicBezTo>
                <a:cubicBezTo>
                  <a:pt x="231443" y="44723"/>
                  <a:pt x="234287" y="48230"/>
                  <a:pt x="236392" y="52737"/>
                </a:cubicBezTo>
                <a:cubicBezTo>
                  <a:pt x="238496" y="57242"/>
                  <a:pt x="239548" y="63050"/>
                  <a:pt x="239548" y="70163"/>
                </a:cubicBezTo>
                <a:lnTo>
                  <a:pt x="239548" y="136324"/>
                </a:lnTo>
                <a:lnTo>
                  <a:pt x="224160" y="136324"/>
                </a:lnTo>
                <a:lnTo>
                  <a:pt x="223470" y="121725"/>
                </a:lnTo>
                <a:cubicBezTo>
                  <a:pt x="219064" y="126657"/>
                  <a:pt x="213951" y="130620"/>
                  <a:pt x="208131" y="133612"/>
                </a:cubicBezTo>
                <a:cubicBezTo>
                  <a:pt x="202311" y="136604"/>
                  <a:pt x="195521" y="138100"/>
                  <a:pt x="187761" y="138100"/>
                </a:cubicBezTo>
                <a:moveTo>
                  <a:pt x="192101" y="125474"/>
                </a:moveTo>
                <a:cubicBezTo>
                  <a:pt x="198677" y="125474"/>
                  <a:pt x="204596" y="123867"/>
                  <a:pt x="209857" y="120653"/>
                </a:cubicBezTo>
                <a:cubicBezTo>
                  <a:pt x="215118" y="117436"/>
                  <a:pt x="219524" y="113366"/>
                  <a:pt x="223075" y="108442"/>
                </a:cubicBezTo>
                <a:lnTo>
                  <a:pt x="223075" y="88125"/>
                </a:lnTo>
                <a:cubicBezTo>
                  <a:pt x="205582" y="88331"/>
                  <a:pt x="193038" y="90041"/>
                  <a:pt x="185443" y="93258"/>
                </a:cubicBezTo>
                <a:cubicBezTo>
                  <a:pt x="177847" y="96472"/>
                  <a:pt x="174050" y="101738"/>
                  <a:pt x="174050" y="109056"/>
                </a:cubicBezTo>
                <a:cubicBezTo>
                  <a:pt x="174050" y="114050"/>
                  <a:pt x="175579" y="118034"/>
                  <a:pt x="178636" y="121010"/>
                </a:cubicBezTo>
                <a:cubicBezTo>
                  <a:pt x="181694" y="123986"/>
                  <a:pt x="186183" y="125474"/>
                  <a:pt x="192101" y="125474"/>
                </a:cubicBezTo>
                <a:close/>
                <a:moveTo>
                  <a:pt x="304306" y="138100"/>
                </a:moveTo>
                <a:cubicBezTo>
                  <a:pt x="298914" y="138100"/>
                  <a:pt x="293801" y="137491"/>
                  <a:pt x="288967" y="136272"/>
                </a:cubicBezTo>
                <a:cubicBezTo>
                  <a:pt x="284134" y="135053"/>
                  <a:pt x="279876" y="133124"/>
                  <a:pt x="276193" y="130483"/>
                </a:cubicBezTo>
                <a:cubicBezTo>
                  <a:pt x="272510" y="127842"/>
                  <a:pt x="269633" y="124372"/>
                  <a:pt x="267562" y="120073"/>
                </a:cubicBezTo>
                <a:cubicBezTo>
                  <a:pt x="265490" y="115772"/>
                  <a:pt x="264455" y="110574"/>
                  <a:pt x="264455" y="104478"/>
                </a:cubicBezTo>
                <a:lnTo>
                  <a:pt x="280336" y="104478"/>
                </a:lnTo>
                <a:cubicBezTo>
                  <a:pt x="280336" y="112331"/>
                  <a:pt x="282654" y="117859"/>
                  <a:pt x="287290" y="121063"/>
                </a:cubicBezTo>
                <a:cubicBezTo>
                  <a:pt x="291927" y="124266"/>
                  <a:pt x="297730" y="125868"/>
                  <a:pt x="304701" y="125868"/>
                </a:cubicBezTo>
                <a:cubicBezTo>
                  <a:pt x="310948" y="125868"/>
                  <a:pt x="316094" y="124604"/>
                  <a:pt x="320138" y="122077"/>
                </a:cubicBezTo>
                <a:cubicBezTo>
                  <a:pt x="324183" y="119549"/>
                  <a:pt x="326205" y="115376"/>
                  <a:pt x="326205" y="109558"/>
                </a:cubicBezTo>
                <a:cubicBezTo>
                  <a:pt x="326205" y="104682"/>
                  <a:pt x="324380" y="101059"/>
                  <a:pt x="320730" y="98689"/>
                </a:cubicBezTo>
                <a:cubicBezTo>
                  <a:pt x="317081" y="96318"/>
                  <a:pt x="310652" y="94015"/>
                  <a:pt x="301446" y="91781"/>
                </a:cubicBezTo>
                <a:cubicBezTo>
                  <a:pt x="293949" y="89952"/>
                  <a:pt x="287636" y="87836"/>
                  <a:pt x="282506" y="85434"/>
                </a:cubicBezTo>
                <a:cubicBezTo>
                  <a:pt x="277377" y="83030"/>
                  <a:pt x="273530" y="79982"/>
                  <a:pt x="270965" y="76291"/>
                </a:cubicBezTo>
                <a:cubicBezTo>
                  <a:pt x="268400" y="72600"/>
                  <a:pt x="267118" y="67944"/>
                  <a:pt x="267118" y="62324"/>
                </a:cubicBezTo>
                <a:cubicBezTo>
                  <a:pt x="267118" y="57922"/>
                  <a:pt x="268022" y="54045"/>
                  <a:pt x="269831" y="50693"/>
                </a:cubicBezTo>
                <a:cubicBezTo>
                  <a:pt x="271639" y="47341"/>
                  <a:pt x="274171" y="44549"/>
                  <a:pt x="277426" y="42315"/>
                </a:cubicBezTo>
                <a:cubicBezTo>
                  <a:pt x="280681" y="40079"/>
                  <a:pt x="284512" y="38403"/>
                  <a:pt x="288918" y="37287"/>
                </a:cubicBezTo>
                <a:cubicBezTo>
                  <a:pt x="293324" y="36169"/>
                  <a:pt x="298092" y="35610"/>
                  <a:pt x="303221" y="35610"/>
                </a:cubicBezTo>
                <a:cubicBezTo>
                  <a:pt x="308285" y="35610"/>
                  <a:pt x="313036" y="36219"/>
                  <a:pt x="317475" y="37438"/>
                </a:cubicBezTo>
                <a:cubicBezTo>
                  <a:pt x="321914" y="38657"/>
                  <a:pt x="325827" y="40554"/>
                  <a:pt x="329214" y="43129"/>
                </a:cubicBezTo>
                <a:cubicBezTo>
                  <a:pt x="332600" y="45701"/>
                  <a:pt x="335280" y="49019"/>
                  <a:pt x="337253" y="53082"/>
                </a:cubicBezTo>
                <a:cubicBezTo>
                  <a:pt x="339226" y="57145"/>
                  <a:pt x="340212" y="62021"/>
                  <a:pt x="340212" y="67709"/>
                </a:cubicBezTo>
                <a:lnTo>
                  <a:pt x="324232" y="67709"/>
                </a:lnTo>
                <a:cubicBezTo>
                  <a:pt x="324232" y="60531"/>
                  <a:pt x="322194" y="55458"/>
                  <a:pt x="318116" y="52490"/>
                </a:cubicBezTo>
                <a:cubicBezTo>
                  <a:pt x="314039" y="49523"/>
                  <a:pt x="309074" y="48039"/>
                  <a:pt x="303221" y="48039"/>
                </a:cubicBezTo>
                <a:cubicBezTo>
                  <a:pt x="297303" y="48039"/>
                  <a:pt x="292502" y="49153"/>
                  <a:pt x="288819" y="51381"/>
                </a:cubicBezTo>
                <a:cubicBezTo>
                  <a:pt x="285137" y="53606"/>
                  <a:pt x="283295" y="57084"/>
                  <a:pt x="283295" y="61815"/>
                </a:cubicBezTo>
                <a:cubicBezTo>
                  <a:pt x="283295" y="64456"/>
                  <a:pt x="284117" y="66691"/>
                  <a:pt x="285761" y="68520"/>
                </a:cubicBezTo>
                <a:cubicBezTo>
                  <a:pt x="287405" y="70349"/>
                  <a:pt x="290167" y="71992"/>
                  <a:pt x="294047" y="73449"/>
                </a:cubicBezTo>
                <a:cubicBezTo>
                  <a:pt x="297927" y="74904"/>
                  <a:pt x="303155" y="76444"/>
                  <a:pt x="309732" y="78070"/>
                </a:cubicBezTo>
                <a:cubicBezTo>
                  <a:pt x="316900" y="79831"/>
                  <a:pt x="322917" y="81930"/>
                  <a:pt x="327783" y="84367"/>
                </a:cubicBezTo>
                <a:cubicBezTo>
                  <a:pt x="332650" y="86805"/>
                  <a:pt x="336316" y="89937"/>
                  <a:pt x="338782" y="93763"/>
                </a:cubicBezTo>
                <a:cubicBezTo>
                  <a:pt x="341248" y="97588"/>
                  <a:pt x="342481" y="102480"/>
                  <a:pt x="342481" y="108439"/>
                </a:cubicBezTo>
                <a:cubicBezTo>
                  <a:pt x="342481" y="113585"/>
                  <a:pt x="341511" y="118037"/>
                  <a:pt x="339571" y="121796"/>
                </a:cubicBezTo>
                <a:cubicBezTo>
                  <a:pt x="337631" y="125555"/>
                  <a:pt x="334935" y="128636"/>
                  <a:pt x="331482" y="131041"/>
                </a:cubicBezTo>
                <a:cubicBezTo>
                  <a:pt x="328030" y="133445"/>
                  <a:pt x="323986" y="135223"/>
                  <a:pt x="319349" y="136374"/>
                </a:cubicBezTo>
                <a:cubicBezTo>
                  <a:pt x="314713" y="137525"/>
                  <a:pt x="309699" y="138100"/>
                  <a:pt x="304306" y="138100"/>
                </a:cubicBezTo>
                <a:close/>
                <a:moveTo>
                  <a:pt x="404913" y="138100"/>
                </a:moveTo>
                <a:cubicBezTo>
                  <a:pt x="399520" y="138100"/>
                  <a:pt x="394407" y="137491"/>
                  <a:pt x="389574" y="136272"/>
                </a:cubicBezTo>
                <a:cubicBezTo>
                  <a:pt x="384740" y="135053"/>
                  <a:pt x="380482" y="133124"/>
                  <a:pt x="376799" y="130483"/>
                </a:cubicBezTo>
                <a:cubicBezTo>
                  <a:pt x="373117" y="127842"/>
                  <a:pt x="370240" y="124372"/>
                  <a:pt x="368168" y="120073"/>
                </a:cubicBezTo>
                <a:cubicBezTo>
                  <a:pt x="366097" y="115772"/>
                  <a:pt x="365061" y="110574"/>
                  <a:pt x="365061" y="104478"/>
                </a:cubicBezTo>
                <a:lnTo>
                  <a:pt x="380942" y="104478"/>
                </a:lnTo>
                <a:cubicBezTo>
                  <a:pt x="380942" y="112331"/>
                  <a:pt x="383260" y="117859"/>
                  <a:pt x="387897" y="121063"/>
                </a:cubicBezTo>
                <a:cubicBezTo>
                  <a:pt x="392533" y="124266"/>
                  <a:pt x="398336" y="125868"/>
                  <a:pt x="405307" y="125868"/>
                </a:cubicBezTo>
                <a:cubicBezTo>
                  <a:pt x="411555" y="125868"/>
                  <a:pt x="416700" y="124604"/>
                  <a:pt x="420745" y="122077"/>
                </a:cubicBezTo>
                <a:cubicBezTo>
                  <a:pt x="424789" y="119549"/>
                  <a:pt x="426811" y="115376"/>
                  <a:pt x="426811" y="109558"/>
                </a:cubicBezTo>
                <a:cubicBezTo>
                  <a:pt x="426811" y="104682"/>
                  <a:pt x="424986" y="101059"/>
                  <a:pt x="421337" y="98689"/>
                </a:cubicBezTo>
                <a:cubicBezTo>
                  <a:pt x="417687" y="96318"/>
                  <a:pt x="411259" y="94015"/>
                  <a:pt x="402052" y="91781"/>
                </a:cubicBezTo>
                <a:cubicBezTo>
                  <a:pt x="394555" y="89952"/>
                  <a:pt x="388242" y="87836"/>
                  <a:pt x="383113" y="85434"/>
                </a:cubicBezTo>
                <a:cubicBezTo>
                  <a:pt x="377983" y="83030"/>
                  <a:pt x="374136" y="79982"/>
                  <a:pt x="371571" y="76291"/>
                </a:cubicBezTo>
                <a:cubicBezTo>
                  <a:pt x="369007" y="72600"/>
                  <a:pt x="367724" y="67944"/>
                  <a:pt x="367724" y="62324"/>
                </a:cubicBezTo>
                <a:cubicBezTo>
                  <a:pt x="367724" y="57922"/>
                  <a:pt x="368628" y="54045"/>
                  <a:pt x="370437" y="50693"/>
                </a:cubicBezTo>
                <a:cubicBezTo>
                  <a:pt x="372245" y="47341"/>
                  <a:pt x="374777" y="44549"/>
                  <a:pt x="378032" y="42315"/>
                </a:cubicBezTo>
                <a:cubicBezTo>
                  <a:pt x="381288" y="40079"/>
                  <a:pt x="385118" y="38403"/>
                  <a:pt x="389524" y="37287"/>
                </a:cubicBezTo>
                <a:cubicBezTo>
                  <a:pt x="393930" y="36169"/>
                  <a:pt x="398698" y="35610"/>
                  <a:pt x="403828" y="35610"/>
                </a:cubicBezTo>
                <a:cubicBezTo>
                  <a:pt x="408891" y="35610"/>
                  <a:pt x="413642" y="36219"/>
                  <a:pt x="418081" y="37438"/>
                </a:cubicBezTo>
                <a:cubicBezTo>
                  <a:pt x="422520" y="38657"/>
                  <a:pt x="426433" y="40554"/>
                  <a:pt x="429820" y="43129"/>
                </a:cubicBezTo>
                <a:cubicBezTo>
                  <a:pt x="433207" y="45701"/>
                  <a:pt x="435886" y="49019"/>
                  <a:pt x="437859" y="53082"/>
                </a:cubicBezTo>
                <a:cubicBezTo>
                  <a:pt x="439832" y="57145"/>
                  <a:pt x="440819" y="62021"/>
                  <a:pt x="440819" y="67709"/>
                </a:cubicBezTo>
                <a:lnTo>
                  <a:pt x="424838" y="67709"/>
                </a:lnTo>
                <a:cubicBezTo>
                  <a:pt x="424838" y="60531"/>
                  <a:pt x="422800" y="55458"/>
                  <a:pt x="418723" y="52490"/>
                </a:cubicBezTo>
                <a:cubicBezTo>
                  <a:pt x="414645" y="49523"/>
                  <a:pt x="409680" y="48039"/>
                  <a:pt x="403828" y="48039"/>
                </a:cubicBezTo>
                <a:cubicBezTo>
                  <a:pt x="397909" y="48039"/>
                  <a:pt x="393108" y="49153"/>
                  <a:pt x="389426" y="51381"/>
                </a:cubicBezTo>
                <a:cubicBezTo>
                  <a:pt x="385743" y="53606"/>
                  <a:pt x="383902" y="57084"/>
                  <a:pt x="383902" y="61815"/>
                </a:cubicBezTo>
                <a:cubicBezTo>
                  <a:pt x="383902" y="64456"/>
                  <a:pt x="384724" y="66691"/>
                  <a:pt x="386368" y="68520"/>
                </a:cubicBezTo>
                <a:cubicBezTo>
                  <a:pt x="388012" y="70349"/>
                  <a:pt x="390774" y="71992"/>
                  <a:pt x="394654" y="73449"/>
                </a:cubicBezTo>
                <a:cubicBezTo>
                  <a:pt x="398534" y="74904"/>
                  <a:pt x="403762" y="76444"/>
                  <a:pt x="410338" y="78070"/>
                </a:cubicBezTo>
                <a:cubicBezTo>
                  <a:pt x="417506" y="79831"/>
                  <a:pt x="423523" y="81930"/>
                  <a:pt x="428390" y="84367"/>
                </a:cubicBezTo>
                <a:cubicBezTo>
                  <a:pt x="433256" y="86805"/>
                  <a:pt x="436922" y="89937"/>
                  <a:pt x="439388" y="93763"/>
                </a:cubicBezTo>
                <a:cubicBezTo>
                  <a:pt x="441854" y="97588"/>
                  <a:pt x="443087" y="102480"/>
                  <a:pt x="443087" y="108439"/>
                </a:cubicBezTo>
                <a:cubicBezTo>
                  <a:pt x="443087" y="113585"/>
                  <a:pt x="442117" y="118037"/>
                  <a:pt x="440177" y="121796"/>
                </a:cubicBezTo>
                <a:cubicBezTo>
                  <a:pt x="438237" y="125555"/>
                  <a:pt x="435541" y="128636"/>
                  <a:pt x="432089" y="131041"/>
                </a:cubicBezTo>
                <a:cubicBezTo>
                  <a:pt x="428636" y="133445"/>
                  <a:pt x="424592" y="135223"/>
                  <a:pt x="419956" y="136374"/>
                </a:cubicBezTo>
                <a:cubicBezTo>
                  <a:pt x="415319" y="137525"/>
                  <a:pt x="410305" y="138100"/>
                  <a:pt x="404913" y="138100"/>
                </a:cubicBezTo>
                <a:close/>
                <a:moveTo>
                  <a:pt x="543499" y="138100"/>
                </a:moveTo>
                <a:cubicBezTo>
                  <a:pt x="538106" y="138100"/>
                  <a:pt x="532993" y="137491"/>
                  <a:pt x="528160" y="136272"/>
                </a:cubicBezTo>
                <a:cubicBezTo>
                  <a:pt x="523326" y="135053"/>
                  <a:pt x="519068" y="133124"/>
                  <a:pt x="515386" y="130483"/>
                </a:cubicBezTo>
                <a:cubicBezTo>
                  <a:pt x="511703" y="127842"/>
                  <a:pt x="508826" y="124372"/>
                  <a:pt x="506754" y="120073"/>
                </a:cubicBezTo>
                <a:cubicBezTo>
                  <a:pt x="504683" y="115772"/>
                  <a:pt x="503647" y="110574"/>
                  <a:pt x="503647" y="104478"/>
                </a:cubicBezTo>
                <a:lnTo>
                  <a:pt x="519529" y="104478"/>
                </a:lnTo>
                <a:cubicBezTo>
                  <a:pt x="519529" y="112331"/>
                  <a:pt x="521847" y="117859"/>
                  <a:pt x="526483" y="121063"/>
                </a:cubicBezTo>
                <a:cubicBezTo>
                  <a:pt x="531119" y="124266"/>
                  <a:pt x="536923" y="125868"/>
                  <a:pt x="543893" y="125868"/>
                </a:cubicBezTo>
                <a:cubicBezTo>
                  <a:pt x="550141" y="125868"/>
                  <a:pt x="555287" y="124604"/>
                  <a:pt x="559331" y="122077"/>
                </a:cubicBezTo>
                <a:cubicBezTo>
                  <a:pt x="563375" y="119549"/>
                  <a:pt x="565398" y="115376"/>
                  <a:pt x="565398" y="109558"/>
                </a:cubicBezTo>
                <a:cubicBezTo>
                  <a:pt x="565398" y="104682"/>
                  <a:pt x="563573" y="101059"/>
                  <a:pt x="559923" y="98689"/>
                </a:cubicBezTo>
                <a:cubicBezTo>
                  <a:pt x="556273" y="96318"/>
                  <a:pt x="549845" y="94015"/>
                  <a:pt x="540638" y="91781"/>
                </a:cubicBezTo>
                <a:cubicBezTo>
                  <a:pt x="533141" y="89952"/>
                  <a:pt x="526828" y="87836"/>
                  <a:pt x="521699" y="85434"/>
                </a:cubicBezTo>
                <a:cubicBezTo>
                  <a:pt x="516569" y="83030"/>
                  <a:pt x="512722" y="79982"/>
                  <a:pt x="510158" y="76291"/>
                </a:cubicBezTo>
                <a:cubicBezTo>
                  <a:pt x="507593" y="72600"/>
                  <a:pt x="506310" y="67944"/>
                  <a:pt x="506310" y="62324"/>
                </a:cubicBezTo>
                <a:cubicBezTo>
                  <a:pt x="506310" y="57922"/>
                  <a:pt x="507215" y="54045"/>
                  <a:pt x="509023" y="50693"/>
                </a:cubicBezTo>
                <a:cubicBezTo>
                  <a:pt x="510832" y="47341"/>
                  <a:pt x="513363" y="44549"/>
                  <a:pt x="516619" y="42315"/>
                </a:cubicBezTo>
                <a:cubicBezTo>
                  <a:pt x="519874" y="40079"/>
                  <a:pt x="523704" y="38403"/>
                  <a:pt x="528111" y="37287"/>
                </a:cubicBezTo>
                <a:cubicBezTo>
                  <a:pt x="532517" y="36169"/>
                  <a:pt x="537284" y="35610"/>
                  <a:pt x="542414" y="35610"/>
                </a:cubicBezTo>
                <a:cubicBezTo>
                  <a:pt x="547477" y="35610"/>
                  <a:pt x="552229" y="36219"/>
                  <a:pt x="556668" y="37438"/>
                </a:cubicBezTo>
                <a:cubicBezTo>
                  <a:pt x="561107" y="38657"/>
                  <a:pt x="565019" y="40554"/>
                  <a:pt x="568406" y="43129"/>
                </a:cubicBezTo>
                <a:cubicBezTo>
                  <a:pt x="571793" y="45701"/>
                  <a:pt x="574473" y="49019"/>
                  <a:pt x="576446" y="53082"/>
                </a:cubicBezTo>
                <a:cubicBezTo>
                  <a:pt x="578418" y="57145"/>
                  <a:pt x="579405" y="62021"/>
                  <a:pt x="579405" y="67709"/>
                </a:cubicBezTo>
                <a:lnTo>
                  <a:pt x="563425" y="67709"/>
                </a:lnTo>
                <a:cubicBezTo>
                  <a:pt x="563425" y="60531"/>
                  <a:pt x="561386" y="55458"/>
                  <a:pt x="557309" y="52490"/>
                </a:cubicBezTo>
                <a:cubicBezTo>
                  <a:pt x="553232" y="49523"/>
                  <a:pt x="548267" y="48039"/>
                  <a:pt x="542414" y="48039"/>
                </a:cubicBezTo>
                <a:cubicBezTo>
                  <a:pt x="536495" y="48039"/>
                  <a:pt x="531695" y="49153"/>
                  <a:pt x="528012" y="51381"/>
                </a:cubicBezTo>
                <a:cubicBezTo>
                  <a:pt x="524329" y="53606"/>
                  <a:pt x="522488" y="57084"/>
                  <a:pt x="522488" y="61815"/>
                </a:cubicBezTo>
                <a:cubicBezTo>
                  <a:pt x="522488" y="64456"/>
                  <a:pt x="523310" y="66691"/>
                  <a:pt x="524954" y="68520"/>
                </a:cubicBezTo>
                <a:cubicBezTo>
                  <a:pt x="526598" y="70349"/>
                  <a:pt x="529360" y="71992"/>
                  <a:pt x="533240" y="73449"/>
                </a:cubicBezTo>
                <a:cubicBezTo>
                  <a:pt x="537120" y="74904"/>
                  <a:pt x="542348" y="76444"/>
                  <a:pt x="548924" y="78070"/>
                </a:cubicBezTo>
                <a:cubicBezTo>
                  <a:pt x="556092" y="79831"/>
                  <a:pt x="562109" y="81930"/>
                  <a:pt x="566976" y="84367"/>
                </a:cubicBezTo>
                <a:cubicBezTo>
                  <a:pt x="571842" y="86805"/>
                  <a:pt x="575508" y="89937"/>
                  <a:pt x="577974" y="93763"/>
                </a:cubicBezTo>
                <a:cubicBezTo>
                  <a:pt x="580441" y="97588"/>
                  <a:pt x="581674" y="102480"/>
                  <a:pt x="581674" y="108439"/>
                </a:cubicBezTo>
                <a:cubicBezTo>
                  <a:pt x="581674" y="113585"/>
                  <a:pt x="580704" y="118037"/>
                  <a:pt x="578764" y="121796"/>
                </a:cubicBezTo>
                <a:cubicBezTo>
                  <a:pt x="576824" y="125555"/>
                  <a:pt x="574127" y="128636"/>
                  <a:pt x="570675" y="131041"/>
                </a:cubicBezTo>
                <a:cubicBezTo>
                  <a:pt x="567222" y="133445"/>
                  <a:pt x="563178" y="135223"/>
                  <a:pt x="558542" y="136374"/>
                </a:cubicBezTo>
                <a:cubicBezTo>
                  <a:pt x="553906" y="137525"/>
                  <a:pt x="548891" y="138100"/>
                  <a:pt x="543499" y="138100"/>
                </a:cubicBezTo>
                <a:close/>
                <a:moveTo>
                  <a:pt x="643371" y="138100"/>
                </a:moveTo>
                <a:cubicBezTo>
                  <a:pt x="633967" y="138100"/>
                  <a:pt x="625911" y="136052"/>
                  <a:pt x="619204" y="131956"/>
                </a:cubicBezTo>
                <a:cubicBezTo>
                  <a:pt x="612496" y="127859"/>
                  <a:pt x="607383" y="122001"/>
                  <a:pt x="603865" y="114383"/>
                </a:cubicBezTo>
                <a:cubicBezTo>
                  <a:pt x="600346" y="106764"/>
                  <a:pt x="598587" y="97707"/>
                  <a:pt x="598587" y="87210"/>
                </a:cubicBezTo>
                <a:cubicBezTo>
                  <a:pt x="598587" y="76443"/>
                  <a:pt x="600346" y="67217"/>
                  <a:pt x="603865" y="59531"/>
                </a:cubicBezTo>
                <a:cubicBezTo>
                  <a:pt x="607383" y="51845"/>
                  <a:pt x="612496" y="45937"/>
                  <a:pt x="619204" y="41806"/>
                </a:cubicBezTo>
                <a:cubicBezTo>
                  <a:pt x="625911" y="37675"/>
                  <a:pt x="633967" y="35610"/>
                  <a:pt x="643371" y="35610"/>
                </a:cubicBezTo>
                <a:cubicBezTo>
                  <a:pt x="652972" y="35610"/>
                  <a:pt x="661176" y="37675"/>
                  <a:pt x="667982" y="41806"/>
                </a:cubicBezTo>
                <a:cubicBezTo>
                  <a:pt x="674789" y="45937"/>
                  <a:pt x="680017" y="51845"/>
                  <a:pt x="683667" y="59531"/>
                </a:cubicBezTo>
                <a:cubicBezTo>
                  <a:pt x="687316" y="67217"/>
                  <a:pt x="689141" y="76443"/>
                  <a:pt x="689141" y="87210"/>
                </a:cubicBezTo>
                <a:cubicBezTo>
                  <a:pt x="689141" y="97707"/>
                  <a:pt x="687316" y="106764"/>
                  <a:pt x="683667" y="114383"/>
                </a:cubicBezTo>
                <a:cubicBezTo>
                  <a:pt x="680017" y="122001"/>
                  <a:pt x="674789" y="127859"/>
                  <a:pt x="667982" y="131956"/>
                </a:cubicBezTo>
                <a:cubicBezTo>
                  <a:pt x="661176" y="136052"/>
                  <a:pt x="652972" y="138100"/>
                  <a:pt x="643371" y="138100"/>
                </a:cubicBezTo>
                <a:moveTo>
                  <a:pt x="643371" y="124981"/>
                </a:moveTo>
                <a:cubicBezTo>
                  <a:pt x="650473" y="124981"/>
                  <a:pt x="656129" y="123356"/>
                  <a:pt x="660338" y="120107"/>
                </a:cubicBezTo>
                <a:cubicBezTo>
                  <a:pt x="664546" y="116856"/>
                  <a:pt x="667571" y="112374"/>
                  <a:pt x="669413" y="106661"/>
                </a:cubicBezTo>
                <a:cubicBezTo>
                  <a:pt x="671254" y="100948"/>
                  <a:pt x="672175" y="94466"/>
                  <a:pt x="672175" y="87216"/>
                </a:cubicBezTo>
                <a:cubicBezTo>
                  <a:pt x="672175" y="79826"/>
                  <a:pt x="671254" y="73223"/>
                  <a:pt x="669413" y="67407"/>
                </a:cubicBezTo>
                <a:cubicBezTo>
                  <a:pt x="667571" y="61591"/>
                  <a:pt x="664546" y="57025"/>
                  <a:pt x="660338" y="53708"/>
                </a:cubicBezTo>
                <a:cubicBezTo>
                  <a:pt x="656129" y="50389"/>
                  <a:pt x="650473" y="48730"/>
                  <a:pt x="643371" y="48730"/>
                </a:cubicBezTo>
                <a:cubicBezTo>
                  <a:pt x="636466" y="48730"/>
                  <a:pt x="630991" y="50389"/>
                  <a:pt x="626947" y="53708"/>
                </a:cubicBezTo>
                <a:cubicBezTo>
                  <a:pt x="622903" y="57025"/>
                  <a:pt x="619993" y="61591"/>
                  <a:pt x="618217" y="67407"/>
                </a:cubicBezTo>
                <a:cubicBezTo>
                  <a:pt x="616442" y="73223"/>
                  <a:pt x="615554" y="79826"/>
                  <a:pt x="615554" y="87216"/>
                </a:cubicBezTo>
                <a:cubicBezTo>
                  <a:pt x="615554" y="94466"/>
                  <a:pt x="616442" y="100948"/>
                  <a:pt x="618217" y="106661"/>
                </a:cubicBezTo>
                <a:cubicBezTo>
                  <a:pt x="619993" y="112374"/>
                  <a:pt x="622903" y="116856"/>
                  <a:pt x="626947" y="120107"/>
                </a:cubicBezTo>
                <a:cubicBezTo>
                  <a:pt x="630991" y="123356"/>
                  <a:pt x="636466" y="124981"/>
                  <a:pt x="643371" y="124981"/>
                </a:cubicBezTo>
                <a:close/>
                <a:moveTo>
                  <a:pt x="744966" y="136324"/>
                </a:moveTo>
                <a:cubicBezTo>
                  <a:pt x="737141" y="136324"/>
                  <a:pt x="731156" y="135091"/>
                  <a:pt x="727013" y="132625"/>
                </a:cubicBezTo>
                <a:cubicBezTo>
                  <a:pt x="722870" y="130159"/>
                  <a:pt x="720042" y="126608"/>
                  <a:pt x="718530" y="121972"/>
                </a:cubicBezTo>
                <a:cubicBezTo>
                  <a:pt x="717017" y="117336"/>
                  <a:pt x="716261" y="111762"/>
                  <a:pt x="716261" y="105252"/>
                </a:cubicBezTo>
                <a:lnTo>
                  <a:pt x="716261" y="3551"/>
                </a:lnTo>
                <a:lnTo>
                  <a:pt x="732636" y="3551"/>
                </a:lnTo>
                <a:lnTo>
                  <a:pt x="732636" y="104463"/>
                </a:lnTo>
                <a:cubicBezTo>
                  <a:pt x="732636" y="110447"/>
                  <a:pt x="733409" y="115018"/>
                  <a:pt x="734954" y="118174"/>
                </a:cubicBezTo>
                <a:cubicBezTo>
                  <a:pt x="736499" y="121331"/>
                  <a:pt x="740199" y="122909"/>
                  <a:pt x="746051" y="122909"/>
                </a:cubicBezTo>
                <a:lnTo>
                  <a:pt x="750490" y="122909"/>
                </a:lnTo>
                <a:lnTo>
                  <a:pt x="750490" y="136324"/>
                </a:lnTo>
                <a:lnTo>
                  <a:pt x="744966" y="136324"/>
                </a:lnTo>
                <a:close/>
                <a:moveTo>
                  <a:pt x="798332" y="138100"/>
                </a:moveTo>
                <a:cubicBezTo>
                  <a:pt x="787218" y="138100"/>
                  <a:pt x="779195" y="134906"/>
                  <a:pt x="774263" y="128519"/>
                </a:cubicBezTo>
                <a:cubicBezTo>
                  <a:pt x="769331" y="122130"/>
                  <a:pt x="766865" y="113329"/>
                  <a:pt x="766865" y="102117"/>
                </a:cubicBezTo>
                <a:lnTo>
                  <a:pt x="766865" y="37287"/>
                </a:lnTo>
                <a:lnTo>
                  <a:pt x="783437" y="37287"/>
                </a:lnTo>
                <a:lnTo>
                  <a:pt x="783437" y="100129"/>
                </a:lnTo>
                <a:cubicBezTo>
                  <a:pt x="783437" y="104640"/>
                  <a:pt x="783930" y="108672"/>
                  <a:pt x="784917" y="112225"/>
                </a:cubicBezTo>
                <a:cubicBezTo>
                  <a:pt x="785903" y="115778"/>
                  <a:pt x="787777" y="118546"/>
                  <a:pt x="790539" y="120529"/>
                </a:cubicBezTo>
                <a:cubicBezTo>
                  <a:pt x="793301" y="122510"/>
                  <a:pt x="797280" y="123501"/>
                  <a:pt x="802475" y="123501"/>
                </a:cubicBezTo>
                <a:cubicBezTo>
                  <a:pt x="809709" y="123501"/>
                  <a:pt x="815759" y="121946"/>
                  <a:pt x="820625" y="118837"/>
                </a:cubicBezTo>
                <a:cubicBezTo>
                  <a:pt x="825492" y="115728"/>
                  <a:pt x="829404" y="112122"/>
                  <a:pt x="832364" y="108020"/>
                </a:cubicBezTo>
                <a:lnTo>
                  <a:pt x="832364" y="37287"/>
                </a:lnTo>
                <a:lnTo>
                  <a:pt x="848936" y="37287"/>
                </a:lnTo>
                <a:lnTo>
                  <a:pt x="848936" y="136324"/>
                </a:lnTo>
                <a:lnTo>
                  <a:pt x="833054" y="136324"/>
                </a:lnTo>
                <a:lnTo>
                  <a:pt x="832561" y="121824"/>
                </a:lnTo>
                <a:cubicBezTo>
                  <a:pt x="829470" y="125638"/>
                  <a:pt x="825113" y="129304"/>
                  <a:pt x="819491" y="132823"/>
                </a:cubicBezTo>
                <a:cubicBezTo>
                  <a:pt x="813868" y="136341"/>
                  <a:pt x="806815" y="138100"/>
                  <a:pt x="798332" y="138100"/>
                </a:cubicBezTo>
                <a:close/>
                <a:moveTo>
                  <a:pt x="912840" y="136324"/>
                </a:moveTo>
                <a:cubicBezTo>
                  <a:pt x="905080" y="136324"/>
                  <a:pt x="899128" y="135047"/>
                  <a:pt x="894985" y="132493"/>
                </a:cubicBezTo>
                <a:cubicBezTo>
                  <a:pt x="890842" y="129938"/>
                  <a:pt x="887998" y="126261"/>
                  <a:pt x="886453" y="121460"/>
                </a:cubicBezTo>
                <a:cubicBezTo>
                  <a:pt x="884907" y="116658"/>
                  <a:pt x="884135" y="110885"/>
                  <a:pt x="884135" y="104142"/>
                </a:cubicBezTo>
                <a:lnTo>
                  <a:pt x="884135" y="50604"/>
                </a:lnTo>
                <a:lnTo>
                  <a:pt x="868056" y="50604"/>
                </a:lnTo>
                <a:lnTo>
                  <a:pt x="868056" y="37287"/>
                </a:lnTo>
                <a:lnTo>
                  <a:pt x="884135" y="37287"/>
                </a:lnTo>
                <a:lnTo>
                  <a:pt x="884135" y="15290"/>
                </a:lnTo>
                <a:lnTo>
                  <a:pt x="900509" y="15290"/>
                </a:lnTo>
                <a:lnTo>
                  <a:pt x="900509" y="37287"/>
                </a:lnTo>
                <a:lnTo>
                  <a:pt x="924184" y="37287"/>
                </a:lnTo>
                <a:lnTo>
                  <a:pt x="924184" y="50604"/>
                </a:lnTo>
                <a:lnTo>
                  <a:pt x="900509" y="50604"/>
                </a:lnTo>
                <a:lnTo>
                  <a:pt x="900509" y="103674"/>
                </a:lnTo>
                <a:cubicBezTo>
                  <a:pt x="900509" y="109913"/>
                  <a:pt x="901282" y="114695"/>
                  <a:pt x="902828" y="118020"/>
                </a:cubicBezTo>
                <a:cubicBezTo>
                  <a:pt x="904373" y="121345"/>
                  <a:pt x="908072" y="123008"/>
                  <a:pt x="913925" y="123008"/>
                </a:cubicBezTo>
                <a:lnTo>
                  <a:pt x="924381" y="123008"/>
                </a:lnTo>
                <a:lnTo>
                  <a:pt x="924381" y="136324"/>
                </a:lnTo>
                <a:lnTo>
                  <a:pt x="912840" y="136324"/>
                </a:lnTo>
                <a:close/>
                <a:moveTo>
                  <a:pt x="944417" y="136324"/>
                </a:moveTo>
                <a:lnTo>
                  <a:pt x="944417" y="37287"/>
                </a:lnTo>
                <a:lnTo>
                  <a:pt x="960891" y="37287"/>
                </a:lnTo>
                <a:lnTo>
                  <a:pt x="960891" y="136324"/>
                </a:lnTo>
                <a:lnTo>
                  <a:pt x="944417" y="136324"/>
                </a:lnTo>
                <a:moveTo>
                  <a:pt x="952605" y="19137"/>
                </a:moveTo>
                <a:cubicBezTo>
                  <a:pt x="949514" y="19137"/>
                  <a:pt x="947031" y="18232"/>
                  <a:pt x="945157" y="16424"/>
                </a:cubicBezTo>
                <a:cubicBezTo>
                  <a:pt x="943283" y="14616"/>
                  <a:pt x="942346" y="12330"/>
                  <a:pt x="942346" y="9568"/>
                </a:cubicBezTo>
                <a:cubicBezTo>
                  <a:pt x="942346" y="6806"/>
                  <a:pt x="943283" y="4521"/>
                  <a:pt x="945157" y="2713"/>
                </a:cubicBezTo>
                <a:cubicBezTo>
                  <a:pt x="947031" y="904"/>
                  <a:pt x="949514" y="0"/>
                  <a:pt x="952605" y="0"/>
                </a:cubicBezTo>
                <a:cubicBezTo>
                  <a:pt x="955696" y="0"/>
                  <a:pt x="958194" y="904"/>
                  <a:pt x="960102" y="2713"/>
                </a:cubicBezTo>
                <a:cubicBezTo>
                  <a:pt x="962009" y="4521"/>
                  <a:pt x="962962" y="6806"/>
                  <a:pt x="962962" y="9568"/>
                </a:cubicBezTo>
                <a:cubicBezTo>
                  <a:pt x="962962" y="12330"/>
                  <a:pt x="962009" y="14616"/>
                  <a:pt x="960102" y="16424"/>
                </a:cubicBezTo>
                <a:cubicBezTo>
                  <a:pt x="958194" y="18232"/>
                  <a:pt x="955696" y="19137"/>
                  <a:pt x="952605" y="19137"/>
                </a:cubicBezTo>
                <a:close/>
                <a:moveTo>
                  <a:pt x="1034079" y="138100"/>
                </a:moveTo>
                <a:cubicBezTo>
                  <a:pt x="1024675" y="138100"/>
                  <a:pt x="1016619" y="136052"/>
                  <a:pt x="1009912" y="131956"/>
                </a:cubicBezTo>
                <a:cubicBezTo>
                  <a:pt x="1003204" y="127859"/>
                  <a:pt x="998091" y="122001"/>
                  <a:pt x="994573" y="114383"/>
                </a:cubicBezTo>
                <a:cubicBezTo>
                  <a:pt x="991054" y="106764"/>
                  <a:pt x="989295" y="97707"/>
                  <a:pt x="989295" y="87210"/>
                </a:cubicBezTo>
                <a:cubicBezTo>
                  <a:pt x="989295" y="76443"/>
                  <a:pt x="991054" y="67217"/>
                  <a:pt x="994573" y="59531"/>
                </a:cubicBezTo>
                <a:cubicBezTo>
                  <a:pt x="998091" y="51845"/>
                  <a:pt x="1003204" y="45937"/>
                  <a:pt x="1009912" y="41806"/>
                </a:cubicBezTo>
                <a:cubicBezTo>
                  <a:pt x="1016619" y="37675"/>
                  <a:pt x="1024675" y="35610"/>
                  <a:pt x="1034079" y="35610"/>
                </a:cubicBezTo>
                <a:cubicBezTo>
                  <a:pt x="1043680" y="35610"/>
                  <a:pt x="1051884" y="37675"/>
                  <a:pt x="1058690" y="41806"/>
                </a:cubicBezTo>
                <a:cubicBezTo>
                  <a:pt x="1065497" y="45937"/>
                  <a:pt x="1070725" y="51845"/>
                  <a:pt x="1074375" y="59531"/>
                </a:cubicBezTo>
                <a:cubicBezTo>
                  <a:pt x="1078024" y="67217"/>
                  <a:pt x="1079849" y="76443"/>
                  <a:pt x="1079849" y="87210"/>
                </a:cubicBezTo>
                <a:cubicBezTo>
                  <a:pt x="1079849" y="97707"/>
                  <a:pt x="1078024" y="106764"/>
                  <a:pt x="1074375" y="114383"/>
                </a:cubicBezTo>
                <a:cubicBezTo>
                  <a:pt x="1070725" y="122001"/>
                  <a:pt x="1065497" y="127859"/>
                  <a:pt x="1058690" y="131956"/>
                </a:cubicBezTo>
                <a:cubicBezTo>
                  <a:pt x="1051884" y="136052"/>
                  <a:pt x="1043680" y="138100"/>
                  <a:pt x="1034079" y="138100"/>
                </a:cubicBezTo>
                <a:moveTo>
                  <a:pt x="1034079" y="124981"/>
                </a:moveTo>
                <a:cubicBezTo>
                  <a:pt x="1041181" y="124981"/>
                  <a:pt x="1046837" y="123356"/>
                  <a:pt x="1051046" y="120107"/>
                </a:cubicBezTo>
                <a:cubicBezTo>
                  <a:pt x="1055254" y="116856"/>
                  <a:pt x="1058279" y="112374"/>
                  <a:pt x="1060121" y="106661"/>
                </a:cubicBezTo>
                <a:cubicBezTo>
                  <a:pt x="1061962" y="100948"/>
                  <a:pt x="1062883" y="94466"/>
                  <a:pt x="1062883" y="87216"/>
                </a:cubicBezTo>
                <a:cubicBezTo>
                  <a:pt x="1062883" y="79826"/>
                  <a:pt x="1061962" y="73223"/>
                  <a:pt x="1060121" y="67407"/>
                </a:cubicBezTo>
                <a:cubicBezTo>
                  <a:pt x="1058279" y="61591"/>
                  <a:pt x="1055254" y="57025"/>
                  <a:pt x="1051046" y="53708"/>
                </a:cubicBezTo>
                <a:cubicBezTo>
                  <a:pt x="1046837" y="50389"/>
                  <a:pt x="1041181" y="48730"/>
                  <a:pt x="1034079" y="48730"/>
                </a:cubicBezTo>
                <a:cubicBezTo>
                  <a:pt x="1027174" y="48730"/>
                  <a:pt x="1021699" y="50389"/>
                  <a:pt x="1017655" y="53708"/>
                </a:cubicBezTo>
                <a:cubicBezTo>
                  <a:pt x="1013611" y="57025"/>
                  <a:pt x="1010701" y="61591"/>
                  <a:pt x="1008925" y="67407"/>
                </a:cubicBezTo>
                <a:cubicBezTo>
                  <a:pt x="1007150" y="73223"/>
                  <a:pt x="1006262" y="79826"/>
                  <a:pt x="1006262" y="87216"/>
                </a:cubicBezTo>
                <a:cubicBezTo>
                  <a:pt x="1006262" y="94466"/>
                  <a:pt x="1007150" y="100948"/>
                  <a:pt x="1008925" y="106661"/>
                </a:cubicBezTo>
                <a:cubicBezTo>
                  <a:pt x="1010701" y="112374"/>
                  <a:pt x="1013611" y="116856"/>
                  <a:pt x="1017655" y="120107"/>
                </a:cubicBezTo>
                <a:cubicBezTo>
                  <a:pt x="1021699" y="123356"/>
                  <a:pt x="1027174" y="124981"/>
                  <a:pt x="1034079" y="124981"/>
                </a:cubicBezTo>
                <a:close/>
                <a:moveTo>
                  <a:pt x="1108054" y="136324"/>
                </a:moveTo>
                <a:lnTo>
                  <a:pt x="1108054" y="37287"/>
                </a:lnTo>
                <a:lnTo>
                  <a:pt x="1123837" y="37287"/>
                </a:lnTo>
                <a:lnTo>
                  <a:pt x="1124429" y="51788"/>
                </a:lnTo>
                <a:cubicBezTo>
                  <a:pt x="1127388" y="47908"/>
                  <a:pt x="1131630" y="44241"/>
                  <a:pt x="1137154" y="40789"/>
                </a:cubicBezTo>
                <a:cubicBezTo>
                  <a:pt x="1142678" y="37336"/>
                  <a:pt x="1149747" y="35610"/>
                  <a:pt x="1158362" y="35610"/>
                </a:cubicBezTo>
                <a:cubicBezTo>
                  <a:pt x="1168884" y="35610"/>
                  <a:pt x="1176545" y="38821"/>
                  <a:pt x="1181346" y="45243"/>
                </a:cubicBezTo>
                <a:cubicBezTo>
                  <a:pt x="1186146" y="51665"/>
                  <a:pt x="1188547" y="60687"/>
                  <a:pt x="1188547" y="72308"/>
                </a:cubicBezTo>
                <a:lnTo>
                  <a:pt x="1188547" y="136324"/>
                </a:lnTo>
                <a:lnTo>
                  <a:pt x="1172073" y="136324"/>
                </a:lnTo>
                <a:lnTo>
                  <a:pt x="1172073" y="74426"/>
                </a:lnTo>
                <a:cubicBezTo>
                  <a:pt x="1172073" y="69574"/>
                  <a:pt x="1171580" y="65270"/>
                  <a:pt x="1170594" y="61513"/>
                </a:cubicBezTo>
                <a:cubicBezTo>
                  <a:pt x="1169607" y="57754"/>
                  <a:pt x="1167848" y="54799"/>
                  <a:pt x="1165316" y="52648"/>
                </a:cubicBezTo>
                <a:cubicBezTo>
                  <a:pt x="1162784" y="50496"/>
                  <a:pt x="1159118" y="49420"/>
                  <a:pt x="1154318" y="49420"/>
                </a:cubicBezTo>
                <a:cubicBezTo>
                  <a:pt x="1147150" y="49420"/>
                  <a:pt x="1141132" y="51111"/>
                  <a:pt x="1136266" y="54494"/>
                </a:cubicBezTo>
                <a:cubicBezTo>
                  <a:pt x="1131400" y="57875"/>
                  <a:pt x="1127487" y="61581"/>
                  <a:pt x="1124527" y="65613"/>
                </a:cubicBezTo>
                <a:lnTo>
                  <a:pt x="1124527" y="136324"/>
                </a:lnTo>
                <a:lnTo>
                  <a:pt x="1108054" y="136324"/>
                </a:lnTo>
                <a:close/>
                <a:moveTo>
                  <a:pt x="1237818" y="171540"/>
                </a:moveTo>
                <a:cubicBezTo>
                  <a:pt x="1232491" y="162333"/>
                  <a:pt x="1227937" y="153406"/>
                  <a:pt x="1224156" y="144758"/>
                </a:cubicBezTo>
                <a:cubicBezTo>
                  <a:pt x="1220374" y="136111"/>
                  <a:pt x="1217481" y="127184"/>
                  <a:pt x="1215475" y="117977"/>
                </a:cubicBezTo>
                <a:cubicBezTo>
                  <a:pt x="1213469" y="108770"/>
                  <a:pt x="1212466" y="98807"/>
                  <a:pt x="1212466" y="88088"/>
                </a:cubicBezTo>
                <a:cubicBezTo>
                  <a:pt x="1212466" y="77566"/>
                  <a:pt x="1213453" y="67488"/>
                  <a:pt x="1215426" y="57854"/>
                </a:cubicBezTo>
                <a:cubicBezTo>
                  <a:pt x="1217398" y="48220"/>
                  <a:pt x="1220276" y="38832"/>
                  <a:pt x="1224057" y="29691"/>
                </a:cubicBezTo>
                <a:cubicBezTo>
                  <a:pt x="1227838" y="20551"/>
                  <a:pt x="1232425" y="11574"/>
                  <a:pt x="1237818" y="2762"/>
                </a:cubicBezTo>
                <a:lnTo>
                  <a:pt x="1251332" y="2762"/>
                </a:lnTo>
                <a:cubicBezTo>
                  <a:pt x="1243572" y="16046"/>
                  <a:pt x="1237818" y="30201"/>
                  <a:pt x="1234069" y="45228"/>
                </a:cubicBezTo>
                <a:cubicBezTo>
                  <a:pt x="1230321" y="60254"/>
                  <a:pt x="1228446" y="75593"/>
                  <a:pt x="1228446" y="91245"/>
                </a:cubicBezTo>
                <a:cubicBezTo>
                  <a:pt x="1228446" y="105186"/>
                  <a:pt x="1230567" y="119128"/>
                  <a:pt x="1234809" y="133069"/>
                </a:cubicBezTo>
                <a:cubicBezTo>
                  <a:pt x="1239051" y="147011"/>
                  <a:pt x="1244558" y="159834"/>
                  <a:pt x="1251332" y="171540"/>
                </a:cubicBezTo>
                <a:lnTo>
                  <a:pt x="1237818" y="171540"/>
                </a:lnTo>
                <a:close/>
                <a:moveTo>
                  <a:pt x="1269574" y="171540"/>
                </a:moveTo>
                <a:cubicBezTo>
                  <a:pt x="1277399" y="158190"/>
                  <a:pt x="1283187" y="144002"/>
                  <a:pt x="1286935" y="128976"/>
                </a:cubicBezTo>
                <a:cubicBezTo>
                  <a:pt x="1290683" y="113949"/>
                  <a:pt x="1292558" y="98577"/>
                  <a:pt x="1292558" y="82860"/>
                </a:cubicBezTo>
                <a:cubicBezTo>
                  <a:pt x="1292558" y="68918"/>
                  <a:pt x="1290420" y="55010"/>
                  <a:pt x="1286146" y="41134"/>
                </a:cubicBezTo>
                <a:cubicBezTo>
                  <a:pt x="1281871" y="27258"/>
                  <a:pt x="1276347" y="14468"/>
                  <a:pt x="1269574" y="2762"/>
                </a:cubicBezTo>
                <a:lnTo>
                  <a:pt x="1282989" y="2762"/>
                </a:lnTo>
                <a:cubicBezTo>
                  <a:pt x="1288382" y="11837"/>
                  <a:pt x="1292985" y="20699"/>
                  <a:pt x="1296799" y="29346"/>
                </a:cubicBezTo>
                <a:cubicBezTo>
                  <a:pt x="1300613" y="37994"/>
                  <a:pt x="1303523" y="46921"/>
                  <a:pt x="1305529" y="56128"/>
                </a:cubicBezTo>
                <a:cubicBezTo>
                  <a:pt x="1307535" y="65334"/>
                  <a:pt x="1308538" y="75297"/>
                  <a:pt x="1308538" y="86017"/>
                </a:cubicBezTo>
                <a:cubicBezTo>
                  <a:pt x="1308538" y="96538"/>
                  <a:pt x="1307535" y="106633"/>
                  <a:pt x="1305529" y="116300"/>
                </a:cubicBezTo>
                <a:cubicBezTo>
                  <a:pt x="1303523" y="125967"/>
                  <a:pt x="1300630" y="135371"/>
                  <a:pt x="1296849" y="144512"/>
                </a:cubicBezTo>
                <a:cubicBezTo>
                  <a:pt x="1293067" y="153653"/>
                  <a:pt x="1288447" y="162662"/>
                  <a:pt x="1282989" y="171540"/>
                </a:cubicBezTo>
                <a:lnTo>
                  <a:pt x="1269574" y="171540"/>
                </a:lnTo>
                <a:close/>
                <a:moveTo>
                  <a:pt x="1348043" y="136324"/>
                </a:moveTo>
                <a:cubicBezTo>
                  <a:pt x="1344360" y="136324"/>
                  <a:pt x="1341302" y="135124"/>
                  <a:pt x="1338869" y="132724"/>
                </a:cubicBezTo>
                <a:cubicBezTo>
                  <a:pt x="1336436" y="130324"/>
                  <a:pt x="1335219" y="127381"/>
                  <a:pt x="1335219" y="123895"/>
                </a:cubicBezTo>
                <a:cubicBezTo>
                  <a:pt x="1335219" y="120279"/>
                  <a:pt x="1336436" y="117303"/>
                  <a:pt x="1338869" y="114968"/>
                </a:cubicBezTo>
                <a:cubicBezTo>
                  <a:pt x="1341302" y="112634"/>
                  <a:pt x="1344360" y="111466"/>
                  <a:pt x="1348043" y="111466"/>
                </a:cubicBezTo>
                <a:cubicBezTo>
                  <a:pt x="1351660" y="111466"/>
                  <a:pt x="1354652" y="112634"/>
                  <a:pt x="1357019" y="114968"/>
                </a:cubicBezTo>
                <a:cubicBezTo>
                  <a:pt x="1359387" y="117303"/>
                  <a:pt x="1360571" y="120279"/>
                  <a:pt x="1360571" y="123895"/>
                </a:cubicBezTo>
                <a:cubicBezTo>
                  <a:pt x="1360571" y="127381"/>
                  <a:pt x="1359387" y="130324"/>
                  <a:pt x="1357019" y="132724"/>
                </a:cubicBezTo>
                <a:cubicBezTo>
                  <a:pt x="1354652" y="135124"/>
                  <a:pt x="1351660" y="136324"/>
                  <a:pt x="1348043" y="136324"/>
                </a:cubicBezTo>
                <a:moveTo>
                  <a:pt x="1348043" y="64118"/>
                </a:moveTo>
                <a:cubicBezTo>
                  <a:pt x="1344360" y="64118"/>
                  <a:pt x="1341302" y="62918"/>
                  <a:pt x="1338869" y="60517"/>
                </a:cubicBezTo>
                <a:cubicBezTo>
                  <a:pt x="1336436" y="58117"/>
                  <a:pt x="1335219" y="55174"/>
                  <a:pt x="1335219" y="51689"/>
                </a:cubicBezTo>
                <a:cubicBezTo>
                  <a:pt x="1335219" y="48072"/>
                  <a:pt x="1336436" y="45096"/>
                  <a:pt x="1338869" y="42762"/>
                </a:cubicBezTo>
                <a:cubicBezTo>
                  <a:pt x="1341302" y="40427"/>
                  <a:pt x="1344360" y="39260"/>
                  <a:pt x="1348043" y="39260"/>
                </a:cubicBezTo>
                <a:cubicBezTo>
                  <a:pt x="1351660" y="39260"/>
                  <a:pt x="1354652" y="40427"/>
                  <a:pt x="1357019" y="42762"/>
                </a:cubicBezTo>
                <a:cubicBezTo>
                  <a:pt x="1359387" y="45096"/>
                  <a:pt x="1360571" y="48072"/>
                  <a:pt x="1360571" y="51689"/>
                </a:cubicBezTo>
                <a:cubicBezTo>
                  <a:pt x="1360571" y="55174"/>
                  <a:pt x="1359387" y="58117"/>
                  <a:pt x="1357019" y="60517"/>
                </a:cubicBezTo>
                <a:cubicBezTo>
                  <a:pt x="1354652" y="62918"/>
                  <a:pt x="1351660" y="64118"/>
                  <a:pt x="1348043" y="6411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" name="Text def…">
            <a:extLst xmlns:a="http://schemas.openxmlformats.org/drawingml/2006/main">
              <a:ext uri="{FF2B5EF4-FFF2-40B4-BE49-F238E27FC236}">
                <a16:creationId xmlns:a16="http://schemas.microsoft.com/office/drawing/2014/main" id="{C280546A-E054-411B-867F-F1F5FE8E2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4461" y="3922280"/>
            <a:ext cx="459806" cy="134549"/>
          </a:xfrm>
          <a:custGeom xmlns:a="http://schemas.openxmlformats.org/drawingml/2006/main">
            <a:pathLst>
              <a:path w="459806" h="134549">
                <a:moveTo>
                  <a:pt x="38273" y="134549"/>
                </a:moveTo>
                <a:cubicBezTo>
                  <a:pt x="30448" y="134549"/>
                  <a:pt x="23674" y="132619"/>
                  <a:pt x="17953" y="128760"/>
                </a:cubicBezTo>
                <a:cubicBezTo>
                  <a:pt x="12232" y="124900"/>
                  <a:pt x="7809" y="119128"/>
                  <a:pt x="4686" y="111442"/>
                </a:cubicBezTo>
                <a:cubicBezTo>
                  <a:pt x="1562" y="103756"/>
                  <a:pt x="0" y="94258"/>
                  <a:pt x="0" y="82949"/>
                </a:cubicBezTo>
                <a:cubicBezTo>
                  <a:pt x="0" y="71708"/>
                  <a:pt x="1660" y="62330"/>
                  <a:pt x="4981" y="54815"/>
                </a:cubicBezTo>
                <a:cubicBezTo>
                  <a:pt x="8302" y="47297"/>
                  <a:pt x="12988" y="41625"/>
                  <a:pt x="19038" y="37799"/>
                </a:cubicBezTo>
                <a:cubicBezTo>
                  <a:pt x="25088" y="33972"/>
                  <a:pt x="32223" y="32059"/>
                  <a:pt x="40444" y="32059"/>
                </a:cubicBezTo>
                <a:cubicBezTo>
                  <a:pt x="47283" y="32059"/>
                  <a:pt x="53234" y="33555"/>
                  <a:pt x="58298" y="36547"/>
                </a:cubicBezTo>
                <a:cubicBezTo>
                  <a:pt x="63362" y="39539"/>
                  <a:pt x="67439" y="43600"/>
                  <a:pt x="70530" y="48730"/>
                </a:cubicBezTo>
                <a:lnTo>
                  <a:pt x="70530" y="0"/>
                </a:lnTo>
                <a:lnTo>
                  <a:pt x="87003" y="0"/>
                </a:lnTo>
                <a:lnTo>
                  <a:pt x="87003" y="132773"/>
                </a:lnTo>
                <a:lnTo>
                  <a:pt x="71417" y="132773"/>
                </a:lnTo>
                <a:lnTo>
                  <a:pt x="70530" y="118766"/>
                </a:lnTo>
                <a:cubicBezTo>
                  <a:pt x="67110" y="123435"/>
                  <a:pt x="62704" y="127233"/>
                  <a:pt x="57312" y="130159"/>
                </a:cubicBezTo>
                <a:cubicBezTo>
                  <a:pt x="51919" y="133086"/>
                  <a:pt x="45573" y="134549"/>
                  <a:pt x="38273" y="134549"/>
                </a:cubicBezTo>
                <a:moveTo>
                  <a:pt x="41627" y="121035"/>
                </a:moveTo>
                <a:cubicBezTo>
                  <a:pt x="48664" y="121035"/>
                  <a:pt x="54517" y="119306"/>
                  <a:pt x="59186" y="115850"/>
                </a:cubicBezTo>
                <a:cubicBezTo>
                  <a:pt x="63855" y="112393"/>
                  <a:pt x="67636" y="108236"/>
                  <a:pt x="70530" y="103378"/>
                </a:cubicBezTo>
                <a:lnTo>
                  <a:pt x="70530" y="64879"/>
                </a:lnTo>
                <a:cubicBezTo>
                  <a:pt x="67833" y="59267"/>
                  <a:pt x="64299" y="54630"/>
                  <a:pt x="59926" y="50968"/>
                </a:cubicBezTo>
                <a:cubicBezTo>
                  <a:pt x="55552" y="47305"/>
                  <a:pt x="50045" y="45474"/>
                  <a:pt x="43403" y="45474"/>
                </a:cubicBezTo>
                <a:cubicBezTo>
                  <a:pt x="34657" y="45474"/>
                  <a:pt x="28064" y="48725"/>
                  <a:pt x="23625" y="55228"/>
                </a:cubicBezTo>
                <a:cubicBezTo>
                  <a:pt x="19186" y="61730"/>
                  <a:pt x="16967" y="70969"/>
                  <a:pt x="16967" y="82946"/>
                </a:cubicBezTo>
                <a:cubicBezTo>
                  <a:pt x="16967" y="95334"/>
                  <a:pt x="19055" y="104779"/>
                  <a:pt x="23230" y="111281"/>
                </a:cubicBezTo>
                <a:cubicBezTo>
                  <a:pt x="27406" y="117784"/>
                  <a:pt x="33539" y="121035"/>
                  <a:pt x="41627" y="121035"/>
                </a:cubicBezTo>
                <a:close/>
                <a:moveTo>
                  <a:pt x="158709" y="134549"/>
                </a:moveTo>
                <a:cubicBezTo>
                  <a:pt x="148253" y="134549"/>
                  <a:pt x="139688" y="132298"/>
                  <a:pt x="133013" y="127795"/>
                </a:cubicBezTo>
                <a:cubicBezTo>
                  <a:pt x="126338" y="123290"/>
                  <a:pt x="121389" y="117162"/>
                  <a:pt x="118167" y="109410"/>
                </a:cubicBezTo>
                <a:cubicBezTo>
                  <a:pt x="114945" y="101657"/>
                  <a:pt x="113334" y="92938"/>
                  <a:pt x="113334" y="83255"/>
                </a:cubicBezTo>
                <a:cubicBezTo>
                  <a:pt x="113334" y="73164"/>
                  <a:pt x="114895" y="64276"/>
                  <a:pt x="118019" y="56590"/>
                </a:cubicBezTo>
                <a:cubicBezTo>
                  <a:pt x="121143" y="48904"/>
                  <a:pt x="125911" y="42894"/>
                  <a:pt x="132322" y="38560"/>
                </a:cubicBezTo>
                <a:cubicBezTo>
                  <a:pt x="138734" y="34226"/>
                  <a:pt x="146872" y="32059"/>
                  <a:pt x="156736" y="32059"/>
                </a:cubicBezTo>
                <a:cubicBezTo>
                  <a:pt x="169823" y="32059"/>
                  <a:pt x="180082" y="36117"/>
                  <a:pt x="187513" y="44232"/>
                </a:cubicBezTo>
                <a:cubicBezTo>
                  <a:pt x="194944" y="52345"/>
                  <a:pt x="198660" y="64010"/>
                  <a:pt x="198660" y="79226"/>
                </a:cubicBezTo>
                <a:cubicBezTo>
                  <a:pt x="198660" y="80241"/>
                  <a:pt x="198627" y="81442"/>
                  <a:pt x="198561" y="82829"/>
                </a:cubicBezTo>
                <a:cubicBezTo>
                  <a:pt x="198495" y="84214"/>
                  <a:pt x="198397" y="85211"/>
                  <a:pt x="198265" y="85819"/>
                </a:cubicBezTo>
                <a:lnTo>
                  <a:pt x="129807" y="85819"/>
                </a:lnTo>
                <a:cubicBezTo>
                  <a:pt x="129873" y="92334"/>
                  <a:pt x="130876" y="98317"/>
                  <a:pt x="132816" y="103769"/>
                </a:cubicBezTo>
                <a:cubicBezTo>
                  <a:pt x="134756" y="109221"/>
                  <a:pt x="137830" y="113593"/>
                  <a:pt x="142039" y="116886"/>
                </a:cubicBezTo>
                <a:cubicBezTo>
                  <a:pt x="146247" y="120178"/>
                  <a:pt x="151804" y="121824"/>
                  <a:pt x="158709" y="121824"/>
                </a:cubicBezTo>
                <a:cubicBezTo>
                  <a:pt x="166075" y="121824"/>
                  <a:pt x="171829" y="120009"/>
                  <a:pt x="175972" y="116380"/>
                </a:cubicBezTo>
                <a:cubicBezTo>
                  <a:pt x="180115" y="112751"/>
                  <a:pt x="182285" y="107515"/>
                  <a:pt x="182482" y="100671"/>
                </a:cubicBezTo>
                <a:lnTo>
                  <a:pt x="198758" y="100671"/>
                </a:lnTo>
                <a:cubicBezTo>
                  <a:pt x="198561" y="107656"/>
                  <a:pt x="196818" y="113676"/>
                  <a:pt x="193530" y="118729"/>
                </a:cubicBezTo>
                <a:cubicBezTo>
                  <a:pt x="190242" y="123782"/>
                  <a:pt x="185639" y="127683"/>
                  <a:pt x="179720" y="130431"/>
                </a:cubicBezTo>
                <a:cubicBezTo>
                  <a:pt x="173802" y="133176"/>
                  <a:pt x="166798" y="134549"/>
                  <a:pt x="158709" y="134549"/>
                </a:cubicBezTo>
                <a:moveTo>
                  <a:pt x="129906" y="73785"/>
                </a:moveTo>
                <a:lnTo>
                  <a:pt x="182384" y="73785"/>
                </a:lnTo>
                <a:cubicBezTo>
                  <a:pt x="182186" y="64362"/>
                  <a:pt x="179852" y="57157"/>
                  <a:pt x="175380" y="52170"/>
                </a:cubicBezTo>
                <a:cubicBezTo>
                  <a:pt x="170908" y="47180"/>
                  <a:pt x="164694" y="44685"/>
                  <a:pt x="156736" y="44685"/>
                </a:cubicBezTo>
                <a:cubicBezTo>
                  <a:pt x="148713" y="44685"/>
                  <a:pt x="142417" y="47163"/>
                  <a:pt x="137846" y="52117"/>
                </a:cubicBezTo>
                <a:cubicBezTo>
                  <a:pt x="133276" y="57070"/>
                  <a:pt x="130629" y="64293"/>
                  <a:pt x="129906" y="73785"/>
                </a:cubicBezTo>
                <a:close/>
                <a:moveTo>
                  <a:pt x="229386" y="132773"/>
                </a:moveTo>
                <a:lnTo>
                  <a:pt x="229386" y="47053"/>
                </a:lnTo>
                <a:lnTo>
                  <a:pt x="213307" y="47053"/>
                </a:lnTo>
                <a:lnTo>
                  <a:pt x="213307" y="33736"/>
                </a:lnTo>
                <a:lnTo>
                  <a:pt x="229386" y="33736"/>
                </a:lnTo>
                <a:lnTo>
                  <a:pt x="229386" y="28659"/>
                </a:lnTo>
                <a:cubicBezTo>
                  <a:pt x="229386" y="24183"/>
                  <a:pt x="229797" y="20162"/>
                  <a:pt x="230619" y="16597"/>
                </a:cubicBezTo>
                <a:cubicBezTo>
                  <a:pt x="231441" y="13029"/>
                  <a:pt x="232888" y="10021"/>
                  <a:pt x="234959" y="7574"/>
                </a:cubicBezTo>
                <a:cubicBezTo>
                  <a:pt x="237031" y="5124"/>
                  <a:pt x="239924" y="3250"/>
                  <a:pt x="243640" y="1951"/>
                </a:cubicBezTo>
                <a:cubicBezTo>
                  <a:pt x="247355" y="650"/>
                  <a:pt x="252172" y="0"/>
                  <a:pt x="258091" y="0"/>
                </a:cubicBezTo>
                <a:lnTo>
                  <a:pt x="268054" y="0"/>
                </a:lnTo>
                <a:lnTo>
                  <a:pt x="268054" y="12922"/>
                </a:lnTo>
                <a:lnTo>
                  <a:pt x="259176" y="12922"/>
                </a:lnTo>
                <a:cubicBezTo>
                  <a:pt x="253323" y="12922"/>
                  <a:pt x="249624" y="14304"/>
                  <a:pt x="248079" y="17068"/>
                </a:cubicBezTo>
                <a:cubicBezTo>
                  <a:pt x="246533" y="19832"/>
                  <a:pt x="245761" y="23834"/>
                  <a:pt x="245761" y="29072"/>
                </a:cubicBezTo>
                <a:lnTo>
                  <a:pt x="245761" y="33736"/>
                </a:lnTo>
                <a:lnTo>
                  <a:pt x="268152" y="33736"/>
                </a:lnTo>
                <a:lnTo>
                  <a:pt x="268152" y="47053"/>
                </a:lnTo>
                <a:lnTo>
                  <a:pt x="245761" y="47053"/>
                </a:lnTo>
                <a:lnTo>
                  <a:pt x="245761" y="132773"/>
                </a:lnTo>
                <a:lnTo>
                  <a:pt x="229386" y="132773"/>
                </a:lnTo>
                <a:close/>
                <a:moveTo>
                  <a:pt x="393617" y="132773"/>
                </a:moveTo>
                <a:cubicBezTo>
                  <a:pt x="389934" y="132773"/>
                  <a:pt x="386876" y="131573"/>
                  <a:pt x="384443" y="129173"/>
                </a:cubicBezTo>
                <a:cubicBezTo>
                  <a:pt x="382010" y="126773"/>
                  <a:pt x="380793" y="123830"/>
                  <a:pt x="380793" y="120344"/>
                </a:cubicBezTo>
                <a:cubicBezTo>
                  <a:pt x="380793" y="116727"/>
                  <a:pt x="382010" y="113752"/>
                  <a:pt x="384443" y="111417"/>
                </a:cubicBezTo>
                <a:cubicBezTo>
                  <a:pt x="386876" y="109083"/>
                  <a:pt x="389934" y="107915"/>
                  <a:pt x="393617" y="107915"/>
                </a:cubicBezTo>
                <a:cubicBezTo>
                  <a:pt x="397234" y="107915"/>
                  <a:pt x="400226" y="109083"/>
                  <a:pt x="402593" y="111417"/>
                </a:cubicBezTo>
                <a:cubicBezTo>
                  <a:pt x="404961" y="113752"/>
                  <a:pt x="406144" y="116727"/>
                  <a:pt x="406144" y="120344"/>
                </a:cubicBezTo>
                <a:cubicBezTo>
                  <a:pt x="406144" y="123830"/>
                  <a:pt x="404961" y="126773"/>
                  <a:pt x="402593" y="129173"/>
                </a:cubicBezTo>
                <a:cubicBezTo>
                  <a:pt x="400226" y="131573"/>
                  <a:pt x="397234" y="132773"/>
                  <a:pt x="393617" y="132773"/>
                </a:cubicBezTo>
                <a:moveTo>
                  <a:pt x="339758" y="132773"/>
                </a:moveTo>
                <a:cubicBezTo>
                  <a:pt x="336075" y="132773"/>
                  <a:pt x="333017" y="131573"/>
                  <a:pt x="330584" y="129173"/>
                </a:cubicBezTo>
                <a:cubicBezTo>
                  <a:pt x="328151" y="126773"/>
                  <a:pt x="326934" y="123830"/>
                  <a:pt x="326934" y="120344"/>
                </a:cubicBezTo>
                <a:cubicBezTo>
                  <a:pt x="326934" y="116727"/>
                  <a:pt x="328151" y="113752"/>
                  <a:pt x="330584" y="111417"/>
                </a:cubicBezTo>
                <a:cubicBezTo>
                  <a:pt x="333017" y="109083"/>
                  <a:pt x="336075" y="107915"/>
                  <a:pt x="339758" y="107915"/>
                </a:cubicBezTo>
                <a:cubicBezTo>
                  <a:pt x="343375" y="107915"/>
                  <a:pt x="346367" y="109083"/>
                  <a:pt x="348734" y="111417"/>
                </a:cubicBezTo>
                <a:cubicBezTo>
                  <a:pt x="351102" y="113752"/>
                  <a:pt x="352285" y="116727"/>
                  <a:pt x="352285" y="120344"/>
                </a:cubicBezTo>
                <a:cubicBezTo>
                  <a:pt x="352285" y="123830"/>
                  <a:pt x="351102" y="126773"/>
                  <a:pt x="348734" y="129173"/>
                </a:cubicBezTo>
                <a:cubicBezTo>
                  <a:pt x="346367" y="131573"/>
                  <a:pt x="343375" y="132773"/>
                  <a:pt x="339758" y="132773"/>
                </a:cubicBezTo>
                <a:moveTo>
                  <a:pt x="447278" y="132773"/>
                </a:moveTo>
                <a:cubicBezTo>
                  <a:pt x="443596" y="132773"/>
                  <a:pt x="440538" y="131573"/>
                  <a:pt x="438105" y="129173"/>
                </a:cubicBezTo>
                <a:cubicBezTo>
                  <a:pt x="435671" y="126773"/>
                  <a:pt x="434455" y="123830"/>
                  <a:pt x="434455" y="120344"/>
                </a:cubicBezTo>
                <a:cubicBezTo>
                  <a:pt x="434455" y="116727"/>
                  <a:pt x="435671" y="113752"/>
                  <a:pt x="438105" y="111417"/>
                </a:cubicBezTo>
                <a:cubicBezTo>
                  <a:pt x="440538" y="109083"/>
                  <a:pt x="443596" y="107915"/>
                  <a:pt x="447278" y="107915"/>
                </a:cubicBezTo>
                <a:cubicBezTo>
                  <a:pt x="450895" y="107915"/>
                  <a:pt x="453887" y="109083"/>
                  <a:pt x="456255" y="111417"/>
                </a:cubicBezTo>
                <a:cubicBezTo>
                  <a:pt x="458622" y="113752"/>
                  <a:pt x="459806" y="116727"/>
                  <a:pt x="459806" y="120344"/>
                </a:cubicBezTo>
                <a:cubicBezTo>
                  <a:pt x="459806" y="123830"/>
                  <a:pt x="458622" y="126773"/>
                  <a:pt x="456255" y="129173"/>
                </a:cubicBezTo>
                <a:cubicBezTo>
                  <a:pt x="453887" y="131573"/>
                  <a:pt x="450895" y="132773"/>
                  <a:pt x="447278" y="13277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58411-E4B5-4AB9-A123-02A7DC481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4446" y="195850"/>
            <a:ext cx="7410224" cy="1620874"/>
          </a:xfrm>
          <a:custGeom xmlns:a="http://schemas.openxmlformats.org/drawingml/2006/main">
            <a:pathLst>
              <a:path w="7410224" h="1620874">
                <a:moveTo>
                  <a:pt x="0" y="270174"/>
                </a:moveTo>
                <a:cubicBezTo>
                  <a:pt x="0" y="120918"/>
                  <a:pt x="120918" y="0"/>
                  <a:pt x="270090" y="0"/>
                </a:cubicBezTo>
                <a:lnTo>
                  <a:pt x="7140051" y="0"/>
                </a:lnTo>
                <a:cubicBezTo>
                  <a:pt x="7289222" y="0"/>
                  <a:pt x="7410224" y="120918"/>
                  <a:pt x="7410224" y="270174"/>
                </a:cubicBezTo>
                <a:lnTo>
                  <a:pt x="7410224" y="1350700"/>
                </a:lnTo>
                <a:cubicBezTo>
                  <a:pt x="7410224" y="1499956"/>
                  <a:pt x="7289222" y="1620874"/>
                  <a:pt x="7140051" y="1620874"/>
                </a:cubicBezTo>
                <a:lnTo>
                  <a:pt x="270090" y="1620874"/>
                </a:lnTo>
                <a:cubicBezTo>
                  <a:pt x="120918" y="1620874"/>
                  <a:pt x="0" y="1499956"/>
                  <a:pt x="0" y="1350700"/>
                </a:cubicBezTo>
                <a:lnTo>
                  <a:pt x="0" y="270174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6CB8C-B9FB-4C56-BDE7-986CF4C20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4446" y="195850"/>
            <a:ext cx="7410224" cy="1620874"/>
          </a:xfrm>
          <a:custGeom xmlns:a="http://schemas.openxmlformats.org/drawingml/2006/main">
            <a:pathLst>
              <a:path w="7410224" h="1620874" fill="none">
                <a:moveTo>
                  <a:pt x="0" y="270174"/>
                </a:moveTo>
                <a:cubicBezTo>
                  <a:pt x="0" y="120918"/>
                  <a:pt x="120918" y="0"/>
                  <a:pt x="270090" y="0"/>
                </a:cubicBezTo>
                <a:lnTo>
                  <a:pt x="7140051" y="0"/>
                </a:lnTo>
                <a:cubicBezTo>
                  <a:pt x="7289222" y="0"/>
                  <a:pt x="7410224" y="120918"/>
                  <a:pt x="7410224" y="270174"/>
                </a:cubicBezTo>
                <a:lnTo>
                  <a:pt x="7410224" y="1350700"/>
                </a:lnTo>
                <a:cubicBezTo>
                  <a:pt x="7410224" y="1499956"/>
                  <a:pt x="7289222" y="1620874"/>
                  <a:pt x="7140051" y="1620874"/>
                </a:cubicBezTo>
                <a:lnTo>
                  <a:pt x="270090" y="1620874"/>
                </a:lnTo>
                <a:cubicBezTo>
                  <a:pt x="120918" y="1620874"/>
                  <a:pt x="0" y="1499956"/>
                  <a:pt x="0" y="1350700"/>
                </a:cubicBezTo>
                <a:lnTo>
                  <a:pt x="0" y="270174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42433"/>
            </a:solidFill>
            <a:miter/>
          </a:ln>
        </p:spPr>
      </p:sp>
      <p:sp>
        <p:nvSpPr>
          <p:cNvPr id="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BF140-0AE6-47DA-B993-F83A2C1AA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9193" y="48024"/>
            <a:ext cx="2383885" cy="346525"/>
          </a:xfrm>
          <a:custGeom xmlns:a="http://schemas.openxmlformats.org/drawingml/2006/main">
            <a:pathLst>
              <a:path w="2383885" h="346525">
                <a:moveTo>
                  <a:pt x="2383885" y="0"/>
                </a:moveTo>
                <a:lnTo>
                  <a:pt x="2383885" y="346525"/>
                </a:lnTo>
                <a:lnTo>
                  <a:pt x="0" y="346525"/>
                </a:lnTo>
                <a:lnTo>
                  <a:pt x="0" y="0"/>
                </a:lnTo>
                <a:lnTo>
                  <a:pt x="2383885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" name="Text InsightCompletion">
            <a:extLst xmlns:a="http://schemas.openxmlformats.org/drawingml/2006/main">
              <a:ext uri="{FF2B5EF4-FFF2-40B4-BE49-F238E27FC236}">
                <a16:creationId xmlns:a16="http://schemas.microsoft.com/office/drawing/2014/main" id="{C7813336-5853-4123-9AEB-F755ECFBF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6843" y="100165"/>
            <a:ext cx="2169002" cy="233096"/>
          </a:xfrm>
          <a:custGeom xmlns:a="http://schemas.openxmlformats.org/drawingml/2006/main">
            <a:pathLst>
              <a:path w="2169002" h="233096">
                <a:moveTo>
                  <a:pt x="358132" y="25607"/>
                </a:moveTo>
                <a:lnTo>
                  <a:pt x="358614" y="25550"/>
                </a:lnTo>
                <a:lnTo>
                  <a:pt x="359088" y="25480"/>
                </a:lnTo>
                <a:lnTo>
                  <a:pt x="359553" y="25398"/>
                </a:lnTo>
                <a:lnTo>
                  <a:pt x="360010" y="25303"/>
                </a:lnTo>
                <a:lnTo>
                  <a:pt x="360458" y="25196"/>
                </a:lnTo>
                <a:lnTo>
                  <a:pt x="360899" y="25075"/>
                </a:lnTo>
                <a:lnTo>
                  <a:pt x="361331" y="24943"/>
                </a:lnTo>
                <a:lnTo>
                  <a:pt x="361754" y="24797"/>
                </a:lnTo>
                <a:lnTo>
                  <a:pt x="362170" y="24639"/>
                </a:lnTo>
                <a:lnTo>
                  <a:pt x="362577" y="24468"/>
                </a:lnTo>
                <a:lnTo>
                  <a:pt x="362976" y="24285"/>
                </a:lnTo>
                <a:lnTo>
                  <a:pt x="363367" y="24088"/>
                </a:lnTo>
                <a:lnTo>
                  <a:pt x="363749" y="23880"/>
                </a:lnTo>
                <a:lnTo>
                  <a:pt x="364123" y="23658"/>
                </a:lnTo>
                <a:lnTo>
                  <a:pt x="364489" y="23424"/>
                </a:lnTo>
                <a:lnTo>
                  <a:pt x="364846" y="23177"/>
                </a:lnTo>
                <a:lnTo>
                  <a:pt x="365196" y="22918"/>
                </a:lnTo>
                <a:lnTo>
                  <a:pt x="365537" y="22646"/>
                </a:lnTo>
                <a:lnTo>
                  <a:pt x="365869" y="22361"/>
                </a:lnTo>
                <a:lnTo>
                  <a:pt x="366194" y="22064"/>
                </a:lnTo>
                <a:lnTo>
                  <a:pt x="366507" y="21757"/>
                </a:lnTo>
                <a:lnTo>
                  <a:pt x="366808" y="21443"/>
                </a:lnTo>
                <a:lnTo>
                  <a:pt x="367094" y="21123"/>
                </a:lnTo>
                <a:lnTo>
                  <a:pt x="367368" y="20796"/>
                </a:lnTo>
                <a:lnTo>
                  <a:pt x="367628" y="20462"/>
                </a:lnTo>
                <a:lnTo>
                  <a:pt x="367875" y="20122"/>
                </a:lnTo>
                <a:lnTo>
                  <a:pt x="368109" y="19775"/>
                </a:lnTo>
                <a:lnTo>
                  <a:pt x="368329" y="19421"/>
                </a:lnTo>
                <a:lnTo>
                  <a:pt x="368536" y="19061"/>
                </a:lnTo>
                <a:lnTo>
                  <a:pt x="368729" y="18694"/>
                </a:lnTo>
                <a:lnTo>
                  <a:pt x="368909" y="18320"/>
                </a:lnTo>
                <a:lnTo>
                  <a:pt x="369076" y="17939"/>
                </a:lnTo>
                <a:lnTo>
                  <a:pt x="369229" y="17552"/>
                </a:lnTo>
                <a:lnTo>
                  <a:pt x="369369" y="17159"/>
                </a:lnTo>
                <a:lnTo>
                  <a:pt x="369496" y="16758"/>
                </a:lnTo>
                <a:lnTo>
                  <a:pt x="369610" y="16351"/>
                </a:lnTo>
                <a:lnTo>
                  <a:pt x="369710" y="15937"/>
                </a:lnTo>
                <a:lnTo>
                  <a:pt x="369796" y="15517"/>
                </a:lnTo>
                <a:lnTo>
                  <a:pt x="369870" y="15090"/>
                </a:lnTo>
                <a:lnTo>
                  <a:pt x="369930" y="14656"/>
                </a:lnTo>
                <a:lnTo>
                  <a:pt x="369977" y="14215"/>
                </a:lnTo>
                <a:lnTo>
                  <a:pt x="370010" y="13768"/>
                </a:lnTo>
                <a:lnTo>
                  <a:pt x="370030" y="13315"/>
                </a:lnTo>
                <a:lnTo>
                  <a:pt x="370037" y="12854"/>
                </a:lnTo>
                <a:lnTo>
                  <a:pt x="370030" y="12394"/>
                </a:lnTo>
                <a:lnTo>
                  <a:pt x="370010" y="11940"/>
                </a:lnTo>
                <a:lnTo>
                  <a:pt x="369977" y="11493"/>
                </a:lnTo>
                <a:lnTo>
                  <a:pt x="369930" y="11052"/>
                </a:lnTo>
                <a:lnTo>
                  <a:pt x="369870" y="10618"/>
                </a:lnTo>
                <a:lnTo>
                  <a:pt x="369796" y="10191"/>
                </a:lnTo>
                <a:lnTo>
                  <a:pt x="369710" y="9771"/>
                </a:lnTo>
                <a:lnTo>
                  <a:pt x="369610" y="9357"/>
                </a:lnTo>
                <a:lnTo>
                  <a:pt x="369496" y="8950"/>
                </a:lnTo>
                <a:lnTo>
                  <a:pt x="369369" y="8550"/>
                </a:lnTo>
                <a:lnTo>
                  <a:pt x="369229" y="8156"/>
                </a:lnTo>
                <a:lnTo>
                  <a:pt x="369076" y="7769"/>
                </a:lnTo>
                <a:lnTo>
                  <a:pt x="368909" y="7388"/>
                </a:lnTo>
                <a:lnTo>
                  <a:pt x="368729" y="7015"/>
                </a:lnTo>
                <a:lnTo>
                  <a:pt x="368536" y="6648"/>
                </a:lnTo>
                <a:lnTo>
                  <a:pt x="368329" y="6287"/>
                </a:lnTo>
                <a:lnTo>
                  <a:pt x="368109" y="5933"/>
                </a:lnTo>
                <a:lnTo>
                  <a:pt x="367875" y="5586"/>
                </a:lnTo>
                <a:lnTo>
                  <a:pt x="367628" y="5246"/>
                </a:lnTo>
                <a:lnTo>
                  <a:pt x="367368" y="4912"/>
                </a:lnTo>
                <a:lnTo>
                  <a:pt x="367094" y="4585"/>
                </a:lnTo>
                <a:lnTo>
                  <a:pt x="366808" y="4265"/>
                </a:lnTo>
                <a:lnTo>
                  <a:pt x="366507" y="3951"/>
                </a:lnTo>
                <a:lnTo>
                  <a:pt x="366194" y="3644"/>
                </a:lnTo>
                <a:lnTo>
                  <a:pt x="365869" y="3347"/>
                </a:lnTo>
                <a:lnTo>
                  <a:pt x="365537" y="3062"/>
                </a:lnTo>
                <a:lnTo>
                  <a:pt x="365196" y="2790"/>
                </a:lnTo>
                <a:lnTo>
                  <a:pt x="364846" y="2531"/>
                </a:lnTo>
                <a:lnTo>
                  <a:pt x="364489" y="2284"/>
                </a:lnTo>
                <a:lnTo>
                  <a:pt x="364123" y="2050"/>
                </a:lnTo>
                <a:lnTo>
                  <a:pt x="363749" y="1828"/>
                </a:lnTo>
                <a:lnTo>
                  <a:pt x="363367" y="1620"/>
                </a:lnTo>
                <a:lnTo>
                  <a:pt x="362976" y="1424"/>
                </a:lnTo>
                <a:lnTo>
                  <a:pt x="362577" y="1240"/>
                </a:lnTo>
                <a:lnTo>
                  <a:pt x="362170" y="1069"/>
                </a:lnTo>
                <a:lnTo>
                  <a:pt x="361754" y="911"/>
                </a:lnTo>
                <a:lnTo>
                  <a:pt x="361331" y="766"/>
                </a:lnTo>
                <a:lnTo>
                  <a:pt x="360899" y="633"/>
                </a:lnTo>
                <a:lnTo>
                  <a:pt x="360458" y="512"/>
                </a:lnTo>
                <a:lnTo>
                  <a:pt x="360010" y="405"/>
                </a:lnTo>
                <a:lnTo>
                  <a:pt x="359553" y="310"/>
                </a:lnTo>
                <a:lnTo>
                  <a:pt x="359088" y="228"/>
                </a:lnTo>
                <a:lnTo>
                  <a:pt x="358614" y="158"/>
                </a:lnTo>
                <a:lnTo>
                  <a:pt x="358132" y="101"/>
                </a:lnTo>
                <a:lnTo>
                  <a:pt x="357642" y="57"/>
                </a:lnTo>
                <a:lnTo>
                  <a:pt x="357144" y="25"/>
                </a:lnTo>
                <a:lnTo>
                  <a:pt x="356637" y="6"/>
                </a:lnTo>
                <a:lnTo>
                  <a:pt x="356122" y="0"/>
                </a:lnTo>
                <a:lnTo>
                  <a:pt x="355608" y="6"/>
                </a:lnTo>
                <a:lnTo>
                  <a:pt x="355101" y="25"/>
                </a:lnTo>
                <a:lnTo>
                  <a:pt x="354604" y="57"/>
                </a:lnTo>
                <a:lnTo>
                  <a:pt x="354114" y="101"/>
                </a:lnTo>
                <a:lnTo>
                  <a:pt x="353634" y="158"/>
                </a:lnTo>
                <a:lnTo>
                  <a:pt x="353162" y="228"/>
                </a:lnTo>
                <a:lnTo>
                  <a:pt x="352698" y="310"/>
                </a:lnTo>
                <a:lnTo>
                  <a:pt x="352243" y="405"/>
                </a:lnTo>
                <a:lnTo>
                  <a:pt x="351796" y="512"/>
                </a:lnTo>
                <a:lnTo>
                  <a:pt x="351358" y="633"/>
                </a:lnTo>
                <a:lnTo>
                  <a:pt x="350928" y="766"/>
                </a:lnTo>
                <a:lnTo>
                  <a:pt x="350507" y="911"/>
                </a:lnTo>
                <a:lnTo>
                  <a:pt x="350094" y="1069"/>
                </a:lnTo>
                <a:lnTo>
                  <a:pt x="349690" y="1240"/>
                </a:lnTo>
                <a:lnTo>
                  <a:pt x="349295" y="1424"/>
                </a:lnTo>
                <a:lnTo>
                  <a:pt x="348908" y="1620"/>
                </a:lnTo>
                <a:lnTo>
                  <a:pt x="348529" y="1828"/>
                </a:lnTo>
                <a:lnTo>
                  <a:pt x="348159" y="2050"/>
                </a:lnTo>
                <a:lnTo>
                  <a:pt x="347798" y="2284"/>
                </a:lnTo>
                <a:lnTo>
                  <a:pt x="347445" y="2531"/>
                </a:lnTo>
                <a:lnTo>
                  <a:pt x="347100" y="2790"/>
                </a:lnTo>
                <a:lnTo>
                  <a:pt x="346764" y="3062"/>
                </a:lnTo>
                <a:lnTo>
                  <a:pt x="346436" y="3347"/>
                </a:lnTo>
                <a:lnTo>
                  <a:pt x="346118" y="3644"/>
                </a:lnTo>
                <a:lnTo>
                  <a:pt x="345809" y="3951"/>
                </a:lnTo>
                <a:lnTo>
                  <a:pt x="345514" y="4265"/>
                </a:lnTo>
                <a:lnTo>
                  <a:pt x="345232" y="4585"/>
                </a:lnTo>
                <a:lnTo>
                  <a:pt x="344964" y="4912"/>
                </a:lnTo>
                <a:lnTo>
                  <a:pt x="344708" y="5246"/>
                </a:lnTo>
                <a:lnTo>
                  <a:pt x="344465" y="5586"/>
                </a:lnTo>
                <a:lnTo>
                  <a:pt x="344236" y="5933"/>
                </a:lnTo>
                <a:lnTo>
                  <a:pt x="344019" y="6287"/>
                </a:lnTo>
                <a:lnTo>
                  <a:pt x="343816" y="6648"/>
                </a:lnTo>
                <a:lnTo>
                  <a:pt x="343626" y="7015"/>
                </a:lnTo>
                <a:lnTo>
                  <a:pt x="343449" y="7388"/>
                </a:lnTo>
                <a:lnTo>
                  <a:pt x="343285" y="7769"/>
                </a:lnTo>
                <a:lnTo>
                  <a:pt x="343134" y="8156"/>
                </a:lnTo>
                <a:lnTo>
                  <a:pt x="342996" y="8550"/>
                </a:lnTo>
                <a:lnTo>
                  <a:pt x="342872" y="8950"/>
                </a:lnTo>
                <a:lnTo>
                  <a:pt x="342760" y="9357"/>
                </a:lnTo>
                <a:lnTo>
                  <a:pt x="342662" y="9771"/>
                </a:lnTo>
                <a:lnTo>
                  <a:pt x="342577" y="10191"/>
                </a:lnTo>
                <a:lnTo>
                  <a:pt x="342505" y="10618"/>
                </a:lnTo>
                <a:lnTo>
                  <a:pt x="342446" y="11052"/>
                </a:lnTo>
                <a:lnTo>
                  <a:pt x="342400" y="11493"/>
                </a:lnTo>
                <a:lnTo>
                  <a:pt x="342367" y="11940"/>
                </a:lnTo>
                <a:lnTo>
                  <a:pt x="342347" y="12394"/>
                </a:lnTo>
                <a:lnTo>
                  <a:pt x="342341" y="12854"/>
                </a:lnTo>
                <a:lnTo>
                  <a:pt x="342347" y="13315"/>
                </a:lnTo>
                <a:lnTo>
                  <a:pt x="342367" y="13768"/>
                </a:lnTo>
                <a:lnTo>
                  <a:pt x="342400" y="14215"/>
                </a:lnTo>
                <a:lnTo>
                  <a:pt x="342446" y="14656"/>
                </a:lnTo>
                <a:lnTo>
                  <a:pt x="342505" y="15090"/>
                </a:lnTo>
                <a:lnTo>
                  <a:pt x="342577" y="15517"/>
                </a:lnTo>
                <a:lnTo>
                  <a:pt x="342662" y="15937"/>
                </a:lnTo>
                <a:lnTo>
                  <a:pt x="342760" y="16351"/>
                </a:lnTo>
                <a:lnTo>
                  <a:pt x="342872" y="16758"/>
                </a:lnTo>
                <a:lnTo>
                  <a:pt x="342996" y="17159"/>
                </a:lnTo>
                <a:lnTo>
                  <a:pt x="343134" y="17552"/>
                </a:lnTo>
                <a:lnTo>
                  <a:pt x="343285" y="17939"/>
                </a:lnTo>
                <a:lnTo>
                  <a:pt x="343449" y="18320"/>
                </a:lnTo>
                <a:lnTo>
                  <a:pt x="343626" y="18694"/>
                </a:lnTo>
                <a:lnTo>
                  <a:pt x="343816" y="19061"/>
                </a:lnTo>
                <a:lnTo>
                  <a:pt x="344019" y="19421"/>
                </a:lnTo>
                <a:lnTo>
                  <a:pt x="344236" y="19775"/>
                </a:lnTo>
                <a:lnTo>
                  <a:pt x="344465" y="20122"/>
                </a:lnTo>
                <a:lnTo>
                  <a:pt x="344708" y="20462"/>
                </a:lnTo>
                <a:lnTo>
                  <a:pt x="344964" y="20796"/>
                </a:lnTo>
                <a:lnTo>
                  <a:pt x="345232" y="21123"/>
                </a:lnTo>
                <a:lnTo>
                  <a:pt x="345514" y="21443"/>
                </a:lnTo>
                <a:lnTo>
                  <a:pt x="345809" y="21757"/>
                </a:lnTo>
                <a:lnTo>
                  <a:pt x="346118" y="22064"/>
                </a:lnTo>
                <a:lnTo>
                  <a:pt x="346436" y="22361"/>
                </a:lnTo>
                <a:lnTo>
                  <a:pt x="346764" y="22646"/>
                </a:lnTo>
                <a:lnTo>
                  <a:pt x="347100" y="22918"/>
                </a:lnTo>
                <a:lnTo>
                  <a:pt x="347445" y="23177"/>
                </a:lnTo>
                <a:lnTo>
                  <a:pt x="347798" y="23424"/>
                </a:lnTo>
                <a:lnTo>
                  <a:pt x="348159" y="23658"/>
                </a:lnTo>
                <a:lnTo>
                  <a:pt x="348529" y="23880"/>
                </a:lnTo>
                <a:lnTo>
                  <a:pt x="348908" y="24088"/>
                </a:lnTo>
                <a:lnTo>
                  <a:pt x="349295" y="24285"/>
                </a:lnTo>
                <a:lnTo>
                  <a:pt x="349690" y="24468"/>
                </a:lnTo>
                <a:lnTo>
                  <a:pt x="350094" y="24639"/>
                </a:lnTo>
                <a:lnTo>
                  <a:pt x="350507" y="24797"/>
                </a:lnTo>
                <a:lnTo>
                  <a:pt x="350928" y="24943"/>
                </a:lnTo>
                <a:lnTo>
                  <a:pt x="351358" y="25075"/>
                </a:lnTo>
                <a:lnTo>
                  <a:pt x="351796" y="25196"/>
                </a:lnTo>
                <a:lnTo>
                  <a:pt x="352243" y="25303"/>
                </a:lnTo>
                <a:lnTo>
                  <a:pt x="352698" y="25398"/>
                </a:lnTo>
                <a:lnTo>
                  <a:pt x="353162" y="25480"/>
                </a:lnTo>
                <a:lnTo>
                  <a:pt x="353634" y="25550"/>
                </a:lnTo>
                <a:lnTo>
                  <a:pt x="354114" y="25607"/>
                </a:lnTo>
                <a:lnTo>
                  <a:pt x="354604" y="25651"/>
                </a:lnTo>
                <a:lnTo>
                  <a:pt x="355101" y="25683"/>
                </a:lnTo>
                <a:lnTo>
                  <a:pt x="355608" y="25702"/>
                </a:lnTo>
                <a:lnTo>
                  <a:pt x="356122" y="25708"/>
                </a:lnTo>
                <a:lnTo>
                  <a:pt x="356637" y="25702"/>
                </a:lnTo>
                <a:lnTo>
                  <a:pt x="357144" y="25683"/>
                </a:lnTo>
                <a:lnTo>
                  <a:pt x="357642" y="25651"/>
                </a:lnTo>
                <a:lnTo>
                  <a:pt x="358132" y="25607"/>
                </a:lnTo>
                <a:close/>
                <a:moveTo>
                  <a:pt x="495399" y="59316"/>
                </a:moveTo>
                <a:lnTo>
                  <a:pt x="495902" y="58866"/>
                </a:lnTo>
                <a:lnTo>
                  <a:pt x="496414" y="58436"/>
                </a:lnTo>
                <a:lnTo>
                  <a:pt x="496936" y="58025"/>
                </a:lnTo>
                <a:lnTo>
                  <a:pt x="497469" y="57635"/>
                </a:lnTo>
                <a:lnTo>
                  <a:pt x="498011" y="57265"/>
                </a:lnTo>
                <a:lnTo>
                  <a:pt x="498563" y="56915"/>
                </a:lnTo>
                <a:lnTo>
                  <a:pt x="499125" y="56584"/>
                </a:lnTo>
                <a:lnTo>
                  <a:pt x="499697" y="56274"/>
                </a:lnTo>
                <a:lnTo>
                  <a:pt x="500278" y="55984"/>
                </a:lnTo>
                <a:lnTo>
                  <a:pt x="500870" y="55714"/>
                </a:lnTo>
                <a:lnTo>
                  <a:pt x="501471" y="55464"/>
                </a:lnTo>
                <a:lnTo>
                  <a:pt x="502083" y="55233"/>
                </a:lnTo>
                <a:lnTo>
                  <a:pt x="502704" y="55023"/>
                </a:lnTo>
                <a:lnTo>
                  <a:pt x="503335" y="54833"/>
                </a:lnTo>
                <a:lnTo>
                  <a:pt x="503976" y="54663"/>
                </a:lnTo>
                <a:lnTo>
                  <a:pt x="504625" y="54506"/>
                </a:lnTo>
                <a:lnTo>
                  <a:pt x="505279" y="54356"/>
                </a:lnTo>
                <a:lnTo>
                  <a:pt x="505938" y="54213"/>
                </a:lnTo>
                <a:lnTo>
                  <a:pt x="506603" y="54076"/>
                </a:lnTo>
                <a:lnTo>
                  <a:pt x="507272" y="53946"/>
                </a:lnTo>
                <a:lnTo>
                  <a:pt x="507948" y="53822"/>
                </a:lnTo>
                <a:lnTo>
                  <a:pt x="508628" y="53705"/>
                </a:lnTo>
                <a:lnTo>
                  <a:pt x="509314" y="53595"/>
                </a:lnTo>
                <a:lnTo>
                  <a:pt x="510005" y="53492"/>
                </a:lnTo>
                <a:lnTo>
                  <a:pt x="510701" y="53395"/>
                </a:lnTo>
                <a:lnTo>
                  <a:pt x="511403" y="53305"/>
                </a:lnTo>
                <a:lnTo>
                  <a:pt x="512109" y="53222"/>
                </a:lnTo>
                <a:lnTo>
                  <a:pt x="512822" y="53145"/>
                </a:lnTo>
                <a:lnTo>
                  <a:pt x="513539" y="53075"/>
                </a:lnTo>
                <a:lnTo>
                  <a:pt x="514262" y="53012"/>
                </a:lnTo>
                <a:lnTo>
                  <a:pt x="514990" y="52955"/>
                </a:lnTo>
                <a:lnTo>
                  <a:pt x="515723" y="52905"/>
                </a:lnTo>
                <a:lnTo>
                  <a:pt x="516462" y="52861"/>
                </a:lnTo>
                <a:lnTo>
                  <a:pt x="517206" y="52825"/>
                </a:lnTo>
                <a:lnTo>
                  <a:pt x="517955" y="52795"/>
                </a:lnTo>
                <a:lnTo>
                  <a:pt x="518709" y="52771"/>
                </a:lnTo>
                <a:lnTo>
                  <a:pt x="519469" y="52755"/>
                </a:lnTo>
                <a:lnTo>
                  <a:pt x="520234" y="52745"/>
                </a:lnTo>
                <a:lnTo>
                  <a:pt x="521005" y="52741"/>
                </a:lnTo>
                <a:lnTo>
                  <a:pt x="521005" y="34057"/>
                </a:lnTo>
                <a:lnTo>
                  <a:pt x="519799" y="34097"/>
                </a:lnTo>
                <a:lnTo>
                  <a:pt x="518612" y="34151"/>
                </a:lnTo>
                <a:lnTo>
                  <a:pt x="517444" y="34220"/>
                </a:lnTo>
                <a:lnTo>
                  <a:pt x="516295" y="34303"/>
                </a:lnTo>
                <a:lnTo>
                  <a:pt x="515164" y="34401"/>
                </a:lnTo>
                <a:lnTo>
                  <a:pt x="514052" y="34512"/>
                </a:lnTo>
                <a:lnTo>
                  <a:pt x="512958" y="34638"/>
                </a:lnTo>
                <a:lnTo>
                  <a:pt x="511883" y="34778"/>
                </a:lnTo>
                <a:lnTo>
                  <a:pt x="510827" y="34932"/>
                </a:lnTo>
                <a:lnTo>
                  <a:pt x="509789" y="35101"/>
                </a:lnTo>
                <a:lnTo>
                  <a:pt x="508770" y="35284"/>
                </a:lnTo>
                <a:lnTo>
                  <a:pt x="507770" y="35481"/>
                </a:lnTo>
                <a:lnTo>
                  <a:pt x="506788" y="35693"/>
                </a:lnTo>
                <a:lnTo>
                  <a:pt x="505825" y="35918"/>
                </a:lnTo>
                <a:lnTo>
                  <a:pt x="504880" y="36158"/>
                </a:lnTo>
                <a:lnTo>
                  <a:pt x="503954" y="36412"/>
                </a:lnTo>
                <a:lnTo>
                  <a:pt x="503047" y="36681"/>
                </a:lnTo>
                <a:lnTo>
                  <a:pt x="502158" y="36964"/>
                </a:lnTo>
                <a:lnTo>
                  <a:pt x="501288" y="37261"/>
                </a:lnTo>
                <a:lnTo>
                  <a:pt x="500437" y="37572"/>
                </a:lnTo>
                <a:lnTo>
                  <a:pt x="499604" y="37898"/>
                </a:lnTo>
                <a:lnTo>
                  <a:pt x="498790" y="38237"/>
                </a:lnTo>
                <a:lnTo>
                  <a:pt x="497995" y="38591"/>
                </a:lnTo>
                <a:lnTo>
                  <a:pt x="497218" y="38960"/>
                </a:lnTo>
                <a:lnTo>
                  <a:pt x="496457" y="39349"/>
                </a:lnTo>
                <a:lnTo>
                  <a:pt x="495707" y="39766"/>
                </a:lnTo>
                <a:lnTo>
                  <a:pt x="494970" y="40210"/>
                </a:lnTo>
                <a:lnTo>
                  <a:pt x="494246" y="40682"/>
                </a:lnTo>
                <a:lnTo>
                  <a:pt x="493533" y="41182"/>
                </a:lnTo>
                <a:lnTo>
                  <a:pt x="492833" y="41709"/>
                </a:lnTo>
                <a:lnTo>
                  <a:pt x="492144" y="42264"/>
                </a:lnTo>
                <a:lnTo>
                  <a:pt x="491468" y="42847"/>
                </a:lnTo>
                <a:lnTo>
                  <a:pt x="490804" y="43457"/>
                </a:lnTo>
                <a:lnTo>
                  <a:pt x="490153" y="44095"/>
                </a:lnTo>
                <a:lnTo>
                  <a:pt x="489513" y="44760"/>
                </a:lnTo>
                <a:lnTo>
                  <a:pt x="488886" y="45453"/>
                </a:lnTo>
                <a:lnTo>
                  <a:pt x="488271" y="46174"/>
                </a:lnTo>
                <a:lnTo>
                  <a:pt x="487668" y="46922"/>
                </a:lnTo>
                <a:lnTo>
                  <a:pt x="487077" y="47698"/>
                </a:lnTo>
                <a:lnTo>
                  <a:pt x="486499" y="48501"/>
                </a:lnTo>
                <a:lnTo>
                  <a:pt x="485933" y="49332"/>
                </a:lnTo>
                <a:lnTo>
                  <a:pt x="485378" y="50190"/>
                </a:lnTo>
                <a:lnTo>
                  <a:pt x="484837" y="51077"/>
                </a:lnTo>
                <a:lnTo>
                  <a:pt x="484307" y="51990"/>
                </a:lnTo>
                <a:lnTo>
                  <a:pt x="483789" y="52932"/>
                </a:lnTo>
                <a:lnTo>
                  <a:pt x="483284" y="53901"/>
                </a:lnTo>
                <a:lnTo>
                  <a:pt x="482904" y="54668"/>
                </a:lnTo>
                <a:lnTo>
                  <a:pt x="482067" y="54301"/>
                </a:lnTo>
                <a:lnTo>
                  <a:pt x="481063" y="53891"/>
                </a:lnTo>
                <a:lnTo>
                  <a:pt x="480041" y="53501"/>
                </a:lnTo>
                <a:lnTo>
                  <a:pt x="478998" y="53133"/>
                </a:lnTo>
                <a:lnTo>
                  <a:pt x="477937" y="52786"/>
                </a:lnTo>
                <a:lnTo>
                  <a:pt x="476856" y="52459"/>
                </a:lnTo>
                <a:lnTo>
                  <a:pt x="475756" y="52154"/>
                </a:lnTo>
                <a:lnTo>
                  <a:pt x="474636" y="51870"/>
                </a:lnTo>
                <a:lnTo>
                  <a:pt x="473498" y="51607"/>
                </a:lnTo>
                <a:lnTo>
                  <a:pt x="472339" y="51365"/>
                </a:lnTo>
                <a:lnTo>
                  <a:pt x="471162" y="51144"/>
                </a:lnTo>
                <a:lnTo>
                  <a:pt x="469965" y="50944"/>
                </a:lnTo>
                <a:lnTo>
                  <a:pt x="468749" y="50765"/>
                </a:lnTo>
                <a:lnTo>
                  <a:pt x="467514" y="50607"/>
                </a:lnTo>
                <a:lnTo>
                  <a:pt x="466259" y="50470"/>
                </a:lnTo>
                <a:lnTo>
                  <a:pt x="464985" y="50354"/>
                </a:lnTo>
                <a:lnTo>
                  <a:pt x="463691" y="50259"/>
                </a:lnTo>
                <a:lnTo>
                  <a:pt x="462379" y="50186"/>
                </a:lnTo>
                <a:lnTo>
                  <a:pt x="461047" y="50133"/>
                </a:lnTo>
                <a:lnTo>
                  <a:pt x="459695" y="50102"/>
                </a:lnTo>
                <a:lnTo>
                  <a:pt x="458324" y="50091"/>
                </a:lnTo>
                <a:lnTo>
                  <a:pt x="456986" y="50102"/>
                </a:lnTo>
                <a:lnTo>
                  <a:pt x="455665" y="50133"/>
                </a:lnTo>
                <a:lnTo>
                  <a:pt x="454360" y="50186"/>
                </a:lnTo>
                <a:lnTo>
                  <a:pt x="453074" y="50259"/>
                </a:lnTo>
                <a:lnTo>
                  <a:pt x="451804" y="50354"/>
                </a:lnTo>
                <a:lnTo>
                  <a:pt x="450552" y="50470"/>
                </a:lnTo>
                <a:lnTo>
                  <a:pt x="449316" y="50607"/>
                </a:lnTo>
                <a:lnTo>
                  <a:pt x="448099" y="50765"/>
                </a:lnTo>
                <a:lnTo>
                  <a:pt x="446898" y="50944"/>
                </a:lnTo>
                <a:lnTo>
                  <a:pt x="445715" y="51144"/>
                </a:lnTo>
                <a:lnTo>
                  <a:pt x="444549" y="51365"/>
                </a:lnTo>
                <a:lnTo>
                  <a:pt x="443400" y="51607"/>
                </a:lnTo>
                <a:lnTo>
                  <a:pt x="442268" y="51870"/>
                </a:lnTo>
                <a:lnTo>
                  <a:pt x="441154" y="52154"/>
                </a:lnTo>
                <a:lnTo>
                  <a:pt x="440057" y="52459"/>
                </a:lnTo>
                <a:lnTo>
                  <a:pt x="438977" y="52786"/>
                </a:lnTo>
                <a:lnTo>
                  <a:pt x="437915" y="53133"/>
                </a:lnTo>
                <a:lnTo>
                  <a:pt x="436869" y="53501"/>
                </a:lnTo>
                <a:lnTo>
                  <a:pt x="435841" y="53891"/>
                </a:lnTo>
                <a:lnTo>
                  <a:pt x="434830" y="54301"/>
                </a:lnTo>
                <a:lnTo>
                  <a:pt x="433837" y="54733"/>
                </a:lnTo>
                <a:lnTo>
                  <a:pt x="432861" y="55185"/>
                </a:lnTo>
                <a:lnTo>
                  <a:pt x="431902" y="55659"/>
                </a:lnTo>
                <a:lnTo>
                  <a:pt x="430960" y="56154"/>
                </a:lnTo>
                <a:lnTo>
                  <a:pt x="430036" y="56666"/>
                </a:lnTo>
                <a:lnTo>
                  <a:pt x="429131" y="57192"/>
                </a:lnTo>
                <a:lnTo>
                  <a:pt x="428245" y="57734"/>
                </a:lnTo>
                <a:lnTo>
                  <a:pt x="427378" y="58289"/>
                </a:lnTo>
                <a:lnTo>
                  <a:pt x="426530" y="58860"/>
                </a:lnTo>
                <a:lnTo>
                  <a:pt x="425701" y="59444"/>
                </a:lnTo>
                <a:lnTo>
                  <a:pt x="424890" y="60044"/>
                </a:lnTo>
                <a:lnTo>
                  <a:pt x="424099" y="60657"/>
                </a:lnTo>
                <a:lnTo>
                  <a:pt x="423326" y="61286"/>
                </a:lnTo>
                <a:lnTo>
                  <a:pt x="422572" y="61929"/>
                </a:lnTo>
                <a:lnTo>
                  <a:pt x="421837" y="62586"/>
                </a:lnTo>
                <a:lnTo>
                  <a:pt x="421121" y="63258"/>
                </a:lnTo>
                <a:lnTo>
                  <a:pt x="420423" y="63944"/>
                </a:lnTo>
                <a:lnTo>
                  <a:pt x="419745" y="64645"/>
                </a:lnTo>
                <a:lnTo>
                  <a:pt x="419085" y="65361"/>
                </a:lnTo>
                <a:lnTo>
                  <a:pt x="418445" y="66091"/>
                </a:lnTo>
                <a:lnTo>
                  <a:pt x="417823" y="66835"/>
                </a:lnTo>
                <a:lnTo>
                  <a:pt x="417220" y="67594"/>
                </a:lnTo>
                <a:lnTo>
                  <a:pt x="416636" y="68368"/>
                </a:lnTo>
                <a:lnTo>
                  <a:pt x="416070" y="69156"/>
                </a:lnTo>
                <a:lnTo>
                  <a:pt x="415524" y="69958"/>
                </a:lnTo>
                <a:lnTo>
                  <a:pt x="414996" y="70775"/>
                </a:lnTo>
                <a:lnTo>
                  <a:pt x="414488" y="71607"/>
                </a:lnTo>
                <a:lnTo>
                  <a:pt x="413998" y="72453"/>
                </a:lnTo>
                <a:lnTo>
                  <a:pt x="413527" y="73310"/>
                </a:lnTo>
                <a:lnTo>
                  <a:pt x="413077" y="74175"/>
                </a:lnTo>
                <a:lnTo>
                  <a:pt x="412647" y="75048"/>
                </a:lnTo>
                <a:lnTo>
                  <a:pt x="412236" y="75929"/>
                </a:lnTo>
                <a:lnTo>
                  <a:pt x="411846" y="76818"/>
                </a:lnTo>
                <a:lnTo>
                  <a:pt x="411476" y="77715"/>
                </a:lnTo>
                <a:lnTo>
                  <a:pt x="411126" y="78619"/>
                </a:lnTo>
                <a:lnTo>
                  <a:pt x="410795" y="79532"/>
                </a:lnTo>
                <a:lnTo>
                  <a:pt x="410485" y="80453"/>
                </a:lnTo>
                <a:lnTo>
                  <a:pt x="410195" y="81381"/>
                </a:lnTo>
                <a:lnTo>
                  <a:pt x="409925" y="82318"/>
                </a:lnTo>
                <a:lnTo>
                  <a:pt x="409675" y="83263"/>
                </a:lnTo>
                <a:lnTo>
                  <a:pt x="409444" y="84215"/>
                </a:lnTo>
                <a:lnTo>
                  <a:pt x="409234" y="85175"/>
                </a:lnTo>
                <a:lnTo>
                  <a:pt x="409044" y="86144"/>
                </a:lnTo>
                <a:lnTo>
                  <a:pt x="408874" y="87120"/>
                </a:lnTo>
                <a:lnTo>
                  <a:pt x="408724" y="88104"/>
                </a:lnTo>
                <a:lnTo>
                  <a:pt x="408594" y="89097"/>
                </a:lnTo>
                <a:lnTo>
                  <a:pt x="408484" y="90097"/>
                </a:lnTo>
                <a:lnTo>
                  <a:pt x="408394" y="91105"/>
                </a:lnTo>
                <a:lnTo>
                  <a:pt x="408323" y="92121"/>
                </a:lnTo>
                <a:lnTo>
                  <a:pt x="408273" y="93145"/>
                </a:lnTo>
                <a:lnTo>
                  <a:pt x="408243" y="94177"/>
                </a:lnTo>
                <a:lnTo>
                  <a:pt x="408233" y="95217"/>
                </a:lnTo>
                <a:lnTo>
                  <a:pt x="408243" y="96202"/>
                </a:lnTo>
                <a:lnTo>
                  <a:pt x="408273" y="97181"/>
                </a:lnTo>
                <a:lnTo>
                  <a:pt x="408322" y="98154"/>
                </a:lnTo>
                <a:lnTo>
                  <a:pt x="408392" y="99121"/>
                </a:lnTo>
                <a:lnTo>
                  <a:pt x="408481" y="100082"/>
                </a:lnTo>
                <a:lnTo>
                  <a:pt x="408590" y="101038"/>
                </a:lnTo>
                <a:lnTo>
                  <a:pt x="408718" y="101988"/>
                </a:lnTo>
                <a:lnTo>
                  <a:pt x="408867" y="102931"/>
                </a:lnTo>
                <a:lnTo>
                  <a:pt x="409035" y="103869"/>
                </a:lnTo>
                <a:lnTo>
                  <a:pt x="409223" y="104802"/>
                </a:lnTo>
                <a:lnTo>
                  <a:pt x="409430" y="105728"/>
                </a:lnTo>
                <a:lnTo>
                  <a:pt x="409658" y="106649"/>
                </a:lnTo>
                <a:lnTo>
                  <a:pt x="409905" y="107563"/>
                </a:lnTo>
                <a:lnTo>
                  <a:pt x="410172" y="108472"/>
                </a:lnTo>
                <a:lnTo>
                  <a:pt x="410459" y="109375"/>
                </a:lnTo>
                <a:lnTo>
                  <a:pt x="410766" y="110272"/>
                </a:lnTo>
                <a:lnTo>
                  <a:pt x="411092" y="111164"/>
                </a:lnTo>
                <a:lnTo>
                  <a:pt x="411439" y="112049"/>
                </a:lnTo>
                <a:lnTo>
                  <a:pt x="411805" y="112929"/>
                </a:lnTo>
                <a:lnTo>
                  <a:pt x="412190" y="113803"/>
                </a:lnTo>
                <a:lnTo>
                  <a:pt x="412596" y="114671"/>
                </a:lnTo>
                <a:lnTo>
                  <a:pt x="413021" y="115533"/>
                </a:lnTo>
                <a:lnTo>
                  <a:pt x="413467" y="116389"/>
                </a:lnTo>
                <a:lnTo>
                  <a:pt x="413932" y="117239"/>
                </a:lnTo>
                <a:lnTo>
                  <a:pt x="414416" y="118080"/>
                </a:lnTo>
                <a:lnTo>
                  <a:pt x="414919" y="118907"/>
                </a:lnTo>
                <a:lnTo>
                  <a:pt x="415440" y="119721"/>
                </a:lnTo>
                <a:lnTo>
                  <a:pt x="415980" y="120521"/>
                </a:lnTo>
                <a:lnTo>
                  <a:pt x="416539" y="121308"/>
                </a:lnTo>
                <a:lnTo>
                  <a:pt x="417116" y="122081"/>
                </a:lnTo>
                <a:lnTo>
                  <a:pt x="417712" y="122840"/>
                </a:lnTo>
                <a:lnTo>
                  <a:pt x="418327" y="123586"/>
                </a:lnTo>
                <a:lnTo>
                  <a:pt x="418960" y="124318"/>
                </a:lnTo>
                <a:lnTo>
                  <a:pt x="419612" y="125037"/>
                </a:lnTo>
                <a:lnTo>
                  <a:pt x="420282" y="125742"/>
                </a:lnTo>
                <a:lnTo>
                  <a:pt x="420972" y="126434"/>
                </a:lnTo>
                <a:lnTo>
                  <a:pt x="421679" y="127112"/>
                </a:lnTo>
                <a:lnTo>
                  <a:pt x="422406" y="127776"/>
                </a:lnTo>
                <a:lnTo>
                  <a:pt x="423151" y="128427"/>
                </a:lnTo>
                <a:lnTo>
                  <a:pt x="423914" y="129065"/>
                </a:lnTo>
                <a:lnTo>
                  <a:pt x="424697" y="129688"/>
                </a:lnTo>
                <a:lnTo>
                  <a:pt x="425498" y="130299"/>
                </a:lnTo>
                <a:lnTo>
                  <a:pt x="425933" y="130616"/>
                </a:lnTo>
                <a:lnTo>
                  <a:pt x="425685" y="130711"/>
                </a:lnTo>
                <a:lnTo>
                  <a:pt x="424819" y="131061"/>
                </a:lnTo>
                <a:lnTo>
                  <a:pt x="423976" y="131417"/>
                </a:lnTo>
                <a:lnTo>
                  <a:pt x="423156" y="131781"/>
                </a:lnTo>
                <a:lnTo>
                  <a:pt x="422360" y="132152"/>
                </a:lnTo>
                <a:lnTo>
                  <a:pt x="421587" y="132530"/>
                </a:lnTo>
                <a:lnTo>
                  <a:pt x="420837" y="132916"/>
                </a:lnTo>
                <a:lnTo>
                  <a:pt x="420110" y="133308"/>
                </a:lnTo>
                <a:lnTo>
                  <a:pt x="419407" y="133708"/>
                </a:lnTo>
                <a:lnTo>
                  <a:pt x="418727" y="134114"/>
                </a:lnTo>
                <a:lnTo>
                  <a:pt x="418070" y="134528"/>
                </a:lnTo>
                <a:lnTo>
                  <a:pt x="417436" y="134949"/>
                </a:lnTo>
                <a:lnTo>
                  <a:pt x="416825" y="135377"/>
                </a:lnTo>
                <a:lnTo>
                  <a:pt x="416238" y="135813"/>
                </a:lnTo>
                <a:lnTo>
                  <a:pt x="415674" y="136255"/>
                </a:lnTo>
                <a:lnTo>
                  <a:pt x="415133" y="136705"/>
                </a:lnTo>
                <a:lnTo>
                  <a:pt x="414616" y="137161"/>
                </a:lnTo>
                <a:lnTo>
                  <a:pt x="414122" y="137625"/>
                </a:lnTo>
                <a:lnTo>
                  <a:pt x="413651" y="138096"/>
                </a:lnTo>
                <a:lnTo>
                  <a:pt x="413203" y="138575"/>
                </a:lnTo>
                <a:lnTo>
                  <a:pt x="412776" y="139058"/>
                </a:lnTo>
                <a:lnTo>
                  <a:pt x="412367" y="139543"/>
                </a:lnTo>
                <a:lnTo>
                  <a:pt x="411976" y="140031"/>
                </a:lnTo>
                <a:lnTo>
                  <a:pt x="411603" y="140522"/>
                </a:lnTo>
                <a:lnTo>
                  <a:pt x="411249" y="141015"/>
                </a:lnTo>
                <a:lnTo>
                  <a:pt x="410913" y="141511"/>
                </a:lnTo>
                <a:lnTo>
                  <a:pt x="410595" y="142009"/>
                </a:lnTo>
                <a:lnTo>
                  <a:pt x="410295" y="142510"/>
                </a:lnTo>
                <a:lnTo>
                  <a:pt x="410013" y="143013"/>
                </a:lnTo>
                <a:lnTo>
                  <a:pt x="409750" y="143519"/>
                </a:lnTo>
                <a:lnTo>
                  <a:pt x="409504" y="144027"/>
                </a:lnTo>
                <a:lnTo>
                  <a:pt x="409277" y="144538"/>
                </a:lnTo>
                <a:lnTo>
                  <a:pt x="409068" y="145051"/>
                </a:lnTo>
                <a:lnTo>
                  <a:pt x="408877" y="145567"/>
                </a:lnTo>
                <a:lnTo>
                  <a:pt x="408704" y="146086"/>
                </a:lnTo>
                <a:lnTo>
                  <a:pt x="408550" y="146606"/>
                </a:lnTo>
                <a:lnTo>
                  <a:pt x="408414" y="147130"/>
                </a:lnTo>
                <a:lnTo>
                  <a:pt x="408296" y="147656"/>
                </a:lnTo>
                <a:lnTo>
                  <a:pt x="408196" y="148185"/>
                </a:lnTo>
                <a:lnTo>
                  <a:pt x="408114" y="148716"/>
                </a:lnTo>
                <a:lnTo>
                  <a:pt x="408050" y="149249"/>
                </a:lnTo>
                <a:lnTo>
                  <a:pt x="408005" y="149785"/>
                </a:lnTo>
                <a:lnTo>
                  <a:pt x="407977" y="150324"/>
                </a:lnTo>
                <a:lnTo>
                  <a:pt x="407968" y="150865"/>
                </a:lnTo>
                <a:lnTo>
                  <a:pt x="407974" y="151243"/>
                </a:lnTo>
                <a:lnTo>
                  <a:pt x="407990" y="151621"/>
                </a:lnTo>
                <a:lnTo>
                  <a:pt x="408016" y="152001"/>
                </a:lnTo>
                <a:lnTo>
                  <a:pt x="408053" y="152382"/>
                </a:lnTo>
                <a:lnTo>
                  <a:pt x="408101" y="152764"/>
                </a:lnTo>
                <a:lnTo>
                  <a:pt x="408159" y="153147"/>
                </a:lnTo>
                <a:lnTo>
                  <a:pt x="408228" y="153531"/>
                </a:lnTo>
                <a:lnTo>
                  <a:pt x="408307" y="153917"/>
                </a:lnTo>
                <a:lnTo>
                  <a:pt x="408397" y="154304"/>
                </a:lnTo>
                <a:lnTo>
                  <a:pt x="408498" y="154691"/>
                </a:lnTo>
                <a:lnTo>
                  <a:pt x="408609" y="155080"/>
                </a:lnTo>
                <a:lnTo>
                  <a:pt x="408730" y="155470"/>
                </a:lnTo>
                <a:lnTo>
                  <a:pt x="408863" y="155862"/>
                </a:lnTo>
                <a:lnTo>
                  <a:pt x="409005" y="156254"/>
                </a:lnTo>
                <a:lnTo>
                  <a:pt x="409159" y="156647"/>
                </a:lnTo>
                <a:lnTo>
                  <a:pt x="409323" y="157042"/>
                </a:lnTo>
                <a:lnTo>
                  <a:pt x="409498" y="157438"/>
                </a:lnTo>
                <a:lnTo>
                  <a:pt x="409683" y="157835"/>
                </a:lnTo>
                <a:lnTo>
                  <a:pt x="409879" y="158233"/>
                </a:lnTo>
                <a:lnTo>
                  <a:pt x="410085" y="158632"/>
                </a:lnTo>
                <a:lnTo>
                  <a:pt x="410302" y="159033"/>
                </a:lnTo>
                <a:lnTo>
                  <a:pt x="410529" y="159434"/>
                </a:lnTo>
                <a:lnTo>
                  <a:pt x="410768" y="159837"/>
                </a:lnTo>
                <a:lnTo>
                  <a:pt x="411016" y="160241"/>
                </a:lnTo>
                <a:lnTo>
                  <a:pt x="411277" y="160643"/>
                </a:lnTo>
                <a:lnTo>
                  <a:pt x="411553" y="161043"/>
                </a:lnTo>
                <a:lnTo>
                  <a:pt x="411843" y="161439"/>
                </a:lnTo>
                <a:lnTo>
                  <a:pt x="412148" y="161832"/>
                </a:lnTo>
                <a:lnTo>
                  <a:pt x="412467" y="162221"/>
                </a:lnTo>
                <a:lnTo>
                  <a:pt x="412801" y="162608"/>
                </a:lnTo>
                <a:lnTo>
                  <a:pt x="413149" y="162991"/>
                </a:lnTo>
                <a:lnTo>
                  <a:pt x="413512" y="163371"/>
                </a:lnTo>
                <a:lnTo>
                  <a:pt x="413889" y="163747"/>
                </a:lnTo>
                <a:lnTo>
                  <a:pt x="414281" y="164121"/>
                </a:lnTo>
                <a:lnTo>
                  <a:pt x="414687" y="164491"/>
                </a:lnTo>
                <a:lnTo>
                  <a:pt x="415108" y="164858"/>
                </a:lnTo>
                <a:lnTo>
                  <a:pt x="415543" y="165222"/>
                </a:lnTo>
                <a:lnTo>
                  <a:pt x="415993" y="165583"/>
                </a:lnTo>
                <a:lnTo>
                  <a:pt x="416457" y="165940"/>
                </a:lnTo>
                <a:lnTo>
                  <a:pt x="416935" y="166294"/>
                </a:lnTo>
                <a:lnTo>
                  <a:pt x="417428" y="166645"/>
                </a:lnTo>
                <a:lnTo>
                  <a:pt x="417936" y="166993"/>
                </a:lnTo>
                <a:lnTo>
                  <a:pt x="418458" y="167338"/>
                </a:lnTo>
                <a:lnTo>
                  <a:pt x="418995" y="167679"/>
                </a:lnTo>
                <a:lnTo>
                  <a:pt x="419546" y="168017"/>
                </a:lnTo>
                <a:lnTo>
                  <a:pt x="420112" y="168352"/>
                </a:lnTo>
                <a:lnTo>
                  <a:pt x="420692" y="168683"/>
                </a:lnTo>
                <a:lnTo>
                  <a:pt x="421286" y="169012"/>
                </a:lnTo>
                <a:lnTo>
                  <a:pt x="421897" y="169334"/>
                </a:lnTo>
                <a:lnTo>
                  <a:pt x="422527" y="169647"/>
                </a:lnTo>
                <a:lnTo>
                  <a:pt x="423176" y="169951"/>
                </a:lnTo>
                <a:lnTo>
                  <a:pt x="423396" y="170048"/>
                </a:lnTo>
                <a:lnTo>
                  <a:pt x="422737" y="170337"/>
                </a:lnTo>
                <a:lnTo>
                  <a:pt x="421557" y="170887"/>
                </a:lnTo>
                <a:lnTo>
                  <a:pt x="420414" y="171455"/>
                </a:lnTo>
                <a:lnTo>
                  <a:pt x="419306" y="172042"/>
                </a:lnTo>
                <a:lnTo>
                  <a:pt x="418234" y="172647"/>
                </a:lnTo>
                <a:lnTo>
                  <a:pt x="417199" y="173270"/>
                </a:lnTo>
                <a:lnTo>
                  <a:pt x="416200" y="173912"/>
                </a:lnTo>
                <a:lnTo>
                  <a:pt x="415237" y="174572"/>
                </a:lnTo>
                <a:lnTo>
                  <a:pt x="414309" y="175250"/>
                </a:lnTo>
                <a:lnTo>
                  <a:pt x="413419" y="175946"/>
                </a:lnTo>
                <a:lnTo>
                  <a:pt x="412564" y="176661"/>
                </a:lnTo>
                <a:lnTo>
                  <a:pt x="411745" y="177393"/>
                </a:lnTo>
                <a:lnTo>
                  <a:pt x="410961" y="178140"/>
                </a:lnTo>
                <a:lnTo>
                  <a:pt x="410211" y="178895"/>
                </a:lnTo>
                <a:lnTo>
                  <a:pt x="409493" y="179658"/>
                </a:lnTo>
                <a:lnTo>
                  <a:pt x="408809" y="180431"/>
                </a:lnTo>
                <a:lnTo>
                  <a:pt x="408159" y="181213"/>
                </a:lnTo>
                <a:lnTo>
                  <a:pt x="407542" y="182004"/>
                </a:lnTo>
                <a:lnTo>
                  <a:pt x="406958" y="182803"/>
                </a:lnTo>
                <a:lnTo>
                  <a:pt x="406408" y="183612"/>
                </a:lnTo>
                <a:lnTo>
                  <a:pt x="405891" y="184429"/>
                </a:lnTo>
                <a:lnTo>
                  <a:pt x="405407" y="185255"/>
                </a:lnTo>
                <a:lnTo>
                  <a:pt x="404957" y="186091"/>
                </a:lnTo>
                <a:lnTo>
                  <a:pt x="404540" y="186935"/>
                </a:lnTo>
                <a:lnTo>
                  <a:pt x="404156" y="187788"/>
                </a:lnTo>
                <a:lnTo>
                  <a:pt x="403806" y="188650"/>
                </a:lnTo>
                <a:lnTo>
                  <a:pt x="403489" y="189521"/>
                </a:lnTo>
                <a:lnTo>
                  <a:pt x="403205" y="190400"/>
                </a:lnTo>
                <a:lnTo>
                  <a:pt x="402955" y="191289"/>
                </a:lnTo>
                <a:lnTo>
                  <a:pt x="402738" y="192187"/>
                </a:lnTo>
                <a:lnTo>
                  <a:pt x="402555" y="193093"/>
                </a:lnTo>
                <a:lnTo>
                  <a:pt x="402405" y="194009"/>
                </a:lnTo>
                <a:lnTo>
                  <a:pt x="402288" y="194933"/>
                </a:lnTo>
                <a:lnTo>
                  <a:pt x="402204" y="195866"/>
                </a:lnTo>
                <a:lnTo>
                  <a:pt x="402154" y="196808"/>
                </a:lnTo>
                <a:lnTo>
                  <a:pt x="402138" y="197760"/>
                </a:lnTo>
                <a:lnTo>
                  <a:pt x="402147" y="198544"/>
                </a:lnTo>
                <a:lnTo>
                  <a:pt x="402176" y="199323"/>
                </a:lnTo>
                <a:lnTo>
                  <a:pt x="402225" y="200098"/>
                </a:lnTo>
                <a:lnTo>
                  <a:pt x="402292" y="200868"/>
                </a:lnTo>
                <a:lnTo>
                  <a:pt x="402379" y="201633"/>
                </a:lnTo>
                <a:lnTo>
                  <a:pt x="402486" y="202394"/>
                </a:lnTo>
                <a:lnTo>
                  <a:pt x="402611" y="203150"/>
                </a:lnTo>
                <a:lnTo>
                  <a:pt x="402756" y="203902"/>
                </a:lnTo>
                <a:lnTo>
                  <a:pt x="402920" y="204648"/>
                </a:lnTo>
                <a:lnTo>
                  <a:pt x="403104" y="205391"/>
                </a:lnTo>
                <a:lnTo>
                  <a:pt x="403307" y="206128"/>
                </a:lnTo>
                <a:lnTo>
                  <a:pt x="403529" y="206861"/>
                </a:lnTo>
                <a:lnTo>
                  <a:pt x="403771" y="207589"/>
                </a:lnTo>
                <a:lnTo>
                  <a:pt x="404032" y="208312"/>
                </a:lnTo>
                <a:lnTo>
                  <a:pt x="404312" y="209031"/>
                </a:lnTo>
                <a:lnTo>
                  <a:pt x="404611" y="209745"/>
                </a:lnTo>
                <a:lnTo>
                  <a:pt x="404930" y="210454"/>
                </a:lnTo>
                <a:lnTo>
                  <a:pt x="405268" y="211159"/>
                </a:lnTo>
                <a:lnTo>
                  <a:pt x="405626" y="211859"/>
                </a:lnTo>
                <a:lnTo>
                  <a:pt x="406003" y="212554"/>
                </a:lnTo>
                <a:lnTo>
                  <a:pt x="406399" y="213245"/>
                </a:lnTo>
                <a:lnTo>
                  <a:pt x="406814" y="213931"/>
                </a:lnTo>
                <a:lnTo>
                  <a:pt x="407249" y="214612"/>
                </a:lnTo>
                <a:lnTo>
                  <a:pt x="407703" y="215289"/>
                </a:lnTo>
                <a:lnTo>
                  <a:pt x="408179" y="215958"/>
                </a:lnTo>
                <a:lnTo>
                  <a:pt x="408679" y="216616"/>
                </a:lnTo>
                <a:lnTo>
                  <a:pt x="409203" y="217262"/>
                </a:lnTo>
                <a:lnTo>
                  <a:pt x="409752" y="217897"/>
                </a:lnTo>
                <a:lnTo>
                  <a:pt x="410324" y="218521"/>
                </a:lnTo>
                <a:lnTo>
                  <a:pt x="410921" y="219134"/>
                </a:lnTo>
                <a:lnTo>
                  <a:pt x="411542" y="219736"/>
                </a:lnTo>
                <a:lnTo>
                  <a:pt x="412187" y="220326"/>
                </a:lnTo>
                <a:lnTo>
                  <a:pt x="412856" y="220905"/>
                </a:lnTo>
                <a:lnTo>
                  <a:pt x="413549" y="221473"/>
                </a:lnTo>
                <a:lnTo>
                  <a:pt x="414267" y="222029"/>
                </a:lnTo>
                <a:lnTo>
                  <a:pt x="415008" y="222574"/>
                </a:lnTo>
                <a:lnTo>
                  <a:pt x="415774" y="223108"/>
                </a:lnTo>
                <a:lnTo>
                  <a:pt x="416564" y="223631"/>
                </a:lnTo>
                <a:lnTo>
                  <a:pt x="417378" y="224142"/>
                </a:lnTo>
                <a:lnTo>
                  <a:pt x="418216" y="224642"/>
                </a:lnTo>
                <a:lnTo>
                  <a:pt x="419079" y="225131"/>
                </a:lnTo>
                <a:lnTo>
                  <a:pt x="419965" y="225609"/>
                </a:lnTo>
                <a:lnTo>
                  <a:pt x="420876" y="226075"/>
                </a:lnTo>
                <a:lnTo>
                  <a:pt x="421811" y="226530"/>
                </a:lnTo>
                <a:lnTo>
                  <a:pt x="422770" y="226974"/>
                </a:lnTo>
                <a:lnTo>
                  <a:pt x="423753" y="227407"/>
                </a:lnTo>
                <a:lnTo>
                  <a:pt x="424760" y="227828"/>
                </a:lnTo>
                <a:lnTo>
                  <a:pt x="425792" y="228238"/>
                </a:lnTo>
                <a:lnTo>
                  <a:pt x="426850" y="228635"/>
                </a:lnTo>
                <a:lnTo>
                  <a:pt x="427937" y="229014"/>
                </a:lnTo>
                <a:lnTo>
                  <a:pt x="429054" y="229377"/>
                </a:lnTo>
                <a:lnTo>
                  <a:pt x="430200" y="229722"/>
                </a:lnTo>
                <a:lnTo>
                  <a:pt x="431375" y="230051"/>
                </a:lnTo>
                <a:lnTo>
                  <a:pt x="432579" y="230363"/>
                </a:lnTo>
                <a:lnTo>
                  <a:pt x="433813" y="230659"/>
                </a:lnTo>
                <a:lnTo>
                  <a:pt x="435075" y="230937"/>
                </a:lnTo>
                <a:lnTo>
                  <a:pt x="436367" y="231198"/>
                </a:lnTo>
                <a:lnTo>
                  <a:pt x="437688" y="231443"/>
                </a:lnTo>
                <a:lnTo>
                  <a:pt x="439039" y="231671"/>
                </a:lnTo>
                <a:lnTo>
                  <a:pt x="440418" y="231881"/>
                </a:lnTo>
                <a:lnTo>
                  <a:pt x="441827" y="232075"/>
                </a:lnTo>
                <a:lnTo>
                  <a:pt x="443265" y="232252"/>
                </a:lnTo>
                <a:lnTo>
                  <a:pt x="444732" y="232413"/>
                </a:lnTo>
                <a:lnTo>
                  <a:pt x="446229" y="232556"/>
                </a:lnTo>
                <a:lnTo>
                  <a:pt x="447754" y="232683"/>
                </a:lnTo>
                <a:lnTo>
                  <a:pt x="449309" y="232792"/>
                </a:lnTo>
                <a:lnTo>
                  <a:pt x="450893" y="232885"/>
                </a:lnTo>
                <a:lnTo>
                  <a:pt x="452507" y="232961"/>
                </a:lnTo>
                <a:lnTo>
                  <a:pt x="454149" y="233020"/>
                </a:lnTo>
                <a:lnTo>
                  <a:pt x="455821" y="233062"/>
                </a:lnTo>
                <a:lnTo>
                  <a:pt x="457522" y="233087"/>
                </a:lnTo>
                <a:lnTo>
                  <a:pt x="459252" y="233096"/>
                </a:lnTo>
                <a:lnTo>
                  <a:pt x="461777" y="233076"/>
                </a:lnTo>
                <a:lnTo>
                  <a:pt x="464250" y="233017"/>
                </a:lnTo>
                <a:lnTo>
                  <a:pt x="466670" y="232918"/>
                </a:lnTo>
                <a:lnTo>
                  <a:pt x="469038" y="232779"/>
                </a:lnTo>
                <a:lnTo>
                  <a:pt x="471354" y="232601"/>
                </a:lnTo>
                <a:lnTo>
                  <a:pt x="473618" y="232384"/>
                </a:lnTo>
                <a:lnTo>
                  <a:pt x="475829" y="232126"/>
                </a:lnTo>
                <a:lnTo>
                  <a:pt x="477988" y="231830"/>
                </a:lnTo>
                <a:lnTo>
                  <a:pt x="480095" y="231493"/>
                </a:lnTo>
                <a:lnTo>
                  <a:pt x="482150" y="231117"/>
                </a:lnTo>
                <a:lnTo>
                  <a:pt x="484153" y="230702"/>
                </a:lnTo>
                <a:lnTo>
                  <a:pt x="486103" y="230247"/>
                </a:lnTo>
                <a:lnTo>
                  <a:pt x="488001" y="229752"/>
                </a:lnTo>
                <a:lnTo>
                  <a:pt x="489847" y="229218"/>
                </a:lnTo>
                <a:lnTo>
                  <a:pt x="491641" y="228644"/>
                </a:lnTo>
                <a:lnTo>
                  <a:pt x="493382" y="228031"/>
                </a:lnTo>
                <a:lnTo>
                  <a:pt x="495072" y="227378"/>
                </a:lnTo>
                <a:lnTo>
                  <a:pt x="496709" y="226685"/>
                </a:lnTo>
                <a:lnTo>
                  <a:pt x="498293" y="225953"/>
                </a:lnTo>
                <a:lnTo>
                  <a:pt x="499826" y="225182"/>
                </a:lnTo>
                <a:lnTo>
                  <a:pt x="501306" y="224370"/>
                </a:lnTo>
                <a:lnTo>
                  <a:pt x="502734" y="223520"/>
                </a:lnTo>
                <a:lnTo>
                  <a:pt x="504110" y="222629"/>
                </a:lnTo>
                <a:lnTo>
                  <a:pt x="505434" y="221699"/>
                </a:lnTo>
                <a:lnTo>
                  <a:pt x="506704" y="220739"/>
                </a:lnTo>
                <a:lnTo>
                  <a:pt x="507921" y="219755"/>
                </a:lnTo>
                <a:lnTo>
                  <a:pt x="509083" y="218750"/>
                </a:lnTo>
                <a:lnTo>
                  <a:pt x="510192" y="217723"/>
                </a:lnTo>
                <a:lnTo>
                  <a:pt x="511246" y="216673"/>
                </a:lnTo>
                <a:lnTo>
                  <a:pt x="512246" y="215601"/>
                </a:lnTo>
                <a:lnTo>
                  <a:pt x="513192" y="214506"/>
                </a:lnTo>
                <a:lnTo>
                  <a:pt x="514084" y="213390"/>
                </a:lnTo>
                <a:lnTo>
                  <a:pt x="514922" y="212251"/>
                </a:lnTo>
                <a:lnTo>
                  <a:pt x="515706" y="211089"/>
                </a:lnTo>
                <a:lnTo>
                  <a:pt x="516436" y="209906"/>
                </a:lnTo>
                <a:lnTo>
                  <a:pt x="517112" y="208700"/>
                </a:lnTo>
                <a:lnTo>
                  <a:pt x="517734" y="207472"/>
                </a:lnTo>
                <a:lnTo>
                  <a:pt x="518301" y="206222"/>
                </a:lnTo>
                <a:lnTo>
                  <a:pt x="518815" y="204950"/>
                </a:lnTo>
                <a:lnTo>
                  <a:pt x="519275" y="203655"/>
                </a:lnTo>
                <a:lnTo>
                  <a:pt x="519680" y="202338"/>
                </a:lnTo>
                <a:lnTo>
                  <a:pt x="520031" y="200999"/>
                </a:lnTo>
                <a:lnTo>
                  <a:pt x="520329" y="199637"/>
                </a:lnTo>
                <a:lnTo>
                  <a:pt x="520572" y="198254"/>
                </a:lnTo>
                <a:lnTo>
                  <a:pt x="520761" y="196848"/>
                </a:lnTo>
                <a:lnTo>
                  <a:pt x="520896" y="195419"/>
                </a:lnTo>
                <a:lnTo>
                  <a:pt x="520978" y="193969"/>
                </a:lnTo>
                <a:lnTo>
                  <a:pt x="521005" y="192496"/>
                </a:lnTo>
                <a:lnTo>
                  <a:pt x="520981" y="191017"/>
                </a:lnTo>
                <a:lnTo>
                  <a:pt x="520910" y="189571"/>
                </a:lnTo>
                <a:lnTo>
                  <a:pt x="520791" y="188158"/>
                </a:lnTo>
                <a:lnTo>
                  <a:pt x="520625" y="186777"/>
                </a:lnTo>
                <a:lnTo>
                  <a:pt x="520412" y="185428"/>
                </a:lnTo>
                <a:lnTo>
                  <a:pt x="520152" y="184112"/>
                </a:lnTo>
                <a:lnTo>
                  <a:pt x="519843" y="182829"/>
                </a:lnTo>
                <a:lnTo>
                  <a:pt x="519488" y="181578"/>
                </a:lnTo>
                <a:lnTo>
                  <a:pt x="519085" y="180360"/>
                </a:lnTo>
                <a:lnTo>
                  <a:pt x="518635" y="179174"/>
                </a:lnTo>
                <a:lnTo>
                  <a:pt x="518137" y="178021"/>
                </a:lnTo>
                <a:lnTo>
                  <a:pt x="517592" y="176901"/>
                </a:lnTo>
                <a:lnTo>
                  <a:pt x="517000" y="175813"/>
                </a:lnTo>
                <a:lnTo>
                  <a:pt x="516360" y="174757"/>
                </a:lnTo>
                <a:lnTo>
                  <a:pt x="515673" y="173734"/>
                </a:lnTo>
                <a:lnTo>
                  <a:pt x="514938" y="172744"/>
                </a:lnTo>
                <a:lnTo>
                  <a:pt x="514156" y="171786"/>
                </a:lnTo>
                <a:lnTo>
                  <a:pt x="513327" y="170861"/>
                </a:lnTo>
                <a:lnTo>
                  <a:pt x="512450" y="169968"/>
                </a:lnTo>
                <a:lnTo>
                  <a:pt x="511526" y="169108"/>
                </a:lnTo>
                <a:lnTo>
                  <a:pt x="510554" y="168280"/>
                </a:lnTo>
                <a:lnTo>
                  <a:pt x="509536" y="167485"/>
                </a:lnTo>
                <a:lnTo>
                  <a:pt x="508469" y="166723"/>
                </a:lnTo>
                <a:lnTo>
                  <a:pt x="507355" y="165993"/>
                </a:lnTo>
                <a:lnTo>
                  <a:pt x="506186" y="165294"/>
                </a:lnTo>
                <a:lnTo>
                  <a:pt x="504955" y="164625"/>
                </a:lnTo>
                <a:lnTo>
                  <a:pt x="503659" y="163986"/>
                </a:lnTo>
                <a:lnTo>
                  <a:pt x="502301" y="163376"/>
                </a:lnTo>
                <a:lnTo>
                  <a:pt x="500880" y="162796"/>
                </a:lnTo>
                <a:lnTo>
                  <a:pt x="499396" y="162246"/>
                </a:lnTo>
                <a:lnTo>
                  <a:pt x="497849" y="161726"/>
                </a:lnTo>
                <a:lnTo>
                  <a:pt x="496239" y="161235"/>
                </a:lnTo>
                <a:lnTo>
                  <a:pt x="494566" y="160774"/>
                </a:lnTo>
                <a:lnTo>
                  <a:pt x="492829" y="160343"/>
                </a:lnTo>
                <a:lnTo>
                  <a:pt x="491030" y="159942"/>
                </a:lnTo>
                <a:lnTo>
                  <a:pt x="489168" y="159570"/>
                </a:lnTo>
                <a:lnTo>
                  <a:pt x="487242" y="159228"/>
                </a:lnTo>
                <a:lnTo>
                  <a:pt x="485254" y="158916"/>
                </a:lnTo>
                <a:lnTo>
                  <a:pt x="483202" y="158633"/>
                </a:lnTo>
                <a:lnTo>
                  <a:pt x="481088" y="158381"/>
                </a:lnTo>
                <a:lnTo>
                  <a:pt x="478910" y="158158"/>
                </a:lnTo>
                <a:lnTo>
                  <a:pt x="476670" y="157964"/>
                </a:lnTo>
                <a:lnTo>
                  <a:pt x="474366" y="157801"/>
                </a:lnTo>
                <a:lnTo>
                  <a:pt x="471999" y="157667"/>
                </a:lnTo>
                <a:lnTo>
                  <a:pt x="469570" y="157563"/>
                </a:lnTo>
                <a:lnTo>
                  <a:pt x="467077" y="157489"/>
                </a:lnTo>
                <a:lnTo>
                  <a:pt x="464521" y="157444"/>
                </a:lnTo>
                <a:lnTo>
                  <a:pt x="461902" y="157429"/>
                </a:lnTo>
                <a:lnTo>
                  <a:pt x="453289" y="157429"/>
                </a:lnTo>
                <a:lnTo>
                  <a:pt x="452424" y="157427"/>
                </a:lnTo>
                <a:lnTo>
                  <a:pt x="451576" y="157420"/>
                </a:lnTo>
                <a:lnTo>
                  <a:pt x="450743" y="157409"/>
                </a:lnTo>
                <a:lnTo>
                  <a:pt x="449926" y="157394"/>
                </a:lnTo>
                <a:lnTo>
                  <a:pt x="449125" y="157374"/>
                </a:lnTo>
                <a:lnTo>
                  <a:pt x="448340" y="157350"/>
                </a:lnTo>
                <a:lnTo>
                  <a:pt x="447571" y="157321"/>
                </a:lnTo>
                <a:lnTo>
                  <a:pt x="446818" y="157288"/>
                </a:lnTo>
                <a:lnTo>
                  <a:pt x="446080" y="157251"/>
                </a:lnTo>
                <a:lnTo>
                  <a:pt x="445359" y="157209"/>
                </a:lnTo>
                <a:lnTo>
                  <a:pt x="444653" y="157163"/>
                </a:lnTo>
                <a:lnTo>
                  <a:pt x="443963" y="157112"/>
                </a:lnTo>
                <a:lnTo>
                  <a:pt x="443289" y="157057"/>
                </a:lnTo>
                <a:lnTo>
                  <a:pt x="442631" y="156998"/>
                </a:lnTo>
                <a:lnTo>
                  <a:pt x="441989" y="156934"/>
                </a:lnTo>
                <a:lnTo>
                  <a:pt x="441362" y="156866"/>
                </a:lnTo>
                <a:lnTo>
                  <a:pt x="440752" y="156793"/>
                </a:lnTo>
                <a:lnTo>
                  <a:pt x="440157" y="156716"/>
                </a:lnTo>
                <a:lnTo>
                  <a:pt x="439579" y="156635"/>
                </a:lnTo>
                <a:lnTo>
                  <a:pt x="439016" y="156549"/>
                </a:lnTo>
                <a:lnTo>
                  <a:pt x="438469" y="156459"/>
                </a:lnTo>
                <a:lnTo>
                  <a:pt x="437938" y="156364"/>
                </a:lnTo>
                <a:lnTo>
                  <a:pt x="437422" y="156265"/>
                </a:lnTo>
                <a:lnTo>
                  <a:pt x="436923" y="156162"/>
                </a:lnTo>
                <a:lnTo>
                  <a:pt x="436438" y="156055"/>
                </a:lnTo>
                <a:lnTo>
                  <a:pt x="435964" y="155945"/>
                </a:lnTo>
                <a:lnTo>
                  <a:pt x="435503" y="155833"/>
                </a:lnTo>
                <a:lnTo>
                  <a:pt x="435053" y="155717"/>
                </a:lnTo>
                <a:lnTo>
                  <a:pt x="434616" y="155599"/>
                </a:lnTo>
                <a:lnTo>
                  <a:pt x="434190" y="155478"/>
                </a:lnTo>
                <a:lnTo>
                  <a:pt x="433776" y="155355"/>
                </a:lnTo>
                <a:lnTo>
                  <a:pt x="433375" y="155228"/>
                </a:lnTo>
                <a:lnTo>
                  <a:pt x="432985" y="155099"/>
                </a:lnTo>
                <a:lnTo>
                  <a:pt x="432607" y="154967"/>
                </a:lnTo>
                <a:lnTo>
                  <a:pt x="432241" y="154832"/>
                </a:lnTo>
                <a:lnTo>
                  <a:pt x="431888" y="154695"/>
                </a:lnTo>
                <a:lnTo>
                  <a:pt x="431546" y="154555"/>
                </a:lnTo>
                <a:lnTo>
                  <a:pt x="431216" y="154412"/>
                </a:lnTo>
                <a:lnTo>
                  <a:pt x="430898" y="154266"/>
                </a:lnTo>
                <a:lnTo>
                  <a:pt x="430592" y="154117"/>
                </a:lnTo>
                <a:lnTo>
                  <a:pt x="430298" y="153966"/>
                </a:lnTo>
                <a:lnTo>
                  <a:pt x="430016" y="153812"/>
                </a:lnTo>
                <a:lnTo>
                  <a:pt x="429746" y="153655"/>
                </a:lnTo>
                <a:lnTo>
                  <a:pt x="429488" y="153495"/>
                </a:lnTo>
                <a:lnTo>
                  <a:pt x="429241" y="153332"/>
                </a:lnTo>
                <a:lnTo>
                  <a:pt x="429007" y="153167"/>
                </a:lnTo>
                <a:lnTo>
                  <a:pt x="428785" y="152999"/>
                </a:lnTo>
                <a:lnTo>
                  <a:pt x="428575" y="152828"/>
                </a:lnTo>
                <a:lnTo>
                  <a:pt x="428375" y="152655"/>
                </a:lnTo>
                <a:lnTo>
                  <a:pt x="428183" y="152480"/>
                </a:lnTo>
                <a:lnTo>
                  <a:pt x="428000" y="152302"/>
                </a:lnTo>
                <a:lnTo>
                  <a:pt x="427826" y="152123"/>
                </a:lnTo>
                <a:lnTo>
                  <a:pt x="427660" y="151941"/>
                </a:lnTo>
                <a:lnTo>
                  <a:pt x="427502" y="151758"/>
                </a:lnTo>
                <a:lnTo>
                  <a:pt x="427353" y="151572"/>
                </a:lnTo>
                <a:lnTo>
                  <a:pt x="427213" y="151384"/>
                </a:lnTo>
                <a:lnTo>
                  <a:pt x="427081" y="151194"/>
                </a:lnTo>
                <a:lnTo>
                  <a:pt x="426957" y="151002"/>
                </a:lnTo>
                <a:lnTo>
                  <a:pt x="426842" y="150808"/>
                </a:lnTo>
                <a:lnTo>
                  <a:pt x="426736" y="150612"/>
                </a:lnTo>
                <a:lnTo>
                  <a:pt x="426638" y="150414"/>
                </a:lnTo>
                <a:lnTo>
                  <a:pt x="426549" y="150213"/>
                </a:lnTo>
                <a:lnTo>
                  <a:pt x="426468" y="150011"/>
                </a:lnTo>
                <a:lnTo>
                  <a:pt x="426395" y="149806"/>
                </a:lnTo>
                <a:lnTo>
                  <a:pt x="426332" y="149600"/>
                </a:lnTo>
                <a:lnTo>
                  <a:pt x="426276" y="149391"/>
                </a:lnTo>
                <a:lnTo>
                  <a:pt x="426229" y="149180"/>
                </a:lnTo>
                <a:lnTo>
                  <a:pt x="426191" y="148967"/>
                </a:lnTo>
                <a:lnTo>
                  <a:pt x="426161" y="148752"/>
                </a:lnTo>
                <a:lnTo>
                  <a:pt x="426140" y="148535"/>
                </a:lnTo>
                <a:lnTo>
                  <a:pt x="426127" y="148316"/>
                </a:lnTo>
                <a:lnTo>
                  <a:pt x="426123" y="148095"/>
                </a:lnTo>
                <a:lnTo>
                  <a:pt x="426130" y="147774"/>
                </a:lnTo>
                <a:lnTo>
                  <a:pt x="426152" y="147455"/>
                </a:lnTo>
                <a:lnTo>
                  <a:pt x="426187" y="147140"/>
                </a:lnTo>
                <a:lnTo>
                  <a:pt x="426237" y="146826"/>
                </a:lnTo>
                <a:lnTo>
                  <a:pt x="426301" y="146515"/>
                </a:lnTo>
                <a:lnTo>
                  <a:pt x="426380" y="146207"/>
                </a:lnTo>
                <a:lnTo>
                  <a:pt x="426473" y="145901"/>
                </a:lnTo>
                <a:lnTo>
                  <a:pt x="426580" y="145598"/>
                </a:lnTo>
                <a:lnTo>
                  <a:pt x="426701" y="145298"/>
                </a:lnTo>
                <a:lnTo>
                  <a:pt x="426836" y="145000"/>
                </a:lnTo>
                <a:lnTo>
                  <a:pt x="426986" y="144704"/>
                </a:lnTo>
                <a:lnTo>
                  <a:pt x="427150" y="144411"/>
                </a:lnTo>
                <a:lnTo>
                  <a:pt x="427328" y="144121"/>
                </a:lnTo>
                <a:lnTo>
                  <a:pt x="427521" y="143833"/>
                </a:lnTo>
                <a:lnTo>
                  <a:pt x="427728" y="143548"/>
                </a:lnTo>
                <a:lnTo>
                  <a:pt x="427949" y="143266"/>
                </a:lnTo>
                <a:lnTo>
                  <a:pt x="428184" y="142985"/>
                </a:lnTo>
                <a:lnTo>
                  <a:pt x="428434" y="142708"/>
                </a:lnTo>
                <a:lnTo>
                  <a:pt x="428698" y="142433"/>
                </a:lnTo>
                <a:lnTo>
                  <a:pt x="428976" y="142161"/>
                </a:lnTo>
                <a:lnTo>
                  <a:pt x="429268" y="141891"/>
                </a:lnTo>
                <a:lnTo>
                  <a:pt x="429575" y="141623"/>
                </a:lnTo>
                <a:lnTo>
                  <a:pt x="429896" y="141359"/>
                </a:lnTo>
                <a:lnTo>
                  <a:pt x="430231" y="141096"/>
                </a:lnTo>
                <a:lnTo>
                  <a:pt x="430578" y="140837"/>
                </a:lnTo>
                <a:lnTo>
                  <a:pt x="430936" y="140582"/>
                </a:lnTo>
                <a:lnTo>
                  <a:pt x="431304" y="140331"/>
                </a:lnTo>
                <a:lnTo>
                  <a:pt x="431681" y="140083"/>
                </a:lnTo>
                <a:lnTo>
                  <a:pt x="432069" y="139840"/>
                </a:lnTo>
                <a:lnTo>
                  <a:pt x="432467" y="139600"/>
                </a:lnTo>
                <a:lnTo>
                  <a:pt x="432875" y="139364"/>
                </a:lnTo>
                <a:lnTo>
                  <a:pt x="433294" y="139133"/>
                </a:lnTo>
                <a:lnTo>
                  <a:pt x="433722" y="138905"/>
                </a:lnTo>
                <a:lnTo>
                  <a:pt x="434161" y="138681"/>
                </a:lnTo>
                <a:lnTo>
                  <a:pt x="434609" y="138461"/>
                </a:lnTo>
                <a:lnTo>
                  <a:pt x="435068" y="138245"/>
                </a:lnTo>
                <a:lnTo>
                  <a:pt x="435537" y="138033"/>
                </a:lnTo>
                <a:lnTo>
                  <a:pt x="436016" y="137825"/>
                </a:lnTo>
                <a:lnTo>
                  <a:pt x="436505" y="137621"/>
                </a:lnTo>
                <a:lnTo>
                  <a:pt x="437004" y="137421"/>
                </a:lnTo>
                <a:lnTo>
                  <a:pt x="437513" y="137225"/>
                </a:lnTo>
                <a:lnTo>
                  <a:pt x="438033" y="137032"/>
                </a:lnTo>
                <a:lnTo>
                  <a:pt x="438141" y="136994"/>
                </a:lnTo>
                <a:lnTo>
                  <a:pt x="438609" y="137154"/>
                </a:lnTo>
                <a:lnTo>
                  <a:pt x="439674" y="137491"/>
                </a:lnTo>
                <a:lnTo>
                  <a:pt x="440756" y="137806"/>
                </a:lnTo>
                <a:lnTo>
                  <a:pt x="441854" y="138100"/>
                </a:lnTo>
                <a:lnTo>
                  <a:pt x="442969" y="138372"/>
                </a:lnTo>
                <a:lnTo>
                  <a:pt x="444101" y="138622"/>
                </a:lnTo>
                <a:lnTo>
                  <a:pt x="445250" y="138850"/>
                </a:lnTo>
                <a:lnTo>
                  <a:pt x="446416" y="139056"/>
                </a:lnTo>
                <a:lnTo>
                  <a:pt x="447598" y="139241"/>
                </a:lnTo>
                <a:lnTo>
                  <a:pt x="448797" y="139404"/>
                </a:lnTo>
                <a:lnTo>
                  <a:pt x="450013" y="139546"/>
                </a:lnTo>
                <a:lnTo>
                  <a:pt x="451246" y="139665"/>
                </a:lnTo>
                <a:lnTo>
                  <a:pt x="452496" y="139763"/>
                </a:lnTo>
                <a:lnTo>
                  <a:pt x="453762" y="139839"/>
                </a:lnTo>
                <a:lnTo>
                  <a:pt x="455045" y="139893"/>
                </a:lnTo>
                <a:lnTo>
                  <a:pt x="456345" y="139926"/>
                </a:lnTo>
                <a:lnTo>
                  <a:pt x="457662" y="139937"/>
                </a:lnTo>
                <a:lnTo>
                  <a:pt x="459054" y="139926"/>
                </a:lnTo>
                <a:lnTo>
                  <a:pt x="460427" y="139894"/>
                </a:lnTo>
                <a:lnTo>
                  <a:pt x="461780" y="139841"/>
                </a:lnTo>
                <a:lnTo>
                  <a:pt x="463113" y="139767"/>
                </a:lnTo>
                <a:lnTo>
                  <a:pt x="464427" y="139671"/>
                </a:lnTo>
                <a:lnTo>
                  <a:pt x="465721" y="139554"/>
                </a:lnTo>
                <a:lnTo>
                  <a:pt x="466994" y="139416"/>
                </a:lnTo>
                <a:lnTo>
                  <a:pt x="468248" y="139256"/>
                </a:lnTo>
                <a:lnTo>
                  <a:pt x="469483" y="139075"/>
                </a:lnTo>
                <a:lnTo>
                  <a:pt x="470697" y="138873"/>
                </a:lnTo>
                <a:lnTo>
                  <a:pt x="471892" y="138649"/>
                </a:lnTo>
                <a:lnTo>
                  <a:pt x="473067" y="138405"/>
                </a:lnTo>
                <a:lnTo>
                  <a:pt x="474222" y="138139"/>
                </a:lnTo>
                <a:lnTo>
                  <a:pt x="475357" y="137851"/>
                </a:lnTo>
                <a:lnTo>
                  <a:pt x="476473" y="137543"/>
                </a:lnTo>
                <a:lnTo>
                  <a:pt x="477569" y="137213"/>
                </a:lnTo>
                <a:lnTo>
                  <a:pt x="478645" y="136862"/>
                </a:lnTo>
                <a:lnTo>
                  <a:pt x="479701" y="136489"/>
                </a:lnTo>
                <a:lnTo>
                  <a:pt x="480737" y="136096"/>
                </a:lnTo>
                <a:lnTo>
                  <a:pt x="481754" y="135681"/>
                </a:lnTo>
                <a:lnTo>
                  <a:pt x="482751" y="135245"/>
                </a:lnTo>
                <a:lnTo>
                  <a:pt x="483728" y="134787"/>
                </a:lnTo>
                <a:lnTo>
                  <a:pt x="484685" y="134308"/>
                </a:lnTo>
                <a:lnTo>
                  <a:pt x="485623" y="133808"/>
                </a:lnTo>
                <a:lnTo>
                  <a:pt x="486541" y="133290"/>
                </a:lnTo>
                <a:lnTo>
                  <a:pt x="487439" y="132759"/>
                </a:lnTo>
                <a:lnTo>
                  <a:pt x="488318" y="132213"/>
                </a:lnTo>
                <a:lnTo>
                  <a:pt x="489177" y="131653"/>
                </a:lnTo>
                <a:lnTo>
                  <a:pt x="490016" y="131079"/>
                </a:lnTo>
                <a:lnTo>
                  <a:pt x="490836" y="130491"/>
                </a:lnTo>
                <a:lnTo>
                  <a:pt x="491637" y="129889"/>
                </a:lnTo>
                <a:lnTo>
                  <a:pt x="492418" y="129273"/>
                </a:lnTo>
                <a:lnTo>
                  <a:pt x="493179" y="128643"/>
                </a:lnTo>
                <a:lnTo>
                  <a:pt x="493921" y="127999"/>
                </a:lnTo>
                <a:lnTo>
                  <a:pt x="494643" y="127341"/>
                </a:lnTo>
                <a:lnTo>
                  <a:pt x="495346" y="126669"/>
                </a:lnTo>
                <a:lnTo>
                  <a:pt x="496029" y="125983"/>
                </a:lnTo>
                <a:lnTo>
                  <a:pt x="496693" y="125282"/>
                </a:lnTo>
                <a:lnTo>
                  <a:pt x="497337" y="124568"/>
                </a:lnTo>
                <a:lnTo>
                  <a:pt x="497962" y="123840"/>
                </a:lnTo>
                <a:lnTo>
                  <a:pt x="498566" y="123098"/>
                </a:lnTo>
                <a:lnTo>
                  <a:pt x="499152" y="122341"/>
                </a:lnTo>
                <a:lnTo>
                  <a:pt x="499718" y="121571"/>
                </a:lnTo>
                <a:lnTo>
                  <a:pt x="500264" y="120787"/>
                </a:lnTo>
                <a:lnTo>
                  <a:pt x="500791" y="119988"/>
                </a:lnTo>
                <a:lnTo>
                  <a:pt x="501298" y="119176"/>
                </a:lnTo>
                <a:lnTo>
                  <a:pt x="501786" y="118349"/>
                </a:lnTo>
                <a:lnTo>
                  <a:pt x="502254" y="117509"/>
                </a:lnTo>
                <a:lnTo>
                  <a:pt x="502702" y="116658"/>
                </a:lnTo>
                <a:lnTo>
                  <a:pt x="503132" y="115800"/>
                </a:lnTo>
                <a:lnTo>
                  <a:pt x="503542" y="114936"/>
                </a:lnTo>
                <a:lnTo>
                  <a:pt x="503934" y="114064"/>
                </a:lnTo>
                <a:lnTo>
                  <a:pt x="504306" y="113186"/>
                </a:lnTo>
                <a:lnTo>
                  <a:pt x="504660" y="112301"/>
                </a:lnTo>
                <a:lnTo>
                  <a:pt x="504994" y="111410"/>
                </a:lnTo>
                <a:lnTo>
                  <a:pt x="505309" y="110512"/>
                </a:lnTo>
                <a:lnTo>
                  <a:pt x="505605" y="109606"/>
                </a:lnTo>
                <a:lnTo>
                  <a:pt x="505882" y="108694"/>
                </a:lnTo>
                <a:lnTo>
                  <a:pt x="506139" y="107776"/>
                </a:lnTo>
                <a:lnTo>
                  <a:pt x="506378" y="106850"/>
                </a:lnTo>
                <a:lnTo>
                  <a:pt x="506598" y="105918"/>
                </a:lnTo>
                <a:lnTo>
                  <a:pt x="506798" y="104979"/>
                </a:lnTo>
                <a:lnTo>
                  <a:pt x="506980" y="104033"/>
                </a:lnTo>
                <a:lnTo>
                  <a:pt x="507142" y="103081"/>
                </a:lnTo>
                <a:lnTo>
                  <a:pt x="507285" y="102122"/>
                </a:lnTo>
                <a:lnTo>
                  <a:pt x="507409" y="101156"/>
                </a:lnTo>
                <a:lnTo>
                  <a:pt x="507514" y="100183"/>
                </a:lnTo>
                <a:lnTo>
                  <a:pt x="507600" y="99203"/>
                </a:lnTo>
                <a:lnTo>
                  <a:pt x="507667" y="98217"/>
                </a:lnTo>
                <a:lnTo>
                  <a:pt x="507715" y="97224"/>
                </a:lnTo>
                <a:lnTo>
                  <a:pt x="507743" y="96224"/>
                </a:lnTo>
                <a:lnTo>
                  <a:pt x="507753" y="95217"/>
                </a:lnTo>
                <a:lnTo>
                  <a:pt x="507744" y="94177"/>
                </a:lnTo>
                <a:lnTo>
                  <a:pt x="507715" y="93145"/>
                </a:lnTo>
                <a:lnTo>
                  <a:pt x="507668" y="92121"/>
                </a:lnTo>
                <a:lnTo>
                  <a:pt x="507602" y="91105"/>
                </a:lnTo>
                <a:lnTo>
                  <a:pt x="507517" y="90097"/>
                </a:lnTo>
                <a:lnTo>
                  <a:pt x="507413" y="89097"/>
                </a:lnTo>
                <a:lnTo>
                  <a:pt x="507291" y="88104"/>
                </a:lnTo>
                <a:lnTo>
                  <a:pt x="507149" y="87120"/>
                </a:lnTo>
                <a:lnTo>
                  <a:pt x="506989" y="86144"/>
                </a:lnTo>
                <a:lnTo>
                  <a:pt x="506810" y="85175"/>
                </a:lnTo>
                <a:lnTo>
                  <a:pt x="506612" y="84215"/>
                </a:lnTo>
                <a:lnTo>
                  <a:pt x="506395" y="83263"/>
                </a:lnTo>
                <a:lnTo>
                  <a:pt x="506159" y="82318"/>
                </a:lnTo>
                <a:lnTo>
                  <a:pt x="505904" y="81381"/>
                </a:lnTo>
                <a:lnTo>
                  <a:pt x="505631" y="80453"/>
                </a:lnTo>
                <a:lnTo>
                  <a:pt x="505338" y="79532"/>
                </a:lnTo>
                <a:lnTo>
                  <a:pt x="505027" y="78619"/>
                </a:lnTo>
                <a:lnTo>
                  <a:pt x="504697" y="77715"/>
                </a:lnTo>
                <a:lnTo>
                  <a:pt x="504348" y="76818"/>
                </a:lnTo>
                <a:lnTo>
                  <a:pt x="503980" y="75929"/>
                </a:lnTo>
                <a:lnTo>
                  <a:pt x="503593" y="75048"/>
                </a:lnTo>
                <a:lnTo>
                  <a:pt x="503188" y="74175"/>
                </a:lnTo>
                <a:lnTo>
                  <a:pt x="502763" y="73310"/>
                </a:lnTo>
                <a:lnTo>
                  <a:pt x="502320" y="72453"/>
                </a:lnTo>
                <a:lnTo>
                  <a:pt x="501857" y="71607"/>
                </a:lnTo>
                <a:lnTo>
                  <a:pt x="501376" y="70775"/>
                </a:lnTo>
                <a:lnTo>
                  <a:pt x="500875" y="69958"/>
                </a:lnTo>
                <a:lnTo>
                  <a:pt x="500354" y="69156"/>
                </a:lnTo>
                <a:lnTo>
                  <a:pt x="499814" y="68368"/>
                </a:lnTo>
                <a:lnTo>
                  <a:pt x="499255" y="67594"/>
                </a:lnTo>
                <a:lnTo>
                  <a:pt x="498677" y="66835"/>
                </a:lnTo>
                <a:lnTo>
                  <a:pt x="498079" y="66091"/>
                </a:lnTo>
                <a:lnTo>
                  <a:pt x="497462" y="65361"/>
                </a:lnTo>
                <a:lnTo>
                  <a:pt x="496826" y="64645"/>
                </a:lnTo>
                <a:lnTo>
                  <a:pt x="496170" y="63944"/>
                </a:lnTo>
                <a:lnTo>
                  <a:pt x="495495" y="63258"/>
                </a:lnTo>
                <a:lnTo>
                  <a:pt x="494801" y="62586"/>
                </a:lnTo>
                <a:lnTo>
                  <a:pt x="494087" y="61929"/>
                </a:lnTo>
                <a:lnTo>
                  <a:pt x="493447" y="61367"/>
                </a:lnTo>
                <a:lnTo>
                  <a:pt x="493488" y="61318"/>
                </a:lnTo>
                <a:lnTo>
                  <a:pt x="493951" y="60788"/>
                </a:lnTo>
                <a:lnTo>
                  <a:pt x="494424" y="60277"/>
                </a:lnTo>
                <a:lnTo>
                  <a:pt x="494906" y="59787"/>
                </a:lnTo>
                <a:lnTo>
                  <a:pt x="495399" y="59316"/>
                </a:lnTo>
                <a:close/>
                <a:moveTo>
                  <a:pt x="452954" y="124509"/>
                </a:moveTo>
                <a:lnTo>
                  <a:pt x="452067" y="124368"/>
                </a:lnTo>
                <a:lnTo>
                  <a:pt x="451190" y="124201"/>
                </a:lnTo>
                <a:lnTo>
                  <a:pt x="450322" y="124008"/>
                </a:lnTo>
                <a:lnTo>
                  <a:pt x="449464" y="123789"/>
                </a:lnTo>
                <a:lnTo>
                  <a:pt x="448614" y="123545"/>
                </a:lnTo>
                <a:lnTo>
                  <a:pt x="447775" y="123276"/>
                </a:lnTo>
                <a:lnTo>
                  <a:pt x="446945" y="122980"/>
                </a:lnTo>
                <a:lnTo>
                  <a:pt x="446124" y="122659"/>
                </a:lnTo>
                <a:lnTo>
                  <a:pt x="445313" y="122312"/>
                </a:lnTo>
                <a:lnTo>
                  <a:pt x="444511" y="121939"/>
                </a:lnTo>
                <a:lnTo>
                  <a:pt x="443718" y="121541"/>
                </a:lnTo>
                <a:lnTo>
                  <a:pt x="442935" y="121117"/>
                </a:lnTo>
                <a:lnTo>
                  <a:pt x="442162" y="120668"/>
                </a:lnTo>
                <a:lnTo>
                  <a:pt x="441398" y="120192"/>
                </a:lnTo>
                <a:lnTo>
                  <a:pt x="440643" y="119691"/>
                </a:lnTo>
                <a:lnTo>
                  <a:pt x="439898" y="119164"/>
                </a:lnTo>
                <a:lnTo>
                  <a:pt x="439162" y="118612"/>
                </a:lnTo>
                <a:lnTo>
                  <a:pt x="438435" y="118034"/>
                </a:lnTo>
                <a:lnTo>
                  <a:pt x="437718" y="117430"/>
                </a:lnTo>
                <a:lnTo>
                  <a:pt x="437021" y="116800"/>
                </a:lnTo>
                <a:lnTo>
                  <a:pt x="436353" y="116144"/>
                </a:lnTo>
                <a:lnTo>
                  <a:pt x="435715" y="115461"/>
                </a:lnTo>
                <a:lnTo>
                  <a:pt x="435107" y="114752"/>
                </a:lnTo>
                <a:lnTo>
                  <a:pt x="434528" y="114018"/>
                </a:lnTo>
                <a:lnTo>
                  <a:pt x="433979" y="113257"/>
                </a:lnTo>
                <a:lnTo>
                  <a:pt x="433459" y="112470"/>
                </a:lnTo>
                <a:lnTo>
                  <a:pt x="432970" y="111656"/>
                </a:lnTo>
                <a:lnTo>
                  <a:pt x="432510" y="110817"/>
                </a:lnTo>
                <a:lnTo>
                  <a:pt x="432079" y="109951"/>
                </a:lnTo>
                <a:lnTo>
                  <a:pt x="431679" y="109059"/>
                </a:lnTo>
                <a:lnTo>
                  <a:pt x="431308" y="108141"/>
                </a:lnTo>
                <a:lnTo>
                  <a:pt x="430966" y="107197"/>
                </a:lnTo>
                <a:lnTo>
                  <a:pt x="430655" y="106227"/>
                </a:lnTo>
                <a:lnTo>
                  <a:pt x="430373" y="105230"/>
                </a:lnTo>
                <a:lnTo>
                  <a:pt x="430121" y="104208"/>
                </a:lnTo>
                <a:lnTo>
                  <a:pt x="429898" y="103159"/>
                </a:lnTo>
                <a:lnTo>
                  <a:pt x="429705" y="102084"/>
                </a:lnTo>
                <a:lnTo>
                  <a:pt x="429542" y="100983"/>
                </a:lnTo>
                <a:lnTo>
                  <a:pt x="429408" y="99855"/>
                </a:lnTo>
                <a:lnTo>
                  <a:pt x="429305" y="98702"/>
                </a:lnTo>
                <a:lnTo>
                  <a:pt x="429230" y="97522"/>
                </a:lnTo>
                <a:lnTo>
                  <a:pt x="429186" y="96316"/>
                </a:lnTo>
                <a:lnTo>
                  <a:pt x="429171" y="95084"/>
                </a:lnTo>
                <a:lnTo>
                  <a:pt x="429185" y="93863"/>
                </a:lnTo>
                <a:lnTo>
                  <a:pt x="429228" y="92667"/>
                </a:lnTo>
                <a:lnTo>
                  <a:pt x="429300" y="91496"/>
                </a:lnTo>
                <a:lnTo>
                  <a:pt x="429401" y="90350"/>
                </a:lnTo>
                <a:lnTo>
                  <a:pt x="429530" y="89228"/>
                </a:lnTo>
                <a:lnTo>
                  <a:pt x="429689" y="88132"/>
                </a:lnTo>
                <a:lnTo>
                  <a:pt x="429876" y="87061"/>
                </a:lnTo>
                <a:lnTo>
                  <a:pt x="430091" y="86014"/>
                </a:lnTo>
                <a:lnTo>
                  <a:pt x="430336" y="84993"/>
                </a:lnTo>
                <a:lnTo>
                  <a:pt x="430609" y="83997"/>
                </a:lnTo>
                <a:lnTo>
                  <a:pt x="430911" y="83026"/>
                </a:lnTo>
                <a:lnTo>
                  <a:pt x="431242" y="82079"/>
                </a:lnTo>
                <a:lnTo>
                  <a:pt x="431601" y="81158"/>
                </a:lnTo>
                <a:lnTo>
                  <a:pt x="431989" y="80262"/>
                </a:lnTo>
                <a:lnTo>
                  <a:pt x="432406" y="79390"/>
                </a:lnTo>
                <a:lnTo>
                  <a:pt x="432852" y="78544"/>
                </a:lnTo>
                <a:lnTo>
                  <a:pt x="433326" y="77722"/>
                </a:lnTo>
                <a:lnTo>
                  <a:pt x="433830" y="76926"/>
                </a:lnTo>
                <a:lnTo>
                  <a:pt x="434362" y="76155"/>
                </a:lnTo>
                <a:lnTo>
                  <a:pt x="434923" y="75408"/>
                </a:lnTo>
                <a:lnTo>
                  <a:pt x="435512" y="74687"/>
                </a:lnTo>
                <a:lnTo>
                  <a:pt x="436130" y="73991"/>
                </a:lnTo>
                <a:lnTo>
                  <a:pt x="436777" y="73319"/>
                </a:lnTo>
                <a:lnTo>
                  <a:pt x="437453" y="72673"/>
                </a:lnTo>
                <a:lnTo>
                  <a:pt x="438151" y="72052"/>
                </a:lnTo>
                <a:lnTo>
                  <a:pt x="438863" y="71458"/>
                </a:lnTo>
                <a:lnTo>
                  <a:pt x="439591" y="70890"/>
                </a:lnTo>
                <a:lnTo>
                  <a:pt x="440334" y="70348"/>
                </a:lnTo>
                <a:lnTo>
                  <a:pt x="441091" y="69833"/>
                </a:lnTo>
                <a:lnTo>
                  <a:pt x="441864" y="69344"/>
                </a:lnTo>
                <a:lnTo>
                  <a:pt x="442651" y="68882"/>
                </a:lnTo>
                <a:lnTo>
                  <a:pt x="443453" y="68446"/>
                </a:lnTo>
                <a:lnTo>
                  <a:pt x="444271" y="68037"/>
                </a:lnTo>
                <a:lnTo>
                  <a:pt x="445103" y="67654"/>
                </a:lnTo>
                <a:lnTo>
                  <a:pt x="445950" y="67297"/>
                </a:lnTo>
                <a:lnTo>
                  <a:pt x="446812" y="66967"/>
                </a:lnTo>
                <a:lnTo>
                  <a:pt x="447689" y="66663"/>
                </a:lnTo>
                <a:lnTo>
                  <a:pt x="448581" y="66386"/>
                </a:lnTo>
                <a:lnTo>
                  <a:pt x="449488" y="66135"/>
                </a:lnTo>
                <a:lnTo>
                  <a:pt x="450410" y="65911"/>
                </a:lnTo>
                <a:lnTo>
                  <a:pt x="451347" y="65713"/>
                </a:lnTo>
                <a:lnTo>
                  <a:pt x="452299" y="65541"/>
                </a:lnTo>
                <a:lnTo>
                  <a:pt x="453266" y="65396"/>
                </a:lnTo>
                <a:lnTo>
                  <a:pt x="454248" y="65277"/>
                </a:lnTo>
                <a:lnTo>
                  <a:pt x="455245" y="65184"/>
                </a:lnTo>
                <a:lnTo>
                  <a:pt x="456256" y="65118"/>
                </a:lnTo>
                <a:lnTo>
                  <a:pt x="457283" y="65079"/>
                </a:lnTo>
                <a:lnTo>
                  <a:pt x="458324" y="65065"/>
                </a:lnTo>
                <a:lnTo>
                  <a:pt x="459387" y="65078"/>
                </a:lnTo>
                <a:lnTo>
                  <a:pt x="460432" y="65117"/>
                </a:lnTo>
                <a:lnTo>
                  <a:pt x="461459" y="65181"/>
                </a:lnTo>
                <a:lnTo>
                  <a:pt x="462469" y="65271"/>
                </a:lnTo>
                <a:lnTo>
                  <a:pt x="463462" y="65387"/>
                </a:lnTo>
                <a:lnTo>
                  <a:pt x="464437" y="65528"/>
                </a:lnTo>
                <a:lnTo>
                  <a:pt x="465394" y="65695"/>
                </a:lnTo>
                <a:lnTo>
                  <a:pt x="466334" y="65888"/>
                </a:lnTo>
                <a:lnTo>
                  <a:pt x="467257" y="66107"/>
                </a:lnTo>
                <a:lnTo>
                  <a:pt x="468162" y="66351"/>
                </a:lnTo>
                <a:lnTo>
                  <a:pt x="469050" y="66621"/>
                </a:lnTo>
                <a:lnTo>
                  <a:pt x="469920" y="66916"/>
                </a:lnTo>
                <a:lnTo>
                  <a:pt x="470772" y="67238"/>
                </a:lnTo>
                <a:lnTo>
                  <a:pt x="471607" y="67585"/>
                </a:lnTo>
                <a:lnTo>
                  <a:pt x="472425" y="67958"/>
                </a:lnTo>
                <a:lnTo>
                  <a:pt x="473225" y="68356"/>
                </a:lnTo>
                <a:lnTo>
                  <a:pt x="474008" y="68780"/>
                </a:lnTo>
                <a:lnTo>
                  <a:pt x="474773" y="69230"/>
                </a:lnTo>
                <a:lnTo>
                  <a:pt x="475521" y="69706"/>
                </a:lnTo>
                <a:lnTo>
                  <a:pt x="476251" y="70207"/>
                </a:lnTo>
                <a:lnTo>
                  <a:pt x="476964" y="70734"/>
                </a:lnTo>
                <a:lnTo>
                  <a:pt x="477659" y="71287"/>
                </a:lnTo>
                <a:lnTo>
                  <a:pt x="478337" y="71866"/>
                </a:lnTo>
                <a:lnTo>
                  <a:pt x="478997" y="72470"/>
                </a:lnTo>
                <a:lnTo>
                  <a:pt x="479635" y="73100"/>
                </a:lnTo>
                <a:lnTo>
                  <a:pt x="480246" y="73758"/>
                </a:lnTo>
                <a:lnTo>
                  <a:pt x="480829" y="74444"/>
                </a:lnTo>
                <a:lnTo>
                  <a:pt x="481386" y="75157"/>
                </a:lnTo>
                <a:lnTo>
                  <a:pt x="481915" y="75898"/>
                </a:lnTo>
                <a:lnTo>
                  <a:pt x="482418" y="76667"/>
                </a:lnTo>
                <a:lnTo>
                  <a:pt x="482893" y="77463"/>
                </a:lnTo>
                <a:lnTo>
                  <a:pt x="483341" y="78287"/>
                </a:lnTo>
                <a:lnTo>
                  <a:pt x="483761" y="79138"/>
                </a:lnTo>
                <a:lnTo>
                  <a:pt x="484155" y="80017"/>
                </a:lnTo>
                <a:lnTo>
                  <a:pt x="484521" y="80923"/>
                </a:lnTo>
                <a:lnTo>
                  <a:pt x="484861" y="81858"/>
                </a:lnTo>
                <a:lnTo>
                  <a:pt x="485173" y="82819"/>
                </a:lnTo>
                <a:lnTo>
                  <a:pt x="485458" y="83809"/>
                </a:lnTo>
                <a:lnTo>
                  <a:pt x="485716" y="84826"/>
                </a:lnTo>
                <a:lnTo>
                  <a:pt x="485947" y="85870"/>
                </a:lnTo>
                <a:lnTo>
                  <a:pt x="486150" y="86943"/>
                </a:lnTo>
                <a:lnTo>
                  <a:pt x="486327" y="88042"/>
                </a:lnTo>
                <a:lnTo>
                  <a:pt x="486476" y="89170"/>
                </a:lnTo>
                <a:lnTo>
                  <a:pt x="486598" y="90325"/>
                </a:lnTo>
                <a:lnTo>
                  <a:pt x="486693" y="91508"/>
                </a:lnTo>
                <a:lnTo>
                  <a:pt x="486761" y="92718"/>
                </a:lnTo>
                <a:lnTo>
                  <a:pt x="486802" y="93956"/>
                </a:lnTo>
                <a:lnTo>
                  <a:pt x="486815" y="95221"/>
                </a:lnTo>
                <a:lnTo>
                  <a:pt x="486801" y="96431"/>
                </a:lnTo>
                <a:lnTo>
                  <a:pt x="486758" y="97616"/>
                </a:lnTo>
                <a:lnTo>
                  <a:pt x="486686" y="98776"/>
                </a:lnTo>
                <a:lnTo>
                  <a:pt x="486585" y="99910"/>
                </a:lnTo>
                <a:lnTo>
                  <a:pt x="486456" y="101020"/>
                </a:lnTo>
                <a:lnTo>
                  <a:pt x="486298" y="102105"/>
                </a:lnTo>
                <a:lnTo>
                  <a:pt x="486111" y="103165"/>
                </a:lnTo>
                <a:lnTo>
                  <a:pt x="485895" y="104200"/>
                </a:lnTo>
                <a:lnTo>
                  <a:pt x="485651" y="105210"/>
                </a:lnTo>
                <a:lnTo>
                  <a:pt x="485378" y="106195"/>
                </a:lnTo>
                <a:lnTo>
                  <a:pt x="485076" y="107155"/>
                </a:lnTo>
                <a:lnTo>
                  <a:pt x="484745" y="108090"/>
                </a:lnTo>
                <a:lnTo>
                  <a:pt x="484385" y="109000"/>
                </a:lnTo>
                <a:lnTo>
                  <a:pt x="483997" y="109885"/>
                </a:lnTo>
                <a:lnTo>
                  <a:pt x="483580" y="110744"/>
                </a:lnTo>
                <a:lnTo>
                  <a:pt x="483134" y="111579"/>
                </a:lnTo>
                <a:lnTo>
                  <a:pt x="482660" y="112389"/>
                </a:lnTo>
                <a:lnTo>
                  <a:pt x="482157" y="113174"/>
                </a:lnTo>
                <a:lnTo>
                  <a:pt x="481625" y="113934"/>
                </a:lnTo>
                <a:lnTo>
                  <a:pt x="481064" y="114669"/>
                </a:lnTo>
                <a:lnTo>
                  <a:pt x="480474" y="115379"/>
                </a:lnTo>
                <a:lnTo>
                  <a:pt x="479856" y="116064"/>
                </a:lnTo>
                <a:lnTo>
                  <a:pt x="479209" y="116725"/>
                </a:lnTo>
                <a:lnTo>
                  <a:pt x="478533" y="117360"/>
                </a:lnTo>
                <a:lnTo>
                  <a:pt x="477835" y="117969"/>
                </a:lnTo>
                <a:lnTo>
                  <a:pt x="477122" y="118553"/>
                </a:lnTo>
                <a:lnTo>
                  <a:pt x="476393" y="119110"/>
                </a:lnTo>
                <a:lnTo>
                  <a:pt x="475649" y="119642"/>
                </a:lnTo>
                <a:lnTo>
                  <a:pt x="474890" y="120148"/>
                </a:lnTo>
                <a:lnTo>
                  <a:pt x="474115" y="120628"/>
                </a:lnTo>
                <a:lnTo>
                  <a:pt x="473324" y="121082"/>
                </a:lnTo>
                <a:lnTo>
                  <a:pt x="472518" y="121510"/>
                </a:lnTo>
                <a:lnTo>
                  <a:pt x="471697" y="121912"/>
                </a:lnTo>
                <a:lnTo>
                  <a:pt x="470861" y="122288"/>
                </a:lnTo>
                <a:lnTo>
                  <a:pt x="470009" y="122638"/>
                </a:lnTo>
                <a:lnTo>
                  <a:pt x="469141" y="122962"/>
                </a:lnTo>
                <a:lnTo>
                  <a:pt x="468258" y="123261"/>
                </a:lnTo>
                <a:lnTo>
                  <a:pt x="467360" y="123533"/>
                </a:lnTo>
                <a:lnTo>
                  <a:pt x="466446" y="123780"/>
                </a:lnTo>
                <a:lnTo>
                  <a:pt x="465517" y="124000"/>
                </a:lnTo>
                <a:lnTo>
                  <a:pt x="464573" y="124195"/>
                </a:lnTo>
                <a:lnTo>
                  <a:pt x="463613" y="124363"/>
                </a:lnTo>
                <a:lnTo>
                  <a:pt x="462637" y="124506"/>
                </a:lnTo>
                <a:lnTo>
                  <a:pt x="461647" y="124623"/>
                </a:lnTo>
                <a:lnTo>
                  <a:pt x="460640" y="124713"/>
                </a:lnTo>
                <a:lnTo>
                  <a:pt x="459619" y="124778"/>
                </a:lnTo>
                <a:lnTo>
                  <a:pt x="458582" y="124817"/>
                </a:lnTo>
                <a:lnTo>
                  <a:pt x="457529" y="124830"/>
                </a:lnTo>
                <a:lnTo>
                  <a:pt x="456595" y="124817"/>
                </a:lnTo>
                <a:lnTo>
                  <a:pt x="455671" y="124779"/>
                </a:lnTo>
                <a:lnTo>
                  <a:pt x="454756" y="124715"/>
                </a:lnTo>
                <a:lnTo>
                  <a:pt x="453850" y="124625"/>
                </a:lnTo>
                <a:lnTo>
                  <a:pt x="452954" y="124509"/>
                </a:lnTo>
                <a:close/>
                <a:moveTo>
                  <a:pt x="452578" y="216888"/>
                </a:moveTo>
                <a:lnTo>
                  <a:pt x="451138" y="216791"/>
                </a:lnTo>
                <a:lnTo>
                  <a:pt x="449736" y="216672"/>
                </a:lnTo>
                <a:lnTo>
                  <a:pt x="448372" y="216531"/>
                </a:lnTo>
                <a:lnTo>
                  <a:pt x="447046" y="216369"/>
                </a:lnTo>
                <a:lnTo>
                  <a:pt x="445758" y="216185"/>
                </a:lnTo>
                <a:lnTo>
                  <a:pt x="444509" y="215980"/>
                </a:lnTo>
                <a:lnTo>
                  <a:pt x="443297" y="215753"/>
                </a:lnTo>
                <a:lnTo>
                  <a:pt x="442124" y="215504"/>
                </a:lnTo>
                <a:lnTo>
                  <a:pt x="440989" y="215234"/>
                </a:lnTo>
                <a:lnTo>
                  <a:pt x="439893" y="214942"/>
                </a:lnTo>
                <a:lnTo>
                  <a:pt x="438834" y="214628"/>
                </a:lnTo>
                <a:lnTo>
                  <a:pt x="437814" y="214293"/>
                </a:lnTo>
                <a:lnTo>
                  <a:pt x="436832" y="213936"/>
                </a:lnTo>
                <a:lnTo>
                  <a:pt x="435888" y="213558"/>
                </a:lnTo>
                <a:lnTo>
                  <a:pt x="434982" y="213158"/>
                </a:lnTo>
                <a:lnTo>
                  <a:pt x="434115" y="212736"/>
                </a:lnTo>
                <a:lnTo>
                  <a:pt x="433285" y="212293"/>
                </a:lnTo>
                <a:lnTo>
                  <a:pt x="432494" y="211828"/>
                </a:lnTo>
                <a:lnTo>
                  <a:pt x="431741" y="211341"/>
                </a:lnTo>
                <a:lnTo>
                  <a:pt x="431026" y="210833"/>
                </a:lnTo>
                <a:lnTo>
                  <a:pt x="430345" y="210311"/>
                </a:lnTo>
                <a:lnTo>
                  <a:pt x="429693" y="209781"/>
                </a:lnTo>
                <a:lnTo>
                  <a:pt x="429069" y="209245"/>
                </a:lnTo>
                <a:lnTo>
                  <a:pt x="428475" y="208702"/>
                </a:lnTo>
                <a:lnTo>
                  <a:pt x="427910" y="208152"/>
                </a:lnTo>
                <a:lnTo>
                  <a:pt x="427374" y="207595"/>
                </a:lnTo>
                <a:lnTo>
                  <a:pt x="426866" y="207031"/>
                </a:lnTo>
                <a:lnTo>
                  <a:pt x="426388" y="206461"/>
                </a:lnTo>
                <a:lnTo>
                  <a:pt x="425939" y="205883"/>
                </a:lnTo>
                <a:lnTo>
                  <a:pt x="425518" y="205298"/>
                </a:lnTo>
                <a:lnTo>
                  <a:pt x="425127" y="204707"/>
                </a:lnTo>
                <a:lnTo>
                  <a:pt x="424765" y="204109"/>
                </a:lnTo>
                <a:lnTo>
                  <a:pt x="424431" y="203504"/>
                </a:lnTo>
                <a:lnTo>
                  <a:pt x="424127" y="202892"/>
                </a:lnTo>
                <a:lnTo>
                  <a:pt x="423852" y="202273"/>
                </a:lnTo>
                <a:lnTo>
                  <a:pt x="423605" y="201647"/>
                </a:lnTo>
                <a:lnTo>
                  <a:pt x="423388" y="201014"/>
                </a:lnTo>
                <a:lnTo>
                  <a:pt x="423199" y="200375"/>
                </a:lnTo>
                <a:lnTo>
                  <a:pt x="423040" y="199728"/>
                </a:lnTo>
                <a:lnTo>
                  <a:pt x="422910" y="199075"/>
                </a:lnTo>
                <a:lnTo>
                  <a:pt x="422808" y="198415"/>
                </a:lnTo>
                <a:lnTo>
                  <a:pt x="422736" y="197748"/>
                </a:lnTo>
                <a:lnTo>
                  <a:pt x="422692" y="197074"/>
                </a:lnTo>
                <a:lnTo>
                  <a:pt x="422678" y="196393"/>
                </a:lnTo>
                <a:lnTo>
                  <a:pt x="422686" y="195780"/>
                </a:lnTo>
                <a:lnTo>
                  <a:pt x="422712" y="195173"/>
                </a:lnTo>
                <a:lnTo>
                  <a:pt x="422754" y="194573"/>
                </a:lnTo>
                <a:lnTo>
                  <a:pt x="422814" y="193978"/>
                </a:lnTo>
                <a:lnTo>
                  <a:pt x="422890" y="193390"/>
                </a:lnTo>
                <a:lnTo>
                  <a:pt x="422984" y="192808"/>
                </a:lnTo>
                <a:lnTo>
                  <a:pt x="423095" y="192232"/>
                </a:lnTo>
                <a:lnTo>
                  <a:pt x="423222" y="191663"/>
                </a:lnTo>
                <a:lnTo>
                  <a:pt x="423367" y="191099"/>
                </a:lnTo>
                <a:lnTo>
                  <a:pt x="423529" y="190542"/>
                </a:lnTo>
                <a:lnTo>
                  <a:pt x="423708" y="189991"/>
                </a:lnTo>
                <a:lnTo>
                  <a:pt x="423903" y="189446"/>
                </a:lnTo>
                <a:lnTo>
                  <a:pt x="424116" y="188908"/>
                </a:lnTo>
                <a:lnTo>
                  <a:pt x="424346" y="188375"/>
                </a:lnTo>
                <a:lnTo>
                  <a:pt x="424593" y="187849"/>
                </a:lnTo>
                <a:lnTo>
                  <a:pt x="424857" y="187328"/>
                </a:lnTo>
                <a:lnTo>
                  <a:pt x="425138" y="186815"/>
                </a:lnTo>
                <a:lnTo>
                  <a:pt x="425436" y="186307"/>
                </a:lnTo>
                <a:lnTo>
                  <a:pt x="425751" y="185805"/>
                </a:lnTo>
                <a:lnTo>
                  <a:pt x="426083" y="185310"/>
                </a:lnTo>
                <a:lnTo>
                  <a:pt x="426432" y="184820"/>
                </a:lnTo>
                <a:lnTo>
                  <a:pt x="426798" y="184337"/>
                </a:lnTo>
                <a:lnTo>
                  <a:pt x="427181" y="183861"/>
                </a:lnTo>
                <a:lnTo>
                  <a:pt x="427581" y="183390"/>
                </a:lnTo>
                <a:lnTo>
                  <a:pt x="427996" y="182928"/>
                </a:lnTo>
                <a:lnTo>
                  <a:pt x="428426" y="182477"/>
                </a:lnTo>
                <a:lnTo>
                  <a:pt x="428871" y="182038"/>
                </a:lnTo>
                <a:lnTo>
                  <a:pt x="429329" y="181611"/>
                </a:lnTo>
                <a:lnTo>
                  <a:pt x="429802" y="181194"/>
                </a:lnTo>
                <a:lnTo>
                  <a:pt x="430289" y="180789"/>
                </a:lnTo>
                <a:lnTo>
                  <a:pt x="430790" y="180396"/>
                </a:lnTo>
                <a:lnTo>
                  <a:pt x="431306" y="180014"/>
                </a:lnTo>
                <a:lnTo>
                  <a:pt x="431836" y="179643"/>
                </a:lnTo>
                <a:lnTo>
                  <a:pt x="432380" y="179284"/>
                </a:lnTo>
                <a:lnTo>
                  <a:pt x="432938" y="178936"/>
                </a:lnTo>
                <a:lnTo>
                  <a:pt x="433511" y="178600"/>
                </a:lnTo>
                <a:lnTo>
                  <a:pt x="434098" y="178275"/>
                </a:lnTo>
                <a:lnTo>
                  <a:pt x="434699" y="177961"/>
                </a:lnTo>
                <a:lnTo>
                  <a:pt x="435314" y="177659"/>
                </a:lnTo>
                <a:lnTo>
                  <a:pt x="435944" y="177368"/>
                </a:lnTo>
                <a:lnTo>
                  <a:pt x="436588" y="177088"/>
                </a:lnTo>
                <a:lnTo>
                  <a:pt x="437246" y="176820"/>
                </a:lnTo>
                <a:lnTo>
                  <a:pt x="437919" y="176564"/>
                </a:lnTo>
                <a:lnTo>
                  <a:pt x="438605" y="176318"/>
                </a:lnTo>
                <a:lnTo>
                  <a:pt x="439306" y="176084"/>
                </a:lnTo>
                <a:lnTo>
                  <a:pt x="440022" y="175862"/>
                </a:lnTo>
                <a:lnTo>
                  <a:pt x="440751" y="175651"/>
                </a:lnTo>
                <a:lnTo>
                  <a:pt x="441495" y="175451"/>
                </a:lnTo>
                <a:lnTo>
                  <a:pt x="461107" y="175451"/>
                </a:lnTo>
                <a:lnTo>
                  <a:pt x="462387" y="175455"/>
                </a:lnTo>
                <a:lnTo>
                  <a:pt x="463642" y="175467"/>
                </a:lnTo>
                <a:lnTo>
                  <a:pt x="464873" y="175488"/>
                </a:lnTo>
                <a:lnTo>
                  <a:pt x="466079" y="175516"/>
                </a:lnTo>
                <a:lnTo>
                  <a:pt x="467260" y="175552"/>
                </a:lnTo>
                <a:lnTo>
                  <a:pt x="468416" y="175597"/>
                </a:lnTo>
                <a:lnTo>
                  <a:pt x="469548" y="175649"/>
                </a:lnTo>
                <a:lnTo>
                  <a:pt x="470656" y="175710"/>
                </a:lnTo>
                <a:lnTo>
                  <a:pt x="471739" y="175779"/>
                </a:lnTo>
                <a:lnTo>
                  <a:pt x="472797" y="175855"/>
                </a:lnTo>
                <a:lnTo>
                  <a:pt x="473830" y="175940"/>
                </a:lnTo>
                <a:lnTo>
                  <a:pt x="474839" y="176033"/>
                </a:lnTo>
                <a:lnTo>
                  <a:pt x="475824" y="176134"/>
                </a:lnTo>
                <a:lnTo>
                  <a:pt x="476783" y="176243"/>
                </a:lnTo>
                <a:lnTo>
                  <a:pt x="477718" y="176360"/>
                </a:lnTo>
                <a:lnTo>
                  <a:pt x="478629" y="176486"/>
                </a:lnTo>
                <a:lnTo>
                  <a:pt x="479515" y="176619"/>
                </a:lnTo>
                <a:lnTo>
                  <a:pt x="480376" y="176760"/>
                </a:lnTo>
                <a:lnTo>
                  <a:pt x="481213" y="176910"/>
                </a:lnTo>
                <a:lnTo>
                  <a:pt x="482025" y="177067"/>
                </a:lnTo>
                <a:lnTo>
                  <a:pt x="482812" y="177233"/>
                </a:lnTo>
                <a:lnTo>
                  <a:pt x="483575" y="177407"/>
                </a:lnTo>
                <a:lnTo>
                  <a:pt x="484313" y="177589"/>
                </a:lnTo>
                <a:lnTo>
                  <a:pt x="485026" y="177779"/>
                </a:lnTo>
                <a:lnTo>
                  <a:pt x="485719" y="177976"/>
                </a:lnTo>
                <a:lnTo>
                  <a:pt x="486392" y="178179"/>
                </a:lnTo>
                <a:lnTo>
                  <a:pt x="487047" y="178389"/>
                </a:lnTo>
                <a:lnTo>
                  <a:pt x="487684" y="178606"/>
                </a:lnTo>
                <a:lnTo>
                  <a:pt x="488303" y="178828"/>
                </a:lnTo>
                <a:lnTo>
                  <a:pt x="488903" y="179058"/>
                </a:lnTo>
                <a:lnTo>
                  <a:pt x="489484" y="179293"/>
                </a:lnTo>
                <a:lnTo>
                  <a:pt x="490047" y="179535"/>
                </a:lnTo>
                <a:lnTo>
                  <a:pt x="490592" y="179784"/>
                </a:lnTo>
                <a:lnTo>
                  <a:pt x="491119" y="180039"/>
                </a:lnTo>
                <a:lnTo>
                  <a:pt x="491627" y="180300"/>
                </a:lnTo>
                <a:lnTo>
                  <a:pt x="492116" y="180568"/>
                </a:lnTo>
                <a:lnTo>
                  <a:pt x="492587" y="180842"/>
                </a:lnTo>
                <a:lnTo>
                  <a:pt x="493040" y="181122"/>
                </a:lnTo>
                <a:lnTo>
                  <a:pt x="493474" y="181409"/>
                </a:lnTo>
                <a:lnTo>
                  <a:pt x="493890" y="181703"/>
                </a:lnTo>
                <a:lnTo>
                  <a:pt x="494288" y="182002"/>
                </a:lnTo>
                <a:lnTo>
                  <a:pt x="494667" y="182308"/>
                </a:lnTo>
                <a:lnTo>
                  <a:pt x="495028" y="182621"/>
                </a:lnTo>
                <a:lnTo>
                  <a:pt x="495370" y="182940"/>
                </a:lnTo>
                <a:lnTo>
                  <a:pt x="495694" y="183265"/>
                </a:lnTo>
                <a:lnTo>
                  <a:pt x="496000" y="183597"/>
                </a:lnTo>
                <a:lnTo>
                  <a:pt x="496287" y="183936"/>
                </a:lnTo>
                <a:lnTo>
                  <a:pt x="496555" y="184280"/>
                </a:lnTo>
                <a:lnTo>
                  <a:pt x="496809" y="184631"/>
                </a:lnTo>
                <a:lnTo>
                  <a:pt x="497053" y="184987"/>
                </a:lnTo>
                <a:lnTo>
                  <a:pt x="497285" y="185348"/>
                </a:lnTo>
                <a:lnTo>
                  <a:pt x="497507" y="185715"/>
                </a:lnTo>
                <a:lnTo>
                  <a:pt x="497718" y="186088"/>
                </a:lnTo>
                <a:lnTo>
                  <a:pt x="497918" y="186466"/>
                </a:lnTo>
                <a:lnTo>
                  <a:pt x="498107" y="186849"/>
                </a:lnTo>
                <a:lnTo>
                  <a:pt x="498285" y="187238"/>
                </a:lnTo>
                <a:lnTo>
                  <a:pt x="498453" y="187632"/>
                </a:lnTo>
                <a:lnTo>
                  <a:pt x="498610" y="188032"/>
                </a:lnTo>
                <a:lnTo>
                  <a:pt x="498756" y="188437"/>
                </a:lnTo>
                <a:lnTo>
                  <a:pt x="498891" y="188848"/>
                </a:lnTo>
                <a:lnTo>
                  <a:pt x="499015" y="189264"/>
                </a:lnTo>
                <a:lnTo>
                  <a:pt x="499129" y="189686"/>
                </a:lnTo>
                <a:lnTo>
                  <a:pt x="499232" y="190113"/>
                </a:lnTo>
                <a:lnTo>
                  <a:pt x="499323" y="190545"/>
                </a:lnTo>
                <a:lnTo>
                  <a:pt x="499405" y="190983"/>
                </a:lnTo>
                <a:lnTo>
                  <a:pt x="499475" y="191427"/>
                </a:lnTo>
                <a:lnTo>
                  <a:pt x="499534" y="191876"/>
                </a:lnTo>
                <a:lnTo>
                  <a:pt x="499583" y="192330"/>
                </a:lnTo>
                <a:lnTo>
                  <a:pt x="499621" y="192790"/>
                </a:lnTo>
                <a:lnTo>
                  <a:pt x="499648" y="193255"/>
                </a:lnTo>
                <a:lnTo>
                  <a:pt x="499664" y="193726"/>
                </a:lnTo>
                <a:lnTo>
                  <a:pt x="499669" y="194202"/>
                </a:lnTo>
                <a:lnTo>
                  <a:pt x="499654" y="195007"/>
                </a:lnTo>
                <a:lnTo>
                  <a:pt x="499606" y="195800"/>
                </a:lnTo>
                <a:lnTo>
                  <a:pt x="499526" y="196583"/>
                </a:lnTo>
                <a:lnTo>
                  <a:pt x="499414" y="197355"/>
                </a:lnTo>
                <a:lnTo>
                  <a:pt x="499270" y="198115"/>
                </a:lnTo>
                <a:lnTo>
                  <a:pt x="499094" y="198865"/>
                </a:lnTo>
                <a:lnTo>
                  <a:pt x="498886" y="199604"/>
                </a:lnTo>
                <a:lnTo>
                  <a:pt x="498646" y="200332"/>
                </a:lnTo>
                <a:lnTo>
                  <a:pt x="498374" y="201049"/>
                </a:lnTo>
                <a:lnTo>
                  <a:pt x="498071" y="201755"/>
                </a:lnTo>
                <a:lnTo>
                  <a:pt x="497735" y="202450"/>
                </a:lnTo>
                <a:lnTo>
                  <a:pt x="497367" y="203134"/>
                </a:lnTo>
                <a:lnTo>
                  <a:pt x="496967" y="203807"/>
                </a:lnTo>
                <a:lnTo>
                  <a:pt x="496536" y="204469"/>
                </a:lnTo>
                <a:lnTo>
                  <a:pt x="496072" y="205120"/>
                </a:lnTo>
                <a:lnTo>
                  <a:pt x="495576" y="205761"/>
                </a:lnTo>
                <a:lnTo>
                  <a:pt x="495049" y="206390"/>
                </a:lnTo>
                <a:lnTo>
                  <a:pt x="494489" y="207008"/>
                </a:lnTo>
                <a:lnTo>
                  <a:pt x="493897" y="207616"/>
                </a:lnTo>
                <a:lnTo>
                  <a:pt x="493274" y="208213"/>
                </a:lnTo>
                <a:lnTo>
                  <a:pt x="492618" y="208798"/>
                </a:lnTo>
                <a:lnTo>
                  <a:pt x="491931" y="209373"/>
                </a:lnTo>
                <a:lnTo>
                  <a:pt x="491211" y="209937"/>
                </a:lnTo>
                <a:lnTo>
                  <a:pt x="490460" y="210489"/>
                </a:lnTo>
                <a:lnTo>
                  <a:pt x="489669" y="211026"/>
                </a:lnTo>
                <a:lnTo>
                  <a:pt x="488832" y="211539"/>
                </a:lnTo>
                <a:lnTo>
                  <a:pt x="487949" y="212030"/>
                </a:lnTo>
                <a:lnTo>
                  <a:pt x="487020" y="212497"/>
                </a:lnTo>
                <a:lnTo>
                  <a:pt x="486044" y="212942"/>
                </a:lnTo>
                <a:lnTo>
                  <a:pt x="485022" y="213365"/>
                </a:lnTo>
                <a:lnTo>
                  <a:pt x="483954" y="213764"/>
                </a:lnTo>
                <a:lnTo>
                  <a:pt x="482840" y="214140"/>
                </a:lnTo>
                <a:lnTo>
                  <a:pt x="481679" y="214494"/>
                </a:lnTo>
                <a:lnTo>
                  <a:pt x="480473" y="214825"/>
                </a:lnTo>
                <a:lnTo>
                  <a:pt x="479220" y="215133"/>
                </a:lnTo>
                <a:lnTo>
                  <a:pt x="477920" y="215418"/>
                </a:lnTo>
                <a:lnTo>
                  <a:pt x="476575" y="215681"/>
                </a:lnTo>
                <a:lnTo>
                  <a:pt x="475183" y="215920"/>
                </a:lnTo>
                <a:lnTo>
                  <a:pt x="473745" y="216137"/>
                </a:lnTo>
                <a:lnTo>
                  <a:pt x="472261" y="216331"/>
                </a:lnTo>
                <a:lnTo>
                  <a:pt x="470730" y="216502"/>
                </a:lnTo>
                <a:lnTo>
                  <a:pt x="469154" y="216651"/>
                </a:lnTo>
                <a:lnTo>
                  <a:pt x="467531" y="216776"/>
                </a:lnTo>
                <a:lnTo>
                  <a:pt x="465861" y="216879"/>
                </a:lnTo>
                <a:lnTo>
                  <a:pt x="464146" y="216959"/>
                </a:lnTo>
                <a:lnTo>
                  <a:pt x="462384" y="217016"/>
                </a:lnTo>
                <a:lnTo>
                  <a:pt x="460576" y="217050"/>
                </a:lnTo>
                <a:lnTo>
                  <a:pt x="458722" y="217061"/>
                </a:lnTo>
                <a:lnTo>
                  <a:pt x="457129" y="217051"/>
                </a:lnTo>
                <a:lnTo>
                  <a:pt x="455574" y="217018"/>
                </a:lnTo>
                <a:lnTo>
                  <a:pt x="454057" y="216964"/>
                </a:lnTo>
                <a:lnTo>
                  <a:pt x="452578" y="216888"/>
                </a:lnTo>
                <a:close/>
                <a:moveTo>
                  <a:pt x="0" y="183137"/>
                </a:moveTo>
                <a:lnTo>
                  <a:pt x="23853" y="183137"/>
                </a:lnTo>
                <a:lnTo>
                  <a:pt x="23853" y="4771"/>
                </a:lnTo>
                <a:lnTo>
                  <a:pt x="0" y="4771"/>
                </a:lnTo>
                <a:lnTo>
                  <a:pt x="0" y="183137"/>
                </a:lnTo>
                <a:close/>
                <a:moveTo>
                  <a:pt x="564479" y="86133"/>
                </a:moveTo>
                <a:lnTo>
                  <a:pt x="565023" y="85472"/>
                </a:lnTo>
                <a:lnTo>
                  <a:pt x="565580" y="84816"/>
                </a:lnTo>
                <a:lnTo>
                  <a:pt x="566150" y="84163"/>
                </a:lnTo>
                <a:lnTo>
                  <a:pt x="566734" y="83516"/>
                </a:lnTo>
                <a:lnTo>
                  <a:pt x="567331" y="82873"/>
                </a:lnTo>
                <a:lnTo>
                  <a:pt x="567941" y="82235"/>
                </a:lnTo>
                <a:lnTo>
                  <a:pt x="568565" y="81601"/>
                </a:lnTo>
                <a:lnTo>
                  <a:pt x="569202" y="80972"/>
                </a:lnTo>
                <a:lnTo>
                  <a:pt x="569852" y="80347"/>
                </a:lnTo>
                <a:lnTo>
                  <a:pt x="570516" y="79727"/>
                </a:lnTo>
                <a:lnTo>
                  <a:pt x="571193" y="79112"/>
                </a:lnTo>
                <a:lnTo>
                  <a:pt x="571883" y="78501"/>
                </a:lnTo>
                <a:lnTo>
                  <a:pt x="572587" y="77894"/>
                </a:lnTo>
                <a:lnTo>
                  <a:pt x="573304" y="77292"/>
                </a:lnTo>
                <a:lnTo>
                  <a:pt x="574035" y="76695"/>
                </a:lnTo>
                <a:lnTo>
                  <a:pt x="574779" y="76102"/>
                </a:lnTo>
                <a:lnTo>
                  <a:pt x="575536" y="75514"/>
                </a:lnTo>
                <a:lnTo>
                  <a:pt x="576306" y="74930"/>
                </a:lnTo>
                <a:lnTo>
                  <a:pt x="577090" y="74351"/>
                </a:lnTo>
                <a:lnTo>
                  <a:pt x="577887" y="73777"/>
                </a:lnTo>
                <a:lnTo>
                  <a:pt x="578698" y="73207"/>
                </a:lnTo>
                <a:lnTo>
                  <a:pt x="579523" y="72651"/>
                </a:lnTo>
                <a:lnTo>
                  <a:pt x="580364" y="72118"/>
                </a:lnTo>
                <a:lnTo>
                  <a:pt x="581222" y="71609"/>
                </a:lnTo>
                <a:lnTo>
                  <a:pt x="582095" y="71124"/>
                </a:lnTo>
                <a:lnTo>
                  <a:pt x="582985" y="70663"/>
                </a:lnTo>
                <a:lnTo>
                  <a:pt x="583891" y="70225"/>
                </a:lnTo>
                <a:lnTo>
                  <a:pt x="584813" y="69811"/>
                </a:lnTo>
                <a:lnTo>
                  <a:pt x="585750" y="69420"/>
                </a:lnTo>
                <a:lnTo>
                  <a:pt x="586705" y="69053"/>
                </a:lnTo>
                <a:lnTo>
                  <a:pt x="587675" y="68710"/>
                </a:lnTo>
                <a:lnTo>
                  <a:pt x="588661" y="68390"/>
                </a:lnTo>
                <a:lnTo>
                  <a:pt x="589663" y="68095"/>
                </a:lnTo>
                <a:lnTo>
                  <a:pt x="590682" y="67822"/>
                </a:lnTo>
                <a:lnTo>
                  <a:pt x="591716" y="67574"/>
                </a:lnTo>
                <a:lnTo>
                  <a:pt x="592767" y="67349"/>
                </a:lnTo>
                <a:lnTo>
                  <a:pt x="593834" y="67148"/>
                </a:lnTo>
                <a:lnTo>
                  <a:pt x="594917" y="66970"/>
                </a:lnTo>
                <a:lnTo>
                  <a:pt x="596016" y="66817"/>
                </a:lnTo>
                <a:lnTo>
                  <a:pt x="597131" y="66686"/>
                </a:lnTo>
                <a:lnTo>
                  <a:pt x="598262" y="66580"/>
                </a:lnTo>
                <a:lnTo>
                  <a:pt x="599410" y="66497"/>
                </a:lnTo>
                <a:lnTo>
                  <a:pt x="600573" y="66438"/>
                </a:lnTo>
                <a:lnTo>
                  <a:pt x="601753" y="66402"/>
                </a:lnTo>
                <a:lnTo>
                  <a:pt x="602948" y="66391"/>
                </a:lnTo>
                <a:lnTo>
                  <a:pt x="603746" y="66398"/>
                </a:lnTo>
                <a:lnTo>
                  <a:pt x="604529" y="66421"/>
                </a:lnTo>
                <a:lnTo>
                  <a:pt x="605296" y="66458"/>
                </a:lnTo>
                <a:lnTo>
                  <a:pt x="606048" y="66511"/>
                </a:lnTo>
                <a:lnTo>
                  <a:pt x="606783" y="66579"/>
                </a:lnTo>
                <a:lnTo>
                  <a:pt x="607503" y="66662"/>
                </a:lnTo>
                <a:lnTo>
                  <a:pt x="608208" y="66759"/>
                </a:lnTo>
                <a:lnTo>
                  <a:pt x="608897" y="66872"/>
                </a:lnTo>
                <a:lnTo>
                  <a:pt x="609570" y="67000"/>
                </a:lnTo>
                <a:lnTo>
                  <a:pt x="610227" y="67143"/>
                </a:lnTo>
                <a:lnTo>
                  <a:pt x="610869" y="67301"/>
                </a:lnTo>
                <a:lnTo>
                  <a:pt x="611495" y="67474"/>
                </a:lnTo>
                <a:lnTo>
                  <a:pt x="612106" y="67663"/>
                </a:lnTo>
                <a:lnTo>
                  <a:pt x="612701" y="67866"/>
                </a:lnTo>
                <a:lnTo>
                  <a:pt x="613280" y="68084"/>
                </a:lnTo>
                <a:lnTo>
                  <a:pt x="613844" y="68318"/>
                </a:lnTo>
                <a:lnTo>
                  <a:pt x="614392" y="68566"/>
                </a:lnTo>
                <a:lnTo>
                  <a:pt x="614924" y="68829"/>
                </a:lnTo>
                <a:lnTo>
                  <a:pt x="615441" y="69108"/>
                </a:lnTo>
                <a:lnTo>
                  <a:pt x="615942" y="69401"/>
                </a:lnTo>
                <a:lnTo>
                  <a:pt x="616428" y="69710"/>
                </a:lnTo>
                <a:lnTo>
                  <a:pt x="616897" y="70034"/>
                </a:lnTo>
                <a:lnTo>
                  <a:pt x="617351" y="70373"/>
                </a:lnTo>
                <a:lnTo>
                  <a:pt x="617790" y="70726"/>
                </a:lnTo>
                <a:lnTo>
                  <a:pt x="618215" y="71093"/>
                </a:lnTo>
                <a:lnTo>
                  <a:pt x="618629" y="71471"/>
                </a:lnTo>
                <a:lnTo>
                  <a:pt x="619031" y="71861"/>
                </a:lnTo>
                <a:lnTo>
                  <a:pt x="619422" y="72262"/>
                </a:lnTo>
                <a:lnTo>
                  <a:pt x="619802" y="72673"/>
                </a:lnTo>
                <a:lnTo>
                  <a:pt x="620171" y="73097"/>
                </a:lnTo>
                <a:lnTo>
                  <a:pt x="620528" y="73531"/>
                </a:lnTo>
                <a:lnTo>
                  <a:pt x="620875" y="73977"/>
                </a:lnTo>
                <a:lnTo>
                  <a:pt x="621209" y="74434"/>
                </a:lnTo>
                <a:lnTo>
                  <a:pt x="621533" y="74902"/>
                </a:lnTo>
                <a:lnTo>
                  <a:pt x="621845" y="75381"/>
                </a:lnTo>
                <a:lnTo>
                  <a:pt x="622146" y="75872"/>
                </a:lnTo>
                <a:lnTo>
                  <a:pt x="622436" y="76374"/>
                </a:lnTo>
                <a:lnTo>
                  <a:pt x="622715" y="76887"/>
                </a:lnTo>
                <a:lnTo>
                  <a:pt x="622982" y="77411"/>
                </a:lnTo>
                <a:lnTo>
                  <a:pt x="623238" y="77947"/>
                </a:lnTo>
                <a:lnTo>
                  <a:pt x="623482" y="78493"/>
                </a:lnTo>
                <a:lnTo>
                  <a:pt x="623716" y="79052"/>
                </a:lnTo>
                <a:lnTo>
                  <a:pt x="623938" y="79621"/>
                </a:lnTo>
                <a:lnTo>
                  <a:pt x="624149" y="80201"/>
                </a:lnTo>
                <a:lnTo>
                  <a:pt x="624348" y="80793"/>
                </a:lnTo>
                <a:lnTo>
                  <a:pt x="624537" y="81396"/>
                </a:lnTo>
                <a:lnTo>
                  <a:pt x="624714" y="82011"/>
                </a:lnTo>
                <a:lnTo>
                  <a:pt x="624880" y="82636"/>
                </a:lnTo>
                <a:lnTo>
                  <a:pt x="625036" y="83271"/>
                </a:lnTo>
                <a:lnTo>
                  <a:pt x="625186" y="83912"/>
                </a:lnTo>
                <a:lnTo>
                  <a:pt x="625330" y="84561"/>
                </a:lnTo>
                <a:lnTo>
                  <a:pt x="625467" y="85217"/>
                </a:lnTo>
                <a:lnTo>
                  <a:pt x="625597" y="85880"/>
                </a:lnTo>
                <a:lnTo>
                  <a:pt x="625720" y="86551"/>
                </a:lnTo>
                <a:lnTo>
                  <a:pt x="625837" y="87228"/>
                </a:lnTo>
                <a:lnTo>
                  <a:pt x="625947" y="87913"/>
                </a:lnTo>
                <a:lnTo>
                  <a:pt x="626050" y="88605"/>
                </a:lnTo>
                <a:lnTo>
                  <a:pt x="626147" y="89304"/>
                </a:lnTo>
                <a:lnTo>
                  <a:pt x="626237" y="90010"/>
                </a:lnTo>
                <a:lnTo>
                  <a:pt x="626321" y="90724"/>
                </a:lnTo>
                <a:lnTo>
                  <a:pt x="626397" y="91445"/>
                </a:lnTo>
                <a:lnTo>
                  <a:pt x="626467" y="92172"/>
                </a:lnTo>
                <a:lnTo>
                  <a:pt x="626531" y="92907"/>
                </a:lnTo>
                <a:lnTo>
                  <a:pt x="626588" y="93650"/>
                </a:lnTo>
                <a:lnTo>
                  <a:pt x="626638" y="94399"/>
                </a:lnTo>
                <a:lnTo>
                  <a:pt x="626681" y="95156"/>
                </a:lnTo>
                <a:lnTo>
                  <a:pt x="626718" y="95920"/>
                </a:lnTo>
                <a:lnTo>
                  <a:pt x="626748" y="96691"/>
                </a:lnTo>
                <a:lnTo>
                  <a:pt x="626771" y="97469"/>
                </a:lnTo>
                <a:lnTo>
                  <a:pt x="626788" y="98254"/>
                </a:lnTo>
                <a:lnTo>
                  <a:pt x="626798" y="99047"/>
                </a:lnTo>
                <a:lnTo>
                  <a:pt x="626801" y="99847"/>
                </a:lnTo>
                <a:lnTo>
                  <a:pt x="626801" y="183137"/>
                </a:lnTo>
                <a:lnTo>
                  <a:pt x="648931" y="183137"/>
                </a:lnTo>
                <a:lnTo>
                  <a:pt x="648931" y="97138"/>
                </a:lnTo>
                <a:lnTo>
                  <a:pt x="648915" y="95194"/>
                </a:lnTo>
                <a:lnTo>
                  <a:pt x="648865" y="93287"/>
                </a:lnTo>
                <a:lnTo>
                  <a:pt x="648783" y="91417"/>
                </a:lnTo>
                <a:lnTo>
                  <a:pt x="648668" y="89584"/>
                </a:lnTo>
                <a:lnTo>
                  <a:pt x="648520" y="87788"/>
                </a:lnTo>
                <a:lnTo>
                  <a:pt x="648339" y="86029"/>
                </a:lnTo>
                <a:lnTo>
                  <a:pt x="648125" y="84307"/>
                </a:lnTo>
                <a:lnTo>
                  <a:pt x="647878" y="82622"/>
                </a:lnTo>
                <a:lnTo>
                  <a:pt x="647599" y="80975"/>
                </a:lnTo>
                <a:lnTo>
                  <a:pt x="647286" y="79364"/>
                </a:lnTo>
                <a:lnTo>
                  <a:pt x="646941" y="77791"/>
                </a:lnTo>
                <a:lnTo>
                  <a:pt x="646562" y="76255"/>
                </a:lnTo>
                <a:lnTo>
                  <a:pt x="646151" y="74756"/>
                </a:lnTo>
                <a:lnTo>
                  <a:pt x="645707" y="73293"/>
                </a:lnTo>
                <a:lnTo>
                  <a:pt x="645230" y="71868"/>
                </a:lnTo>
                <a:lnTo>
                  <a:pt x="644720" y="70481"/>
                </a:lnTo>
                <a:lnTo>
                  <a:pt x="644177" y="69130"/>
                </a:lnTo>
                <a:lnTo>
                  <a:pt x="643602" y="67816"/>
                </a:lnTo>
                <a:lnTo>
                  <a:pt x="642993" y="66540"/>
                </a:lnTo>
                <a:lnTo>
                  <a:pt x="642351" y="65300"/>
                </a:lnTo>
                <a:lnTo>
                  <a:pt x="641677" y="64098"/>
                </a:lnTo>
                <a:lnTo>
                  <a:pt x="640970" y="62932"/>
                </a:lnTo>
                <a:lnTo>
                  <a:pt x="640229" y="61804"/>
                </a:lnTo>
                <a:lnTo>
                  <a:pt x="639456" y="60713"/>
                </a:lnTo>
                <a:lnTo>
                  <a:pt x="638645" y="59663"/>
                </a:lnTo>
                <a:lnTo>
                  <a:pt x="637792" y="58657"/>
                </a:lnTo>
                <a:lnTo>
                  <a:pt x="636896" y="57696"/>
                </a:lnTo>
                <a:lnTo>
                  <a:pt x="635958" y="56779"/>
                </a:lnTo>
                <a:lnTo>
                  <a:pt x="634976" y="55907"/>
                </a:lnTo>
                <a:lnTo>
                  <a:pt x="633953" y="55080"/>
                </a:lnTo>
                <a:lnTo>
                  <a:pt x="632887" y="54298"/>
                </a:lnTo>
                <a:lnTo>
                  <a:pt x="631778" y="53560"/>
                </a:lnTo>
                <a:lnTo>
                  <a:pt x="630626" y="52868"/>
                </a:lnTo>
                <a:lnTo>
                  <a:pt x="629432" y="52219"/>
                </a:lnTo>
                <a:lnTo>
                  <a:pt x="628196" y="51616"/>
                </a:lnTo>
                <a:lnTo>
                  <a:pt x="626917" y="51057"/>
                </a:lnTo>
                <a:lnTo>
                  <a:pt x="625595" y="50543"/>
                </a:lnTo>
                <a:lnTo>
                  <a:pt x="624231" y="50074"/>
                </a:lnTo>
                <a:lnTo>
                  <a:pt x="622825" y="49649"/>
                </a:lnTo>
                <a:lnTo>
                  <a:pt x="621375" y="49269"/>
                </a:lnTo>
                <a:lnTo>
                  <a:pt x="619883" y="48934"/>
                </a:lnTo>
                <a:lnTo>
                  <a:pt x="618349" y="48643"/>
                </a:lnTo>
                <a:lnTo>
                  <a:pt x="616772" y="48397"/>
                </a:lnTo>
                <a:lnTo>
                  <a:pt x="615153" y="48196"/>
                </a:lnTo>
                <a:lnTo>
                  <a:pt x="613490" y="48039"/>
                </a:lnTo>
                <a:lnTo>
                  <a:pt x="611786" y="47928"/>
                </a:lnTo>
                <a:lnTo>
                  <a:pt x="610039" y="47861"/>
                </a:lnTo>
                <a:lnTo>
                  <a:pt x="608249" y="47838"/>
                </a:lnTo>
                <a:lnTo>
                  <a:pt x="606824" y="47850"/>
                </a:lnTo>
                <a:lnTo>
                  <a:pt x="605420" y="47887"/>
                </a:lnTo>
                <a:lnTo>
                  <a:pt x="604037" y="47947"/>
                </a:lnTo>
                <a:lnTo>
                  <a:pt x="602676" y="48032"/>
                </a:lnTo>
                <a:lnTo>
                  <a:pt x="601335" y="48140"/>
                </a:lnTo>
                <a:lnTo>
                  <a:pt x="600016" y="48273"/>
                </a:lnTo>
                <a:lnTo>
                  <a:pt x="598718" y="48430"/>
                </a:lnTo>
                <a:lnTo>
                  <a:pt x="597441" y="48611"/>
                </a:lnTo>
                <a:lnTo>
                  <a:pt x="596186" y="48817"/>
                </a:lnTo>
                <a:lnTo>
                  <a:pt x="594951" y="49046"/>
                </a:lnTo>
                <a:lnTo>
                  <a:pt x="593738" y="49300"/>
                </a:lnTo>
                <a:lnTo>
                  <a:pt x="592546" y="49578"/>
                </a:lnTo>
                <a:lnTo>
                  <a:pt x="591375" y="49880"/>
                </a:lnTo>
                <a:lnTo>
                  <a:pt x="590225" y="50206"/>
                </a:lnTo>
                <a:lnTo>
                  <a:pt x="589096" y="50556"/>
                </a:lnTo>
                <a:lnTo>
                  <a:pt x="587989" y="50930"/>
                </a:lnTo>
                <a:lnTo>
                  <a:pt x="586902" y="51329"/>
                </a:lnTo>
                <a:lnTo>
                  <a:pt x="585837" y="51752"/>
                </a:lnTo>
                <a:lnTo>
                  <a:pt x="584793" y="52199"/>
                </a:lnTo>
                <a:lnTo>
                  <a:pt x="583770" y="52670"/>
                </a:lnTo>
                <a:lnTo>
                  <a:pt x="582768" y="53165"/>
                </a:lnTo>
                <a:lnTo>
                  <a:pt x="581788" y="53684"/>
                </a:lnTo>
                <a:lnTo>
                  <a:pt x="580829" y="54228"/>
                </a:lnTo>
                <a:lnTo>
                  <a:pt x="579890" y="54795"/>
                </a:lnTo>
                <a:lnTo>
                  <a:pt x="578972" y="55377"/>
                </a:lnTo>
                <a:lnTo>
                  <a:pt x="578071" y="55961"/>
                </a:lnTo>
                <a:lnTo>
                  <a:pt x="577188" y="56548"/>
                </a:lnTo>
                <a:lnTo>
                  <a:pt x="576323" y="57138"/>
                </a:lnTo>
                <a:lnTo>
                  <a:pt x="575477" y="57732"/>
                </a:lnTo>
                <a:lnTo>
                  <a:pt x="574648" y="58328"/>
                </a:lnTo>
                <a:lnTo>
                  <a:pt x="573837" y="58927"/>
                </a:lnTo>
                <a:lnTo>
                  <a:pt x="573044" y="59529"/>
                </a:lnTo>
                <a:lnTo>
                  <a:pt x="572269" y="60134"/>
                </a:lnTo>
                <a:lnTo>
                  <a:pt x="571511" y="60743"/>
                </a:lnTo>
                <a:lnTo>
                  <a:pt x="570772" y="61354"/>
                </a:lnTo>
                <a:lnTo>
                  <a:pt x="570051" y="61968"/>
                </a:lnTo>
                <a:lnTo>
                  <a:pt x="569348" y="62585"/>
                </a:lnTo>
                <a:lnTo>
                  <a:pt x="568662" y="63205"/>
                </a:lnTo>
                <a:lnTo>
                  <a:pt x="567995" y="63828"/>
                </a:lnTo>
                <a:lnTo>
                  <a:pt x="567345" y="64454"/>
                </a:lnTo>
                <a:lnTo>
                  <a:pt x="566714" y="65083"/>
                </a:lnTo>
                <a:lnTo>
                  <a:pt x="566100" y="65716"/>
                </a:lnTo>
                <a:lnTo>
                  <a:pt x="565505" y="66351"/>
                </a:lnTo>
                <a:lnTo>
                  <a:pt x="564927" y="66989"/>
                </a:lnTo>
                <a:lnTo>
                  <a:pt x="564367" y="67630"/>
                </a:lnTo>
                <a:lnTo>
                  <a:pt x="563826" y="68274"/>
                </a:lnTo>
                <a:lnTo>
                  <a:pt x="563302" y="68921"/>
                </a:lnTo>
                <a:lnTo>
                  <a:pt x="562796" y="69571"/>
                </a:lnTo>
                <a:lnTo>
                  <a:pt x="562796" y="4771"/>
                </a:lnTo>
                <a:lnTo>
                  <a:pt x="540798" y="4771"/>
                </a:lnTo>
                <a:lnTo>
                  <a:pt x="540798" y="183137"/>
                </a:lnTo>
                <a:lnTo>
                  <a:pt x="562928" y="183137"/>
                </a:lnTo>
                <a:lnTo>
                  <a:pt x="562928" y="88144"/>
                </a:lnTo>
                <a:lnTo>
                  <a:pt x="563432" y="87469"/>
                </a:lnTo>
                <a:lnTo>
                  <a:pt x="563949" y="86799"/>
                </a:lnTo>
                <a:lnTo>
                  <a:pt x="564479" y="86133"/>
                </a:lnTo>
                <a:close/>
                <a:moveTo>
                  <a:pt x="735521" y="165236"/>
                </a:moveTo>
                <a:lnTo>
                  <a:pt x="734584" y="165201"/>
                </a:lnTo>
                <a:lnTo>
                  <a:pt x="733676" y="165143"/>
                </a:lnTo>
                <a:lnTo>
                  <a:pt x="732799" y="165061"/>
                </a:lnTo>
                <a:lnTo>
                  <a:pt x="731952" y="164957"/>
                </a:lnTo>
                <a:lnTo>
                  <a:pt x="731135" y="164829"/>
                </a:lnTo>
                <a:lnTo>
                  <a:pt x="730348" y="164678"/>
                </a:lnTo>
                <a:lnTo>
                  <a:pt x="729591" y="164503"/>
                </a:lnTo>
                <a:lnTo>
                  <a:pt x="728864" y="164305"/>
                </a:lnTo>
                <a:lnTo>
                  <a:pt x="728168" y="164084"/>
                </a:lnTo>
                <a:lnTo>
                  <a:pt x="727502" y="163840"/>
                </a:lnTo>
                <a:lnTo>
                  <a:pt x="726865" y="163572"/>
                </a:lnTo>
                <a:lnTo>
                  <a:pt x="726259" y="163282"/>
                </a:lnTo>
                <a:lnTo>
                  <a:pt x="725683" y="162968"/>
                </a:lnTo>
                <a:lnTo>
                  <a:pt x="725137" y="162630"/>
                </a:lnTo>
                <a:lnTo>
                  <a:pt x="724622" y="162270"/>
                </a:lnTo>
                <a:lnTo>
                  <a:pt x="724136" y="161886"/>
                </a:lnTo>
                <a:lnTo>
                  <a:pt x="723681" y="161479"/>
                </a:lnTo>
                <a:lnTo>
                  <a:pt x="723255" y="161048"/>
                </a:lnTo>
                <a:lnTo>
                  <a:pt x="722860" y="160595"/>
                </a:lnTo>
                <a:lnTo>
                  <a:pt x="722495" y="160118"/>
                </a:lnTo>
                <a:lnTo>
                  <a:pt x="722160" y="159617"/>
                </a:lnTo>
                <a:lnTo>
                  <a:pt x="721856" y="159094"/>
                </a:lnTo>
                <a:lnTo>
                  <a:pt x="721581" y="158547"/>
                </a:lnTo>
                <a:lnTo>
                  <a:pt x="721327" y="157979"/>
                </a:lnTo>
                <a:lnTo>
                  <a:pt x="721084" y="157390"/>
                </a:lnTo>
                <a:lnTo>
                  <a:pt x="720851" y="156780"/>
                </a:lnTo>
                <a:lnTo>
                  <a:pt x="720630" y="156151"/>
                </a:lnTo>
                <a:lnTo>
                  <a:pt x="720419" y="155501"/>
                </a:lnTo>
                <a:lnTo>
                  <a:pt x="720219" y="154830"/>
                </a:lnTo>
                <a:lnTo>
                  <a:pt x="720030" y="154139"/>
                </a:lnTo>
                <a:lnTo>
                  <a:pt x="719851" y="153428"/>
                </a:lnTo>
                <a:lnTo>
                  <a:pt x="719684" y="152696"/>
                </a:lnTo>
                <a:lnTo>
                  <a:pt x="719527" y="151944"/>
                </a:lnTo>
                <a:lnTo>
                  <a:pt x="719381" y="151172"/>
                </a:lnTo>
                <a:lnTo>
                  <a:pt x="719246" y="150379"/>
                </a:lnTo>
                <a:lnTo>
                  <a:pt x="719121" y="149566"/>
                </a:lnTo>
                <a:lnTo>
                  <a:pt x="719008" y="148732"/>
                </a:lnTo>
                <a:lnTo>
                  <a:pt x="718905" y="147878"/>
                </a:lnTo>
                <a:lnTo>
                  <a:pt x="718813" y="147004"/>
                </a:lnTo>
                <a:lnTo>
                  <a:pt x="718732" y="146109"/>
                </a:lnTo>
                <a:lnTo>
                  <a:pt x="718662" y="145194"/>
                </a:lnTo>
                <a:lnTo>
                  <a:pt x="718602" y="144258"/>
                </a:lnTo>
                <a:lnTo>
                  <a:pt x="718554" y="143302"/>
                </a:lnTo>
                <a:lnTo>
                  <a:pt x="718516" y="142326"/>
                </a:lnTo>
                <a:lnTo>
                  <a:pt x="718489" y="141329"/>
                </a:lnTo>
                <a:lnTo>
                  <a:pt x="718472" y="140312"/>
                </a:lnTo>
                <a:lnTo>
                  <a:pt x="718467" y="139274"/>
                </a:lnTo>
                <a:lnTo>
                  <a:pt x="718467" y="67981"/>
                </a:lnTo>
                <a:lnTo>
                  <a:pt x="750271" y="67981"/>
                </a:lnTo>
                <a:lnTo>
                  <a:pt x="750271" y="50091"/>
                </a:lnTo>
                <a:lnTo>
                  <a:pt x="718467" y="50091"/>
                </a:lnTo>
                <a:lnTo>
                  <a:pt x="718467" y="20540"/>
                </a:lnTo>
                <a:lnTo>
                  <a:pt x="696469" y="20540"/>
                </a:lnTo>
                <a:lnTo>
                  <a:pt x="696469" y="50091"/>
                </a:lnTo>
                <a:lnTo>
                  <a:pt x="674869" y="50091"/>
                </a:lnTo>
                <a:lnTo>
                  <a:pt x="674869" y="67981"/>
                </a:lnTo>
                <a:lnTo>
                  <a:pt x="696469" y="67981"/>
                </a:lnTo>
                <a:lnTo>
                  <a:pt x="696469" y="139904"/>
                </a:lnTo>
                <a:lnTo>
                  <a:pt x="696475" y="141029"/>
                </a:lnTo>
                <a:lnTo>
                  <a:pt x="696491" y="142141"/>
                </a:lnTo>
                <a:lnTo>
                  <a:pt x="696518" y="143240"/>
                </a:lnTo>
                <a:lnTo>
                  <a:pt x="696556" y="144324"/>
                </a:lnTo>
                <a:lnTo>
                  <a:pt x="696605" y="145395"/>
                </a:lnTo>
                <a:lnTo>
                  <a:pt x="696664" y="146453"/>
                </a:lnTo>
                <a:lnTo>
                  <a:pt x="696734" y="147497"/>
                </a:lnTo>
                <a:lnTo>
                  <a:pt x="696815" y="148528"/>
                </a:lnTo>
                <a:lnTo>
                  <a:pt x="696907" y="149544"/>
                </a:lnTo>
                <a:lnTo>
                  <a:pt x="697010" y="150548"/>
                </a:lnTo>
                <a:lnTo>
                  <a:pt x="697124" y="151537"/>
                </a:lnTo>
                <a:lnTo>
                  <a:pt x="697248" y="152514"/>
                </a:lnTo>
                <a:lnTo>
                  <a:pt x="697383" y="153476"/>
                </a:lnTo>
                <a:lnTo>
                  <a:pt x="697529" y="154425"/>
                </a:lnTo>
                <a:lnTo>
                  <a:pt x="697686" y="155361"/>
                </a:lnTo>
                <a:lnTo>
                  <a:pt x="697853" y="156282"/>
                </a:lnTo>
                <a:lnTo>
                  <a:pt x="698032" y="157191"/>
                </a:lnTo>
                <a:lnTo>
                  <a:pt x="698221" y="158085"/>
                </a:lnTo>
                <a:lnTo>
                  <a:pt x="698421" y="158967"/>
                </a:lnTo>
                <a:lnTo>
                  <a:pt x="698632" y="159834"/>
                </a:lnTo>
                <a:lnTo>
                  <a:pt x="698854" y="160688"/>
                </a:lnTo>
                <a:lnTo>
                  <a:pt x="699086" y="161529"/>
                </a:lnTo>
                <a:lnTo>
                  <a:pt x="699329" y="162355"/>
                </a:lnTo>
                <a:lnTo>
                  <a:pt x="699584" y="163169"/>
                </a:lnTo>
                <a:lnTo>
                  <a:pt x="699852" y="163967"/>
                </a:lnTo>
                <a:lnTo>
                  <a:pt x="700139" y="164750"/>
                </a:lnTo>
                <a:lnTo>
                  <a:pt x="700444" y="165516"/>
                </a:lnTo>
                <a:lnTo>
                  <a:pt x="700767" y="166268"/>
                </a:lnTo>
                <a:lnTo>
                  <a:pt x="701108" y="167003"/>
                </a:lnTo>
                <a:lnTo>
                  <a:pt x="701468" y="167723"/>
                </a:lnTo>
                <a:lnTo>
                  <a:pt x="701845" y="168427"/>
                </a:lnTo>
                <a:lnTo>
                  <a:pt x="702241" y="169115"/>
                </a:lnTo>
                <a:lnTo>
                  <a:pt x="702655" y="169787"/>
                </a:lnTo>
                <a:lnTo>
                  <a:pt x="703087" y="170444"/>
                </a:lnTo>
                <a:lnTo>
                  <a:pt x="703538" y="171085"/>
                </a:lnTo>
                <a:lnTo>
                  <a:pt x="704006" y="171711"/>
                </a:lnTo>
                <a:lnTo>
                  <a:pt x="704493" y="172320"/>
                </a:lnTo>
                <a:lnTo>
                  <a:pt x="704998" y="172914"/>
                </a:lnTo>
                <a:lnTo>
                  <a:pt x="705521" y="173493"/>
                </a:lnTo>
                <a:lnTo>
                  <a:pt x="706062" y="174055"/>
                </a:lnTo>
                <a:lnTo>
                  <a:pt x="706621" y="174602"/>
                </a:lnTo>
                <a:lnTo>
                  <a:pt x="707199" y="175133"/>
                </a:lnTo>
                <a:lnTo>
                  <a:pt x="707795" y="175649"/>
                </a:lnTo>
                <a:lnTo>
                  <a:pt x="708409" y="176148"/>
                </a:lnTo>
                <a:lnTo>
                  <a:pt x="709041" y="176632"/>
                </a:lnTo>
                <a:lnTo>
                  <a:pt x="709691" y="177100"/>
                </a:lnTo>
                <a:lnTo>
                  <a:pt x="710360" y="177553"/>
                </a:lnTo>
                <a:lnTo>
                  <a:pt x="711046" y="177990"/>
                </a:lnTo>
                <a:lnTo>
                  <a:pt x="711755" y="178410"/>
                </a:lnTo>
                <a:lnTo>
                  <a:pt x="712488" y="178812"/>
                </a:lnTo>
                <a:lnTo>
                  <a:pt x="713247" y="179196"/>
                </a:lnTo>
                <a:lnTo>
                  <a:pt x="714031" y="179563"/>
                </a:lnTo>
                <a:lnTo>
                  <a:pt x="714841" y="179911"/>
                </a:lnTo>
                <a:lnTo>
                  <a:pt x="715676" y="180242"/>
                </a:lnTo>
                <a:lnTo>
                  <a:pt x="716536" y="180555"/>
                </a:lnTo>
                <a:lnTo>
                  <a:pt x="717422" y="180849"/>
                </a:lnTo>
                <a:lnTo>
                  <a:pt x="718332" y="181127"/>
                </a:lnTo>
                <a:lnTo>
                  <a:pt x="719269" y="181386"/>
                </a:lnTo>
                <a:lnTo>
                  <a:pt x="720230" y="181627"/>
                </a:lnTo>
                <a:lnTo>
                  <a:pt x="721217" y="181850"/>
                </a:lnTo>
                <a:lnTo>
                  <a:pt x="722229" y="182056"/>
                </a:lnTo>
                <a:lnTo>
                  <a:pt x="723266" y="182244"/>
                </a:lnTo>
                <a:lnTo>
                  <a:pt x="724329" y="182413"/>
                </a:lnTo>
                <a:lnTo>
                  <a:pt x="725417" y="182565"/>
                </a:lnTo>
                <a:lnTo>
                  <a:pt x="726530" y="182699"/>
                </a:lnTo>
                <a:lnTo>
                  <a:pt x="727669" y="182816"/>
                </a:lnTo>
                <a:lnTo>
                  <a:pt x="728833" y="182914"/>
                </a:lnTo>
                <a:lnTo>
                  <a:pt x="730022" y="182994"/>
                </a:lnTo>
                <a:lnTo>
                  <a:pt x="731236" y="183057"/>
                </a:lnTo>
                <a:lnTo>
                  <a:pt x="732476" y="183101"/>
                </a:lnTo>
                <a:lnTo>
                  <a:pt x="733741" y="183128"/>
                </a:lnTo>
                <a:lnTo>
                  <a:pt x="735032" y="183137"/>
                </a:lnTo>
                <a:lnTo>
                  <a:pt x="750536" y="183137"/>
                </a:lnTo>
                <a:lnTo>
                  <a:pt x="750536" y="165248"/>
                </a:lnTo>
                <a:lnTo>
                  <a:pt x="736489" y="165248"/>
                </a:lnTo>
                <a:lnTo>
                  <a:pt x="735521" y="165236"/>
                </a:lnTo>
                <a:close/>
                <a:moveTo>
                  <a:pt x="91169" y="86133"/>
                </a:moveTo>
                <a:lnTo>
                  <a:pt x="91713" y="85472"/>
                </a:lnTo>
                <a:lnTo>
                  <a:pt x="92270" y="84816"/>
                </a:lnTo>
                <a:lnTo>
                  <a:pt x="92840" y="84163"/>
                </a:lnTo>
                <a:lnTo>
                  <a:pt x="93424" y="83516"/>
                </a:lnTo>
                <a:lnTo>
                  <a:pt x="94021" y="82873"/>
                </a:lnTo>
                <a:lnTo>
                  <a:pt x="94631" y="82235"/>
                </a:lnTo>
                <a:lnTo>
                  <a:pt x="95255" y="81601"/>
                </a:lnTo>
                <a:lnTo>
                  <a:pt x="95892" y="80972"/>
                </a:lnTo>
                <a:lnTo>
                  <a:pt x="96543" y="80347"/>
                </a:lnTo>
                <a:lnTo>
                  <a:pt x="97206" y="79727"/>
                </a:lnTo>
                <a:lnTo>
                  <a:pt x="97883" y="79112"/>
                </a:lnTo>
                <a:lnTo>
                  <a:pt x="98574" y="78501"/>
                </a:lnTo>
                <a:lnTo>
                  <a:pt x="99278" y="77894"/>
                </a:lnTo>
                <a:lnTo>
                  <a:pt x="99995" y="77292"/>
                </a:lnTo>
                <a:lnTo>
                  <a:pt x="100725" y="76695"/>
                </a:lnTo>
                <a:lnTo>
                  <a:pt x="101469" y="76102"/>
                </a:lnTo>
                <a:lnTo>
                  <a:pt x="102226" y="75514"/>
                </a:lnTo>
                <a:lnTo>
                  <a:pt x="102996" y="74930"/>
                </a:lnTo>
                <a:lnTo>
                  <a:pt x="103780" y="74351"/>
                </a:lnTo>
                <a:lnTo>
                  <a:pt x="104577" y="73777"/>
                </a:lnTo>
                <a:lnTo>
                  <a:pt x="105388" y="73207"/>
                </a:lnTo>
                <a:lnTo>
                  <a:pt x="106213" y="72651"/>
                </a:lnTo>
                <a:lnTo>
                  <a:pt x="107055" y="72118"/>
                </a:lnTo>
                <a:lnTo>
                  <a:pt x="107912" y="71609"/>
                </a:lnTo>
                <a:lnTo>
                  <a:pt x="108786" y="71124"/>
                </a:lnTo>
                <a:lnTo>
                  <a:pt x="109675" y="70663"/>
                </a:lnTo>
                <a:lnTo>
                  <a:pt x="110581" y="70225"/>
                </a:lnTo>
                <a:lnTo>
                  <a:pt x="111503" y="69811"/>
                </a:lnTo>
                <a:lnTo>
                  <a:pt x="112441" y="69420"/>
                </a:lnTo>
                <a:lnTo>
                  <a:pt x="113395" y="69053"/>
                </a:lnTo>
                <a:lnTo>
                  <a:pt x="114365" y="68710"/>
                </a:lnTo>
                <a:lnTo>
                  <a:pt x="115351" y="68390"/>
                </a:lnTo>
                <a:lnTo>
                  <a:pt x="116354" y="68095"/>
                </a:lnTo>
                <a:lnTo>
                  <a:pt x="117372" y="67822"/>
                </a:lnTo>
                <a:lnTo>
                  <a:pt x="118407" y="67574"/>
                </a:lnTo>
                <a:lnTo>
                  <a:pt x="119457" y="67349"/>
                </a:lnTo>
                <a:lnTo>
                  <a:pt x="120524" y="67148"/>
                </a:lnTo>
                <a:lnTo>
                  <a:pt x="121607" y="66970"/>
                </a:lnTo>
                <a:lnTo>
                  <a:pt x="122706" y="66817"/>
                </a:lnTo>
                <a:lnTo>
                  <a:pt x="123821" y="66686"/>
                </a:lnTo>
                <a:lnTo>
                  <a:pt x="124952" y="66580"/>
                </a:lnTo>
                <a:lnTo>
                  <a:pt x="126100" y="66497"/>
                </a:lnTo>
                <a:lnTo>
                  <a:pt x="127263" y="66438"/>
                </a:lnTo>
                <a:lnTo>
                  <a:pt x="128443" y="66402"/>
                </a:lnTo>
                <a:lnTo>
                  <a:pt x="129638" y="66391"/>
                </a:lnTo>
                <a:lnTo>
                  <a:pt x="130437" y="66398"/>
                </a:lnTo>
                <a:lnTo>
                  <a:pt x="131219" y="66421"/>
                </a:lnTo>
                <a:lnTo>
                  <a:pt x="131985" y="66458"/>
                </a:lnTo>
                <a:lnTo>
                  <a:pt x="132736" y="66511"/>
                </a:lnTo>
                <a:lnTo>
                  <a:pt x="133471" y="66579"/>
                </a:lnTo>
                <a:lnTo>
                  <a:pt x="134190" y="66662"/>
                </a:lnTo>
                <a:lnTo>
                  <a:pt x="134892" y="66759"/>
                </a:lnTo>
                <a:lnTo>
                  <a:pt x="135580" y="66872"/>
                </a:lnTo>
                <a:lnTo>
                  <a:pt x="136251" y="67000"/>
                </a:lnTo>
                <a:lnTo>
                  <a:pt x="136906" y="67143"/>
                </a:lnTo>
                <a:lnTo>
                  <a:pt x="137546" y="67301"/>
                </a:lnTo>
                <a:lnTo>
                  <a:pt x="138169" y="67474"/>
                </a:lnTo>
                <a:lnTo>
                  <a:pt x="138777" y="67663"/>
                </a:lnTo>
                <a:lnTo>
                  <a:pt x="139369" y="67866"/>
                </a:lnTo>
                <a:lnTo>
                  <a:pt x="139945" y="68084"/>
                </a:lnTo>
                <a:lnTo>
                  <a:pt x="140505" y="68318"/>
                </a:lnTo>
                <a:lnTo>
                  <a:pt x="141049" y="68566"/>
                </a:lnTo>
                <a:lnTo>
                  <a:pt x="141577" y="68829"/>
                </a:lnTo>
                <a:lnTo>
                  <a:pt x="142090" y="69108"/>
                </a:lnTo>
                <a:lnTo>
                  <a:pt x="142586" y="69401"/>
                </a:lnTo>
                <a:lnTo>
                  <a:pt x="143067" y="69710"/>
                </a:lnTo>
                <a:lnTo>
                  <a:pt x="143532" y="70034"/>
                </a:lnTo>
                <a:lnTo>
                  <a:pt x="143981" y="70373"/>
                </a:lnTo>
                <a:lnTo>
                  <a:pt x="144414" y="70726"/>
                </a:lnTo>
                <a:lnTo>
                  <a:pt x="144834" y="71093"/>
                </a:lnTo>
                <a:lnTo>
                  <a:pt x="145243" y="71471"/>
                </a:lnTo>
                <a:lnTo>
                  <a:pt x="145641" y="71861"/>
                </a:lnTo>
                <a:lnTo>
                  <a:pt x="146028" y="72262"/>
                </a:lnTo>
                <a:lnTo>
                  <a:pt x="146405" y="72673"/>
                </a:lnTo>
                <a:lnTo>
                  <a:pt x="146770" y="73097"/>
                </a:lnTo>
                <a:lnTo>
                  <a:pt x="147125" y="73531"/>
                </a:lnTo>
                <a:lnTo>
                  <a:pt x="147469" y="73977"/>
                </a:lnTo>
                <a:lnTo>
                  <a:pt x="147802" y="74434"/>
                </a:lnTo>
                <a:lnTo>
                  <a:pt x="148125" y="74902"/>
                </a:lnTo>
                <a:lnTo>
                  <a:pt x="148436" y="75381"/>
                </a:lnTo>
                <a:lnTo>
                  <a:pt x="148737" y="75872"/>
                </a:lnTo>
                <a:lnTo>
                  <a:pt x="149027" y="76374"/>
                </a:lnTo>
                <a:lnTo>
                  <a:pt x="149306" y="76887"/>
                </a:lnTo>
                <a:lnTo>
                  <a:pt x="149575" y="77411"/>
                </a:lnTo>
                <a:lnTo>
                  <a:pt x="149832" y="77947"/>
                </a:lnTo>
                <a:lnTo>
                  <a:pt x="150079" y="78493"/>
                </a:lnTo>
                <a:lnTo>
                  <a:pt x="150315" y="79052"/>
                </a:lnTo>
                <a:lnTo>
                  <a:pt x="150540" y="79621"/>
                </a:lnTo>
                <a:lnTo>
                  <a:pt x="150754" y="80201"/>
                </a:lnTo>
                <a:lnTo>
                  <a:pt x="150958" y="80793"/>
                </a:lnTo>
                <a:lnTo>
                  <a:pt x="151151" y="81396"/>
                </a:lnTo>
                <a:lnTo>
                  <a:pt x="151333" y="82011"/>
                </a:lnTo>
                <a:lnTo>
                  <a:pt x="151504" y="82636"/>
                </a:lnTo>
                <a:lnTo>
                  <a:pt x="151666" y="83271"/>
                </a:lnTo>
                <a:lnTo>
                  <a:pt x="151821" y="83913"/>
                </a:lnTo>
                <a:lnTo>
                  <a:pt x="151969" y="84563"/>
                </a:lnTo>
                <a:lnTo>
                  <a:pt x="152111" y="85221"/>
                </a:lnTo>
                <a:lnTo>
                  <a:pt x="152246" y="85886"/>
                </a:lnTo>
                <a:lnTo>
                  <a:pt x="152373" y="86559"/>
                </a:lnTo>
                <a:lnTo>
                  <a:pt x="152494" y="87240"/>
                </a:lnTo>
                <a:lnTo>
                  <a:pt x="152608" y="87928"/>
                </a:lnTo>
                <a:lnTo>
                  <a:pt x="152715" y="88624"/>
                </a:lnTo>
                <a:lnTo>
                  <a:pt x="152815" y="89328"/>
                </a:lnTo>
                <a:lnTo>
                  <a:pt x="152908" y="90039"/>
                </a:lnTo>
                <a:lnTo>
                  <a:pt x="152994" y="90758"/>
                </a:lnTo>
                <a:lnTo>
                  <a:pt x="153074" y="91485"/>
                </a:lnTo>
                <a:lnTo>
                  <a:pt x="153146" y="92219"/>
                </a:lnTo>
                <a:lnTo>
                  <a:pt x="153212" y="92961"/>
                </a:lnTo>
                <a:lnTo>
                  <a:pt x="153270" y="93710"/>
                </a:lnTo>
                <a:lnTo>
                  <a:pt x="153322" y="94468"/>
                </a:lnTo>
                <a:lnTo>
                  <a:pt x="153367" y="95233"/>
                </a:lnTo>
                <a:lnTo>
                  <a:pt x="153405" y="96005"/>
                </a:lnTo>
                <a:lnTo>
                  <a:pt x="153436" y="96786"/>
                </a:lnTo>
                <a:lnTo>
                  <a:pt x="153460" y="97574"/>
                </a:lnTo>
                <a:lnTo>
                  <a:pt x="153477" y="98369"/>
                </a:lnTo>
                <a:lnTo>
                  <a:pt x="153488" y="99172"/>
                </a:lnTo>
                <a:lnTo>
                  <a:pt x="153491" y="99983"/>
                </a:lnTo>
                <a:lnTo>
                  <a:pt x="153491" y="183137"/>
                </a:lnTo>
                <a:lnTo>
                  <a:pt x="175621" y="183137"/>
                </a:lnTo>
                <a:lnTo>
                  <a:pt x="175621" y="97138"/>
                </a:lnTo>
                <a:lnTo>
                  <a:pt x="175605" y="95205"/>
                </a:lnTo>
                <a:lnTo>
                  <a:pt x="175554" y="93308"/>
                </a:lnTo>
                <a:lnTo>
                  <a:pt x="175470" y="91448"/>
                </a:lnTo>
                <a:lnTo>
                  <a:pt x="175353" y="89623"/>
                </a:lnTo>
                <a:lnTo>
                  <a:pt x="175202" y="87836"/>
                </a:lnTo>
                <a:lnTo>
                  <a:pt x="175017" y="86084"/>
                </a:lnTo>
                <a:lnTo>
                  <a:pt x="174799" y="84369"/>
                </a:lnTo>
                <a:lnTo>
                  <a:pt x="174547" y="82690"/>
                </a:lnTo>
                <a:lnTo>
                  <a:pt x="174261" y="81048"/>
                </a:lnTo>
                <a:lnTo>
                  <a:pt x="173942" y="79442"/>
                </a:lnTo>
                <a:lnTo>
                  <a:pt x="173589" y="77873"/>
                </a:lnTo>
                <a:lnTo>
                  <a:pt x="173203" y="76340"/>
                </a:lnTo>
                <a:lnTo>
                  <a:pt x="172783" y="74843"/>
                </a:lnTo>
                <a:lnTo>
                  <a:pt x="172330" y="73382"/>
                </a:lnTo>
                <a:lnTo>
                  <a:pt x="171843" y="71958"/>
                </a:lnTo>
                <a:lnTo>
                  <a:pt x="171322" y="70571"/>
                </a:lnTo>
                <a:lnTo>
                  <a:pt x="170768" y="69220"/>
                </a:lnTo>
                <a:lnTo>
                  <a:pt x="170180" y="67905"/>
                </a:lnTo>
                <a:lnTo>
                  <a:pt x="169559" y="66626"/>
                </a:lnTo>
                <a:lnTo>
                  <a:pt x="168904" y="65384"/>
                </a:lnTo>
                <a:lnTo>
                  <a:pt x="168215" y="64178"/>
                </a:lnTo>
                <a:lnTo>
                  <a:pt x="167493" y="63009"/>
                </a:lnTo>
                <a:lnTo>
                  <a:pt x="166737" y="61876"/>
                </a:lnTo>
                <a:lnTo>
                  <a:pt x="165948" y="60779"/>
                </a:lnTo>
                <a:lnTo>
                  <a:pt x="165122" y="59723"/>
                </a:lnTo>
                <a:lnTo>
                  <a:pt x="164255" y="58712"/>
                </a:lnTo>
                <a:lnTo>
                  <a:pt x="163349" y="57746"/>
                </a:lnTo>
                <a:lnTo>
                  <a:pt x="162403" y="56825"/>
                </a:lnTo>
                <a:lnTo>
                  <a:pt x="161417" y="55949"/>
                </a:lnTo>
                <a:lnTo>
                  <a:pt x="160390" y="55118"/>
                </a:lnTo>
                <a:lnTo>
                  <a:pt x="159324" y="54331"/>
                </a:lnTo>
                <a:lnTo>
                  <a:pt x="158218" y="53590"/>
                </a:lnTo>
                <a:lnTo>
                  <a:pt x="157071" y="52893"/>
                </a:lnTo>
                <a:lnTo>
                  <a:pt x="155885" y="52242"/>
                </a:lnTo>
                <a:lnTo>
                  <a:pt x="154658" y="51635"/>
                </a:lnTo>
                <a:lnTo>
                  <a:pt x="153392" y="51074"/>
                </a:lnTo>
                <a:lnTo>
                  <a:pt x="152085" y="50557"/>
                </a:lnTo>
                <a:lnTo>
                  <a:pt x="150739" y="50085"/>
                </a:lnTo>
                <a:lnTo>
                  <a:pt x="149352" y="49658"/>
                </a:lnTo>
                <a:lnTo>
                  <a:pt x="147926" y="49276"/>
                </a:lnTo>
                <a:lnTo>
                  <a:pt x="146459" y="48939"/>
                </a:lnTo>
                <a:lnTo>
                  <a:pt x="144952" y="48647"/>
                </a:lnTo>
                <a:lnTo>
                  <a:pt x="143406" y="48400"/>
                </a:lnTo>
                <a:lnTo>
                  <a:pt x="141819" y="48198"/>
                </a:lnTo>
                <a:lnTo>
                  <a:pt x="140192" y="48041"/>
                </a:lnTo>
                <a:lnTo>
                  <a:pt x="138525" y="47928"/>
                </a:lnTo>
                <a:lnTo>
                  <a:pt x="136818" y="47861"/>
                </a:lnTo>
                <a:lnTo>
                  <a:pt x="135072" y="47838"/>
                </a:lnTo>
                <a:lnTo>
                  <a:pt x="133636" y="47850"/>
                </a:lnTo>
                <a:lnTo>
                  <a:pt x="132222" y="47887"/>
                </a:lnTo>
                <a:lnTo>
                  <a:pt x="130829" y="47947"/>
                </a:lnTo>
                <a:lnTo>
                  <a:pt x="129458" y="48032"/>
                </a:lnTo>
                <a:lnTo>
                  <a:pt x="128109" y="48140"/>
                </a:lnTo>
                <a:lnTo>
                  <a:pt x="126781" y="48273"/>
                </a:lnTo>
                <a:lnTo>
                  <a:pt x="125475" y="48430"/>
                </a:lnTo>
                <a:lnTo>
                  <a:pt x="124191" y="48611"/>
                </a:lnTo>
                <a:lnTo>
                  <a:pt x="122928" y="48817"/>
                </a:lnTo>
                <a:lnTo>
                  <a:pt x="121687" y="49046"/>
                </a:lnTo>
                <a:lnTo>
                  <a:pt x="120467" y="49300"/>
                </a:lnTo>
                <a:lnTo>
                  <a:pt x="119269" y="49578"/>
                </a:lnTo>
                <a:lnTo>
                  <a:pt x="118093" y="49880"/>
                </a:lnTo>
                <a:lnTo>
                  <a:pt x="116938" y="50206"/>
                </a:lnTo>
                <a:lnTo>
                  <a:pt x="115805" y="50556"/>
                </a:lnTo>
                <a:lnTo>
                  <a:pt x="114694" y="50930"/>
                </a:lnTo>
                <a:lnTo>
                  <a:pt x="113604" y="51329"/>
                </a:lnTo>
                <a:lnTo>
                  <a:pt x="112536" y="51752"/>
                </a:lnTo>
                <a:lnTo>
                  <a:pt x="111489" y="52199"/>
                </a:lnTo>
                <a:lnTo>
                  <a:pt x="110464" y="52670"/>
                </a:lnTo>
                <a:lnTo>
                  <a:pt x="109461" y="53165"/>
                </a:lnTo>
                <a:lnTo>
                  <a:pt x="108479" y="53684"/>
                </a:lnTo>
                <a:lnTo>
                  <a:pt x="107519" y="54228"/>
                </a:lnTo>
                <a:lnTo>
                  <a:pt x="106581" y="54795"/>
                </a:lnTo>
                <a:lnTo>
                  <a:pt x="105662" y="55377"/>
                </a:lnTo>
                <a:lnTo>
                  <a:pt x="104761" y="55961"/>
                </a:lnTo>
                <a:lnTo>
                  <a:pt x="103879" y="56548"/>
                </a:lnTo>
                <a:lnTo>
                  <a:pt x="103014" y="57138"/>
                </a:lnTo>
                <a:lnTo>
                  <a:pt x="102167" y="57732"/>
                </a:lnTo>
                <a:lnTo>
                  <a:pt x="101338" y="58328"/>
                </a:lnTo>
                <a:lnTo>
                  <a:pt x="100527" y="58927"/>
                </a:lnTo>
                <a:lnTo>
                  <a:pt x="99734" y="59529"/>
                </a:lnTo>
                <a:lnTo>
                  <a:pt x="98959" y="60134"/>
                </a:lnTo>
                <a:lnTo>
                  <a:pt x="98202" y="60743"/>
                </a:lnTo>
                <a:lnTo>
                  <a:pt x="97463" y="61354"/>
                </a:lnTo>
                <a:lnTo>
                  <a:pt x="96741" y="61968"/>
                </a:lnTo>
                <a:lnTo>
                  <a:pt x="96038" y="62585"/>
                </a:lnTo>
                <a:lnTo>
                  <a:pt x="95353" y="63205"/>
                </a:lnTo>
                <a:lnTo>
                  <a:pt x="94685" y="63828"/>
                </a:lnTo>
                <a:lnTo>
                  <a:pt x="94036" y="64454"/>
                </a:lnTo>
                <a:lnTo>
                  <a:pt x="93404" y="65083"/>
                </a:lnTo>
                <a:lnTo>
                  <a:pt x="92791" y="65716"/>
                </a:lnTo>
                <a:lnTo>
                  <a:pt x="92195" y="66351"/>
                </a:lnTo>
                <a:lnTo>
                  <a:pt x="91617" y="66989"/>
                </a:lnTo>
                <a:lnTo>
                  <a:pt x="91058" y="67630"/>
                </a:lnTo>
                <a:lnTo>
                  <a:pt x="90516" y="68274"/>
                </a:lnTo>
                <a:lnTo>
                  <a:pt x="89992" y="68921"/>
                </a:lnTo>
                <a:lnTo>
                  <a:pt x="89486" y="69571"/>
                </a:lnTo>
                <a:lnTo>
                  <a:pt x="88691" y="50091"/>
                </a:lnTo>
                <a:lnTo>
                  <a:pt x="67488" y="50091"/>
                </a:lnTo>
                <a:lnTo>
                  <a:pt x="67488" y="183137"/>
                </a:lnTo>
                <a:lnTo>
                  <a:pt x="89619" y="183137"/>
                </a:lnTo>
                <a:lnTo>
                  <a:pt x="89619" y="88144"/>
                </a:lnTo>
                <a:lnTo>
                  <a:pt x="90122" y="87469"/>
                </a:lnTo>
                <a:lnTo>
                  <a:pt x="90639" y="86799"/>
                </a:lnTo>
                <a:lnTo>
                  <a:pt x="91169" y="86133"/>
                </a:lnTo>
                <a:close/>
                <a:moveTo>
                  <a:pt x="367254" y="183137"/>
                </a:moveTo>
                <a:lnTo>
                  <a:pt x="367254" y="50091"/>
                </a:lnTo>
                <a:lnTo>
                  <a:pt x="345124" y="50091"/>
                </a:lnTo>
                <a:lnTo>
                  <a:pt x="345124" y="183137"/>
                </a:lnTo>
                <a:lnTo>
                  <a:pt x="367254" y="183137"/>
                </a:lnTo>
                <a:close/>
                <a:moveTo>
                  <a:pt x="268834" y="185422"/>
                </a:moveTo>
                <a:lnTo>
                  <a:pt x="269710" y="185378"/>
                </a:lnTo>
                <a:lnTo>
                  <a:pt x="270582" y="185325"/>
                </a:lnTo>
                <a:lnTo>
                  <a:pt x="271447" y="185265"/>
                </a:lnTo>
                <a:lnTo>
                  <a:pt x="272308" y="185196"/>
                </a:lnTo>
                <a:lnTo>
                  <a:pt x="273163" y="185120"/>
                </a:lnTo>
                <a:lnTo>
                  <a:pt x="274013" y="185035"/>
                </a:lnTo>
                <a:lnTo>
                  <a:pt x="274858" y="184943"/>
                </a:lnTo>
                <a:lnTo>
                  <a:pt x="275697" y="184842"/>
                </a:lnTo>
                <a:lnTo>
                  <a:pt x="276531" y="184733"/>
                </a:lnTo>
                <a:lnTo>
                  <a:pt x="277360" y="184617"/>
                </a:lnTo>
                <a:lnTo>
                  <a:pt x="278184" y="184492"/>
                </a:lnTo>
                <a:lnTo>
                  <a:pt x="279002" y="184359"/>
                </a:lnTo>
                <a:lnTo>
                  <a:pt x="279815" y="184218"/>
                </a:lnTo>
                <a:lnTo>
                  <a:pt x="280622" y="184069"/>
                </a:lnTo>
                <a:lnTo>
                  <a:pt x="281425" y="183912"/>
                </a:lnTo>
                <a:lnTo>
                  <a:pt x="282222" y="183747"/>
                </a:lnTo>
                <a:lnTo>
                  <a:pt x="283014" y="183574"/>
                </a:lnTo>
                <a:lnTo>
                  <a:pt x="283800" y="183393"/>
                </a:lnTo>
                <a:lnTo>
                  <a:pt x="284581" y="183203"/>
                </a:lnTo>
                <a:lnTo>
                  <a:pt x="285356" y="183006"/>
                </a:lnTo>
                <a:lnTo>
                  <a:pt x="286122" y="182799"/>
                </a:lnTo>
                <a:lnTo>
                  <a:pt x="286879" y="182584"/>
                </a:lnTo>
                <a:lnTo>
                  <a:pt x="287629" y="182360"/>
                </a:lnTo>
                <a:lnTo>
                  <a:pt x="288370" y="182128"/>
                </a:lnTo>
                <a:lnTo>
                  <a:pt x="289103" y="181886"/>
                </a:lnTo>
                <a:lnTo>
                  <a:pt x="289828" y="181636"/>
                </a:lnTo>
                <a:lnTo>
                  <a:pt x="290544" y="181377"/>
                </a:lnTo>
                <a:lnTo>
                  <a:pt x="291253" y="181109"/>
                </a:lnTo>
                <a:lnTo>
                  <a:pt x="291952" y="180832"/>
                </a:lnTo>
                <a:lnTo>
                  <a:pt x="292644" y="180547"/>
                </a:lnTo>
                <a:lnTo>
                  <a:pt x="293327" y="180253"/>
                </a:lnTo>
                <a:lnTo>
                  <a:pt x="294002" y="179950"/>
                </a:lnTo>
                <a:lnTo>
                  <a:pt x="294669" y="179638"/>
                </a:lnTo>
                <a:lnTo>
                  <a:pt x="295327" y="179318"/>
                </a:lnTo>
                <a:lnTo>
                  <a:pt x="295978" y="178989"/>
                </a:lnTo>
                <a:lnTo>
                  <a:pt x="296619" y="178651"/>
                </a:lnTo>
                <a:lnTo>
                  <a:pt x="297253" y="178304"/>
                </a:lnTo>
                <a:lnTo>
                  <a:pt x="297878" y="177948"/>
                </a:lnTo>
                <a:lnTo>
                  <a:pt x="298495" y="177584"/>
                </a:lnTo>
                <a:lnTo>
                  <a:pt x="299104" y="177211"/>
                </a:lnTo>
                <a:lnTo>
                  <a:pt x="299705" y="176829"/>
                </a:lnTo>
                <a:lnTo>
                  <a:pt x="300297" y="176439"/>
                </a:lnTo>
                <a:lnTo>
                  <a:pt x="300881" y="176039"/>
                </a:lnTo>
                <a:lnTo>
                  <a:pt x="301455" y="175631"/>
                </a:lnTo>
                <a:lnTo>
                  <a:pt x="302019" y="175213"/>
                </a:lnTo>
                <a:lnTo>
                  <a:pt x="302572" y="174785"/>
                </a:lnTo>
                <a:lnTo>
                  <a:pt x="303115" y="174348"/>
                </a:lnTo>
                <a:lnTo>
                  <a:pt x="303647" y="173902"/>
                </a:lnTo>
                <a:lnTo>
                  <a:pt x="304169" y="173446"/>
                </a:lnTo>
                <a:lnTo>
                  <a:pt x="304680" y="172981"/>
                </a:lnTo>
                <a:lnTo>
                  <a:pt x="305180" y="172506"/>
                </a:lnTo>
                <a:lnTo>
                  <a:pt x="305670" y="172022"/>
                </a:lnTo>
                <a:lnTo>
                  <a:pt x="306149" y="171528"/>
                </a:lnTo>
                <a:lnTo>
                  <a:pt x="306618" y="171025"/>
                </a:lnTo>
                <a:lnTo>
                  <a:pt x="307076" y="170512"/>
                </a:lnTo>
                <a:lnTo>
                  <a:pt x="307523" y="169990"/>
                </a:lnTo>
                <a:lnTo>
                  <a:pt x="307960" y="169458"/>
                </a:lnTo>
                <a:lnTo>
                  <a:pt x="308386" y="168917"/>
                </a:lnTo>
                <a:lnTo>
                  <a:pt x="308802" y="168366"/>
                </a:lnTo>
                <a:lnTo>
                  <a:pt x="309207" y="167806"/>
                </a:lnTo>
                <a:lnTo>
                  <a:pt x="309602" y="167237"/>
                </a:lnTo>
                <a:lnTo>
                  <a:pt x="309986" y="166658"/>
                </a:lnTo>
                <a:lnTo>
                  <a:pt x="310359" y="166069"/>
                </a:lnTo>
                <a:lnTo>
                  <a:pt x="310722" y="165471"/>
                </a:lnTo>
                <a:lnTo>
                  <a:pt x="311074" y="164863"/>
                </a:lnTo>
                <a:lnTo>
                  <a:pt x="311416" y="164247"/>
                </a:lnTo>
                <a:lnTo>
                  <a:pt x="311747" y="163620"/>
                </a:lnTo>
                <a:lnTo>
                  <a:pt x="312066" y="162984"/>
                </a:lnTo>
                <a:lnTo>
                  <a:pt x="312371" y="162338"/>
                </a:lnTo>
                <a:lnTo>
                  <a:pt x="312663" y="161683"/>
                </a:lnTo>
                <a:lnTo>
                  <a:pt x="312941" y="161018"/>
                </a:lnTo>
                <a:lnTo>
                  <a:pt x="313206" y="160343"/>
                </a:lnTo>
                <a:lnTo>
                  <a:pt x="313457" y="159658"/>
                </a:lnTo>
                <a:lnTo>
                  <a:pt x="313695" y="158964"/>
                </a:lnTo>
                <a:lnTo>
                  <a:pt x="313919" y="158260"/>
                </a:lnTo>
                <a:lnTo>
                  <a:pt x="314129" y="157546"/>
                </a:lnTo>
                <a:lnTo>
                  <a:pt x="314326" y="156823"/>
                </a:lnTo>
                <a:lnTo>
                  <a:pt x="314509" y="156090"/>
                </a:lnTo>
                <a:lnTo>
                  <a:pt x="314679" y="155347"/>
                </a:lnTo>
                <a:lnTo>
                  <a:pt x="314835" y="154595"/>
                </a:lnTo>
                <a:lnTo>
                  <a:pt x="314977" y="153832"/>
                </a:lnTo>
                <a:lnTo>
                  <a:pt x="315106" y="153061"/>
                </a:lnTo>
                <a:lnTo>
                  <a:pt x="315222" y="152279"/>
                </a:lnTo>
                <a:lnTo>
                  <a:pt x="315324" y="151488"/>
                </a:lnTo>
                <a:lnTo>
                  <a:pt x="315412" y="150687"/>
                </a:lnTo>
                <a:lnTo>
                  <a:pt x="315487" y="149876"/>
                </a:lnTo>
                <a:lnTo>
                  <a:pt x="315548" y="149055"/>
                </a:lnTo>
                <a:lnTo>
                  <a:pt x="315595" y="148225"/>
                </a:lnTo>
                <a:lnTo>
                  <a:pt x="315629" y="147385"/>
                </a:lnTo>
                <a:lnTo>
                  <a:pt x="315649" y="146536"/>
                </a:lnTo>
                <a:lnTo>
                  <a:pt x="315656" y="145677"/>
                </a:lnTo>
                <a:lnTo>
                  <a:pt x="315648" y="144683"/>
                </a:lnTo>
                <a:lnTo>
                  <a:pt x="315622" y="143705"/>
                </a:lnTo>
                <a:lnTo>
                  <a:pt x="315579" y="142741"/>
                </a:lnTo>
                <a:lnTo>
                  <a:pt x="315518" y="141793"/>
                </a:lnTo>
                <a:lnTo>
                  <a:pt x="315440" y="140859"/>
                </a:lnTo>
                <a:lnTo>
                  <a:pt x="315346" y="139941"/>
                </a:lnTo>
                <a:lnTo>
                  <a:pt x="315233" y="139037"/>
                </a:lnTo>
                <a:lnTo>
                  <a:pt x="315104" y="138148"/>
                </a:lnTo>
                <a:lnTo>
                  <a:pt x="314957" y="137275"/>
                </a:lnTo>
                <a:lnTo>
                  <a:pt x="314793" y="136416"/>
                </a:lnTo>
                <a:lnTo>
                  <a:pt x="314612" y="135572"/>
                </a:lnTo>
                <a:lnTo>
                  <a:pt x="314414" y="134743"/>
                </a:lnTo>
                <a:lnTo>
                  <a:pt x="314198" y="133929"/>
                </a:lnTo>
                <a:lnTo>
                  <a:pt x="313965" y="133130"/>
                </a:lnTo>
                <a:lnTo>
                  <a:pt x="313715" y="132346"/>
                </a:lnTo>
                <a:lnTo>
                  <a:pt x="313448" y="131577"/>
                </a:lnTo>
                <a:lnTo>
                  <a:pt x="313163" y="130822"/>
                </a:lnTo>
                <a:lnTo>
                  <a:pt x="312861" y="130083"/>
                </a:lnTo>
                <a:lnTo>
                  <a:pt x="312542" y="129359"/>
                </a:lnTo>
                <a:lnTo>
                  <a:pt x="312205" y="128649"/>
                </a:lnTo>
                <a:lnTo>
                  <a:pt x="311852" y="127955"/>
                </a:lnTo>
                <a:lnTo>
                  <a:pt x="311481" y="127275"/>
                </a:lnTo>
                <a:lnTo>
                  <a:pt x="311092" y="126610"/>
                </a:lnTo>
                <a:lnTo>
                  <a:pt x="310687" y="125961"/>
                </a:lnTo>
                <a:lnTo>
                  <a:pt x="310264" y="125323"/>
                </a:lnTo>
                <a:lnTo>
                  <a:pt x="309825" y="124695"/>
                </a:lnTo>
                <a:lnTo>
                  <a:pt x="309369" y="124077"/>
                </a:lnTo>
                <a:lnTo>
                  <a:pt x="308896" y="123468"/>
                </a:lnTo>
                <a:lnTo>
                  <a:pt x="308406" y="122869"/>
                </a:lnTo>
                <a:lnTo>
                  <a:pt x="307900" y="122280"/>
                </a:lnTo>
                <a:lnTo>
                  <a:pt x="307377" y="121701"/>
                </a:lnTo>
                <a:lnTo>
                  <a:pt x="306836" y="121131"/>
                </a:lnTo>
                <a:lnTo>
                  <a:pt x="306280" y="120571"/>
                </a:lnTo>
                <a:lnTo>
                  <a:pt x="305706" y="120021"/>
                </a:lnTo>
                <a:lnTo>
                  <a:pt x="305116" y="119481"/>
                </a:lnTo>
                <a:lnTo>
                  <a:pt x="304508" y="118950"/>
                </a:lnTo>
                <a:lnTo>
                  <a:pt x="303884" y="118429"/>
                </a:lnTo>
                <a:lnTo>
                  <a:pt x="303243" y="117917"/>
                </a:lnTo>
                <a:lnTo>
                  <a:pt x="302586" y="117416"/>
                </a:lnTo>
                <a:lnTo>
                  <a:pt x="301911" y="116924"/>
                </a:lnTo>
                <a:lnTo>
                  <a:pt x="301220" y="116442"/>
                </a:lnTo>
                <a:lnTo>
                  <a:pt x="300512" y="115969"/>
                </a:lnTo>
                <a:lnTo>
                  <a:pt x="299787" y="115506"/>
                </a:lnTo>
                <a:lnTo>
                  <a:pt x="299046" y="115053"/>
                </a:lnTo>
                <a:lnTo>
                  <a:pt x="298287" y="114610"/>
                </a:lnTo>
                <a:lnTo>
                  <a:pt x="297512" y="114177"/>
                </a:lnTo>
                <a:lnTo>
                  <a:pt x="296720" y="113753"/>
                </a:lnTo>
                <a:lnTo>
                  <a:pt x="295911" y="113339"/>
                </a:lnTo>
                <a:lnTo>
                  <a:pt x="295086" y="112932"/>
                </a:lnTo>
                <a:lnTo>
                  <a:pt x="294245" y="112529"/>
                </a:lnTo>
                <a:lnTo>
                  <a:pt x="293387" y="112132"/>
                </a:lnTo>
                <a:lnTo>
                  <a:pt x="292514" y="111739"/>
                </a:lnTo>
                <a:lnTo>
                  <a:pt x="291624" y="111351"/>
                </a:lnTo>
                <a:lnTo>
                  <a:pt x="290718" y="110968"/>
                </a:lnTo>
                <a:lnTo>
                  <a:pt x="289796" y="110589"/>
                </a:lnTo>
                <a:lnTo>
                  <a:pt x="288858" y="110216"/>
                </a:lnTo>
                <a:lnTo>
                  <a:pt x="287904" y="109847"/>
                </a:lnTo>
                <a:lnTo>
                  <a:pt x="286934" y="109482"/>
                </a:lnTo>
                <a:lnTo>
                  <a:pt x="285948" y="109123"/>
                </a:lnTo>
                <a:lnTo>
                  <a:pt x="284946" y="108768"/>
                </a:lnTo>
                <a:lnTo>
                  <a:pt x="283927" y="108418"/>
                </a:lnTo>
                <a:lnTo>
                  <a:pt x="282892" y="108072"/>
                </a:lnTo>
                <a:lnTo>
                  <a:pt x="281842" y="107731"/>
                </a:lnTo>
                <a:lnTo>
                  <a:pt x="280775" y="107396"/>
                </a:lnTo>
                <a:lnTo>
                  <a:pt x="279692" y="107064"/>
                </a:lnTo>
                <a:lnTo>
                  <a:pt x="278593" y="106738"/>
                </a:lnTo>
                <a:lnTo>
                  <a:pt x="277478" y="106416"/>
                </a:lnTo>
                <a:lnTo>
                  <a:pt x="276347" y="106099"/>
                </a:lnTo>
                <a:lnTo>
                  <a:pt x="275199" y="105787"/>
                </a:lnTo>
                <a:lnTo>
                  <a:pt x="274036" y="105479"/>
                </a:lnTo>
                <a:lnTo>
                  <a:pt x="272856" y="105176"/>
                </a:lnTo>
                <a:lnTo>
                  <a:pt x="271661" y="104878"/>
                </a:lnTo>
                <a:lnTo>
                  <a:pt x="270566" y="104606"/>
                </a:lnTo>
                <a:lnTo>
                  <a:pt x="269490" y="104335"/>
                </a:lnTo>
                <a:lnTo>
                  <a:pt x="268433" y="104065"/>
                </a:lnTo>
                <a:lnTo>
                  <a:pt x="267395" y="103796"/>
                </a:lnTo>
                <a:lnTo>
                  <a:pt x="266375" y="103528"/>
                </a:lnTo>
                <a:lnTo>
                  <a:pt x="265375" y="103262"/>
                </a:lnTo>
                <a:lnTo>
                  <a:pt x="264393" y="102997"/>
                </a:lnTo>
                <a:lnTo>
                  <a:pt x="263430" y="102733"/>
                </a:lnTo>
                <a:lnTo>
                  <a:pt x="262486" y="102470"/>
                </a:lnTo>
                <a:lnTo>
                  <a:pt x="261561" y="102208"/>
                </a:lnTo>
                <a:lnTo>
                  <a:pt x="260655" y="101948"/>
                </a:lnTo>
                <a:lnTo>
                  <a:pt x="259768" y="101688"/>
                </a:lnTo>
                <a:lnTo>
                  <a:pt x="258899" y="101430"/>
                </a:lnTo>
                <a:lnTo>
                  <a:pt x="258049" y="101174"/>
                </a:lnTo>
                <a:lnTo>
                  <a:pt x="257219" y="100918"/>
                </a:lnTo>
                <a:lnTo>
                  <a:pt x="256407" y="100663"/>
                </a:lnTo>
                <a:lnTo>
                  <a:pt x="255614" y="100410"/>
                </a:lnTo>
                <a:lnTo>
                  <a:pt x="254840" y="100158"/>
                </a:lnTo>
                <a:lnTo>
                  <a:pt x="254084" y="99907"/>
                </a:lnTo>
                <a:lnTo>
                  <a:pt x="253348" y="99657"/>
                </a:lnTo>
                <a:lnTo>
                  <a:pt x="252630" y="99409"/>
                </a:lnTo>
                <a:lnTo>
                  <a:pt x="251932" y="99162"/>
                </a:lnTo>
                <a:lnTo>
                  <a:pt x="251252" y="98916"/>
                </a:lnTo>
                <a:lnTo>
                  <a:pt x="250591" y="98671"/>
                </a:lnTo>
                <a:lnTo>
                  <a:pt x="249947" y="98425"/>
                </a:lnTo>
                <a:lnTo>
                  <a:pt x="249319" y="98176"/>
                </a:lnTo>
                <a:lnTo>
                  <a:pt x="248707" y="97925"/>
                </a:lnTo>
                <a:lnTo>
                  <a:pt x="248110" y="97671"/>
                </a:lnTo>
                <a:lnTo>
                  <a:pt x="247529" y="97415"/>
                </a:lnTo>
                <a:lnTo>
                  <a:pt x="246963" y="97156"/>
                </a:lnTo>
                <a:lnTo>
                  <a:pt x="246413" y="96894"/>
                </a:lnTo>
                <a:lnTo>
                  <a:pt x="245879" y="96630"/>
                </a:lnTo>
                <a:lnTo>
                  <a:pt x="245361" y="96363"/>
                </a:lnTo>
                <a:lnTo>
                  <a:pt x="244858" y="96094"/>
                </a:lnTo>
                <a:lnTo>
                  <a:pt x="244370" y="95822"/>
                </a:lnTo>
                <a:lnTo>
                  <a:pt x="243899" y="95547"/>
                </a:lnTo>
                <a:lnTo>
                  <a:pt x="243443" y="95270"/>
                </a:lnTo>
                <a:lnTo>
                  <a:pt x="243002" y="94990"/>
                </a:lnTo>
                <a:lnTo>
                  <a:pt x="242578" y="94708"/>
                </a:lnTo>
                <a:lnTo>
                  <a:pt x="242169" y="94423"/>
                </a:lnTo>
                <a:lnTo>
                  <a:pt x="241775" y="94135"/>
                </a:lnTo>
                <a:lnTo>
                  <a:pt x="241397" y="93845"/>
                </a:lnTo>
                <a:lnTo>
                  <a:pt x="241035" y="93552"/>
                </a:lnTo>
                <a:lnTo>
                  <a:pt x="240689" y="93257"/>
                </a:lnTo>
                <a:lnTo>
                  <a:pt x="240358" y="92959"/>
                </a:lnTo>
                <a:lnTo>
                  <a:pt x="240043" y="92658"/>
                </a:lnTo>
                <a:lnTo>
                  <a:pt x="239743" y="92355"/>
                </a:lnTo>
                <a:lnTo>
                  <a:pt x="239459" y="92049"/>
                </a:lnTo>
                <a:lnTo>
                  <a:pt x="239189" y="91739"/>
                </a:lnTo>
                <a:lnTo>
                  <a:pt x="238930" y="91423"/>
                </a:lnTo>
                <a:lnTo>
                  <a:pt x="238683" y="91102"/>
                </a:lnTo>
                <a:lnTo>
                  <a:pt x="238447" y="90775"/>
                </a:lnTo>
                <a:lnTo>
                  <a:pt x="238223" y="90442"/>
                </a:lnTo>
                <a:lnTo>
                  <a:pt x="238010" y="90104"/>
                </a:lnTo>
                <a:lnTo>
                  <a:pt x="237809" y="89760"/>
                </a:lnTo>
                <a:lnTo>
                  <a:pt x="237619" y="89410"/>
                </a:lnTo>
                <a:lnTo>
                  <a:pt x="237441" y="89055"/>
                </a:lnTo>
                <a:lnTo>
                  <a:pt x="237274" y="88694"/>
                </a:lnTo>
                <a:lnTo>
                  <a:pt x="237119" y="88327"/>
                </a:lnTo>
                <a:lnTo>
                  <a:pt x="236975" y="87954"/>
                </a:lnTo>
                <a:lnTo>
                  <a:pt x="236842" y="87576"/>
                </a:lnTo>
                <a:lnTo>
                  <a:pt x="236722" y="87193"/>
                </a:lnTo>
                <a:lnTo>
                  <a:pt x="236612" y="86803"/>
                </a:lnTo>
                <a:lnTo>
                  <a:pt x="236515" y="86408"/>
                </a:lnTo>
                <a:lnTo>
                  <a:pt x="236428" y="86007"/>
                </a:lnTo>
                <a:lnTo>
                  <a:pt x="236354" y="85600"/>
                </a:lnTo>
                <a:lnTo>
                  <a:pt x="236290" y="85188"/>
                </a:lnTo>
                <a:lnTo>
                  <a:pt x="236239" y="84770"/>
                </a:lnTo>
                <a:lnTo>
                  <a:pt x="236198" y="84347"/>
                </a:lnTo>
                <a:lnTo>
                  <a:pt x="236170" y="83918"/>
                </a:lnTo>
                <a:lnTo>
                  <a:pt x="236152" y="83483"/>
                </a:lnTo>
                <a:lnTo>
                  <a:pt x="236147" y="83042"/>
                </a:lnTo>
                <a:lnTo>
                  <a:pt x="236159" y="82256"/>
                </a:lnTo>
                <a:lnTo>
                  <a:pt x="236198" y="81488"/>
                </a:lnTo>
                <a:lnTo>
                  <a:pt x="236262" y="80738"/>
                </a:lnTo>
                <a:lnTo>
                  <a:pt x="236353" y="80005"/>
                </a:lnTo>
                <a:lnTo>
                  <a:pt x="236469" y="79289"/>
                </a:lnTo>
                <a:lnTo>
                  <a:pt x="236610" y="78591"/>
                </a:lnTo>
                <a:lnTo>
                  <a:pt x="236778" y="77911"/>
                </a:lnTo>
                <a:lnTo>
                  <a:pt x="236971" y="77248"/>
                </a:lnTo>
                <a:lnTo>
                  <a:pt x="237190" y="76602"/>
                </a:lnTo>
                <a:lnTo>
                  <a:pt x="237435" y="75974"/>
                </a:lnTo>
                <a:lnTo>
                  <a:pt x="237705" y="75364"/>
                </a:lnTo>
                <a:lnTo>
                  <a:pt x="238002" y="74771"/>
                </a:lnTo>
                <a:lnTo>
                  <a:pt x="238324" y="74196"/>
                </a:lnTo>
                <a:lnTo>
                  <a:pt x="238672" y="73638"/>
                </a:lnTo>
                <a:lnTo>
                  <a:pt x="239045" y="73098"/>
                </a:lnTo>
                <a:lnTo>
                  <a:pt x="239445" y="72575"/>
                </a:lnTo>
                <a:lnTo>
                  <a:pt x="239870" y="72070"/>
                </a:lnTo>
                <a:lnTo>
                  <a:pt x="240321" y="71582"/>
                </a:lnTo>
                <a:lnTo>
                  <a:pt x="240797" y="71112"/>
                </a:lnTo>
                <a:lnTo>
                  <a:pt x="241300" y="70659"/>
                </a:lnTo>
                <a:lnTo>
                  <a:pt x="241828" y="70224"/>
                </a:lnTo>
                <a:lnTo>
                  <a:pt x="242382" y="69807"/>
                </a:lnTo>
                <a:lnTo>
                  <a:pt x="242962" y="69407"/>
                </a:lnTo>
                <a:lnTo>
                  <a:pt x="243567" y="69024"/>
                </a:lnTo>
                <a:lnTo>
                  <a:pt x="244194" y="68658"/>
                </a:lnTo>
                <a:lnTo>
                  <a:pt x="244836" y="68307"/>
                </a:lnTo>
                <a:lnTo>
                  <a:pt x="245493" y="67972"/>
                </a:lnTo>
                <a:lnTo>
                  <a:pt x="246166" y="67653"/>
                </a:lnTo>
                <a:lnTo>
                  <a:pt x="246855" y="67349"/>
                </a:lnTo>
                <a:lnTo>
                  <a:pt x="247559" y="67060"/>
                </a:lnTo>
                <a:lnTo>
                  <a:pt x="248280" y="66788"/>
                </a:lnTo>
                <a:lnTo>
                  <a:pt x="249015" y="66530"/>
                </a:lnTo>
                <a:lnTo>
                  <a:pt x="249767" y="66289"/>
                </a:lnTo>
                <a:lnTo>
                  <a:pt x="250534" y="66063"/>
                </a:lnTo>
                <a:lnTo>
                  <a:pt x="251316" y="65852"/>
                </a:lnTo>
                <a:lnTo>
                  <a:pt x="252115" y="65658"/>
                </a:lnTo>
                <a:lnTo>
                  <a:pt x="252929" y="65478"/>
                </a:lnTo>
                <a:lnTo>
                  <a:pt x="253758" y="65315"/>
                </a:lnTo>
                <a:lnTo>
                  <a:pt x="254604" y="65167"/>
                </a:lnTo>
                <a:lnTo>
                  <a:pt x="255464" y="65034"/>
                </a:lnTo>
                <a:lnTo>
                  <a:pt x="256341" y="64917"/>
                </a:lnTo>
                <a:lnTo>
                  <a:pt x="257233" y="64816"/>
                </a:lnTo>
                <a:lnTo>
                  <a:pt x="258141" y="64730"/>
                </a:lnTo>
                <a:lnTo>
                  <a:pt x="259064" y="64660"/>
                </a:lnTo>
                <a:lnTo>
                  <a:pt x="260004" y="64605"/>
                </a:lnTo>
                <a:lnTo>
                  <a:pt x="260958" y="64567"/>
                </a:lnTo>
                <a:lnTo>
                  <a:pt x="261929" y="64543"/>
                </a:lnTo>
                <a:lnTo>
                  <a:pt x="262915" y="64535"/>
                </a:lnTo>
                <a:lnTo>
                  <a:pt x="263891" y="64546"/>
                </a:lnTo>
                <a:lnTo>
                  <a:pt x="264856" y="64577"/>
                </a:lnTo>
                <a:lnTo>
                  <a:pt x="265807" y="64629"/>
                </a:lnTo>
                <a:lnTo>
                  <a:pt x="266747" y="64701"/>
                </a:lnTo>
                <a:lnTo>
                  <a:pt x="267674" y="64795"/>
                </a:lnTo>
                <a:lnTo>
                  <a:pt x="268588" y="64909"/>
                </a:lnTo>
                <a:lnTo>
                  <a:pt x="269490" y="65044"/>
                </a:lnTo>
                <a:lnTo>
                  <a:pt x="270380" y="65200"/>
                </a:lnTo>
                <a:lnTo>
                  <a:pt x="271257" y="65376"/>
                </a:lnTo>
                <a:lnTo>
                  <a:pt x="272122" y="65573"/>
                </a:lnTo>
                <a:lnTo>
                  <a:pt x="272974" y="65792"/>
                </a:lnTo>
                <a:lnTo>
                  <a:pt x="273814" y="66030"/>
                </a:lnTo>
                <a:lnTo>
                  <a:pt x="274642" y="66290"/>
                </a:lnTo>
                <a:lnTo>
                  <a:pt x="275457" y="66570"/>
                </a:lnTo>
                <a:lnTo>
                  <a:pt x="276260" y="66871"/>
                </a:lnTo>
                <a:lnTo>
                  <a:pt x="277050" y="67193"/>
                </a:lnTo>
                <a:lnTo>
                  <a:pt x="277828" y="67536"/>
                </a:lnTo>
                <a:lnTo>
                  <a:pt x="278593" y="67899"/>
                </a:lnTo>
                <a:lnTo>
                  <a:pt x="279346" y="68283"/>
                </a:lnTo>
                <a:lnTo>
                  <a:pt x="280087" y="68688"/>
                </a:lnTo>
                <a:lnTo>
                  <a:pt x="280815" y="69114"/>
                </a:lnTo>
                <a:lnTo>
                  <a:pt x="281531" y="69560"/>
                </a:lnTo>
                <a:lnTo>
                  <a:pt x="282234" y="70027"/>
                </a:lnTo>
                <a:lnTo>
                  <a:pt x="282925" y="70515"/>
                </a:lnTo>
                <a:lnTo>
                  <a:pt x="283595" y="71028"/>
                </a:lnTo>
                <a:lnTo>
                  <a:pt x="284237" y="71571"/>
                </a:lnTo>
                <a:lnTo>
                  <a:pt x="284850" y="72143"/>
                </a:lnTo>
                <a:lnTo>
                  <a:pt x="285435" y="72744"/>
                </a:lnTo>
                <a:lnTo>
                  <a:pt x="285991" y="73375"/>
                </a:lnTo>
                <a:lnTo>
                  <a:pt x="286519" y="74035"/>
                </a:lnTo>
                <a:lnTo>
                  <a:pt x="287018" y="74725"/>
                </a:lnTo>
                <a:lnTo>
                  <a:pt x="287489" y="75444"/>
                </a:lnTo>
                <a:lnTo>
                  <a:pt x="287931" y="76193"/>
                </a:lnTo>
                <a:lnTo>
                  <a:pt x="288345" y="76971"/>
                </a:lnTo>
                <a:lnTo>
                  <a:pt x="288730" y="77779"/>
                </a:lnTo>
                <a:lnTo>
                  <a:pt x="289087" y="78616"/>
                </a:lnTo>
                <a:lnTo>
                  <a:pt x="289415" y="79483"/>
                </a:lnTo>
                <a:lnTo>
                  <a:pt x="289714" y="80379"/>
                </a:lnTo>
                <a:lnTo>
                  <a:pt x="289985" y="81304"/>
                </a:lnTo>
                <a:lnTo>
                  <a:pt x="290228" y="82259"/>
                </a:lnTo>
                <a:lnTo>
                  <a:pt x="290442" y="83244"/>
                </a:lnTo>
                <a:lnTo>
                  <a:pt x="290627" y="84258"/>
                </a:lnTo>
                <a:lnTo>
                  <a:pt x="290784" y="85301"/>
                </a:lnTo>
                <a:lnTo>
                  <a:pt x="290912" y="86374"/>
                </a:lnTo>
                <a:lnTo>
                  <a:pt x="291012" y="87476"/>
                </a:lnTo>
                <a:lnTo>
                  <a:pt x="291084" y="88608"/>
                </a:lnTo>
                <a:lnTo>
                  <a:pt x="291126" y="89769"/>
                </a:lnTo>
                <a:lnTo>
                  <a:pt x="291141" y="90960"/>
                </a:lnTo>
                <a:lnTo>
                  <a:pt x="312608" y="90960"/>
                </a:lnTo>
                <a:lnTo>
                  <a:pt x="312601" y="90010"/>
                </a:lnTo>
                <a:lnTo>
                  <a:pt x="312581" y="89072"/>
                </a:lnTo>
                <a:lnTo>
                  <a:pt x="312546" y="88145"/>
                </a:lnTo>
                <a:lnTo>
                  <a:pt x="312498" y="87230"/>
                </a:lnTo>
                <a:lnTo>
                  <a:pt x="312436" y="86326"/>
                </a:lnTo>
                <a:lnTo>
                  <a:pt x="312360" y="85433"/>
                </a:lnTo>
                <a:lnTo>
                  <a:pt x="312270" y="84552"/>
                </a:lnTo>
                <a:lnTo>
                  <a:pt x="312167" y="83682"/>
                </a:lnTo>
                <a:lnTo>
                  <a:pt x="312049" y="82824"/>
                </a:lnTo>
                <a:lnTo>
                  <a:pt x="311918" y="81976"/>
                </a:lnTo>
                <a:lnTo>
                  <a:pt x="311773" y="81141"/>
                </a:lnTo>
                <a:lnTo>
                  <a:pt x="311614" y="80316"/>
                </a:lnTo>
                <a:lnTo>
                  <a:pt x="311442" y="79503"/>
                </a:lnTo>
                <a:lnTo>
                  <a:pt x="311256" y="78701"/>
                </a:lnTo>
                <a:lnTo>
                  <a:pt x="311055" y="77911"/>
                </a:lnTo>
                <a:lnTo>
                  <a:pt x="310841" y="77132"/>
                </a:lnTo>
                <a:lnTo>
                  <a:pt x="310614" y="76365"/>
                </a:lnTo>
                <a:lnTo>
                  <a:pt x="310372" y="75608"/>
                </a:lnTo>
                <a:lnTo>
                  <a:pt x="310117" y="74864"/>
                </a:lnTo>
                <a:lnTo>
                  <a:pt x="309848" y="74130"/>
                </a:lnTo>
                <a:lnTo>
                  <a:pt x="309565" y="73408"/>
                </a:lnTo>
                <a:lnTo>
                  <a:pt x="309268" y="72697"/>
                </a:lnTo>
                <a:lnTo>
                  <a:pt x="308957" y="71998"/>
                </a:lnTo>
                <a:lnTo>
                  <a:pt x="308633" y="71310"/>
                </a:lnTo>
                <a:lnTo>
                  <a:pt x="308297" y="70633"/>
                </a:lnTo>
                <a:lnTo>
                  <a:pt x="307950" y="69967"/>
                </a:lnTo>
                <a:lnTo>
                  <a:pt x="307594" y="69310"/>
                </a:lnTo>
                <a:lnTo>
                  <a:pt x="307229" y="68665"/>
                </a:lnTo>
                <a:lnTo>
                  <a:pt x="306853" y="68029"/>
                </a:lnTo>
                <a:lnTo>
                  <a:pt x="306467" y="67404"/>
                </a:lnTo>
                <a:lnTo>
                  <a:pt x="306071" y="66790"/>
                </a:lnTo>
                <a:lnTo>
                  <a:pt x="305666" y="66186"/>
                </a:lnTo>
                <a:lnTo>
                  <a:pt x="305251" y="65592"/>
                </a:lnTo>
                <a:lnTo>
                  <a:pt x="304825" y="65009"/>
                </a:lnTo>
                <a:lnTo>
                  <a:pt x="304390" y="64436"/>
                </a:lnTo>
                <a:lnTo>
                  <a:pt x="303945" y="63874"/>
                </a:lnTo>
                <a:lnTo>
                  <a:pt x="303490" y="63322"/>
                </a:lnTo>
                <a:lnTo>
                  <a:pt x="303025" y="62780"/>
                </a:lnTo>
                <a:lnTo>
                  <a:pt x="302551" y="62249"/>
                </a:lnTo>
                <a:lnTo>
                  <a:pt x="302066" y="61729"/>
                </a:lnTo>
                <a:lnTo>
                  <a:pt x="301571" y="61218"/>
                </a:lnTo>
                <a:lnTo>
                  <a:pt x="301067" y="60719"/>
                </a:lnTo>
                <a:lnTo>
                  <a:pt x="300553" y="60229"/>
                </a:lnTo>
                <a:lnTo>
                  <a:pt x="300028" y="59750"/>
                </a:lnTo>
                <a:lnTo>
                  <a:pt x="299494" y="59282"/>
                </a:lnTo>
                <a:lnTo>
                  <a:pt x="298950" y="58823"/>
                </a:lnTo>
                <a:lnTo>
                  <a:pt x="298397" y="58376"/>
                </a:lnTo>
                <a:lnTo>
                  <a:pt x="297833" y="57939"/>
                </a:lnTo>
                <a:lnTo>
                  <a:pt x="297260" y="57511"/>
                </a:lnTo>
                <a:lnTo>
                  <a:pt x="296681" y="57093"/>
                </a:lnTo>
                <a:lnTo>
                  <a:pt x="296093" y="56684"/>
                </a:lnTo>
                <a:lnTo>
                  <a:pt x="295499" y="56285"/>
                </a:lnTo>
                <a:lnTo>
                  <a:pt x="294897" y="55895"/>
                </a:lnTo>
                <a:lnTo>
                  <a:pt x="294288" y="55515"/>
                </a:lnTo>
                <a:lnTo>
                  <a:pt x="293671" y="55144"/>
                </a:lnTo>
                <a:lnTo>
                  <a:pt x="293047" y="54783"/>
                </a:lnTo>
                <a:lnTo>
                  <a:pt x="292416" y="54431"/>
                </a:lnTo>
                <a:lnTo>
                  <a:pt x="291778" y="54089"/>
                </a:lnTo>
                <a:lnTo>
                  <a:pt x="291132" y="53756"/>
                </a:lnTo>
                <a:lnTo>
                  <a:pt x="290478" y="53433"/>
                </a:lnTo>
                <a:lnTo>
                  <a:pt x="289817" y="53119"/>
                </a:lnTo>
                <a:lnTo>
                  <a:pt x="289149" y="52815"/>
                </a:lnTo>
                <a:lnTo>
                  <a:pt x="288474" y="52520"/>
                </a:lnTo>
                <a:lnTo>
                  <a:pt x="287791" y="52235"/>
                </a:lnTo>
                <a:lnTo>
                  <a:pt x="287101" y="51959"/>
                </a:lnTo>
                <a:lnTo>
                  <a:pt x="286403" y="51693"/>
                </a:lnTo>
                <a:lnTo>
                  <a:pt x="285698" y="51436"/>
                </a:lnTo>
                <a:lnTo>
                  <a:pt x="284986" y="51188"/>
                </a:lnTo>
                <a:lnTo>
                  <a:pt x="284266" y="50951"/>
                </a:lnTo>
                <a:lnTo>
                  <a:pt x="283539" y="50722"/>
                </a:lnTo>
                <a:lnTo>
                  <a:pt x="282805" y="50503"/>
                </a:lnTo>
                <a:lnTo>
                  <a:pt x="282063" y="50294"/>
                </a:lnTo>
                <a:lnTo>
                  <a:pt x="281316" y="50094"/>
                </a:lnTo>
                <a:lnTo>
                  <a:pt x="280564" y="49902"/>
                </a:lnTo>
                <a:lnTo>
                  <a:pt x="279807" y="49718"/>
                </a:lnTo>
                <a:lnTo>
                  <a:pt x="279047" y="49544"/>
                </a:lnTo>
                <a:lnTo>
                  <a:pt x="278282" y="49377"/>
                </a:lnTo>
                <a:lnTo>
                  <a:pt x="277512" y="49220"/>
                </a:lnTo>
                <a:lnTo>
                  <a:pt x="276738" y="49070"/>
                </a:lnTo>
                <a:lnTo>
                  <a:pt x="275960" y="48930"/>
                </a:lnTo>
                <a:lnTo>
                  <a:pt x="275178" y="48798"/>
                </a:lnTo>
                <a:lnTo>
                  <a:pt x="274391" y="48674"/>
                </a:lnTo>
                <a:lnTo>
                  <a:pt x="273599" y="48559"/>
                </a:lnTo>
                <a:lnTo>
                  <a:pt x="272804" y="48452"/>
                </a:lnTo>
                <a:lnTo>
                  <a:pt x="272004" y="48354"/>
                </a:lnTo>
                <a:lnTo>
                  <a:pt x="271199" y="48265"/>
                </a:lnTo>
                <a:lnTo>
                  <a:pt x="270391" y="48184"/>
                </a:lnTo>
                <a:lnTo>
                  <a:pt x="269577" y="48111"/>
                </a:lnTo>
                <a:lnTo>
                  <a:pt x="268760" y="48047"/>
                </a:lnTo>
                <a:lnTo>
                  <a:pt x="267938" y="47992"/>
                </a:lnTo>
                <a:lnTo>
                  <a:pt x="267112" y="47945"/>
                </a:lnTo>
                <a:lnTo>
                  <a:pt x="266281" y="47907"/>
                </a:lnTo>
                <a:lnTo>
                  <a:pt x="265446" y="47877"/>
                </a:lnTo>
                <a:lnTo>
                  <a:pt x="264607" y="47855"/>
                </a:lnTo>
                <a:lnTo>
                  <a:pt x="263763" y="47843"/>
                </a:lnTo>
                <a:lnTo>
                  <a:pt x="262915" y="47838"/>
                </a:lnTo>
                <a:lnTo>
                  <a:pt x="262056" y="47842"/>
                </a:lnTo>
                <a:lnTo>
                  <a:pt x="261202" y="47854"/>
                </a:lnTo>
                <a:lnTo>
                  <a:pt x="260353" y="47874"/>
                </a:lnTo>
                <a:lnTo>
                  <a:pt x="259510" y="47901"/>
                </a:lnTo>
                <a:lnTo>
                  <a:pt x="258671" y="47936"/>
                </a:lnTo>
                <a:lnTo>
                  <a:pt x="257838" y="47979"/>
                </a:lnTo>
                <a:lnTo>
                  <a:pt x="257009" y="48030"/>
                </a:lnTo>
                <a:lnTo>
                  <a:pt x="256186" y="48089"/>
                </a:lnTo>
                <a:lnTo>
                  <a:pt x="255368" y="48155"/>
                </a:lnTo>
                <a:lnTo>
                  <a:pt x="254554" y="48229"/>
                </a:lnTo>
                <a:lnTo>
                  <a:pt x="253746" y="48312"/>
                </a:lnTo>
                <a:lnTo>
                  <a:pt x="252943" y="48401"/>
                </a:lnTo>
                <a:lnTo>
                  <a:pt x="252145" y="48499"/>
                </a:lnTo>
                <a:lnTo>
                  <a:pt x="251352" y="48605"/>
                </a:lnTo>
                <a:lnTo>
                  <a:pt x="250564" y="48718"/>
                </a:lnTo>
                <a:lnTo>
                  <a:pt x="249781" y="48840"/>
                </a:lnTo>
                <a:lnTo>
                  <a:pt x="249003" y="48969"/>
                </a:lnTo>
                <a:lnTo>
                  <a:pt x="248230" y="49105"/>
                </a:lnTo>
                <a:lnTo>
                  <a:pt x="247463" y="49250"/>
                </a:lnTo>
                <a:lnTo>
                  <a:pt x="246700" y="49403"/>
                </a:lnTo>
                <a:lnTo>
                  <a:pt x="245942" y="49563"/>
                </a:lnTo>
                <a:lnTo>
                  <a:pt x="245190" y="49731"/>
                </a:lnTo>
                <a:lnTo>
                  <a:pt x="244442" y="49907"/>
                </a:lnTo>
                <a:lnTo>
                  <a:pt x="243700" y="50091"/>
                </a:lnTo>
                <a:lnTo>
                  <a:pt x="242964" y="50282"/>
                </a:lnTo>
                <a:lnTo>
                  <a:pt x="242236" y="50482"/>
                </a:lnTo>
                <a:lnTo>
                  <a:pt x="241517" y="50689"/>
                </a:lnTo>
                <a:lnTo>
                  <a:pt x="240805" y="50903"/>
                </a:lnTo>
                <a:lnTo>
                  <a:pt x="240101" y="51126"/>
                </a:lnTo>
                <a:lnTo>
                  <a:pt x="239406" y="51356"/>
                </a:lnTo>
                <a:lnTo>
                  <a:pt x="238718" y="51595"/>
                </a:lnTo>
                <a:lnTo>
                  <a:pt x="238039" y="51841"/>
                </a:lnTo>
                <a:lnTo>
                  <a:pt x="237367" y="52095"/>
                </a:lnTo>
                <a:lnTo>
                  <a:pt x="236704" y="52357"/>
                </a:lnTo>
                <a:lnTo>
                  <a:pt x="236048" y="52626"/>
                </a:lnTo>
                <a:lnTo>
                  <a:pt x="235401" y="52904"/>
                </a:lnTo>
                <a:lnTo>
                  <a:pt x="234762" y="53189"/>
                </a:lnTo>
                <a:lnTo>
                  <a:pt x="234131" y="53482"/>
                </a:lnTo>
                <a:lnTo>
                  <a:pt x="233508" y="53783"/>
                </a:lnTo>
                <a:lnTo>
                  <a:pt x="232893" y="54092"/>
                </a:lnTo>
                <a:lnTo>
                  <a:pt x="232286" y="54409"/>
                </a:lnTo>
                <a:lnTo>
                  <a:pt x="231687" y="54734"/>
                </a:lnTo>
                <a:lnTo>
                  <a:pt x="231096" y="55066"/>
                </a:lnTo>
                <a:lnTo>
                  <a:pt x="230513" y="55406"/>
                </a:lnTo>
                <a:lnTo>
                  <a:pt x="229938" y="55754"/>
                </a:lnTo>
                <a:lnTo>
                  <a:pt x="229371" y="56110"/>
                </a:lnTo>
                <a:lnTo>
                  <a:pt x="228812" y="56474"/>
                </a:lnTo>
                <a:lnTo>
                  <a:pt x="228262" y="56845"/>
                </a:lnTo>
                <a:lnTo>
                  <a:pt x="227720" y="57224"/>
                </a:lnTo>
                <a:lnTo>
                  <a:pt x="227189" y="57611"/>
                </a:lnTo>
                <a:lnTo>
                  <a:pt x="226667" y="58006"/>
                </a:lnTo>
                <a:lnTo>
                  <a:pt x="226156" y="58408"/>
                </a:lnTo>
                <a:lnTo>
                  <a:pt x="225655" y="58819"/>
                </a:lnTo>
                <a:lnTo>
                  <a:pt x="225164" y="59237"/>
                </a:lnTo>
                <a:lnTo>
                  <a:pt x="224683" y="59663"/>
                </a:lnTo>
                <a:lnTo>
                  <a:pt x="224213" y="60096"/>
                </a:lnTo>
                <a:lnTo>
                  <a:pt x="223752" y="60538"/>
                </a:lnTo>
                <a:lnTo>
                  <a:pt x="223302" y="60988"/>
                </a:lnTo>
                <a:lnTo>
                  <a:pt x="222861" y="61445"/>
                </a:lnTo>
                <a:lnTo>
                  <a:pt x="222431" y="61910"/>
                </a:lnTo>
                <a:lnTo>
                  <a:pt x="222011" y="62383"/>
                </a:lnTo>
                <a:lnTo>
                  <a:pt x="221601" y="62863"/>
                </a:lnTo>
                <a:lnTo>
                  <a:pt x="221201" y="63352"/>
                </a:lnTo>
                <a:lnTo>
                  <a:pt x="220811" y="63848"/>
                </a:lnTo>
                <a:lnTo>
                  <a:pt x="220432" y="64353"/>
                </a:lnTo>
                <a:lnTo>
                  <a:pt x="220062" y="64865"/>
                </a:lnTo>
                <a:lnTo>
                  <a:pt x="219703" y="65384"/>
                </a:lnTo>
                <a:lnTo>
                  <a:pt x="219354" y="65912"/>
                </a:lnTo>
                <a:lnTo>
                  <a:pt x="219015" y="66447"/>
                </a:lnTo>
                <a:lnTo>
                  <a:pt x="218686" y="66991"/>
                </a:lnTo>
                <a:lnTo>
                  <a:pt x="218367" y="67542"/>
                </a:lnTo>
                <a:lnTo>
                  <a:pt x="218058" y="68101"/>
                </a:lnTo>
                <a:lnTo>
                  <a:pt x="217761" y="68667"/>
                </a:lnTo>
                <a:lnTo>
                  <a:pt x="217476" y="69241"/>
                </a:lnTo>
                <a:lnTo>
                  <a:pt x="217204" y="69822"/>
                </a:lnTo>
                <a:lnTo>
                  <a:pt x="216945" y="70411"/>
                </a:lnTo>
                <a:lnTo>
                  <a:pt x="216698" y="71007"/>
                </a:lnTo>
                <a:lnTo>
                  <a:pt x="216464" y="71610"/>
                </a:lnTo>
                <a:lnTo>
                  <a:pt x="216242" y="72221"/>
                </a:lnTo>
                <a:lnTo>
                  <a:pt x="216034" y="72839"/>
                </a:lnTo>
                <a:lnTo>
                  <a:pt x="215837" y="73464"/>
                </a:lnTo>
                <a:lnTo>
                  <a:pt x="215654" y="74097"/>
                </a:lnTo>
                <a:lnTo>
                  <a:pt x="215483" y="74737"/>
                </a:lnTo>
                <a:lnTo>
                  <a:pt x="215325" y="75384"/>
                </a:lnTo>
                <a:lnTo>
                  <a:pt x="215179" y="76039"/>
                </a:lnTo>
                <a:lnTo>
                  <a:pt x="215047" y="76701"/>
                </a:lnTo>
                <a:lnTo>
                  <a:pt x="214926" y="77370"/>
                </a:lnTo>
                <a:lnTo>
                  <a:pt x="214819" y="78047"/>
                </a:lnTo>
                <a:lnTo>
                  <a:pt x="214724" y="78731"/>
                </a:lnTo>
                <a:lnTo>
                  <a:pt x="214642" y="79422"/>
                </a:lnTo>
                <a:lnTo>
                  <a:pt x="214572" y="80121"/>
                </a:lnTo>
                <a:lnTo>
                  <a:pt x="214515" y="80827"/>
                </a:lnTo>
                <a:lnTo>
                  <a:pt x="214471" y="81541"/>
                </a:lnTo>
                <a:lnTo>
                  <a:pt x="214439" y="82262"/>
                </a:lnTo>
                <a:lnTo>
                  <a:pt x="214420" y="82990"/>
                </a:lnTo>
                <a:lnTo>
                  <a:pt x="214414" y="83725"/>
                </a:lnTo>
                <a:lnTo>
                  <a:pt x="214423" y="84662"/>
                </a:lnTo>
                <a:lnTo>
                  <a:pt x="214450" y="85586"/>
                </a:lnTo>
                <a:lnTo>
                  <a:pt x="214495" y="86496"/>
                </a:lnTo>
                <a:lnTo>
                  <a:pt x="214557" y="87393"/>
                </a:lnTo>
                <a:lnTo>
                  <a:pt x="214638" y="88276"/>
                </a:lnTo>
                <a:lnTo>
                  <a:pt x="214737" y="89145"/>
                </a:lnTo>
                <a:lnTo>
                  <a:pt x="214854" y="90001"/>
                </a:lnTo>
                <a:lnTo>
                  <a:pt x="214988" y="90844"/>
                </a:lnTo>
                <a:lnTo>
                  <a:pt x="215141" y="91673"/>
                </a:lnTo>
                <a:lnTo>
                  <a:pt x="215311" y="92489"/>
                </a:lnTo>
                <a:lnTo>
                  <a:pt x="215500" y="93291"/>
                </a:lnTo>
                <a:lnTo>
                  <a:pt x="215706" y="94079"/>
                </a:lnTo>
                <a:lnTo>
                  <a:pt x="215930" y="94854"/>
                </a:lnTo>
                <a:lnTo>
                  <a:pt x="216172" y="95616"/>
                </a:lnTo>
                <a:lnTo>
                  <a:pt x="216433" y="96364"/>
                </a:lnTo>
                <a:lnTo>
                  <a:pt x="216711" y="97098"/>
                </a:lnTo>
                <a:lnTo>
                  <a:pt x="217007" y="97819"/>
                </a:lnTo>
                <a:lnTo>
                  <a:pt x="217321" y="98527"/>
                </a:lnTo>
                <a:lnTo>
                  <a:pt x="217653" y="99221"/>
                </a:lnTo>
                <a:lnTo>
                  <a:pt x="218003" y="99902"/>
                </a:lnTo>
                <a:lnTo>
                  <a:pt x="218371" y="100569"/>
                </a:lnTo>
                <a:lnTo>
                  <a:pt x="218757" y="101222"/>
                </a:lnTo>
                <a:lnTo>
                  <a:pt x="219160" y="101862"/>
                </a:lnTo>
                <a:lnTo>
                  <a:pt x="219582" y="102489"/>
                </a:lnTo>
                <a:lnTo>
                  <a:pt x="220022" y="103104"/>
                </a:lnTo>
                <a:lnTo>
                  <a:pt x="220479" y="103710"/>
                </a:lnTo>
                <a:lnTo>
                  <a:pt x="220955" y="104308"/>
                </a:lnTo>
                <a:lnTo>
                  <a:pt x="221448" y="104896"/>
                </a:lnTo>
                <a:lnTo>
                  <a:pt x="221960" y="105475"/>
                </a:lnTo>
                <a:lnTo>
                  <a:pt x="222489" y="106045"/>
                </a:lnTo>
                <a:lnTo>
                  <a:pt x="223036" y="106607"/>
                </a:lnTo>
                <a:lnTo>
                  <a:pt x="223602" y="107159"/>
                </a:lnTo>
                <a:lnTo>
                  <a:pt x="224185" y="107702"/>
                </a:lnTo>
                <a:lnTo>
                  <a:pt x="224786" y="108237"/>
                </a:lnTo>
                <a:lnTo>
                  <a:pt x="225405" y="108762"/>
                </a:lnTo>
                <a:lnTo>
                  <a:pt x="226042" y="109278"/>
                </a:lnTo>
                <a:lnTo>
                  <a:pt x="226697" y="109785"/>
                </a:lnTo>
                <a:lnTo>
                  <a:pt x="227370" y="110284"/>
                </a:lnTo>
                <a:lnTo>
                  <a:pt x="228061" y="110773"/>
                </a:lnTo>
                <a:lnTo>
                  <a:pt x="228770" y="111253"/>
                </a:lnTo>
                <a:lnTo>
                  <a:pt x="229497" y="111724"/>
                </a:lnTo>
                <a:lnTo>
                  <a:pt x="230241" y="112187"/>
                </a:lnTo>
                <a:lnTo>
                  <a:pt x="231004" y="112640"/>
                </a:lnTo>
                <a:lnTo>
                  <a:pt x="231785" y="113084"/>
                </a:lnTo>
                <a:lnTo>
                  <a:pt x="232583" y="113520"/>
                </a:lnTo>
                <a:lnTo>
                  <a:pt x="233400" y="113946"/>
                </a:lnTo>
                <a:lnTo>
                  <a:pt x="234234" y="114363"/>
                </a:lnTo>
                <a:lnTo>
                  <a:pt x="235086" y="114771"/>
                </a:lnTo>
                <a:lnTo>
                  <a:pt x="235956" y="115173"/>
                </a:lnTo>
                <a:lnTo>
                  <a:pt x="236842" y="115570"/>
                </a:lnTo>
                <a:lnTo>
                  <a:pt x="237745" y="115964"/>
                </a:lnTo>
                <a:lnTo>
                  <a:pt x="238664" y="116353"/>
                </a:lnTo>
                <a:lnTo>
                  <a:pt x="239600" y="116738"/>
                </a:lnTo>
                <a:lnTo>
                  <a:pt x="240553" y="117120"/>
                </a:lnTo>
                <a:lnTo>
                  <a:pt x="241522" y="117497"/>
                </a:lnTo>
                <a:lnTo>
                  <a:pt x="242507" y="117870"/>
                </a:lnTo>
                <a:lnTo>
                  <a:pt x="243509" y="118240"/>
                </a:lnTo>
                <a:lnTo>
                  <a:pt x="244528" y="118605"/>
                </a:lnTo>
                <a:lnTo>
                  <a:pt x="245563" y="118966"/>
                </a:lnTo>
                <a:lnTo>
                  <a:pt x="246615" y="119323"/>
                </a:lnTo>
                <a:lnTo>
                  <a:pt x="247684" y="119677"/>
                </a:lnTo>
                <a:lnTo>
                  <a:pt x="248769" y="120026"/>
                </a:lnTo>
                <a:lnTo>
                  <a:pt x="249870" y="120371"/>
                </a:lnTo>
                <a:lnTo>
                  <a:pt x="250988" y="120712"/>
                </a:lnTo>
                <a:lnTo>
                  <a:pt x="252123" y="121050"/>
                </a:lnTo>
                <a:lnTo>
                  <a:pt x="253274" y="121383"/>
                </a:lnTo>
                <a:lnTo>
                  <a:pt x="254442" y="121712"/>
                </a:lnTo>
                <a:lnTo>
                  <a:pt x="255626" y="122037"/>
                </a:lnTo>
                <a:lnTo>
                  <a:pt x="256827" y="122358"/>
                </a:lnTo>
                <a:lnTo>
                  <a:pt x="258045" y="122676"/>
                </a:lnTo>
                <a:lnTo>
                  <a:pt x="259279" y="122989"/>
                </a:lnTo>
                <a:lnTo>
                  <a:pt x="260529" y="123298"/>
                </a:lnTo>
                <a:lnTo>
                  <a:pt x="262056" y="123674"/>
                </a:lnTo>
                <a:lnTo>
                  <a:pt x="263544" y="124050"/>
                </a:lnTo>
                <a:lnTo>
                  <a:pt x="264993" y="124428"/>
                </a:lnTo>
                <a:lnTo>
                  <a:pt x="266403" y="124806"/>
                </a:lnTo>
                <a:lnTo>
                  <a:pt x="267774" y="125186"/>
                </a:lnTo>
                <a:lnTo>
                  <a:pt x="269106" y="125566"/>
                </a:lnTo>
                <a:lnTo>
                  <a:pt x="270399" y="125947"/>
                </a:lnTo>
                <a:lnTo>
                  <a:pt x="271653" y="126330"/>
                </a:lnTo>
                <a:lnTo>
                  <a:pt x="272869" y="126713"/>
                </a:lnTo>
                <a:lnTo>
                  <a:pt x="274046" y="127097"/>
                </a:lnTo>
                <a:lnTo>
                  <a:pt x="275183" y="127483"/>
                </a:lnTo>
                <a:lnTo>
                  <a:pt x="276282" y="127869"/>
                </a:lnTo>
                <a:lnTo>
                  <a:pt x="277342" y="128256"/>
                </a:lnTo>
                <a:lnTo>
                  <a:pt x="278363" y="128644"/>
                </a:lnTo>
                <a:lnTo>
                  <a:pt x="279346" y="129033"/>
                </a:lnTo>
                <a:lnTo>
                  <a:pt x="280289" y="129423"/>
                </a:lnTo>
                <a:lnTo>
                  <a:pt x="281194" y="129814"/>
                </a:lnTo>
                <a:lnTo>
                  <a:pt x="282059" y="130206"/>
                </a:lnTo>
                <a:lnTo>
                  <a:pt x="282886" y="130599"/>
                </a:lnTo>
                <a:lnTo>
                  <a:pt x="283674" y="130993"/>
                </a:lnTo>
                <a:lnTo>
                  <a:pt x="284423" y="131388"/>
                </a:lnTo>
                <a:lnTo>
                  <a:pt x="285133" y="131784"/>
                </a:lnTo>
                <a:lnTo>
                  <a:pt x="285804" y="132180"/>
                </a:lnTo>
                <a:lnTo>
                  <a:pt x="286436" y="132578"/>
                </a:lnTo>
                <a:lnTo>
                  <a:pt x="287037" y="132985"/>
                </a:lnTo>
                <a:lnTo>
                  <a:pt x="287611" y="133409"/>
                </a:lnTo>
                <a:lnTo>
                  <a:pt x="288160" y="133851"/>
                </a:lnTo>
                <a:lnTo>
                  <a:pt x="288684" y="134310"/>
                </a:lnTo>
                <a:lnTo>
                  <a:pt x="289182" y="134787"/>
                </a:lnTo>
                <a:lnTo>
                  <a:pt x="289654" y="135281"/>
                </a:lnTo>
                <a:lnTo>
                  <a:pt x="290101" y="135793"/>
                </a:lnTo>
                <a:lnTo>
                  <a:pt x="290522" y="136323"/>
                </a:lnTo>
                <a:lnTo>
                  <a:pt x="290918" y="136870"/>
                </a:lnTo>
                <a:lnTo>
                  <a:pt x="291288" y="137434"/>
                </a:lnTo>
                <a:lnTo>
                  <a:pt x="291633" y="138016"/>
                </a:lnTo>
                <a:lnTo>
                  <a:pt x="291952" y="138616"/>
                </a:lnTo>
                <a:lnTo>
                  <a:pt x="292246" y="139233"/>
                </a:lnTo>
                <a:lnTo>
                  <a:pt x="292514" y="139868"/>
                </a:lnTo>
                <a:lnTo>
                  <a:pt x="292757" y="140520"/>
                </a:lnTo>
                <a:lnTo>
                  <a:pt x="292974" y="141190"/>
                </a:lnTo>
                <a:lnTo>
                  <a:pt x="293165" y="141877"/>
                </a:lnTo>
                <a:lnTo>
                  <a:pt x="293331" y="142582"/>
                </a:lnTo>
                <a:lnTo>
                  <a:pt x="293472" y="143305"/>
                </a:lnTo>
                <a:lnTo>
                  <a:pt x="293587" y="144045"/>
                </a:lnTo>
                <a:lnTo>
                  <a:pt x="293676" y="144802"/>
                </a:lnTo>
                <a:lnTo>
                  <a:pt x="293740" y="145577"/>
                </a:lnTo>
                <a:lnTo>
                  <a:pt x="293778" y="146370"/>
                </a:lnTo>
                <a:lnTo>
                  <a:pt x="293791" y="147180"/>
                </a:lnTo>
                <a:lnTo>
                  <a:pt x="293777" y="148145"/>
                </a:lnTo>
                <a:lnTo>
                  <a:pt x="293734" y="149088"/>
                </a:lnTo>
                <a:lnTo>
                  <a:pt x="293664" y="150007"/>
                </a:lnTo>
                <a:lnTo>
                  <a:pt x="293565" y="150903"/>
                </a:lnTo>
                <a:lnTo>
                  <a:pt x="293437" y="151777"/>
                </a:lnTo>
                <a:lnTo>
                  <a:pt x="293282" y="152627"/>
                </a:lnTo>
                <a:lnTo>
                  <a:pt x="293098" y="153455"/>
                </a:lnTo>
                <a:lnTo>
                  <a:pt x="292885" y="154259"/>
                </a:lnTo>
                <a:lnTo>
                  <a:pt x="292645" y="155040"/>
                </a:lnTo>
                <a:lnTo>
                  <a:pt x="292376" y="155798"/>
                </a:lnTo>
                <a:lnTo>
                  <a:pt x="292079" y="156534"/>
                </a:lnTo>
                <a:lnTo>
                  <a:pt x="291754" y="157246"/>
                </a:lnTo>
                <a:lnTo>
                  <a:pt x="291400" y="157935"/>
                </a:lnTo>
                <a:lnTo>
                  <a:pt x="291018" y="158601"/>
                </a:lnTo>
                <a:lnTo>
                  <a:pt x="290608" y="159244"/>
                </a:lnTo>
                <a:lnTo>
                  <a:pt x="290169" y="159865"/>
                </a:lnTo>
                <a:lnTo>
                  <a:pt x="289702" y="160462"/>
                </a:lnTo>
                <a:lnTo>
                  <a:pt x="289207" y="161036"/>
                </a:lnTo>
                <a:lnTo>
                  <a:pt x="288683" y="161587"/>
                </a:lnTo>
                <a:lnTo>
                  <a:pt x="288131" y="162115"/>
                </a:lnTo>
                <a:lnTo>
                  <a:pt x="287551" y="162620"/>
                </a:lnTo>
                <a:lnTo>
                  <a:pt x="286943" y="163102"/>
                </a:lnTo>
                <a:lnTo>
                  <a:pt x="286306" y="163561"/>
                </a:lnTo>
                <a:lnTo>
                  <a:pt x="285641" y="163997"/>
                </a:lnTo>
                <a:lnTo>
                  <a:pt x="284954" y="164413"/>
                </a:lnTo>
                <a:lnTo>
                  <a:pt x="284252" y="164810"/>
                </a:lnTo>
                <a:lnTo>
                  <a:pt x="283534" y="165191"/>
                </a:lnTo>
                <a:lnTo>
                  <a:pt x="282801" y="165553"/>
                </a:lnTo>
                <a:lnTo>
                  <a:pt x="282053" y="165898"/>
                </a:lnTo>
                <a:lnTo>
                  <a:pt x="281289" y="166225"/>
                </a:lnTo>
                <a:lnTo>
                  <a:pt x="280510" y="166535"/>
                </a:lnTo>
                <a:lnTo>
                  <a:pt x="279715" y="166827"/>
                </a:lnTo>
                <a:lnTo>
                  <a:pt x="278905" y="167101"/>
                </a:lnTo>
                <a:lnTo>
                  <a:pt x="278079" y="167357"/>
                </a:lnTo>
                <a:lnTo>
                  <a:pt x="277238" y="167596"/>
                </a:lnTo>
                <a:lnTo>
                  <a:pt x="276382" y="167817"/>
                </a:lnTo>
                <a:lnTo>
                  <a:pt x="275510" y="168021"/>
                </a:lnTo>
                <a:lnTo>
                  <a:pt x="274623" y="168206"/>
                </a:lnTo>
                <a:lnTo>
                  <a:pt x="273720" y="168374"/>
                </a:lnTo>
                <a:lnTo>
                  <a:pt x="272802" y="168525"/>
                </a:lnTo>
                <a:lnTo>
                  <a:pt x="271868" y="168657"/>
                </a:lnTo>
                <a:lnTo>
                  <a:pt x="270920" y="168772"/>
                </a:lnTo>
                <a:lnTo>
                  <a:pt x="269955" y="168869"/>
                </a:lnTo>
                <a:lnTo>
                  <a:pt x="268976" y="168949"/>
                </a:lnTo>
                <a:lnTo>
                  <a:pt x="267980" y="169011"/>
                </a:lnTo>
                <a:lnTo>
                  <a:pt x="266970" y="169055"/>
                </a:lnTo>
                <a:lnTo>
                  <a:pt x="265944" y="169082"/>
                </a:lnTo>
                <a:lnTo>
                  <a:pt x="264903" y="169091"/>
                </a:lnTo>
                <a:lnTo>
                  <a:pt x="263740" y="169079"/>
                </a:lnTo>
                <a:lnTo>
                  <a:pt x="262594" y="169046"/>
                </a:lnTo>
                <a:lnTo>
                  <a:pt x="261464" y="168990"/>
                </a:lnTo>
                <a:lnTo>
                  <a:pt x="260351" y="168911"/>
                </a:lnTo>
                <a:lnTo>
                  <a:pt x="259254" y="168810"/>
                </a:lnTo>
                <a:lnTo>
                  <a:pt x="258173" y="168687"/>
                </a:lnTo>
                <a:lnTo>
                  <a:pt x="257109" y="168541"/>
                </a:lnTo>
                <a:lnTo>
                  <a:pt x="256061" y="168373"/>
                </a:lnTo>
                <a:lnTo>
                  <a:pt x="255029" y="168183"/>
                </a:lnTo>
                <a:lnTo>
                  <a:pt x="254014" y="167970"/>
                </a:lnTo>
                <a:lnTo>
                  <a:pt x="253015" y="167734"/>
                </a:lnTo>
                <a:lnTo>
                  <a:pt x="252032" y="167477"/>
                </a:lnTo>
                <a:lnTo>
                  <a:pt x="251066" y="167196"/>
                </a:lnTo>
                <a:lnTo>
                  <a:pt x="250115" y="166894"/>
                </a:lnTo>
                <a:lnTo>
                  <a:pt x="249182" y="166569"/>
                </a:lnTo>
                <a:lnTo>
                  <a:pt x="248264" y="166221"/>
                </a:lnTo>
                <a:lnTo>
                  <a:pt x="247363" y="165851"/>
                </a:lnTo>
                <a:lnTo>
                  <a:pt x="246479" y="165459"/>
                </a:lnTo>
                <a:lnTo>
                  <a:pt x="245610" y="165044"/>
                </a:lnTo>
                <a:lnTo>
                  <a:pt x="244758" y="164607"/>
                </a:lnTo>
                <a:lnTo>
                  <a:pt x="243923" y="164148"/>
                </a:lnTo>
                <a:lnTo>
                  <a:pt x="243103" y="163666"/>
                </a:lnTo>
                <a:lnTo>
                  <a:pt x="242300" y="163161"/>
                </a:lnTo>
                <a:lnTo>
                  <a:pt x="241513" y="162634"/>
                </a:lnTo>
                <a:lnTo>
                  <a:pt x="240751" y="162080"/>
                </a:lnTo>
                <a:lnTo>
                  <a:pt x="240021" y="161493"/>
                </a:lnTo>
                <a:lnTo>
                  <a:pt x="239324" y="160874"/>
                </a:lnTo>
                <a:lnTo>
                  <a:pt x="238659" y="160222"/>
                </a:lnTo>
                <a:lnTo>
                  <a:pt x="238026" y="159538"/>
                </a:lnTo>
                <a:lnTo>
                  <a:pt x="237426" y="158821"/>
                </a:lnTo>
                <a:lnTo>
                  <a:pt x="236858" y="158072"/>
                </a:lnTo>
                <a:lnTo>
                  <a:pt x="236323" y="157290"/>
                </a:lnTo>
                <a:lnTo>
                  <a:pt x="235820" y="156475"/>
                </a:lnTo>
                <a:lnTo>
                  <a:pt x="235350" y="155628"/>
                </a:lnTo>
                <a:lnTo>
                  <a:pt x="234912" y="154749"/>
                </a:lnTo>
                <a:lnTo>
                  <a:pt x="234507" y="153837"/>
                </a:lnTo>
                <a:lnTo>
                  <a:pt x="234134" y="152892"/>
                </a:lnTo>
                <a:lnTo>
                  <a:pt x="233793" y="151915"/>
                </a:lnTo>
                <a:lnTo>
                  <a:pt x="233485" y="150905"/>
                </a:lnTo>
                <a:lnTo>
                  <a:pt x="233209" y="149863"/>
                </a:lnTo>
                <a:lnTo>
                  <a:pt x="232966" y="148789"/>
                </a:lnTo>
                <a:lnTo>
                  <a:pt x="232755" y="147681"/>
                </a:lnTo>
                <a:lnTo>
                  <a:pt x="232577" y="146542"/>
                </a:lnTo>
                <a:lnTo>
                  <a:pt x="232431" y="145369"/>
                </a:lnTo>
                <a:lnTo>
                  <a:pt x="232317" y="144165"/>
                </a:lnTo>
                <a:lnTo>
                  <a:pt x="232236" y="142927"/>
                </a:lnTo>
                <a:lnTo>
                  <a:pt x="232187" y="141658"/>
                </a:lnTo>
                <a:lnTo>
                  <a:pt x="232171" y="140355"/>
                </a:lnTo>
                <a:lnTo>
                  <a:pt x="210836" y="140355"/>
                </a:lnTo>
                <a:lnTo>
                  <a:pt x="210843" y="141373"/>
                </a:lnTo>
                <a:lnTo>
                  <a:pt x="210865" y="142377"/>
                </a:lnTo>
                <a:lnTo>
                  <a:pt x="210901" y="143369"/>
                </a:lnTo>
                <a:lnTo>
                  <a:pt x="210952" y="144349"/>
                </a:lnTo>
                <a:lnTo>
                  <a:pt x="211017" y="145316"/>
                </a:lnTo>
                <a:lnTo>
                  <a:pt x="211097" y="146271"/>
                </a:lnTo>
                <a:lnTo>
                  <a:pt x="211191" y="147213"/>
                </a:lnTo>
                <a:lnTo>
                  <a:pt x="211300" y="148142"/>
                </a:lnTo>
                <a:lnTo>
                  <a:pt x="211423" y="149059"/>
                </a:lnTo>
                <a:lnTo>
                  <a:pt x="211561" y="149963"/>
                </a:lnTo>
                <a:lnTo>
                  <a:pt x="211713" y="150855"/>
                </a:lnTo>
                <a:lnTo>
                  <a:pt x="211880" y="151734"/>
                </a:lnTo>
                <a:lnTo>
                  <a:pt x="212061" y="152601"/>
                </a:lnTo>
                <a:lnTo>
                  <a:pt x="212256" y="153455"/>
                </a:lnTo>
                <a:lnTo>
                  <a:pt x="212467" y="154296"/>
                </a:lnTo>
                <a:lnTo>
                  <a:pt x="212691" y="155125"/>
                </a:lnTo>
                <a:lnTo>
                  <a:pt x="212930" y="155942"/>
                </a:lnTo>
                <a:lnTo>
                  <a:pt x="213184" y="156746"/>
                </a:lnTo>
                <a:lnTo>
                  <a:pt x="213452" y="157537"/>
                </a:lnTo>
                <a:lnTo>
                  <a:pt x="213735" y="158316"/>
                </a:lnTo>
                <a:lnTo>
                  <a:pt x="214032" y="159082"/>
                </a:lnTo>
                <a:lnTo>
                  <a:pt x="214343" y="159836"/>
                </a:lnTo>
                <a:lnTo>
                  <a:pt x="214670" y="160577"/>
                </a:lnTo>
                <a:lnTo>
                  <a:pt x="215010" y="161305"/>
                </a:lnTo>
                <a:lnTo>
                  <a:pt x="215364" y="162021"/>
                </a:lnTo>
                <a:lnTo>
                  <a:pt x="215728" y="162726"/>
                </a:lnTo>
                <a:lnTo>
                  <a:pt x="216105" y="163419"/>
                </a:lnTo>
                <a:lnTo>
                  <a:pt x="216492" y="164100"/>
                </a:lnTo>
                <a:lnTo>
                  <a:pt x="216890" y="164770"/>
                </a:lnTo>
                <a:lnTo>
                  <a:pt x="217300" y="165428"/>
                </a:lnTo>
                <a:lnTo>
                  <a:pt x="217721" y="166074"/>
                </a:lnTo>
                <a:lnTo>
                  <a:pt x="218154" y="166709"/>
                </a:lnTo>
                <a:lnTo>
                  <a:pt x="218597" y="167333"/>
                </a:lnTo>
                <a:lnTo>
                  <a:pt x="219052" y="167944"/>
                </a:lnTo>
                <a:lnTo>
                  <a:pt x="219519" y="168544"/>
                </a:lnTo>
                <a:lnTo>
                  <a:pt x="219996" y="169133"/>
                </a:lnTo>
                <a:lnTo>
                  <a:pt x="220485" y="169710"/>
                </a:lnTo>
                <a:lnTo>
                  <a:pt x="220985" y="170275"/>
                </a:lnTo>
                <a:lnTo>
                  <a:pt x="221496" y="170829"/>
                </a:lnTo>
                <a:lnTo>
                  <a:pt x="222019" y="171371"/>
                </a:lnTo>
                <a:lnTo>
                  <a:pt x="222553" y="171901"/>
                </a:lnTo>
                <a:lnTo>
                  <a:pt x="223098" y="172420"/>
                </a:lnTo>
                <a:lnTo>
                  <a:pt x="223654" y="172928"/>
                </a:lnTo>
                <a:lnTo>
                  <a:pt x="224222" y="173423"/>
                </a:lnTo>
                <a:lnTo>
                  <a:pt x="224801" y="173907"/>
                </a:lnTo>
                <a:lnTo>
                  <a:pt x="225391" y="174380"/>
                </a:lnTo>
                <a:lnTo>
                  <a:pt x="225993" y="174841"/>
                </a:lnTo>
                <a:lnTo>
                  <a:pt x="226605" y="175290"/>
                </a:lnTo>
                <a:lnTo>
                  <a:pt x="227228" y="175728"/>
                </a:lnTo>
                <a:lnTo>
                  <a:pt x="227858" y="176157"/>
                </a:lnTo>
                <a:lnTo>
                  <a:pt x="228497" y="176575"/>
                </a:lnTo>
                <a:lnTo>
                  <a:pt x="229143" y="176984"/>
                </a:lnTo>
                <a:lnTo>
                  <a:pt x="229798" y="177383"/>
                </a:lnTo>
                <a:lnTo>
                  <a:pt x="230461" y="177771"/>
                </a:lnTo>
                <a:lnTo>
                  <a:pt x="231132" y="178150"/>
                </a:lnTo>
                <a:lnTo>
                  <a:pt x="231810" y="178519"/>
                </a:lnTo>
                <a:lnTo>
                  <a:pt x="232497" y="178878"/>
                </a:lnTo>
                <a:lnTo>
                  <a:pt x="233192" y="179227"/>
                </a:lnTo>
                <a:lnTo>
                  <a:pt x="233895" y="179566"/>
                </a:lnTo>
                <a:lnTo>
                  <a:pt x="234606" y="179895"/>
                </a:lnTo>
                <a:lnTo>
                  <a:pt x="235325" y="180214"/>
                </a:lnTo>
                <a:lnTo>
                  <a:pt x="236052" y="180523"/>
                </a:lnTo>
                <a:lnTo>
                  <a:pt x="236787" y="180822"/>
                </a:lnTo>
                <a:lnTo>
                  <a:pt x="237531" y="181111"/>
                </a:lnTo>
                <a:lnTo>
                  <a:pt x="238282" y="181391"/>
                </a:lnTo>
                <a:lnTo>
                  <a:pt x="239041" y="181660"/>
                </a:lnTo>
                <a:lnTo>
                  <a:pt x="239809" y="181919"/>
                </a:lnTo>
                <a:lnTo>
                  <a:pt x="240584" y="182169"/>
                </a:lnTo>
                <a:lnTo>
                  <a:pt x="241367" y="182408"/>
                </a:lnTo>
                <a:lnTo>
                  <a:pt x="242159" y="182638"/>
                </a:lnTo>
                <a:lnTo>
                  <a:pt x="242959" y="182857"/>
                </a:lnTo>
                <a:lnTo>
                  <a:pt x="243766" y="183067"/>
                </a:lnTo>
                <a:lnTo>
                  <a:pt x="244580" y="183267"/>
                </a:lnTo>
                <a:lnTo>
                  <a:pt x="245397" y="183459"/>
                </a:lnTo>
                <a:lnTo>
                  <a:pt x="246219" y="183642"/>
                </a:lnTo>
                <a:lnTo>
                  <a:pt x="247044" y="183817"/>
                </a:lnTo>
                <a:lnTo>
                  <a:pt x="247873" y="183983"/>
                </a:lnTo>
                <a:lnTo>
                  <a:pt x="248707" y="184141"/>
                </a:lnTo>
                <a:lnTo>
                  <a:pt x="249544" y="184290"/>
                </a:lnTo>
                <a:lnTo>
                  <a:pt x="250385" y="184431"/>
                </a:lnTo>
                <a:lnTo>
                  <a:pt x="251230" y="184563"/>
                </a:lnTo>
                <a:lnTo>
                  <a:pt x="252078" y="184687"/>
                </a:lnTo>
                <a:lnTo>
                  <a:pt x="252931" y="184802"/>
                </a:lnTo>
                <a:lnTo>
                  <a:pt x="253788" y="184909"/>
                </a:lnTo>
                <a:lnTo>
                  <a:pt x="254648" y="185007"/>
                </a:lnTo>
                <a:lnTo>
                  <a:pt x="255513" y="185096"/>
                </a:lnTo>
                <a:lnTo>
                  <a:pt x="256381" y="185177"/>
                </a:lnTo>
                <a:lnTo>
                  <a:pt x="257253" y="185250"/>
                </a:lnTo>
                <a:lnTo>
                  <a:pt x="258130" y="185314"/>
                </a:lnTo>
                <a:lnTo>
                  <a:pt x="259010" y="185369"/>
                </a:lnTo>
                <a:lnTo>
                  <a:pt x="259894" y="185416"/>
                </a:lnTo>
                <a:lnTo>
                  <a:pt x="260782" y="185454"/>
                </a:lnTo>
                <a:lnTo>
                  <a:pt x="261673" y="185484"/>
                </a:lnTo>
                <a:lnTo>
                  <a:pt x="262569" y="185505"/>
                </a:lnTo>
                <a:lnTo>
                  <a:pt x="263469" y="185518"/>
                </a:lnTo>
                <a:lnTo>
                  <a:pt x="264372" y="185523"/>
                </a:lnTo>
                <a:lnTo>
                  <a:pt x="265275" y="185518"/>
                </a:lnTo>
                <a:lnTo>
                  <a:pt x="266173" y="185506"/>
                </a:lnTo>
                <a:lnTo>
                  <a:pt x="267065" y="185486"/>
                </a:lnTo>
                <a:lnTo>
                  <a:pt x="267952" y="185458"/>
                </a:lnTo>
                <a:lnTo>
                  <a:pt x="268834" y="185422"/>
                </a:lnTo>
                <a:close/>
                <a:moveTo>
                  <a:pt x="1859416" y="25550"/>
                </a:moveTo>
                <a:lnTo>
                  <a:pt x="1859890" y="25480"/>
                </a:lnTo>
                <a:lnTo>
                  <a:pt x="1860355" y="25398"/>
                </a:lnTo>
                <a:lnTo>
                  <a:pt x="1860812" y="25303"/>
                </a:lnTo>
                <a:lnTo>
                  <a:pt x="1861261" y="25196"/>
                </a:lnTo>
                <a:lnTo>
                  <a:pt x="1861701" y="25075"/>
                </a:lnTo>
                <a:lnTo>
                  <a:pt x="1862133" y="24943"/>
                </a:lnTo>
                <a:lnTo>
                  <a:pt x="1862557" y="24797"/>
                </a:lnTo>
                <a:lnTo>
                  <a:pt x="1862972" y="24639"/>
                </a:lnTo>
                <a:lnTo>
                  <a:pt x="1863380" y="24468"/>
                </a:lnTo>
                <a:lnTo>
                  <a:pt x="1863778" y="24285"/>
                </a:lnTo>
                <a:lnTo>
                  <a:pt x="1864169" y="24088"/>
                </a:lnTo>
                <a:lnTo>
                  <a:pt x="1864551" y="23880"/>
                </a:lnTo>
                <a:lnTo>
                  <a:pt x="1864926" y="23658"/>
                </a:lnTo>
                <a:lnTo>
                  <a:pt x="1865291" y="23424"/>
                </a:lnTo>
                <a:lnTo>
                  <a:pt x="1865649" y="23177"/>
                </a:lnTo>
                <a:lnTo>
                  <a:pt x="1865998" y="22918"/>
                </a:lnTo>
                <a:lnTo>
                  <a:pt x="1866339" y="22646"/>
                </a:lnTo>
                <a:lnTo>
                  <a:pt x="1866672" y="22361"/>
                </a:lnTo>
                <a:lnTo>
                  <a:pt x="1866996" y="22064"/>
                </a:lnTo>
                <a:lnTo>
                  <a:pt x="1867310" y="21757"/>
                </a:lnTo>
                <a:lnTo>
                  <a:pt x="1867610" y="21443"/>
                </a:lnTo>
                <a:lnTo>
                  <a:pt x="1867897" y="21123"/>
                </a:lnTo>
                <a:lnTo>
                  <a:pt x="1868170" y="20796"/>
                </a:lnTo>
                <a:lnTo>
                  <a:pt x="1868431" y="20462"/>
                </a:lnTo>
                <a:lnTo>
                  <a:pt x="1868677" y="20122"/>
                </a:lnTo>
                <a:lnTo>
                  <a:pt x="1868911" y="19775"/>
                </a:lnTo>
                <a:lnTo>
                  <a:pt x="1869131" y="19421"/>
                </a:lnTo>
                <a:lnTo>
                  <a:pt x="1869338" y="19061"/>
                </a:lnTo>
                <a:lnTo>
                  <a:pt x="1869531" y="18694"/>
                </a:lnTo>
                <a:lnTo>
                  <a:pt x="1869712" y="18320"/>
                </a:lnTo>
                <a:lnTo>
                  <a:pt x="1869878" y="17939"/>
                </a:lnTo>
                <a:lnTo>
                  <a:pt x="1870032" y="17552"/>
                </a:lnTo>
                <a:lnTo>
                  <a:pt x="1870172" y="17159"/>
                </a:lnTo>
                <a:lnTo>
                  <a:pt x="1870299" y="16758"/>
                </a:lnTo>
                <a:lnTo>
                  <a:pt x="1870412" y="16351"/>
                </a:lnTo>
                <a:lnTo>
                  <a:pt x="1870512" y="15937"/>
                </a:lnTo>
                <a:lnTo>
                  <a:pt x="1870599" y="15517"/>
                </a:lnTo>
                <a:lnTo>
                  <a:pt x="1870672" y="15090"/>
                </a:lnTo>
                <a:lnTo>
                  <a:pt x="1870732" y="14656"/>
                </a:lnTo>
                <a:lnTo>
                  <a:pt x="1870779" y="14215"/>
                </a:lnTo>
                <a:lnTo>
                  <a:pt x="1870812" y="13768"/>
                </a:lnTo>
                <a:lnTo>
                  <a:pt x="1870832" y="13315"/>
                </a:lnTo>
                <a:lnTo>
                  <a:pt x="1870839" y="12854"/>
                </a:lnTo>
                <a:lnTo>
                  <a:pt x="1870832" y="12394"/>
                </a:lnTo>
                <a:lnTo>
                  <a:pt x="1870812" y="11940"/>
                </a:lnTo>
                <a:lnTo>
                  <a:pt x="1870779" y="11493"/>
                </a:lnTo>
                <a:lnTo>
                  <a:pt x="1870732" y="11052"/>
                </a:lnTo>
                <a:lnTo>
                  <a:pt x="1870672" y="10618"/>
                </a:lnTo>
                <a:lnTo>
                  <a:pt x="1870599" y="10191"/>
                </a:lnTo>
                <a:lnTo>
                  <a:pt x="1870512" y="9771"/>
                </a:lnTo>
                <a:lnTo>
                  <a:pt x="1870412" y="9357"/>
                </a:lnTo>
                <a:lnTo>
                  <a:pt x="1870299" y="8950"/>
                </a:lnTo>
                <a:lnTo>
                  <a:pt x="1870172" y="8550"/>
                </a:lnTo>
                <a:lnTo>
                  <a:pt x="1870032" y="8156"/>
                </a:lnTo>
                <a:lnTo>
                  <a:pt x="1869878" y="7769"/>
                </a:lnTo>
                <a:lnTo>
                  <a:pt x="1869712" y="7388"/>
                </a:lnTo>
                <a:lnTo>
                  <a:pt x="1869531" y="7015"/>
                </a:lnTo>
                <a:lnTo>
                  <a:pt x="1869338" y="6648"/>
                </a:lnTo>
                <a:lnTo>
                  <a:pt x="1869131" y="6287"/>
                </a:lnTo>
                <a:lnTo>
                  <a:pt x="1868911" y="5933"/>
                </a:lnTo>
                <a:lnTo>
                  <a:pt x="1868677" y="5586"/>
                </a:lnTo>
                <a:lnTo>
                  <a:pt x="1868431" y="5246"/>
                </a:lnTo>
                <a:lnTo>
                  <a:pt x="1868170" y="4912"/>
                </a:lnTo>
                <a:lnTo>
                  <a:pt x="1867897" y="4585"/>
                </a:lnTo>
                <a:lnTo>
                  <a:pt x="1867610" y="4265"/>
                </a:lnTo>
                <a:lnTo>
                  <a:pt x="1867310" y="3951"/>
                </a:lnTo>
                <a:lnTo>
                  <a:pt x="1866996" y="3644"/>
                </a:lnTo>
                <a:lnTo>
                  <a:pt x="1866672" y="3347"/>
                </a:lnTo>
                <a:lnTo>
                  <a:pt x="1866339" y="3062"/>
                </a:lnTo>
                <a:lnTo>
                  <a:pt x="1865998" y="2790"/>
                </a:lnTo>
                <a:lnTo>
                  <a:pt x="1865649" y="2531"/>
                </a:lnTo>
                <a:lnTo>
                  <a:pt x="1865291" y="2284"/>
                </a:lnTo>
                <a:lnTo>
                  <a:pt x="1864926" y="2050"/>
                </a:lnTo>
                <a:lnTo>
                  <a:pt x="1864551" y="1828"/>
                </a:lnTo>
                <a:lnTo>
                  <a:pt x="1864169" y="1620"/>
                </a:lnTo>
                <a:lnTo>
                  <a:pt x="1863778" y="1424"/>
                </a:lnTo>
                <a:lnTo>
                  <a:pt x="1863380" y="1240"/>
                </a:lnTo>
                <a:lnTo>
                  <a:pt x="1862972" y="1069"/>
                </a:lnTo>
                <a:lnTo>
                  <a:pt x="1862557" y="911"/>
                </a:lnTo>
                <a:lnTo>
                  <a:pt x="1862133" y="766"/>
                </a:lnTo>
                <a:lnTo>
                  <a:pt x="1861701" y="633"/>
                </a:lnTo>
                <a:lnTo>
                  <a:pt x="1861261" y="512"/>
                </a:lnTo>
                <a:lnTo>
                  <a:pt x="1860812" y="405"/>
                </a:lnTo>
                <a:lnTo>
                  <a:pt x="1860355" y="310"/>
                </a:lnTo>
                <a:lnTo>
                  <a:pt x="1859890" y="228"/>
                </a:lnTo>
                <a:lnTo>
                  <a:pt x="1859416" y="158"/>
                </a:lnTo>
                <a:lnTo>
                  <a:pt x="1858935" y="101"/>
                </a:lnTo>
                <a:lnTo>
                  <a:pt x="1858445" y="57"/>
                </a:lnTo>
                <a:lnTo>
                  <a:pt x="1857946" y="25"/>
                </a:lnTo>
                <a:lnTo>
                  <a:pt x="1857440" y="6"/>
                </a:lnTo>
                <a:lnTo>
                  <a:pt x="1856925" y="0"/>
                </a:lnTo>
                <a:lnTo>
                  <a:pt x="1856410" y="6"/>
                </a:lnTo>
                <a:lnTo>
                  <a:pt x="1855904" y="25"/>
                </a:lnTo>
                <a:lnTo>
                  <a:pt x="1855406" y="57"/>
                </a:lnTo>
                <a:lnTo>
                  <a:pt x="1854917" y="101"/>
                </a:lnTo>
                <a:lnTo>
                  <a:pt x="1854436" y="158"/>
                </a:lnTo>
                <a:lnTo>
                  <a:pt x="1853964" y="228"/>
                </a:lnTo>
                <a:lnTo>
                  <a:pt x="1853500" y="310"/>
                </a:lnTo>
                <a:lnTo>
                  <a:pt x="1853045" y="405"/>
                </a:lnTo>
                <a:lnTo>
                  <a:pt x="1852598" y="512"/>
                </a:lnTo>
                <a:lnTo>
                  <a:pt x="1852160" y="633"/>
                </a:lnTo>
                <a:lnTo>
                  <a:pt x="1851731" y="766"/>
                </a:lnTo>
                <a:lnTo>
                  <a:pt x="1851310" y="911"/>
                </a:lnTo>
                <a:lnTo>
                  <a:pt x="1850897" y="1069"/>
                </a:lnTo>
                <a:lnTo>
                  <a:pt x="1850493" y="1240"/>
                </a:lnTo>
                <a:lnTo>
                  <a:pt x="1850097" y="1424"/>
                </a:lnTo>
                <a:lnTo>
                  <a:pt x="1849710" y="1620"/>
                </a:lnTo>
                <a:lnTo>
                  <a:pt x="1849332" y="1828"/>
                </a:lnTo>
                <a:lnTo>
                  <a:pt x="1848962" y="2050"/>
                </a:lnTo>
                <a:lnTo>
                  <a:pt x="1848600" y="2284"/>
                </a:lnTo>
                <a:lnTo>
                  <a:pt x="1848247" y="2531"/>
                </a:lnTo>
                <a:lnTo>
                  <a:pt x="1847902" y="2790"/>
                </a:lnTo>
                <a:lnTo>
                  <a:pt x="1847566" y="3062"/>
                </a:lnTo>
                <a:lnTo>
                  <a:pt x="1847239" y="3347"/>
                </a:lnTo>
                <a:lnTo>
                  <a:pt x="1846920" y="3644"/>
                </a:lnTo>
                <a:lnTo>
                  <a:pt x="1846612" y="3951"/>
                </a:lnTo>
                <a:lnTo>
                  <a:pt x="1846317" y="4265"/>
                </a:lnTo>
                <a:lnTo>
                  <a:pt x="1846035" y="4585"/>
                </a:lnTo>
                <a:lnTo>
                  <a:pt x="1845766" y="4912"/>
                </a:lnTo>
                <a:lnTo>
                  <a:pt x="1845510" y="5246"/>
                </a:lnTo>
                <a:lnTo>
                  <a:pt x="1845268" y="5586"/>
                </a:lnTo>
                <a:lnTo>
                  <a:pt x="1845038" y="5933"/>
                </a:lnTo>
                <a:lnTo>
                  <a:pt x="1844822" y="6287"/>
                </a:lnTo>
                <a:lnTo>
                  <a:pt x="1844619" y="6648"/>
                </a:lnTo>
                <a:lnTo>
                  <a:pt x="1844428" y="7015"/>
                </a:lnTo>
                <a:lnTo>
                  <a:pt x="1844251" y="7388"/>
                </a:lnTo>
                <a:lnTo>
                  <a:pt x="1844087" y="7769"/>
                </a:lnTo>
                <a:lnTo>
                  <a:pt x="1843937" y="8156"/>
                </a:lnTo>
                <a:lnTo>
                  <a:pt x="1843799" y="8550"/>
                </a:lnTo>
                <a:lnTo>
                  <a:pt x="1843674" y="8950"/>
                </a:lnTo>
                <a:lnTo>
                  <a:pt x="1843563" y="9357"/>
                </a:lnTo>
                <a:lnTo>
                  <a:pt x="1843465" y="9771"/>
                </a:lnTo>
                <a:lnTo>
                  <a:pt x="1843379" y="10191"/>
                </a:lnTo>
                <a:lnTo>
                  <a:pt x="1843307" y="10618"/>
                </a:lnTo>
                <a:lnTo>
                  <a:pt x="1843248" y="11052"/>
                </a:lnTo>
                <a:lnTo>
                  <a:pt x="1843202" y="11493"/>
                </a:lnTo>
                <a:lnTo>
                  <a:pt x="1843169" y="11940"/>
                </a:lnTo>
                <a:lnTo>
                  <a:pt x="1843150" y="12394"/>
                </a:lnTo>
                <a:lnTo>
                  <a:pt x="1843143" y="12854"/>
                </a:lnTo>
                <a:lnTo>
                  <a:pt x="1843150" y="13315"/>
                </a:lnTo>
                <a:lnTo>
                  <a:pt x="1843169" y="13768"/>
                </a:lnTo>
                <a:lnTo>
                  <a:pt x="1843202" y="14215"/>
                </a:lnTo>
                <a:lnTo>
                  <a:pt x="1843248" y="14656"/>
                </a:lnTo>
                <a:lnTo>
                  <a:pt x="1843307" y="15090"/>
                </a:lnTo>
                <a:lnTo>
                  <a:pt x="1843379" y="15517"/>
                </a:lnTo>
                <a:lnTo>
                  <a:pt x="1843465" y="15937"/>
                </a:lnTo>
                <a:lnTo>
                  <a:pt x="1843563" y="16351"/>
                </a:lnTo>
                <a:lnTo>
                  <a:pt x="1843674" y="16758"/>
                </a:lnTo>
                <a:lnTo>
                  <a:pt x="1843799" y="17159"/>
                </a:lnTo>
                <a:lnTo>
                  <a:pt x="1843937" y="17552"/>
                </a:lnTo>
                <a:lnTo>
                  <a:pt x="1844087" y="17939"/>
                </a:lnTo>
                <a:lnTo>
                  <a:pt x="1844251" y="18320"/>
                </a:lnTo>
                <a:lnTo>
                  <a:pt x="1844428" y="18694"/>
                </a:lnTo>
                <a:lnTo>
                  <a:pt x="1844619" y="19061"/>
                </a:lnTo>
                <a:lnTo>
                  <a:pt x="1844822" y="19421"/>
                </a:lnTo>
                <a:lnTo>
                  <a:pt x="1845038" y="19775"/>
                </a:lnTo>
                <a:lnTo>
                  <a:pt x="1845268" y="20122"/>
                </a:lnTo>
                <a:lnTo>
                  <a:pt x="1845510" y="20462"/>
                </a:lnTo>
                <a:lnTo>
                  <a:pt x="1845766" y="20796"/>
                </a:lnTo>
                <a:lnTo>
                  <a:pt x="1846035" y="21123"/>
                </a:lnTo>
                <a:lnTo>
                  <a:pt x="1846317" y="21443"/>
                </a:lnTo>
                <a:lnTo>
                  <a:pt x="1846612" y="21757"/>
                </a:lnTo>
                <a:lnTo>
                  <a:pt x="1846920" y="22064"/>
                </a:lnTo>
                <a:lnTo>
                  <a:pt x="1847239" y="22361"/>
                </a:lnTo>
                <a:lnTo>
                  <a:pt x="1847566" y="22646"/>
                </a:lnTo>
                <a:lnTo>
                  <a:pt x="1847902" y="22918"/>
                </a:lnTo>
                <a:lnTo>
                  <a:pt x="1848247" y="23177"/>
                </a:lnTo>
                <a:lnTo>
                  <a:pt x="1848600" y="23424"/>
                </a:lnTo>
                <a:lnTo>
                  <a:pt x="1848962" y="23658"/>
                </a:lnTo>
                <a:lnTo>
                  <a:pt x="1849332" y="23880"/>
                </a:lnTo>
                <a:lnTo>
                  <a:pt x="1849710" y="24088"/>
                </a:lnTo>
                <a:lnTo>
                  <a:pt x="1850097" y="24285"/>
                </a:lnTo>
                <a:lnTo>
                  <a:pt x="1850493" y="24468"/>
                </a:lnTo>
                <a:lnTo>
                  <a:pt x="1850897" y="24639"/>
                </a:lnTo>
                <a:lnTo>
                  <a:pt x="1851310" y="24797"/>
                </a:lnTo>
                <a:lnTo>
                  <a:pt x="1851731" y="24943"/>
                </a:lnTo>
                <a:lnTo>
                  <a:pt x="1852160" y="25075"/>
                </a:lnTo>
                <a:lnTo>
                  <a:pt x="1852598" y="25196"/>
                </a:lnTo>
                <a:lnTo>
                  <a:pt x="1853045" y="25303"/>
                </a:lnTo>
                <a:lnTo>
                  <a:pt x="1853500" y="25398"/>
                </a:lnTo>
                <a:lnTo>
                  <a:pt x="1853964" y="25480"/>
                </a:lnTo>
                <a:lnTo>
                  <a:pt x="1854436" y="25550"/>
                </a:lnTo>
                <a:lnTo>
                  <a:pt x="1854917" y="25607"/>
                </a:lnTo>
                <a:lnTo>
                  <a:pt x="1855406" y="25651"/>
                </a:lnTo>
                <a:lnTo>
                  <a:pt x="1855904" y="25683"/>
                </a:lnTo>
                <a:lnTo>
                  <a:pt x="1856410" y="25702"/>
                </a:lnTo>
                <a:lnTo>
                  <a:pt x="1856925" y="25708"/>
                </a:lnTo>
                <a:lnTo>
                  <a:pt x="1857440" y="25702"/>
                </a:lnTo>
                <a:lnTo>
                  <a:pt x="1857946" y="25683"/>
                </a:lnTo>
                <a:lnTo>
                  <a:pt x="1858445" y="25651"/>
                </a:lnTo>
                <a:lnTo>
                  <a:pt x="1858935" y="25607"/>
                </a:lnTo>
                <a:lnTo>
                  <a:pt x="1859416" y="25550"/>
                </a:lnTo>
                <a:close/>
                <a:moveTo>
                  <a:pt x="1266692" y="69311"/>
                </a:moveTo>
                <a:lnTo>
                  <a:pt x="1266120" y="67996"/>
                </a:lnTo>
                <a:lnTo>
                  <a:pt x="1265516" y="66715"/>
                </a:lnTo>
                <a:lnTo>
                  <a:pt x="1264879" y="65471"/>
                </a:lnTo>
                <a:lnTo>
                  <a:pt x="1264209" y="64262"/>
                </a:lnTo>
                <a:lnTo>
                  <a:pt x="1263507" y="63089"/>
                </a:lnTo>
                <a:lnTo>
                  <a:pt x="1262772" y="61952"/>
                </a:lnTo>
                <a:lnTo>
                  <a:pt x="1262004" y="60850"/>
                </a:lnTo>
                <a:lnTo>
                  <a:pt x="1261199" y="59788"/>
                </a:lnTo>
                <a:lnTo>
                  <a:pt x="1260352" y="58772"/>
                </a:lnTo>
                <a:lnTo>
                  <a:pt x="1259463" y="57800"/>
                </a:lnTo>
                <a:lnTo>
                  <a:pt x="1258533" y="56874"/>
                </a:lnTo>
                <a:lnTo>
                  <a:pt x="1257560" y="55993"/>
                </a:lnTo>
                <a:lnTo>
                  <a:pt x="1256546" y="55157"/>
                </a:lnTo>
                <a:lnTo>
                  <a:pt x="1255490" y="54367"/>
                </a:lnTo>
                <a:lnTo>
                  <a:pt x="1254392" y="53621"/>
                </a:lnTo>
                <a:lnTo>
                  <a:pt x="1253252" y="52921"/>
                </a:lnTo>
                <a:lnTo>
                  <a:pt x="1252070" y="52266"/>
                </a:lnTo>
                <a:lnTo>
                  <a:pt x="1250846" y="51656"/>
                </a:lnTo>
                <a:lnTo>
                  <a:pt x="1249581" y="51091"/>
                </a:lnTo>
                <a:lnTo>
                  <a:pt x="1248273" y="50572"/>
                </a:lnTo>
                <a:lnTo>
                  <a:pt x="1246924" y="50097"/>
                </a:lnTo>
                <a:lnTo>
                  <a:pt x="1245533" y="49668"/>
                </a:lnTo>
                <a:lnTo>
                  <a:pt x="1244099" y="49284"/>
                </a:lnTo>
                <a:lnTo>
                  <a:pt x="1242625" y="48945"/>
                </a:lnTo>
                <a:lnTo>
                  <a:pt x="1241108" y="48652"/>
                </a:lnTo>
                <a:lnTo>
                  <a:pt x="1239549" y="48403"/>
                </a:lnTo>
                <a:lnTo>
                  <a:pt x="1237949" y="48200"/>
                </a:lnTo>
                <a:lnTo>
                  <a:pt x="1236306" y="48042"/>
                </a:lnTo>
                <a:lnTo>
                  <a:pt x="1234622" y="47929"/>
                </a:lnTo>
                <a:lnTo>
                  <a:pt x="1232896" y="47861"/>
                </a:lnTo>
                <a:lnTo>
                  <a:pt x="1231128" y="47838"/>
                </a:lnTo>
                <a:lnTo>
                  <a:pt x="1229768" y="47850"/>
                </a:lnTo>
                <a:lnTo>
                  <a:pt x="1228427" y="47887"/>
                </a:lnTo>
                <a:lnTo>
                  <a:pt x="1227105" y="47947"/>
                </a:lnTo>
                <a:lnTo>
                  <a:pt x="1225801" y="48032"/>
                </a:lnTo>
                <a:lnTo>
                  <a:pt x="1224517" y="48140"/>
                </a:lnTo>
                <a:lnTo>
                  <a:pt x="1223251" y="48273"/>
                </a:lnTo>
                <a:lnTo>
                  <a:pt x="1222005" y="48430"/>
                </a:lnTo>
                <a:lnTo>
                  <a:pt x="1220777" y="48611"/>
                </a:lnTo>
                <a:lnTo>
                  <a:pt x="1219568" y="48817"/>
                </a:lnTo>
                <a:lnTo>
                  <a:pt x="1218378" y="49046"/>
                </a:lnTo>
                <a:lnTo>
                  <a:pt x="1217206" y="49300"/>
                </a:lnTo>
                <a:lnTo>
                  <a:pt x="1216054" y="49578"/>
                </a:lnTo>
                <a:lnTo>
                  <a:pt x="1214920" y="49880"/>
                </a:lnTo>
                <a:lnTo>
                  <a:pt x="1213806" y="50206"/>
                </a:lnTo>
                <a:lnTo>
                  <a:pt x="1212710" y="50556"/>
                </a:lnTo>
                <a:lnTo>
                  <a:pt x="1211633" y="50930"/>
                </a:lnTo>
                <a:lnTo>
                  <a:pt x="1210575" y="51329"/>
                </a:lnTo>
                <a:lnTo>
                  <a:pt x="1209536" y="51752"/>
                </a:lnTo>
                <a:lnTo>
                  <a:pt x="1208515" y="52199"/>
                </a:lnTo>
                <a:lnTo>
                  <a:pt x="1207514" y="52670"/>
                </a:lnTo>
                <a:lnTo>
                  <a:pt x="1206531" y="53165"/>
                </a:lnTo>
                <a:lnTo>
                  <a:pt x="1205568" y="53684"/>
                </a:lnTo>
                <a:lnTo>
                  <a:pt x="1204623" y="54228"/>
                </a:lnTo>
                <a:lnTo>
                  <a:pt x="1203697" y="54795"/>
                </a:lnTo>
                <a:lnTo>
                  <a:pt x="1202789" y="55377"/>
                </a:lnTo>
                <a:lnTo>
                  <a:pt x="1201900" y="55961"/>
                </a:lnTo>
                <a:lnTo>
                  <a:pt x="1201030" y="56548"/>
                </a:lnTo>
                <a:lnTo>
                  <a:pt x="1200178" y="57138"/>
                </a:lnTo>
                <a:lnTo>
                  <a:pt x="1199344" y="57732"/>
                </a:lnTo>
                <a:lnTo>
                  <a:pt x="1198529" y="58328"/>
                </a:lnTo>
                <a:lnTo>
                  <a:pt x="1197732" y="58927"/>
                </a:lnTo>
                <a:lnTo>
                  <a:pt x="1196953" y="59529"/>
                </a:lnTo>
                <a:lnTo>
                  <a:pt x="1196193" y="60134"/>
                </a:lnTo>
                <a:lnTo>
                  <a:pt x="1195451" y="60743"/>
                </a:lnTo>
                <a:lnTo>
                  <a:pt x="1194728" y="61354"/>
                </a:lnTo>
                <a:lnTo>
                  <a:pt x="1194023" y="61968"/>
                </a:lnTo>
                <a:lnTo>
                  <a:pt x="1193337" y="62585"/>
                </a:lnTo>
                <a:lnTo>
                  <a:pt x="1192669" y="63205"/>
                </a:lnTo>
                <a:lnTo>
                  <a:pt x="1192019" y="63828"/>
                </a:lnTo>
                <a:lnTo>
                  <a:pt x="1191388" y="64454"/>
                </a:lnTo>
                <a:lnTo>
                  <a:pt x="1190775" y="65083"/>
                </a:lnTo>
                <a:lnTo>
                  <a:pt x="1190180" y="65716"/>
                </a:lnTo>
                <a:lnTo>
                  <a:pt x="1189604" y="66351"/>
                </a:lnTo>
                <a:lnTo>
                  <a:pt x="1189046" y="66989"/>
                </a:lnTo>
                <a:lnTo>
                  <a:pt x="1188507" y="67630"/>
                </a:lnTo>
                <a:lnTo>
                  <a:pt x="1187986" y="68274"/>
                </a:lnTo>
                <a:lnTo>
                  <a:pt x="1187484" y="68921"/>
                </a:lnTo>
                <a:lnTo>
                  <a:pt x="1187000" y="69571"/>
                </a:lnTo>
                <a:lnTo>
                  <a:pt x="1186205" y="50091"/>
                </a:lnTo>
                <a:lnTo>
                  <a:pt x="1165002" y="50091"/>
                </a:lnTo>
                <a:lnTo>
                  <a:pt x="1165002" y="183137"/>
                </a:lnTo>
                <a:lnTo>
                  <a:pt x="1187132" y="183137"/>
                </a:lnTo>
                <a:lnTo>
                  <a:pt x="1187132" y="88144"/>
                </a:lnTo>
                <a:lnTo>
                  <a:pt x="1187614" y="87469"/>
                </a:lnTo>
                <a:lnTo>
                  <a:pt x="1188108" y="86799"/>
                </a:lnTo>
                <a:lnTo>
                  <a:pt x="1188615" y="86133"/>
                </a:lnTo>
                <a:lnTo>
                  <a:pt x="1189135" y="85472"/>
                </a:lnTo>
                <a:lnTo>
                  <a:pt x="1189668" y="84816"/>
                </a:lnTo>
                <a:lnTo>
                  <a:pt x="1190213" y="84163"/>
                </a:lnTo>
                <a:lnTo>
                  <a:pt x="1190772" y="83516"/>
                </a:lnTo>
                <a:lnTo>
                  <a:pt x="1191343" y="82873"/>
                </a:lnTo>
                <a:lnTo>
                  <a:pt x="1191928" y="82235"/>
                </a:lnTo>
                <a:lnTo>
                  <a:pt x="1192525" y="81601"/>
                </a:lnTo>
                <a:lnTo>
                  <a:pt x="1193135" y="80972"/>
                </a:lnTo>
                <a:lnTo>
                  <a:pt x="1193758" y="80347"/>
                </a:lnTo>
                <a:lnTo>
                  <a:pt x="1194394" y="79727"/>
                </a:lnTo>
                <a:lnTo>
                  <a:pt x="1195043" y="79112"/>
                </a:lnTo>
                <a:lnTo>
                  <a:pt x="1195704" y="78501"/>
                </a:lnTo>
                <a:lnTo>
                  <a:pt x="1196379" y="77894"/>
                </a:lnTo>
                <a:lnTo>
                  <a:pt x="1197066" y="77292"/>
                </a:lnTo>
                <a:lnTo>
                  <a:pt x="1197767" y="76695"/>
                </a:lnTo>
                <a:lnTo>
                  <a:pt x="1198480" y="76102"/>
                </a:lnTo>
                <a:lnTo>
                  <a:pt x="1199206" y="75514"/>
                </a:lnTo>
                <a:lnTo>
                  <a:pt x="1199945" y="74930"/>
                </a:lnTo>
                <a:lnTo>
                  <a:pt x="1200697" y="74351"/>
                </a:lnTo>
                <a:lnTo>
                  <a:pt x="1201462" y="73777"/>
                </a:lnTo>
                <a:lnTo>
                  <a:pt x="1202239" y="73207"/>
                </a:lnTo>
                <a:lnTo>
                  <a:pt x="1203031" y="72651"/>
                </a:lnTo>
                <a:lnTo>
                  <a:pt x="1203837" y="72118"/>
                </a:lnTo>
                <a:lnTo>
                  <a:pt x="1204658" y="71609"/>
                </a:lnTo>
                <a:lnTo>
                  <a:pt x="1205493" y="71124"/>
                </a:lnTo>
                <a:lnTo>
                  <a:pt x="1206343" y="70663"/>
                </a:lnTo>
                <a:lnTo>
                  <a:pt x="1207208" y="70225"/>
                </a:lnTo>
                <a:lnTo>
                  <a:pt x="1208088" y="69811"/>
                </a:lnTo>
                <a:lnTo>
                  <a:pt x="1208983" y="69420"/>
                </a:lnTo>
                <a:lnTo>
                  <a:pt x="1209892" y="69053"/>
                </a:lnTo>
                <a:lnTo>
                  <a:pt x="1210816" y="68710"/>
                </a:lnTo>
                <a:lnTo>
                  <a:pt x="1211755" y="68390"/>
                </a:lnTo>
                <a:lnTo>
                  <a:pt x="1212708" y="68095"/>
                </a:lnTo>
                <a:lnTo>
                  <a:pt x="1213676" y="67822"/>
                </a:lnTo>
                <a:lnTo>
                  <a:pt x="1214659" y="67574"/>
                </a:lnTo>
                <a:lnTo>
                  <a:pt x="1215656" y="67349"/>
                </a:lnTo>
                <a:lnTo>
                  <a:pt x="1216669" y="67148"/>
                </a:lnTo>
                <a:lnTo>
                  <a:pt x="1217696" y="66970"/>
                </a:lnTo>
                <a:lnTo>
                  <a:pt x="1218737" y="66817"/>
                </a:lnTo>
                <a:lnTo>
                  <a:pt x="1219794" y="66686"/>
                </a:lnTo>
                <a:lnTo>
                  <a:pt x="1220865" y="66580"/>
                </a:lnTo>
                <a:lnTo>
                  <a:pt x="1221951" y="66497"/>
                </a:lnTo>
                <a:lnTo>
                  <a:pt x="1223052" y="66438"/>
                </a:lnTo>
                <a:lnTo>
                  <a:pt x="1224167" y="66402"/>
                </a:lnTo>
                <a:lnTo>
                  <a:pt x="1225297" y="66391"/>
                </a:lnTo>
                <a:lnTo>
                  <a:pt x="1226095" y="66398"/>
                </a:lnTo>
                <a:lnTo>
                  <a:pt x="1226878" y="66421"/>
                </a:lnTo>
                <a:lnTo>
                  <a:pt x="1227645" y="66458"/>
                </a:lnTo>
                <a:lnTo>
                  <a:pt x="1228396" y="66511"/>
                </a:lnTo>
                <a:lnTo>
                  <a:pt x="1229132" y="66579"/>
                </a:lnTo>
                <a:lnTo>
                  <a:pt x="1229852" y="66662"/>
                </a:lnTo>
                <a:lnTo>
                  <a:pt x="1230557" y="66759"/>
                </a:lnTo>
                <a:lnTo>
                  <a:pt x="1231245" y="66872"/>
                </a:lnTo>
                <a:lnTo>
                  <a:pt x="1231919" y="67000"/>
                </a:lnTo>
                <a:lnTo>
                  <a:pt x="1232576" y="67143"/>
                </a:lnTo>
                <a:lnTo>
                  <a:pt x="1233218" y="67301"/>
                </a:lnTo>
                <a:lnTo>
                  <a:pt x="1233844" y="67474"/>
                </a:lnTo>
                <a:lnTo>
                  <a:pt x="1234455" y="67663"/>
                </a:lnTo>
                <a:lnTo>
                  <a:pt x="1235050" y="67866"/>
                </a:lnTo>
                <a:lnTo>
                  <a:pt x="1235629" y="68084"/>
                </a:lnTo>
                <a:lnTo>
                  <a:pt x="1236193" y="68318"/>
                </a:lnTo>
                <a:lnTo>
                  <a:pt x="1236741" y="68566"/>
                </a:lnTo>
                <a:lnTo>
                  <a:pt x="1237273" y="68829"/>
                </a:lnTo>
                <a:lnTo>
                  <a:pt x="1237790" y="69108"/>
                </a:lnTo>
                <a:lnTo>
                  <a:pt x="1238291" y="69401"/>
                </a:lnTo>
                <a:lnTo>
                  <a:pt x="1238776" y="69710"/>
                </a:lnTo>
                <a:lnTo>
                  <a:pt x="1239246" y="70034"/>
                </a:lnTo>
                <a:lnTo>
                  <a:pt x="1239700" y="70373"/>
                </a:lnTo>
                <a:lnTo>
                  <a:pt x="1240139" y="70726"/>
                </a:lnTo>
                <a:lnTo>
                  <a:pt x="1240564" y="71093"/>
                </a:lnTo>
                <a:lnTo>
                  <a:pt x="1240978" y="71471"/>
                </a:lnTo>
                <a:lnTo>
                  <a:pt x="1241380" y="71861"/>
                </a:lnTo>
                <a:lnTo>
                  <a:pt x="1241771" y="72262"/>
                </a:lnTo>
                <a:lnTo>
                  <a:pt x="1242151" y="72673"/>
                </a:lnTo>
                <a:lnTo>
                  <a:pt x="1242520" y="73097"/>
                </a:lnTo>
                <a:lnTo>
                  <a:pt x="1242877" y="73531"/>
                </a:lnTo>
                <a:lnTo>
                  <a:pt x="1243223" y="73977"/>
                </a:lnTo>
                <a:lnTo>
                  <a:pt x="1243558" y="74434"/>
                </a:lnTo>
                <a:lnTo>
                  <a:pt x="1243882" y="74902"/>
                </a:lnTo>
                <a:lnTo>
                  <a:pt x="1244194" y="75381"/>
                </a:lnTo>
                <a:lnTo>
                  <a:pt x="1244495" y="75872"/>
                </a:lnTo>
                <a:lnTo>
                  <a:pt x="1244785" y="76374"/>
                </a:lnTo>
                <a:lnTo>
                  <a:pt x="1245063" y="76887"/>
                </a:lnTo>
                <a:lnTo>
                  <a:pt x="1245331" y="77411"/>
                </a:lnTo>
                <a:lnTo>
                  <a:pt x="1245587" y="77947"/>
                </a:lnTo>
                <a:lnTo>
                  <a:pt x="1245831" y="78493"/>
                </a:lnTo>
                <a:lnTo>
                  <a:pt x="1246065" y="79052"/>
                </a:lnTo>
                <a:lnTo>
                  <a:pt x="1246287" y="79621"/>
                </a:lnTo>
                <a:lnTo>
                  <a:pt x="1246498" y="80201"/>
                </a:lnTo>
                <a:lnTo>
                  <a:pt x="1246697" y="80793"/>
                </a:lnTo>
                <a:lnTo>
                  <a:pt x="1246886" y="81396"/>
                </a:lnTo>
                <a:lnTo>
                  <a:pt x="1247063" y="82011"/>
                </a:lnTo>
                <a:lnTo>
                  <a:pt x="1247228" y="82636"/>
                </a:lnTo>
                <a:lnTo>
                  <a:pt x="1247385" y="83271"/>
                </a:lnTo>
                <a:lnTo>
                  <a:pt x="1247535" y="83913"/>
                </a:lnTo>
                <a:lnTo>
                  <a:pt x="1247679" y="84563"/>
                </a:lnTo>
                <a:lnTo>
                  <a:pt x="1247815" y="85221"/>
                </a:lnTo>
                <a:lnTo>
                  <a:pt x="1247946" y="85886"/>
                </a:lnTo>
                <a:lnTo>
                  <a:pt x="1248069" y="86559"/>
                </a:lnTo>
                <a:lnTo>
                  <a:pt x="1248186" y="87240"/>
                </a:lnTo>
                <a:lnTo>
                  <a:pt x="1248296" y="87928"/>
                </a:lnTo>
                <a:lnTo>
                  <a:pt x="1248399" y="88624"/>
                </a:lnTo>
                <a:lnTo>
                  <a:pt x="1248496" y="89328"/>
                </a:lnTo>
                <a:lnTo>
                  <a:pt x="1248586" y="90039"/>
                </a:lnTo>
                <a:lnTo>
                  <a:pt x="1248669" y="90758"/>
                </a:lnTo>
                <a:lnTo>
                  <a:pt x="1248746" y="91485"/>
                </a:lnTo>
                <a:lnTo>
                  <a:pt x="1248816" y="92219"/>
                </a:lnTo>
                <a:lnTo>
                  <a:pt x="1248880" y="92961"/>
                </a:lnTo>
                <a:lnTo>
                  <a:pt x="1248936" y="93710"/>
                </a:lnTo>
                <a:lnTo>
                  <a:pt x="1248986" y="94468"/>
                </a:lnTo>
                <a:lnTo>
                  <a:pt x="1249030" y="95233"/>
                </a:lnTo>
                <a:lnTo>
                  <a:pt x="1249066" y="96005"/>
                </a:lnTo>
                <a:lnTo>
                  <a:pt x="1249096" y="96786"/>
                </a:lnTo>
                <a:lnTo>
                  <a:pt x="1249120" y="97574"/>
                </a:lnTo>
                <a:lnTo>
                  <a:pt x="1249136" y="98369"/>
                </a:lnTo>
                <a:lnTo>
                  <a:pt x="1249146" y="99172"/>
                </a:lnTo>
                <a:lnTo>
                  <a:pt x="1249150" y="99983"/>
                </a:lnTo>
                <a:lnTo>
                  <a:pt x="1249150" y="183137"/>
                </a:lnTo>
                <a:lnTo>
                  <a:pt x="1271413" y="183137"/>
                </a:lnTo>
                <a:lnTo>
                  <a:pt x="1271413" y="97138"/>
                </a:lnTo>
                <a:lnTo>
                  <a:pt x="1271396" y="95216"/>
                </a:lnTo>
                <a:lnTo>
                  <a:pt x="1271347" y="93330"/>
                </a:lnTo>
                <a:lnTo>
                  <a:pt x="1271266" y="91479"/>
                </a:lnTo>
                <a:lnTo>
                  <a:pt x="1271151" y="89663"/>
                </a:lnTo>
                <a:lnTo>
                  <a:pt x="1271004" y="87884"/>
                </a:lnTo>
                <a:lnTo>
                  <a:pt x="1270885" y="86725"/>
                </a:lnTo>
                <a:lnTo>
                  <a:pt x="1271131" y="86414"/>
                </a:lnTo>
                <a:lnTo>
                  <a:pt x="1271656" y="85770"/>
                </a:lnTo>
                <a:lnTo>
                  <a:pt x="1272193" y="85130"/>
                </a:lnTo>
                <a:lnTo>
                  <a:pt x="1272741" y="84496"/>
                </a:lnTo>
                <a:lnTo>
                  <a:pt x="1273301" y="83866"/>
                </a:lnTo>
                <a:lnTo>
                  <a:pt x="1273872" y="83241"/>
                </a:lnTo>
                <a:lnTo>
                  <a:pt x="1274455" y="82621"/>
                </a:lnTo>
                <a:lnTo>
                  <a:pt x="1275049" y="82005"/>
                </a:lnTo>
                <a:lnTo>
                  <a:pt x="1275655" y="81395"/>
                </a:lnTo>
                <a:lnTo>
                  <a:pt x="1276272" y="80789"/>
                </a:lnTo>
                <a:lnTo>
                  <a:pt x="1276901" y="80188"/>
                </a:lnTo>
                <a:lnTo>
                  <a:pt x="1277541" y="79592"/>
                </a:lnTo>
                <a:lnTo>
                  <a:pt x="1278193" y="79001"/>
                </a:lnTo>
                <a:lnTo>
                  <a:pt x="1278856" y="78415"/>
                </a:lnTo>
                <a:lnTo>
                  <a:pt x="1279531" y="77834"/>
                </a:lnTo>
                <a:lnTo>
                  <a:pt x="1280217" y="77257"/>
                </a:lnTo>
                <a:lnTo>
                  <a:pt x="1280915" y="76685"/>
                </a:lnTo>
                <a:lnTo>
                  <a:pt x="1281625" y="76118"/>
                </a:lnTo>
                <a:lnTo>
                  <a:pt x="1282345" y="75556"/>
                </a:lnTo>
                <a:lnTo>
                  <a:pt x="1283078" y="74999"/>
                </a:lnTo>
                <a:lnTo>
                  <a:pt x="1283821" y="74446"/>
                </a:lnTo>
                <a:lnTo>
                  <a:pt x="1284577" y="73898"/>
                </a:lnTo>
                <a:lnTo>
                  <a:pt x="1285344" y="73356"/>
                </a:lnTo>
                <a:lnTo>
                  <a:pt x="1286122" y="72818"/>
                </a:lnTo>
                <a:lnTo>
                  <a:pt x="1286913" y="72293"/>
                </a:lnTo>
                <a:lnTo>
                  <a:pt x="1287720" y="71791"/>
                </a:lnTo>
                <a:lnTo>
                  <a:pt x="1288542" y="71311"/>
                </a:lnTo>
                <a:lnTo>
                  <a:pt x="1289380" y="70854"/>
                </a:lnTo>
                <a:lnTo>
                  <a:pt x="1290232" y="70419"/>
                </a:lnTo>
                <a:lnTo>
                  <a:pt x="1291099" y="70006"/>
                </a:lnTo>
                <a:lnTo>
                  <a:pt x="1291982" y="69615"/>
                </a:lnTo>
                <a:lnTo>
                  <a:pt x="1292880" y="69247"/>
                </a:lnTo>
                <a:lnTo>
                  <a:pt x="1293793" y="68901"/>
                </a:lnTo>
                <a:lnTo>
                  <a:pt x="1294722" y="68578"/>
                </a:lnTo>
                <a:lnTo>
                  <a:pt x="1295665" y="68276"/>
                </a:lnTo>
                <a:lnTo>
                  <a:pt x="1296624" y="67997"/>
                </a:lnTo>
                <a:lnTo>
                  <a:pt x="1297598" y="67741"/>
                </a:lnTo>
                <a:lnTo>
                  <a:pt x="1298587" y="67506"/>
                </a:lnTo>
                <a:lnTo>
                  <a:pt x="1299591" y="67294"/>
                </a:lnTo>
                <a:lnTo>
                  <a:pt x="1300610" y="67105"/>
                </a:lnTo>
                <a:lnTo>
                  <a:pt x="1301645" y="66937"/>
                </a:lnTo>
                <a:lnTo>
                  <a:pt x="1302695" y="66792"/>
                </a:lnTo>
                <a:lnTo>
                  <a:pt x="1303760" y="66670"/>
                </a:lnTo>
                <a:lnTo>
                  <a:pt x="1304840" y="66569"/>
                </a:lnTo>
                <a:lnTo>
                  <a:pt x="1305935" y="66491"/>
                </a:lnTo>
                <a:lnTo>
                  <a:pt x="1307046" y="66435"/>
                </a:lnTo>
                <a:lnTo>
                  <a:pt x="1308171" y="66402"/>
                </a:lnTo>
                <a:lnTo>
                  <a:pt x="1309312" y="66391"/>
                </a:lnTo>
                <a:lnTo>
                  <a:pt x="1310100" y="66398"/>
                </a:lnTo>
                <a:lnTo>
                  <a:pt x="1310872" y="66421"/>
                </a:lnTo>
                <a:lnTo>
                  <a:pt x="1311629" y="66458"/>
                </a:lnTo>
                <a:lnTo>
                  <a:pt x="1312371" y="66511"/>
                </a:lnTo>
                <a:lnTo>
                  <a:pt x="1313098" y="66579"/>
                </a:lnTo>
                <a:lnTo>
                  <a:pt x="1313809" y="66662"/>
                </a:lnTo>
                <a:lnTo>
                  <a:pt x="1314506" y="66759"/>
                </a:lnTo>
                <a:lnTo>
                  <a:pt x="1315187" y="66872"/>
                </a:lnTo>
                <a:lnTo>
                  <a:pt x="1315853" y="67000"/>
                </a:lnTo>
                <a:lnTo>
                  <a:pt x="1316504" y="67143"/>
                </a:lnTo>
                <a:lnTo>
                  <a:pt x="1317140" y="67301"/>
                </a:lnTo>
                <a:lnTo>
                  <a:pt x="1317760" y="67474"/>
                </a:lnTo>
                <a:lnTo>
                  <a:pt x="1318365" y="67663"/>
                </a:lnTo>
                <a:lnTo>
                  <a:pt x="1318955" y="67866"/>
                </a:lnTo>
                <a:lnTo>
                  <a:pt x="1319530" y="68084"/>
                </a:lnTo>
                <a:lnTo>
                  <a:pt x="1320090" y="68318"/>
                </a:lnTo>
                <a:lnTo>
                  <a:pt x="1320635" y="68566"/>
                </a:lnTo>
                <a:lnTo>
                  <a:pt x="1321164" y="68829"/>
                </a:lnTo>
                <a:lnTo>
                  <a:pt x="1321678" y="69108"/>
                </a:lnTo>
                <a:lnTo>
                  <a:pt x="1322177" y="69401"/>
                </a:lnTo>
                <a:lnTo>
                  <a:pt x="1322661" y="69710"/>
                </a:lnTo>
                <a:lnTo>
                  <a:pt x="1323130" y="70034"/>
                </a:lnTo>
                <a:lnTo>
                  <a:pt x="1323583" y="70373"/>
                </a:lnTo>
                <a:lnTo>
                  <a:pt x="1324021" y="70726"/>
                </a:lnTo>
                <a:lnTo>
                  <a:pt x="1324446" y="71093"/>
                </a:lnTo>
                <a:lnTo>
                  <a:pt x="1324860" y="71471"/>
                </a:lnTo>
                <a:lnTo>
                  <a:pt x="1325263" y="71861"/>
                </a:lnTo>
                <a:lnTo>
                  <a:pt x="1325654" y="72262"/>
                </a:lnTo>
                <a:lnTo>
                  <a:pt x="1326034" y="72673"/>
                </a:lnTo>
                <a:lnTo>
                  <a:pt x="1326403" y="73097"/>
                </a:lnTo>
                <a:lnTo>
                  <a:pt x="1326760" y="73531"/>
                </a:lnTo>
                <a:lnTo>
                  <a:pt x="1327106" y="73977"/>
                </a:lnTo>
                <a:lnTo>
                  <a:pt x="1327441" y="74434"/>
                </a:lnTo>
                <a:lnTo>
                  <a:pt x="1327765" y="74902"/>
                </a:lnTo>
                <a:lnTo>
                  <a:pt x="1328077" y="75381"/>
                </a:lnTo>
                <a:lnTo>
                  <a:pt x="1328378" y="75872"/>
                </a:lnTo>
                <a:lnTo>
                  <a:pt x="1328668" y="76374"/>
                </a:lnTo>
                <a:lnTo>
                  <a:pt x="1328946" y="76887"/>
                </a:lnTo>
                <a:lnTo>
                  <a:pt x="1329213" y="77411"/>
                </a:lnTo>
                <a:lnTo>
                  <a:pt x="1329469" y="77947"/>
                </a:lnTo>
                <a:lnTo>
                  <a:pt x="1329714" y="78493"/>
                </a:lnTo>
                <a:lnTo>
                  <a:pt x="1329947" y="79052"/>
                </a:lnTo>
                <a:lnTo>
                  <a:pt x="1330169" y="79621"/>
                </a:lnTo>
                <a:lnTo>
                  <a:pt x="1330380" y="80201"/>
                </a:lnTo>
                <a:lnTo>
                  <a:pt x="1330580" y="80793"/>
                </a:lnTo>
                <a:lnTo>
                  <a:pt x="1330768" y="81396"/>
                </a:lnTo>
                <a:lnTo>
                  <a:pt x="1330945" y="82011"/>
                </a:lnTo>
                <a:lnTo>
                  <a:pt x="1331111" y="82636"/>
                </a:lnTo>
                <a:lnTo>
                  <a:pt x="1331268" y="83271"/>
                </a:lnTo>
                <a:lnTo>
                  <a:pt x="1331418" y="83913"/>
                </a:lnTo>
                <a:lnTo>
                  <a:pt x="1331561" y="84563"/>
                </a:lnTo>
                <a:lnTo>
                  <a:pt x="1331698" y="85221"/>
                </a:lnTo>
                <a:lnTo>
                  <a:pt x="1331828" y="85886"/>
                </a:lnTo>
                <a:lnTo>
                  <a:pt x="1331952" y="86559"/>
                </a:lnTo>
                <a:lnTo>
                  <a:pt x="1332068" y="87240"/>
                </a:lnTo>
                <a:lnTo>
                  <a:pt x="1332179" y="87928"/>
                </a:lnTo>
                <a:lnTo>
                  <a:pt x="1332282" y="88624"/>
                </a:lnTo>
                <a:lnTo>
                  <a:pt x="1332379" y="89328"/>
                </a:lnTo>
                <a:lnTo>
                  <a:pt x="1332469" y="90039"/>
                </a:lnTo>
                <a:lnTo>
                  <a:pt x="1332552" y="90758"/>
                </a:lnTo>
                <a:lnTo>
                  <a:pt x="1332629" y="91485"/>
                </a:lnTo>
                <a:lnTo>
                  <a:pt x="1332699" y="92219"/>
                </a:lnTo>
                <a:lnTo>
                  <a:pt x="1332762" y="92961"/>
                </a:lnTo>
                <a:lnTo>
                  <a:pt x="1332819" y="93710"/>
                </a:lnTo>
                <a:lnTo>
                  <a:pt x="1332869" y="94468"/>
                </a:lnTo>
                <a:lnTo>
                  <a:pt x="1332912" y="95233"/>
                </a:lnTo>
                <a:lnTo>
                  <a:pt x="1332949" y="96005"/>
                </a:lnTo>
                <a:lnTo>
                  <a:pt x="1332979" y="96786"/>
                </a:lnTo>
                <a:lnTo>
                  <a:pt x="1333002" y="97574"/>
                </a:lnTo>
                <a:lnTo>
                  <a:pt x="1333019" y="98369"/>
                </a:lnTo>
                <a:lnTo>
                  <a:pt x="1333029" y="99172"/>
                </a:lnTo>
                <a:lnTo>
                  <a:pt x="1333032" y="99983"/>
                </a:lnTo>
                <a:lnTo>
                  <a:pt x="1333032" y="183137"/>
                </a:lnTo>
                <a:lnTo>
                  <a:pt x="1355163" y="183137"/>
                </a:lnTo>
                <a:lnTo>
                  <a:pt x="1355163" y="97138"/>
                </a:lnTo>
                <a:lnTo>
                  <a:pt x="1355146" y="95216"/>
                </a:lnTo>
                <a:lnTo>
                  <a:pt x="1355097" y="93330"/>
                </a:lnTo>
                <a:lnTo>
                  <a:pt x="1355016" y="91479"/>
                </a:lnTo>
                <a:lnTo>
                  <a:pt x="1354901" y="89663"/>
                </a:lnTo>
                <a:lnTo>
                  <a:pt x="1354754" y="87884"/>
                </a:lnTo>
                <a:lnTo>
                  <a:pt x="1354575" y="86140"/>
                </a:lnTo>
                <a:lnTo>
                  <a:pt x="1354362" y="84432"/>
                </a:lnTo>
                <a:lnTo>
                  <a:pt x="1354117" y="82759"/>
                </a:lnTo>
                <a:lnTo>
                  <a:pt x="1353840" y="81122"/>
                </a:lnTo>
                <a:lnTo>
                  <a:pt x="1353529" y="79521"/>
                </a:lnTo>
                <a:lnTo>
                  <a:pt x="1353186" y="77955"/>
                </a:lnTo>
                <a:lnTo>
                  <a:pt x="1352811" y="76426"/>
                </a:lnTo>
                <a:lnTo>
                  <a:pt x="1352402" y="74931"/>
                </a:lnTo>
                <a:lnTo>
                  <a:pt x="1351961" y="73473"/>
                </a:lnTo>
                <a:lnTo>
                  <a:pt x="1351487" y="72050"/>
                </a:lnTo>
                <a:lnTo>
                  <a:pt x="1350981" y="70663"/>
                </a:lnTo>
                <a:lnTo>
                  <a:pt x="1350442" y="69311"/>
                </a:lnTo>
                <a:lnTo>
                  <a:pt x="1349870" y="67996"/>
                </a:lnTo>
                <a:lnTo>
                  <a:pt x="1349266" y="66715"/>
                </a:lnTo>
                <a:lnTo>
                  <a:pt x="1348629" y="65471"/>
                </a:lnTo>
                <a:lnTo>
                  <a:pt x="1347959" y="64262"/>
                </a:lnTo>
                <a:lnTo>
                  <a:pt x="1347257" y="63089"/>
                </a:lnTo>
                <a:lnTo>
                  <a:pt x="1346522" y="61952"/>
                </a:lnTo>
                <a:lnTo>
                  <a:pt x="1345754" y="60850"/>
                </a:lnTo>
                <a:lnTo>
                  <a:pt x="1344949" y="59788"/>
                </a:lnTo>
                <a:lnTo>
                  <a:pt x="1344102" y="58772"/>
                </a:lnTo>
                <a:lnTo>
                  <a:pt x="1343213" y="57800"/>
                </a:lnTo>
                <a:lnTo>
                  <a:pt x="1342283" y="56874"/>
                </a:lnTo>
                <a:lnTo>
                  <a:pt x="1341310" y="55993"/>
                </a:lnTo>
                <a:lnTo>
                  <a:pt x="1340296" y="55157"/>
                </a:lnTo>
                <a:lnTo>
                  <a:pt x="1339240" y="54367"/>
                </a:lnTo>
                <a:lnTo>
                  <a:pt x="1338142" y="53621"/>
                </a:lnTo>
                <a:lnTo>
                  <a:pt x="1337002" y="52921"/>
                </a:lnTo>
                <a:lnTo>
                  <a:pt x="1335820" y="52266"/>
                </a:lnTo>
                <a:lnTo>
                  <a:pt x="1334596" y="51656"/>
                </a:lnTo>
                <a:lnTo>
                  <a:pt x="1333331" y="51091"/>
                </a:lnTo>
                <a:lnTo>
                  <a:pt x="1332023" y="50572"/>
                </a:lnTo>
                <a:lnTo>
                  <a:pt x="1330674" y="50097"/>
                </a:lnTo>
                <a:lnTo>
                  <a:pt x="1329283" y="49668"/>
                </a:lnTo>
                <a:lnTo>
                  <a:pt x="1327850" y="49284"/>
                </a:lnTo>
                <a:lnTo>
                  <a:pt x="1326375" y="48945"/>
                </a:lnTo>
                <a:lnTo>
                  <a:pt x="1324858" y="48652"/>
                </a:lnTo>
                <a:lnTo>
                  <a:pt x="1323299" y="48403"/>
                </a:lnTo>
                <a:lnTo>
                  <a:pt x="1321699" y="48200"/>
                </a:lnTo>
                <a:lnTo>
                  <a:pt x="1320056" y="48042"/>
                </a:lnTo>
                <a:lnTo>
                  <a:pt x="1318372" y="47929"/>
                </a:lnTo>
                <a:lnTo>
                  <a:pt x="1316646" y="47861"/>
                </a:lnTo>
                <a:lnTo>
                  <a:pt x="1314878" y="47838"/>
                </a:lnTo>
                <a:lnTo>
                  <a:pt x="1313517" y="47851"/>
                </a:lnTo>
                <a:lnTo>
                  <a:pt x="1312172" y="47889"/>
                </a:lnTo>
                <a:lnTo>
                  <a:pt x="1310843" y="47952"/>
                </a:lnTo>
                <a:lnTo>
                  <a:pt x="1309531" y="48041"/>
                </a:lnTo>
                <a:lnTo>
                  <a:pt x="1308235" y="48155"/>
                </a:lnTo>
                <a:lnTo>
                  <a:pt x="1306956" y="48294"/>
                </a:lnTo>
                <a:lnTo>
                  <a:pt x="1305693" y="48458"/>
                </a:lnTo>
                <a:lnTo>
                  <a:pt x="1304446" y="48648"/>
                </a:lnTo>
                <a:lnTo>
                  <a:pt x="1303215" y="48863"/>
                </a:lnTo>
                <a:lnTo>
                  <a:pt x="1302001" y="49104"/>
                </a:lnTo>
                <a:lnTo>
                  <a:pt x="1300803" y="49369"/>
                </a:lnTo>
                <a:lnTo>
                  <a:pt x="1299622" y="49660"/>
                </a:lnTo>
                <a:lnTo>
                  <a:pt x="1298457" y="49977"/>
                </a:lnTo>
                <a:lnTo>
                  <a:pt x="1297308" y="50318"/>
                </a:lnTo>
                <a:lnTo>
                  <a:pt x="1296175" y="50685"/>
                </a:lnTo>
                <a:lnTo>
                  <a:pt x="1295059" y="51078"/>
                </a:lnTo>
                <a:lnTo>
                  <a:pt x="1293959" y="51495"/>
                </a:lnTo>
                <a:lnTo>
                  <a:pt x="1292876" y="51938"/>
                </a:lnTo>
                <a:lnTo>
                  <a:pt x="1291809" y="52406"/>
                </a:lnTo>
                <a:lnTo>
                  <a:pt x="1290758" y="52900"/>
                </a:lnTo>
                <a:lnTo>
                  <a:pt x="1289724" y="53418"/>
                </a:lnTo>
                <a:lnTo>
                  <a:pt x="1288705" y="53963"/>
                </a:lnTo>
                <a:lnTo>
                  <a:pt x="1287704" y="54532"/>
                </a:lnTo>
                <a:lnTo>
                  <a:pt x="1286718" y="55127"/>
                </a:lnTo>
                <a:lnTo>
                  <a:pt x="1285748" y="55736"/>
                </a:lnTo>
                <a:lnTo>
                  <a:pt x="1284792" y="56350"/>
                </a:lnTo>
                <a:lnTo>
                  <a:pt x="1283849" y="56967"/>
                </a:lnTo>
                <a:lnTo>
                  <a:pt x="1282921" y="57589"/>
                </a:lnTo>
                <a:lnTo>
                  <a:pt x="1282007" y="58215"/>
                </a:lnTo>
                <a:lnTo>
                  <a:pt x="1281107" y="58845"/>
                </a:lnTo>
                <a:lnTo>
                  <a:pt x="1280221" y="59480"/>
                </a:lnTo>
                <a:lnTo>
                  <a:pt x="1279349" y="60118"/>
                </a:lnTo>
                <a:lnTo>
                  <a:pt x="1278491" y="60761"/>
                </a:lnTo>
                <a:lnTo>
                  <a:pt x="1277647" y="61407"/>
                </a:lnTo>
                <a:lnTo>
                  <a:pt x="1276817" y="62058"/>
                </a:lnTo>
                <a:lnTo>
                  <a:pt x="1276001" y="62713"/>
                </a:lnTo>
                <a:lnTo>
                  <a:pt x="1275199" y="63372"/>
                </a:lnTo>
                <a:lnTo>
                  <a:pt x="1274411" y="64036"/>
                </a:lnTo>
                <a:lnTo>
                  <a:pt x="1273637" y="64703"/>
                </a:lnTo>
                <a:lnTo>
                  <a:pt x="1272878" y="65375"/>
                </a:lnTo>
                <a:lnTo>
                  <a:pt x="1272132" y="66050"/>
                </a:lnTo>
                <a:lnTo>
                  <a:pt x="1271400" y="66730"/>
                </a:lnTo>
                <a:lnTo>
                  <a:pt x="1270682" y="67414"/>
                </a:lnTo>
                <a:lnTo>
                  <a:pt x="1269979" y="68102"/>
                </a:lnTo>
                <a:lnTo>
                  <a:pt x="1269289" y="68794"/>
                </a:lnTo>
                <a:lnTo>
                  <a:pt x="1268614" y="69491"/>
                </a:lnTo>
                <a:lnTo>
                  <a:pt x="1267952" y="70191"/>
                </a:lnTo>
                <a:lnTo>
                  <a:pt x="1267313" y="70887"/>
                </a:lnTo>
                <a:lnTo>
                  <a:pt x="1267231" y="70663"/>
                </a:lnTo>
                <a:lnTo>
                  <a:pt x="1266692" y="69311"/>
                </a:lnTo>
                <a:close/>
                <a:moveTo>
                  <a:pt x="1587308" y="165071"/>
                </a:moveTo>
                <a:lnTo>
                  <a:pt x="1586400" y="165016"/>
                </a:lnTo>
                <a:lnTo>
                  <a:pt x="1585523" y="164938"/>
                </a:lnTo>
                <a:lnTo>
                  <a:pt x="1584676" y="164839"/>
                </a:lnTo>
                <a:lnTo>
                  <a:pt x="1583859" y="164717"/>
                </a:lnTo>
                <a:lnTo>
                  <a:pt x="1583072" y="164574"/>
                </a:lnTo>
                <a:lnTo>
                  <a:pt x="1582315" y="164408"/>
                </a:lnTo>
                <a:lnTo>
                  <a:pt x="1581588" y="164221"/>
                </a:lnTo>
                <a:lnTo>
                  <a:pt x="1580892" y="164011"/>
                </a:lnTo>
                <a:lnTo>
                  <a:pt x="1580226" y="163779"/>
                </a:lnTo>
                <a:lnTo>
                  <a:pt x="1579589" y="163525"/>
                </a:lnTo>
                <a:lnTo>
                  <a:pt x="1578983" y="163249"/>
                </a:lnTo>
                <a:lnTo>
                  <a:pt x="1578407" y="162951"/>
                </a:lnTo>
                <a:lnTo>
                  <a:pt x="1577861" y="162630"/>
                </a:lnTo>
                <a:lnTo>
                  <a:pt x="1577346" y="162288"/>
                </a:lnTo>
                <a:lnTo>
                  <a:pt x="1576860" y="161924"/>
                </a:lnTo>
                <a:lnTo>
                  <a:pt x="1576405" y="161537"/>
                </a:lnTo>
                <a:lnTo>
                  <a:pt x="1575980" y="161129"/>
                </a:lnTo>
                <a:lnTo>
                  <a:pt x="1575584" y="160698"/>
                </a:lnTo>
                <a:lnTo>
                  <a:pt x="1575219" y="160245"/>
                </a:lnTo>
                <a:lnTo>
                  <a:pt x="1574885" y="159770"/>
                </a:lnTo>
                <a:lnTo>
                  <a:pt x="1574580" y="159273"/>
                </a:lnTo>
                <a:lnTo>
                  <a:pt x="1574305" y="158754"/>
                </a:lnTo>
                <a:lnTo>
                  <a:pt x="1574051" y="158214"/>
                </a:lnTo>
                <a:lnTo>
                  <a:pt x="1573808" y="157655"/>
                </a:lnTo>
                <a:lnTo>
                  <a:pt x="1573575" y="157075"/>
                </a:lnTo>
                <a:lnTo>
                  <a:pt x="1573354" y="156476"/>
                </a:lnTo>
                <a:lnTo>
                  <a:pt x="1573143" y="155857"/>
                </a:lnTo>
                <a:lnTo>
                  <a:pt x="1572943" y="155218"/>
                </a:lnTo>
                <a:lnTo>
                  <a:pt x="1572754" y="154559"/>
                </a:lnTo>
                <a:lnTo>
                  <a:pt x="1572575" y="153881"/>
                </a:lnTo>
                <a:lnTo>
                  <a:pt x="1572408" y="153182"/>
                </a:lnTo>
                <a:lnTo>
                  <a:pt x="1572251" y="152464"/>
                </a:lnTo>
                <a:lnTo>
                  <a:pt x="1572105" y="151727"/>
                </a:lnTo>
                <a:lnTo>
                  <a:pt x="1571970" y="150969"/>
                </a:lnTo>
                <a:lnTo>
                  <a:pt x="1571845" y="150192"/>
                </a:lnTo>
                <a:lnTo>
                  <a:pt x="1571732" y="149394"/>
                </a:lnTo>
                <a:lnTo>
                  <a:pt x="1571629" y="148577"/>
                </a:lnTo>
                <a:lnTo>
                  <a:pt x="1571537" y="147741"/>
                </a:lnTo>
                <a:lnTo>
                  <a:pt x="1571456" y="146884"/>
                </a:lnTo>
                <a:lnTo>
                  <a:pt x="1571386" y="146008"/>
                </a:lnTo>
                <a:lnTo>
                  <a:pt x="1571326" y="145112"/>
                </a:lnTo>
                <a:lnTo>
                  <a:pt x="1571278" y="144196"/>
                </a:lnTo>
                <a:lnTo>
                  <a:pt x="1571240" y="143260"/>
                </a:lnTo>
                <a:lnTo>
                  <a:pt x="1571213" y="142305"/>
                </a:lnTo>
                <a:lnTo>
                  <a:pt x="1571197" y="141330"/>
                </a:lnTo>
                <a:lnTo>
                  <a:pt x="1571191" y="140335"/>
                </a:lnTo>
                <a:lnTo>
                  <a:pt x="1571191" y="4771"/>
                </a:lnTo>
                <a:lnTo>
                  <a:pt x="1549193" y="4771"/>
                </a:lnTo>
                <a:lnTo>
                  <a:pt x="1549193" y="141395"/>
                </a:lnTo>
                <a:lnTo>
                  <a:pt x="1549199" y="142481"/>
                </a:lnTo>
                <a:lnTo>
                  <a:pt x="1549215" y="143555"/>
                </a:lnTo>
                <a:lnTo>
                  <a:pt x="1549241" y="144615"/>
                </a:lnTo>
                <a:lnTo>
                  <a:pt x="1549278" y="145663"/>
                </a:lnTo>
                <a:lnTo>
                  <a:pt x="1549326" y="146697"/>
                </a:lnTo>
                <a:lnTo>
                  <a:pt x="1549384" y="147718"/>
                </a:lnTo>
                <a:lnTo>
                  <a:pt x="1549453" y="148726"/>
                </a:lnTo>
                <a:lnTo>
                  <a:pt x="1549532" y="149721"/>
                </a:lnTo>
                <a:lnTo>
                  <a:pt x="1549622" y="150703"/>
                </a:lnTo>
                <a:lnTo>
                  <a:pt x="1549723" y="151672"/>
                </a:lnTo>
                <a:lnTo>
                  <a:pt x="1549834" y="152627"/>
                </a:lnTo>
                <a:lnTo>
                  <a:pt x="1549955" y="153570"/>
                </a:lnTo>
                <a:lnTo>
                  <a:pt x="1550088" y="154499"/>
                </a:lnTo>
                <a:lnTo>
                  <a:pt x="1550231" y="155415"/>
                </a:lnTo>
                <a:lnTo>
                  <a:pt x="1550384" y="156318"/>
                </a:lnTo>
                <a:lnTo>
                  <a:pt x="1550548" y="157208"/>
                </a:lnTo>
                <a:lnTo>
                  <a:pt x="1550723" y="158085"/>
                </a:lnTo>
                <a:lnTo>
                  <a:pt x="1550908" y="158949"/>
                </a:lnTo>
                <a:lnTo>
                  <a:pt x="1551104" y="159800"/>
                </a:lnTo>
                <a:lnTo>
                  <a:pt x="1551310" y="160637"/>
                </a:lnTo>
                <a:lnTo>
                  <a:pt x="1551527" y="161462"/>
                </a:lnTo>
                <a:lnTo>
                  <a:pt x="1551755" y="162273"/>
                </a:lnTo>
                <a:lnTo>
                  <a:pt x="1551993" y="163071"/>
                </a:lnTo>
                <a:lnTo>
                  <a:pt x="1552241" y="163856"/>
                </a:lnTo>
                <a:lnTo>
                  <a:pt x="1552505" y="164627"/>
                </a:lnTo>
                <a:lnTo>
                  <a:pt x="1552786" y="165383"/>
                </a:lnTo>
                <a:lnTo>
                  <a:pt x="1553086" y="166123"/>
                </a:lnTo>
                <a:lnTo>
                  <a:pt x="1553405" y="166849"/>
                </a:lnTo>
                <a:lnTo>
                  <a:pt x="1553741" y="167559"/>
                </a:lnTo>
                <a:lnTo>
                  <a:pt x="1554097" y="168254"/>
                </a:lnTo>
                <a:lnTo>
                  <a:pt x="1554470" y="168934"/>
                </a:lnTo>
                <a:lnTo>
                  <a:pt x="1554862" y="169598"/>
                </a:lnTo>
                <a:lnTo>
                  <a:pt x="1555273" y="170248"/>
                </a:lnTo>
                <a:lnTo>
                  <a:pt x="1555702" y="170882"/>
                </a:lnTo>
                <a:lnTo>
                  <a:pt x="1556149" y="171501"/>
                </a:lnTo>
                <a:lnTo>
                  <a:pt x="1556614" y="172105"/>
                </a:lnTo>
                <a:lnTo>
                  <a:pt x="1557098" y="172694"/>
                </a:lnTo>
                <a:lnTo>
                  <a:pt x="1557601" y="173268"/>
                </a:lnTo>
                <a:lnTo>
                  <a:pt x="1558122" y="173826"/>
                </a:lnTo>
                <a:lnTo>
                  <a:pt x="1558661" y="174369"/>
                </a:lnTo>
                <a:lnTo>
                  <a:pt x="1559219" y="174897"/>
                </a:lnTo>
                <a:lnTo>
                  <a:pt x="1559795" y="175410"/>
                </a:lnTo>
                <a:lnTo>
                  <a:pt x="1560389" y="175907"/>
                </a:lnTo>
                <a:lnTo>
                  <a:pt x="1561002" y="176390"/>
                </a:lnTo>
                <a:lnTo>
                  <a:pt x="1561633" y="176857"/>
                </a:lnTo>
                <a:lnTo>
                  <a:pt x="1562283" y="177309"/>
                </a:lnTo>
                <a:lnTo>
                  <a:pt x="1562951" y="177746"/>
                </a:lnTo>
                <a:lnTo>
                  <a:pt x="1563638" y="178168"/>
                </a:lnTo>
                <a:lnTo>
                  <a:pt x="1564346" y="178573"/>
                </a:lnTo>
                <a:lnTo>
                  <a:pt x="1565081" y="178962"/>
                </a:lnTo>
                <a:lnTo>
                  <a:pt x="1565841" y="179333"/>
                </a:lnTo>
                <a:lnTo>
                  <a:pt x="1566627" y="179686"/>
                </a:lnTo>
                <a:lnTo>
                  <a:pt x="1567438" y="180023"/>
                </a:lnTo>
                <a:lnTo>
                  <a:pt x="1568276" y="180342"/>
                </a:lnTo>
                <a:lnTo>
                  <a:pt x="1569139" y="180644"/>
                </a:lnTo>
                <a:lnTo>
                  <a:pt x="1570028" y="180929"/>
                </a:lnTo>
                <a:lnTo>
                  <a:pt x="1570943" y="181196"/>
                </a:lnTo>
                <a:lnTo>
                  <a:pt x="1571883" y="181446"/>
                </a:lnTo>
                <a:lnTo>
                  <a:pt x="1572849" y="181679"/>
                </a:lnTo>
                <a:lnTo>
                  <a:pt x="1573841" y="181895"/>
                </a:lnTo>
                <a:lnTo>
                  <a:pt x="1574859" y="182093"/>
                </a:lnTo>
                <a:lnTo>
                  <a:pt x="1575903" y="182274"/>
                </a:lnTo>
                <a:lnTo>
                  <a:pt x="1576972" y="182438"/>
                </a:lnTo>
                <a:lnTo>
                  <a:pt x="1578067" y="182585"/>
                </a:lnTo>
                <a:lnTo>
                  <a:pt x="1579188" y="182714"/>
                </a:lnTo>
                <a:lnTo>
                  <a:pt x="1580335" y="182827"/>
                </a:lnTo>
                <a:lnTo>
                  <a:pt x="1581507" y="182922"/>
                </a:lnTo>
                <a:lnTo>
                  <a:pt x="1582705" y="182999"/>
                </a:lnTo>
                <a:lnTo>
                  <a:pt x="1583929" y="183060"/>
                </a:lnTo>
                <a:lnTo>
                  <a:pt x="1585179" y="183103"/>
                </a:lnTo>
                <a:lnTo>
                  <a:pt x="1586454" y="183129"/>
                </a:lnTo>
                <a:lnTo>
                  <a:pt x="1587756" y="183137"/>
                </a:lnTo>
                <a:lnTo>
                  <a:pt x="1595177" y="183137"/>
                </a:lnTo>
                <a:lnTo>
                  <a:pt x="1595177" y="165115"/>
                </a:lnTo>
                <a:lnTo>
                  <a:pt x="1589213" y="165115"/>
                </a:lnTo>
                <a:lnTo>
                  <a:pt x="1588246" y="165104"/>
                </a:lnTo>
                <a:lnTo>
                  <a:pt x="1587308" y="165071"/>
                </a:lnTo>
                <a:close/>
                <a:moveTo>
                  <a:pt x="916918" y="185223"/>
                </a:moveTo>
                <a:lnTo>
                  <a:pt x="918520" y="185092"/>
                </a:lnTo>
                <a:lnTo>
                  <a:pt x="920109" y="184936"/>
                </a:lnTo>
                <a:lnTo>
                  <a:pt x="921684" y="184757"/>
                </a:lnTo>
                <a:lnTo>
                  <a:pt x="923245" y="184553"/>
                </a:lnTo>
                <a:lnTo>
                  <a:pt x="924793" y="184326"/>
                </a:lnTo>
                <a:lnTo>
                  <a:pt x="926326" y="184075"/>
                </a:lnTo>
                <a:lnTo>
                  <a:pt x="927846" y="183800"/>
                </a:lnTo>
                <a:lnTo>
                  <a:pt x="929352" y="183501"/>
                </a:lnTo>
                <a:lnTo>
                  <a:pt x="930844" y="183178"/>
                </a:lnTo>
                <a:lnTo>
                  <a:pt x="932323" y="182831"/>
                </a:lnTo>
                <a:lnTo>
                  <a:pt x="933787" y="182460"/>
                </a:lnTo>
                <a:lnTo>
                  <a:pt x="935238" y="182065"/>
                </a:lnTo>
                <a:lnTo>
                  <a:pt x="936675" y="181646"/>
                </a:lnTo>
                <a:lnTo>
                  <a:pt x="938098" y="181204"/>
                </a:lnTo>
                <a:lnTo>
                  <a:pt x="939507" y="180737"/>
                </a:lnTo>
                <a:lnTo>
                  <a:pt x="940903" y="180247"/>
                </a:lnTo>
                <a:lnTo>
                  <a:pt x="942285" y="179732"/>
                </a:lnTo>
                <a:lnTo>
                  <a:pt x="943653" y="179194"/>
                </a:lnTo>
                <a:lnTo>
                  <a:pt x="945007" y="178632"/>
                </a:lnTo>
                <a:lnTo>
                  <a:pt x="946344" y="178045"/>
                </a:lnTo>
                <a:lnTo>
                  <a:pt x="947660" y="177435"/>
                </a:lnTo>
                <a:lnTo>
                  <a:pt x="948955" y="176800"/>
                </a:lnTo>
                <a:lnTo>
                  <a:pt x="950230" y="176141"/>
                </a:lnTo>
                <a:lnTo>
                  <a:pt x="951484" y="175459"/>
                </a:lnTo>
                <a:lnTo>
                  <a:pt x="952718" y="174751"/>
                </a:lnTo>
                <a:lnTo>
                  <a:pt x="953930" y="174020"/>
                </a:lnTo>
                <a:lnTo>
                  <a:pt x="955122" y="173265"/>
                </a:lnTo>
                <a:lnTo>
                  <a:pt x="956293" y="172485"/>
                </a:lnTo>
                <a:lnTo>
                  <a:pt x="957444" y="171681"/>
                </a:lnTo>
                <a:lnTo>
                  <a:pt x="958574" y="170854"/>
                </a:lnTo>
                <a:lnTo>
                  <a:pt x="959683" y="170002"/>
                </a:lnTo>
                <a:lnTo>
                  <a:pt x="960771" y="169125"/>
                </a:lnTo>
                <a:lnTo>
                  <a:pt x="961839" y="168225"/>
                </a:lnTo>
                <a:lnTo>
                  <a:pt x="962886" y="167301"/>
                </a:lnTo>
                <a:lnTo>
                  <a:pt x="963912" y="166352"/>
                </a:lnTo>
                <a:lnTo>
                  <a:pt x="964918" y="165379"/>
                </a:lnTo>
                <a:lnTo>
                  <a:pt x="965903" y="164382"/>
                </a:lnTo>
                <a:lnTo>
                  <a:pt x="966867" y="163361"/>
                </a:lnTo>
                <a:lnTo>
                  <a:pt x="967811" y="162316"/>
                </a:lnTo>
                <a:lnTo>
                  <a:pt x="968733" y="161246"/>
                </a:lnTo>
                <a:lnTo>
                  <a:pt x="969636" y="160153"/>
                </a:lnTo>
                <a:lnTo>
                  <a:pt x="970517" y="159035"/>
                </a:lnTo>
                <a:lnTo>
                  <a:pt x="971378" y="157893"/>
                </a:lnTo>
                <a:lnTo>
                  <a:pt x="972214" y="156726"/>
                </a:lnTo>
                <a:lnTo>
                  <a:pt x="973022" y="155535"/>
                </a:lnTo>
                <a:lnTo>
                  <a:pt x="973802" y="154318"/>
                </a:lnTo>
                <a:lnTo>
                  <a:pt x="974554" y="153076"/>
                </a:lnTo>
                <a:lnTo>
                  <a:pt x="975278" y="151809"/>
                </a:lnTo>
                <a:lnTo>
                  <a:pt x="975974" y="150518"/>
                </a:lnTo>
                <a:lnTo>
                  <a:pt x="976642" y="149201"/>
                </a:lnTo>
                <a:lnTo>
                  <a:pt x="977282" y="147858"/>
                </a:lnTo>
                <a:lnTo>
                  <a:pt x="977894" y="146491"/>
                </a:lnTo>
                <a:lnTo>
                  <a:pt x="978477" y="145099"/>
                </a:lnTo>
                <a:lnTo>
                  <a:pt x="979033" y="143682"/>
                </a:lnTo>
                <a:lnTo>
                  <a:pt x="979560" y="142239"/>
                </a:lnTo>
                <a:lnTo>
                  <a:pt x="980060" y="140772"/>
                </a:lnTo>
                <a:lnTo>
                  <a:pt x="980531" y="139279"/>
                </a:lnTo>
                <a:lnTo>
                  <a:pt x="980975" y="137762"/>
                </a:lnTo>
                <a:lnTo>
                  <a:pt x="981390" y="136219"/>
                </a:lnTo>
                <a:lnTo>
                  <a:pt x="981777" y="134651"/>
                </a:lnTo>
                <a:lnTo>
                  <a:pt x="982136" y="133059"/>
                </a:lnTo>
                <a:lnTo>
                  <a:pt x="982467" y="131441"/>
                </a:lnTo>
                <a:lnTo>
                  <a:pt x="982770" y="129798"/>
                </a:lnTo>
                <a:lnTo>
                  <a:pt x="983045" y="128130"/>
                </a:lnTo>
                <a:lnTo>
                  <a:pt x="983292" y="126436"/>
                </a:lnTo>
                <a:lnTo>
                  <a:pt x="983511" y="124718"/>
                </a:lnTo>
                <a:lnTo>
                  <a:pt x="983702" y="122975"/>
                </a:lnTo>
                <a:lnTo>
                  <a:pt x="959584" y="122975"/>
                </a:lnTo>
                <a:lnTo>
                  <a:pt x="959387" y="124734"/>
                </a:lnTo>
                <a:lnTo>
                  <a:pt x="959151" y="126457"/>
                </a:lnTo>
                <a:lnTo>
                  <a:pt x="958875" y="128143"/>
                </a:lnTo>
                <a:lnTo>
                  <a:pt x="958560" y="129792"/>
                </a:lnTo>
                <a:lnTo>
                  <a:pt x="958206" y="131404"/>
                </a:lnTo>
                <a:lnTo>
                  <a:pt x="957811" y="132980"/>
                </a:lnTo>
                <a:lnTo>
                  <a:pt x="957377" y="134519"/>
                </a:lnTo>
                <a:lnTo>
                  <a:pt x="956904" y="136020"/>
                </a:lnTo>
                <a:lnTo>
                  <a:pt x="956391" y="137485"/>
                </a:lnTo>
                <a:lnTo>
                  <a:pt x="955838" y="138914"/>
                </a:lnTo>
                <a:lnTo>
                  <a:pt x="955246" y="140305"/>
                </a:lnTo>
                <a:lnTo>
                  <a:pt x="954614" y="141660"/>
                </a:lnTo>
                <a:lnTo>
                  <a:pt x="953943" y="142977"/>
                </a:lnTo>
                <a:lnTo>
                  <a:pt x="953232" y="144258"/>
                </a:lnTo>
                <a:lnTo>
                  <a:pt x="952482" y="145503"/>
                </a:lnTo>
                <a:lnTo>
                  <a:pt x="951692" y="146710"/>
                </a:lnTo>
                <a:lnTo>
                  <a:pt x="950862" y="147881"/>
                </a:lnTo>
                <a:lnTo>
                  <a:pt x="949993" y="149014"/>
                </a:lnTo>
                <a:lnTo>
                  <a:pt x="949084" y="150111"/>
                </a:lnTo>
                <a:lnTo>
                  <a:pt x="948136" y="151171"/>
                </a:lnTo>
                <a:lnTo>
                  <a:pt x="947148" y="152195"/>
                </a:lnTo>
                <a:lnTo>
                  <a:pt x="946120" y="153181"/>
                </a:lnTo>
                <a:lnTo>
                  <a:pt x="945053" y="154131"/>
                </a:lnTo>
                <a:lnTo>
                  <a:pt x="943947" y="155044"/>
                </a:lnTo>
                <a:lnTo>
                  <a:pt x="942806" y="155920"/>
                </a:lnTo>
                <a:lnTo>
                  <a:pt x="941637" y="156758"/>
                </a:lnTo>
                <a:lnTo>
                  <a:pt x="940439" y="157560"/>
                </a:lnTo>
                <a:lnTo>
                  <a:pt x="939213" y="158324"/>
                </a:lnTo>
                <a:lnTo>
                  <a:pt x="937958" y="159050"/>
                </a:lnTo>
                <a:lnTo>
                  <a:pt x="936675" y="159740"/>
                </a:lnTo>
                <a:lnTo>
                  <a:pt x="935363" y="160392"/>
                </a:lnTo>
                <a:lnTo>
                  <a:pt x="934023" y="161007"/>
                </a:lnTo>
                <a:lnTo>
                  <a:pt x="932654" y="161585"/>
                </a:lnTo>
                <a:lnTo>
                  <a:pt x="931256" y="162125"/>
                </a:lnTo>
                <a:lnTo>
                  <a:pt x="929831" y="162628"/>
                </a:lnTo>
                <a:lnTo>
                  <a:pt x="928376" y="163094"/>
                </a:lnTo>
                <a:lnTo>
                  <a:pt x="926893" y="163523"/>
                </a:lnTo>
                <a:lnTo>
                  <a:pt x="925382" y="163914"/>
                </a:lnTo>
                <a:lnTo>
                  <a:pt x="923842" y="164268"/>
                </a:lnTo>
                <a:lnTo>
                  <a:pt x="922273" y="164585"/>
                </a:lnTo>
                <a:lnTo>
                  <a:pt x="920676" y="164864"/>
                </a:lnTo>
                <a:lnTo>
                  <a:pt x="919050" y="165107"/>
                </a:lnTo>
                <a:lnTo>
                  <a:pt x="917396" y="165312"/>
                </a:lnTo>
                <a:lnTo>
                  <a:pt x="915713" y="165479"/>
                </a:lnTo>
                <a:lnTo>
                  <a:pt x="914002" y="165610"/>
                </a:lnTo>
                <a:lnTo>
                  <a:pt x="912262" y="165703"/>
                </a:lnTo>
                <a:lnTo>
                  <a:pt x="910494" y="165759"/>
                </a:lnTo>
                <a:lnTo>
                  <a:pt x="908697" y="165778"/>
                </a:lnTo>
                <a:lnTo>
                  <a:pt x="906923" y="165761"/>
                </a:lnTo>
                <a:lnTo>
                  <a:pt x="905176" y="165711"/>
                </a:lnTo>
                <a:lnTo>
                  <a:pt x="903458" y="165627"/>
                </a:lnTo>
                <a:lnTo>
                  <a:pt x="901768" y="165511"/>
                </a:lnTo>
                <a:lnTo>
                  <a:pt x="900106" y="165361"/>
                </a:lnTo>
                <a:lnTo>
                  <a:pt x="898473" y="165177"/>
                </a:lnTo>
                <a:lnTo>
                  <a:pt x="896868" y="164960"/>
                </a:lnTo>
                <a:lnTo>
                  <a:pt x="895291" y="164710"/>
                </a:lnTo>
                <a:lnTo>
                  <a:pt x="893743" y="164427"/>
                </a:lnTo>
                <a:lnTo>
                  <a:pt x="892223" y="164110"/>
                </a:lnTo>
                <a:lnTo>
                  <a:pt x="890731" y="163759"/>
                </a:lnTo>
                <a:lnTo>
                  <a:pt x="889267" y="163376"/>
                </a:lnTo>
                <a:lnTo>
                  <a:pt x="887832" y="162959"/>
                </a:lnTo>
                <a:lnTo>
                  <a:pt x="886425" y="162508"/>
                </a:lnTo>
                <a:lnTo>
                  <a:pt x="885046" y="162025"/>
                </a:lnTo>
                <a:lnTo>
                  <a:pt x="883696" y="161508"/>
                </a:lnTo>
                <a:lnTo>
                  <a:pt x="882374" y="160957"/>
                </a:lnTo>
                <a:lnTo>
                  <a:pt x="881080" y="160373"/>
                </a:lnTo>
                <a:lnTo>
                  <a:pt x="879815" y="159756"/>
                </a:lnTo>
                <a:lnTo>
                  <a:pt x="878578" y="159106"/>
                </a:lnTo>
                <a:lnTo>
                  <a:pt x="877369" y="158422"/>
                </a:lnTo>
                <a:lnTo>
                  <a:pt x="876188" y="157705"/>
                </a:lnTo>
                <a:lnTo>
                  <a:pt x="875036" y="156954"/>
                </a:lnTo>
                <a:lnTo>
                  <a:pt x="873912" y="156170"/>
                </a:lnTo>
                <a:lnTo>
                  <a:pt x="872815" y="155358"/>
                </a:lnTo>
                <a:lnTo>
                  <a:pt x="871742" y="154522"/>
                </a:lnTo>
                <a:lnTo>
                  <a:pt x="870695" y="153664"/>
                </a:lnTo>
                <a:lnTo>
                  <a:pt x="869673" y="152782"/>
                </a:lnTo>
                <a:lnTo>
                  <a:pt x="868676" y="151877"/>
                </a:lnTo>
                <a:lnTo>
                  <a:pt x="867704" y="150948"/>
                </a:lnTo>
                <a:lnTo>
                  <a:pt x="866758" y="149997"/>
                </a:lnTo>
                <a:lnTo>
                  <a:pt x="865836" y="149022"/>
                </a:lnTo>
                <a:lnTo>
                  <a:pt x="864939" y="148024"/>
                </a:lnTo>
                <a:lnTo>
                  <a:pt x="864068" y="147002"/>
                </a:lnTo>
                <a:lnTo>
                  <a:pt x="863221" y="145958"/>
                </a:lnTo>
                <a:lnTo>
                  <a:pt x="862400" y="144890"/>
                </a:lnTo>
                <a:lnTo>
                  <a:pt x="861603" y="143799"/>
                </a:lnTo>
                <a:lnTo>
                  <a:pt x="860832" y="142684"/>
                </a:lnTo>
                <a:lnTo>
                  <a:pt x="860086" y="141547"/>
                </a:lnTo>
                <a:lnTo>
                  <a:pt x="859365" y="140386"/>
                </a:lnTo>
                <a:lnTo>
                  <a:pt x="858669" y="139202"/>
                </a:lnTo>
                <a:lnTo>
                  <a:pt x="857998" y="137995"/>
                </a:lnTo>
                <a:lnTo>
                  <a:pt x="857352" y="136764"/>
                </a:lnTo>
                <a:lnTo>
                  <a:pt x="856731" y="135511"/>
                </a:lnTo>
                <a:lnTo>
                  <a:pt x="856135" y="134234"/>
                </a:lnTo>
                <a:lnTo>
                  <a:pt x="855564" y="132933"/>
                </a:lnTo>
                <a:lnTo>
                  <a:pt x="855019" y="131610"/>
                </a:lnTo>
                <a:lnTo>
                  <a:pt x="854498" y="130263"/>
                </a:lnTo>
                <a:lnTo>
                  <a:pt x="854001" y="128899"/>
                </a:lnTo>
                <a:lnTo>
                  <a:pt x="853525" y="127522"/>
                </a:lnTo>
                <a:lnTo>
                  <a:pt x="853070" y="126133"/>
                </a:lnTo>
                <a:lnTo>
                  <a:pt x="852636" y="124731"/>
                </a:lnTo>
                <a:lnTo>
                  <a:pt x="852223" y="123317"/>
                </a:lnTo>
                <a:lnTo>
                  <a:pt x="851831" y="121890"/>
                </a:lnTo>
                <a:lnTo>
                  <a:pt x="851461" y="120451"/>
                </a:lnTo>
                <a:lnTo>
                  <a:pt x="851112" y="118999"/>
                </a:lnTo>
                <a:lnTo>
                  <a:pt x="850784" y="117536"/>
                </a:lnTo>
                <a:lnTo>
                  <a:pt x="850477" y="116059"/>
                </a:lnTo>
                <a:lnTo>
                  <a:pt x="850191" y="114571"/>
                </a:lnTo>
                <a:lnTo>
                  <a:pt x="849927" y="113069"/>
                </a:lnTo>
                <a:lnTo>
                  <a:pt x="849683" y="111556"/>
                </a:lnTo>
                <a:lnTo>
                  <a:pt x="849461" y="110030"/>
                </a:lnTo>
                <a:lnTo>
                  <a:pt x="849260" y="108491"/>
                </a:lnTo>
                <a:lnTo>
                  <a:pt x="849080" y="106940"/>
                </a:lnTo>
                <a:lnTo>
                  <a:pt x="848921" y="105377"/>
                </a:lnTo>
                <a:lnTo>
                  <a:pt x="848784" y="103802"/>
                </a:lnTo>
                <a:lnTo>
                  <a:pt x="848667" y="102213"/>
                </a:lnTo>
                <a:lnTo>
                  <a:pt x="848572" y="100613"/>
                </a:lnTo>
                <a:lnTo>
                  <a:pt x="848498" y="99000"/>
                </a:lnTo>
                <a:lnTo>
                  <a:pt x="848445" y="97374"/>
                </a:lnTo>
                <a:lnTo>
                  <a:pt x="848413" y="95737"/>
                </a:lnTo>
                <a:lnTo>
                  <a:pt x="848403" y="94086"/>
                </a:lnTo>
                <a:lnTo>
                  <a:pt x="848413" y="92425"/>
                </a:lnTo>
                <a:lnTo>
                  <a:pt x="848445" y="90777"/>
                </a:lnTo>
                <a:lnTo>
                  <a:pt x="848498" y="89142"/>
                </a:lnTo>
                <a:lnTo>
                  <a:pt x="848572" y="87520"/>
                </a:lnTo>
                <a:lnTo>
                  <a:pt x="848667" y="85910"/>
                </a:lnTo>
                <a:lnTo>
                  <a:pt x="848784" y="84313"/>
                </a:lnTo>
                <a:lnTo>
                  <a:pt x="848921" y="82730"/>
                </a:lnTo>
                <a:lnTo>
                  <a:pt x="849080" y="81159"/>
                </a:lnTo>
                <a:lnTo>
                  <a:pt x="849260" y="79601"/>
                </a:lnTo>
                <a:lnTo>
                  <a:pt x="849461" y="78056"/>
                </a:lnTo>
                <a:lnTo>
                  <a:pt x="849683" y="76523"/>
                </a:lnTo>
                <a:lnTo>
                  <a:pt x="849927" y="75004"/>
                </a:lnTo>
                <a:lnTo>
                  <a:pt x="850191" y="73498"/>
                </a:lnTo>
                <a:lnTo>
                  <a:pt x="850477" y="72004"/>
                </a:lnTo>
                <a:lnTo>
                  <a:pt x="850784" y="70523"/>
                </a:lnTo>
                <a:lnTo>
                  <a:pt x="851112" y="69056"/>
                </a:lnTo>
                <a:lnTo>
                  <a:pt x="851461" y="67601"/>
                </a:lnTo>
                <a:lnTo>
                  <a:pt x="851831" y="66159"/>
                </a:lnTo>
                <a:lnTo>
                  <a:pt x="852223" y="64730"/>
                </a:lnTo>
                <a:lnTo>
                  <a:pt x="852636" y="63313"/>
                </a:lnTo>
                <a:lnTo>
                  <a:pt x="853070" y="61910"/>
                </a:lnTo>
                <a:lnTo>
                  <a:pt x="853525" y="60519"/>
                </a:lnTo>
                <a:lnTo>
                  <a:pt x="854001" y="59142"/>
                </a:lnTo>
                <a:lnTo>
                  <a:pt x="854498" y="57777"/>
                </a:lnTo>
                <a:lnTo>
                  <a:pt x="855019" y="56430"/>
                </a:lnTo>
                <a:lnTo>
                  <a:pt x="855564" y="55106"/>
                </a:lnTo>
                <a:lnTo>
                  <a:pt x="856135" y="53804"/>
                </a:lnTo>
                <a:lnTo>
                  <a:pt x="856731" y="52524"/>
                </a:lnTo>
                <a:lnTo>
                  <a:pt x="857352" y="51267"/>
                </a:lnTo>
                <a:lnTo>
                  <a:pt x="857998" y="50033"/>
                </a:lnTo>
                <a:lnTo>
                  <a:pt x="858669" y="48821"/>
                </a:lnTo>
                <a:lnTo>
                  <a:pt x="859365" y="47632"/>
                </a:lnTo>
                <a:lnTo>
                  <a:pt x="860086" y="46466"/>
                </a:lnTo>
                <a:lnTo>
                  <a:pt x="860832" y="45321"/>
                </a:lnTo>
                <a:lnTo>
                  <a:pt x="861603" y="44200"/>
                </a:lnTo>
                <a:lnTo>
                  <a:pt x="862400" y="43101"/>
                </a:lnTo>
                <a:lnTo>
                  <a:pt x="863221" y="42024"/>
                </a:lnTo>
                <a:lnTo>
                  <a:pt x="864068" y="40970"/>
                </a:lnTo>
                <a:lnTo>
                  <a:pt x="864939" y="39939"/>
                </a:lnTo>
                <a:lnTo>
                  <a:pt x="865836" y="38930"/>
                </a:lnTo>
                <a:lnTo>
                  <a:pt x="866758" y="37944"/>
                </a:lnTo>
                <a:lnTo>
                  <a:pt x="867704" y="36980"/>
                </a:lnTo>
                <a:lnTo>
                  <a:pt x="868676" y="36039"/>
                </a:lnTo>
                <a:lnTo>
                  <a:pt x="869673" y="35120"/>
                </a:lnTo>
                <a:lnTo>
                  <a:pt x="870695" y="34224"/>
                </a:lnTo>
                <a:lnTo>
                  <a:pt x="871742" y="33351"/>
                </a:lnTo>
                <a:lnTo>
                  <a:pt x="872815" y="32500"/>
                </a:lnTo>
                <a:lnTo>
                  <a:pt x="873912" y="31671"/>
                </a:lnTo>
                <a:lnTo>
                  <a:pt x="875036" y="30871"/>
                </a:lnTo>
                <a:lnTo>
                  <a:pt x="876188" y="30105"/>
                </a:lnTo>
                <a:lnTo>
                  <a:pt x="877369" y="29373"/>
                </a:lnTo>
                <a:lnTo>
                  <a:pt x="878578" y="28675"/>
                </a:lnTo>
                <a:lnTo>
                  <a:pt x="879815" y="28011"/>
                </a:lnTo>
                <a:lnTo>
                  <a:pt x="881080" y="27381"/>
                </a:lnTo>
                <a:lnTo>
                  <a:pt x="882374" y="26785"/>
                </a:lnTo>
                <a:lnTo>
                  <a:pt x="883696" y="26223"/>
                </a:lnTo>
                <a:lnTo>
                  <a:pt x="885046" y="25696"/>
                </a:lnTo>
                <a:lnTo>
                  <a:pt x="886425" y="25202"/>
                </a:lnTo>
                <a:lnTo>
                  <a:pt x="887832" y="24742"/>
                </a:lnTo>
                <a:lnTo>
                  <a:pt x="889267" y="24317"/>
                </a:lnTo>
                <a:lnTo>
                  <a:pt x="890731" y="23925"/>
                </a:lnTo>
                <a:lnTo>
                  <a:pt x="892223" y="23568"/>
                </a:lnTo>
                <a:lnTo>
                  <a:pt x="893743" y="23244"/>
                </a:lnTo>
                <a:lnTo>
                  <a:pt x="895291" y="22955"/>
                </a:lnTo>
                <a:lnTo>
                  <a:pt x="896868" y="22699"/>
                </a:lnTo>
                <a:lnTo>
                  <a:pt x="898473" y="22478"/>
                </a:lnTo>
                <a:lnTo>
                  <a:pt x="900106" y="22291"/>
                </a:lnTo>
                <a:lnTo>
                  <a:pt x="901768" y="22138"/>
                </a:lnTo>
                <a:lnTo>
                  <a:pt x="903458" y="22018"/>
                </a:lnTo>
                <a:lnTo>
                  <a:pt x="905176" y="21933"/>
                </a:lnTo>
                <a:lnTo>
                  <a:pt x="906923" y="21882"/>
                </a:lnTo>
                <a:lnTo>
                  <a:pt x="908697" y="21865"/>
                </a:lnTo>
                <a:lnTo>
                  <a:pt x="909722" y="21873"/>
                </a:lnTo>
                <a:lnTo>
                  <a:pt x="910741" y="21895"/>
                </a:lnTo>
                <a:lnTo>
                  <a:pt x="911755" y="21931"/>
                </a:lnTo>
                <a:lnTo>
                  <a:pt x="912763" y="21983"/>
                </a:lnTo>
                <a:lnTo>
                  <a:pt x="913766" y="22049"/>
                </a:lnTo>
                <a:lnTo>
                  <a:pt x="914764" y="22130"/>
                </a:lnTo>
                <a:lnTo>
                  <a:pt x="915757" y="22226"/>
                </a:lnTo>
                <a:lnTo>
                  <a:pt x="916744" y="22336"/>
                </a:lnTo>
                <a:lnTo>
                  <a:pt x="917726" y="22461"/>
                </a:lnTo>
                <a:lnTo>
                  <a:pt x="918703" y="22601"/>
                </a:lnTo>
                <a:lnTo>
                  <a:pt x="919674" y="22756"/>
                </a:lnTo>
                <a:lnTo>
                  <a:pt x="920640" y="22925"/>
                </a:lnTo>
                <a:lnTo>
                  <a:pt x="921601" y="23109"/>
                </a:lnTo>
                <a:lnTo>
                  <a:pt x="922557" y="23308"/>
                </a:lnTo>
                <a:lnTo>
                  <a:pt x="923507" y="23522"/>
                </a:lnTo>
                <a:lnTo>
                  <a:pt x="924452" y="23750"/>
                </a:lnTo>
                <a:lnTo>
                  <a:pt x="925392" y="23993"/>
                </a:lnTo>
                <a:lnTo>
                  <a:pt x="926326" y="24250"/>
                </a:lnTo>
                <a:lnTo>
                  <a:pt x="927255" y="24523"/>
                </a:lnTo>
                <a:lnTo>
                  <a:pt x="928179" y="24810"/>
                </a:lnTo>
                <a:lnTo>
                  <a:pt x="929098" y="25112"/>
                </a:lnTo>
                <a:lnTo>
                  <a:pt x="930011" y="25428"/>
                </a:lnTo>
                <a:lnTo>
                  <a:pt x="930919" y="25760"/>
                </a:lnTo>
                <a:lnTo>
                  <a:pt x="931821" y="26106"/>
                </a:lnTo>
                <a:lnTo>
                  <a:pt x="932716" y="26467"/>
                </a:lnTo>
                <a:lnTo>
                  <a:pt x="933598" y="26843"/>
                </a:lnTo>
                <a:lnTo>
                  <a:pt x="934468" y="27235"/>
                </a:lnTo>
                <a:lnTo>
                  <a:pt x="935326" y="27642"/>
                </a:lnTo>
                <a:lnTo>
                  <a:pt x="936172" y="28065"/>
                </a:lnTo>
                <a:lnTo>
                  <a:pt x="937006" y="28503"/>
                </a:lnTo>
                <a:lnTo>
                  <a:pt x="937828" y="28957"/>
                </a:lnTo>
                <a:lnTo>
                  <a:pt x="938639" y="29426"/>
                </a:lnTo>
                <a:lnTo>
                  <a:pt x="939437" y="29910"/>
                </a:lnTo>
                <a:lnTo>
                  <a:pt x="940223" y="30410"/>
                </a:lnTo>
                <a:lnTo>
                  <a:pt x="940998" y="30925"/>
                </a:lnTo>
                <a:lnTo>
                  <a:pt x="941760" y="31456"/>
                </a:lnTo>
                <a:lnTo>
                  <a:pt x="942511" y="32002"/>
                </a:lnTo>
                <a:lnTo>
                  <a:pt x="943249" y="32564"/>
                </a:lnTo>
                <a:lnTo>
                  <a:pt x="943976" y="33140"/>
                </a:lnTo>
                <a:lnTo>
                  <a:pt x="944690" y="33733"/>
                </a:lnTo>
                <a:lnTo>
                  <a:pt x="945393" y="34340"/>
                </a:lnTo>
                <a:lnTo>
                  <a:pt x="946084" y="34964"/>
                </a:lnTo>
                <a:lnTo>
                  <a:pt x="946762" y="35602"/>
                </a:lnTo>
                <a:lnTo>
                  <a:pt x="947429" y="36256"/>
                </a:lnTo>
                <a:lnTo>
                  <a:pt x="948084" y="36925"/>
                </a:lnTo>
                <a:lnTo>
                  <a:pt x="948726" y="37610"/>
                </a:lnTo>
                <a:lnTo>
                  <a:pt x="949357" y="38310"/>
                </a:lnTo>
                <a:lnTo>
                  <a:pt x="949976" y="39026"/>
                </a:lnTo>
                <a:lnTo>
                  <a:pt x="950579" y="39757"/>
                </a:lnTo>
                <a:lnTo>
                  <a:pt x="951162" y="40505"/>
                </a:lnTo>
                <a:lnTo>
                  <a:pt x="951725" y="41269"/>
                </a:lnTo>
                <a:lnTo>
                  <a:pt x="952268" y="42050"/>
                </a:lnTo>
                <a:lnTo>
                  <a:pt x="952790" y="42847"/>
                </a:lnTo>
                <a:lnTo>
                  <a:pt x="953293" y="43660"/>
                </a:lnTo>
                <a:lnTo>
                  <a:pt x="953776" y="44489"/>
                </a:lnTo>
                <a:lnTo>
                  <a:pt x="954239" y="45335"/>
                </a:lnTo>
                <a:lnTo>
                  <a:pt x="954682" y="46197"/>
                </a:lnTo>
                <a:lnTo>
                  <a:pt x="955104" y="47076"/>
                </a:lnTo>
                <a:lnTo>
                  <a:pt x="955507" y="47971"/>
                </a:lnTo>
                <a:lnTo>
                  <a:pt x="955890" y="48882"/>
                </a:lnTo>
                <a:lnTo>
                  <a:pt x="956252" y="49809"/>
                </a:lnTo>
                <a:lnTo>
                  <a:pt x="956595" y="50753"/>
                </a:lnTo>
                <a:lnTo>
                  <a:pt x="956918" y="51713"/>
                </a:lnTo>
                <a:lnTo>
                  <a:pt x="957220" y="52690"/>
                </a:lnTo>
                <a:lnTo>
                  <a:pt x="957503" y="53683"/>
                </a:lnTo>
                <a:lnTo>
                  <a:pt x="957766" y="54692"/>
                </a:lnTo>
                <a:lnTo>
                  <a:pt x="958008" y="55717"/>
                </a:lnTo>
                <a:lnTo>
                  <a:pt x="958231" y="56759"/>
                </a:lnTo>
                <a:lnTo>
                  <a:pt x="958433" y="57817"/>
                </a:lnTo>
                <a:lnTo>
                  <a:pt x="958616" y="58892"/>
                </a:lnTo>
                <a:lnTo>
                  <a:pt x="958779" y="59983"/>
                </a:lnTo>
                <a:lnTo>
                  <a:pt x="958921" y="61090"/>
                </a:lnTo>
                <a:lnTo>
                  <a:pt x="982906" y="61090"/>
                </a:lnTo>
                <a:lnTo>
                  <a:pt x="982736" y="59445"/>
                </a:lnTo>
                <a:lnTo>
                  <a:pt x="982535" y="57824"/>
                </a:lnTo>
                <a:lnTo>
                  <a:pt x="982303" y="56227"/>
                </a:lnTo>
                <a:lnTo>
                  <a:pt x="982040" y="54654"/>
                </a:lnTo>
                <a:lnTo>
                  <a:pt x="981745" y="53104"/>
                </a:lnTo>
                <a:lnTo>
                  <a:pt x="981420" y="51578"/>
                </a:lnTo>
                <a:lnTo>
                  <a:pt x="981063" y="50075"/>
                </a:lnTo>
                <a:lnTo>
                  <a:pt x="980676" y="48597"/>
                </a:lnTo>
                <a:lnTo>
                  <a:pt x="980257" y="47142"/>
                </a:lnTo>
                <a:lnTo>
                  <a:pt x="979807" y="45710"/>
                </a:lnTo>
                <a:lnTo>
                  <a:pt x="979327" y="44303"/>
                </a:lnTo>
                <a:lnTo>
                  <a:pt x="978815" y="42919"/>
                </a:lnTo>
                <a:lnTo>
                  <a:pt x="978272" y="41558"/>
                </a:lnTo>
                <a:lnTo>
                  <a:pt x="977698" y="40222"/>
                </a:lnTo>
                <a:lnTo>
                  <a:pt x="977093" y="38909"/>
                </a:lnTo>
                <a:lnTo>
                  <a:pt x="976457" y="37620"/>
                </a:lnTo>
                <a:lnTo>
                  <a:pt x="975790" y="36354"/>
                </a:lnTo>
                <a:lnTo>
                  <a:pt x="975092" y="35113"/>
                </a:lnTo>
                <a:lnTo>
                  <a:pt x="974363" y="33895"/>
                </a:lnTo>
                <a:lnTo>
                  <a:pt x="973603" y="32700"/>
                </a:lnTo>
                <a:lnTo>
                  <a:pt x="972811" y="31530"/>
                </a:lnTo>
                <a:lnTo>
                  <a:pt x="971989" y="30383"/>
                </a:lnTo>
                <a:lnTo>
                  <a:pt x="971136" y="29259"/>
                </a:lnTo>
                <a:lnTo>
                  <a:pt x="970251" y="28160"/>
                </a:lnTo>
                <a:lnTo>
                  <a:pt x="969342" y="27084"/>
                </a:lnTo>
                <a:lnTo>
                  <a:pt x="968413" y="26031"/>
                </a:lnTo>
                <a:lnTo>
                  <a:pt x="967466" y="25001"/>
                </a:lnTo>
                <a:lnTo>
                  <a:pt x="966500" y="23995"/>
                </a:lnTo>
                <a:lnTo>
                  <a:pt x="965515" y="23011"/>
                </a:lnTo>
                <a:lnTo>
                  <a:pt x="964512" y="22052"/>
                </a:lnTo>
                <a:lnTo>
                  <a:pt x="963489" y="21115"/>
                </a:lnTo>
                <a:lnTo>
                  <a:pt x="962447" y="20201"/>
                </a:lnTo>
                <a:lnTo>
                  <a:pt x="961387" y="19311"/>
                </a:lnTo>
                <a:lnTo>
                  <a:pt x="960308" y="18444"/>
                </a:lnTo>
                <a:lnTo>
                  <a:pt x="959210" y="17600"/>
                </a:lnTo>
                <a:lnTo>
                  <a:pt x="958093" y="16780"/>
                </a:lnTo>
                <a:lnTo>
                  <a:pt x="956957" y="15983"/>
                </a:lnTo>
                <a:lnTo>
                  <a:pt x="955802" y="15209"/>
                </a:lnTo>
                <a:lnTo>
                  <a:pt x="954629" y="14458"/>
                </a:lnTo>
                <a:lnTo>
                  <a:pt x="953436" y="13730"/>
                </a:lnTo>
                <a:lnTo>
                  <a:pt x="952225" y="13026"/>
                </a:lnTo>
                <a:lnTo>
                  <a:pt x="950995" y="12345"/>
                </a:lnTo>
                <a:lnTo>
                  <a:pt x="949746" y="11687"/>
                </a:lnTo>
                <a:lnTo>
                  <a:pt x="948478" y="11052"/>
                </a:lnTo>
                <a:lnTo>
                  <a:pt x="947191" y="10441"/>
                </a:lnTo>
                <a:lnTo>
                  <a:pt x="945886" y="9853"/>
                </a:lnTo>
                <a:lnTo>
                  <a:pt x="944561" y="9288"/>
                </a:lnTo>
                <a:lnTo>
                  <a:pt x="943218" y="8746"/>
                </a:lnTo>
                <a:lnTo>
                  <a:pt x="941862" y="8227"/>
                </a:lnTo>
                <a:lnTo>
                  <a:pt x="940498" y="7730"/>
                </a:lnTo>
                <a:lnTo>
                  <a:pt x="939127" y="7255"/>
                </a:lnTo>
                <a:lnTo>
                  <a:pt x="937750" y="6803"/>
                </a:lnTo>
                <a:lnTo>
                  <a:pt x="936365" y="6372"/>
                </a:lnTo>
                <a:lnTo>
                  <a:pt x="934973" y="5963"/>
                </a:lnTo>
                <a:lnTo>
                  <a:pt x="933574" y="5577"/>
                </a:lnTo>
                <a:lnTo>
                  <a:pt x="932168" y="5212"/>
                </a:lnTo>
                <a:lnTo>
                  <a:pt x="930754" y="4870"/>
                </a:lnTo>
                <a:lnTo>
                  <a:pt x="929334" y="4550"/>
                </a:lnTo>
                <a:lnTo>
                  <a:pt x="927906" y="4252"/>
                </a:lnTo>
                <a:lnTo>
                  <a:pt x="926471" y="3975"/>
                </a:lnTo>
                <a:lnTo>
                  <a:pt x="925029" y="3722"/>
                </a:lnTo>
                <a:lnTo>
                  <a:pt x="923580" y="3490"/>
                </a:lnTo>
                <a:lnTo>
                  <a:pt x="922124" y="3280"/>
                </a:lnTo>
                <a:lnTo>
                  <a:pt x="920661" y="3092"/>
                </a:lnTo>
                <a:lnTo>
                  <a:pt x="919190" y="2926"/>
                </a:lnTo>
                <a:lnTo>
                  <a:pt x="917713" y="2783"/>
                </a:lnTo>
                <a:lnTo>
                  <a:pt x="916228" y="2661"/>
                </a:lnTo>
                <a:lnTo>
                  <a:pt x="914736" y="2562"/>
                </a:lnTo>
                <a:lnTo>
                  <a:pt x="913237" y="2485"/>
                </a:lnTo>
                <a:lnTo>
                  <a:pt x="911731" y="2429"/>
                </a:lnTo>
                <a:lnTo>
                  <a:pt x="910218" y="2396"/>
                </a:lnTo>
                <a:lnTo>
                  <a:pt x="908697" y="2385"/>
                </a:lnTo>
                <a:lnTo>
                  <a:pt x="906405" y="2406"/>
                </a:lnTo>
                <a:lnTo>
                  <a:pt x="904142" y="2466"/>
                </a:lnTo>
                <a:lnTo>
                  <a:pt x="901910" y="2568"/>
                </a:lnTo>
                <a:lnTo>
                  <a:pt x="899708" y="2709"/>
                </a:lnTo>
                <a:lnTo>
                  <a:pt x="897537" y="2891"/>
                </a:lnTo>
                <a:lnTo>
                  <a:pt x="895396" y="3114"/>
                </a:lnTo>
                <a:lnTo>
                  <a:pt x="893286" y="3377"/>
                </a:lnTo>
                <a:lnTo>
                  <a:pt x="891205" y="3681"/>
                </a:lnTo>
                <a:lnTo>
                  <a:pt x="889155" y="4025"/>
                </a:lnTo>
                <a:lnTo>
                  <a:pt x="887136" y="4410"/>
                </a:lnTo>
                <a:lnTo>
                  <a:pt x="885147" y="4835"/>
                </a:lnTo>
                <a:lnTo>
                  <a:pt x="883188" y="5301"/>
                </a:lnTo>
                <a:lnTo>
                  <a:pt x="881260" y="5807"/>
                </a:lnTo>
                <a:lnTo>
                  <a:pt x="879362" y="6353"/>
                </a:lnTo>
                <a:lnTo>
                  <a:pt x="877494" y="6941"/>
                </a:lnTo>
                <a:lnTo>
                  <a:pt x="875657" y="7568"/>
                </a:lnTo>
                <a:lnTo>
                  <a:pt x="873850" y="8236"/>
                </a:lnTo>
                <a:lnTo>
                  <a:pt x="872073" y="8945"/>
                </a:lnTo>
                <a:lnTo>
                  <a:pt x="870327" y="9694"/>
                </a:lnTo>
                <a:lnTo>
                  <a:pt x="868611" y="10483"/>
                </a:lnTo>
                <a:lnTo>
                  <a:pt x="866926" y="11314"/>
                </a:lnTo>
                <a:lnTo>
                  <a:pt x="865271" y="12184"/>
                </a:lnTo>
                <a:lnTo>
                  <a:pt x="863646" y="13095"/>
                </a:lnTo>
                <a:lnTo>
                  <a:pt x="862052" y="14047"/>
                </a:lnTo>
                <a:lnTo>
                  <a:pt x="860489" y="15034"/>
                </a:lnTo>
                <a:lnTo>
                  <a:pt x="858957" y="16053"/>
                </a:lnTo>
                <a:lnTo>
                  <a:pt x="857458" y="17103"/>
                </a:lnTo>
                <a:lnTo>
                  <a:pt x="855991" y="18184"/>
                </a:lnTo>
                <a:lnTo>
                  <a:pt x="854556" y="19297"/>
                </a:lnTo>
                <a:lnTo>
                  <a:pt x="853152" y="20441"/>
                </a:lnTo>
                <a:lnTo>
                  <a:pt x="851781" y="21616"/>
                </a:lnTo>
                <a:lnTo>
                  <a:pt x="850442" y="22822"/>
                </a:lnTo>
                <a:lnTo>
                  <a:pt x="849135" y="24060"/>
                </a:lnTo>
                <a:lnTo>
                  <a:pt x="847859" y="25329"/>
                </a:lnTo>
                <a:lnTo>
                  <a:pt x="846616" y="26629"/>
                </a:lnTo>
                <a:lnTo>
                  <a:pt x="845404" y="27961"/>
                </a:lnTo>
                <a:lnTo>
                  <a:pt x="844225" y="29324"/>
                </a:lnTo>
                <a:lnTo>
                  <a:pt x="843078" y="30718"/>
                </a:lnTo>
                <a:lnTo>
                  <a:pt x="841962" y="32143"/>
                </a:lnTo>
                <a:lnTo>
                  <a:pt x="840879" y="33600"/>
                </a:lnTo>
                <a:lnTo>
                  <a:pt x="839827" y="35088"/>
                </a:lnTo>
                <a:lnTo>
                  <a:pt x="838808" y="36608"/>
                </a:lnTo>
                <a:lnTo>
                  <a:pt x="837820" y="38158"/>
                </a:lnTo>
                <a:lnTo>
                  <a:pt x="836865" y="39740"/>
                </a:lnTo>
                <a:lnTo>
                  <a:pt x="835941" y="41353"/>
                </a:lnTo>
                <a:lnTo>
                  <a:pt x="835049" y="42998"/>
                </a:lnTo>
                <a:lnTo>
                  <a:pt x="834190" y="44674"/>
                </a:lnTo>
                <a:lnTo>
                  <a:pt x="833362" y="46381"/>
                </a:lnTo>
                <a:lnTo>
                  <a:pt x="832567" y="48114"/>
                </a:lnTo>
                <a:lnTo>
                  <a:pt x="831806" y="49870"/>
                </a:lnTo>
                <a:lnTo>
                  <a:pt x="831079" y="51648"/>
                </a:lnTo>
                <a:lnTo>
                  <a:pt x="830386" y="53448"/>
                </a:lnTo>
                <a:lnTo>
                  <a:pt x="829726" y="55270"/>
                </a:lnTo>
                <a:lnTo>
                  <a:pt x="829101" y="57114"/>
                </a:lnTo>
                <a:lnTo>
                  <a:pt x="828509" y="58981"/>
                </a:lnTo>
                <a:lnTo>
                  <a:pt x="827951" y="60869"/>
                </a:lnTo>
                <a:lnTo>
                  <a:pt x="827427" y="62779"/>
                </a:lnTo>
                <a:lnTo>
                  <a:pt x="826936" y="64712"/>
                </a:lnTo>
                <a:lnTo>
                  <a:pt x="826480" y="66667"/>
                </a:lnTo>
                <a:lnTo>
                  <a:pt x="826057" y="68643"/>
                </a:lnTo>
                <a:lnTo>
                  <a:pt x="825668" y="70642"/>
                </a:lnTo>
                <a:lnTo>
                  <a:pt x="825313" y="72663"/>
                </a:lnTo>
                <a:lnTo>
                  <a:pt x="824992" y="74706"/>
                </a:lnTo>
                <a:lnTo>
                  <a:pt x="824704" y="76771"/>
                </a:lnTo>
                <a:lnTo>
                  <a:pt x="824451" y="78858"/>
                </a:lnTo>
                <a:lnTo>
                  <a:pt x="824231" y="80967"/>
                </a:lnTo>
                <a:lnTo>
                  <a:pt x="824045" y="83099"/>
                </a:lnTo>
                <a:lnTo>
                  <a:pt x="823893" y="85252"/>
                </a:lnTo>
                <a:lnTo>
                  <a:pt x="823774" y="87427"/>
                </a:lnTo>
                <a:lnTo>
                  <a:pt x="823690" y="89625"/>
                </a:lnTo>
                <a:lnTo>
                  <a:pt x="823639" y="91845"/>
                </a:lnTo>
                <a:lnTo>
                  <a:pt x="823622" y="94086"/>
                </a:lnTo>
                <a:lnTo>
                  <a:pt x="823639" y="96328"/>
                </a:lnTo>
                <a:lnTo>
                  <a:pt x="823690" y="98547"/>
                </a:lnTo>
                <a:lnTo>
                  <a:pt x="823774" y="100743"/>
                </a:lnTo>
                <a:lnTo>
                  <a:pt x="823893" y="102917"/>
                </a:lnTo>
                <a:lnTo>
                  <a:pt x="824045" y="105068"/>
                </a:lnTo>
                <a:lnTo>
                  <a:pt x="824231" y="107197"/>
                </a:lnTo>
                <a:lnTo>
                  <a:pt x="824451" y="109303"/>
                </a:lnTo>
                <a:lnTo>
                  <a:pt x="824704" y="111387"/>
                </a:lnTo>
                <a:lnTo>
                  <a:pt x="824992" y="113448"/>
                </a:lnTo>
                <a:lnTo>
                  <a:pt x="825313" y="115487"/>
                </a:lnTo>
                <a:lnTo>
                  <a:pt x="825668" y="117503"/>
                </a:lnTo>
                <a:lnTo>
                  <a:pt x="826057" y="119496"/>
                </a:lnTo>
                <a:lnTo>
                  <a:pt x="826480" y="121467"/>
                </a:lnTo>
                <a:lnTo>
                  <a:pt x="826936" y="123416"/>
                </a:lnTo>
                <a:lnTo>
                  <a:pt x="827427" y="125342"/>
                </a:lnTo>
                <a:lnTo>
                  <a:pt x="827951" y="127245"/>
                </a:lnTo>
                <a:lnTo>
                  <a:pt x="828509" y="129126"/>
                </a:lnTo>
                <a:lnTo>
                  <a:pt x="829101" y="130984"/>
                </a:lnTo>
                <a:lnTo>
                  <a:pt x="829726" y="132820"/>
                </a:lnTo>
                <a:lnTo>
                  <a:pt x="830386" y="134633"/>
                </a:lnTo>
                <a:lnTo>
                  <a:pt x="831079" y="136423"/>
                </a:lnTo>
                <a:lnTo>
                  <a:pt x="831806" y="138191"/>
                </a:lnTo>
                <a:lnTo>
                  <a:pt x="832567" y="139937"/>
                </a:lnTo>
                <a:lnTo>
                  <a:pt x="833362" y="141660"/>
                </a:lnTo>
                <a:lnTo>
                  <a:pt x="834190" y="143356"/>
                </a:lnTo>
                <a:lnTo>
                  <a:pt x="835049" y="145021"/>
                </a:lnTo>
                <a:lnTo>
                  <a:pt x="835941" y="146656"/>
                </a:lnTo>
                <a:lnTo>
                  <a:pt x="836865" y="148260"/>
                </a:lnTo>
                <a:lnTo>
                  <a:pt x="837820" y="149833"/>
                </a:lnTo>
                <a:lnTo>
                  <a:pt x="838808" y="151375"/>
                </a:lnTo>
                <a:lnTo>
                  <a:pt x="839827" y="152886"/>
                </a:lnTo>
                <a:lnTo>
                  <a:pt x="840879" y="154367"/>
                </a:lnTo>
                <a:lnTo>
                  <a:pt x="841962" y="155816"/>
                </a:lnTo>
                <a:lnTo>
                  <a:pt x="843078" y="157235"/>
                </a:lnTo>
                <a:lnTo>
                  <a:pt x="844225" y="158623"/>
                </a:lnTo>
                <a:lnTo>
                  <a:pt x="845404" y="159980"/>
                </a:lnTo>
                <a:lnTo>
                  <a:pt x="846616" y="161306"/>
                </a:lnTo>
                <a:lnTo>
                  <a:pt x="847859" y="162602"/>
                </a:lnTo>
                <a:lnTo>
                  <a:pt x="849135" y="163866"/>
                </a:lnTo>
                <a:lnTo>
                  <a:pt x="850442" y="165100"/>
                </a:lnTo>
                <a:lnTo>
                  <a:pt x="851781" y="166303"/>
                </a:lnTo>
                <a:lnTo>
                  <a:pt x="853152" y="167475"/>
                </a:lnTo>
                <a:lnTo>
                  <a:pt x="854556" y="168617"/>
                </a:lnTo>
                <a:lnTo>
                  <a:pt x="855991" y="169727"/>
                </a:lnTo>
                <a:lnTo>
                  <a:pt x="857458" y="170807"/>
                </a:lnTo>
                <a:lnTo>
                  <a:pt x="858957" y="171856"/>
                </a:lnTo>
                <a:lnTo>
                  <a:pt x="860489" y="172874"/>
                </a:lnTo>
                <a:lnTo>
                  <a:pt x="862052" y="173861"/>
                </a:lnTo>
                <a:lnTo>
                  <a:pt x="863646" y="174813"/>
                </a:lnTo>
                <a:lnTo>
                  <a:pt x="865271" y="175724"/>
                </a:lnTo>
                <a:lnTo>
                  <a:pt x="866926" y="176594"/>
                </a:lnTo>
                <a:lnTo>
                  <a:pt x="868611" y="177424"/>
                </a:lnTo>
                <a:lnTo>
                  <a:pt x="870327" y="178214"/>
                </a:lnTo>
                <a:lnTo>
                  <a:pt x="872073" y="178963"/>
                </a:lnTo>
                <a:lnTo>
                  <a:pt x="873850" y="179672"/>
                </a:lnTo>
                <a:lnTo>
                  <a:pt x="875657" y="180340"/>
                </a:lnTo>
                <a:lnTo>
                  <a:pt x="877494" y="180967"/>
                </a:lnTo>
                <a:lnTo>
                  <a:pt x="879362" y="181554"/>
                </a:lnTo>
                <a:lnTo>
                  <a:pt x="881260" y="182101"/>
                </a:lnTo>
                <a:lnTo>
                  <a:pt x="883188" y="182607"/>
                </a:lnTo>
                <a:lnTo>
                  <a:pt x="885147" y="183073"/>
                </a:lnTo>
                <a:lnTo>
                  <a:pt x="887136" y="183498"/>
                </a:lnTo>
                <a:lnTo>
                  <a:pt x="889155" y="183883"/>
                </a:lnTo>
                <a:lnTo>
                  <a:pt x="891205" y="184227"/>
                </a:lnTo>
                <a:lnTo>
                  <a:pt x="893286" y="184530"/>
                </a:lnTo>
                <a:lnTo>
                  <a:pt x="895396" y="184794"/>
                </a:lnTo>
                <a:lnTo>
                  <a:pt x="897537" y="185016"/>
                </a:lnTo>
                <a:lnTo>
                  <a:pt x="899708" y="185199"/>
                </a:lnTo>
                <a:lnTo>
                  <a:pt x="901910" y="185340"/>
                </a:lnTo>
                <a:lnTo>
                  <a:pt x="904142" y="185442"/>
                </a:lnTo>
                <a:lnTo>
                  <a:pt x="906405" y="185502"/>
                </a:lnTo>
                <a:lnTo>
                  <a:pt x="908697" y="185523"/>
                </a:lnTo>
                <a:lnTo>
                  <a:pt x="910369" y="185511"/>
                </a:lnTo>
                <a:lnTo>
                  <a:pt x="912027" y="185475"/>
                </a:lnTo>
                <a:lnTo>
                  <a:pt x="913671" y="185415"/>
                </a:lnTo>
                <a:lnTo>
                  <a:pt x="915301" y="185331"/>
                </a:lnTo>
                <a:lnTo>
                  <a:pt x="916918" y="185223"/>
                </a:lnTo>
                <a:close/>
                <a:moveTo>
                  <a:pt x="1800886" y="165201"/>
                </a:moveTo>
                <a:lnTo>
                  <a:pt x="1799979" y="165143"/>
                </a:lnTo>
                <a:lnTo>
                  <a:pt x="1799101" y="165061"/>
                </a:lnTo>
                <a:lnTo>
                  <a:pt x="1798254" y="164957"/>
                </a:lnTo>
                <a:lnTo>
                  <a:pt x="1797437" y="164829"/>
                </a:lnTo>
                <a:lnTo>
                  <a:pt x="1796650" y="164678"/>
                </a:lnTo>
                <a:lnTo>
                  <a:pt x="1795893" y="164503"/>
                </a:lnTo>
                <a:lnTo>
                  <a:pt x="1795167" y="164305"/>
                </a:lnTo>
                <a:lnTo>
                  <a:pt x="1794470" y="164084"/>
                </a:lnTo>
                <a:lnTo>
                  <a:pt x="1793804" y="163840"/>
                </a:lnTo>
                <a:lnTo>
                  <a:pt x="1793168" y="163572"/>
                </a:lnTo>
                <a:lnTo>
                  <a:pt x="1792562" y="163282"/>
                </a:lnTo>
                <a:lnTo>
                  <a:pt x="1791986" y="162968"/>
                </a:lnTo>
                <a:lnTo>
                  <a:pt x="1791440" y="162630"/>
                </a:lnTo>
                <a:lnTo>
                  <a:pt x="1790924" y="162270"/>
                </a:lnTo>
                <a:lnTo>
                  <a:pt x="1790439" y="161886"/>
                </a:lnTo>
                <a:lnTo>
                  <a:pt x="1789983" y="161479"/>
                </a:lnTo>
                <a:lnTo>
                  <a:pt x="1789558" y="161048"/>
                </a:lnTo>
                <a:lnTo>
                  <a:pt x="1789163" y="160595"/>
                </a:lnTo>
                <a:lnTo>
                  <a:pt x="1788798" y="160118"/>
                </a:lnTo>
                <a:lnTo>
                  <a:pt x="1788463" y="159617"/>
                </a:lnTo>
                <a:lnTo>
                  <a:pt x="1788158" y="159094"/>
                </a:lnTo>
                <a:lnTo>
                  <a:pt x="1787884" y="158547"/>
                </a:lnTo>
                <a:lnTo>
                  <a:pt x="1787630" y="157979"/>
                </a:lnTo>
                <a:lnTo>
                  <a:pt x="1787386" y="157390"/>
                </a:lnTo>
                <a:lnTo>
                  <a:pt x="1787154" y="156780"/>
                </a:lnTo>
                <a:lnTo>
                  <a:pt x="1786932" y="156151"/>
                </a:lnTo>
                <a:lnTo>
                  <a:pt x="1786721" y="155501"/>
                </a:lnTo>
                <a:lnTo>
                  <a:pt x="1786521" y="154830"/>
                </a:lnTo>
                <a:lnTo>
                  <a:pt x="1786332" y="154139"/>
                </a:lnTo>
                <a:lnTo>
                  <a:pt x="1786154" y="153428"/>
                </a:lnTo>
                <a:lnTo>
                  <a:pt x="1785986" y="152696"/>
                </a:lnTo>
                <a:lnTo>
                  <a:pt x="1785829" y="151944"/>
                </a:lnTo>
                <a:lnTo>
                  <a:pt x="1785683" y="151172"/>
                </a:lnTo>
                <a:lnTo>
                  <a:pt x="1785548" y="150379"/>
                </a:lnTo>
                <a:lnTo>
                  <a:pt x="1785424" y="149566"/>
                </a:lnTo>
                <a:lnTo>
                  <a:pt x="1785310" y="148732"/>
                </a:lnTo>
                <a:lnTo>
                  <a:pt x="1785207" y="147878"/>
                </a:lnTo>
                <a:lnTo>
                  <a:pt x="1785115" y="147004"/>
                </a:lnTo>
                <a:lnTo>
                  <a:pt x="1785034" y="146109"/>
                </a:lnTo>
                <a:lnTo>
                  <a:pt x="1784964" y="145194"/>
                </a:lnTo>
                <a:lnTo>
                  <a:pt x="1784905" y="144258"/>
                </a:lnTo>
                <a:lnTo>
                  <a:pt x="1784856" y="143302"/>
                </a:lnTo>
                <a:lnTo>
                  <a:pt x="1784818" y="142326"/>
                </a:lnTo>
                <a:lnTo>
                  <a:pt x="1784791" y="141329"/>
                </a:lnTo>
                <a:lnTo>
                  <a:pt x="1784775" y="140312"/>
                </a:lnTo>
                <a:lnTo>
                  <a:pt x="1784769" y="139274"/>
                </a:lnTo>
                <a:lnTo>
                  <a:pt x="1784769" y="67981"/>
                </a:lnTo>
                <a:lnTo>
                  <a:pt x="1816573" y="67981"/>
                </a:lnTo>
                <a:lnTo>
                  <a:pt x="1816573" y="50091"/>
                </a:lnTo>
                <a:lnTo>
                  <a:pt x="1784769" y="50091"/>
                </a:lnTo>
                <a:lnTo>
                  <a:pt x="1784769" y="20540"/>
                </a:lnTo>
                <a:lnTo>
                  <a:pt x="1762772" y="20540"/>
                </a:lnTo>
                <a:lnTo>
                  <a:pt x="1762772" y="50091"/>
                </a:lnTo>
                <a:lnTo>
                  <a:pt x="1741172" y="50091"/>
                </a:lnTo>
                <a:lnTo>
                  <a:pt x="1741172" y="67981"/>
                </a:lnTo>
                <a:lnTo>
                  <a:pt x="1762772" y="67981"/>
                </a:lnTo>
                <a:lnTo>
                  <a:pt x="1762772" y="139904"/>
                </a:lnTo>
                <a:lnTo>
                  <a:pt x="1762777" y="141029"/>
                </a:lnTo>
                <a:lnTo>
                  <a:pt x="1762793" y="142141"/>
                </a:lnTo>
                <a:lnTo>
                  <a:pt x="1762820" y="143240"/>
                </a:lnTo>
                <a:lnTo>
                  <a:pt x="1762858" y="144324"/>
                </a:lnTo>
                <a:lnTo>
                  <a:pt x="1762907" y="145395"/>
                </a:lnTo>
                <a:lnTo>
                  <a:pt x="1762966" y="146453"/>
                </a:lnTo>
                <a:lnTo>
                  <a:pt x="1763037" y="147497"/>
                </a:lnTo>
                <a:lnTo>
                  <a:pt x="1763118" y="148528"/>
                </a:lnTo>
                <a:lnTo>
                  <a:pt x="1763210" y="149544"/>
                </a:lnTo>
                <a:lnTo>
                  <a:pt x="1763312" y="150548"/>
                </a:lnTo>
                <a:lnTo>
                  <a:pt x="1763426" y="151537"/>
                </a:lnTo>
                <a:lnTo>
                  <a:pt x="1763550" y="152514"/>
                </a:lnTo>
                <a:lnTo>
                  <a:pt x="1763686" y="153476"/>
                </a:lnTo>
                <a:lnTo>
                  <a:pt x="1763831" y="154425"/>
                </a:lnTo>
                <a:lnTo>
                  <a:pt x="1763988" y="155361"/>
                </a:lnTo>
                <a:lnTo>
                  <a:pt x="1764156" y="156282"/>
                </a:lnTo>
                <a:lnTo>
                  <a:pt x="1764334" y="157191"/>
                </a:lnTo>
                <a:lnTo>
                  <a:pt x="1764524" y="158085"/>
                </a:lnTo>
                <a:lnTo>
                  <a:pt x="1764724" y="158967"/>
                </a:lnTo>
                <a:lnTo>
                  <a:pt x="1764934" y="159834"/>
                </a:lnTo>
                <a:lnTo>
                  <a:pt x="1765156" y="160688"/>
                </a:lnTo>
                <a:lnTo>
                  <a:pt x="1765389" y="161529"/>
                </a:lnTo>
                <a:lnTo>
                  <a:pt x="1765632" y="162355"/>
                </a:lnTo>
                <a:lnTo>
                  <a:pt x="1765886" y="163169"/>
                </a:lnTo>
                <a:lnTo>
                  <a:pt x="1766155" y="163967"/>
                </a:lnTo>
                <a:lnTo>
                  <a:pt x="1766441" y="164750"/>
                </a:lnTo>
                <a:lnTo>
                  <a:pt x="1766746" y="165516"/>
                </a:lnTo>
                <a:lnTo>
                  <a:pt x="1767069" y="166268"/>
                </a:lnTo>
                <a:lnTo>
                  <a:pt x="1767411" y="167003"/>
                </a:lnTo>
                <a:lnTo>
                  <a:pt x="1767770" y="167723"/>
                </a:lnTo>
                <a:lnTo>
                  <a:pt x="1768148" y="168427"/>
                </a:lnTo>
                <a:lnTo>
                  <a:pt x="1768544" y="169115"/>
                </a:lnTo>
                <a:lnTo>
                  <a:pt x="1768958" y="169787"/>
                </a:lnTo>
                <a:lnTo>
                  <a:pt x="1769390" y="170444"/>
                </a:lnTo>
                <a:lnTo>
                  <a:pt x="1769840" y="171085"/>
                </a:lnTo>
                <a:lnTo>
                  <a:pt x="1770309" y="171711"/>
                </a:lnTo>
                <a:lnTo>
                  <a:pt x="1770795" y="172320"/>
                </a:lnTo>
                <a:lnTo>
                  <a:pt x="1771300" y="172914"/>
                </a:lnTo>
                <a:lnTo>
                  <a:pt x="1771823" y="173493"/>
                </a:lnTo>
                <a:lnTo>
                  <a:pt x="1772365" y="174055"/>
                </a:lnTo>
                <a:lnTo>
                  <a:pt x="1772924" y="174602"/>
                </a:lnTo>
                <a:lnTo>
                  <a:pt x="1773501" y="175133"/>
                </a:lnTo>
                <a:lnTo>
                  <a:pt x="1774097" y="175649"/>
                </a:lnTo>
                <a:lnTo>
                  <a:pt x="1774711" y="176148"/>
                </a:lnTo>
                <a:lnTo>
                  <a:pt x="1775343" y="176632"/>
                </a:lnTo>
                <a:lnTo>
                  <a:pt x="1775994" y="177100"/>
                </a:lnTo>
                <a:lnTo>
                  <a:pt x="1776662" y="177553"/>
                </a:lnTo>
                <a:lnTo>
                  <a:pt x="1777349" y="177990"/>
                </a:lnTo>
                <a:lnTo>
                  <a:pt x="1778057" y="178410"/>
                </a:lnTo>
                <a:lnTo>
                  <a:pt x="1778791" y="178812"/>
                </a:lnTo>
                <a:lnTo>
                  <a:pt x="1779550" y="179196"/>
                </a:lnTo>
                <a:lnTo>
                  <a:pt x="1780334" y="179563"/>
                </a:lnTo>
                <a:lnTo>
                  <a:pt x="1781143" y="179911"/>
                </a:lnTo>
                <a:lnTo>
                  <a:pt x="1781978" y="180242"/>
                </a:lnTo>
                <a:lnTo>
                  <a:pt x="1782839" y="180555"/>
                </a:lnTo>
                <a:lnTo>
                  <a:pt x="1783724" y="180849"/>
                </a:lnTo>
                <a:lnTo>
                  <a:pt x="1784635" y="181127"/>
                </a:lnTo>
                <a:lnTo>
                  <a:pt x="1785571" y="181386"/>
                </a:lnTo>
                <a:lnTo>
                  <a:pt x="1786532" y="181627"/>
                </a:lnTo>
                <a:lnTo>
                  <a:pt x="1787519" y="181850"/>
                </a:lnTo>
                <a:lnTo>
                  <a:pt x="1788531" y="182056"/>
                </a:lnTo>
                <a:lnTo>
                  <a:pt x="1789569" y="182244"/>
                </a:lnTo>
                <a:lnTo>
                  <a:pt x="1790631" y="182413"/>
                </a:lnTo>
                <a:lnTo>
                  <a:pt x="1791719" y="182565"/>
                </a:lnTo>
                <a:lnTo>
                  <a:pt x="1792832" y="182699"/>
                </a:lnTo>
                <a:lnTo>
                  <a:pt x="1793971" y="182816"/>
                </a:lnTo>
                <a:lnTo>
                  <a:pt x="1795135" y="182914"/>
                </a:lnTo>
                <a:lnTo>
                  <a:pt x="1796324" y="182994"/>
                </a:lnTo>
                <a:lnTo>
                  <a:pt x="1797539" y="183057"/>
                </a:lnTo>
                <a:lnTo>
                  <a:pt x="1798778" y="183101"/>
                </a:lnTo>
                <a:lnTo>
                  <a:pt x="1800044" y="183128"/>
                </a:lnTo>
                <a:lnTo>
                  <a:pt x="1801334" y="183137"/>
                </a:lnTo>
                <a:lnTo>
                  <a:pt x="1816838" y="183137"/>
                </a:lnTo>
                <a:lnTo>
                  <a:pt x="1816838" y="165248"/>
                </a:lnTo>
                <a:lnTo>
                  <a:pt x="1802792" y="165248"/>
                </a:lnTo>
                <a:lnTo>
                  <a:pt x="1801824" y="165236"/>
                </a:lnTo>
                <a:lnTo>
                  <a:pt x="1800886" y="165201"/>
                </a:lnTo>
                <a:close/>
                <a:moveTo>
                  <a:pt x="2084550" y="86133"/>
                </a:moveTo>
                <a:lnTo>
                  <a:pt x="2085094" y="85472"/>
                </a:lnTo>
                <a:lnTo>
                  <a:pt x="2085651" y="84816"/>
                </a:lnTo>
                <a:lnTo>
                  <a:pt x="2086221" y="84163"/>
                </a:lnTo>
                <a:lnTo>
                  <a:pt x="2086805" y="83516"/>
                </a:lnTo>
                <a:lnTo>
                  <a:pt x="2087402" y="82873"/>
                </a:lnTo>
                <a:lnTo>
                  <a:pt x="2088012" y="82235"/>
                </a:lnTo>
                <a:lnTo>
                  <a:pt x="2088636" y="81601"/>
                </a:lnTo>
                <a:lnTo>
                  <a:pt x="2089273" y="80972"/>
                </a:lnTo>
                <a:lnTo>
                  <a:pt x="2089923" y="80347"/>
                </a:lnTo>
                <a:lnTo>
                  <a:pt x="2090587" y="79727"/>
                </a:lnTo>
                <a:lnTo>
                  <a:pt x="2091264" y="79112"/>
                </a:lnTo>
                <a:lnTo>
                  <a:pt x="2091955" y="78501"/>
                </a:lnTo>
                <a:lnTo>
                  <a:pt x="2092658" y="77894"/>
                </a:lnTo>
                <a:lnTo>
                  <a:pt x="2093375" y="77292"/>
                </a:lnTo>
                <a:lnTo>
                  <a:pt x="2094106" y="76695"/>
                </a:lnTo>
                <a:lnTo>
                  <a:pt x="2094850" y="76102"/>
                </a:lnTo>
                <a:lnTo>
                  <a:pt x="2095607" y="75514"/>
                </a:lnTo>
                <a:lnTo>
                  <a:pt x="2096377" y="74930"/>
                </a:lnTo>
                <a:lnTo>
                  <a:pt x="2097161" y="74351"/>
                </a:lnTo>
                <a:lnTo>
                  <a:pt x="2097958" y="73777"/>
                </a:lnTo>
                <a:lnTo>
                  <a:pt x="2098769" y="73207"/>
                </a:lnTo>
                <a:lnTo>
                  <a:pt x="2099594" y="72651"/>
                </a:lnTo>
                <a:lnTo>
                  <a:pt x="2100435" y="72118"/>
                </a:lnTo>
                <a:lnTo>
                  <a:pt x="2101293" y="71609"/>
                </a:lnTo>
                <a:lnTo>
                  <a:pt x="2102166" y="71124"/>
                </a:lnTo>
                <a:lnTo>
                  <a:pt x="2103056" y="70663"/>
                </a:lnTo>
                <a:lnTo>
                  <a:pt x="2103962" y="70225"/>
                </a:lnTo>
                <a:lnTo>
                  <a:pt x="2104884" y="69811"/>
                </a:lnTo>
                <a:lnTo>
                  <a:pt x="2105822" y="69420"/>
                </a:lnTo>
                <a:lnTo>
                  <a:pt x="2106776" y="69053"/>
                </a:lnTo>
                <a:lnTo>
                  <a:pt x="2107746" y="68710"/>
                </a:lnTo>
                <a:lnTo>
                  <a:pt x="2108732" y="68390"/>
                </a:lnTo>
                <a:lnTo>
                  <a:pt x="2109735" y="68095"/>
                </a:lnTo>
                <a:lnTo>
                  <a:pt x="2110753" y="67822"/>
                </a:lnTo>
                <a:lnTo>
                  <a:pt x="2111788" y="67574"/>
                </a:lnTo>
                <a:lnTo>
                  <a:pt x="2112838" y="67349"/>
                </a:lnTo>
                <a:lnTo>
                  <a:pt x="2113905" y="67148"/>
                </a:lnTo>
                <a:lnTo>
                  <a:pt x="2114988" y="66970"/>
                </a:lnTo>
                <a:lnTo>
                  <a:pt x="2116087" y="66817"/>
                </a:lnTo>
                <a:lnTo>
                  <a:pt x="2117202" y="66686"/>
                </a:lnTo>
                <a:lnTo>
                  <a:pt x="2118333" y="66580"/>
                </a:lnTo>
                <a:lnTo>
                  <a:pt x="2119481" y="66497"/>
                </a:lnTo>
                <a:lnTo>
                  <a:pt x="2120644" y="66438"/>
                </a:lnTo>
                <a:lnTo>
                  <a:pt x="2121824" y="66402"/>
                </a:lnTo>
                <a:lnTo>
                  <a:pt x="2123019" y="66391"/>
                </a:lnTo>
                <a:lnTo>
                  <a:pt x="2123817" y="66398"/>
                </a:lnTo>
                <a:lnTo>
                  <a:pt x="2124600" y="66421"/>
                </a:lnTo>
                <a:lnTo>
                  <a:pt x="2125366" y="66458"/>
                </a:lnTo>
                <a:lnTo>
                  <a:pt x="2126117" y="66511"/>
                </a:lnTo>
                <a:lnTo>
                  <a:pt x="2126852" y="66579"/>
                </a:lnTo>
                <a:lnTo>
                  <a:pt x="2127570" y="66662"/>
                </a:lnTo>
                <a:lnTo>
                  <a:pt x="2128273" y="66759"/>
                </a:lnTo>
                <a:lnTo>
                  <a:pt x="2128960" y="66872"/>
                </a:lnTo>
                <a:lnTo>
                  <a:pt x="2129632" y="67000"/>
                </a:lnTo>
                <a:lnTo>
                  <a:pt x="2130287" y="67143"/>
                </a:lnTo>
                <a:lnTo>
                  <a:pt x="2130926" y="67301"/>
                </a:lnTo>
                <a:lnTo>
                  <a:pt x="2131550" y="67474"/>
                </a:lnTo>
                <a:lnTo>
                  <a:pt x="2132158" y="67663"/>
                </a:lnTo>
                <a:lnTo>
                  <a:pt x="2132750" y="67866"/>
                </a:lnTo>
                <a:lnTo>
                  <a:pt x="2133325" y="68084"/>
                </a:lnTo>
                <a:lnTo>
                  <a:pt x="2133886" y="68318"/>
                </a:lnTo>
                <a:lnTo>
                  <a:pt x="2134430" y="68566"/>
                </a:lnTo>
                <a:lnTo>
                  <a:pt x="2134958" y="68829"/>
                </a:lnTo>
                <a:lnTo>
                  <a:pt x="2135471" y="69108"/>
                </a:lnTo>
                <a:lnTo>
                  <a:pt x="2135967" y="69401"/>
                </a:lnTo>
                <a:lnTo>
                  <a:pt x="2136448" y="69710"/>
                </a:lnTo>
                <a:lnTo>
                  <a:pt x="2136913" y="70034"/>
                </a:lnTo>
                <a:lnTo>
                  <a:pt x="2137362" y="70373"/>
                </a:lnTo>
                <a:lnTo>
                  <a:pt x="2137795" y="70726"/>
                </a:lnTo>
                <a:lnTo>
                  <a:pt x="2138215" y="71093"/>
                </a:lnTo>
                <a:lnTo>
                  <a:pt x="2138623" y="71471"/>
                </a:lnTo>
                <a:lnTo>
                  <a:pt x="2139022" y="71861"/>
                </a:lnTo>
                <a:lnTo>
                  <a:pt x="2139409" y="72262"/>
                </a:lnTo>
                <a:lnTo>
                  <a:pt x="2139785" y="72673"/>
                </a:lnTo>
                <a:lnTo>
                  <a:pt x="2140151" y="73097"/>
                </a:lnTo>
                <a:lnTo>
                  <a:pt x="2140506" y="73531"/>
                </a:lnTo>
                <a:lnTo>
                  <a:pt x="2140850" y="73977"/>
                </a:lnTo>
                <a:lnTo>
                  <a:pt x="2141183" y="74434"/>
                </a:lnTo>
                <a:lnTo>
                  <a:pt x="2141506" y="74902"/>
                </a:lnTo>
                <a:lnTo>
                  <a:pt x="2141817" y="75381"/>
                </a:lnTo>
                <a:lnTo>
                  <a:pt x="2142118" y="75872"/>
                </a:lnTo>
                <a:lnTo>
                  <a:pt x="2142408" y="76374"/>
                </a:lnTo>
                <a:lnTo>
                  <a:pt x="2142687" y="76887"/>
                </a:lnTo>
                <a:lnTo>
                  <a:pt x="2142956" y="77411"/>
                </a:lnTo>
                <a:lnTo>
                  <a:pt x="2143213" y="77947"/>
                </a:lnTo>
                <a:lnTo>
                  <a:pt x="2143460" y="78493"/>
                </a:lnTo>
                <a:lnTo>
                  <a:pt x="2143696" y="79052"/>
                </a:lnTo>
                <a:lnTo>
                  <a:pt x="2143921" y="79621"/>
                </a:lnTo>
                <a:lnTo>
                  <a:pt x="2144135" y="80201"/>
                </a:lnTo>
                <a:lnTo>
                  <a:pt x="2144339" y="80793"/>
                </a:lnTo>
                <a:lnTo>
                  <a:pt x="2144532" y="81396"/>
                </a:lnTo>
                <a:lnTo>
                  <a:pt x="2144713" y="82011"/>
                </a:lnTo>
                <a:lnTo>
                  <a:pt x="2144884" y="82636"/>
                </a:lnTo>
                <a:lnTo>
                  <a:pt x="2145047" y="83271"/>
                </a:lnTo>
                <a:lnTo>
                  <a:pt x="2145202" y="83913"/>
                </a:lnTo>
                <a:lnTo>
                  <a:pt x="2145350" y="84563"/>
                </a:lnTo>
                <a:lnTo>
                  <a:pt x="2145492" y="85221"/>
                </a:lnTo>
                <a:lnTo>
                  <a:pt x="2145626" y="85886"/>
                </a:lnTo>
                <a:lnTo>
                  <a:pt x="2145754" y="86559"/>
                </a:lnTo>
                <a:lnTo>
                  <a:pt x="2145875" y="87240"/>
                </a:lnTo>
                <a:lnTo>
                  <a:pt x="2145989" y="87928"/>
                </a:lnTo>
                <a:lnTo>
                  <a:pt x="2146096" y="88624"/>
                </a:lnTo>
                <a:lnTo>
                  <a:pt x="2146196" y="89328"/>
                </a:lnTo>
                <a:lnTo>
                  <a:pt x="2146289" y="90039"/>
                </a:lnTo>
                <a:lnTo>
                  <a:pt x="2146375" y="90758"/>
                </a:lnTo>
                <a:lnTo>
                  <a:pt x="2146455" y="91485"/>
                </a:lnTo>
                <a:lnTo>
                  <a:pt x="2146527" y="92219"/>
                </a:lnTo>
                <a:lnTo>
                  <a:pt x="2146593" y="92961"/>
                </a:lnTo>
                <a:lnTo>
                  <a:pt x="2146651" y="93710"/>
                </a:lnTo>
                <a:lnTo>
                  <a:pt x="2146703" y="94468"/>
                </a:lnTo>
                <a:lnTo>
                  <a:pt x="2146748" y="95233"/>
                </a:lnTo>
                <a:lnTo>
                  <a:pt x="2146786" y="96005"/>
                </a:lnTo>
                <a:lnTo>
                  <a:pt x="2146817" y="96786"/>
                </a:lnTo>
                <a:lnTo>
                  <a:pt x="2146841" y="97574"/>
                </a:lnTo>
                <a:lnTo>
                  <a:pt x="2146858" y="98369"/>
                </a:lnTo>
                <a:lnTo>
                  <a:pt x="2146869" y="99172"/>
                </a:lnTo>
                <a:lnTo>
                  <a:pt x="2146872" y="99983"/>
                </a:lnTo>
                <a:lnTo>
                  <a:pt x="2146872" y="183137"/>
                </a:lnTo>
                <a:lnTo>
                  <a:pt x="2169002" y="183137"/>
                </a:lnTo>
                <a:lnTo>
                  <a:pt x="2169002" y="97138"/>
                </a:lnTo>
                <a:lnTo>
                  <a:pt x="2168986" y="95205"/>
                </a:lnTo>
                <a:lnTo>
                  <a:pt x="2168935" y="93308"/>
                </a:lnTo>
                <a:lnTo>
                  <a:pt x="2168851" y="91448"/>
                </a:lnTo>
                <a:lnTo>
                  <a:pt x="2168734" y="89623"/>
                </a:lnTo>
                <a:lnTo>
                  <a:pt x="2168582" y="87836"/>
                </a:lnTo>
                <a:lnTo>
                  <a:pt x="2168398" y="86084"/>
                </a:lnTo>
                <a:lnTo>
                  <a:pt x="2168179" y="84369"/>
                </a:lnTo>
                <a:lnTo>
                  <a:pt x="2167927" y="82690"/>
                </a:lnTo>
                <a:lnTo>
                  <a:pt x="2167642" y="81048"/>
                </a:lnTo>
                <a:lnTo>
                  <a:pt x="2167323" y="79442"/>
                </a:lnTo>
                <a:lnTo>
                  <a:pt x="2166970" y="77873"/>
                </a:lnTo>
                <a:lnTo>
                  <a:pt x="2166584" y="76340"/>
                </a:lnTo>
                <a:lnTo>
                  <a:pt x="2166164" y="74843"/>
                </a:lnTo>
                <a:lnTo>
                  <a:pt x="2165711" y="73382"/>
                </a:lnTo>
                <a:lnTo>
                  <a:pt x="2165224" y="71958"/>
                </a:lnTo>
                <a:lnTo>
                  <a:pt x="2164703" y="70571"/>
                </a:lnTo>
                <a:lnTo>
                  <a:pt x="2164149" y="69220"/>
                </a:lnTo>
                <a:lnTo>
                  <a:pt x="2163561" y="67905"/>
                </a:lnTo>
                <a:lnTo>
                  <a:pt x="2162940" y="66626"/>
                </a:lnTo>
                <a:lnTo>
                  <a:pt x="2162285" y="65384"/>
                </a:lnTo>
                <a:lnTo>
                  <a:pt x="2161596" y="64178"/>
                </a:lnTo>
                <a:lnTo>
                  <a:pt x="2160874" y="63009"/>
                </a:lnTo>
                <a:lnTo>
                  <a:pt x="2160118" y="61876"/>
                </a:lnTo>
                <a:lnTo>
                  <a:pt x="2159329" y="60779"/>
                </a:lnTo>
                <a:lnTo>
                  <a:pt x="2158503" y="59723"/>
                </a:lnTo>
                <a:lnTo>
                  <a:pt x="2157636" y="58712"/>
                </a:lnTo>
                <a:lnTo>
                  <a:pt x="2156730" y="57746"/>
                </a:lnTo>
                <a:lnTo>
                  <a:pt x="2155784" y="56825"/>
                </a:lnTo>
                <a:lnTo>
                  <a:pt x="2154798" y="55949"/>
                </a:lnTo>
                <a:lnTo>
                  <a:pt x="2153771" y="55118"/>
                </a:lnTo>
                <a:lnTo>
                  <a:pt x="2152705" y="54331"/>
                </a:lnTo>
                <a:lnTo>
                  <a:pt x="2151599" y="53590"/>
                </a:lnTo>
                <a:lnTo>
                  <a:pt x="2150452" y="52893"/>
                </a:lnTo>
                <a:lnTo>
                  <a:pt x="2149266" y="52242"/>
                </a:lnTo>
                <a:lnTo>
                  <a:pt x="2148039" y="51635"/>
                </a:lnTo>
                <a:lnTo>
                  <a:pt x="2146773" y="51074"/>
                </a:lnTo>
                <a:lnTo>
                  <a:pt x="2145466" y="50557"/>
                </a:lnTo>
                <a:lnTo>
                  <a:pt x="2144120" y="50085"/>
                </a:lnTo>
                <a:lnTo>
                  <a:pt x="2142733" y="49658"/>
                </a:lnTo>
                <a:lnTo>
                  <a:pt x="2141306" y="49276"/>
                </a:lnTo>
                <a:lnTo>
                  <a:pt x="2139840" y="48939"/>
                </a:lnTo>
                <a:lnTo>
                  <a:pt x="2138333" y="48647"/>
                </a:lnTo>
                <a:lnTo>
                  <a:pt x="2136786" y="48400"/>
                </a:lnTo>
                <a:lnTo>
                  <a:pt x="2135200" y="48198"/>
                </a:lnTo>
                <a:lnTo>
                  <a:pt x="2133573" y="48041"/>
                </a:lnTo>
                <a:lnTo>
                  <a:pt x="2131906" y="47928"/>
                </a:lnTo>
                <a:lnTo>
                  <a:pt x="2130199" y="47861"/>
                </a:lnTo>
                <a:lnTo>
                  <a:pt x="2128452" y="47838"/>
                </a:lnTo>
                <a:lnTo>
                  <a:pt x="2127017" y="47850"/>
                </a:lnTo>
                <a:lnTo>
                  <a:pt x="2125602" y="47887"/>
                </a:lnTo>
                <a:lnTo>
                  <a:pt x="2124210" y="47947"/>
                </a:lnTo>
                <a:lnTo>
                  <a:pt x="2122839" y="48032"/>
                </a:lnTo>
                <a:lnTo>
                  <a:pt x="2121490" y="48140"/>
                </a:lnTo>
                <a:lnTo>
                  <a:pt x="2120162" y="48273"/>
                </a:lnTo>
                <a:lnTo>
                  <a:pt x="2118856" y="48430"/>
                </a:lnTo>
                <a:lnTo>
                  <a:pt x="2117571" y="48611"/>
                </a:lnTo>
                <a:lnTo>
                  <a:pt x="2116309" y="48817"/>
                </a:lnTo>
                <a:lnTo>
                  <a:pt x="2115067" y="49046"/>
                </a:lnTo>
                <a:lnTo>
                  <a:pt x="2113848" y="49300"/>
                </a:lnTo>
                <a:lnTo>
                  <a:pt x="2112650" y="49578"/>
                </a:lnTo>
                <a:lnTo>
                  <a:pt x="2111474" y="49880"/>
                </a:lnTo>
                <a:lnTo>
                  <a:pt x="2110319" y="50206"/>
                </a:lnTo>
                <a:lnTo>
                  <a:pt x="2109186" y="50556"/>
                </a:lnTo>
                <a:lnTo>
                  <a:pt x="2108074" y="50930"/>
                </a:lnTo>
                <a:lnTo>
                  <a:pt x="2106985" y="51329"/>
                </a:lnTo>
                <a:lnTo>
                  <a:pt x="2105916" y="51752"/>
                </a:lnTo>
                <a:lnTo>
                  <a:pt x="2104870" y="52199"/>
                </a:lnTo>
                <a:lnTo>
                  <a:pt x="2103845" y="52670"/>
                </a:lnTo>
                <a:lnTo>
                  <a:pt x="2102842" y="53165"/>
                </a:lnTo>
                <a:lnTo>
                  <a:pt x="2101860" y="53684"/>
                </a:lnTo>
                <a:lnTo>
                  <a:pt x="2100900" y="54228"/>
                </a:lnTo>
                <a:lnTo>
                  <a:pt x="2099961" y="54795"/>
                </a:lnTo>
                <a:lnTo>
                  <a:pt x="2099043" y="55377"/>
                </a:lnTo>
                <a:lnTo>
                  <a:pt x="2098142" y="55961"/>
                </a:lnTo>
                <a:lnTo>
                  <a:pt x="2097259" y="56548"/>
                </a:lnTo>
                <a:lnTo>
                  <a:pt x="2096395" y="57138"/>
                </a:lnTo>
                <a:lnTo>
                  <a:pt x="2095548" y="57732"/>
                </a:lnTo>
                <a:lnTo>
                  <a:pt x="2094719" y="58328"/>
                </a:lnTo>
                <a:lnTo>
                  <a:pt x="2093908" y="58927"/>
                </a:lnTo>
                <a:lnTo>
                  <a:pt x="2093115" y="59529"/>
                </a:lnTo>
                <a:lnTo>
                  <a:pt x="2092340" y="60134"/>
                </a:lnTo>
                <a:lnTo>
                  <a:pt x="2091583" y="60743"/>
                </a:lnTo>
                <a:lnTo>
                  <a:pt x="2090843" y="61354"/>
                </a:lnTo>
                <a:lnTo>
                  <a:pt x="2090122" y="61968"/>
                </a:lnTo>
                <a:lnTo>
                  <a:pt x="2089419" y="62585"/>
                </a:lnTo>
                <a:lnTo>
                  <a:pt x="2088733" y="63205"/>
                </a:lnTo>
                <a:lnTo>
                  <a:pt x="2088066" y="63828"/>
                </a:lnTo>
                <a:lnTo>
                  <a:pt x="2087417" y="64454"/>
                </a:lnTo>
                <a:lnTo>
                  <a:pt x="2086785" y="65083"/>
                </a:lnTo>
                <a:lnTo>
                  <a:pt x="2086172" y="65716"/>
                </a:lnTo>
                <a:lnTo>
                  <a:pt x="2085576" y="66351"/>
                </a:lnTo>
                <a:lnTo>
                  <a:pt x="2084998" y="66989"/>
                </a:lnTo>
                <a:lnTo>
                  <a:pt x="2084438" y="67630"/>
                </a:lnTo>
                <a:lnTo>
                  <a:pt x="2083897" y="68274"/>
                </a:lnTo>
                <a:lnTo>
                  <a:pt x="2083373" y="68921"/>
                </a:lnTo>
                <a:lnTo>
                  <a:pt x="2082867" y="69571"/>
                </a:lnTo>
                <a:lnTo>
                  <a:pt x="2082072" y="50091"/>
                </a:lnTo>
                <a:lnTo>
                  <a:pt x="2060869" y="50091"/>
                </a:lnTo>
                <a:lnTo>
                  <a:pt x="2060869" y="183137"/>
                </a:lnTo>
                <a:lnTo>
                  <a:pt x="2082999" y="183137"/>
                </a:lnTo>
                <a:lnTo>
                  <a:pt x="2082999" y="88144"/>
                </a:lnTo>
                <a:lnTo>
                  <a:pt x="2083503" y="87469"/>
                </a:lnTo>
                <a:lnTo>
                  <a:pt x="2084020" y="86799"/>
                </a:lnTo>
                <a:lnTo>
                  <a:pt x="2084550" y="86133"/>
                </a:lnTo>
                <a:close/>
                <a:moveTo>
                  <a:pt x="1868056" y="183137"/>
                </a:moveTo>
                <a:lnTo>
                  <a:pt x="1868056" y="50091"/>
                </a:lnTo>
                <a:lnTo>
                  <a:pt x="1845926" y="50091"/>
                </a:lnTo>
                <a:lnTo>
                  <a:pt x="1845926" y="183137"/>
                </a:lnTo>
                <a:lnTo>
                  <a:pt x="1868056" y="183137"/>
                </a:lnTo>
                <a:close/>
                <a:moveTo>
                  <a:pt x="1080497" y="185164"/>
                </a:moveTo>
                <a:lnTo>
                  <a:pt x="1082002" y="185007"/>
                </a:lnTo>
                <a:lnTo>
                  <a:pt x="1083487" y="184820"/>
                </a:lnTo>
                <a:lnTo>
                  <a:pt x="1084953" y="184605"/>
                </a:lnTo>
                <a:lnTo>
                  <a:pt x="1086399" y="184362"/>
                </a:lnTo>
                <a:lnTo>
                  <a:pt x="1087825" y="184090"/>
                </a:lnTo>
                <a:lnTo>
                  <a:pt x="1089232" y="183789"/>
                </a:lnTo>
                <a:lnTo>
                  <a:pt x="1090620" y="183459"/>
                </a:lnTo>
                <a:lnTo>
                  <a:pt x="1091988" y="183101"/>
                </a:lnTo>
                <a:lnTo>
                  <a:pt x="1093336" y="182714"/>
                </a:lnTo>
                <a:lnTo>
                  <a:pt x="1094665" y="182299"/>
                </a:lnTo>
                <a:lnTo>
                  <a:pt x="1095974" y="181854"/>
                </a:lnTo>
                <a:lnTo>
                  <a:pt x="1097263" y="181382"/>
                </a:lnTo>
                <a:lnTo>
                  <a:pt x="1098534" y="180880"/>
                </a:lnTo>
                <a:lnTo>
                  <a:pt x="1099784" y="180350"/>
                </a:lnTo>
                <a:lnTo>
                  <a:pt x="1101015" y="179791"/>
                </a:lnTo>
                <a:lnTo>
                  <a:pt x="1102226" y="179204"/>
                </a:lnTo>
                <a:lnTo>
                  <a:pt x="1103418" y="178587"/>
                </a:lnTo>
                <a:lnTo>
                  <a:pt x="1104590" y="177943"/>
                </a:lnTo>
                <a:lnTo>
                  <a:pt x="1105743" y="177269"/>
                </a:lnTo>
                <a:lnTo>
                  <a:pt x="1106875" y="176569"/>
                </a:lnTo>
                <a:lnTo>
                  <a:pt x="1107985" y="175844"/>
                </a:lnTo>
                <a:lnTo>
                  <a:pt x="1109073" y="175094"/>
                </a:lnTo>
                <a:lnTo>
                  <a:pt x="1110138" y="174320"/>
                </a:lnTo>
                <a:lnTo>
                  <a:pt x="1111182" y="173521"/>
                </a:lnTo>
                <a:lnTo>
                  <a:pt x="1112203" y="172697"/>
                </a:lnTo>
                <a:lnTo>
                  <a:pt x="1113203" y="171849"/>
                </a:lnTo>
                <a:lnTo>
                  <a:pt x="1114180" y="170976"/>
                </a:lnTo>
                <a:lnTo>
                  <a:pt x="1115135" y="170079"/>
                </a:lnTo>
                <a:lnTo>
                  <a:pt x="1116068" y="169157"/>
                </a:lnTo>
                <a:lnTo>
                  <a:pt x="1116979" y="168210"/>
                </a:lnTo>
                <a:lnTo>
                  <a:pt x="1117868" y="167238"/>
                </a:lnTo>
                <a:lnTo>
                  <a:pt x="1118735" y="166242"/>
                </a:lnTo>
                <a:lnTo>
                  <a:pt x="1119580" y="165222"/>
                </a:lnTo>
                <a:lnTo>
                  <a:pt x="1120403" y="164176"/>
                </a:lnTo>
                <a:lnTo>
                  <a:pt x="1121203" y="163107"/>
                </a:lnTo>
                <a:lnTo>
                  <a:pt x="1121982" y="162012"/>
                </a:lnTo>
                <a:lnTo>
                  <a:pt x="1122738" y="160893"/>
                </a:lnTo>
                <a:lnTo>
                  <a:pt x="1123473" y="159749"/>
                </a:lnTo>
                <a:lnTo>
                  <a:pt x="1124185" y="158581"/>
                </a:lnTo>
                <a:lnTo>
                  <a:pt x="1124875" y="157388"/>
                </a:lnTo>
                <a:lnTo>
                  <a:pt x="1125543" y="156170"/>
                </a:lnTo>
                <a:lnTo>
                  <a:pt x="1126189" y="154928"/>
                </a:lnTo>
                <a:lnTo>
                  <a:pt x="1126813" y="153661"/>
                </a:lnTo>
                <a:lnTo>
                  <a:pt x="1127413" y="152371"/>
                </a:lnTo>
                <a:lnTo>
                  <a:pt x="1127988" y="151062"/>
                </a:lnTo>
                <a:lnTo>
                  <a:pt x="1128537" y="149732"/>
                </a:lnTo>
                <a:lnTo>
                  <a:pt x="1129061" y="148382"/>
                </a:lnTo>
                <a:lnTo>
                  <a:pt x="1129558" y="147013"/>
                </a:lnTo>
                <a:lnTo>
                  <a:pt x="1130031" y="145622"/>
                </a:lnTo>
                <a:lnTo>
                  <a:pt x="1130478" y="144212"/>
                </a:lnTo>
                <a:lnTo>
                  <a:pt x="1130899" y="142782"/>
                </a:lnTo>
                <a:lnTo>
                  <a:pt x="1131295" y="141331"/>
                </a:lnTo>
                <a:lnTo>
                  <a:pt x="1131665" y="139861"/>
                </a:lnTo>
                <a:lnTo>
                  <a:pt x="1132010" y="138370"/>
                </a:lnTo>
                <a:lnTo>
                  <a:pt x="1132329" y="136859"/>
                </a:lnTo>
                <a:lnTo>
                  <a:pt x="1132623" y="135328"/>
                </a:lnTo>
                <a:lnTo>
                  <a:pt x="1132891" y="133777"/>
                </a:lnTo>
                <a:lnTo>
                  <a:pt x="1133134" y="132205"/>
                </a:lnTo>
                <a:lnTo>
                  <a:pt x="1133351" y="130614"/>
                </a:lnTo>
                <a:lnTo>
                  <a:pt x="1133542" y="129002"/>
                </a:lnTo>
                <a:lnTo>
                  <a:pt x="1133708" y="127370"/>
                </a:lnTo>
                <a:lnTo>
                  <a:pt x="1133849" y="125719"/>
                </a:lnTo>
                <a:lnTo>
                  <a:pt x="1133964" y="124046"/>
                </a:lnTo>
                <a:lnTo>
                  <a:pt x="1134053" y="122354"/>
                </a:lnTo>
                <a:lnTo>
                  <a:pt x="1134117" y="120642"/>
                </a:lnTo>
                <a:lnTo>
                  <a:pt x="1134155" y="118909"/>
                </a:lnTo>
                <a:lnTo>
                  <a:pt x="1134168" y="117157"/>
                </a:lnTo>
                <a:lnTo>
                  <a:pt x="1134155" y="115359"/>
                </a:lnTo>
                <a:lnTo>
                  <a:pt x="1134117" y="113584"/>
                </a:lnTo>
                <a:lnTo>
                  <a:pt x="1134053" y="111830"/>
                </a:lnTo>
                <a:lnTo>
                  <a:pt x="1133964" y="110097"/>
                </a:lnTo>
                <a:lnTo>
                  <a:pt x="1133849" y="108386"/>
                </a:lnTo>
                <a:lnTo>
                  <a:pt x="1133708" y="106697"/>
                </a:lnTo>
                <a:lnTo>
                  <a:pt x="1133542" y="105029"/>
                </a:lnTo>
                <a:lnTo>
                  <a:pt x="1133351" y="103383"/>
                </a:lnTo>
                <a:lnTo>
                  <a:pt x="1133134" y="101758"/>
                </a:lnTo>
                <a:lnTo>
                  <a:pt x="1132891" y="100155"/>
                </a:lnTo>
                <a:lnTo>
                  <a:pt x="1132623" y="98573"/>
                </a:lnTo>
                <a:lnTo>
                  <a:pt x="1132329" y="97013"/>
                </a:lnTo>
                <a:lnTo>
                  <a:pt x="1132010" y="95475"/>
                </a:lnTo>
                <a:lnTo>
                  <a:pt x="1131665" y="93958"/>
                </a:lnTo>
                <a:lnTo>
                  <a:pt x="1131295" y="92462"/>
                </a:lnTo>
                <a:lnTo>
                  <a:pt x="1130899" y="90988"/>
                </a:lnTo>
                <a:lnTo>
                  <a:pt x="1130478" y="89536"/>
                </a:lnTo>
                <a:lnTo>
                  <a:pt x="1130031" y="88105"/>
                </a:lnTo>
                <a:lnTo>
                  <a:pt x="1129558" y="86696"/>
                </a:lnTo>
                <a:lnTo>
                  <a:pt x="1129061" y="85308"/>
                </a:lnTo>
                <a:lnTo>
                  <a:pt x="1128537" y="83942"/>
                </a:lnTo>
                <a:lnTo>
                  <a:pt x="1127988" y="82598"/>
                </a:lnTo>
                <a:lnTo>
                  <a:pt x="1127413" y="81275"/>
                </a:lnTo>
                <a:lnTo>
                  <a:pt x="1126813" y="79973"/>
                </a:lnTo>
                <a:lnTo>
                  <a:pt x="1126189" y="78695"/>
                </a:lnTo>
                <a:lnTo>
                  <a:pt x="1125543" y="77442"/>
                </a:lnTo>
                <a:lnTo>
                  <a:pt x="1124875" y="76213"/>
                </a:lnTo>
                <a:lnTo>
                  <a:pt x="1124185" y="75010"/>
                </a:lnTo>
                <a:lnTo>
                  <a:pt x="1123473" y="73831"/>
                </a:lnTo>
                <a:lnTo>
                  <a:pt x="1122738" y="72677"/>
                </a:lnTo>
                <a:lnTo>
                  <a:pt x="1121982" y="71548"/>
                </a:lnTo>
                <a:lnTo>
                  <a:pt x="1121203" y="70444"/>
                </a:lnTo>
                <a:lnTo>
                  <a:pt x="1120403" y="69365"/>
                </a:lnTo>
                <a:lnTo>
                  <a:pt x="1119580" y="68311"/>
                </a:lnTo>
                <a:lnTo>
                  <a:pt x="1118735" y="67281"/>
                </a:lnTo>
                <a:lnTo>
                  <a:pt x="1117868" y="66277"/>
                </a:lnTo>
                <a:lnTo>
                  <a:pt x="1116979" y="65297"/>
                </a:lnTo>
                <a:lnTo>
                  <a:pt x="1116068" y="64342"/>
                </a:lnTo>
                <a:lnTo>
                  <a:pt x="1115135" y="63412"/>
                </a:lnTo>
                <a:lnTo>
                  <a:pt x="1114180" y="62507"/>
                </a:lnTo>
                <a:lnTo>
                  <a:pt x="1113203" y="61627"/>
                </a:lnTo>
                <a:lnTo>
                  <a:pt x="1112203" y="60772"/>
                </a:lnTo>
                <a:lnTo>
                  <a:pt x="1111182" y="59941"/>
                </a:lnTo>
                <a:lnTo>
                  <a:pt x="1110138" y="59136"/>
                </a:lnTo>
                <a:lnTo>
                  <a:pt x="1109073" y="58355"/>
                </a:lnTo>
                <a:lnTo>
                  <a:pt x="1107985" y="57599"/>
                </a:lnTo>
                <a:lnTo>
                  <a:pt x="1106875" y="56868"/>
                </a:lnTo>
                <a:lnTo>
                  <a:pt x="1105743" y="56162"/>
                </a:lnTo>
                <a:lnTo>
                  <a:pt x="1104590" y="55483"/>
                </a:lnTo>
                <a:lnTo>
                  <a:pt x="1103418" y="54832"/>
                </a:lnTo>
                <a:lnTo>
                  <a:pt x="1102226" y="54211"/>
                </a:lnTo>
                <a:lnTo>
                  <a:pt x="1101015" y="53619"/>
                </a:lnTo>
                <a:lnTo>
                  <a:pt x="1099784" y="53055"/>
                </a:lnTo>
                <a:lnTo>
                  <a:pt x="1098534" y="52520"/>
                </a:lnTo>
                <a:lnTo>
                  <a:pt x="1097263" y="52015"/>
                </a:lnTo>
                <a:lnTo>
                  <a:pt x="1095974" y="51538"/>
                </a:lnTo>
                <a:lnTo>
                  <a:pt x="1094665" y="51090"/>
                </a:lnTo>
                <a:lnTo>
                  <a:pt x="1093336" y="50671"/>
                </a:lnTo>
                <a:lnTo>
                  <a:pt x="1091988" y="50280"/>
                </a:lnTo>
                <a:lnTo>
                  <a:pt x="1090620" y="49919"/>
                </a:lnTo>
                <a:lnTo>
                  <a:pt x="1089232" y="49587"/>
                </a:lnTo>
                <a:lnTo>
                  <a:pt x="1087825" y="49283"/>
                </a:lnTo>
                <a:lnTo>
                  <a:pt x="1086399" y="49009"/>
                </a:lnTo>
                <a:lnTo>
                  <a:pt x="1084953" y="48763"/>
                </a:lnTo>
                <a:lnTo>
                  <a:pt x="1083487" y="48546"/>
                </a:lnTo>
                <a:lnTo>
                  <a:pt x="1082002" y="48359"/>
                </a:lnTo>
                <a:lnTo>
                  <a:pt x="1080497" y="48200"/>
                </a:lnTo>
                <a:lnTo>
                  <a:pt x="1078973" y="48070"/>
                </a:lnTo>
                <a:lnTo>
                  <a:pt x="1077429" y="47968"/>
                </a:lnTo>
                <a:lnTo>
                  <a:pt x="1075866" y="47896"/>
                </a:lnTo>
                <a:lnTo>
                  <a:pt x="1074283" y="47853"/>
                </a:lnTo>
                <a:lnTo>
                  <a:pt x="1072680" y="47838"/>
                </a:lnTo>
                <a:lnTo>
                  <a:pt x="1071111" y="47853"/>
                </a:lnTo>
                <a:lnTo>
                  <a:pt x="1069560" y="47896"/>
                </a:lnTo>
                <a:lnTo>
                  <a:pt x="1068028" y="47968"/>
                </a:lnTo>
                <a:lnTo>
                  <a:pt x="1066515" y="48070"/>
                </a:lnTo>
                <a:lnTo>
                  <a:pt x="1065021" y="48200"/>
                </a:lnTo>
                <a:lnTo>
                  <a:pt x="1063545" y="48359"/>
                </a:lnTo>
                <a:lnTo>
                  <a:pt x="1062089" y="48546"/>
                </a:lnTo>
                <a:lnTo>
                  <a:pt x="1060651" y="48763"/>
                </a:lnTo>
                <a:lnTo>
                  <a:pt x="1059232" y="49009"/>
                </a:lnTo>
                <a:lnTo>
                  <a:pt x="1057832" y="49283"/>
                </a:lnTo>
                <a:lnTo>
                  <a:pt x="1056451" y="49587"/>
                </a:lnTo>
                <a:lnTo>
                  <a:pt x="1055089" y="49919"/>
                </a:lnTo>
                <a:lnTo>
                  <a:pt x="1053746" y="50280"/>
                </a:lnTo>
                <a:lnTo>
                  <a:pt x="1052421" y="50671"/>
                </a:lnTo>
                <a:lnTo>
                  <a:pt x="1051116" y="51090"/>
                </a:lnTo>
                <a:lnTo>
                  <a:pt x="1049829" y="51538"/>
                </a:lnTo>
                <a:lnTo>
                  <a:pt x="1048561" y="52015"/>
                </a:lnTo>
                <a:lnTo>
                  <a:pt x="1047312" y="52520"/>
                </a:lnTo>
                <a:lnTo>
                  <a:pt x="1046082" y="53055"/>
                </a:lnTo>
                <a:lnTo>
                  <a:pt x="1044870" y="53619"/>
                </a:lnTo>
                <a:lnTo>
                  <a:pt x="1043678" y="54211"/>
                </a:lnTo>
                <a:lnTo>
                  <a:pt x="1042505" y="54832"/>
                </a:lnTo>
                <a:lnTo>
                  <a:pt x="1041350" y="55483"/>
                </a:lnTo>
                <a:lnTo>
                  <a:pt x="1040214" y="56162"/>
                </a:lnTo>
                <a:lnTo>
                  <a:pt x="1039099" y="56868"/>
                </a:lnTo>
                <a:lnTo>
                  <a:pt x="1038006" y="57599"/>
                </a:lnTo>
                <a:lnTo>
                  <a:pt x="1036935" y="58355"/>
                </a:lnTo>
                <a:lnTo>
                  <a:pt x="1035887" y="59136"/>
                </a:lnTo>
                <a:lnTo>
                  <a:pt x="1034861" y="59941"/>
                </a:lnTo>
                <a:lnTo>
                  <a:pt x="1033857" y="60772"/>
                </a:lnTo>
                <a:lnTo>
                  <a:pt x="1032876" y="61627"/>
                </a:lnTo>
                <a:lnTo>
                  <a:pt x="1031917" y="62507"/>
                </a:lnTo>
                <a:lnTo>
                  <a:pt x="1030980" y="63412"/>
                </a:lnTo>
                <a:lnTo>
                  <a:pt x="1030066" y="64342"/>
                </a:lnTo>
                <a:lnTo>
                  <a:pt x="1029174" y="65297"/>
                </a:lnTo>
                <a:lnTo>
                  <a:pt x="1028304" y="66277"/>
                </a:lnTo>
                <a:lnTo>
                  <a:pt x="1027457" y="67281"/>
                </a:lnTo>
                <a:lnTo>
                  <a:pt x="1026632" y="68311"/>
                </a:lnTo>
                <a:lnTo>
                  <a:pt x="1025829" y="69365"/>
                </a:lnTo>
                <a:lnTo>
                  <a:pt x="1025048" y="70444"/>
                </a:lnTo>
                <a:lnTo>
                  <a:pt x="1024290" y="71548"/>
                </a:lnTo>
                <a:lnTo>
                  <a:pt x="1023554" y="72677"/>
                </a:lnTo>
                <a:lnTo>
                  <a:pt x="1022841" y="73831"/>
                </a:lnTo>
                <a:lnTo>
                  <a:pt x="1022149" y="75010"/>
                </a:lnTo>
                <a:lnTo>
                  <a:pt x="1021481" y="76213"/>
                </a:lnTo>
                <a:lnTo>
                  <a:pt x="1020834" y="77442"/>
                </a:lnTo>
                <a:lnTo>
                  <a:pt x="1020210" y="78695"/>
                </a:lnTo>
                <a:lnTo>
                  <a:pt x="1019608" y="79973"/>
                </a:lnTo>
                <a:lnTo>
                  <a:pt x="1019029" y="81275"/>
                </a:lnTo>
                <a:lnTo>
                  <a:pt x="1018475" y="82598"/>
                </a:lnTo>
                <a:lnTo>
                  <a:pt x="1017946" y="83942"/>
                </a:lnTo>
                <a:lnTo>
                  <a:pt x="1017441" y="85308"/>
                </a:lnTo>
                <a:lnTo>
                  <a:pt x="1016961" y="86696"/>
                </a:lnTo>
                <a:lnTo>
                  <a:pt x="1016506" y="88105"/>
                </a:lnTo>
                <a:lnTo>
                  <a:pt x="1016075" y="89536"/>
                </a:lnTo>
                <a:lnTo>
                  <a:pt x="1015669" y="90988"/>
                </a:lnTo>
                <a:lnTo>
                  <a:pt x="1015288" y="92462"/>
                </a:lnTo>
                <a:lnTo>
                  <a:pt x="1014931" y="93958"/>
                </a:lnTo>
                <a:lnTo>
                  <a:pt x="1014598" y="95475"/>
                </a:lnTo>
                <a:lnTo>
                  <a:pt x="1014291" y="97013"/>
                </a:lnTo>
                <a:lnTo>
                  <a:pt x="1014007" y="98573"/>
                </a:lnTo>
                <a:lnTo>
                  <a:pt x="1013749" y="100155"/>
                </a:lnTo>
                <a:lnTo>
                  <a:pt x="1013515" y="101758"/>
                </a:lnTo>
                <a:lnTo>
                  <a:pt x="1013306" y="103383"/>
                </a:lnTo>
                <a:lnTo>
                  <a:pt x="1013121" y="105029"/>
                </a:lnTo>
                <a:lnTo>
                  <a:pt x="1012961" y="106697"/>
                </a:lnTo>
                <a:lnTo>
                  <a:pt x="1012826" y="108386"/>
                </a:lnTo>
                <a:lnTo>
                  <a:pt x="1012715" y="110097"/>
                </a:lnTo>
                <a:lnTo>
                  <a:pt x="1012629" y="111830"/>
                </a:lnTo>
                <a:lnTo>
                  <a:pt x="1012567" y="113584"/>
                </a:lnTo>
                <a:lnTo>
                  <a:pt x="1012530" y="115359"/>
                </a:lnTo>
                <a:lnTo>
                  <a:pt x="1012518" y="117157"/>
                </a:lnTo>
                <a:lnTo>
                  <a:pt x="1012530" y="118909"/>
                </a:lnTo>
                <a:lnTo>
                  <a:pt x="1012567" y="120642"/>
                </a:lnTo>
                <a:lnTo>
                  <a:pt x="1012629" y="122354"/>
                </a:lnTo>
                <a:lnTo>
                  <a:pt x="1012715" y="124046"/>
                </a:lnTo>
                <a:lnTo>
                  <a:pt x="1012826" y="125719"/>
                </a:lnTo>
                <a:lnTo>
                  <a:pt x="1012961" y="127370"/>
                </a:lnTo>
                <a:lnTo>
                  <a:pt x="1013121" y="129002"/>
                </a:lnTo>
                <a:lnTo>
                  <a:pt x="1013306" y="130614"/>
                </a:lnTo>
                <a:lnTo>
                  <a:pt x="1013515" y="132205"/>
                </a:lnTo>
                <a:lnTo>
                  <a:pt x="1013749" y="133777"/>
                </a:lnTo>
                <a:lnTo>
                  <a:pt x="1014007" y="135328"/>
                </a:lnTo>
                <a:lnTo>
                  <a:pt x="1014291" y="136859"/>
                </a:lnTo>
                <a:lnTo>
                  <a:pt x="1014598" y="138370"/>
                </a:lnTo>
                <a:lnTo>
                  <a:pt x="1014931" y="139861"/>
                </a:lnTo>
                <a:lnTo>
                  <a:pt x="1015288" y="141331"/>
                </a:lnTo>
                <a:lnTo>
                  <a:pt x="1015669" y="142782"/>
                </a:lnTo>
                <a:lnTo>
                  <a:pt x="1016075" y="144212"/>
                </a:lnTo>
                <a:lnTo>
                  <a:pt x="1016506" y="145622"/>
                </a:lnTo>
                <a:lnTo>
                  <a:pt x="1016961" y="147013"/>
                </a:lnTo>
                <a:lnTo>
                  <a:pt x="1017441" y="148382"/>
                </a:lnTo>
                <a:lnTo>
                  <a:pt x="1017946" y="149732"/>
                </a:lnTo>
                <a:lnTo>
                  <a:pt x="1018475" y="151062"/>
                </a:lnTo>
                <a:lnTo>
                  <a:pt x="1019029" y="152371"/>
                </a:lnTo>
                <a:lnTo>
                  <a:pt x="1019608" y="153661"/>
                </a:lnTo>
                <a:lnTo>
                  <a:pt x="1020210" y="154928"/>
                </a:lnTo>
                <a:lnTo>
                  <a:pt x="1020834" y="156170"/>
                </a:lnTo>
                <a:lnTo>
                  <a:pt x="1021481" y="157388"/>
                </a:lnTo>
                <a:lnTo>
                  <a:pt x="1022149" y="158581"/>
                </a:lnTo>
                <a:lnTo>
                  <a:pt x="1022841" y="159749"/>
                </a:lnTo>
                <a:lnTo>
                  <a:pt x="1023554" y="160893"/>
                </a:lnTo>
                <a:lnTo>
                  <a:pt x="1024290" y="162012"/>
                </a:lnTo>
                <a:lnTo>
                  <a:pt x="1025048" y="163107"/>
                </a:lnTo>
                <a:lnTo>
                  <a:pt x="1025829" y="164176"/>
                </a:lnTo>
                <a:lnTo>
                  <a:pt x="1026632" y="165222"/>
                </a:lnTo>
                <a:lnTo>
                  <a:pt x="1027457" y="166242"/>
                </a:lnTo>
                <a:lnTo>
                  <a:pt x="1028304" y="167238"/>
                </a:lnTo>
                <a:lnTo>
                  <a:pt x="1029174" y="168210"/>
                </a:lnTo>
                <a:lnTo>
                  <a:pt x="1030066" y="169157"/>
                </a:lnTo>
                <a:lnTo>
                  <a:pt x="1030980" y="170079"/>
                </a:lnTo>
                <a:lnTo>
                  <a:pt x="1031917" y="170976"/>
                </a:lnTo>
                <a:lnTo>
                  <a:pt x="1032876" y="171849"/>
                </a:lnTo>
                <a:lnTo>
                  <a:pt x="1033857" y="172697"/>
                </a:lnTo>
                <a:lnTo>
                  <a:pt x="1034861" y="173521"/>
                </a:lnTo>
                <a:lnTo>
                  <a:pt x="1035887" y="174320"/>
                </a:lnTo>
                <a:lnTo>
                  <a:pt x="1036935" y="175094"/>
                </a:lnTo>
                <a:lnTo>
                  <a:pt x="1038006" y="175844"/>
                </a:lnTo>
                <a:lnTo>
                  <a:pt x="1039099" y="176569"/>
                </a:lnTo>
                <a:lnTo>
                  <a:pt x="1040214" y="177269"/>
                </a:lnTo>
                <a:lnTo>
                  <a:pt x="1041350" y="177943"/>
                </a:lnTo>
                <a:lnTo>
                  <a:pt x="1042505" y="178587"/>
                </a:lnTo>
                <a:lnTo>
                  <a:pt x="1043678" y="179204"/>
                </a:lnTo>
                <a:lnTo>
                  <a:pt x="1044870" y="179791"/>
                </a:lnTo>
                <a:lnTo>
                  <a:pt x="1046082" y="180350"/>
                </a:lnTo>
                <a:lnTo>
                  <a:pt x="1047312" y="180880"/>
                </a:lnTo>
                <a:lnTo>
                  <a:pt x="1048561" y="181382"/>
                </a:lnTo>
                <a:lnTo>
                  <a:pt x="1049829" y="181854"/>
                </a:lnTo>
                <a:lnTo>
                  <a:pt x="1051116" y="182299"/>
                </a:lnTo>
                <a:lnTo>
                  <a:pt x="1052421" y="182714"/>
                </a:lnTo>
                <a:lnTo>
                  <a:pt x="1053746" y="183101"/>
                </a:lnTo>
                <a:lnTo>
                  <a:pt x="1055089" y="183459"/>
                </a:lnTo>
                <a:lnTo>
                  <a:pt x="1056451" y="183789"/>
                </a:lnTo>
                <a:lnTo>
                  <a:pt x="1057832" y="184090"/>
                </a:lnTo>
                <a:lnTo>
                  <a:pt x="1059232" y="184362"/>
                </a:lnTo>
                <a:lnTo>
                  <a:pt x="1060651" y="184605"/>
                </a:lnTo>
                <a:lnTo>
                  <a:pt x="1062089" y="184820"/>
                </a:lnTo>
                <a:lnTo>
                  <a:pt x="1063545" y="185007"/>
                </a:lnTo>
                <a:lnTo>
                  <a:pt x="1065021" y="185164"/>
                </a:lnTo>
                <a:lnTo>
                  <a:pt x="1066515" y="185293"/>
                </a:lnTo>
                <a:lnTo>
                  <a:pt x="1068028" y="185394"/>
                </a:lnTo>
                <a:lnTo>
                  <a:pt x="1069560" y="185465"/>
                </a:lnTo>
                <a:lnTo>
                  <a:pt x="1071111" y="185508"/>
                </a:lnTo>
                <a:lnTo>
                  <a:pt x="1072680" y="185523"/>
                </a:lnTo>
                <a:lnTo>
                  <a:pt x="1074283" y="185508"/>
                </a:lnTo>
                <a:lnTo>
                  <a:pt x="1075866" y="185465"/>
                </a:lnTo>
                <a:lnTo>
                  <a:pt x="1077429" y="185394"/>
                </a:lnTo>
                <a:lnTo>
                  <a:pt x="1078973" y="185293"/>
                </a:lnTo>
                <a:lnTo>
                  <a:pt x="1080497" y="185164"/>
                </a:lnTo>
                <a:close/>
                <a:moveTo>
                  <a:pt x="1067133" y="167614"/>
                </a:moveTo>
                <a:lnTo>
                  <a:pt x="1066084" y="167489"/>
                </a:lnTo>
                <a:lnTo>
                  <a:pt x="1065054" y="167341"/>
                </a:lnTo>
                <a:lnTo>
                  <a:pt x="1064045" y="167170"/>
                </a:lnTo>
                <a:lnTo>
                  <a:pt x="1063055" y="166977"/>
                </a:lnTo>
                <a:lnTo>
                  <a:pt x="1062086" y="166761"/>
                </a:lnTo>
                <a:lnTo>
                  <a:pt x="1061137" y="166523"/>
                </a:lnTo>
                <a:lnTo>
                  <a:pt x="1060207" y="166261"/>
                </a:lnTo>
                <a:lnTo>
                  <a:pt x="1059298" y="165977"/>
                </a:lnTo>
                <a:lnTo>
                  <a:pt x="1058409" y="165670"/>
                </a:lnTo>
                <a:lnTo>
                  <a:pt x="1057539" y="165340"/>
                </a:lnTo>
                <a:lnTo>
                  <a:pt x="1056690" y="164988"/>
                </a:lnTo>
                <a:lnTo>
                  <a:pt x="1055861" y="164613"/>
                </a:lnTo>
                <a:lnTo>
                  <a:pt x="1055052" y="164215"/>
                </a:lnTo>
                <a:lnTo>
                  <a:pt x="1054262" y="163795"/>
                </a:lnTo>
                <a:lnTo>
                  <a:pt x="1053493" y="163351"/>
                </a:lnTo>
                <a:lnTo>
                  <a:pt x="1052744" y="162885"/>
                </a:lnTo>
                <a:lnTo>
                  <a:pt x="1052015" y="162396"/>
                </a:lnTo>
                <a:lnTo>
                  <a:pt x="1051306" y="161885"/>
                </a:lnTo>
                <a:lnTo>
                  <a:pt x="1050617" y="161351"/>
                </a:lnTo>
                <a:lnTo>
                  <a:pt x="1049945" y="160796"/>
                </a:lnTo>
                <a:lnTo>
                  <a:pt x="1049290" y="160224"/>
                </a:lnTo>
                <a:lnTo>
                  <a:pt x="1048651" y="159635"/>
                </a:lnTo>
                <a:lnTo>
                  <a:pt x="1048027" y="159029"/>
                </a:lnTo>
                <a:lnTo>
                  <a:pt x="1047419" y="158406"/>
                </a:lnTo>
                <a:lnTo>
                  <a:pt x="1046827" y="157765"/>
                </a:lnTo>
                <a:lnTo>
                  <a:pt x="1046251" y="157107"/>
                </a:lnTo>
                <a:lnTo>
                  <a:pt x="1045691" y="156432"/>
                </a:lnTo>
                <a:lnTo>
                  <a:pt x="1045147" y="155740"/>
                </a:lnTo>
                <a:lnTo>
                  <a:pt x="1044619" y="155030"/>
                </a:lnTo>
                <a:lnTo>
                  <a:pt x="1044106" y="154303"/>
                </a:lnTo>
                <a:lnTo>
                  <a:pt x="1043610" y="153559"/>
                </a:lnTo>
                <a:lnTo>
                  <a:pt x="1043129" y="152798"/>
                </a:lnTo>
                <a:lnTo>
                  <a:pt x="1042664" y="152019"/>
                </a:lnTo>
                <a:lnTo>
                  <a:pt x="1042215" y="151224"/>
                </a:lnTo>
                <a:lnTo>
                  <a:pt x="1041782" y="150411"/>
                </a:lnTo>
                <a:lnTo>
                  <a:pt x="1041365" y="149581"/>
                </a:lnTo>
                <a:lnTo>
                  <a:pt x="1040964" y="148733"/>
                </a:lnTo>
                <a:lnTo>
                  <a:pt x="1040578" y="147869"/>
                </a:lnTo>
                <a:lnTo>
                  <a:pt x="1040208" y="146987"/>
                </a:lnTo>
                <a:lnTo>
                  <a:pt x="1039855" y="146088"/>
                </a:lnTo>
                <a:lnTo>
                  <a:pt x="1039517" y="145171"/>
                </a:lnTo>
                <a:lnTo>
                  <a:pt x="1039195" y="144238"/>
                </a:lnTo>
                <a:lnTo>
                  <a:pt x="1038889" y="143287"/>
                </a:lnTo>
                <a:lnTo>
                  <a:pt x="1038597" y="142322"/>
                </a:lnTo>
                <a:lnTo>
                  <a:pt x="1038317" y="141347"/>
                </a:lnTo>
                <a:lnTo>
                  <a:pt x="1038050" y="140361"/>
                </a:lnTo>
                <a:lnTo>
                  <a:pt x="1037796" y="139364"/>
                </a:lnTo>
                <a:lnTo>
                  <a:pt x="1037553" y="138356"/>
                </a:lnTo>
                <a:lnTo>
                  <a:pt x="1037324" y="137337"/>
                </a:lnTo>
                <a:lnTo>
                  <a:pt x="1037106" y="136308"/>
                </a:lnTo>
                <a:lnTo>
                  <a:pt x="1036901" y="135268"/>
                </a:lnTo>
                <a:lnTo>
                  <a:pt x="1036709" y="134217"/>
                </a:lnTo>
                <a:lnTo>
                  <a:pt x="1036528" y="133156"/>
                </a:lnTo>
                <a:lnTo>
                  <a:pt x="1036361" y="132083"/>
                </a:lnTo>
                <a:lnTo>
                  <a:pt x="1036205" y="131000"/>
                </a:lnTo>
                <a:lnTo>
                  <a:pt x="1036063" y="129907"/>
                </a:lnTo>
                <a:lnTo>
                  <a:pt x="1035932" y="128802"/>
                </a:lnTo>
                <a:lnTo>
                  <a:pt x="1035814" y="127687"/>
                </a:lnTo>
                <a:lnTo>
                  <a:pt x="1035708" y="126561"/>
                </a:lnTo>
                <a:lnTo>
                  <a:pt x="1035615" y="125424"/>
                </a:lnTo>
                <a:lnTo>
                  <a:pt x="1035535" y="124276"/>
                </a:lnTo>
                <a:lnTo>
                  <a:pt x="1035466" y="123118"/>
                </a:lnTo>
                <a:lnTo>
                  <a:pt x="1035410" y="121949"/>
                </a:lnTo>
                <a:lnTo>
                  <a:pt x="1035367" y="120769"/>
                </a:lnTo>
                <a:lnTo>
                  <a:pt x="1035336" y="119578"/>
                </a:lnTo>
                <a:lnTo>
                  <a:pt x="1035317" y="118377"/>
                </a:lnTo>
                <a:lnTo>
                  <a:pt x="1035311" y="117165"/>
                </a:lnTo>
                <a:lnTo>
                  <a:pt x="1035317" y="115929"/>
                </a:lnTo>
                <a:lnTo>
                  <a:pt x="1035336" y="114705"/>
                </a:lnTo>
                <a:lnTo>
                  <a:pt x="1035367" y="113492"/>
                </a:lnTo>
                <a:lnTo>
                  <a:pt x="1035410" y="112289"/>
                </a:lnTo>
                <a:lnTo>
                  <a:pt x="1035466" y="111098"/>
                </a:lnTo>
                <a:lnTo>
                  <a:pt x="1035535" y="109917"/>
                </a:lnTo>
                <a:lnTo>
                  <a:pt x="1035615" y="108748"/>
                </a:lnTo>
                <a:lnTo>
                  <a:pt x="1035708" y="107590"/>
                </a:lnTo>
                <a:lnTo>
                  <a:pt x="1035814" y="106442"/>
                </a:lnTo>
                <a:lnTo>
                  <a:pt x="1035932" y="105306"/>
                </a:lnTo>
                <a:lnTo>
                  <a:pt x="1036063" y="104181"/>
                </a:lnTo>
                <a:lnTo>
                  <a:pt x="1036205" y="103066"/>
                </a:lnTo>
                <a:lnTo>
                  <a:pt x="1036361" y="101963"/>
                </a:lnTo>
                <a:lnTo>
                  <a:pt x="1036528" y="100871"/>
                </a:lnTo>
                <a:lnTo>
                  <a:pt x="1036709" y="99790"/>
                </a:lnTo>
                <a:lnTo>
                  <a:pt x="1036901" y="98719"/>
                </a:lnTo>
                <a:lnTo>
                  <a:pt x="1037106" y="97660"/>
                </a:lnTo>
                <a:lnTo>
                  <a:pt x="1037324" y="96612"/>
                </a:lnTo>
                <a:lnTo>
                  <a:pt x="1037553" y="95575"/>
                </a:lnTo>
                <a:lnTo>
                  <a:pt x="1037796" y="94549"/>
                </a:lnTo>
                <a:lnTo>
                  <a:pt x="1038050" y="93533"/>
                </a:lnTo>
                <a:lnTo>
                  <a:pt x="1038317" y="92529"/>
                </a:lnTo>
                <a:lnTo>
                  <a:pt x="1038597" y="91536"/>
                </a:lnTo>
                <a:lnTo>
                  <a:pt x="1038889" y="90554"/>
                </a:lnTo>
                <a:lnTo>
                  <a:pt x="1039195" y="89586"/>
                </a:lnTo>
                <a:lnTo>
                  <a:pt x="1039517" y="88636"/>
                </a:lnTo>
                <a:lnTo>
                  <a:pt x="1039855" y="87703"/>
                </a:lnTo>
                <a:lnTo>
                  <a:pt x="1040208" y="86787"/>
                </a:lnTo>
                <a:lnTo>
                  <a:pt x="1040578" y="85890"/>
                </a:lnTo>
                <a:lnTo>
                  <a:pt x="1040964" y="85009"/>
                </a:lnTo>
                <a:lnTo>
                  <a:pt x="1041365" y="84146"/>
                </a:lnTo>
                <a:lnTo>
                  <a:pt x="1041782" y="83301"/>
                </a:lnTo>
                <a:lnTo>
                  <a:pt x="1042215" y="82473"/>
                </a:lnTo>
                <a:lnTo>
                  <a:pt x="1042664" y="81662"/>
                </a:lnTo>
                <a:lnTo>
                  <a:pt x="1043129" y="80869"/>
                </a:lnTo>
                <a:lnTo>
                  <a:pt x="1043610" y="80094"/>
                </a:lnTo>
                <a:lnTo>
                  <a:pt x="1044106" y="79335"/>
                </a:lnTo>
                <a:lnTo>
                  <a:pt x="1044619" y="78595"/>
                </a:lnTo>
                <a:lnTo>
                  <a:pt x="1045147" y="77872"/>
                </a:lnTo>
                <a:lnTo>
                  <a:pt x="1045691" y="77166"/>
                </a:lnTo>
                <a:lnTo>
                  <a:pt x="1046251" y="76478"/>
                </a:lnTo>
                <a:lnTo>
                  <a:pt x="1046827" y="75807"/>
                </a:lnTo>
                <a:lnTo>
                  <a:pt x="1047419" y="75154"/>
                </a:lnTo>
                <a:lnTo>
                  <a:pt x="1048027" y="74519"/>
                </a:lnTo>
                <a:lnTo>
                  <a:pt x="1048651" y="73900"/>
                </a:lnTo>
                <a:lnTo>
                  <a:pt x="1049290" y="73300"/>
                </a:lnTo>
                <a:lnTo>
                  <a:pt x="1049945" y="72717"/>
                </a:lnTo>
                <a:lnTo>
                  <a:pt x="1050617" y="72151"/>
                </a:lnTo>
                <a:lnTo>
                  <a:pt x="1051306" y="71605"/>
                </a:lnTo>
                <a:lnTo>
                  <a:pt x="1052015" y="71083"/>
                </a:lnTo>
                <a:lnTo>
                  <a:pt x="1052744" y="70583"/>
                </a:lnTo>
                <a:lnTo>
                  <a:pt x="1053493" y="70107"/>
                </a:lnTo>
                <a:lnTo>
                  <a:pt x="1054262" y="69655"/>
                </a:lnTo>
                <a:lnTo>
                  <a:pt x="1055052" y="69225"/>
                </a:lnTo>
                <a:lnTo>
                  <a:pt x="1055861" y="68819"/>
                </a:lnTo>
                <a:lnTo>
                  <a:pt x="1056690" y="68435"/>
                </a:lnTo>
                <a:lnTo>
                  <a:pt x="1057539" y="68075"/>
                </a:lnTo>
                <a:lnTo>
                  <a:pt x="1058409" y="67739"/>
                </a:lnTo>
                <a:lnTo>
                  <a:pt x="1059298" y="67425"/>
                </a:lnTo>
                <a:lnTo>
                  <a:pt x="1060207" y="67135"/>
                </a:lnTo>
                <a:lnTo>
                  <a:pt x="1061137" y="66868"/>
                </a:lnTo>
                <a:lnTo>
                  <a:pt x="1062086" y="66624"/>
                </a:lnTo>
                <a:lnTo>
                  <a:pt x="1063055" y="66403"/>
                </a:lnTo>
                <a:lnTo>
                  <a:pt x="1064045" y="66206"/>
                </a:lnTo>
                <a:lnTo>
                  <a:pt x="1065054" y="66032"/>
                </a:lnTo>
                <a:lnTo>
                  <a:pt x="1066084" y="65881"/>
                </a:lnTo>
                <a:lnTo>
                  <a:pt x="1067133" y="65753"/>
                </a:lnTo>
                <a:lnTo>
                  <a:pt x="1068203" y="65649"/>
                </a:lnTo>
                <a:lnTo>
                  <a:pt x="1069292" y="65567"/>
                </a:lnTo>
                <a:lnTo>
                  <a:pt x="1070401" y="65509"/>
                </a:lnTo>
                <a:lnTo>
                  <a:pt x="1071531" y="65475"/>
                </a:lnTo>
                <a:lnTo>
                  <a:pt x="1072680" y="65463"/>
                </a:lnTo>
                <a:lnTo>
                  <a:pt x="1073863" y="65475"/>
                </a:lnTo>
                <a:lnTo>
                  <a:pt x="1075025" y="65509"/>
                </a:lnTo>
                <a:lnTo>
                  <a:pt x="1076167" y="65567"/>
                </a:lnTo>
                <a:lnTo>
                  <a:pt x="1077289" y="65649"/>
                </a:lnTo>
                <a:lnTo>
                  <a:pt x="1078391" y="65753"/>
                </a:lnTo>
                <a:lnTo>
                  <a:pt x="1079472" y="65881"/>
                </a:lnTo>
                <a:lnTo>
                  <a:pt x="1080533" y="66032"/>
                </a:lnTo>
                <a:lnTo>
                  <a:pt x="1081574" y="66206"/>
                </a:lnTo>
                <a:lnTo>
                  <a:pt x="1082594" y="66403"/>
                </a:lnTo>
                <a:lnTo>
                  <a:pt x="1083595" y="66624"/>
                </a:lnTo>
                <a:lnTo>
                  <a:pt x="1084575" y="66868"/>
                </a:lnTo>
                <a:lnTo>
                  <a:pt x="1085535" y="67135"/>
                </a:lnTo>
                <a:lnTo>
                  <a:pt x="1086474" y="67425"/>
                </a:lnTo>
                <a:lnTo>
                  <a:pt x="1087393" y="67739"/>
                </a:lnTo>
                <a:lnTo>
                  <a:pt x="1088293" y="68075"/>
                </a:lnTo>
                <a:lnTo>
                  <a:pt x="1089171" y="68435"/>
                </a:lnTo>
                <a:lnTo>
                  <a:pt x="1090030" y="68819"/>
                </a:lnTo>
                <a:lnTo>
                  <a:pt x="1090868" y="69225"/>
                </a:lnTo>
                <a:lnTo>
                  <a:pt x="1091686" y="69655"/>
                </a:lnTo>
                <a:lnTo>
                  <a:pt x="1092484" y="70107"/>
                </a:lnTo>
                <a:lnTo>
                  <a:pt x="1093262" y="70583"/>
                </a:lnTo>
                <a:lnTo>
                  <a:pt x="1094019" y="71083"/>
                </a:lnTo>
                <a:lnTo>
                  <a:pt x="1094756" y="71605"/>
                </a:lnTo>
                <a:lnTo>
                  <a:pt x="1095473" y="72151"/>
                </a:lnTo>
                <a:lnTo>
                  <a:pt x="1096172" y="72717"/>
                </a:lnTo>
                <a:lnTo>
                  <a:pt x="1096854" y="73300"/>
                </a:lnTo>
                <a:lnTo>
                  <a:pt x="1097519" y="73900"/>
                </a:lnTo>
                <a:lnTo>
                  <a:pt x="1098168" y="74519"/>
                </a:lnTo>
                <a:lnTo>
                  <a:pt x="1098800" y="75154"/>
                </a:lnTo>
                <a:lnTo>
                  <a:pt x="1099416" y="75807"/>
                </a:lnTo>
                <a:lnTo>
                  <a:pt x="1100015" y="76478"/>
                </a:lnTo>
                <a:lnTo>
                  <a:pt x="1100597" y="77166"/>
                </a:lnTo>
                <a:lnTo>
                  <a:pt x="1101163" y="77872"/>
                </a:lnTo>
                <a:lnTo>
                  <a:pt x="1101713" y="78595"/>
                </a:lnTo>
                <a:lnTo>
                  <a:pt x="1102245" y="79335"/>
                </a:lnTo>
                <a:lnTo>
                  <a:pt x="1102762" y="80094"/>
                </a:lnTo>
                <a:lnTo>
                  <a:pt x="1103261" y="80869"/>
                </a:lnTo>
                <a:lnTo>
                  <a:pt x="1103744" y="81662"/>
                </a:lnTo>
                <a:lnTo>
                  <a:pt x="1104211" y="82473"/>
                </a:lnTo>
                <a:lnTo>
                  <a:pt x="1104661" y="83301"/>
                </a:lnTo>
                <a:lnTo>
                  <a:pt x="1105094" y="84146"/>
                </a:lnTo>
                <a:lnTo>
                  <a:pt x="1105511" y="85009"/>
                </a:lnTo>
                <a:lnTo>
                  <a:pt x="1105912" y="85890"/>
                </a:lnTo>
                <a:lnTo>
                  <a:pt x="1106295" y="86787"/>
                </a:lnTo>
                <a:lnTo>
                  <a:pt x="1106663" y="87703"/>
                </a:lnTo>
                <a:lnTo>
                  <a:pt x="1107013" y="88636"/>
                </a:lnTo>
                <a:lnTo>
                  <a:pt x="1107347" y="89586"/>
                </a:lnTo>
                <a:lnTo>
                  <a:pt x="1107665" y="90554"/>
                </a:lnTo>
                <a:lnTo>
                  <a:pt x="1107967" y="91536"/>
                </a:lnTo>
                <a:lnTo>
                  <a:pt x="1108257" y="92529"/>
                </a:lnTo>
                <a:lnTo>
                  <a:pt x="1108534" y="93533"/>
                </a:lnTo>
                <a:lnTo>
                  <a:pt x="1108798" y="94549"/>
                </a:lnTo>
                <a:lnTo>
                  <a:pt x="1109050" y="95575"/>
                </a:lnTo>
                <a:lnTo>
                  <a:pt x="1109288" y="96612"/>
                </a:lnTo>
                <a:lnTo>
                  <a:pt x="1109513" y="97660"/>
                </a:lnTo>
                <a:lnTo>
                  <a:pt x="1109726" y="98719"/>
                </a:lnTo>
                <a:lnTo>
                  <a:pt x="1109926" y="99790"/>
                </a:lnTo>
                <a:lnTo>
                  <a:pt x="1110113" y="100871"/>
                </a:lnTo>
                <a:lnTo>
                  <a:pt x="1110286" y="101963"/>
                </a:lnTo>
                <a:lnTo>
                  <a:pt x="1110448" y="103066"/>
                </a:lnTo>
                <a:lnTo>
                  <a:pt x="1110596" y="104181"/>
                </a:lnTo>
                <a:lnTo>
                  <a:pt x="1110731" y="105306"/>
                </a:lnTo>
                <a:lnTo>
                  <a:pt x="1110853" y="106442"/>
                </a:lnTo>
                <a:lnTo>
                  <a:pt x="1110963" y="107590"/>
                </a:lnTo>
                <a:lnTo>
                  <a:pt x="1111060" y="108748"/>
                </a:lnTo>
                <a:lnTo>
                  <a:pt x="1111143" y="109917"/>
                </a:lnTo>
                <a:lnTo>
                  <a:pt x="1111214" y="111098"/>
                </a:lnTo>
                <a:lnTo>
                  <a:pt x="1111272" y="112289"/>
                </a:lnTo>
                <a:lnTo>
                  <a:pt x="1111317" y="113492"/>
                </a:lnTo>
                <a:lnTo>
                  <a:pt x="1111349" y="114705"/>
                </a:lnTo>
                <a:lnTo>
                  <a:pt x="1111369" y="115929"/>
                </a:lnTo>
                <a:lnTo>
                  <a:pt x="1111375" y="117165"/>
                </a:lnTo>
                <a:lnTo>
                  <a:pt x="1111369" y="118377"/>
                </a:lnTo>
                <a:lnTo>
                  <a:pt x="1111349" y="119578"/>
                </a:lnTo>
                <a:lnTo>
                  <a:pt x="1111317" y="120769"/>
                </a:lnTo>
                <a:lnTo>
                  <a:pt x="1111272" y="121949"/>
                </a:lnTo>
                <a:lnTo>
                  <a:pt x="1111214" y="123118"/>
                </a:lnTo>
                <a:lnTo>
                  <a:pt x="1111143" y="124276"/>
                </a:lnTo>
                <a:lnTo>
                  <a:pt x="1111060" y="125424"/>
                </a:lnTo>
                <a:lnTo>
                  <a:pt x="1110963" y="126561"/>
                </a:lnTo>
                <a:lnTo>
                  <a:pt x="1110853" y="127687"/>
                </a:lnTo>
                <a:lnTo>
                  <a:pt x="1110731" y="128802"/>
                </a:lnTo>
                <a:lnTo>
                  <a:pt x="1110596" y="129907"/>
                </a:lnTo>
                <a:lnTo>
                  <a:pt x="1110448" y="131000"/>
                </a:lnTo>
                <a:lnTo>
                  <a:pt x="1110286" y="132083"/>
                </a:lnTo>
                <a:lnTo>
                  <a:pt x="1110113" y="133156"/>
                </a:lnTo>
                <a:lnTo>
                  <a:pt x="1109926" y="134217"/>
                </a:lnTo>
                <a:lnTo>
                  <a:pt x="1109726" y="135268"/>
                </a:lnTo>
                <a:lnTo>
                  <a:pt x="1109513" y="136308"/>
                </a:lnTo>
                <a:lnTo>
                  <a:pt x="1109288" y="137337"/>
                </a:lnTo>
                <a:lnTo>
                  <a:pt x="1109050" y="138356"/>
                </a:lnTo>
                <a:lnTo>
                  <a:pt x="1108798" y="139364"/>
                </a:lnTo>
                <a:lnTo>
                  <a:pt x="1108534" y="140361"/>
                </a:lnTo>
                <a:lnTo>
                  <a:pt x="1108257" y="141347"/>
                </a:lnTo>
                <a:lnTo>
                  <a:pt x="1107967" y="142322"/>
                </a:lnTo>
                <a:lnTo>
                  <a:pt x="1107665" y="143287"/>
                </a:lnTo>
                <a:lnTo>
                  <a:pt x="1107347" y="144238"/>
                </a:lnTo>
                <a:lnTo>
                  <a:pt x="1107013" y="145171"/>
                </a:lnTo>
                <a:lnTo>
                  <a:pt x="1106663" y="146088"/>
                </a:lnTo>
                <a:lnTo>
                  <a:pt x="1106295" y="146987"/>
                </a:lnTo>
                <a:lnTo>
                  <a:pt x="1105912" y="147869"/>
                </a:lnTo>
                <a:lnTo>
                  <a:pt x="1105511" y="148733"/>
                </a:lnTo>
                <a:lnTo>
                  <a:pt x="1105094" y="149581"/>
                </a:lnTo>
                <a:lnTo>
                  <a:pt x="1104661" y="150411"/>
                </a:lnTo>
                <a:lnTo>
                  <a:pt x="1104211" y="151224"/>
                </a:lnTo>
                <a:lnTo>
                  <a:pt x="1103744" y="152019"/>
                </a:lnTo>
                <a:lnTo>
                  <a:pt x="1103261" y="152798"/>
                </a:lnTo>
                <a:lnTo>
                  <a:pt x="1102762" y="153559"/>
                </a:lnTo>
                <a:lnTo>
                  <a:pt x="1102245" y="154303"/>
                </a:lnTo>
                <a:lnTo>
                  <a:pt x="1101713" y="155030"/>
                </a:lnTo>
                <a:lnTo>
                  <a:pt x="1101163" y="155740"/>
                </a:lnTo>
                <a:lnTo>
                  <a:pt x="1100597" y="156432"/>
                </a:lnTo>
                <a:lnTo>
                  <a:pt x="1100015" y="157107"/>
                </a:lnTo>
                <a:lnTo>
                  <a:pt x="1099416" y="157765"/>
                </a:lnTo>
                <a:lnTo>
                  <a:pt x="1098800" y="158406"/>
                </a:lnTo>
                <a:lnTo>
                  <a:pt x="1098168" y="159029"/>
                </a:lnTo>
                <a:lnTo>
                  <a:pt x="1097519" y="159635"/>
                </a:lnTo>
                <a:lnTo>
                  <a:pt x="1096854" y="160224"/>
                </a:lnTo>
                <a:lnTo>
                  <a:pt x="1096172" y="160796"/>
                </a:lnTo>
                <a:lnTo>
                  <a:pt x="1095473" y="161351"/>
                </a:lnTo>
                <a:lnTo>
                  <a:pt x="1094756" y="161885"/>
                </a:lnTo>
                <a:lnTo>
                  <a:pt x="1094019" y="162396"/>
                </a:lnTo>
                <a:lnTo>
                  <a:pt x="1093262" y="162885"/>
                </a:lnTo>
                <a:lnTo>
                  <a:pt x="1092484" y="163351"/>
                </a:lnTo>
                <a:lnTo>
                  <a:pt x="1091686" y="163795"/>
                </a:lnTo>
                <a:lnTo>
                  <a:pt x="1090868" y="164215"/>
                </a:lnTo>
                <a:lnTo>
                  <a:pt x="1090030" y="164613"/>
                </a:lnTo>
                <a:lnTo>
                  <a:pt x="1089171" y="164988"/>
                </a:lnTo>
                <a:lnTo>
                  <a:pt x="1088293" y="165340"/>
                </a:lnTo>
                <a:lnTo>
                  <a:pt x="1087393" y="165670"/>
                </a:lnTo>
                <a:lnTo>
                  <a:pt x="1086474" y="165977"/>
                </a:lnTo>
                <a:lnTo>
                  <a:pt x="1085535" y="166261"/>
                </a:lnTo>
                <a:lnTo>
                  <a:pt x="1084575" y="166523"/>
                </a:lnTo>
                <a:lnTo>
                  <a:pt x="1083595" y="166761"/>
                </a:lnTo>
                <a:lnTo>
                  <a:pt x="1082594" y="166977"/>
                </a:lnTo>
                <a:lnTo>
                  <a:pt x="1081574" y="167170"/>
                </a:lnTo>
                <a:lnTo>
                  <a:pt x="1080533" y="167341"/>
                </a:lnTo>
                <a:lnTo>
                  <a:pt x="1079472" y="167489"/>
                </a:lnTo>
                <a:lnTo>
                  <a:pt x="1078391" y="167614"/>
                </a:lnTo>
                <a:lnTo>
                  <a:pt x="1077289" y="167716"/>
                </a:lnTo>
                <a:lnTo>
                  <a:pt x="1076167" y="167796"/>
                </a:lnTo>
                <a:lnTo>
                  <a:pt x="1075025" y="167852"/>
                </a:lnTo>
                <a:lnTo>
                  <a:pt x="1073863" y="167887"/>
                </a:lnTo>
                <a:lnTo>
                  <a:pt x="1072680" y="167898"/>
                </a:lnTo>
                <a:lnTo>
                  <a:pt x="1071531" y="167887"/>
                </a:lnTo>
                <a:lnTo>
                  <a:pt x="1070401" y="167852"/>
                </a:lnTo>
                <a:lnTo>
                  <a:pt x="1069292" y="167796"/>
                </a:lnTo>
                <a:lnTo>
                  <a:pt x="1068203" y="167716"/>
                </a:lnTo>
                <a:lnTo>
                  <a:pt x="1067133" y="167614"/>
                </a:lnTo>
                <a:close/>
                <a:moveTo>
                  <a:pt x="1679584" y="185282"/>
                </a:moveTo>
                <a:lnTo>
                  <a:pt x="1680859" y="185177"/>
                </a:lnTo>
                <a:lnTo>
                  <a:pt x="1682118" y="185052"/>
                </a:lnTo>
                <a:lnTo>
                  <a:pt x="1683363" y="184908"/>
                </a:lnTo>
                <a:lnTo>
                  <a:pt x="1684592" y="184744"/>
                </a:lnTo>
                <a:lnTo>
                  <a:pt x="1685806" y="184562"/>
                </a:lnTo>
                <a:lnTo>
                  <a:pt x="1687005" y="184360"/>
                </a:lnTo>
                <a:lnTo>
                  <a:pt x="1688189" y="184139"/>
                </a:lnTo>
                <a:lnTo>
                  <a:pt x="1689357" y="183899"/>
                </a:lnTo>
                <a:lnTo>
                  <a:pt x="1690510" y="183640"/>
                </a:lnTo>
                <a:lnTo>
                  <a:pt x="1691649" y="183361"/>
                </a:lnTo>
                <a:lnTo>
                  <a:pt x="1692772" y="183064"/>
                </a:lnTo>
                <a:lnTo>
                  <a:pt x="1693879" y="182747"/>
                </a:lnTo>
                <a:lnTo>
                  <a:pt x="1694972" y="182410"/>
                </a:lnTo>
                <a:lnTo>
                  <a:pt x="1696049" y="182055"/>
                </a:lnTo>
                <a:lnTo>
                  <a:pt x="1697111" y="181680"/>
                </a:lnTo>
                <a:lnTo>
                  <a:pt x="1698158" y="181287"/>
                </a:lnTo>
                <a:lnTo>
                  <a:pt x="1699190" y="180874"/>
                </a:lnTo>
                <a:lnTo>
                  <a:pt x="1700207" y="180441"/>
                </a:lnTo>
                <a:lnTo>
                  <a:pt x="1701208" y="179990"/>
                </a:lnTo>
                <a:lnTo>
                  <a:pt x="1702193" y="179521"/>
                </a:lnTo>
                <a:lnTo>
                  <a:pt x="1703159" y="179035"/>
                </a:lnTo>
                <a:lnTo>
                  <a:pt x="1704107" y="178533"/>
                </a:lnTo>
                <a:lnTo>
                  <a:pt x="1705037" y="178015"/>
                </a:lnTo>
                <a:lnTo>
                  <a:pt x="1705948" y="177481"/>
                </a:lnTo>
                <a:lnTo>
                  <a:pt x="1706840" y="176931"/>
                </a:lnTo>
                <a:lnTo>
                  <a:pt x="1707715" y="176365"/>
                </a:lnTo>
                <a:lnTo>
                  <a:pt x="1708570" y="175783"/>
                </a:lnTo>
                <a:lnTo>
                  <a:pt x="1709408" y="175184"/>
                </a:lnTo>
                <a:lnTo>
                  <a:pt x="1710227" y="174569"/>
                </a:lnTo>
                <a:lnTo>
                  <a:pt x="1711027" y="173939"/>
                </a:lnTo>
                <a:lnTo>
                  <a:pt x="1711810" y="173292"/>
                </a:lnTo>
                <a:lnTo>
                  <a:pt x="1712573" y="172629"/>
                </a:lnTo>
                <a:lnTo>
                  <a:pt x="1713319" y="171949"/>
                </a:lnTo>
                <a:lnTo>
                  <a:pt x="1714046" y="171254"/>
                </a:lnTo>
                <a:lnTo>
                  <a:pt x="1714754" y="170543"/>
                </a:lnTo>
                <a:lnTo>
                  <a:pt x="1715445" y="169815"/>
                </a:lnTo>
                <a:lnTo>
                  <a:pt x="1716116" y="169071"/>
                </a:lnTo>
                <a:lnTo>
                  <a:pt x="1716770" y="168312"/>
                </a:lnTo>
                <a:lnTo>
                  <a:pt x="1717405" y="167536"/>
                </a:lnTo>
                <a:lnTo>
                  <a:pt x="1718021" y="166743"/>
                </a:lnTo>
                <a:lnTo>
                  <a:pt x="1718620" y="165935"/>
                </a:lnTo>
                <a:lnTo>
                  <a:pt x="1719199" y="165111"/>
                </a:lnTo>
                <a:lnTo>
                  <a:pt x="1719761" y="164270"/>
                </a:lnTo>
                <a:lnTo>
                  <a:pt x="1720302" y="163415"/>
                </a:lnTo>
                <a:lnTo>
                  <a:pt x="1720822" y="162546"/>
                </a:lnTo>
                <a:lnTo>
                  <a:pt x="1721320" y="161664"/>
                </a:lnTo>
                <a:lnTo>
                  <a:pt x="1721796" y="160768"/>
                </a:lnTo>
                <a:lnTo>
                  <a:pt x="1722251" y="159858"/>
                </a:lnTo>
                <a:lnTo>
                  <a:pt x="1722684" y="158935"/>
                </a:lnTo>
                <a:lnTo>
                  <a:pt x="1723096" y="157999"/>
                </a:lnTo>
                <a:lnTo>
                  <a:pt x="1723486" y="157049"/>
                </a:lnTo>
                <a:lnTo>
                  <a:pt x="1723854" y="156086"/>
                </a:lnTo>
                <a:lnTo>
                  <a:pt x="1724201" y="155109"/>
                </a:lnTo>
                <a:lnTo>
                  <a:pt x="1724526" y="154118"/>
                </a:lnTo>
                <a:lnTo>
                  <a:pt x="1724829" y="153114"/>
                </a:lnTo>
                <a:lnTo>
                  <a:pt x="1725111" y="152097"/>
                </a:lnTo>
                <a:lnTo>
                  <a:pt x="1725371" y="151065"/>
                </a:lnTo>
                <a:lnTo>
                  <a:pt x="1725610" y="150021"/>
                </a:lnTo>
                <a:lnTo>
                  <a:pt x="1725827" y="148963"/>
                </a:lnTo>
                <a:lnTo>
                  <a:pt x="1726022" y="147891"/>
                </a:lnTo>
                <a:lnTo>
                  <a:pt x="1726196" y="146806"/>
                </a:lnTo>
                <a:lnTo>
                  <a:pt x="1726348" y="145707"/>
                </a:lnTo>
                <a:lnTo>
                  <a:pt x="1726478" y="144595"/>
                </a:lnTo>
                <a:lnTo>
                  <a:pt x="1726587" y="143470"/>
                </a:lnTo>
                <a:lnTo>
                  <a:pt x="1726674" y="142330"/>
                </a:lnTo>
                <a:lnTo>
                  <a:pt x="1726740" y="141178"/>
                </a:lnTo>
                <a:lnTo>
                  <a:pt x="1726784" y="140012"/>
                </a:lnTo>
                <a:lnTo>
                  <a:pt x="1704919" y="140012"/>
                </a:lnTo>
                <a:lnTo>
                  <a:pt x="1704872" y="141149"/>
                </a:lnTo>
                <a:lnTo>
                  <a:pt x="1704797" y="142265"/>
                </a:lnTo>
                <a:lnTo>
                  <a:pt x="1704695" y="143358"/>
                </a:lnTo>
                <a:lnTo>
                  <a:pt x="1704565" y="144428"/>
                </a:lnTo>
                <a:lnTo>
                  <a:pt x="1704408" y="145476"/>
                </a:lnTo>
                <a:lnTo>
                  <a:pt x="1704223" y="146502"/>
                </a:lnTo>
                <a:lnTo>
                  <a:pt x="1704011" y="147505"/>
                </a:lnTo>
                <a:lnTo>
                  <a:pt x="1703770" y="148485"/>
                </a:lnTo>
                <a:lnTo>
                  <a:pt x="1703503" y="149443"/>
                </a:lnTo>
                <a:lnTo>
                  <a:pt x="1703207" y="150379"/>
                </a:lnTo>
                <a:lnTo>
                  <a:pt x="1702884" y="151292"/>
                </a:lnTo>
                <a:lnTo>
                  <a:pt x="1702534" y="152182"/>
                </a:lnTo>
                <a:lnTo>
                  <a:pt x="1702155" y="153050"/>
                </a:lnTo>
                <a:lnTo>
                  <a:pt x="1701750" y="153896"/>
                </a:lnTo>
                <a:lnTo>
                  <a:pt x="1701316" y="154719"/>
                </a:lnTo>
                <a:lnTo>
                  <a:pt x="1700855" y="155520"/>
                </a:lnTo>
                <a:lnTo>
                  <a:pt x="1700366" y="156298"/>
                </a:lnTo>
                <a:lnTo>
                  <a:pt x="1699850" y="157053"/>
                </a:lnTo>
                <a:lnTo>
                  <a:pt x="1699306" y="157786"/>
                </a:lnTo>
                <a:lnTo>
                  <a:pt x="1698735" y="158497"/>
                </a:lnTo>
                <a:lnTo>
                  <a:pt x="1698136" y="159185"/>
                </a:lnTo>
                <a:lnTo>
                  <a:pt x="1697509" y="159851"/>
                </a:lnTo>
                <a:lnTo>
                  <a:pt x="1696855" y="160494"/>
                </a:lnTo>
                <a:lnTo>
                  <a:pt x="1696173" y="161115"/>
                </a:lnTo>
                <a:lnTo>
                  <a:pt x="1695466" y="161711"/>
                </a:lnTo>
                <a:lnTo>
                  <a:pt x="1694736" y="162283"/>
                </a:lnTo>
                <a:lnTo>
                  <a:pt x="1693984" y="162829"/>
                </a:lnTo>
                <a:lnTo>
                  <a:pt x="1693210" y="163349"/>
                </a:lnTo>
                <a:lnTo>
                  <a:pt x="1692412" y="163844"/>
                </a:lnTo>
                <a:lnTo>
                  <a:pt x="1691593" y="164314"/>
                </a:lnTo>
                <a:lnTo>
                  <a:pt x="1690750" y="164759"/>
                </a:lnTo>
                <a:lnTo>
                  <a:pt x="1689886" y="165178"/>
                </a:lnTo>
                <a:lnTo>
                  <a:pt x="1688998" y="165571"/>
                </a:lnTo>
                <a:lnTo>
                  <a:pt x="1688088" y="165939"/>
                </a:lnTo>
                <a:lnTo>
                  <a:pt x="1687156" y="166282"/>
                </a:lnTo>
                <a:lnTo>
                  <a:pt x="1686201" y="166600"/>
                </a:lnTo>
                <a:lnTo>
                  <a:pt x="1685223" y="166892"/>
                </a:lnTo>
                <a:lnTo>
                  <a:pt x="1684223" y="167158"/>
                </a:lnTo>
                <a:lnTo>
                  <a:pt x="1683201" y="167400"/>
                </a:lnTo>
                <a:lnTo>
                  <a:pt x="1682156" y="167615"/>
                </a:lnTo>
                <a:lnTo>
                  <a:pt x="1681088" y="167806"/>
                </a:lnTo>
                <a:lnTo>
                  <a:pt x="1679998" y="167971"/>
                </a:lnTo>
                <a:lnTo>
                  <a:pt x="1678885" y="168111"/>
                </a:lnTo>
                <a:lnTo>
                  <a:pt x="1677749" y="168225"/>
                </a:lnTo>
                <a:lnTo>
                  <a:pt x="1676591" y="168314"/>
                </a:lnTo>
                <a:lnTo>
                  <a:pt x="1675411" y="168377"/>
                </a:lnTo>
                <a:lnTo>
                  <a:pt x="1674208" y="168415"/>
                </a:lnTo>
                <a:lnTo>
                  <a:pt x="1672982" y="168428"/>
                </a:lnTo>
                <a:lnTo>
                  <a:pt x="1671832" y="168416"/>
                </a:lnTo>
                <a:lnTo>
                  <a:pt x="1670701" y="168382"/>
                </a:lnTo>
                <a:lnTo>
                  <a:pt x="1669589" y="168324"/>
                </a:lnTo>
                <a:lnTo>
                  <a:pt x="1668495" y="168244"/>
                </a:lnTo>
                <a:lnTo>
                  <a:pt x="1667421" y="168140"/>
                </a:lnTo>
                <a:lnTo>
                  <a:pt x="1666365" y="168013"/>
                </a:lnTo>
                <a:lnTo>
                  <a:pt x="1665328" y="167864"/>
                </a:lnTo>
                <a:lnTo>
                  <a:pt x="1664310" y="167691"/>
                </a:lnTo>
                <a:lnTo>
                  <a:pt x="1663311" y="167495"/>
                </a:lnTo>
                <a:lnTo>
                  <a:pt x="1662331" y="167276"/>
                </a:lnTo>
                <a:lnTo>
                  <a:pt x="1661369" y="167034"/>
                </a:lnTo>
                <a:lnTo>
                  <a:pt x="1660427" y="166769"/>
                </a:lnTo>
                <a:lnTo>
                  <a:pt x="1659503" y="166481"/>
                </a:lnTo>
                <a:lnTo>
                  <a:pt x="1658598" y="166171"/>
                </a:lnTo>
                <a:lnTo>
                  <a:pt x="1657712" y="165836"/>
                </a:lnTo>
                <a:lnTo>
                  <a:pt x="1656845" y="165479"/>
                </a:lnTo>
                <a:lnTo>
                  <a:pt x="1655997" y="165099"/>
                </a:lnTo>
                <a:lnTo>
                  <a:pt x="1655167" y="164696"/>
                </a:lnTo>
                <a:lnTo>
                  <a:pt x="1654357" y="164270"/>
                </a:lnTo>
                <a:lnTo>
                  <a:pt x="1653565" y="163821"/>
                </a:lnTo>
                <a:lnTo>
                  <a:pt x="1652792" y="163349"/>
                </a:lnTo>
                <a:lnTo>
                  <a:pt x="1652038" y="162853"/>
                </a:lnTo>
                <a:lnTo>
                  <a:pt x="1651303" y="162335"/>
                </a:lnTo>
                <a:lnTo>
                  <a:pt x="1650587" y="161794"/>
                </a:lnTo>
                <a:lnTo>
                  <a:pt x="1649888" y="161233"/>
                </a:lnTo>
                <a:lnTo>
                  <a:pt x="1649206" y="160658"/>
                </a:lnTo>
                <a:lnTo>
                  <a:pt x="1648538" y="160067"/>
                </a:lnTo>
                <a:lnTo>
                  <a:pt x="1647887" y="159462"/>
                </a:lnTo>
                <a:lnTo>
                  <a:pt x="1647252" y="158841"/>
                </a:lnTo>
                <a:lnTo>
                  <a:pt x="1646632" y="158205"/>
                </a:lnTo>
                <a:lnTo>
                  <a:pt x="1646029" y="157554"/>
                </a:lnTo>
                <a:lnTo>
                  <a:pt x="1645441" y="156888"/>
                </a:lnTo>
                <a:lnTo>
                  <a:pt x="1644869" y="156206"/>
                </a:lnTo>
                <a:lnTo>
                  <a:pt x="1644313" y="155510"/>
                </a:lnTo>
                <a:lnTo>
                  <a:pt x="1643773" y="154798"/>
                </a:lnTo>
                <a:lnTo>
                  <a:pt x="1643249" y="154072"/>
                </a:lnTo>
                <a:lnTo>
                  <a:pt x="1642741" y="153330"/>
                </a:lnTo>
                <a:lnTo>
                  <a:pt x="1642248" y="152573"/>
                </a:lnTo>
                <a:lnTo>
                  <a:pt x="1641772" y="151801"/>
                </a:lnTo>
                <a:lnTo>
                  <a:pt x="1641311" y="151014"/>
                </a:lnTo>
                <a:lnTo>
                  <a:pt x="1640866" y="150212"/>
                </a:lnTo>
                <a:lnTo>
                  <a:pt x="1640437" y="149395"/>
                </a:lnTo>
                <a:lnTo>
                  <a:pt x="1640024" y="148562"/>
                </a:lnTo>
                <a:lnTo>
                  <a:pt x="1639627" y="147715"/>
                </a:lnTo>
                <a:lnTo>
                  <a:pt x="1639246" y="146852"/>
                </a:lnTo>
                <a:lnTo>
                  <a:pt x="1638880" y="145974"/>
                </a:lnTo>
                <a:lnTo>
                  <a:pt x="1638531" y="145081"/>
                </a:lnTo>
                <a:lnTo>
                  <a:pt x="1638197" y="144173"/>
                </a:lnTo>
                <a:lnTo>
                  <a:pt x="1637878" y="143254"/>
                </a:lnTo>
                <a:lnTo>
                  <a:pt x="1637572" y="142327"/>
                </a:lnTo>
                <a:lnTo>
                  <a:pt x="1637279" y="141393"/>
                </a:lnTo>
                <a:lnTo>
                  <a:pt x="1636999" y="140452"/>
                </a:lnTo>
                <a:lnTo>
                  <a:pt x="1636732" y="139503"/>
                </a:lnTo>
                <a:lnTo>
                  <a:pt x="1636478" y="138546"/>
                </a:lnTo>
                <a:lnTo>
                  <a:pt x="1636238" y="137582"/>
                </a:lnTo>
                <a:lnTo>
                  <a:pt x="1636010" y="136611"/>
                </a:lnTo>
                <a:lnTo>
                  <a:pt x="1635796" y="135632"/>
                </a:lnTo>
                <a:lnTo>
                  <a:pt x="1635595" y="134646"/>
                </a:lnTo>
                <a:lnTo>
                  <a:pt x="1635407" y="133653"/>
                </a:lnTo>
                <a:lnTo>
                  <a:pt x="1635232" y="132652"/>
                </a:lnTo>
                <a:lnTo>
                  <a:pt x="1635070" y="131643"/>
                </a:lnTo>
                <a:lnTo>
                  <a:pt x="1634921" y="130627"/>
                </a:lnTo>
                <a:lnTo>
                  <a:pt x="1634786" y="129604"/>
                </a:lnTo>
                <a:lnTo>
                  <a:pt x="1634663" y="128573"/>
                </a:lnTo>
                <a:lnTo>
                  <a:pt x="1634554" y="127535"/>
                </a:lnTo>
                <a:lnTo>
                  <a:pt x="1634458" y="126489"/>
                </a:lnTo>
                <a:lnTo>
                  <a:pt x="1634374" y="125436"/>
                </a:lnTo>
                <a:lnTo>
                  <a:pt x="1634304" y="124376"/>
                </a:lnTo>
                <a:lnTo>
                  <a:pt x="1634247" y="123308"/>
                </a:lnTo>
                <a:lnTo>
                  <a:pt x="1634204" y="122233"/>
                </a:lnTo>
                <a:lnTo>
                  <a:pt x="1634173" y="121150"/>
                </a:lnTo>
                <a:lnTo>
                  <a:pt x="1634155" y="120060"/>
                </a:lnTo>
                <a:lnTo>
                  <a:pt x="1726121" y="120060"/>
                </a:lnTo>
                <a:lnTo>
                  <a:pt x="1726143" y="119955"/>
                </a:lnTo>
                <a:lnTo>
                  <a:pt x="1726165" y="119844"/>
                </a:lnTo>
                <a:lnTo>
                  <a:pt x="1726186" y="119729"/>
                </a:lnTo>
                <a:lnTo>
                  <a:pt x="1726206" y="119607"/>
                </a:lnTo>
                <a:lnTo>
                  <a:pt x="1726226" y="119481"/>
                </a:lnTo>
                <a:lnTo>
                  <a:pt x="1726246" y="119349"/>
                </a:lnTo>
                <a:lnTo>
                  <a:pt x="1726265" y="119211"/>
                </a:lnTo>
                <a:lnTo>
                  <a:pt x="1726283" y="119068"/>
                </a:lnTo>
                <a:lnTo>
                  <a:pt x="1726302" y="118920"/>
                </a:lnTo>
                <a:lnTo>
                  <a:pt x="1726319" y="118766"/>
                </a:lnTo>
                <a:lnTo>
                  <a:pt x="1726337" y="118607"/>
                </a:lnTo>
                <a:lnTo>
                  <a:pt x="1726353" y="118442"/>
                </a:lnTo>
                <a:lnTo>
                  <a:pt x="1726370" y="118272"/>
                </a:lnTo>
                <a:lnTo>
                  <a:pt x="1726386" y="118097"/>
                </a:lnTo>
                <a:lnTo>
                  <a:pt x="1726401" y="117916"/>
                </a:lnTo>
                <a:lnTo>
                  <a:pt x="1726416" y="117729"/>
                </a:lnTo>
                <a:lnTo>
                  <a:pt x="1726430" y="117538"/>
                </a:lnTo>
                <a:lnTo>
                  <a:pt x="1726444" y="117340"/>
                </a:lnTo>
                <a:lnTo>
                  <a:pt x="1726458" y="117138"/>
                </a:lnTo>
                <a:lnTo>
                  <a:pt x="1726471" y="116930"/>
                </a:lnTo>
                <a:lnTo>
                  <a:pt x="1726484" y="116716"/>
                </a:lnTo>
                <a:lnTo>
                  <a:pt x="1726496" y="116497"/>
                </a:lnTo>
                <a:lnTo>
                  <a:pt x="1726508" y="116273"/>
                </a:lnTo>
                <a:lnTo>
                  <a:pt x="1726519" y="116043"/>
                </a:lnTo>
                <a:lnTo>
                  <a:pt x="1726530" y="115811"/>
                </a:lnTo>
                <a:lnTo>
                  <a:pt x="1726540" y="115582"/>
                </a:lnTo>
                <a:lnTo>
                  <a:pt x="1726550" y="115356"/>
                </a:lnTo>
                <a:lnTo>
                  <a:pt x="1726559" y="115132"/>
                </a:lnTo>
                <a:lnTo>
                  <a:pt x="1726568" y="114911"/>
                </a:lnTo>
                <a:lnTo>
                  <a:pt x="1726577" y="114692"/>
                </a:lnTo>
                <a:lnTo>
                  <a:pt x="1726585" y="114476"/>
                </a:lnTo>
                <a:lnTo>
                  <a:pt x="1726593" y="114262"/>
                </a:lnTo>
                <a:lnTo>
                  <a:pt x="1726600" y="114052"/>
                </a:lnTo>
                <a:lnTo>
                  <a:pt x="1726606" y="113843"/>
                </a:lnTo>
                <a:lnTo>
                  <a:pt x="1726613" y="113638"/>
                </a:lnTo>
                <a:lnTo>
                  <a:pt x="1726618" y="113435"/>
                </a:lnTo>
                <a:lnTo>
                  <a:pt x="1726624" y="113234"/>
                </a:lnTo>
                <a:lnTo>
                  <a:pt x="1726628" y="113037"/>
                </a:lnTo>
                <a:lnTo>
                  <a:pt x="1726633" y="112841"/>
                </a:lnTo>
                <a:lnTo>
                  <a:pt x="1726637" y="112649"/>
                </a:lnTo>
                <a:lnTo>
                  <a:pt x="1726640" y="112459"/>
                </a:lnTo>
                <a:lnTo>
                  <a:pt x="1726643" y="112271"/>
                </a:lnTo>
                <a:lnTo>
                  <a:pt x="1726646" y="112087"/>
                </a:lnTo>
                <a:lnTo>
                  <a:pt x="1726648" y="111904"/>
                </a:lnTo>
                <a:lnTo>
                  <a:pt x="1726649" y="111725"/>
                </a:lnTo>
                <a:lnTo>
                  <a:pt x="1726651" y="111548"/>
                </a:lnTo>
                <a:lnTo>
                  <a:pt x="1726651" y="111373"/>
                </a:lnTo>
                <a:lnTo>
                  <a:pt x="1726651" y="111202"/>
                </a:lnTo>
                <a:lnTo>
                  <a:pt x="1726625" y="108671"/>
                </a:lnTo>
                <a:lnTo>
                  <a:pt x="1726548" y="106191"/>
                </a:lnTo>
                <a:lnTo>
                  <a:pt x="1726418" y="103760"/>
                </a:lnTo>
                <a:lnTo>
                  <a:pt x="1726236" y="101379"/>
                </a:lnTo>
                <a:lnTo>
                  <a:pt x="1726002" y="99047"/>
                </a:lnTo>
                <a:lnTo>
                  <a:pt x="1725716" y="96766"/>
                </a:lnTo>
                <a:lnTo>
                  <a:pt x="1725378" y="94534"/>
                </a:lnTo>
                <a:lnTo>
                  <a:pt x="1724988" y="92351"/>
                </a:lnTo>
                <a:lnTo>
                  <a:pt x="1724546" y="90219"/>
                </a:lnTo>
                <a:lnTo>
                  <a:pt x="1724052" y="88136"/>
                </a:lnTo>
                <a:lnTo>
                  <a:pt x="1723506" y="86102"/>
                </a:lnTo>
                <a:lnTo>
                  <a:pt x="1722908" y="84119"/>
                </a:lnTo>
                <a:lnTo>
                  <a:pt x="1722258" y="82185"/>
                </a:lnTo>
                <a:lnTo>
                  <a:pt x="1721556" y="80301"/>
                </a:lnTo>
                <a:lnTo>
                  <a:pt x="1720802" y="78466"/>
                </a:lnTo>
                <a:lnTo>
                  <a:pt x="1719996" y="76681"/>
                </a:lnTo>
                <a:lnTo>
                  <a:pt x="1719138" y="74946"/>
                </a:lnTo>
                <a:lnTo>
                  <a:pt x="1718228" y="73261"/>
                </a:lnTo>
                <a:lnTo>
                  <a:pt x="1717267" y="71625"/>
                </a:lnTo>
                <a:lnTo>
                  <a:pt x="1716253" y="70039"/>
                </a:lnTo>
                <a:lnTo>
                  <a:pt x="1715187" y="68503"/>
                </a:lnTo>
                <a:lnTo>
                  <a:pt x="1714069" y="67016"/>
                </a:lnTo>
                <a:lnTo>
                  <a:pt x="1712899" y="65579"/>
                </a:lnTo>
                <a:lnTo>
                  <a:pt x="1711677" y="64192"/>
                </a:lnTo>
                <a:lnTo>
                  <a:pt x="1710410" y="62857"/>
                </a:lnTo>
                <a:lnTo>
                  <a:pt x="1709102" y="61580"/>
                </a:lnTo>
                <a:lnTo>
                  <a:pt x="1707756" y="60359"/>
                </a:lnTo>
                <a:lnTo>
                  <a:pt x="1706369" y="59195"/>
                </a:lnTo>
                <a:lnTo>
                  <a:pt x="1704943" y="58088"/>
                </a:lnTo>
                <a:lnTo>
                  <a:pt x="1703478" y="57037"/>
                </a:lnTo>
                <a:lnTo>
                  <a:pt x="1701973" y="56043"/>
                </a:lnTo>
                <a:lnTo>
                  <a:pt x="1700428" y="55106"/>
                </a:lnTo>
                <a:lnTo>
                  <a:pt x="1698844" y="54226"/>
                </a:lnTo>
                <a:lnTo>
                  <a:pt x="1697220" y="53403"/>
                </a:lnTo>
                <a:lnTo>
                  <a:pt x="1695557" y="52636"/>
                </a:lnTo>
                <a:lnTo>
                  <a:pt x="1693854" y="51927"/>
                </a:lnTo>
                <a:lnTo>
                  <a:pt x="1692111" y="51274"/>
                </a:lnTo>
                <a:lnTo>
                  <a:pt x="1690329" y="50677"/>
                </a:lnTo>
                <a:lnTo>
                  <a:pt x="1688508" y="50138"/>
                </a:lnTo>
                <a:lnTo>
                  <a:pt x="1686646" y="49655"/>
                </a:lnTo>
                <a:lnTo>
                  <a:pt x="1684746" y="49229"/>
                </a:lnTo>
                <a:lnTo>
                  <a:pt x="1682805" y="48860"/>
                </a:lnTo>
                <a:lnTo>
                  <a:pt x="1680825" y="48548"/>
                </a:lnTo>
                <a:lnTo>
                  <a:pt x="1678806" y="48293"/>
                </a:lnTo>
                <a:lnTo>
                  <a:pt x="1676747" y="48094"/>
                </a:lnTo>
                <a:lnTo>
                  <a:pt x="1674648" y="47952"/>
                </a:lnTo>
                <a:lnTo>
                  <a:pt x="1672510" y="47867"/>
                </a:lnTo>
                <a:lnTo>
                  <a:pt x="1670332" y="47838"/>
                </a:lnTo>
                <a:lnTo>
                  <a:pt x="1668688" y="47853"/>
                </a:lnTo>
                <a:lnTo>
                  <a:pt x="1667068" y="47899"/>
                </a:lnTo>
                <a:lnTo>
                  <a:pt x="1665472" y="47975"/>
                </a:lnTo>
                <a:lnTo>
                  <a:pt x="1663900" y="48081"/>
                </a:lnTo>
                <a:lnTo>
                  <a:pt x="1662352" y="48217"/>
                </a:lnTo>
                <a:lnTo>
                  <a:pt x="1660828" y="48384"/>
                </a:lnTo>
                <a:lnTo>
                  <a:pt x="1659329" y="48581"/>
                </a:lnTo>
                <a:lnTo>
                  <a:pt x="1657854" y="48809"/>
                </a:lnTo>
                <a:lnTo>
                  <a:pt x="1656402" y="49066"/>
                </a:lnTo>
                <a:lnTo>
                  <a:pt x="1654975" y="49355"/>
                </a:lnTo>
                <a:lnTo>
                  <a:pt x="1653573" y="49673"/>
                </a:lnTo>
                <a:lnTo>
                  <a:pt x="1652194" y="50022"/>
                </a:lnTo>
                <a:lnTo>
                  <a:pt x="1650840" y="50401"/>
                </a:lnTo>
                <a:lnTo>
                  <a:pt x="1649509" y="50810"/>
                </a:lnTo>
                <a:lnTo>
                  <a:pt x="1648203" y="51250"/>
                </a:lnTo>
                <a:lnTo>
                  <a:pt x="1646921" y="51720"/>
                </a:lnTo>
                <a:lnTo>
                  <a:pt x="1645663" y="52220"/>
                </a:lnTo>
                <a:lnTo>
                  <a:pt x="1644429" y="52751"/>
                </a:lnTo>
                <a:lnTo>
                  <a:pt x="1643220" y="53312"/>
                </a:lnTo>
                <a:lnTo>
                  <a:pt x="1642034" y="53903"/>
                </a:lnTo>
                <a:lnTo>
                  <a:pt x="1640873" y="54525"/>
                </a:lnTo>
                <a:lnTo>
                  <a:pt x="1639736" y="55177"/>
                </a:lnTo>
                <a:lnTo>
                  <a:pt x="1638623" y="55859"/>
                </a:lnTo>
                <a:lnTo>
                  <a:pt x="1637534" y="56572"/>
                </a:lnTo>
                <a:lnTo>
                  <a:pt x="1636469" y="57311"/>
                </a:lnTo>
                <a:lnTo>
                  <a:pt x="1635427" y="58074"/>
                </a:lnTo>
                <a:lnTo>
                  <a:pt x="1634408" y="58861"/>
                </a:lnTo>
                <a:lnTo>
                  <a:pt x="1633412" y="59671"/>
                </a:lnTo>
                <a:lnTo>
                  <a:pt x="1632439" y="60504"/>
                </a:lnTo>
                <a:lnTo>
                  <a:pt x="1631488" y="61361"/>
                </a:lnTo>
                <a:lnTo>
                  <a:pt x="1630561" y="62241"/>
                </a:lnTo>
                <a:lnTo>
                  <a:pt x="1629657" y="63145"/>
                </a:lnTo>
                <a:lnTo>
                  <a:pt x="1628776" y="64072"/>
                </a:lnTo>
                <a:lnTo>
                  <a:pt x="1627918" y="65023"/>
                </a:lnTo>
                <a:lnTo>
                  <a:pt x="1627083" y="65997"/>
                </a:lnTo>
                <a:lnTo>
                  <a:pt x="1626271" y="66994"/>
                </a:lnTo>
                <a:lnTo>
                  <a:pt x="1625481" y="68015"/>
                </a:lnTo>
                <a:lnTo>
                  <a:pt x="1624715" y="69059"/>
                </a:lnTo>
                <a:lnTo>
                  <a:pt x="1623972" y="70127"/>
                </a:lnTo>
                <a:lnTo>
                  <a:pt x="1623252" y="71219"/>
                </a:lnTo>
                <a:lnTo>
                  <a:pt x="1622555" y="72333"/>
                </a:lnTo>
                <a:lnTo>
                  <a:pt x="1621881" y="73472"/>
                </a:lnTo>
                <a:lnTo>
                  <a:pt x="1621230" y="74633"/>
                </a:lnTo>
                <a:lnTo>
                  <a:pt x="1620602" y="75818"/>
                </a:lnTo>
                <a:lnTo>
                  <a:pt x="1619997" y="77027"/>
                </a:lnTo>
                <a:lnTo>
                  <a:pt x="1619415" y="78259"/>
                </a:lnTo>
                <a:lnTo>
                  <a:pt x="1618856" y="79514"/>
                </a:lnTo>
                <a:lnTo>
                  <a:pt x="1618320" y="80793"/>
                </a:lnTo>
                <a:lnTo>
                  <a:pt x="1617806" y="82092"/>
                </a:lnTo>
                <a:lnTo>
                  <a:pt x="1617314" y="83408"/>
                </a:lnTo>
                <a:lnTo>
                  <a:pt x="1616844" y="84741"/>
                </a:lnTo>
                <a:lnTo>
                  <a:pt x="1616396" y="86091"/>
                </a:lnTo>
                <a:lnTo>
                  <a:pt x="1615970" y="87457"/>
                </a:lnTo>
                <a:lnTo>
                  <a:pt x="1615566" y="88840"/>
                </a:lnTo>
                <a:lnTo>
                  <a:pt x="1615183" y="90240"/>
                </a:lnTo>
                <a:lnTo>
                  <a:pt x="1614823" y="91657"/>
                </a:lnTo>
                <a:lnTo>
                  <a:pt x="1614484" y="93091"/>
                </a:lnTo>
                <a:lnTo>
                  <a:pt x="1614167" y="94541"/>
                </a:lnTo>
                <a:lnTo>
                  <a:pt x="1613872" y="96008"/>
                </a:lnTo>
                <a:lnTo>
                  <a:pt x="1613599" y="97492"/>
                </a:lnTo>
                <a:lnTo>
                  <a:pt x="1613347" y="98993"/>
                </a:lnTo>
                <a:lnTo>
                  <a:pt x="1613118" y="100511"/>
                </a:lnTo>
                <a:lnTo>
                  <a:pt x="1612910" y="102046"/>
                </a:lnTo>
                <a:lnTo>
                  <a:pt x="1612724" y="103597"/>
                </a:lnTo>
                <a:lnTo>
                  <a:pt x="1612561" y="105165"/>
                </a:lnTo>
                <a:lnTo>
                  <a:pt x="1612418" y="106750"/>
                </a:lnTo>
                <a:lnTo>
                  <a:pt x="1612298" y="108352"/>
                </a:lnTo>
                <a:lnTo>
                  <a:pt x="1612200" y="109971"/>
                </a:lnTo>
                <a:lnTo>
                  <a:pt x="1612123" y="111607"/>
                </a:lnTo>
                <a:lnTo>
                  <a:pt x="1612069" y="113259"/>
                </a:lnTo>
                <a:lnTo>
                  <a:pt x="1612036" y="114928"/>
                </a:lnTo>
                <a:lnTo>
                  <a:pt x="1612025" y="116614"/>
                </a:lnTo>
                <a:lnTo>
                  <a:pt x="1612036" y="118233"/>
                </a:lnTo>
                <a:lnTo>
                  <a:pt x="1612070" y="119839"/>
                </a:lnTo>
                <a:lnTo>
                  <a:pt x="1612127" y="121432"/>
                </a:lnTo>
                <a:lnTo>
                  <a:pt x="1612205" y="123010"/>
                </a:lnTo>
                <a:lnTo>
                  <a:pt x="1612307" y="124576"/>
                </a:lnTo>
                <a:lnTo>
                  <a:pt x="1612431" y="126128"/>
                </a:lnTo>
                <a:lnTo>
                  <a:pt x="1612577" y="127666"/>
                </a:lnTo>
                <a:lnTo>
                  <a:pt x="1612747" y="129191"/>
                </a:lnTo>
                <a:lnTo>
                  <a:pt x="1612938" y="130702"/>
                </a:lnTo>
                <a:lnTo>
                  <a:pt x="1613152" y="132200"/>
                </a:lnTo>
                <a:lnTo>
                  <a:pt x="1613389" y="133684"/>
                </a:lnTo>
                <a:lnTo>
                  <a:pt x="1613648" y="135155"/>
                </a:lnTo>
                <a:lnTo>
                  <a:pt x="1613930" y="136612"/>
                </a:lnTo>
                <a:lnTo>
                  <a:pt x="1614235" y="138056"/>
                </a:lnTo>
                <a:lnTo>
                  <a:pt x="1614562" y="139486"/>
                </a:lnTo>
                <a:lnTo>
                  <a:pt x="1614911" y="140903"/>
                </a:lnTo>
                <a:lnTo>
                  <a:pt x="1615283" y="142307"/>
                </a:lnTo>
                <a:lnTo>
                  <a:pt x="1615678" y="143696"/>
                </a:lnTo>
                <a:lnTo>
                  <a:pt x="1616095" y="145073"/>
                </a:lnTo>
                <a:lnTo>
                  <a:pt x="1616534" y="146435"/>
                </a:lnTo>
                <a:lnTo>
                  <a:pt x="1616997" y="147785"/>
                </a:lnTo>
                <a:lnTo>
                  <a:pt x="1617481" y="149121"/>
                </a:lnTo>
                <a:lnTo>
                  <a:pt x="1617989" y="150443"/>
                </a:lnTo>
                <a:lnTo>
                  <a:pt x="1618518" y="151752"/>
                </a:lnTo>
                <a:lnTo>
                  <a:pt x="1619072" y="153042"/>
                </a:lnTo>
                <a:lnTo>
                  <a:pt x="1619649" y="154310"/>
                </a:lnTo>
                <a:lnTo>
                  <a:pt x="1620250" y="155554"/>
                </a:lnTo>
                <a:lnTo>
                  <a:pt x="1620876" y="156777"/>
                </a:lnTo>
                <a:lnTo>
                  <a:pt x="1621526" y="157976"/>
                </a:lnTo>
                <a:lnTo>
                  <a:pt x="1622200" y="159153"/>
                </a:lnTo>
                <a:lnTo>
                  <a:pt x="1622898" y="160307"/>
                </a:lnTo>
                <a:lnTo>
                  <a:pt x="1623620" y="161438"/>
                </a:lnTo>
                <a:lnTo>
                  <a:pt x="1624367" y="162547"/>
                </a:lnTo>
                <a:lnTo>
                  <a:pt x="1625137" y="163633"/>
                </a:lnTo>
                <a:lnTo>
                  <a:pt x="1625932" y="164696"/>
                </a:lnTo>
                <a:lnTo>
                  <a:pt x="1626751" y="165736"/>
                </a:lnTo>
                <a:lnTo>
                  <a:pt x="1627594" y="166754"/>
                </a:lnTo>
                <a:lnTo>
                  <a:pt x="1628461" y="167749"/>
                </a:lnTo>
                <a:lnTo>
                  <a:pt x="1629353" y="168721"/>
                </a:lnTo>
                <a:lnTo>
                  <a:pt x="1630268" y="169671"/>
                </a:lnTo>
                <a:lnTo>
                  <a:pt x="1631208" y="170598"/>
                </a:lnTo>
                <a:lnTo>
                  <a:pt x="1632172" y="171502"/>
                </a:lnTo>
                <a:lnTo>
                  <a:pt x="1633160" y="172383"/>
                </a:lnTo>
                <a:lnTo>
                  <a:pt x="1634172" y="173242"/>
                </a:lnTo>
                <a:lnTo>
                  <a:pt x="1635208" y="174078"/>
                </a:lnTo>
                <a:lnTo>
                  <a:pt x="1636269" y="174891"/>
                </a:lnTo>
                <a:lnTo>
                  <a:pt x="1637353" y="175681"/>
                </a:lnTo>
                <a:lnTo>
                  <a:pt x="1638462" y="176449"/>
                </a:lnTo>
                <a:lnTo>
                  <a:pt x="1639596" y="177190"/>
                </a:lnTo>
                <a:lnTo>
                  <a:pt x="1640757" y="177898"/>
                </a:lnTo>
                <a:lnTo>
                  <a:pt x="1641944" y="178576"/>
                </a:lnTo>
                <a:lnTo>
                  <a:pt x="1643157" y="179222"/>
                </a:lnTo>
                <a:lnTo>
                  <a:pt x="1644397" y="179836"/>
                </a:lnTo>
                <a:lnTo>
                  <a:pt x="1645663" y="180419"/>
                </a:lnTo>
                <a:lnTo>
                  <a:pt x="1646956" y="180970"/>
                </a:lnTo>
                <a:lnTo>
                  <a:pt x="1648276" y="181490"/>
                </a:lnTo>
                <a:lnTo>
                  <a:pt x="1649621" y="181978"/>
                </a:lnTo>
                <a:lnTo>
                  <a:pt x="1650994" y="182435"/>
                </a:lnTo>
                <a:lnTo>
                  <a:pt x="1652392" y="182860"/>
                </a:lnTo>
                <a:lnTo>
                  <a:pt x="1653817" y="183254"/>
                </a:lnTo>
                <a:lnTo>
                  <a:pt x="1655269" y="183617"/>
                </a:lnTo>
                <a:lnTo>
                  <a:pt x="1656747" y="183947"/>
                </a:lnTo>
                <a:lnTo>
                  <a:pt x="1658251" y="184247"/>
                </a:lnTo>
                <a:lnTo>
                  <a:pt x="1659782" y="184514"/>
                </a:lnTo>
                <a:lnTo>
                  <a:pt x="1661340" y="184751"/>
                </a:lnTo>
                <a:lnTo>
                  <a:pt x="1662924" y="184955"/>
                </a:lnTo>
                <a:lnTo>
                  <a:pt x="1664534" y="185129"/>
                </a:lnTo>
                <a:lnTo>
                  <a:pt x="1666171" y="185270"/>
                </a:lnTo>
                <a:lnTo>
                  <a:pt x="1667834" y="185381"/>
                </a:lnTo>
                <a:lnTo>
                  <a:pt x="1669524" y="185459"/>
                </a:lnTo>
                <a:lnTo>
                  <a:pt x="1671240" y="185507"/>
                </a:lnTo>
                <a:lnTo>
                  <a:pt x="1672982" y="185523"/>
                </a:lnTo>
                <a:lnTo>
                  <a:pt x="1674333" y="185513"/>
                </a:lnTo>
                <a:lnTo>
                  <a:pt x="1675669" y="185484"/>
                </a:lnTo>
                <a:lnTo>
                  <a:pt x="1676989" y="185436"/>
                </a:lnTo>
                <a:lnTo>
                  <a:pt x="1678294" y="185369"/>
                </a:lnTo>
                <a:lnTo>
                  <a:pt x="1679584" y="185282"/>
                </a:lnTo>
                <a:close/>
                <a:moveTo>
                  <a:pt x="1635232" y="96320"/>
                </a:moveTo>
                <a:lnTo>
                  <a:pt x="1635501" y="94900"/>
                </a:lnTo>
                <a:lnTo>
                  <a:pt x="1635798" y="93513"/>
                </a:lnTo>
                <a:lnTo>
                  <a:pt x="1636121" y="92157"/>
                </a:lnTo>
                <a:lnTo>
                  <a:pt x="1636471" y="90833"/>
                </a:lnTo>
                <a:lnTo>
                  <a:pt x="1636848" y="89541"/>
                </a:lnTo>
                <a:lnTo>
                  <a:pt x="1637252" y="88280"/>
                </a:lnTo>
                <a:lnTo>
                  <a:pt x="1637684" y="87052"/>
                </a:lnTo>
                <a:lnTo>
                  <a:pt x="1638141" y="85855"/>
                </a:lnTo>
                <a:lnTo>
                  <a:pt x="1638626" y="84690"/>
                </a:lnTo>
                <a:lnTo>
                  <a:pt x="1639138" y="83556"/>
                </a:lnTo>
                <a:lnTo>
                  <a:pt x="1639677" y="82454"/>
                </a:lnTo>
                <a:lnTo>
                  <a:pt x="1640242" y="81385"/>
                </a:lnTo>
                <a:lnTo>
                  <a:pt x="1640835" y="80346"/>
                </a:lnTo>
                <a:lnTo>
                  <a:pt x="1641454" y="79340"/>
                </a:lnTo>
                <a:lnTo>
                  <a:pt x="1642101" y="78365"/>
                </a:lnTo>
                <a:lnTo>
                  <a:pt x="1642774" y="77423"/>
                </a:lnTo>
                <a:lnTo>
                  <a:pt x="1643474" y="76511"/>
                </a:lnTo>
                <a:lnTo>
                  <a:pt x="1644201" y="75632"/>
                </a:lnTo>
                <a:lnTo>
                  <a:pt x="1644955" y="74785"/>
                </a:lnTo>
                <a:lnTo>
                  <a:pt x="1645735" y="73970"/>
                </a:lnTo>
                <a:lnTo>
                  <a:pt x="1646539" y="73190"/>
                </a:lnTo>
                <a:lnTo>
                  <a:pt x="1647366" y="72445"/>
                </a:lnTo>
                <a:lnTo>
                  <a:pt x="1648219" y="71734"/>
                </a:lnTo>
                <a:lnTo>
                  <a:pt x="1649095" y="71058"/>
                </a:lnTo>
                <a:lnTo>
                  <a:pt x="1649995" y="70417"/>
                </a:lnTo>
                <a:lnTo>
                  <a:pt x="1650920" y="69810"/>
                </a:lnTo>
                <a:lnTo>
                  <a:pt x="1651868" y="69238"/>
                </a:lnTo>
                <a:lnTo>
                  <a:pt x="1652841" y="68700"/>
                </a:lnTo>
                <a:lnTo>
                  <a:pt x="1653838" y="68198"/>
                </a:lnTo>
                <a:lnTo>
                  <a:pt x="1654859" y="67730"/>
                </a:lnTo>
                <a:lnTo>
                  <a:pt x="1655904" y="67296"/>
                </a:lnTo>
                <a:lnTo>
                  <a:pt x="1656974" y="66898"/>
                </a:lnTo>
                <a:lnTo>
                  <a:pt x="1658068" y="66534"/>
                </a:lnTo>
                <a:lnTo>
                  <a:pt x="1659185" y="66204"/>
                </a:lnTo>
                <a:lnTo>
                  <a:pt x="1660327" y="65910"/>
                </a:lnTo>
                <a:lnTo>
                  <a:pt x="1661493" y="65650"/>
                </a:lnTo>
                <a:lnTo>
                  <a:pt x="1662683" y="65424"/>
                </a:lnTo>
                <a:lnTo>
                  <a:pt x="1663898" y="65234"/>
                </a:lnTo>
                <a:lnTo>
                  <a:pt x="1665136" y="65078"/>
                </a:lnTo>
                <a:lnTo>
                  <a:pt x="1666399" y="64956"/>
                </a:lnTo>
                <a:lnTo>
                  <a:pt x="1667686" y="64870"/>
                </a:lnTo>
                <a:lnTo>
                  <a:pt x="1668997" y="64818"/>
                </a:lnTo>
                <a:lnTo>
                  <a:pt x="1670332" y="64800"/>
                </a:lnTo>
                <a:lnTo>
                  <a:pt x="1671656" y="64818"/>
                </a:lnTo>
                <a:lnTo>
                  <a:pt x="1672956" y="64870"/>
                </a:lnTo>
                <a:lnTo>
                  <a:pt x="1674231" y="64957"/>
                </a:lnTo>
                <a:lnTo>
                  <a:pt x="1675482" y="65080"/>
                </a:lnTo>
                <a:lnTo>
                  <a:pt x="1676708" y="65237"/>
                </a:lnTo>
                <a:lnTo>
                  <a:pt x="1677910" y="65429"/>
                </a:lnTo>
                <a:lnTo>
                  <a:pt x="1679088" y="65656"/>
                </a:lnTo>
                <a:lnTo>
                  <a:pt x="1680241" y="65918"/>
                </a:lnTo>
                <a:lnTo>
                  <a:pt x="1681370" y="66214"/>
                </a:lnTo>
                <a:lnTo>
                  <a:pt x="1682475" y="66546"/>
                </a:lnTo>
                <a:lnTo>
                  <a:pt x="1683555" y="66913"/>
                </a:lnTo>
                <a:lnTo>
                  <a:pt x="1684611" y="67314"/>
                </a:lnTo>
                <a:lnTo>
                  <a:pt x="1685642" y="67750"/>
                </a:lnTo>
                <a:lnTo>
                  <a:pt x="1686649" y="68222"/>
                </a:lnTo>
                <a:lnTo>
                  <a:pt x="1687632" y="68728"/>
                </a:lnTo>
                <a:lnTo>
                  <a:pt x="1688590" y="69269"/>
                </a:lnTo>
                <a:lnTo>
                  <a:pt x="1689524" y="69845"/>
                </a:lnTo>
                <a:lnTo>
                  <a:pt x="1690433" y="70456"/>
                </a:lnTo>
                <a:lnTo>
                  <a:pt x="1691318" y="71102"/>
                </a:lnTo>
                <a:lnTo>
                  <a:pt x="1692179" y="71783"/>
                </a:lnTo>
                <a:lnTo>
                  <a:pt x="1693015" y="72498"/>
                </a:lnTo>
                <a:lnTo>
                  <a:pt x="1693827" y="73249"/>
                </a:lnTo>
                <a:lnTo>
                  <a:pt x="1694615" y="74035"/>
                </a:lnTo>
                <a:lnTo>
                  <a:pt x="1695378" y="74855"/>
                </a:lnTo>
                <a:lnTo>
                  <a:pt x="1696114" y="75708"/>
                </a:lnTo>
                <a:lnTo>
                  <a:pt x="1696820" y="76592"/>
                </a:lnTo>
                <a:lnTo>
                  <a:pt x="1697496" y="77507"/>
                </a:lnTo>
                <a:lnTo>
                  <a:pt x="1698142" y="78453"/>
                </a:lnTo>
                <a:lnTo>
                  <a:pt x="1698758" y="79431"/>
                </a:lnTo>
                <a:lnTo>
                  <a:pt x="1699345" y="80439"/>
                </a:lnTo>
                <a:lnTo>
                  <a:pt x="1699901" y="81478"/>
                </a:lnTo>
                <a:lnTo>
                  <a:pt x="1700428" y="82548"/>
                </a:lnTo>
                <a:lnTo>
                  <a:pt x="1700925" y="83650"/>
                </a:lnTo>
                <a:lnTo>
                  <a:pt x="1701392" y="84782"/>
                </a:lnTo>
                <a:lnTo>
                  <a:pt x="1701828" y="85945"/>
                </a:lnTo>
                <a:lnTo>
                  <a:pt x="1702235" y="87140"/>
                </a:lnTo>
                <a:lnTo>
                  <a:pt x="1702612" y="88365"/>
                </a:lnTo>
                <a:lnTo>
                  <a:pt x="1702960" y="89622"/>
                </a:lnTo>
                <a:lnTo>
                  <a:pt x="1703277" y="90909"/>
                </a:lnTo>
                <a:lnTo>
                  <a:pt x="1703564" y="92228"/>
                </a:lnTo>
                <a:lnTo>
                  <a:pt x="1703822" y="93577"/>
                </a:lnTo>
                <a:lnTo>
                  <a:pt x="1704049" y="94958"/>
                </a:lnTo>
                <a:lnTo>
                  <a:pt x="1704247" y="96369"/>
                </a:lnTo>
                <a:lnTo>
                  <a:pt x="1704415" y="97812"/>
                </a:lnTo>
                <a:lnTo>
                  <a:pt x="1704552" y="99285"/>
                </a:lnTo>
                <a:lnTo>
                  <a:pt x="1704660" y="100790"/>
                </a:lnTo>
                <a:lnTo>
                  <a:pt x="1704738" y="102326"/>
                </a:lnTo>
                <a:lnTo>
                  <a:pt x="1704786" y="103893"/>
                </a:lnTo>
                <a:lnTo>
                  <a:pt x="1634288" y="103893"/>
                </a:lnTo>
                <a:lnTo>
                  <a:pt x="1634423" y="102314"/>
                </a:lnTo>
                <a:lnTo>
                  <a:pt x="1634585" y="100768"/>
                </a:lnTo>
                <a:lnTo>
                  <a:pt x="1634773" y="99254"/>
                </a:lnTo>
                <a:lnTo>
                  <a:pt x="1634989" y="97771"/>
                </a:lnTo>
                <a:lnTo>
                  <a:pt x="1635232" y="96320"/>
                </a:lnTo>
                <a:close/>
                <a:moveTo>
                  <a:pt x="1970394" y="185164"/>
                </a:moveTo>
                <a:lnTo>
                  <a:pt x="1971899" y="185007"/>
                </a:lnTo>
                <a:lnTo>
                  <a:pt x="1973384" y="184820"/>
                </a:lnTo>
                <a:lnTo>
                  <a:pt x="1974850" y="184605"/>
                </a:lnTo>
                <a:lnTo>
                  <a:pt x="1976296" y="184362"/>
                </a:lnTo>
                <a:lnTo>
                  <a:pt x="1977722" y="184090"/>
                </a:lnTo>
                <a:lnTo>
                  <a:pt x="1979129" y="183789"/>
                </a:lnTo>
                <a:lnTo>
                  <a:pt x="1980517" y="183459"/>
                </a:lnTo>
                <a:lnTo>
                  <a:pt x="1981885" y="183101"/>
                </a:lnTo>
                <a:lnTo>
                  <a:pt x="1983233" y="182714"/>
                </a:lnTo>
                <a:lnTo>
                  <a:pt x="1984562" y="182299"/>
                </a:lnTo>
                <a:lnTo>
                  <a:pt x="1985871" y="181854"/>
                </a:lnTo>
                <a:lnTo>
                  <a:pt x="1987160" y="181382"/>
                </a:lnTo>
                <a:lnTo>
                  <a:pt x="1988430" y="180880"/>
                </a:lnTo>
                <a:lnTo>
                  <a:pt x="1989681" y="180350"/>
                </a:lnTo>
                <a:lnTo>
                  <a:pt x="1990912" y="179791"/>
                </a:lnTo>
                <a:lnTo>
                  <a:pt x="1992123" y="179204"/>
                </a:lnTo>
                <a:lnTo>
                  <a:pt x="1993315" y="178587"/>
                </a:lnTo>
                <a:lnTo>
                  <a:pt x="1994487" y="177943"/>
                </a:lnTo>
                <a:lnTo>
                  <a:pt x="1995640" y="177269"/>
                </a:lnTo>
                <a:lnTo>
                  <a:pt x="1996772" y="176569"/>
                </a:lnTo>
                <a:lnTo>
                  <a:pt x="1997882" y="175844"/>
                </a:lnTo>
                <a:lnTo>
                  <a:pt x="1998970" y="175094"/>
                </a:lnTo>
                <a:lnTo>
                  <a:pt x="2000035" y="174320"/>
                </a:lnTo>
                <a:lnTo>
                  <a:pt x="2001079" y="173521"/>
                </a:lnTo>
                <a:lnTo>
                  <a:pt x="2002100" y="172697"/>
                </a:lnTo>
                <a:lnTo>
                  <a:pt x="2003100" y="171849"/>
                </a:lnTo>
                <a:lnTo>
                  <a:pt x="2004077" y="170976"/>
                </a:lnTo>
                <a:lnTo>
                  <a:pt x="2005032" y="170079"/>
                </a:lnTo>
                <a:lnTo>
                  <a:pt x="2005965" y="169157"/>
                </a:lnTo>
                <a:lnTo>
                  <a:pt x="2006876" y="168210"/>
                </a:lnTo>
                <a:lnTo>
                  <a:pt x="2007765" y="167238"/>
                </a:lnTo>
                <a:lnTo>
                  <a:pt x="2008632" y="166242"/>
                </a:lnTo>
                <a:lnTo>
                  <a:pt x="2009477" y="165222"/>
                </a:lnTo>
                <a:lnTo>
                  <a:pt x="2010300" y="164176"/>
                </a:lnTo>
                <a:lnTo>
                  <a:pt x="2011100" y="163107"/>
                </a:lnTo>
                <a:lnTo>
                  <a:pt x="2011879" y="162012"/>
                </a:lnTo>
                <a:lnTo>
                  <a:pt x="2012635" y="160893"/>
                </a:lnTo>
                <a:lnTo>
                  <a:pt x="2013370" y="159749"/>
                </a:lnTo>
                <a:lnTo>
                  <a:pt x="2014082" y="158581"/>
                </a:lnTo>
                <a:lnTo>
                  <a:pt x="2014772" y="157388"/>
                </a:lnTo>
                <a:lnTo>
                  <a:pt x="2015440" y="156170"/>
                </a:lnTo>
                <a:lnTo>
                  <a:pt x="2016086" y="154928"/>
                </a:lnTo>
                <a:lnTo>
                  <a:pt x="2016710" y="153661"/>
                </a:lnTo>
                <a:lnTo>
                  <a:pt x="2017310" y="152371"/>
                </a:lnTo>
                <a:lnTo>
                  <a:pt x="2017885" y="151062"/>
                </a:lnTo>
                <a:lnTo>
                  <a:pt x="2018434" y="149732"/>
                </a:lnTo>
                <a:lnTo>
                  <a:pt x="2018957" y="148382"/>
                </a:lnTo>
                <a:lnTo>
                  <a:pt x="2019455" y="147013"/>
                </a:lnTo>
                <a:lnTo>
                  <a:pt x="2019928" y="145622"/>
                </a:lnTo>
                <a:lnTo>
                  <a:pt x="2020375" y="144212"/>
                </a:lnTo>
                <a:lnTo>
                  <a:pt x="2020796" y="142782"/>
                </a:lnTo>
                <a:lnTo>
                  <a:pt x="2021192" y="141331"/>
                </a:lnTo>
                <a:lnTo>
                  <a:pt x="2021562" y="139861"/>
                </a:lnTo>
                <a:lnTo>
                  <a:pt x="2021907" y="138370"/>
                </a:lnTo>
                <a:lnTo>
                  <a:pt x="2022226" y="136859"/>
                </a:lnTo>
                <a:lnTo>
                  <a:pt x="2022520" y="135328"/>
                </a:lnTo>
                <a:lnTo>
                  <a:pt x="2022788" y="133777"/>
                </a:lnTo>
                <a:lnTo>
                  <a:pt x="2023031" y="132205"/>
                </a:lnTo>
                <a:lnTo>
                  <a:pt x="2023248" y="130614"/>
                </a:lnTo>
                <a:lnTo>
                  <a:pt x="2023439" y="129002"/>
                </a:lnTo>
                <a:lnTo>
                  <a:pt x="2023605" y="127370"/>
                </a:lnTo>
                <a:lnTo>
                  <a:pt x="2023746" y="125719"/>
                </a:lnTo>
                <a:lnTo>
                  <a:pt x="2023861" y="124046"/>
                </a:lnTo>
                <a:lnTo>
                  <a:pt x="2023950" y="122354"/>
                </a:lnTo>
                <a:lnTo>
                  <a:pt x="2024014" y="120642"/>
                </a:lnTo>
                <a:lnTo>
                  <a:pt x="2024052" y="118909"/>
                </a:lnTo>
                <a:lnTo>
                  <a:pt x="2024065" y="117157"/>
                </a:lnTo>
                <a:lnTo>
                  <a:pt x="2024052" y="115359"/>
                </a:lnTo>
                <a:lnTo>
                  <a:pt x="2024014" y="113584"/>
                </a:lnTo>
                <a:lnTo>
                  <a:pt x="2023950" y="111830"/>
                </a:lnTo>
                <a:lnTo>
                  <a:pt x="2023861" y="110097"/>
                </a:lnTo>
                <a:lnTo>
                  <a:pt x="2023746" y="108386"/>
                </a:lnTo>
                <a:lnTo>
                  <a:pt x="2023605" y="106697"/>
                </a:lnTo>
                <a:lnTo>
                  <a:pt x="2023439" y="105029"/>
                </a:lnTo>
                <a:lnTo>
                  <a:pt x="2023248" y="103383"/>
                </a:lnTo>
                <a:lnTo>
                  <a:pt x="2023031" y="101758"/>
                </a:lnTo>
                <a:lnTo>
                  <a:pt x="2022788" y="100155"/>
                </a:lnTo>
                <a:lnTo>
                  <a:pt x="2022520" y="98573"/>
                </a:lnTo>
                <a:lnTo>
                  <a:pt x="2022226" y="97013"/>
                </a:lnTo>
                <a:lnTo>
                  <a:pt x="2021907" y="95475"/>
                </a:lnTo>
                <a:lnTo>
                  <a:pt x="2021562" y="93958"/>
                </a:lnTo>
                <a:lnTo>
                  <a:pt x="2021192" y="92462"/>
                </a:lnTo>
                <a:lnTo>
                  <a:pt x="2020796" y="90988"/>
                </a:lnTo>
                <a:lnTo>
                  <a:pt x="2020375" y="89536"/>
                </a:lnTo>
                <a:lnTo>
                  <a:pt x="2019928" y="88105"/>
                </a:lnTo>
                <a:lnTo>
                  <a:pt x="2019455" y="86696"/>
                </a:lnTo>
                <a:lnTo>
                  <a:pt x="2018957" y="85308"/>
                </a:lnTo>
                <a:lnTo>
                  <a:pt x="2018434" y="83942"/>
                </a:lnTo>
                <a:lnTo>
                  <a:pt x="2017885" y="82598"/>
                </a:lnTo>
                <a:lnTo>
                  <a:pt x="2017310" y="81275"/>
                </a:lnTo>
                <a:lnTo>
                  <a:pt x="2016710" y="79973"/>
                </a:lnTo>
                <a:lnTo>
                  <a:pt x="2016086" y="78695"/>
                </a:lnTo>
                <a:lnTo>
                  <a:pt x="2015440" y="77442"/>
                </a:lnTo>
                <a:lnTo>
                  <a:pt x="2014772" y="76213"/>
                </a:lnTo>
                <a:lnTo>
                  <a:pt x="2014082" y="75010"/>
                </a:lnTo>
                <a:lnTo>
                  <a:pt x="2013370" y="73831"/>
                </a:lnTo>
                <a:lnTo>
                  <a:pt x="2012635" y="72677"/>
                </a:lnTo>
                <a:lnTo>
                  <a:pt x="2011879" y="71548"/>
                </a:lnTo>
                <a:lnTo>
                  <a:pt x="2011100" y="70444"/>
                </a:lnTo>
                <a:lnTo>
                  <a:pt x="2010300" y="69365"/>
                </a:lnTo>
                <a:lnTo>
                  <a:pt x="2009477" y="68311"/>
                </a:lnTo>
                <a:lnTo>
                  <a:pt x="2008632" y="67281"/>
                </a:lnTo>
                <a:lnTo>
                  <a:pt x="2007765" y="66277"/>
                </a:lnTo>
                <a:lnTo>
                  <a:pt x="2006876" y="65297"/>
                </a:lnTo>
                <a:lnTo>
                  <a:pt x="2005965" y="64342"/>
                </a:lnTo>
                <a:lnTo>
                  <a:pt x="2005032" y="63412"/>
                </a:lnTo>
                <a:lnTo>
                  <a:pt x="2004077" y="62507"/>
                </a:lnTo>
                <a:lnTo>
                  <a:pt x="2003100" y="61627"/>
                </a:lnTo>
                <a:lnTo>
                  <a:pt x="2002100" y="60772"/>
                </a:lnTo>
                <a:lnTo>
                  <a:pt x="2001079" y="59941"/>
                </a:lnTo>
                <a:lnTo>
                  <a:pt x="2000035" y="59136"/>
                </a:lnTo>
                <a:lnTo>
                  <a:pt x="1998970" y="58355"/>
                </a:lnTo>
                <a:lnTo>
                  <a:pt x="1997882" y="57599"/>
                </a:lnTo>
                <a:lnTo>
                  <a:pt x="1996772" y="56868"/>
                </a:lnTo>
                <a:lnTo>
                  <a:pt x="1995640" y="56162"/>
                </a:lnTo>
                <a:lnTo>
                  <a:pt x="1994487" y="55483"/>
                </a:lnTo>
                <a:lnTo>
                  <a:pt x="1993315" y="54832"/>
                </a:lnTo>
                <a:lnTo>
                  <a:pt x="1992123" y="54211"/>
                </a:lnTo>
                <a:lnTo>
                  <a:pt x="1990912" y="53619"/>
                </a:lnTo>
                <a:lnTo>
                  <a:pt x="1989681" y="53055"/>
                </a:lnTo>
                <a:lnTo>
                  <a:pt x="1988430" y="52520"/>
                </a:lnTo>
                <a:lnTo>
                  <a:pt x="1987160" y="52015"/>
                </a:lnTo>
                <a:lnTo>
                  <a:pt x="1985871" y="51538"/>
                </a:lnTo>
                <a:lnTo>
                  <a:pt x="1984562" y="51090"/>
                </a:lnTo>
                <a:lnTo>
                  <a:pt x="1983233" y="50671"/>
                </a:lnTo>
                <a:lnTo>
                  <a:pt x="1981885" y="50280"/>
                </a:lnTo>
                <a:lnTo>
                  <a:pt x="1980517" y="49919"/>
                </a:lnTo>
                <a:lnTo>
                  <a:pt x="1979129" y="49587"/>
                </a:lnTo>
                <a:lnTo>
                  <a:pt x="1977722" y="49283"/>
                </a:lnTo>
                <a:lnTo>
                  <a:pt x="1976296" y="49009"/>
                </a:lnTo>
                <a:lnTo>
                  <a:pt x="1974850" y="48763"/>
                </a:lnTo>
                <a:lnTo>
                  <a:pt x="1973384" y="48546"/>
                </a:lnTo>
                <a:lnTo>
                  <a:pt x="1971899" y="48359"/>
                </a:lnTo>
                <a:lnTo>
                  <a:pt x="1970394" y="48200"/>
                </a:lnTo>
                <a:lnTo>
                  <a:pt x="1968870" y="48070"/>
                </a:lnTo>
                <a:lnTo>
                  <a:pt x="1967326" y="47968"/>
                </a:lnTo>
                <a:lnTo>
                  <a:pt x="1965763" y="47896"/>
                </a:lnTo>
                <a:lnTo>
                  <a:pt x="1964180" y="47853"/>
                </a:lnTo>
                <a:lnTo>
                  <a:pt x="1962577" y="47838"/>
                </a:lnTo>
                <a:lnTo>
                  <a:pt x="1961008" y="47853"/>
                </a:lnTo>
                <a:lnTo>
                  <a:pt x="1959457" y="47896"/>
                </a:lnTo>
                <a:lnTo>
                  <a:pt x="1957925" y="47968"/>
                </a:lnTo>
                <a:lnTo>
                  <a:pt x="1956412" y="48070"/>
                </a:lnTo>
                <a:lnTo>
                  <a:pt x="1954917" y="48200"/>
                </a:lnTo>
                <a:lnTo>
                  <a:pt x="1953442" y="48359"/>
                </a:lnTo>
                <a:lnTo>
                  <a:pt x="1951986" y="48546"/>
                </a:lnTo>
                <a:lnTo>
                  <a:pt x="1950548" y="48763"/>
                </a:lnTo>
                <a:lnTo>
                  <a:pt x="1949129" y="49009"/>
                </a:lnTo>
                <a:lnTo>
                  <a:pt x="1947729" y="49283"/>
                </a:lnTo>
                <a:lnTo>
                  <a:pt x="1946348" y="49587"/>
                </a:lnTo>
                <a:lnTo>
                  <a:pt x="1944986" y="49919"/>
                </a:lnTo>
                <a:lnTo>
                  <a:pt x="1943643" y="50280"/>
                </a:lnTo>
                <a:lnTo>
                  <a:pt x="1942318" y="50671"/>
                </a:lnTo>
                <a:lnTo>
                  <a:pt x="1941012" y="51090"/>
                </a:lnTo>
                <a:lnTo>
                  <a:pt x="1939726" y="51538"/>
                </a:lnTo>
                <a:lnTo>
                  <a:pt x="1938458" y="52015"/>
                </a:lnTo>
                <a:lnTo>
                  <a:pt x="1937209" y="52520"/>
                </a:lnTo>
                <a:lnTo>
                  <a:pt x="1935979" y="53055"/>
                </a:lnTo>
                <a:lnTo>
                  <a:pt x="1934767" y="53619"/>
                </a:lnTo>
                <a:lnTo>
                  <a:pt x="1933575" y="54211"/>
                </a:lnTo>
                <a:lnTo>
                  <a:pt x="1932401" y="54832"/>
                </a:lnTo>
                <a:lnTo>
                  <a:pt x="1931247" y="55483"/>
                </a:lnTo>
                <a:lnTo>
                  <a:pt x="1930111" y="56162"/>
                </a:lnTo>
                <a:lnTo>
                  <a:pt x="1928996" y="56868"/>
                </a:lnTo>
                <a:lnTo>
                  <a:pt x="1927903" y="57599"/>
                </a:lnTo>
                <a:lnTo>
                  <a:pt x="1926832" y="58355"/>
                </a:lnTo>
                <a:lnTo>
                  <a:pt x="1925784" y="59136"/>
                </a:lnTo>
                <a:lnTo>
                  <a:pt x="1924758" y="59941"/>
                </a:lnTo>
                <a:lnTo>
                  <a:pt x="1923754" y="60772"/>
                </a:lnTo>
                <a:lnTo>
                  <a:pt x="1922773" y="61627"/>
                </a:lnTo>
                <a:lnTo>
                  <a:pt x="1921814" y="62507"/>
                </a:lnTo>
                <a:lnTo>
                  <a:pt x="1920877" y="63412"/>
                </a:lnTo>
                <a:lnTo>
                  <a:pt x="1919963" y="64342"/>
                </a:lnTo>
                <a:lnTo>
                  <a:pt x="1919071" y="65297"/>
                </a:lnTo>
                <a:lnTo>
                  <a:pt x="1918201" y="66277"/>
                </a:lnTo>
                <a:lnTo>
                  <a:pt x="1917354" y="67281"/>
                </a:lnTo>
                <a:lnTo>
                  <a:pt x="1916529" y="68311"/>
                </a:lnTo>
                <a:lnTo>
                  <a:pt x="1915726" y="69365"/>
                </a:lnTo>
                <a:lnTo>
                  <a:pt x="1914945" y="70444"/>
                </a:lnTo>
                <a:lnTo>
                  <a:pt x="1914187" y="71548"/>
                </a:lnTo>
                <a:lnTo>
                  <a:pt x="1913451" y="72677"/>
                </a:lnTo>
                <a:lnTo>
                  <a:pt x="1912738" y="73831"/>
                </a:lnTo>
                <a:lnTo>
                  <a:pt x="1912046" y="75010"/>
                </a:lnTo>
                <a:lnTo>
                  <a:pt x="1911378" y="76213"/>
                </a:lnTo>
                <a:lnTo>
                  <a:pt x="1910731" y="77442"/>
                </a:lnTo>
                <a:lnTo>
                  <a:pt x="1910107" y="78695"/>
                </a:lnTo>
                <a:lnTo>
                  <a:pt x="1909505" y="79973"/>
                </a:lnTo>
                <a:lnTo>
                  <a:pt x="1908926" y="81275"/>
                </a:lnTo>
                <a:lnTo>
                  <a:pt x="1908372" y="82598"/>
                </a:lnTo>
                <a:lnTo>
                  <a:pt x="1907843" y="83942"/>
                </a:lnTo>
                <a:lnTo>
                  <a:pt x="1907338" y="85308"/>
                </a:lnTo>
                <a:lnTo>
                  <a:pt x="1906858" y="86696"/>
                </a:lnTo>
                <a:lnTo>
                  <a:pt x="1906403" y="88105"/>
                </a:lnTo>
                <a:lnTo>
                  <a:pt x="1905972" y="89536"/>
                </a:lnTo>
                <a:lnTo>
                  <a:pt x="1905566" y="90988"/>
                </a:lnTo>
                <a:lnTo>
                  <a:pt x="1905184" y="92462"/>
                </a:lnTo>
                <a:lnTo>
                  <a:pt x="1904828" y="93958"/>
                </a:lnTo>
                <a:lnTo>
                  <a:pt x="1904495" y="95475"/>
                </a:lnTo>
                <a:lnTo>
                  <a:pt x="1904187" y="97013"/>
                </a:lnTo>
                <a:lnTo>
                  <a:pt x="1903904" y="98573"/>
                </a:lnTo>
                <a:lnTo>
                  <a:pt x="1903646" y="100155"/>
                </a:lnTo>
                <a:lnTo>
                  <a:pt x="1903412" y="101758"/>
                </a:lnTo>
                <a:lnTo>
                  <a:pt x="1903203" y="103383"/>
                </a:lnTo>
                <a:lnTo>
                  <a:pt x="1903018" y="105029"/>
                </a:lnTo>
                <a:lnTo>
                  <a:pt x="1902858" y="106697"/>
                </a:lnTo>
                <a:lnTo>
                  <a:pt x="1902723" y="108386"/>
                </a:lnTo>
                <a:lnTo>
                  <a:pt x="1902612" y="110097"/>
                </a:lnTo>
                <a:lnTo>
                  <a:pt x="1902526" y="111830"/>
                </a:lnTo>
                <a:lnTo>
                  <a:pt x="1902464" y="113584"/>
                </a:lnTo>
                <a:lnTo>
                  <a:pt x="1902427" y="115359"/>
                </a:lnTo>
                <a:lnTo>
                  <a:pt x="1902415" y="117157"/>
                </a:lnTo>
                <a:lnTo>
                  <a:pt x="1902427" y="118909"/>
                </a:lnTo>
                <a:lnTo>
                  <a:pt x="1902464" y="120642"/>
                </a:lnTo>
                <a:lnTo>
                  <a:pt x="1902526" y="122354"/>
                </a:lnTo>
                <a:lnTo>
                  <a:pt x="1902612" y="124046"/>
                </a:lnTo>
                <a:lnTo>
                  <a:pt x="1902723" y="125719"/>
                </a:lnTo>
                <a:lnTo>
                  <a:pt x="1902858" y="127370"/>
                </a:lnTo>
                <a:lnTo>
                  <a:pt x="1903018" y="129002"/>
                </a:lnTo>
                <a:lnTo>
                  <a:pt x="1903203" y="130614"/>
                </a:lnTo>
                <a:lnTo>
                  <a:pt x="1903412" y="132205"/>
                </a:lnTo>
                <a:lnTo>
                  <a:pt x="1903646" y="133777"/>
                </a:lnTo>
                <a:lnTo>
                  <a:pt x="1903904" y="135328"/>
                </a:lnTo>
                <a:lnTo>
                  <a:pt x="1904187" y="136859"/>
                </a:lnTo>
                <a:lnTo>
                  <a:pt x="1904495" y="138370"/>
                </a:lnTo>
                <a:lnTo>
                  <a:pt x="1904828" y="139861"/>
                </a:lnTo>
                <a:lnTo>
                  <a:pt x="1905184" y="141331"/>
                </a:lnTo>
                <a:lnTo>
                  <a:pt x="1905566" y="142782"/>
                </a:lnTo>
                <a:lnTo>
                  <a:pt x="1905972" y="144212"/>
                </a:lnTo>
                <a:lnTo>
                  <a:pt x="1906403" y="145622"/>
                </a:lnTo>
                <a:lnTo>
                  <a:pt x="1906858" y="147013"/>
                </a:lnTo>
                <a:lnTo>
                  <a:pt x="1907338" y="148382"/>
                </a:lnTo>
                <a:lnTo>
                  <a:pt x="1907843" y="149732"/>
                </a:lnTo>
                <a:lnTo>
                  <a:pt x="1908372" y="151062"/>
                </a:lnTo>
                <a:lnTo>
                  <a:pt x="1908926" y="152371"/>
                </a:lnTo>
                <a:lnTo>
                  <a:pt x="1909505" y="153661"/>
                </a:lnTo>
                <a:lnTo>
                  <a:pt x="1910107" y="154928"/>
                </a:lnTo>
                <a:lnTo>
                  <a:pt x="1910731" y="156170"/>
                </a:lnTo>
                <a:lnTo>
                  <a:pt x="1911378" y="157388"/>
                </a:lnTo>
                <a:lnTo>
                  <a:pt x="1912046" y="158581"/>
                </a:lnTo>
                <a:lnTo>
                  <a:pt x="1912738" y="159749"/>
                </a:lnTo>
                <a:lnTo>
                  <a:pt x="1913451" y="160893"/>
                </a:lnTo>
                <a:lnTo>
                  <a:pt x="1914187" y="162012"/>
                </a:lnTo>
                <a:lnTo>
                  <a:pt x="1914945" y="163107"/>
                </a:lnTo>
                <a:lnTo>
                  <a:pt x="1915726" y="164176"/>
                </a:lnTo>
                <a:lnTo>
                  <a:pt x="1916529" y="165222"/>
                </a:lnTo>
                <a:lnTo>
                  <a:pt x="1917354" y="166242"/>
                </a:lnTo>
                <a:lnTo>
                  <a:pt x="1918201" y="167238"/>
                </a:lnTo>
                <a:lnTo>
                  <a:pt x="1919071" y="168210"/>
                </a:lnTo>
                <a:lnTo>
                  <a:pt x="1919963" y="169157"/>
                </a:lnTo>
                <a:lnTo>
                  <a:pt x="1920877" y="170079"/>
                </a:lnTo>
                <a:lnTo>
                  <a:pt x="1921814" y="170976"/>
                </a:lnTo>
                <a:lnTo>
                  <a:pt x="1922773" y="171849"/>
                </a:lnTo>
                <a:lnTo>
                  <a:pt x="1923754" y="172697"/>
                </a:lnTo>
                <a:lnTo>
                  <a:pt x="1924758" y="173521"/>
                </a:lnTo>
                <a:lnTo>
                  <a:pt x="1925784" y="174320"/>
                </a:lnTo>
                <a:lnTo>
                  <a:pt x="1926832" y="175094"/>
                </a:lnTo>
                <a:lnTo>
                  <a:pt x="1927903" y="175844"/>
                </a:lnTo>
                <a:lnTo>
                  <a:pt x="1928996" y="176569"/>
                </a:lnTo>
                <a:lnTo>
                  <a:pt x="1930111" y="177269"/>
                </a:lnTo>
                <a:lnTo>
                  <a:pt x="1931247" y="177943"/>
                </a:lnTo>
                <a:lnTo>
                  <a:pt x="1932401" y="178587"/>
                </a:lnTo>
                <a:lnTo>
                  <a:pt x="1933575" y="179204"/>
                </a:lnTo>
                <a:lnTo>
                  <a:pt x="1934767" y="179791"/>
                </a:lnTo>
                <a:lnTo>
                  <a:pt x="1935979" y="180350"/>
                </a:lnTo>
                <a:lnTo>
                  <a:pt x="1937209" y="180880"/>
                </a:lnTo>
                <a:lnTo>
                  <a:pt x="1938458" y="181382"/>
                </a:lnTo>
                <a:lnTo>
                  <a:pt x="1939726" y="181854"/>
                </a:lnTo>
                <a:lnTo>
                  <a:pt x="1941012" y="182299"/>
                </a:lnTo>
                <a:lnTo>
                  <a:pt x="1942318" y="182714"/>
                </a:lnTo>
                <a:lnTo>
                  <a:pt x="1943643" y="183101"/>
                </a:lnTo>
                <a:lnTo>
                  <a:pt x="1944986" y="183459"/>
                </a:lnTo>
                <a:lnTo>
                  <a:pt x="1946348" y="183789"/>
                </a:lnTo>
                <a:lnTo>
                  <a:pt x="1947729" y="184090"/>
                </a:lnTo>
                <a:lnTo>
                  <a:pt x="1949129" y="184362"/>
                </a:lnTo>
                <a:lnTo>
                  <a:pt x="1950548" y="184605"/>
                </a:lnTo>
                <a:lnTo>
                  <a:pt x="1951986" y="184820"/>
                </a:lnTo>
                <a:lnTo>
                  <a:pt x="1953442" y="185007"/>
                </a:lnTo>
                <a:lnTo>
                  <a:pt x="1954917" y="185164"/>
                </a:lnTo>
                <a:lnTo>
                  <a:pt x="1956412" y="185293"/>
                </a:lnTo>
                <a:lnTo>
                  <a:pt x="1957925" y="185394"/>
                </a:lnTo>
                <a:lnTo>
                  <a:pt x="1959457" y="185465"/>
                </a:lnTo>
                <a:lnTo>
                  <a:pt x="1961008" y="185508"/>
                </a:lnTo>
                <a:lnTo>
                  <a:pt x="1962577" y="185523"/>
                </a:lnTo>
                <a:lnTo>
                  <a:pt x="1964180" y="185508"/>
                </a:lnTo>
                <a:lnTo>
                  <a:pt x="1965763" y="185465"/>
                </a:lnTo>
                <a:lnTo>
                  <a:pt x="1967326" y="185394"/>
                </a:lnTo>
                <a:lnTo>
                  <a:pt x="1968870" y="185293"/>
                </a:lnTo>
                <a:lnTo>
                  <a:pt x="1970394" y="185164"/>
                </a:lnTo>
                <a:close/>
                <a:moveTo>
                  <a:pt x="1957030" y="167614"/>
                </a:moveTo>
                <a:lnTo>
                  <a:pt x="1955981" y="167489"/>
                </a:lnTo>
                <a:lnTo>
                  <a:pt x="1954951" y="167341"/>
                </a:lnTo>
                <a:lnTo>
                  <a:pt x="1953942" y="167170"/>
                </a:lnTo>
                <a:lnTo>
                  <a:pt x="1952952" y="166977"/>
                </a:lnTo>
                <a:lnTo>
                  <a:pt x="1951983" y="166761"/>
                </a:lnTo>
                <a:lnTo>
                  <a:pt x="1951034" y="166523"/>
                </a:lnTo>
                <a:lnTo>
                  <a:pt x="1950104" y="166261"/>
                </a:lnTo>
                <a:lnTo>
                  <a:pt x="1949195" y="165977"/>
                </a:lnTo>
                <a:lnTo>
                  <a:pt x="1948306" y="165670"/>
                </a:lnTo>
                <a:lnTo>
                  <a:pt x="1947436" y="165340"/>
                </a:lnTo>
                <a:lnTo>
                  <a:pt x="1946587" y="164988"/>
                </a:lnTo>
                <a:lnTo>
                  <a:pt x="1945758" y="164613"/>
                </a:lnTo>
                <a:lnTo>
                  <a:pt x="1944949" y="164215"/>
                </a:lnTo>
                <a:lnTo>
                  <a:pt x="1944159" y="163795"/>
                </a:lnTo>
                <a:lnTo>
                  <a:pt x="1943390" y="163351"/>
                </a:lnTo>
                <a:lnTo>
                  <a:pt x="1942641" y="162885"/>
                </a:lnTo>
                <a:lnTo>
                  <a:pt x="1941912" y="162396"/>
                </a:lnTo>
                <a:lnTo>
                  <a:pt x="1941203" y="161885"/>
                </a:lnTo>
                <a:lnTo>
                  <a:pt x="1940513" y="161351"/>
                </a:lnTo>
                <a:lnTo>
                  <a:pt x="1939842" y="160796"/>
                </a:lnTo>
                <a:lnTo>
                  <a:pt x="1939187" y="160224"/>
                </a:lnTo>
                <a:lnTo>
                  <a:pt x="1938547" y="159635"/>
                </a:lnTo>
                <a:lnTo>
                  <a:pt x="1937924" y="159029"/>
                </a:lnTo>
                <a:lnTo>
                  <a:pt x="1937316" y="158406"/>
                </a:lnTo>
                <a:lnTo>
                  <a:pt x="1936724" y="157765"/>
                </a:lnTo>
                <a:lnTo>
                  <a:pt x="1936148" y="157107"/>
                </a:lnTo>
                <a:lnTo>
                  <a:pt x="1935588" y="156432"/>
                </a:lnTo>
                <a:lnTo>
                  <a:pt x="1935044" y="155740"/>
                </a:lnTo>
                <a:lnTo>
                  <a:pt x="1934516" y="155030"/>
                </a:lnTo>
                <a:lnTo>
                  <a:pt x="1934003" y="154303"/>
                </a:lnTo>
                <a:lnTo>
                  <a:pt x="1933507" y="153559"/>
                </a:lnTo>
                <a:lnTo>
                  <a:pt x="1933026" y="152798"/>
                </a:lnTo>
                <a:lnTo>
                  <a:pt x="1932561" y="152019"/>
                </a:lnTo>
                <a:lnTo>
                  <a:pt x="1932112" y="151224"/>
                </a:lnTo>
                <a:lnTo>
                  <a:pt x="1931679" y="150411"/>
                </a:lnTo>
                <a:lnTo>
                  <a:pt x="1931262" y="149581"/>
                </a:lnTo>
                <a:lnTo>
                  <a:pt x="1930860" y="148733"/>
                </a:lnTo>
                <a:lnTo>
                  <a:pt x="1930475" y="147869"/>
                </a:lnTo>
                <a:lnTo>
                  <a:pt x="1930105" y="146987"/>
                </a:lnTo>
                <a:lnTo>
                  <a:pt x="1929752" y="146088"/>
                </a:lnTo>
                <a:lnTo>
                  <a:pt x="1929414" y="145171"/>
                </a:lnTo>
                <a:lnTo>
                  <a:pt x="1929092" y="144238"/>
                </a:lnTo>
                <a:lnTo>
                  <a:pt x="1928786" y="143287"/>
                </a:lnTo>
                <a:lnTo>
                  <a:pt x="1928494" y="142322"/>
                </a:lnTo>
                <a:lnTo>
                  <a:pt x="1928214" y="141347"/>
                </a:lnTo>
                <a:lnTo>
                  <a:pt x="1927947" y="140361"/>
                </a:lnTo>
                <a:lnTo>
                  <a:pt x="1927693" y="139364"/>
                </a:lnTo>
                <a:lnTo>
                  <a:pt x="1927450" y="138356"/>
                </a:lnTo>
                <a:lnTo>
                  <a:pt x="1927220" y="137337"/>
                </a:lnTo>
                <a:lnTo>
                  <a:pt x="1927003" y="136308"/>
                </a:lnTo>
                <a:lnTo>
                  <a:pt x="1926798" y="135268"/>
                </a:lnTo>
                <a:lnTo>
                  <a:pt x="1926605" y="134217"/>
                </a:lnTo>
                <a:lnTo>
                  <a:pt x="1926425" y="133156"/>
                </a:lnTo>
                <a:lnTo>
                  <a:pt x="1926258" y="132083"/>
                </a:lnTo>
                <a:lnTo>
                  <a:pt x="1926102" y="131000"/>
                </a:lnTo>
                <a:lnTo>
                  <a:pt x="1925959" y="129907"/>
                </a:lnTo>
                <a:lnTo>
                  <a:pt x="1925829" y="128802"/>
                </a:lnTo>
                <a:lnTo>
                  <a:pt x="1925711" y="127687"/>
                </a:lnTo>
                <a:lnTo>
                  <a:pt x="1925605" y="126561"/>
                </a:lnTo>
                <a:lnTo>
                  <a:pt x="1925512" y="125424"/>
                </a:lnTo>
                <a:lnTo>
                  <a:pt x="1925431" y="124276"/>
                </a:lnTo>
                <a:lnTo>
                  <a:pt x="1925363" y="123118"/>
                </a:lnTo>
                <a:lnTo>
                  <a:pt x="1925307" y="121949"/>
                </a:lnTo>
                <a:lnTo>
                  <a:pt x="1925264" y="120769"/>
                </a:lnTo>
                <a:lnTo>
                  <a:pt x="1925233" y="119578"/>
                </a:lnTo>
                <a:lnTo>
                  <a:pt x="1925214" y="118377"/>
                </a:lnTo>
                <a:lnTo>
                  <a:pt x="1925208" y="117165"/>
                </a:lnTo>
                <a:lnTo>
                  <a:pt x="1925214" y="115929"/>
                </a:lnTo>
                <a:lnTo>
                  <a:pt x="1925233" y="114705"/>
                </a:lnTo>
                <a:lnTo>
                  <a:pt x="1925264" y="113492"/>
                </a:lnTo>
                <a:lnTo>
                  <a:pt x="1925307" y="112289"/>
                </a:lnTo>
                <a:lnTo>
                  <a:pt x="1925363" y="111098"/>
                </a:lnTo>
                <a:lnTo>
                  <a:pt x="1925431" y="109917"/>
                </a:lnTo>
                <a:lnTo>
                  <a:pt x="1925512" y="108748"/>
                </a:lnTo>
                <a:lnTo>
                  <a:pt x="1925605" y="107590"/>
                </a:lnTo>
                <a:lnTo>
                  <a:pt x="1925711" y="106442"/>
                </a:lnTo>
                <a:lnTo>
                  <a:pt x="1925829" y="105306"/>
                </a:lnTo>
                <a:lnTo>
                  <a:pt x="1925959" y="104181"/>
                </a:lnTo>
                <a:lnTo>
                  <a:pt x="1926102" y="103066"/>
                </a:lnTo>
                <a:lnTo>
                  <a:pt x="1926258" y="101963"/>
                </a:lnTo>
                <a:lnTo>
                  <a:pt x="1926425" y="100871"/>
                </a:lnTo>
                <a:lnTo>
                  <a:pt x="1926605" y="99790"/>
                </a:lnTo>
                <a:lnTo>
                  <a:pt x="1926798" y="98719"/>
                </a:lnTo>
                <a:lnTo>
                  <a:pt x="1927003" y="97660"/>
                </a:lnTo>
                <a:lnTo>
                  <a:pt x="1927220" y="96612"/>
                </a:lnTo>
                <a:lnTo>
                  <a:pt x="1927450" y="95575"/>
                </a:lnTo>
                <a:lnTo>
                  <a:pt x="1927693" y="94549"/>
                </a:lnTo>
                <a:lnTo>
                  <a:pt x="1927947" y="93533"/>
                </a:lnTo>
                <a:lnTo>
                  <a:pt x="1928214" y="92529"/>
                </a:lnTo>
                <a:lnTo>
                  <a:pt x="1928494" y="91536"/>
                </a:lnTo>
                <a:lnTo>
                  <a:pt x="1928786" y="90554"/>
                </a:lnTo>
                <a:lnTo>
                  <a:pt x="1929092" y="89586"/>
                </a:lnTo>
                <a:lnTo>
                  <a:pt x="1929414" y="88636"/>
                </a:lnTo>
                <a:lnTo>
                  <a:pt x="1929752" y="87703"/>
                </a:lnTo>
                <a:lnTo>
                  <a:pt x="1930105" y="86787"/>
                </a:lnTo>
                <a:lnTo>
                  <a:pt x="1930475" y="85890"/>
                </a:lnTo>
                <a:lnTo>
                  <a:pt x="1930860" y="85009"/>
                </a:lnTo>
                <a:lnTo>
                  <a:pt x="1931262" y="84146"/>
                </a:lnTo>
                <a:lnTo>
                  <a:pt x="1931679" y="83301"/>
                </a:lnTo>
                <a:lnTo>
                  <a:pt x="1932112" y="82473"/>
                </a:lnTo>
                <a:lnTo>
                  <a:pt x="1932561" y="81662"/>
                </a:lnTo>
                <a:lnTo>
                  <a:pt x="1933026" y="80869"/>
                </a:lnTo>
                <a:lnTo>
                  <a:pt x="1933507" y="80094"/>
                </a:lnTo>
                <a:lnTo>
                  <a:pt x="1934003" y="79335"/>
                </a:lnTo>
                <a:lnTo>
                  <a:pt x="1934516" y="78595"/>
                </a:lnTo>
                <a:lnTo>
                  <a:pt x="1935044" y="77872"/>
                </a:lnTo>
                <a:lnTo>
                  <a:pt x="1935588" y="77166"/>
                </a:lnTo>
                <a:lnTo>
                  <a:pt x="1936148" y="76478"/>
                </a:lnTo>
                <a:lnTo>
                  <a:pt x="1936724" y="75807"/>
                </a:lnTo>
                <a:lnTo>
                  <a:pt x="1937316" y="75154"/>
                </a:lnTo>
                <a:lnTo>
                  <a:pt x="1937924" y="74519"/>
                </a:lnTo>
                <a:lnTo>
                  <a:pt x="1938547" y="73900"/>
                </a:lnTo>
                <a:lnTo>
                  <a:pt x="1939187" y="73300"/>
                </a:lnTo>
                <a:lnTo>
                  <a:pt x="1939842" y="72717"/>
                </a:lnTo>
                <a:lnTo>
                  <a:pt x="1940513" y="72151"/>
                </a:lnTo>
                <a:lnTo>
                  <a:pt x="1941203" y="71605"/>
                </a:lnTo>
                <a:lnTo>
                  <a:pt x="1941912" y="71083"/>
                </a:lnTo>
                <a:lnTo>
                  <a:pt x="1942641" y="70583"/>
                </a:lnTo>
                <a:lnTo>
                  <a:pt x="1943390" y="70107"/>
                </a:lnTo>
                <a:lnTo>
                  <a:pt x="1944159" y="69655"/>
                </a:lnTo>
                <a:lnTo>
                  <a:pt x="1944949" y="69225"/>
                </a:lnTo>
                <a:lnTo>
                  <a:pt x="1945758" y="68819"/>
                </a:lnTo>
                <a:lnTo>
                  <a:pt x="1946587" y="68435"/>
                </a:lnTo>
                <a:lnTo>
                  <a:pt x="1947436" y="68075"/>
                </a:lnTo>
                <a:lnTo>
                  <a:pt x="1948306" y="67739"/>
                </a:lnTo>
                <a:lnTo>
                  <a:pt x="1949195" y="67425"/>
                </a:lnTo>
                <a:lnTo>
                  <a:pt x="1950104" y="67135"/>
                </a:lnTo>
                <a:lnTo>
                  <a:pt x="1951034" y="66868"/>
                </a:lnTo>
                <a:lnTo>
                  <a:pt x="1951983" y="66624"/>
                </a:lnTo>
                <a:lnTo>
                  <a:pt x="1952952" y="66403"/>
                </a:lnTo>
                <a:lnTo>
                  <a:pt x="1953942" y="66206"/>
                </a:lnTo>
                <a:lnTo>
                  <a:pt x="1954951" y="66032"/>
                </a:lnTo>
                <a:lnTo>
                  <a:pt x="1955981" y="65881"/>
                </a:lnTo>
                <a:lnTo>
                  <a:pt x="1957030" y="65753"/>
                </a:lnTo>
                <a:lnTo>
                  <a:pt x="1958099" y="65649"/>
                </a:lnTo>
                <a:lnTo>
                  <a:pt x="1959189" y="65567"/>
                </a:lnTo>
                <a:lnTo>
                  <a:pt x="1960298" y="65509"/>
                </a:lnTo>
                <a:lnTo>
                  <a:pt x="1961428" y="65475"/>
                </a:lnTo>
                <a:lnTo>
                  <a:pt x="1962577" y="65463"/>
                </a:lnTo>
                <a:lnTo>
                  <a:pt x="1963760" y="65475"/>
                </a:lnTo>
                <a:lnTo>
                  <a:pt x="1964922" y="65509"/>
                </a:lnTo>
                <a:lnTo>
                  <a:pt x="1966064" y="65567"/>
                </a:lnTo>
                <a:lnTo>
                  <a:pt x="1967186" y="65649"/>
                </a:lnTo>
                <a:lnTo>
                  <a:pt x="1968288" y="65753"/>
                </a:lnTo>
                <a:lnTo>
                  <a:pt x="1969369" y="65881"/>
                </a:lnTo>
                <a:lnTo>
                  <a:pt x="1970430" y="66032"/>
                </a:lnTo>
                <a:lnTo>
                  <a:pt x="1971471" y="66206"/>
                </a:lnTo>
                <a:lnTo>
                  <a:pt x="1972491" y="66403"/>
                </a:lnTo>
                <a:lnTo>
                  <a:pt x="1973492" y="66624"/>
                </a:lnTo>
                <a:lnTo>
                  <a:pt x="1974472" y="66868"/>
                </a:lnTo>
                <a:lnTo>
                  <a:pt x="1975431" y="67135"/>
                </a:lnTo>
                <a:lnTo>
                  <a:pt x="1976371" y="67425"/>
                </a:lnTo>
                <a:lnTo>
                  <a:pt x="1977290" y="67739"/>
                </a:lnTo>
                <a:lnTo>
                  <a:pt x="1978189" y="68075"/>
                </a:lnTo>
                <a:lnTo>
                  <a:pt x="1979068" y="68435"/>
                </a:lnTo>
                <a:lnTo>
                  <a:pt x="1979927" y="68819"/>
                </a:lnTo>
                <a:lnTo>
                  <a:pt x="1980765" y="69225"/>
                </a:lnTo>
                <a:lnTo>
                  <a:pt x="1981583" y="69655"/>
                </a:lnTo>
                <a:lnTo>
                  <a:pt x="1982381" y="70107"/>
                </a:lnTo>
                <a:lnTo>
                  <a:pt x="1983159" y="70583"/>
                </a:lnTo>
                <a:lnTo>
                  <a:pt x="1983916" y="71083"/>
                </a:lnTo>
                <a:lnTo>
                  <a:pt x="1984653" y="71605"/>
                </a:lnTo>
                <a:lnTo>
                  <a:pt x="1985370" y="72151"/>
                </a:lnTo>
                <a:lnTo>
                  <a:pt x="1986069" y="72717"/>
                </a:lnTo>
                <a:lnTo>
                  <a:pt x="1986751" y="73300"/>
                </a:lnTo>
                <a:lnTo>
                  <a:pt x="1987416" y="73900"/>
                </a:lnTo>
                <a:lnTo>
                  <a:pt x="1988065" y="74519"/>
                </a:lnTo>
                <a:lnTo>
                  <a:pt x="1988697" y="75154"/>
                </a:lnTo>
                <a:lnTo>
                  <a:pt x="1989313" y="75807"/>
                </a:lnTo>
                <a:lnTo>
                  <a:pt x="1989912" y="76478"/>
                </a:lnTo>
                <a:lnTo>
                  <a:pt x="1990494" y="77166"/>
                </a:lnTo>
                <a:lnTo>
                  <a:pt x="1991060" y="77872"/>
                </a:lnTo>
                <a:lnTo>
                  <a:pt x="1991609" y="78595"/>
                </a:lnTo>
                <a:lnTo>
                  <a:pt x="1992142" y="79335"/>
                </a:lnTo>
                <a:lnTo>
                  <a:pt x="1992659" y="80094"/>
                </a:lnTo>
                <a:lnTo>
                  <a:pt x="1993158" y="80869"/>
                </a:lnTo>
                <a:lnTo>
                  <a:pt x="1993641" y="81662"/>
                </a:lnTo>
                <a:lnTo>
                  <a:pt x="1994108" y="82473"/>
                </a:lnTo>
                <a:lnTo>
                  <a:pt x="1994558" y="83301"/>
                </a:lnTo>
                <a:lnTo>
                  <a:pt x="1994991" y="84146"/>
                </a:lnTo>
                <a:lnTo>
                  <a:pt x="1995408" y="85009"/>
                </a:lnTo>
                <a:lnTo>
                  <a:pt x="1995809" y="85890"/>
                </a:lnTo>
                <a:lnTo>
                  <a:pt x="1996192" y="86787"/>
                </a:lnTo>
                <a:lnTo>
                  <a:pt x="1996559" y="87703"/>
                </a:lnTo>
                <a:lnTo>
                  <a:pt x="1996910" y="88636"/>
                </a:lnTo>
                <a:lnTo>
                  <a:pt x="1997244" y="89586"/>
                </a:lnTo>
                <a:lnTo>
                  <a:pt x="1997562" y="90554"/>
                </a:lnTo>
                <a:lnTo>
                  <a:pt x="1997864" y="91536"/>
                </a:lnTo>
                <a:lnTo>
                  <a:pt x="1998154" y="92529"/>
                </a:lnTo>
                <a:lnTo>
                  <a:pt x="1998431" y="93533"/>
                </a:lnTo>
                <a:lnTo>
                  <a:pt x="1998695" y="94549"/>
                </a:lnTo>
                <a:lnTo>
                  <a:pt x="1998947" y="95575"/>
                </a:lnTo>
                <a:lnTo>
                  <a:pt x="1999185" y="96612"/>
                </a:lnTo>
                <a:lnTo>
                  <a:pt x="1999410" y="97660"/>
                </a:lnTo>
                <a:lnTo>
                  <a:pt x="1999623" y="98719"/>
                </a:lnTo>
                <a:lnTo>
                  <a:pt x="1999823" y="99790"/>
                </a:lnTo>
                <a:lnTo>
                  <a:pt x="2000010" y="100871"/>
                </a:lnTo>
                <a:lnTo>
                  <a:pt x="2000183" y="101963"/>
                </a:lnTo>
                <a:lnTo>
                  <a:pt x="2000344" y="103066"/>
                </a:lnTo>
                <a:lnTo>
                  <a:pt x="2000493" y="104181"/>
                </a:lnTo>
                <a:lnTo>
                  <a:pt x="2000628" y="105306"/>
                </a:lnTo>
                <a:lnTo>
                  <a:pt x="2000750" y="106442"/>
                </a:lnTo>
                <a:lnTo>
                  <a:pt x="2000860" y="107590"/>
                </a:lnTo>
                <a:lnTo>
                  <a:pt x="2000956" y="108748"/>
                </a:lnTo>
                <a:lnTo>
                  <a:pt x="2001040" y="109917"/>
                </a:lnTo>
                <a:lnTo>
                  <a:pt x="2001111" y="111098"/>
                </a:lnTo>
                <a:lnTo>
                  <a:pt x="2001169" y="112289"/>
                </a:lnTo>
                <a:lnTo>
                  <a:pt x="2001214" y="113492"/>
                </a:lnTo>
                <a:lnTo>
                  <a:pt x="2001246" y="114705"/>
                </a:lnTo>
                <a:lnTo>
                  <a:pt x="2001266" y="115929"/>
                </a:lnTo>
                <a:lnTo>
                  <a:pt x="2001272" y="117165"/>
                </a:lnTo>
                <a:lnTo>
                  <a:pt x="2001266" y="118377"/>
                </a:lnTo>
                <a:lnTo>
                  <a:pt x="2001246" y="119578"/>
                </a:lnTo>
                <a:lnTo>
                  <a:pt x="2001214" y="120769"/>
                </a:lnTo>
                <a:lnTo>
                  <a:pt x="2001169" y="121949"/>
                </a:lnTo>
                <a:lnTo>
                  <a:pt x="2001111" y="123118"/>
                </a:lnTo>
                <a:lnTo>
                  <a:pt x="2001040" y="124276"/>
                </a:lnTo>
                <a:lnTo>
                  <a:pt x="2000956" y="125424"/>
                </a:lnTo>
                <a:lnTo>
                  <a:pt x="2000860" y="126561"/>
                </a:lnTo>
                <a:lnTo>
                  <a:pt x="2000750" y="127687"/>
                </a:lnTo>
                <a:lnTo>
                  <a:pt x="2000628" y="128802"/>
                </a:lnTo>
                <a:lnTo>
                  <a:pt x="2000493" y="129907"/>
                </a:lnTo>
                <a:lnTo>
                  <a:pt x="2000344" y="131000"/>
                </a:lnTo>
                <a:lnTo>
                  <a:pt x="2000183" y="132083"/>
                </a:lnTo>
                <a:lnTo>
                  <a:pt x="2000010" y="133156"/>
                </a:lnTo>
                <a:lnTo>
                  <a:pt x="1999823" y="134217"/>
                </a:lnTo>
                <a:lnTo>
                  <a:pt x="1999623" y="135268"/>
                </a:lnTo>
                <a:lnTo>
                  <a:pt x="1999410" y="136308"/>
                </a:lnTo>
                <a:lnTo>
                  <a:pt x="1999185" y="137337"/>
                </a:lnTo>
                <a:lnTo>
                  <a:pt x="1998947" y="138356"/>
                </a:lnTo>
                <a:lnTo>
                  <a:pt x="1998695" y="139364"/>
                </a:lnTo>
                <a:lnTo>
                  <a:pt x="1998431" y="140361"/>
                </a:lnTo>
                <a:lnTo>
                  <a:pt x="1998154" y="141347"/>
                </a:lnTo>
                <a:lnTo>
                  <a:pt x="1997864" y="142322"/>
                </a:lnTo>
                <a:lnTo>
                  <a:pt x="1997562" y="143287"/>
                </a:lnTo>
                <a:lnTo>
                  <a:pt x="1997244" y="144238"/>
                </a:lnTo>
                <a:lnTo>
                  <a:pt x="1996910" y="145171"/>
                </a:lnTo>
                <a:lnTo>
                  <a:pt x="1996559" y="146088"/>
                </a:lnTo>
                <a:lnTo>
                  <a:pt x="1996192" y="146987"/>
                </a:lnTo>
                <a:lnTo>
                  <a:pt x="1995809" y="147869"/>
                </a:lnTo>
                <a:lnTo>
                  <a:pt x="1995408" y="148733"/>
                </a:lnTo>
                <a:lnTo>
                  <a:pt x="1994991" y="149581"/>
                </a:lnTo>
                <a:lnTo>
                  <a:pt x="1994558" y="150411"/>
                </a:lnTo>
                <a:lnTo>
                  <a:pt x="1994108" y="151224"/>
                </a:lnTo>
                <a:lnTo>
                  <a:pt x="1993641" y="152019"/>
                </a:lnTo>
                <a:lnTo>
                  <a:pt x="1993158" y="152798"/>
                </a:lnTo>
                <a:lnTo>
                  <a:pt x="1992659" y="153559"/>
                </a:lnTo>
                <a:lnTo>
                  <a:pt x="1992142" y="154303"/>
                </a:lnTo>
                <a:lnTo>
                  <a:pt x="1991609" y="155030"/>
                </a:lnTo>
                <a:lnTo>
                  <a:pt x="1991060" y="155740"/>
                </a:lnTo>
                <a:lnTo>
                  <a:pt x="1990494" y="156432"/>
                </a:lnTo>
                <a:lnTo>
                  <a:pt x="1989912" y="157107"/>
                </a:lnTo>
                <a:lnTo>
                  <a:pt x="1989313" y="157765"/>
                </a:lnTo>
                <a:lnTo>
                  <a:pt x="1988697" y="158406"/>
                </a:lnTo>
                <a:lnTo>
                  <a:pt x="1988065" y="159029"/>
                </a:lnTo>
                <a:lnTo>
                  <a:pt x="1987416" y="159635"/>
                </a:lnTo>
                <a:lnTo>
                  <a:pt x="1986751" y="160224"/>
                </a:lnTo>
                <a:lnTo>
                  <a:pt x="1986069" y="160796"/>
                </a:lnTo>
                <a:lnTo>
                  <a:pt x="1985370" y="161351"/>
                </a:lnTo>
                <a:lnTo>
                  <a:pt x="1984653" y="161885"/>
                </a:lnTo>
                <a:lnTo>
                  <a:pt x="1983916" y="162396"/>
                </a:lnTo>
                <a:lnTo>
                  <a:pt x="1983159" y="162885"/>
                </a:lnTo>
                <a:lnTo>
                  <a:pt x="1982381" y="163351"/>
                </a:lnTo>
                <a:lnTo>
                  <a:pt x="1981583" y="163795"/>
                </a:lnTo>
                <a:lnTo>
                  <a:pt x="1980765" y="164215"/>
                </a:lnTo>
                <a:lnTo>
                  <a:pt x="1979927" y="164613"/>
                </a:lnTo>
                <a:lnTo>
                  <a:pt x="1979068" y="164988"/>
                </a:lnTo>
                <a:lnTo>
                  <a:pt x="1978189" y="165340"/>
                </a:lnTo>
                <a:lnTo>
                  <a:pt x="1977290" y="165670"/>
                </a:lnTo>
                <a:lnTo>
                  <a:pt x="1976371" y="165977"/>
                </a:lnTo>
                <a:lnTo>
                  <a:pt x="1975431" y="166261"/>
                </a:lnTo>
                <a:lnTo>
                  <a:pt x="1974472" y="166523"/>
                </a:lnTo>
                <a:lnTo>
                  <a:pt x="1973492" y="166761"/>
                </a:lnTo>
                <a:lnTo>
                  <a:pt x="1972491" y="166977"/>
                </a:lnTo>
                <a:lnTo>
                  <a:pt x="1971471" y="167170"/>
                </a:lnTo>
                <a:lnTo>
                  <a:pt x="1970430" y="167341"/>
                </a:lnTo>
                <a:lnTo>
                  <a:pt x="1969369" y="167489"/>
                </a:lnTo>
                <a:lnTo>
                  <a:pt x="1968288" y="167614"/>
                </a:lnTo>
                <a:lnTo>
                  <a:pt x="1967186" y="167716"/>
                </a:lnTo>
                <a:lnTo>
                  <a:pt x="1966064" y="167796"/>
                </a:lnTo>
                <a:lnTo>
                  <a:pt x="1964922" y="167852"/>
                </a:lnTo>
                <a:lnTo>
                  <a:pt x="1963760" y="167887"/>
                </a:lnTo>
                <a:lnTo>
                  <a:pt x="1962577" y="167898"/>
                </a:lnTo>
                <a:lnTo>
                  <a:pt x="1961428" y="167887"/>
                </a:lnTo>
                <a:lnTo>
                  <a:pt x="1960298" y="167852"/>
                </a:lnTo>
                <a:lnTo>
                  <a:pt x="1959189" y="167796"/>
                </a:lnTo>
                <a:lnTo>
                  <a:pt x="1958099" y="167716"/>
                </a:lnTo>
                <a:lnTo>
                  <a:pt x="1957030" y="167614"/>
                </a:lnTo>
                <a:close/>
                <a:moveTo>
                  <a:pt x="1422019" y="167305"/>
                </a:moveTo>
                <a:lnTo>
                  <a:pt x="1422588" y="168051"/>
                </a:lnTo>
                <a:lnTo>
                  <a:pt x="1423171" y="168783"/>
                </a:lnTo>
                <a:lnTo>
                  <a:pt x="1423768" y="169500"/>
                </a:lnTo>
                <a:lnTo>
                  <a:pt x="1424380" y="170204"/>
                </a:lnTo>
                <a:lnTo>
                  <a:pt x="1425006" y="170894"/>
                </a:lnTo>
                <a:lnTo>
                  <a:pt x="1425646" y="171570"/>
                </a:lnTo>
                <a:lnTo>
                  <a:pt x="1426301" y="172232"/>
                </a:lnTo>
                <a:lnTo>
                  <a:pt x="1426970" y="172880"/>
                </a:lnTo>
                <a:lnTo>
                  <a:pt x="1427653" y="173513"/>
                </a:lnTo>
                <a:lnTo>
                  <a:pt x="1428350" y="174133"/>
                </a:lnTo>
                <a:lnTo>
                  <a:pt x="1429062" y="174739"/>
                </a:lnTo>
                <a:lnTo>
                  <a:pt x="1429788" y="175330"/>
                </a:lnTo>
                <a:lnTo>
                  <a:pt x="1430528" y="175908"/>
                </a:lnTo>
                <a:lnTo>
                  <a:pt x="1431282" y="176471"/>
                </a:lnTo>
                <a:lnTo>
                  <a:pt x="1432051" y="177021"/>
                </a:lnTo>
                <a:lnTo>
                  <a:pt x="1432834" y="177556"/>
                </a:lnTo>
                <a:lnTo>
                  <a:pt x="1433631" y="178078"/>
                </a:lnTo>
                <a:lnTo>
                  <a:pt x="1434442" y="178585"/>
                </a:lnTo>
                <a:lnTo>
                  <a:pt x="1435268" y="179078"/>
                </a:lnTo>
                <a:lnTo>
                  <a:pt x="1436108" y="179558"/>
                </a:lnTo>
                <a:lnTo>
                  <a:pt x="1436962" y="180023"/>
                </a:lnTo>
                <a:lnTo>
                  <a:pt x="1437829" y="180472"/>
                </a:lnTo>
                <a:lnTo>
                  <a:pt x="1438709" y="180901"/>
                </a:lnTo>
                <a:lnTo>
                  <a:pt x="1439600" y="181312"/>
                </a:lnTo>
                <a:lnTo>
                  <a:pt x="1440503" y="181703"/>
                </a:lnTo>
                <a:lnTo>
                  <a:pt x="1441418" y="182076"/>
                </a:lnTo>
                <a:lnTo>
                  <a:pt x="1442346" y="182429"/>
                </a:lnTo>
                <a:lnTo>
                  <a:pt x="1443285" y="182763"/>
                </a:lnTo>
                <a:lnTo>
                  <a:pt x="1444236" y="183078"/>
                </a:lnTo>
                <a:lnTo>
                  <a:pt x="1445199" y="183374"/>
                </a:lnTo>
                <a:lnTo>
                  <a:pt x="1446174" y="183651"/>
                </a:lnTo>
                <a:lnTo>
                  <a:pt x="1447161" y="183909"/>
                </a:lnTo>
                <a:lnTo>
                  <a:pt x="1448160" y="184148"/>
                </a:lnTo>
                <a:lnTo>
                  <a:pt x="1449171" y="184367"/>
                </a:lnTo>
                <a:lnTo>
                  <a:pt x="1450193" y="184568"/>
                </a:lnTo>
                <a:lnTo>
                  <a:pt x="1451228" y="184749"/>
                </a:lnTo>
                <a:lnTo>
                  <a:pt x="1452275" y="184911"/>
                </a:lnTo>
                <a:lnTo>
                  <a:pt x="1453334" y="185055"/>
                </a:lnTo>
                <a:lnTo>
                  <a:pt x="1454404" y="185179"/>
                </a:lnTo>
                <a:lnTo>
                  <a:pt x="1455487" y="185284"/>
                </a:lnTo>
                <a:lnTo>
                  <a:pt x="1456582" y="185370"/>
                </a:lnTo>
                <a:lnTo>
                  <a:pt x="1457688" y="185437"/>
                </a:lnTo>
                <a:lnTo>
                  <a:pt x="1458807" y="185484"/>
                </a:lnTo>
                <a:lnTo>
                  <a:pt x="1459937" y="185513"/>
                </a:lnTo>
                <a:lnTo>
                  <a:pt x="1461080" y="185523"/>
                </a:lnTo>
                <a:lnTo>
                  <a:pt x="1462442" y="185509"/>
                </a:lnTo>
                <a:lnTo>
                  <a:pt x="1463789" y="185468"/>
                </a:lnTo>
                <a:lnTo>
                  <a:pt x="1465122" y="185400"/>
                </a:lnTo>
                <a:lnTo>
                  <a:pt x="1466439" y="185305"/>
                </a:lnTo>
                <a:lnTo>
                  <a:pt x="1467743" y="185182"/>
                </a:lnTo>
                <a:lnTo>
                  <a:pt x="1469031" y="185032"/>
                </a:lnTo>
                <a:lnTo>
                  <a:pt x="1470305" y="184855"/>
                </a:lnTo>
                <a:lnTo>
                  <a:pt x="1471563" y="184651"/>
                </a:lnTo>
                <a:lnTo>
                  <a:pt x="1472808" y="184420"/>
                </a:lnTo>
                <a:lnTo>
                  <a:pt x="1474037" y="184161"/>
                </a:lnTo>
                <a:lnTo>
                  <a:pt x="1475252" y="183875"/>
                </a:lnTo>
                <a:lnTo>
                  <a:pt x="1476452" y="183562"/>
                </a:lnTo>
                <a:lnTo>
                  <a:pt x="1477637" y="183221"/>
                </a:lnTo>
                <a:lnTo>
                  <a:pt x="1478808" y="182854"/>
                </a:lnTo>
                <a:lnTo>
                  <a:pt x="1479964" y="182459"/>
                </a:lnTo>
                <a:lnTo>
                  <a:pt x="1481105" y="182037"/>
                </a:lnTo>
                <a:lnTo>
                  <a:pt x="1482231" y="181587"/>
                </a:lnTo>
                <a:lnTo>
                  <a:pt x="1483343" y="181111"/>
                </a:lnTo>
                <a:lnTo>
                  <a:pt x="1484440" y="180607"/>
                </a:lnTo>
                <a:lnTo>
                  <a:pt x="1485522" y="180076"/>
                </a:lnTo>
                <a:lnTo>
                  <a:pt x="1486589" y="179517"/>
                </a:lnTo>
                <a:lnTo>
                  <a:pt x="1487642" y="178932"/>
                </a:lnTo>
                <a:lnTo>
                  <a:pt x="1488680" y="178319"/>
                </a:lnTo>
                <a:lnTo>
                  <a:pt x="1489703" y="177679"/>
                </a:lnTo>
                <a:lnTo>
                  <a:pt x="1490710" y="177012"/>
                </a:lnTo>
                <a:lnTo>
                  <a:pt x="1491697" y="176319"/>
                </a:lnTo>
                <a:lnTo>
                  <a:pt x="1492665" y="175600"/>
                </a:lnTo>
                <a:lnTo>
                  <a:pt x="1493614" y="174855"/>
                </a:lnTo>
                <a:lnTo>
                  <a:pt x="1494545" y="174084"/>
                </a:lnTo>
                <a:lnTo>
                  <a:pt x="1495455" y="173287"/>
                </a:lnTo>
                <a:lnTo>
                  <a:pt x="1496347" y="172463"/>
                </a:lnTo>
                <a:lnTo>
                  <a:pt x="1497220" y="171614"/>
                </a:lnTo>
                <a:lnTo>
                  <a:pt x="1498074" y="170738"/>
                </a:lnTo>
                <a:lnTo>
                  <a:pt x="1498908" y="169837"/>
                </a:lnTo>
                <a:lnTo>
                  <a:pt x="1499724" y="168909"/>
                </a:lnTo>
                <a:lnTo>
                  <a:pt x="1500520" y="167956"/>
                </a:lnTo>
                <a:lnTo>
                  <a:pt x="1501297" y="166976"/>
                </a:lnTo>
                <a:lnTo>
                  <a:pt x="1502055" y="165971"/>
                </a:lnTo>
                <a:lnTo>
                  <a:pt x="1502795" y="164939"/>
                </a:lnTo>
                <a:lnTo>
                  <a:pt x="1503515" y="163881"/>
                </a:lnTo>
                <a:lnTo>
                  <a:pt x="1504215" y="162797"/>
                </a:lnTo>
                <a:lnTo>
                  <a:pt x="1504897" y="161687"/>
                </a:lnTo>
                <a:lnTo>
                  <a:pt x="1505560" y="160551"/>
                </a:lnTo>
                <a:lnTo>
                  <a:pt x="1506204" y="159389"/>
                </a:lnTo>
                <a:lnTo>
                  <a:pt x="1506828" y="158201"/>
                </a:lnTo>
                <a:lnTo>
                  <a:pt x="1507433" y="156987"/>
                </a:lnTo>
                <a:lnTo>
                  <a:pt x="1508020" y="155747"/>
                </a:lnTo>
                <a:lnTo>
                  <a:pt x="1508587" y="154481"/>
                </a:lnTo>
                <a:lnTo>
                  <a:pt x="1509133" y="153189"/>
                </a:lnTo>
                <a:lnTo>
                  <a:pt x="1509656" y="151872"/>
                </a:lnTo>
                <a:lnTo>
                  <a:pt x="1510155" y="150531"/>
                </a:lnTo>
                <a:lnTo>
                  <a:pt x="1510632" y="149165"/>
                </a:lnTo>
                <a:lnTo>
                  <a:pt x="1511085" y="147773"/>
                </a:lnTo>
                <a:lnTo>
                  <a:pt x="1511515" y="146357"/>
                </a:lnTo>
                <a:lnTo>
                  <a:pt x="1511921" y="144916"/>
                </a:lnTo>
                <a:lnTo>
                  <a:pt x="1512305" y="143450"/>
                </a:lnTo>
                <a:lnTo>
                  <a:pt x="1512665" y="141960"/>
                </a:lnTo>
                <a:lnTo>
                  <a:pt x="1513002" y="140444"/>
                </a:lnTo>
                <a:lnTo>
                  <a:pt x="1513316" y="138904"/>
                </a:lnTo>
                <a:lnTo>
                  <a:pt x="1513606" y="137338"/>
                </a:lnTo>
                <a:lnTo>
                  <a:pt x="1513873" y="135748"/>
                </a:lnTo>
                <a:lnTo>
                  <a:pt x="1514117" y="134133"/>
                </a:lnTo>
                <a:lnTo>
                  <a:pt x="1514338" y="132493"/>
                </a:lnTo>
                <a:lnTo>
                  <a:pt x="1514535" y="130828"/>
                </a:lnTo>
                <a:lnTo>
                  <a:pt x="1514710" y="129139"/>
                </a:lnTo>
                <a:lnTo>
                  <a:pt x="1514861" y="127424"/>
                </a:lnTo>
                <a:lnTo>
                  <a:pt x="1514989" y="125685"/>
                </a:lnTo>
                <a:lnTo>
                  <a:pt x="1515093" y="123920"/>
                </a:lnTo>
                <a:lnTo>
                  <a:pt x="1515174" y="122131"/>
                </a:lnTo>
                <a:lnTo>
                  <a:pt x="1515233" y="120317"/>
                </a:lnTo>
                <a:lnTo>
                  <a:pt x="1515267" y="118478"/>
                </a:lnTo>
                <a:lnTo>
                  <a:pt x="1515279" y="116614"/>
                </a:lnTo>
                <a:lnTo>
                  <a:pt x="1515268" y="114728"/>
                </a:lnTo>
                <a:lnTo>
                  <a:pt x="1515235" y="112868"/>
                </a:lnTo>
                <a:lnTo>
                  <a:pt x="1515181" y="111034"/>
                </a:lnTo>
                <a:lnTo>
                  <a:pt x="1515104" y="109226"/>
                </a:lnTo>
                <a:lnTo>
                  <a:pt x="1515006" y="107445"/>
                </a:lnTo>
                <a:lnTo>
                  <a:pt x="1514886" y="105689"/>
                </a:lnTo>
                <a:lnTo>
                  <a:pt x="1514744" y="103959"/>
                </a:lnTo>
                <a:lnTo>
                  <a:pt x="1514580" y="102256"/>
                </a:lnTo>
                <a:lnTo>
                  <a:pt x="1514394" y="100578"/>
                </a:lnTo>
                <a:lnTo>
                  <a:pt x="1514186" y="98927"/>
                </a:lnTo>
                <a:lnTo>
                  <a:pt x="1513957" y="97302"/>
                </a:lnTo>
                <a:lnTo>
                  <a:pt x="1513705" y="95702"/>
                </a:lnTo>
                <a:lnTo>
                  <a:pt x="1513432" y="94129"/>
                </a:lnTo>
                <a:lnTo>
                  <a:pt x="1513137" y="92582"/>
                </a:lnTo>
                <a:lnTo>
                  <a:pt x="1512820" y="91061"/>
                </a:lnTo>
                <a:lnTo>
                  <a:pt x="1512481" y="89566"/>
                </a:lnTo>
                <a:lnTo>
                  <a:pt x="1512121" y="88097"/>
                </a:lnTo>
                <a:lnTo>
                  <a:pt x="1511738" y="86654"/>
                </a:lnTo>
                <a:lnTo>
                  <a:pt x="1511334" y="85238"/>
                </a:lnTo>
                <a:lnTo>
                  <a:pt x="1510908" y="83847"/>
                </a:lnTo>
                <a:lnTo>
                  <a:pt x="1510460" y="82482"/>
                </a:lnTo>
                <a:lnTo>
                  <a:pt x="1509990" y="81144"/>
                </a:lnTo>
                <a:lnTo>
                  <a:pt x="1509498" y="79831"/>
                </a:lnTo>
                <a:lnTo>
                  <a:pt x="1508985" y="78545"/>
                </a:lnTo>
                <a:lnTo>
                  <a:pt x="1508451" y="77284"/>
                </a:lnTo>
                <a:lnTo>
                  <a:pt x="1507899" y="76050"/>
                </a:lnTo>
                <a:lnTo>
                  <a:pt x="1507329" y="74842"/>
                </a:lnTo>
                <a:lnTo>
                  <a:pt x="1506741" y="73660"/>
                </a:lnTo>
                <a:lnTo>
                  <a:pt x="1506135" y="72505"/>
                </a:lnTo>
                <a:lnTo>
                  <a:pt x="1505510" y="71376"/>
                </a:lnTo>
                <a:lnTo>
                  <a:pt x="1504867" y="70273"/>
                </a:lnTo>
                <a:lnTo>
                  <a:pt x="1504207" y="69196"/>
                </a:lnTo>
                <a:lnTo>
                  <a:pt x="1503528" y="68146"/>
                </a:lnTo>
                <a:lnTo>
                  <a:pt x="1502830" y="67122"/>
                </a:lnTo>
                <a:lnTo>
                  <a:pt x="1502115" y="66125"/>
                </a:lnTo>
                <a:lnTo>
                  <a:pt x="1501381" y="65153"/>
                </a:lnTo>
                <a:lnTo>
                  <a:pt x="1500630" y="64208"/>
                </a:lnTo>
                <a:lnTo>
                  <a:pt x="1499860" y="63290"/>
                </a:lnTo>
                <a:lnTo>
                  <a:pt x="1499072" y="62397"/>
                </a:lnTo>
                <a:lnTo>
                  <a:pt x="1498265" y="61531"/>
                </a:lnTo>
                <a:lnTo>
                  <a:pt x="1497441" y="60691"/>
                </a:lnTo>
                <a:lnTo>
                  <a:pt x="1496598" y="59878"/>
                </a:lnTo>
                <a:lnTo>
                  <a:pt x="1495738" y="59091"/>
                </a:lnTo>
                <a:lnTo>
                  <a:pt x="1494859" y="58330"/>
                </a:lnTo>
                <a:lnTo>
                  <a:pt x="1493962" y="57595"/>
                </a:lnTo>
                <a:lnTo>
                  <a:pt x="1493046" y="56887"/>
                </a:lnTo>
                <a:lnTo>
                  <a:pt x="1492113" y="56205"/>
                </a:lnTo>
                <a:lnTo>
                  <a:pt x="1491161" y="55549"/>
                </a:lnTo>
                <a:lnTo>
                  <a:pt x="1490193" y="54920"/>
                </a:lnTo>
                <a:lnTo>
                  <a:pt x="1489209" y="54317"/>
                </a:lnTo>
                <a:lnTo>
                  <a:pt x="1488211" y="53742"/>
                </a:lnTo>
                <a:lnTo>
                  <a:pt x="1487197" y="53193"/>
                </a:lnTo>
                <a:lnTo>
                  <a:pt x="1486168" y="52671"/>
                </a:lnTo>
                <a:lnTo>
                  <a:pt x="1485123" y="52176"/>
                </a:lnTo>
                <a:lnTo>
                  <a:pt x="1484064" y="51707"/>
                </a:lnTo>
                <a:lnTo>
                  <a:pt x="1482989" y="51265"/>
                </a:lnTo>
                <a:lnTo>
                  <a:pt x="1481899" y="50850"/>
                </a:lnTo>
                <a:lnTo>
                  <a:pt x="1480794" y="50462"/>
                </a:lnTo>
                <a:lnTo>
                  <a:pt x="1479674" y="50101"/>
                </a:lnTo>
                <a:lnTo>
                  <a:pt x="1478539" y="49766"/>
                </a:lnTo>
                <a:lnTo>
                  <a:pt x="1477388" y="49458"/>
                </a:lnTo>
                <a:lnTo>
                  <a:pt x="1476223" y="49177"/>
                </a:lnTo>
                <a:lnTo>
                  <a:pt x="1475042" y="48923"/>
                </a:lnTo>
                <a:lnTo>
                  <a:pt x="1473846" y="48695"/>
                </a:lnTo>
                <a:lnTo>
                  <a:pt x="1472634" y="48494"/>
                </a:lnTo>
                <a:lnTo>
                  <a:pt x="1471408" y="48320"/>
                </a:lnTo>
                <a:lnTo>
                  <a:pt x="1470166" y="48173"/>
                </a:lnTo>
                <a:lnTo>
                  <a:pt x="1468909" y="48052"/>
                </a:lnTo>
                <a:lnTo>
                  <a:pt x="1467637" y="47959"/>
                </a:lnTo>
                <a:lnTo>
                  <a:pt x="1466350" y="47892"/>
                </a:lnTo>
                <a:lnTo>
                  <a:pt x="1465048" y="47852"/>
                </a:lnTo>
                <a:lnTo>
                  <a:pt x="1463730" y="47838"/>
                </a:lnTo>
                <a:lnTo>
                  <a:pt x="1462533" y="47850"/>
                </a:lnTo>
                <a:lnTo>
                  <a:pt x="1461347" y="47883"/>
                </a:lnTo>
                <a:lnTo>
                  <a:pt x="1460174" y="47940"/>
                </a:lnTo>
                <a:lnTo>
                  <a:pt x="1459013" y="48019"/>
                </a:lnTo>
                <a:lnTo>
                  <a:pt x="1457864" y="48120"/>
                </a:lnTo>
                <a:lnTo>
                  <a:pt x="1456728" y="48244"/>
                </a:lnTo>
                <a:lnTo>
                  <a:pt x="1455603" y="48391"/>
                </a:lnTo>
                <a:lnTo>
                  <a:pt x="1454491" y="48560"/>
                </a:lnTo>
                <a:lnTo>
                  <a:pt x="1453391" y="48751"/>
                </a:lnTo>
                <a:lnTo>
                  <a:pt x="1452303" y="48966"/>
                </a:lnTo>
                <a:lnTo>
                  <a:pt x="1451227" y="49202"/>
                </a:lnTo>
                <a:lnTo>
                  <a:pt x="1450164" y="49462"/>
                </a:lnTo>
                <a:lnTo>
                  <a:pt x="1449113" y="49743"/>
                </a:lnTo>
                <a:lnTo>
                  <a:pt x="1448074" y="50048"/>
                </a:lnTo>
                <a:lnTo>
                  <a:pt x="1447047" y="50375"/>
                </a:lnTo>
                <a:lnTo>
                  <a:pt x="1446032" y="50724"/>
                </a:lnTo>
                <a:lnTo>
                  <a:pt x="1445030" y="51096"/>
                </a:lnTo>
                <a:lnTo>
                  <a:pt x="1444039" y="51491"/>
                </a:lnTo>
                <a:lnTo>
                  <a:pt x="1443061" y="51908"/>
                </a:lnTo>
                <a:lnTo>
                  <a:pt x="1442095" y="52348"/>
                </a:lnTo>
                <a:lnTo>
                  <a:pt x="1441141" y="52810"/>
                </a:lnTo>
                <a:lnTo>
                  <a:pt x="1440200" y="53294"/>
                </a:lnTo>
                <a:lnTo>
                  <a:pt x="1439271" y="53802"/>
                </a:lnTo>
                <a:lnTo>
                  <a:pt x="1438353" y="54332"/>
                </a:lnTo>
                <a:lnTo>
                  <a:pt x="1437449" y="54879"/>
                </a:lnTo>
                <a:lnTo>
                  <a:pt x="1436559" y="55440"/>
                </a:lnTo>
                <a:lnTo>
                  <a:pt x="1435683" y="56015"/>
                </a:lnTo>
                <a:lnTo>
                  <a:pt x="1434822" y="56603"/>
                </a:lnTo>
                <a:lnTo>
                  <a:pt x="1433974" y="57204"/>
                </a:lnTo>
                <a:lnTo>
                  <a:pt x="1433140" y="57818"/>
                </a:lnTo>
                <a:lnTo>
                  <a:pt x="1432320" y="58446"/>
                </a:lnTo>
                <a:lnTo>
                  <a:pt x="1431514" y="59087"/>
                </a:lnTo>
                <a:lnTo>
                  <a:pt x="1430722" y="59742"/>
                </a:lnTo>
                <a:lnTo>
                  <a:pt x="1429945" y="60410"/>
                </a:lnTo>
                <a:lnTo>
                  <a:pt x="1429181" y="61091"/>
                </a:lnTo>
                <a:lnTo>
                  <a:pt x="1428431" y="61786"/>
                </a:lnTo>
                <a:lnTo>
                  <a:pt x="1427696" y="62494"/>
                </a:lnTo>
                <a:lnTo>
                  <a:pt x="1426974" y="63215"/>
                </a:lnTo>
                <a:lnTo>
                  <a:pt x="1426267" y="63949"/>
                </a:lnTo>
                <a:lnTo>
                  <a:pt x="1425573" y="64697"/>
                </a:lnTo>
                <a:lnTo>
                  <a:pt x="1424894" y="65459"/>
                </a:lnTo>
                <a:lnTo>
                  <a:pt x="1424228" y="66233"/>
                </a:lnTo>
                <a:lnTo>
                  <a:pt x="1423577" y="67021"/>
                </a:lnTo>
                <a:lnTo>
                  <a:pt x="1422939" y="67822"/>
                </a:lnTo>
                <a:lnTo>
                  <a:pt x="1422316" y="68637"/>
                </a:lnTo>
                <a:lnTo>
                  <a:pt x="1421707" y="69465"/>
                </a:lnTo>
                <a:lnTo>
                  <a:pt x="1421111" y="70306"/>
                </a:lnTo>
                <a:lnTo>
                  <a:pt x="1420530" y="71161"/>
                </a:lnTo>
                <a:lnTo>
                  <a:pt x="1419867" y="50091"/>
                </a:lnTo>
                <a:lnTo>
                  <a:pt x="1398400" y="50091"/>
                </a:lnTo>
                <a:lnTo>
                  <a:pt x="1398400" y="230578"/>
                </a:lnTo>
                <a:lnTo>
                  <a:pt x="1420398" y="230578"/>
                </a:lnTo>
                <a:lnTo>
                  <a:pt x="1420398" y="164983"/>
                </a:lnTo>
                <a:lnTo>
                  <a:pt x="1420924" y="165771"/>
                </a:lnTo>
                <a:lnTo>
                  <a:pt x="1421464" y="166545"/>
                </a:lnTo>
                <a:lnTo>
                  <a:pt x="1422019" y="167305"/>
                </a:lnTo>
                <a:close/>
                <a:moveTo>
                  <a:pt x="1451684" y="167083"/>
                </a:moveTo>
                <a:lnTo>
                  <a:pt x="1450669" y="166958"/>
                </a:lnTo>
                <a:lnTo>
                  <a:pt x="1449669" y="166810"/>
                </a:lnTo>
                <a:lnTo>
                  <a:pt x="1448682" y="166640"/>
                </a:lnTo>
                <a:lnTo>
                  <a:pt x="1447710" y="166447"/>
                </a:lnTo>
                <a:lnTo>
                  <a:pt x="1446753" y="166230"/>
                </a:lnTo>
                <a:lnTo>
                  <a:pt x="1445809" y="165992"/>
                </a:lnTo>
                <a:lnTo>
                  <a:pt x="1444880" y="165730"/>
                </a:lnTo>
                <a:lnTo>
                  <a:pt x="1443965" y="165446"/>
                </a:lnTo>
                <a:lnTo>
                  <a:pt x="1443064" y="165139"/>
                </a:lnTo>
                <a:lnTo>
                  <a:pt x="1442178" y="164809"/>
                </a:lnTo>
                <a:lnTo>
                  <a:pt x="1441306" y="164456"/>
                </a:lnTo>
                <a:lnTo>
                  <a:pt x="1440448" y="164081"/>
                </a:lnTo>
                <a:lnTo>
                  <a:pt x="1439604" y="163683"/>
                </a:lnTo>
                <a:lnTo>
                  <a:pt x="1438775" y="163262"/>
                </a:lnTo>
                <a:lnTo>
                  <a:pt x="1437960" y="162818"/>
                </a:lnTo>
                <a:lnTo>
                  <a:pt x="1437159" y="162352"/>
                </a:lnTo>
                <a:lnTo>
                  <a:pt x="1436372" y="161863"/>
                </a:lnTo>
                <a:lnTo>
                  <a:pt x="1435600" y="161351"/>
                </a:lnTo>
                <a:lnTo>
                  <a:pt x="1434842" y="160817"/>
                </a:lnTo>
                <a:lnTo>
                  <a:pt x="1434097" y="160264"/>
                </a:lnTo>
                <a:lnTo>
                  <a:pt x="1433366" y="159697"/>
                </a:lnTo>
                <a:lnTo>
                  <a:pt x="1432647" y="159117"/>
                </a:lnTo>
                <a:lnTo>
                  <a:pt x="1431941" y="158524"/>
                </a:lnTo>
                <a:lnTo>
                  <a:pt x="1431248" y="157916"/>
                </a:lnTo>
                <a:lnTo>
                  <a:pt x="1430568" y="157295"/>
                </a:lnTo>
                <a:lnTo>
                  <a:pt x="1429901" y="156661"/>
                </a:lnTo>
                <a:lnTo>
                  <a:pt x="1429247" y="156012"/>
                </a:lnTo>
                <a:lnTo>
                  <a:pt x="1428605" y="155350"/>
                </a:lnTo>
                <a:lnTo>
                  <a:pt x="1427977" y="154675"/>
                </a:lnTo>
                <a:lnTo>
                  <a:pt x="1427361" y="153986"/>
                </a:lnTo>
                <a:lnTo>
                  <a:pt x="1426758" y="153283"/>
                </a:lnTo>
                <a:lnTo>
                  <a:pt x="1426168" y="152566"/>
                </a:lnTo>
                <a:lnTo>
                  <a:pt x="1425591" y="151836"/>
                </a:lnTo>
                <a:lnTo>
                  <a:pt x="1425027" y="151092"/>
                </a:lnTo>
                <a:lnTo>
                  <a:pt x="1424476" y="150335"/>
                </a:lnTo>
                <a:lnTo>
                  <a:pt x="1423938" y="149564"/>
                </a:lnTo>
                <a:lnTo>
                  <a:pt x="1423412" y="148779"/>
                </a:lnTo>
                <a:lnTo>
                  <a:pt x="1422900" y="147981"/>
                </a:lnTo>
                <a:lnTo>
                  <a:pt x="1422400" y="147169"/>
                </a:lnTo>
                <a:lnTo>
                  <a:pt x="1421913" y="146343"/>
                </a:lnTo>
                <a:lnTo>
                  <a:pt x="1421439" y="145504"/>
                </a:lnTo>
                <a:lnTo>
                  <a:pt x="1420978" y="144651"/>
                </a:lnTo>
                <a:lnTo>
                  <a:pt x="1420530" y="143784"/>
                </a:lnTo>
                <a:lnTo>
                  <a:pt x="1420530" y="91929"/>
                </a:lnTo>
                <a:lnTo>
                  <a:pt x="1420990" y="91060"/>
                </a:lnTo>
                <a:lnTo>
                  <a:pt x="1421465" y="90200"/>
                </a:lnTo>
                <a:lnTo>
                  <a:pt x="1421956" y="89350"/>
                </a:lnTo>
                <a:lnTo>
                  <a:pt x="1422461" y="88508"/>
                </a:lnTo>
                <a:lnTo>
                  <a:pt x="1422981" y="87675"/>
                </a:lnTo>
                <a:lnTo>
                  <a:pt x="1423516" y="86852"/>
                </a:lnTo>
                <a:lnTo>
                  <a:pt x="1424066" y="86038"/>
                </a:lnTo>
                <a:lnTo>
                  <a:pt x="1424631" y="85233"/>
                </a:lnTo>
                <a:lnTo>
                  <a:pt x="1425211" y="84437"/>
                </a:lnTo>
                <a:lnTo>
                  <a:pt x="1425805" y="83650"/>
                </a:lnTo>
                <a:lnTo>
                  <a:pt x="1426415" y="82872"/>
                </a:lnTo>
                <a:lnTo>
                  <a:pt x="1427040" y="82103"/>
                </a:lnTo>
                <a:lnTo>
                  <a:pt x="1427680" y="81343"/>
                </a:lnTo>
                <a:lnTo>
                  <a:pt x="1428334" y="80593"/>
                </a:lnTo>
                <a:lnTo>
                  <a:pt x="1429004" y="79851"/>
                </a:lnTo>
                <a:lnTo>
                  <a:pt x="1429688" y="79119"/>
                </a:lnTo>
                <a:lnTo>
                  <a:pt x="1430388" y="78396"/>
                </a:lnTo>
                <a:lnTo>
                  <a:pt x="1431102" y="77682"/>
                </a:lnTo>
                <a:lnTo>
                  <a:pt x="1431832" y="76977"/>
                </a:lnTo>
                <a:lnTo>
                  <a:pt x="1432576" y="76281"/>
                </a:lnTo>
                <a:lnTo>
                  <a:pt x="1433335" y="75594"/>
                </a:lnTo>
                <a:lnTo>
                  <a:pt x="1434110" y="74916"/>
                </a:lnTo>
                <a:lnTo>
                  <a:pt x="1434899" y="74247"/>
                </a:lnTo>
                <a:lnTo>
                  <a:pt x="1435703" y="73588"/>
                </a:lnTo>
                <a:lnTo>
                  <a:pt x="1436523" y="72946"/>
                </a:lnTo>
                <a:lnTo>
                  <a:pt x="1437357" y="72332"/>
                </a:lnTo>
                <a:lnTo>
                  <a:pt x="1438207" y="71746"/>
                </a:lnTo>
                <a:lnTo>
                  <a:pt x="1439073" y="71186"/>
                </a:lnTo>
                <a:lnTo>
                  <a:pt x="1439954" y="70654"/>
                </a:lnTo>
                <a:lnTo>
                  <a:pt x="1440851" y="70149"/>
                </a:lnTo>
                <a:lnTo>
                  <a:pt x="1441762" y="69672"/>
                </a:lnTo>
                <a:lnTo>
                  <a:pt x="1442690" y="69221"/>
                </a:lnTo>
                <a:lnTo>
                  <a:pt x="1443632" y="68798"/>
                </a:lnTo>
                <a:lnTo>
                  <a:pt x="1444590" y="68403"/>
                </a:lnTo>
                <a:lnTo>
                  <a:pt x="1445564" y="68034"/>
                </a:lnTo>
                <a:lnTo>
                  <a:pt x="1446553" y="67693"/>
                </a:lnTo>
                <a:lnTo>
                  <a:pt x="1447557" y="67379"/>
                </a:lnTo>
                <a:lnTo>
                  <a:pt x="1448577" y="67093"/>
                </a:lnTo>
                <a:lnTo>
                  <a:pt x="1449612" y="66833"/>
                </a:lnTo>
                <a:lnTo>
                  <a:pt x="1450663" y="66601"/>
                </a:lnTo>
                <a:lnTo>
                  <a:pt x="1451729" y="66397"/>
                </a:lnTo>
                <a:lnTo>
                  <a:pt x="1452810" y="66219"/>
                </a:lnTo>
                <a:lnTo>
                  <a:pt x="1453907" y="66069"/>
                </a:lnTo>
                <a:lnTo>
                  <a:pt x="1455019" y="65946"/>
                </a:lnTo>
                <a:lnTo>
                  <a:pt x="1456147" y="65851"/>
                </a:lnTo>
                <a:lnTo>
                  <a:pt x="1457290" y="65783"/>
                </a:lnTo>
                <a:lnTo>
                  <a:pt x="1458448" y="65742"/>
                </a:lnTo>
                <a:lnTo>
                  <a:pt x="1459622" y="65728"/>
                </a:lnTo>
                <a:lnTo>
                  <a:pt x="1460956" y="65751"/>
                </a:lnTo>
                <a:lnTo>
                  <a:pt x="1462262" y="65819"/>
                </a:lnTo>
                <a:lnTo>
                  <a:pt x="1463542" y="65933"/>
                </a:lnTo>
                <a:lnTo>
                  <a:pt x="1464794" y="66092"/>
                </a:lnTo>
                <a:lnTo>
                  <a:pt x="1466019" y="66297"/>
                </a:lnTo>
                <a:lnTo>
                  <a:pt x="1467217" y="66547"/>
                </a:lnTo>
                <a:lnTo>
                  <a:pt x="1468388" y="66843"/>
                </a:lnTo>
                <a:lnTo>
                  <a:pt x="1469532" y="67184"/>
                </a:lnTo>
                <a:lnTo>
                  <a:pt x="1470648" y="67571"/>
                </a:lnTo>
                <a:lnTo>
                  <a:pt x="1471737" y="68003"/>
                </a:lnTo>
                <a:lnTo>
                  <a:pt x="1472800" y="68480"/>
                </a:lnTo>
                <a:lnTo>
                  <a:pt x="1473835" y="69004"/>
                </a:lnTo>
                <a:lnTo>
                  <a:pt x="1474843" y="69572"/>
                </a:lnTo>
                <a:lnTo>
                  <a:pt x="1475823" y="70186"/>
                </a:lnTo>
                <a:lnTo>
                  <a:pt x="1476777" y="70846"/>
                </a:lnTo>
                <a:lnTo>
                  <a:pt x="1477703" y="71551"/>
                </a:lnTo>
                <a:lnTo>
                  <a:pt x="1478603" y="72302"/>
                </a:lnTo>
                <a:lnTo>
                  <a:pt x="1479475" y="73098"/>
                </a:lnTo>
                <a:lnTo>
                  <a:pt x="1480320" y="73940"/>
                </a:lnTo>
                <a:lnTo>
                  <a:pt x="1481138" y="74827"/>
                </a:lnTo>
                <a:lnTo>
                  <a:pt x="1481928" y="75760"/>
                </a:lnTo>
                <a:lnTo>
                  <a:pt x="1482692" y="76738"/>
                </a:lnTo>
                <a:lnTo>
                  <a:pt x="1483428" y="77761"/>
                </a:lnTo>
                <a:lnTo>
                  <a:pt x="1484138" y="78830"/>
                </a:lnTo>
                <a:lnTo>
                  <a:pt x="1484819" y="79942"/>
                </a:lnTo>
                <a:lnTo>
                  <a:pt x="1485471" y="81094"/>
                </a:lnTo>
                <a:lnTo>
                  <a:pt x="1486094" y="82286"/>
                </a:lnTo>
                <a:lnTo>
                  <a:pt x="1486689" y="83519"/>
                </a:lnTo>
                <a:lnTo>
                  <a:pt x="1487254" y="84791"/>
                </a:lnTo>
                <a:lnTo>
                  <a:pt x="1487790" y="86104"/>
                </a:lnTo>
                <a:lnTo>
                  <a:pt x="1488298" y="87457"/>
                </a:lnTo>
                <a:lnTo>
                  <a:pt x="1488776" y="88851"/>
                </a:lnTo>
                <a:lnTo>
                  <a:pt x="1489225" y="90284"/>
                </a:lnTo>
                <a:lnTo>
                  <a:pt x="1489645" y="91758"/>
                </a:lnTo>
                <a:lnTo>
                  <a:pt x="1490037" y="93272"/>
                </a:lnTo>
                <a:lnTo>
                  <a:pt x="1490399" y="94827"/>
                </a:lnTo>
                <a:lnTo>
                  <a:pt x="1490733" y="96421"/>
                </a:lnTo>
                <a:lnTo>
                  <a:pt x="1491037" y="98056"/>
                </a:lnTo>
                <a:lnTo>
                  <a:pt x="1491312" y="99731"/>
                </a:lnTo>
                <a:lnTo>
                  <a:pt x="1491559" y="101447"/>
                </a:lnTo>
                <a:lnTo>
                  <a:pt x="1491776" y="103202"/>
                </a:lnTo>
                <a:lnTo>
                  <a:pt x="1491964" y="104998"/>
                </a:lnTo>
                <a:lnTo>
                  <a:pt x="1492124" y="106834"/>
                </a:lnTo>
                <a:lnTo>
                  <a:pt x="1492254" y="108710"/>
                </a:lnTo>
                <a:lnTo>
                  <a:pt x="1492356" y="110627"/>
                </a:lnTo>
                <a:lnTo>
                  <a:pt x="1492428" y="112584"/>
                </a:lnTo>
                <a:lnTo>
                  <a:pt x="1492472" y="114581"/>
                </a:lnTo>
                <a:lnTo>
                  <a:pt x="1492486" y="116618"/>
                </a:lnTo>
                <a:lnTo>
                  <a:pt x="1492471" y="118633"/>
                </a:lnTo>
                <a:lnTo>
                  <a:pt x="1492424" y="120608"/>
                </a:lnTo>
                <a:lnTo>
                  <a:pt x="1492347" y="122545"/>
                </a:lnTo>
                <a:lnTo>
                  <a:pt x="1492238" y="124442"/>
                </a:lnTo>
                <a:lnTo>
                  <a:pt x="1492098" y="126301"/>
                </a:lnTo>
                <a:lnTo>
                  <a:pt x="1491927" y="128120"/>
                </a:lnTo>
                <a:lnTo>
                  <a:pt x="1491725" y="129900"/>
                </a:lnTo>
                <a:lnTo>
                  <a:pt x="1491492" y="131642"/>
                </a:lnTo>
                <a:lnTo>
                  <a:pt x="1491228" y="133344"/>
                </a:lnTo>
                <a:lnTo>
                  <a:pt x="1490933" y="135008"/>
                </a:lnTo>
                <a:lnTo>
                  <a:pt x="1490607" y="136632"/>
                </a:lnTo>
                <a:lnTo>
                  <a:pt x="1490250" y="138217"/>
                </a:lnTo>
                <a:lnTo>
                  <a:pt x="1489862" y="139764"/>
                </a:lnTo>
                <a:lnTo>
                  <a:pt x="1489443" y="141271"/>
                </a:lnTo>
                <a:lnTo>
                  <a:pt x="1488992" y="142739"/>
                </a:lnTo>
                <a:lnTo>
                  <a:pt x="1488511" y="144169"/>
                </a:lnTo>
                <a:lnTo>
                  <a:pt x="1487998" y="145559"/>
                </a:lnTo>
                <a:lnTo>
                  <a:pt x="1487455" y="146910"/>
                </a:lnTo>
                <a:lnTo>
                  <a:pt x="1486880" y="148223"/>
                </a:lnTo>
                <a:lnTo>
                  <a:pt x="1486275" y="149496"/>
                </a:lnTo>
                <a:lnTo>
                  <a:pt x="1485638" y="150730"/>
                </a:lnTo>
                <a:lnTo>
                  <a:pt x="1484970" y="151926"/>
                </a:lnTo>
                <a:lnTo>
                  <a:pt x="1484271" y="153082"/>
                </a:lnTo>
                <a:lnTo>
                  <a:pt x="1483541" y="154199"/>
                </a:lnTo>
                <a:lnTo>
                  <a:pt x="1482781" y="155274"/>
                </a:lnTo>
                <a:lnTo>
                  <a:pt x="1481990" y="156302"/>
                </a:lnTo>
                <a:lnTo>
                  <a:pt x="1481170" y="157285"/>
                </a:lnTo>
                <a:lnTo>
                  <a:pt x="1480319" y="158223"/>
                </a:lnTo>
                <a:lnTo>
                  <a:pt x="1479438" y="159114"/>
                </a:lnTo>
                <a:lnTo>
                  <a:pt x="1478527" y="159960"/>
                </a:lnTo>
                <a:lnTo>
                  <a:pt x="1477585" y="160761"/>
                </a:lnTo>
                <a:lnTo>
                  <a:pt x="1476614" y="161515"/>
                </a:lnTo>
                <a:lnTo>
                  <a:pt x="1475612" y="162224"/>
                </a:lnTo>
                <a:lnTo>
                  <a:pt x="1474580" y="162887"/>
                </a:lnTo>
                <a:lnTo>
                  <a:pt x="1473519" y="163504"/>
                </a:lnTo>
                <a:lnTo>
                  <a:pt x="1472427" y="164076"/>
                </a:lnTo>
                <a:lnTo>
                  <a:pt x="1471305" y="164601"/>
                </a:lnTo>
                <a:lnTo>
                  <a:pt x="1470152" y="165082"/>
                </a:lnTo>
                <a:lnTo>
                  <a:pt x="1468970" y="165516"/>
                </a:lnTo>
                <a:lnTo>
                  <a:pt x="1467757" y="165905"/>
                </a:lnTo>
                <a:lnTo>
                  <a:pt x="1466515" y="166248"/>
                </a:lnTo>
                <a:lnTo>
                  <a:pt x="1465242" y="166545"/>
                </a:lnTo>
                <a:lnTo>
                  <a:pt x="1463939" y="166796"/>
                </a:lnTo>
                <a:lnTo>
                  <a:pt x="1462606" y="167002"/>
                </a:lnTo>
                <a:lnTo>
                  <a:pt x="1461243" y="167162"/>
                </a:lnTo>
                <a:lnTo>
                  <a:pt x="1459849" y="167276"/>
                </a:lnTo>
                <a:lnTo>
                  <a:pt x="1458426" y="167345"/>
                </a:lnTo>
                <a:lnTo>
                  <a:pt x="1456972" y="167368"/>
                </a:lnTo>
                <a:lnTo>
                  <a:pt x="1455886" y="167356"/>
                </a:lnTo>
                <a:lnTo>
                  <a:pt x="1454814" y="167322"/>
                </a:lnTo>
                <a:lnTo>
                  <a:pt x="1453756" y="167265"/>
                </a:lnTo>
                <a:lnTo>
                  <a:pt x="1452713" y="167186"/>
                </a:lnTo>
                <a:lnTo>
                  <a:pt x="1451684" y="16708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pic>
        <p:nvPicPr>
          <p:cNvPr id="173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f6225cbbd39433f"/>
          <a:stretch xmlns:a="http://schemas.openxmlformats.org/drawingml/2006/main"/>
        </p:blipFill>
        <p:spPr>
          <a:xfrm xmlns:a="http://schemas.openxmlformats.org/drawingml/2006/main">
            <a:off x="4449923" y="571527"/>
            <a:ext cx="737869" cy="743355"/>
          </a:xfrm>
          <a:prstGeom xmlns:a="http://schemas.openxmlformats.org/drawingml/2006/main" prst="rect">
            <a:avLst/>
          </a:prstGeom>
        </p:spPr>
      </p:pic>
      <p:sp>
        <p:nvSpPr>
          <p:cNvPr id="26" name="Text Identify">
            <a:extLst xmlns:a="http://schemas.openxmlformats.org/drawingml/2006/main">
              <a:ext uri="{FF2B5EF4-FFF2-40B4-BE49-F238E27FC236}">
                <a16:creationId xmlns:a16="http://schemas.microsoft.com/office/drawing/2014/main" id="{50C03BF6-0D86-458A-B5F6-A1B7FCD4A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9857" y="654504"/>
            <a:ext cx="636150" cy="171460"/>
          </a:xfrm>
          <a:custGeom xmlns:a="http://schemas.openxmlformats.org/drawingml/2006/main">
            <a:pathLst>
              <a:path w="636150" h="171460">
                <a:moveTo>
                  <a:pt x="0" y="136183"/>
                </a:moveTo>
                <a:lnTo>
                  <a:pt x="0" y="3547"/>
                </a:lnTo>
                <a:lnTo>
                  <a:pt x="17737" y="3547"/>
                </a:lnTo>
                <a:lnTo>
                  <a:pt x="17737" y="136183"/>
                </a:lnTo>
                <a:lnTo>
                  <a:pt x="0" y="136183"/>
                </a:lnTo>
                <a:close/>
                <a:moveTo>
                  <a:pt x="81990" y="137956"/>
                </a:moveTo>
                <a:cubicBezTo>
                  <a:pt x="74173" y="137956"/>
                  <a:pt x="67406" y="136029"/>
                  <a:pt x="61691" y="132173"/>
                </a:cubicBezTo>
                <a:cubicBezTo>
                  <a:pt x="55976" y="128318"/>
                  <a:pt x="51558" y="122551"/>
                  <a:pt x="48437" y="114873"/>
                </a:cubicBezTo>
                <a:cubicBezTo>
                  <a:pt x="45317" y="107195"/>
                  <a:pt x="43757" y="97708"/>
                  <a:pt x="43757" y="86411"/>
                </a:cubicBezTo>
                <a:cubicBezTo>
                  <a:pt x="43757" y="75181"/>
                  <a:pt x="45416" y="65813"/>
                  <a:pt x="48733" y="58305"/>
                </a:cubicBezTo>
                <a:cubicBezTo>
                  <a:pt x="52051" y="50795"/>
                  <a:pt x="56731" y="45129"/>
                  <a:pt x="62775" y="41307"/>
                </a:cubicBezTo>
                <a:cubicBezTo>
                  <a:pt x="68819" y="37484"/>
                  <a:pt x="75947" y="35573"/>
                  <a:pt x="84158" y="35573"/>
                </a:cubicBezTo>
                <a:cubicBezTo>
                  <a:pt x="90990" y="35573"/>
                  <a:pt x="96936" y="37068"/>
                  <a:pt x="101994" y="40057"/>
                </a:cubicBezTo>
                <a:cubicBezTo>
                  <a:pt x="107052" y="43046"/>
                  <a:pt x="111125" y="47102"/>
                  <a:pt x="114213" y="52226"/>
                </a:cubicBezTo>
                <a:lnTo>
                  <a:pt x="114213" y="3547"/>
                </a:lnTo>
                <a:lnTo>
                  <a:pt x="130669" y="3547"/>
                </a:lnTo>
                <a:lnTo>
                  <a:pt x="130669" y="136183"/>
                </a:lnTo>
                <a:lnTo>
                  <a:pt x="115100" y="136183"/>
                </a:lnTo>
                <a:lnTo>
                  <a:pt x="114213" y="122190"/>
                </a:lnTo>
                <a:cubicBezTo>
                  <a:pt x="110797" y="126854"/>
                  <a:pt x="106396" y="130648"/>
                  <a:pt x="101009" y="133571"/>
                </a:cubicBezTo>
                <a:cubicBezTo>
                  <a:pt x="95622" y="136495"/>
                  <a:pt x="89282" y="137956"/>
                  <a:pt x="81990" y="137956"/>
                </a:cubicBezTo>
                <a:moveTo>
                  <a:pt x="85341" y="124456"/>
                </a:moveTo>
                <a:cubicBezTo>
                  <a:pt x="92370" y="124456"/>
                  <a:pt x="98217" y="122730"/>
                  <a:pt x="102881" y="119277"/>
                </a:cubicBezTo>
                <a:cubicBezTo>
                  <a:pt x="107545" y="115824"/>
                  <a:pt x="111323" y="111671"/>
                  <a:pt x="114213" y="106818"/>
                </a:cubicBezTo>
                <a:lnTo>
                  <a:pt x="114213" y="68359"/>
                </a:lnTo>
                <a:cubicBezTo>
                  <a:pt x="111520" y="62753"/>
                  <a:pt x="107989" y="58120"/>
                  <a:pt x="103620" y="54462"/>
                </a:cubicBezTo>
                <a:cubicBezTo>
                  <a:pt x="99251" y="50804"/>
                  <a:pt x="93750" y="48974"/>
                  <a:pt x="87114" y="48974"/>
                </a:cubicBezTo>
                <a:cubicBezTo>
                  <a:pt x="78377" y="48974"/>
                  <a:pt x="71791" y="52222"/>
                  <a:pt x="67357" y="58718"/>
                </a:cubicBezTo>
                <a:cubicBezTo>
                  <a:pt x="62923" y="65213"/>
                  <a:pt x="60706" y="74443"/>
                  <a:pt x="60706" y="86407"/>
                </a:cubicBezTo>
                <a:cubicBezTo>
                  <a:pt x="60706" y="98782"/>
                  <a:pt x="62791" y="108218"/>
                  <a:pt x="66963" y="114713"/>
                </a:cubicBezTo>
                <a:cubicBezTo>
                  <a:pt x="71135" y="121209"/>
                  <a:pt x="77260" y="124456"/>
                  <a:pt x="85341" y="124456"/>
                </a:cubicBezTo>
                <a:close/>
                <a:moveTo>
                  <a:pt x="202301" y="137956"/>
                </a:moveTo>
                <a:cubicBezTo>
                  <a:pt x="191855" y="137956"/>
                  <a:pt x="183299" y="135707"/>
                  <a:pt x="176631" y="131209"/>
                </a:cubicBezTo>
                <a:cubicBezTo>
                  <a:pt x="169963" y="126709"/>
                  <a:pt x="165020" y="120588"/>
                  <a:pt x="161801" y="112844"/>
                </a:cubicBezTo>
                <a:cubicBezTo>
                  <a:pt x="158582" y="105098"/>
                  <a:pt x="156972" y="96389"/>
                  <a:pt x="156972" y="86715"/>
                </a:cubicBezTo>
                <a:cubicBezTo>
                  <a:pt x="156972" y="76636"/>
                  <a:pt x="158532" y="67757"/>
                  <a:pt x="161653" y="60079"/>
                </a:cubicBezTo>
                <a:cubicBezTo>
                  <a:pt x="164773" y="52401"/>
                  <a:pt x="169536" y="46397"/>
                  <a:pt x="175941" y="42067"/>
                </a:cubicBezTo>
                <a:cubicBezTo>
                  <a:pt x="182346" y="37738"/>
                  <a:pt x="190476" y="35573"/>
                  <a:pt x="200330" y="35573"/>
                </a:cubicBezTo>
                <a:cubicBezTo>
                  <a:pt x="213403" y="35573"/>
                  <a:pt x="223651" y="39627"/>
                  <a:pt x="231074" y="47733"/>
                </a:cubicBezTo>
                <a:cubicBezTo>
                  <a:pt x="238498" y="55838"/>
                  <a:pt x="242209" y="67491"/>
                  <a:pt x="242209" y="82691"/>
                </a:cubicBezTo>
                <a:cubicBezTo>
                  <a:pt x="242209" y="83705"/>
                  <a:pt x="242177" y="84905"/>
                  <a:pt x="242111" y="86290"/>
                </a:cubicBezTo>
                <a:cubicBezTo>
                  <a:pt x="242045" y="87674"/>
                  <a:pt x="241947" y="88670"/>
                  <a:pt x="241815" y="89277"/>
                </a:cubicBezTo>
                <a:lnTo>
                  <a:pt x="173428" y="89277"/>
                </a:lnTo>
                <a:cubicBezTo>
                  <a:pt x="173494" y="95785"/>
                  <a:pt x="174496" y="101762"/>
                  <a:pt x="176434" y="107209"/>
                </a:cubicBezTo>
                <a:cubicBezTo>
                  <a:pt x="178372" y="112655"/>
                  <a:pt x="181443" y="117023"/>
                  <a:pt x="185647" y="120311"/>
                </a:cubicBezTo>
                <a:cubicBezTo>
                  <a:pt x="189852" y="123600"/>
                  <a:pt x="195403" y="125245"/>
                  <a:pt x="202301" y="125245"/>
                </a:cubicBezTo>
                <a:cubicBezTo>
                  <a:pt x="209658" y="125245"/>
                  <a:pt x="215406" y="123432"/>
                  <a:pt x="219545" y="119806"/>
                </a:cubicBezTo>
                <a:cubicBezTo>
                  <a:pt x="223684" y="116181"/>
                  <a:pt x="225852" y="110950"/>
                  <a:pt x="226049" y="104114"/>
                </a:cubicBezTo>
                <a:lnTo>
                  <a:pt x="242308" y="104114"/>
                </a:lnTo>
                <a:cubicBezTo>
                  <a:pt x="242111" y="111092"/>
                  <a:pt x="240370" y="117105"/>
                  <a:pt x="237085" y="122153"/>
                </a:cubicBezTo>
                <a:cubicBezTo>
                  <a:pt x="233801" y="127201"/>
                  <a:pt x="229202" y="131097"/>
                  <a:pt x="223290" y="133842"/>
                </a:cubicBezTo>
                <a:cubicBezTo>
                  <a:pt x="217377" y="136585"/>
                  <a:pt x="210381" y="137956"/>
                  <a:pt x="202301" y="137956"/>
                </a:cubicBezTo>
                <a:moveTo>
                  <a:pt x="173527" y="77256"/>
                </a:moveTo>
                <a:lnTo>
                  <a:pt x="225950" y="77256"/>
                </a:lnTo>
                <a:cubicBezTo>
                  <a:pt x="225753" y="67843"/>
                  <a:pt x="223421" y="60645"/>
                  <a:pt x="218954" y="55663"/>
                </a:cubicBezTo>
                <a:cubicBezTo>
                  <a:pt x="214487" y="50678"/>
                  <a:pt x="208279" y="48186"/>
                  <a:pt x="200330" y="48186"/>
                </a:cubicBezTo>
                <a:cubicBezTo>
                  <a:pt x="192315" y="48186"/>
                  <a:pt x="186025" y="50661"/>
                  <a:pt x="181459" y="55611"/>
                </a:cubicBezTo>
                <a:cubicBezTo>
                  <a:pt x="176894" y="60558"/>
                  <a:pt x="174249" y="67773"/>
                  <a:pt x="173527" y="77256"/>
                </a:cubicBezTo>
                <a:close/>
                <a:moveTo>
                  <a:pt x="270159" y="136183"/>
                </a:moveTo>
                <a:lnTo>
                  <a:pt x="270159" y="37248"/>
                </a:lnTo>
                <a:lnTo>
                  <a:pt x="285925" y="37248"/>
                </a:lnTo>
                <a:lnTo>
                  <a:pt x="286516" y="51734"/>
                </a:lnTo>
                <a:cubicBezTo>
                  <a:pt x="289473" y="47858"/>
                  <a:pt x="293710" y="44195"/>
                  <a:pt x="299228" y="40746"/>
                </a:cubicBezTo>
                <a:cubicBezTo>
                  <a:pt x="304746" y="37297"/>
                  <a:pt x="311808" y="35573"/>
                  <a:pt x="320414" y="35573"/>
                </a:cubicBezTo>
                <a:cubicBezTo>
                  <a:pt x="330925" y="35573"/>
                  <a:pt x="338578" y="38781"/>
                  <a:pt x="343374" y="45196"/>
                </a:cubicBezTo>
                <a:cubicBezTo>
                  <a:pt x="348170" y="51611"/>
                  <a:pt x="350568" y="60624"/>
                  <a:pt x="350568" y="72233"/>
                </a:cubicBezTo>
                <a:lnTo>
                  <a:pt x="350568" y="136183"/>
                </a:lnTo>
                <a:lnTo>
                  <a:pt x="334111" y="136183"/>
                </a:lnTo>
                <a:lnTo>
                  <a:pt x="334111" y="74349"/>
                </a:lnTo>
                <a:cubicBezTo>
                  <a:pt x="334111" y="69502"/>
                  <a:pt x="333619" y="65202"/>
                  <a:pt x="332633" y="61449"/>
                </a:cubicBezTo>
                <a:cubicBezTo>
                  <a:pt x="331648" y="57694"/>
                  <a:pt x="329890" y="54742"/>
                  <a:pt x="327361" y="52593"/>
                </a:cubicBezTo>
                <a:cubicBezTo>
                  <a:pt x="324832" y="50443"/>
                  <a:pt x="321170" y="49369"/>
                  <a:pt x="316374" y="49369"/>
                </a:cubicBezTo>
                <a:cubicBezTo>
                  <a:pt x="309213" y="49369"/>
                  <a:pt x="303203" y="51058"/>
                  <a:pt x="298341" y="54437"/>
                </a:cubicBezTo>
                <a:cubicBezTo>
                  <a:pt x="293480" y="57814"/>
                  <a:pt x="289571" y="61517"/>
                  <a:pt x="286615" y="65545"/>
                </a:cubicBezTo>
                <a:lnTo>
                  <a:pt x="286615" y="136183"/>
                </a:lnTo>
                <a:lnTo>
                  <a:pt x="270159" y="136183"/>
                </a:lnTo>
                <a:close/>
                <a:moveTo>
                  <a:pt x="415804" y="136183"/>
                </a:moveTo>
                <a:cubicBezTo>
                  <a:pt x="408052" y="136183"/>
                  <a:pt x="402107" y="134907"/>
                  <a:pt x="397968" y="132355"/>
                </a:cubicBezTo>
                <a:cubicBezTo>
                  <a:pt x="393829" y="129803"/>
                  <a:pt x="390988" y="126129"/>
                  <a:pt x="389444" y="121334"/>
                </a:cubicBezTo>
                <a:cubicBezTo>
                  <a:pt x="387901" y="116536"/>
                  <a:pt x="387129" y="110769"/>
                  <a:pt x="387129" y="104034"/>
                </a:cubicBezTo>
                <a:lnTo>
                  <a:pt x="387129" y="50551"/>
                </a:lnTo>
                <a:lnTo>
                  <a:pt x="371067" y="50551"/>
                </a:lnTo>
                <a:lnTo>
                  <a:pt x="371067" y="37248"/>
                </a:lnTo>
                <a:lnTo>
                  <a:pt x="387129" y="37248"/>
                </a:lnTo>
                <a:lnTo>
                  <a:pt x="387129" y="15274"/>
                </a:lnTo>
                <a:lnTo>
                  <a:pt x="403486" y="15274"/>
                </a:lnTo>
                <a:lnTo>
                  <a:pt x="403486" y="37248"/>
                </a:lnTo>
                <a:lnTo>
                  <a:pt x="427136" y="37248"/>
                </a:lnTo>
                <a:lnTo>
                  <a:pt x="427136" y="50551"/>
                </a:lnTo>
                <a:lnTo>
                  <a:pt x="403486" y="50551"/>
                </a:lnTo>
                <a:lnTo>
                  <a:pt x="403486" y="103566"/>
                </a:lnTo>
                <a:cubicBezTo>
                  <a:pt x="403486" y="109798"/>
                  <a:pt x="404258" y="114576"/>
                  <a:pt x="405802" y="117897"/>
                </a:cubicBezTo>
                <a:cubicBezTo>
                  <a:pt x="407346" y="121219"/>
                  <a:pt x="411041" y="122880"/>
                  <a:pt x="416888" y="122880"/>
                </a:cubicBezTo>
                <a:lnTo>
                  <a:pt x="427333" y="122880"/>
                </a:lnTo>
                <a:lnTo>
                  <a:pt x="427333" y="136183"/>
                </a:lnTo>
                <a:lnTo>
                  <a:pt x="415804" y="136183"/>
                </a:lnTo>
                <a:close/>
                <a:moveTo>
                  <a:pt x="447147" y="136183"/>
                </a:moveTo>
                <a:lnTo>
                  <a:pt x="447147" y="37248"/>
                </a:lnTo>
                <a:lnTo>
                  <a:pt x="463603" y="37248"/>
                </a:lnTo>
                <a:lnTo>
                  <a:pt x="463603" y="136183"/>
                </a:lnTo>
                <a:lnTo>
                  <a:pt x="447147" y="136183"/>
                </a:lnTo>
                <a:moveTo>
                  <a:pt x="455325" y="19117"/>
                </a:moveTo>
                <a:cubicBezTo>
                  <a:pt x="452238" y="19117"/>
                  <a:pt x="449758" y="18214"/>
                  <a:pt x="447886" y="16407"/>
                </a:cubicBezTo>
                <a:cubicBezTo>
                  <a:pt x="446013" y="14600"/>
                  <a:pt x="445077" y="12318"/>
                  <a:pt x="445077" y="9558"/>
                </a:cubicBezTo>
                <a:cubicBezTo>
                  <a:pt x="445077" y="6799"/>
                  <a:pt x="446013" y="4516"/>
                  <a:pt x="447886" y="2710"/>
                </a:cubicBezTo>
                <a:cubicBezTo>
                  <a:pt x="449758" y="903"/>
                  <a:pt x="452238" y="0"/>
                  <a:pt x="455325" y="0"/>
                </a:cubicBezTo>
                <a:cubicBezTo>
                  <a:pt x="458413" y="0"/>
                  <a:pt x="460909" y="903"/>
                  <a:pt x="462814" y="2710"/>
                </a:cubicBezTo>
                <a:cubicBezTo>
                  <a:pt x="464720" y="4516"/>
                  <a:pt x="465672" y="6799"/>
                  <a:pt x="465672" y="9558"/>
                </a:cubicBezTo>
                <a:cubicBezTo>
                  <a:pt x="465672" y="12318"/>
                  <a:pt x="464720" y="14600"/>
                  <a:pt x="462814" y="16407"/>
                </a:cubicBezTo>
                <a:cubicBezTo>
                  <a:pt x="460909" y="18214"/>
                  <a:pt x="458413" y="19117"/>
                  <a:pt x="455325" y="19117"/>
                </a:cubicBezTo>
                <a:close/>
                <a:moveTo>
                  <a:pt x="500950" y="136183"/>
                </a:moveTo>
                <a:lnTo>
                  <a:pt x="500950" y="50551"/>
                </a:lnTo>
                <a:lnTo>
                  <a:pt x="484888" y="50551"/>
                </a:lnTo>
                <a:lnTo>
                  <a:pt x="484888" y="37248"/>
                </a:lnTo>
                <a:lnTo>
                  <a:pt x="500950" y="37248"/>
                </a:lnTo>
                <a:lnTo>
                  <a:pt x="500950" y="32176"/>
                </a:lnTo>
                <a:cubicBezTo>
                  <a:pt x="500950" y="27705"/>
                  <a:pt x="501360" y="23689"/>
                  <a:pt x="502182" y="20127"/>
                </a:cubicBezTo>
                <a:cubicBezTo>
                  <a:pt x="503003" y="16563"/>
                  <a:pt x="504448" y="13559"/>
                  <a:pt x="506517" y="11113"/>
                </a:cubicBezTo>
                <a:cubicBezTo>
                  <a:pt x="508587" y="8666"/>
                  <a:pt x="511477" y="6794"/>
                  <a:pt x="515189" y="5497"/>
                </a:cubicBezTo>
                <a:cubicBezTo>
                  <a:pt x="518901" y="4197"/>
                  <a:pt x="523713" y="3547"/>
                  <a:pt x="529625" y="3547"/>
                </a:cubicBezTo>
                <a:lnTo>
                  <a:pt x="539578" y="3547"/>
                </a:lnTo>
                <a:lnTo>
                  <a:pt x="539578" y="16456"/>
                </a:lnTo>
                <a:lnTo>
                  <a:pt x="530709" y="16456"/>
                </a:lnTo>
                <a:cubicBezTo>
                  <a:pt x="524862" y="16456"/>
                  <a:pt x="521167" y="17837"/>
                  <a:pt x="519623" y="20598"/>
                </a:cubicBezTo>
                <a:cubicBezTo>
                  <a:pt x="518079" y="23359"/>
                  <a:pt x="517307" y="27356"/>
                  <a:pt x="517307" y="32589"/>
                </a:cubicBezTo>
                <a:lnTo>
                  <a:pt x="517307" y="37248"/>
                </a:lnTo>
                <a:lnTo>
                  <a:pt x="539676" y="37248"/>
                </a:lnTo>
                <a:lnTo>
                  <a:pt x="539676" y="50551"/>
                </a:lnTo>
                <a:lnTo>
                  <a:pt x="517307" y="50551"/>
                </a:lnTo>
                <a:lnTo>
                  <a:pt x="517307" y="136183"/>
                </a:lnTo>
                <a:lnTo>
                  <a:pt x="500950" y="136183"/>
                </a:lnTo>
                <a:close/>
                <a:moveTo>
                  <a:pt x="555248" y="171460"/>
                </a:moveTo>
                <a:lnTo>
                  <a:pt x="555248" y="157861"/>
                </a:lnTo>
                <a:lnTo>
                  <a:pt x="563329" y="157861"/>
                </a:lnTo>
                <a:cubicBezTo>
                  <a:pt x="567073" y="157861"/>
                  <a:pt x="570243" y="156860"/>
                  <a:pt x="572838" y="154856"/>
                </a:cubicBezTo>
                <a:cubicBezTo>
                  <a:pt x="575433" y="152852"/>
                  <a:pt x="577650" y="149518"/>
                  <a:pt x="579489" y="144854"/>
                </a:cubicBezTo>
                <a:lnTo>
                  <a:pt x="583234" y="136183"/>
                </a:lnTo>
                <a:lnTo>
                  <a:pt x="544901" y="37248"/>
                </a:lnTo>
                <a:lnTo>
                  <a:pt x="562343" y="37248"/>
                </a:lnTo>
                <a:lnTo>
                  <a:pt x="592004" y="118205"/>
                </a:lnTo>
                <a:lnTo>
                  <a:pt x="619398" y="37248"/>
                </a:lnTo>
                <a:lnTo>
                  <a:pt x="636150" y="37248"/>
                </a:lnTo>
                <a:lnTo>
                  <a:pt x="600084" y="135388"/>
                </a:lnTo>
                <a:lnTo>
                  <a:pt x="595551" y="147278"/>
                </a:lnTo>
                <a:cubicBezTo>
                  <a:pt x="593318" y="153122"/>
                  <a:pt x="590936" y="157824"/>
                  <a:pt x="588407" y="161384"/>
                </a:cubicBezTo>
                <a:cubicBezTo>
                  <a:pt x="585878" y="164944"/>
                  <a:pt x="582774" y="167513"/>
                  <a:pt x="579095" y="169092"/>
                </a:cubicBezTo>
                <a:cubicBezTo>
                  <a:pt x="575416" y="170671"/>
                  <a:pt x="570719" y="171460"/>
                  <a:pt x="565004" y="171460"/>
                </a:cubicBezTo>
                <a:lnTo>
                  <a:pt x="555248" y="17146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" name="Text Missing">
            <a:extLst xmlns:a="http://schemas.openxmlformats.org/drawingml/2006/main">
              <a:ext uri="{FF2B5EF4-FFF2-40B4-BE49-F238E27FC236}">
                <a16:creationId xmlns:a16="http://schemas.microsoft.com/office/drawing/2014/main" id="{CB1DD19C-0A33-4E7B-BA26-64C0752A0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9857" y="894406"/>
            <a:ext cx="639687" cy="173332"/>
          </a:xfrm>
          <a:custGeom xmlns:a="http://schemas.openxmlformats.org/drawingml/2006/main">
            <a:pathLst>
              <a:path w="639687" h="173332">
                <a:moveTo>
                  <a:pt x="166011" y="19042"/>
                </a:moveTo>
                <a:lnTo>
                  <a:pt x="166369" y="18999"/>
                </a:lnTo>
                <a:lnTo>
                  <a:pt x="166721" y="18947"/>
                </a:lnTo>
                <a:lnTo>
                  <a:pt x="167067" y="18886"/>
                </a:lnTo>
                <a:lnTo>
                  <a:pt x="167407" y="18816"/>
                </a:lnTo>
                <a:lnTo>
                  <a:pt x="167741" y="18736"/>
                </a:lnTo>
                <a:lnTo>
                  <a:pt x="168068" y="18646"/>
                </a:lnTo>
                <a:lnTo>
                  <a:pt x="168389" y="18548"/>
                </a:lnTo>
                <a:lnTo>
                  <a:pt x="168704" y="18439"/>
                </a:lnTo>
                <a:lnTo>
                  <a:pt x="169013" y="18322"/>
                </a:lnTo>
                <a:lnTo>
                  <a:pt x="169316" y="18195"/>
                </a:lnTo>
                <a:lnTo>
                  <a:pt x="169613" y="18058"/>
                </a:lnTo>
                <a:lnTo>
                  <a:pt x="169903" y="17912"/>
                </a:lnTo>
                <a:lnTo>
                  <a:pt x="170188" y="17757"/>
                </a:lnTo>
                <a:lnTo>
                  <a:pt x="170466" y="17593"/>
                </a:lnTo>
                <a:lnTo>
                  <a:pt x="170738" y="17418"/>
                </a:lnTo>
                <a:lnTo>
                  <a:pt x="171004" y="17235"/>
                </a:lnTo>
                <a:lnTo>
                  <a:pt x="171263" y="17042"/>
                </a:lnTo>
                <a:lnTo>
                  <a:pt x="171517" y="16840"/>
                </a:lnTo>
                <a:lnTo>
                  <a:pt x="171764" y="16628"/>
                </a:lnTo>
                <a:lnTo>
                  <a:pt x="172006" y="16407"/>
                </a:lnTo>
                <a:lnTo>
                  <a:pt x="172239" y="16179"/>
                </a:lnTo>
                <a:lnTo>
                  <a:pt x="172462" y="15945"/>
                </a:lnTo>
                <a:lnTo>
                  <a:pt x="172675" y="15707"/>
                </a:lnTo>
                <a:lnTo>
                  <a:pt x="172879" y="15464"/>
                </a:lnTo>
                <a:lnTo>
                  <a:pt x="173072" y="15216"/>
                </a:lnTo>
                <a:lnTo>
                  <a:pt x="173256" y="14963"/>
                </a:lnTo>
                <a:lnTo>
                  <a:pt x="173429" y="14705"/>
                </a:lnTo>
                <a:lnTo>
                  <a:pt x="173593" y="14442"/>
                </a:lnTo>
                <a:lnTo>
                  <a:pt x="173747" y="14174"/>
                </a:lnTo>
                <a:lnTo>
                  <a:pt x="173891" y="13901"/>
                </a:lnTo>
                <a:lnTo>
                  <a:pt x="174025" y="13623"/>
                </a:lnTo>
                <a:lnTo>
                  <a:pt x="174149" y="13340"/>
                </a:lnTo>
                <a:lnTo>
                  <a:pt x="174263" y="13052"/>
                </a:lnTo>
                <a:lnTo>
                  <a:pt x="174367" y="12759"/>
                </a:lnTo>
                <a:lnTo>
                  <a:pt x="174461" y="12461"/>
                </a:lnTo>
                <a:lnTo>
                  <a:pt x="174546" y="12159"/>
                </a:lnTo>
                <a:lnTo>
                  <a:pt x="174620" y="11851"/>
                </a:lnTo>
                <a:lnTo>
                  <a:pt x="174685" y="11538"/>
                </a:lnTo>
                <a:lnTo>
                  <a:pt x="174739" y="11221"/>
                </a:lnTo>
                <a:lnTo>
                  <a:pt x="174784" y="10898"/>
                </a:lnTo>
                <a:lnTo>
                  <a:pt x="174819" y="10571"/>
                </a:lnTo>
                <a:lnTo>
                  <a:pt x="174843" y="10238"/>
                </a:lnTo>
                <a:lnTo>
                  <a:pt x="174858" y="9901"/>
                </a:lnTo>
                <a:lnTo>
                  <a:pt x="174863" y="9558"/>
                </a:lnTo>
                <a:lnTo>
                  <a:pt x="174858" y="9216"/>
                </a:lnTo>
                <a:lnTo>
                  <a:pt x="174843" y="8879"/>
                </a:lnTo>
                <a:lnTo>
                  <a:pt x="174819" y="8546"/>
                </a:lnTo>
                <a:lnTo>
                  <a:pt x="174784" y="8219"/>
                </a:lnTo>
                <a:lnTo>
                  <a:pt x="174739" y="7896"/>
                </a:lnTo>
                <a:lnTo>
                  <a:pt x="174685" y="7578"/>
                </a:lnTo>
                <a:lnTo>
                  <a:pt x="174620" y="7266"/>
                </a:lnTo>
                <a:lnTo>
                  <a:pt x="174546" y="6958"/>
                </a:lnTo>
                <a:lnTo>
                  <a:pt x="174461" y="6655"/>
                </a:lnTo>
                <a:lnTo>
                  <a:pt x="174367" y="6358"/>
                </a:lnTo>
                <a:lnTo>
                  <a:pt x="174263" y="6065"/>
                </a:lnTo>
                <a:lnTo>
                  <a:pt x="174149" y="5777"/>
                </a:lnTo>
                <a:lnTo>
                  <a:pt x="174025" y="5494"/>
                </a:lnTo>
                <a:lnTo>
                  <a:pt x="173891" y="5216"/>
                </a:lnTo>
                <a:lnTo>
                  <a:pt x="173747" y="4943"/>
                </a:lnTo>
                <a:lnTo>
                  <a:pt x="173593" y="4675"/>
                </a:lnTo>
                <a:lnTo>
                  <a:pt x="173429" y="4412"/>
                </a:lnTo>
                <a:lnTo>
                  <a:pt x="173256" y="4154"/>
                </a:lnTo>
                <a:lnTo>
                  <a:pt x="173072" y="3901"/>
                </a:lnTo>
                <a:lnTo>
                  <a:pt x="172879" y="3653"/>
                </a:lnTo>
                <a:lnTo>
                  <a:pt x="172675" y="3410"/>
                </a:lnTo>
                <a:lnTo>
                  <a:pt x="172462" y="3171"/>
                </a:lnTo>
                <a:lnTo>
                  <a:pt x="172239" y="2938"/>
                </a:lnTo>
                <a:lnTo>
                  <a:pt x="172006" y="2710"/>
                </a:lnTo>
                <a:lnTo>
                  <a:pt x="171764" y="2489"/>
                </a:lnTo>
                <a:lnTo>
                  <a:pt x="171517" y="2277"/>
                </a:lnTo>
                <a:lnTo>
                  <a:pt x="171263" y="2075"/>
                </a:lnTo>
                <a:lnTo>
                  <a:pt x="171004" y="1882"/>
                </a:lnTo>
                <a:lnTo>
                  <a:pt x="170738" y="1698"/>
                </a:lnTo>
                <a:lnTo>
                  <a:pt x="170466" y="1524"/>
                </a:lnTo>
                <a:lnTo>
                  <a:pt x="170188" y="1360"/>
                </a:lnTo>
                <a:lnTo>
                  <a:pt x="169903" y="1204"/>
                </a:lnTo>
                <a:lnTo>
                  <a:pt x="169613" y="1059"/>
                </a:lnTo>
                <a:lnTo>
                  <a:pt x="169316" y="922"/>
                </a:lnTo>
                <a:lnTo>
                  <a:pt x="169013" y="795"/>
                </a:lnTo>
                <a:lnTo>
                  <a:pt x="168704" y="677"/>
                </a:lnTo>
                <a:lnTo>
                  <a:pt x="168389" y="569"/>
                </a:lnTo>
                <a:lnTo>
                  <a:pt x="168068" y="470"/>
                </a:lnTo>
                <a:lnTo>
                  <a:pt x="167741" y="381"/>
                </a:lnTo>
                <a:lnTo>
                  <a:pt x="167407" y="301"/>
                </a:lnTo>
                <a:lnTo>
                  <a:pt x="167067" y="231"/>
                </a:lnTo>
                <a:lnTo>
                  <a:pt x="166721" y="169"/>
                </a:lnTo>
                <a:lnTo>
                  <a:pt x="166369" y="118"/>
                </a:lnTo>
                <a:lnTo>
                  <a:pt x="166011" y="75"/>
                </a:lnTo>
                <a:lnTo>
                  <a:pt x="165647" y="42"/>
                </a:lnTo>
                <a:lnTo>
                  <a:pt x="165276" y="19"/>
                </a:lnTo>
                <a:lnTo>
                  <a:pt x="164899" y="5"/>
                </a:lnTo>
                <a:lnTo>
                  <a:pt x="164516" y="0"/>
                </a:lnTo>
                <a:lnTo>
                  <a:pt x="164134" y="5"/>
                </a:lnTo>
                <a:lnTo>
                  <a:pt x="163757" y="19"/>
                </a:lnTo>
                <a:lnTo>
                  <a:pt x="163387" y="42"/>
                </a:lnTo>
                <a:lnTo>
                  <a:pt x="163023" y="75"/>
                </a:lnTo>
                <a:lnTo>
                  <a:pt x="162666" y="118"/>
                </a:lnTo>
                <a:lnTo>
                  <a:pt x="162315" y="169"/>
                </a:lnTo>
                <a:lnTo>
                  <a:pt x="161970" y="231"/>
                </a:lnTo>
                <a:lnTo>
                  <a:pt x="161631" y="301"/>
                </a:lnTo>
                <a:lnTo>
                  <a:pt x="161299" y="381"/>
                </a:lnTo>
                <a:lnTo>
                  <a:pt x="160973" y="470"/>
                </a:lnTo>
                <a:lnTo>
                  <a:pt x="160654" y="569"/>
                </a:lnTo>
                <a:lnTo>
                  <a:pt x="160341" y="677"/>
                </a:lnTo>
                <a:lnTo>
                  <a:pt x="160034" y="795"/>
                </a:lnTo>
                <a:lnTo>
                  <a:pt x="159733" y="922"/>
                </a:lnTo>
                <a:lnTo>
                  <a:pt x="159439" y="1059"/>
                </a:lnTo>
                <a:lnTo>
                  <a:pt x="159151" y="1204"/>
                </a:lnTo>
                <a:lnTo>
                  <a:pt x="158870" y="1360"/>
                </a:lnTo>
                <a:lnTo>
                  <a:pt x="158595" y="1524"/>
                </a:lnTo>
                <a:lnTo>
                  <a:pt x="158326" y="1698"/>
                </a:lnTo>
                <a:lnTo>
                  <a:pt x="158063" y="1882"/>
                </a:lnTo>
                <a:lnTo>
                  <a:pt x="157807" y="2075"/>
                </a:lnTo>
                <a:lnTo>
                  <a:pt x="157557" y="2277"/>
                </a:lnTo>
                <a:lnTo>
                  <a:pt x="157314" y="2489"/>
                </a:lnTo>
                <a:lnTo>
                  <a:pt x="157077" y="2710"/>
                </a:lnTo>
                <a:lnTo>
                  <a:pt x="156848" y="2938"/>
                </a:lnTo>
                <a:lnTo>
                  <a:pt x="156628" y="3171"/>
                </a:lnTo>
                <a:lnTo>
                  <a:pt x="156418" y="3410"/>
                </a:lnTo>
                <a:lnTo>
                  <a:pt x="156219" y="3653"/>
                </a:lnTo>
                <a:lnTo>
                  <a:pt x="156028" y="3901"/>
                </a:lnTo>
                <a:lnTo>
                  <a:pt x="155848" y="4154"/>
                </a:lnTo>
                <a:lnTo>
                  <a:pt x="155677" y="4412"/>
                </a:lnTo>
                <a:lnTo>
                  <a:pt x="155516" y="4675"/>
                </a:lnTo>
                <a:lnTo>
                  <a:pt x="155365" y="4943"/>
                </a:lnTo>
                <a:lnTo>
                  <a:pt x="155224" y="5216"/>
                </a:lnTo>
                <a:lnTo>
                  <a:pt x="155092" y="5494"/>
                </a:lnTo>
                <a:lnTo>
                  <a:pt x="154970" y="5777"/>
                </a:lnTo>
                <a:lnTo>
                  <a:pt x="154858" y="6065"/>
                </a:lnTo>
                <a:lnTo>
                  <a:pt x="154756" y="6358"/>
                </a:lnTo>
                <a:lnTo>
                  <a:pt x="154663" y="6655"/>
                </a:lnTo>
                <a:lnTo>
                  <a:pt x="154580" y="6958"/>
                </a:lnTo>
                <a:lnTo>
                  <a:pt x="154507" y="7266"/>
                </a:lnTo>
                <a:lnTo>
                  <a:pt x="154444" y="7578"/>
                </a:lnTo>
                <a:lnTo>
                  <a:pt x="154390" y="7896"/>
                </a:lnTo>
                <a:lnTo>
                  <a:pt x="154346" y="8219"/>
                </a:lnTo>
                <a:lnTo>
                  <a:pt x="154312" y="8546"/>
                </a:lnTo>
                <a:lnTo>
                  <a:pt x="154288" y="8879"/>
                </a:lnTo>
                <a:lnTo>
                  <a:pt x="154273" y="9216"/>
                </a:lnTo>
                <a:lnTo>
                  <a:pt x="154268" y="9558"/>
                </a:lnTo>
                <a:lnTo>
                  <a:pt x="154273" y="9901"/>
                </a:lnTo>
                <a:lnTo>
                  <a:pt x="154288" y="10238"/>
                </a:lnTo>
                <a:lnTo>
                  <a:pt x="154312" y="10571"/>
                </a:lnTo>
                <a:lnTo>
                  <a:pt x="154346" y="10898"/>
                </a:lnTo>
                <a:lnTo>
                  <a:pt x="154390" y="11221"/>
                </a:lnTo>
                <a:lnTo>
                  <a:pt x="154444" y="11538"/>
                </a:lnTo>
                <a:lnTo>
                  <a:pt x="154507" y="11851"/>
                </a:lnTo>
                <a:lnTo>
                  <a:pt x="154580" y="12159"/>
                </a:lnTo>
                <a:lnTo>
                  <a:pt x="154663" y="12461"/>
                </a:lnTo>
                <a:lnTo>
                  <a:pt x="154756" y="12759"/>
                </a:lnTo>
                <a:lnTo>
                  <a:pt x="154858" y="13052"/>
                </a:lnTo>
                <a:lnTo>
                  <a:pt x="154970" y="13340"/>
                </a:lnTo>
                <a:lnTo>
                  <a:pt x="155092" y="13623"/>
                </a:lnTo>
                <a:lnTo>
                  <a:pt x="155224" y="13901"/>
                </a:lnTo>
                <a:lnTo>
                  <a:pt x="155365" y="14174"/>
                </a:lnTo>
                <a:lnTo>
                  <a:pt x="155516" y="14442"/>
                </a:lnTo>
                <a:lnTo>
                  <a:pt x="155677" y="14705"/>
                </a:lnTo>
                <a:lnTo>
                  <a:pt x="155848" y="14963"/>
                </a:lnTo>
                <a:lnTo>
                  <a:pt x="156028" y="15216"/>
                </a:lnTo>
                <a:lnTo>
                  <a:pt x="156219" y="15464"/>
                </a:lnTo>
                <a:lnTo>
                  <a:pt x="156418" y="15707"/>
                </a:lnTo>
                <a:lnTo>
                  <a:pt x="156628" y="15945"/>
                </a:lnTo>
                <a:lnTo>
                  <a:pt x="156848" y="16179"/>
                </a:lnTo>
                <a:lnTo>
                  <a:pt x="157077" y="16407"/>
                </a:lnTo>
                <a:lnTo>
                  <a:pt x="157314" y="16628"/>
                </a:lnTo>
                <a:lnTo>
                  <a:pt x="157557" y="16840"/>
                </a:lnTo>
                <a:lnTo>
                  <a:pt x="157807" y="17042"/>
                </a:lnTo>
                <a:lnTo>
                  <a:pt x="158063" y="17235"/>
                </a:lnTo>
                <a:lnTo>
                  <a:pt x="158326" y="17418"/>
                </a:lnTo>
                <a:lnTo>
                  <a:pt x="158595" y="17593"/>
                </a:lnTo>
                <a:lnTo>
                  <a:pt x="158870" y="17757"/>
                </a:lnTo>
                <a:lnTo>
                  <a:pt x="159151" y="17912"/>
                </a:lnTo>
                <a:lnTo>
                  <a:pt x="159439" y="18058"/>
                </a:lnTo>
                <a:lnTo>
                  <a:pt x="159733" y="18195"/>
                </a:lnTo>
                <a:lnTo>
                  <a:pt x="160034" y="18322"/>
                </a:lnTo>
                <a:lnTo>
                  <a:pt x="160341" y="18439"/>
                </a:lnTo>
                <a:lnTo>
                  <a:pt x="160654" y="18548"/>
                </a:lnTo>
                <a:lnTo>
                  <a:pt x="160973" y="18646"/>
                </a:lnTo>
                <a:lnTo>
                  <a:pt x="161299" y="18736"/>
                </a:lnTo>
                <a:lnTo>
                  <a:pt x="161631" y="18816"/>
                </a:lnTo>
                <a:lnTo>
                  <a:pt x="161970" y="18886"/>
                </a:lnTo>
                <a:lnTo>
                  <a:pt x="162315" y="18947"/>
                </a:lnTo>
                <a:lnTo>
                  <a:pt x="162666" y="18999"/>
                </a:lnTo>
                <a:lnTo>
                  <a:pt x="163023" y="19042"/>
                </a:lnTo>
                <a:lnTo>
                  <a:pt x="163387" y="19074"/>
                </a:lnTo>
                <a:lnTo>
                  <a:pt x="163757" y="19098"/>
                </a:lnTo>
                <a:lnTo>
                  <a:pt x="164134" y="19112"/>
                </a:lnTo>
                <a:lnTo>
                  <a:pt x="164516" y="19117"/>
                </a:lnTo>
                <a:lnTo>
                  <a:pt x="164899" y="19112"/>
                </a:lnTo>
                <a:lnTo>
                  <a:pt x="165276" y="19098"/>
                </a:lnTo>
                <a:lnTo>
                  <a:pt x="165647" y="19074"/>
                </a:lnTo>
                <a:lnTo>
                  <a:pt x="166011" y="19042"/>
                </a:lnTo>
                <a:close/>
                <a:moveTo>
                  <a:pt x="17047" y="136183"/>
                </a:moveTo>
                <a:lnTo>
                  <a:pt x="17047" y="28480"/>
                </a:lnTo>
                <a:lnTo>
                  <a:pt x="56661" y="94402"/>
                </a:lnTo>
                <a:lnTo>
                  <a:pt x="68288" y="94402"/>
                </a:lnTo>
                <a:lnTo>
                  <a:pt x="107212" y="28636"/>
                </a:lnTo>
                <a:lnTo>
                  <a:pt x="107212" y="136183"/>
                </a:lnTo>
                <a:lnTo>
                  <a:pt x="124653" y="136183"/>
                </a:lnTo>
                <a:lnTo>
                  <a:pt x="124653" y="3547"/>
                </a:lnTo>
                <a:lnTo>
                  <a:pt x="105734" y="3547"/>
                </a:lnTo>
                <a:lnTo>
                  <a:pt x="62982" y="75602"/>
                </a:lnTo>
                <a:lnTo>
                  <a:pt x="19412" y="3547"/>
                </a:lnTo>
                <a:lnTo>
                  <a:pt x="0" y="3547"/>
                </a:lnTo>
                <a:lnTo>
                  <a:pt x="0" y="136183"/>
                </a:lnTo>
                <a:lnTo>
                  <a:pt x="17047" y="136183"/>
                </a:lnTo>
                <a:close/>
                <a:moveTo>
                  <a:pt x="156338" y="136183"/>
                </a:moveTo>
                <a:lnTo>
                  <a:pt x="172794" y="136183"/>
                </a:lnTo>
                <a:lnTo>
                  <a:pt x="172794" y="37248"/>
                </a:lnTo>
                <a:lnTo>
                  <a:pt x="156338" y="37248"/>
                </a:lnTo>
                <a:lnTo>
                  <a:pt x="156338" y="136183"/>
                </a:lnTo>
                <a:close/>
                <a:moveTo>
                  <a:pt x="402547" y="136183"/>
                </a:moveTo>
                <a:lnTo>
                  <a:pt x="419003" y="136183"/>
                </a:lnTo>
                <a:lnTo>
                  <a:pt x="419003" y="37248"/>
                </a:lnTo>
                <a:lnTo>
                  <a:pt x="402547" y="37248"/>
                </a:lnTo>
                <a:lnTo>
                  <a:pt x="402547" y="136183"/>
                </a:lnTo>
                <a:close/>
                <a:moveTo>
                  <a:pt x="244104" y="137881"/>
                </a:moveTo>
                <a:lnTo>
                  <a:pt x="244756" y="137849"/>
                </a:lnTo>
                <a:lnTo>
                  <a:pt x="245404" y="137810"/>
                </a:lnTo>
                <a:lnTo>
                  <a:pt x="246048" y="137765"/>
                </a:lnTo>
                <a:lnTo>
                  <a:pt x="246687" y="137714"/>
                </a:lnTo>
                <a:lnTo>
                  <a:pt x="247323" y="137657"/>
                </a:lnTo>
                <a:lnTo>
                  <a:pt x="247955" y="137594"/>
                </a:lnTo>
                <a:lnTo>
                  <a:pt x="248584" y="137525"/>
                </a:lnTo>
                <a:lnTo>
                  <a:pt x="249208" y="137450"/>
                </a:lnTo>
                <a:lnTo>
                  <a:pt x="249828" y="137370"/>
                </a:lnTo>
                <a:lnTo>
                  <a:pt x="250444" y="137283"/>
                </a:lnTo>
                <a:lnTo>
                  <a:pt x="251057" y="137190"/>
                </a:lnTo>
                <a:lnTo>
                  <a:pt x="251665" y="137091"/>
                </a:lnTo>
                <a:lnTo>
                  <a:pt x="252270" y="136986"/>
                </a:lnTo>
                <a:lnTo>
                  <a:pt x="252870" y="136876"/>
                </a:lnTo>
                <a:lnTo>
                  <a:pt x="253467" y="136759"/>
                </a:lnTo>
                <a:lnTo>
                  <a:pt x="254059" y="136636"/>
                </a:lnTo>
                <a:lnTo>
                  <a:pt x="254648" y="136507"/>
                </a:lnTo>
                <a:lnTo>
                  <a:pt x="255233" y="136373"/>
                </a:lnTo>
                <a:lnTo>
                  <a:pt x="255814" y="136232"/>
                </a:lnTo>
                <a:lnTo>
                  <a:pt x="256390" y="136085"/>
                </a:lnTo>
                <a:lnTo>
                  <a:pt x="256960" y="135931"/>
                </a:lnTo>
                <a:lnTo>
                  <a:pt x="257523" y="135771"/>
                </a:lnTo>
                <a:lnTo>
                  <a:pt x="258080" y="135605"/>
                </a:lnTo>
                <a:lnTo>
                  <a:pt x="258632" y="135432"/>
                </a:lnTo>
                <a:lnTo>
                  <a:pt x="259177" y="135252"/>
                </a:lnTo>
                <a:lnTo>
                  <a:pt x="259716" y="135066"/>
                </a:lnTo>
                <a:lnTo>
                  <a:pt x="260248" y="134874"/>
                </a:lnTo>
                <a:lnTo>
                  <a:pt x="260775" y="134674"/>
                </a:lnTo>
                <a:lnTo>
                  <a:pt x="261295" y="134469"/>
                </a:lnTo>
                <a:lnTo>
                  <a:pt x="261810" y="134257"/>
                </a:lnTo>
                <a:lnTo>
                  <a:pt x="262318" y="134038"/>
                </a:lnTo>
                <a:lnTo>
                  <a:pt x="262820" y="133813"/>
                </a:lnTo>
                <a:lnTo>
                  <a:pt x="263315" y="133581"/>
                </a:lnTo>
                <a:lnTo>
                  <a:pt x="263805" y="133343"/>
                </a:lnTo>
                <a:lnTo>
                  <a:pt x="264288" y="133098"/>
                </a:lnTo>
                <a:lnTo>
                  <a:pt x="264766" y="132846"/>
                </a:lnTo>
                <a:lnTo>
                  <a:pt x="265237" y="132589"/>
                </a:lnTo>
                <a:lnTo>
                  <a:pt x="265702" y="132324"/>
                </a:lnTo>
                <a:lnTo>
                  <a:pt x="266161" y="132053"/>
                </a:lnTo>
                <a:lnTo>
                  <a:pt x="266613" y="131776"/>
                </a:lnTo>
                <a:lnTo>
                  <a:pt x="267060" y="131492"/>
                </a:lnTo>
                <a:lnTo>
                  <a:pt x="267500" y="131202"/>
                </a:lnTo>
                <a:lnTo>
                  <a:pt x="267934" y="130905"/>
                </a:lnTo>
                <a:lnTo>
                  <a:pt x="268362" y="130601"/>
                </a:lnTo>
                <a:lnTo>
                  <a:pt x="268781" y="130290"/>
                </a:lnTo>
                <a:lnTo>
                  <a:pt x="269192" y="129972"/>
                </a:lnTo>
                <a:lnTo>
                  <a:pt x="269596" y="129647"/>
                </a:lnTo>
                <a:lnTo>
                  <a:pt x="269992" y="129315"/>
                </a:lnTo>
                <a:lnTo>
                  <a:pt x="270379" y="128976"/>
                </a:lnTo>
                <a:lnTo>
                  <a:pt x="270759" y="128630"/>
                </a:lnTo>
                <a:lnTo>
                  <a:pt x="271132" y="128277"/>
                </a:lnTo>
                <a:lnTo>
                  <a:pt x="271496" y="127917"/>
                </a:lnTo>
                <a:lnTo>
                  <a:pt x="271852" y="127550"/>
                </a:lnTo>
                <a:lnTo>
                  <a:pt x="272201" y="127176"/>
                </a:lnTo>
                <a:lnTo>
                  <a:pt x="272541" y="126794"/>
                </a:lnTo>
                <a:lnTo>
                  <a:pt x="272874" y="126406"/>
                </a:lnTo>
                <a:lnTo>
                  <a:pt x="273199" y="126011"/>
                </a:lnTo>
                <a:lnTo>
                  <a:pt x="273516" y="125608"/>
                </a:lnTo>
                <a:lnTo>
                  <a:pt x="273825" y="125199"/>
                </a:lnTo>
                <a:lnTo>
                  <a:pt x="274126" y="124782"/>
                </a:lnTo>
                <a:lnTo>
                  <a:pt x="274420" y="124359"/>
                </a:lnTo>
                <a:lnTo>
                  <a:pt x="274705" y="123928"/>
                </a:lnTo>
                <a:lnTo>
                  <a:pt x="274983" y="123490"/>
                </a:lnTo>
                <a:lnTo>
                  <a:pt x="275253" y="123046"/>
                </a:lnTo>
                <a:lnTo>
                  <a:pt x="275514" y="122594"/>
                </a:lnTo>
                <a:lnTo>
                  <a:pt x="275769" y="122135"/>
                </a:lnTo>
                <a:lnTo>
                  <a:pt x="276015" y="121669"/>
                </a:lnTo>
                <a:lnTo>
                  <a:pt x="276252" y="121196"/>
                </a:lnTo>
                <a:lnTo>
                  <a:pt x="276479" y="120716"/>
                </a:lnTo>
                <a:lnTo>
                  <a:pt x="276696" y="120229"/>
                </a:lnTo>
                <a:lnTo>
                  <a:pt x="276903" y="119734"/>
                </a:lnTo>
                <a:lnTo>
                  <a:pt x="277100" y="119232"/>
                </a:lnTo>
                <a:lnTo>
                  <a:pt x="277287" y="118723"/>
                </a:lnTo>
                <a:lnTo>
                  <a:pt x="277463" y="118207"/>
                </a:lnTo>
                <a:lnTo>
                  <a:pt x="277630" y="117684"/>
                </a:lnTo>
                <a:lnTo>
                  <a:pt x="277786" y="117153"/>
                </a:lnTo>
                <a:lnTo>
                  <a:pt x="277932" y="116615"/>
                </a:lnTo>
                <a:lnTo>
                  <a:pt x="278069" y="116070"/>
                </a:lnTo>
                <a:lnTo>
                  <a:pt x="278195" y="115518"/>
                </a:lnTo>
                <a:lnTo>
                  <a:pt x="278311" y="114958"/>
                </a:lnTo>
                <a:lnTo>
                  <a:pt x="278417" y="114391"/>
                </a:lnTo>
                <a:lnTo>
                  <a:pt x="278513" y="113817"/>
                </a:lnTo>
                <a:lnTo>
                  <a:pt x="278599" y="113236"/>
                </a:lnTo>
                <a:lnTo>
                  <a:pt x="278674" y="112648"/>
                </a:lnTo>
                <a:lnTo>
                  <a:pt x="278740" y="112052"/>
                </a:lnTo>
                <a:lnTo>
                  <a:pt x="278795" y="111449"/>
                </a:lnTo>
                <a:lnTo>
                  <a:pt x="278841" y="110839"/>
                </a:lnTo>
                <a:lnTo>
                  <a:pt x="278876" y="110222"/>
                </a:lnTo>
                <a:lnTo>
                  <a:pt x="278901" y="109597"/>
                </a:lnTo>
                <a:lnTo>
                  <a:pt x="278917" y="108965"/>
                </a:lnTo>
                <a:lnTo>
                  <a:pt x="278922" y="108326"/>
                </a:lnTo>
                <a:lnTo>
                  <a:pt x="278915" y="107588"/>
                </a:lnTo>
                <a:lnTo>
                  <a:pt x="278896" y="106860"/>
                </a:lnTo>
                <a:lnTo>
                  <a:pt x="278864" y="106144"/>
                </a:lnTo>
                <a:lnTo>
                  <a:pt x="278819" y="105439"/>
                </a:lnTo>
                <a:lnTo>
                  <a:pt x="278761" y="104744"/>
                </a:lnTo>
                <a:lnTo>
                  <a:pt x="278691" y="104061"/>
                </a:lnTo>
                <a:lnTo>
                  <a:pt x="278607" y="103389"/>
                </a:lnTo>
                <a:lnTo>
                  <a:pt x="278511" y="102729"/>
                </a:lnTo>
                <a:lnTo>
                  <a:pt x="278402" y="102079"/>
                </a:lnTo>
                <a:lnTo>
                  <a:pt x="278280" y="101440"/>
                </a:lnTo>
                <a:lnTo>
                  <a:pt x="278145" y="100813"/>
                </a:lnTo>
                <a:lnTo>
                  <a:pt x="277998" y="100196"/>
                </a:lnTo>
                <a:lnTo>
                  <a:pt x="277837" y="99591"/>
                </a:lnTo>
                <a:lnTo>
                  <a:pt x="277664" y="98997"/>
                </a:lnTo>
                <a:lnTo>
                  <a:pt x="277478" y="98414"/>
                </a:lnTo>
                <a:lnTo>
                  <a:pt x="277279" y="97842"/>
                </a:lnTo>
                <a:lnTo>
                  <a:pt x="277068" y="97281"/>
                </a:lnTo>
                <a:lnTo>
                  <a:pt x="276843" y="96731"/>
                </a:lnTo>
                <a:lnTo>
                  <a:pt x="276606" y="96192"/>
                </a:lnTo>
                <a:lnTo>
                  <a:pt x="276356" y="95665"/>
                </a:lnTo>
                <a:lnTo>
                  <a:pt x="276092" y="95148"/>
                </a:lnTo>
                <a:lnTo>
                  <a:pt x="275817" y="94643"/>
                </a:lnTo>
                <a:lnTo>
                  <a:pt x="275528" y="94149"/>
                </a:lnTo>
                <a:lnTo>
                  <a:pt x="275226" y="93666"/>
                </a:lnTo>
                <a:lnTo>
                  <a:pt x="274912" y="93191"/>
                </a:lnTo>
                <a:lnTo>
                  <a:pt x="274586" y="92724"/>
                </a:lnTo>
                <a:lnTo>
                  <a:pt x="274246" y="92265"/>
                </a:lnTo>
                <a:lnTo>
                  <a:pt x="273895" y="91812"/>
                </a:lnTo>
                <a:lnTo>
                  <a:pt x="273531" y="91367"/>
                </a:lnTo>
                <a:lnTo>
                  <a:pt x="273154" y="90929"/>
                </a:lnTo>
                <a:lnTo>
                  <a:pt x="272765" y="90498"/>
                </a:lnTo>
                <a:lnTo>
                  <a:pt x="272363" y="90074"/>
                </a:lnTo>
                <a:lnTo>
                  <a:pt x="271949" y="89658"/>
                </a:lnTo>
                <a:lnTo>
                  <a:pt x="271523" y="89249"/>
                </a:lnTo>
                <a:lnTo>
                  <a:pt x="271084" y="88847"/>
                </a:lnTo>
                <a:lnTo>
                  <a:pt x="270632" y="88452"/>
                </a:lnTo>
                <a:lnTo>
                  <a:pt x="270168" y="88065"/>
                </a:lnTo>
                <a:lnTo>
                  <a:pt x="269691" y="87684"/>
                </a:lnTo>
                <a:lnTo>
                  <a:pt x="269202" y="87311"/>
                </a:lnTo>
                <a:lnTo>
                  <a:pt x="268701" y="86946"/>
                </a:lnTo>
                <a:lnTo>
                  <a:pt x="268187" y="86587"/>
                </a:lnTo>
                <a:lnTo>
                  <a:pt x="267660" y="86236"/>
                </a:lnTo>
                <a:lnTo>
                  <a:pt x="267121" y="85892"/>
                </a:lnTo>
                <a:lnTo>
                  <a:pt x="266570" y="85555"/>
                </a:lnTo>
                <a:lnTo>
                  <a:pt x="266006" y="85225"/>
                </a:lnTo>
                <a:lnTo>
                  <a:pt x="265430" y="84903"/>
                </a:lnTo>
                <a:lnTo>
                  <a:pt x="264841" y="84588"/>
                </a:lnTo>
                <a:lnTo>
                  <a:pt x="264239" y="84280"/>
                </a:lnTo>
                <a:lnTo>
                  <a:pt x="263626" y="83977"/>
                </a:lnTo>
                <a:lnTo>
                  <a:pt x="263000" y="83678"/>
                </a:lnTo>
                <a:lnTo>
                  <a:pt x="262362" y="83382"/>
                </a:lnTo>
                <a:lnTo>
                  <a:pt x="261713" y="83090"/>
                </a:lnTo>
                <a:lnTo>
                  <a:pt x="261051" y="82802"/>
                </a:lnTo>
                <a:lnTo>
                  <a:pt x="260378" y="82517"/>
                </a:lnTo>
                <a:lnTo>
                  <a:pt x="259692" y="82235"/>
                </a:lnTo>
                <a:lnTo>
                  <a:pt x="258995" y="81957"/>
                </a:lnTo>
                <a:lnTo>
                  <a:pt x="258285" y="81683"/>
                </a:lnTo>
                <a:lnTo>
                  <a:pt x="257564" y="81412"/>
                </a:lnTo>
                <a:lnTo>
                  <a:pt x="256830" y="81145"/>
                </a:lnTo>
                <a:lnTo>
                  <a:pt x="256085" y="80881"/>
                </a:lnTo>
                <a:lnTo>
                  <a:pt x="255328" y="80620"/>
                </a:lnTo>
                <a:lnTo>
                  <a:pt x="254558" y="80364"/>
                </a:lnTo>
                <a:lnTo>
                  <a:pt x="253777" y="80110"/>
                </a:lnTo>
                <a:lnTo>
                  <a:pt x="252984" y="79860"/>
                </a:lnTo>
                <a:lnTo>
                  <a:pt x="252178" y="79614"/>
                </a:lnTo>
                <a:lnTo>
                  <a:pt x="251361" y="79371"/>
                </a:lnTo>
                <a:lnTo>
                  <a:pt x="250532" y="79132"/>
                </a:lnTo>
                <a:lnTo>
                  <a:pt x="249691" y="78896"/>
                </a:lnTo>
                <a:lnTo>
                  <a:pt x="248838" y="78664"/>
                </a:lnTo>
                <a:lnTo>
                  <a:pt x="247972" y="78435"/>
                </a:lnTo>
                <a:lnTo>
                  <a:pt x="247095" y="78210"/>
                </a:lnTo>
                <a:lnTo>
                  <a:pt x="246206" y="77988"/>
                </a:lnTo>
                <a:lnTo>
                  <a:pt x="245392" y="77786"/>
                </a:lnTo>
                <a:lnTo>
                  <a:pt x="244592" y="77584"/>
                </a:lnTo>
                <a:lnTo>
                  <a:pt x="243806" y="77383"/>
                </a:lnTo>
                <a:lnTo>
                  <a:pt x="243034" y="77184"/>
                </a:lnTo>
                <a:lnTo>
                  <a:pt x="242276" y="76985"/>
                </a:lnTo>
                <a:lnTo>
                  <a:pt x="241532" y="76787"/>
                </a:lnTo>
                <a:lnTo>
                  <a:pt x="240802" y="76589"/>
                </a:lnTo>
                <a:lnTo>
                  <a:pt x="240086" y="76393"/>
                </a:lnTo>
                <a:lnTo>
                  <a:pt x="239384" y="76198"/>
                </a:lnTo>
                <a:lnTo>
                  <a:pt x="238696" y="76003"/>
                </a:lnTo>
                <a:lnTo>
                  <a:pt x="238022" y="75809"/>
                </a:lnTo>
                <a:lnTo>
                  <a:pt x="237362" y="75617"/>
                </a:lnTo>
                <a:lnTo>
                  <a:pt x="236717" y="75425"/>
                </a:lnTo>
                <a:lnTo>
                  <a:pt x="236085" y="75234"/>
                </a:lnTo>
                <a:lnTo>
                  <a:pt x="235467" y="75044"/>
                </a:lnTo>
                <a:lnTo>
                  <a:pt x="234863" y="74854"/>
                </a:lnTo>
                <a:lnTo>
                  <a:pt x="234274" y="74666"/>
                </a:lnTo>
                <a:lnTo>
                  <a:pt x="233698" y="74479"/>
                </a:lnTo>
                <a:lnTo>
                  <a:pt x="233136" y="74292"/>
                </a:lnTo>
                <a:lnTo>
                  <a:pt x="232589" y="74106"/>
                </a:lnTo>
                <a:lnTo>
                  <a:pt x="232055" y="73921"/>
                </a:lnTo>
                <a:lnTo>
                  <a:pt x="231535" y="73738"/>
                </a:lnTo>
                <a:lnTo>
                  <a:pt x="231030" y="73555"/>
                </a:lnTo>
                <a:lnTo>
                  <a:pt x="230538" y="73372"/>
                </a:lnTo>
                <a:lnTo>
                  <a:pt x="230060" y="73190"/>
                </a:lnTo>
                <a:lnTo>
                  <a:pt x="229593" y="73005"/>
                </a:lnTo>
                <a:lnTo>
                  <a:pt x="229137" y="72818"/>
                </a:lnTo>
                <a:lnTo>
                  <a:pt x="228694" y="72629"/>
                </a:lnTo>
                <a:lnTo>
                  <a:pt x="228261" y="72439"/>
                </a:lnTo>
                <a:lnTo>
                  <a:pt x="227841" y="72246"/>
                </a:lnTo>
                <a:lnTo>
                  <a:pt x="227432" y="72051"/>
                </a:lnTo>
                <a:lnTo>
                  <a:pt x="227035" y="71855"/>
                </a:lnTo>
                <a:lnTo>
                  <a:pt x="226649" y="71657"/>
                </a:lnTo>
                <a:lnTo>
                  <a:pt x="226275" y="71456"/>
                </a:lnTo>
                <a:lnTo>
                  <a:pt x="225913" y="71254"/>
                </a:lnTo>
                <a:lnTo>
                  <a:pt x="225562" y="71050"/>
                </a:lnTo>
                <a:lnTo>
                  <a:pt x="225223" y="70844"/>
                </a:lnTo>
                <a:lnTo>
                  <a:pt x="224896" y="70636"/>
                </a:lnTo>
                <a:lnTo>
                  <a:pt x="224580" y="70426"/>
                </a:lnTo>
                <a:lnTo>
                  <a:pt x="224276" y="70214"/>
                </a:lnTo>
                <a:lnTo>
                  <a:pt x="223983" y="70000"/>
                </a:lnTo>
                <a:lnTo>
                  <a:pt x="223702" y="69784"/>
                </a:lnTo>
                <a:lnTo>
                  <a:pt x="223433" y="69566"/>
                </a:lnTo>
                <a:lnTo>
                  <a:pt x="223175" y="69347"/>
                </a:lnTo>
                <a:lnTo>
                  <a:pt x="222929" y="69125"/>
                </a:lnTo>
                <a:lnTo>
                  <a:pt x="222695" y="68901"/>
                </a:lnTo>
                <a:lnTo>
                  <a:pt x="222472" y="68676"/>
                </a:lnTo>
                <a:lnTo>
                  <a:pt x="222261" y="68449"/>
                </a:lnTo>
                <a:lnTo>
                  <a:pt x="222060" y="68218"/>
                </a:lnTo>
                <a:lnTo>
                  <a:pt x="221868" y="67983"/>
                </a:lnTo>
                <a:lnTo>
                  <a:pt x="221684" y="67744"/>
                </a:lnTo>
                <a:lnTo>
                  <a:pt x="221508" y="67501"/>
                </a:lnTo>
                <a:lnTo>
                  <a:pt x="221341" y="67254"/>
                </a:lnTo>
                <a:lnTo>
                  <a:pt x="221183" y="67002"/>
                </a:lnTo>
                <a:lnTo>
                  <a:pt x="221034" y="66746"/>
                </a:lnTo>
                <a:lnTo>
                  <a:pt x="220892" y="66486"/>
                </a:lnTo>
                <a:lnTo>
                  <a:pt x="220760" y="66222"/>
                </a:lnTo>
                <a:lnTo>
                  <a:pt x="220636" y="65953"/>
                </a:lnTo>
                <a:lnTo>
                  <a:pt x="220520" y="65681"/>
                </a:lnTo>
                <a:lnTo>
                  <a:pt x="220413" y="65404"/>
                </a:lnTo>
                <a:lnTo>
                  <a:pt x="220315" y="65123"/>
                </a:lnTo>
                <a:lnTo>
                  <a:pt x="220225" y="64837"/>
                </a:lnTo>
                <a:lnTo>
                  <a:pt x="220144" y="64548"/>
                </a:lnTo>
                <a:lnTo>
                  <a:pt x="220071" y="64254"/>
                </a:lnTo>
                <a:lnTo>
                  <a:pt x="220007" y="63956"/>
                </a:lnTo>
                <a:lnTo>
                  <a:pt x="219951" y="63653"/>
                </a:lnTo>
                <a:lnTo>
                  <a:pt x="219904" y="63347"/>
                </a:lnTo>
                <a:lnTo>
                  <a:pt x="219866" y="63036"/>
                </a:lnTo>
                <a:lnTo>
                  <a:pt x="219836" y="62721"/>
                </a:lnTo>
                <a:lnTo>
                  <a:pt x="219815" y="62402"/>
                </a:lnTo>
                <a:lnTo>
                  <a:pt x="219802" y="62078"/>
                </a:lnTo>
                <a:lnTo>
                  <a:pt x="219798" y="61751"/>
                </a:lnTo>
                <a:lnTo>
                  <a:pt x="219807" y="61167"/>
                </a:lnTo>
                <a:lnTo>
                  <a:pt x="219836" y="60595"/>
                </a:lnTo>
                <a:lnTo>
                  <a:pt x="219884" y="60037"/>
                </a:lnTo>
                <a:lnTo>
                  <a:pt x="219951" y="59492"/>
                </a:lnTo>
                <a:lnTo>
                  <a:pt x="220037" y="58960"/>
                </a:lnTo>
                <a:lnTo>
                  <a:pt x="220142" y="58441"/>
                </a:lnTo>
                <a:lnTo>
                  <a:pt x="220267" y="57935"/>
                </a:lnTo>
                <a:lnTo>
                  <a:pt x="220411" y="57442"/>
                </a:lnTo>
                <a:lnTo>
                  <a:pt x="220574" y="56962"/>
                </a:lnTo>
                <a:lnTo>
                  <a:pt x="220756" y="56495"/>
                </a:lnTo>
                <a:lnTo>
                  <a:pt x="220957" y="56041"/>
                </a:lnTo>
                <a:lnTo>
                  <a:pt x="221177" y="55601"/>
                </a:lnTo>
                <a:lnTo>
                  <a:pt x="221417" y="55173"/>
                </a:lnTo>
                <a:lnTo>
                  <a:pt x="221675" y="54758"/>
                </a:lnTo>
                <a:lnTo>
                  <a:pt x="221953" y="54356"/>
                </a:lnTo>
                <a:lnTo>
                  <a:pt x="222250" y="53968"/>
                </a:lnTo>
                <a:lnTo>
                  <a:pt x="222566" y="53592"/>
                </a:lnTo>
                <a:lnTo>
                  <a:pt x="222902" y="53229"/>
                </a:lnTo>
                <a:lnTo>
                  <a:pt x="223256" y="52880"/>
                </a:lnTo>
                <a:lnTo>
                  <a:pt x="223630" y="52543"/>
                </a:lnTo>
                <a:lnTo>
                  <a:pt x="224022" y="52220"/>
                </a:lnTo>
                <a:lnTo>
                  <a:pt x="224434" y="51909"/>
                </a:lnTo>
                <a:lnTo>
                  <a:pt x="224866" y="51612"/>
                </a:lnTo>
                <a:lnTo>
                  <a:pt x="225316" y="51327"/>
                </a:lnTo>
                <a:lnTo>
                  <a:pt x="225781" y="51055"/>
                </a:lnTo>
                <a:lnTo>
                  <a:pt x="226259" y="50794"/>
                </a:lnTo>
                <a:lnTo>
                  <a:pt x="226748" y="50545"/>
                </a:lnTo>
                <a:lnTo>
                  <a:pt x="227248" y="50307"/>
                </a:lnTo>
                <a:lnTo>
                  <a:pt x="227760" y="50081"/>
                </a:lnTo>
                <a:lnTo>
                  <a:pt x="228284" y="49867"/>
                </a:lnTo>
                <a:lnTo>
                  <a:pt x="228820" y="49664"/>
                </a:lnTo>
                <a:lnTo>
                  <a:pt x="229367" y="49473"/>
                </a:lnTo>
                <a:lnTo>
                  <a:pt x="229926" y="49293"/>
                </a:lnTo>
                <a:lnTo>
                  <a:pt x="230496" y="49125"/>
                </a:lnTo>
                <a:lnTo>
                  <a:pt x="231078" y="48968"/>
                </a:lnTo>
                <a:lnTo>
                  <a:pt x="231672" y="48824"/>
                </a:lnTo>
                <a:lnTo>
                  <a:pt x="232277" y="48690"/>
                </a:lnTo>
                <a:lnTo>
                  <a:pt x="232894" y="48569"/>
                </a:lnTo>
                <a:lnTo>
                  <a:pt x="233522" y="48459"/>
                </a:lnTo>
                <a:lnTo>
                  <a:pt x="234162" y="48360"/>
                </a:lnTo>
                <a:lnTo>
                  <a:pt x="234814" y="48273"/>
                </a:lnTo>
                <a:lnTo>
                  <a:pt x="235478" y="48198"/>
                </a:lnTo>
                <a:lnTo>
                  <a:pt x="236153" y="48134"/>
                </a:lnTo>
                <a:lnTo>
                  <a:pt x="236840" y="48082"/>
                </a:lnTo>
                <a:lnTo>
                  <a:pt x="237538" y="48041"/>
                </a:lnTo>
                <a:lnTo>
                  <a:pt x="238248" y="48012"/>
                </a:lnTo>
                <a:lnTo>
                  <a:pt x="238969" y="47995"/>
                </a:lnTo>
                <a:lnTo>
                  <a:pt x="239703" y="47989"/>
                </a:lnTo>
                <a:lnTo>
                  <a:pt x="240429" y="47997"/>
                </a:lnTo>
                <a:lnTo>
                  <a:pt x="241146" y="48020"/>
                </a:lnTo>
                <a:lnTo>
                  <a:pt x="241854" y="48059"/>
                </a:lnTo>
                <a:lnTo>
                  <a:pt x="242552" y="48113"/>
                </a:lnTo>
                <a:lnTo>
                  <a:pt x="243241" y="48182"/>
                </a:lnTo>
                <a:lnTo>
                  <a:pt x="243921" y="48267"/>
                </a:lnTo>
                <a:lnTo>
                  <a:pt x="244592" y="48367"/>
                </a:lnTo>
                <a:lnTo>
                  <a:pt x="245254" y="48483"/>
                </a:lnTo>
                <a:lnTo>
                  <a:pt x="245906" y="48614"/>
                </a:lnTo>
                <a:lnTo>
                  <a:pt x="246549" y="48761"/>
                </a:lnTo>
                <a:lnTo>
                  <a:pt x="247183" y="48923"/>
                </a:lnTo>
                <a:lnTo>
                  <a:pt x="247808" y="49101"/>
                </a:lnTo>
                <a:lnTo>
                  <a:pt x="248423" y="49294"/>
                </a:lnTo>
                <a:lnTo>
                  <a:pt x="249029" y="49502"/>
                </a:lnTo>
                <a:lnTo>
                  <a:pt x="249626" y="49726"/>
                </a:lnTo>
                <a:lnTo>
                  <a:pt x="250214" y="49965"/>
                </a:lnTo>
                <a:lnTo>
                  <a:pt x="250792" y="50220"/>
                </a:lnTo>
                <a:lnTo>
                  <a:pt x="251361" y="50490"/>
                </a:lnTo>
                <a:lnTo>
                  <a:pt x="251921" y="50776"/>
                </a:lnTo>
                <a:lnTo>
                  <a:pt x="252472" y="51077"/>
                </a:lnTo>
                <a:lnTo>
                  <a:pt x="253013" y="51394"/>
                </a:lnTo>
                <a:lnTo>
                  <a:pt x="253545" y="51725"/>
                </a:lnTo>
                <a:lnTo>
                  <a:pt x="254068" y="52073"/>
                </a:lnTo>
                <a:lnTo>
                  <a:pt x="254582" y="52436"/>
                </a:lnTo>
                <a:lnTo>
                  <a:pt x="255081" y="52817"/>
                </a:lnTo>
                <a:lnTo>
                  <a:pt x="255558" y="53221"/>
                </a:lnTo>
                <a:lnTo>
                  <a:pt x="256014" y="53646"/>
                </a:lnTo>
                <a:lnTo>
                  <a:pt x="256449" y="54093"/>
                </a:lnTo>
                <a:lnTo>
                  <a:pt x="256863" y="54562"/>
                </a:lnTo>
                <a:lnTo>
                  <a:pt x="257255" y="55053"/>
                </a:lnTo>
                <a:lnTo>
                  <a:pt x="257626" y="55566"/>
                </a:lnTo>
                <a:lnTo>
                  <a:pt x="257976" y="56101"/>
                </a:lnTo>
                <a:lnTo>
                  <a:pt x="258305" y="56658"/>
                </a:lnTo>
                <a:lnTo>
                  <a:pt x="258613" y="57237"/>
                </a:lnTo>
                <a:lnTo>
                  <a:pt x="258899" y="57837"/>
                </a:lnTo>
                <a:lnTo>
                  <a:pt x="259164" y="58460"/>
                </a:lnTo>
                <a:lnTo>
                  <a:pt x="259408" y="59104"/>
                </a:lnTo>
                <a:lnTo>
                  <a:pt x="259631" y="59770"/>
                </a:lnTo>
                <a:lnTo>
                  <a:pt x="259833" y="60459"/>
                </a:lnTo>
                <a:lnTo>
                  <a:pt x="260013" y="61169"/>
                </a:lnTo>
                <a:lnTo>
                  <a:pt x="260172" y="61901"/>
                </a:lnTo>
                <a:lnTo>
                  <a:pt x="260310" y="62655"/>
                </a:lnTo>
                <a:lnTo>
                  <a:pt x="260427" y="63431"/>
                </a:lnTo>
                <a:lnTo>
                  <a:pt x="260522" y="64228"/>
                </a:lnTo>
                <a:lnTo>
                  <a:pt x="260596" y="65048"/>
                </a:lnTo>
                <a:lnTo>
                  <a:pt x="260649" y="65890"/>
                </a:lnTo>
                <a:lnTo>
                  <a:pt x="260681" y="66753"/>
                </a:lnTo>
                <a:lnTo>
                  <a:pt x="260692" y="67639"/>
                </a:lnTo>
                <a:lnTo>
                  <a:pt x="276655" y="67639"/>
                </a:lnTo>
                <a:lnTo>
                  <a:pt x="276650" y="66933"/>
                </a:lnTo>
                <a:lnTo>
                  <a:pt x="276635" y="66235"/>
                </a:lnTo>
                <a:lnTo>
                  <a:pt x="276609" y="65546"/>
                </a:lnTo>
                <a:lnTo>
                  <a:pt x="276573" y="64865"/>
                </a:lnTo>
                <a:lnTo>
                  <a:pt x="276527" y="64193"/>
                </a:lnTo>
                <a:lnTo>
                  <a:pt x="276470" y="63529"/>
                </a:lnTo>
                <a:lnTo>
                  <a:pt x="276404" y="62874"/>
                </a:lnTo>
                <a:lnTo>
                  <a:pt x="276327" y="62227"/>
                </a:lnTo>
                <a:lnTo>
                  <a:pt x="276240" y="61588"/>
                </a:lnTo>
                <a:lnTo>
                  <a:pt x="276142" y="60958"/>
                </a:lnTo>
                <a:lnTo>
                  <a:pt x="276034" y="60337"/>
                </a:lnTo>
                <a:lnTo>
                  <a:pt x="275916" y="59724"/>
                </a:lnTo>
                <a:lnTo>
                  <a:pt x="275788" y="59119"/>
                </a:lnTo>
                <a:lnTo>
                  <a:pt x="275649" y="58523"/>
                </a:lnTo>
                <a:lnTo>
                  <a:pt x="275500" y="57935"/>
                </a:lnTo>
                <a:lnTo>
                  <a:pt x="275341" y="57356"/>
                </a:lnTo>
                <a:lnTo>
                  <a:pt x="275172" y="56785"/>
                </a:lnTo>
                <a:lnTo>
                  <a:pt x="274992" y="56223"/>
                </a:lnTo>
                <a:lnTo>
                  <a:pt x="274802" y="55669"/>
                </a:lnTo>
                <a:lnTo>
                  <a:pt x="274602" y="55124"/>
                </a:lnTo>
                <a:lnTo>
                  <a:pt x="274392" y="54587"/>
                </a:lnTo>
                <a:lnTo>
                  <a:pt x="274171" y="54059"/>
                </a:lnTo>
                <a:lnTo>
                  <a:pt x="273940" y="53539"/>
                </a:lnTo>
                <a:lnTo>
                  <a:pt x="273699" y="53027"/>
                </a:lnTo>
                <a:lnTo>
                  <a:pt x="273449" y="52524"/>
                </a:lnTo>
                <a:lnTo>
                  <a:pt x="273192" y="52028"/>
                </a:lnTo>
                <a:lnTo>
                  <a:pt x="272927" y="51540"/>
                </a:lnTo>
                <a:lnTo>
                  <a:pt x="272655" y="51060"/>
                </a:lnTo>
                <a:lnTo>
                  <a:pt x="272375" y="50587"/>
                </a:lnTo>
                <a:lnTo>
                  <a:pt x="272089" y="50123"/>
                </a:lnTo>
                <a:lnTo>
                  <a:pt x="271794" y="49666"/>
                </a:lnTo>
                <a:lnTo>
                  <a:pt x="271493" y="49216"/>
                </a:lnTo>
                <a:lnTo>
                  <a:pt x="271184" y="48775"/>
                </a:lnTo>
                <a:lnTo>
                  <a:pt x="270868" y="48341"/>
                </a:lnTo>
                <a:lnTo>
                  <a:pt x="270544" y="47915"/>
                </a:lnTo>
                <a:lnTo>
                  <a:pt x="270213" y="47497"/>
                </a:lnTo>
                <a:lnTo>
                  <a:pt x="269875" y="47087"/>
                </a:lnTo>
                <a:lnTo>
                  <a:pt x="269529" y="46684"/>
                </a:lnTo>
                <a:lnTo>
                  <a:pt x="269176" y="46289"/>
                </a:lnTo>
                <a:lnTo>
                  <a:pt x="268816" y="45902"/>
                </a:lnTo>
                <a:lnTo>
                  <a:pt x="268448" y="45523"/>
                </a:lnTo>
                <a:lnTo>
                  <a:pt x="268073" y="45151"/>
                </a:lnTo>
                <a:lnTo>
                  <a:pt x="267691" y="44787"/>
                </a:lnTo>
                <a:lnTo>
                  <a:pt x="267301" y="44431"/>
                </a:lnTo>
                <a:lnTo>
                  <a:pt x="266904" y="44082"/>
                </a:lnTo>
                <a:lnTo>
                  <a:pt x="266499" y="43742"/>
                </a:lnTo>
                <a:lnTo>
                  <a:pt x="266087" y="43409"/>
                </a:lnTo>
                <a:lnTo>
                  <a:pt x="265668" y="43084"/>
                </a:lnTo>
                <a:lnTo>
                  <a:pt x="265242" y="42766"/>
                </a:lnTo>
                <a:lnTo>
                  <a:pt x="264811" y="42455"/>
                </a:lnTo>
                <a:lnTo>
                  <a:pt x="264375" y="42151"/>
                </a:lnTo>
                <a:lnTo>
                  <a:pt x="263933" y="41854"/>
                </a:lnTo>
                <a:lnTo>
                  <a:pt x="263485" y="41564"/>
                </a:lnTo>
                <a:lnTo>
                  <a:pt x="263032" y="41281"/>
                </a:lnTo>
                <a:lnTo>
                  <a:pt x="262574" y="41006"/>
                </a:lnTo>
                <a:lnTo>
                  <a:pt x="262110" y="40737"/>
                </a:lnTo>
                <a:lnTo>
                  <a:pt x="261640" y="40476"/>
                </a:lnTo>
                <a:lnTo>
                  <a:pt x="261165" y="40221"/>
                </a:lnTo>
                <a:lnTo>
                  <a:pt x="260685" y="39974"/>
                </a:lnTo>
                <a:lnTo>
                  <a:pt x="260199" y="39733"/>
                </a:lnTo>
                <a:lnTo>
                  <a:pt x="259708" y="39500"/>
                </a:lnTo>
                <a:lnTo>
                  <a:pt x="259211" y="39274"/>
                </a:lnTo>
                <a:lnTo>
                  <a:pt x="258709" y="39054"/>
                </a:lnTo>
                <a:lnTo>
                  <a:pt x="258201" y="38842"/>
                </a:lnTo>
                <a:lnTo>
                  <a:pt x="257688" y="38637"/>
                </a:lnTo>
                <a:lnTo>
                  <a:pt x="257169" y="38439"/>
                </a:lnTo>
                <a:lnTo>
                  <a:pt x="256645" y="38248"/>
                </a:lnTo>
                <a:lnTo>
                  <a:pt x="256115" y="38064"/>
                </a:lnTo>
                <a:lnTo>
                  <a:pt x="255580" y="37887"/>
                </a:lnTo>
                <a:lnTo>
                  <a:pt x="255039" y="37718"/>
                </a:lnTo>
                <a:lnTo>
                  <a:pt x="254493" y="37555"/>
                </a:lnTo>
                <a:lnTo>
                  <a:pt x="253942" y="37399"/>
                </a:lnTo>
                <a:lnTo>
                  <a:pt x="253386" y="37250"/>
                </a:lnTo>
                <a:lnTo>
                  <a:pt x="252827" y="37107"/>
                </a:lnTo>
                <a:lnTo>
                  <a:pt x="252264" y="36971"/>
                </a:lnTo>
                <a:lnTo>
                  <a:pt x="251699" y="36841"/>
                </a:lnTo>
                <a:lnTo>
                  <a:pt x="251130" y="36717"/>
                </a:lnTo>
                <a:lnTo>
                  <a:pt x="250557" y="36600"/>
                </a:lnTo>
                <a:lnTo>
                  <a:pt x="249982" y="36489"/>
                </a:lnTo>
                <a:lnTo>
                  <a:pt x="249403" y="36385"/>
                </a:lnTo>
                <a:lnTo>
                  <a:pt x="248821" y="36286"/>
                </a:lnTo>
                <a:lnTo>
                  <a:pt x="248236" y="36194"/>
                </a:lnTo>
                <a:lnTo>
                  <a:pt x="247648" y="36109"/>
                </a:lnTo>
                <a:lnTo>
                  <a:pt x="247056" y="36030"/>
                </a:lnTo>
                <a:lnTo>
                  <a:pt x="246461" y="35957"/>
                </a:lnTo>
                <a:lnTo>
                  <a:pt x="245863" y="35890"/>
                </a:lnTo>
                <a:lnTo>
                  <a:pt x="245262" y="35830"/>
                </a:lnTo>
                <a:lnTo>
                  <a:pt x="244657" y="35776"/>
                </a:lnTo>
                <a:lnTo>
                  <a:pt x="244049" y="35728"/>
                </a:lnTo>
                <a:lnTo>
                  <a:pt x="243438" y="35687"/>
                </a:lnTo>
                <a:lnTo>
                  <a:pt x="242824" y="35652"/>
                </a:lnTo>
                <a:lnTo>
                  <a:pt x="242206" y="35624"/>
                </a:lnTo>
                <a:lnTo>
                  <a:pt x="241585" y="35602"/>
                </a:lnTo>
                <a:lnTo>
                  <a:pt x="240961" y="35586"/>
                </a:lnTo>
                <a:lnTo>
                  <a:pt x="240333" y="35576"/>
                </a:lnTo>
                <a:lnTo>
                  <a:pt x="239703" y="35573"/>
                </a:lnTo>
                <a:lnTo>
                  <a:pt x="239064" y="35576"/>
                </a:lnTo>
                <a:lnTo>
                  <a:pt x="238429" y="35585"/>
                </a:lnTo>
                <a:lnTo>
                  <a:pt x="237798" y="35599"/>
                </a:lnTo>
                <a:lnTo>
                  <a:pt x="237171" y="35620"/>
                </a:lnTo>
                <a:lnTo>
                  <a:pt x="236547" y="35646"/>
                </a:lnTo>
                <a:lnTo>
                  <a:pt x="235927" y="35678"/>
                </a:lnTo>
                <a:lnTo>
                  <a:pt x="235311" y="35716"/>
                </a:lnTo>
                <a:lnTo>
                  <a:pt x="234699" y="35759"/>
                </a:lnTo>
                <a:lnTo>
                  <a:pt x="234090" y="35809"/>
                </a:lnTo>
                <a:lnTo>
                  <a:pt x="233486" y="35864"/>
                </a:lnTo>
                <a:lnTo>
                  <a:pt x="232885" y="35925"/>
                </a:lnTo>
                <a:lnTo>
                  <a:pt x="232287" y="35992"/>
                </a:lnTo>
                <a:lnTo>
                  <a:pt x="231694" y="36065"/>
                </a:lnTo>
                <a:lnTo>
                  <a:pt x="231104" y="36143"/>
                </a:lnTo>
                <a:lnTo>
                  <a:pt x="230518" y="36227"/>
                </a:lnTo>
                <a:lnTo>
                  <a:pt x="229936" y="36318"/>
                </a:lnTo>
                <a:lnTo>
                  <a:pt x="229358" y="36414"/>
                </a:lnTo>
                <a:lnTo>
                  <a:pt x="228783" y="36515"/>
                </a:lnTo>
                <a:lnTo>
                  <a:pt x="228212" y="36623"/>
                </a:lnTo>
                <a:lnTo>
                  <a:pt x="227645" y="36736"/>
                </a:lnTo>
                <a:lnTo>
                  <a:pt x="227082" y="36856"/>
                </a:lnTo>
                <a:lnTo>
                  <a:pt x="226522" y="36981"/>
                </a:lnTo>
                <a:lnTo>
                  <a:pt x="225966" y="37112"/>
                </a:lnTo>
                <a:lnTo>
                  <a:pt x="225414" y="37248"/>
                </a:lnTo>
                <a:lnTo>
                  <a:pt x="224867" y="37390"/>
                </a:lnTo>
                <a:lnTo>
                  <a:pt x="224326" y="37539"/>
                </a:lnTo>
                <a:lnTo>
                  <a:pt x="223791" y="37692"/>
                </a:lnTo>
                <a:lnTo>
                  <a:pt x="223261" y="37852"/>
                </a:lnTo>
                <a:lnTo>
                  <a:pt x="222738" y="38018"/>
                </a:lnTo>
                <a:lnTo>
                  <a:pt x="222221" y="38189"/>
                </a:lnTo>
                <a:lnTo>
                  <a:pt x="221710" y="38366"/>
                </a:lnTo>
                <a:lnTo>
                  <a:pt x="221204" y="38549"/>
                </a:lnTo>
                <a:lnTo>
                  <a:pt x="220705" y="38738"/>
                </a:lnTo>
                <a:lnTo>
                  <a:pt x="220212" y="38933"/>
                </a:lnTo>
                <a:lnTo>
                  <a:pt x="219725" y="39134"/>
                </a:lnTo>
                <a:lnTo>
                  <a:pt x="219243" y="39340"/>
                </a:lnTo>
                <a:lnTo>
                  <a:pt x="218768" y="39552"/>
                </a:lnTo>
                <a:lnTo>
                  <a:pt x="218299" y="39770"/>
                </a:lnTo>
                <a:lnTo>
                  <a:pt x="217835" y="39994"/>
                </a:lnTo>
                <a:lnTo>
                  <a:pt x="217378" y="40224"/>
                </a:lnTo>
                <a:lnTo>
                  <a:pt x="216926" y="40459"/>
                </a:lnTo>
                <a:lnTo>
                  <a:pt x="216481" y="40700"/>
                </a:lnTo>
                <a:lnTo>
                  <a:pt x="216042" y="40948"/>
                </a:lnTo>
                <a:lnTo>
                  <a:pt x="215608" y="41201"/>
                </a:lnTo>
                <a:lnTo>
                  <a:pt x="215181" y="41459"/>
                </a:lnTo>
                <a:lnTo>
                  <a:pt x="214759" y="41724"/>
                </a:lnTo>
                <a:lnTo>
                  <a:pt x="214344" y="41994"/>
                </a:lnTo>
                <a:lnTo>
                  <a:pt x="213934" y="42271"/>
                </a:lnTo>
                <a:lnTo>
                  <a:pt x="213532" y="42553"/>
                </a:lnTo>
                <a:lnTo>
                  <a:pt x="213136" y="42840"/>
                </a:lnTo>
                <a:lnTo>
                  <a:pt x="212749" y="43134"/>
                </a:lnTo>
                <a:lnTo>
                  <a:pt x="212369" y="43433"/>
                </a:lnTo>
                <a:lnTo>
                  <a:pt x="211996" y="43738"/>
                </a:lnTo>
                <a:lnTo>
                  <a:pt x="211631" y="44049"/>
                </a:lnTo>
                <a:lnTo>
                  <a:pt x="211273" y="44366"/>
                </a:lnTo>
                <a:lnTo>
                  <a:pt x="210923" y="44688"/>
                </a:lnTo>
                <a:lnTo>
                  <a:pt x="210581" y="45017"/>
                </a:lnTo>
                <a:lnTo>
                  <a:pt x="210246" y="45351"/>
                </a:lnTo>
                <a:lnTo>
                  <a:pt x="209919" y="45691"/>
                </a:lnTo>
                <a:lnTo>
                  <a:pt x="209599" y="46037"/>
                </a:lnTo>
                <a:lnTo>
                  <a:pt x="209286" y="46388"/>
                </a:lnTo>
                <a:lnTo>
                  <a:pt x="208981" y="46746"/>
                </a:lnTo>
                <a:lnTo>
                  <a:pt x="208684" y="47109"/>
                </a:lnTo>
                <a:lnTo>
                  <a:pt x="208394" y="47478"/>
                </a:lnTo>
                <a:lnTo>
                  <a:pt x="208112" y="47853"/>
                </a:lnTo>
                <a:lnTo>
                  <a:pt x="207837" y="48234"/>
                </a:lnTo>
                <a:lnTo>
                  <a:pt x="207570" y="48620"/>
                </a:lnTo>
                <a:lnTo>
                  <a:pt x="207310" y="49013"/>
                </a:lnTo>
                <a:lnTo>
                  <a:pt x="207058" y="49411"/>
                </a:lnTo>
                <a:lnTo>
                  <a:pt x="206813" y="49815"/>
                </a:lnTo>
                <a:lnTo>
                  <a:pt x="206576" y="50225"/>
                </a:lnTo>
                <a:lnTo>
                  <a:pt x="206347" y="50640"/>
                </a:lnTo>
                <a:lnTo>
                  <a:pt x="206126" y="51062"/>
                </a:lnTo>
                <a:lnTo>
                  <a:pt x="205914" y="51488"/>
                </a:lnTo>
                <a:lnTo>
                  <a:pt x="205712" y="51921"/>
                </a:lnTo>
                <a:lnTo>
                  <a:pt x="205519" y="52358"/>
                </a:lnTo>
                <a:lnTo>
                  <a:pt x="205335" y="52801"/>
                </a:lnTo>
                <a:lnTo>
                  <a:pt x="205161" y="53250"/>
                </a:lnTo>
                <a:lnTo>
                  <a:pt x="204997" y="53704"/>
                </a:lnTo>
                <a:lnTo>
                  <a:pt x="204841" y="54164"/>
                </a:lnTo>
                <a:lnTo>
                  <a:pt x="204695" y="54629"/>
                </a:lnTo>
                <a:lnTo>
                  <a:pt x="204559" y="55099"/>
                </a:lnTo>
                <a:lnTo>
                  <a:pt x="204432" y="55575"/>
                </a:lnTo>
                <a:lnTo>
                  <a:pt x="204314" y="56056"/>
                </a:lnTo>
                <a:lnTo>
                  <a:pt x="204206" y="56543"/>
                </a:lnTo>
                <a:lnTo>
                  <a:pt x="204107" y="57035"/>
                </a:lnTo>
                <a:lnTo>
                  <a:pt x="204018" y="57533"/>
                </a:lnTo>
                <a:lnTo>
                  <a:pt x="203938" y="58036"/>
                </a:lnTo>
                <a:lnTo>
                  <a:pt x="203867" y="58545"/>
                </a:lnTo>
                <a:lnTo>
                  <a:pt x="203806" y="59059"/>
                </a:lnTo>
                <a:lnTo>
                  <a:pt x="203755" y="59579"/>
                </a:lnTo>
                <a:lnTo>
                  <a:pt x="203712" y="60104"/>
                </a:lnTo>
                <a:lnTo>
                  <a:pt x="203679" y="60635"/>
                </a:lnTo>
                <a:lnTo>
                  <a:pt x="203656" y="61171"/>
                </a:lnTo>
                <a:lnTo>
                  <a:pt x="203642" y="61712"/>
                </a:lnTo>
                <a:lnTo>
                  <a:pt x="203637" y="62259"/>
                </a:lnTo>
                <a:lnTo>
                  <a:pt x="203644" y="62956"/>
                </a:lnTo>
                <a:lnTo>
                  <a:pt x="203664" y="63643"/>
                </a:lnTo>
                <a:lnTo>
                  <a:pt x="203697" y="64319"/>
                </a:lnTo>
                <a:lnTo>
                  <a:pt x="203744" y="64986"/>
                </a:lnTo>
                <a:lnTo>
                  <a:pt x="203804" y="65643"/>
                </a:lnTo>
                <a:lnTo>
                  <a:pt x="203877" y="66289"/>
                </a:lnTo>
                <a:lnTo>
                  <a:pt x="203964" y="66926"/>
                </a:lnTo>
                <a:lnTo>
                  <a:pt x="204064" y="67552"/>
                </a:lnTo>
                <a:lnTo>
                  <a:pt x="204177" y="68169"/>
                </a:lnTo>
                <a:lnTo>
                  <a:pt x="204304" y="68775"/>
                </a:lnTo>
                <a:lnTo>
                  <a:pt x="204444" y="69372"/>
                </a:lnTo>
                <a:lnTo>
                  <a:pt x="204598" y="69958"/>
                </a:lnTo>
                <a:lnTo>
                  <a:pt x="204764" y="70535"/>
                </a:lnTo>
                <a:lnTo>
                  <a:pt x="204945" y="71101"/>
                </a:lnTo>
                <a:lnTo>
                  <a:pt x="205138" y="71657"/>
                </a:lnTo>
                <a:lnTo>
                  <a:pt x="205345" y="72203"/>
                </a:lnTo>
                <a:lnTo>
                  <a:pt x="205565" y="72739"/>
                </a:lnTo>
                <a:lnTo>
                  <a:pt x="205799" y="73266"/>
                </a:lnTo>
                <a:lnTo>
                  <a:pt x="206046" y="73782"/>
                </a:lnTo>
                <a:lnTo>
                  <a:pt x="206306" y="74288"/>
                </a:lnTo>
                <a:lnTo>
                  <a:pt x="206579" y="74784"/>
                </a:lnTo>
                <a:lnTo>
                  <a:pt x="206866" y="75270"/>
                </a:lnTo>
                <a:lnTo>
                  <a:pt x="207166" y="75746"/>
                </a:lnTo>
                <a:lnTo>
                  <a:pt x="207480" y="76212"/>
                </a:lnTo>
                <a:lnTo>
                  <a:pt x="207807" y="76669"/>
                </a:lnTo>
                <a:lnTo>
                  <a:pt x="208147" y="77120"/>
                </a:lnTo>
                <a:lnTo>
                  <a:pt x="208501" y="77564"/>
                </a:lnTo>
                <a:lnTo>
                  <a:pt x="208868" y="78002"/>
                </a:lnTo>
                <a:lnTo>
                  <a:pt x="209248" y="78432"/>
                </a:lnTo>
                <a:lnTo>
                  <a:pt x="209642" y="78856"/>
                </a:lnTo>
                <a:lnTo>
                  <a:pt x="210049" y="79274"/>
                </a:lnTo>
                <a:lnTo>
                  <a:pt x="210469" y="79684"/>
                </a:lnTo>
                <a:lnTo>
                  <a:pt x="210903" y="80088"/>
                </a:lnTo>
                <a:lnTo>
                  <a:pt x="211350" y="80486"/>
                </a:lnTo>
                <a:lnTo>
                  <a:pt x="211810" y="80876"/>
                </a:lnTo>
                <a:lnTo>
                  <a:pt x="212284" y="81260"/>
                </a:lnTo>
                <a:lnTo>
                  <a:pt x="212771" y="81637"/>
                </a:lnTo>
                <a:lnTo>
                  <a:pt x="213271" y="82008"/>
                </a:lnTo>
                <a:lnTo>
                  <a:pt x="213785" y="82372"/>
                </a:lnTo>
                <a:lnTo>
                  <a:pt x="214312" y="82729"/>
                </a:lnTo>
                <a:lnTo>
                  <a:pt x="214853" y="83079"/>
                </a:lnTo>
                <a:lnTo>
                  <a:pt x="215406" y="83423"/>
                </a:lnTo>
                <a:lnTo>
                  <a:pt x="215973" y="83760"/>
                </a:lnTo>
                <a:lnTo>
                  <a:pt x="216554" y="84091"/>
                </a:lnTo>
                <a:lnTo>
                  <a:pt x="217148" y="84414"/>
                </a:lnTo>
                <a:lnTo>
                  <a:pt x="217755" y="84731"/>
                </a:lnTo>
                <a:lnTo>
                  <a:pt x="218375" y="85041"/>
                </a:lnTo>
                <a:lnTo>
                  <a:pt x="219009" y="85345"/>
                </a:lnTo>
                <a:lnTo>
                  <a:pt x="219656" y="85644"/>
                </a:lnTo>
                <a:lnTo>
                  <a:pt x="220315" y="85939"/>
                </a:lnTo>
                <a:lnTo>
                  <a:pt x="220986" y="86232"/>
                </a:lnTo>
                <a:lnTo>
                  <a:pt x="221670" y="86521"/>
                </a:lnTo>
                <a:lnTo>
                  <a:pt x="222366" y="86808"/>
                </a:lnTo>
                <a:lnTo>
                  <a:pt x="223074" y="87091"/>
                </a:lnTo>
                <a:lnTo>
                  <a:pt x="223795" y="87372"/>
                </a:lnTo>
                <a:lnTo>
                  <a:pt x="224527" y="87649"/>
                </a:lnTo>
                <a:lnTo>
                  <a:pt x="225273" y="87924"/>
                </a:lnTo>
                <a:lnTo>
                  <a:pt x="226030" y="88196"/>
                </a:lnTo>
                <a:lnTo>
                  <a:pt x="226800" y="88464"/>
                </a:lnTo>
                <a:lnTo>
                  <a:pt x="227582" y="88730"/>
                </a:lnTo>
                <a:lnTo>
                  <a:pt x="228377" y="88993"/>
                </a:lnTo>
                <a:lnTo>
                  <a:pt x="229183" y="89252"/>
                </a:lnTo>
                <a:lnTo>
                  <a:pt x="230003" y="89509"/>
                </a:lnTo>
                <a:lnTo>
                  <a:pt x="230834" y="89763"/>
                </a:lnTo>
                <a:lnTo>
                  <a:pt x="231678" y="90014"/>
                </a:lnTo>
                <a:lnTo>
                  <a:pt x="232534" y="90261"/>
                </a:lnTo>
                <a:lnTo>
                  <a:pt x="233402" y="90506"/>
                </a:lnTo>
                <a:lnTo>
                  <a:pt x="234283" y="90748"/>
                </a:lnTo>
                <a:lnTo>
                  <a:pt x="235176" y="90987"/>
                </a:lnTo>
                <a:lnTo>
                  <a:pt x="236081" y="91223"/>
                </a:lnTo>
                <a:lnTo>
                  <a:pt x="236999" y="91456"/>
                </a:lnTo>
                <a:lnTo>
                  <a:pt x="237929" y="91686"/>
                </a:lnTo>
                <a:lnTo>
                  <a:pt x="239064" y="91965"/>
                </a:lnTo>
                <a:lnTo>
                  <a:pt x="240170" y="92245"/>
                </a:lnTo>
                <a:lnTo>
                  <a:pt x="241248" y="92526"/>
                </a:lnTo>
                <a:lnTo>
                  <a:pt x="242296" y="92807"/>
                </a:lnTo>
                <a:lnTo>
                  <a:pt x="243316" y="93089"/>
                </a:lnTo>
                <a:lnTo>
                  <a:pt x="244306" y="93372"/>
                </a:lnTo>
                <a:lnTo>
                  <a:pt x="245268" y="93656"/>
                </a:lnTo>
                <a:lnTo>
                  <a:pt x="246201" y="93940"/>
                </a:lnTo>
                <a:lnTo>
                  <a:pt x="247105" y="94225"/>
                </a:lnTo>
                <a:lnTo>
                  <a:pt x="247980" y="94511"/>
                </a:lnTo>
                <a:lnTo>
                  <a:pt x="248826" y="94797"/>
                </a:lnTo>
                <a:lnTo>
                  <a:pt x="249643" y="95084"/>
                </a:lnTo>
                <a:lnTo>
                  <a:pt x="250431" y="95372"/>
                </a:lnTo>
                <a:lnTo>
                  <a:pt x="251190" y="95661"/>
                </a:lnTo>
                <a:lnTo>
                  <a:pt x="251921" y="95950"/>
                </a:lnTo>
                <a:lnTo>
                  <a:pt x="252622" y="96240"/>
                </a:lnTo>
                <a:lnTo>
                  <a:pt x="253295" y="96531"/>
                </a:lnTo>
                <a:lnTo>
                  <a:pt x="253939" y="96823"/>
                </a:lnTo>
                <a:lnTo>
                  <a:pt x="254553" y="97115"/>
                </a:lnTo>
                <a:lnTo>
                  <a:pt x="255139" y="97408"/>
                </a:lnTo>
                <a:lnTo>
                  <a:pt x="255696" y="97701"/>
                </a:lnTo>
                <a:lnTo>
                  <a:pt x="256224" y="97996"/>
                </a:lnTo>
                <a:lnTo>
                  <a:pt x="256723" y="98291"/>
                </a:lnTo>
                <a:lnTo>
                  <a:pt x="257194" y="98586"/>
                </a:lnTo>
                <a:lnTo>
                  <a:pt x="257640" y="98889"/>
                </a:lnTo>
                <a:lnTo>
                  <a:pt x="258067" y="99204"/>
                </a:lnTo>
                <a:lnTo>
                  <a:pt x="258475" y="99533"/>
                </a:lnTo>
                <a:lnTo>
                  <a:pt x="258865" y="99874"/>
                </a:lnTo>
                <a:lnTo>
                  <a:pt x="259235" y="100229"/>
                </a:lnTo>
                <a:lnTo>
                  <a:pt x="259586" y="100596"/>
                </a:lnTo>
                <a:lnTo>
                  <a:pt x="259919" y="100977"/>
                </a:lnTo>
                <a:lnTo>
                  <a:pt x="260232" y="101371"/>
                </a:lnTo>
                <a:lnTo>
                  <a:pt x="260526" y="101778"/>
                </a:lnTo>
                <a:lnTo>
                  <a:pt x="260802" y="102197"/>
                </a:lnTo>
                <a:lnTo>
                  <a:pt x="261058" y="102630"/>
                </a:lnTo>
                <a:lnTo>
                  <a:pt x="261295" y="103076"/>
                </a:lnTo>
                <a:lnTo>
                  <a:pt x="261514" y="103535"/>
                </a:lnTo>
                <a:lnTo>
                  <a:pt x="261713" y="104007"/>
                </a:lnTo>
                <a:lnTo>
                  <a:pt x="261893" y="104492"/>
                </a:lnTo>
                <a:lnTo>
                  <a:pt x="262055" y="104990"/>
                </a:lnTo>
                <a:lnTo>
                  <a:pt x="262197" y="105501"/>
                </a:lnTo>
                <a:lnTo>
                  <a:pt x="262321" y="106025"/>
                </a:lnTo>
                <a:lnTo>
                  <a:pt x="262425" y="106563"/>
                </a:lnTo>
                <a:lnTo>
                  <a:pt x="262511" y="107113"/>
                </a:lnTo>
                <a:lnTo>
                  <a:pt x="262577" y="107676"/>
                </a:lnTo>
                <a:lnTo>
                  <a:pt x="262625" y="108253"/>
                </a:lnTo>
                <a:lnTo>
                  <a:pt x="262653" y="108842"/>
                </a:lnTo>
                <a:lnTo>
                  <a:pt x="262663" y="109444"/>
                </a:lnTo>
                <a:lnTo>
                  <a:pt x="262652" y="110162"/>
                </a:lnTo>
                <a:lnTo>
                  <a:pt x="262620" y="110863"/>
                </a:lnTo>
                <a:lnTo>
                  <a:pt x="262568" y="111547"/>
                </a:lnTo>
                <a:lnTo>
                  <a:pt x="262494" y="112213"/>
                </a:lnTo>
                <a:lnTo>
                  <a:pt x="262399" y="112863"/>
                </a:lnTo>
                <a:lnTo>
                  <a:pt x="262284" y="113495"/>
                </a:lnTo>
                <a:lnTo>
                  <a:pt x="262147" y="114110"/>
                </a:lnTo>
                <a:lnTo>
                  <a:pt x="261989" y="114708"/>
                </a:lnTo>
                <a:lnTo>
                  <a:pt x="261810" y="115289"/>
                </a:lnTo>
                <a:lnTo>
                  <a:pt x="261610" y="115853"/>
                </a:lnTo>
                <a:lnTo>
                  <a:pt x="261389" y="116400"/>
                </a:lnTo>
                <a:lnTo>
                  <a:pt x="261147" y="116930"/>
                </a:lnTo>
                <a:lnTo>
                  <a:pt x="260884" y="117442"/>
                </a:lnTo>
                <a:lnTo>
                  <a:pt x="260600" y="117937"/>
                </a:lnTo>
                <a:lnTo>
                  <a:pt x="260295" y="118416"/>
                </a:lnTo>
                <a:lnTo>
                  <a:pt x="259969" y="118877"/>
                </a:lnTo>
                <a:lnTo>
                  <a:pt x="259622" y="119321"/>
                </a:lnTo>
                <a:lnTo>
                  <a:pt x="259254" y="119748"/>
                </a:lnTo>
                <a:lnTo>
                  <a:pt x="258864" y="120158"/>
                </a:lnTo>
                <a:lnTo>
                  <a:pt x="258454" y="120550"/>
                </a:lnTo>
                <a:lnTo>
                  <a:pt x="258023" y="120926"/>
                </a:lnTo>
                <a:lnTo>
                  <a:pt x="257570" y="121284"/>
                </a:lnTo>
                <a:lnTo>
                  <a:pt x="257097" y="121625"/>
                </a:lnTo>
                <a:lnTo>
                  <a:pt x="256602" y="121950"/>
                </a:lnTo>
                <a:lnTo>
                  <a:pt x="256092" y="122259"/>
                </a:lnTo>
                <a:lnTo>
                  <a:pt x="255569" y="122555"/>
                </a:lnTo>
                <a:lnTo>
                  <a:pt x="255036" y="122837"/>
                </a:lnTo>
                <a:lnTo>
                  <a:pt x="254491" y="123107"/>
                </a:lnTo>
                <a:lnTo>
                  <a:pt x="253934" y="123363"/>
                </a:lnTo>
                <a:lnTo>
                  <a:pt x="253366" y="123607"/>
                </a:lnTo>
                <a:lnTo>
                  <a:pt x="252786" y="123837"/>
                </a:lnTo>
                <a:lnTo>
                  <a:pt x="252195" y="124054"/>
                </a:lnTo>
                <a:lnTo>
                  <a:pt x="251593" y="124258"/>
                </a:lnTo>
                <a:lnTo>
                  <a:pt x="250979" y="124448"/>
                </a:lnTo>
                <a:lnTo>
                  <a:pt x="250354" y="124626"/>
                </a:lnTo>
                <a:lnTo>
                  <a:pt x="249717" y="124790"/>
                </a:lnTo>
                <a:lnTo>
                  <a:pt x="249068" y="124942"/>
                </a:lnTo>
                <a:lnTo>
                  <a:pt x="248409" y="125080"/>
                </a:lnTo>
                <a:lnTo>
                  <a:pt x="247738" y="125205"/>
                </a:lnTo>
                <a:lnTo>
                  <a:pt x="247055" y="125316"/>
                </a:lnTo>
                <a:lnTo>
                  <a:pt x="246361" y="125415"/>
                </a:lnTo>
                <a:lnTo>
                  <a:pt x="245655" y="125501"/>
                </a:lnTo>
                <a:lnTo>
                  <a:pt x="244938" y="125573"/>
                </a:lnTo>
                <a:lnTo>
                  <a:pt x="244209" y="125632"/>
                </a:lnTo>
                <a:lnTo>
                  <a:pt x="243469" y="125678"/>
                </a:lnTo>
                <a:lnTo>
                  <a:pt x="242718" y="125711"/>
                </a:lnTo>
                <a:lnTo>
                  <a:pt x="241955" y="125731"/>
                </a:lnTo>
                <a:lnTo>
                  <a:pt x="241181" y="125737"/>
                </a:lnTo>
                <a:lnTo>
                  <a:pt x="240316" y="125729"/>
                </a:lnTo>
                <a:lnTo>
                  <a:pt x="239464" y="125704"/>
                </a:lnTo>
                <a:lnTo>
                  <a:pt x="238624" y="125662"/>
                </a:lnTo>
                <a:lnTo>
                  <a:pt x="237796" y="125604"/>
                </a:lnTo>
                <a:lnTo>
                  <a:pt x="236980" y="125529"/>
                </a:lnTo>
                <a:lnTo>
                  <a:pt x="236177" y="125437"/>
                </a:lnTo>
                <a:lnTo>
                  <a:pt x="235385" y="125329"/>
                </a:lnTo>
                <a:lnTo>
                  <a:pt x="234606" y="125204"/>
                </a:lnTo>
                <a:lnTo>
                  <a:pt x="233839" y="125062"/>
                </a:lnTo>
                <a:lnTo>
                  <a:pt x="233084" y="124904"/>
                </a:lnTo>
                <a:lnTo>
                  <a:pt x="232341" y="124729"/>
                </a:lnTo>
                <a:lnTo>
                  <a:pt x="231610" y="124537"/>
                </a:lnTo>
                <a:lnTo>
                  <a:pt x="230891" y="124329"/>
                </a:lnTo>
                <a:lnTo>
                  <a:pt x="230185" y="124104"/>
                </a:lnTo>
                <a:lnTo>
                  <a:pt x="229491" y="123862"/>
                </a:lnTo>
                <a:lnTo>
                  <a:pt x="228808" y="123604"/>
                </a:lnTo>
                <a:lnTo>
                  <a:pt x="228138" y="123329"/>
                </a:lnTo>
                <a:lnTo>
                  <a:pt x="227481" y="123037"/>
                </a:lnTo>
                <a:lnTo>
                  <a:pt x="226835" y="122729"/>
                </a:lnTo>
                <a:lnTo>
                  <a:pt x="226201" y="122403"/>
                </a:lnTo>
                <a:lnTo>
                  <a:pt x="225580" y="122062"/>
                </a:lnTo>
                <a:lnTo>
                  <a:pt x="224971" y="121703"/>
                </a:lnTo>
                <a:lnTo>
                  <a:pt x="224373" y="121328"/>
                </a:lnTo>
                <a:lnTo>
                  <a:pt x="223788" y="120937"/>
                </a:lnTo>
                <a:lnTo>
                  <a:pt x="223222" y="120524"/>
                </a:lnTo>
                <a:lnTo>
                  <a:pt x="222679" y="120088"/>
                </a:lnTo>
                <a:lnTo>
                  <a:pt x="222160" y="119628"/>
                </a:lnTo>
                <a:lnTo>
                  <a:pt x="221666" y="119143"/>
                </a:lnTo>
                <a:lnTo>
                  <a:pt x="221195" y="118634"/>
                </a:lnTo>
                <a:lnTo>
                  <a:pt x="220749" y="118101"/>
                </a:lnTo>
                <a:lnTo>
                  <a:pt x="220327" y="117544"/>
                </a:lnTo>
                <a:lnTo>
                  <a:pt x="219929" y="116962"/>
                </a:lnTo>
                <a:lnTo>
                  <a:pt x="219555" y="116356"/>
                </a:lnTo>
                <a:lnTo>
                  <a:pt x="219205" y="115727"/>
                </a:lnTo>
                <a:lnTo>
                  <a:pt x="218880" y="115073"/>
                </a:lnTo>
                <a:lnTo>
                  <a:pt x="218578" y="114394"/>
                </a:lnTo>
                <a:lnTo>
                  <a:pt x="218301" y="113692"/>
                </a:lnTo>
                <a:lnTo>
                  <a:pt x="218047" y="112965"/>
                </a:lnTo>
                <a:lnTo>
                  <a:pt x="217818" y="112215"/>
                </a:lnTo>
                <a:lnTo>
                  <a:pt x="217613" y="111440"/>
                </a:lnTo>
                <a:lnTo>
                  <a:pt x="217432" y="110641"/>
                </a:lnTo>
                <a:lnTo>
                  <a:pt x="217276" y="109817"/>
                </a:lnTo>
                <a:lnTo>
                  <a:pt x="217143" y="108970"/>
                </a:lnTo>
                <a:lnTo>
                  <a:pt x="217034" y="108098"/>
                </a:lnTo>
                <a:lnTo>
                  <a:pt x="216950" y="107202"/>
                </a:lnTo>
                <a:lnTo>
                  <a:pt x="216890" y="106282"/>
                </a:lnTo>
                <a:lnTo>
                  <a:pt x="216853" y="105338"/>
                </a:lnTo>
                <a:lnTo>
                  <a:pt x="216841" y="104369"/>
                </a:lnTo>
                <a:lnTo>
                  <a:pt x="200976" y="104369"/>
                </a:lnTo>
                <a:lnTo>
                  <a:pt x="200982" y="105126"/>
                </a:lnTo>
                <a:lnTo>
                  <a:pt x="200998" y="105873"/>
                </a:lnTo>
                <a:lnTo>
                  <a:pt x="201025" y="106611"/>
                </a:lnTo>
                <a:lnTo>
                  <a:pt x="201063" y="107339"/>
                </a:lnTo>
                <a:lnTo>
                  <a:pt x="201111" y="108058"/>
                </a:lnTo>
                <a:lnTo>
                  <a:pt x="201170" y="108768"/>
                </a:lnTo>
                <a:lnTo>
                  <a:pt x="201240" y="109469"/>
                </a:lnTo>
                <a:lnTo>
                  <a:pt x="201321" y="110160"/>
                </a:lnTo>
                <a:lnTo>
                  <a:pt x="201413" y="110842"/>
                </a:lnTo>
                <a:lnTo>
                  <a:pt x="201515" y="111514"/>
                </a:lnTo>
                <a:lnTo>
                  <a:pt x="201628" y="112177"/>
                </a:lnTo>
                <a:lnTo>
                  <a:pt x="201752" y="112831"/>
                </a:lnTo>
                <a:lnTo>
                  <a:pt x="201887" y="113475"/>
                </a:lnTo>
                <a:lnTo>
                  <a:pt x="202033" y="114110"/>
                </a:lnTo>
                <a:lnTo>
                  <a:pt x="202189" y="114736"/>
                </a:lnTo>
                <a:lnTo>
                  <a:pt x="202356" y="115353"/>
                </a:lnTo>
                <a:lnTo>
                  <a:pt x="202534" y="115960"/>
                </a:lnTo>
                <a:lnTo>
                  <a:pt x="202722" y="116557"/>
                </a:lnTo>
                <a:lnTo>
                  <a:pt x="202922" y="117146"/>
                </a:lnTo>
                <a:lnTo>
                  <a:pt x="203132" y="117725"/>
                </a:lnTo>
                <a:lnTo>
                  <a:pt x="203353" y="118295"/>
                </a:lnTo>
                <a:lnTo>
                  <a:pt x="203585" y="118855"/>
                </a:lnTo>
                <a:lnTo>
                  <a:pt x="203827" y="119406"/>
                </a:lnTo>
                <a:lnTo>
                  <a:pt x="204080" y="119948"/>
                </a:lnTo>
                <a:lnTo>
                  <a:pt x="204343" y="120481"/>
                </a:lnTo>
                <a:lnTo>
                  <a:pt x="204614" y="121005"/>
                </a:lnTo>
                <a:lnTo>
                  <a:pt x="204894" y="121520"/>
                </a:lnTo>
                <a:lnTo>
                  <a:pt x="205182" y="122026"/>
                </a:lnTo>
                <a:lnTo>
                  <a:pt x="205478" y="122524"/>
                </a:lnTo>
                <a:lnTo>
                  <a:pt x="205783" y="123014"/>
                </a:lnTo>
                <a:lnTo>
                  <a:pt x="206096" y="123495"/>
                </a:lnTo>
                <a:lnTo>
                  <a:pt x="206418" y="123967"/>
                </a:lnTo>
                <a:lnTo>
                  <a:pt x="206748" y="124430"/>
                </a:lnTo>
                <a:lnTo>
                  <a:pt x="207086" y="124885"/>
                </a:lnTo>
                <a:lnTo>
                  <a:pt x="207433" y="125331"/>
                </a:lnTo>
                <a:lnTo>
                  <a:pt x="207788" y="125769"/>
                </a:lnTo>
                <a:lnTo>
                  <a:pt x="208151" y="126198"/>
                </a:lnTo>
                <a:lnTo>
                  <a:pt x="208523" y="126618"/>
                </a:lnTo>
                <a:lnTo>
                  <a:pt x="208903" y="127030"/>
                </a:lnTo>
                <a:lnTo>
                  <a:pt x="209292" y="127433"/>
                </a:lnTo>
                <a:lnTo>
                  <a:pt x="209689" y="127827"/>
                </a:lnTo>
                <a:lnTo>
                  <a:pt x="210094" y="128213"/>
                </a:lnTo>
                <a:lnTo>
                  <a:pt x="210508" y="128591"/>
                </a:lnTo>
                <a:lnTo>
                  <a:pt x="210930" y="128959"/>
                </a:lnTo>
                <a:lnTo>
                  <a:pt x="211361" y="129319"/>
                </a:lnTo>
                <a:lnTo>
                  <a:pt x="211800" y="129670"/>
                </a:lnTo>
                <a:lnTo>
                  <a:pt x="212247" y="130013"/>
                </a:lnTo>
                <a:lnTo>
                  <a:pt x="212703" y="130347"/>
                </a:lnTo>
                <a:lnTo>
                  <a:pt x="213165" y="130673"/>
                </a:lnTo>
                <a:lnTo>
                  <a:pt x="213634" y="130992"/>
                </a:lnTo>
                <a:lnTo>
                  <a:pt x="214109" y="131303"/>
                </a:lnTo>
                <a:lnTo>
                  <a:pt x="214590" y="131607"/>
                </a:lnTo>
                <a:lnTo>
                  <a:pt x="215077" y="131903"/>
                </a:lnTo>
                <a:lnTo>
                  <a:pt x="215570" y="132192"/>
                </a:lnTo>
                <a:lnTo>
                  <a:pt x="216068" y="132474"/>
                </a:lnTo>
                <a:lnTo>
                  <a:pt x="216573" y="132748"/>
                </a:lnTo>
                <a:lnTo>
                  <a:pt x="217084" y="133015"/>
                </a:lnTo>
                <a:lnTo>
                  <a:pt x="217601" y="133275"/>
                </a:lnTo>
                <a:lnTo>
                  <a:pt x="218123" y="133527"/>
                </a:lnTo>
                <a:lnTo>
                  <a:pt x="218652" y="133771"/>
                </a:lnTo>
                <a:lnTo>
                  <a:pt x="219187" y="134009"/>
                </a:lnTo>
                <a:lnTo>
                  <a:pt x="219727" y="134239"/>
                </a:lnTo>
                <a:lnTo>
                  <a:pt x="220274" y="134461"/>
                </a:lnTo>
                <a:lnTo>
                  <a:pt x="220827" y="134676"/>
                </a:lnTo>
                <a:lnTo>
                  <a:pt x="221385" y="134884"/>
                </a:lnTo>
                <a:lnTo>
                  <a:pt x="221950" y="135084"/>
                </a:lnTo>
                <a:lnTo>
                  <a:pt x="222521" y="135277"/>
                </a:lnTo>
                <a:lnTo>
                  <a:pt x="223097" y="135462"/>
                </a:lnTo>
                <a:lnTo>
                  <a:pt x="223680" y="135640"/>
                </a:lnTo>
                <a:lnTo>
                  <a:pt x="224268" y="135811"/>
                </a:lnTo>
                <a:lnTo>
                  <a:pt x="224863" y="135974"/>
                </a:lnTo>
                <a:lnTo>
                  <a:pt x="225464" y="136130"/>
                </a:lnTo>
                <a:lnTo>
                  <a:pt x="226069" y="136279"/>
                </a:lnTo>
                <a:lnTo>
                  <a:pt x="226677" y="136422"/>
                </a:lnTo>
                <a:lnTo>
                  <a:pt x="227287" y="136558"/>
                </a:lnTo>
                <a:lnTo>
                  <a:pt x="227901" y="136688"/>
                </a:lnTo>
                <a:lnTo>
                  <a:pt x="228518" y="136812"/>
                </a:lnTo>
                <a:lnTo>
                  <a:pt x="229137" y="136929"/>
                </a:lnTo>
                <a:lnTo>
                  <a:pt x="229760" y="137040"/>
                </a:lnTo>
                <a:lnTo>
                  <a:pt x="230385" y="137145"/>
                </a:lnTo>
                <a:lnTo>
                  <a:pt x="231013" y="137243"/>
                </a:lnTo>
                <a:lnTo>
                  <a:pt x="231645" y="137335"/>
                </a:lnTo>
                <a:lnTo>
                  <a:pt x="232279" y="137421"/>
                </a:lnTo>
                <a:lnTo>
                  <a:pt x="232916" y="137500"/>
                </a:lnTo>
                <a:lnTo>
                  <a:pt x="233556" y="137573"/>
                </a:lnTo>
                <a:lnTo>
                  <a:pt x="234198" y="137639"/>
                </a:lnTo>
                <a:lnTo>
                  <a:pt x="234844" y="137700"/>
                </a:lnTo>
                <a:lnTo>
                  <a:pt x="235493" y="137753"/>
                </a:lnTo>
                <a:lnTo>
                  <a:pt x="236144" y="137801"/>
                </a:lnTo>
                <a:lnTo>
                  <a:pt x="236799" y="137842"/>
                </a:lnTo>
                <a:lnTo>
                  <a:pt x="237456" y="137877"/>
                </a:lnTo>
                <a:lnTo>
                  <a:pt x="238116" y="137906"/>
                </a:lnTo>
                <a:lnTo>
                  <a:pt x="238780" y="137928"/>
                </a:lnTo>
                <a:lnTo>
                  <a:pt x="239446" y="137944"/>
                </a:lnTo>
                <a:lnTo>
                  <a:pt x="240115" y="137953"/>
                </a:lnTo>
                <a:lnTo>
                  <a:pt x="240787" y="137956"/>
                </a:lnTo>
                <a:lnTo>
                  <a:pt x="241458" y="137953"/>
                </a:lnTo>
                <a:lnTo>
                  <a:pt x="242125" y="137944"/>
                </a:lnTo>
                <a:lnTo>
                  <a:pt x="242789" y="137929"/>
                </a:lnTo>
                <a:lnTo>
                  <a:pt x="243449" y="137908"/>
                </a:lnTo>
                <a:lnTo>
                  <a:pt x="244104" y="137881"/>
                </a:lnTo>
                <a:close/>
                <a:moveTo>
                  <a:pt x="345009" y="137881"/>
                </a:moveTo>
                <a:lnTo>
                  <a:pt x="345661" y="137849"/>
                </a:lnTo>
                <a:lnTo>
                  <a:pt x="346309" y="137810"/>
                </a:lnTo>
                <a:lnTo>
                  <a:pt x="346953" y="137765"/>
                </a:lnTo>
                <a:lnTo>
                  <a:pt x="347593" y="137714"/>
                </a:lnTo>
                <a:lnTo>
                  <a:pt x="348229" y="137657"/>
                </a:lnTo>
                <a:lnTo>
                  <a:pt x="348861" y="137594"/>
                </a:lnTo>
                <a:lnTo>
                  <a:pt x="349489" y="137525"/>
                </a:lnTo>
                <a:lnTo>
                  <a:pt x="350113" y="137450"/>
                </a:lnTo>
                <a:lnTo>
                  <a:pt x="350733" y="137370"/>
                </a:lnTo>
                <a:lnTo>
                  <a:pt x="351349" y="137283"/>
                </a:lnTo>
                <a:lnTo>
                  <a:pt x="351962" y="137190"/>
                </a:lnTo>
                <a:lnTo>
                  <a:pt x="352570" y="137091"/>
                </a:lnTo>
                <a:lnTo>
                  <a:pt x="353175" y="136986"/>
                </a:lnTo>
                <a:lnTo>
                  <a:pt x="353775" y="136876"/>
                </a:lnTo>
                <a:lnTo>
                  <a:pt x="354372" y="136759"/>
                </a:lnTo>
                <a:lnTo>
                  <a:pt x="354965" y="136636"/>
                </a:lnTo>
                <a:lnTo>
                  <a:pt x="355553" y="136507"/>
                </a:lnTo>
                <a:lnTo>
                  <a:pt x="356138" y="136373"/>
                </a:lnTo>
                <a:lnTo>
                  <a:pt x="356719" y="136232"/>
                </a:lnTo>
                <a:lnTo>
                  <a:pt x="357295" y="136085"/>
                </a:lnTo>
                <a:lnTo>
                  <a:pt x="357865" y="135931"/>
                </a:lnTo>
                <a:lnTo>
                  <a:pt x="358428" y="135771"/>
                </a:lnTo>
                <a:lnTo>
                  <a:pt x="358986" y="135605"/>
                </a:lnTo>
                <a:lnTo>
                  <a:pt x="359537" y="135432"/>
                </a:lnTo>
                <a:lnTo>
                  <a:pt x="360082" y="135252"/>
                </a:lnTo>
                <a:lnTo>
                  <a:pt x="360621" y="135066"/>
                </a:lnTo>
                <a:lnTo>
                  <a:pt x="361153" y="134874"/>
                </a:lnTo>
                <a:lnTo>
                  <a:pt x="361680" y="134674"/>
                </a:lnTo>
                <a:lnTo>
                  <a:pt x="362200" y="134469"/>
                </a:lnTo>
                <a:lnTo>
                  <a:pt x="362715" y="134257"/>
                </a:lnTo>
                <a:lnTo>
                  <a:pt x="363223" y="134038"/>
                </a:lnTo>
                <a:lnTo>
                  <a:pt x="363725" y="133813"/>
                </a:lnTo>
                <a:lnTo>
                  <a:pt x="364221" y="133581"/>
                </a:lnTo>
                <a:lnTo>
                  <a:pt x="364710" y="133343"/>
                </a:lnTo>
                <a:lnTo>
                  <a:pt x="365194" y="133098"/>
                </a:lnTo>
                <a:lnTo>
                  <a:pt x="365671" y="132846"/>
                </a:lnTo>
                <a:lnTo>
                  <a:pt x="366142" y="132589"/>
                </a:lnTo>
                <a:lnTo>
                  <a:pt x="366607" y="132324"/>
                </a:lnTo>
                <a:lnTo>
                  <a:pt x="367066" y="132053"/>
                </a:lnTo>
                <a:lnTo>
                  <a:pt x="367519" y="131776"/>
                </a:lnTo>
                <a:lnTo>
                  <a:pt x="367965" y="131492"/>
                </a:lnTo>
                <a:lnTo>
                  <a:pt x="368405" y="131202"/>
                </a:lnTo>
                <a:lnTo>
                  <a:pt x="368840" y="130905"/>
                </a:lnTo>
                <a:lnTo>
                  <a:pt x="369267" y="130601"/>
                </a:lnTo>
                <a:lnTo>
                  <a:pt x="369686" y="130290"/>
                </a:lnTo>
                <a:lnTo>
                  <a:pt x="370098" y="129972"/>
                </a:lnTo>
                <a:lnTo>
                  <a:pt x="370501" y="129647"/>
                </a:lnTo>
                <a:lnTo>
                  <a:pt x="370897" y="129315"/>
                </a:lnTo>
                <a:lnTo>
                  <a:pt x="371285" y="128976"/>
                </a:lnTo>
                <a:lnTo>
                  <a:pt x="371665" y="128630"/>
                </a:lnTo>
                <a:lnTo>
                  <a:pt x="372037" y="128277"/>
                </a:lnTo>
                <a:lnTo>
                  <a:pt x="372401" y="127917"/>
                </a:lnTo>
                <a:lnTo>
                  <a:pt x="372757" y="127550"/>
                </a:lnTo>
                <a:lnTo>
                  <a:pt x="373106" y="127176"/>
                </a:lnTo>
                <a:lnTo>
                  <a:pt x="373446" y="126794"/>
                </a:lnTo>
                <a:lnTo>
                  <a:pt x="373779" y="126406"/>
                </a:lnTo>
                <a:lnTo>
                  <a:pt x="374104" y="126011"/>
                </a:lnTo>
                <a:lnTo>
                  <a:pt x="374421" y="125608"/>
                </a:lnTo>
                <a:lnTo>
                  <a:pt x="374730" y="125199"/>
                </a:lnTo>
                <a:lnTo>
                  <a:pt x="375031" y="124782"/>
                </a:lnTo>
                <a:lnTo>
                  <a:pt x="375325" y="124359"/>
                </a:lnTo>
                <a:lnTo>
                  <a:pt x="375610" y="123928"/>
                </a:lnTo>
                <a:lnTo>
                  <a:pt x="375888" y="123490"/>
                </a:lnTo>
                <a:lnTo>
                  <a:pt x="376158" y="123046"/>
                </a:lnTo>
                <a:lnTo>
                  <a:pt x="376420" y="122594"/>
                </a:lnTo>
                <a:lnTo>
                  <a:pt x="376674" y="122135"/>
                </a:lnTo>
                <a:lnTo>
                  <a:pt x="376920" y="121669"/>
                </a:lnTo>
                <a:lnTo>
                  <a:pt x="377157" y="121196"/>
                </a:lnTo>
                <a:lnTo>
                  <a:pt x="377384" y="120716"/>
                </a:lnTo>
                <a:lnTo>
                  <a:pt x="377601" y="120229"/>
                </a:lnTo>
                <a:lnTo>
                  <a:pt x="377808" y="119734"/>
                </a:lnTo>
                <a:lnTo>
                  <a:pt x="378005" y="119232"/>
                </a:lnTo>
                <a:lnTo>
                  <a:pt x="378192" y="118723"/>
                </a:lnTo>
                <a:lnTo>
                  <a:pt x="378368" y="118207"/>
                </a:lnTo>
                <a:lnTo>
                  <a:pt x="378535" y="117684"/>
                </a:lnTo>
                <a:lnTo>
                  <a:pt x="378691" y="117153"/>
                </a:lnTo>
                <a:lnTo>
                  <a:pt x="378838" y="116615"/>
                </a:lnTo>
                <a:lnTo>
                  <a:pt x="378974" y="116070"/>
                </a:lnTo>
                <a:lnTo>
                  <a:pt x="379100" y="115518"/>
                </a:lnTo>
                <a:lnTo>
                  <a:pt x="379216" y="114958"/>
                </a:lnTo>
                <a:lnTo>
                  <a:pt x="379322" y="114391"/>
                </a:lnTo>
                <a:lnTo>
                  <a:pt x="379418" y="113817"/>
                </a:lnTo>
                <a:lnTo>
                  <a:pt x="379504" y="113236"/>
                </a:lnTo>
                <a:lnTo>
                  <a:pt x="379580" y="112648"/>
                </a:lnTo>
                <a:lnTo>
                  <a:pt x="379645" y="112052"/>
                </a:lnTo>
                <a:lnTo>
                  <a:pt x="379701" y="111449"/>
                </a:lnTo>
                <a:lnTo>
                  <a:pt x="379746" y="110839"/>
                </a:lnTo>
                <a:lnTo>
                  <a:pt x="379781" y="110222"/>
                </a:lnTo>
                <a:lnTo>
                  <a:pt x="379807" y="109597"/>
                </a:lnTo>
                <a:lnTo>
                  <a:pt x="379822" y="108965"/>
                </a:lnTo>
                <a:lnTo>
                  <a:pt x="379827" y="108326"/>
                </a:lnTo>
                <a:lnTo>
                  <a:pt x="379820" y="107588"/>
                </a:lnTo>
                <a:lnTo>
                  <a:pt x="379801" y="106860"/>
                </a:lnTo>
                <a:lnTo>
                  <a:pt x="379769" y="106144"/>
                </a:lnTo>
                <a:lnTo>
                  <a:pt x="379724" y="105439"/>
                </a:lnTo>
                <a:lnTo>
                  <a:pt x="379666" y="104744"/>
                </a:lnTo>
                <a:lnTo>
                  <a:pt x="379596" y="104061"/>
                </a:lnTo>
                <a:lnTo>
                  <a:pt x="379512" y="103389"/>
                </a:lnTo>
                <a:lnTo>
                  <a:pt x="379416" y="102729"/>
                </a:lnTo>
                <a:lnTo>
                  <a:pt x="379307" y="102079"/>
                </a:lnTo>
                <a:lnTo>
                  <a:pt x="379185" y="101440"/>
                </a:lnTo>
                <a:lnTo>
                  <a:pt x="379051" y="100813"/>
                </a:lnTo>
                <a:lnTo>
                  <a:pt x="378903" y="100196"/>
                </a:lnTo>
                <a:lnTo>
                  <a:pt x="378743" y="99591"/>
                </a:lnTo>
                <a:lnTo>
                  <a:pt x="378569" y="98997"/>
                </a:lnTo>
                <a:lnTo>
                  <a:pt x="378383" y="98414"/>
                </a:lnTo>
                <a:lnTo>
                  <a:pt x="378184" y="97842"/>
                </a:lnTo>
                <a:lnTo>
                  <a:pt x="377973" y="97281"/>
                </a:lnTo>
                <a:lnTo>
                  <a:pt x="377748" y="96731"/>
                </a:lnTo>
                <a:lnTo>
                  <a:pt x="377511" y="96192"/>
                </a:lnTo>
                <a:lnTo>
                  <a:pt x="377261" y="95665"/>
                </a:lnTo>
                <a:lnTo>
                  <a:pt x="376998" y="95148"/>
                </a:lnTo>
                <a:lnTo>
                  <a:pt x="376722" y="94643"/>
                </a:lnTo>
                <a:lnTo>
                  <a:pt x="376433" y="94149"/>
                </a:lnTo>
                <a:lnTo>
                  <a:pt x="376132" y="93666"/>
                </a:lnTo>
                <a:lnTo>
                  <a:pt x="375817" y="93191"/>
                </a:lnTo>
                <a:lnTo>
                  <a:pt x="375491" y="92724"/>
                </a:lnTo>
                <a:lnTo>
                  <a:pt x="375152" y="92265"/>
                </a:lnTo>
                <a:lnTo>
                  <a:pt x="374800" y="91812"/>
                </a:lnTo>
                <a:lnTo>
                  <a:pt x="374436" y="91367"/>
                </a:lnTo>
                <a:lnTo>
                  <a:pt x="374059" y="90929"/>
                </a:lnTo>
                <a:lnTo>
                  <a:pt x="373670" y="90498"/>
                </a:lnTo>
                <a:lnTo>
                  <a:pt x="373268" y="90074"/>
                </a:lnTo>
                <a:lnTo>
                  <a:pt x="372854" y="89658"/>
                </a:lnTo>
                <a:lnTo>
                  <a:pt x="372428" y="89249"/>
                </a:lnTo>
                <a:lnTo>
                  <a:pt x="371989" y="88847"/>
                </a:lnTo>
                <a:lnTo>
                  <a:pt x="371537" y="88452"/>
                </a:lnTo>
                <a:lnTo>
                  <a:pt x="371073" y="88065"/>
                </a:lnTo>
                <a:lnTo>
                  <a:pt x="370597" y="87684"/>
                </a:lnTo>
                <a:lnTo>
                  <a:pt x="370108" y="87311"/>
                </a:lnTo>
                <a:lnTo>
                  <a:pt x="369606" y="86946"/>
                </a:lnTo>
                <a:lnTo>
                  <a:pt x="369092" y="86587"/>
                </a:lnTo>
                <a:lnTo>
                  <a:pt x="368566" y="86236"/>
                </a:lnTo>
                <a:lnTo>
                  <a:pt x="368027" y="85892"/>
                </a:lnTo>
                <a:lnTo>
                  <a:pt x="367475" y="85555"/>
                </a:lnTo>
                <a:lnTo>
                  <a:pt x="366911" y="85225"/>
                </a:lnTo>
                <a:lnTo>
                  <a:pt x="366335" y="84903"/>
                </a:lnTo>
                <a:lnTo>
                  <a:pt x="365746" y="84588"/>
                </a:lnTo>
                <a:lnTo>
                  <a:pt x="365144" y="84280"/>
                </a:lnTo>
                <a:lnTo>
                  <a:pt x="364531" y="83977"/>
                </a:lnTo>
                <a:lnTo>
                  <a:pt x="363905" y="83678"/>
                </a:lnTo>
                <a:lnTo>
                  <a:pt x="363267" y="83382"/>
                </a:lnTo>
                <a:lnTo>
                  <a:pt x="362618" y="83090"/>
                </a:lnTo>
                <a:lnTo>
                  <a:pt x="361956" y="82802"/>
                </a:lnTo>
                <a:lnTo>
                  <a:pt x="361283" y="82517"/>
                </a:lnTo>
                <a:lnTo>
                  <a:pt x="360597" y="82235"/>
                </a:lnTo>
                <a:lnTo>
                  <a:pt x="359900" y="81957"/>
                </a:lnTo>
                <a:lnTo>
                  <a:pt x="359190" y="81683"/>
                </a:lnTo>
                <a:lnTo>
                  <a:pt x="358469" y="81412"/>
                </a:lnTo>
                <a:lnTo>
                  <a:pt x="357736" y="81145"/>
                </a:lnTo>
                <a:lnTo>
                  <a:pt x="356990" y="80881"/>
                </a:lnTo>
                <a:lnTo>
                  <a:pt x="356233" y="80620"/>
                </a:lnTo>
                <a:lnTo>
                  <a:pt x="355463" y="80364"/>
                </a:lnTo>
                <a:lnTo>
                  <a:pt x="354682" y="80110"/>
                </a:lnTo>
                <a:lnTo>
                  <a:pt x="353889" y="79860"/>
                </a:lnTo>
                <a:lnTo>
                  <a:pt x="353084" y="79614"/>
                </a:lnTo>
                <a:lnTo>
                  <a:pt x="352266" y="79371"/>
                </a:lnTo>
                <a:lnTo>
                  <a:pt x="351437" y="79132"/>
                </a:lnTo>
                <a:lnTo>
                  <a:pt x="350596" y="78896"/>
                </a:lnTo>
                <a:lnTo>
                  <a:pt x="349743" y="78664"/>
                </a:lnTo>
                <a:lnTo>
                  <a:pt x="348878" y="78435"/>
                </a:lnTo>
                <a:lnTo>
                  <a:pt x="348001" y="78210"/>
                </a:lnTo>
                <a:lnTo>
                  <a:pt x="347111" y="77988"/>
                </a:lnTo>
                <a:lnTo>
                  <a:pt x="346297" y="77786"/>
                </a:lnTo>
                <a:lnTo>
                  <a:pt x="345497" y="77584"/>
                </a:lnTo>
                <a:lnTo>
                  <a:pt x="344711" y="77383"/>
                </a:lnTo>
                <a:lnTo>
                  <a:pt x="343939" y="77184"/>
                </a:lnTo>
                <a:lnTo>
                  <a:pt x="343181" y="76985"/>
                </a:lnTo>
                <a:lnTo>
                  <a:pt x="342437" y="76787"/>
                </a:lnTo>
                <a:lnTo>
                  <a:pt x="341707" y="76589"/>
                </a:lnTo>
                <a:lnTo>
                  <a:pt x="340991" y="76393"/>
                </a:lnTo>
                <a:lnTo>
                  <a:pt x="340289" y="76198"/>
                </a:lnTo>
                <a:lnTo>
                  <a:pt x="339601" y="76003"/>
                </a:lnTo>
                <a:lnTo>
                  <a:pt x="338927" y="75809"/>
                </a:lnTo>
                <a:lnTo>
                  <a:pt x="338267" y="75617"/>
                </a:lnTo>
                <a:lnTo>
                  <a:pt x="337622" y="75425"/>
                </a:lnTo>
                <a:lnTo>
                  <a:pt x="336990" y="75234"/>
                </a:lnTo>
                <a:lnTo>
                  <a:pt x="336372" y="75044"/>
                </a:lnTo>
                <a:lnTo>
                  <a:pt x="335768" y="74854"/>
                </a:lnTo>
                <a:lnTo>
                  <a:pt x="335179" y="74666"/>
                </a:lnTo>
                <a:lnTo>
                  <a:pt x="334603" y="74479"/>
                </a:lnTo>
                <a:lnTo>
                  <a:pt x="334041" y="74292"/>
                </a:lnTo>
                <a:lnTo>
                  <a:pt x="333494" y="74106"/>
                </a:lnTo>
                <a:lnTo>
                  <a:pt x="332960" y="73921"/>
                </a:lnTo>
                <a:lnTo>
                  <a:pt x="332441" y="73738"/>
                </a:lnTo>
                <a:lnTo>
                  <a:pt x="331935" y="73555"/>
                </a:lnTo>
                <a:lnTo>
                  <a:pt x="331444" y="73372"/>
                </a:lnTo>
                <a:lnTo>
                  <a:pt x="330965" y="73190"/>
                </a:lnTo>
                <a:lnTo>
                  <a:pt x="330498" y="73005"/>
                </a:lnTo>
                <a:lnTo>
                  <a:pt x="330042" y="72818"/>
                </a:lnTo>
                <a:lnTo>
                  <a:pt x="329599" y="72629"/>
                </a:lnTo>
                <a:lnTo>
                  <a:pt x="329167" y="72439"/>
                </a:lnTo>
                <a:lnTo>
                  <a:pt x="328746" y="72246"/>
                </a:lnTo>
                <a:lnTo>
                  <a:pt x="328337" y="72051"/>
                </a:lnTo>
                <a:lnTo>
                  <a:pt x="327940" y="71855"/>
                </a:lnTo>
                <a:lnTo>
                  <a:pt x="327554" y="71657"/>
                </a:lnTo>
                <a:lnTo>
                  <a:pt x="327180" y="71456"/>
                </a:lnTo>
                <a:lnTo>
                  <a:pt x="326818" y="71254"/>
                </a:lnTo>
                <a:lnTo>
                  <a:pt x="326467" y="71050"/>
                </a:lnTo>
                <a:lnTo>
                  <a:pt x="326128" y="70844"/>
                </a:lnTo>
                <a:lnTo>
                  <a:pt x="325801" y="70636"/>
                </a:lnTo>
                <a:lnTo>
                  <a:pt x="325485" y="70426"/>
                </a:lnTo>
                <a:lnTo>
                  <a:pt x="325181" y="70214"/>
                </a:lnTo>
                <a:lnTo>
                  <a:pt x="324888" y="70000"/>
                </a:lnTo>
                <a:lnTo>
                  <a:pt x="324607" y="69784"/>
                </a:lnTo>
                <a:lnTo>
                  <a:pt x="324338" y="69566"/>
                </a:lnTo>
                <a:lnTo>
                  <a:pt x="324080" y="69347"/>
                </a:lnTo>
                <a:lnTo>
                  <a:pt x="323834" y="69125"/>
                </a:lnTo>
                <a:lnTo>
                  <a:pt x="323600" y="68901"/>
                </a:lnTo>
                <a:lnTo>
                  <a:pt x="323377" y="68676"/>
                </a:lnTo>
                <a:lnTo>
                  <a:pt x="323166" y="68449"/>
                </a:lnTo>
                <a:lnTo>
                  <a:pt x="322965" y="68218"/>
                </a:lnTo>
                <a:lnTo>
                  <a:pt x="322773" y="67983"/>
                </a:lnTo>
                <a:lnTo>
                  <a:pt x="322589" y="67744"/>
                </a:lnTo>
                <a:lnTo>
                  <a:pt x="322413" y="67501"/>
                </a:lnTo>
                <a:lnTo>
                  <a:pt x="322247" y="67254"/>
                </a:lnTo>
                <a:lnTo>
                  <a:pt x="322088" y="67002"/>
                </a:lnTo>
                <a:lnTo>
                  <a:pt x="321939" y="66746"/>
                </a:lnTo>
                <a:lnTo>
                  <a:pt x="321798" y="66486"/>
                </a:lnTo>
                <a:lnTo>
                  <a:pt x="321665" y="66222"/>
                </a:lnTo>
                <a:lnTo>
                  <a:pt x="321541" y="65953"/>
                </a:lnTo>
                <a:lnTo>
                  <a:pt x="321426" y="65681"/>
                </a:lnTo>
                <a:lnTo>
                  <a:pt x="321319" y="65404"/>
                </a:lnTo>
                <a:lnTo>
                  <a:pt x="321220" y="65123"/>
                </a:lnTo>
                <a:lnTo>
                  <a:pt x="321130" y="64837"/>
                </a:lnTo>
                <a:lnTo>
                  <a:pt x="321049" y="64548"/>
                </a:lnTo>
                <a:lnTo>
                  <a:pt x="320976" y="64254"/>
                </a:lnTo>
                <a:lnTo>
                  <a:pt x="320912" y="63956"/>
                </a:lnTo>
                <a:lnTo>
                  <a:pt x="320857" y="63653"/>
                </a:lnTo>
                <a:lnTo>
                  <a:pt x="320810" y="63347"/>
                </a:lnTo>
                <a:lnTo>
                  <a:pt x="320771" y="63036"/>
                </a:lnTo>
                <a:lnTo>
                  <a:pt x="320741" y="62721"/>
                </a:lnTo>
                <a:lnTo>
                  <a:pt x="320720" y="62402"/>
                </a:lnTo>
                <a:lnTo>
                  <a:pt x="320707" y="62078"/>
                </a:lnTo>
                <a:lnTo>
                  <a:pt x="320703" y="61751"/>
                </a:lnTo>
                <a:lnTo>
                  <a:pt x="320712" y="61167"/>
                </a:lnTo>
                <a:lnTo>
                  <a:pt x="320741" y="60595"/>
                </a:lnTo>
                <a:lnTo>
                  <a:pt x="320789" y="60037"/>
                </a:lnTo>
                <a:lnTo>
                  <a:pt x="320856" y="59492"/>
                </a:lnTo>
                <a:lnTo>
                  <a:pt x="320942" y="58960"/>
                </a:lnTo>
                <a:lnTo>
                  <a:pt x="321048" y="58441"/>
                </a:lnTo>
                <a:lnTo>
                  <a:pt x="321172" y="57935"/>
                </a:lnTo>
                <a:lnTo>
                  <a:pt x="321316" y="57442"/>
                </a:lnTo>
                <a:lnTo>
                  <a:pt x="321479" y="56962"/>
                </a:lnTo>
                <a:lnTo>
                  <a:pt x="321661" y="56495"/>
                </a:lnTo>
                <a:lnTo>
                  <a:pt x="321862" y="56041"/>
                </a:lnTo>
                <a:lnTo>
                  <a:pt x="322082" y="55601"/>
                </a:lnTo>
                <a:lnTo>
                  <a:pt x="322322" y="55173"/>
                </a:lnTo>
                <a:lnTo>
                  <a:pt x="322580" y="54758"/>
                </a:lnTo>
                <a:lnTo>
                  <a:pt x="322858" y="54356"/>
                </a:lnTo>
                <a:lnTo>
                  <a:pt x="323155" y="53968"/>
                </a:lnTo>
                <a:lnTo>
                  <a:pt x="323471" y="53592"/>
                </a:lnTo>
                <a:lnTo>
                  <a:pt x="323807" y="53229"/>
                </a:lnTo>
                <a:lnTo>
                  <a:pt x="324161" y="52880"/>
                </a:lnTo>
                <a:lnTo>
                  <a:pt x="324535" y="52543"/>
                </a:lnTo>
                <a:lnTo>
                  <a:pt x="324928" y="52220"/>
                </a:lnTo>
                <a:lnTo>
                  <a:pt x="325340" y="51909"/>
                </a:lnTo>
                <a:lnTo>
                  <a:pt x="325771" y="51612"/>
                </a:lnTo>
                <a:lnTo>
                  <a:pt x="326221" y="51327"/>
                </a:lnTo>
                <a:lnTo>
                  <a:pt x="326687" y="51055"/>
                </a:lnTo>
                <a:lnTo>
                  <a:pt x="327164" y="50794"/>
                </a:lnTo>
                <a:lnTo>
                  <a:pt x="327653" y="50545"/>
                </a:lnTo>
                <a:lnTo>
                  <a:pt x="328153" y="50307"/>
                </a:lnTo>
                <a:lnTo>
                  <a:pt x="328666" y="50081"/>
                </a:lnTo>
                <a:lnTo>
                  <a:pt x="329189" y="49867"/>
                </a:lnTo>
                <a:lnTo>
                  <a:pt x="329725" y="49664"/>
                </a:lnTo>
                <a:lnTo>
                  <a:pt x="330272" y="49473"/>
                </a:lnTo>
                <a:lnTo>
                  <a:pt x="330831" y="49293"/>
                </a:lnTo>
                <a:lnTo>
                  <a:pt x="331401" y="49125"/>
                </a:lnTo>
                <a:lnTo>
                  <a:pt x="331983" y="48968"/>
                </a:lnTo>
                <a:lnTo>
                  <a:pt x="332577" y="48824"/>
                </a:lnTo>
                <a:lnTo>
                  <a:pt x="333182" y="48690"/>
                </a:lnTo>
                <a:lnTo>
                  <a:pt x="333799" y="48569"/>
                </a:lnTo>
                <a:lnTo>
                  <a:pt x="334428" y="48459"/>
                </a:lnTo>
                <a:lnTo>
                  <a:pt x="335068" y="48360"/>
                </a:lnTo>
                <a:lnTo>
                  <a:pt x="335719" y="48273"/>
                </a:lnTo>
                <a:lnTo>
                  <a:pt x="336383" y="48198"/>
                </a:lnTo>
                <a:lnTo>
                  <a:pt x="337058" y="48134"/>
                </a:lnTo>
                <a:lnTo>
                  <a:pt x="337745" y="48082"/>
                </a:lnTo>
                <a:lnTo>
                  <a:pt x="338443" y="48041"/>
                </a:lnTo>
                <a:lnTo>
                  <a:pt x="339153" y="48012"/>
                </a:lnTo>
                <a:lnTo>
                  <a:pt x="339875" y="47995"/>
                </a:lnTo>
                <a:lnTo>
                  <a:pt x="340608" y="47989"/>
                </a:lnTo>
                <a:lnTo>
                  <a:pt x="341334" y="47997"/>
                </a:lnTo>
                <a:lnTo>
                  <a:pt x="342051" y="48020"/>
                </a:lnTo>
                <a:lnTo>
                  <a:pt x="342759" y="48059"/>
                </a:lnTo>
                <a:lnTo>
                  <a:pt x="343457" y="48113"/>
                </a:lnTo>
                <a:lnTo>
                  <a:pt x="344147" y="48182"/>
                </a:lnTo>
                <a:lnTo>
                  <a:pt x="344827" y="48267"/>
                </a:lnTo>
                <a:lnTo>
                  <a:pt x="345497" y="48367"/>
                </a:lnTo>
                <a:lnTo>
                  <a:pt x="346159" y="48483"/>
                </a:lnTo>
                <a:lnTo>
                  <a:pt x="346811" y="48614"/>
                </a:lnTo>
                <a:lnTo>
                  <a:pt x="347454" y="48761"/>
                </a:lnTo>
                <a:lnTo>
                  <a:pt x="348088" y="48923"/>
                </a:lnTo>
                <a:lnTo>
                  <a:pt x="348713" y="49101"/>
                </a:lnTo>
                <a:lnTo>
                  <a:pt x="349328" y="49294"/>
                </a:lnTo>
                <a:lnTo>
                  <a:pt x="349934" y="49502"/>
                </a:lnTo>
                <a:lnTo>
                  <a:pt x="350531" y="49726"/>
                </a:lnTo>
                <a:lnTo>
                  <a:pt x="351119" y="49965"/>
                </a:lnTo>
                <a:lnTo>
                  <a:pt x="351697" y="50220"/>
                </a:lnTo>
                <a:lnTo>
                  <a:pt x="352266" y="50490"/>
                </a:lnTo>
                <a:lnTo>
                  <a:pt x="352826" y="50776"/>
                </a:lnTo>
                <a:lnTo>
                  <a:pt x="353377" y="51077"/>
                </a:lnTo>
                <a:lnTo>
                  <a:pt x="353918" y="51394"/>
                </a:lnTo>
                <a:lnTo>
                  <a:pt x="354451" y="51725"/>
                </a:lnTo>
                <a:lnTo>
                  <a:pt x="354974" y="52073"/>
                </a:lnTo>
                <a:lnTo>
                  <a:pt x="355487" y="52436"/>
                </a:lnTo>
                <a:lnTo>
                  <a:pt x="355986" y="52817"/>
                </a:lnTo>
                <a:lnTo>
                  <a:pt x="356463" y="53221"/>
                </a:lnTo>
                <a:lnTo>
                  <a:pt x="356919" y="53646"/>
                </a:lnTo>
                <a:lnTo>
                  <a:pt x="357354" y="54093"/>
                </a:lnTo>
                <a:lnTo>
                  <a:pt x="357768" y="54562"/>
                </a:lnTo>
                <a:lnTo>
                  <a:pt x="358160" y="55053"/>
                </a:lnTo>
                <a:lnTo>
                  <a:pt x="358532" y="55566"/>
                </a:lnTo>
                <a:lnTo>
                  <a:pt x="358882" y="56101"/>
                </a:lnTo>
                <a:lnTo>
                  <a:pt x="359210" y="56658"/>
                </a:lnTo>
                <a:lnTo>
                  <a:pt x="359518" y="57237"/>
                </a:lnTo>
                <a:lnTo>
                  <a:pt x="359804" y="57837"/>
                </a:lnTo>
                <a:lnTo>
                  <a:pt x="360070" y="58460"/>
                </a:lnTo>
                <a:lnTo>
                  <a:pt x="360313" y="59104"/>
                </a:lnTo>
                <a:lnTo>
                  <a:pt x="360536" y="59770"/>
                </a:lnTo>
                <a:lnTo>
                  <a:pt x="360738" y="60459"/>
                </a:lnTo>
                <a:lnTo>
                  <a:pt x="360918" y="61169"/>
                </a:lnTo>
                <a:lnTo>
                  <a:pt x="361077" y="61901"/>
                </a:lnTo>
                <a:lnTo>
                  <a:pt x="361215" y="62655"/>
                </a:lnTo>
                <a:lnTo>
                  <a:pt x="361332" y="63431"/>
                </a:lnTo>
                <a:lnTo>
                  <a:pt x="361427" y="64228"/>
                </a:lnTo>
                <a:lnTo>
                  <a:pt x="361501" y="65048"/>
                </a:lnTo>
                <a:lnTo>
                  <a:pt x="361554" y="65890"/>
                </a:lnTo>
                <a:lnTo>
                  <a:pt x="361586" y="66753"/>
                </a:lnTo>
                <a:lnTo>
                  <a:pt x="361597" y="67639"/>
                </a:lnTo>
                <a:lnTo>
                  <a:pt x="377560" y="67639"/>
                </a:lnTo>
                <a:lnTo>
                  <a:pt x="377555" y="66933"/>
                </a:lnTo>
                <a:lnTo>
                  <a:pt x="377540" y="66235"/>
                </a:lnTo>
                <a:lnTo>
                  <a:pt x="377514" y="65546"/>
                </a:lnTo>
                <a:lnTo>
                  <a:pt x="377478" y="64865"/>
                </a:lnTo>
                <a:lnTo>
                  <a:pt x="377432" y="64193"/>
                </a:lnTo>
                <a:lnTo>
                  <a:pt x="377376" y="63529"/>
                </a:lnTo>
                <a:lnTo>
                  <a:pt x="377309" y="62874"/>
                </a:lnTo>
                <a:lnTo>
                  <a:pt x="377232" y="62227"/>
                </a:lnTo>
                <a:lnTo>
                  <a:pt x="377145" y="61588"/>
                </a:lnTo>
                <a:lnTo>
                  <a:pt x="377047" y="60958"/>
                </a:lnTo>
                <a:lnTo>
                  <a:pt x="376939" y="60337"/>
                </a:lnTo>
                <a:lnTo>
                  <a:pt x="376821" y="59724"/>
                </a:lnTo>
                <a:lnTo>
                  <a:pt x="376693" y="59119"/>
                </a:lnTo>
                <a:lnTo>
                  <a:pt x="376554" y="58523"/>
                </a:lnTo>
                <a:lnTo>
                  <a:pt x="376406" y="57935"/>
                </a:lnTo>
                <a:lnTo>
                  <a:pt x="376247" y="57356"/>
                </a:lnTo>
                <a:lnTo>
                  <a:pt x="376077" y="56785"/>
                </a:lnTo>
                <a:lnTo>
                  <a:pt x="375898" y="56223"/>
                </a:lnTo>
                <a:lnTo>
                  <a:pt x="375708" y="55669"/>
                </a:lnTo>
                <a:lnTo>
                  <a:pt x="375507" y="55124"/>
                </a:lnTo>
                <a:lnTo>
                  <a:pt x="375297" y="54587"/>
                </a:lnTo>
                <a:lnTo>
                  <a:pt x="375076" y="54059"/>
                </a:lnTo>
                <a:lnTo>
                  <a:pt x="374845" y="53539"/>
                </a:lnTo>
                <a:lnTo>
                  <a:pt x="374604" y="53027"/>
                </a:lnTo>
                <a:lnTo>
                  <a:pt x="374354" y="52524"/>
                </a:lnTo>
                <a:lnTo>
                  <a:pt x="374097" y="52028"/>
                </a:lnTo>
                <a:lnTo>
                  <a:pt x="373832" y="51540"/>
                </a:lnTo>
                <a:lnTo>
                  <a:pt x="373560" y="51060"/>
                </a:lnTo>
                <a:lnTo>
                  <a:pt x="373280" y="50587"/>
                </a:lnTo>
                <a:lnTo>
                  <a:pt x="372994" y="50123"/>
                </a:lnTo>
                <a:lnTo>
                  <a:pt x="372700" y="49666"/>
                </a:lnTo>
                <a:lnTo>
                  <a:pt x="372398" y="49216"/>
                </a:lnTo>
                <a:lnTo>
                  <a:pt x="372089" y="48775"/>
                </a:lnTo>
                <a:lnTo>
                  <a:pt x="371773" y="48341"/>
                </a:lnTo>
                <a:lnTo>
                  <a:pt x="371449" y="47915"/>
                </a:lnTo>
                <a:lnTo>
                  <a:pt x="371118" y="47497"/>
                </a:lnTo>
                <a:lnTo>
                  <a:pt x="370780" y="47087"/>
                </a:lnTo>
                <a:lnTo>
                  <a:pt x="370434" y="46684"/>
                </a:lnTo>
                <a:lnTo>
                  <a:pt x="370081" y="46289"/>
                </a:lnTo>
                <a:lnTo>
                  <a:pt x="369721" y="45902"/>
                </a:lnTo>
                <a:lnTo>
                  <a:pt x="369353" y="45523"/>
                </a:lnTo>
                <a:lnTo>
                  <a:pt x="368978" y="45151"/>
                </a:lnTo>
                <a:lnTo>
                  <a:pt x="368596" y="44787"/>
                </a:lnTo>
                <a:lnTo>
                  <a:pt x="368206" y="44431"/>
                </a:lnTo>
                <a:lnTo>
                  <a:pt x="367809" y="44082"/>
                </a:lnTo>
                <a:lnTo>
                  <a:pt x="367404" y="43742"/>
                </a:lnTo>
                <a:lnTo>
                  <a:pt x="366992" y="43409"/>
                </a:lnTo>
                <a:lnTo>
                  <a:pt x="366573" y="43084"/>
                </a:lnTo>
                <a:lnTo>
                  <a:pt x="366148" y="42766"/>
                </a:lnTo>
                <a:lnTo>
                  <a:pt x="365716" y="42455"/>
                </a:lnTo>
                <a:lnTo>
                  <a:pt x="365280" y="42151"/>
                </a:lnTo>
                <a:lnTo>
                  <a:pt x="364838" y="41854"/>
                </a:lnTo>
                <a:lnTo>
                  <a:pt x="364390" y="41564"/>
                </a:lnTo>
                <a:lnTo>
                  <a:pt x="363937" y="41281"/>
                </a:lnTo>
                <a:lnTo>
                  <a:pt x="363479" y="41006"/>
                </a:lnTo>
                <a:lnTo>
                  <a:pt x="363015" y="40737"/>
                </a:lnTo>
                <a:lnTo>
                  <a:pt x="362545" y="40476"/>
                </a:lnTo>
                <a:lnTo>
                  <a:pt x="362070" y="40221"/>
                </a:lnTo>
                <a:lnTo>
                  <a:pt x="361590" y="39974"/>
                </a:lnTo>
                <a:lnTo>
                  <a:pt x="361104" y="39733"/>
                </a:lnTo>
                <a:lnTo>
                  <a:pt x="360613" y="39500"/>
                </a:lnTo>
                <a:lnTo>
                  <a:pt x="360116" y="39274"/>
                </a:lnTo>
                <a:lnTo>
                  <a:pt x="359614" y="39054"/>
                </a:lnTo>
                <a:lnTo>
                  <a:pt x="359106" y="38842"/>
                </a:lnTo>
                <a:lnTo>
                  <a:pt x="358593" y="38637"/>
                </a:lnTo>
                <a:lnTo>
                  <a:pt x="358074" y="38439"/>
                </a:lnTo>
                <a:lnTo>
                  <a:pt x="357550" y="38248"/>
                </a:lnTo>
                <a:lnTo>
                  <a:pt x="357020" y="38064"/>
                </a:lnTo>
                <a:lnTo>
                  <a:pt x="356485" y="37887"/>
                </a:lnTo>
                <a:lnTo>
                  <a:pt x="355945" y="37718"/>
                </a:lnTo>
                <a:lnTo>
                  <a:pt x="355398" y="37555"/>
                </a:lnTo>
                <a:lnTo>
                  <a:pt x="354847" y="37399"/>
                </a:lnTo>
                <a:lnTo>
                  <a:pt x="354291" y="37250"/>
                </a:lnTo>
                <a:lnTo>
                  <a:pt x="353732" y="37107"/>
                </a:lnTo>
                <a:lnTo>
                  <a:pt x="353169" y="36971"/>
                </a:lnTo>
                <a:lnTo>
                  <a:pt x="352604" y="36841"/>
                </a:lnTo>
                <a:lnTo>
                  <a:pt x="352035" y="36717"/>
                </a:lnTo>
                <a:lnTo>
                  <a:pt x="351463" y="36600"/>
                </a:lnTo>
                <a:lnTo>
                  <a:pt x="350887" y="36489"/>
                </a:lnTo>
                <a:lnTo>
                  <a:pt x="350309" y="36385"/>
                </a:lnTo>
                <a:lnTo>
                  <a:pt x="349727" y="36286"/>
                </a:lnTo>
                <a:lnTo>
                  <a:pt x="349141" y="36194"/>
                </a:lnTo>
                <a:lnTo>
                  <a:pt x="348553" y="36109"/>
                </a:lnTo>
                <a:lnTo>
                  <a:pt x="347961" y="36030"/>
                </a:lnTo>
                <a:lnTo>
                  <a:pt x="347366" y="35957"/>
                </a:lnTo>
                <a:lnTo>
                  <a:pt x="346768" y="35890"/>
                </a:lnTo>
                <a:lnTo>
                  <a:pt x="346167" y="35830"/>
                </a:lnTo>
                <a:lnTo>
                  <a:pt x="345562" y="35776"/>
                </a:lnTo>
                <a:lnTo>
                  <a:pt x="344954" y="35728"/>
                </a:lnTo>
                <a:lnTo>
                  <a:pt x="344343" y="35687"/>
                </a:lnTo>
                <a:lnTo>
                  <a:pt x="343729" y="35652"/>
                </a:lnTo>
                <a:lnTo>
                  <a:pt x="343111" y="35624"/>
                </a:lnTo>
                <a:lnTo>
                  <a:pt x="342490" y="35602"/>
                </a:lnTo>
                <a:lnTo>
                  <a:pt x="341866" y="35586"/>
                </a:lnTo>
                <a:lnTo>
                  <a:pt x="341239" y="35576"/>
                </a:lnTo>
                <a:lnTo>
                  <a:pt x="340608" y="35573"/>
                </a:lnTo>
                <a:lnTo>
                  <a:pt x="339969" y="35576"/>
                </a:lnTo>
                <a:lnTo>
                  <a:pt x="339334" y="35585"/>
                </a:lnTo>
                <a:lnTo>
                  <a:pt x="338703" y="35599"/>
                </a:lnTo>
                <a:lnTo>
                  <a:pt x="338076" y="35620"/>
                </a:lnTo>
                <a:lnTo>
                  <a:pt x="337452" y="35646"/>
                </a:lnTo>
                <a:lnTo>
                  <a:pt x="336833" y="35678"/>
                </a:lnTo>
                <a:lnTo>
                  <a:pt x="336216" y="35716"/>
                </a:lnTo>
                <a:lnTo>
                  <a:pt x="335604" y="35759"/>
                </a:lnTo>
                <a:lnTo>
                  <a:pt x="334996" y="35809"/>
                </a:lnTo>
                <a:lnTo>
                  <a:pt x="334391" y="35864"/>
                </a:lnTo>
                <a:lnTo>
                  <a:pt x="333790" y="35925"/>
                </a:lnTo>
                <a:lnTo>
                  <a:pt x="333193" y="35992"/>
                </a:lnTo>
                <a:lnTo>
                  <a:pt x="332599" y="36065"/>
                </a:lnTo>
                <a:lnTo>
                  <a:pt x="332010" y="36143"/>
                </a:lnTo>
                <a:lnTo>
                  <a:pt x="331424" y="36227"/>
                </a:lnTo>
                <a:lnTo>
                  <a:pt x="330841" y="36318"/>
                </a:lnTo>
                <a:lnTo>
                  <a:pt x="330263" y="36414"/>
                </a:lnTo>
                <a:lnTo>
                  <a:pt x="329688" y="36515"/>
                </a:lnTo>
                <a:lnTo>
                  <a:pt x="329117" y="36623"/>
                </a:lnTo>
                <a:lnTo>
                  <a:pt x="328550" y="36736"/>
                </a:lnTo>
                <a:lnTo>
                  <a:pt x="327987" y="36856"/>
                </a:lnTo>
                <a:lnTo>
                  <a:pt x="327427" y="36981"/>
                </a:lnTo>
                <a:lnTo>
                  <a:pt x="326872" y="37112"/>
                </a:lnTo>
                <a:lnTo>
                  <a:pt x="326319" y="37248"/>
                </a:lnTo>
                <a:lnTo>
                  <a:pt x="325772" y="37390"/>
                </a:lnTo>
                <a:lnTo>
                  <a:pt x="325231" y="37539"/>
                </a:lnTo>
                <a:lnTo>
                  <a:pt x="324696" y="37692"/>
                </a:lnTo>
                <a:lnTo>
                  <a:pt x="324167" y="37852"/>
                </a:lnTo>
                <a:lnTo>
                  <a:pt x="323643" y="38018"/>
                </a:lnTo>
                <a:lnTo>
                  <a:pt x="323126" y="38189"/>
                </a:lnTo>
                <a:lnTo>
                  <a:pt x="322615" y="38366"/>
                </a:lnTo>
                <a:lnTo>
                  <a:pt x="322110" y="38549"/>
                </a:lnTo>
                <a:lnTo>
                  <a:pt x="321610" y="38738"/>
                </a:lnTo>
                <a:lnTo>
                  <a:pt x="321117" y="38933"/>
                </a:lnTo>
                <a:lnTo>
                  <a:pt x="320630" y="39134"/>
                </a:lnTo>
                <a:lnTo>
                  <a:pt x="320148" y="39340"/>
                </a:lnTo>
                <a:lnTo>
                  <a:pt x="319673" y="39552"/>
                </a:lnTo>
                <a:lnTo>
                  <a:pt x="319204" y="39770"/>
                </a:lnTo>
                <a:lnTo>
                  <a:pt x="318740" y="39994"/>
                </a:lnTo>
                <a:lnTo>
                  <a:pt x="318283" y="40224"/>
                </a:lnTo>
                <a:lnTo>
                  <a:pt x="317832" y="40459"/>
                </a:lnTo>
                <a:lnTo>
                  <a:pt x="317386" y="40700"/>
                </a:lnTo>
                <a:lnTo>
                  <a:pt x="316947" y="40948"/>
                </a:lnTo>
                <a:lnTo>
                  <a:pt x="316513" y="41201"/>
                </a:lnTo>
                <a:lnTo>
                  <a:pt x="316086" y="41459"/>
                </a:lnTo>
                <a:lnTo>
                  <a:pt x="315664" y="41724"/>
                </a:lnTo>
                <a:lnTo>
                  <a:pt x="315249" y="41994"/>
                </a:lnTo>
                <a:lnTo>
                  <a:pt x="314840" y="42271"/>
                </a:lnTo>
                <a:lnTo>
                  <a:pt x="314437" y="42553"/>
                </a:lnTo>
                <a:lnTo>
                  <a:pt x="314042" y="42840"/>
                </a:lnTo>
                <a:lnTo>
                  <a:pt x="313654" y="43134"/>
                </a:lnTo>
                <a:lnTo>
                  <a:pt x="313274" y="43433"/>
                </a:lnTo>
                <a:lnTo>
                  <a:pt x="312901" y="43738"/>
                </a:lnTo>
                <a:lnTo>
                  <a:pt x="312536" y="44049"/>
                </a:lnTo>
                <a:lnTo>
                  <a:pt x="312179" y="44366"/>
                </a:lnTo>
                <a:lnTo>
                  <a:pt x="311829" y="44688"/>
                </a:lnTo>
                <a:lnTo>
                  <a:pt x="311486" y="45017"/>
                </a:lnTo>
                <a:lnTo>
                  <a:pt x="311151" y="45351"/>
                </a:lnTo>
                <a:lnTo>
                  <a:pt x="310824" y="45691"/>
                </a:lnTo>
                <a:lnTo>
                  <a:pt x="310504" y="46037"/>
                </a:lnTo>
                <a:lnTo>
                  <a:pt x="310191" y="46388"/>
                </a:lnTo>
                <a:lnTo>
                  <a:pt x="309887" y="46746"/>
                </a:lnTo>
                <a:lnTo>
                  <a:pt x="309589" y="47109"/>
                </a:lnTo>
                <a:lnTo>
                  <a:pt x="309299" y="47478"/>
                </a:lnTo>
                <a:lnTo>
                  <a:pt x="309017" y="47853"/>
                </a:lnTo>
                <a:lnTo>
                  <a:pt x="308742" y="48234"/>
                </a:lnTo>
                <a:lnTo>
                  <a:pt x="308475" y="48620"/>
                </a:lnTo>
                <a:lnTo>
                  <a:pt x="308215" y="49013"/>
                </a:lnTo>
                <a:lnTo>
                  <a:pt x="307963" y="49411"/>
                </a:lnTo>
                <a:lnTo>
                  <a:pt x="307719" y="49815"/>
                </a:lnTo>
                <a:lnTo>
                  <a:pt x="307482" y="50225"/>
                </a:lnTo>
                <a:lnTo>
                  <a:pt x="307252" y="50640"/>
                </a:lnTo>
                <a:lnTo>
                  <a:pt x="307031" y="51062"/>
                </a:lnTo>
                <a:lnTo>
                  <a:pt x="306819" y="51488"/>
                </a:lnTo>
                <a:lnTo>
                  <a:pt x="306617" y="51921"/>
                </a:lnTo>
                <a:lnTo>
                  <a:pt x="306424" y="52358"/>
                </a:lnTo>
                <a:lnTo>
                  <a:pt x="306240" y="52801"/>
                </a:lnTo>
                <a:lnTo>
                  <a:pt x="306066" y="53250"/>
                </a:lnTo>
                <a:lnTo>
                  <a:pt x="305902" y="53704"/>
                </a:lnTo>
                <a:lnTo>
                  <a:pt x="305746" y="54164"/>
                </a:lnTo>
                <a:lnTo>
                  <a:pt x="305601" y="54629"/>
                </a:lnTo>
                <a:lnTo>
                  <a:pt x="305464" y="55099"/>
                </a:lnTo>
                <a:lnTo>
                  <a:pt x="305337" y="55575"/>
                </a:lnTo>
                <a:lnTo>
                  <a:pt x="305220" y="56056"/>
                </a:lnTo>
                <a:lnTo>
                  <a:pt x="305111" y="56543"/>
                </a:lnTo>
                <a:lnTo>
                  <a:pt x="305013" y="57035"/>
                </a:lnTo>
                <a:lnTo>
                  <a:pt x="304923" y="57533"/>
                </a:lnTo>
                <a:lnTo>
                  <a:pt x="304843" y="58036"/>
                </a:lnTo>
                <a:lnTo>
                  <a:pt x="304773" y="58545"/>
                </a:lnTo>
                <a:lnTo>
                  <a:pt x="304711" y="59059"/>
                </a:lnTo>
                <a:lnTo>
                  <a:pt x="304660" y="59579"/>
                </a:lnTo>
                <a:lnTo>
                  <a:pt x="304617" y="60104"/>
                </a:lnTo>
                <a:lnTo>
                  <a:pt x="304584" y="60635"/>
                </a:lnTo>
                <a:lnTo>
                  <a:pt x="304561" y="61171"/>
                </a:lnTo>
                <a:lnTo>
                  <a:pt x="304547" y="61712"/>
                </a:lnTo>
                <a:lnTo>
                  <a:pt x="304542" y="62259"/>
                </a:lnTo>
                <a:lnTo>
                  <a:pt x="304549" y="62956"/>
                </a:lnTo>
                <a:lnTo>
                  <a:pt x="304569" y="63643"/>
                </a:lnTo>
                <a:lnTo>
                  <a:pt x="304602" y="64319"/>
                </a:lnTo>
                <a:lnTo>
                  <a:pt x="304649" y="64986"/>
                </a:lnTo>
                <a:lnTo>
                  <a:pt x="304709" y="65643"/>
                </a:lnTo>
                <a:lnTo>
                  <a:pt x="304782" y="66289"/>
                </a:lnTo>
                <a:lnTo>
                  <a:pt x="304869" y="66926"/>
                </a:lnTo>
                <a:lnTo>
                  <a:pt x="304969" y="67552"/>
                </a:lnTo>
                <a:lnTo>
                  <a:pt x="305083" y="68169"/>
                </a:lnTo>
                <a:lnTo>
                  <a:pt x="305209" y="68775"/>
                </a:lnTo>
                <a:lnTo>
                  <a:pt x="305349" y="69372"/>
                </a:lnTo>
                <a:lnTo>
                  <a:pt x="305503" y="69958"/>
                </a:lnTo>
                <a:lnTo>
                  <a:pt x="305670" y="70535"/>
                </a:lnTo>
                <a:lnTo>
                  <a:pt x="305850" y="71101"/>
                </a:lnTo>
                <a:lnTo>
                  <a:pt x="306043" y="71657"/>
                </a:lnTo>
                <a:lnTo>
                  <a:pt x="306250" y="72203"/>
                </a:lnTo>
                <a:lnTo>
                  <a:pt x="306470" y="72739"/>
                </a:lnTo>
                <a:lnTo>
                  <a:pt x="306704" y="73266"/>
                </a:lnTo>
                <a:lnTo>
                  <a:pt x="306951" y="73782"/>
                </a:lnTo>
                <a:lnTo>
                  <a:pt x="307211" y="74288"/>
                </a:lnTo>
                <a:lnTo>
                  <a:pt x="307484" y="74784"/>
                </a:lnTo>
                <a:lnTo>
                  <a:pt x="307771" y="75270"/>
                </a:lnTo>
                <a:lnTo>
                  <a:pt x="308072" y="75746"/>
                </a:lnTo>
                <a:lnTo>
                  <a:pt x="308385" y="76212"/>
                </a:lnTo>
                <a:lnTo>
                  <a:pt x="308712" y="76669"/>
                </a:lnTo>
                <a:lnTo>
                  <a:pt x="309052" y="77120"/>
                </a:lnTo>
                <a:lnTo>
                  <a:pt x="309406" y="77564"/>
                </a:lnTo>
                <a:lnTo>
                  <a:pt x="309773" y="78002"/>
                </a:lnTo>
                <a:lnTo>
                  <a:pt x="310153" y="78432"/>
                </a:lnTo>
                <a:lnTo>
                  <a:pt x="310547" y="78856"/>
                </a:lnTo>
                <a:lnTo>
                  <a:pt x="310954" y="79274"/>
                </a:lnTo>
                <a:lnTo>
                  <a:pt x="311374" y="79684"/>
                </a:lnTo>
                <a:lnTo>
                  <a:pt x="311808" y="80088"/>
                </a:lnTo>
                <a:lnTo>
                  <a:pt x="312255" y="80486"/>
                </a:lnTo>
                <a:lnTo>
                  <a:pt x="312715" y="80876"/>
                </a:lnTo>
                <a:lnTo>
                  <a:pt x="313189" y="81260"/>
                </a:lnTo>
                <a:lnTo>
                  <a:pt x="313676" y="81637"/>
                </a:lnTo>
                <a:lnTo>
                  <a:pt x="314176" y="82008"/>
                </a:lnTo>
                <a:lnTo>
                  <a:pt x="314690" y="82372"/>
                </a:lnTo>
                <a:lnTo>
                  <a:pt x="315217" y="82729"/>
                </a:lnTo>
                <a:lnTo>
                  <a:pt x="315758" y="83079"/>
                </a:lnTo>
                <a:lnTo>
                  <a:pt x="316312" y="83423"/>
                </a:lnTo>
                <a:lnTo>
                  <a:pt x="316879" y="83760"/>
                </a:lnTo>
                <a:lnTo>
                  <a:pt x="317459" y="84091"/>
                </a:lnTo>
                <a:lnTo>
                  <a:pt x="318053" y="84414"/>
                </a:lnTo>
                <a:lnTo>
                  <a:pt x="318660" y="84731"/>
                </a:lnTo>
                <a:lnTo>
                  <a:pt x="319281" y="85041"/>
                </a:lnTo>
                <a:lnTo>
                  <a:pt x="319914" y="85345"/>
                </a:lnTo>
                <a:lnTo>
                  <a:pt x="320561" y="85644"/>
                </a:lnTo>
                <a:lnTo>
                  <a:pt x="321220" y="85939"/>
                </a:lnTo>
                <a:lnTo>
                  <a:pt x="321891" y="86232"/>
                </a:lnTo>
                <a:lnTo>
                  <a:pt x="322575" y="86521"/>
                </a:lnTo>
                <a:lnTo>
                  <a:pt x="323271" y="86808"/>
                </a:lnTo>
                <a:lnTo>
                  <a:pt x="323979" y="87091"/>
                </a:lnTo>
                <a:lnTo>
                  <a:pt x="324700" y="87372"/>
                </a:lnTo>
                <a:lnTo>
                  <a:pt x="325433" y="87649"/>
                </a:lnTo>
                <a:lnTo>
                  <a:pt x="326178" y="87924"/>
                </a:lnTo>
                <a:lnTo>
                  <a:pt x="326935" y="88196"/>
                </a:lnTo>
                <a:lnTo>
                  <a:pt x="327705" y="88464"/>
                </a:lnTo>
                <a:lnTo>
                  <a:pt x="328487" y="88730"/>
                </a:lnTo>
                <a:lnTo>
                  <a:pt x="329282" y="88993"/>
                </a:lnTo>
                <a:lnTo>
                  <a:pt x="330089" y="89252"/>
                </a:lnTo>
                <a:lnTo>
                  <a:pt x="330908" y="89509"/>
                </a:lnTo>
                <a:lnTo>
                  <a:pt x="331739" y="89763"/>
                </a:lnTo>
                <a:lnTo>
                  <a:pt x="332583" y="90014"/>
                </a:lnTo>
                <a:lnTo>
                  <a:pt x="333439" y="90261"/>
                </a:lnTo>
                <a:lnTo>
                  <a:pt x="334307" y="90506"/>
                </a:lnTo>
                <a:lnTo>
                  <a:pt x="335188" y="90748"/>
                </a:lnTo>
                <a:lnTo>
                  <a:pt x="336081" y="90987"/>
                </a:lnTo>
                <a:lnTo>
                  <a:pt x="336986" y="91223"/>
                </a:lnTo>
                <a:lnTo>
                  <a:pt x="337904" y="91456"/>
                </a:lnTo>
                <a:lnTo>
                  <a:pt x="338834" y="91686"/>
                </a:lnTo>
                <a:lnTo>
                  <a:pt x="339969" y="91965"/>
                </a:lnTo>
                <a:lnTo>
                  <a:pt x="341076" y="92245"/>
                </a:lnTo>
                <a:lnTo>
                  <a:pt x="342153" y="92526"/>
                </a:lnTo>
                <a:lnTo>
                  <a:pt x="343201" y="92807"/>
                </a:lnTo>
                <a:lnTo>
                  <a:pt x="344221" y="93089"/>
                </a:lnTo>
                <a:lnTo>
                  <a:pt x="345212" y="93372"/>
                </a:lnTo>
                <a:lnTo>
                  <a:pt x="346173" y="93656"/>
                </a:lnTo>
                <a:lnTo>
                  <a:pt x="347106" y="93940"/>
                </a:lnTo>
                <a:lnTo>
                  <a:pt x="348010" y="94225"/>
                </a:lnTo>
                <a:lnTo>
                  <a:pt x="348885" y="94511"/>
                </a:lnTo>
                <a:lnTo>
                  <a:pt x="349731" y="94797"/>
                </a:lnTo>
                <a:lnTo>
                  <a:pt x="350548" y="95084"/>
                </a:lnTo>
                <a:lnTo>
                  <a:pt x="351336" y="95372"/>
                </a:lnTo>
                <a:lnTo>
                  <a:pt x="352096" y="95661"/>
                </a:lnTo>
                <a:lnTo>
                  <a:pt x="352826" y="95950"/>
                </a:lnTo>
                <a:lnTo>
                  <a:pt x="353528" y="96240"/>
                </a:lnTo>
                <a:lnTo>
                  <a:pt x="354200" y="96531"/>
                </a:lnTo>
                <a:lnTo>
                  <a:pt x="354844" y="96823"/>
                </a:lnTo>
                <a:lnTo>
                  <a:pt x="355459" y="97115"/>
                </a:lnTo>
                <a:lnTo>
                  <a:pt x="356044" y="97408"/>
                </a:lnTo>
                <a:lnTo>
                  <a:pt x="356601" y="97701"/>
                </a:lnTo>
                <a:lnTo>
                  <a:pt x="357129" y="97996"/>
                </a:lnTo>
                <a:lnTo>
                  <a:pt x="357629" y="98291"/>
                </a:lnTo>
                <a:lnTo>
                  <a:pt x="358099" y="98586"/>
                </a:lnTo>
                <a:lnTo>
                  <a:pt x="358545" y="98889"/>
                </a:lnTo>
                <a:lnTo>
                  <a:pt x="358972" y="99204"/>
                </a:lnTo>
                <a:lnTo>
                  <a:pt x="359381" y="99533"/>
                </a:lnTo>
                <a:lnTo>
                  <a:pt x="359770" y="99874"/>
                </a:lnTo>
                <a:lnTo>
                  <a:pt x="360140" y="100229"/>
                </a:lnTo>
                <a:lnTo>
                  <a:pt x="360491" y="100596"/>
                </a:lnTo>
                <a:lnTo>
                  <a:pt x="360824" y="100977"/>
                </a:lnTo>
                <a:lnTo>
                  <a:pt x="361137" y="101371"/>
                </a:lnTo>
                <a:lnTo>
                  <a:pt x="361431" y="101778"/>
                </a:lnTo>
                <a:lnTo>
                  <a:pt x="361707" y="102197"/>
                </a:lnTo>
                <a:lnTo>
                  <a:pt x="361963" y="102630"/>
                </a:lnTo>
                <a:lnTo>
                  <a:pt x="362200" y="103076"/>
                </a:lnTo>
                <a:lnTo>
                  <a:pt x="362419" y="103535"/>
                </a:lnTo>
                <a:lnTo>
                  <a:pt x="362618" y="104007"/>
                </a:lnTo>
                <a:lnTo>
                  <a:pt x="362799" y="104492"/>
                </a:lnTo>
                <a:lnTo>
                  <a:pt x="362960" y="104990"/>
                </a:lnTo>
                <a:lnTo>
                  <a:pt x="363102" y="105501"/>
                </a:lnTo>
                <a:lnTo>
                  <a:pt x="363226" y="106025"/>
                </a:lnTo>
                <a:lnTo>
                  <a:pt x="363330" y="106563"/>
                </a:lnTo>
                <a:lnTo>
                  <a:pt x="363416" y="107113"/>
                </a:lnTo>
                <a:lnTo>
                  <a:pt x="363482" y="107676"/>
                </a:lnTo>
                <a:lnTo>
                  <a:pt x="363530" y="108253"/>
                </a:lnTo>
                <a:lnTo>
                  <a:pt x="363558" y="108842"/>
                </a:lnTo>
                <a:lnTo>
                  <a:pt x="363568" y="109444"/>
                </a:lnTo>
                <a:lnTo>
                  <a:pt x="363557" y="110162"/>
                </a:lnTo>
                <a:lnTo>
                  <a:pt x="363526" y="110863"/>
                </a:lnTo>
                <a:lnTo>
                  <a:pt x="363473" y="111547"/>
                </a:lnTo>
                <a:lnTo>
                  <a:pt x="363399" y="112213"/>
                </a:lnTo>
                <a:lnTo>
                  <a:pt x="363305" y="112863"/>
                </a:lnTo>
                <a:lnTo>
                  <a:pt x="363189" y="113495"/>
                </a:lnTo>
                <a:lnTo>
                  <a:pt x="363052" y="114110"/>
                </a:lnTo>
                <a:lnTo>
                  <a:pt x="362894" y="114708"/>
                </a:lnTo>
                <a:lnTo>
                  <a:pt x="362715" y="115289"/>
                </a:lnTo>
                <a:lnTo>
                  <a:pt x="362516" y="115853"/>
                </a:lnTo>
                <a:lnTo>
                  <a:pt x="362295" y="116400"/>
                </a:lnTo>
                <a:lnTo>
                  <a:pt x="362053" y="116930"/>
                </a:lnTo>
                <a:lnTo>
                  <a:pt x="361790" y="117442"/>
                </a:lnTo>
                <a:lnTo>
                  <a:pt x="361506" y="117937"/>
                </a:lnTo>
                <a:lnTo>
                  <a:pt x="361200" y="118416"/>
                </a:lnTo>
                <a:lnTo>
                  <a:pt x="360874" y="118877"/>
                </a:lnTo>
                <a:lnTo>
                  <a:pt x="360527" y="119321"/>
                </a:lnTo>
                <a:lnTo>
                  <a:pt x="360159" y="119748"/>
                </a:lnTo>
                <a:lnTo>
                  <a:pt x="359770" y="120158"/>
                </a:lnTo>
                <a:lnTo>
                  <a:pt x="359359" y="120550"/>
                </a:lnTo>
                <a:lnTo>
                  <a:pt x="358928" y="120926"/>
                </a:lnTo>
                <a:lnTo>
                  <a:pt x="358475" y="121284"/>
                </a:lnTo>
                <a:lnTo>
                  <a:pt x="358002" y="121625"/>
                </a:lnTo>
                <a:lnTo>
                  <a:pt x="357507" y="121950"/>
                </a:lnTo>
                <a:lnTo>
                  <a:pt x="356997" y="122259"/>
                </a:lnTo>
                <a:lnTo>
                  <a:pt x="356475" y="122555"/>
                </a:lnTo>
                <a:lnTo>
                  <a:pt x="355941" y="122837"/>
                </a:lnTo>
                <a:lnTo>
                  <a:pt x="355396" y="123107"/>
                </a:lnTo>
                <a:lnTo>
                  <a:pt x="354839" y="123363"/>
                </a:lnTo>
                <a:lnTo>
                  <a:pt x="354271" y="123607"/>
                </a:lnTo>
                <a:lnTo>
                  <a:pt x="353692" y="123837"/>
                </a:lnTo>
                <a:lnTo>
                  <a:pt x="353101" y="124054"/>
                </a:lnTo>
                <a:lnTo>
                  <a:pt x="352498" y="124258"/>
                </a:lnTo>
                <a:lnTo>
                  <a:pt x="351884" y="124448"/>
                </a:lnTo>
                <a:lnTo>
                  <a:pt x="351259" y="124626"/>
                </a:lnTo>
                <a:lnTo>
                  <a:pt x="350622" y="124790"/>
                </a:lnTo>
                <a:lnTo>
                  <a:pt x="349974" y="124942"/>
                </a:lnTo>
                <a:lnTo>
                  <a:pt x="349314" y="125080"/>
                </a:lnTo>
                <a:lnTo>
                  <a:pt x="348643" y="125205"/>
                </a:lnTo>
                <a:lnTo>
                  <a:pt x="347960" y="125316"/>
                </a:lnTo>
                <a:lnTo>
                  <a:pt x="347266" y="125415"/>
                </a:lnTo>
                <a:lnTo>
                  <a:pt x="346560" y="125501"/>
                </a:lnTo>
                <a:lnTo>
                  <a:pt x="345843" y="125573"/>
                </a:lnTo>
                <a:lnTo>
                  <a:pt x="345115" y="125632"/>
                </a:lnTo>
                <a:lnTo>
                  <a:pt x="344375" y="125678"/>
                </a:lnTo>
                <a:lnTo>
                  <a:pt x="343623" y="125711"/>
                </a:lnTo>
                <a:lnTo>
                  <a:pt x="342860" y="125731"/>
                </a:lnTo>
                <a:lnTo>
                  <a:pt x="342086" y="125737"/>
                </a:lnTo>
                <a:lnTo>
                  <a:pt x="341222" y="125729"/>
                </a:lnTo>
                <a:lnTo>
                  <a:pt x="340369" y="125704"/>
                </a:lnTo>
                <a:lnTo>
                  <a:pt x="339529" y="125662"/>
                </a:lnTo>
                <a:lnTo>
                  <a:pt x="338701" y="125604"/>
                </a:lnTo>
                <a:lnTo>
                  <a:pt x="337886" y="125529"/>
                </a:lnTo>
                <a:lnTo>
                  <a:pt x="337082" y="125437"/>
                </a:lnTo>
                <a:lnTo>
                  <a:pt x="336290" y="125329"/>
                </a:lnTo>
                <a:lnTo>
                  <a:pt x="335511" y="125204"/>
                </a:lnTo>
                <a:lnTo>
                  <a:pt x="334744" y="125062"/>
                </a:lnTo>
                <a:lnTo>
                  <a:pt x="333989" y="124904"/>
                </a:lnTo>
                <a:lnTo>
                  <a:pt x="333246" y="124729"/>
                </a:lnTo>
                <a:lnTo>
                  <a:pt x="332515" y="124537"/>
                </a:lnTo>
                <a:lnTo>
                  <a:pt x="331797" y="124329"/>
                </a:lnTo>
                <a:lnTo>
                  <a:pt x="331090" y="124104"/>
                </a:lnTo>
                <a:lnTo>
                  <a:pt x="330396" y="123862"/>
                </a:lnTo>
                <a:lnTo>
                  <a:pt x="329714" y="123604"/>
                </a:lnTo>
                <a:lnTo>
                  <a:pt x="329044" y="123329"/>
                </a:lnTo>
                <a:lnTo>
                  <a:pt x="328386" y="123037"/>
                </a:lnTo>
                <a:lnTo>
                  <a:pt x="327740" y="122729"/>
                </a:lnTo>
                <a:lnTo>
                  <a:pt x="327106" y="122403"/>
                </a:lnTo>
                <a:lnTo>
                  <a:pt x="326485" y="122062"/>
                </a:lnTo>
                <a:lnTo>
                  <a:pt x="325876" y="121703"/>
                </a:lnTo>
                <a:lnTo>
                  <a:pt x="325279" y="121328"/>
                </a:lnTo>
                <a:lnTo>
                  <a:pt x="324694" y="120937"/>
                </a:lnTo>
                <a:lnTo>
                  <a:pt x="324127" y="120524"/>
                </a:lnTo>
                <a:lnTo>
                  <a:pt x="323584" y="120088"/>
                </a:lnTo>
                <a:lnTo>
                  <a:pt x="323065" y="119628"/>
                </a:lnTo>
                <a:lnTo>
                  <a:pt x="322571" y="119143"/>
                </a:lnTo>
                <a:lnTo>
                  <a:pt x="322100" y="118634"/>
                </a:lnTo>
                <a:lnTo>
                  <a:pt x="321654" y="118101"/>
                </a:lnTo>
                <a:lnTo>
                  <a:pt x="321232" y="117544"/>
                </a:lnTo>
                <a:lnTo>
                  <a:pt x="320834" y="116962"/>
                </a:lnTo>
                <a:lnTo>
                  <a:pt x="320460" y="116356"/>
                </a:lnTo>
                <a:lnTo>
                  <a:pt x="320110" y="115727"/>
                </a:lnTo>
                <a:lnTo>
                  <a:pt x="319785" y="115073"/>
                </a:lnTo>
                <a:lnTo>
                  <a:pt x="319483" y="114394"/>
                </a:lnTo>
                <a:lnTo>
                  <a:pt x="319206" y="113692"/>
                </a:lnTo>
                <a:lnTo>
                  <a:pt x="318953" y="112965"/>
                </a:lnTo>
                <a:lnTo>
                  <a:pt x="318723" y="112215"/>
                </a:lnTo>
                <a:lnTo>
                  <a:pt x="318518" y="111440"/>
                </a:lnTo>
                <a:lnTo>
                  <a:pt x="318337" y="110641"/>
                </a:lnTo>
                <a:lnTo>
                  <a:pt x="318181" y="109817"/>
                </a:lnTo>
                <a:lnTo>
                  <a:pt x="318048" y="108970"/>
                </a:lnTo>
                <a:lnTo>
                  <a:pt x="317939" y="108098"/>
                </a:lnTo>
                <a:lnTo>
                  <a:pt x="317855" y="107202"/>
                </a:lnTo>
                <a:lnTo>
                  <a:pt x="317795" y="106282"/>
                </a:lnTo>
                <a:lnTo>
                  <a:pt x="317759" y="105338"/>
                </a:lnTo>
                <a:lnTo>
                  <a:pt x="317746" y="104369"/>
                </a:lnTo>
                <a:lnTo>
                  <a:pt x="301882" y="104369"/>
                </a:lnTo>
                <a:lnTo>
                  <a:pt x="301887" y="105126"/>
                </a:lnTo>
                <a:lnTo>
                  <a:pt x="301903" y="105873"/>
                </a:lnTo>
                <a:lnTo>
                  <a:pt x="301930" y="106611"/>
                </a:lnTo>
                <a:lnTo>
                  <a:pt x="301968" y="107339"/>
                </a:lnTo>
                <a:lnTo>
                  <a:pt x="302016" y="108058"/>
                </a:lnTo>
                <a:lnTo>
                  <a:pt x="302076" y="108768"/>
                </a:lnTo>
                <a:lnTo>
                  <a:pt x="302146" y="109469"/>
                </a:lnTo>
                <a:lnTo>
                  <a:pt x="302226" y="110160"/>
                </a:lnTo>
                <a:lnTo>
                  <a:pt x="302318" y="110842"/>
                </a:lnTo>
                <a:lnTo>
                  <a:pt x="302420" y="111514"/>
                </a:lnTo>
                <a:lnTo>
                  <a:pt x="302534" y="112177"/>
                </a:lnTo>
                <a:lnTo>
                  <a:pt x="302658" y="112831"/>
                </a:lnTo>
                <a:lnTo>
                  <a:pt x="302792" y="113475"/>
                </a:lnTo>
                <a:lnTo>
                  <a:pt x="302938" y="114110"/>
                </a:lnTo>
                <a:lnTo>
                  <a:pt x="303094" y="114736"/>
                </a:lnTo>
                <a:lnTo>
                  <a:pt x="303261" y="115353"/>
                </a:lnTo>
                <a:lnTo>
                  <a:pt x="303439" y="115960"/>
                </a:lnTo>
                <a:lnTo>
                  <a:pt x="303628" y="116557"/>
                </a:lnTo>
                <a:lnTo>
                  <a:pt x="303827" y="117146"/>
                </a:lnTo>
                <a:lnTo>
                  <a:pt x="304037" y="117725"/>
                </a:lnTo>
                <a:lnTo>
                  <a:pt x="304258" y="118295"/>
                </a:lnTo>
                <a:lnTo>
                  <a:pt x="304490" y="118855"/>
                </a:lnTo>
                <a:lnTo>
                  <a:pt x="304732" y="119406"/>
                </a:lnTo>
                <a:lnTo>
                  <a:pt x="304986" y="119948"/>
                </a:lnTo>
                <a:lnTo>
                  <a:pt x="305248" y="120481"/>
                </a:lnTo>
                <a:lnTo>
                  <a:pt x="305520" y="121005"/>
                </a:lnTo>
                <a:lnTo>
                  <a:pt x="305799" y="121520"/>
                </a:lnTo>
                <a:lnTo>
                  <a:pt x="306087" y="122026"/>
                </a:lnTo>
                <a:lnTo>
                  <a:pt x="306384" y="122524"/>
                </a:lnTo>
                <a:lnTo>
                  <a:pt x="306688" y="123014"/>
                </a:lnTo>
                <a:lnTo>
                  <a:pt x="307002" y="123495"/>
                </a:lnTo>
                <a:lnTo>
                  <a:pt x="307323" y="123967"/>
                </a:lnTo>
                <a:lnTo>
                  <a:pt x="307653" y="124430"/>
                </a:lnTo>
                <a:lnTo>
                  <a:pt x="307991" y="124885"/>
                </a:lnTo>
                <a:lnTo>
                  <a:pt x="308338" y="125331"/>
                </a:lnTo>
                <a:lnTo>
                  <a:pt x="308693" y="125769"/>
                </a:lnTo>
                <a:lnTo>
                  <a:pt x="309057" y="126198"/>
                </a:lnTo>
                <a:lnTo>
                  <a:pt x="309428" y="126618"/>
                </a:lnTo>
                <a:lnTo>
                  <a:pt x="309809" y="127030"/>
                </a:lnTo>
                <a:lnTo>
                  <a:pt x="310197" y="127433"/>
                </a:lnTo>
                <a:lnTo>
                  <a:pt x="310594" y="127827"/>
                </a:lnTo>
                <a:lnTo>
                  <a:pt x="311000" y="128213"/>
                </a:lnTo>
                <a:lnTo>
                  <a:pt x="311413" y="128591"/>
                </a:lnTo>
                <a:lnTo>
                  <a:pt x="311835" y="128959"/>
                </a:lnTo>
                <a:lnTo>
                  <a:pt x="312266" y="129319"/>
                </a:lnTo>
                <a:lnTo>
                  <a:pt x="312705" y="129670"/>
                </a:lnTo>
                <a:lnTo>
                  <a:pt x="313152" y="130013"/>
                </a:lnTo>
                <a:lnTo>
                  <a:pt x="313608" y="130347"/>
                </a:lnTo>
                <a:lnTo>
                  <a:pt x="314071" y="130673"/>
                </a:lnTo>
                <a:lnTo>
                  <a:pt x="314539" y="130992"/>
                </a:lnTo>
                <a:lnTo>
                  <a:pt x="315014" y="131303"/>
                </a:lnTo>
                <a:lnTo>
                  <a:pt x="315495" y="131607"/>
                </a:lnTo>
                <a:lnTo>
                  <a:pt x="315982" y="131903"/>
                </a:lnTo>
                <a:lnTo>
                  <a:pt x="316475" y="132192"/>
                </a:lnTo>
                <a:lnTo>
                  <a:pt x="316973" y="132474"/>
                </a:lnTo>
                <a:lnTo>
                  <a:pt x="317478" y="132748"/>
                </a:lnTo>
                <a:lnTo>
                  <a:pt x="317989" y="133015"/>
                </a:lnTo>
                <a:lnTo>
                  <a:pt x="318506" y="133275"/>
                </a:lnTo>
                <a:lnTo>
                  <a:pt x="319028" y="133527"/>
                </a:lnTo>
                <a:lnTo>
                  <a:pt x="319557" y="133771"/>
                </a:lnTo>
                <a:lnTo>
                  <a:pt x="320092" y="134009"/>
                </a:lnTo>
                <a:lnTo>
                  <a:pt x="320633" y="134239"/>
                </a:lnTo>
                <a:lnTo>
                  <a:pt x="321179" y="134461"/>
                </a:lnTo>
                <a:lnTo>
                  <a:pt x="321732" y="134676"/>
                </a:lnTo>
                <a:lnTo>
                  <a:pt x="322291" y="134884"/>
                </a:lnTo>
                <a:lnTo>
                  <a:pt x="322855" y="135084"/>
                </a:lnTo>
                <a:lnTo>
                  <a:pt x="323426" y="135277"/>
                </a:lnTo>
                <a:lnTo>
                  <a:pt x="324002" y="135462"/>
                </a:lnTo>
                <a:lnTo>
                  <a:pt x="324585" y="135640"/>
                </a:lnTo>
                <a:lnTo>
                  <a:pt x="325174" y="135811"/>
                </a:lnTo>
                <a:lnTo>
                  <a:pt x="325768" y="135974"/>
                </a:lnTo>
                <a:lnTo>
                  <a:pt x="326369" y="136130"/>
                </a:lnTo>
                <a:lnTo>
                  <a:pt x="326974" y="136279"/>
                </a:lnTo>
                <a:lnTo>
                  <a:pt x="327582" y="136422"/>
                </a:lnTo>
                <a:lnTo>
                  <a:pt x="328193" y="136558"/>
                </a:lnTo>
                <a:lnTo>
                  <a:pt x="328806" y="136688"/>
                </a:lnTo>
                <a:lnTo>
                  <a:pt x="329423" y="136812"/>
                </a:lnTo>
                <a:lnTo>
                  <a:pt x="330042" y="136929"/>
                </a:lnTo>
                <a:lnTo>
                  <a:pt x="330665" y="137040"/>
                </a:lnTo>
                <a:lnTo>
                  <a:pt x="331290" y="137145"/>
                </a:lnTo>
                <a:lnTo>
                  <a:pt x="331919" y="137243"/>
                </a:lnTo>
                <a:lnTo>
                  <a:pt x="332550" y="137335"/>
                </a:lnTo>
                <a:lnTo>
                  <a:pt x="333184" y="137421"/>
                </a:lnTo>
                <a:lnTo>
                  <a:pt x="333821" y="137500"/>
                </a:lnTo>
                <a:lnTo>
                  <a:pt x="334461" y="137573"/>
                </a:lnTo>
                <a:lnTo>
                  <a:pt x="335104" y="137639"/>
                </a:lnTo>
                <a:lnTo>
                  <a:pt x="335749" y="137700"/>
                </a:lnTo>
                <a:lnTo>
                  <a:pt x="336398" y="137753"/>
                </a:lnTo>
                <a:lnTo>
                  <a:pt x="337050" y="137801"/>
                </a:lnTo>
                <a:lnTo>
                  <a:pt x="337704" y="137842"/>
                </a:lnTo>
                <a:lnTo>
                  <a:pt x="338361" y="137877"/>
                </a:lnTo>
                <a:lnTo>
                  <a:pt x="339022" y="137906"/>
                </a:lnTo>
                <a:lnTo>
                  <a:pt x="339685" y="137928"/>
                </a:lnTo>
                <a:lnTo>
                  <a:pt x="340351" y="137944"/>
                </a:lnTo>
                <a:lnTo>
                  <a:pt x="341020" y="137953"/>
                </a:lnTo>
                <a:lnTo>
                  <a:pt x="341692" y="137956"/>
                </a:lnTo>
                <a:lnTo>
                  <a:pt x="342363" y="137953"/>
                </a:lnTo>
                <a:lnTo>
                  <a:pt x="343031" y="137944"/>
                </a:lnTo>
                <a:lnTo>
                  <a:pt x="343694" y="137929"/>
                </a:lnTo>
                <a:lnTo>
                  <a:pt x="344354" y="137908"/>
                </a:lnTo>
                <a:lnTo>
                  <a:pt x="345009" y="137881"/>
                </a:lnTo>
                <a:close/>
                <a:moveTo>
                  <a:pt x="412220" y="19042"/>
                </a:moveTo>
                <a:lnTo>
                  <a:pt x="412578" y="18999"/>
                </a:lnTo>
                <a:lnTo>
                  <a:pt x="412930" y="18947"/>
                </a:lnTo>
                <a:lnTo>
                  <a:pt x="413276" y="18886"/>
                </a:lnTo>
                <a:lnTo>
                  <a:pt x="413616" y="18816"/>
                </a:lnTo>
                <a:lnTo>
                  <a:pt x="413950" y="18736"/>
                </a:lnTo>
                <a:lnTo>
                  <a:pt x="414277" y="18646"/>
                </a:lnTo>
                <a:lnTo>
                  <a:pt x="414598" y="18548"/>
                </a:lnTo>
                <a:lnTo>
                  <a:pt x="414913" y="18439"/>
                </a:lnTo>
                <a:lnTo>
                  <a:pt x="415222" y="18322"/>
                </a:lnTo>
                <a:lnTo>
                  <a:pt x="415525" y="18195"/>
                </a:lnTo>
                <a:lnTo>
                  <a:pt x="415822" y="18058"/>
                </a:lnTo>
                <a:lnTo>
                  <a:pt x="416112" y="17912"/>
                </a:lnTo>
                <a:lnTo>
                  <a:pt x="416397" y="17757"/>
                </a:lnTo>
                <a:lnTo>
                  <a:pt x="416675" y="17593"/>
                </a:lnTo>
                <a:lnTo>
                  <a:pt x="416947" y="17418"/>
                </a:lnTo>
                <a:lnTo>
                  <a:pt x="417213" y="17235"/>
                </a:lnTo>
                <a:lnTo>
                  <a:pt x="417472" y="17042"/>
                </a:lnTo>
                <a:lnTo>
                  <a:pt x="417726" y="16840"/>
                </a:lnTo>
                <a:lnTo>
                  <a:pt x="417973" y="16628"/>
                </a:lnTo>
                <a:lnTo>
                  <a:pt x="418215" y="16407"/>
                </a:lnTo>
                <a:lnTo>
                  <a:pt x="418448" y="16179"/>
                </a:lnTo>
                <a:lnTo>
                  <a:pt x="418671" y="15945"/>
                </a:lnTo>
                <a:lnTo>
                  <a:pt x="418884" y="15707"/>
                </a:lnTo>
                <a:lnTo>
                  <a:pt x="419088" y="15464"/>
                </a:lnTo>
                <a:lnTo>
                  <a:pt x="419281" y="15216"/>
                </a:lnTo>
                <a:lnTo>
                  <a:pt x="419465" y="14963"/>
                </a:lnTo>
                <a:lnTo>
                  <a:pt x="419638" y="14705"/>
                </a:lnTo>
                <a:lnTo>
                  <a:pt x="419802" y="14442"/>
                </a:lnTo>
                <a:lnTo>
                  <a:pt x="419956" y="14174"/>
                </a:lnTo>
                <a:lnTo>
                  <a:pt x="420100" y="13901"/>
                </a:lnTo>
                <a:lnTo>
                  <a:pt x="420234" y="13623"/>
                </a:lnTo>
                <a:lnTo>
                  <a:pt x="420358" y="13340"/>
                </a:lnTo>
                <a:lnTo>
                  <a:pt x="420472" y="13052"/>
                </a:lnTo>
                <a:lnTo>
                  <a:pt x="420576" y="12759"/>
                </a:lnTo>
                <a:lnTo>
                  <a:pt x="420670" y="12461"/>
                </a:lnTo>
                <a:lnTo>
                  <a:pt x="420755" y="12159"/>
                </a:lnTo>
                <a:lnTo>
                  <a:pt x="420829" y="11851"/>
                </a:lnTo>
                <a:lnTo>
                  <a:pt x="420894" y="11538"/>
                </a:lnTo>
                <a:lnTo>
                  <a:pt x="420948" y="11221"/>
                </a:lnTo>
                <a:lnTo>
                  <a:pt x="420993" y="10898"/>
                </a:lnTo>
                <a:lnTo>
                  <a:pt x="421028" y="10571"/>
                </a:lnTo>
                <a:lnTo>
                  <a:pt x="421052" y="10238"/>
                </a:lnTo>
                <a:lnTo>
                  <a:pt x="421067" y="9901"/>
                </a:lnTo>
                <a:lnTo>
                  <a:pt x="421072" y="9558"/>
                </a:lnTo>
                <a:lnTo>
                  <a:pt x="421067" y="9216"/>
                </a:lnTo>
                <a:lnTo>
                  <a:pt x="421052" y="8879"/>
                </a:lnTo>
                <a:lnTo>
                  <a:pt x="421028" y="8546"/>
                </a:lnTo>
                <a:lnTo>
                  <a:pt x="420993" y="8219"/>
                </a:lnTo>
                <a:lnTo>
                  <a:pt x="420948" y="7896"/>
                </a:lnTo>
                <a:lnTo>
                  <a:pt x="420894" y="7578"/>
                </a:lnTo>
                <a:lnTo>
                  <a:pt x="420829" y="7266"/>
                </a:lnTo>
                <a:lnTo>
                  <a:pt x="420755" y="6958"/>
                </a:lnTo>
                <a:lnTo>
                  <a:pt x="420670" y="6655"/>
                </a:lnTo>
                <a:lnTo>
                  <a:pt x="420576" y="6358"/>
                </a:lnTo>
                <a:lnTo>
                  <a:pt x="420472" y="6065"/>
                </a:lnTo>
                <a:lnTo>
                  <a:pt x="420358" y="5777"/>
                </a:lnTo>
                <a:lnTo>
                  <a:pt x="420234" y="5494"/>
                </a:lnTo>
                <a:lnTo>
                  <a:pt x="420100" y="5216"/>
                </a:lnTo>
                <a:lnTo>
                  <a:pt x="419956" y="4943"/>
                </a:lnTo>
                <a:lnTo>
                  <a:pt x="419802" y="4675"/>
                </a:lnTo>
                <a:lnTo>
                  <a:pt x="419638" y="4412"/>
                </a:lnTo>
                <a:lnTo>
                  <a:pt x="419465" y="4154"/>
                </a:lnTo>
                <a:lnTo>
                  <a:pt x="419281" y="3901"/>
                </a:lnTo>
                <a:lnTo>
                  <a:pt x="419088" y="3653"/>
                </a:lnTo>
                <a:lnTo>
                  <a:pt x="418884" y="3410"/>
                </a:lnTo>
                <a:lnTo>
                  <a:pt x="418671" y="3171"/>
                </a:lnTo>
                <a:lnTo>
                  <a:pt x="418448" y="2938"/>
                </a:lnTo>
                <a:lnTo>
                  <a:pt x="418215" y="2710"/>
                </a:lnTo>
                <a:lnTo>
                  <a:pt x="417973" y="2489"/>
                </a:lnTo>
                <a:lnTo>
                  <a:pt x="417726" y="2277"/>
                </a:lnTo>
                <a:lnTo>
                  <a:pt x="417472" y="2075"/>
                </a:lnTo>
                <a:lnTo>
                  <a:pt x="417213" y="1882"/>
                </a:lnTo>
                <a:lnTo>
                  <a:pt x="416947" y="1698"/>
                </a:lnTo>
                <a:lnTo>
                  <a:pt x="416675" y="1524"/>
                </a:lnTo>
                <a:lnTo>
                  <a:pt x="416397" y="1360"/>
                </a:lnTo>
                <a:lnTo>
                  <a:pt x="416112" y="1204"/>
                </a:lnTo>
                <a:lnTo>
                  <a:pt x="415822" y="1059"/>
                </a:lnTo>
                <a:lnTo>
                  <a:pt x="415525" y="922"/>
                </a:lnTo>
                <a:lnTo>
                  <a:pt x="415222" y="795"/>
                </a:lnTo>
                <a:lnTo>
                  <a:pt x="414913" y="677"/>
                </a:lnTo>
                <a:lnTo>
                  <a:pt x="414598" y="569"/>
                </a:lnTo>
                <a:lnTo>
                  <a:pt x="414277" y="470"/>
                </a:lnTo>
                <a:lnTo>
                  <a:pt x="413950" y="381"/>
                </a:lnTo>
                <a:lnTo>
                  <a:pt x="413616" y="301"/>
                </a:lnTo>
                <a:lnTo>
                  <a:pt x="413276" y="231"/>
                </a:lnTo>
                <a:lnTo>
                  <a:pt x="412930" y="169"/>
                </a:lnTo>
                <a:lnTo>
                  <a:pt x="412578" y="118"/>
                </a:lnTo>
                <a:lnTo>
                  <a:pt x="412220" y="75"/>
                </a:lnTo>
                <a:lnTo>
                  <a:pt x="411856" y="42"/>
                </a:lnTo>
                <a:lnTo>
                  <a:pt x="411485" y="19"/>
                </a:lnTo>
                <a:lnTo>
                  <a:pt x="411108" y="5"/>
                </a:lnTo>
                <a:lnTo>
                  <a:pt x="410726" y="0"/>
                </a:lnTo>
                <a:lnTo>
                  <a:pt x="410343" y="5"/>
                </a:lnTo>
                <a:lnTo>
                  <a:pt x="409966" y="19"/>
                </a:lnTo>
                <a:lnTo>
                  <a:pt x="409596" y="42"/>
                </a:lnTo>
                <a:lnTo>
                  <a:pt x="409232" y="75"/>
                </a:lnTo>
                <a:lnTo>
                  <a:pt x="408875" y="118"/>
                </a:lnTo>
                <a:lnTo>
                  <a:pt x="408524" y="169"/>
                </a:lnTo>
                <a:lnTo>
                  <a:pt x="408179" y="231"/>
                </a:lnTo>
                <a:lnTo>
                  <a:pt x="407840" y="301"/>
                </a:lnTo>
                <a:lnTo>
                  <a:pt x="407508" y="381"/>
                </a:lnTo>
                <a:lnTo>
                  <a:pt x="407183" y="470"/>
                </a:lnTo>
                <a:lnTo>
                  <a:pt x="406863" y="569"/>
                </a:lnTo>
                <a:lnTo>
                  <a:pt x="406550" y="677"/>
                </a:lnTo>
                <a:lnTo>
                  <a:pt x="406243" y="795"/>
                </a:lnTo>
                <a:lnTo>
                  <a:pt x="405943" y="922"/>
                </a:lnTo>
                <a:lnTo>
                  <a:pt x="405648" y="1059"/>
                </a:lnTo>
                <a:lnTo>
                  <a:pt x="405361" y="1204"/>
                </a:lnTo>
                <a:lnTo>
                  <a:pt x="405079" y="1360"/>
                </a:lnTo>
                <a:lnTo>
                  <a:pt x="404804" y="1524"/>
                </a:lnTo>
                <a:lnTo>
                  <a:pt x="404535" y="1698"/>
                </a:lnTo>
                <a:lnTo>
                  <a:pt x="404273" y="1882"/>
                </a:lnTo>
                <a:lnTo>
                  <a:pt x="404016" y="2075"/>
                </a:lnTo>
                <a:lnTo>
                  <a:pt x="403766" y="2277"/>
                </a:lnTo>
                <a:lnTo>
                  <a:pt x="403523" y="2489"/>
                </a:lnTo>
                <a:lnTo>
                  <a:pt x="403286" y="2710"/>
                </a:lnTo>
                <a:lnTo>
                  <a:pt x="403057" y="2938"/>
                </a:lnTo>
                <a:lnTo>
                  <a:pt x="402837" y="3171"/>
                </a:lnTo>
                <a:lnTo>
                  <a:pt x="402628" y="3410"/>
                </a:lnTo>
                <a:lnTo>
                  <a:pt x="402428" y="3653"/>
                </a:lnTo>
                <a:lnTo>
                  <a:pt x="402237" y="3901"/>
                </a:lnTo>
                <a:lnTo>
                  <a:pt x="402057" y="4154"/>
                </a:lnTo>
                <a:lnTo>
                  <a:pt x="401886" y="4412"/>
                </a:lnTo>
                <a:lnTo>
                  <a:pt x="401726" y="4675"/>
                </a:lnTo>
                <a:lnTo>
                  <a:pt x="401574" y="4943"/>
                </a:lnTo>
                <a:lnTo>
                  <a:pt x="401433" y="5216"/>
                </a:lnTo>
                <a:lnTo>
                  <a:pt x="401301" y="5494"/>
                </a:lnTo>
                <a:lnTo>
                  <a:pt x="401179" y="5777"/>
                </a:lnTo>
                <a:lnTo>
                  <a:pt x="401067" y="6065"/>
                </a:lnTo>
                <a:lnTo>
                  <a:pt x="400965" y="6358"/>
                </a:lnTo>
                <a:lnTo>
                  <a:pt x="400872" y="6655"/>
                </a:lnTo>
                <a:lnTo>
                  <a:pt x="400789" y="6958"/>
                </a:lnTo>
                <a:lnTo>
                  <a:pt x="400716" y="7266"/>
                </a:lnTo>
                <a:lnTo>
                  <a:pt x="400653" y="7578"/>
                </a:lnTo>
                <a:lnTo>
                  <a:pt x="400599" y="7896"/>
                </a:lnTo>
                <a:lnTo>
                  <a:pt x="400555" y="8219"/>
                </a:lnTo>
                <a:lnTo>
                  <a:pt x="400521" y="8546"/>
                </a:lnTo>
                <a:lnTo>
                  <a:pt x="400497" y="8879"/>
                </a:lnTo>
                <a:lnTo>
                  <a:pt x="400482" y="9216"/>
                </a:lnTo>
                <a:lnTo>
                  <a:pt x="400477" y="9558"/>
                </a:lnTo>
                <a:lnTo>
                  <a:pt x="400482" y="9901"/>
                </a:lnTo>
                <a:lnTo>
                  <a:pt x="400497" y="10238"/>
                </a:lnTo>
                <a:lnTo>
                  <a:pt x="400521" y="10571"/>
                </a:lnTo>
                <a:lnTo>
                  <a:pt x="400555" y="10898"/>
                </a:lnTo>
                <a:lnTo>
                  <a:pt x="400599" y="11221"/>
                </a:lnTo>
                <a:lnTo>
                  <a:pt x="400653" y="11538"/>
                </a:lnTo>
                <a:lnTo>
                  <a:pt x="400716" y="11851"/>
                </a:lnTo>
                <a:lnTo>
                  <a:pt x="400789" y="12159"/>
                </a:lnTo>
                <a:lnTo>
                  <a:pt x="400872" y="12461"/>
                </a:lnTo>
                <a:lnTo>
                  <a:pt x="400965" y="12759"/>
                </a:lnTo>
                <a:lnTo>
                  <a:pt x="401067" y="13052"/>
                </a:lnTo>
                <a:lnTo>
                  <a:pt x="401179" y="13340"/>
                </a:lnTo>
                <a:lnTo>
                  <a:pt x="401301" y="13623"/>
                </a:lnTo>
                <a:lnTo>
                  <a:pt x="401433" y="13901"/>
                </a:lnTo>
                <a:lnTo>
                  <a:pt x="401574" y="14174"/>
                </a:lnTo>
                <a:lnTo>
                  <a:pt x="401726" y="14442"/>
                </a:lnTo>
                <a:lnTo>
                  <a:pt x="401886" y="14705"/>
                </a:lnTo>
                <a:lnTo>
                  <a:pt x="402057" y="14963"/>
                </a:lnTo>
                <a:lnTo>
                  <a:pt x="402237" y="15216"/>
                </a:lnTo>
                <a:lnTo>
                  <a:pt x="402428" y="15464"/>
                </a:lnTo>
                <a:lnTo>
                  <a:pt x="402628" y="15707"/>
                </a:lnTo>
                <a:lnTo>
                  <a:pt x="402837" y="15945"/>
                </a:lnTo>
                <a:lnTo>
                  <a:pt x="403057" y="16179"/>
                </a:lnTo>
                <a:lnTo>
                  <a:pt x="403286" y="16407"/>
                </a:lnTo>
                <a:lnTo>
                  <a:pt x="403523" y="16628"/>
                </a:lnTo>
                <a:lnTo>
                  <a:pt x="403766" y="16840"/>
                </a:lnTo>
                <a:lnTo>
                  <a:pt x="404016" y="17042"/>
                </a:lnTo>
                <a:lnTo>
                  <a:pt x="404273" y="17235"/>
                </a:lnTo>
                <a:lnTo>
                  <a:pt x="404535" y="17418"/>
                </a:lnTo>
                <a:lnTo>
                  <a:pt x="404804" y="17593"/>
                </a:lnTo>
                <a:lnTo>
                  <a:pt x="405079" y="17757"/>
                </a:lnTo>
                <a:lnTo>
                  <a:pt x="405361" y="17912"/>
                </a:lnTo>
                <a:lnTo>
                  <a:pt x="405648" y="18058"/>
                </a:lnTo>
                <a:lnTo>
                  <a:pt x="405943" y="18195"/>
                </a:lnTo>
                <a:lnTo>
                  <a:pt x="406243" y="18322"/>
                </a:lnTo>
                <a:lnTo>
                  <a:pt x="406550" y="18439"/>
                </a:lnTo>
                <a:lnTo>
                  <a:pt x="406863" y="18548"/>
                </a:lnTo>
                <a:lnTo>
                  <a:pt x="407183" y="18646"/>
                </a:lnTo>
                <a:lnTo>
                  <a:pt x="407508" y="18736"/>
                </a:lnTo>
                <a:lnTo>
                  <a:pt x="407840" y="18816"/>
                </a:lnTo>
                <a:lnTo>
                  <a:pt x="408179" y="18886"/>
                </a:lnTo>
                <a:lnTo>
                  <a:pt x="408524" y="18947"/>
                </a:lnTo>
                <a:lnTo>
                  <a:pt x="408875" y="18999"/>
                </a:lnTo>
                <a:lnTo>
                  <a:pt x="409232" y="19042"/>
                </a:lnTo>
                <a:lnTo>
                  <a:pt x="409596" y="19074"/>
                </a:lnTo>
                <a:lnTo>
                  <a:pt x="409966" y="19098"/>
                </a:lnTo>
                <a:lnTo>
                  <a:pt x="410343" y="19112"/>
                </a:lnTo>
                <a:lnTo>
                  <a:pt x="410726" y="19117"/>
                </a:lnTo>
                <a:lnTo>
                  <a:pt x="411108" y="19112"/>
                </a:lnTo>
                <a:lnTo>
                  <a:pt x="411485" y="19098"/>
                </a:lnTo>
                <a:lnTo>
                  <a:pt x="411856" y="19074"/>
                </a:lnTo>
                <a:lnTo>
                  <a:pt x="412220" y="19042"/>
                </a:lnTo>
                <a:close/>
                <a:moveTo>
                  <a:pt x="619921" y="44823"/>
                </a:moveTo>
                <a:lnTo>
                  <a:pt x="620280" y="44458"/>
                </a:lnTo>
                <a:lnTo>
                  <a:pt x="620647" y="44108"/>
                </a:lnTo>
                <a:lnTo>
                  <a:pt x="621020" y="43773"/>
                </a:lnTo>
                <a:lnTo>
                  <a:pt x="621401" y="43453"/>
                </a:lnTo>
                <a:lnTo>
                  <a:pt x="621790" y="43148"/>
                </a:lnTo>
                <a:lnTo>
                  <a:pt x="622186" y="42858"/>
                </a:lnTo>
                <a:lnTo>
                  <a:pt x="622589" y="42583"/>
                </a:lnTo>
                <a:lnTo>
                  <a:pt x="622999" y="42322"/>
                </a:lnTo>
                <a:lnTo>
                  <a:pt x="623417" y="42077"/>
                </a:lnTo>
                <a:lnTo>
                  <a:pt x="623842" y="41846"/>
                </a:lnTo>
                <a:lnTo>
                  <a:pt x="624275" y="41630"/>
                </a:lnTo>
                <a:lnTo>
                  <a:pt x="624715" y="41429"/>
                </a:lnTo>
                <a:lnTo>
                  <a:pt x="625162" y="41243"/>
                </a:lnTo>
                <a:lnTo>
                  <a:pt x="625617" y="41072"/>
                </a:lnTo>
                <a:lnTo>
                  <a:pt x="626079" y="40916"/>
                </a:lnTo>
                <a:lnTo>
                  <a:pt x="626548" y="40774"/>
                </a:lnTo>
                <a:lnTo>
                  <a:pt x="627025" y="40648"/>
                </a:lnTo>
                <a:lnTo>
                  <a:pt x="627507" y="40531"/>
                </a:lnTo>
                <a:lnTo>
                  <a:pt x="627994" y="40420"/>
                </a:lnTo>
                <a:lnTo>
                  <a:pt x="628484" y="40313"/>
                </a:lnTo>
                <a:lnTo>
                  <a:pt x="628978" y="40211"/>
                </a:lnTo>
                <a:lnTo>
                  <a:pt x="629476" y="40115"/>
                </a:lnTo>
                <a:lnTo>
                  <a:pt x="629978" y="40023"/>
                </a:lnTo>
                <a:lnTo>
                  <a:pt x="630484" y="39936"/>
                </a:lnTo>
                <a:lnTo>
                  <a:pt x="630994" y="39854"/>
                </a:lnTo>
                <a:lnTo>
                  <a:pt x="631508" y="39777"/>
                </a:lnTo>
                <a:lnTo>
                  <a:pt x="632025" y="39705"/>
                </a:lnTo>
                <a:lnTo>
                  <a:pt x="632547" y="39638"/>
                </a:lnTo>
                <a:lnTo>
                  <a:pt x="633073" y="39576"/>
                </a:lnTo>
                <a:lnTo>
                  <a:pt x="633602" y="39519"/>
                </a:lnTo>
                <a:lnTo>
                  <a:pt x="634136" y="39467"/>
                </a:lnTo>
                <a:lnTo>
                  <a:pt x="634673" y="39420"/>
                </a:lnTo>
                <a:lnTo>
                  <a:pt x="635215" y="39378"/>
                </a:lnTo>
                <a:lnTo>
                  <a:pt x="635760" y="39341"/>
                </a:lnTo>
                <a:lnTo>
                  <a:pt x="636309" y="39308"/>
                </a:lnTo>
                <a:lnTo>
                  <a:pt x="636862" y="39281"/>
                </a:lnTo>
                <a:lnTo>
                  <a:pt x="637419" y="39259"/>
                </a:lnTo>
                <a:lnTo>
                  <a:pt x="637981" y="39241"/>
                </a:lnTo>
                <a:lnTo>
                  <a:pt x="638546" y="39229"/>
                </a:lnTo>
                <a:lnTo>
                  <a:pt x="639114" y="39221"/>
                </a:lnTo>
                <a:lnTo>
                  <a:pt x="639687" y="39219"/>
                </a:lnTo>
                <a:lnTo>
                  <a:pt x="639687" y="25325"/>
                </a:lnTo>
                <a:lnTo>
                  <a:pt x="638791" y="25355"/>
                </a:lnTo>
                <a:lnTo>
                  <a:pt x="637908" y="25395"/>
                </a:lnTo>
                <a:lnTo>
                  <a:pt x="637040" y="25446"/>
                </a:lnTo>
                <a:lnTo>
                  <a:pt x="636185" y="25508"/>
                </a:lnTo>
                <a:lnTo>
                  <a:pt x="635344" y="25581"/>
                </a:lnTo>
                <a:lnTo>
                  <a:pt x="634517" y="25664"/>
                </a:lnTo>
                <a:lnTo>
                  <a:pt x="633704" y="25757"/>
                </a:lnTo>
                <a:lnTo>
                  <a:pt x="632904" y="25861"/>
                </a:lnTo>
                <a:lnTo>
                  <a:pt x="632119" y="25976"/>
                </a:lnTo>
                <a:lnTo>
                  <a:pt x="631347" y="26102"/>
                </a:lnTo>
                <a:lnTo>
                  <a:pt x="630590" y="26238"/>
                </a:lnTo>
                <a:lnTo>
                  <a:pt x="629846" y="26384"/>
                </a:lnTo>
                <a:lnTo>
                  <a:pt x="629116" y="26541"/>
                </a:lnTo>
                <a:lnTo>
                  <a:pt x="628399" y="26709"/>
                </a:lnTo>
                <a:lnTo>
                  <a:pt x="627697" y="26888"/>
                </a:lnTo>
                <a:lnTo>
                  <a:pt x="627008" y="27077"/>
                </a:lnTo>
                <a:lnTo>
                  <a:pt x="626334" y="27276"/>
                </a:lnTo>
                <a:lnTo>
                  <a:pt x="625673" y="27487"/>
                </a:lnTo>
                <a:lnTo>
                  <a:pt x="625026" y="27707"/>
                </a:lnTo>
                <a:lnTo>
                  <a:pt x="624393" y="27939"/>
                </a:lnTo>
                <a:lnTo>
                  <a:pt x="623774" y="28181"/>
                </a:lnTo>
                <a:lnTo>
                  <a:pt x="623168" y="28434"/>
                </a:lnTo>
                <a:lnTo>
                  <a:pt x="622577" y="28697"/>
                </a:lnTo>
                <a:lnTo>
                  <a:pt x="621999" y="28971"/>
                </a:lnTo>
                <a:lnTo>
                  <a:pt x="621433" y="29260"/>
                </a:lnTo>
                <a:lnTo>
                  <a:pt x="620876" y="29570"/>
                </a:lnTo>
                <a:lnTo>
                  <a:pt x="620328" y="29901"/>
                </a:lnTo>
                <a:lnTo>
                  <a:pt x="619789" y="30252"/>
                </a:lnTo>
                <a:lnTo>
                  <a:pt x="619259" y="30623"/>
                </a:lnTo>
                <a:lnTo>
                  <a:pt x="618738" y="31016"/>
                </a:lnTo>
                <a:lnTo>
                  <a:pt x="618226" y="31428"/>
                </a:lnTo>
                <a:lnTo>
                  <a:pt x="617724" y="31861"/>
                </a:lnTo>
                <a:lnTo>
                  <a:pt x="617230" y="32315"/>
                </a:lnTo>
                <a:lnTo>
                  <a:pt x="616746" y="32789"/>
                </a:lnTo>
                <a:lnTo>
                  <a:pt x="616270" y="33284"/>
                </a:lnTo>
                <a:lnTo>
                  <a:pt x="615804" y="33799"/>
                </a:lnTo>
                <a:lnTo>
                  <a:pt x="615346" y="34335"/>
                </a:lnTo>
                <a:lnTo>
                  <a:pt x="614898" y="34891"/>
                </a:lnTo>
                <a:lnTo>
                  <a:pt x="614459" y="35468"/>
                </a:lnTo>
                <a:lnTo>
                  <a:pt x="614029" y="36066"/>
                </a:lnTo>
                <a:lnTo>
                  <a:pt x="613607" y="36684"/>
                </a:lnTo>
                <a:lnTo>
                  <a:pt x="613195" y="37322"/>
                </a:lnTo>
                <a:lnTo>
                  <a:pt x="612792" y="37981"/>
                </a:lnTo>
                <a:lnTo>
                  <a:pt x="612398" y="38661"/>
                </a:lnTo>
                <a:lnTo>
                  <a:pt x="612014" y="39361"/>
                </a:lnTo>
                <a:lnTo>
                  <a:pt x="611638" y="40081"/>
                </a:lnTo>
                <a:lnTo>
                  <a:pt x="611356" y="40652"/>
                </a:lnTo>
                <a:lnTo>
                  <a:pt x="610733" y="40379"/>
                </a:lnTo>
                <a:lnTo>
                  <a:pt x="609987" y="40074"/>
                </a:lnTo>
                <a:lnTo>
                  <a:pt x="609226" y="39784"/>
                </a:lnTo>
                <a:lnTo>
                  <a:pt x="608451" y="39510"/>
                </a:lnTo>
                <a:lnTo>
                  <a:pt x="607662" y="39252"/>
                </a:lnTo>
                <a:lnTo>
                  <a:pt x="606858" y="39009"/>
                </a:lnTo>
                <a:lnTo>
                  <a:pt x="606040" y="38782"/>
                </a:lnTo>
                <a:lnTo>
                  <a:pt x="605207" y="38571"/>
                </a:lnTo>
                <a:lnTo>
                  <a:pt x="604361" y="38375"/>
                </a:lnTo>
                <a:lnTo>
                  <a:pt x="603499" y="38195"/>
                </a:lnTo>
                <a:lnTo>
                  <a:pt x="602624" y="38031"/>
                </a:lnTo>
                <a:lnTo>
                  <a:pt x="601734" y="37882"/>
                </a:lnTo>
                <a:lnTo>
                  <a:pt x="600830" y="37749"/>
                </a:lnTo>
                <a:lnTo>
                  <a:pt x="599911" y="37632"/>
                </a:lnTo>
                <a:lnTo>
                  <a:pt x="598978" y="37530"/>
                </a:lnTo>
                <a:lnTo>
                  <a:pt x="598030" y="37444"/>
                </a:lnTo>
                <a:lnTo>
                  <a:pt x="597069" y="37373"/>
                </a:lnTo>
                <a:lnTo>
                  <a:pt x="596092" y="37319"/>
                </a:lnTo>
                <a:lnTo>
                  <a:pt x="595102" y="37280"/>
                </a:lnTo>
                <a:lnTo>
                  <a:pt x="594097" y="37256"/>
                </a:lnTo>
                <a:lnTo>
                  <a:pt x="593078" y="37248"/>
                </a:lnTo>
                <a:lnTo>
                  <a:pt x="592082" y="37256"/>
                </a:lnTo>
                <a:lnTo>
                  <a:pt x="591100" y="37280"/>
                </a:lnTo>
                <a:lnTo>
                  <a:pt x="590130" y="37319"/>
                </a:lnTo>
                <a:lnTo>
                  <a:pt x="589173" y="37373"/>
                </a:lnTo>
                <a:lnTo>
                  <a:pt x="588229" y="37444"/>
                </a:lnTo>
                <a:lnTo>
                  <a:pt x="587298" y="37530"/>
                </a:lnTo>
                <a:lnTo>
                  <a:pt x="586379" y="37632"/>
                </a:lnTo>
                <a:lnTo>
                  <a:pt x="585474" y="37749"/>
                </a:lnTo>
                <a:lnTo>
                  <a:pt x="584581" y="37882"/>
                </a:lnTo>
                <a:lnTo>
                  <a:pt x="583701" y="38031"/>
                </a:lnTo>
                <a:lnTo>
                  <a:pt x="582834" y="38195"/>
                </a:lnTo>
                <a:lnTo>
                  <a:pt x="581980" y="38375"/>
                </a:lnTo>
                <a:lnTo>
                  <a:pt x="581138" y="38571"/>
                </a:lnTo>
                <a:lnTo>
                  <a:pt x="580310" y="38782"/>
                </a:lnTo>
                <a:lnTo>
                  <a:pt x="579494" y="39009"/>
                </a:lnTo>
                <a:lnTo>
                  <a:pt x="578691" y="39252"/>
                </a:lnTo>
                <a:lnTo>
                  <a:pt x="577901" y="39510"/>
                </a:lnTo>
                <a:lnTo>
                  <a:pt x="577123" y="39784"/>
                </a:lnTo>
                <a:lnTo>
                  <a:pt x="576359" y="40074"/>
                </a:lnTo>
                <a:lnTo>
                  <a:pt x="575607" y="40379"/>
                </a:lnTo>
                <a:lnTo>
                  <a:pt x="574869" y="40700"/>
                </a:lnTo>
                <a:lnTo>
                  <a:pt x="574143" y="41036"/>
                </a:lnTo>
                <a:lnTo>
                  <a:pt x="573430" y="41389"/>
                </a:lnTo>
                <a:lnTo>
                  <a:pt x="572729" y="41756"/>
                </a:lnTo>
                <a:lnTo>
                  <a:pt x="572042" y="42137"/>
                </a:lnTo>
                <a:lnTo>
                  <a:pt x="571369" y="42529"/>
                </a:lnTo>
                <a:lnTo>
                  <a:pt x="570711" y="42931"/>
                </a:lnTo>
                <a:lnTo>
                  <a:pt x="570066" y="43345"/>
                </a:lnTo>
                <a:lnTo>
                  <a:pt x="569435" y="43769"/>
                </a:lnTo>
                <a:lnTo>
                  <a:pt x="568818" y="44203"/>
                </a:lnTo>
                <a:lnTo>
                  <a:pt x="568216" y="44649"/>
                </a:lnTo>
                <a:lnTo>
                  <a:pt x="567627" y="45105"/>
                </a:lnTo>
                <a:lnTo>
                  <a:pt x="567052" y="45573"/>
                </a:lnTo>
                <a:lnTo>
                  <a:pt x="566492" y="46051"/>
                </a:lnTo>
                <a:lnTo>
                  <a:pt x="565945" y="46539"/>
                </a:lnTo>
                <a:lnTo>
                  <a:pt x="565413" y="47039"/>
                </a:lnTo>
                <a:lnTo>
                  <a:pt x="564894" y="47550"/>
                </a:lnTo>
                <a:lnTo>
                  <a:pt x="564390" y="48071"/>
                </a:lnTo>
                <a:lnTo>
                  <a:pt x="563899" y="48603"/>
                </a:lnTo>
                <a:lnTo>
                  <a:pt x="563423" y="49146"/>
                </a:lnTo>
                <a:lnTo>
                  <a:pt x="562960" y="49699"/>
                </a:lnTo>
                <a:lnTo>
                  <a:pt x="562512" y="50264"/>
                </a:lnTo>
                <a:lnTo>
                  <a:pt x="562077" y="50839"/>
                </a:lnTo>
                <a:lnTo>
                  <a:pt x="561657" y="51425"/>
                </a:lnTo>
                <a:lnTo>
                  <a:pt x="561251" y="52022"/>
                </a:lnTo>
                <a:lnTo>
                  <a:pt x="560859" y="52629"/>
                </a:lnTo>
                <a:lnTo>
                  <a:pt x="560480" y="53248"/>
                </a:lnTo>
                <a:lnTo>
                  <a:pt x="560116" y="53877"/>
                </a:lnTo>
                <a:lnTo>
                  <a:pt x="559766" y="54514"/>
                </a:lnTo>
                <a:lnTo>
                  <a:pt x="559431" y="55157"/>
                </a:lnTo>
                <a:lnTo>
                  <a:pt x="559111" y="55807"/>
                </a:lnTo>
                <a:lnTo>
                  <a:pt x="558806" y="56462"/>
                </a:lnTo>
                <a:lnTo>
                  <a:pt x="558516" y="57123"/>
                </a:lnTo>
                <a:lnTo>
                  <a:pt x="558241" y="57789"/>
                </a:lnTo>
                <a:lnTo>
                  <a:pt x="557980" y="58462"/>
                </a:lnTo>
                <a:lnTo>
                  <a:pt x="557735" y="59141"/>
                </a:lnTo>
                <a:lnTo>
                  <a:pt x="557504" y="59826"/>
                </a:lnTo>
                <a:lnTo>
                  <a:pt x="557288" y="60516"/>
                </a:lnTo>
                <a:lnTo>
                  <a:pt x="557087" y="61212"/>
                </a:lnTo>
                <a:lnTo>
                  <a:pt x="556901" y="61915"/>
                </a:lnTo>
                <a:lnTo>
                  <a:pt x="556730" y="62623"/>
                </a:lnTo>
                <a:lnTo>
                  <a:pt x="556574" y="63337"/>
                </a:lnTo>
                <a:lnTo>
                  <a:pt x="556432" y="64057"/>
                </a:lnTo>
                <a:lnTo>
                  <a:pt x="556306" y="64783"/>
                </a:lnTo>
                <a:lnTo>
                  <a:pt x="556194" y="65515"/>
                </a:lnTo>
                <a:lnTo>
                  <a:pt x="556097" y="66253"/>
                </a:lnTo>
                <a:lnTo>
                  <a:pt x="556016" y="66997"/>
                </a:lnTo>
                <a:lnTo>
                  <a:pt x="555949" y="67746"/>
                </a:lnTo>
                <a:lnTo>
                  <a:pt x="555897" y="68502"/>
                </a:lnTo>
                <a:lnTo>
                  <a:pt x="555859" y="69264"/>
                </a:lnTo>
                <a:lnTo>
                  <a:pt x="555837" y="70031"/>
                </a:lnTo>
                <a:lnTo>
                  <a:pt x="555830" y="70804"/>
                </a:lnTo>
                <a:lnTo>
                  <a:pt x="555837" y="71536"/>
                </a:lnTo>
                <a:lnTo>
                  <a:pt x="555859" y="72264"/>
                </a:lnTo>
                <a:lnTo>
                  <a:pt x="555896" y="72988"/>
                </a:lnTo>
                <a:lnTo>
                  <a:pt x="555947" y="73707"/>
                </a:lnTo>
                <a:lnTo>
                  <a:pt x="556013" y="74422"/>
                </a:lnTo>
                <a:lnTo>
                  <a:pt x="556094" y="75133"/>
                </a:lnTo>
                <a:lnTo>
                  <a:pt x="556190" y="75839"/>
                </a:lnTo>
                <a:lnTo>
                  <a:pt x="556300" y="76541"/>
                </a:lnTo>
                <a:lnTo>
                  <a:pt x="556425" y="77238"/>
                </a:lnTo>
                <a:lnTo>
                  <a:pt x="556565" y="77931"/>
                </a:lnTo>
                <a:lnTo>
                  <a:pt x="556720" y="78620"/>
                </a:lnTo>
                <a:lnTo>
                  <a:pt x="556889" y="79305"/>
                </a:lnTo>
                <a:lnTo>
                  <a:pt x="557073" y="79985"/>
                </a:lnTo>
                <a:lnTo>
                  <a:pt x="557271" y="80661"/>
                </a:lnTo>
                <a:lnTo>
                  <a:pt x="557485" y="81332"/>
                </a:lnTo>
                <a:lnTo>
                  <a:pt x="557713" y="81999"/>
                </a:lnTo>
                <a:lnTo>
                  <a:pt x="557956" y="82662"/>
                </a:lnTo>
                <a:lnTo>
                  <a:pt x="558213" y="83321"/>
                </a:lnTo>
                <a:lnTo>
                  <a:pt x="558485" y="83975"/>
                </a:lnTo>
                <a:lnTo>
                  <a:pt x="558772" y="84625"/>
                </a:lnTo>
                <a:lnTo>
                  <a:pt x="559074" y="85270"/>
                </a:lnTo>
                <a:lnTo>
                  <a:pt x="559390" y="85911"/>
                </a:lnTo>
                <a:lnTo>
                  <a:pt x="559721" y="86548"/>
                </a:lnTo>
                <a:lnTo>
                  <a:pt x="560067" y="87180"/>
                </a:lnTo>
                <a:lnTo>
                  <a:pt x="560427" y="87806"/>
                </a:lnTo>
                <a:lnTo>
                  <a:pt x="560801" y="88421"/>
                </a:lnTo>
                <a:lnTo>
                  <a:pt x="561188" y="89026"/>
                </a:lnTo>
                <a:lnTo>
                  <a:pt x="561590" y="89621"/>
                </a:lnTo>
                <a:lnTo>
                  <a:pt x="562006" y="90206"/>
                </a:lnTo>
                <a:lnTo>
                  <a:pt x="562435" y="90780"/>
                </a:lnTo>
                <a:lnTo>
                  <a:pt x="562878" y="91345"/>
                </a:lnTo>
                <a:lnTo>
                  <a:pt x="563335" y="91900"/>
                </a:lnTo>
                <a:lnTo>
                  <a:pt x="563806" y="92444"/>
                </a:lnTo>
                <a:lnTo>
                  <a:pt x="564291" y="92979"/>
                </a:lnTo>
                <a:lnTo>
                  <a:pt x="564789" y="93503"/>
                </a:lnTo>
                <a:lnTo>
                  <a:pt x="565302" y="94017"/>
                </a:lnTo>
                <a:lnTo>
                  <a:pt x="565828" y="94522"/>
                </a:lnTo>
                <a:lnTo>
                  <a:pt x="566368" y="95016"/>
                </a:lnTo>
                <a:lnTo>
                  <a:pt x="566922" y="95500"/>
                </a:lnTo>
                <a:lnTo>
                  <a:pt x="567490" y="95974"/>
                </a:lnTo>
                <a:lnTo>
                  <a:pt x="568072" y="96438"/>
                </a:lnTo>
                <a:lnTo>
                  <a:pt x="568667" y="96891"/>
                </a:lnTo>
                <a:lnTo>
                  <a:pt x="568991" y="97127"/>
                </a:lnTo>
                <a:lnTo>
                  <a:pt x="568806" y="97198"/>
                </a:lnTo>
                <a:lnTo>
                  <a:pt x="568162" y="97458"/>
                </a:lnTo>
                <a:lnTo>
                  <a:pt x="567536" y="97723"/>
                </a:lnTo>
                <a:lnTo>
                  <a:pt x="566926" y="97994"/>
                </a:lnTo>
                <a:lnTo>
                  <a:pt x="566334" y="98270"/>
                </a:lnTo>
                <a:lnTo>
                  <a:pt x="565759" y="98551"/>
                </a:lnTo>
                <a:lnTo>
                  <a:pt x="565202" y="98837"/>
                </a:lnTo>
                <a:lnTo>
                  <a:pt x="564661" y="99129"/>
                </a:lnTo>
                <a:lnTo>
                  <a:pt x="564138" y="99426"/>
                </a:lnTo>
                <a:lnTo>
                  <a:pt x="563632" y="99729"/>
                </a:lnTo>
                <a:lnTo>
                  <a:pt x="563144" y="100036"/>
                </a:lnTo>
                <a:lnTo>
                  <a:pt x="562673" y="100350"/>
                </a:lnTo>
                <a:lnTo>
                  <a:pt x="562219" y="100668"/>
                </a:lnTo>
                <a:lnTo>
                  <a:pt x="561782" y="100992"/>
                </a:lnTo>
                <a:lnTo>
                  <a:pt x="561363" y="101321"/>
                </a:lnTo>
                <a:lnTo>
                  <a:pt x="560960" y="101655"/>
                </a:lnTo>
                <a:lnTo>
                  <a:pt x="560576" y="101995"/>
                </a:lnTo>
                <a:lnTo>
                  <a:pt x="560208" y="102340"/>
                </a:lnTo>
                <a:lnTo>
                  <a:pt x="559858" y="102690"/>
                </a:lnTo>
                <a:lnTo>
                  <a:pt x="559525" y="103045"/>
                </a:lnTo>
                <a:lnTo>
                  <a:pt x="559207" y="103405"/>
                </a:lnTo>
                <a:lnTo>
                  <a:pt x="558903" y="103766"/>
                </a:lnTo>
                <a:lnTo>
                  <a:pt x="558613" y="104129"/>
                </a:lnTo>
                <a:lnTo>
                  <a:pt x="558335" y="104493"/>
                </a:lnTo>
                <a:lnTo>
                  <a:pt x="558072" y="104860"/>
                </a:lnTo>
                <a:lnTo>
                  <a:pt x="557822" y="105229"/>
                </a:lnTo>
                <a:lnTo>
                  <a:pt x="557585" y="105599"/>
                </a:lnTo>
                <a:lnTo>
                  <a:pt x="557362" y="105971"/>
                </a:lnTo>
                <a:lnTo>
                  <a:pt x="557153" y="106346"/>
                </a:lnTo>
                <a:lnTo>
                  <a:pt x="556957" y="106722"/>
                </a:lnTo>
                <a:lnTo>
                  <a:pt x="556774" y="107100"/>
                </a:lnTo>
                <a:lnTo>
                  <a:pt x="556606" y="107480"/>
                </a:lnTo>
                <a:lnTo>
                  <a:pt x="556450" y="107861"/>
                </a:lnTo>
                <a:lnTo>
                  <a:pt x="556308" y="108245"/>
                </a:lnTo>
                <a:lnTo>
                  <a:pt x="556180" y="108631"/>
                </a:lnTo>
                <a:lnTo>
                  <a:pt x="556065" y="109018"/>
                </a:lnTo>
                <a:lnTo>
                  <a:pt x="555964" y="109407"/>
                </a:lnTo>
                <a:lnTo>
                  <a:pt x="555876" y="109798"/>
                </a:lnTo>
                <a:lnTo>
                  <a:pt x="555801" y="110191"/>
                </a:lnTo>
                <a:lnTo>
                  <a:pt x="555741" y="110586"/>
                </a:lnTo>
                <a:lnTo>
                  <a:pt x="555693" y="110983"/>
                </a:lnTo>
                <a:lnTo>
                  <a:pt x="555660" y="111382"/>
                </a:lnTo>
                <a:lnTo>
                  <a:pt x="555639" y="111783"/>
                </a:lnTo>
                <a:lnTo>
                  <a:pt x="555632" y="112185"/>
                </a:lnTo>
                <a:lnTo>
                  <a:pt x="555636" y="112466"/>
                </a:lnTo>
                <a:lnTo>
                  <a:pt x="555648" y="112747"/>
                </a:lnTo>
                <a:lnTo>
                  <a:pt x="555668" y="113029"/>
                </a:lnTo>
                <a:lnTo>
                  <a:pt x="555695" y="113313"/>
                </a:lnTo>
                <a:lnTo>
                  <a:pt x="555731" y="113597"/>
                </a:lnTo>
                <a:lnTo>
                  <a:pt x="555774" y="113882"/>
                </a:lnTo>
                <a:lnTo>
                  <a:pt x="555825" y="114167"/>
                </a:lnTo>
                <a:lnTo>
                  <a:pt x="555884" y="114454"/>
                </a:lnTo>
                <a:lnTo>
                  <a:pt x="555951" y="114742"/>
                </a:lnTo>
                <a:lnTo>
                  <a:pt x="556026" y="115030"/>
                </a:lnTo>
                <a:lnTo>
                  <a:pt x="556109" y="115319"/>
                </a:lnTo>
                <a:lnTo>
                  <a:pt x="556199" y="115609"/>
                </a:lnTo>
                <a:lnTo>
                  <a:pt x="556297" y="115900"/>
                </a:lnTo>
                <a:lnTo>
                  <a:pt x="556404" y="116192"/>
                </a:lnTo>
                <a:lnTo>
                  <a:pt x="556518" y="116485"/>
                </a:lnTo>
                <a:lnTo>
                  <a:pt x="556640" y="116778"/>
                </a:lnTo>
                <a:lnTo>
                  <a:pt x="556770" y="117072"/>
                </a:lnTo>
                <a:lnTo>
                  <a:pt x="556907" y="117368"/>
                </a:lnTo>
                <a:lnTo>
                  <a:pt x="557053" y="117664"/>
                </a:lnTo>
                <a:lnTo>
                  <a:pt x="557206" y="117961"/>
                </a:lnTo>
                <a:lnTo>
                  <a:pt x="557368" y="118258"/>
                </a:lnTo>
                <a:lnTo>
                  <a:pt x="557537" y="118557"/>
                </a:lnTo>
                <a:lnTo>
                  <a:pt x="557714" y="118856"/>
                </a:lnTo>
                <a:lnTo>
                  <a:pt x="557899" y="119157"/>
                </a:lnTo>
                <a:lnTo>
                  <a:pt x="558093" y="119456"/>
                </a:lnTo>
                <a:lnTo>
                  <a:pt x="558298" y="119753"/>
                </a:lnTo>
                <a:lnTo>
                  <a:pt x="558514" y="120047"/>
                </a:lnTo>
                <a:lnTo>
                  <a:pt x="558741" y="120340"/>
                </a:lnTo>
                <a:lnTo>
                  <a:pt x="558978" y="120629"/>
                </a:lnTo>
                <a:lnTo>
                  <a:pt x="559226" y="120917"/>
                </a:lnTo>
                <a:lnTo>
                  <a:pt x="559485" y="121201"/>
                </a:lnTo>
                <a:lnTo>
                  <a:pt x="559755" y="121484"/>
                </a:lnTo>
                <a:lnTo>
                  <a:pt x="560035" y="121764"/>
                </a:lnTo>
                <a:lnTo>
                  <a:pt x="560326" y="122042"/>
                </a:lnTo>
                <a:lnTo>
                  <a:pt x="560629" y="122317"/>
                </a:lnTo>
                <a:lnTo>
                  <a:pt x="560941" y="122590"/>
                </a:lnTo>
                <a:lnTo>
                  <a:pt x="561265" y="122861"/>
                </a:lnTo>
                <a:lnTo>
                  <a:pt x="561599" y="123129"/>
                </a:lnTo>
                <a:lnTo>
                  <a:pt x="561944" y="123395"/>
                </a:lnTo>
                <a:lnTo>
                  <a:pt x="562300" y="123658"/>
                </a:lnTo>
                <a:lnTo>
                  <a:pt x="562667" y="123919"/>
                </a:lnTo>
                <a:lnTo>
                  <a:pt x="563045" y="124178"/>
                </a:lnTo>
                <a:lnTo>
                  <a:pt x="563433" y="124434"/>
                </a:lnTo>
                <a:lnTo>
                  <a:pt x="563832" y="124688"/>
                </a:lnTo>
                <a:lnTo>
                  <a:pt x="564242" y="124939"/>
                </a:lnTo>
                <a:lnTo>
                  <a:pt x="564662" y="125188"/>
                </a:lnTo>
                <a:lnTo>
                  <a:pt x="565094" y="125435"/>
                </a:lnTo>
                <a:lnTo>
                  <a:pt x="565536" y="125679"/>
                </a:lnTo>
                <a:lnTo>
                  <a:pt x="565990" y="125918"/>
                </a:lnTo>
                <a:lnTo>
                  <a:pt x="566459" y="126151"/>
                </a:lnTo>
                <a:lnTo>
                  <a:pt x="566941" y="126377"/>
                </a:lnTo>
                <a:lnTo>
                  <a:pt x="567105" y="126450"/>
                </a:lnTo>
                <a:lnTo>
                  <a:pt x="566615" y="126664"/>
                </a:lnTo>
                <a:lnTo>
                  <a:pt x="565737" y="127073"/>
                </a:lnTo>
                <a:lnTo>
                  <a:pt x="564887" y="127496"/>
                </a:lnTo>
                <a:lnTo>
                  <a:pt x="564063" y="127932"/>
                </a:lnTo>
                <a:lnTo>
                  <a:pt x="563266" y="128382"/>
                </a:lnTo>
                <a:lnTo>
                  <a:pt x="562496" y="128846"/>
                </a:lnTo>
                <a:lnTo>
                  <a:pt x="561753" y="129323"/>
                </a:lnTo>
                <a:lnTo>
                  <a:pt x="561037" y="129813"/>
                </a:lnTo>
                <a:lnTo>
                  <a:pt x="560348" y="130317"/>
                </a:lnTo>
                <a:lnTo>
                  <a:pt x="559685" y="130835"/>
                </a:lnTo>
                <a:lnTo>
                  <a:pt x="559050" y="131367"/>
                </a:lnTo>
                <a:lnTo>
                  <a:pt x="558441" y="131911"/>
                </a:lnTo>
                <a:lnTo>
                  <a:pt x="557858" y="132466"/>
                </a:lnTo>
                <a:lnTo>
                  <a:pt x="557300" y="133028"/>
                </a:lnTo>
                <a:lnTo>
                  <a:pt x="556766" y="133596"/>
                </a:lnTo>
                <a:lnTo>
                  <a:pt x="556258" y="134170"/>
                </a:lnTo>
                <a:lnTo>
                  <a:pt x="555774" y="134752"/>
                </a:lnTo>
                <a:lnTo>
                  <a:pt x="555315" y="135340"/>
                </a:lnTo>
                <a:lnTo>
                  <a:pt x="554881" y="135934"/>
                </a:lnTo>
                <a:lnTo>
                  <a:pt x="554472" y="136535"/>
                </a:lnTo>
                <a:lnTo>
                  <a:pt x="554087" y="137143"/>
                </a:lnTo>
                <a:lnTo>
                  <a:pt x="553728" y="137758"/>
                </a:lnTo>
                <a:lnTo>
                  <a:pt x="553393" y="138379"/>
                </a:lnTo>
                <a:lnTo>
                  <a:pt x="553083" y="139006"/>
                </a:lnTo>
                <a:lnTo>
                  <a:pt x="552797" y="139641"/>
                </a:lnTo>
                <a:lnTo>
                  <a:pt x="552537" y="140282"/>
                </a:lnTo>
                <a:lnTo>
                  <a:pt x="552301" y="140929"/>
                </a:lnTo>
                <a:lnTo>
                  <a:pt x="552091" y="141583"/>
                </a:lnTo>
                <a:lnTo>
                  <a:pt x="551904" y="142244"/>
                </a:lnTo>
                <a:lnTo>
                  <a:pt x="551743" y="142912"/>
                </a:lnTo>
                <a:lnTo>
                  <a:pt x="551607" y="143586"/>
                </a:lnTo>
                <a:lnTo>
                  <a:pt x="551495" y="144267"/>
                </a:lnTo>
                <a:lnTo>
                  <a:pt x="551408" y="144954"/>
                </a:lnTo>
                <a:lnTo>
                  <a:pt x="551346" y="145648"/>
                </a:lnTo>
                <a:lnTo>
                  <a:pt x="551309" y="146349"/>
                </a:lnTo>
                <a:lnTo>
                  <a:pt x="551297" y="147056"/>
                </a:lnTo>
                <a:lnTo>
                  <a:pt x="551304" y="147639"/>
                </a:lnTo>
                <a:lnTo>
                  <a:pt x="551325" y="148219"/>
                </a:lnTo>
                <a:lnTo>
                  <a:pt x="551361" y="148795"/>
                </a:lnTo>
                <a:lnTo>
                  <a:pt x="551412" y="149367"/>
                </a:lnTo>
                <a:lnTo>
                  <a:pt x="551476" y="149937"/>
                </a:lnTo>
                <a:lnTo>
                  <a:pt x="551555" y="150502"/>
                </a:lnTo>
                <a:lnTo>
                  <a:pt x="551649" y="151065"/>
                </a:lnTo>
                <a:lnTo>
                  <a:pt x="551757" y="151623"/>
                </a:lnTo>
                <a:lnTo>
                  <a:pt x="551879" y="152179"/>
                </a:lnTo>
                <a:lnTo>
                  <a:pt x="552015" y="152730"/>
                </a:lnTo>
                <a:lnTo>
                  <a:pt x="552166" y="153279"/>
                </a:lnTo>
                <a:lnTo>
                  <a:pt x="552331" y="153824"/>
                </a:lnTo>
                <a:lnTo>
                  <a:pt x="552511" y="154365"/>
                </a:lnTo>
                <a:lnTo>
                  <a:pt x="552705" y="154903"/>
                </a:lnTo>
                <a:lnTo>
                  <a:pt x="552913" y="155437"/>
                </a:lnTo>
                <a:lnTo>
                  <a:pt x="553136" y="155968"/>
                </a:lnTo>
                <a:lnTo>
                  <a:pt x="553373" y="156496"/>
                </a:lnTo>
                <a:lnTo>
                  <a:pt x="553625" y="157020"/>
                </a:lnTo>
                <a:lnTo>
                  <a:pt x="553891" y="157540"/>
                </a:lnTo>
                <a:lnTo>
                  <a:pt x="554171" y="158057"/>
                </a:lnTo>
                <a:lnTo>
                  <a:pt x="554465" y="158571"/>
                </a:lnTo>
                <a:lnTo>
                  <a:pt x="554774" y="159081"/>
                </a:lnTo>
                <a:lnTo>
                  <a:pt x="555098" y="159588"/>
                </a:lnTo>
                <a:lnTo>
                  <a:pt x="555435" y="160091"/>
                </a:lnTo>
                <a:lnTo>
                  <a:pt x="555789" y="160588"/>
                </a:lnTo>
                <a:lnTo>
                  <a:pt x="556161" y="161078"/>
                </a:lnTo>
                <a:lnTo>
                  <a:pt x="556551" y="161558"/>
                </a:lnTo>
                <a:lnTo>
                  <a:pt x="556959" y="162031"/>
                </a:lnTo>
                <a:lnTo>
                  <a:pt x="557384" y="162495"/>
                </a:lnTo>
                <a:lnTo>
                  <a:pt x="557828" y="162950"/>
                </a:lnTo>
                <a:lnTo>
                  <a:pt x="558290" y="163398"/>
                </a:lnTo>
                <a:lnTo>
                  <a:pt x="558769" y="163836"/>
                </a:lnTo>
                <a:lnTo>
                  <a:pt x="559267" y="164267"/>
                </a:lnTo>
                <a:lnTo>
                  <a:pt x="559782" y="164689"/>
                </a:lnTo>
                <a:lnTo>
                  <a:pt x="560316" y="165103"/>
                </a:lnTo>
                <a:lnTo>
                  <a:pt x="560867" y="165508"/>
                </a:lnTo>
                <a:lnTo>
                  <a:pt x="561437" y="165905"/>
                </a:lnTo>
                <a:lnTo>
                  <a:pt x="562024" y="166294"/>
                </a:lnTo>
                <a:lnTo>
                  <a:pt x="562630" y="166674"/>
                </a:lnTo>
                <a:lnTo>
                  <a:pt x="563253" y="167046"/>
                </a:lnTo>
                <a:lnTo>
                  <a:pt x="563894" y="167410"/>
                </a:lnTo>
                <a:lnTo>
                  <a:pt x="564553" y="167765"/>
                </a:lnTo>
                <a:lnTo>
                  <a:pt x="565231" y="168112"/>
                </a:lnTo>
                <a:lnTo>
                  <a:pt x="565926" y="168450"/>
                </a:lnTo>
                <a:lnTo>
                  <a:pt x="566639" y="168780"/>
                </a:lnTo>
                <a:lnTo>
                  <a:pt x="567370" y="169102"/>
                </a:lnTo>
                <a:lnTo>
                  <a:pt x="568119" y="169415"/>
                </a:lnTo>
                <a:lnTo>
                  <a:pt x="568886" y="169720"/>
                </a:lnTo>
                <a:lnTo>
                  <a:pt x="569673" y="170015"/>
                </a:lnTo>
                <a:lnTo>
                  <a:pt x="570482" y="170297"/>
                </a:lnTo>
                <a:lnTo>
                  <a:pt x="571312" y="170567"/>
                </a:lnTo>
                <a:lnTo>
                  <a:pt x="572164" y="170824"/>
                </a:lnTo>
                <a:lnTo>
                  <a:pt x="573038" y="171068"/>
                </a:lnTo>
                <a:lnTo>
                  <a:pt x="573933" y="171300"/>
                </a:lnTo>
                <a:lnTo>
                  <a:pt x="574850" y="171520"/>
                </a:lnTo>
                <a:lnTo>
                  <a:pt x="575789" y="171727"/>
                </a:lnTo>
                <a:lnTo>
                  <a:pt x="576750" y="171921"/>
                </a:lnTo>
                <a:lnTo>
                  <a:pt x="577733" y="172103"/>
                </a:lnTo>
                <a:lnTo>
                  <a:pt x="578737" y="172272"/>
                </a:lnTo>
                <a:lnTo>
                  <a:pt x="579763" y="172429"/>
                </a:lnTo>
                <a:lnTo>
                  <a:pt x="580810" y="172573"/>
                </a:lnTo>
                <a:lnTo>
                  <a:pt x="581879" y="172705"/>
                </a:lnTo>
                <a:lnTo>
                  <a:pt x="582970" y="172824"/>
                </a:lnTo>
                <a:lnTo>
                  <a:pt x="584083" y="172931"/>
                </a:lnTo>
                <a:lnTo>
                  <a:pt x="585218" y="173025"/>
                </a:lnTo>
                <a:lnTo>
                  <a:pt x="586374" y="173106"/>
                </a:lnTo>
                <a:lnTo>
                  <a:pt x="587552" y="173175"/>
                </a:lnTo>
                <a:lnTo>
                  <a:pt x="588752" y="173232"/>
                </a:lnTo>
                <a:lnTo>
                  <a:pt x="589973" y="173276"/>
                </a:lnTo>
                <a:lnTo>
                  <a:pt x="591216" y="173307"/>
                </a:lnTo>
                <a:lnTo>
                  <a:pt x="592481" y="173326"/>
                </a:lnTo>
                <a:lnTo>
                  <a:pt x="593768" y="173332"/>
                </a:lnTo>
                <a:lnTo>
                  <a:pt x="595645" y="173318"/>
                </a:lnTo>
                <a:lnTo>
                  <a:pt x="597484" y="173273"/>
                </a:lnTo>
                <a:lnTo>
                  <a:pt x="599283" y="173200"/>
                </a:lnTo>
                <a:lnTo>
                  <a:pt x="601044" y="173097"/>
                </a:lnTo>
                <a:lnTo>
                  <a:pt x="602767" y="172964"/>
                </a:lnTo>
                <a:lnTo>
                  <a:pt x="604450" y="172803"/>
                </a:lnTo>
                <a:lnTo>
                  <a:pt x="606094" y="172611"/>
                </a:lnTo>
                <a:lnTo>
                  <a:pt x="607700" y="172391"/>
                </a:lnTo>
                <a:lnTo>
                  <a:pt x="609267" y="172141"/>
                </a:lnTo>
                <a:lnTo>
                  <a:pt x="610795" y="171861"/>
                </a:lnTo>
                <a:lnTo>
                  <a:pt x="612284" y="171552"/>
                </a:lnTo>
                <a:lnTo>
                  <a:pt x="613734" y="171214"/>
                </a:lnTo>
                <a:lnTo>
                  <a:pt x="615146" y="170846"/>
                </a:lnTo>
                <a:lnTo>
                  <a:pt x="616518" y="170449"/>
                </a:lnTo>
                <a:lnTo>
                  <a:pt x="617852" y="170022"/>
                </a:lnTo>
                <a:lnTo>
                  <a:pt x="619147" y="169566"/>
                </a:lnTo>
                <a:lnTo>
                  <a:pt x="620403" y="169080"/>
                </a:lnTo>
                <a:lnTo>
                  <a:pt x="621621" y="168565"/>
                </a:lnTo>
                <a:lnTo>
                  <a:pt x="622799" y="168021"/>
                </a:lnTo>
                <a:lnTo>
                  <a:pt x="623939" y="167447"/>
                </a:lnTo>
                <a:lnTo>
                  <a:pt x="625039" y="166844"/>
                </a:lnTo>
                <a:lnTo>
                  <a:pt x="626101" y="166211"/>
                </a:lnTo>
                <a:lnTo>
                  <a:pt x="627125" y="165549"/>
                </a:lnTo>
                <a:lnTo>
                  <a:pt x="628109" y="164858"/>
                </a:lnTo>
                <a:lnTo>
                  <a:pt x="629054" y="164143"/>
                </a:lnTo>
                <a:lnTo>
                  <a:pt x="629958" y="163412"/>
                </a:lnTo>
                <a:lnTo>
                  <a:pt x="630823" y="162665"/>
                </a:lnTo>
                <a:lnTo>
                  <a:pt x="631647" y="161901"/>
                </a:lnTo>
                <a:lnTo>
                  <a:pt x="632431" y="161120"/>
                </a:lnTo>
                <a:lnTo>
                  <a:pt x="633174" y="160323"/>
                </a:lnTo>
                <a:lnTo>
                  <a:pt x="633878" y="159509"/>
                </a:lnTo>
                <a:lnTo>
                  <a:pt x="634541" y="158678"/>
                </a:lnTo>
                <a:lnTo>
                  <a:pt x="635164" y="157832"/>
                </a:lnTo>
                <a:lnTo>
                  <a:pt x="635747" y="156968"/>
                </a:lnTo>
                <a:lnTo>
                  <a:pt x="636290" y="156088"/>
                </a:lnTo>
                <a:lnTo>
                  <a:pt x="636793" y="155192"/>
                </a:lnTo>
                <a:lnTo>
                  <a:pt x="637255" y="154279"/>
                </a:lnTo>
                <a:lnTo>
                  <a:pt x="637677" y="153349"/>
                </a:lnTo>
                <a:lnTo>
                  <a:pt x="638059" y="152403"/>
                </a:lnTo>
                <a:lnTo>
                  <a:pt x="638401" y="151440"/>
                </a:lnTo>
                <a:lnTo>
                  <a:pt x="638702" y="150461"/>
                </a:lnTo>
                <a:lnTo>
                  <a:pt x="638964" y="149465"/>
                </a:lnTo>
                <a:lnTo>
                  <a:pt x="639185" y="148452"/>
                </a:lnTo>
                <a:lnTo>
                  <a:pt x="639366" y="147423"/>
                </a:lnTo>
                <a:lnTo>
                  <a:pt x="639506" y="146378"/>
                </a:lnTo>
                <a:lnTo>
                  <a:pt x="639607" y="145316"/>
                </a:lnTo>
                <a:lnTo>
                  <a:pt x="639667" y="144237"/>
                </a:lnTo>
                <a:lnTo>
                  <a:pt x="639687" y="143142"/>
                </a:lnTo>
                <a:lnTo>
                  <a:pt x="639670" y="142042"/>
                </a:lnTo>
                <a:lnTo>
                  <a:pt x="639617" y="140967"/>
                </a:lnTo>
                <a:lnTo>
                  <a:pt x="639529" y="139916"/>
                </a:lnTo>
                <a:lnTo>
                  <a:pt x="639405" y="138889"/>
                </a:lnTo>
                <a:lnTo>
                  <a:pt x="639247" y="137886"/>
                </a:lnTo>
                <a:lnTo>
                  <a:pt x="639053" y="136908"/>
                </a:lnTo>
                <a:lnTo>
                  <a:pt x="638824" y="135953"/>
                </a:lnTo>
                <a:lnTo>
                  <a:pt x="638560" y="135023"/>
                </a:lnTo>
                <a:lnTo>
                  <a:pt x="638260" y="134117"/>
                </a:lnTo>
                <a:lnTo>
                  <a:pt x="637925" y="133236"/>
                </a:lnTo>
                <a:lnTo>
                  <a:pt x="637555" y="132378"/>
                </a:lnTo>
                <a:lnTo>
                  <a:pt x="637150" y="131545"/>
                </a:lnTo>
                <a:lnTo>
                  <a:pt x="636709" y="130736"/>
                </a:lnTo>
                <a:lnTo>
                  <a:pt x="636234" y="129951"/>
                </a:lnTo>
                <a:lnTo>
                  <a:pt x="635723" y="129190"/>
                </a:lnTo>
                <a:lnTo>
                  <a:pt x="635176" y="128454"/>
                </a:lnTo>
                <a:lnTo>
                  <a:pt x="634595" y="127742"/>
                </a:lnTo>
                <a:lnTo>
                  <a:pt x="633978" y="127054"/>
                </a:lnTo>
                <a:lnTo>
                  <a:pt x="633326" y="126390"/>
                </a:lnTo>
                <a:lnTo>
                  <a:pt x="632639" y="125750"/>
                </a:lnTo>
                <a:lnTo>
                  <a:pt x="631916" y="125135"/>
                </a:lnTo>
                <a:lnTo>
                  <a:pt x="631159" y="124544"/>
                </a:lnTo>
                <a:lnTo>
                  <a:pt x="630366" y="123977"/>
                </a:lnTo>
                <a:lnTo>
                  <a:pt x="629538" y="123434"/>
                </a:lnTo>
                <a:lnTo>
                  <a:pt x="628668" y="122914"/>
                </a:lnTo>
                <a:lnTo>
                  <a:pt x="627752" y="122417"/>
                </a:lnTo>
                <a:lnTo>
                  <a:pt x="626789" y="121941"/>
                </a:lnTo>
                <a:lnTo>
                  <a:pt x="625779" y="121488"/>
                </a:lnTo>
                <a:lnTo>
                  <a:pt x="624723" y="121057"/>
                </a:lnTo>
                <a:lnTo>
                  <a:pt x="623619" y="120648"/>
                </a:lnTo>
                <a:lnTo>
                  <a:pt x="622469" y="120261"/>
                </a:lnTo>
                <a:lnTo>
                  <a:pt x="621271" y="119896"/>
                </a:lnTo>
                <a:lnTo>
                  <a:pt x="620027" y="119553"/>
                </a:lnTo>
                <a:lnTo>
                  <a:pt x="618736" y="119233"/>
                </a:lnTo>
                <a:lnTo>
                  <a:pt x="617398" y="118934"/>
                </a:lnTo>
                <a:lnTo>
                  <a:pt x="616013" y="118658"/>
                </a:lnTo>
                <a:lnTo>
                  <a:pt x="614581" y="118404"/>
                </a:lnTo>
                <a:lnTo>
                  <a:pt x="613103" y="118171"/>
                </a:lnTo>
                <a:lnTo>
                  <a:pt x="611577" y="117961"/>
                </a:lnTo>
                <a:lnTo>
                  <a:pt x="610005" y="117773"/>
                </a:lnTo>
                <a:lnTo>
                  <a:pt x="608386" y="117608"/>
                </a:lnTo>
                <a:lnTo>
                  <a:pt x="606719" y="117464"/>
                </a:lnTo>
                <a:lnTo>
                  <a:pt x="605006" y="117342"/>
                </a:lnTo>
                <a:lnTo>
                  <a:pt x="603247" y="117243"/>
                </a:lnTo>
                <a:lnTo>
                  <a:pt x="601440" y="117165"/>
                </a:lnTo>
                <a:lnTo>
                  <a:pt x="599586" y="117110"/>
                </a:lnTo>
                <a:lnTo>
                  <a:pt x="597686" y="117077"/>
                </a:lnTo>
                <a:lnTo>
                  <a:pt x="595738" y="117066"/>
                </a:lnTo>
                <a:lnTo>
                  <a:pt x="589333" y="117066"/>
                </a:lnTo>
                <a:lnTo>
                  <a:pt x="588690" y="117064"/>
                </a:lnTo>
                <a:lnTo>
                  <a:pt x="588059" y="117059"/>
                </a:lnTo>
                <a:lnTo>
                  <a:pt x="587440" y="117051"/>
                </a:lnTo>
                <a:lnTo>
                  <a:pt x="586833" y="117040"/>
                </a:lnTo>
                <a:lnTo>
                  <a:pt x="586237" y="117025"/>
                </a:lnTo>
                <a:lnTo>
                  <a:pt x="585653" y="117007"/>
                </a:lnTo>
                <a:lnTo>
                  <a:pt x="585081" y="116986"/>
                </a:lnTo>
                <a:lnTo>
                  <a:pt x="584521" y="116961"/>
                </a:lnTo>
                <a:lnTo>
                  <a:pt x="583973" y="116933"/>
                </a:lnTo>
                <a:lnTo>
                  <a:pt x="583436" y="116902"/>
                </a:lnTo>
                <a:lnTo>
                  <a:pt x="582911" y="116868"/>
                </a:lnTo>
                <a:lnTo>
                  <a:pt x="582398" y="116830"/>
                </a:lnTo>
                <a:lnTo>
                  <a:pt x="581897" y="116789"/>
                </a:lnTo>
                <a:lnTo>
                  <a:pt x="581408" y="116745"/>
                </a:lnTo>
                <a:lnTo>
                  <a:pt x="580930" y="116698"/>
                </a:lnTo>
                <a:lnTo>
                  <a:pt x="580465" y="116647"/>
                </a:lnTo>
                <a:lnTo>
                  <a:pt x="580011" y="116593"/>
                </a:lnTo>
                <a:lnTo>
                  <a:pt x="579569" y="116536"/>
                </a:lnTo>
                <a:lnTo>
                  <a:pt x="579138" y="116475"/>
                </a:lnTo>
                <a:lnTo>
                  <a:pt x="578720" y="116411"/>
                </a:lnTo>
                <a:lnTo>
                  <a:pt x="578313" y="116344"/>
                </a:lnTo>
                <a:lnTo>
                  <a:pt x="577918" y="116274"/>
                </a:lnTo>
                <a:lnTo>
                  <a:pt x="577535" y="116200"/>
                </a:lnTo>
                <a:lnTo>
                  <a:pt x="577164" y="116123"/>
                </a:lnTo>
                <a:lnTo>
                  <a:pt x="576803" y="116044"/>
                </a:lnTo>
                <a:lnTo>
                  <a:pt x="576450" y="115962"/>
                </a:lnTo>
                <a:lnTo>
                  <a:pt x="576107" y="115879"/>
                </a:lnTo>
                <a:lnTo>
                  <a:pt x="575773" y="115793"/>
                </a:lnTo>
                <a:lnTo>
                  <a:pt x="575448" y="115705"/>
                </a:lnTo>
                <a:lnTo>
                  <a:pt x="575131" y="115615"/>
                </a:lnTo>
                <a:lnTo>
                  <a:pt x="574824" y="115523"/>
                </a:lnTo>
                <a:lnTo>
                  <a:pt x="574525" y="115429"/>
                </a:lnTo>
                <a:lnTo>
                  <a:pt x="574235" y="115333"/>
                </a:lnTo>
                <a:lnTo>
                  <a:pt x="573954" y="115235"/>
                </a:lnTo>
                <a:lnTo>
                  <a:pt x="573682" y="115135"/>
                </a:lnTo>
                <a:lnTo>
                  <a:pt x="573419" y="115033"/>
                </a:lnTo>
                <a:lnTo>
                  <a:pt x="573165" y="114928"/>
                </a:lnTo>
                <a:lnTo>
                  <a:pt x="572919" y="114822"/>
                </a:lnTo>
                <a:lnTo>
                  <a:pt x="572683" y="114713"/>
                </a:lnTo>
                <a:lnTo>
                  <a:pt x="572455" y="114603"/>
                </a:lnTo>
                <a:lnTo>
                  <a:pt x="572237" y="114490"/>
                </a:lnTo>
                <a:lnTo>
                  <a:pt x="572027" y="114376"/>
                </a:lnTo>
                <a:lnTo>
                  <a:pt x="571826" y="114259"/>
                </a:lnTo>
                <a:lnTo>
                  <a:pt x="571634" y="114140"/>
                </a:lnTo>
                <a:lnTo>
                  <a:pt x="571451" y="114019"/>
                </a:lnTo>
                <a:lnTo>
                  <a:pt x="571277" y="113897"/>
                </a:lnTo>
                <a:lnTo>
                  <a:pt x="571112" y="113772"/>
                </a:lnTo>
                <a:lnTo>
                  <a:pt x="570955" y="113645"/>
                </a:lnTo>
                <a:lnTo>
                  <a:pt x="570807" y="113516"/>
                </a:lnTo>
                <a:lnTo>
                  <a:pt x="570664" y="113385"/>
                </a:lnTo>
                <a:lnTo>
                  <a:pt x="570528" y="113253"/>
                </a:lnTo>
                <a:lnTo>
                  <a:pt x="570398" y="113120"/>
                </a:lnTo>
                <a:lnTo>
                  <a:pt x="570275" y="112985"/>
                </a:lnTo>
                <a:lnTo>
                  <a:pt x="570158" y="112848"/>
                </a:lnTo>
                <a:lnTo>
                  <a:pt x="570047" y="112710"/>
                </a:lnTo>
                <a:lnTo>
                  <a:pt x="569943" y="112571"/>
                </a:lnTo>
                <a:lnTo>
                  <a:pt x="569845" y="112429"/>
                </a:lnTo>
                <a:lnTo>
                  <a:pt x="569753" y="112287"/>
                </a:lnTo>
                <a:lnTo>
                  <a:pt x="569667" y="112142"/>
                </a:lnTo>
                <a:lnTo>
                  <a:pt x="569588" y="111996"/>
                </a:lnTo>
                <a:lnTo>
                  <a:pt x="569515" y="111849"/>
                </a:lnTo>
                <a:lnTo>
                  <a:pt x="569449" y="111700"/>
                </a:lnTo>
                <a:lnTo>
                  <a:pt x="569389" y="111549"/>
                </a:lnTo>
                <a:lnTo>
                  <a:pt x="569335" y="111397"/>
                </a:lnTo>
                <a:lnTo>
                  <a:pt x="569288" y="111244"/>
                </a:lnTo>
                <a:lnTo>
                  <a:pt x="569246" y="111089"/>
                </a:lnTo>
                <a:lnTo>
                  <a:pt x="569212" y="110932"/>
                </a:lnTo>
                <a:lnTo>
                  <a:pt x="569183" y="110773"/>
                </a:lnTo>
                <a:lnTo>
                  <a:pt x="569161" y="110614"/>
                </a:lnTo>
                <a:lnTo>
                  <a:pt x="569145" y="110452"/>
                </a:lnTo>
                <a:lnTo>
                  <a:pt x="569136" y="110289"/>
                </a:lnTo>
                <a:lnTo>
                  <a:pt x="569132" y="110125"/>
                </a:lnTo>
                <a:lnTo>
                  <a:pt x="569138" y="109886"/>
                </a:lnTo>
                <a:lnTo>
                  <a:pt x="569154" y="109649"/>
                </a:lnTo>
                <a:lnTo>
                  <a:pt x="569180" y="109414"/>
                </a:lnTo>
                <a:lnTo>
                  <a:pt x="569217" y="109181"/>
                </a:lnTo>
                <a:lnTo>
                  <a:pt x="569265" y="108950"/>
                </a:lnTo>
                <a:lnTo>
                  <a:pt x="569323" y="108721"/>
                </a:lnTo>
                <a:lnTo>
                  <a:pt x="569392" y="108494"/>
                </a:lnTo>
                <a:lnTo>
                  <a:pt x="569472" y="108268"/>
                </a:lnTo>
                <a:lnTo>
                  <a:pt x="569562" y="108045"/>
                </a:lnTo>
                <a:lnTo>
                  <a:pt x="569663" y="107823"/>
                </a:lnTo>
                <a:lnTo>
                  <a:pt x="569774" y="107604"/>
                </a:lnTo>
                <a:lnTo>
                  <a:pt x="569896" y="107386"/>
                </a:lnTo>
                <a:lnTo>
                  <a:pt x="570029" y="107170"/>
                </a:lnTo>
                <a:lnTo>
                  <a:pt x="570172" y="106956"/>
                </a:lnTo>
                <a:lnTo>
                  <a:pt x="570326" y="106744"/>
                </a:lnTo>
                <a:lnTo>
                  <a:pt x="570490" y="106534"/>
                </a:lnTo>
                <a:lnTo>
                  <a:pt x="570665" y="106325"/>
                </a:lnTo>
                <a:lnTo>
                  <a:pt x="570851" y="106119"/>
                </a:lnTo>
                <a:lnTo>
                  <a:pt x="571047" y="105914"/>
                </a:lnTo>
                <a:lnTo>
                  <a:pt x="571254" y="105712"/>
                </a:lnTo>
                <a:lnTo>
                  <a:pt x="571471" y="105511"/>
                </a:lnTo>
                <a:lnTo>
                  <a:pt x="571699" y="105313"/>
                </a:lnTo>
                <a:lnTo>
                  <a:pt x="571938" y="105116"/>
                </a:lnTo>
                <a:lnTo>
                  <a:pt x="572187" y="104921"/>
                </a:lnTo>
                <a:lnTo>
                  <a:pt x="572446" y="104728"/>
                </a:lnTo>
                <a:lnTo>
                  <a:pt x="572711" y="104538"/>
                </a:lnTo>
                <a:lnTo>
                  <a:pt x="572985" y="104351"/>
                </a:lnTo>
                <a:lnTo>
                  <a:pt x="573266" y="104167"/>
                </a:lnTo>
                <a:lnTo>
                  <a:pt x="573554" y="103986"/>
                </a:lnTo>
                <a:lnTo>
                  <a:pt x="573850" y="103808"/>
                </a:lnTo>
                <a:lnTo>
                  <a:pt x="574154" y="103633"/>
                </a:lnTo>
                <a:lnTo>
                  <a:pt x="574465" y="103460"/>
                </a:lnTo>
                <a:lnTo>
                  <a:pt x="574783" y="103291"/>
                </a:lnTo>
                <a:lnTo>
                  <a:pt x="575109" y="103125"/>
                </a:lnTo>
                <a:lnTo>
                  <a:pt x="575443" y="102961"/>
                </a:lnTo>
                <a:lnTo>
                  <a:pt x="575784" y="102801"/>
                </a:lnTo>
                <a:lnTo>
                  <a:pt x="576133" y="102643"/>
                </a:lnTo>
                <a:lnTo>
                  <a:pt x="576489" y="102488"/>
                </a:lnTo>
                <a:lnTo>
                  <a:pt x="576852" y="102336"/>
                </a:lnTo>
                <a:lnTo>
                  <a:pt x="577224" y="102188"/>
                </a:lnTo>
                <a:lnTo>
                  <a:pt x="577602" y="102042"/>
                </a:lnTo>
                <a:lnTo>
                  <a:pt x="577989" y="101899"/>
                </a:lnTo>
                <a:lnTo>
                  <a:pt x="578069" y="101870"/>
                </a:lnTo>
                <a:lnTo>
                  <a:pt x="578417" y="101989"/>
                </a:lnTo>
                <a:lnTo>
                  <a:pt x="579209" y="102240"/>
                </a:lnTo>
                <a:lnTo>
                  <a:pt x="580013" y="102474"/>
                </a:lnTo>
                <a:lnTo>
                  <a:pt x="580830" y="102692"/>
                </a:lnTo>
                <a:lnTo>
                  <a:pt x="581659" y="102894"/>
                </a:lnTo>
                <a:lnTo>
                  <a:pt x="582501" y="103080"/>
                </a:lnTo>
                <a:lnTo>
                  <a:pt x="583355" y="103250"/>
                </a:lnTo>
                <a:lnTo>
                  <a:pt x="584222" y="103404"/>
                </a:lnTo>
                <a:lnTo>
                  <a:pt x="585101" y="103541"/>
                </a:lnTo>
                <a:lnTo>
                  <a:pt x="585993" y="103662"/>
                </a:lnTo>
                <a:lnTo>
                  <a:pt x="586897" y="103767"/>
                </a:lnTo>
                <a:lnTo>
                  <a:pt x="587814" y="103856"/>
                </a:lnTo>
                <a:lnTo>
                  <a:pt x="588743" y="103929"/>
                </a:lnTo>
                <a:lnTo>
                  <a:pt x="589685" y="103986"/>
                </a:lnTo>
                <a:lnTo>
                  <a:pt x="590639" y="104026"/>
                </a:lnTo>
                <a:lnTo>
                  <a:pt x="591606" y="104050"/>
                </a:lnTo>
                <a:lnTo>
                  <a:pt x="592585" y="104058"/>
                </a:lnTo>
                <a:lnTo>
                  <a:pt x="593621" y="104051"/>
                </a:lnTo>
                <a:lnTo>
                  <a:pt x="594641" y="104027"/>
                </a:lnTo>
                <a:lnTo>
                  <a:pt x="595648" y="103987"/>
                </a:lnTo>
                <a:lnTo>
                  <a:pt x="596639" y="103932"/>
                </a:lnTo>
                <a:lnTo>
                  <a:pt x="597616" y="103861"/>
                </a:lnTo>
                <a:lnTo>
                  <a:pt x="598578" y="103774"/>
                </a:lnTo>
                <a:lnTo>
                  <a:pt x="599525" y="103671"/>
                </a:lnTo>
                <a:lnTo>
                  <a:pt x="600457" y="103552"/>
                </a:lnTo>
                <a:lnTo>
                  <a:pt x="601375" y="103418"/>
                </a:lnTo>
                <a:lnTo>
                  <a:pt x="602278" y="103267"/>
                </a:lnTo>
                <a:lnTo>
                  <a:pt x="603167" y="103101"/>
                </a:lnTo>
                <a:lnTo>
                  <a:pt x="604040" y="102919"/>
                </a:lnTo>
                <a:lnTo>
                  <a:pt x="604899" y="102721"/>
                </a:lnTo>
                <a:lnTo>
                  <a:pt x="605744" y="102508"/>
                </a:lnTo>
                <a:lnTo>
                  <a:pt x="606573" y="102278"/>
                </a:lnTo>
                <a:lnTo>
                  <a:pt x="607388" y="102033"/>
                </a:lnTo>
                <a:lnTo>
                  <a:pt x="608188" y="101772"/>
                </a:lnTo>
                <a:lnTo>
                  <a:pt x="608974" y="101495"/>
                </a:lnTo>
                <a:lnTo>
                  <a:pt x="609744" y="101202"/>
                </a:lnTo>
                <a:lnTo>
                  <a:pt x="610500" y="100894"/>
                </a:lnTo>
                <a:lnTo>
                  <a:pt x="611241" y="100569"/>
                </a:lnTo>
                <a:lnTo>
                  <a:pt x="611968" y="100229"/>
                </a:lnTo>
                <a:lnTo>
                  <a:pt x="612680" y="99873"/>
                </a:lnTo>
                <a:lnTo>
                  <a:pt x="613377" y="99501"/>
                </a:lnTo>
                <a:lnTo>
                  <a:pt x="614060" y="99116"/>
                </a:lnTo>
                <a:lnTo>
                  <a:pt x="614728" y="98721"/>
                </a:lnTo>
                <a:lnTo>
                  <a:pt x="615381" y="98315"/>
                </a:lnTo>
                <a:lnTo>
                  <a:pt x="616020" y="97898"/>
                </a:lnTo>
                <a:lnTo>
                  <a:pt x="616644" y="97472"/>
                </a:lnTo>
                <a:lnTo>
                  <a:pt x="617254" y="97034"/>
                </a:lnTo>
                <a:lnTo>
                  <a:pt x="617849" y="96587"/>
                </a:lnTo>
                <a:lnTo>
                  <a:pt x="618430" y="96129"/>
                </a:lnTo>
                <a:lnTo>
                  <a:pt x="618996" y="95660"/>
                </a:lnTo>
                <a:lnTo>
                  <a:pt x="619548" y="95181"/>
                </a:lnTo>
                <a:lnTo>
                  <a:pt x="620085" y="94692"/>
                </a:lnTo>
                <a:lnTo>
                  <a:pt x="620607" y="94192"/>
                </a:lnTo>
                <a:lnTo>
                  <a:pt x="621115" y="93682"/>
                </a:lnTo>
                <a:lnTo>
                  <a:pt x="621609" y="93161"/>
                </a:lnTo>
                <a:lnTo>
                  <a:pt x="622088" y="92630"/>
                </a:lnTo>
                <a:lnTo>
                  <a:pt x="622552" y="92089"/>
                </a:lnTo>
                <a:lnTo>
                  <a:pt x="623002" y="91537"/>
                </a:lnTo>
                <a:lnTo>
                  <a:pt x="623437" y="90974"/>
                </a:lnTo>
                <a:lnTo>
                  <a:pt x="623858" y="90401"/>
                </a:lnTo>
                <a:lnTo>
                  <a:pt x="624264" y="89818"/>
                </a:lnTo>
                <a:lnTo>
                  <a:pt x="624656" y="89224"/>
                </a:lnTo>
                <a:lnTo>
                  <a:pt x="625033" y="88620"/>
                </a:lnTo>
                <a:lnTo>
                  <a:pt x="625396" y="88006"/>
                </a:lnTo>
                <a:lnTo>
                  <a:pt x="625744" y="87381"/>
                </a:lnTo>
                <a:lnTo>
                  <a:pt x="626078" y="86748"/>
                </a:lnTo>
                <a:lnTo>
                  <a:pt x="626397" y="86110"/>
                </a:lnTo>
                <a:lnTo>
                  <a:pt x="626702" y="85467"/>
                </a:lnTo>
                <a:lnTo>
                  <a:pt x="626993" y="84819"/>
                </a:lnTo>
                <a:lnTo>
                  <a:pt x="627270" y="84166"/>
                </a:lnTo>
                <a:lnTo>
                  <a:pt x="627533" y="83508"/>
                </a:lnTo>
                <a:lnTo>
                  <a:pt x="627781" y="82845"/>
                </a:lnTo>
                <a:lnTo>
                  <a:pt x="628016" y="82177"/>
                </a:lnTo>
                <a:lnTo>
                  <a:pt x="628236" y="81504"/>
                </a:lnTo>
                <a:lnTo>
                  <a:pt x="628442" y="80826"/>
                </a:lnTo>
                <a:lnTo>
                  <a:pt x="628633" y="80143"/>
                </a:lnTo>
                <a:lnTo>
                  <a:pt x="628811" y="79455"/>
                </a:lnTo>
                <a:lnTo>
                  <a:pt x="628974" y="78762"/>
                </a:lnTo>
                <a:lnTo>
                  <a:pt x="629123" y="78064"/>
                </a:lnTo>
                <a:lnTo>
                  <a:pt x="629258" y="77360"/>
                </a:lnTo>
                <a:lnTo>
                  <a:pt x="629379" y="76652"/>
                </a:lnTo>
                <a:lnTo>
                  <a:pt x="629485" y="75939"/>
                </a:lnTo>
                <a:lnTo>
                  <a:pt x="629578" y="75220"/>
                </a:lnTo>
                <a:lnTo>
                  <a:pt x="629656" y="74497"/>
                </a:lnTo>
                <a:lnTo>
                  <a:pt x="629720" y="73768"/>
                </a:lnTo>
                <a:lnTo>
                  <a:pt x="629769" y="73035"/>
                </a:lnTo>
                <a:lnTo>
                  <a:pt x="629805" y="72296"/>
                </a:lnTo>
                <a:lnTo>
                  <a:pt x="629826" y="71553"/>
                </a:lnTo>
                <a:lnTo>
                  <a:pt x="629833" y="70804"/>
                </a:lnTo>
                <a:lnTo>
                  <a:pt x="629826" y="70031"/>
                </a:lnTo>
                <a:lnTo>
                  <a:pt x="629805" y="69264"/>
                </a:lnTo>
                <a:lnTo>
                  <a:pt x="629770" y="68502"/>
                </a:lnTo>
                <a:lnTo>
                  <a:pt x="629721" y="67746"/>
                </a:lnTo>
                <a:lnTo>
                  <a:pt x="629658" y="66997"/>
                </a:lnTo>
                <a:lnTo>
                  <a:pt x="629581" y="66253"/>
                </a:lnTo>
                <a:lnTo>
                  <a:pt x="629490" y="65515"/>
                </a:lnTo>
                <a:lnTo>
                  <a:pt x="629384" y="64783"/>
                </a:lnTo>
                <a:lnTo>
                  <a:pt x="629265" y="64057"/>
                </a:lnTo>
                <a:lnTo>
                  <a:pt x="629132" y="63337"/>
                </a:lnTo>
                <a:lnTo>
                  <a:pt x="628985" y="62623"/>
                </a:lnTo>
                <a:lnTo>
                  <a:pt x="628823" y="61915"/>
                </a:lnTo>
                <a:lnTo>
                  <a:pt x="628648" y="61212"/>
                </a:lnTo>
                <a:lnTo>
                  <a:pt x="628458" y="60516"/>
                </a:lnTo>
                <a:lnTo>
                  <a:pt x="628255" y="59826"/>
                </a:lnTo>
                <a:lnTo>
                  <a:pt x="628038" y="59141"/>
                </a:lnTo>
                <a:lnTo>
                  <a:pt x="627806" y="58462"/>
                </a:lnTo>
                <a:lnTo>
                  <a:pt x="627561" y="57789"/>
                </a:lnTo>
                <a:lnTo>
                  <a:pt x="627301" y="57123"/>
                </a:lnTo>
                <a:lnTo>
                  <a:pt x="627028" y="56462"/>
                </a:lnTo>
                <a:lnTo>
                  <a:pt x="626740" y="55807"/>
                </a:lnTo>
                <a:lnTo>
                  <a:pt x="626438" y="55157"/>
                </a:lnTo>
                <a:lnTo>
                  <a:pt x="626123" y="54514"/>
                </a:lnTo>
                <a:lnTo>
                  <a:pt x="625793" y="53877"/>
                </a:lnTo>
                <a:lnTo>
                  <a:pt x="625449" y="53248"/>
                </a:lnTo>
                <a:lnTo>
                  <a:pt x="625091" y="52629"/>
                </a:lnTo>
                <a:lnTo>
                  <a:pt x="624718" y="52022"/>
                </a:lnTo>
                <a:lnTo>
                  <a:pt x="624331" y="51425"/>
                </a:lnTo>
                <a:lnTo>
                  <a:pt x="623930" y="50839"/>
                </a:lnTo>
                <a:lnTo>
                  <a:pt x="623514" y="50264"/>
                </a:lnTo>
                <a:lnTo>
                  <a:pt x="623084" y="49699"/>
                </a:lnTo>
                <a:lnTo>
                  <a:pt x="622640" y="49146"/>
                </a:lnTo>
                <a:lnTo>
                  <a:pt x="622181" y="48603"/>
                </a:lnTo>
                <a:lnTo>
                  <a:pt x="621708" y="48071"/>
                </a:lnTo>
                <a:lnTo>
                  <a:pt x="621220" y="47550"/>
                </a:lnTo>
                <a:lnTo>
                  <a:pt x="620718" y="47039"/>
                </a:lnTo>
                <a:lnTo>
                  <a:pt x="620202" y="46539"/>
                </a:lnTo>
                <a:lnTo>
                  <a:pt x="619671" y="46051"/>
                </a:lnTo>
                <a:lnTo>
                  <a:pt x="619195" y="45633"/>
                </a:lnTo>
                <a:lnTo>
                  <a:pt x="619225" y="45597"/>
                </a:lnTo>
                <a:lnTo>
                  <a:pt x="619570" y="45202"/>
                </a:lnTo>
                <a:lnTo>
                  <a:pt x="619921" y="44823"/>
                </a:lnTo>
                <a:close/>
                <a:moveTo>
                  <a:pt x="589751" y="92672"/>
                </a:moveTo>
                <a:lnTo>
                  <a:pt x="589084" y="92586"/>
                </a:lnTo>
                <a:lnTo>
                  <a:pt x="588425" y="92481"/>
                </a:lnTo>
                <a:lnTo>
                  <a:pt x="587772" y="92357"/>
                </a:lnTo>
                <a:lnTo>
                  <a:pt x="587127" y="92213"/>
                </a:lnTo>
                <a:lnTo>
                  <a:pt x="586489" y="92051"/>
                </a:lnTo>
                <a:lnTo>
                  <a:pt x="585857" y="91870"/>
                </a:lnTo>
                <a:lnTo>
                  <a:pt x="585233" y="91669"/>
                </a:lnTo>
                <a:lnTo>
                  <a:pt x="584616" y="91449"/>
                </a:lnTo>
                <a:lnTo>
                  <a:pt x="584005" y="91210"/>
                </a:lnTo>
                <a:lnTo>
                  <a:pt x="583402" y="90952"/>
                </a:lnTo>
                <a:lnTo>
                  <a:pt x="582806" y="90675"/>
                </a:lnTo>
                <a:lnTo>
                  <a:pt x="582216" y="90379"/>
                </a:lnTo>
                <a:lnTo>
                  <a:pt x="581634" y="90064"/>
                </a:lnTo>
                <a:lnTo>
                  <a:pt x="581059" y="89730"/>
                </a:lnTo>
                <a:lnTo>
                  <a:pt x="580491" y="89376"/>
                </a:lnTo>
                <a:lnTo>
                  <a:pt x="579929" y="89003"/>
                </a:lnTo>
                <a:lnTo>
                  <a:pt x="579375" y="88612"/>
                </a:lnTo>
                <a:lnTo>
                  <a:pt x="578828" y="88201"/>
                </a:lnTo>
                <a:lnTo>
                  <a:pt x="578288" y="87771"/>
                </a:lnTo>
                <a:lnTo>
                  <a:pt x="577755" y="87322"/>
                </a:lnTo>
                <a:lnTo>
                  <a:pt x="577236" y="86853"/>
                </a:lnTo>
                <a:lnTo>
                  <a:pt x="576740" y="86365"/>
                </a:lnTo>
                <a:lnTo>
                  <a:pt x="576265" y="85858"/>
                </a:lnTo>
                <a:lnTo>
                  <a:pt x="575813" y="85331"/>
                </a:lnTo>
                <a:lnTo>
                  <a:pt x="575382" y="84785"/>
                </a:lnTo>
                <a:lnTo>
                  <a:pt x="574974" y="84219"/>
                </a:lnTo>
                <a:lnTo>
                  <a:pt x="574588" y="83633"/>
                </a:lnTo>
                <a:lnTo>
                  <a:pt x="574224" y="83029"/>
                </a:lnTo>
                <a:lnTo>
                  <a:pt x="573882" y="82404"/>
                </a:lnTo>
                <a:lnTo>
                  <a:pt x="573562" y="81761"/>
                </a:lnTo>
                <a:lnTo>
                  <a:pt x="573264" y="81098"/>
                </a:lnTo>
                <a:lnTo>
                  <a:pt x="572988" y="80415"/>
                </a:lnTo>
                <a:lnTo>
                  <a:pt x="572734" y="79713"/>
                </a:lnTo>
                <a:lnTo>
                  <a:pt x="572502" y="78991"/>
                </a:lnTo>
                <a:lnTo>
                  <a:pt x="572293" y="78250"/>
                </a:lnTo>
                <a:lnTo>
                  <a:pt x="572105" y="77490"/>
                </a:lnTo>
                <a:lnTo>
                  <a:pt x="571940" y="76710"/>
                </a:lnTo>
                <a:lnTo>
                  <a:pt x="571796" y="75911"/>
                </a:lnTo>
                <a:lnTo>
                  <a:pt x="571675" y="75092"/>
                </a:lnTo>
                <a:lnTo>
                  <a:pt x="571575" y="74253"/>
                </a:lnTo>
                <a:lnTo>
                  <a:pt x="571498" y="73396"/>
                </a:lnTo>
                <a:lnTo>
                  <a:pt x="571443" y="72519"/>
                </a:lnTo>
                <a:lnTo>
                  <a:pt x="571410" y="71622"/>
                </a:lnTo>
                <a:lnTo>
                  <a:pt x="571399" y="70706"/>
                </a:lnTo>
                <a:lnTo>
                  <a:pt x="571410" y="69798"/>
                </a:lnTo>
                <a:lnTo>
                  <a:pt x="571442" y="68908"/>
                </a:lnTo>
                <a:lnTo>
                  <a:pt x="571495" y="68037"/>
                </a:lnTo>
                <a:lnTo>
                  <a:pt x="571570" y="67185"/>
                </a:lnTo>
                <a:lnTo>
                  <a:pt x="571666" y="66351"/>
                </a:lnTo>
                <a:lnTo>
                  <a:pt x="571784" y="65536"/>
                </a:lnTo>
                <a:lnTo>
                  <a:pt x="571923" y="64739"/>
                </a:lnTo>
                <a:lnTo>
                  <a:pt x="572083" y="63961"/>
                </a:lnTo>
                <a:lnTo>
                  <a:pt x="572265" y="63202"/>
                </a:lnTo>
                <a:lnTo>
                  <a:pt x="572468" y="62461"/>
                </a:lnTo>
                <a:lnTo>
                  <a:pt x="572693" y="61739"/>
                </a:lnTo>
                <a:lnTo>
                  <a:pt x="572939" y="61035"/>
                </a:lnTo>
                <a:lnTo>
                  <a:pt x="573206" y="60350"/>
                </a:lnTo>
                <a:lnTo>
                  <a:pt x="573495" y="59683"/>
                </a:lnTo>
                <a:lnTo>
                  <a:pt x="573805" y="59035"/>
                </a:lnTo>
                <a:lnTo>
                  <a:pt x="574136" y="58406"/>
                </a:lnTo>
                <a:lnTo>
                  <a:pt x="574489" y="57795"/>
                </a:lnTo>
                <a:lnTo>
                  <a:pt x="574863" y="57203"/>
                </a:lnTo>
                <a:lnTo>
                  <a:pt x="575259" y="56629"/>
                </a:lnTo>
                <a:lnTo>
                  <a:pt x="575676" y="56074"/>
                </a:lnTo>
                <a:lnTo>
                  <a:pt x="576114" y="55538"/>
                </a:lnTo>
                <a:lnTo>
                  <a:pt x="576574" y="55020"/>
                </a:lnTo>
                <a:lnTo>
                  <a:pt x="577055" y="54521"/>
                </a:lnTo>
                <a:lnTo>
                  <a:pt x="577558" y="54040"/>
                </a:lnTo>
                <a:lnTo>
                  <a:pt x="578076" y="53578"/>
                </a:lnTo>
                <a:lnTo>
                  <a:pt x="578606" y="53137"/>
                </a:lnTo>
                <a:lnTo>
                  <a:pt x="579147" y="52714"/>
                </a:lnTo>
                <a:lnTo>
                  <a:pt x="579700" y="52312"/>
                </a:lnTo>
                <a:lnTo>
                  <a:pt x="580263" y="51929"/>
                </a:lnTo>
                <a:lnTo>
                  <a:pt x="580837" y="51565"/>
                </a:lnTo>
                <a:lnTo>
                  <a:pt x="581423" y="51221"/>
                </a:lnTo>
                <a:lnTo>
                  <a:pt x="582019" y="50897"/>
                </a:lnTo>
                <a:lnTo>
                  <a:pt x="582627" y="50593"/>
                </a:lnTo>
                <a:lnTo>
                  <a:pt x="583246" y="50308"/>
                </a:lnTo>
                <a:lnTo>
                  <a:pt x="583876" y="50043"/>
                </a:lnTo>
                <a:lnTo>
                  <a:pt x="584517" y="49797"/>
                </a:lnTo>
                <a:lnTo>
                  <a:pt x="585169" y="49572"/>
                </a:lnTo>
                <a:lnTo>
                  <a:pt x="585833" y="49365"/>
                </a:lnTo>
                <a:lnTo>
                  <a:pt x="586507" y="49179"/>
                </a:lnTo>
                <a:lnTo>
                  <a:pt x="587193" y="49012"/>
                </a:lnTo>
                <a:lnTo>
                  <a:pt x="587889" y="48864"/>
                </a:lnTo>
                <a:lnTo>
                  <a:pt x="588597" y="48737"/>
                </a:lnTo>
                <a:lnTo>
                  <a:pt x="589316" y="48629"/>
                </a:lnTo>
                <a:lnTo>
                  <a:pt x="590046" y="48540"/>
                </a:lnTo>
                <a:lnTo>
                  <a:pt x="590787" y="48472"/>
                </a:lnTo>
                <a:lnTo>
                  <a:pt x="591540" y="48423"/>
                </a:lnTo>
                <a:lnTo>
                  <a:pt x="592303" y="48393"/>
                </a:lnTo>
                <a:lnTo>
                  <a:pt x="593078" y="48383"/>
                </a:lnTo>
                <a:lnTo>
                  <a:pt x="593868" y="48393"/>
                </a:lnTo>
                <a:lnTo>
                  <a:pt x="594645" y="48421"/>
                </a:lnTo>
                <a:lnTo>
                  <a:pt x="595409" y="48469"/>
                </a:lnTo>
                <a:lnTo>
                  <a:pt x="596160" y="48536"/>
                </a:lnTo>
                <a:lnTo>
                  <a:pt x="596898" y="48622"/>
                </a:lnTo>
                <a:lnTo>
                  <a:pt x="597623" y="48727"/>
                </a:lnTo>
                <a:lnTo>
                  <a:pt x="598335" y="48852"/>
                </a:lnTo>
                <a:lnTo>
                  <a:pt x="599034" y="48995"/>
                </a:lnTo>
                <a:lnTo>
                  <a:pt x="599720" y="49158"/>
                </a:lnTo>
                <a:lnTo>
                  <a:pt x="600393" y="49339"/>
                </a:lnTo>
                <a:lnTo>
                  <a:pt x="601053" y="49540"/>
                </a:lnTo>
                <a:lnTo>
                  <a:pt x="601700" y="49760"/>
                </a:lnTo>
                <a:lnTo>
                  <a:pt x="602334" y="49999"/>
                </a:lnTo>
                <a:lnTo>
                  <a:pt x="602955" y="50257"/>
                </a:lnTo>
                <a:lnTo>
                  <a:pt x="603563" y="50534"/>
                </a:lnTo>
                <a:lnTo>
                  <a:pt x="604158" y="50830"/>
                </a:lnTo>
                <a:lnTo>
                  <a:pt x="604740" y="51146"/>
                </a:lnTo>
                <a:lnTo>
                  <a:pt x="605309" y="51480"/>
                </a:lnTo>
                <a:lnTo>
                  <a:pt x="605865" y="51834"/>
                </a:lnTo>
                <a:lnTo>
                  <a:pt x="606408" y="52207"/>
                </a:lnTo>
                <a:lnTo>
                  <a:pt x="606938" y="52599"/>
                </a:lnTo>
                <a:lnTo>
                  <a:pt x="607455" y="53010"/>
                </a:lnTo>
                <a:lnTo>
                  <a:pt x="607959" y="53440"/>
                </a:lnTo>
                <a:lnTo>
                  <a:pt x="608450" y="53889"/>
                </a:lnTo>
                <a:lnTo>
                  <a:pt x="608924" y="54358"/>
                </a:lnTo>
                <a:lnTo>
                  <a:pt x="609379" y="54847"/>
                </a:lnTo>
                <a:lnTo>
                  <a:pt x="609813" y="55357"/>
                </a:lnTo>
                <a:lnTo>
                  <a:pt x="610226" y="55888"/>
                </a:lnTo>
                <a:lnTo>
                  <a:pt x="610620" y="56439"/>
                </a:lnTo>
                <a:lnTo>
                  <a:pt x="610994" y="57010"/>
                </a:lnTo>
                <a:lnTo>
                  <a:pt x="611347" y="57602"/>
                </a:lnTo>
                <a:lnTo>
                  <a:pt x="611680" y="58215"/>
                </a:lnTo>
                <a:lnTo>
                  <a:pt x="611993" y="58848"/>
                </a:lnTo>
                <a:lnTo>
                  <a:pt x="612286" y="59501"/>
                </a:lnTo>
                <a:lnTo>
                  <a:pt x="612558" y="60175"/>
                </a:lnTo>
                <a:lnTo>
                  <a:pt x="612810" y="60870"/>
                </a:lnTo>
                <a:lnTo>
                  <a:pt x="613043" y="61585"/>
                </a:lnTo>
                <a:lnTo>
                  <a:pt x="613255" y="62321"/>
                </a:lnTo>
                <a:lnTo>
                  <a:pt x="613446" y="63077"/>
                </a:lnTo>
                <a:lnTo>
                  <a:pt x="613618" y="63854"/>
                </a:lnTo>
                <a:lnTo>
                  <a:pt x="613769" y="64651"/>
                </a:lnTo>
                <a:lnTo>
                  <a:pt x="613901" y="65469"/>
                </a:lnTo>
                <a:lnTo>
                  <a:pt x="614012" y="66308"/>
                </a:lnTo>
                <a:lnTo>
                  <a:pt x="614102" y="67166"/>
                </a:lnTo>
                <a:lnTo>
                  <a:pt x="614173" y="68046"/>
                </a:lnTo>
                <a:lnTo>
                  <a:pt x="614224" y="68946"/>
                </a:lnTo>
                <a:lnTo>
                  <a:pt x="614254" y="69866"/>
                </a:lnTo>
                <a:lnTo>
                  <a:pt x="614264" y="70807"/>
                </a:lnTo>
                <a:lnTo>
                  <a:pt x="614253" y="71707"/>
                </a:lnTo>
                <a:lnTo>
                  <a:pt x="614221" y="72588"/>
                </a:lnTo>
                <a:lnTo>
                  <a:pt x="614168" y="73450"/>
                </a:lnTo>
                <a:lnTo>
                  <a:pt x="614093" y="74294"/>
                </a:lnTo>
                <a:lnTo>
                  <a:pt x="613997" y="75120"/>
                </a:lnTo>
                <a:lnTo>
                  <a:pt x="613879" y="75926"/>
                </a:lnTo>
                <a:lnTo>
                  <a:pt x="613740" y="76715"/>
                </a:lnTo>
                <a:lnTo>
                  <a:pt x="613580" y="77484"/>
                </a:lnTo>
                <a:lnTo>
                  <a:pt x="613398" y="78235"/>
                </a:lnTo>
                <a:lnTo>
                  <a:pt x="613195" y="78967"/>
                </a:lnTo>
                <a:lnTo>
                  <a:pt x="612970" y="79681"/>
                </a:lnTo>
                <a:lnTo>
                  <a:pt x="612724" y="80376"/>
                </a:lnTo>
                <a:lnTo>
                  <a:pt x="612457" y="81053"/>
                </a:lnTo>
                <a:lnTo>
                  <a:pt x="612168" y="81711"/>
                </a:lnTo>
                <a:lnTo>
                  <a:pt x="611858" y="82351"/>
                </a:lnTo>
                <a:lnTo>
                  <a:pt x="611527" y="82972"/>
                </a:lnTo>
                <a:lnTo>
                  <a:pt x="611174" y="83574"/>
                </a:lnTo>
                <a:lnTo>
                  <a:pt x="610800" y="84158"/>
                </a:lnTo>
                <a:lnTo>
                  <a:pt x="610404" y="84723"/>
                </a:lnTo>
                <a:lnTo>
                  <a:pt x="609987" y="85269"/>
                </a:lnTo>
                <a:lnTo>
                  <a:pt x="609549" y="85797"/>
                </a:lnTo>
                <a:lnTo>
                  <a:pt x="609089" y="86307"/>
                </a:lnTo>
                <a:lnTo>
                  <a:pt x="608608" y="86797"/>
                </a:lnTo>
                <a:lnTo>
                  <a:pt x="608105" y="87270"/>
                </a:lnTo>
                <a:lnTo>
                  <a:pt x="607586" y="87723"/>
                </a:lnTo>
                <a:lnTo>
                  <a:pt x="607056" y="88157"/>
                </a:lnTo>
                <a:lnTo>
                  <a:pt x="606514" y="88572"/>
                </a:lnTo>
                <a:lnTo>
                  <a:pt x="605961" y="88967"/>
                </a:lnTo>
                <a:lnTo>
                  <a:pt x="605396" y="89343"/>
                </a:lnTo>
                <a:lnTo>
                  <a:pt x="604819" y="89700"/>
                </a:lnTo>
                <a:lnTo>
                  <a:pt x="604232" y="90038"/>
                </a:lnTo>
                <a:lnTo>
                  <a:pt x="603633" y="90356"/>
                </a:lnTo>
                <a:lnTo>
                  <a:pt x="603022" y="90655"/>
                </a:lnTo>
                <a:lnTo>
                  <a:pt x="602400" y="90935"/>
                </a:lnTo>
                <a:lnTo>
                  <a:pt x="601766" y="91195"/>
                </a:lnTo>
                <a:lnTo>
                  <a:pt x="601121" y="91436"/>
                </a:lnTo>
                <a:lnTo>
                  <a:pt x="600465" y="91658"/>
                </a:lnTo>
                <a:lnTo>
                  <a:pt x="599797" y="91860"/>
                </a:lnTo>
                <a:lnTo>
                  <a:pt x="599117" y="92044"/>
                </a:lnTo>
                <a:lnTo>
                  <a:pt x="598426" y="92208"/>
                </a:lnTo>
                <a:lnTo>
                  <a:pt x="597724" y="92352"/>
                </a:lnTo>
                <a:lnTo>
                  <a:pt x="597010" y="92478"/>
                </a:lnTo>
                <a:lnTo>
                  <a:pt x="596285" y="92584"/>
                </a:lnTo>
                <a:lnTo>
                  <a:pt x="595548" y="92671"/>
                </a:lnTo>
                <a:lnTo>
                  <a:pt x="594800" y="92738"/>
                </a:lnTo>
                <a:lnTo>
                  <a:pt x="594040" y="92786"/>
                </a:lnTo>
                <a:lnTo>
                  <a:pt x="593269" y="92815"/>
                </a:lnTo>
                <a:lnTo>
                  <a:pt x="592487" y="92825"/>
                </a:lnTo>
                <a:lnTo>
                  <a:pt x="591792" y="92815"/>
                </a:lnTo>
                <a:lnTo>
                  <a:pt x="591105" y="92787"/>
                </a:lnTo>
                <a:lnTo>
                  <a:pt x="590424" y="92739"/>
                </a:lnTo>
                <a:lnTo>
                  <a:pt x="589751" y="92672"/>
                </a:lnTo>
                <a:close/>
                <a:moveTo>
                  <a:pt x="587734" y="161208"/>
                </a:moveTo>
                <a:lnTo>
                  <a:pt x="586691" y="161119"/>
                </a:lnTo>
                <a:lnTo>
                  <a:pt x="585677" y="161015"/>
                </a:lnTo>
                <a:lnTo>
                  <a:pt x="584691" y="160894"/>
                </a:lnTo>
                <a:lnTo>
                  <a:pt x="583733" y="160758"/>
                </a:lnTo>
                <a:lnTo>
                  <a:pt x="582804" y="160605"/>
                </a:lnTo>
                <a:lnTo>
                  <a:pt x="581904" y="160436"/>
                </a:lnTo>
                <a:lnTo>
                  <a:pt x="581031" y="160251"/>
                </a:lnTo>
                <a:lnTo>
                  <a:pt x="580187" y="160050"/>
                </a:lnTo>
                <a:lnTo>
                  <a:pt x="579372" y="159833"/>
                </a:lnTo>
                <a:lnTo>
                  <a:pt x="578585" y="159600"/>
                </a:lnTo>
                <a:lnTo>
                  <a:pt x="577826" y="159350"/>
                </a:lnTo>
                <a:lnTo>
                  <a:pt x="577096" y="159085"/>
                </a:lnTo>
                <a:lnTo>
                  <a:pt x="576394" y="158804"/>
                </a:lnTo>
                <a:lnTo>
                  <a:pt x="575720" y="158506"/>
                </a:lnTo>
                <a:lnTo>
                  <a:pt x="575075" y="158193"/>
                </a:lnTo>
                <a:lnTo>
                  <a:pt x="574458" y="157863"/>
                </a:lnTo>
                <a:lnTo>
                  <a:pt x="573870" y="157517"/>
                </a:lnTo>
                <a:lnTo>
                  <a:pt x="573310" y="157155"/>
                </a:lnTo>
                <a:lnTo>
                  <a:pt x="572778" y="156777"/>
                </a:lnTo>
                <a:lnTo>
                  <a:pt x="572272" y="156389"/>
                </a:lnTo>
                <a:lnTo>
                  <a:pt x="571787" y="155995"/>
                </a:lnTo>
                <a:lnTo>
                  <a:pt x="571323" y="155597"/>
                </a:lnTo>
                <a:lnTo>
                  <a:pt x="570882" y="155193"/>
                </a:lnTo>
                <a:lnTo>
                  <a:pt x="570461" y="154784"/>
                </a:lnTo>
                <a:lnTo>
                  <a:pt x="570062" y="154370"/>
                </a:lnTo>
                <a:lnTo>
                  <a:pt x="569685" y="153950"/>
                </a:lnTo>
                <a:lnTo>
                  <a:pt x="569330" y="153526"/>
                </a:lnTo>
                <a:lnTo>
                  <a:pt x="568995" y="153097"/>
                </a:lnTo>
                <a:lnTo>
                  <a:pt x="568683" y="152662"/>
                </a:lnTo>
                <a:lnTo>
                  <a:pt x="568392" y="152222"/>
                </a:lnTo>
                <a:lnTo>
                  <a:pt x="568122" y="151777"/>
                </a:lnTo>
                <a:lnTo>
                  <a:pt x="567875" y="151327"/>
                </a:lnTo>
                <a:lnTo>
                  <a:pt x="567648" y="150872"/>
                </a:lnTo>
                <a:lnTo>
                  <a:pt x="567443" y="150412"/>
                </a:lnTo>
                <a:lnTo>
                  <a:pt x="567260" y="149947"/>
                </a:lnTo>
                <a:lnTo>
                  <a:pt x="567099" y="149476"/>
                </a:lnTo>
                <a:lnTo>
                  <a:pt x="566958" y="149001"/>
                </a:lnTo>
                <a:lnTo>
                  <a:pt x="566840" y="148520"/>
                </a:lnTo>
                <a:lnTo>
                  <a:pt x="566743" y="148034"/>
                </a:lnTo>
                <a:lnTo>
                  <a:pt x="566667" y="147543"/>
                </a:lnTo>
                <a:lnTo>
                  <a:pt x="566614" y="147047"/>
                </a:lnTo>
                <a:lnTo>
                  <a:pt x="566581" y="146546"/>
                </a:lnTo>
                <a:lnTo>
                  <a:pt x="566570" y="146040"/>
                </a:lnTo>
                <a:lnTo>
                  <a:pt x="566577" y="145584"/>
                </a:lnTo>
                <a:lnTo>
                  <a:pt x="566596" y="145133"/>
                </a:lnTo>
                <a:lnTo>
                  <a:pt x="566627" y="144686"/>
                </a:lnTo>
                <a:lnTo>
                  <a:pt x="566672" y="144244"/>
                </a:lnTo>
                <a:lnTo>
                  <a:pt x="566729" y="143807"/>
                </a:lnTo>
                <a:lnTo>
                  <a:pt x="566798" y="143374"/>
                </a:lnTo>
                <a:lnTo>
                  <a:pt x="566881" y="142946"/>
                </a:lnTo>
                <a:lnTo>
                  <a:pt x="566976" y="142522"/>
                </a:lnTo>
                <a:lnTo>
                  <a:pt x="567083" y="142103"/>
                </a:lnTo>
                <a:lnTo>
                  <a:pt x="567203" y="141689"/>
                </a:lnTo>
                <a:lnTo>
                  <a:pt x="567336" y="141279"/>
                </a:lnTo>
                <a:lnTo>
                  <a:pt x="567482" y="140874"/>
                </a:lnTo>
                <a:lnTo>
                  <a:pt x="567640" y="140473"/>
                </a:lnTo>
                <a:lnTo>
                  <a:pt x="567811" y="140077"/>
                </a:lnTo>
                <a:lnTo>
                  <a:pt x="567995" y="139686"/>
                </a:lnTo>
                <a:lnTo>
                  <a:pt x="568191" y="139299"/>
                </a:lnTo>
                <a:lnTo>
                  <a:pt x="568400" y="138917"/>
                </a:lnTo>
                <a:lnTo>
                  <a:pt x="568621" y="138539"/>
                </a:lnTo>
                <a:lnTo>
                  <a:pt x="568856" y="138166"/>
                </a:lnTo>
                <a:lnTo>
                  <a:pt x="569102" y="137798"/>
                </a:lnTo>
                <a:lnTo>
                  <a:pt x="569362" y="137434"/>
                </a:lnTo>
                <a:lnTo>
                  <a:pt x="569634" y="137075"/>
                </a:lnTo>
                <a:lnTo>
                  <a:pt x="569919" y="136720"/>
                </a:lnTo>
                <a:lnTo>
                  <a:pt x="570216" y="136370"/>
                </a:lnTo>
                <a:lnTo>
                  <a:pt x="570526" y="136027"/>
                </a:lnTo>
                <a:lnTo>
                  <a:pt x="570845" y="135692"/>
                </a:lnTo>
                <a:lnTo>
                  <a:pt x="571176" y="135365"/>
                </a:lnTo>
                <a:lnTo>
                  <a:pt x="571517" y="135047"/>
                </a:lnTo>
                <a:lnTo>
                  <a:pt x="571868" y="134738"/>
                </a:lnTo>
                <a:lnTo>
                  <a:pt x="572230" y="134437"/>
                </a:lnTo>
                <a:lnTo>
                  <a:pt x="572603" y="134144"/>
                </a:lnTo>
                <a:lnTo>
                  <a:pt x="572986" y="133860"/>
                </a:lnTo>
                <a:lnTo>
                  <a:pt x="573380" y="133584"/>
                </a:lnTo>
                <a:lnTo>
                  <a:pt x="573785" y="133317"/>
                </a:lnTo>
                <a:lnTo>
                  <a:pt x="574200" y="133059"/>
                </a:lnTo>
                <a:lnTo>
                  <a:pt x="574626" y="132808"/>
                </a:lnTo>
                <a:lnTo>
                  <a:pt x="575063" y="132567"/>
                </a:lnTo>
                <a:lnTo>
                  <a:pt x="575510" y="132333"/>
                </a:lnTo>
                <a:lnTo>
                  <a:pt x="575967" y="132109"/>
                </a:lnTo>
                <a:lnTo>
                  <a:pt x="576435" y="131892"/>
                </a:lnTo>
                <a:lnTo>
                  <a:pt x="576914" y="131685"/>
                </a:lnTo>
                <a:lnTo>
                  <a:pt x="577404" y="131485"/>
                </a:lnTo>
                <a:lnTo>
                  <a:pt x="577904" y="131294"/>
                </a:lnTo>
                <a:lnTo>
                  <a:pt x="578414" y="131112"/>
                </a:lnTo>
                <a:lnTo>
                  <a:pt x="578936" y="130938"/>
                </a:lnTo>
                <a:lnTo>
                  <a:pt x="579468" y="130773"/>
                </a:lnTo>
                <a:lnTo>
                  <a:pt x="580010" y="130616"/>
                </a:lnTo>
                <a:lnTo>
                  <a:pt x="580563" y="130467"/>
                </a:lnTo>
                <a:lnTo>
                  <a:pt x="595147" y="130467"/>
                </a:lnTo>
                <a:lnTo>
                  <a:pt x="596099" y="130470"/>
                </a:lnTo>
                <a:lnTo>
                  <a:pt x="597032" y="130479"/>
                </a:lnTo>
                <a:lnTo>
                  <a:pt x="597947" y="130494"/>
                </a:lnTo>
                <a:lnTo>
                  <a:pt x="598844" y="130515"/>
                </a:lnTo>
                <a:lnTo>
                  <a:pt x="599722" y="130542"/>
                </a:lnTo>
                <a:lnTo>
                  <a:pt x="600582" y="130575"/>
                </a:lnTo>
                <a:lnTo>
                  <a:pt x="601424" y="130614"/>
                </a:lnTo>
                <a:lnTo>
                  <a:pt x="602247" y="130660"/>
                </a:lnTo>
                <a:lnTo>
                  <a:pt x="603053" y="130711"/>
                </a:lnTo>
                <a:lnTo>
                  <a:pt x="603840" y="130768"/>
                </a:lnTo>
                <a:lnTo>
                  <a:pt x="604608" y="130831"/>
                </a:lnTo>
                <a:lnTo>
                  <a:pt x="605358" y="130900"/>
                </a:lnTo>
                <a:lnTo>
                  <a:pt x="606090" y="130975"/>
                </a:lnTo>
                <a:lnTo>
                  <a:pt x="606804" y="131056"/>
                </a:lnTo>
                <a:lnTo>
                  <a:pt x="607499" y="131143"/>
                </a:lnTo>
                <a:lnTo>
                  <a:pt x="608176" y="131236"/>
                </a:lnTo>
                <a:lnTo>
                  <a:pt x="608835" y="131336"/>
                </a:lnTo>
                <a:lnTo>
                  <a:pt x="609475" y="131441"/>
                </a:lnTo>
                <a:lnTo>
                  <a:pt x="610098" y="131552"/>
                </a:lnTo>
                <a:lnTo>
                  <a:pt x="610701" y="131669"/>
                </a:lnTo>
                <a:lnTo>
                  <a:pt x="611287" y="131792"/>
                </a:lnTo>
                <a:lnTo>
                  <a:pt x="611854" y="131921"/>
                </a:lnTo>
                <a:lnTo>
                  <a:pt x="612403" y="132057"/>
                </a:lnTo>
                <a:lnTo>
                  <a:pt x="612934" y="132198"/>
                </a:lnTo>
                <a:lnTo>
                  <a:pt x="613448" y="132344"/>
                </a:lnTo>
                <a:lnTo>
                  <a:pt x="613949" y="132496"/>
                </a:lnTo>
                <a:lnTo>
                  <a:pt x="614436" y="132652"/>
                </a:lnTo>
                <a:lnTo>
                  <a:pt x="614910" y="132813"/>
                </a:lnTo>
                <a:lnTo>
                  <a:pt x="615370" y="132979"/>
                </a:lnTo>
                <a:lnTo>
                  <a:pt x="615816" y="133149"/>
                </a:lnTo>
                <a:lnTo>
                  <a:pt x="616248" y="133324"/>
                </a:lnTo>
                <a:lnTo>
                  <a:pt x="616667" y="133504"/>
                </a:lnTo>
                <a:lnTo>
                  <a:pt x="617072" y="133689"/>
                </a:lnTo>
                <a:lnTo>
                  <a:pt x="617464" y="133878"/>
                </a:lnTo>
                <a:lnTo>
                  <a:pt x="617841" y="134073"/>
                </a:lnTo>
                <a:lnTo>
                  <a:pt x="618206" y="134272"/>
                </a:lnTo>
                <a:lnTo>
                  <a:pt x="618556" y="134476"/>
                </a:lnTo>
                <a:lnTo>
                  <a:pt x="618893" y="134684"/>
                </a:lnTo>
                <a:lnTo>
                  <a:pt x="619216" y="134898"/>
                </a:lnTo>
                <a:lnTo>
                  <a:pt x="619525" y="135116"/>
                </a:lnTo>
                <a:lnTo>
                  <a:pt x="619820" y="135339"/>
                </a:lnTo>
                <a:lnTo>
                  <a:pt x="620102" y="135566"/>
                </a:lnTo>
                <a:lnTo>
                  <a:pt x="620371" y="135799"/>
                </a:lnTo>
                <a:lnTo>
                  <a:pt x="620625" y="136036"/>
                </a:lnTo>
                <a:lnTo>
                  <a:pt x="620866" y="136278"/>
                </a:lnTo>
                <a:lnTo>
                  <a:pt x="621093" y="136525"/>
                </a:lnTo>
                <a:lnTo>
                  <a:pt x="621307" y="136776"/>
                </a:lnTo>
                <a:lnTo>
                  <a:pt x="621507" y="137032"/>
                </a:lnTo>
                <a:lnTo>
                  <a:pt x="621696" y="137293"/>
                </a:lnTo>
                <a:lnTo>
                  <a:pt x="621876" y="137558"/>
                </a:lnTo>
                <a:lnTo>
                  <a:pt x="622049" y="137827"/>
                </a:lnTo>
                <a:lnTo>
                  <a:pt x="622214" y="138100"/>
                </a:lnTo>
                <a:lnTo>
                  <a:pt x="622371" y="138377"/>
                </a:lnTo>
                <a:lnTo>
                  <a:pt x="622520" y="138658"/>
                </a:lnTo>
                <a:lnTo>
                  <a:pt x="622660" y="138943"/>
                </a:lnTo>
                <a:lnTo>
                  <a:pt x="622793" y="139232"/>
                </a:lnTo>
                <a:lnTo>
                  <a:pt x="622918" y="139525"/>
                </a:lnTo>
                <a:lnTo>
                  <a:pt x="623034" y="139822"/>
                </a:lnTo>
                <a:lnTo>
                  <a:pt x="623143" y="140124"/>
                </a:lnTo>
                <a:lnTo>
                  <a:pt x="623243" y="140429"/>
                </a:lnTo>
                <a:lnTo>
                  <a:pt x="623336" y="140739"/>
                </a:lnTo>
                <a:lnTo>
                  <a:pt x="623420" y="141052"/>
                </a:lnTo>
                <a:lnTo>
                  <a:pt x="623497" y="141370"/>
                </a:lnTo>
                <a:lnTo>
                  <a:pt x="623565" y="141691"/>
                </a:lnTo>
                <a:lnTo>
                  <a:pt x="623625" y="142017"/>
                </a:lnTo>
                <a:lnTo>
                  <a:pt x="623678" y="142347"/>
                </a:lnTo>
                <a:lnTo>
                  <a:pt x="623722" y="142681"/>
                </a:lnTo>
                <a:lnTo>
                  <a:pt x="623758" y="143018"/>
                </a:lnTo>
                <a:lnTo>
                  <a:pt x="623786" y="143360"/>
                </a:lnTo>
                <a:lnTo>
                  <a:pt x="623806" y="143706"/>
                </a:lnTo>
                <a:lnTo>
                  <a:pt x="623818" y="144057"/>
                </a:lnTo>
                <a:lnTo>
                  <a:pt x="623822" y="144411"/>
                </a:lnTo>
                <a:lnTo>
                  <a:pt x="623810" y="145009"/>
                </a:lnTo>
                <a:lnTo>
                  <a:pt x="623775" y="145599"/>
                </a:lnTo>
                <a:lnTo>
                  <a:pt x="623715" y="146181"/>
                </a:lnTo>
                <a:lnTo>
                  <a:pt x="623632" y="146755"/>
                </a:lnTo>
                <a:lnTo>
                  <a:pt x="623525" y="147320"/>
                </a:lnTo>
                <a:lnTo>
                  <a:pt x="623394" y="147878"/>
                </a:lnTo>
                <a:lnTo>
                  <a:pt x="623240" y="148427"/>
                </a:lnTo>
                <a:lnTo>
                  <a:pt x="623061" y="148969"/>
                </a:lnTo>
                <a:lnTo>
                  <a:pt x="622859" y="149502"/>
                </a:lnTo>
                <a:lnTo>
                  <a:pt x="622633" y="150027"/>
                </a:lnTo>
                <a:lnTo>
                  <a:pt x="622384" y="150543"/>
                </a:lnTo>
                <a:lnTo>
                  <a:pt x="622110" y="151052"/>
                </a:lnTo>
                <a:lnTo>
                  <a:pt x="621813" y="151553"/>
                </a:lnTo>
                <a:lnTo>
                  <a:pt x="621492" y="152045"/>
                </a:lnTo>
                <a:lnTo>
                  <a:pt x="621147" y="152529"/>
                </a:lnTo>
                <a:lnTo>
                  <a:pt x="620779" y="153006"/>
                </a:lnTo>
                <a:lnTo>
                  <a:pt x="620386" y="153474"/>
                </a:lnTo>
                <a:lnTo>
                  <a:pt x="619970" y="153933"/>
                </a:lnTo>
                <a:lnTo>
                  <a:pt x="619530" y="154385"/>
                </a:lnTo>
                <a:lnTo>
                  <a:pt x="619066" y="154829"/>
                </a:lnTo>
                <a:lnTo>
                  <a:pt x="618579" y="155264"/>
                </a:lnTo>
                <a:lnTo>
                  <a:pt x="618068" y="155692"/>
                </a:lnTo>
                <a:lnTo>
                  <a:pt x="617533" y="156111"/>
                </a:lnTo>
                <a:lnTo>
                  <a:pt x="616974" y="156522"/>
                </a:lnTo>
                <a:lnTo>
                  <a:pt x="616386" y="156921"/>
                </a:lnTo>
                <a:lnTo>
                  <a:pt x="615764" y="157302"/>
                </a:lnTo>
                <a:lnTo>
                  <a:pt x="615107" y="157667"/>
                </a:lnTo>
                <a:lnTo>
                  <a:pt x="614416" y="158015"/>
                </a:lnTo>
                <a:lnTo>
                  <a:pt x="613690" y="158346"/>
                </a:lnTo>
                <a:lnTo>
                  <a:pt x="612931" y="158660"/>
                </a:lnTo>
                <a:lnTo>
                  <a:pt x="612136" y="158957"/>
                </a:lnTo>
                <a:lnTo>
                  <a:pt x="611308" y="159237"/>
                </a:lnTo>
                <a:lnTo>
                  <a:pt x="610445" y="159500"/>
                </a:lnTo>
                <a:lnTo>
                  <a:pt x="609547" y="159746"/>
                </a:lnTo>
                <a:lnTo>
                  <a:pt x="608616" y="159975"/>
                </a:lnTo>
                <a:lnTo>
                  <a:pt x="607649" y="160187"/>
                </a:lnTo>
                <a:lnTo>
                  <a:pt x="606649" y="160382"/>
                </a:lnTo>
                <a:lnTo>
                  <a:pt x="605614" y="160560"/>
                </a:lnTo>
                <a:lnTo>
                  <a:pt x="604545" y="160722"/>
                </a:lnTo>
                <a:lnTo>
                  <a:pt x="603441" y="160866"/>
                </a:lnTo>
                <a:lnTo>
                  <a:pt x="602303" y="160993"/>
                </a:lnTo>
                <a:lnTo>
                  <a:pt x="601130" y="161103"/>
                </a:lnTo>
                <a:lnTo>
                  <a:pt x="599923" y="161197"/>
                </a:lnTo>
                <a:lnTo>
                  <a:pt x="598682" y="161273"/>
                </a:lnTo>
                <a:lnTo>
                  <a:pt x="597407" y="161333"/>
                </a:lnTo>
                <a:lnTo>
                  <a:pt x="596097" y="161375"/>
                </a:lnTo>
                <a:lnTo>
                  <a:pt x="594752" y="161400"/>
                </a:lnTo>
                <a:lnTo>
                  <a:pt x="593373" y="161409"/>
                </a:lnTo>
                <a:lnTo>
                  <a:pt x="592189" y="161401"/>
                </a:lnTo>
                <a:lnTo>
                  <a:pt x="591032" y="161377"/>
                </a:lnTo>
                <a:lnTo>
                  <a:pt x="589904" y="161337"/>
                </a:lnTo>
                <a:lnTo>
                  <a:pt x="588805" y="161280"/>
                </a:lnTo>
                <a:lnTo>
                  <a:pt x="587734" y="161208"/>
                </a:lnTo>
                <a:close/>
                <a:moveTo>
                  <a:pt x="470215" y="64544"/>
                </a:moveTo>
                <a:lnTo>
                  <a:pt x="470609" y="64049"/>
                </a:lnTo>
                <a:lnTo>
                  <a:pt x="471013" y="63558"/>
                </a:lnTo>
                <a:lnTo>
                  <a:pt x="471427" y="63070"/>
                </a:lnTo>
                <a:lnTo>
                  <a:pt x="471852" y="62585"/>
                </a:lnTo>
                <a:lnTo>
                  <a:pt x="472286" y="62103"/>
                </a:lnTo>
                <a:lnTo>
                  <a:pt x="472729" y="61625"/>
                </a:lnTo>
                <a:lnTo>
                  <a:pt x="473183" y="61151"/>
                </a:lnTo>
                <a:lnTo>
                  <a:pt x="473647" y="60679"/>
                </a:lnTo>
                <a:lnTo>
                  <a:pt x="474121" y="60211"/>
                </a:lnTo>
                <a:lnTo>
                  <a:pt x="474604" y="59747"/>
                </a:lnTo>
                <a:lnTo>
                  <a:pt x="475098" y="59286"/>
                </a:lnTo>
                <a:lnTo>
                  <a:pt x="475602" y="58828"/>
                </a:lnTo>
                <a:lnTo>
                  <a:pt x="476115" y="58374"/>
                </a:lnTo>
                <a:lnTo>
                  <a:pt x="476638" y="57923"/>
                </a:lnTo>
                <a:lnTo>
                  <a:pt x="477172" y="57475"/>
                </a:lnTo>
                <a:lnTo>
                  <a:pt x="477715" y="57031"/>
                </a:lnTo>
                <a:lnTo>
                  <a:pt x="478268" y="56590"/>
                </a:lnTo>
                <a:lnTo>
                  <a:pt x="478831" y="56153"/>
                </a:lnTo>
                <a:lnTo>
                  <a:pt x="479404" y="55719"/>
                </a:lnTo>
                <a:lnTo>
                  <a:pt x="479987" y="55288"/>
                </a:lnTo>
                <a:lnTo>
                  <a:pt x="480579" y="54861"/>
                </a:lnTo>
                <a:lnTo>
                  <a:pt x="481182" y="54437"/>
                </a:lnTo>
                <a:lnTo>
                  <a:pt x="481796" y="54024"/>
                </a:lnTo>
                <a:lnTo>
                  <a:pt x="482421" y="53628"/>
                </a:lnTo>
                <a:lnTo>
                  <a:pt x="483059" y="53249"/>
                </a:lnTo>
                <a:lnTo>
                  <a:pt x="483709" y="52889"/>
                </a:lnTo>
                <a:lnTo>
                  <a:pt x="484370" y="52545"/>
                </a:lnTo>
                <a:lnTo>
                  <a:pt x="485044" y="52220"/>
                </a:lnTo>
                <a:lnTo>
                  <a:pt x="485729" y="51912"/>
                </a:lnTo>
                <a:lnTo>
                  <a:pt x="486427" y="51621"/>
                </a:lnTo>
                <a:lnTo>
                  <a:pt x="487136" y="51349"/>
                </a:lnTo>
                <a:lnTo>
                  <a:pt x="487857" y="51093"/>
                </a:lnTo>
                <a:lnTo>
                  <a:pt x="488591" y="50856"/>
                </a:lnTo>
                <a:lnTo>
                  <a:pt x="489336" y="50636"/>
                </a:lnTo>
                <a:lnTo>
                  <a:pt x="490094" y="50433"/>
                </a:lnTo>
                <a:lnTo>
                  <a:pt x="490863" y="50249"/>
                </a:lnTo>
                <a:lnTo>
                  <a:pt x="491644" y="50081"/>
                </a:lnTo>
                <a:lnTo>
                  <a:pt x="492438" y="49932"/>
                </a:lnTo>
                <a:lnTo>
                  <a:pt x="493243" y="49800"/>
                </a:lnTo>
                <a:lnTo>
                  <a:pt x="494060" y="49685"/>
                </a:lnTo>
                <a:lnTo>
                  <a:pt x="494889" y="49589"/>
                </a:lnTo>
                <a:lnTo>
                  <a:pt x="495730" y="49509"/>
                </a:lnTo>
                <a:lnTo>
                  <a:pt x="496584" y="49448"/>
                </a:lnTo>
                <a:lnTo>
                  <a:pt x="497449" y="49404"/>
                </a:lnTo>
                <a:lnTo>
                  <a:pt x="498326" y="49377"/>
                </a:lnTo>
                <a:lnTo>
                  <a:pt x="499215" y="49369"/>
                </a:lnTo>
                <a:lnTo>
                  <a:pt x="499808" y="49374"/>
                </a:lnTo>
                <a:lnTo>
                  <a:pt x="500390" y="49391"/>
                </a:lnTo>
                <a:lnTo>
                  <a:pt x="500960" y="49419"/>
                </a:lnTo>
                <a:lnTo>
                  <a:pt x="501518" y="49458"/>
                </a:lnTo>
                <a:lnTo>
                  <a:pt x="502065" y="49509"/>
                </a:lnTo>
                <a:lnTo>
                  <a:pt x="502599" y="49570"/>
                </a:lnTo>
                <a:lnTo>
                  <a:pt x="503122" y="49643"/>
                </a:lnTo>
                <a:lnTo>
                  <a:pt x="503633" y="49727"/>
                </a:lnTo>
                <a:lnTo>
                  <a:pt x="504132" y="49822"/>
                </a:lnTo>
                <a:lnTo>
                  <a:pt x="504619" y="49928"/>
                </a:lnTo>
                <a:lnTo>
                  <a:pt x="505095" y="50046"/>
                </a:lnTo>
                <a:lnTo>
                  <a:pt x="505558" y="50175"/>
                </a:lnTo>
                <a:lnTo>
                  <a:pt x="506010" y="50315"/>
                </a:lnTo>
                <a:lnTo>
                  <a:pt x="506450" y="50466"/>
                </a:lnTo>
                <a:lnTo>
                  <a:pt x="506879" y="50628"/>
                </a:lnTo>
                <a:lnTo>
                  <a:pt x="507295" y="50802"/>
                </a:lnTo>
                <a:lnTo>
                  <a:pt x="507700" y="50986"/>
                </a:lnTo>
                <a:lnTo>
                  <a:pt x="508093" y="51182"/>
                </a:lnTo>
                <a:lnTo>
                  <a:pt x="508474" y="51389"/>
                </a:lnTo>
                <a:lnTo>
                  <a:pt x="508843" y="51608"/>
                </a:lnTo>
                <a:lnTo>
                  <a:pt x="509201" y="51837"/>
                </a:lnTo>
                <a:lnTo>
                  <a:pt x="509546" y="52078"/>
                </a:lnTo>
                <a:lnTo>
                  <a:pt x="509880" y="52330"/>
                </a:lnTo>
                <a:lnTo>
                  <a:pt x="510202" y="52593"/>
                </a:lnTo>
                <a:lnTo>
                  <a:pt x="510514" y="52866"/>
                </a:lnTo>
                <a:lnTo>
                  <a:pt x="510818" y="53147"/>
                </a:lnTo>
                <a:lnTo>
                  <a:pt x="511114" y="53436"/>
                </a:lnTo>
                <a:lnTo>
                  <a:pt x="511402" y="53734"/>
                </a:lnTo>
                <a:lnTo>
                  <a:pt x="511682" y="54041"/>
                </a:lnTo>
                <a:lnTo>
                  <a:pt x="511954" y="54355"/>
                </a:lnTo>
                <a:lnTo>
                  <a:pt x="512218" y="54678"/>
                </a:lnTo>
                <a:lnTo>
                  <a:pt x="512474" y="55010"/>
                </a:lnTo>
                <a:lnTo>
                  <a:pt x="512722" y="55349"/>
                </a:lnTo>
                <a:lnTo>
                  <a:pt x="512962" y="55698"/>
                </a:lnTo>
                <a:lnTo>
                  <a:pt x="513193" y="56054"/>
                </a:lnTo>
                <a:lnTo>
                  <a:pt x="513417" y="56419"/>
                </a:lnTo>
                <a:lnTo>
                  <a:pt x="513633" y="56792"/>
                </a:lnTo>
                <a:lnTo>
                  <a:pt x="513840" y="57174"/>
                </a:lnTo>
                <a:lnTo>
                  <a:pt x="514040" y="57564"/>
                </a:lnTo>
                <a:lnTo>
                  <a:pt x="514231" y="57962"/>
                </a:lnTo>
                <a:lnTo>
                  <a:pt x="514415" y="58368"/>
                </a:lnTo>
                <a:lnTo>
                  <a:pt x="514590" y="58783"/>
                </a:lnTo>
                <a:lnTo>
                  <a:pt x="514758" y="59207"/>
                </a:lnTo>
                <a:lnTo>
                  <a:pt x="514917" y="59639"/>
                </a:lnTo>
                <a:lnTo>
                  <a:pt x="515068" y="60079"/>
                </a:lnTo>
                <a:lnTo>
                  <a:pt x="515212" y="60527"/>
                </a:lnTo>
                <a:lnTo>
                  <a:pt x="515347" y="60984"/>
                </a:lnTo>
                <a:lnTo>
                  <a:pt x="515474" y="61449"/>
                </a:lnTo>
                <a:lnTo>
                  <a:pt x="515595" y="61921"/>
                </a:lnTo>
                <a:lnTo>
                  <a:pt x="515710" y="62399"/>
                </a:lnTo>
                <a:lnTo>
                  <a:pt x="515820" y="62882"/>
                </a:lnTo>
                <a:lnTo>
                  <a:pt x="515926" y="63371"/>
                </a:lnTo>
                <a:lnTo>
                  <a:pt x="516026" y="63866"/>
                </a:lnTo>
                <a:lnTo>
                  <a:pt x="516121" y="64366"/>
                </a:lnTo>
                <a:lnTo>
                  <a:pt x="516211" y="64872"/>
                </a:lnTo>
                <a:lnTo>
                  <a:pt x="516295" y="65384"/>
                </a:lnTo>
                <a:lnTo>
                  <a:pt x="516375" y="65902"/>
                </a:lnTo>
                <a:lnTo>
                  <a:pt x="516449" y="66425"/>
                </a:lnTo>
                <a:lnTo>
                  <a:pt x="516518" y="66954"/>
                </a:lnTo>
                <a:lnTo>
                  <a:pt x="516583" y="67489"/>
                </a:lnTo>
                <a:lnTo>
                  <a:pt x="516642" y="68029"/>
                </a:lnTo>
                <a:lnTo>
                  <a:pt x="516696" y="68575"/>
                </a:lnTo>
                <a:lnTo>
                  <a:pt x="516744" y="69127"/>
                </a:lnTo>
                <a:lnTo>
                  <a:pt x="516788" y="69684"/>
                </a:lnTo>
                <a:lnTo>
                  <a:pt x="516826" y="70247"/>
                </a:lnTo>
                <a:lnTo>
                  <a:pt x="516860" y="70816"/>
                </a:lnTo>
                <a:lnTo>
                  <a:pt x="516888" y="71390"/>
                </a:lnTo>
                <a:lnTo>
                  <a:pt x="516911" y="71971"/>
                </a:lnTo>
                <a:lnTo>
                  <a:pt x="516929" y="72557"/>
                </a:lnTo>
                <a:lnTo>
                  <a:pt x="516942" y="73148"/>
                </a:lnTo>
                <a:lnTo>
                  <a:pt x="516950" y="73746"/>
                </a:lnTo>
                <a:lnTo>
                  <a:pt x="516952" y="74349"/>
                </a:lnTo>
                <a:lnTo>
                  <a:pt x="516952" y="136183"/>
                </a:lnTo>
                <a:lnTo>
                  <a:pt x="533408" y="136183"/>
                </a:lnTo>
                <a:lnTo>
                  <a:pt x="533408" y="72233"/>
                </a:lnTo>
                <a:lnTo>
                  <a:pt x="533396" y="70795"/>
                </a:lnTo>
                <a:lnTo>
                  <a:pt x="533358" y="69385"/>
                </a:lnTo>
                <a:lnTo>
                  <a:pt x="533296" y="68001"/>
                </a:lnTo>
                <a:lnTo>
                  <a:pt x="533209" y="66645"/>
                </a:lnTo>
                <a:lnTo>
                  <a:pt x="533096" y="65315"/>
                </a:lnTo>
                <a:lnTo>
                  <a:pt x="532959" y="64013"/>
                </a:lnTo>
                <a:lnTo>
                  <a:pt x="532796" y="62738"/>
                </a:lnTo>
                <a:lnTo>
                  <a:pt x="532609" y="61489"/>
                </a:lnTo>
                <a:lnTo>
                  <a:pt x="532397" y="60268"/>
                </a:lnTo>
                <a:lnTo>
                  <a:pt x="532160" y="59074"/>
                </a:lnTo>
                <a:lnTo>
                  <a:pt x="531897" y="57907"/>
                </a:lnTo>
                <a:lnTo>
                  <a:pt x="531610" y="56767"/>
                </a:lnTo>
                <a:lnTo>
                  <a:pt x="531298" y="55654"/>
                </a:lnTo>
                <a:lnTo>
                  <a:pt x="530961" y="54568"/>
                </a:lnTo>
                <a:lnTo>
                  <a:pt x="530598" y="53509"/>
                </a:lnTo>
                <a:lnTo>
                  <a:pt x="530211" y="52477"/>
                </a:lnTo>
                <a:lnTo>
                  <a:pt x="529799" y="51472"/>
                </a:lnTo>
                <a:lnTo>
                  <a:pt x="529362" y="50495"/>
                </a:lnTo>
                <a:lnTo>
                  <a:pt x="528900" y="49544"/>
                </a:lnTo>
                <a:lnTo>
                  <a:pt x="528413" y="48620"/>
                </a:lnTo>
                <a:lnTo>
                  <a:pt x="527901" y="47724"/>
                </a:lnTo>
                <a:lnTo>
                  <a:pt x="527364" y="46854"/>
                </a:lnTo>
                <a:lnTo>
                  <a:pt x="526802" y="46012"/>
                </a:lnTo>
                <a:lnTo>
                  <a:pt x="526215" y="45196"/>
                </a:lnTo>
                <a:lnTo>
                  <a:pt x="525601" y="44411"/>
                </a:lnTo>
                <a:lnTo>
                  <a:pt x="524956" y="43659"/>
                </a:lnTo>
                <a:lnTo>
                  <a:pt x="524283" y="42941"/>
                </a:lnTo>
                <a:lnTo>
                  <a:pt x="523579" y="42256"/>
                </a:lnTo>
                <a:lnTo>
                  <a:pt x="522846" y="41604"/>
                </a:lnTo>
                <a:lnTo>
                  <a:pt x="522082" y="40986"/>
                </a:lnTo>
                <a:lnTo>
                  <a:pt x="521289" y="40401"/>
                </a:lnTo>
                <a:lnTo>
                  <a:pt x="520467" y="39850"/>
                </a:lnTo>
                <a:lnTo>
                  <a:pt x="519614" y="39332"/>
                </a:lnTo>
                <a:lnTo>
                  <a:pt x="518732" y="38848"/>
                </a:lnTo>
                <a:lnTo>
                  <a:pt x="517820" y="38396"/>
                </a:lnTo>
                <a:lnTo>
                  <a:pt x="516878" y="37979"/>
                </a:lnTo>
                <a:lnTo>
                  <a:pt x="515907" y="37595"/>
                </a:lnTo>
                <a:lnTo>
                  <a:pt x="514905" y="37244"/>
                </a:lnTo>
                <a:lnTo>
                  <a:pt x="513874" y="36926"/>
                </a:lnTo>
                <a:lnTo>
                  <a:pt x="512813" y="36642"/>
                </a:lnTo>
                <a:lnTo>
                  <a:pt x="511723" y="36392"/>
                </a:lnTo>
                <a:lnTo>
                  <a:pt x="510602" y="36174"/>
                </a:lnTo>
                <a:lnTo>
                  <a:pt x="509452" y="35991"/>
                </a:lnTo>
                <a:lnTo>
                  <a:pt x="508272" y="35840"/>
                </a:lnTo>
                <a:lnTo>
                  <a:pt x="507063" y="35723"/>
                </a:lnTo>
                <a:lnTo>
                  <a:pt x="505823" y="35640"/>
                </a:lnTo>
                <a:lnTo>
                  <a:pt x="504554" y="35590"/>
                </a:lnTo>
                <a:lnTo>
                  <a:pt x="503255" y="35573"/>
                </a:lnTo>
                <a:lnTo>
                  <a:pt x="502187" y="35582"/>
                </a:lnTo>
                <a:lnTo>
                  <a:pt x="501136" y="35609"/>
                </a:lnTo>
                <a:lnTo>
                  <a:pt x="500100" y="35654"/>
                </a:lnTo>
                <a:lnTo>
                  <a:pt x="499081" y="35717"/>
                </a:lnTo>
                <a:lnTo>
                  <a:pt x="498077" y="35798"/>
                </a:lnTo>
                <a:lnTo>
                  <a:pt x="497090" y="35896"/>
                </a:lnTo>
                <a:lnTo>
                  <a:pt x="496119" y="36013"/>
                </a:lnTo>
                <a:lnTo>
                  <a:pt x="495164" y="36148"/>
                </a:lnTo>
                <a:lnTo>
                  <a:pt x="494225" y="36301"/>
                </a:lnTo>
                <a:lnTo>
                  <a:pt x="493302" y="36471"/>
                </a:lnTo>
                <a:lnTo>
                  <a:pt x="492395" y="36660"/>
                </a:lnTo>
                <a:lnTo>
                  <a:pt x="491504" y="36866"/>
                </a:lnTo>
                <a:lnTo>
                  <a:pt x="490629" y="37091"/>
                </a:lnTo>
                <a:lnTo>
                  <a:pt x="489771" y="37333"/>
                </a:lnTo>
                <a:lnTo>
                  <a:pt x="488928" y="37594"/>
                </a:lnTo>
                <a:lnTo>
                  <a:pt x="488102" y="37872"/>
                </a:lnTo>
                <a:lnTo>
                  <a:pt x="487291" y="38169"/>
                </a:lnTo>
                <a:lnTo>
                  <a:pt x="486497" y="38483"/>
                </a:lnTo>
                <a:lnTo>
                  <a:pt x="485719" y="38815"/>
                </a:lnTo>
                <a:lnTo>
                  <a:pt x="484957" y="39166"/>
                </a:lnTo>
                <a:lnTo>
                  <a:pt x="484211" y="39534"/>
                </a:lnTo>
                <a:lnTo>
                  <a:pt x="483481" y="39920"/>
                </a:lnTo>
                <a:lnTo>
                  <a:pt x="482767" y="40324"/>
                </a:lnTo>
                <a:lnTo>
                  <a:pt x="482069" y="40746"/>
                </a:lnTo>
                <a:lnTo>
                  <a:pt x="481386" y="41179"/>
                </a:lnTo>
                <a:lnTo>
                  <a:pt x="480716" y="41613"/>
                </a:lnTo>
                <a:lnTo>
                  <a:pt x="480060" y="42050"/>
                </a:lnTo>
                <a:lnTo>
                  <a:pt x="479417" y="42489"/>
                </a:lnTo>
                <a:lnTo>
                  <a:pt x="478787" y="42930"/>
                </a:lnTo>
                <a:lnTo>
                  <a:pt x="478170" y="43373"/>
                </a:lnTo>
                <a:lnTo>
                  <a:pt x="477567" y="43819"/>
                </a:lnTo>
                <a:lnTo>
                  <a:pt x="476978" y="44266"/>
                </a:lnTo>
                <a:lnTo>
                  <a:pt x="476401" y="44716"/>
                </a:lnTo>
                <a:lnTo>
                  <a:pt x="475838" y="45169"/>
                </a:lnTo>
                <a:lnTo>
                  <a:pt x="475289" y="45623"/>
                </a:lnTo>
                <a:lnTo>
                  <a:pt x="474752" y="46080"/>
                </a:lnTo>
                <a:lnTo>
                  <a:pt x="474229" y="46539"/>
                </a:lnTo>
                <a:lnTo>
                  <a:pt x="473720" y="47000"/>
                </a:lnTo>
                <a:lnTo>
                  <a:pt x="473223" y="47463"/>
                </a:lnTo>
                <a:lnTo>
                  <a:pt x="472740" y="47929"/>
                </a:lnTo>
                <a:lnTo>
                  <a:pt x="472271" y="48397"/>
                </a:lnTo>
                <a:lnTo>
                  <a:pt x="471815" y="48867"/>
                </a:lnTo>
                <a:lnTo>
                  <a:pt x="471372" y="49339"/>
                </a:lnTo>
                <a:lnTo>
                  <a:pt x="470942" y="49813"/>
                </a:lnTo>
                <a:lnTo>
                  <a:pt x="470526" y="50290"/>
                </a:lnTo>
                <a:lnTo>
                  <a:pt x="470123" y="50769"/>
                </a:lnTo>
                <a:lnTo>
                  <a:pt x="469733" y="51250"/>
                </a:lnTo>
                <a:lnTo>
                  <a:pt x="469357" y="51734"/>
                </a:lnTo>
                <a:lnTo>
                  <a:pt x="468766" y="37248"/>
                </a:lnTo>
                <a:lnTo>
                  <a:pt x="453000" y="37248"/>
                </a:lnTo>
                <a:lnTo>
                  <a:pt x="453000" y="136183"/>
                </a:lnTo>
                <a:lnTo>
                  <a:pt x="469456" y="136183"/>
                </a:lnTo>
                <a:lnTo>
                  <a:pt x="469456" y="65545"/>
                </a:lnTo>
                <a:lnTo>
                  <a:pt x="469830" y="65043"/>
                </a:lnTo>
                <a:lnTo>
                  <a:pt x="470215" y="6454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" name="Text Sections">
            <a:extLst xmlns:a="http://schemas.openxmlformats.org/drawingml/2006/main">
              <a:ext uri="{FF2B5EF4-FFF2-40B4-BE49-F238E27FC236}">
                <a16:creationId xmlns:a16="http://schemas.microsoft.com/office/drawing/2014/main" id="{B6D04952-C48A-4C09-A570-293C6A79F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0010" y="1133914"/>
            <a:ext cx="743623" cy="138100"/>
          </a:xfrm>
          <a:custGeom xmlns:a="http://schemas.openxmlformats.org/drawingml/2006/main">
            <a:pathLst>
              <a:path w="743623" h="138100">
                <a:moveTo>
                  <a:pt x="50604" y="138100"/>
                </a:moveTo>
                <a:cubicBezTo>
                  <a:pt x="41134" y="138100"/>
                  <a:pt x="32585" y="136653"/>
                  <a:pt x="24957" y="133760"/>
                </a:cubicBezTo>
                <a:cubicBezTo>
                  <a:pt x="17328" y="130866"/>
                  <a:pt x="11262" y="126329"/>
                  <a:pt x="6757" y="120147"/>
                </a:cubicBezTo>
                <a:cubicBezTo>
                  <a:pt x="2252" y="113965"/>
                  <a:pt x="0" y="105942"/>
                  <a:pt x="0" y="96078"/>
                </a:cubicBezTo>
                <a:lnTo>
                  <a:pt x="17854" y="96078"/>
                </a:lnTo>
                <a:cubicBezTo>
                  <a:pt x="17854" y="103115"/>
                  <a:pt x="19383" y="108639"/>
                  <a:pt x="22441" y="112650"/>
                </a:cubicBezTo>
                <a:cubicBezTo>
                  <a:pt x="25499" y="116662"/>
                  <a:pt x="29560" y="119489"/>
                  <a:pt x="34624" y="121133"/>
                </a:cubicBezTo>
                <a:cubicBezTo>
                  <a:pt x="39687" y="122777"/>
                  <a:pt x="45244" y="123600"/>
                  <a:pt x="51294" y="123600"/>
                </a:cubicBezTo>
                <a:cubicBezTo>
                  <a:pt x="56884" y="123600"/>
                  <a:pt x="61997" y="122761"/>
                  <a:pt x="66633" y="121084"/>
                </a:cubicBezTo>
                <a:cubicBezTo>
                  <a:pt x="71269" y="119407"/>
                  <a:pt x="74969" y="116875"/>
                  <a:pt x="77731" y="113489"/>
                </a:cubicBezTo>
                <a:cubicBezTo>
                  <a:pt x="80493" y="110102"/>
                  <a:pt x="81874" y="105745"/>
                  <a:pt x="81874" y="100418"/>
                </a:cubicBezTo>
                <a:cubicBezTo>
                  <a:pt x="81874" y="95815"/>
                  <a:pt x="80789" y="92034"/>
                  <a:pt x="78618" y="89075"/>
                </a:cubicBezTo>
                <a:cubicBezTo>
                  <a:pt x="76448" y="86115"/>
                  <a:pt x="72848" y="83534"/>
                  <a:pt x="67817" y="81331"/>
                </a:cubicBezTo>
                <a:cubicBezTo>
                  <a:pt x="62786" y="79128"/>
                  <a:pt x="56029" y="76941"/>
                  <a:pt x="47546" y="74771"/>
                </a:cubicBezTo>
                <a:cubicBezTo>
                  <a:pt x="37550" y="72141"/>
                  <a:pt x="29330" y="69264"/>
                  <a:pt x="22885" y="66140"/>
                </a:cubicBezTo>
                <a:cubicBezTo>
                  <a:pt x="16440" y="63016"/>
                  <a:pt x="11656" y="59120"/>
                  <a:pt x="8533" y="54451"/>
                </a:cubicBezTo>
                <a:cubicBezTo>
                  <a:pt x="5409" y="49782"/>
                  <a:pt x="3847" y="43863"/>
                  <a:pt x="3847" y="36695"/>
                </a:cubicBezTo>
                <a:cubicBezTo>
                  <a:pt x="3847" y="29133"/>
                  <a:pt x="5623" y="22770"/>
                  <a:pt x="9174" y="17608"/>
                </a:cubicBezTo>
                <a:cubicBezTo>
                  <a:pt x="12725" y="12445"/>
                  <a:pt x="17821" y="8516"/>
                  <a:pt x="24463" y="5820"/>
                </a:cubicBezTo>
                <a:cubicBezTo>
                  <a:pt x="31105" y="3124"/>
                  <a:pt x="38997" y="1776"/>
                  <a:pt x="48138" y="1776"/>
                </a:cubicBezTo>
                <a:cubicBezTo>
                  <a:pt x="56687" y="1776"/>
                  <a:pt x="64512" y="3157"/>
                  <a:pt x="71615" y="5919"/>
                </a:cubicBezTo>
                <a:cubicBezTo>
                  <a:pt x="78717" y="8681"/>
                  <a:pt x="84389" y="12824"/>
                  <a:pt x="88631" y="18348"/>
                </a:cubicBezTo>
                <a:cubicBezTo>
                  <a:pt x="92872" y="23872"/>
                  <a:pt x="94993" y="30744"/>
                  <a:pt x="94993" y="38964"/>
                </a:cubicBezTo>
                <a:lnTo>
                  <a:pt x="77237" y="38964"/>
                </a:lnTo>
                <a:cubicBezTo>
                  <a:pt x="77303" y="31467"/>
                  <a:pt x="74541" y="25795"/>
                  <a:pt x="68951" y="21948"/>
                </a:cubicBezTo>
                <a:cubicBezTo>
                  <a:pt x="63362" y="18101"/>
                  <a:pt x="56457" y="16177"/>
                  <a:pt x="48236" y="16177"/>
                </a:cubicBezTo>
                <a:cubicBezTo>
                  <a:pt x="39753" y="16177"/>
                  <a:pt x="33160" y="17871"/>
                  <a:pt x="28458" y="21258"/>
                </a:cubicBezTo>
                <a:cubicBezTo>
                  <a:pt x="23756" y="24644"/>
                  <a:pt x="21406" y="29593"/>
                  <a:pt x="21406" y="36103"/>
                </a:cubicBezTo>
                <a:cubicBezTo>
                  <a:pt x="21406" y="39983"/>
                  <a:pt x="22425" y="43222"/>
                  <a:pt x="24463" y="45820"/>
                </a:cubicBezTo>
                <a:cubicBezTo>
                  <a:pt x="26502" y="48417"/>
                  <a:pt x="30004" y="50768"/>
                  <a:pt x="34969" y="52873"/>
                </a:cubicBezTo>
                <a:cubicBezTo>
                  <a:pt x="39934" y="54977"/>
                  <a:pt x="46855" y="57180"/>
                  <a:pt x="55733" y="59482"/>
                </a:cubicBezTo>
                <a:cubicBezTo>
                  <a:pt x="65992" y="62244"/>
                  <a:pt x="74327" y="65203"/>
                  <a:pt x="80739" y="68360"/>
                </a:cubicBezTo>
                <a:cubicBezTo>
                  <a:pt x="87151" y="71516"/>
                  <a:pt x="91869" y="75560"/>
                  <a:pt x="94894" y="80493"/>
                </a:cubicBezTo>
                <a:cubicBezTo>
                  <a:pt x="97919" y="85425"/>
                  <a:pt x="99432" y="91902"/>
                  <a:pt x="99432" y="99925"/>
                </a:cubicBezTo>
                <a:cubicBezTo>
                  <a:pt x="99432" y="108474"/>
                  <a:pt x="97295" y="115560"/>
                  <a:pt x="93020" y="121183"/>
                </a:cubicBezTo>
                <a:cubicBezTo>
                  <a:pt x="88746" y="126805"/>
                  <a:pt x="82926" y="131031"/>
                  <a:pt x="75560" y="133858"/>
                </a:cubicBezTo>
                <a:cubicBezTo>
                  <a:pt x="68195" y="136686"/>
                  <a:pt x="59876" y="138100"/>
                  <a:pt x="50604" y="138100"/>
                </a:cubicBezTo>
                <a:close/>
                <a:moveTo>
                  <a:pt x="162073" y="138100"/>
                </a:moveTo>
                <a:cubicBezTo>
                  <a:pt x="151617" y="138100"/>
                  <a:pt x="143051" y="135849"/>
                  <a:pt x="136376" y="131346"/>
                </a:cubicBezTo>
                <a:cubicBezTo>
                  <a:pt x="129701" y="126841"/>
                  <a:pt x="124753" y="120713"/>
                  <a:pt x="121530" y="112961"/>
                </a:cubicBezTo>
                <a:cubicBezTo>
                  <a:pt x="118308" y="105208"/>
                  <a:pt x="116697" y="96489"/>
                  <a:pt x="116697" y="86806"/>
                </a:cubicBezTo>
                <a:cubicBezTo>
                  <a:pt x="116697" y="76715"/>
                  <a:pt x="118259" y="67827"/>
                  <a:pt x="121382" y="60141"/>
                </a:cubicBezTo>
                <a:cubicBezTo>
                  <a:pt x="124506" y="52455"/>
                  <a:pt x="129274" y="46445"/>
                  <a:pt x="135686" y="42111"/>
                </a:cubicBezTo>
                <a:cubicBezTo>
                  <a:pt x="142097" y="37777"/>
                  <a:pt x="150236" y="35610"/>
                  <a:pt x="160100" y="35610"/>
                </a:cubicBezTo>
                <a:cubicBezTo>
                  <a:pt x="173186" y="35610"/>
                  <a:pt x="183445" y="39668"/>
                  <a:pt x="190876" y="47783"/>
                </a:cubicBezTo>
                <a:cubicBezTo>
                  <a:pt x="198307" y="55897"/>
                  <a:pt x="202023" y="67561"/>
                  <a:pt x="202023" y="82777"/>
                </a:cubicBezTo>
                <a:cubicBezTo>
                  <a:pt x="202023" y="83792"/>
                  <a:pt x="201990" y="84993"/>
                  <a:pt x="201924" y="86380"/>
                </a:cubicBezTo>
                <a:cubicBezTo>
                  <a:pt x="201859" y="87765"/>
                  <a:pt x="201760" y="88762"/>
                  <a:pt x="201628" y="89370"/>
                </a:cubicBezTo>
                <a:lnTo>
                  <a:pt x="133170" y="89370"/>
                </a:lnTo>
                <a:cubicBezTo>
                  <a:pt x="133236" y="95885"/>
                  <a:pt x="134239" y="101868"/>
                  <a:pt x="136179" y="107320"/>
                </a:cubicBezTo>
                <a:cubicBezTo>
                  <a:pt x="138119" y="112772"/>
                  <a:pt x="141193" y="117145"/>
                  <a:pt x="145402" y="120437"/>
                </a:cubicBezTo>
                <a:cubicBezTo>
                  <a:pt x="149611" y="123729"/>
                  <a:pt x="155168" y="125375"/>
                  <a:pt x="162073" y="125375"/>
                </a:cubicBezTo>
                <a:cubicBezTo>
                  <a:pt x="169438" y="125375"/>
                  <a:pt x="175192" y="123560"/>
                  <a:pt x="179335" y="119931"/>
                </a:cubicBezTo>
                <a:cubicBezTo>
                  <a:pt x="183478" y="116302"/>
                  <a:pt x="185648" y="111066"/>
                  <a:pt x="185846" y="104222"/>
                </a:cubicBezTo>
                <a:lnTo>
                  <a:pt x="202122" y="104222"/>
                </a:lnTo>
                <a:cubicBezTo>
                  <a:pt x="201924" y="111208"/>
                  <a:pt x="200182" y="117227"/>
                  <a:pt x="196894" y="122280"/>
                </a:cubicBezTo>
                <a:cubicBezTo>
                  <a:pt x="193605" y="127334"/>
                  <a:pt x="189002" y="131234"/>
                  <a:pt x="183084" y="133982"/>
                </a:cubicBezTo>
                <a:cubicBezTo>
                  <a:pt x="177165" y="136727"/>
                  <a:pt x="170161" y="138100"/>
                  <a:pt x="162073" y="138100"/>
                </a:cubicBezTo>
                <a:moveTo>
                  <a:pt x="133269" y="77336"/>
                </a:moveTo>
                <a:lnTo>
                  <a:pt x="185747" y="77336"/>
                </a:lnTo>
                <a:cubicBezTo>
                  <a:pt x="185550" y="67914"/>
                  <a:pt x="183215" y="60709"/>
                  <a:pt x="178743" y="55721"/>
                </a:cubicBezTo>
                <a:cubicBezTo>
                  <a:pt x="174271" y="50731"/>
                  <a:pt x="168057" y="48236"/>
                  <a:pt x="160100" y="48236"/>
                </a:cubicBezTo>
                <a:cubicBezTo>
                  <a:pt x="152077" y="48236"/>
                  <a:pt x="145780" y="50714"/>
                  <a:pt x="141210" y="55668"/>
                </a:cubicBezTo>
                <a:cubicBezTo>
                  <a:pt x="136639" y="60621"/>
                  <a:pt x="133992" y="67844"/>
                  <a:pt x="133269" y="77336"/>
                </a:cubicBezTo>
                <a:close/>
                <a:moveTo>
                  <a:pt x="268458" y="138100"/>
                </a:moveTo>
                <a:cubicBezTo>
                  <a:pt x="259778" y="138100"/>
                  <a:pt x="252084" y="136220"/>
                  <a:pt x="245376" y="132459"/>
                </a:cubicBezTo>
                <a:cubicBezTo>
                  <a:pt x="238668" y="128696"/>
                  <a:pt x="233424" y="123035"/>
                  <a:pt x="229642" y="115477"/>
                </a:cubicBezTo>
                <a:cubicBezTo>
                  <a:pt x="225861" y="107918"/>
                  <a:pt x="223970" y="98446"/>
                  <a:pt x="223970" y="87058"/>
                </a:cubicBezTo>
                <a:cubicBezTo>
                  <a:pt x="223970" y="75671"/>
                  <a:pt x="225828" y="66165"/>
                  <a:pt x="229544" y="58538"/>
                </a:cubicBezTo>
                <a:cubicBezTo>
                  <a:pt x="233259" y="50912"/>
                  <a:pt x="238454" y="45185"/>
                  <a:pt x="245129" y="41356"/>
                </a:cubicBezTo>
                <a:cubicBezTo>
                  <a:pt x="251804" y="37525"/>
                  <a:pt x="259580" y="35610"/>
                  <a:pt x="268458" y="35610"/>
                </a:cubicBezTo>
                <a:cubicBezTo>
                  <a:pt x="275889" y="35610"/>
                  <a:pt x="282581" y="36863"/>
                  <a:pt x="288532" y="39368"/>
                </a:cubicBezTo>
                <a:cubicBezTo>
                  <a:pt x="294484" y="41873"/>
                  <a:pt x="299235" y="45648"/>
                  <a:pt x="302786" y="50693"/>
                </a:cubicBezTo>
                <a:cubicBezTo>
                  <a:pt x="306337" y="55738"/>
                  <a:pt x="308211" y="62120"/>
                  <a:pt x="308409" y="69839"/>
                </a:cubicBezTo>
                <a:lnTo>
                  <a:pt x="292133" y="69839"/>
                </a:lnTo>
                <a:cubicBezTo>
                  <a:pt x="291738" y="63351"/>
                  <a:pt x="289502" y="58245"/>
                  <a:pt x="285425" y="54519"/>
                </a:cubicBezTo>
                <a:cubicBezTo>
                  <a:pt x="281348" y="50791"/>
                  <a:pt x="275791" y="48927"/>
                  <a:pt x="268754" y="48927"/>
                </a:cubicBezTo>
                <a:cubicBezTo>
                  <a:pt x="259416" y="48927"/>
                  <a:pt x="252445" y="52267"/>
                  <a:pt x="247842" y="58948"/>
                </a:cubicBezTo>
                <a:cubicBezTo>
                  <a:pt x="243239" y="65629"/>
                  <a:pt x="240937" y="75000"/>
                  <a:pt x="240937" y="87062"/>
                </a:cubicBezTo>
                <a:cubicBezTo>
                  <a:pt x="240937" y="95078"/>
                  <a:pt x="241956" y="101880"/>
                  <a:pt x="243995" y="107465"/>
                </a:cubicBezTo>
                <a:cubicBezTo>
                  <a:pt x="246033" y="113049"/>
                  <a:pt x="249124" y="117332"/>
                  <a:pt x="253267" y="120313"/>
                </a:cubicBezTo>
                <a:cubicBezTo>
                  <a:pt x="257410" y="123293"/>
                  <a:pt x="262573" y="124783"/>
                  <a:pt x="268754" y="124783"/>
                </a:cubicBezTo>
                <a:cubicBezTo>
                  <a:pt x="275791" y="124783"/>
                  <a:pt x="281512" y="122867"/>
                  <a:pt x="285918" y="119034"/>
                </a:cubicBezTo>
                <a:cubicBezTo>
                  <a:pt x="290324" y="115199"/>
                  <a:pt x="292626" y="109586"/>
                  <a:pt x="292823" y="102194"/>
                </a:cubicBezTo>
                <a:lnTo>
                  <a:pt x="309099" y="102194"/>
                </a:lnTo>
                <a:cubicBezTo>
                  <a:pt x="308902" y="110196"/>
                  <a:pt x="307011" y="116859"/>
                  <a:pt x="303427" y="122182"/>
                </a:cubicBezTo>
                <a:cubicBezTo>
                  <a:pt x="299843" y="127504"/>
                  <a:pt x="295010" y="131488"/>
                  <a:pt x="288927" y="134133"/>
                </a:cubicBezTo>
                <a:cubicBezTo>
                  <a:pt x="282844" y="136778"/>
                  <a:pt x="276021" y="138100"/>
                  <a:pt x="268458" y="138100"/>
                </a:cubicBezTo>
                <a:close/>
                <a:moveTo>
                  <a:pt x="368727" y="136324"/>
                </a:moveTo>
                <a:cubicBezTo>
                  <a:pt x="360968" y="136324"/>
                  <a:pt x="355016" y="135047"/>
                  <a:pt x="350873" y="132493"/>
                </a:cubicBezTo>
                <a:cubicBezTo>
                  <a:pt x="346730" y="129938"/>
                  <a:pt x="343886" y="126261"/>
                  <a:pt x="342340" y="121460"/>
                </a:cubicBezTo>
                <a:cubicBezTo>
                  <a:pt x="340795" y="116658"/>
                  <a:pt x="340022" y="110885"/>
                  <a:pt x="340022" y="104142"/>
                </a:cubicBezTo>
                <a:lnTo>
                  <a:pt x="340022" y="50604"/>
                </a:lnTo>
                <a:lnTo>
                  <a:pt x="323944" y="50604"/>
                </a:lnTo>
                <a:lnTo>
                  <a:pt x="323944" y="37287"/>
                </a:lnTo>
                <a:lnTo>
                  <a:pt x="340022" y="37287"/>
                </a:lnTo>
                <a:lnTo>
                  <a:pt x="340022" y="15290"/>
                </a:lnTo>
                <a:lnTo>
                  <a:pt x="356397" y="15290"/>
                </a:lnTo>
                <a:lnTo>
                  <a:pt x="356397" y="37287"/>
                </a:lnTo>
                <a:lnTo>
                  <a:pt x="380071" y="37287"/>
                </a:lnTo>
                <a:lnTo>
                  <a:pt x="380071" y="50604"/>
                </a:lnTo>
                <a:lnTo>
                  <a:pt x="356397" y="50604"/>
                </a:lnTo>
                <a:lnTo>
                  <a:pt x="356397" y="103674"/>
                </a:lnTo>
                <a:cubicBezTo>
                  <a:pt x="356397" y="109913"/>
                  <a:pt x="357170" y="114695"/>
                  <a:pt x="358715" y="118020"/>
                </a:cubicBezTo>
                <a:cubicBezTo>
                  <a:pt x="360261" y="121345"/>
                  <a:pt x="363960" y="123008"/>
                  <a:pt x="369813" y="123008"/>
                </a:cubicBezTo>
                <a:lnTo>
                  <a:pt x="380269" y="123008"/>
                </a:lnTo>
                <a:lnTo>
                  <a:pt x="380269" y="136324"/>
                </a:lnTo>
                <a:lnTo>
                  <a:pt x="368727" y="136324"/>
                </a:lnTo>
                <a:close/>
                <a:moveTo>
                  <a:pt x="399901" y="136324"/>
                </a:moveTo>
                <a:lnTo>
                  <a:pt x="399901" y="37287"/>
                </a:lnTo>
                <a:lnTo>
                  <a:pt x="416374" y="37287"/>
                </a:lnTo>
                <a:lnTo>
                  <a:pt x="416374" y="136324"/>
                </a:lnTo>
                <a:lnTo>
                  <a:pt x="399901" y="136324"/>
                </a:lnTo>
                <a:moveTo>
                  <a:pt x="408088" y="19137"/>
                </a:moveTo>
                <a:cubicBezTo>
                  <a:pt x="404998" y="19137"/>
                  <a:pt x="402515" y="18232"/>
                  <a:pt x="400641" y="16424"/>
                </a:cubicBezTo>
                <a:cubicBezTo>
                  <a:pt x="398767" y="14616"/>
                  <a:pt x="397830" y="12330"/>
                  <a:pt x="397830" y="9568"/>
                </a:cubicBezTo>
                <a:cubicBezTo>
                  <a:pt x="397830" y="6806"/>
                  <a:pt x="398767" y="4521"/>
                  <a:pt x="400641" y="2713"/>
                </a:cubicBezTo>
                <a:cubicBezTo>
                  <a:pt x="402515" y="904"/>
                  <a:pt x="404998" y="0"/>
                  <a:pt x="408088" y="0"/>
                </a:cubicBezTo>
                <a:cubicBezTo>
                  <a:pt x="411179" y="0"/>
                  <a:pt x="413678" y="904"/>
                  <a:pt x="415585" y="2713"/>
                </a:cubicBezTo>
                <a:cubicBezTo>
                  <a:pt x="417492" y="4521"/>
                  <a:pt x="418446" y="6806"/>
                  <a:pt x="418446" y="9568"/>
                </a:cubicBezTo>
                <a:cubicBezTo>
                  <a:pt x="418446" y="12330"/>
                  <a:pt x="417492" y="14616"/>
                  <a:pt x="415585" y="16424"/>
                </a:cubicBezTo>
                <a:cubicBezTo>
                  <a:pt x="413678" y="18232"/>
                  <a:pt x="411179" y="19137"/>
                  <a:pt x="408088" y="19137"/>
                </a:cubicBezTo>
                <a:close/>
                <a:moveTo>
                  <a:pt x="489765" y="138100"/>
                </a:moveTo>
                <a:cubicBezTo>
                  <a:pt x="480361" y="138100"/>
                  <a:pt x="472305" y="136052"/>
                  <a:pt x="465597" y="131956"/>
                </a:cubicBezTo>
                <a:cubicBezTo>
                  <a:pt x="458890" y="127859"/>
                  <a:pt x="453777" y="122001"/>
                  <a:pt x="450258" y="114383"/>
                </a:cubicBezTo>
                <a:cubicBezTo>
                  <a:pt x="446740" y="106764"/>
                  <a:pt x="444981" y="97707"/>
                  <a:pt x="444981" y="87210"/>
                </a:cubicBezTo>
                <a:cubicBezTo>
                  <a:pt x="444981" y="76443"/>
                  <a:pt x="446740" y="67217"/>
                  <a:pt x="450258" y="59531"/>
                </a:cubicBezTo>
                <a:cubicBezTo>
                  <a:pt x="453777" y="51845"/>
                  <a:pt x="458890" y="45937"/>
                  <a:pt x="465597" y="41806"/>
                </a:cubicBezTo>
                <a:cubicBezTo>
                  <a:pt x="472305" y="37675"/>
                  <a:pt x="480361" y="35610"/>
                  <a:pt x="489765" y="35610"/>
                </a:cubicBezTo>
                <a:cubicBezTo>
                  <a:pt x="499366" y="35610"/>
                  <a:pt x="507570" y="37675"/>
                  <a:pt x="514376" y="41806"/>
                </a:cubicBezTo>
                <a:cubicBezTo>
                  <a:pt x="521183" y="45937"/>
                  <a:pt x="526411" y="51845"/>
                  <a:pt x="530061" y="59531"/>
                </a:cubicBezTo>
                <a:cubicBezTo>
                  <a:pt x="533710" y="67217"/>
                  <a:pt x="535535" y="76443"/>
                  <a:pt x="535535" y="87210"/>
                </a:cubicBezTo>
                <a:cubicBezTo>
                  <a:pt x="535535" y="97707"/>
                  <a:pt x="533710" y="106764"/>
                  <a:pt x="530061" y="114383"/>
                </a:cubicBezTo>
                <a:cubicBezTo>
                  <a:pt x="526411" y="122001"/>
                  <a:pt x="521183" y="127859"/>
                  <a:pt x="514376" y="131956"/>
                </a:cubicBezTo>
                <a:cubicBezTo>
                  <a:pt x="507570" y="136052"/>
                  <a:pt x="499366" y="138100"/>
                  <a:pt x="489765" y="138100"/>
                </a:cubicBezTo>
                <a:moveTo>
                  <a:pt x="489765" y="124981"/>
                </a:moveTo>
                <a:cubicBezTo>
                  <a:pt x="496867" y="124981"/>
                  <a:pt x="502523" y="123356"/>
                  <a:pt x="506732" y="120107"/>
                </a:cubicBezTo>
                <a:cubicBezTo>
                  <a:pt x="510940" y="116856"/>
                  <a:pt x="513965" y="112374"/>
                  <a:pt x="515807" y="106661"/>
                </a:cubicBezTo>
                <a:cubicBezTo>
                  <a:pt x="517648" y="100948"/>
                  <a:pt x="518569" y="94466"/>
                  <a:pt x="518569" y="87216"/>
                </a:cubicBezTo>
                <a:cubicBezTo>
                  <a:pt x="518569" y="79826"/>
                  <a:pt x="517648" y="73223"/>
                  <a:pt x="515807" y="67407"/>
                </a:cubicBezTo>
                <a:cubicBezTo>
                  <a:pt x="513965" y="61591"/>
                  <a:pt x="510940" y="57025"/>
                  <a:pt x="506732" y="53708"/>
                </a:cubicBezTo>
                <a:cubicBezTo>
                  <a:pt x="502523" y="50389"/>
                  <a:pt x="496867" y="48730"/>
                  <a:pt x="489765" y="48730"/>
                </a:cubicBezTo>
                <a:cubicBezTo>
                  <a:pt x="482860" y="48730"/>
                  <a:pt x="477385" y="50389"/>
                  <a:pt x="473341" y="53708"/>
                </a:cubicBezTo>
                <a:cubicBezTo>
                  <a:pt x="469297" y="57025"/>
                  <a:pt x="466387" y="61591"/>
                  <a:pt x="464611" y="67407"/>
                </a:cubicBezTo>
                <a:cubicBezTo>
                  <a:pt x="462835" y="73223"/>
                  <a:pt x="461948" y="79826"/>
                  <a:pt x="461948" y="87216"/>
                </a:cubicBezTo>
                <a:cubicBezTo>
                  <a:pt x="461948" y="94466"/>
                  <a:pt x="462835" y="100948"/>
                  <a:pt x="464611" y="106661"/>
                </a:cubicBezTo>
                <a:cubicBezTo>
                  <a:pt x="466387" y="112374"/>
                  <a:pt x="469297" y="116856"/>
                  <a:pt x="473341" y="120107"/>
                </a:cubicBezTo>
                <a:cubicBezTo>
                  <a:pt x="477385" y="123356"/>
                  <a:pt x="482860" y="124981"/>
                  <a:pt x="489765" y="124981"/>
                </a:cubicBezTo>
                <a:close/>
                <a:moveTo>
                  <a:pt x="563942" y="136324"/>
                </a:moveTo>
                <a:lnTo>
                  <a:pt x="563942" y="37287"/>
                </a:lnTo>
                <a:lnTo>
                  <a:pt x="579724" y="37287"/>
                </a:lnTo>
                <a:lnTo>
                  <a:pt x="580316" y="51788"/>
                </a:lnTo>
                <a:cubicBezTo>
                  <a:pt x="583276" y="47908"/>
                  <a:pt x="587517" y="44241"/>
                  <a:pt x="593041" y="40789"/>
                </a:cubicBezTo>
                <a:cubicBezTo>
                  <a:pt x="598565" y="37336"/>
                  <a:pt x="605635" y="35610"/>
                  <a:pt x="614249" y="35610"/>
                </a:cubicBezTo>
                <a:cubicBezTo>
                  <a:pt x="624771" y="35610"/>
                  <a:pt x="632433" y="38821"/>
                  <a:pt x="637233" y="45243"/>
                </a:cubicBezTo>
                <a:cubicBezTo>
                  <a:pt x="642034" y="51665"/>
                  <a:pt x="644434" y="60687"/>
                  <a:pt x="644434" y="72308"/>
                </a:cubicBezTo>
                <a:lnTo>
                  <a:pt x="644434" y="136324"/>
                </a:lnTo>
                <a:lnTo>
                  <a:pt x="627961" y="136324"/>
                </a:lnTo>
                <a:lnTo>
                  <a:pt x="627961" y="74426"/>
                </a:lnTo>
                <a:cubicBezTo>
                  <a:pt x="627961" y="69574"/>
                  <a:pt x="627468" y="65270"/>
                  <a:pt x="626481" y="61513"/>
                </a:cubicBezTo>
                <a:cubicBezTo>
                  <a:pt x="625495" y="57754"/>
                  <a:pt x="623736" y="54799"/>
                  <a:pt x="621204" y="52648"/>
                </a:cubicBezTo>
                <a:cubicBezTo>
                  <a:pt x="618672" y="50496"/>
                  <a:pt x="615006" y="49420"/>
                  <a:pt x="610205" y="49420"/>
                </a:cubicBezTo>
                <a:cubicBezTo>
                  <a:pt x="603037" y="49420"/>
                  <a:pt x="597020" y="51111"/>
                  <a:pt x="592153" y="54494"/>
                </a:cubicBezTo>
                <a:cubicBezTo>
                  <a:pt x="587287" y="57875"/>
                  <a:pt x="583374" y="61581"/>
                  <a:pt x="580415" y="65613"/>
                </a:cubicBezTo>
                <a:lnTo>
                  <a:pt x="580415" y="136324"/>
                </a:lnTo>
                <a:lnTo>
                  <a:pt x="563942" y="136324"/>
                </a:lnTo>
                <a:close/>
                <a:moveTo>
                  <a:pt x="705448" y="138100"/>
                </a:moveTo>
                <a:cubicBezTo>
                  <a:pt x="700056" y="138100"/>
                  <a:pt x="694943" y="137491"/>
                  <a:pt x="690109" y="136272"/>
                </a:cubicBezTo>
                <a:cubicBezTo>
                  <a:pt x="685276" y="135053"/>
                  <a:pt x="681018" y="133124"/>
                  <a:pt x="677335" y="130483"/>
                </a:cubicBezTo>
                <a:cubicBezTo>
                  <a:pt x="673653" y="127842"/>
                  <a:pt x="670775" y="124372"/>
                  <a:pt x="668704" y="120073"/>
                </a:cubicBezTo>
                <a:cubicBezTo>
                  <a:pt x="666632" y="115772"/>
                  <a:pt x="665597" y="110574"/>
                  <a:pt x="665597" y="104478"/>
                </a:cubicBezTo>
                <a:lnTo>
                  <a:pt x="681478" y="104478"/>
                </a:lnTo>
                <a:cubicBezTo>
                  <a:pt x="681478" y="112331"/>
                  <a:pt x="683796" y="117859"/>
                  <a:pt x="688433" y="121063"/>
                </a:cubicBezTo>
                <a:cubicBezTo>
                  <a:pt x="693069" y="124266"/>
                  <a:pt x="698872" y="125868"/>
                  <a:pt x="705843" y="125868"/>
                </a:cubicBezTo>
                <a:cubicBezTo>
                  <a:pt x="712090" y="125868"/>
                  <a:pt x="717236" y="124604"/>
                  <a:pt x="721281" y="122077"/>
                </a:cubicBezTo>
                <a:cubicBezTo>
                  <a:pt x="725325" y="119549"/>
                  <a:pt x="727347" y="115376"/>
                  <a:pt x="727347" y="109558"/>
                </a:cubicBezTo>
                <a:cubicBezTo>
                  <a:pt x="727347" y="104682"/>
                  <a:pt x="725522" y="101059"/>
                  <a:pt x="721872" y="98689"/>
                </a:cubicBezTo>
                <a:cubicBezTo>
                  <a:pt x="718223" y="96318"/>
                  <a:pt x="711794" y="94015"/>
                  <a:pt x="702588" y="91781"/>
                </a:cubicBezTo>
                <a:cubicBezTo>
                  <a:pt x="695091" y="89952"/>
                  <a:pt x="688778" y="87836"/>
                  <a:pt x="683648" y="85434"/>
                </a:cubicBezTo>
                <a:cubicBezTo>
                  <a:pt x="678519" y="83030"/>
                  <a:pt x="674672" y="79982"/>
                  <a:pt x="672107" y="76291"/>
                </a:cubicBezTo>
                <a:cubicBezTo>
                  <a:pt x="669542" y="72600"/>
                  <a:pt x="668260" y="67944"/>
                  <a:pt x="668260" y="62324"/>
                </a:cubicBezTo>
                <a:cubicBezTo>
                  <a:pt x="668260" y="57922"/>
                  <a:pt x="669164" y="54045"/>
                  <a:pt x="670973" y="50693"/>
                </a:cubicBezTo>
                <a:cubicBezTo>
                  <a:pt x="672781" y="47341"/>
                  <a:pt x="675313" y="44549"/>
                  <a:pt x="678568" y="42315"/>
                </a:cubicBezTo>
                <a:cubicBezTo>
                  <a:pt x="681823" y="40079"/>
                  <a:pt x="685654" y="38403"/>
                  <a:pt x="690060" y="37287"/>
                </a:cubicBezTo>
                <a:cubicBezTo>
                  <a:pt x="694466" y="36169"/>
                  <a:pt x="699234" y="35610"/>
                  <a:pt x="704363" y="35610"/>
                </a:cubicBezTo>
                <a:cubicBezTo>
                  <a:pt x="709427" y="35610"/>
                  <a:pt x="714178" y="36219"/>
                  <a:pt x="718617" y="37438"/>
                </a:cubicBezTo>
                <a:cubicBezTo>
                  <a:pt x="723056" y="38657"/>
                  <a:pt x="726969" y="40554"/>
                  <a:pt x="730356" y="43129"/>
                </a:cubicBezTo>
                <a:cubicBezTo>
                  <a:pt x="733743" y="45701"/>
                  <a:pt x="736422" y="49019"/>
                  <a:pt x="738395" y="53082"/>
                </a:cubicBezTo>
                <a:cubicBezTo>
                  <a:pt x="740368" y="57145"/>
                  <a:pt x="741354" y="62021"/>
                  <a:pt x="741354" y="67709"/>
                </a:cubicBezTo>
                <a:lnTo>
                  <a:pt x="725374" y="67709"/>
                </a:lnTo>
                <a:cubicBezTo>
                  <a:pt x="725374" y="60531"/>
                  <a:pt x="723336" y="55458"/>
                  <a:pt x="719258" y="52490"/>
                </a:cubicBezTo>
                <a:cubicBezTo>
                  <a:pt x="715181" y="49523"/>
                  <a:pt x="710216" y="48039"/>
                  <a:pt x="704363" y="48039"/>
                </a:cubicBezTo>
                <a:cubicBezTo>
                  <a:pt x="698445" y="48039"/>
                  <a:pt x="693644" y="49153"/>
                  <a:pt x="689962" y="51381"/>
                </a:cubicBezTo>
                <a:cubicBezTo>
                  <a:pt x="686279" y="53606"/>
                  <a:pt x="684438" y="57084"/>
                  <a:pt x="684438" y="61815"/>
                </a:cubicBezTo>
                <a:cubicBezTo>
                  <a:pt x="684438" y="64456"/>
                  <a:pt x="685260" y="66691"/>
                  <a:pt x="686904" y="68520"/>
                </a:cubicBezTo>
                <a:cubicBezTo>
                  <a:pt x="688548" y="70349"/>
                  <a:pt x="691310" y="71992"/>
                  <a:pt x="695190" y="73449"/>
                </a:cubicBezTo>
                <a:cubicBezTo>
                  <a:pt x="699070" y="74904"/>
                  <a:pt x="704298" y="76444"/>
                  <a:pt x="710874" y="78070"/>
                </a:cubicBezTo>
                <a:cubicBezTo>
                  <a:pt x="718042" y="79831"/>
                  <a:pt x="724059" y="81930"/>
                  <a:pt x="728925" y="84367"/>
                </a:cubicBezTo>
                <a:cubicBezTo>
                  <a:pt x="733792" y="86805"/>
                  <a:pt x="737458" y="89937"/>
                  <a:pt x="739924" y="93763"/>
                </a:cubicBezTo>
                <a:cubicBezTo>
                  <a:pt x="742390" y="97588"/>
                  <a:pt x="743623" y="102480"/>
                  <a:pt x="743623" y="108439"/>
                </a:cubicBezTo>
                <a:cubicBezTo>
                  <a:pt x="743623" y="113585"/>
                  <a:pt x="742653" y="118037"/>
                  <a:pt x="740713" y="121796"/>
                </a:cubicBezTo>
                <a:cubicBezTo>
                  <a:pt x="738773" y="125555"/>
                  <a:pt x="736077" y="128636"/>
                  <a:pt x="732625" y="131041"/>
                </a:cubicBezTo>
                <a:cubicBezTo>
                  <a:pt x="729172" y="133445"/>
                  <a:pt x="725128" y="135223"/>
                  <a:pt x="720491" y="136374"/>
                </a:cubicBezTo>
                <a:cubicBezTo>
                  <a:pt x="715855" y="137525"/>
                  <a:pt x="710841" y="138100"/>
                  <a:pt x="705448" y="1381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pic>
        <p:nvPicPr>
          <p:cNvPr id="177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32f82307ecd4f31"/>
          <a:stretch xmlns:a="http://schemas.openxmlformats.org/drawingml/2006/main"/>
        </p:blipFill>
        <p:spPr>
          <a:xfrm xmlns:a="http://schemas.openxmlformats.org/drawingml/2006/main">
            <a:off x="6726596" y="571117"/>
            <a:ext cx="744176" cy="744176"/>
          </a:xfrm>
          <a:prstGeom xmlns:a="http://schemas.openxmlformats.org/drawingml/2006/main" prst="rect">
            <a:avLst/>
          </a:prstGeom>
        </p:spPr>
      </p:pic>
      <p:sp>
        <p:nvSpPr>
          <p:cNvPr id="30" name="Text Generate">
            <a:extLst xmlns:a="http://schemas.openxmlformats.org/drawingml/2006/main">
              <a:ext uri="{FF2B5EF4-FFF2-40B4-BE49-F238E27FC236}">
                <a16:creationId xmlns:a16="http://schemas.microsoft.com/office/drawing/2014/main" id="{AA22BA82-A898-4DCC-90E7-A2361EB6C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4441" y="631892"/>
            <a:ext cx="785217" cy="136183"/>
          </a:xfrm>
          <a:custGeom xmlns:a="http://schemas.openxmlformats.org/drawingml/2006/main">
            <a:pathLst>
              <a:path w="785217" h="136183">
                <a:moveTo>
                  <a:pt x="63460" y="136183"/>
                </a:moveTo>
                <a:cubicBezTo>
                  <a:pt x="49664" y="136183"/>
                  <a:pt x="38053" y="133325"/>
                  <a:pt x="28626" y="127610"/>
                </a:cubicBezTo>
                <a:cubicBezTo>
                  <a:pt x="19199" y="121894"/>
                  <a:pt x="12071" y="113929"/>
                  <a:pt x="7243" y="103714"/>
                </a:cubicBezTo>
                <a:cubicBezTo>
                  <a:pt x="2414" y="93498"/>
                  <a:pt x="0" y="81657"/>
                  <a:pt x="0" y="68190"/>
                </a:cubicBezTo>
                <a:cubicBezTo>
                  <a:pt x="0" y="54657"/>
                  <a:pt x="2414" y="42766"/>
                  <a:pt x="7243" y="32518"/>
                </a:cubicBezTo>
                <a:cubicBezTo>
                  <a:pt x="12071" y="22270"/>
                  <a:pt x="19199" y="14288"/>
                  <a:pt x="28626" y="8573"/>
                </a:cubicBezTo>
                <a:cubicBezTo>
                  <a:pt x="38053" y="2858"/>
                  <a:pt x="49664" y="0"/>
                  <a:pt x="63460" y="0"/>
                </a:cubicBezTo>
                <a:cubicBezTo>
                  <a:pt x="70292" y="0"/>
                  <a:pt x="76829" y="870"/>
                  <a:pt x="83069" y="2611"/>
                </a:cubicBezTo>
                <a:cubicBezTo>
                  <a:pt x="89310" y="4352"/>
                  <a:pt x="94960" y="6980"/>
                  <a:pt x="100018" y="10495"/>
                </a:cubicBezTo>
                <a:cubicBezTo>
                  <a:pt x="105077" y="14009"/>
                  <a:pt x="109232" y="18427"/>
                  <a:pt x="112484" y="23748"/>
                </a:cubicBezTo>
                <a:cubicBezTo>
                  <a:pt x="115735" y="29069"/>
                  <a:pt x="117723" y="35343"/>
                  <a:pt x="118445" y="42569"/>
                </a:cubicBezTo>
                <a:lnTo>
                  <a:pt x="100708" y="42569"/>
                </a:lnTo>
                <a:cubicBezTo>
                  <a:pt x="100051" y="37511"/>
                  <a:pt x="98162" y="32863"/>
                  <a:pt x="95042" y="28626"/>
                </a:cubicBezTo>
                <a:cubicBezTo>
                  <a:pt x="91922" y="24389"/>
                  <a:pt x="87684" y="20973"/>
                  <a:pt x="82330" y="18378"/>
                </a:cubicBezTo>
                <a:cubicBezTo>
                  <a:pt x="76976" y="15783"/>
                  <a:pt x="70620" y="14485"/>
                  <a:pt x="63263" y="14485"/>
                </a:cubicBezTo>
                <a:cubicBezTo>
                  <a:pt x="52620" y="14485"/>
                  <a:pt x="43949" y="16900"/>
                  <a:pt x="37248" y="21728"/>
                </a:cubicBezTo>
                <a:cubicBezTo>
                  <a:pt x="30547" y="26557"/>
                  <a:pt x="25653" y="33011"/>
                  <a:pt x="22566" y="41091"/>
                </a:cubicBezTo>
                <a:cubicBezTo>
                  <a:pt x="19478" y="49172"/>
                  <a:pt x="17934" y="58204"/>
                  <a:pt x="17934" y="68190"/>
                </a:cubicBezTo>
                <a:cubicBezTo>
                  <a:pt x="17934" y="78110"/>
                  <a:pt x="19495" y="87093"/>
                  <a:pt x="22615" y="95141"/>
                </a:cubicBezTo>
                <a:cubicBezTo>
                  <a:pt x="25735" y="103188"/>
                  <a:pt x="30646" y="109577"/>
                  <a:pt x="37347" y="114307"/>
                </a:cubicBezTo>
                <a:cubicBezTo>
                  <a:pt x="44047" y="119037"/>
                  <a:pt x="52752" y="121402"/>
                  <a:pt x="63460" y="121402"/>
                </a:cubicBezTo>
                <a:cubicBezTo>
                  <a:pt x="72723" y="121402"/>
                  <a:pt x="80327" y="119743"/>
                  <a:pt x="86272" y="116425"/>
                </a:cubicBezTo>
                <a:cubicBezTo>
                  <a:pt x="92217" y="113108"/>
                  <a:pt x="96652" y="108476"/>
                  <a:pt x="99575" y="102531"/>
                </a:cubicBezTo>
                <a:cubicBezTo>
                  <a:pt x="102498" y="96586"/>
                  <a:pt x="104026" y="89737"/>
                  <a:pt x="104157" y="81985"/>
                </a:cubicBezTo>
                <a:lnTo>
                  <a:pt x="65431" y="81985"/>
                </a:lnTo>
                <a:lnTo>
                  <a:pt x="65431" y="67303"/>
                </a:lnTo>
                <a:lnTo>
                  <a:pt x="121500" y="67303"/>
                </a:lnTo>
                <a:lnTo>
                  <a:pt x="121500" y="77650"/>
                </a:lnTo>
                <a:cubicBezTo>
                  <a:pt x="121500" y="89146"/>
                  <a:pt x="119349" y="99296"/>
                  <a:pt x="115046" y="108099"/>
                </a:cubicBezTo>
                <a:cubicBezTo>
                  <a:pt x="110743" y="116902"/>
                  <a:pt x="104305" y="123783"/>
                  <a:pt x="95732" y="128743"/>
                </a:cubicBezTo>
                <a:cubicBezTo>
                  <a:pt x="87159" y="133703"/>
                  <a:pt x="76402" y="136183"/>
                  <a:pt x="63460" y="136183"/>
                </a:cubicBezTo>
                <a:close/>
                <a:moveTo>
                  <a:pt x="190232" y="136183"/>
                </a:moveTo>
                <a:cubicBezTo>
                  <a:pt x="179787" y="136183"/>
                  <a:pt x="171231" y="133934"/>
                  <a:pt x="164563" y="129436"/>
                </a:cubicBezTo>
                <a:cubicBezTo>
                  <a:pt x="157895" y="124936"/>
                  <a:pt x="152951" y="118814"/>
                  <a:pt x="149732" y="111070"/>
                </a:cubicBezTo>
                <a:cubicBezTo>
                  <a:pt x="146513" y="103325"/>
                  <a:pt x="144904" y="94615"/>
                  <a:pt x="144904" y="84942"/>
                </a:cubicBezTo>
                <a:cubicBezTo>
                  <a:pt x="144904" y="74862"/>
                  <a:pt x="146464" y="65983"/>
                  <a:pt x="149585" y="58305"/>
                </a:cubicBezTo>
                <a:cubicBezTo>
                  <a:pt x="152705" y="50627"/>
                  <a:pt x="157468" y="44623"/>
                  <a:pt x="163873" y="40294"/>
                </a:cubicBezTo>
                <a:cubicBezTo>
                  <a:pt x="170278" y="35964"/>
                  <a:pt x="178408" y="33799"/>
                  <a:pt x="188262" y="33799"/>
                </a:cubicBezTo>
                <a:cubicBezTo>
                  <a:pt x="201335" y="33799"/>
                  <a:pt x="211583" y="37853"/>
                  <a:pt x="219006" y="45960"/>
                </a:cubicBezTo>
                <a:cubicBezTo>
                  <a:pt x="226430" y="54065"/>
                  <a:pt x="230141" y="65717"/>
                  <a:pt x="230141" y="80917"/>
                </a:cubicBezTo>
                <a:cubicBezTo>
                  <a:pt x="230141" y="81931"/>
                  <a:pt x="230108" y="83131"/>
                  <a:pt x="230043" y="84517"/>
                </a:cubicBezTo>
                <a:cubicBezTo>
                  <a:pt x="229977" y="85900"/>
                  <a:pt x="229878" y="86896"/>
                  <a:pt x="229747" y="87504"/>
                </a:cubicBezTo>
                <a:lnTo>
                  <a:pt x="161360" y="87504"/>
                </a:lnTo>
                <a:cubicBezTo>
                  <a:pt x="161426" y="94011"/>
                  <a:pt x="162428" y="99989"/>
                  <a:pt x="164366" y="105435"/>
                </a:cubicBezTo>
                <a:cubicBezTo>
                  <a:pt x="166304" y="110881"/>
                  <a:pt x="169375" y="115249"/>
                  <a:pt x="173579" y="118538"/>
                </a:cubicBezTo>
                <a:cubicBezTo>
                  <a:pt x="177783" y="121826"/>
                  <a:pt x="183335" y="123471"/>
                  <a:pt x="190232" y="123471"/>
                </a:cubicBezTo>
                <a:cubicBezTo>
                  <a:pt x="197590" y="123471"/>
                  <a:pt x="203338" y="121658"/>
                  <a:pt x="207477" y="118033"/>
                </a:cubicBezTo>
                <a:cubicBezTo>
                  <a:pt x="211616" y="114407"/>
                  <a:pt x="213784" y="109176"/>
                  <a:pt x="213981" y="102340"/>
                </a:cubicBezTo>
                <a:lnTo>
                  <a:pt x="230240" y="102340"/>
                </a:lnTo>
                <a:cubicBezTo>
                  <a:pt x="230043" y="109318"/>
                  <a:pt x="228302" y="115331"/>
                  <a:pt x="225017" y="120379"/>
                </a:cubicBezTo>
                <a:cubicBezTo>
                  <a:pt x="221732" y="125427"/>
                  <a:pt x="217134" y="129324"/>
                  <a:pt x="211221" y="132069"/>
                </a:cubicBezTo>
                <a:cubicBezTo>
                  <a:pt x="205309" y="134811"/>
                  <a:pt x="198313" y="136183"/>
                  <a:pt x="190232" y="136183"/>
                </a:cubicBezTo>
                <a:moveTo>
                  <a:pt x="161459" y="75482"/>
                </a:moveTo>
                <a:lnTo>
                  <a:pt x="213882" y="75482"/>
                </a:lnTo>
                <a:cubicBezTo>
                  <a:pt x="213685" y="66069"/>
                  <a:pt x="211353" y="58872"/>
                  <a:pt x="206886" y="53889"/>
                </a:cubicBezTo>
                <a:cubicBezTo>
                  <a:pt x="202419" y="48905"/>
                  <a:pt x="196211" y="46412"/>
                  <a:pt x="188262" y="46412"/>
                </a:cubicBezTo>
                <a:cubicBezTo>
                  <a:pt x="180247" y="46412"/>
                  <a:pt x="173957" y="48887"/>
                  <a:pt x="169391" y="53837"/>
                </a:cubicBezTo>
                <a:cubicBezTo>
                  <a:pt x="164825" y="58784"/>
                  <a:pt x="162181" y="65999"/>
                  <a:pt x="161459" y="75482"/>
                </a:cubicBezTo>
                <a:close/>
                <a:moveTo>
                  <a:pt x="257486" y="134409"/>
                </a:moveTo>
                <a:lnTo>
                  <a:pt x="257486" y="35474"/>
                </a:lnTo>
                <a:lnTo>
                  <a:pt x="273252" y="35474"/>
                </a:lnTo>
                <a:lnTo>
                  <a:pt x="273843" y="49960"/>
                </a:lnTo>
                <a:cubicBezTo>
                  <a:pt x="276799" y="46084"/>
                  <a:pt x="281037" y="42422"/>
                  <a:pt x="286555" y="38973"/>
                </a:cubicBezTo>
                <a:cubicBezTo>
                  <a:pt x="292073" y="35524"/>
                  <a:pt x="299135" y="33799"/>
                  <a:pt x="307741" y="33799"/>
                </a:cubicBezTo>
                <a:cubicBezTo>
                  <a:pt x="318252" y="33799"/>
                  <a:pt x="325905" y="37007"/>
                  <a:pt x="330701" y="43422"/>
                </a:cubicBezTo>
                <a:cubicBezTo>
                  <a:pt x="335497" y="49838"/>
                  <a:pt x="337894" y="58850"/>
                  <a:pt x="337894" y="70459"/>
                </a:cubicBezTo>
                <a:lnTo>
                  <a:pt x="337894" y="134409"/>
                </a:lnTo>
                <a:lnTo>
                  <a:pt x="321438" y="134409"/>
                </a:lnTo>
                <a:lnTo>
                  <a:pt x="321438" y="72575"/>
                </a:lnTo>
                <a:cubicBezTo>
                  <a:pt x="321438" y="67728"/>
                  <a:pt x="320945" y="63428"/>
                  <a:pt x="319960" y="59675"/>
                </a:cubicBezTo>
                <a:cubicBezTo>
                  <a:pt x="318975" y="55921"/>
                  <a:pt x="317217" y="52968"/>
                  <a:pt x="314688" y="50819"/>
                </a:cubicBezTo>
                <a:cubicBezTo>
                  <a:pt x="312159" y="48670"/>
                  <a:pt x="308497" y="47595"/>
                  <a:pt x="303701" y="47595"/>
                </a:cubicBezTo>
                <a:cubicBezTo>
                  <a:pt x="296540" y="47595"/>
                  <a:pt x="290529" y="49284"/>
                  <a:pt x="285668" y="52664"/>
                </a:cubicBezTo>
                <a:cubicBezTo>
                  <a:pt x="280807" y="56041"/>
                  <a:pt x="276898" y="59743"/>
                  <a:pt x="273942" y="63771"/>
                </a:cubicBezTo>
                <a:lnTo>
                  <a:pt x="273942" y="134409"/>
                </a:lnTo>
                <a:lnTo>
                  <a:pt x="257486" y="134409"/>
                </a:lnTo>
                <a:close/>
                <a:moveTo>
                  <a:pt x="404758" y="136183"/>
                </a:moveTo>
                <a:cubicBezTo>
                  <a:pt x="394312" y="136183"/>
                  <a:pt x="385756" y="133934"/>
                  <a:pt x="379088" y="129436"/>
                </a:cubicBezTo>
                <a:cubicBezTo>
                  <a:pt x="372420" y="124936"/>
                  <a:pt x="367476" y="118814"/>
                  <a:pt x="364257" y="111070"/>
                </a:cubicBezTo>
                <a:cubicBezTo>
                  <a:pt x="361039" y="103325"/>
                  <a:pt x="359429" y="94615"/>
                  <a:pt x="359429" y="84942"/>
                </a:cubicBezTo>
                <a:cubicBezTo>
                  <a:pt x="359429" y="74862"/>
                  <a:pt x="360989" y="65983"/>
                  <a:pt x="364110" y="58305"/>
                </a:cubicBezTo>
                <a:cubicBezTo>
                  <a:pt x="367230" y="50627"/>
                  <a:pt x="371993" y="44623"/>
                  <a:pt x="378398" y="40294"/>
                </a:cubicBezTo>
                <a:cubicBezTo>
                  <a:pt x="384803" y="35964"/>
                  <a:pt x="392933" y="33799"/>
                  <a:pt x="402787" y="33799"/>
                </a:cubicBezTo>
                <a:cubicBezTo>
                  <a:pt x="415860" y="33799"/>
                  <a:pt x="426108" y="37853"/>
                  <a:pt x="433531" y="45960"/>
                </a:cubicBezTo>
                <a:cubicBezTo>
                  <a:pt x="440955" y="54065"/>
                  <a:pt x="444666" y="65717"/>
                  <a:pt x="444666" y="80917"/>
                </a:cubicBezTo>
                <a:cubicBezTo>
                  <a:pt x="444666" y="81931"/>
                  <a:pt x="444633" y="83131"/>
                  <a:pt x="444568" y="84517"/>
                </a:cubicBezTo>
                <a:cubicBezTo>
                  <a:pt x="444502" y="85900"/>
                  <a:pt x="444404" y="86896"/>
                  <a:pt x="444272" y="87504"/>
                </a:cubicBezTo>
                <a:lnTo>
                  <a:pt x="375885" y="87504"/>
                </a:lnTo>
                <a:cubicBezTo>
                  <a:pt x="375951" y="94011"/>
                  <a:pt x="376953" y="99989"/>
                  <a:pt x="378891" y="105435"/>
                </a:cubicBezTo>
                <a:cubicBezTo>
                  <a:pt x="380829" y="110881"/>
                  <a:pt x="383900" y="115249"/>
                  <a:pt x="388104" y="118538"/>
                </a:cubicBezTo>
                <a:cubicBezTo>
                  <a:pt x="392309" y="121826"/>
                  <a:pt x="397860" y="123471"/>
                  <a:pt x="404758" y="123471"/>
                </a:cubicBezTo>
                <a:cubicBezTo>
                  <a:pt x="412115" y="123471"/>
                  <a:pt x="417863" y="121658"/>
                  <a:pt x="422002" y="118033"/>
                </a:cubicBezTo>
                <a:cubicBezTo>
                  <a:pt x="426141" y="114407"/>
                  <a:pt x="428309" y="109176"/>
                  <a:pt x="428506" y="102340"/>
                </a:cubicBezTo>
                <a:lnTo>
                  <a:pt x="444765" y="102340"/>
                </a:lnTo>
                <a:cubicBezTo>
                  <a:pt x="444568" y="109318"/>
                  <a:pt x="442827" y="115331"/>
                  <a:pt x="439542" y="120379"/>
                </a:cubicBezTo>
                <a:cubicBezTo>
                  <a:pt x="436258" y="125427"/>
                  <a:pt x="431659" y="129324"/>
                  <a:pt x="425747" y="132069"/>
                </a:cubicBezTo>
                <a:cubicBezTo>
                  <a:pt x="419834" y="134811"/>
                  <a:pt x="412838" y="136183"/>
                  <a:pt x="404758" y="136183"/>
                </a:cubicBezTo>
                <a:moveTo>
                  <a:pt x="375984" y="75482"/>
                </a:moveTo>
                <a:lnTo>
                  <a:pt x="428407" y="75482"/>
                </a:lnTo>
                <a:cubicBezTo>
                  <a:pt x="428210" y="66069"/>
                  <a:pt x="425878" y="58872"/>
                  <a:pt x="421411" y="53889"/>
                </a:cubicBezTo>
                <a:cubicBezTo>
                  <a:pt x="416944" y="48905"/>
                  <a:pt x="410736" y="46412"/>
                  <a:pt x="402787" y="46412"/>
                </a:cubicBezTo>
                <a:cubicBezTo>
                  <a:pt x="394772" y="46412"/>
                  <a:pt x="388482" y="48887"/>
                  <a:pt x="383916" y="53837"/>
                </a:cubicBezTo>
                <a:cubicBezTo>
                  <a:pt x="379351" y="58784"/>
                  <a:pt x="376706" y="65999"/>
                  <a:pt x="375984" y="75482"/>
                </a:cubicBezTo>
                <a:close/>
                <a:moveTo>
                  <a:pt x="472009" y="134409"/>
                </a:moveTo>
                <a:lnTo>
                  <a:pt x="472009" y="35474"/>
                </a:lnTo>
                <a:lnTo>
                  <a:pt x="487480" y="35474"/>
                </a:lnTo>
                <a:lnTo>
                  <a:pt x="488071" y="51339"/>
                </a:lnTo>
                <a:cubicBezTo>
                  <a:pt x="490765" y="46347"/>
                  <a:pt x="494509" y="42175"/>
                  <a:pt x="499305" y="38825"/>
                </a:cubicBezTo>
                <a:cubicBezTo>
                  <a:pt x="504101" y="35474"/>
                  <a:pt x="510341" y="33799"/>
                  <a:pt x="518028" y="33799"/>
                </a:cubicBezTo>
                <a:lnTo>
                  <a:pt x="519998" y="33799"/>
                </a:lnTo>
                <a:lnTo>
                  <a:pt x="519998" y="48876"/>
                </a:lnTo>
                <a:lnTo>
                  <a:pt x="517732" y="48876"/>
                </a:lnTo>
                <a:cubicBezTo>
                  <a:pt x="512936" y="48876"/>
                  <a:pt x="508732" y="49527"/>
                  <a:pt x="505119" y="50828"/>
                </a:cubicBezTo>
                <a:cubicBezTo>
                  <a:pt x="501506" y="52128"/>
                  <a:pt x="498352" y="53924"/>
                  <a:pt x="495659" y="56217"/>
                </a:cubicBezTo>
                <a:cubicBezTo>
                  <a:pt x="492965" y="58510"/>
                  <a:pt x="490568" y="61163"/>
                  <a:pt x="488465" y="64174"/>
                </a:cubicBezTo>
                <a:lnTo>
                  <a:pt x="488465" y="134409"/>
                </a:lnTo>
                <a:lnTo>
                  <a:pt x="472009" y="134409"/>
                </a:lnTo>
                <a:close/>
                <a:moveTo>
                  <a:pt x="559909" y="136183"/>
                </a:moveTo>
                <a:cubicBezTo>
                  <a:pt x="554391" y="136183"/>
                  <a:pt x="549349" y="135106"/>
                  <a:pt x="544783" y="132952"/>
                </a:cubicBezTo>
                <a:cubicBezTo>
                  <a:pt x="540217" y="130799"/>
                  <a:pt x="536571" y="127619"/>
                  <a:pt x="533845" y="123412"/>
                </a:cubicBezTo>
                <a:cubicBezTo>
                  <a:pt x="531119" y="119206"/>
                  <a:pt x="529756" y="114007"/>
                  <a:pt x="529756" y="107815"/>
                </a:cubicBezTo>
                <a:cubicBezTo>
                  <a:pt x="529756" y="99000"/>
                  <a:pt x="532449" y="92304"/>
                  <a:pt x="537836" y="87729"/>
                </a:cubicBezTo>
                <a:cubicBezTo>
                  <a:pt x="543223" y="83153"/>
                  <a:pt x="550843" y="80040"/>
                  <a:pt x="560697" y="78392"/>
                </a:cubicBezTo>
                <a:cubicBezTo>
                  <a:pt x="570551" y="76743"/>
                  <a:pt x="582081" y="75851"/>
                  <a:pt x="595285" y="75716"/>
                </a:cubicBezTo>
                <a:lnTo>
                  <a:pt x="595285" y="68655"/>
                </a:lnTo>
                <a:cubicBezTo>
                  <a:pt x="595285" y="60002"/>
                  <a:pt x="593248" y="54066"/>
                  <a:pt x="589175" y="50847"/>
                </a:cubicBezTo>
                <a:cubicBezTo>
                  <a:pt x="585102" y="47628"/>
                  <a:pt x="579946" y="46018"/>
                  <a:pt x="573705" y="46018"/>
                </a:cubicBezTo>
                <a:cubicBezTo>
                  <a:pt x="567070" y="46018"/>
                  <a:pt x="561486" y="47772"/>
                  <a:pt x="556953" y="51281"/>
                </a:cubicBezTo>
                <a:cubicBezTo>
                  <a:pt x="552420" y="54789"/>
                  <a:pt x="550154" y="60327"/>
                  <a:pt x="550154" y="67894"/>
                </a:cubicBezTo>
                <a:lnTo>
                  <a:pt x="534190" y="67894"/>
                </a:lnTo>
                <a:cubicBezTo>
                  <a:pt x="534190" y="59777"/>
                  <a:pt x="535882" y="53216"/>
                  <a:pt x="539265" y="48211"/>
                </a:cubicBezTo>
                <a:cubicBezTo>
                  <a:pt x="542648" y="43204"/>
                  <a:pt x="547312" y="39551"/>
                  <a:pt x="553258" y="37251"/>
                </a:cubicBezTo>
                <a:cubicBezTo>
                  <a:pt x="559203" y="34950"/>
                  <a:pt x="566019" y="33799"/>
                  <a:pt x="573705" y="33799"/>
                </a:cubicBezTo>
                <a:cubicBezTo>
                  <a:pt x="578632" y="33799"/>
                  <a:pt x="583345" y="34274"/>
                  <a:pt x="587845" y="35222"/>
                </a:cubicBezTo>
                <a:cubicBezTo>
                  <a:pt x="592345" y="36168"/>
                  <a:pt x="596385" y="37894"/>
                  <a:pt x="599966" y="40398"/>
                </a:cubicBezTo>
                <a:cubicBezTo>
                  <a:pt x="603546" y="42903"/>
                  <a:pt x="606387" y="46406"/>
                  <a:pt x="608489" y="50908"/>
                </a:cubicBezTo>
                <a:cubicBezTo>
                  <a:pt x="610592" y="55408"/>
                  <a:pt x="611643" y="61211"/>
                  <a:pt x="611643" y="68316"/>
                </a:cubicBezTo>
                <a:lnTo>
                  <a:pt x="611643" y="134409"/>
                </a:lnTo>
                <a:lnTo>
                  <a:pt x="596270" y="134409"/>
                </a:lnTo>
                <a:lnTo>
                  <a:pt x="595581" y="119825"/>
                </a:lnTo>
                <a:cubicBezTo>
                  <a:pt x="591179" y="124752"/>
                  <a:pt x="586071" y="128710"/>
                  <a:pt x="580258" y="131699"/>
                </a:cubicBezTo>
                <a:cubicBezTo>
                  <a:pt x="574444" y="134688"/>
                  <a:pt x="567661" y="136183"/>
                  <a:pt x="559909" y="136183"/>
                </a:cubicBezTo>
                <a:moveTo>
                  <a:pt x="564245" y="123569"/>
                </a:moveTo>
                <a:cubicBezTo>
                  <a:pt x="570814" y="123569"/>
                  <a:pt x="576727" y="121964"/>
                  <a:pt x="581982" y="118753"/>
                </a:cubicBezTo>
                <a:cubicBezTo>
                  <a:pt x="587238" y="115540"/>
                  <a:pt x="591639" y="111475"/>
                  <a:pt x="595186" y="106556"/>
                </a:cubicBezTo>
                <a:lnTo>
                  <a:pt x="595186" y="86260"/>
                </a:lnTo>
                <a:cubicBezTo>
                  <a:pt x="577712" y="86465"/>
                  <a:pt x="565181" y="88174"/>
                  <a:pt x="557593" y="91387"/>
                </a:cubicBezTo>
                <a:cubicBezTo>
                  <a:pt x="550006" y="94598"/>
                  <a:pt x="546212" y="99858"/>
                  <a:pt x="546212" y="107169"/>
                </a:cubicBezTo>
                <a:cubicBezTo>
                  <a:pt x="546212" y="112157"/>
                  <a:pt x="547739" y="116138"/>
                  <a:pt x="550794" y="119110"/>
                </a:cubicBezTo>
                <a:cubicBezTo>
                  <a:pt x="553849" y="122083"/>
                  <a:pt x="558332" y="123569"/>
                  <a:pt x="564245" y="123569"/>
                </a:cubicBezTo>
                <a:close/>
                <a:moveTo>
                  <a:pt x="668106" y="134409"/>
                </a:moveTo>
                <a:cubicBezTo>
                  <a:pt x="660355" y="134409"/>
                  <a:pt x="654409" y="133133"/>
                  <a:pt x="650271" y="130581"/>
                </a:cubicBezTo>
                <a:cubicBezTo>
                  <a:pt x="646132" y="128029"/>
                  <a:pt x="643291" y="124356"/>
                  <a:pt x="641747" y="119560"/>
                </a:cubicBezTo>
                <a:cubicBezTo>
                  <a:pt x="640203" y="114762"/>
                  <a:pt x="639431" y="108996"/>
                  <a:pt x="639431" y="102260"/>
                </a:cubicBezTo>
                <a:lnTo>
                  <a:pt x="639431" y="48777"/>
                </a:lnTo>
                <a:lnTo>
                  <a:pt x="623369" y="48777"/>
                </a:lnTo>
                <a:lnTo>
                  <a:pt x="623369" y="35474"/>
                </a:lnTo>
                <a:lnTo>
                  <a:pt x="639431" y="35474"/>
                </a:lnTo>
                <a:lnTo>
                  <a:pt x="639431" y="13500"/>
                </a:lnTo>
                <a:lnTo>
                  <a:pt x="655789" y="13500"/>
                </a:lnTo>
                <a:lnTo>
                  <a:pt x="655789" y="35474"/>
                </a:lnTo>
                <a:lnTo>
                  <a:pt x="679439" y="35474"/>
                </a:lnTo>
                <a:lnTo>
                  <a:pt x="679439" y="48777"/>
                </a:lnTo>
                <a:lnTo>
                  <a:pt x="655789" y="48777"/>
                </a:lnTo>
                <a:lnTo>
                  <a:pt x="655789" y="101792"/>
                </a:lnTo>
                <a:cubicBezTo>
                  <a:pt x="655789" y="108025"/>
                  <a:pt x="656561" y="112802"/>
                  <a:pt x="658105" y="116123"/>
                </a:cubicBezTo>
                <a:cubicBezTo>
                  <a:pt x="659648" y="119445"/>
                  <a:pt x="663344" y="121106"/>
                  <a:pt x="669190" y="121106"/>
                </a:cubicBezTo>
                <a:lnTo>
                  <a:pt x="679636" y="121106"/>
                </a:lnTo>
                <a:lnTo>
                  <a:pt x="679636" y="134409"/>
                </a:lnTo>
                <a:lnTo>
                  <a:pt x="668106" y="134409"/>
                </a:lnTo>
                <a:close/>
                <a:moveTo>
                  <a:pt x="745210" y="136183"/>
                </a:moveTo>
                <a:cubicBezTo>
                  <a:pt x="734765" y="136183"/>
                  <a:pt x="726208" y="133934"/>
                  <a:pt x="719540" y="129436"/>
                </a:cubicBezTo>
                <a:cubicBezTo>
                  <a:pt x="712872" y="124936"/>
                  <a:pt x="707929" y="118814"/>
                  <a:pt x="704710" y="111070"/>
                </a:cubicBezTo>
                <a:cubicBezTo>
                  <a:pt x="701491" y="103325"/>
                  <a:pt x="699881" y="94615"/>
                  <a:pt x="699881" y="84942"/>
                </a:cubicBezTo>
                <a:cubicBezTo>
                  <a:pt x="699881" y="74862"/>
                  <a:pt x="701441" y="65983"/>
                  <a:pt x="704562" y="58305"/>
                </a:cubicBezTo>
                <a:cubicBezTo>
                  <a:pt x="707682" y="50627"/>
                  <a:pt x="712445" y="44623"/>
                  <a:pt x="718850" y="40294"/>
                </a:cubicBezTo>
                <a:cubicBezTo>
                  <a:pt x="725255" y="35964"/>
                  <a:pt x="733385" y="33799"/>
                  <a:pt x="743239" y="33799"/>
                </a:cubicBezTo>
                <a:cubicBezTo>
                  <a:pt x="756312" y="33799"/>
                  <a:pt x="766560" y="37853"/>
                  <a:pt x="773984" y="45960"/>
                </a:cubicBezTo>
                <a:cubicBezTo>
                  <a:pt x="781407" y="54065"/>
                  <a:pt x="785119" y="65717"/>
                  <a:pt x="785119" y="80917"/>
                </a:cubicBezTo>
                <a:cubicBezTo>
                  <a:pt x="785119" y="81931"/>
                  <a:pt x="785086" y="83131"/>
                  <a:pt x="785020" y="84517"/>
                </a:cubicBezTo>
                <a:cubicBezTo>
                  <a:pt x="784954" y="85900"/>
                  <a:pt x="784856" y="86896"/>
                  <a:pt x="784724" y="87504"/>
                </a:cubicBezTo>
                <a:lnTo>
                  <a:pt x="716337" y="87504"/>
                </a:lnTo>
                <a:cubicBezTo>
                  <a:pt x="716403" y="94011"/>
                  <a:pt x="717405" y="99989"/>
                  <a:pt x="719343" y="105435"/>
                </a:cubicBezTo>
                <a:cubicBezTo>
                  <a:pt x="721281" y="110881"/>
                  <a:pt x="724352" y="115249"/>
                  <a:pt x="728556" y="118538"/>
                </a:cubicBezTo>
                <a:cubicBezTo>
                  <a:pt x="732761" y="121826"/>
                  <a:pt x="738312" y="123471"/>
                  <a:pt x="745210" y="123471"/>
                </a:cubicBezTo>
                <a:cubicBezTo>
                  <a:pt x="752567" y="123471"/>
                  <a:pt x="758316" y="121658"/>
                  <a:pt x="762454" y="118033"/>
                </a:cubicBezTo>
                <a:cubicBezTo>
                  <a:pt x="766593" y="114407"/>
                  <a:pt x="768761" y="109176"/>
                  <a:pt x="768958" y="102340"/>
                </a:cubicBezTo>
                <a:lnTo>
                  <a:pt x="785217" y="102340"/>
                </a:lnTo>
                <a:cubicBezTo>
                  <a:pt x="785020" y="109318"/>
                  <a:pt x="783279" y="115331"/>
                  <a:pt x="779994" y="120379"/>
                </a:cubicBezTo>
                <a:cubicBezTo>
                  <a:pt x="776710" y="125427"/>
                  <a:pt x="772111" y="129324"/>
                  <a:pt x="766199" y="132069"/>
                </a:cubicBezTo>
                <a:cubicBezTo>
                  <a:pt x="760286" y="134811"/>
                  <a:pt x="753290" y="136183"/>
                  <a:pt x="745210" y="136183"/>
                </a:cubicBezTo>
                <a:moveTo>
                  <a:pt x="716436" y="75482"/>
                </a:moveTo>
                <a:lnTo>
                  <a:pt x="768859" y="75482"/>
                </a:lnTo>
                <a:cubicBezTo>
                  <a:pt x="768662" y="66069"/>
                  <a:pt x="766330" y="58872"/>
                  <a:pt x="761863" y="53889"/>
                </a:cubicBezTo>
                <a:cubicBezTo>
                  <a:pt x="757396" y="48905"/>
                  <a:pt x="751188" y="46412"/>
                  <a:pt x="743239" y="46412"/>
                </a:cubicBezTo>
                <a:cubicBezTo>
                  <a:pt x="735224" y="46412"/>
                  <a:pt x="728934" y="48887"/>
                  <a:pt x="724369" y="53837"/>
                </a:cubicBezTo>
                <a:cubicBezTo>
                  <a:pt x="719803" y="58784"/>
                  <a:pt x="717159" y="65999"/>
                  <a:pt x="716436" y="754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" name="Text Missing">
            <a:extLst xmlns:a="http://schemas.openxmlformats.org/drawingml/2006/main">
              <a:ext uri="{FF2B5EF4-FFF2-40B4-BE49-F238E27FC236}">
                <a16:creationId xmlns:a16="http://schemas.microsoft.com/office/drawing/2014/main" id="{865DBCDA-F9CA-47A5-BFD4-586A8E4A1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1160" y="869627"/>
            <a:ext cx="638939" cy="173513"/>
          </a:xfrm>
          <a:custGeom xmlns:a="http://schemas.openxmlformats.org/drawingml/2006/main">
            <a:pathLst>
              <a:path w="638939" h="173513">
                <a:moveTo>
                  <a:pt x="165982" y="19061"/>
                </a:moveTo>
                <a:lnTo>
                  <a:pt x="166340" y="19019"/>
                </a:lnTo>
                <a:lnTo>
                  <a:pt x="166693" y="18967"/>
                </a:lnTo>
                <a:lnTo>
                  <a:pt x="167039" y="18906"/>
                </a:lnTo>
                <a:lnTo>
                  <a:pt x="167379" y="18835"/>
                </a:lnTo>
                <a:lnTo>
                  <a:pt x="167713" y="18755"/>
                </a:lnTo>
                <a:lnTo>
                  <a:pt x="168041" y="18666"/>
                </a:lnTo>
                <a:lnTo>
                  <a:pt x="168362" y="18567"/>
                </a:lnTo>
                <a:lnTo>
                  <a:pt x="168678" y="18459"/>
                </a:lnTo>
                <a:lnTo>
                  <a:pt x="168987" y="18341"/>
                </a:lnTo>
                <a:lnTo>
                  <a:pt x="169290" y="18214"/>
                </a:lnTo>
                <a:lnTo>
                  <a:pt x="169587" y="18077"/>
                </a:lnTo>
                <a:lnTo>
                  <a:pt x="169878" y="17931"/>
                </a:lnTo>
                <a:lnTo>
                  <a:pt x="170163" y="17776"/>
                </a:lnTo>
                <a:lnTo>
                  <a:pt x="170441" y="17611"/>
                </a:lnTo>
                <a:lnTo>
                  <a:pt x="170713" y="17437"/>
                </a:lnTo>
                <a:lnTo>
                  <a:pt x="170979" y="17253"/>
                </a:lnTo>
                <a:lnTo>
                  <a:pt x="171239" y="17060"/>
                </a:lnTo>
                <a:lnTo>
                  <a:pt x="171493" y="16857"/>
                </a:lnTo>
                <a:lnTo>
                  <a:pt x="171741" y="16645"/>
                </a:lnTo>
                <a:lnTo>
                  <a:pt x="171982" y="16424"/>
                </a:lnTo>
                <a:lnTo>
                  <a:pt x="172216" y="16195"/>
                </a:lnTo>
                <a:lnTo>
                  <a:pt x="172439" y="15962"/>
                </a:lnTo>
                <a:lnTo>
                  <a:pt x="172653" y="15724"/>
                </a:lnTo>
                <a:lnTo>
                  <a:pt x="172856" y="15480"/>
                </a:lnTo>
                <a:lnTo>
                  <a:pt x="173050" y="15232"/>
                </a:lnTo>
                <a:lnTo>
                  <a:pt x="173234" y="14978"/>
                </a:lnTo>
                <a:lnTo>
                  <a:pt x="173408" y="14720"/>
                </a:lnTo>
                <a:lnTo>
                  <a:pt x="173572" y="14457"/>
                </a:lnTo>
                <a:lnTo>
                  <a:pt x="173725" y="14188"/>
                </a:lnTo>
                <a:lnTo>
                  <a:pt x="173870" y="13915"/>
                </a:lnTo>
                <a:lnTo>
                  <a:pt x="174004" y="13637"/>
                </a:lnTo>
                <a:lnTo>
                  <a:pt x="174128" y="13354"/>
                </a:lnTo>
                <a:lnTo>
                  <a:pt x="174242" y="13066"/>
                </a:lnTo>
                <a:lnTo>
                  <a:pt x="174346" y="12773"/>
                </a:lnTo>
                <a:lnTo>
                  <a:pt x="174441" y="12474"/>
                </a:lnTo>
                <a:lnTo>
                  <a:pt x="174525" y="12171"/>
                </a:lnTo>
                <a:lnTo>
                  <a:pt x="174600" y="11863"/>
                </a:lnTo>
                <a:lnTo>
                  <a:pt x="174664" y="11550"/>
                </a:lnTo>
                <a:lnTo>
                  <a:pt x="174719" y="11233"/>
                </a:lnTo>
                <a:lnTo>
                  <a:pt x="174763" y="10910"/>
                </a:lnTo>
                <a:lnTo>
                  <a:pt x="174798" y="10582"/>
                </a:lnTo>
                <a:lnTo>
                  <a:pt x="174823" y="10249"/>
                </a:lnTo>
                <a:lnTo>
                  <a:pt x="174838" y="9911"/>
                </a:lnTo>
                <a:lnTo>
                  <a:pt x="174843" y="9568"/>
                </a:lnTo>
                <a:lnTo>
                  <a:pt x="174838" y="9226"/>
                </a:lnTo>
                <a:lnTo>
                  <a:pt x="174823" y="8888"/>
                </a:lnTo>
                <a:lnTo>
                  <a:pt x="174798" y="8555"/>
                </a:lnTo>
                <a:lnTo>
                  <a:pt x="174763" y="8227"/>
                </a:lnTo>
                <a:lnTo>
                  <a:pt x="174719" y="7904"/>
                </a:lnTo>
                <a:lnTo>
                  <a:pt x="174664" y="7586"/>
                </a:lnTo>
                <a:lnTo>
                  <a:pt x="174600" y="7273"/>
                </a:lnTo>
                <a:lnTo>
                  <a:pt x="174525" y="6965"/>
                </a:lnTo>
                <a:lnTo>
                  <a:pt x="174441" y="6662"/>
                </a:lnTo>
                <a:lnTo>
                  <a:pt x="174346" y="6364"/>
                </a:lnTo>
                <a:lnTo>
                  <a:pt x="174242" y="6071"/>
                </a:lnTo>
                <a:lnTo>
                  <a:pt x="174128" y="5783"/>
                </a:lnTo>
                <a:lnTo>
                  <a:pt x="174004" y="5500"/>
                </a:lnTo>
                <a:lnTo>
                  <a:pt x="173870" y="5222"/>
                </a:lnTo>
                <a:lnTo>
                  <a:pt x="173725" y="4948"/>
                </a:lnTo>
                <a:lnTo>
                  <a:pt x="173572" y="4680"/>
                </a:lnTo>
                <a:lnTo>
                  <a:pt x="173408" y="4417"/>
                </a:lnTo>
                <a:lnTo>
                  <a:pt x="173234" y="4158"/>
                </a:lnTo>
                <a:lnTo>
                  <a:pt x="173050" y="3905"/>
                </a:lnTo>
                <a:lnTo>
                  <a:pt x="172856" y="3657"/>
                </a:lnTo>
                <a:lnTo>
                  <a:pt x="172653" y="3413"/>
                </a:lnTo>
                <a:lnTo>
                  <a:pt x="172439" y="3175"/>
                </a:lnTo>
                <a:lnTo>
                  <a:pt x="172216" y="2941"/>
                </a:lnTo>
                <a:lnTo>
                  <a:pt x="171982" y="2713"/>
                </a:lnTo>
                <a:lnTo>
                  <a:pt x="171741" y="2491"/>
                </a:lnTo>
                <a:lnTo>
                  <a:pt x="171493" y="2279"/>
                </a:lnTo>
                <a:lnTo>
                  <a:pt x="171239" y="2077"/>
                </a:lnTo>
                <a:lnTo>
                  <a:pt x="170979" y="1884"/>
                </a:lnTo>
                <a:lnTo>
                  <a:pt x="170713" y="1700"/>
                </a:lnTo>
                <a:lnTo>
                  <a:pt x="170441" y="1526"/>
                </a:lnTo>
                <a:lnTo>
                  <a:pt x="170163" y="1361"/>
                </a:lnTo>
                <a:lnTo>
                  <a:pt x="169878" y="1206"/>
                </a:lnTo>
                <a:lnTo>
                  <a:pt x="169587" y="1060"/>
                </a:lnTo>
                <a:lnTo>
                  <a:pt x="169290" y="923"/>
                </a:lnTo>
                <a:lnTo>
                  <a:pt x="168987" y="796"/>
                </a:lnTo>
                <a:lnTo>
                  <a:pt x="168678" y="678"/>
                </a:lnTo>
                <a:lnTo>
                  <a:pt x="168362" y="570"/>
                </a:lnTo>
                <a:lnTo>
                  <a:pt x="168041" y="471"/>
                </a:lnTo>
                <a:lnTo>
                  <a:pt x="167713" y="381"/>
                </a:lnTo>
                <a:lnTo>
                  <a:pt x="167379" y="301"/>
                </a:lnTo>
                <a:lnTo>
                  <a:pt x="167039" y="231"/>
                </a:lnTo>
                <a:lnTo>
                  <a:pt x="166693" y="170"/>
                </a:lnTo>
                <a:lnTo>
                  <a:pt x="166340" y="118"/>
                </a:lnTo>
                <a:lnTo>
                  <a:pt x="165982" y="75"/>
                </a:lnTo>
                <a:lnTo>
                  <a:pt x="165617" y="42"/>
                </a:lnTo>
                <a:lnTo>
                  <a:pt x="165246" y="19"/>
                </a:lnTo>
                <a:lnTo>
                  <a:pt x="164869" y="5"/>
                </a:lnTo>
                <a:lnTo>
                  <a:pt x="164485" y="0"/>
                </a:lnTo>
                <a:lnTo>
                  <a:pt x="164102" y="5"/>
                </a:lnTo>
                <a:lnTo>
                  <a:pt x="163725" y="19"/>
                </a:lnTo>
                <a:lnTo>
                  <a:pt x="163355" y="42"/>
                </a:lnTo>
                <a:lnTo>
                  <a:pt x="162991" y="75"/>
                </a:lnTo>
                <a:lnTo>
                  <a:pt x="162633" y="118"/>
                </a:lnTo>
                <a:lnTo>
                  <a:pt x="162281" y="170"/>
                </a:lnTo>
                <a:lnTo>
                  <a:pt x="161936" y="231"/>
                </a:lnTo>
                <a:lnTo>
                  <a:pt x="161597" y="301"/>
                </a:lnTo>
                <a:lnTo>
                  <a:pt x="161265" y="381"/>
                </a:lnTo>
                <a:lnTo>
                  <a:pt x="160939" y="471"/>
                </a:lnTo>
                <a:lnTo>
                  <a:pt x="160619" y="570"/>
                </a:lnTo>
                <a:lnTo>
                  <a:pt x="160305" y="678"/>
                </a:lnTo>
                <a:lnTo>
                  <a:pt x="159998" y="796"/>
                </a:lnTo>
                <a:lnTo>
                  <a:pt x="159697" y="923"/>
                </a:lnTo>
                <a:lnTo>
                  <a:pt x="159403" y="1060"/>
                </a:lnTo>
                <a:lnTo>
                  <a:pt x="159115" y="1206"/>
                </a:lnTo>
                <a:lnTo>
                  <a:pt x="158833" y="1361"/>
                </a:lnTo>
                <a:lnTo>
                  <a:pt x="158558" y="1526"/>
                </a:lnTo>
                <a:lnTo>
                  <a:pt x="158288" y="1700"/>
                </a:lnTo>
                <a:lnTo>
                  <a:pt x="158026" y="1884"/>
                </a:lnTo>
                <a:lnTo>
                  <a:pt x="157769" y="2077"/>
                </a:lnTo>
                <a:lnTo>
                  <a:pt x="157519" y="2279"/>
                </a:lnTo>
                <a:lnTo>
                  <a:pt x="157275" y="2491"/>
                </a:lnTo>
                <a:lnTo>
                  <a:pt x="157038" y="2713"/>
                </a:lnTo>
                <a:lnTo>
                  <a:pt x="156809" y="2941"/>
                </a:lnTo>
                <a:lnTo>
                  <a:pt x="156589" y="3175"/>
                </a:lnTo>
                <a:lnTo>
                  <a:pt x="156379" y="3413"/>
                </a:lnTo>
                <a:lnTo>
                  <a:pt x="156179" y="3657"/>
                </a:lnTo>
                <a:lnTo>
                  <a:pt x="155989" y="3905"/>
                </a:lnTo>
                <a:lnTo>
                  <a:pt x="155808" y="4158"/>
                </a:lnTo>
                <a:lnTo>
                  <a:pt x="155637" y="4417"/>
                </a:lnTo>
                <a:lnTo>
                  <a:pt x="155476" y="4680"/>
                </a:lnTo>
                <a:lnTo>
                  <a:pt x="155325" y="4948"/>
                </a:lnTo>
                <a:lnTo>
                  <a:pt x="155183" y="5222"/>
                </a:lnTo>
                <a:lnTo>
                  <a:pt x="155051" y="5500"/>
                </a:lnTo>
                <a:lnTo>
                  <a:pt x="154929" y="5783"/>
                </a:lnTo>
                <a:lnTo>
                  <a:pt x="154817" y="6071"/>
                </a:lnTo>
                <a:lnTo>
                  <a:pt x="154715" y="6364"/>
                </a:lnTo>
                <a:lnTo>
                  <a:pt x="154622" y="6662"/>
                </a:lnTo>
                <a:lnTo>
                  <a:pt x="154539" y="6965"/>
                </a:lnTo>
                <a:lnTo>
                  <a:pt x="154466" y="7273"/>
                </a:lnTo>
                <a:lnTo>
                  <a:pt x="154402" y="7586"/>
                </a:lnTo>
                <a:lnTo>
                  <a:pt x="154349" y="7904"/>
                </a:lnTo>
                <a:lnTo>
                  <a:pt x="154305" y="8227"/>
                </a:lnTo>
                <a:lnTo>
                  <a:pt x="154271" y="8555"/>
                </a:lnTo>
                <a:lnTo>
                  <a:pt x="154246" y="8888"/>
                </a:lnTo>
                <a:lnTo>
                  <a:pt x="154231" y="9226"/>
                </a:lnTo>
                <a:lnTo>
                  <a:pt x="154227" y="9568"/>
                </a:lnTo>
                <a:lnTo>
                  <a:pt x="154231" y="9911"/>
                </a:lnTo>
                <a:lnTo>
                  <a:pt x="154246" y="10249"/>
                </a:lnTo>
                <a:lnTo>
                  <a:pt x="154271" y="10582"/>
                </a:lnTo>
                <a:lnTo>
                  <a:pt x="154305" y="10910"/>
                </a:lnTo>
                <a:lnTo>
                  <a:pt x="154349" y="11233"/>
                </a:lnTo>
                <a:lnTo>
                  <a:pt x="154402" y="11550"/>
                </a:lnTo>
                <a:lnTo>
                  <a:pt x="154466" y="11863"/>
                </a:lnTo>
                <a:lnTo>
                  <a:pt x="154539" y="12171"/>
                </a:lnTo>
                <a:lnTo>
                  <a:pt x="154622" y="12474"/>
                </a:lnTo>
                <a:lnTo>
                  <a:pt x="154715" y="12773"/>
                </a:lnTo>
                <a:lnTo>
                  <a:pt x="154817" y="13066"/>
                </a:lnTo>
                <a:lnTo>
                  <a:pt x="154929" y="13354"/>
                </a:lnTo>
                <a:lnTo>
                  <a:pt x="155051" y="13637"/>
                </a:lnTo>
                <a:lnTo>
                  <a:pt x="155183" y="13915"/>
                </a:lnTo>
                <a:lnTo>
                  <a:pt x="155325" y="14188"/>
                </a:lnTo>
                <a:lnTo>
                  <a:pt x="155476" y="14457"/>
                </a:lnTo>
                <a:lnTo>
                  <a:pt x="155637" y="14720"/>
                </a:lnTo>
                <a:lnTo>
                  <a:pt x="155808" y="14978"/>
                </a:lnTo>
                <a:lnTo>
                  <a:pt x="155989" y="15232"/>
                </a:lnTo>
                <a:lnTo>
                  <a:pt x="156179" y="15480"/>
                </a:lnTo>
                <a:lnTo>
                  <a:pt x="156379" y="15724"/>
                </a:lnTo>
                <a:lnTo>
                  <a:pt x="156589" y="15962"/>
                </a:lnTo>
                <a:lnTo>
                  <a:pt x="156809" y="16195"/>
                </a:lnTo>
                <a:lnTo>
                  <a:pt x="157038" y="16424"/>
                </a:lnTo>
                <a:lnTo>
                  <a:pt x="157275" y="16645"/>
                </a:lnTo>
                <a:lnTo>
                  <a:pt x="157519" y="16857"/>
                </a:lnTo>
                <a:lnTo>
                  <a:pt x="157769" y="17060"/>
                </a:lnTo>
                <a:lnTo>
                  <a:pt x="158026" y="17253"/>
                </a:lnTo>
                <a:lnTo>
                  <a:pt x="158288" y="17437"/>
                </a:lnTo>
                <a:lnTo>
                  <a:pt x="158558" y="17611"/>
                </a:lnTo>
                <a:lnTo>
                  <a:pt x="158833" y="17776"/>
                </a:lnTo>
                <a:lnTo>
                  <a:pt x="159115" y="17931"/>
                </a:lnTo>
                <a:lnTo>
                  <a:pt x="159403" y="18077"/>
                </a:lnTo>
                <a:lnTo>
                  <a:pt x="159697" y="18214"/>
                </a:lnTo>
                <a:lnTo>
                  <a:pt x="159998" y="18341"/>
                </a:lnTo>
                <a:lnTo>
                  <a:pt x="160305" y="18459"/>
                </a:lnTo>
                <a:lnTo>
                  <a:pt x="160619" y="18567"/>
                </a:lnTo>
                <a:lnTo>
                  <a:pt x="160939" y="18666"/>
                </a:lnTo>
                <a:lnTo>
                  <a:pt x="161265" y="18755"/>
                </a:lnTo>
                <a:lnTo>
                  <a:pt x="161597" y="18835"/>
                </a:lnTo>
                <a:lnTo>
                  <a:pt x="161936" y="18906"/>
                </a:lnTo>
                <a:lnTo>
                  <a:pt x="162281" y="18967"/>
                </a:lnTo>
                <a:lnTo>
                  <a:pt x="162633" y="19019"/>
                </a:lnTo>
                <a:lnTo>
                  <a:pt x="162991" y="19061"/>
                </a:lnTo>
                <a:lnTo>
                  <a:pt x="163355" y="19094"/>
                </a:lnTo>
                <a:lnTo>
                  <a:pt x="163725" y="19118"/>
                </a:lnTo>
                <a:lnTo>
                  <a:pt x="164102" y="19132"/>
                </a:lnTo>
                <a:lnTo>
                  <a:pt x="164485" y="19137"/>
                </a:lnTo>
                <a:lnTo>
                  <a:pt x="164869" y="19132"/>
                </a:lnTo>
                <a:lnTo>
                  <a:pt x="165246" y="19118"/>
                </a:lnTo>
                <a:lnTo>
                  <a:pt x="165617" y="19094"/>
                </a:lnTo>
                <a:lnTo>
                  <a:pt x="165982" y="19061"/>
                </a:lnTo>
                <a:close/>
                <a:moveTo>
                  <a:pt x="17065" y="136324"/>
                </a:moveTo>
                <a:lnTo>
                  <a:pt x="17065" y="28510"/>
                </a:lnTo>
                <a:lnTo>
                  <a:pt x="56720" y="94500"/>
                </a:lnTo>
                <a:lnTo>
                  <a:pt x="68360" y="94500"/>
                </a:lnTo>
                <a:lnTo>
                  <a:pt x="107323" y="28666"/>
                </a:lnTo>
                <a:lnTo>
                  <a:pt x="107323" y="136324"/>
                </a:lnTo>
                <a:lnTo>
                  <a:pt x="124783" y="136324"/>
                </a:lnTo>
                <a:lnTo>
                  <a:pt x="124783" y="3551"/>
                </a:lnTo>
                <a:lnTo>
                  <a:pt x="105844" y="3551"/>
                </a:lnTo>
                <a:lnTo>
                  <a:pt x="63048" y="75681"/>
                </a:lnTo>
                <a:lnTo>
                  <a:pt x="19433" y="3551"/>
                </a:lnTo>
                <a:lnTo>
                  <a:pt x="0" y="3551"/>
                </a:lnTo>
                <a:lnTo>
                  <a:pt x="0" y="136324"/>
                </a:lnTo>
                <a:lnTo>
                  <a:pt x="17065" y="136324"/>
                </a:lnTo>
                <a:close/>
                <a:moveTo>
                  <a:pt x="156298" y="136324"/>
                </a:moveTo>
                <a:lnTo>
                  <a:pt x="172771" y="136324"/>
                </a:lnTo>
                <a:lnTo>
                  <a:pt x="172771" y="37287"/>
                </a:lnTo>
                <a:lnTo>
                  <a:pt x="156298" y="37287"/>
                </a:lnTo>
                <a:lnTo>
                  <a:pt x="156298" y="136324"/>
                </a:lnTo>
                <a:close/>
                <a:moveTo>
                  <a:pt x="401754" y="136324"/>
                </a:moveTo>
                <a:lnTo>
                  <a:pt x="418227" y="136324"/>
                </a:lnTo>
                <a:lnTo>
                  <a:pt x="418227" y="37287"/>
                </a:lnTo>
                <a:lnTo>
                  <a:pt x="401754" y="37287"/>
                </a:lnTo>
                <a:lnTo>
                  <a:pt x="401754" y="136324"/>
                </a:lnTo>
                <a:close/>
                <a:moveTo>
                  <a:pt x="243954" y="138025"/>
                </a:moveTo>
                <a:lnTo>
                  <a:pt x="244607" y="137992"/>
                </a:lnTo>
                <a:lnTo>
                  <a:pt x="245255" y="137953"/>
                </a:lnTo>
                <a:lnTo>
                  <a:pt x="245900" y="137908"/>
                </a:lnTo>
                <a:lnTo>
                  <a:pt x="246540" y="137857"/>
                </a:lnTo>
                <a:lnTo>
                  <a:pt x="247177" y="137800"/>
                </a:lnTo>
                <a:lnTo>
                  <a:pt x="247810" y="137737"/>
                </a:lnTo>
                <a:lnTo>
                  <a:pt x="248438" y="137668"/>
                </a:lnTo>
                <a:lnTo>
                  <a:pt x="249063" y="137594"/>
                </a:lnTo>
                <a:lnTo>
                  <a:pt x="249684" y="137513"/>
                </a:lnTo>
                <a:lnTo>
                  <a:pt x="250301" y="137426"/>
                </a:lnTo>
                <a:lnTo>
                  <a:pt x="250914" y="137333"/>
                </a:lnTo>
                <a:lnTo>
                  <a:pt x="251523" y="137234"/>
                </a:lnTo>
                <a:lnTo>
                  <a:pt x="252128" y="137129"/>
                </a:lnTo>
                <a:lnTo>
                  <a:pt x="252729" y="137018"/>
                </a:lnTo>
                <a:lnTo>
                  <a:pt x="253327" y="136901"/>
                </a:lnTo>
                <a:lnTo>
                  <a:pt x="253920" y="136778"/>
                </a:lnTo>
                <a:lnTo>
                  <a:pt x="254509" y="136649"/>
                </a:lnTo>
                <a:lnTo>
                  <a:pt x="255095" y="136515"/>
                </a:lnTo>
                <a:lnTo>
                  <a:pt x="255676" y="136374"/>
                </a:lnTo>
                <a:lnTo>
                  <a:pt x="256253" y="136227"/>
                </a:lnTo>
                <a:lnTo>
                  <a:pt x="256823" y="136073"/>
                </a:lnTo>
                <a:lnTo>
                  <a:pt x="257387" y="135913"/>
                </a:lnTo>
                <a:lnTo>
                  <a:pt x="257945" y="135746"/>
                </a:lnTo>
                <a:lnTo>
                  <a:pt x="258497" y="135573"/>
                </a:lnTo>
                <a:lnTo>
                  <a:pt x="259043" y="135393"/>
                </a:lnTo>
                <a:lnTo>
                  <a:pt x="259582" y="135207"/>
                </a:lnTo>
                <a:lnTo>
                  <a:pt x="260115" y="135014"/>
                </a:lnTo>
                <a:lnTo>
                  <a:pt x="260642" y="134815"/>
                </a:lnTo>
                <a:lnTo>
                  <a:pt x="261163" y="134609"/>
                </a:lnTo>
                <a:lnTo>
                  <a:pt x="261678" y="134396"/>
                </a:lnTo>
                <a:lnTo>
                  <a:pt x="262187" y="134177"/>
                </a:lnTo>
                <a:lnTo>
                  <a:pt x="262689" y="133952"/>
                </a:lnTo>
                <a:lnTo>
                  <a:pt x="263186" y="133720"/>
                </a:lnTo>
                <a:lnTo>
                  <a:pt x="263676" y="133481"/>
                </a:lnTo>
                <a:lnTo>
                  <a:pt x="264160" y="133236"/>
                </a:lnTo>
                <a:lnTo>
                  <a:pt x="264637" y="132985"/>
                </a:lnTo>
                <a:lnTo>
                  <a:pt x="265109" y="132727"/>
                </a:lnTo>
                <a:lnTo>
                  <a:pt x="265575" y="132462"/>
                </a:lnTo>
                <a:lnTo>
                  <a:pt x="266034" y="132191"/>
                </a:lnTo>
                <a:lnTo>
                  <a:pt x="266487" y="131913"/>
                </a:lnTo>
                <a:lnTo>
                  <a:pt x="266934" y="131629"/>
                </a:lnTo>
                <a:lnTo>
                  <a:pt x="267375" y="131338"/>
                </a:lnTo>
                <a:lnTo>
                  <a:pt x="267809" y="131041"/>
                </a:lnTo>
                <a:lnTo>
                  <a:pt x="268237" y="130737"/>
                </a:lnTo>
                <a:lnTo>
                  <a:pt x="268657" y="130426"/>
                </a:lnTo>
                <a:lnTo>
                  <a:pt x="269069" y="130107"/>
                </a:lnTo>
                <a:lnTo>
                  <a:pt x="269473" y="129782"/>
                </a:lnTo>
                <a:lnTo>
                  <a:pt x="269869" y="129450"/>
                </a:lnTo>
                <a:lnTo>
                  <a:pt x="270257" y="129111"/>
                </a:lnTo>
                <a:lnTo>
                  <a:pt x="270637" y="128764"/>
                </a:lnTo>
                <a:lnTo>
                  <a:pt x="271010" y="128411"/>
                </a:lnTo>
                <a:lnTo>
                  <a:pt x="271374" y="128050"/>
                </a:lnTo>
                <a:lnTo>
                  <a:pt x="271731" y="127683"/>
                </a:lnTo>
                <a:lnTo>
                  <a:pt x="272080" y="127308"/>
                </a:lnTo>
                <a:lnTo>
                  <a:pt x="272421" y="126926"/>
                </a:lnTo>
                <a:lnTo>
                  <a:pt x="272754" y="126538"/>
                </a:lnTo>
                <a:lnTo>
                  <a:pt x="273079" y="126142"/>
                </a:lnTo>
                <a:lnTo>
                  <a:pt x="273397" y="125739"/>
                </a:lnTo>
                <a:lnTo>
                  <a:pt x="273706" y="125329"/>
                </a:lnTo>
                <a:lnTo>
                  <a:pt x="274008" y="124912"/>
                </a:lnTo>
                <a:lnTo>
                  <a:pt x="274301" y="124488"/>
                </a:lnTo>
                <a:lnTo>
                  <a:pt x="274587" y="124057"/>
                </a:lnTo>
                <a:lnTo>
                  <a:pt x="274865" y="123619"/>
                </a:lnTo>
                <a:lnTo>
                  <a:pt x="275135" y="123174"/>
                </a:lnTo>
                <a:lnTo>
                  <a:pt x="275397" y="122722"/>
                </a:lnTo>
                <a:lnTo>
                  <a:pt x="275652" y="122263"/>
                </a:lnTo>
                <a:lnTo>
                  <a:pt x="275898" y="121796"/>
                </a:lnTo>
                <a:lnTo>
                  <a:pt x="276136" y="121323"/>
                </a:lnTo>
                <a:lnTo>
                  <a:pt x="276363" y="120842"/>
                </a:lnTo>
                <a:lnTo>
                  <a:pt x="276580" y="120354"/>
                </a:lnTo>
                <a:lnTo>
                  <a:pt x="276787" y="119859"/>
                </a:lnTo>
                <a:lnTo>
                  <a:pt x="276984" y="119357"/>
                </a:lnTo>
                <a:lnTo>
                  <a:pt x="277171" y="118847"/>
                </a:lnTo>
                <a:lnTo>
                  <a:pt x="277348" y="118330"/>
                </a:lnTo>
                <a:lnTo>
                  <a:pt x="277515" y="117806"/>
                </a:lnTo>
                <a:lnTo>
                  <a:pt x="277671" y="117275"/>
                </a:lnTo>
                <a:lnTo>
                  <a:pt x="277818" y="116737"/>
                </a:lnTo>
                <a:lnTo>
                  <a:pt x="277954" y="116191"/>
                </a:lnTo>
                <a:lnTo>
                  <a:pt x="278081" y="115638"/>
                </a:lnTo>
                <a:lnTo>
                  <a:pt x="278197" y="115078"/>
                </a:lnTo>
                <a:lnTo>
                  <a:pt x="278303" y="114510"/>
                </a:lnTo>
                <a:lnTo>
                  <a:pt x="278399" y="113936"/>
                </a:lnTo>
                <a:lnTo>
                  <a:pt x="278485" y="113354"/>
                </a:lnTo>
                <a:lnTo>
                  <a:pt x="278561" y="112765"/>
                </a:lnTo>
                <a:lnTo>
                  <a:pt x="278626" y="112169"/>
                </a:lnTo>
                <a:lnTo>
                  <a:pt x="278682" y="111565"/>
                </a:lnTo>
                <a:lnTo>
                  <a:pt x="278727" y="110954"/>
                </a:lnTo>
                <a:lnTo>
                  <a:pt x="278763" y="110337"/>
                </a:lnTo>
                <a:lnTo>
                  <a:pt x="278788" y="109711"/>
                </a:lnTo>
                <a:lnTo>
                  <a:pt x="278803" y="109079"/>
                </a:lnTo>
                <a:lnTo>
                  <a:pt x="278808" y="108439"/>
                </a:lnTo>
                <a:lnTo>
                  <a:pt x="278802" y="107700"/>
                </a:lnTo>
                <a:lnTo>
                  <a:pt x="278782" y="106972"/>
                </a:lnTo>
                <a:lnTo>
                  <a:pt x="278750" y="106255"/>
                </a:lnTo>
                <a:lnTo>
                  <a:pt x="278705" y="105548"/>
                </a:lnTo>
                <a:lnTo>
                  <a:pt x="278648" y="104854"/>
                </a:lnTo>
                <a:lnTo>
                  <a:pt x="278577" y="104170"/>
                </a:lnTo>
                <a:lnTo>
                  <a:pt x="278493" y="103497"/>
                </a:lnTo>
                <a:lnTo>
                  <a:pt x="278397" y="102836"/>
                </a:lnTo>
                <a:lnTo>
                  <a:pt x="278288" y="102185"/>
                </a:lnTo>
                <a:lnTo>
                  <a:pt x="278166" y="101546"/>
                </a:lnTo>
                <a:lnTo>
                  <a:pt x="278031" y="100918"/>
                </a:lnTo>
                <a:lnTo>
                  <a:pt x="277883" y="100301"/>
                </a:lnTo>
                <a:lnTo>
                  <a:pt x="277723" y="99695"/>
                </a:lnTo>
                <a:lnTo>
                  <a:pt x="277549" y="99100"/>
                </a:lnTo>
                <a:lnTo>
                  <a:pt x="277363" y="98516"/>
                </a:lnTo>
                <a:lnTo>
                  <a:pt x="277164" y="97943"/>
                </a:lnTo>
                <a:lnTo>
                  <a:pt x="276952" y="97382"/>
                </a:lnTo>
                <a:lnTo>
                  <a:pt x="276727" y="96832"/>
                </a:lnTo>
                <a:lnTo>
                  <a:pt x="276490" y="96292"/>
                </a:lnTo>
                <a:lnTo>
                  <a:pt x="276239" y="95764"/>
                </a:lnTo>
                <a:lnTo>
                  <a:pt x="275976" y="95247"/>
                </a:lnTo>
                <a:lnTo>
                  <a:pt x="275700" y="94741"/>
                </a:lnTo>
                <a:lnTo>
                  <a:pt x="275411" y="94247"/>
                </a:lnTo>
                <a:lnTo>
                  <a:pt x="275109" y="93763"/>
                </a:lnTo>
                <a:lnTo>
                  <a:pt x="274794" y="93288"/>
                </a:lnTo>
                <a:lnTo>
                  <a:pt x="274467" y="92821"/>
                </a:lnTo>
                <a:lnTo>
                  <a:pt x="274128" y="92361"/>
                </a:lnTo>
                <a:lnTo>
                  <a:pt x="273776" y="91908"/>
                </a:lnTo>
                <a:lnTo>
                  <a:pt x="273411" y="91462"/>
                </a:lnTo>
                <a:lnTo>
                  <a:pt x="273034" y="91023"/>
                </a:lnTo>
                <a:lnTo>
                  <a:pt x="272645" y="90592"/>
                </a:lnTo>
                <a:lnTo>
                  <a:pt x="272243" y="90168"/>
                </a:lnTo>
                <a:lnTo>
                  <a:pt x="271828" y="89751"/>
                </a:lnTo>
                <a:lnTo>
                  <a:pt x="271401" y="89342"/>
                </a:lnTo>
                <a:lnTo>
                  <a:pt x="270962" y="88939"/>
                </a:lnTo>
                <a:lnTo>
                  <a:pt x="270510" y="88544"/>
                </a:lnTo>
                <a:lnTo>
                  <a:pt x="270045" y="88156"/>
                </a:lnTo>
                <a:lnTo>
                  <a:pt x="269568" y="87776"/>
                </a:lnTo>
                <a:lnTo>
                  <a:pt x="269079" y="87402"/>
                </a:lnTo>
                <a:lnTo>
                  <a:pt x="268577" y="87036"/>
                </a:lnTo>
                <a:lnTo>
                  <a:pt x="268062" y="86677"/>
                </a:lnTo>
                <a:lnTo>
                  <a:pt x="267535" y="86326"/>
                </a:lnTo>
                <a:lnTo>
                  <a:pt x="266996" y="85981"/>
                </a:lnTo>
                <a:lnTo>
                  <a:pt x="266443" y="85644"/>
                </a:lnTo>
                <a:lnTo>
                  <a:pt x="265879" y="85314"/>
                </a:lnTo>
                <a:lnTo>
                  <a:pt x="265302" y="84991"/>
                </a:lnTo>
                <a:lnTo>
                  <a:pt x="264712" y="84676"/>
                </a:lnTo>
                <a:lnTo>
                  <a:pt x="264110" y="84367"/>
                </a:lnTo>
                <a:lnTo>
                  <a:pt x="263496" y="84064"/>
                </a:lnTo>
                <a:lnTo>
                  <a:pt x="262870" y="83765"/>
                </a:lnTo>
                <a:lnTo>
                  <a:pt x="262231" y="83469"/>
                </a:lnTo>
                <a:lnTo>
                  <a:pt x="261581" y="83177"/>
                </a:lnTo>
                <a:lnTo>
                  <a:pt x="260919" y="82888"/>
                </a:lnTo>
                <a:lnTo>
                  <a:pt x="260245" y="82603"/>
                </a:lnTo>
                <a:lnTo>
                  <a:pt x="259559" y="82321"/>
                </a:lnTo>
                <a:lnTo>
                  <a:pt x="258860" y="82043"/>
                </a:lnTo>
                <a:lnTo>
                  <a:pt x="258150" y="81768"/>
                </a:lnTo>
                <a:lnTo>
                  <a:pt x="257428" y="81497"/>
                </a:lnTo>
                <a:lnTo>
                  <a:pt x="256694" y="81229"/>
                </a:lnTo>
                <a:lnTo>
                  <a:pt x="255948" y="80965"/>
                </a:lnTo>
                <a:lnTo>
                  <a:pt x="255189" y="80704"/>
                </a:lnTo>
                <a:lnTo>
                  <a:pt x="254419" y="80447"/>
                </a:lnTo>
                <a:lnTo>
                  <a:pt x="253637" y="80194"/>
                </a:lnTo>
                <a:lnTo>
                  <a:pt x="252843" y="79944"/>
                </a:lnTo>
                <a:lnTo>
                  <a:pt x="252037" y="79697"/>
                </a:lnTo>
                <a:lnTo>
                  <a:pt x="251219" y="79454"/>
                </a:lnTo>
                <a:lnTo>
                  <a:pt x="250389" y="79214"/>
                </a:lnTo>
                <a:lnTo>
                  <a:pt x="249547" y="78978"/>
                </a:lnTo>
                <a:lnTo>
                  <a:pt x="248693" y="78746"/>
                </a:lnTo>
                <a:lnTo>
                  <a:pt x="247827" y="78517"/>
                </a:lnTo>
                <a:lnTo>
                  <a:pt x="246949" y="78292"/>
                </a:lnTo>
                <a:lnTo>
                  <a:pt x="246059" y="78070"/>
                </a:lnTo>
                <a:lnTo>
                  <a:pt x="245244" y="77867"/>
                </a:lnTo>
                <a:lnTo>
                  <a:pt x="244443" y="77665"/>
                </a:lnTo>
                <a:lnTo>
                  <a:pt x="243656" y="77464"/>
                </a:lnTo>
                <a:lnTo>
                  <a:pt x="242883" y="77264"/>
                </a:lnTo>
                <a:lnTo>
                  <a:pt x="242124" y="77065"/>
                </a:lnTo>
                <a:lnTo>
                  <a:pt x="241379" y="76866"/>
                </a:lnTo>
                <a:lnTo>
                  <a:pt x="240649" y="76669"/>
                </a:lnTo>
                <a:lnTo>
                  <a:pt x="239932" y="76473"/>
                </a:lnTo>
                <a:lnTo>
                  <a:pt x="239229" y="76277"/>
                </a:lnTo>
                <a:lnTo>
                  <a:pt x="238541" y="76082"/>
                </a:lnTo>
                <a:lnTo>
                  <a:pt x="237866" y="75888"/>
                </a:lnTo>
                <a:lnTo>
                  <a:pt x="237205" y="75695"/>
                </a:lnTo>
                <a:lnTo>
                  <a:pt x="236559" y="75503"/>
                </a:lnTo>
                <a:lnTo>
                  <a:pt x="235927" y="75312"/>
                </a:lnTo>
                <a:lnTo>
                  <a:pt x="235308" y="75122"/>
                </a:lnTo>
                <a:lnTo>
                  <a:pt x="234704" y="74932"/>
                </a:lnTo>
                <a:lnTo>
                  <a:pt x="234113" y="74744"/>
                </a:lnTo>
                <a:lnTo>
                  <a:pt x="233537" y="74556"/>
                </a:lnTo>
                <a:lnTo>
                  <a:pt x="232975" y="74369"/>
                </a:lnTo>
                <a:lnTo>
                  <a:pt x="232427" y="74183"/>
                </a:lnTo>
                <a:lnTo>
                  <a:pt x="231893" y="73998"/>
                </a:lnTo>
                <a:lnTo>
                  <a:pt x="231373" y="73814"/>
                </a:lnTo>
                <a:lnTo>
                  <a:pt x="230866" y="73631"/>
                </a:lnTo>
                <a:lnTo>
                  <a:pt x="230374" y="73449"/>
                </a:lnTo>
                <a:lnTo>
                  <a:pt x="229895" y="73266"/>
                </a:lnTo>
                <a:lnTo>
                  <a:pt x="229428" y="73081"/>
                </a:lnTo>
                <a:lnTo>
                  <a:pt x="228972" y="72894"/>
                </a:lnTo>
                <a:lnTo>
                  <a:pt x="228528" y="72705"/>
                </a:lnTo>
                <a:lnTo>
                  <a:pt x="228095" y="72514"/>
                </a:lnTo>
                <a:lnTo>
                  <a:pt x="227674" y="72321"/>
                </a:lnTo>
                <a:lnTo>
                  <a:pt x="227265" y="72126"/>
                </a:lnTo>
                <a:lnTo>
                  <a:pt x="226867" y="71930"/>
                </a:lnTo>
                <a:lnTo>
                  <a:pt x="226481" y="71731"/>
                </a:lnTo>
                <a:lnTo>
                  <a:pt x="226107" y="71531"/>
                </a:lnTo>
                <a:lnTo>
                  <a:pt x="225744" y="71328"/>
                </a:lnTo>
                <a:lnTo>
                  <a:pt x="225393" y="71124"/>
                </a:lnTo>
                <a:lnTo>
                  <a:pt x="225054" y="70917"/>
                </a:lnTo>
                <a:lnTo>
                  <a:pt x="224726" y="70709"/>
                </a:lnTo>
                <a:lnTo>
                  <a:pt x="224410" y="70499"/>
                </a:lnTo>
                <a:lnTo>
                  <a:pt x="224105" y="70287"/>
                </a:lnTo>
                <a:lnTo>
                  <a:pt x="223812" y="70073"/>
                </a:lnTo>
                <a:lnTo>
                  <a:pt x="223531" y="69857"/>
                </a:lnTo>
                <a:lnTo>
                  <a:pt x="223262" y="69639"/>
                </a:lnTo>
                <a:lnTo>
                  <a:pt x="223004" y="69419"/>
                </a:lnTo>
                <a:lnTo>
                  <a:pt x="222757" y="69197"/>
                </a:lnTo>
                <a:lnTo>
                  <a:pt x="222523" y="68973"/>
                </a:lnTo>
                <a:lnTo>
                  <a:pt x="222300" y="68747"/>
                </a:lnTo>
                <a:lnTo>
                  <a:pt x="222088" y="68520"/>
                </a:lnTo>
                <a:lnTo>
                  <a:pt x="221887" y="68289"/>
                </a:lnTo>
                <a:lnTo>
                  <a:pt x="221695" y="68054"/>
                </a:lnTo>
                <a:lnTo>
                  <a:pt x="221510" y="67815"/>
                </a:lnTo>
                <a:lnTo>
                  <a:pt x="221335" y="67571"/>
                </a:lnTo>
                <a:lnTo>
                  <a:pt x="221168" y="67324"/>
                </a:lnTo>
                <a:lnTo>
                  <a:pt x="221010" y="67072"/>
                </a:lnTo>
                <a:lnTo>
                  <a:pt x="220860" y="66816"/>
                </a:lnTo>
                <a:lnTo>
                  <a:pt x="220718" y="66556"/>
                </a:lnTo>
                <a:lnTo>
                  <a:pt x="220586" y="66291"/>
                </a:lnTo>
                <a:lnTo>
                  <a:pt x="220462" y="66022"/>
                </a:lnTo>
                <a:lnTo>
                  <a:pt x="220346" y="65749"/>
                </a:lnTo>
                <a:lnTo>
                  <a:pt x="220239" y="65472"/>
                </a:lnTo>
                <a:lnTo>
                  <a:pt x="220140" y="65190"/>
                </a:lnTo>
                <a:lnTo>
                  <a:pt x="220051" y="64905"/>
                </a:lnTo>
                <a:lnTo>
                  <a:pt x="219969" y="64615"/>
                </a:lnTo>
                <a:lnTo>
                  <a:pt x="219896" y="64321"/>
                </a:lnTo>
                <a:lnTo>
                  <a:pt x="219832" y="64022"/>
                </a:lnTo>
                <a:lnTo>
                  <a:pt x="219776" y="63720"/>
                </a:lnTo>
                <a:lnTo>
                  <a:pt x="219729" y="63413"/>
                </a:lnTo>
                <a:lnTo>
                  <a:pt x="219691" y="63102"/>
                </a:lnTo>
                <a:lnTo>
                  <a:pt x="219661" y="62786"/>
                </a:lnTo>
                <a:lnTo>
                  <a:pt x="219639" y="62467"/>
                </a:lnTo>
                <a:lnTo>
                  <a:pt x="219627" y="62143"/>
                </a:lnTo>
                <a:lnTo>
                  <a:pt x="219622" y="61815"/>
                </a:lnTo>
                <a:lnTo>
                  <a:pt x="219632" y="61230"/>
                </a:lnTo>
                <a:lnTo>
                  <a:pt x="219661" y="60659"/>
                </a:lnTo>
                <a:lnTo>
                  <a:pt x="219709" y="60100"/>
                </a:lnTo>
                <a:lnTo>
                  <a:pt x="219776" y="59554"/>
                </a:lnTo>
                <a:lnTo>
                  <a:pt x="219862" y="59022"/>
                </a:lnTo>
                <a:lnTo>
                  <a:pt x="219968" y="58502"/>
                </a:lnTo>
                <a:lnTo>
                  <a:pt x="220092" y="57995"/>
                </a:lnTo>
                <a:lnTo>
                  <a:pt x="220236" y="57502"/>
                </a:lnTo>
                <a:lnTo>
                  <a:pt x="220399" y="57022"/>
                </a:lnTo>
                <a:lnTo>
                  <a:pt x="220581" y="56554"/>
                </a:lnTo>
                <a:lnTo>
                  <a:pt x="220783" y="56100"/>
                </a:lnTo>
                <a:lnTo>
                  <a:pt x="221003" y="55658"/>
                </a:lnTo>
                <a:lnTo>
                  <a:pt x="221243" y="55230"/>
                </a:lnTo>
                <a:lnTo>
                  <a:pt x="221502" y="54815"/>
                </a:lnTo>
                <a:lnTo>
                  <a:pt x="221780" y="54413"/>
                </a:lnTo>
                <a:lnTo>
                  <a:pt x="222077" y="54024"/>
                </a:lnTo>
                <a:lnTo>
                  <a:pt x="222394" y="53648"/>
                </a:lnTo>
                <a:lnTo>
                  <a:pt x="222730" y="53285"/>
                </a:lnTo>
                <a:lnTo>
                  <a:pt x="223084" y="52935"/>
                </a:lnTo>
                <a:lnTo>
                  <a:pt x="223458" y="52598"/>
                </a:lnTo>
                <a:lnTo>
                  <a:pt x="223852" y="52274"/>
                </a:lnTo>
                <a:lnTo>
                  <a:pt x="224264" y="51963"/>
                </a:lnTo>
                <a:lnTo>
                  <a:pt x="224696" y="51665"/>
                </a:lnTo>
                <a:lnTo>
                  <a:pt x="225146" y="51381"/>
                </a:lnTo>
                <a:lnTo>
                  <a:pt x="225613" y="51108"/>
                </a:lnTo>
                <a:lnTo>
                  <a:pt x="226090" y="50847"/>
                </a:lnTo>
                <a:lnTo>
                  <a:pt x="226580" y="50597"/>
                </a:lnTo>
                <a:lnTo>
                  <a:pt x="227081" y="50360"/>
                </a:lnTo>
                <a:lnTo>
                  <a:pt x="227594" y="50133"/>
                </a:lnTo>
                <a:lnTo>
                  <a:pt x="228118" y="49919"/>
                </a:lnTo>
                <a:lnTo>
                  <a:pt x="228654" y="49716"/>
                </a:lnTo>
                <a:lnTo>
                  <a:pt x="229202" y="49524"/>
                </a:lnTo>
                <a:lnTo>
                  <a:pt x="229761" y="49344"/>
                </a:lnTo>
                <a:lnTo>
                  <a:pt x="230332" y="49176"/>
                </a:lnTo>
                <a:lnTo>
                  <a:pt x="230915" y="49019"/>
                </a:lnTo>
                <a:lnTo>
                  <a:pt x="231509" y="48874"/>
                </a:lnTo>
                <a:lnTo>
                  <a:pt x="232115" y="48741"/>
                </a:lnTo>
                <a:lnTo>
                  <a:pt x="232732" y="48619"/>
                </a:lnTo>
                <a:lnTo>
                  <a:pt x="233361" y="48509"/>
                </a:lnTo>
                <a:lnTo>
                  <a:pt x="234002" y="48410"/>
                </a:lnTo>
                <a:lnTo>
                  <a:pt x="234655" y="48323"/>
                </a:lnTo>
                <a:lnTo>
                  <a:pt x="235319" y="48248"/>
                </a:lnTo>
                <a:lnTo>
                  <a:pt x="235995" y="48184"/>
                </a:lnTo>
                <a:lnTo>
                  <a:pt x="236682" y="48132"/>
                </a:lnTo>
                <a:lnTo>
                  <a:pt x="237381" y="48091"/>
                </a:lnTo>
                <a:lnTo>
                  <a:pt x="238092" y="48062"/>
                </a:lnTo>
                <a:lnTo>
                  <a:pt x="238814" y="48045"/>
                </a:lnTo>
                <a:lnTo>
                  <a:pt x="239548" y="48039"/>
                </a:lnTo>
                <a:lnTo>
                  <a:pt x="240275" y="48047"/>
                </a:lnTo>
                <a:lnTo>
                  <a:pt x="240993" y="48070"/>
                </a:lnTo>
                <a:lnTo>
                  <a:pt x="241701" y="48109"/>
                </a:lnTo>
                <a:lnTo>
                  <a:pt x="242401" y="48163"/>
                </a:lnTo>
                <a:lnTo>
                  <a:pt x="243091" y="48232"/>
                </a:lnTo>
                <a:lnTo>
                  <a:pt x="243771" y="48317"/>
                </a:lnTo>
                <a:lnTo>
                  <a:pt x="244443" y="48418"/>
                </a:lnTo>
                <a:lnTo>
                  <a:pt x="245105" y="48534"/>
                </a:lnTo>
                <a:lnTo>
                  <a:pt x="245758" y="48665"/>
                </a:lnTo>
                <a:lnTo>
                  <a:pt x="246402" y="48812"/>
                </a:lnTo>
                <a:lnTo>
                  <a:pt x="247036" y="48974"/>
                </a:lnTo>
                <a:lnTo>
                  <a:pt x="247662" y="49152"/>
                </a:lnTo>
                <a:lnTo>
                  <a:pt x="248278" y="49345"/>
                </a:lnTo>
                <a:lnTo>
                  <a:pt x="248884" y="49554"/>
                </a:lnTo>
                <a:lnTo>
                  <a:pt x="249482" y="49778"/>
                </a:lnTo>
                <a:lnTo>
                  <a:pt x="250070" y="50017"/>
                </a:lnTo>
                <a:lnTo>
                  <a:pt x="250649" y="50272"/>
                </a:lnTo>
                <a:lnTo>
                  <a:pt x="251219" y="50543"/>
                </a:lnTo>
                <a:lnTo>
                  <a:pt x="251779" y="50829"/>
                </a:lnTo>
                <a:lnTo>
                  <a:pt x="252331" y="51130"/>
                </a:lnTo>
                <a:lnTo>
                  <a:pt x="252873" y="51447"/>
                </a:lnTo>
                <a:lnTo>
                  <a:pt x="253405" y="51779"/>
                </a:lnTo>
                <a:lnTo>
                  <a:pt x="253929" y="52127"/>
                </a:lnTo>
                <a:lnTo>
                  <a:pt x="254443" y="52490"/>
                </a:lnTo>
                <a:lnTo>
                  <a:pt x="254942" y="52872"/>
                </a:lnTo>
                <a:lnTo>
                  <a:pt x="255420" y="53276"/>
                </a:lnTo>
                <a:lnTo>
                  <a:pt x="255877" y="53702"/>
                </a:lnTo>
                <a:lnTo>
                  <a:pt x="256312" y="54150"/>
                </a:lnTo>
                <a:lnTo>
                  <a:pt x="256726" y="54619"/>
                </a:lnTo>
                <a:lnTo>
                  <a:pt x="257119" y="55111"/>
                </a:lnTo>
                <a:lnTo>
                  <a:pt x="257491" y="55624"/>
                </a:lnTo>
                <a:lnTo>
                  <a:pt x="257841" y="56160"/>
                </a:lnTo>
                <a:lnTo>
                  <a:pt x="258170" y="56717"/>
                </a:lnTo>
                <a:lnTo>
                  <a:pt x="258478" y="57296"/>
                </a:lnTo>
                <a:lnTo>
                  <a:pt x="258765" y="57898"/>
                </a:lnTo>
                <a:lnTo>
                  <a:pt x="259030" y="58521"/>
                </a:lnTo>
                <a:lnTo>
                  <a:pt x="259274" y="59166"/>
                </a:lnTo>
                <a:lnTo>
                  <a:pt x="259497" y="59833"/>
                </a:lnTo>
                <a:lnTo>
                  <a:pt x="259699" y="60522"/>
                </a:lnTo>
                <a:lnTo>
                  <a:pt x="259880" y="61233"/>
                </a:lnTo>
                <a:lnTo>
                  <a:pt x="260039" y="61965"/>
                </a:lnTo>
                <a:lnTo>
                  <a:pt x="260177" y="62720"/>
                </a:lnTo>
                <a:lnTo>
                  <a:pt x="260294" y="63497"/>
                </a:lnTo>
                <a:lnTo>
                  <a:pt x="260389" y="64295"/>
                </a:lnTo>
                <a:lnTo>
                  <a:pt x="260464" y="65116"/>
                </a:lnTo>
                <a:lnTo>
                  <a:pt x="260517" y="65958"/>
                </a:lnTo>
                <a:lnTo>
                  <a:pt x="260549" y="66823"/>
                </a:lnTo>
                <a:lnTo>
                  <a:pt x="260559" y="67709"/>
                </a:lnTo>
                <a:lnTo>
                  <a:pt x="276539" y="67709"/>
                </a:lnTo>
                <a:lnTo>
                  <a:pt x="276534" y="67002"/>
                </a:lnTo>
                <a:lnTo>
                  <a:pt x="276519" y="66304"/>
                </a:lnTo>
                <a:lnTo>
                  <a:pt x="276493" y="65614"/>
                </a:lnTo>
                <a:lnTo>
                  <a:pt x="276457" y="64933"/>
                </a:lnTo>
                <a:lnTo>
                  <a:pt x="276411" y="64260"/>
                </a:lnTo>
                <a:lnTo>
                  <a:pt x="276354" y="63595"/>
                </a:lnTo>
                <a:lnTo>
                  <a:pt x="276288" y="62939"/>
                </a:lnTo>
                <a:lnTo>
                  <a:pt x="276210" y="62292"/>
                </a:lnTo>
                <a:lnTo>
                  <a:pt x="276123" y="61653"/>
                </a:lnTo>
                <a:lnTo>
                  <a:pt x="276026" y="61022"/>
                </a:lnTo>
                <a:lnTo>
                  <a:pt x="275918" y="60400"/>
                </a:lnTo>
                <a:lnTo>
                  <a:pt x="275799" y="59786"/>
                </a:lnTo>
                <a:lnTo>
                  <a:pt x="275671" y="59181"/>
                </a:lnTo>
                <a:lnTo>
                  <a:pt x="275532" y="58584"/>
                </a:lnTo>
                <a:lnTo>
                  <a:pt x="275383" y="57996"/>
                </a:lnTo>
                <a:lnTo>
                  <a:pt x="275224" y="57416"/>
                </a:lnTo>
                <a:lnTo>
                  <a:pt x="275055" y="56845"/>
                </a:lnTo>
                <a:lnTo>
                  <a:pt x="274875" y="56282"/>
                </a:lnTo>
                <a:lnTo>
                  <a:pt x="274685" y="55727"/>
                </a:lnTo>
                <a:lnTo>
                  <a:pt x="274484" y="55181"/>
                </a:lnTo>
                <a:lnTo>
                  <a:pt x="274274" y="54644"/>
                </a:lnTo>
                <a:lnTo>
                  <a:pt x="274053" y="54115"/>
                </a:lnTo>
                <a:lnTo>
                  <a:pt x="273821" y="53594"/>
                </a:lnTo>
                <a:lnTo>
                  <a:pt x="273580" y="53082"/>
                </a:lnTo>
                <a:lnTo>
                  <a:pt x="273330" y="52578"/>
                </a:lnTo>
                <a:lnTo>
                  <a:pt x="273072" y="52082"/>
                </a:lnTo>
                <a:lnTo>
                  <a:pt x="272807" y="51594"/>
                </a:lnTo>
                <a:lnTo>
                  <a:pt x="272535" y="51113"/>
                </a:lnTo>
                <a:lnTo>
                  <a:pt x="272255" y="50640"/>
                </a:lnTo>
                <a:lnTo>
                  <a:pt x="271968" y="50175"/>
                </a:lnTo>
                <a:lnTo>
                  <a:pt x="271673" y="49717"/>
                </a:lnTo>
                <a:lnTo>
                  <a:pt x="271372" y="49268"/>
                </a:lnTo>
                <a:lnTo>
                  <a:pt x="271062" y="48826"/>
                </a:lnTo>
                <a:lnTo>
                  <a:pt x="270746" y="48392"/>
                </a:lnTo>
                <a:lnTo>
                  <a:pt x="270422" y="47965"/>
                </a:lnTo>
                <a:lnTo>
                  <a:pt x="270091" y="47547"/>
                </a:lnTo>
                <a:lnTo>
                  <a:pt x="269752" y="47136"/>
                </a:lnTo>
                <a:lnTo>
                  <a:pt x="269406" y="46733"/>
                </a:lnTo>
                <a:lnTo>
                  <a:pt x="269052" y="46337"/>
                </a:lnTo>
                <a:lnTo>
                  <a:pt x="268692" y="45950"/>
                </a:lnTo>
                <a:lnTo>
                  <a:pt x="268324" y="45570"/>
                </a:lnTo>
                <a:lnTo>
                  <a:pt x="267948" y="45198"/>
                </a:lnTo>
                <a:lnTo>
                  <a:pt x="267565" y="44834"/>
                </a:lnTo>
                <a:lnTo>
                  <a:pt x="267175" y="44477"/>
                </a:lnTo>
                <a:lnTo>
                  <a:pt x="266778" y="44128"/>
                </a:lnTo>
                <a:lnTo>
                  <a:pt x="266373" y="43787"/>
                </a:lnTo>
                <a:lnTo>
                  <a:pt x="265960" y="43454"/>
                </a:lnTo>
                <a:lnTo>
                  <a:pt x="265541" y="43129"/>
                </a:lnTo>
                <a:lnTo>
                  <a:pt x="265115" y="42810"/>
                </a:lnTo>
                <a:lnTo>
                  <a:pt x="264683" y="42499"/>
                </a:lnTo>
                <a:lnTo>
                  <a:pt x="264246" y="42195"/>
                </a:lnTo>
                <a:lnTo>
                  <a:pt x="263803" y="41898"/>
                </a:lnTo>
                <a:lnTo>
                  <a:pt x="263355" y="41607"/>
                </a:lnTo>
                <a:lnTo>
                  <a:pt x="262902" y="41324"/>
                </a:lnTo>
                <a:lnTo>
                  <a:pt x="262443" y="41048"/>
                </a:lnTo>
                <a:lnTo>
                  <a:pt x="261979" y="40780"/>
                </a:lnTo>
                <a:lnTo>
                  <a:pt x="261509" y="40518"/>
                </a:lnTo>
                <a:lnTo>
                  <a:pt x="261033" y="40263"/>
                </a:lnTo>
                <a:lnTo>
                  <a:pt x="260552" y="40015"/>
                </a:lnTo>
                <a:lnTo>
                  <a:pt x="260066" y="39775"/>
                </a:lnTo>
                <a:lnTo>
                  <a:pt x="259574" y="39541"/>
                </a:lnTo>
                <a:lnTo>
                  <a:pt x="259077" y="39315"/>
                </a:lnTo>
                <a:lnTo>
                  <a:pt x="258574" y="39095"/>
                </a:lnTo>
                <a:lnTo>
                  <a:pt x="258066" y="38883"/>
                </a:lnTo>
                <a:lnTo>
                  <a:pt x="257552" y="38677"/>
                </a:lnTo>
                <a:lnTo>
                  <a:pt x="257033" y="38479"/>
                </a:lnTo>
                <a:lnTo>
                  <a:pt x="256508" y="38288"/>
                </a:lnTo>
                <a:lnTo>
                  <a:pt x="255978" y="38104"/>
                </a:lnTo>
                <a:lnTo>
                  <a:pt x="255442" y="37927"/>
                </a:lnTo>
                <a:lnTo>
                  <a:pt x="254901" y="37757"/>
                </a:lnTo>
                <a:lnTo>
                  <a:pt x="254354" y="37594"/>
                </a:lnTo>
                <a:lnTo>
                  <a:pt x="253802" y="37438"/>
                </a:lnTo>
                <a:lnTo>
                  <a:pt x="253246" y="37289"/>
                </a:lnTo>
                <a:lnTo>
                  <a:pt x="252686" y="37146"/>
                </a:lnTo>
                <a:lnTo>
                  <a:pt x="252123" y="37010"/>
                </a:lnTo>
                <a:lnTo>
                  <a:pt x="251557" y="36880"/>
                </a:lnTo>
                <a:lnTo>
                  <a:pt x="250987" y="36756"/>
                </a:lnTo>
                <a:lnTo>
                  <a:pt x="250414" y="36638"/>
                </a:lnTo>
                <a:lnTo>
                  <a:pt x="249838" y="36527"/>
                </a:lnTo>
                <a:lnTo>
                  <a:pt x="249259" y="36423"/>
                </a:lnTo>
                <a:lnTo>
                  <a:pt x="248677" y="36324"/>
                </a:lnTo>
                <a:lnTo>
                  <a:pt x="248091" y="36232"/>
                </a:lnTo>
                <a:lnTo>
                  <a:pt x="247502" y="36146"/>
                </a:lnTo>
                <a:lnTo>
                  <a:pt x="246909" y="36067"/>
                </a:lnTo>
                <a:lnTo>
                  <a:pt x="246314" y="35994"/>
                </a:lnTo>
                <a:lnTo>
                  <a:pt x="245715" y="35927"/>
                </a:lnTo>
                <a:lnTo>
                  <a:pt x="245113" y="35867"/>
                </a:lnTo>
                <a:lnTo>
                  <a:pt x="244508" y="35813"/>
                </a:lnTo>
                <a:lnTo>
                  <a:pt x="243899" y="35766"/>
                </a:lnTo>
                <a:lnTo>
                  <a:pt x="243287" y="35724"/>
                </a:lnTo>
                <a:lnTo>
                  <a:pt x="242672" y="35689"/>
                </a:lnTo>
                <a:lnTo>
                  <a:pt x="242054" y="35661"/>
                </a:lnTo>
                <a:lnTo>
                  <a:pt x="241432" y="35639"/>
                </a:lnTo>
                <a:lnTo>
                  <a:pt x="240808" y="35623"/>
                </a:lnTo>
                <a:lnTo>
                  <a:pt x="240180" y="35613"/>
                </a:lnTo>
                <a:lnTo>
                  <a:pt x="239548" y="35610"/>
                </a:lnTo>
                <a:lnTo>
                  <a:pt x="238909" y="35613"/>
                </a:lnTo>
                <a:lnTo>
                  <a:pt x="238273" y="35622"/>
                </a:lnTo>
                <a:lnTo>
                  <a:pt x="237642" y="35636"/>
                </a:lnTo>
                <a:lnTo>
                  <a:pt x="237014" y="35657"/>
                </a:lnTo>
                <a:lnTo>
                  <a:pt x="236389" y="35683"/>
                </a:lnTo>
                <a:lnTo>
                  <a:pt x="235769" y="35715"/>
                </a:lnTo>
                <a:lnTo>
                  <a:pt x="235152" y="35753"/>
                </a:lnTo>
                <a:lnTo>
                  <a:pt x="234539" y="35796"/>
                </a:lnTo>
                <a:lnTo>
                  <a:pt x="233930" y="35846"/>
                </a:lnTo>
                <a:lnTo>
                  <a:pt x="233325" y="35901"/>
                </a:lnTo>
                <a:lnTo>
                  <a:pt x="232723" y="35962"/>
                </a:lnTo>
                <a:lnTo>
                  <a:pt x="232125" y="36029"/>
                </a:lnTo>
                <a:lnTo>
                  <a:pt x="231531" y="36102"/>
                </a:lnTo>
                <a:lnTo>
                  <a:pt x="230941" y="36181"/>
                </a:lnTo>
                <a:lnTo>
                  <a:pt x="230354" y="36265"/>
                </a:lnTo>
                <a:lnTo>
                  <a:pt x="229772" y="36355"/>
                </a:lnTo>
                <a:lnTo>
                  <a:pt x="229193" y="36451"/>
                </a:lnTo>
                <a:lnTo>
                  <a:pt x="228617" y="36553"/>
                </a:lnTo>
                <a:lnTo>
                  <a:pt x="228046" y="36661"/>
                </a:lnTo>
                <a:lnTo>
                  <a:pt x="227478" y="36775"/>
                </a:lnTo>
                <a:lnTo>
                  <a:pt x="226914" y="36894"/>
                </a:lnTo>
                <a:lnTo>
                  <a:pt x="226354" y="37019"/>
                </a:lnTo>
                <a:lnTo>
                  <a:pt x="225798" y="37150"/>
                </a:lnTo>
                <a:lnTo>
                  <a:pt x="225245" y="37287"/>
                </a:lnTo>
                <a:lnTo>
                  <a:pt x="224697" y="37429"/>
                </a:lnTo>
                <a:lnTo>
                  <a:pt x="224155" y="37578"/>
                </a:lnTo>
                <a:lnTo>
                  <a:pt x="223620" y="37732"/>
                </a:lnTo>
                <a:lnTo>
                  <a:pt x="223090" y="37892"/>
                </a:lnTo>
                <a:lnTo>
                  <a:pt x="222566" y="38057"/>
                </a:lnTo>
                <a:lnTo>
                  <a:pt x="222048" y="38229"/>
                </a:lnTo>
                <a:lnTo>
                  <a:pt x="221537" y="38406"/>
                </a:lnTo>
                <a:lnTo>
                  <a:pt x="221031" y="38590"/>
                </a:lnTo>
                <a:lnTo>
                  <a:pt x="220531" y="38779"/>
                </a:lnTo>
                <a:lnTo>
                  <a:pt x="220037" y="38974"/>
                </a:lnTo>
                <a:lnTo>
                  <a:pt x="219549" y="39174"/>
                </a:lnTo>
                <a:lnTo>
                  <a:pt x="219067" y="39381"/>
                </a:lnTo>
                <a:lnTo>
                  <a:pt x="218592" y="39593"/>
                </a:lnTo>
                <a:lnTo>
                  <a:pt x="218122" y="39811"/>
                </a:lnTo>
                <a:lnTo>
                  <a:pt x="217658" y="40036"/>
                </a:lnTo>
                <a:lnTo>
                  <a:pt x="217200" y="40265"/>
                </a:lnTo>
                <a:lnTo>
                  <a:pt x="216748" y="40501"/>
                </a:lnTo>
                <a:lnTo>
                  <a:pt x="216302" y="40743"/>
                </a:lnTo>
                <a:lnTo>
                  <a:pt x="215863" y="40990"/>
                </a:lnTo>
                <a:lnTo>
                  <a:pt x="215429" y="41243"/>
                </a:lnTo>
                <a:lnTo>
                  <a:pt x="215001" y="41502"/>
                </a:lnTo>
                <a:lnTo>
                  <a:pt x="214579" y="41767"/>
                </a:lnTo>
                <a:lnTo>
                  <a:pt x="214163" y="42038"/>
                </a:lnTo>
                <a:lnTo>
                  <a:pt x="213753" y="42315"/>
                </a:lnTo>
                <a:lnTo>
                  <a:pt x="213350" y="42597"/>
                </a:lnTo>
                <a:lnTo>
                  <a:pt x="212954" y="42885"/>
                </a:lnTo>
                <a:lnTo>
                  <a:pt x="212566" y="43179"/>
                </a:lnTo>
                <a:lnTo>
                  <a:pt x="212186" y="43478"/>
                </a:lnTo>
                <a:lnTo>
                  <a:pt x="211813" y="43784"/>
                </a:lnTo>
                <a:lnTo>
                  <a:pt x="211447" y="44095"/>
                </a:lnTo>
                <a:lnTo>
                  <a:pt x="211089" y="44412"/>
                </a:lnTo>
                <a:lnTo>
                  <a:pt x="210739" y="44735"/>
                </a:lnTo>
                <a:lnTo>
                  <a:pt x="210396" y="45064"/>
                </a:lnTo>
                <a:lnTo>
                  <a:pt x="210061" y="45398"/>
                </a:lnTo>
                <a:lnTo>
                  <a:pt x="209733" y="45739"/>
                </a:lnTo>
                <a:lnTo>
                  <a:pt x="209413" y="46085"/>
                </a:lnTo>
                <a:lnTo>
                  <a:pt x="209100" y="46437"/>
                </a:lnTo>
                <a:lnTo>
                  <a:pt x="208795" y="46795"/>
                </a:lnTo>
                <a:lnTo>
                  <a:pt x="208497" y="47158"/>
                </a:lnTo>
                <a:lnTo>
                  <a:pt x="208207" y="47528"/>
                </a:lnTo>
                <a:lnTo>
                  <a:pt x="207925" y="47903"/>
                </a:lnTo>
                <a:lnTo>
                  <a:pt x="207650" y="48284"/>
                </a:lnTo>
                <a:lnTo>
                  <a:pt x="207382" y="48671"/>
                </a:lnTo>
                <a:lnTo>
                  <a:pt x="207122" y="49064"/>
                </a:lnTo>
                <a:lnTo>
                  <a:pt x="206870" y="49462"/>
                </a:lnTo>
                <a:lnTo>
                  <a:pt x="206625" y="49867"/>
                </a:lnTo>
                <a:lnTo>
                  <a:pt x="206387" y="50277"/>
                </a:lnTo>
                <a:lnTo>
                  <a:pt x="206158" y="50693"/>
                </a:lnTo>
                <a:lnTo>
                  <a:pt x="205936" y="51115"/>
                </a:lnTo>
                <a:lnTo>
                  <a:pt x="205724" y="51542"/>
                </a:lnTo>
                <a:lnTo>
                  <a:pt x="205522" y="51975"/>
                </a:lnTo>
                <a:lnTo>
                  <a:pt x="205329" y="52413"/>
                </a:lnTo>
                <a:lnTo>
                  <a:pt x="205145" y="52856"/>
                </a:lnTo>
                <a:lnTo>
                  <a:pt x="204971" y="53305"/>
                </a:lnTo>
                <a:lnTo>
                  <a:pt x="204806" y="53760"/>
                </a:lnTo>
                <a:lnTo>
                  <a:pt x="204651" y="54220"/>
                </a:lnTo>
                <a:lnTo>
                  <a:pt x="204505" y="54685"/>
                </a:lnTo>
                <a:lnTo>
                  <a:pt x="204368" y="55156"/>
                </a:lnTo>
                <a:lnTo>
                  <a:pt x="204241" y="55633"/>
                </a:lnTo>
                <a:lnTo>
                  <a:pt x="204123" y="56115"/>
                </a:lnTo>
                <a:lnTo>
                  <a:pt x="204015" y="56602"/>
                </a:lnTo>
                <a:lnTo>
                  <a:pt x="203916" y="57095"/>
                </a:lnTo>
                <a:lnTo>
                  <a:pt x="203826" y="57593"/>
                </a:lnTo>
                <a:lnTo>
                  <a:pt x="203746" y="58097"/>
                </a:lnTo>
                <a:lnTo>
                  <a:pt x="203676" y="58606"/>
                </a:lnTo>
                <a:lnTo>
                  <a:pt x="203614" y="59121"/>
                </a:lnTo>
                <a:lnTo>
                  <a:pt x="203563" y="59641"/>
                </a:lnTo>
                <a:lnTo>
                  <a:pt x="203520" y="60167"/>
                </a:lnTo>
                <a:lnTo>
                  <a:pt x="203487" y="60698"/>
                </a:lnTo>
                <a:lnTo>
                  <a:pt x="203464" y="61234"/>
                </a:lnTo>
                <a:lnTo>
                  <a:pt x="203450" y="61776"/>
                </a:lnTo>
                <a:lnTo>
                  <a:pt x="203445" y="62324"/>
                </a:lnTo>
                <a:lnTo>
                  <a:pt x="203452" y="63021"/>
                </a:lnTo>
                <a:lnTo>
                  <a:pt x="203472" y="63709"/>
                </a:lnTo>
                <a:lnTo>
                  <a:pt x="203505" y="64386"/>
                </a:lnTo>
                <a:lnTo>
                  <a:pt x="203552" y="65054"/>
                </a:lnTo>
                <a:lnTo>
                  <a:pt x="203612" y="65711"/>
                </a:lnTo>
                <a:lnTo>
                  <a:pt x="203685" y="66358"/>
                </a:lnTo>
                <a:lnTo>
                  <a:pt x="203772" y="66996"/>
                </a:lnTo>
                <a:lnTo>
                  <a:pt x="203872" y="67623"/>
                </a:lnTo>
                <a:lnTo>
                  <a:pt x="203986" y="68240"/>
                </a:lnTo>
                <a:lnTo>
                  <a:pt x="204113" y="68847"/>
                </a:lnTo>
                <a:lnTo>
                  <a:pt x="204253" y="69444"/>
                </a:lnTo>
                <a:lnTo>
                  <a:pt x="204407" y="70031"/>
                </a:lnTo>
                <a:lnTo>
                  <a:pt x="204574" y="70608"/>
                </a:lnTo>
                <a:lnTo>
                  <a:pt x="204754" y="71175"/>
                </a:lnTo>
                <a:lnTo>
                  <a:pt x="204948" y="71732"/>
                </a:lnTo>
                <a:lnTo>
                  <a:pt x="205155" y="72279"/>
                </a:lnTo>
                <a:lnTo>
                  <a:pt x="205375" y="72815"/>
                </a:lnTo>
                <a:lnTo>
                  <a:pt x="205609" y="73342"/>
                </a:lnTo>
                <a:lnTo>
                  <a:pt x="205856" y="73859"/>
                </a:lnTo>
                <a:lnTo>
                  <a:pt x="206117" y="74365"/>
                </a:lnTo>
                <a:lnTo>
                  <a:pt x="206390" y="74862"/>
                </a:lnTo>
                <a:lnTo>
                  <a:pt x="206678" y="75348"/>
                </a:lnTo>
                <a:lnTo>
                  <a:pt x="206978" y="75825"/>
                </a:lnTo>
                <a:lnTo>
                  <a:pt x="207292" y="76291"/>
                </a:lnTo>
                <a:lnTo>
                  <a:pt x="207619" y="76749"/>
                </a:lnTo>
                <a:lnTo>
                  <a:pt x="207960" y="77200"/>
                </a:lnTo>
                <a:lnTo>
                  <a:pt x="208314" y="77645"/>
                </a:lnTo>
                <a:lnTo>
                  <a:pt x="208681" y="78083"/>
                </a:lnTo>
                <a:lnTo>
                  <a:pt x="209062" y="78514"/>
                </a:lnTo>
                <a:lnTo>
                  <a:pt x="209456" y="78939"/>
                </a:lnTo>
                <a:lnTo>
                  <a:pt x="209863" y="79356"/>
                </a:lnTo>
                <a:lnTo>
                  <a:pt x="210284" y="79767"/>
                </a:lnTo>
                <a:lnTo>
                  <a:pt x="210718" y="80172"/>
                </a:lnTo>
                <a:lnTo>
                  <a:pt x="211166" y="80570"/>
                </a:lnTo>
                <a:lnTo>
                  <a:pt x="211627" y="80961"/>
                </a:lnTo>
                <a:lnTo>
                  <a:pt x="212101" y="81345"/>
                </a:lnTo>
                <a:lnTo>
                  <a:pt x="212588" y="81723"/>
                </a:lnTo>
                <a:lnTo>
                  <a:pt x="213089" y="82093"/>
                </a:lnTo>
                <a:lnTo>
                  <a:pt x="213604" y="82458"/>
                </a:lnTo>
                <a:lnTo>
                  <a:pt x="214131" y="82815"/>
                </a:lnTo>
                <a:lnTo>
                  <a:pt x="214672" y="83166"/>
                </a:lnTo>
                <a:lnTo>
                  <a:pt x="215227" y="83510"/>
                </a:lnTo>
                <a:lnTo>
                  <a:pt x="215794" y="83847"/>
                </a:lnTo>
                <a:lnTo>
                  <a:pt x="216375" y="84178"/>
                </a:lnTo>
                <a:lnTo>
                  <a:pt x="216970" y="84502"/>
                </a:lnTo>
                <a:lnTo>
                  <a:pt x="217578" y="84819"/>
                </a:lnTo>
                <a:lnTo>
                  <a:pt x="218199" y="85130"/>
                </a:lnTo>
                <a:lnTo>
                  <a:pt x="218833" y="85434"/>
                </a:lnTo>
                <a:lnTo>
                  <a:pt x="219481" y="85733"/>
                </a:lnTo>
                <a:lnTo>
                  <a:pt x="220140" y="86029"/>
                </a:lnTo>
                <a:lnTo>
                  <a:pt x="220812" y="86321"/>
                </a:lnTo>
                <a:lnTo>
                  <a:pt x="221497" y="86611"/>
                </a:lnTo>
                <a:lnTo>
                  <a:pt x="222193" y="86898"/>
                </a:lnTo>
                <a:lnTo>
                  <a:pt x="222902" y="87182"/>
                </a:lnTo>
                <a:lnTo>
                  <a:pt x="223624" y="87463"/>
                </a:lnTo>
                <a:lnTo>
                  <a:pt x="224357" y="87741"/>
                </a:lnTo>
                <a:lnTo>
                  <a:pt x="225103" y="88016"/>
                </a:lnTo>
                <a:lnTo>
                  <a:pt x="225862" y="88288"/>
                </a:lnTo>
                <a:lnTo>
                  <a:pt x="226632" y="88557"/>
                </a:lnTo>
                <a:lnTo>
                  <a:pt x="227415" y="88823"/>
                </a:lnTo>
                <a:lnTo>
                  <a:pt x="228210" y="89085"/>
                </a:lnTo>
                <a:lnTo>
                  <a:pt x="229018" y="89345"/>
                </a:lnTo>
                <a:lnTo>
                  <a:pt x="229838" y="89602"/>
                </a:lnTo>
                <a:lnTo>
                  <a:pt x="230670" y="89856"/>
                </a:lnTo>
                <a:lnTo>
                  <a:pt x="231515" y="90107"/>
                </a:lnTo>
                <a:lnTo>
                  <a:pt x="232372" y="90356"/>
                </a:lnTo>
                <a:lnTo>
                  <a:pt x="233241" y="90601"/>
                </a:lnTo>
                <a:lnTo>
                  <a:pt x="234123" y="90843"/>
                </a:lnTo>
                <a:lnTo>
                  <a:pt x="235017" y="91082"/>
                </a:lnTo>
                <a:lnTo>
                  <a:pt x="235923" y="91318"/>
                </a:lnTo>
                <a:lnTo>
                  <a:pt x="236842" y="91551"/>
                </a:lnTo>
                <a:lnTo>
                  <a:pt x="237773" y="91781"/>
                </a:lnTo>
                <a:lnTo>
                  <a:pt x="238909" y="92061"/>
                </a:lnTo>
                <a:lnTo>
                  <a:pt x="240016" y="92341"/>
                </a:lnTo>
                <a:lnTo>
                  <a:pt x="241095" y="92622"/>
                </a:lnTo>
                <a:lnTo>
                  <a:pt x="242144" y="92904"/>
                </a:lnTo>
                <a:lnTo>
                  <a:pt x="243165" y="93186"/>
                </a:lnTo>
                <a:lnTo>
                  <a:pt x="244157" y="93469"/>
                </a:lnTo>
                <a:lnTo>
                  <a:pt x="245119" y="93753"/>
                </a:lnTo>
                <a:lnTo>
                  <a:pt x="246053" y="94038"/>
                </a:lnTo>
                <a:lnTo>
                  <a:pt x="246958" y="94323"/>
                </a:lnTo>
                <a:lnTo>
                  <a:pt x="247834" y="94609"/>
                </a:lnTo>
                <a:lnTo>
                  <a:pt x="248681" y="94896"/>
                </a:lnTo>
                <a:lnTo>
                  <a:pt x="249499" y="95183"/>
                </a:lnTo>
                <a:lnTo>
                  <a:pt x="250288" y="95472"/>
                </a:lnTo>
                <a:lnTo>
                  <a:pt x="251048" y="95761"/>
                </a:lnTo>
                <a:lnTo>
                  <a:pt x="251779" y="96050"/>
                </a:lnTo>
                <a:lnTo>
                  <a:pt x="252481" y="96341"/>
                </a:lnTo>
                <a:lnTo>
                  <a:pt x="253155" y="96632"/>
                </a:lnTo>
                <a:lnTo>
                  <a:pt x="253799" y="96923"/>
                </a:lnTo>
                <a:lnTo>
                  <a:pt x="254414" y="97216"/>
                </a:lnTo>
                <a:lnTo>
                  <a:pt x="255001" y="97509"/>
                </a:lnTo>
                <a:lnTo>
                  <a:pt x="255558" y="97803"/>
                </a:lnTo>
                <a:lnTo>
                  <a:pt x="256087" y="98098"/>
                </a:lnTo>
                <a:lnTo>
                  <a:pt x="256587" y="98393"/>
                </a:lnTo>
                <a:lnTo>
                  <a:pt x="257057" y="98689"/>
                </a:lnTo>
                <a:lnTo>
                  <a:pt x="257504" y="98992"/>
                </a:lnTo>
                <a:lnTo>
                  <a:pt x="257932" y="99308"/>
                </a:lnTo>
                <a:lnTo>
                  <a:pt x="258340" y="99636"/>
                </a:lnTo>
                <a:lnTo>
                  <a:pt x="258730" y="99978"/>
                </a:lnTo>
                <a:lnTo>
                  <a:pt x="259101" y="100333"/>
                </a:lnTo>
                <a:lnTo>
                  <a:pt x="259453" y="100701"/>
                </a:lnTo>
                <a:lnTo>
                  <a:pt x="259785" y="101082"/>
                </a:lnTo>
                <a:lnTo>
                  <a:pt x="260099" y="101476"/>
                </a:lnTo>
                <a:lnTo>
                  <a:pt x="260393" y="101884"/>
                </a:lnTo>
                <a:lnTo>
                  <a:pt x="260669" y="102304"/>
                </a:lnTo>
                <a:lnTo>
                  <a:pt x="260926" y="102737"/>
                </a:lnTo>
                <a:lnTo>
                  <a:pt x="261163" y="103184"/>
                </a:lnTo>
                <a:lnTo>
                  <a:pt x="261382" y="103643"/>
                </a:lnTo>
                <a:lnTo>
                  <a:pt x="261582" y="104115"/>
                </a:lnTo>
                <a:lnTo>
                  <a:pt x="261762" y="104601"/>
                </a:lnTo>
                <a:lnTo>
                  <a:pt x="261924" y="105100"/>
                </a:lnTo>
                <a:lnTo>
                  <a:pt x="262066" y="105611"/>
                </a:lnTo>
                <a:lnTo>
                  <a:pt x="262190" y="106136"/>
                </a:lnTo>
                <a:lnTo>
                  <a:pt x="262294" y="106674"/>
                </a:lnTo>
                <a:lnTo>
                  <a:pt x="262380" y="107224"/>
                </a:lnTo>
                <a:lnTo>
                  <a:pt x="262446" y="107788"/>
                </a:lnTo>
                <a:lnTo>
                  <a:pt x="262494" y="108365"/>
                </a:lnTo>
                <a:lnTo>
                  <a:pt x="262523" y="108955"/>
                </a:lnTo>
                <a:lnTo>
                  <a:pt x="262532" y="109558"/>
                </a:lnTo>
                <a:lnTo>
                  <a:pt x="262521" y="110277"/>
                </a:lnTo>
                <a:lnTo>
                  <a:pt x="262490" y="110979"/>
                </a:lnTo>
                <a:lnTo>
                  <a:pt x="262437" y="111663"/>
                </a:lnTo>
                <a:lnTo>
                  <a:pt x="262363" y="112330"/>
                </a:lnTo>
                <a:lnTo>
                  <a:pt x="262269" y="112980"/>
                </a:lnTo>
                <a:lnTo>
                  <a:pt x="262153" y="113613"/>
                </a:lnTo>
                <a:lnTo>
                  <a:pt x="262016" y="114229"/>
                </a:lnTo>
                <a:lnTo>
                  <a:pt x="261858" y="114828"/>
                </a:lnTo>
                <a:lnTo>
                  <a:pt x="261679" y="115409"/>
                </a:lnTo>
                <a:lnTo>
                  <a:pt x="261479" y="115974"/>
                </a:lnTo>
                <a:lnTo>
                  <a:pt x="261258" y="116521"/>
                </a:lnTo>
                <a:lnTo>
                  <a:pt x="261015" y="117051"/>
                </a:lnTo>
                <a:lnTo>
                  <a:pt x="260752" y="117564"/>
                </a:lnTo>
                <a:lnTo>
                  <a:pt x="260468" y="118060"/>
                </a:lnTo>
                <a:lnTo>
                  <a:pt x="260162" y="118539"/>
                </a:lnTo>
                <a:lnTo>
                  <a:pt x="259836" y="119001"/>
                </a:lnTo>
                <a:lnTo>
                  <a:pt x="259488" y="119445"/>
                </a:lnTo>
                <a:lnTo>
                  <a:pt x="259120" y="119872"/>
                </a:lnTo>
                <a:lnTo>
                  <a:pt x="258730" y="120283"/>
                </a:lnTo>
                <a:lnTo>
                  <a:pt x="258319" y="120676"/>
                </a:lnTo>
                <a:lnTo>
                  <a:pt x="257887" y="121052"/>
                </a:lnTo>
                <a:lnTo>
                  <a:pt x="257434" y="121411"/>
                </a:lnTo>
                <a:lnTo>
                  <a:pt x="256960" y="121752"/>
                </a:lnTo>
                <a:lnTo>
                  <a:pt x="256465" y="122077"/>
                </a:lnTo>
                <a:lnTo>
                  <a:pt x="255954" y="122386"/>
                </a:lnTo>
                <a:lnTo>
                  <a:pt x="255431" y="122682"/>
                </a:lnTo>
                <a:lnTo>
                  <a:pt x="254897" y="122965"/>
                </a:lnTo>
                <a:lnTo>
                  <a:pt x="254352" y="123235"/>
                </a:lnTo>
                <a:lnTo>
                  <a:pt x="253794" y="123492"/>
                </a:lnTo>
                <a:lnTo>
                  <a:pt x="253226" y="123736"/>
                </a:lnTo>
                <a:lnTo>
                  <a:pt x="252646" y="123966"/>
                </a:lnTo>
                <a:lnTo>
                  <a:pt x="252054" y="124183"/>
                </a:lnTo>
                <a:lnTo>
                  <a:pt x="251451" y="124387"/>
                </a:lnTo>
                <a:lnTo>
                  <a:pt x="250836" y="124578"/>
                </a:lnTo>
                <a:lnTo>
                  <a:pt x="250210" y="124756"/>
                </a:lnTo>
                <a:lnTo>
                  <a:pt x="249573" y="124920"/>
                </a:lnTo>
                <a:lnTo>
                  <a:pt x="248924" y="125072"/>
                </a:lnTo>
                <a:lnTo>
                  <a:pt x="248263" y="125210"/>
                </a:lnTo>
                <a:lnTo>
                  <a:pt x="247591" y="125335"/>
                </a:lnTo>
                <a:lnTo>
                  <a:pt x="246908" y="125447"/>
                </a:lnTo>
                <a:lnTo>
                  <a:pt x="246213" y="125546"/>
                </a:lnTo>
                <a:lnTo>
                  <a:pt x="245507" y="125631"/>
                </a:lnTo>
                <a:lnTo>
                  <a:pt x="244789" y="125704"/>
                </a:lnTo>
                <a:lnTo>
                  <a:pt x="244060" y="125763"/>
                </a:lnTo>
                <a:lnTo>
                  <a:pt x="243319" y="125809"/>
                </a:lnTo>
                <a:lnTo>
                  <a:pt x="242567" y="125842"/>
                </a:lnTo>
                <a:lnTo>
                  <a:pt x="241803" y="125862"/>
                </a:lnTo>
                <a:lnTo>
                  <a:pt x="241028" y="125868"/>
                </a:lnTo>
                <a:lnTo>
                  <a:pt x="240163" y="125860"/>
                </a:lnTo>
                <a:lnTo>
                  <a:pt x="239309" y="125835"/>
                </a:lnTo>
                <a:lnTo>
                  <a:pt x="238469" y="125793"/>
                </a:lnTo>
                <a:lnTo>
                  <a:pt x="237640" y="125735"/>
                </a:lnTo>
                <a:lnTo>
                  <a:pt x="236823" y="125660"/>
                </a:lnTo>
                <a:lnTo>
                  <a:pt x="236019" y="125568"/>
                </a:lnTo>
                <a:lnTo>
                  <a:pt x="235226" y="125459"/>
                </a:lnTo>
                <a:lnTo>
                  <a:pt x="234446" y="125334"/>
                </a:lnTo>
                <a:lnTo>
                  <a:pt x="233678" y="125192"/>
                </a:lnTo>
                <a:lnTo>
                  <a:pt x="232922" y="125034"/>
                </a:lnTo>
                <a:lnTo>
                  <a:pt x="232179" y="124859"/>
                </a:lnTo>
                <a:lnTo>
                  <a:pt x="231447" y="124667"/>
                </a:lnTo>
                <a:lnTo>
                  <a:pt x="230728" y="124458"/>
                </a:lnTo>
                <a:lnTo>
                  <a:pt x="230021" y="124233"/>
                </a:lnTo>
                <a:lnTo>
                  <a:pt x="229326" y="123991"/>
                </a:lnTo>
                <a:lnTo>
                  <a:pt x="228643" y="123732"/>
                </a:lnTo>
                <a:lnTo>
                  <a:pt x="227972" y="123457"/>
                </a:lnTo>
                <a:lnTo>
                  <a:pt x="227313" y="123165"/>
                </a:lnTo>
                <a:lnTo>
                  <a:pt x="226667" y="122856"/>
                </a:lnTo>
                <a:lnTo>
                  <a:pt x="226033" y="122531"/>
                </a:lnTo>
                <a:lnTo>
                  <a:pt x="225411" y="122189"/>
                </a:lnTo>
                <a:lnTo>
                  <a:pt x="224801" y="121830"/>
                </a:lnTo>
                <a:lnTo>
                  <a:pt x="224203" y="121455"/>
                </a:lnTo>
                <a:lnTo>
                  <a:pt x="223617" y="121063"/>
                </a:lnTo>
                <a:lnTo>
                  <a:pt x="223050" y="120650"/>
                </a:lnTo>
                <a:lnTo>
                  <a:pt x="222507" y="120213"/>
                </a:lnTo>
                <a:lnTo>
                  <a:pt x="221987" y="119752"/>
                </a:lnTo>
                <a:lnTo>
                  <a:pt x="221492" y="119267"/>
                </a:lnTo>
                <a:lnTo>
                  <a:pt x="221022" y="118758"/>
                </a:lnTo>
                <a:lnTo>
                  <a:pt x="220575" y="118224"/>
                </a:lnTo>
                <a:lnTo>
                  <a:pt x="220152" y="117666"/>
                </a:lnTo>
                <a:lnTo>
                  <a:pt x="219754" y="117084"/>
                </a:lnTo>
                <a:lnTo>
                  <a:pt x="219380" y="116478"/>
                </a:lnTo>
                <a:lnTo>
                  <a:pt x="219029" y="115847"/>
                </a:lnTo>
                <a:lnTo>
                  <a:pt x="218703" y="115192"/>
                </a:lnTo>
                <a:lnTo>
                  <a:pt x="218402" y="114514"/>
                </a:lnTo>
                <a:lnTo>
                  <a:pt x="218124" y="113810"/>
                </a:lnTo>
                <a:lnTo>
                  <a:pt x="217870" y="113083"/>
                </a:lnTo>
                <a:lnTo>
                  <a:pt x="217641" y="112332"/>
                </a:lnTo>
                <a:lnTo>
                  <a:pt x="217436" y="111556"/>
                </a:lnTo>
                <a:lnTo>
                  <a:pt x="217255" y="110756"/>
                </a:lnTo>
                <a:lnTo>
                  <a:pt x="217098" y="109932"/>
                </a:lnTo>
                <a:lnTo>
                  <a:pt x="216965" y="109083"/>
                </a:lnTo>
                <a:lnTo>
                  <a:pt x="216856" y="108211"/>
                </a:lnTo>
                <a:lnTo>
                  <a:pt x="216772" y="107314"/>
                </a:lnTo>
                <a:lnTo>
                  <a:pt x="216711" y="106393"/>
                </a:lnTo>
                <a:lnTo>
                  <a:pt x="216675" y="105448"/>
                </a:lnTo>
                <a:lnTo>
                  <a:pt x="216663" y="104478"/>
                </a:lnTo>
                <a:lnTo>
                  <a:pt x="200782" y="104478"/>
                </a:lnTo>
                <a:lnTo>
                  <a:pt x="200787" y="105235"/>
                </a:lnTo>
                <a:lnTo>
                  <a:pt x="200803" y="105983"/>
                </a:lnTo>
                <a:lnTo>
                  <a:pt x="200830" y="106722"/>
                </a:lnTo>
                <a:lnTo>
                  <a:pt x="200868" y="107451"/>
                </a:lnTo>
                <a:lnTo>
                  <a:pt x="200916" y="108171"/>
                </a:lnTo>
                <a:lnTo>
                  <a:pt x="200976" y="108881"/>
                </a:lnTo>
                <a:lnTo>
                  <a:pt x="201046" y="109583"/>
                </a:lnTo>
                <a:lnTo>
                  <a:pt x="201127" y="110275"/>
                </a:lnTo>
                <a:lnTo>
                  <a:pt x="201219" y="110957"/>
                </a:lnTo>
                <a:lnTo>
                  <a:pt x="201321" y="111630"/>
                </a:lnTo>
                <a:lnTo>
                  <a:pt x="201434" y="112294"/>
                </a:lnTo>
                <a:lnTo>
                  <a:pt x="201558" y="112948"/>
                </a:lnTo>
                <a:lnTo>
                  <a:pt x="201693" y="113594"/>
                </a:lnTo>
                <a:lnTo>
                  <a:pt x="201839" y="114229"/>
                </a:lnTo>
                <a:lnTo>
                  <a:pt x="201995" y="114856"/>
                </a:lnTo>
                <a:lnTo>
                  <a:pt x="202163" y="115473"/>
                </a:lnTo>
                <a:lnTo>
                  <a:pt x="202341" y="116081"/>
                </a:lnTo>
                <a:lnTo>
                  <a:pt x="202529" y="116679"/>
                </a:lnTo>
                <a:lnTo>
                  <a:pt x="202729" y="117268"/>
                </a:lnTo>
                <a:lnTo>
                  <a:pt x="202939" y="117848"/>
                </a:lnTo>
                <a:lnTo>
                  <a:pt x="203161" y="118418"/>
                </a:lnTo>
                <a:lnTo>
                  <a:pt x="203393" y="118979"/>
                </a:lnTo>
                <a:lnTo>
                  <a:pt x="203635" y="119531"/>
                </a:lnTo>
                <a:lnTo>
                  <a:pt x="203889" y="120073"/>
                </a:lnTo>
                <a:lnTo>
                  <a:pt x="204152" y="120606"/>
                </a:lnTo>
                <a:lnTo>
                  <a:pt x="204423" y="121131"/>
                </a:lnTo>
                <a:lnTo>
                  <a:pt x="204703" y="121646"/>
                </a:lnTo>
                <a:lnTo>
                  <a:pt x="204992" y="122154"/>
                </a:lnTo>
                <a:lnTo>
                  <a:pt x="205288" y="122652"/>
                </a:lnTo>
                <a:lnTo>
                  <a:pt x="205594" y="123142"/>
                </a:lnTo>
                <a:lnTo>
                  <a:pt x="205907" y="123623"/>
                </a:lnTo>
                <a:lnTo>
                  <a:pt x="206229" y="124096"/>
                </a:lnTo>
                <a:lnTo>
                  <a:pt x="206559" y="124560"/>
                </a:lnTo>
                <a:lnTo>
                  <a:pt x="206898" y="125015"/>
                </a:lnTo>
                <a:lnTo>
                  <a:pt x="207245" y="125462"/>
                </a:lnTo>
                <a:lnTo>
                  <a:pt x="207600" y="125900"/>
                </a:lnTo>
                <a:lnTo>
                  <a:pt x="207964" y="126329"/>
                </a:lnTo>
                <a:lnTo>
                  <a:pt x="208336" y="126750"/>
                </a:lnTo>
                <a:lnTo>
                  <a:pt x="208717" y="127162"/>
                </a:lnTo>
                <a:lnTo>
                  <a:pt x="209106" y="127566"/>
                </a:lnTo>
                <a:lnTo>
                  <a:pt x="209503" y="127961"/>
                </a:lnTo>
                <a:lnTo>
                  <a:pt x="209909" y="128347"/>
                </a:lnTo>
                <a:lnTo>
                  <a:pt x="210323" y="128724"/>
                </a:lnTo>
                <a:lnTo>
                  <a:pt x="210746" y="129093"/>
                </a:lnTo>
                <a:lnTo>
                  <a:pt x="211177" y="129454"/>
                </a:lnTo>
                <a:lnTo>
                  <a:pt x="211616" y="129805"/>
                </a:lnTo>
                <a:lnTo>
                  <a:pt x="212064" y="130149"/>
                </a:lnTo>
                <a:lnTo>
                  <a:pt x="212520" y="130483"/>
                </a:lnTo>
                <a:lnTo>
                  <a:pt x="212983" y="130809"/>
                </a:lnTo>
                <a:lnTo>
                  <a:pt x="213453" y="131128"/>
                </a:lnTo>
                <a:lnTo>
                  <a:pt x="213928" y="131440"/>
                </a:lnTo>
                <a:lnTo>
                  <a:pt x="214409" y="131744"/>
                </a:lnTo>
                <a:lnTo>
                  <a:pt x="214897" y="132041"/>
                </a:lnTo>
                <a:lnTo>
                  <a:pt x="215390" y="132330"/>
                </a:lnTo>
                <a:lnTo>
                  <a:pt x="215889" y="132612"/>
                </a:lnTo>
                <a:lnTo>
                  <a:pt x="216395" y="132887"/>
                </a:lnTo>
                <a:lnTo>
                  <a:pt x="216906" y="133154"/>
                </a:lnTo>
                <a:lnTo>
                  <a:pt x="217423" y="133414"/>
                </a:lnTo>
                <a:lnTo>
                  <a:pt x="217946" y="133666"/>
                </a:lnTo>
                <a:lnTo>
                  <a:pt x="218476" y="133911"/>
                </a:lnTo>
                <a:lnTo>
                  <a:pt x="219011" y="134148"/>
                </a:lnTo>
                <a:lnTo>
                  <a:pt x="219552" y="134378"/>
                </a:lnTo>
                <a:lnTo>
                  <a:pt x="220099" y="134601"/>
                </a:lnTo>
                <a:lnTo>
                  <a:pt x="220653" y="134816"/>
                </a:lnTo>
                <a:lnTo>
                  <a:pt x="221212" y="135024"/>
                </a:lnTo>
                <a:lnTo>
                  <a:pt x="221777" y="135225"/>
                </a:lnTo>
                <a:lnTo>
                  <a:pt x="222348" y="135418"/>
                </a:lnTo>
                <a:lnTo>
                  <a:pt x="222926" y="135603"/>
                </a:lnTo>
                <a:lnTo>
                  <a:pt x="223509" y="135782"/>
                </a:lnTo>
                <a:lnTo>
                  <a:pt x="224098" y="135953"/>
                </a:lnTo>
                <a:lnTo>
                  <a:pt x="224693" y="136116"/>
                </a:lnTo>
                <a:lnTo>
                  <a:pt x="225294" y="136272"/>
                </a:lnTo>
                <a:lnTo>
                  <a:pt x="225900" y="136421"/>
                </a:lnTo>
                <a:lnTo>
                  <a:pt x="226509" y="136564"/>
                </a:lnTo>
                <a:lnTo>
                  <a:pt x="227120" y="136700"/>
                </a:lnTo>
                <a:lnTo>
                  <a:pt x="227734" y="136831"/>
                </a:lnTo>
                <a:lnTo>
                  <a:pt x="228352" y="136954"/>
                </a:lnTo>
                <a:lnTo>
                  <a:pt x="228972" y="137072"/>
                </a:lnTo>
                <a:lnTo>
                  <a:pt x="229595" y="137183"/>
                </a:lnTo>
                <a:lnTo>
                  <a:pt x="230221" y="137288"/>
                </a:lnTo>
                <a:lnTo>
                  <a:pt x="230850" y="137386"/>
                </a:lnTo>
                <a:lnTo>
                  <a:pt x="231482" y="137478"/>
                </a:lnTo>
                <a:lnTo>
                  <a:pt x="232117" y="137564"/>
                </a:lnTo>
                <a:lnTo>
                  <a:pt x="232754" y="137643"/>
                </a:lnTo>
                <a:lnTo>
                  <a:pt x="233395" y="137716"/>
                </a:lnTo>
                <a:lnTo>
                  <a:pt x="234038" y="137783"/>
                </a:lnTo>
                <a:lnTo>
                  <a:pt x="234685" y="137843"/>
                </a:lnTo>
                <a:lnTo>
                  <a:pt x="235334" y="137897"/>
                </a:lnTo>
                <a:lnTo>
                  <a:pt x="235986" y="137945"/>
                </a:lnTo>
                <a:lnTo>
                  <a:pt x="236641" y="137986"/>
                </a:lnTo>
                <a:lnTo>
                  <a:pt x="237299" y="138021"/>
                </a:lnTo>
                <a:lnTo>
                  <a:pt x="237960" y="138049"/>
                </a:lnTo>
                <a:lnTo>
                  <a:pt x="238624" y="138071"/>
                </a:lnTo>
                <a:lnTo>
                  <a:pt x="239291" y="138087"/>
                </a:lnTo>
                <a:lnTo>
                  <a:pt x="239961" y="138097"/>
                </a:lnTo>
                <a:lnTo>
                  <a:pt x="240633" y="138100"/>
                </a:lnTo>
                <a:lnTo>
                  <a:pt x="241305" y="138097"/>
                </a:lnTo>
                <a:lnTo>
                  <a:pt x="241974" y="138088"/>
                </a:lnTo>
                <a:lnTo>
                  <a:pt x="242638" y="138073"/>
                </a:lnTo>
                <a:lnTo>
                  <a:pt x="243298" y="138052"/>
                </a:lnTo>
                <a:lnTo>
                  <a:pt x="243954" y="138025"/>
                </a:lnTo>
                <a:close/>
                <a:moveTo>
                  <a:pt x="344560" y="138025"/>
                </a:moveTo>
                <a:lnTo>
                  <a:pt x="345213" y="137992"/>
                </a:lnTo>
                <a:lnTo>
                  <a:pt x="345861" y="137953"/>
                </a:lnTo>
                <a:lnTo>
                  <a:pt x="346506" y="137908"/>
                </a:lnTo>
                <a:lnTo>
                  <a:pt x="347146" y="137857"/>
                </a:lnTo>
                <a:lnTo>
                  <a:pt x="347783" y="137800"/>
                </a:lnTo>
                <a:lnTo>
                  <a:pt x="348416" y="137737"/>
                </a:lnTo>
                <a:lnTo>
                  <a:pt x="349044" y="137668"/>
                </a:lnTo>
                <a:lnTo>
                  <a:pt x="349669" y="137594"/>
                </a:lnTo>
                <a:lnTo>
                  <a:pt x="350290" y="137513"/>
                </a:lnTo>
                <a:lnTo>
                  <a:pt x="350907" y="137426"/>
                </a:lnTo>
                <a:lnTo>
                  <a:pt x="351520" y="137333"/>
                </a:lnTo>
                <a:lnTo>
                  <a:pt x="352129" y="137234"/>
                </a:lnTo>
                <a:lnTo>
                  <a:pt x="352734" y="137129"/>
                </a:lnTo>
                <a:lnTo>
                  <a:pt x="353335" y="137018"/>
                </a:lnTo>
                <a:lnTo>
                  <a:pt x="353933" y="136901"/>
                </a:lnTo>
                <a:lnTo>
                  <a:pt x="354526" y="136778"/>
                </a:lnTo>
                <a:lnTo>
                  <a:pt x="355115" y="136649"/>
                </a:lnTo>
                <a:lnTo>
                  <a:pt x="355701" y="136515"/>
                </a:lnTo>
                <a:lnTo>
                  <a:pt x="356282" y="136374"/>
                </a:lnTo>
                <a:lnTo>
                  <a:pt x="356859" y="136227"/>
                </a:lnTo>
                <a:lnTo>
                  <a:pt x="357429" y="136073"/>
                </a:lnTo>
                <a:lnTo>
                  <a:pt x="357993" y="135913"/>
                </a:lnTo>
                <a:lnTo>
                  <a:pt x="358551" y="135746"/>
                </a:lnTo>
                <a:lnTo>
                  <a:pt x="359103" y="135573"/>
                </a:lnTo>
                <a:lnTo>
                  <a:pt x="359649" y="135393"/>
                </a:lnTo>
                <a:lnTo>
                  <a:pt x="360188" y="135207"/>
                </a:lnTo>
                <a:lnTo>
                  <a:pt x="360721" y="135014"/>
                </a:lnTo>
                <a:lnTo>
                  <a:pt x="361248" y="134815"/>
                </a:lnTo>
                <a:lnTo>
                  <a:pt x="361769" y="134609"/>
                </a:lnTo>
                <a:lnTo>
                  <a:pt x="362284" y="134396"/>
                </a:lnTo>
                <a:lnTo>
                  <a:pt x="362793" y="134177"/>
                </a:lnTo>
                <a:lnTo>
                  <a:pt x="363295" y="133952"/>
                </a:lnTo>
                <a:lnTo>
                  <a:pt x="363792" y="133720"/>
                </a:lnTo>
                <a:lnTo>
                  <a:pt x="364282" y="133481"/>
                </a:lnTo>
                <a:lnTo>
                  <a:pt x="364766" y="133236"/>
                </a:lnTo>
                <a:lnTo>
                  <a:pt x="365243" y="132985"/>
                </a:lnTo>
                <a:lnTo>
                  <a:pt x="365715" y="132727"/>
                </a:lnTo>
                <a:lnTo>
                  <a:pt x="366181" y="132462"/>
                </a:lnTo>
                <a:lnTo>
                  <a:pt x="366640" y="132191"/>
                </a:lnTo>
                <a:lnTo>
                  <a:pt x="367093" y="131913"/>
                </a:lnTo>
                <a:lnTo>
                  <a:pt x="367540" y="131629"/>
                </a:lnTo>
                <a:lnTo>
                  <a:pt x="367981" y="131338"/>
                </a:lnTo>
                <a:lnTo>
                  <a:pt x="368415" y="131041"/>
                </a:lnTo>
                <a:lnTo>
                  <a:pt x="368843" y="130737"/>
                </a:lnTo>
                <a:lnTo>
                  <a:pt x="369263" y="130426"/>
                </a:lnTo>
                <a:lnTo>
                  <a:pt x="369675" y="130107"/>
                </a:lnTo>
                <a:lnTo>
                  <a:pt x="370079" y="129782"/>
                </a:lnTo>
                <a:lnTo>
                  <a:pt x="370475" y="129450"/>
                </a:lnTo>
                <a:lnTo>
                  <a:pt x="370863" y="129111"/>
                </a:lnTo>
                <a:lnTo>
                  <a:pt x="371243" y="128764"/>
                </a:lnTo>
                <a:lnTo>
                  <a:pt x="371616" y="128411"/>
                </a:lnTo>
                <a:lnTo>
                  <a:pt x="371980" y="128050"/>
                </a:lnTo>
                <a:lnTo>
                  <a:pt x="372337" y="127683"/>
                </a:lnTo>
                <a:lnTo>
                  <a:pt x="372686" y="127308"/>
                </a:lnTo>
                <a:lnTo>
                  <a:pt x="373027" y="126926"/>
                </a:lnTo>
                <a:lnTo>
                  <a:pt x="373360" y="126538"/>
                </a:lnTo>
                <a:lnTo>
                  <a:pt x="373685" y="126142"/>
                </a:lnTo>
                <a:lnTo>
                  <a:pt x="374003" y="125739"/>
                </a:lnTo>
                <a:lnTo>
                  <a:pt x="374312" y="125329"/>
                </a:lnTo>
                <a:lnTo>
                  <a:pt x="374614" y="124912"/>
                </a:lnTo>
                <a:lnTo>
                  <a:pt x="374907" y="124488"/>
                </a:lnTo>
                <a:lnTo>
                  <a:pt x="375193" y="124057"/>
                </a:lnTo>
                <a:lnTo>
                  <a:pt x="375471" y="123619"/>
                </a:lnTo>
                <a:lnTo>
                  <a:pt x="375741" y="123174"/>
                </a:lnTo>
                <a:lnTo>
                  <a:pt x="376003" y="122722"/>
                </a:lnTo>
                <a:lnTo>
                  <a:pt x="376258" y="122263"/>
                </a:lnTo>
                <a:lnTo>
                  <a:pt x="376504" y="121796"/>
                </a:lnTo>
                <a:lnTo>
                  <a:pt x="376742" y="121323"/>
                </a:lnTo>
                <a:lnTo>
                  <a:pt x="376969" y="120842"/>
                </a:lnTo>
                <a:lnTo>
                  <a:pt x="377186" y="120354"/>
                </a:lnTo>
                <a:lnTo>
                  <a:pt x="377393" y="119859"/>
                </a:lnTo>
                <a:lnTo>
                  <a:pt x="377590" y="119357"/>
                </a:lnTo>
                <a:lnTo>
                  <a:pt x="377777" y="118847"/>
                </a:lnTo>
                <a:lnTo>
                  <a:pt x="377954" y="118330"/>
                </a:lnTo>
                <a:lnTo>
                  <a:pt x="378121" y="117806"/>
                </a:lnTo>
                <a:lnTo>
                  <a:pt x="378277" y="117275"/>
                </a:lnTo>
                <a:lnTo>
                  <a:pt x="378424" y="116737"/>
                </a:lnTo>
                <a:lnTo>
                  <a:pt x="378560" y="116191"/>
                </a:lnTo>
                <a:lnTo>
                  <a:pt x="378687" y="115638"/>
                </a:lnTo>
                <a:lnTo>
                  <a:pt x="378803" y="115078"/>
                </a:lnTo>
                <a:lnTo>
                  <a:pt x="378909" y="114510"/>
                </a:lnTo>
                <a:lnTo>
                  <a:pt x="379005" y="113936"/>
                </a:lnTo>
                <a:lnTo>
                  <a:pt x="379091" y="113354"/>
                </a:lnTo>
                <a:lnTo>
                  <a:pt x="379167" y="112765"/>
                </a:lnTo>
                <a:lnTo>
                  <a:pt x="379232" y="112169"/>
                </a:lnTo>
                <a:lnTo>
                  <a:pt x="379288" y="111565"/>
                </a:lnTo>
                <a:lnTo>
                  <a:pt x="379333" y="110954"/>
                </a:lnTo>
                <a:lnTo>
                  <a:pt x="379369" y="110337"/>
                </a:lnTo>
                <a:lnTo>
                  <a:pt x="379394" y="109711"/>
                </a:lnTo>
                <a:lnTo>
                  <a:pt x="379409" y="109079"/>
                </a:lnTo>
                <a:lnTo>
                  <a:pt x="379414" y="108439"/>
                </a:lnTo>
                <a:lnTo>
                  <a:pt x="379408" y="107700"/>
                </a:lnTo>
                <a:lnTo>
                  <a:pt x="379388" y="106972"/>
                </a:lnTo>
                <a:lnTo>
                  <a:pt x="379356" y="106255"/>
                </a:lnTo>
                <a:lnTo>
                  <a:pt x="379311" y="105548"/>
                </a:lnTo>
                <a:lnTo>
                  <a:pt x="379254" y="104854"/>
                </a:lnTo>
                <a:lnTo>
                  <a:pt x="379183" y="104170"/>
                </a:lnTo>
                <a:lnTo>
                  <a:pt x="379099" y="103497"/>
                </a:lnTo>
                <a:lnTo>
                  <a:pt x="379003" y="102836"/>
                </a:lnTo>
                <a:lnTo>
                  <a:pt x="378894" y="102185"/>
                </a:lnTo>
                <a:lnTo>
                  <a:pt x="378772" y="101546"/>
                </a:lnTo>
                <a:lnTo>
                  <a:pt x="378637" y="100918"/>
                </a:lnTo>
                <a:lnTo>
                  <a:pt x="378489" y="100301"/>
                </a:lnTo>
                <a:lnTo>
                  <a:pt x="378329" y="99695"/>
                </a:lnTo>
                <a:lnTo>
                  <a:pt x="378155" y="99100"/>
                </a:lnTo>
                <a:lnTo>
                  <a:pt x="377969" y="98516"/>
                </a:lnTo>
                <a:lnTo>
                  <a:pt x="377770" y="97943"/>
                </a:lnTo>
                <a:lnTo>
                  <a:pt x="377558" y="97382"/>
                </a:lnTo>
                <a:lnTo>
                  <a:pt x="377333" y="96832"/>
                </a:lnTo>
                <a:lnTo>
                  <a:pt x="377096" y="96292"/>
                </a:lnTo>
                <a:lnTo>
                  <a:pt x="376845" y="95764"/>
                </a:lnTo>
                <a:lnTo>
                  <a:pt x="376582" y="95247"/>
                </a:lnTo>
                <a:lnTo>
                  <a:pt x="376306" y="94741"/>
                </a:lnTo>
                <a:lnTo>
                  <a:pt x="376017" y="94247"/>
                </a:lnTo>
                <a:lnTo>
                  <a:pt x="375715" y="93763"/>
                </a:lnTo>
                <a:lnTo>
                  <a:pt x="375400" y="93288"/>
                </a:lnTo>
                <a:lnTo>
                  <a:pt x="375073" y="92821"/>
                </a:lnTo>
                <a:lnTo>
                  <a:pt x="374734" y="92361"/>
                </a:lnTo>
                <a:lnTo>
                  <a:pt x="374382" y="91908"/>
                </a:lnTo>
                <a:lnTo>
                  <a:pt x="374017" y="91462"/>
                </a:lnTo>
                <a:lnTo>
                  <a:pt x="373640" y="91023"/>
                </a:lnTo>
                <a:lnTo>
                  <a:pt x="373251" y="90592"/>
                </a:lnTo>
                <a:lnTo>
                  <a:pt x="372849" y="90168"/>
                </a:lnTo>
                <a:lnTo>
                  <a:pt x="372434" y="89751"/>
                </a:lnTo>
                <a:lnTo>
                  <a:pt x="372007" y="89342"/>
                </a:lnTo>
                <a:lnTo>
                  <a:pt x="371568" y="88939"/>
                </a:lnTo>
                <a:lnTo>
                  <a:pt x="371116" y="88544"/>
                </a:lnTo>
                <a:lnTo>
                  <a:pt x="370651" y="88156"/>
                </a:lnTo>
                <a:lnTo>
                  <a:pt x="370174" y="87776"/>
                </a:lnTo>
                <a:lnTo>
                  <a:pt x="369685" y="87402"/>
                </a:lnTo>
                <a:lnTo>
                  <a:pt x="369183" y="87036"/>
                </a:lnTo>
                <a:lnTo>
                  <a:pt x="368668" y="86677"/>
                </a:lnTo>
                <a:lnTo>
                  <a:pt x="368141" y="86326"/>
                </a:lnTo>
                <a:lnTo>
                  <a:pt x="367602" y="85981"/>
                </a:lnTo>
                <a:lnTo>
                  <a:pt x="367049" y="85644"/>
                </a:lnTo>
                <a:lnTo>
                  <a:pt x="366485" y="85314"/>
                </a:lnTo>
                <a:lnTo>
                  <a:pt x="365908" y="84991"/>
                </a:lnTo>
                <a:lnTo>
                  <a:pt x="365318" y="84676"/>
                </a:lnTo>
                <a:lnTo>
                  <a:pt x="364716" y="84367"/>
                </a:lnTo>
                <a:lnTo>
                  <a:pt x="364102" y="84064"/>
                </a:lnTo>
                <a:lnTo>
                  <a:pt x="363476" y="83765"/>
                </a:lnTo>
                <a:lnTo>
                  <a:pt x="362837" y="83469"/>
                </a:lnTo>
                <a:lnTo>
                  <a:pt x="362187" y="83177"/>
                </a:lnTo>
                <a:lnTo>
                  <a:pt x="361525" y="82888"/>
                </a:lnTo>
                <a:lnTo>
                  <a:pt x="360851" y="82603"/>
                </a:lnTo>
                <a:lnTo>
                  <a:pt x="360165" y="82321"/>
                </a:lnTo>
                <a:lnTo>
                  <a:pt x="359466" y="82043"/>
                </a:lnTo>
                <a:lnTo>
                  <a:pt x="358756" y="81768"/>
                </a:lnTo>
                <a:lnTo>
                  <a:pt x="358034" y="81497"/>
                </a:lnTo>
                <a:lnTo>
                  <a:pt x="357300" y="81229"/>
                </a:lnTo>
                <a:lnTo>
                  <a:pt x="356554" y="80965"/>
                </a:lnTo>
                <a:lnTo>
                  <a:pt x="355795" y="80704"/>
                </a:lnTo>
                <a:lnTo>
                  <a:pt x="355025" y="80447"/>
                </a:lnTo>
                <a:lnTo>
                  <a:pt x="354243" y="80194"/>
                </a:lnTo>
                <a:lnTo>
                  <a:pt x="353449" y="79944"/>
                </a:lnTo>
                <a:lnTo>
                  <a:pt x="352643" y="79697"/>
                </a:lnTo>
                <a:lnTo>
                  <a:pt x="351825" y="79454"/>
                </a:lnTo>
                <a:lnTo>
                  <a:pt x="350995" y="79214"/>
                </a:lnTo>
                <a:lnTo>
                  <a:pt x="350153" y="78978"/>
                </a:lnTo>
                <a:lnTo>
                  <a:pt x="349299" y="78746"/>
                </a:lnTo>
                <a:lnTo>
                  <a:pt x="348433" y="78517"/>
                </a:lnTo>
                <a:lnTo>
                  <a:pt x="347555" y="78292"/>
                </a:lnTo>
                <a:lnTo>
                  <a:pt x="346665" y="78070"/>
                </a:lnTo>
                <a:lnTo>
                  <a:pt x="345850" y="77867"/>
                </a:lnTo>
                <a:lnTo>
                  <a:pt x="345049" y="77665"/>
                </a:lnTo>
                <a:lnTo>
                  <a:pt x="344262" y="77464"/>
                </a:lnTo>
                <a:lnTo>
                  <a:pt x="343489" y="77264"/>
                </a:lnTo>
                <a:lnTo>
                  <a:pt x="342730" y="77065"/>
                </a:lnTo>
                <a:lnTo>
                  <a:pt x="341985" y="76866"/>
                </a:lnTo>
                <a:lnTo>
                  <a:pt x="341255" y="76669"/>
                </a:lnTo>
                <a:lnTo>
                  <a:pt x="340538" y="76473"/>
                </a:lnTo>
                <a:lnTo>
                  <a:pt x="339835" y="76277"/>
                </a:lnTo>
                <a:lnTo>
                  <a:pt x="339147" y="76082"/>
                </a:lnTo>
                <a:lnTo>
                  <a:pt x="338472" y="75888"/>
                </a:lnTo>
                <a:lnTo>
                  <a:pt x="337811" y="75695"/>
                </a:lnTo>
                <a:lnTo>
                  <a:pt x="337165" y="75503"/>
                </a:lnTo>
                <a:lnTo>
                  <a:pt x="336533" y="75312"/>
                </a:lnTo>
                <a:lnTo>
                  <a:pt x="335914" y="75122"/>
                </a:lnTo>
                <a:lnTo>
                  <a:pt x="335310" y="74932"/>
                </a:lnTo>
                <a:lnTo>
                  <a:pt x="334719" y="74744"/>
                </a:lnTo>
                <a:lnTo>
                  <a:pt x="334143" y="74556"/>
                </a:lnTo>
                <a:lnTo>
                  <a:pt x="333581" y="74369"/>
                </a:lnTo>
                <a:lnTo>
                  <a:pt x="333033" y="74183"/>
                </a:lnTo>
                <a:lnTo>
                  <a:pt x="332499" y="73998"/>
                </a:lnTo>
                <a:lnTo>
                  <a:pt x="331979" y="73814"/>
                </a:lnTo>
                <a:lnTo>
                  <a:pt x="331472" y="73631"/>
                </a:lnTo>
                <a:lnTo>
                  <a:pt x="330980" y="73449"/>
                </a:lnTo>
                <a:lnTo>
                  <a:pt x="330501" y="73266"/>
                </a:lnTo>
                <a:lnTo>
                  <a:pt x="330034" y="73081"/>
                </a:lnTo>
                <a:lnTo>
                  <a:pt x="329578" y="72894"/>
                </a:lnTo>
                <a:lnTo>
                  <a:pt x="329134" y="72705"/>
                </a:lnTo>
                <a:lnTo>
                  <a:pt x="328701" y="72514"/>
                </a:lnTo>
                <a:lnTo>
                  <a:pt x="328280" y="72321"/>
                </a:lnTo>
                <a:lnTo>
                  <a:pt x="327871" y="72126"/>
                </a:lnTo>
                <a:lnTo>
                  <a:pt x="327473" y="71930"/>
                </a:lnTo>
                <a:lnTo>
                  <a:pt x="327087" y="71731"/>
                </a:lnTo>
                <a:lnTo>
                  <a:pt x="326713" y="71531"/>
                </a:lnTo>
                <a:lnTo>
                  <a:pt x="326350" y="71328"/>
                </a:lnTo>
                <a:lnTo>
                  <a:pt x="325999" y="71124"/>
                </a:lnTo>
                <a:lnTo>
                  <a:pt x="325660" y="70917"/>
                </a:lnTo>
                <a:lnTo>
                  <a:pt x="325332" y="70709"/>
                </a:lnTo>
                <a:lnTo>
                  <a:pt x="325016" y="70499"/>
                </a:lnTo>
                <a:lnTo>
                  <a:pt x="324711" y="70287"/>
                </a:lnTo>
                <a:lnTo>
                  <a:pt x="324418" y="70073"/>
                </a:lnTo>
                <a:lnTo>
                  <a:pt x="324137" y="69857"/>
                </a:lnTo>
                <a:lnTo>
                  <a:pt x="323868" y="69639"/>
                </a:lnTo>
                <a:lnTo>
                  <a:pt x="323610" y="69419"/>
                </a:lnTo>
                <a:lnTo>
                  <a:pt x="323363" y="69197"/>
                </a:lnTo>
                <a:lnTo>
                  <a:pt x="323129" y="68973"/>
                </a:lnTo>
                <a:lnTo>
                  <a:pt x="322906" y="68747"/>
                </a:lnTo>
                <a:lnTo>
                  <a:pt x="322694" y="68520"/>
                </a:lnTo>
                <a:lnTo>
                  <a:pt x="322493" y="68289"/>
                </a:lnTo>
                <a:lnTo>
                  <a:pt x="322301" y="68054"/>
                </a:lnTo>
                <a:lnTo>
                  <a:pt x="322116" y="67815"/>
                </a:lnTo>
                <a:lnTo>
                  <a:pt x="321941" y="67571"/>
                </a:lnTo>
                <a:lnTo>
                  <a:pt x="321774" y="67324"/>
                </a:lnTo>
                <a:lnTo>
                  <a:pt x="321616" y="67072"/>
                </a:lnTo>
                <a:lnTo>
                  <a:pt x="321466" y="66816"/>
                </a:lnTo>
                <a:lnTo>
                  <a:pt x="321324" y="66556"/>
                </a:lnTo>
                <a:lnTo>
                  <a:pt x="321192" y="66291"/>
                </a:lnTo>
                <a:lnTo>
                  <a:pt x="321068" y="66022"/>
                </a:lnTo>
                <a:lnTo>
                  <a:pt x="320952" y="65749"/>
                </a:lnTo>
                <a:lnTo>
                  <a:pt x="320845" y="65472"/>
                </a:lnTo>
                <a:lnTo>
                  <a:pt x="320746" y="65190"/>
                </a:lnTo>
                <a:lnTo>
                  <a:pt x="320657" y="64905"/>
                </a:lnTo>
                <a:lnTo>
                  <a:pt x="320575" y="64615"/>
                </a:lnTo>
                <a:lnTo>
                  <a:pt x="320502" y="64321"/>
                </a:lnTo>
                <a:lnTo>
                  <a:pt x="320438" y="64022"/>
                </a:lnTo>
                <a:lnTo>
                  <a:pt x="320382" y="63720"/>
                </a:lnTo>
                <a:lnTo>
                  <a:pt x="320335" y="63413"/>
                </a:lnTo>
                <a:lnTo>
                  <a:pt x="320297" y="63102"/>
                </a:lnTo>
                <a:lnTo>
                  <a:pt x="320267" y="62786"/>
                </a:lnTo>
                <a:lnTo>
                  <a:pt x="320245" y="62467"/>
                </a:lnTo>
                <a:lnTo>
                  <a:pt x="320233" y="62143"/>
                </a:lnTo>
                <a:lnTo>
                  <a:pt x="320228" y="61815"/>
                </a:lnTo>
                <a:lnTo>
                  <a:pt x="320238" y="61230"/>
                </a:lnTo>
                <a:lnTo>
                  <a:pt x="320267" y="60659"/>
                </a:lnTo>
                <a:lnTo>
                  <a:pt x="320315" y="60100"/>
                </a:lnTo>
                <a:lnTo>
                  <a:pt x="320382" y="59554"/>
                </a:lnTo>
                <a:lnTo>
                  <a:pt x="320468" y="59022"/>
                </a:lnTo>
                <a:lnTo>
                  <a:pt x="320574" y="58502"/>
                </a:lnTo>
                <a:lnTo>
                  <a:pt x="320698" y="57995"/>
                </a:lnTo>
                <a:lnTo>
                  <a:pt x="320842" y="57502"/>
                </a:lnTo>
                <a:lnTo>
                  <a:pt x="321005" y="57022"/>
                </a:lnTo>
                <a:lnTo>
                  <a:pt x="321187" y="56554"/>
                </a:lnTo>
                <a:lnTo>
                  <a:pt x="321389" y="56100"/>
                </a:lnTo>
                <a:lnTo>
                  <a:pt x="321609" y="55658"/>
                </a:lnTo>
                <a:lnTo>
                  <a:pt x="321849" y="55230"/>
                </a:lnTo>
                <a:lnTo>
                  <a:pt x="322108" y="54815"/>
                </a:lnTo>
                <a:lnTo>
                  <a:pt x="322386" y="54413"/>
                </a:lnTo>
                <a:lnTo>
                  <a:pt x="322683" y="54024"/>
                </a:lnTo>
                <a:lnTo>
                  <a:pt x="323000" y="53648"/>
                </a:lnTo>
                <a:lnTo>
                  <a:pt x="323336" y="53285"/>
                </a:lnTo>
                <a:lnTo>
                  <a:pt x="323690" y="52935"/>
                </a:lnTo>
                <a:lnTo>
                  <a:pt x="324064" y="52598"/>
                </a:lnTo>
                <a:lnTo>
                  <a:pt x="324458" y="52274"/>
                </a:lnTo>
                <a:lnTo>
                  <a:pt x="324870" y="51963"/>
                </a:lnTo>
                <a:lnTo>
                  <a:pt x="325302" y="51665"/>
                </a:lnTo>
                <a:lnTo>
                  <a:pt x="325752" y="51381"/>
                </a:lnTo>
                <a:lnTo>
                  <a:pt x="326219" y="51108"/>
                </a:lnTo>
                <a:lnTo>
                  <a:pt x="326696" y="50847"/>
                </a:lnTo>
                <a:lnTo>
                  <a:pt x="327186" y="50597"/>
                </a:lnTo>
                <a:lnTo>
                  <a:pt x="327687" y="50360"/>
                </a:lnTo>
                <a:lnTo>
                  <a:pt x="328200" y="50133"/>
                </a:lnTo>
                <a:lnTo>
                  <a:pt x="328724" y="49919"/>
                </a:lnTo>
                <a:lnTo>
                  <a:pt x="329260" y="49716"/>
                </a:lnTo>
                <a:lnTo>
                  <a:pt x="329808" y="49524"/>
                </a:lnTo>
                <a:lnTo>
                  <a:pt x="330367" y="49344"/>
                </a:lnTo>
                <a:lnTo>
                  <a:pt x="330938" y="49176"/>
                </a:lnTo>
                <a:lnTo>
                  <a:pt x="331521" y="49019"/>
                </a:lnTo>
                <a:lnTo>
                  <a:pt x="332115" y="48874"/>
                </a:lnTo>
                <a:lnTo>
                  <a:pt x="332721" y="48741"/>
                </a:lnTo>
                <a:lnTo>
                  <a:pt x="333338" y="48619"/>
                </a:lnTo>
                <a:lnTo>
                  <a:pt x="333967" y="48509"/>
                </a:lnTo>
                <a:lnTo>
                  <a:pt x="334608" y="48410"/>
                </a:lnTo>
                <a:lnTo>
                  <a:pt x="335261" y="48323"/>
                </a:lnTo>
                <a:lnTo>
                  <a:pt x="335925" y="48248"/>
                </a:lnTo>
                <a:lnTo>
                  <a:pt x="336601" y="48184"/>
                </a:lnTo>
                <a:lnTo>
                  <a:pt x="337288" y="48132"/>
                </a:lnTo>
                <a:lnTo>
                  <a:pt x="337987" y="48091"/>
                </a:lnTo>
                <a:lnTo>
                  <a:pt x="338698" y="48062"/>
                </a:lnTo>
                <a:lnTo>
                  <a:pt x="339420" y="48045"/>
                </a:lnTo>
                <a:lnTo>
                  <a:pt x="340154" y="48039"/>
                </a:lnTo>
                <a:lnTo>
                  <a:pt x="340881" y="48047"/>
                </a:lnTo>
                <a:lnTo>
                  <a:pt x="341599" y="48070"/>
                </a:lnTo>
                <a:lnTo>
                  <a:pt x="342307" y="48109"/>
                </a:lnTo>
                <a:lnTo>
                  <a:pt x="343007" y="48163"/>
                </a:lnTo>
                <a:lnTo>
                  <a:pt x="343697" y="48232"/>
                </a:lnTo>
                <a:lnTo>
                  <a:pt x="344377" y="48317"/>
                </a:lnTo>
                <a:lnTo>
                  <a:pt x="345049" y="48418"/>
                </a:lnTo>
                <a:lnTo>
                  <a:pt x="345711" y="48534"/>
                </a:lnTo>
                <a:lnTo>
                  <a:pt x="346364" y="48665"/>
                </a:lnTo>
                <a:lnTo>
                  <a:pt x="347008" y="48812"/>
                </a:lnTo>
                <a:lnTo>
                  <a:pt x="347642" y="48974"/>
                </a:lnTo>
                <a:lnTo>
                  <a:pt x="348268" y="49152"/>
                </a:lnTo>
                <a:lnTo>
                  <a:pt x="348884" y="49345"/>
                </a:lnTo>
                <a:lnTo>
                  <a:pt x="349490" y="49554"/>
                </a:lnTo>
                <a:lnTo>
                  <a:pt x="350088" y="49778"/>
                </a:lnTo>
                <a:lnTo>
                  <a:pt x="350676" y="50017"/>
                </a:lnTo>
                <a:lnTo>
                  <a:pt x="351255" y="50272"/>
                </a:lnTo>
                <a:lnTo>
                  <a:pt x="351825" y="50543"/>
                </a:lnTo>
                <a:lnTo>
                  <a:pt x="352385" y="50829"/>
                </a:lnTo>
                <a:lnTo>
                  <a:pt x="352937" y="51130"/>
                </a:lnTo>
                <a:lnTo>
                  <a:pt x="353479" y="51447"/>
                </a:lnTo>
                <a:lnTo>
                  <a:pt x="354011" y="51779"/>
                </a:lnTo>
                <a:lnTo>
                  <a:pt x="354535" y="52127"/>
                </a:lnTo>
                <a:lnTo>
                  <a:pt x="355049" y="52490"/>
                </a:lnTo>
                <a:lnTo>
                  <a:pt x="355548" y="52872"/>
                </a:lnTo>
                <a:lnTo>
                  <a:pt x="356026" y="53276"/>
                </a:lnTo>
                <a:lnTo>
                  <a:pt x="356483" y="53702"/>
                </a:lnTo>
                <a:lnTo>
                  <a:pt x="356918" y="54150"/>
                </a:lnTo>
                <a:lnTo>
                  <a:pt x="357332" y="54619"/>
                </a:lnTo>
                <a:lnTo>
                  <a:pt x="357725" y="55111"/>
                </a:lnTo>
                <a:lnTo>
                  <a:pt x="358097" y="55624"/>
                </a:lnTo>
                <a:lnTo>
                  <a:pt x="358447" y="56160"/>
                </a:lnTo>
                <a:lnTo>
                  <a:pt x="358776" y="56717"/>
                </a:lnTo>
                <a:lnTo>
                  <a:pt x="359084" y="57296"/>
                </a:lnTo>
                <a:lnTo>
                  <a:pt x="359371" y="57898"/>
                </a:lnTo>
                <a:lnTo>
                  <a:pt x="359636" y="58521"/>
                </a:lnTo>
                <a:lnTo>
                  <a:pt x="359880" y="59166"/>
                </a:lnTo>
                <a:lnTo>
                  <a:pt x="360103" y="59833"/>
                </a:lnTo>
                <a:lnTo>
                  <a:pt x="360305" y="60522"/>
                </a:lnTo>
                <a:lnTo>
                  <a:pt x="360486" y="61233"/>
                </a:lnTo>
                <a:lnTo>
                  <a:pt x="360645" y="61965"/>
                </a:lnTo>
                <a:lnTo>
                  <a:pt x="360783" y="62720"/>
                </a:lnTo>
                <a:lnTo>
                  <a:pt x="360900" y="63497"/>
                </a:lnTo>
                <a:lnTo>
                  <a:pt x="360995" y="64295"/>
                </a:lnTo>
                <a:lnTo>
                  <a:pt x="361070" y="65116"/>
                </a:lnTo>
                <a:lnTo>
                  <a:pt x="361123" y="65958"/>
                </a:lnTo>
                <a:lnTo>
                  <a:pt x="361155" y="66823"/>
                </a:lnTo>
                <a:lnTo>
                  <a:pt x="361165" y="67709"/>
                </a:lnTo>
                <a:lnTo>
                  <a:pt x="377145" y="67709"/>
                </a:lnTo>
                <a:lnTo>
                  <a:pt x="377140" y="67002"/>
                </a:lnTo>
                <a:lnTo>
                  <a:pt x="377125" y="66304"/>
                </a:lnTo>
                <a:lnTo>
                  <a:pt x="377099" y="65614"/>
                </a:lnTo>
                <a:lnTo>
                  <a:pt x="377063" y="64933"/>
                </a:lnTo>
                <a:lnTo>
                  <a:pt x="377017" y="64260"/>
                </a:lnTo>
                <a:lnTo>
                  <a:pt x="376960" y="63595"/>
                </a:lnTo>
                <a:lnTo>
                  <a:pt x="376894" y="62939"/>
                </a:lnTo>
                <a:lnTo>
                  <a:pt x="376816" y="62292"/>
                </a:lnTo>
                <a:lnTo>
                  <a:pt x="376729" y="61653"/>
                </a:lnTo>
                <a:lnTo>
                  <a:pt x="376632" y="61022"/>
                </a:lnTo>
                <a:lnTo>
                  <a:pt x="376524" y="60400"/>
                </a:lnTo>
                <a:lnTo>
                  <a:pt x="376405" y="59786"/>
                </a:lnTo>
                <a:lnTo>
                  <a:pt x="376277" y="59181"/>
                </a:lnTo>
                <a:lnTo>
                  <a:pt x="376138" y="58584"/>
                </a:lnTo>
                <a:lnTo>
                  <a:pt x="375989" y="57996"/>
                </a:lnTo>
                <a:lnTo>
                  <a:pt x="375830" y="57416"/>
                </a:lnTo>
                <a:lnTo>
                  <a:pt x="375661" y="56845"/>
                </a:lnTo>
                <a:lnTo>
                  <a:pt x="375481" y="56282"/>
                </a:lnTo>
                <a:lnTo>
                  <a:pt x="375291" y="55727"/>
                </a:lnTo>
                <a:lnTo>
                  <a:pt x="375090" y="55181"/>
                </a:lnTo>
                <a:lnTo>
                  <a:pt x="374880" y="54644"/>
                </a:lnTo>
                <a:lnTo>
                  <a:pt x="374659" y="54115"/>
                </a:lnTo>
                <a:lnTo>
                  <a:pt x="374427" y="53594"/>
                </a:lnTo>
                <a:lnTo>
                  <a:pt x="374186" y="53082"/>
                </a:lnTo>
                <a:lnTo>
                  <a:pt x="373936" y="52578"/>
                </a:lnTo>
                <a:lnTo>
                  <a:pt x="373678" y="52082"/>
                </a:lnTo>
                <a:lnTo>
                  <a:pt x="373413" y="51594"/>
                </a:lnTo>
                <a:lnTo>
                  <a:pt x="373141" y="51113"/>
                </a:lnTo>
                <a:lnTo>
                  <a:pt x="372861" y="50640"/>
                </a:lnTo>
                <a:lnTo>
                  <a:pt x="372574" y="50175"/>
                </a:lnTo>
                <a:lnTo>
                  <a:pt x="372279" y="49717"/>
                </a:lnTo>
                <a:lnTo>
                  <a:pt x="371978" y="49268"/>
                </a:lnTo>
                <a:lnTo>
                  <a:pt x="371668" y="48826"/>
                </a:lnTo>
                <a:lnTo>
                  <a:pt x="371352" y="48392"/>
                </a:lnTo>
                <a:lnTo>
                  <a:pt x="371028" y="47965"/>
                </a:lnTo>
                <a:lnTo>
                  <a:pt x="370697" y="47547"/>
                </a:lnTo>
                <a:lnTo>
                  <a:pt x="370358" y="47136"/>
                </a:lnTo>
                <a:lnTo>
                  <a:pt x="370012" y="46733"/>
                </a:lnTo>
                <a:lnTo>
                  <a:pt x="369658" y="46337"/>
                </a:lnTo>
                <a:lnTo>
                  <a:pt x="369298" y="45950"/>
                </a:lnTo>
                <a:lnTo>
                  <a:pt x="368930" y="45570"/>
                </a:lnTo>
                <a:lnTo>
                  <a:pt x="368554" y="45198"/>
                </a:lnTo>
                <a:lnTo>
                  <a:pt x="368171" y="44834"/>
                </a:lnTo>
                <a:lnTo>
                  <a:pt x="367781" y="44477"/>
                </a:lnTo>
                <a:lnTo>
                  <a:pt x="367384" y="44128"/>
                </a:lnTo>
                <a:lnTo>
                  <a:pt x="366979" y="43787"/>
                </a:lnTo>
                <a:lnTo>
                  <a:pt x="366566" y="43454"/>
                </a:lnTo>
                <a:lnTo>
                  <a:pt x="366147" y="43129"/>
                </a:lnTo>
                <a:lnTo>
                  <a:pt x="365721" y="42810"/>
                </a:lnTo>
                <a:lnTo>
                  <a:pt x="365289" y="42499"/>
                </a:lnTo>
                <a:lnTo>
                  <a:pt x="364852" y="42195"/>
                </a:lnTo>
                <a:lnTo>
                  <a:pt x="364409" y="41898"/>
                </a:lnTo>
                <a:lnTo>
                  <a:pt x="363961" y="41607"/>
                </a:lnTo>
                <a:lnTo>
                  <a:pt x="363508" y="41324"/>
                </a:lnTo>
                <a:lnTo>
                  <a:pt x="363049" y="41048"/>
                </a:lnTo>
                <a:lnTo>
                  <a:pt x="362585" y="40780"/>
                </a:lnTo>
                <a:lnTo>
                  <a:pt x="362115" y="40518"/>
                </a:lnTo>
                <a:lnTo>
                  <a:pt x="361639" y="40263"/>
                </a:lnTo>
                <a:lnTo>
                  <a:pt x="361158" y="40015"/>
                </a:lnTo>
                <a:lnTo>
                  <a:pt x="360672" y="39775"/>
                </a:lnTo>
                <a:lnTo>
                  <a:pt x="360180" y="39541"/>
                </a:lnTo>
                <a:lnTo>
                  <a:pt x="359683" y="39315"/>
                </a:lnTo>
                <a:lnTo>
                  <a:pt x="359180" y="39095"/>
                </a:lnTo>
                <a:lnTo>
                  <a:pt x="358672" y="38883"/>
                </a:lnTo>
                <a:lnTo>
                  <a:pt x="358158" y="38677"/>
                </a:lnTo>
                <a:lnTo>
                  <a:pt x="357639" y="38479"/>
                </a:lnTo>
                <a:lnTo>
                  <a:pt x="357114" y="38288"/>
                </a:lnTo>
                <a:lnTo>
                  <a:pt x="356584" y="38104"/>
                </a:lnTo>
                <a:lnTo>
                  <a:pt x="356048" y="37927"/>
                </a:lnTo>
                <a:lnTo>
                  <a:pt x="355507" y="37757"/>
                </a:lnTo>
                <a:lnTo>
                  <a:pt x="354960" y="37594"/>
                </a:lnTo>
                <a:lnTo>
                  <a:pt x="354408" y="37438"/>
                </a:lnTo>
                <a:lnTo>
                  <a:pt x="353852" y="37289"/>
                </a:lnTo>
                <a:lnTo>
                  <a:pt x="353292" y="37146"/>
                </a:lnTo>
                <a:lnTo>
                  <a:pt x="352729" y="37010"/>
                </a:lnTo>
                <a:lnTo>
                  <a:pt x="352163" y="36880"/>
                </a:lnTo>
                <a:lnTo>
                  <a:pt x="351593" y="36756"/>
                </a:lnTo>
                <a:lnTo>
                  <a:pt x="351020" y="36638"/>
                </a:lnTo>
                <a:lnTo>
                  <a:pt x="350444" y="36527"/>
                </a:lnTo>
                <a:lnTo>
                  <a:pt x="349865" y="36423"/>
                </a:lnTo>
                <a:lnTo>
                  <a:pt x="349283" y="36324"/>
                </a:lnTo>
                <a:lnTo>
                  <a:pt x="348697" y="36232"/>
                </a:lnTo>
                <a:lnTo>
                  <a:pt x="348108" y="36146"/>
                </a:lnTo>
                <a:lnTo>
                  <a:pt x="347515" y="36067"/>
                </a:lnTo>
                <a:lnTo>
                  <a:pt x="346920" y="35994"/>
                </a:lnTo>
                <a:lnTo>
                  <a:pt x="346321" y="35927"/>
                </a:lnTo>
                <a:lnTo>
                  <a:pt x="345719" y="35867"/>
                </a:lnTo>
                <a:lnTo>
                  <a:pt x="345114" y="35813"/>
                </a:lnTo>
                <a:lnTo>
                  <a:pt x="344505" y="35766"/>
                </a:lnTo>
                <a:lnTo>
                  <a:pt x="343893" y="35724"/>
                </a:lnTo>
                <a:lnTo>
                  <a:pt x="343278" y="35689"/>
                </a:lnTo>
                <a:lnTo>
                  <a:pt x="342660" y="35661"/>
                </a:lnTo>
                <a:lnTo>
                  <a:pt x="342038" y="35639"/>
                </a:lnTo>
                <a:lnTo>
                  <a:pt x="341414" y="35623"/>
                </a:lnTo>
                <a:lnTo>
                  <a:pt x="340786" y="35613"/>
                </a:lnTo>
                <a:lnTo>
                  <a:pt x="340154" y="35610"/>
                </a:lnTo>
                <a:lnTo>
                  <a:pt x="339515" y="35613"/>
                </a:lnTo>
                <a:lnTo>
                  <a:pt x="338879" y="35622"/>
                </a:lnTo>
                <a:lnTo>
                  <a:pt x="338248" y="35636"/>
                </a:lnTo>
                <a:lnTo>
                  <a:pt x="337620" y="35657"/>
                </a:lnTo>
                <a:lnTo>
                  <a:pt x="336995" y="35683"/>
                </a:lnTo>
                <a:lnTo>
                  <a:pt x="336375" y="35715"/>
                </a:lnTo>
                <a:lnTo>
                  <a:pt x="335758" y="35753"/>
                </a:lnTo>
                <a:lnTo>
                  <a:pt x="335145" y="35796"/>
                </a:lnTo>
                <a:lnTo>
                  <a:pt x="334536" y="35846"/>
                </a:lnTo>
                <a:lnTo>
                  <a:pt x="333931" y="35901"/>
                </a:lnTo>
                <a:lnTo>
                  <a:pt x="333329" y="35962"/>
                </a:lnTo>
                <a:lnTo>
                  <a:pt x="332731" y="36029"/>
                </a:lnTo>
                <a:lnTo>
                  <a:pt x="332137" y="36102"/>
                </a:lnTo>
                <a:lnTo>
                  <a:pt x="331547" y="36181"/>
                </a:lnTo>
                <a:lnTo>
                  <a:pt x="330960" y="36265"/>
                </a:lnTo>
                <a:lnTo>
                  <a:pt x="330378" y="36355"/>
                </a:lnTo>
                <a:lnTo>
                  <a:pt x="329799" y="36451"/>
                </a:lnTo>
                <a:lnTo>
                  <a:pt x="329223" y="36553"/>
                </a:lnTo>
                <a:lnTo>
                  <a:pt x="328652" y="36661"/>
                </a:lnTo>
                <a:lnTo>
                  <a:pt x="328084" y="36775"/>
                </a:lnTo>
                <a:lnTo>
                  <a:pt x="327520" y="36894"/>
                </a:lnTo>
                <a:lnTo>
                  <a:pt x="326960" y="37019"/>
                </a:lnTo>
                <a:lnTo>
                  <a:pt x="326404" y="37150"/>
                </a:lnTo>
                <a:lnTo>
                  <a:pt x="325851" y="37287"/>
                </a:lnTo>
                <a:lnTo>
                  <a:pt x="325303" y="37429"/>
                </a:lnTo>
                <a:lnTo>
                  <a:pt x="324761" y="37578"/>
                </a:lnTo>
                <a:lnTo>
                  <a:pt x="324226" y="37732"/>
                </a:lnTo>
                <a:lnTo>
                  <a:pt x="323696" y="37892"/>
                </a:lnTo>
                <a:lnTo>
                  <a:pt x="323172" y="38057"/>
                </a:lnTo>
                <a:lnTo>
                  <a:pt x="322654" y="38229"/>
                </a:lnTo>
                <a:lnTo>
                  <a:pt x="322143" y="38406"/>
                </a:lnTo>
                <a:lnTo>
                  <a:pt x="321637" y="38590"/>
                </a:lnTo>
                <a:lnTo>
                  <a:pt x="321137" y="38779"/>
                </a:lnTo>
                <a:lnTo>
                  <a:pt x="320643" y="38974"/>
                </a:lnTo>
                <a:lnTo>
                  <a:pt x="320155" y="39174"/>
                </a:lnTo>
                <a:lnTo>
                  <a:pt x="319674" y="39381"/>
                </a:lnTo>
                <a:lnTo>
                  <a:pt x="319198" y="39593"/>
                </a:lnTo>
                <a:lnTo>
                  <a:pt x="318728" y="39811"/>
                </a:lnTo>
                <a:lnTo>
                  <a:pt x="318264" y="40036"/>
                </a:lnTo>
                <a:lnTo>
                  <a:pt x="317806" y="40265"/>
                </a:lnTo>
                <a:lnTo>
                  <a:pt x="317354" y="40501"/>
                </a:lnTo>
                <a:lnTo>
                  <a:pt x="316908" y="40743"/>
                </a:lnTo>
                <a:lnTo>
                  <a:pt x="316469" y="40990"/>
                </a:lnTo>
                <a:lnTo>
                  <a:pt x="316035" y="41243"/>
                </a:lnTo>
                <a:lnTo>
                  <a:pt x="315607" y="41502"/>
                </a:lnTo>
                <a:lnTo>
                  <a:pt x="315185" y="41767"/>
                </a:lnTo>
                <a:lnTo>
                  <a:pt x="314769" y="42038"/>
                </a:lnTo>
                <a:lnTo>
                  <a:pt x="314359" y="42315"/>
                </a:lnTo>
                <a:lnTo>
                  <a:pt x="313956" y="42597"/>
                </a:lnTo>
                <a:lnTo>
                  <a:pt x="313560" y="42885"/>
                </a:lnTo>
                <a:lnTo>
                  <a:pt x="313172" y="43179"/>
                </a:lnTo>
                <a:lnTo>
                  <a:pt x="312792" y="43478"/>
                </a:lnTo>
                <a:lnTo>
                  <a:pt x="312419" y="43784"/>
                </a:lnTo>
                <a:lnTo>
                  <a:pt x="312053" y="44095"/>
                </a:lnTo>
                <a:lnTo>
                  <a:pt x="311695" y="44412"/>
                </a:lnTo>
                <a:lnTo>
                  <a:pt x="311345" y="44735"/>
                </a:lnTo>
                <a:lnTo>
                  <a:pt x="311002" y="45064"/>
                </a:lnTo>
                <a:lnTo>
                  <a:pt x="310667" y="45398"/>
                </a:lnTo>
                <a:lnTo>
                  <a:pt x="310339" y="45739"/>
                </a:lnTo>
                <a:lnTo>
                  <a:pt x="310019" y="46085"/>
                </a:lnTo>
                <a:lnTo>
                  <a:pt x="309706" y="46437"/>
                </a:lnTo>
                <a:lnTo>
                  <a:pt x="309401" y="46795"/>
                </a:lnTo>
                <a:lnTo>
                  <a:pt x="309103" y="47158"/>
                </a:lnTo>
                <a:lnTo>
                  <a:pt x="308813" y="47528"/>
                </a:lnTo>
                <a:lnTo>
                  <a:pt x="308531" y="47903"/>
                </a:lnTo>
                <a:lnTo>
                  <a:pt x="308256" y="48284"/>
                </a:lnTo>
                <a:lnTo>
                  <a:pt x="307988" y="48671"/>
                </a:lnTo>
                <a:lnTo>
                  <a:pt x="307728" y="49064"/>
                </a:lnTo>
                <a:lnTo>
                  <a:pt x="307476" y="49462"/>
                </a:lnTo>
                <a:lnTo>
                  <a:pt x="307231" y="49867"/>
                </a:lnTo>
                <a:lnTo>
                  <a:pt x="306993" y="50277"/>
                </a:lnTo>
                <a:lnTo>
                  <a:pt x="306764" y="50693"/>
                </a:lnTo>
                <a:lnTo>
                  <a:pt x="306542" y="51115"/>
                </a:lnTo>
                <a:lnTo>
                  <a:pt x="306330" y="51542"/>
                </a:lnTo>
                <a:lnTo>
                  <a:pt x="306128" y="51975"/>
                </a:lnTo>
                <a:lnTo>
                  <a:pt x="305935" y="52413"/>
                </a:lnTo>
                <a:lnTo>
                  <a:pt x="305751" y="52856"/>
                </a:lnTo>
                <a:lnTo>
                  <a:pt x="305577" y="53305"/>
                </a:lnTo>
                <a:lnTo>
                  <a:pt x="305412" y="53760"/>
                </a:lnTo>
                <a:lnTo>
                  <a:pt x="305257" y="54220"/>
                </a:lnTo>
                <a:lnTo>
                  <a:pt x="305111" y="54685"/>
                </a:lnTo>
                <a:lnTo>
                  <a:pt x="304974" y="55156"/>
                </a:lnTo>
                <a:lnTo>
                  <a:pt x="304847" y="55633"/>
                </a:lnTo>
                <a:lnTo>
                  <a:pt x="304729" y="56115"/>
                </a:lnTo>
                <a:lnTo>
                  <a:pt x="304621" y="56602"/>
                </a:lnTo>
                <a:lnTo>
                  <a:pt x="304522" y="57095"/>
                </a:lnTo>
                <a:lnTo>
                  <a:pt x="304432" y="57593"/>
                </a:lnTo>
                <a:lnTo>
                  <a:pt x="304352" y="58097"/>
                </a:lnTo>
                <a:lnTo>
                  <a:pt x="304282" y="58606"/>
                </a:lnTo>
                <a:lnTo>
                  <a:pt x="304220" y="59121"/>
                </a:lnTo>
                <a:lnTo>
                  <a:pt x="304169" y="59641"/>
                </a:lnTo>
                <a:lnTo>
                  <a:pt x="304126" y="60167"/>
                </a:lnTo>
                <a:lnTo>
                  <a:pt x="304093" y="60698"/>
                </a:lnTo>
                <a:lnTo>
                  <a:pt x="304070" y="61234"/>
                </a:lnTo>
                <a:lnTo>
                  <a:pt x="304056" y="61776"/>
                </a:lnTo>
                <a:lnTo>
                  <a:pt x="304051" y="62324"/>
                </a:lnTo>
                <a:lnTo>
                  <a:pt x="304058" y="63021"/>
                </a:lnTo>
                <a:lnTo>
                  <a:pt x="304078" y="63709"/>
                </a:lnTo>
                <a:lnTo>
                  <a:pt x="304111" y="64386"/>
                </a:lnTo>
                <a:lnTo>
                  <a:pt x="304158" y="65054"/>
                </a:lnTo>
                <a:lnTo>
                  <a:pt x="304218" y="65711"/>
                </a:lnTo>
                <a:lnTo>
                  <a:pt x="304291" y="66358"/>
                </a:lnTo>
                <a:lnTo>
                  <a:pt x="304378" y="66996"/>
                </a:lnTo>
                <a:lnTo>
                  <a:pt x="304478" y="67623"/>
                </a:lnTo>
                <a:lnTo>
                  <a:pt x="304592" y="68240"/>
                </a:lnTo>
                <a:lnTo>
                  <a:pt x="304719" y="68847"/>
                </a:lnTo>
                <a:lnTo>
                  <a:pt x="304859" y="69444"/>
                </a:lnTo>
                <a:lnTo>
                  <a:pt x="305013" y="70031"/>
                </a:lnTo>
                <a:lnTo>
                  <a:pt x="305180" y="70608"/>
                </a:lnTo>
                <a:lnTo>
                  <a:pt x="305360" y="71175"/>
                </a:lnTo>
                <a:lnTo>
                  <a:pt x="305554" y="71732"/>
                </a:lnTo>
                <a:lnTo>
                  <a:pt x="305761" y="72279"/>
                </a:lnTo>
                <a:lnTo>
                  <a:pt x="305981" y="72815"/>
                </a:lnTo>
                <a:lnTo>
                  <a:pt x="306215" y="73342"/>
                </a:lnTo>
                <a:lnTo>
                  <a:pt x="306462" y="73859"/>
                </a:lnTo>
                <a:lnTo>
                  <a:pt x="306723" y="74365"/>
                </a:lnTo>
                <a:lnTo>
                  <a:pt x="306996" y="74862"/>
                </a:lnTo>
                <a:lnTo>
                  <a:pt x="307284" y="75348"/>
                </a:lnTo>
                <a:lnTo>
                  <a:pt x="307584" y="75825"/>
                </a:lnTo>
                <a:lnTo>
                  <a:pt x="307898" y="76291"/>
                </a:lnTo>
                <a:lnTo>
                  <a:pt x="308225" y="76749"/>
                </a:lnTo>
                <a:lnTo>
                  <a:pt x="308566" y="77200"/>
                </a:lnTo>
                <a:lnTo>
                  <a:pt x="308920" y="77645"/>
                </a:lnTo>
                <a:lnTo>
                  <a:pt x="309287" y="78083"/>
                </a:lnTo>
                <a:lnTo>
                  <a:pt x="309668" y="78514"/>
                </a:lnTo>
                <a:lnTo>
                  <a:pt x="310062" y="78939"/>
                </a:lnTo>
                <a:lnTo>
                  <a:pt x="310469" y="79356"/>
                </a:lnTo>
                <a:lnTo>
                  <a:pt x="310890" y="79767"/>
                </a:lnTo>
                <a:lnTo>
                  <a:pt x="311324" y="80172"/>
                </a:lnTo>
                <a:lnTo>
                  <a:pt x="311772" y="80570"/>
                </a:lnTo>
                <a:lnTo>
                  <a:pt x="312233" y="80961"/>
                </a:lnTo>
                <a:lnTo>
                  <a:pt x="312707" y="81345"/>
                </a:lnTo>
                <a:lnTo>
                  <a:pt x="313194" y="81723"/>
                </a:lnTo>
                <a:lnTo>
                  <a:pt x="313695" y="82093"/>
                </a:lnTo>
                <a:lnTo>
                  <a:pt x="314210" y="82458"/>
                </a:lnTo>
                <a:lnTo>
                  <a:pt x="314737" y="82815"/>
                </a:lnTo>
                <a:lnTo>
                  <a:pt x="315278" y="83166"/>
                </a:lnTo>
                <a:lnTo>
                  <a:pt x="315833" y="83510"/>
                </a:lnTo>
                <a:lnTo>
                  <a:pt x="316400" y="83847"/>
                </a:lnTo>
                <a:lnTo>
                  <a:pt x="316981" y="84178"/>
                </a:lnTo>
                <a:lnTo>
                  <a:pt x="317576" y="84502"/>
                </a:lnTo>
                <a:lnTo>
                  <a:pt x="318184" y="84819"/>
                </a:lnTo>
                <a:lnTo>
                  <a:pt x="318805" y="85130"/>
                </a:lnTo>
                <a:lnTo>
                  <a:pt x="319439" y="85434"/>
                </a:lnTo>
                <a:lnTo>
                  <a:pt x="320087" y="85733"/>
                </a:lnTo>
                <a:lnTo>
                  <a:pt x="320746" y="86029"/>
                </a:lnTo>
                <a:lnTo>
                  <a:pt x="321418" y="86321"/>
                </a:lnTo>
                <a:lnTo>
                  <a:pt x="322103" y="86611"/>
                </a:lnTo>
                <a:lnTo>
                  <a:pt x="322799" y="86898"/>
                </a:lnTo>
                <a:lnTo>
                  <a:pt x="323508" y="87182"/>
                </a:lnTo>
                <a:lnTo>
                  <a:pt x="324230" y="87463"/>
                </a:lnTo>
                <a:lnTo>
                  <a:pt x="324963" y="87741"/>
                </a:lnTo>
                <a:lnTo>
                  <a:pt x="325709" y="88016"/>
                </a:lnTo>
                <a:lnTo>
                  <a:pt x="326468" y="88288"/>
                </a:lnTo>
                <a:lnTo>
                  <a:pt x="327238" y="88557"/>
                </a:lnTo>
                <a:lnTo>
                  <a:pt x="328021" y="88823"/>
                </a:lnTo>
                <a:lnTo>
                  <a:pt x="328816" y="89085"/>
                </a:lnTo>
                <a:lnTo>
                  <a:pt x="329624" y="89345"/>
                </a:lnTo>
                <a:lnTo>
                  <a:pt x="330444" y="89602"/>
                </a:lnTo>
                <a:lnTo>
                  <a:pt x="331276" y="89856"/>
                </a:lnTo>
                <a:lnTo>
                  <a:pt x="332121" y="90107"/>
                </a:lnTo>
                <a:lnTo>
                  <a:pt x="332978" y="90356"/>
                </a:lnTo>
                <a:lnTo>
                  <a:pt x="333847" y="90601"/>
                </a:lnTo>
                <a:lnTo>
                  <a:pt x="334729" y="90843"/>
                </a:lnTo>
                <a:lnTo>
                  <a:pt x="335623" y="91082"/>
                </a:lnTo>
                <a:lnTo>
                  <a:pt x="336529" y="91318"/>
                </a:lnTo>
                <a:lnTo>
                  <a:pt x="337448" y="91551"/>
                </a:lnTo>
                <a:lnTo>
                  <a:pt x="338379" y="91781"/>
                </a:lnTo>
                <a:lnTo>
                  <a:pt x="339515" y="92061"/>
                </a:lnTo>
                <a:lnTo>
                  <a:pt x="340622" y="92341"/>
                </a:lnTo>
                <a:lnTo>
                  <a:pt x="341701" y="92622"/>
                </a:lnTo>
                <a:lnTo>
                  <a:pt x="342750" y="92904"/>
                </a:lnTo>
                <a:lnTo>
                  <a:pt x="343771" y="93186"/>
                </a:lnTo>
                <a:lnTo>
                  <a:pt x="344763" y="93469"/>
                </a:lnTo>
                <a:lnTo>
                  <a:pt x="345725" y="93753"/>
                </a:lnTo>
                <a:lnTo>
                  <a:pt x="346659" y="94038"/>
                </a:lnTo>
                <a:lnTo>
                  <a:pt x="347564" y="94323"/>
                </a:lnTo>
                <a:lnTo>
                  <a:pt x="348440" y="94609"/>
                </a:lnTo>
                <a:lnTo>
                  <a:pt x="349287" y="94896"/>
                </a:lnTo>
                <a:lnTo>
                  <a:pt x="350105" y="95183"/>
                </a:lnTo>
                <a:lnTo>
                  <a:pt x="350894" y="95472"/>
                </a:lnTo>
                <a:lnTo>
                  <a:pt x="351654" y="95761"/>
                </a:lnTo>
                <a:lnTo>
                  <a:pt x="352385" y="96050"/>
                </a:lnTo>
                <a:lnTo>
                  <a:pt x="353087" y="96341"/>
                </a:lnTo>
                <a:lnTo>
                  <a:pt x="353761" y="96632"/>
                </a:lnTo>
                <a:lnTo>
                  <a:pt x="354405" y="96923"/>
                </a:lnTo>
                <a:lnTo>
                  <a:pt x="355020" y="97216"/>
                </a:lnTo>
                <a:lnTo>
                  <a:pt x="355607" y="97509"/>
                </a:lnTo>
                <a:lnTo>
                  <a:pt x="356164" y="97803"/>
                </a:lnTo>
                <a:lnTo>
                  <a:pt x="356693" y="98098"/>
                </a:lnTo>
                <a:lnTo>
                  <a:pt x="357193" y="98393"/>
                </a:lnTo>
                <a:lnTo>
                  <a:pt x="357663" y="98689"/>
                </a:lnTo>
                <a:lnTo>
                  <a:pt x="358110" y="98992"/>
                </a:lnTo>
                <a:lnTo>
                  <a:pt x="358538" y="99308"/>
                </a:lnTo>
                <a:lnTo>
                  <a:pt x="358946" y="99636"/>
                </a:lnTo>
                <a:lnTo>
                  <a:pt x="359336" y="99978"/>
                </a:lnTo>
                <a:lnTo>
                  <a:pt x="359707" y="100333"/>
                </a:lnTo>
                <a:lnTo>
                  <a:pt x="360059" y="100701"/>
                </a:lnTo>
                <a:lnTo>
                  <a:pt x="360391" y="101082"/>
                </a:lnTo>
                <a:lnTo>
                  <a:pt x="360705" y="101476"/>
                </a:lnTo>
                <a:lnTo>
                  <a:pt x="360999" y="101884"/>
                </a:lnTo>
                <a:lnTo>
                  <a:pt x="361275" y="102304"/>
                </a:lnTo>
                <a:lnTo>
                  <a:pt x="361532" y="102737"/>
                </a:lnTo>
                <a:lnTo>
                  <a:pt x="361769" y="103184"/>
                </a:lnTo>
                <a:lnTo>
                  <a:pt x="361988" y="103643"/>
                </a:lnTo>
                <a:lnTo>
                  <a:pt x="362188" y="104115"/>
                </a:lnTo>
                <a:lnTo>
                  <a:pt x="362368" y="104601"/>
                </a:lnTo>
                <a:lnTo>
                  <a:pt x="362530" y="105100"/>
                </a:lnTo>
                <a:lnTo>
                  <a:pt x="362672" y="105611"/>
                </a:lnTo>
                <a:lnTo>
                  <a:pt x="362796" y="106136"/>
                </a:lnTo>
                <a:lnTo>
                  <a:pt x="362900" y="106674"/>
                </a:lnTo>
                <a:lnTo>
                  <a:pt x="362986" y="107224"/>
                </a:lnTo>
                <a:lnTo>
                  <a:pt x="363052" y="107788"/>
                </a:lnTo>
                <a:lnTo>
                  <a:pt x="363100" y="108365"/>
                </a:lnTo>
                <a:lnTo>
                  <a:pt x="363129" y="108955"/>
                </a:lnTo>
                <a:lnTo>
                  <a:pt x="363138" y="109558"/>
                </a:lnTo>
                <a:lnTo>
                  <a:pt x="363127" y="110277"/>
                </a:lnTo>
                <a:lnTo>
                  <a:pt x="363096" y="110979"/>
                </a:lnTo>
                <a:lnTo>
                  <a:pt x="363043" y="111663"/>
                </a:lnTo>
                <a:lnTo>
                  <a:pt x="362970" y="112330"/>
                </a:lnTo>
                <a:lnTo>
                  <a:pt x="362875" y="112980"/>
                </a:lnTo>
                <a:lnTo>
                  <a:pt x="362759" y="113613"/>
                </a:lnTo>
                <a:lnTo>
                  <a:pt x="362622" y="114229"/>
                </a:lnTo>
                <a:lnTo>
                  <a:pt x="362464" y="114828"/>
                </a:lnTo>
                <a:lnTo>
                  <a:pt x="362285" y="115409"/>
                </a:lnTo>
                <a:lnTo>
                  <a:pt x="362085" y="115974"/>
                </a:lnTo>
                <a:lnTo>
                  <a:pt x="361864" y="116521"/>
                </a:lnTo>
                <a:lnTo>
                  <a:pt x="361621" y="117051"/>
                </a:lnTo>
                <a:lnTo>
                  <a:pt x="361358" y="117564"/>
                </a:lnTo>
                <a:lnTo>
                  <a:pt x="361074" y="118060"/>
                </a:lnTo>
                <a:lnTo>
                  <a:pt x="360768" y="118539"/>
                </a:lnTo>
                <a:lnTo>
                  <a:pt x="360442" y="119001"/>
                </a:lnTo>
                <a:lnTo>
                  <a:pt x="360094" y="119445"/>
                </a:lnTo>
                <a:lnTo>
                  <a:pt x="359726" y="119872"/>
                </a:lnTo>
                <a:lnTo>
                  <a:pt x="359336" y="120283"/>
                </a:lnTo>
                <a:lnTo>
                  <a:pt x="358925" y="120676"/>
                </a:lnTo>
                <a:lnTo>
                  <a:pt x="358493" y="121052"/>
                </a:lnTo>
                <a:lnTo>
                  <a:pt x="358040" y="121411"/>
                </a:lnTo>
                <a:lnTo>
                  <a:pt x="357566" y="121752"/>
                </a:lnTo>
                <a:lnTo>
                  <a:pt x="357071" y="122077"/>
                </a:lnTo>
                <a:lnTo>
                  <a:pt x="356560" y="122386"/>
                </a:lnTo>
                <a:lnTo>
                  <a:pt x="356037" y="122682"/>
                </a:lnTo>
                <a:lnTo>
                  <a:pt x="355503" y="122965"/>
                </a:lnTo>
                <a:lnTo>
                  <a:pt x="354958" y="123235"/>
                </a:lnTo>
                <a:lnTo>
                  <a:pt x="354400" y="123492"/>
                </a:lnTo>
                <a:lnTo>
                  <a:pt x="353832" y="123736"/>
                </a:lnTo>
                <a:lnTo>
                  <a:pt x="353252" y="123966"/>
                </a:lnTo>
                <a:lnTo>
                  <a:pt x="352660" y="124183"/>
                </a:lnTo>
                <a:lnTo>
                  <a:pt x="352057" y="124387"/>
                </a:lnTo>
                <a:lnTo>
                  <a:pt x="351442" y="124578"/>
                </a:lnTo>
                <a:lnTo>
                  <a:pt x="350816" y="124756"/>
                </a:lnTo>
                <a:lnTo>
                  <a:pt x="350179" y="124920"/>
                </a:lnTo>
                <a:lnTo>
                  <a:pt x="349530" y="125072"/>
                </a:lnTo>
                <a:lnTo>
                  <a:pt x="348869" y="125210"/>
                </a:lnTo>
                <a:lnTo>
                  <a:pt x="348197" y="125335"/>
                </a:lnTo>
                <a:lnTo>
                  <a:pt x="347514" y="125447"/>
                </a:lnTo>
                <a:lnTo>
                  <a:pt x="346819" y="125546"/>
                </a:lnTo>
                <a:lnTo>
                  <a:pt x="346113" y="125631"/>
                </a:lnTo>
                <a:lnTo>
                  <a:pt x="345395" y="125704"/>
                </a:lnTo>
                <a:lnTo>
                  <a:pt x="344666" y="125763"/>
                </a:lnTo>
                <a:lnTo>
                  <a:pt x="343925" y="125809"/>
                </a:lnTo>
                <a:lnTo>
                  <a:pt x="343173" y="125842"/>
                </a:lnTo>
                <a:lnTo>
                  <a:pt x="342409" y="125862"/>
                </a:lnTo>
                <a:lnTo>
                  <a:pt x="341634" y="125868"/>
                </a:lnTo>
                <a:lnTo>
                  <a:pt x="340769" y="125860"/>
                </a:lnTo>
                <a:lnTo>
                  <a:pt x="339915" y="125835"/>
                </a:lnTo>
                <a:lnTo>
                  <a:pt x="339075" y="125793"/>
                </a:lnTo>
                <a:lnTo>
                  <a:pt x="338246" y="125735"/>
                </a:lnTo>
                <a:lnTo>
                  <a:pt x="337429" y="125660"/>
                </a:lnTo>
                <a:lnTo>
                  <a:pt x="336625" y="125568"/>
                </a:lnTo>
                <a:lnTo>
                  <a:pt x="335832" y="125459"/>
                </a:lnTo>
                <a:lnTo>
                  <a:pt x="335052" y="125334"/>
                </a:lnTo>
                <a:lnTo>
                  <a:pt x="334284" y="125192"/>
                </a:lnTo>
                <a:lnTo>
                  <a:pt x="333528" y="125034"/>
                </a:lnTo>
                <a:lnTo>
                  <a:pt x="332785" y="124859"/>
                </a:lnTo>
                <a:lnTo>
                  <a:pt x="332053" y="124667"/>
                </a:lnTo>
                <a:lnTo>
                  <a:pt x="331334" y="124458"/>
                </a:lnTo>
                <a:lnTo>
                  <a:pt x="330627" y="124233"/>
                </a:lnTo>
                <a:lnTo>
                  <a:pt x="329932" y="123991"/>
                </a:lnTo>
                <a:lnTo>
                  <a:pt x="329249" y="123732"/>
                </a:lnTo>
                <a:lnTo>
                  <a:pt x="328578" y="123457"/>
                </a:lnTo>
                <a:lnTo>
                  <a:pt x="327919" y="123165"/>
                </a:lnTo>
                <a:lnTo>
                  <a:pt x="327273" y="122856"/>
                </a:lnTo>
                <a:lnTo>
                  <a:pt x="326639" y="122531"/>
                </a:lnTo>
                <a:lnTo>
                  <a:pt x="326017" y="122189"/>
                </a:lnTo>
                <a:lnTo>
                  <a:pt x="325407" y="121830"/>
                </a:lnTo>
                <a:lnTo>
                  <a:pt x="324809" y="121455"/>
                </a:lnTo>
                <a:lnTo>
                  <a:pt x="324223" y="121063"/>
                </a:lnTo>
                <a:lnTo>
                  <a:pt x="323656" y="120650"/>
                </a:lnTo>
                <a:lnTo>
                  <a:pt x="323113" y="120213"/>
                </a:lnTo>
                <a:lnTo>
                  <a:pt x="322593" y="119752"/>
                </a:lnTo>
                <a:lnTo>
                  <a:pt x="322098" y="119267"/>
                </a:lnTo>
                <a:lnTo>
                  <a:pt x="321628" y="118758"/>
                </a:lnTo>
                <a:lnTo>
                  <a:pt x="321181" y="118224"/>
                </a:lnTo>
                <a:lnTo>
                  <a:pt x="320758" y="117666"/>
                </a:lnTo>
                <a:lnTo>
                  <a:pt x="320360" y="117084"/>
                </a:lnTo>
                <a:lnTo>
                  <a:pt x="319986" y="116478"/>
                </a:lnTo>
                <a:lnTo>
                  <a:pt x="319635" y="115847"/>
                </a:lnTo>
                <a:lnTo>
                  <a:pt x="319309" y="115192"/>
                </a:lnTo>
                <a:lnTo>
                  <a:pt x="319008" y="114514"/>
                </a:lnTo>
                <a:lnTo>
                  <a:pt x="318730" y="113810"/>
                </a:lnTo>
                <a:lnTo>
                  <a:pt x="318476" y="113083"/>
                </a:lnTo>
                <a:lnTo>
                  <a:pt x="318247" y="112332"/>
                </a:lnTo>
                <a:lnTo>
                  <a:pt x="318042" y="111556"/>
                </a:lnTo>
                <a:lnTo>
                  <a:pt x="317861" y="110756"/>
                </a:lnTo>
                <a:lnTo>
                  <a:pt x="317704" y="109932"/>
                </a:lnTo>
                <a:lnTo>
                  <a:pt x="317571" y="109083"/>
                </a:lnTo>
                <a:lnTo>
                  <a:pt x="317462" y="108211"/>
                </a:lnTo>
                <a:lnTo>
                  <a:pt x="317378" y="107314"/>
                </a:lnTo>
                <a:lnTo>
                  <a:pt x="317317" y="106393"/>
                </a:lnTo>
                <a:lnTo>
                  <a:pt x="317281" y="105448"/>
                </a:lnTo>
                <a:lnTo>
                  <a:pt x="317269" y="104478"/>
                </a:lnTo>
                <a:lnTo>
                  <a:pt x="301388" y="104478"/>
                </a:lnTo>
                <a:lnTo>
                  <a:pt x="301393" y="105235"/>
                </a:lnTo>
                <a:lnTo>
                  <a:pt x="301409" y="105983"/>
                </a:lnTo>
                <a:lnTo>
                  <a:pt x="301436" y="106722"/>
                </a:lnTo>
                <a:lnTo>
                  <a:pt x="301474" y="107451"/>
                </a:lnTo>
                <a:lnTo>
                  <a:pt x="301522" y="108171"/>
                </a:lnTo>
                <a:lnTo>
                  <a:pt x="301582" y="108881"/>
                </a:lnTo>
                <a:lnTo>
                  <a:pt x="301652" y="109583"/>
                </a:lnTo>
                <a:lnTo>
                  <a:pt x="301733" y="110275"/>
                </a:lnTo>
                <a:lnTo>
                  <a:pt x="301825" y="110957"/>
                </a:lnTo>
                <a:lnTo>
                  <a:pt x="301927" y="111630"/>
                </a:lnTo>
                <a:lnTo>
                  <a:pt x="302040" y="112294"/>
                </a:lnTo>
                <a:lnTo>
                  <a:pt x="302164" y="112948"/>
                </a:lnTo>
                <a:lnTo>
                  <a:pt x="302299" y="113594"/>
                </a:lnTo>
                <a:lnTo>
                  <a:pt x="302445" y="114229"/>
                </a:lnTo>
                <a:lnTo>
                  <a:pt x="302601" y="114856"/>
                </a:lnTo>
                <a:lnTo>
                  <a:pt x="302769" y="115473"/>
                </a:lnTo>
                <a:lnTo>
                  <a:pt x="302947" y="116081"/>
                </a:lnTo>
                <a:lnTo>
                  <a:pt x="303135" y="116679"/>
                </a:lnTo>
                <a:lnTo>
                  <a:pt x="303335" y="117268"/>
                </a:lnTo>
                <a:lnTo>
                  <a:pt x="303545" y="117848"/>
                </a:lnTo>
                <a:lnTo>
                  <a:pt x="303767" y="118418"/>
                </a:lnTo>
                <a:lnTo>
                  <a:pt x="303999" y="118979"/>
                </a:lnTo>
                <a:lnTo>
                  <a:pt x="304241" y="119531"/>
                </a:lnTo>
                <a:lnTo>
                  <a:pt x="304495" y="120073"/>
                </a:lnTo>
                <a:lnTo>
                  <a:pt x="304758" y="120606"/>
                </a:lnTo>
                <a:lnTo>
                  <a:pt x="305029" y="121131"/>
                </a:lnTo>
                <a:lnTo>
                  <a:pt x="305309" y="121646"/>
                </a:lnTo>
                <a:lnTo>
                  <a:pt x="305598" y="122154"/>
                </a:lnTo>
                <a:lnTo>
                  <a:pt x="305894" y="122652"/>
                </a:lnTo>
                <a:lnTo>
                  <a:pt x="306200" y="123142"/>
                </a:lnTo>
                <a:lnTo>
                  <a:pt x="306513" y="123623"/>
                </a:lnTo>
                <a:lnTo>
                  <a:pt x="306835" y="124096"/>
                </a:lnTo>
                <a:lnTo>
                  <a:pt x="307165" y="124560"/>
                </a:lnTo>
                <a:lnTo>
                  <a:pt x="307504" y="125015"/>
                </a:lnTo>
                <a:lnTo>
                  <a:pt x="307851" y="125462"/>
                </a:lnTo>
                <a:lnTo>
                  <a:pt x="308206" y="125900"/>
                </a:lnTo>
                <a:lnTo>
                  <a:pt x="308570" y="126329"/>
                </a:lnTo>
                <a:lnTo>
                  <a:pt x="308942" y="126750"/>
                </a:lnTo>
                <a:lnTo>
                  <a:pt x="309323" y="127162"/>
                </a:lnTo>
                <a:lnTo>
                  <a:pt x="309712" y="127566"/>
                </a:lnTo>
                <a:lnTo>
                  <a:pt x="310109" y="127961"/>
                </a:lnTo>
                <a:lnTo>
                  <a:pt x="310515" y="128347"/>
                </a:lnTo>
                <a:lnTo>
                  <a:pt x="310929" y="128724"/>
                </a:lnTo>
                <a:lnTo>
                  <a:pt x="311352" y="129093"/>
                </a:lnTo>
                <a:lnTo>
                  <a:pt x="311783" y="129454"/>
                </a:lnTo>
                <a:lnTo>
                  <a:pt x="312222" y="129805"/>
                </a:lnTo>
                <a:lnTo>
                  <a:pt x="312670" y="130149"/>
                </a:lnTo>
                <a:lnTo>
                  <a:pt x="313126" y="130483"/>
                </a:lnTo>
                <a:lnTo>
                  <a:pt x="313589" y="130809"/>
                </a:lnTo>
                <a:lnTo>
                  <a:pt x="314059" y="131128"/>
                </a:lnTo>
                <a:lnTo>
                  <a:pt x="314534" y="131440"/>
                </a:lnTo>
                <a:lnTo>
                  <a:pt x="315015" y="131744"/>
                </a:lnTo>
                <a:lnTo>
                  <a:pt x="315503" y="132041"/>
                </a:lnTo>
                <a:lnTo>
                  <a:pt x="315996" y="132330"/>
                </a:lnTo>
                <a:lnTo>
                  <a:pt x="316495" y="132612"/>
                </a:lnTo>
                <a:lnTo>
                  <a:pt x="317001" y="132887"/>
                </a:lnTo>
                <a:lnTo>
                  <a:pt x="317512" y="133154"/>
                </a:lnTo>
                <a:lnTo>
                  <a:pt x="318029" y="133414"/>
                </a:lnTo>
                <a:lnTo>
                  <a:pt x="318552" y="133666"/>
                </a:lnTo>
                <a:lnTo>
                  <a:pt x="319082" y="133911"/>
                </a:lnTo>
                <a:lnTo>
                  <a:pt x="319617" y="134148"/>
                </a:lnTo>
                <a:lnTo>
                  <a:pt x="320158" y="134378"/>
                </a:lnTo>
                <a:lnTo>
                  <a:pt x="320705" y="134601"/>
                </a:lnTo>
                <a:lnTo>
                  <a:pt x="321259" y="134816"/>
                </a:lnTo>
                <a:lnTo>
                  <a:pt x="321818" y="135024"/>
                </a:lnTo>
                <a:lnTo>
                  <a:pt x="322383" y="135225"/>
                </a:lnTo>
                <a:lnTo>
                  <a:pt x="322954" y="135418"/>
                </a:lnTo>
                <a:lnTo>
                  <a:pt x="323532" y="135603"/>
                </a:lnTo>
                <a:lnTo>
                  <a:pt x="324115" y="135782"/>
                </a:lnTo>
                <a:lnTo>
                  <a:pt x="324704" y="135953"/>
                </a:lnTo>
                <a:lnTo>
                  <a:pt x="325299" y="136116"/>
                </a:lnTo>
                <a:lnTo>
                  <a:pt x="325900" y="136272"/>
                </a:lnTo>
                <a:lnTo>
                  <a:pt x="326506" y="136421"/>
                </a:lnTo>
                <a:lnTo>
                  <a:pt x="327115" y="136564"/>
                </a:lnTo>
                <a:lnTo>
                  <a:pt x="327726" y="136700"/>
                </a:lnTo>
                <a:lnTo>
                  <a:pt x="328340" y="136831"/>
                </a:lnTo>
                <a:lnTo>
                  <a:pt x="328958" y="136954"/>
                </a:lnTo>
                <a:lnTo>
                  <a:pt x="329578" y="137072"/>
                </a:lnTo>
                <a:lnTo>
                  <a:pt x="330201" y="137183"/>
                </a:lnTo>
                <a:lnTo>
                  <a:pt x="330827" y="137288"/>
                </a:lnTo>
                <a:lnTo>
                  <a:pt x="331456" y="137386"/>
                </a:lnTo>
                <a:lnTo>
                  <a:pt x="332088" y="137478"/>
                </a:lnTo>
                <a:lnTo>
                  <a:pt x="332723" y="137564"/>
                </a:lnTo>
                <a:lnTo>
                  <a:pt x="333360" y="137643"/>
                </a:lnTo>
                <a:lnTo>
                  <a:pt x="334001" y="137716"/>
                </a:lnTo>
                <a:lnTo>
                  <a:pt x="334644" y="137783"/>
                </a:lnTo>
                <a:lnTo>
                  <a:pt x="335291" y="137843"/>
                </a:lnTo>
                <a:lnTo>
                  <a:pt x="335940" y="137897"/>
                </a:lnTo>
                <a:lnTo>
                  <a:pt x="336592" y="137945"/>
                </a:lnTo>
                <a:lnTo>
                  <a:pt x="337247" y="137986"/>
                </a:lnTo>
                <a:lnTo>
                  <a:pt x="337905" y="138021"/>
                </a:lnTo>
                <a:lnTo>
                  <a:pt x="338566" y="138049"/>
                </a:lnTo>
                <a:lnTo>
                  <a:pt x="339230" y="138071"/>
                </a:lnTo>
                <a:lnTo>
                  <a:pt x="339897" y="138087"/>
                </a:lnTo>
                <a:lnTo>
                  <a:pt x="340567" y="138097"/>
                </a:lnTo>
                <a:lnTo>
                  <a:pt x="341239" y="138100"/>
                </a:lnTo>
                <a:lnTo>
                  <a:pt x="341911" y="138097"/>
                </a:lnTo>
                <a:lnTo>
                  <a:pt x="342580" y="138088"/>
                </a:lnTo>
                <a:lnTo>
                  <a:pt x="343244" y="138073"/>
                </a:lnTo>
                <a:lnTo>
                  <a:pt x="343904" y="138052"/>
                </a:lnTo>
                <a:lnTo>
                  <a:pt x="344560" y="138025"/>
                </a:lnTo>
                <a:close/>
                <a:moveTo>
                  <a:pt x="411437" y="19061"/>
                </a:moveTo>
                <a:lnTo>
                  <a:pt x="411796" y="19019"/>
                </a:lnTo>
                <a:lnTo>
                  <a:pt x="412148" y="18967"/>
                </a:lnTo>
                <a:lnTo>
                  <a:pt x="412494" y="18906"/>
                </a:lnTo>
                <a:lnTo>
                  <a:pt x="412834" y="18835"/>
                </a:lnTo>
                <a:lnTo>
                  <a:pt x="413168" y="18755"/>
                </a:lnTo>
                <a:lnTo>
                  <a:pt x="413496" y="18666"/>
                </a:lnTo>
                <a:lnTo>
                  <a:pt x="413818" y="18567"/>
                </a:lnTo>
                <a:lnTo>
                  <a:pt x="414133" y="18459"/>
                </a:lnTo>
                <a:lnTo>
                  <a:pt x="414443" y="18341"/>
                </a:lnTo>
                <a:lnTo>
                  <a:pt x="414746" y="18214"/>
                </a:lnTo>
                <a:lnTo>
                  <a:pt x="415043" y="18077"/>
                </a:lnTo>
                <a:lnTo>
                  <a:pt x="415333" y="17931"/>
                </a:lnTo>
                <a:lnTo>
                  <a:pt x="415618" y="17776"/>
                </a:lnTo>
                <a:lnTo>
                  <a:pt x="415897" y="17611"/>
                </a:lnTo>
                <a:lnTo>
                  <a:pt x="416169" y="17437"/>
                </a:lnTo>
                <a:lnTo>
                  <a:pt x="416435" y="17253"/>
                </a:lnTo>
                <a:lnTo>
                  <a:pt x="416695" y="17060"/>
                </a:lnTo>
                <a:lnTo>
                  <a:pt x="416949" y="16857"/>
                </a:lnTo>
                <a:lnTo>
                  <a:pt x="417196" y="16645"/>
                </a:lnTo>
                <a:lnTo>
                  <a:pt x="417438" y="16424"/>
                </a:lnTo>
                <a:lnTo>
                  <a:pt x="417671" y="16195"/>
                </a:lnTo>
                <a:lnTo>
                  <a:pt x="417895" y="15962"/>
                </a:lnTo>
                <a:lnTo>
                  <a:pt x="418108" y="15724"/>
                </a:lnTo>
                <a:lnTo>
                  <a:pt x="418312" y="15480"/>
                </a:lnTo>
                <a:lnTo>
                  <a:pt x="418506" y="15232"/>
                </a:lnTo>
                <a:lnTo>
                  <a:pt x="418689" y="14978"/>
                </a:lnTo>
                <a:lnTo>
                  <a:pt x="418863" y="14720"/>
                </a:lnTo>
                <a:lnTo>
                  <a:pt x="419027" y="14457"/>
                </a:lnTo>
                <a:lnTo>
                  <a:pt x="419181" y="14188"/>
                </a:lnTo>
                <a:lnTo>
                  <a:pt x="419325" y="13915"/>
                </a:lnTo>
                <a:lnTo>
                  <a:pt x="419459" y="13637"/>
                </a:lnTo>
                <a:lnTo>
                  <a:pt x="419583" y="13354"/>
                </a:lnTo>
                <a:lnTo>
                  <a:pt x="419698" y="13066"/>
                </a:lnTo>
                <a:lnTo>
                  <a:pt x="419802" y="12773"/>
                </a:lnTo>
                <a:lnTo>
                  <a:pt x="419896" y="12474"/>
                </a:lnTo>
                <a:lnTo>
                  <a:pt x="419981" y="12171"/>
                </a:lnTo>
                <a:lnTo>
                  <a:pt x="420055" y="11863"/>
                </a:lnTo>
                <a:lnTo>
                  <a:pt x="420120" y="11550"/>
                </a:lnTo>
                <a:lnTo>
                  <a:pt x="420174" y="11233"/>
                </a:lnTo>
                <a:lnTo>
                  <a:pt x="420219" y="10910"/>
                </a:lnTo>
                <a:lnTo>
                  <a:pt x="420254" y="10582"/>
                </a:lnTo>
                <a:lnTo>
                  <a:pt x="420279" y="10249"/>
                </a:lnTo>
                <a:lnTo>
                  <a:pt x="420294" y="9911"/>
                </a:lnTo>
                <a:lnTo>
                  <a:pt x="420298" y="9568"/>
                </a:lnTo>
                <a:lnTo>
                  <a:pt x="420294" y="9226"/>
                </a:lnTo>
                <a:lnTo>
                  <a:pt x="420279" y="8888"/>
                </a:lnTo>
                <a:lnTo>
                  <a:pt x="420254" y="8555"/>
                </a:lnTo>
                <a:lnTo>
                  <a:pt x="420219" y="8227"/>
                </a:lnTo>
                <a:lnTo>
                  <a:pt x="420174" y="7904"/>
                </a:lnTo>
                <a:lnTo>
                  <a:pt x="420120" y="7586"/>
                </a:lnTo>
                <a:lnTo>
                  <a:pt x="420055" y="7273"/>
                </a:lnTo>
                <a:lnTo>
                  <a:pt x="419981" y="6965"/>
                </a:lnTo>
                <a:lnTo>
                  <a:pt x="419896" y="6662"/>
                </a:lnTo>
                <a:lnTo>
                  <a:pt x="419802" y="6364"/>
                </a:lnTo>
                <a:lnTo>
                  <a:pt x="419698" y="6071"/>
                </a:lnTo>
                <a:lnTo>
                  <a:pt x="419583" y="5783"/>
                </a:lnTo>
                <a:lnTo>
                  <a:pt x="419459" y="5500"/>
                </a:lnTo>
                <a:lnTo>
                  <a:pt x="419325" y="5222"/>
                </a:lnTo>
                <a:lnTo>
                  <a:pt x="419181" y="4948"/>
                </a:lnTo>
                <a:lnTo>
                  <a:pt x="419027" y="4680"/>
                </a:lnTo>
                <a:lnTo>
                  <a:pt x="418863" y="4417"/>
                </a:lnTo>
                <a:lnTo>
                  <a:pt x="418689" y="4158"/>
                </a:lnTo>
                <a:lnTo>
                  <a:pt x="418506" y="3905"/>
                </a:lnTo>
                <a:lnTo>
                  <a:pt x="418312" y="3657"/>
                </a:lnTo>
                <a:lnTo>
                  <a:pt x="418108" y="3413"/>
                </a:lnTo>
                <a:lnTo>
                  <a:pt x="417895" y="3175"/>
                </a:lnTo>
                <a:lnTo>
                  <a:pt x="417671" y="2941"/>
                </a:lnTo>
                <a:lnTo>
                  <a:pt x="417438" y="2713"/>
                </a:lnTo>
                <a:lnTo>
                  <a:pt x="417196" y="2491"/>
                </a:lnTo>
                <a:lnTo>
                  <a:pt x="416949" y="2279"/>
                </a:lnTo>
                <a:lnTo>
                  <a:pt x="416695" y="2077"/>
                </a:lnTo>
                <a:lnTo>
                  <a:pt x="416435" y="1884"/>
                </a:lnTo>
                <a:lnTo>
                  <a:pt x="416169" y="1700"/>
                </a:lnTo>
                <a:lnTo>
                  <a:pt x="415897" y="1526"/>
                </a:lnTo>
                <a:lnTo>
                  <a:pt x="415618" y="1361"/>
                </a:lnTo>
                <a:lnTo>
                  <a:pt x="415333" y="1206"/>
                </a:lnTo>
                <a:lnTo>
                  <a:pt x="415043" y="1060"/>
                </a:lnTo>
                <a:lnTo>
                  <a:pt x="414746" y="923"/>
                </a:lnTo>
                <a:lnTo>
                  <a:pt x="414443" y="796"/>
                </a:lnTo>
                <a:lnTo>
                  <a:pt x="414133" y="678"/>
                </a:lnTo>
                <a:lnTo>
                  <a:pt x="413818" y="570"/>
                </a:lnTo>
                <a:lnTo>
                  <a:pt x="413496" y="471"/>
                </a:lnTo>
                <a:lnTo>
                  <a:pt x="413168" y="381"/>
                </a:lnTo>
                <a:lnTo>
                  <a:pt x="412834" y="301"/>
                </a:lnTo>
                <a:lnTo>
                  <a:pt x="412494" y="231"/>
                </a:lnTo>
                <a:lnTo>
                  <a:pt x="412148" y="170"/>
                </a:lnTo>
                <a:lnTo>
                  <a:pt x="411796" y="118"/>
                </a:lnTo>
                <a:lnTo>
                  <a:pt x="411437" y="75"/>
                </a:lnTo>
                <a:lnTo>
                  <a:pt x="411072" y="42"/>
                </a:lnTo>
                <a:lnTo>
                  <a:pt x="410701" y="19"/>
                </a:lnTo>
                <a:lnTo>
                  <a:pt x="410324" y="5"/>
                </a:lnTo>
                <a:lnTo>
                  <a:pt x="409941" y="0"/>
                </a:lnTo>
                <a:lnTo>
                  <a:pt x="409558" y="5"/>
                </a:lnTo>
                <a:lnTo>
                  <a:pt x="409181" y="19"/>
                </a:lnTo>
                <a:lnTo>
                  <a:pt x="408810" y="42"/>
                </a:lnTo>
                <a:lnTo>
                  <a:pt x="408446" y="75"/>
                </a:lnTo>
                <a:lnTo>
                  <a:pt x="408088" y="118"/>
                </a:lnTo>
                <a:lnTo>
                  <a:pt x="407737" y="170"/>
                </a:lnTo>
                <a:lnTo>
                  <a:pt x="407392" y="231"/>
                </a:lnTo>
                <a:lnTo>
                  <a:pt x="407053" y="301"/>
                </a:lnTo>
                <a:lnTo>
                  <a:pt x="406720" y="381"/>
                </a:lnTo>
                <a:lnTo>
                  <a:pt x="406394" y="471"/>
                </a:lnTo>
                <a:lnTo>
                  <a:pt x="406074" y="570"/>
                </a:lnTo>
                <a:lnTo>
                  <a:pt x="405761" y="678"/>
                </a:lnTo>
                <a:lnTo>
                  <a:pt x="405454" y="796"/>
                </a:lnTo>
                <a:lnTo>
                  <a:pt x="405153" y="923"/>
                </a:lnTo>
                <a:lnTo>
                  <a:pt x="404859" y="1060"/>
                </a:lnTo>
                <a:lnTo>
                  <a:pt x="404570" y="1206"/>
                </a:lnTo>
                <a:lnTo>
                  <a:pt x="404289" y="1361"/>
                </a:lnTo>
                <a:lnTo>
                  <a:pt x="404013" y="1526"/>
                </a:lnTo>
                <a:lnTo>
                  <a:pt x="403744" y="1700"/>
                </a:lnTo>
                <a:lnTo>
                  <a:pt x="403481" y="1884"/>
                </a:lnTo>
                <a:lnTo>
                  <a:pt x="403225" y="2077"/>
                </a:lnTo>
                <a:lnTo>
                  <a:pt x="402975" y="2279"/>
                </a:lnTo>
                <a:lnTo>
                  <a:pt x="402731" y="2491"/>
                </a:lnTo>
                <a:lnTo>
                  <a:pt x="402493" y="2713"/>
                </a:lnTo>
                <a:lnTo>
                  <a:pt x="402264" y="2941"/>
                </a:lnTo>
                <a:lnTo>
                  <a:pt x="402044" y="3175"/>
                </a:lnTo>
                <a:lnTo>
                  <a:pt x="401835" y="3413"/>
                </a:lnTo>
                <a:lnTo>
                  <a:pt x="401634" y="3657"/>
                </a:lnTo>
                <a:lnTo>
                  <a:pt x="401444" y="3905"/>
                </a:lnTo>
                <a:lnTo>
                  <a:pt x="401263" y="4158"/>
                </a:lnTo>
                <a:lnTo>
                  <a:pt x="401093" y="4417"/>
                </a:lnTo>
                <a:lnTo>
                  <a:pt x="400932" y="4680"/>
                </a:lnTo>
                <a:lnTo>
                  <a:pt x="400780" y="4948"/>
                </a:lnTo>
                <a:lnTo>
                  <a:pt x="400639" y="5222"/>
                </a:lnTo>
                <a:lnTo>
                  <a:pt x="400507" y="5500"/>
                </a:lnTo>
                <a:lnTo>
                  <a:pt x="400385" y="5783"/>
                </a:lnTo>
                <a:lnTo>
                  <a:pt x="400273" y="6071"/>
                </a:lnTo>
                <a:lnTo>
                  <a:pt x="400170" y="6364"/>
                </a:lnTo>
                <a:lnTo>
                  <a:pt x="400077" y="6662"/>
                </a:lnTo>
                <a:lnTo>
                  <a:pt x="399994" y="6965"/>
                </a:lnTo>
                <a:lnTo>
                  <a:pt x="399921" y="7273"/>
                </a:lnTo>
                <a:lnTo>
                  <a:pt x="399858" y="7586"/>
                </a:lnTo>
                <a:lnTo>
                  <a:pt x="399804" y="7904"/>
                </a:lnTo>
                <a:lnTo>
                  <a:pt x="399760" y="8227"/>
                </a:lnTo>
                <a:lnTo>
                  <a:pt x="399726" y="8555"/>
                </a:lnTo>
                <a:lnTo>
                  <a:pt x="399702" y="8888"/>
                </a:lnTo>
                <a:lnTo>
                  <a:pt x="399687" y="9226"/>
                </a:lnTo>
                <a:lnTo>
                  <a:pt x="399682" y="9568"/>
                </a:lnTo>
                <a:lnTo>
                  <a:pt x="399687" y="9911"/>
                </a:lnTo>
                <a:lnTo>
                  <a:pt x="399702" y="10249"/>
                </a:lnTo>
                <a:lnTo>
                  <a:pt x="399726" y="10582"/>
                </a:lnTo>
                <a:lnTo>
                  <a:pt x="399760" y="10910"/>
                </a:lnTo>
                <a:lnTo>
                  <a:pt x="399804" y="11233"/>
                </a:lnTo>
                <a:lnTo>
                  <a:pt x="399858" y="11550"/>
                </a:lnTo>
                <a:lnTo>
                  <a:pt x="399921" y="11863"/>
                </a:lnTo>
                <a:lnTo>
                  <a:pt x="399994" y="12171"/>
                </a:lnTo>
                <a:lnTo>
                  <a:pt x="400077" y="12474"/>
                </a:lnTo>
                <a:lnTo>
                  <a:pt x="400170" y="12773"/>
                </a:lnTo>
                <a:lnTo>
                  <a:pt x="400273" y="13066"/>
                </a:lnTo>
                <a:lnTo>
                  <a:pt x="400385" y="13354"/>
                </a:lnTo>
                <a:lnTo>
                  <a:pt x="400507" y="13637"/>
                </a:lnTo>
                <a:lnTo>
                  <a:pt x="400639" y="13915"/>
                </a:lnTo>
                <a:lnTo>
                  <a:pt x="400780" y="14188"/>
                </a:lnTo>
                <a:lnTo>
                  <a:pt x="400932" y="14457"/>
                </a:lnTo>
                <a:lnTo>
                  <a:pt x="401093" y="14720"/>
                </a:lnTo>
                <a:lnTo>
                  <a:pt x="401263" y="14978"/>
                </a:lnTo>
                <a:lnTo>
                  <a:pt x="401444" y="15232"/>
                </a:lnTo>
                <a:lnTo>
                  <a:pt x="401634" y="15480"/>
                </a:lnTo>
                <a:lnTo>
                  <a:pt x="401835" y="15724"/>
                </a:lnTo>
                <a:lnTo>
                  <a:pt x="402044" y="15962"/>
                </a:lnTo>
                <a:lnTo>
                  <a:pt x="402264" y="16195"/>
                </a:lnTo>
                <a:lnTo>
                  <a:pt x="402493" y="16424"/>
                </a:lnTo>
                <a:lnTo>
                  <a:pt x="402731" y="16645"/>
                </a:lnTo>
                <a:lnTo>
                  <a:pt x="402975" y="16857"/>
                </a:lnTo>
                <a:lnTo>
                  <a:pt x="403225" y="17060"/>
                </a:lnTo>
                <a:lnTo>
                  <a:pt x="403481" y="17253"/>
                </a:lnTo>
                <a:lnTo>
                  <a:pt x="403744" y="17437"/>
                </a:lnTo>
                <a:lnTo>
                  <a:pt x="404013" y="17611"/>
                </a:lnTo>
                <a:lnTo>
                  <a:pt x="404289" y="17776"/>
                </a:lnTo>
                <a:lnTo>
                  <a:pt x="404570" y="17931"/>
                </a:lnTo>
                <a:lnTo>
                  <a:pt x="404859" y="18077"/>
                </a:lnTo>
                <a:lnTo>
                  <a:pt x="405153" y="18214"/>
                </a:lnTo>
                <a:lnTo>
                  <a:pt x="405454" y="18341"/>
                </a:lnTo>
                <a:lnTo>
                  <a:pt x="405761" y="18459"/>
                </a:lnTo>
                <a:lnTo>
                  <a:pt x="406074" y="18567"/>
                </a:lnTo>
                <a:lnTo>
                  <a:pt x="406394" y="18666"/>
                </a:lnTo>
                <a:lnTo>
                  <a:pt x="406720" y="18755"/>
                </a:lnTo>
                <a:lnTo>
                  <a:pt x="407053" y="18835"/>
                </a:lnTo>
                <a:lnTo>
                  <a:pt x="407392" y="18906"/>
                </a:lnTo>
                <a:lnTo>
                  <a:pt x="407737" y="18967"/>
                </a:lnTo>
                <a:lnTo>
                  <a:pt x="408088" y="19019"/>
                </a:lnTo>
                <a:lnTo>
                  <a:pt x="408446" y="19061"/>
                </a:lnTo>
                <a:lnTo>
                  <a:pt x="408810" y="19094"/>
                </a:lnTo>
                <a:lnTo>
                  <a:pt x="409181" y="19118"/>
                </a:lnTo>
                <a:lnTo>
                  <a:pt x="409558" y="19132"/>
                </a:lnTo>
                <a:lnTo>
                  <a:pt x="409941" y="19137"/>
                </a:lnTo>
                <a:lnTo>
                  <a:pt x="410324" y="19132"/>
                </a:lnTo>
                <a:lnTo>
                  <a:pt x="410701" y="19118"/>
                </a:lnTo>
                <a:lnTo>
                  <a:pt x="411072" y="19094"/>
                </a:lnTo>
                <a:lnTo>
                  <a:pt x="411437" y="19061"/>
                </a:lnTo>
                <a:close/>
                <a:moveTo>
                  <a:pt x="619153" y="44869"/>
                </a:moveTo>
                <a:lnTo>
                  <a:pt x="619512" y="44504"/>
                </a:lnTo>
                <a:lnTo>
                  <a:pt x="619879" y="44154"/>
                </a:lnTo>
                <a:lnTo>
                  <a:pt x="620253" y="43819"/>
                </a:lnTo>
                <a:lnTo>
                  <a:pt x="620635" y="43499"/>
                </a:lnTo>
                <a:lnTo>
                  <a:pt x="621023" y="43193"/>
                </a:lnTo>
                <a:lnTo>
                  <a:pt x="621420" y="42903"/>
                </a:lnTo>
                <a:lnTo>
                  <a:pt x="621823" y="42627"/>
                </a:lnTo>
                <a:lnTo>
                  <a:pt x="622234" y="42366"/>
                </a:lnTo>
                <a:lnTo>
                  <a:pt x="622652" y="42121"/>
                </a:lnTo>
                <a:lnTo>
                  <a:pt x="623078" y="41890"/>
                </a:lnTo>
                <a:lnTo>
                  <a:pt x="623511" y="41674"/>
                </a:lnTo>
                <a:lnTo>
                  <a:pt x="623951" y="41472"/>
                </a:lnTo>
                <a:lnTo>
                  <a:pt x="624399" y="41286"/>
                </a:lnTo>
                <a:lnTo>
                  <a:pt x="624854" y="41115"/>
                </a:lnTo>
                <a:lnTo>
                  <a:pt x="625317" y="40958"/>
                </a:lnTo>
                <a:lnTo>
                  <a:pt x="625787" y="40817"/>
                </a:lnTo>
                <a:lnTo>
                  <a:pt x="626264" y="40690"/>
                </a:lnTo>
                <a:lnTo>
                  <a:pt x="626747" y="40573"/>
                </a:lnTo>
                <a:lnTo>
                  <a:pt x="627233" y="40462"/>
                </a:lnTo>
                <a:lnTo>
                  <a:pt x="627724" y="40355"/>
                </a:lnTo>
                <a:lnTo>
                  <a:pt x="628219" y="40253"/>
                </a:lnTo>
                <a:lnTo>
                  <a:pt x="628717" y="40156"/>
                </a:lnTo>
                <a:lnTo>
                  <a:pt x="629220" y="40064"/>
                </a:lnTo>
                <a:lnTo>
                  <a:pt x="629726" y="39978"/>
                </a:lnTo>
                <a:lnTo>
                  <a:pt x="630237" y="39896"/>
                </a:lnTo>
                <a:lnTo>
                  <a:pt x="630751" y="39819"/>
                </a:lnTo>
                <a:lnTo>
                  <a:pt x="631270" y="39747"/>
                </a:lnTo>
                <a:lnTo>
                  <a:pt x="631792" y="39680"/>
                </a:lnTo>
                <a:lnTo>
                  <a:pt x="632318" y="39617"/>
                </a:lnTo>
                <a:lnTo>
                  <a:pt x="632848" y="39560"/>
                </a:lnTo>
                <a:lnTo>
                  <a:pt x="633382" y="39508"/>
                </a:lnTo>
                <a:lnTo>
                  <a:pt x="633920" y="39461"/>
                </a:lnTo>
                <a:lnTo>
                  <a:pt x="634462" y="39419"/>
                </a:lnTo>
                <a:lnTo>
                  <a:pt x="635008" y="39382"/>
                </a:lnTo>
                <a:lnTo>
                  <a:pt x="635558" y="39349"/>
                </a:lnTo>
                <a:lnTo>
                  <a:pt x="636112" y="39322"/>
                </a:lnTo>
                <a:lnTo>
                  <a:pt x="636669" y="39300"/>
                </a:lnTo>
                <a:lnTo>
                  <a:pt x="637231" y="39282"/>
                </a:lnTo>
                <a:lnTo>
                  <a:pt x="637796" y="39270"/>
                </a:lnTo>
                <a:lnTo>
                  <a:pt x="638366" y="39262"/>
                </a:lnTo>
                <a:lnTo>
                  <a:pt x="638939" y="39260"/>
                </a:lnTo>
                <a:lnTo>
                  <a:pt x="638939" y="25351"/>
                </a:lnTo>
                <a:lnTo>
                  <a:pt x="638042" y="25381"/>
                </a:lnTo>
                <a:lnTo>
                  <a:pt x="637159" y="25422"/>
                </a:lnTo>
                <a:lnTo>
                  <a:pt x="636289" y="25473"/>
                </a:lnTo>
                <a:lnTo>
                  <a:pt x="635433" y="25535"/>
                </a:lnTo>
                <a:lnTo>
                  <a:pt x="634592" y="25607"/>
                </a:lnTo>
                <a:lnTo>
                  <a:pt x="633764" y="25690"/>
                </a:lnTo>
                <a:lnTo>
                  <a:pt x="632950" y="25784"/>
                </a:lnTo>
                <a:lnTo>
                  <a:pt x="632149" y="25888"/>
                </a:lnTo>
                <a:lnTo>
                  <a:pt x="631363" y="26003"/>
                </a:lnTo>
                <a:lnTo>
                  <a:pt x="630591" y="26129"/>
                </a:lnTo>
                <a:lnTo>
                  <a:pt x="629832" y="26265"/>
                </a:lnTo>
                <a:lnTo>
                  <a:pt x="629087" y="26412"/>
                </a:lnTo>
                <a:lnTo>
                  <a:pt x="628357" y="26569"/>
                </a:lnTo>
                <a:lnTo>
                  <a:pt x="627640" y="26737"/>
                </a:lnTo>
                <a:lnTo>
                  <a:pt x="626937" y="26916"/>
                </a:lnTo>
                <a:lnTo>
                  <a:pt x="626247" y="27105"/>
                </a:lnTo>
                <a:lnTo>
                  <a:pt x="625572" y="27305"/>
                </a:lnTo>
                <a:lnTo>
                  <a:pt x="624911" y="27515"/>
                </a:lnTo>
                <a:lnTo>
                  <a:pt x="624263" y="27736"/>
                </a:lnTo>
                <a:lnTo>
                  <a:pt x="623629" y="27968"/>
                </a:lnTo>
                <a:lnTo>
                  <a:pt x="623009" y="28210"/>
                </a:lnTo>
                <a:lnTo>
                  <a:pt x="622403" y="28463"/>
                </a:lnTo>
                <a:lnTo>
                  <a:pt x="621811" y="28727"/>
                </a:lnTo>
                <a:lnTo>
                  <a:pt x="621233" y="29001"/>
                </a:lnTo>
                <a:lnTo>
                  <a:pt x="620666" y="29291"/>
                </a:lnTo>
                <a:lnTo>
                  <a:pt x="620109" y="29601"/>
                </a:lnTo>
                <a:lnTo>
                  <a:pt x="619560" y="29932"/>
                </a:lnTo>
                <a:lnTo>
                  <a:pt x="619020" y="30283"/>
                </a:lnTo>
                <a:lnTo>
                  <a:pt x="618490" y="30655"/>
                </a:lnTo>
                <a:lnTo>
                  <a:pt x="617969" y="31048"/>
                </a:lnTo>
                <a:lnTo>
                  <a:pt x="617456" y="31461"/>
                </a:lnTo>
                <a:lnTo>
                  <a:pt x="616953" y="31895"/>
                </a:lnTo>
                <a:lnTo>
                  <a:pt x="616459" y="32349"/>
                </a:lnTo>
                <a:lnTo>
                  <a:pt x="615974" y="32823"/>
                </a:lnTo>
                <a:lnTo>
                  <a:pt x="615498" y="33319"/>
                </a:lnTo>
                <a:lnTo>
                  <a:pt x="615031" y="33835"/>
                </a:lnTo>
                <a:lnTo>
                  <a:pt x="614573" y="34371"/>
                </a:lnTo>
                <a:lnTo>
                  <a:pt x="614124" y="34928"/>
                </a:lnTo>
                <a:lnTo>
                  <a:pt x="613685" y="35505"/>
                </a:lnTo>
                <a:lnTo>
                  <a:pt x="613254" y="36103"/>
                </a:lnTo>
                <a:lnTo>
                  <a:pt x="612832" y="36722"/>
                </a:lnTo>
                <a:lnTo>
                  <a:pt x="612420" y="37361"/>
                </a:lnTo>
                <a:lnTo>
                  <a:pt x="612017" y="38021"/>
                </a:lnTo>
                <a:lnTo>
                  <a:pt x="611622" y="38701"/>
                </a:lnTo>
                <a:lnTo>
                  <a:pt x="611237" y="39402"/>
                </a:lnTo>
                <a:lnTo>
                  <a:pt x="610861" y="40123"/>
                </a:lnTo>
                <a:lnTo>
                  <a:pt x="610578" y="40694"/>
                </a:lnTo>
                <a:lnTo>
                  <a:pt x="609955" y="40421"/>
                </a:lnTo>
                <a:lnTo>
                  <a:pt x="609208" y="40115"/>
                </a:lnTo>
                <a:lnTo>
                  <a:pt x="608446" y="39826"/>
                </a:lnTo>
                <a:lnTo>
                  <a:pt x="607671" y="39551"/>
                </a:lnTo>
                <a:lnTo>
                  <a:pt x="606880" y="39293"/>
                </a:lnTo>
                <a:lnTo>
                  <a:pt x="606076" y="39050"/>
                </a:lnTo>
                <a:lnTo>
                  <a:pt x="605257" y="38823"/>
                </a:lnTo>
                <a:lnTo>
                  <a:pt x="604424" y="38611"/>
                </a:lnTo>
                <a:lnTo>
                  <a:pt x="603576" y="38415"/>
                </a:lnTo>
                <a:lnTo>
                  <a:pt x="602714" y="38235"/>
                </a:lnTo>
                <a:lnTo>
                  <a:pt x="601837" y="38070"/>
                </a:lnTo>
                <a:lnTo>
                  <a:pt x="600946" y="37922"/>
                </a:lnTo>
                <a:lnTo>
                  <a:pt x="600041" y="37788"/>
                </a:lnTo>
                <a:lnTo>
                  <a:pt x="599122" y="37671"/>
                </a:lnTo>
                <a:lnTo>
                  <a:pt x="598188" y="37569"/>
                </a:lnTo>
                <a:lnTo>
                  <a:pt x="597239" y="37483"/>
                </a:lnTo>
                <a:lnTo>
                  <a:pt x="596276" y="37412"/>
                </a:lnTo>
                <a:lnTo>
                  <a:pt x="595299" y="37358"/>
                </a:lnTo>
                <a:lnTo>
                  <a:pt x="594308" y="37318"/>
                </a:lnTo>
                <a:lnTo>
                  <a:pt x="593302" y="37295"/>
                </a:lnTo>
                <a:lnTo>
                  <a:pt x="592281" y="37287"/>
                </a:lnTo>
                <a:lnTo>
                  <a:pt x="591285" y="37295"/>
                </a:lnTo>
                <a:lnTo>
                  <a:pt x="590301" y="37318"/>
                </a:lnTo>
                <a:lnTo>
                  <a:pt x="589331" y="37358"/>
                </a:lnTo>
                <a:lnTo>
                  <a:pt x="588373" y="37412"/>
                </a:lnTo>
                <a:lnTo>
                  <a:pt x="587428" y="37483"/>
                </a:lnTo>
                <a:lnTo>
                  <a:pt x="586495" y="37569"/>
                </a:lnTo>
                <a:lnTo>
                  <a:pt x="585576" y="37671"/>
                </a:lnTo>
                <a:lnTo>
                  <a:pt x="584669" y="37788"/>
                </a:lnTo>
                <a:lnTo>
                  <a:pt x="583776" y="37922"/>
                </a:lnTo>
                <a:lnTo>
                  <a:pt x="582895" y="38070"/>
                </a:lnTo>
                <a:lnTo>
                  <a:pt x="582027" y="38235"/>
                </a:lnTo>
                <a:lnTo>
                  <a:pt x="581172" y="38415"/>
                </a:lnTo>
                <a:lnTo>
                  <a:pt x="580329" y="38611"/>
                </a:lnTo>
                <a:lnTo>
                  <a:pt x="579500" y="38823"/>
                </a:lnTo>
                <a:lnTo>
                  <a:pt x="578683" y="39050"/>
                </a:lnTo>
                <a:lnTo>
                  <a:pt x="577879" y="39293"/>
                </a:lnTo>
                <a:lnTo>
                  <a:pt x="577089" y="39551"/>
                </a:lnTo>
                <a:lnTo>
                  <a:pt x="576310" y="39826"/>
                </a:lnTo>
                <a:lnTo>
                  <a:pt x="575545" y="40115"/>
                </a:lnTo>
                <a:lnTo>
                  <a:pt x="574793" y="40421"/>
                </a:lnTo>
                <a:lnTo>
                  <a:pt x="574053" y="40742"/>
                </a:lnTo>
                <a:lnTo>
                  <a:pt x="573326" y="41079"/>
                </a:lnTo>
                <a:lnTo>
                  <a:pt x="572613" y="41432"/>
                </a:lnTo>
                <a:lnTo>
                  <a:pt x="571912" y="41800"/>
                </a:lnTo>
                <a:lnTo>
                  <a:pt x="571224" y="42181"/>
                </a:lnTo>
                <a:lnTo>
                  <a:pt x="570550" y="42573"/>
                </a:lnTo>
                <a:lnTo>
                  <a:pt x="569891" y="42976"/>
                </a:lnTo>
                <a:lnTo>
                  <a:pt x="569245" y="43390"/>
                </a:lnTo>
                <a:lnTo>
                  <a:pt x="568614" y="43814"/>
                </a:lnTo>
                <a:lnTo>
                  <a:pt x="567997" y="44249"/>
                </a:lnTo>
                <a:lnTo>
                  <a:pt x="567393" y="44696"/>
                </a:lnTo>
                <a:lnTo>
                  <a:pt x="566804" y="45152"/>
                </a:lnTo>
                <a:lnTo>
                  <a:pt x="566229" y="45620"/>
                </a:lnTo>
                <a:lnTo>
                  <a:pt x="565668" y="46099"/>
                </a:lnTo>
                <a:lnTo>
                  <a:pt x="565120" y="46588"/>
                </a:lnTo>
                <a:lnTo>
                  <a:pt x="564587" y="47088"/>
                </a:lnTo>
                <a:lnTo>
                  <a:pt x="564068" y="47599"/>
                </a:lnTo>
                <a:lnTo>
                  <a:pt x="563563" y="48121"/>
                </a:lnTo>
                <a:lnTo>
                  <a:pt x="563072" y="48653"/>
                </a:lnTo>
                <a:lnTo>
                  <a:pt x="562595" y="49197"/>
                </a:lnTo>
                <a:lnTo>
                  <a:pt x="562132" y="49751"/>
                </a:lnTo>
                <a:lnTo>
                  <a:pt x="561684" y="50316"/>
                </a:lnTo>
                <a:lnTo>
                  <a:pt x="561249" y="50892"/>
                </a:lnTo>
                <a:lnTo>
                  <a:pt x="560828" y="51478"/>
                </a:lnTo>
                <a:lnTo>
                  <a:pt x="560421" y="52076"/>
                </a:lnTo>
                <a:lnTo>
                  <a:pt x="560029" y="52684"/>
                </a:lnTo>
                <a:lnTo>
                  <a:pt x="559650" y="53303"/>
                </a:lnTo>
                <a:lnTo>
                  <a:pt x="559285" y="53933"/>
                </a:lnTo>
                <a:lnTo>
                  <a:pt x="558935" y="54571"/>
                </a:lnTo>
                <a:lnTo>
                  <a:pt x="558600" y="55215"/>
                </a:lnTo>
                <a:lnTo>
                  <a:pt x="558280" y="55865"/>
                </a:lnTo>
                <a:lnTo>
                  <a:pt x="557974" y="56520"/>
                </a:lnTo>
                <a:lnTo>
                  <a:pt x="557684" y="57182"/>
                </a:lnTo>
                <a:lnTo>
                  <a:pt x="557408" y="57850"/>
                </a:lnTo>
                <a:lnTo>
                  <a:pt x="557147" y="58523"/>
                </a:lnTo>
                <a:lnTo>
                  <a:pt x="556901" y="59203"/>
                </a:lnTo>
                <a:lnTo>
                  <a:pt x="556670" y="59888"/>
                </a:lnTo>
                <a:lnTo>
                  <a:pt x="556454" y="60579"/>
                </a:lnTo>
                <a:lnTo>
                  <a:pt x="556253" y="61276"/>
                </a:lnTo>
                <a:lnTo>
                  <a:pt x="556067" y="61979"/>
                </a:lnTo>
                <a:lnTo>
                  <a:pt x="555896" y="62688"/>
                </a:lnTo>
                <a:lnTo>
                  <a:pt x="555739" y="63403"/>
                </a:lnTo>
                <a:lnTo>
                  <a:pt x="555598" y="64124"/>
                </a:lnTo>
                <a:lnTo>
                  <a:pt x="555471" y="64851"/>
                </a:lnTo>
                <a:lnTo>
                  <a:pt x="555359" y="65584"/>
                </a:lnTo>
                <a:lnTo>
                  <a:pt x="555263" y="66322"/>
                </a:lnTo>
                <a:lnTo>
                  <a:pt x="555181" y="67067"/>
                </a:lnTo>
                <a:lnTo>
                  <a:pt x="555114" y="67817"/>
                </a:lnTo>
                <a:lnTo>
                  <a:pt x="555061" y="68573"/>
                </a:lnTo>
                <a:lnTo>
                  <a:pt x="555024" y="69336"/>
                </a:lnTo>
                <a:lnTo>
                  <a:pt x="555002" y="70104"/>
                </a:lnTo>
                <a:lnTo>
                  <a:pt x="554994" y="70878"/>
                </a:lnTo>
                <a:lnTo>
                  <a:pt x="555002" y="71611"/>
                </a:lnTo>
                <a:lnTo>
                  <a:pt x="555024" y="72340"/>
                </a:lnTo>
                <a:lnTo>
                  <a:pt x="555061" y="73064"/>
                </a:lnTo>
                <a:lnTo>
                  <a:pt x="555112" y="73784"/>
                </a:lnTo>
                <a:lnTo>
                  <a:pt x="555178" y="74500"/>
                </a:lnTo>
                <a:lnTo>
                  <a:pt x="555259" y="75211"/>
                </a:lnTo>
                <a:lnTo>
                  <a:pt x="555355" y="75918"/>
                </a:lnTo>
                <a:lnTo>
                  <a:pt x="555466" y="76621"/>
                </a:lnTo>
                <a:lnTo>
                  <a:pt x="555591" y="77319"/>
                </a:lnTo>
                <a:lnTo>
                  <a:pt x="555731" y="78013"/>
                </a:lnTo>
                <a:lnTo>
                  <a:pt x="555885" y="78702"/>
                </a:lnTo>
                <a:lnTo>
                  <a:pt x="556055" y="79387"/>
                </a:lnTo>
                <a:lnTo>
                  <a:pt x="556239" y="80068"/>
                </a:lnTo>
                <a:lnTo>
                  <a:pt x="556438" y="80745"/>
                </a:lnTo>
                <a:lnTo>
                  <a:pt x="556651" y="81417"/>
                </a:lnTo>
                <a:lnTo>
                  <a:pt x="556880" y="82085"/>
                </a:lnTo>
                <a:lnTo>
                  <a:pt x="557123" y="82748"/>
                </a:lnTo>
                <a:lnTo>
                  <a:pt x="557380" y="83408"/>
                </a:lnTo>
                <a:lnTo>
                  <a:pt x="557653" y="84062"/>
                </a:lnTo>
                <a:lnTo>
                  <a:pt x="557940" y="84713"/>
                </a:lnTo>
                <a:lnTo>
                  <a:pt x="558242" y="85359"/>
                </a:lnTo>
                <a:lnTo>
                  <a:pt x="558558" y="86001"/>
                </a:lnTo>
                <a:lnTo>
                  <a:pt x="558890" y="86638"/>
                </a:lnTo>
                <a:lnTo>
                  <a:pt x="559236" y="87271"/>
                </a:lnTo>
                <a:lnTo>
                  <a:pt x="559596" y="87897"/>
                </a:lnTo>
                <a:lnTo>
                  <a:pt x="559971" y="88513"/>
                </a:lnTo>
                <a:lnTo>
                  <a:pt x="560359" y="89118"/>
                </a:lnTo>
                <a:lnTo>
                  <a:pt x="560761" y="89714"/>
                </a:lnTo>
                <a:lnTo>
                  <a:pt x="561177" y="90300"/>
                </a:lnTo>
                <a:lnTo>
                  <a:pt x="561606" y="90875"/>
                </a:lnTo>
                <a:lnTo>
                  <a:pt x="562050" y="91440"/>
                </a:lnTo>
                <a:lnTo>
                  <a:pt x="562508" y="91995"/>
                </a:lnTo>
                <a:lnTo>
                  <a:pt x="562979" y="92541"/>
                </a:lnTo>
                <a:lnTo>
                  <a:pt x="563464" y="93076"/>
                </a:lnTo>
                <a:lnTo>
                  <a:pt x="563963" y="93600"/>
                </a:lnTo>
                <a:lnTo>
                  <a:pt x="564476" y="94115"/>
                </a:lnTo>
                <a:lnTo>
                  <a:pt x="565003" y="94620"/>
                </a:lnTo>
                <a:lnTo>
                  <a:pt x="565544" y="95115"/>
                </a:lnTo>
                <a:lnTo>
                  <a:pt x="566099" y="95599"/>
                </a:lnTo>
                <a:lnTo>
                  <a:pt x="566667" y="96074"/>
                </a:lnTo>
                <a:lnTo>
                  <a:pt x="567249" y="96538"/>
                </a:lnTo>
                <a:lnTo>
                  <a:pt x="567846" y="96992"/>
                </a:lnTo>
                <a:lnTo>
                  <a:pt x="568170" y="97228"/>
                </a:lnTo>
                <a:lnTo>
                  <a:pt x="567985" y="97299"/>
                </a:lnTo>
                <a:lnTo>
                  <a:pt x="567340" y="97560"/>
                </a:lnTo>
                <a:lnTo>
                  <a:pt x="566713" y="97825"/>
                </a:lnTo>
                <a:lnTo>
                  <a:pt x="566103" y="98096"/>
                </a:lnTo>
                <a:lnTo>
                  <a:pt x="565510" y="98372"/>
                </a:lnTo>
                <a:lnTo>
                  <a:pt x="564934" y="98654"/>
                </a:lnTo>
                <a:lnTo>
                  <a:pt x="564376" y="98940"/>
                </a:lnTo>
                <a:lnTo>
                  <a:pt x="563835" y="99232"/>
                </a:lnTo>
                <a:lnTo>
                  <a:pt x="563312" y="99530"/>
                </a:lnTo>
                <a:lnTo>
                  <a:pt x="562805" y="99833"/>
                </a:lnTo>
                <a:lnTo>
                  <a:pt x="562316" y="100141"/>
                </a:lnTo>
                <a:lnTo>
                  <a:pt x="561845" y="100454"/>
                </a:lnTo>
                <a:lnTo>
                  <a:pt x="561390" y="100773"/>
                </a:lnTo>
                <a:lnTo>
                  <a:pt x="560953" y="101097"/>
                </a:lnTo>
                <a:lnTo>
                  <a:pt x="560533" y="101426"/>
                </a:lnTo>
                <a:lnTo>
                  <a:pt x="560131" y="101761"/>
                </a:lnTo>
                <a:lnTo>
                  <a:pt x="559745" y="102101"/>
                </a:lnTo>
                <a:lnTo>
                  <a:pt x="559377" y="102446"/>
                </a:lnTo>
                <a:lnTo>
                  <a:pt x="559027" y="102797"/>
                </a:lnTo>
                <a:lnTo>
                  <a:pt x="558693" y="103153"/>
                </a:lnTo>
                <a:lnTo>
                  <a:pt x="558376" y="103512"/>
                </a:lnTo>
                <a:lnTo>
                  <a:pt x="558071" y="103874"/>
                </a:lnTo>
                <a:lnTo>
                  <a:pt x="557780" y="104237"/>
                </a:lnTo>
                <a:lnTo>
                  <a:pt x="557503" y="104602"/>
                </a:lnTo>
                <a:lnTo>
                  <a:pt x="557239" y="104969"/>
                </a:lnTo>
                <a:lnTo>
                  <a:pt x="556989" y="105338"/>
                </a:lnTo>
                <a:lnTo>
                  <a:pt x="556752" y="105709"/>
                </a:lnTo>
                <a:lnTo>
                  <a:pt x="556529" y="106082"/>
                </a:lnTo>
                <a:lnTo>
                  <a:pt x="556319" y="106456"/>
                </a:lnTo>
                <a:lnTo>
                  <a:pt x="556123" y="106833"/>
                </a:lnTo>
                <a:lnTo>
                  <a:pt x="555940" y="107211"/>
                </a:lnTo>
                <a:lnTo>
                  <a:pt x="555771" y="107592"/>
                </a:lnTo>
                <a:lnTo>
                  <a:pt x="555616" y="107974"/>
                </a:lnTo>
                <a:lnTo>
                  <a:pt x="555474" y="108358"/>
                </a:lnTo>
                <a:lnTo>
                  <a:pt x="555345" y="108744"/>
                </a:lnTo>
                <a:lnTo>
                  <a:pt x="555230" y="109132"/>
                </a:lnTo>
                <a:lnTo>
                  <a:pt x="555129" y="109521"/>
                </a:lnTo>
                <a:lnTo>
                  <a:pt x="555041" y="109913"/>
                </a:lnTo>
                <a:lnTo>
                  <a:pt x="554966" y="110306"/>
                </a:lnTo>
                <a:lnTo>
                  <a:pt x="554905" y="110702"/>
                </a:lnTo>
                <a:lnTo>
                  <a:pt x="554858" y="111099"/>
                </a:lnTo>
                <a:lnTo>
                  <a:pt x="554824" y="111498"/>
                </a:lnTo>
                <a:lnTo>
                  <a:pt x="554804" y="111899"/>
                </a:lnTo>
                <a:lnTo>
                  <a:pt x="554797" y="112302"/>
                </a:lnTo>
                <a:lnTo>
                  <a:pt x="554801" y="112583"/>
                </a:lnTo>
                <a:lnTo>
                  <a:pt x="554813" y="112865"/>
                </a:lnTo>
                <a:lnTo>
                  <a:pt x="554832" y="113147"/>
                </a:lnTo>
                <a:lnTo>
                  <a:pt x="554860" y="113431"/>
                </a:lnTo>
                <a:lnTo>
                  <a:pt x="554896" y="113715"/>
                </a:lnTo>
                <a:lnTo>
                  <a:pt x="554939" y="114000"/>
                </a:lnTo>
                <a:lnTo>
                  <a:pt x="554990" y="114286"/>
                </a:lnTo>
                <a:lnTo>
                  <a:pt x="555049" y="114573"/>
                </a:lnTo>
                <a:lnTo>
                  <a:pt x="555116" y="114861"/>
                </a:lnTo>
                <a:lnTo>
                  <a:pt x="555191" y="115150"/>
                </a:lnTo>
                <a:lnTo>
                  <a:pt x="555274" y="115439"/>
                </a:lnTo>
                <a:lnTo>
                  <a:pt x="555364" y="115730"/>
                </a:lnTo>
                <a:lnTo>
                  <a:pt x="555463" y="116021"/>
                </a:lnTo>
                <a:lnTo>
                  <a:pt x="555569" y="116313"/>
                </a:lnTo>
                <a:lnTo>
                  <a:pt x="555683" y="116606"/>
                </a:lnTo>
                <a:lnTo>
                  <a:pt x="555805" y="116900"/>
                </a:lnTo>
                <a:lnTo>
                  <a:pt x="555935" y="117194"/>
                </a:lnTo>
                <a:lnTo>
                  <a:pt x="556073" y="117490"/>
                </a:lnTo>
                <a:lnTo>
                  <a:pt x="556219" y="117786"/>
                </a:lnTo>
                <a:lnTo>
                  <a:pt x="556373" y="118083"/>
                </a:lnTo>
                <a:lnTo>
                  <a:pt x="556534" y="118381"/>
                </a:lnTo>
                <a:lnTo>
                  <a:pt x="556703" y="118680"/>
                </a:lnTo>
                <a:lnTo>
                  <a:pt x="556881" y="118980"/>
                </a:lnTo>
                <a:lnTo>
                  <a:pt x="557066" y="119281"/>
                </a:lnTo>
                <a:lnTo>
                  <a:pt x="557260" y="119580"/>
                </a:lnTo>
                <a:lnTo>
                  <a:pt x="557466" y="119878"/>
                </a:lnTo>
                <a:lnTo>
                  <a:pt x="557682" y="120172"/>
                </a:lnTo>
                <a:lnTo>
                  <a:pt x="557908" y="120465"/>
                </a:lnTo>
                <a:lnTo>
                  <a:pt x="558146" y="120755"/>
                </a:lnTo>
                <a:lnTo>
                  <a:pt x="558394" y="121043"/>
                </a:lnTo>
                <a:lnTo>
                  <a:pt x="558654" y="121328"/>
                </a:lnTo>
                <a:lnTo>
                  <a:pt x="558924" y="121611"/>
                </a:lnTo>
                <a:lnTo>
                  <a:pt x="559204" y="121891"/>
                </a:lnTo>
                <a:lnTo>
                  <a:pt x="559496" y="122169"/>
                </a:lnTo>
                <a:lnTo>
                  <a:pt x="559798" y="122445"/>
                </a:lnTo>
                <a:lnTo>
                  <a:pt x="560111" y="122718"/>
                </a:lnTo>
                <a:lnTo>
                  <a:pt x="560435" y="122989"/>
                </a:lnTo>
                <a:lnTo>
                  <a:pt x="560770" y="123257"/>
                </a:lnTo>
                <a:lnTo>
                  <a:pt x="561116" y="123523"/>
                </a:lnTo>
                <a:lnTo>
                  <a:pt x="561472" y="123787"/>
                </a:lnTo>
                <a:lnTo>
                  <a:pt x="561839" y="124048"/>
                </a:lnTo>
                <a:lnTo>
                  <a:pt x="562217" y="124307"/>
                </a:lnTo>
                <a:lnTo>
                  <a:pt x="562606" y="124563"/>
                </a:lnTo>
                <a:lnTo>
                  <a:pt x="563005" y="124817"/>
                </a:lnTo>
                <a:lnTo>
                  <a:pt x="563415" y="125069"/>
                </a:lnTo>
                <a:lnTo>
                  <a:pt x="563836" y="125318"/>
                </a:lnTo>
                <a:lnTo>
                  <a:pt x="564268" y="125565"/>
                </a:lnTo>
                <a:lnTo>
                  <a:pt x="564711" y="125810"/>
                </a:lnTo>
                <a:lnTo>
                  <a:pt x="565166" y="126049"/>
                </a:lnTo>
                <a:lnTo>
                  <a:pt x="565634" y="126282"/>
                </a:lnTo>
                <a:lnTo>
                  <a:pt x="566117" y="126509"/>
                </a:lnTo>
                <a:lnTo>
                  <a:pt x="566281" y="126581"/>
                </a:lnTo>
                <a:lnTo>
                  <a:pt x="565791" y="126796"/>
                </a:lnTo>
                <a:lnTo>
                  <a:pt x="564912" y="127206"/>
                </a:lnTo>
                <a:lnTo>
                  <a:pt x="564061" y="127629"/>
                </a:lnTo>
                <a:lnTo>
                  <a:pt x="563236" y="128065"/>
                </a:lnTo>
                <a:lnTo>
                  <a:pt x="562439" y="128516"/>
                </a:lnTo>
                <a:lnTo>
                  <a:pt x="561668" y="128980"/>
                </a:lnTo>
                <a:lnTo>
                  <a:pt x="560924" y="129457"/>
                </a:lnTo>
                <a:lnTo>
                  <a:pt x="560207" y="129948"/>
                </a:lnTo>
                <a:lnTo>
                  <a:pt x="559517" y="130453"/>
                </a:lnTo>
                <a:lnTo>
                  <a:pt x="558854" y="130971"/>
                </a:lnTo>
                <a:lnTo>
                  <a:pt x="558218" y="131503"/>
                </a:lnTo>
                <a:lnTo>
                  <a:pt x="557608" y="132049"/>
                </a:lnTo>
                <a:lnTo>
                  <a:pt x="557025" y="132604"/>
                </a:lnTo>
                <a:lnTo>
                  <a:pt x="556466" y="133166"/>
                </a:lnTo>
                <a:lnTo>
                  <a:pt x="555932" y="133735"/>
                </a:lnTo>
                <a:lnTo>
                  <a:pt x="555423" y="134310"/>
                </a:lnTo>
                <a:lnTo>
                  <a:pt x="554939" y="134892"/>
                </a:lnTo>
                <a:lnTo>
                  <a:pt x="554480" y="135481"/>
                </a:lnTo>
                <a:lnTo>
                  <a:pt x="554045" y="136076"/>
                </a:lnTo>
                <a:lnTo>
                  <a:pt x="553635" y="136678"/>
                </a:lnTo>
                <a:lnTo>
                  <a:pt x="553250" y="137286"/>
                </a:lnTo>
                <a:lnTo>
                  <a:pt x="552890" y="137901"/>
                </a:lnTo>
                <a:lnTo>
                  <a:pt x="552555" y="138523"/>
                </a:lnTo>
                <a:lnTo>
                  <a:pt x="552245" y="139151"/>
                </a:lnTo>
                <a:lnTo>
                  <a:pt x="551959" y="139786"/>
                </a:lnTo>
                <a:lnTo>
                  <a:pt x="551698" y="140428"/>
                </a:lnTo>
                <a:lnTo>
                  <a:pt x="551462" y="141076"/>
                </a:lnTo>
                <a:lnTo>
                  <a:pt x="551251" y="141731"/>
                </a:lnTo>
                <a:lnTo>
                  <a:pt x="551065" y="142392"/>
                </a:lnTo>
                <a:lnTo>
                  <a:pt x="550904" y="143061"/>
                </a:lnTo>
                <a:lnTo>
                  <a:pt x="550767" y="143735"/>
                </a:lnTo>
                <a:lnTo>
                  <a:pt x="550655" y="144417"/>
                </a:lnTo>
                <a:lnTo>
                  <a:pt x="550569" y="145105"/>
                </a:lnTo>
                <a:lnTo>
                  <a:pt x="550506" y="145800"/>
                </a:lnTo>
                <a:lnTo>
                  <a:pt x="550469" y="146501"/>
                </a:lnTo>
                <a:lnTo>
                  <a:pt x="550457" y="147209"/>
                </a:lnTo>
                <a:lnTo>
                  <a:pt x="550464" y="147793"/>
                </a:lnTo>
                <a:lnTo>
                  <a:pt x="550486" y="148373"/>
                </a:lnTo>
                <a:lnTo>
                  <a:pt x="550521" y="148950"/>
                </a:lnTo>
                <a:lnTo>
                  <a:pt x="550572" y="149523"/>
                </a:lnTo>
                <a:lnTo>
                  <a:pt x="550637" y="150093"/>
                </a:lnTo>
                <a:lnTo>
                  <a:pt x="550716" y="150659"/>
                </a:lnTo>
                <a:lnTo>
                  <a:pt x="550809" y="151222"/>
                </a:lnTo>
                <a:lnTo>
                  <a:pt x="550917" y="151781"/>
                </a:lnTo>
                <a:lnTo>
                  <a:pt x="551039" y="152337"/>
                </a:lnTo>
                <a:lnTo>
                  <a:pt x="551176" y="152889"/>
                </a:lnTo>
                <a:lnTo>
                  <a:pt x="551327" y="153438"/>
                </a:lnTo>
                <a:lnTo>
                  <a:pt x="551493" y="153984"/>
                </a:lnTo>
                <a:lnTo>
                  <a:pt x="551672" y="154526"/>
                </a:lnTo>
                <a:lnTo>
                  <a:pt x="551867" y="155064"/>
                </a:lnTo>
                <a:lnTo>
                  <a:pt x="552075" y="155599"/>
                </a:lnTo>
                <a:lnTo>
                  <a:pt x="552298" y="156131"/>
                </a:lnTo>
                <a:lnTo>
                  <a:pt x="552535" y="156659"/>
                </a:lnTo>
                <a:lnTo>
                  <a:pt x="552787" y="157183"/>
                </a:lnTo>
                <a:lnTo>
                  <a:pt x="553053" y="157704"/>
                </a:lnTo>
                <a:lnTo>
                  <a:pt x="553334" y="158222"/>
                </a:lnTo>
                <a:lnTo>
                  <a:pt x="553629" y="158736"/>
                </a:lnTo>
                <a:lnTo>
                  <a:pt x="553938" y="159247"/>
                </a:lnTo>
                <a:lnTo>
                  <a:pt x="554262" y="159754"/>
                </a:lnTo>
                <a:lnTo>
                  <a:pt x="554600" y="160258"/>
                </a:lnTo>
                <a:lnTo>
                  <a:pt x="554954" y="160756"/>
                </a:lnTo>
                <a:lnTo>
                  <a:pt x="555326" y="161245"/>
                </a:lnTo>
                <a:lnTo>
                  <a:pt x="555716" y="161727"/>
                </a:lnTo>
                <a:lnTo>
                  <a:pt x="556125" y="162199"/>
                </a:lnTo>
                <a:lnTo>
                  <a:pt x="556551" y="162664"/>
                </a:lnTo>
                <a:lnTo>
                  <a:pt x="556995" y="163120"/>
                </a:lnTo>
                <a:lnTo>
                  <a:pt x="557457" y="163568"/>
                </a:lnTo>
                <a:lnTo>
                  <a:pt x="557937" y="164007"/>
                </a:lnTo>
                <a:lnTo>
                  <a:pt x="558435" y="164438"/>
                </a:lnTo>
                <a:lnTo>
                  <a:pt x="558951" y="164861"/>
                </a:lnTo>
                <a:lnTo>
                  <a:pt x="559485" y="165275"/>
                </a:lnTo>
                <a:lnTo>
                  <a:pt x="560037" y="165681"/>
                </a:lnTo>
                <a:lnTo>
                  <a:pt x="560607" y="166078"/>
                </a:lnTo>
                <a:lnTo>
                  <a:pt x="561195" y="166467"/>
                </a:lnTo>
                <a:lnTo>
                  <a:pt x="561801" y="166848"/>
                </a:lnTo>
                <a:lnTo>
                  <a:pt x="562425" y="167220"/>
                </a:lnTo>
                <a:lnTo>
                  <a:pt x="563067" y="167584"/>
                </a:lnTo>
                <a:lnTo>
                  <a:pt x="563727" y="167940"/>
                </a:lnTo>
                <a:lnTo>
                  <a:pt x="564405" y="168287"/>
                </a:lnTo>
                <a:lnTo>
                  <a:pt x="565101" y="168626"/>
                </a:lnTo>
                <a:lnTo>
                  <a:pt x="565815" y="168956"/>
                </a:lnTo>
                <a:lnTo>
                  <a:pt x="566547" y="169278"/>
                </a:lnTo>
                <a:lnTo>
                  <a:pt x="567297" y="169592"/>
                </a:lnTo>
                <a:lnTo>
                  <a:pt x="568065" y="169897"/>
                </a:lnTo>
                <a:lnTo>
                  <a:pt x="568852" y="170192"/>
                </a:lnTo>
                <a:lnTo>
                  <a:pt x="569662" y="170474"/>
                </a:lnTo>
                <a:lnTo>
                  <a:pt x="570493" y="170744"/>
                </a:lnTo>
                <a:lnTo>
                  <a:pt x="571346" y="171002"/>
                </a:lnTo>
                <a:lnTo>
                  <a:pt x="572220" y="171247"/>
                </a:lnTo>
                <a:lnTo>
                  <a:pt x="573117" y="171479"/>
                </a:lnTo>
                <a:lnTo>
                  <a:pt x="574035" y="171699"/>
                </a:lnTo>
                <a:lnTo>
                  <a:pt x="574975" y="171906"/>
                </a:lnTo>
                <a:lnTo>
                  <a:pt x="575937" y="172100"/>
                </a:lnTo>
                <a:lnTo>
                  <a:pt x="576920" y="172282"/>
                </a:lnTo>
                <a:lnTo>
                  <a:pt x="577925" y="172452"/>
                </a:lnTo>
                <a:lnTo>
                  <a:pt x="578952" y="172609"/>
                </a:lnTo>
                <a:lnTo>
                  <a:pt x="580001" y="172753"/>
                </a:lnTo>
                <a:lnTo>
                  <a:pt x="581071" y="172885"/>
                </a:lnTo>
                <a:lnTo>
                  <a:pt x="582164" y="173004"/>
                </a:lnTo>
                <a:lnTo>
                  <a:pt x="583277" y="173111"/>
                </a:lnTo>
                <a:lnTo>
                  <a:pt x="584413" y="173205"/>
                </a:lnTo>
                <a:lnTo>
                  <a:pt x="585571" y="173287"/>
                </a:lnTo>
                <a:lnTo>
                  <a:pt x="586750" y="173356"/>
                </a:lnTo>
                <a:lnTo>
                  <a:pt x="587951" y="173412"/>
                </a:lnTo>
                <a:lnTo>
                  <a:pt x="589173" y="173456"/>
                </a:lnTo>
                <a:lnTo>
                  <a:pt x="590418" y="173488"/>
                </a:lnTo>
                <a:lnTo>
                  <a:pt x="591684" y="173507"/>
                </a:lnTo>
                <a:lnTo>
                  <a:pt x="592972" y="173513"/>
                </a:lnTo>
                <a:lnTo>
                  <a:pt x="594851" y="173498"/>
                </a:lnTo>
                <a:lnTo>
                  <a:pt x="596692" y="173454"/>
                </a:lnTo>
                <a:lnTo>
                  <a:pt x="598494" y="173380"/>
                </a:lnTo>
                <a:lnTo>
                  <a:pt x="600256" y="173277"/>
                </a:lnTo>
                <a:lnTo>
                  <a:pt x="601980" y="173145"/>
                </a:lnTo>
                <a:lnTo>
                  <a:pt x="603665" y="172983"/>
                </a:lnTo>
                <a:lnTo>
                  <a:pt x="605312" y="172791"/>
                </a:lnTo>
                <a:lnTo>
                  <a:pt x="606919" y="172570"/>
                </a:lnTo>
                <a:lnTo>
                  <a:pt x="608487" y="172320"/>
                </a:lnTo>
                <a:lnTo>
                  <a:pt x="610017" y="172040"/>
                </a:lnTo>
                <a:lnTo>
                  <a:pt x="611508" y="171731"/>
                </a:lnTo>
                <a:lnTo>
                  <a:pt x="612959" y="171392"/>
                </a:lnTo>
                <a:lnTo>
                  <a:pt x="614372" y="171024"/>
                </a:lnTo>
                <a:lnTo>
                  <a:pt x="615746" y="170626"/>
                </a:lnTo>
                <a:lnTo>
                  <a:pt x="617082" y="170199"/>
                </a:lnTo>
                <a:lnTo>
                  <a:pt x="618378" y="169742"/>
                </a:lnTo>
                <a:lnTo>
                  <a:pt x="619635" y="169256"/>
                </a:lnTo>
                <a:lnTo>
                  <a:pt x="620854" y="168741"/>
                </a:lnTo>
                <a:lnTo>
                  <a:pt x="622034" y="168196"/>
                </a:lnTo>
                <a:lnTo>
                  <a:pt x="623174" y="167622"/>
                </a:lnTo>
                <a:lnTo>
                  <a:pt x="624276" y="167018"/>
                </a:lnTo>
                <a:lnTo>
                  <a:pt x="625339" y="166384"/>
                </a:lnTo>
                <a:lnTo>
                  <a:pt x="626364" y="165722"/>
                </a:lnTo>
                <a:lnTo>
                  <a:pt x="627349" y="165030"/>
                </a:lnTo>
                <a:lnTo>
                  <a:pt x="628295" y="164314"/>
                </a:lnTo>
                <a:lnTo>
                  <a:pt x="629200" y="163582"/>
                </a:lnTo>
                <a:lnTo>
                  <a:pt x="630065" y="162834"/>
                </a:lnTo>
                <a:lnTo>
                  <a:pt x="630890" y="162069"/>
                </a:lnTo>
                <a:lnTo>
                  <a:pt x="631675" y="161288"/>
                </a:lnTo>
                <a:lnTo>
                  <a:pt x="632420" y="160490"/>
                </a:lnTo>
                <a:lnTo>
                  <a:pt x="633124" y="159675"/>
                </a:lnTo>
                <a:lnTo>
                  <a:pt x="633788" y="158844"/>
                </a:lnTo>
                <a:lnTo>
                  <a:pt x="634412" y="157996"/>
                </a:lnTo>
                <a:lnTo>
                  <a:pt x="634995" y="157132"/>
                </a:lnTo>
                <a:lnTo>
                  <a:pt x="635539" y="156251"/>
                </a:lnTo>
                <a:lnTo>
                  <a:pt x="636042" y="155353"/>
                </a:lnTo>
                <a:lnTo>
                  <a:pt x="636505" y="154439"/>
                </a:lnTo>
                <a:lnTo>
                  <a:pt x="636927" y="153509"/>
                </a:lnTo>
                <a:lnTo>
                  <a:pt x="637309" y="152561"/>
                </a:lnTo>
                <a:lnTo>
                  <a:pt x="637652" y="151598"/>
                </a:lnTo>
                <a:lnTo>
                  <a:pt x="637953" y="150617"/>
                </a:lnTo>
                <a:lnTo>
                  <a:pt x="638215" y="149620"/>
                </a:lnTo>
                <a:lnTo>
                  <a:pt x="638436" y="148607"/>
                </a:lnTo>
                <a:lnTo>
                  <a:pt x="638617" y="147577"/>
                </a:lnTo>
                <a:lnTo>
                  <a:pt x="638758" y="146530"/>
                </a:lnTo>
                <a:lnTo>
                  <a:pt x="638859" y="145467"/>
                </a:lnTo>
                <a:lnTo>
                  <a:pt x="638919" y="144387"/>
                </a:lnTo>
                <a:lnTo>
                  <a:pt x="638939" y="143291"/>
                </a:lnTo>
                <a:lnTo>
                  <a:pt x="638922" y="142190"/>
                </a:lnTo>
                <a:lnTo>
                  <a:pt x="638869" y="141114"/>
                </a:lnTo>
                <a:lnTo>
                  <a:pt x="638781" y="140062"/>
                </a:lnTo>
                <a:lnTo>
                  <a:pt x="638657" y="139034"/>
                </a:lnTo>
                <a:lnTo>
                  <a:pt x="638498" y="138030"/>
                </a:lnTo>
                <a:lnTo>
                  <a:pt x="638304" y="137050"/>
                </a:lnTo>
                <a:lnTo>
                  <a:pt x="638075" y="136095"/>
                </a:lnTo>
                <a:lnTo>
                  <a:pt x="637810" y="135164"/>
                </a:lnTo>
                <a:lnTo>
                  <a:pt x="637511" y="134257"/>
                </a:lnTo>
                <a:lnTo>
                  <a:pt x="637175" y="133375"/>
                </a:lnTo>
                <a:lnTo>
                  <a:pt x="636805" y="132516"/>
                </a:lnTo>
                <a:lnTo>
                  <a:pt x="636399" y="131682"/>
                </a:lnTo>
                <a:lnTo>
                  <a:pt x="635958" y="130872"/>
                </a:lnTo>
                <a:lnTo>
                  <a:pt x="635482" y="130086"/>
                </a:lnTo>
                <a:lnTo>
                  <a:pt x="634971" y="129325"/>
                </a:lnTo>
                <a:lnTo>
                  <a:pt x="634424" y="128588"/>
                </a:lnTo>
                <a:lnTo>
                  <a:pt x="633842" y="127875"/>
                </a:lnTo>
                <a:lnTo>
                  <a:pt x="633224" y="127186"/>
                </a:lnTo>
                <a:lnTo>
                  <a:pt x="632572" y="126522"/>
                </a:lnTo>
                <a:lnTo>
                  <a:pt x="631884" y="125881"/>
                </a:lnTo>
                <a:lnTo>
                  <a:pt x="631160" y="125265"/>
                </a:lnTo>
                <a:lnTo>
                  <a:pt x="630402" y="124673"/>
                </a:lnTo>
                <a:lnTo>
                  <a:pt x="629608" y="124106"/>
                </a:lnTo>
                <a:lnTo>
                  <a:pt x="628779" y="123563"/>
                </a:lnTo>
                <a:lnTo>
                  <a:pt x="627909" y="123042"/>
                </a:lnTo>
                <a:lnTo>
                  <a:pt x="626992" y="122544"/>
                </a:lnTo>
                <a:lnTo>
                  <a:pt x="626028" y="122068"/>
                </a:lnTo>
                <a:lnTo>
                  <a:pt x="625017" y="121615"/>
                </a:lnTo>
                <a:lnTo>
                  <a:pt x="623959" y="121183"/>
                </a:lnTo>
                <a:lnTo>
                  <a:pt x="622854" y="120774"/>
                </a:lnTo>
                <a:lnTo>
                  <a:pt x="621703" y="120386"/>
                </a:lnTo>
                <a:lnTo>
                  <a:pt x="620504" y="120021"/>
                </a:lnTo>
                <a:lnTo>
                  <a:pt x="619259" y="119678"/>
                </a:lnTo>
                <a:lnTo>
                  <a:pt x="617966" y="119357"/>
                </a:lnTo>
                <a:lnTo>
                  <a:pt x="616627" y="119058"/>
                </a:lnTo>
                <a:lnTo>
                  <a:pt x="615240" y="118781"/>
                </a:lnTo>
                <a:lnTo>
                  <a:pt x="613807" y="118527"/>
                </a:lnTo>
                <a:lnTo>
                  <a:pt x="612327" y="118294"/>
                </a:lnTo>
                <a:lnTo>
                  <a:pt x="610800" y="118084"/>
                </a:lnTo>
                <a:lnTo>
                  <a:pt x="609226" y="117896"/>
                </a:lnTo>
                <a:lnTo>
                  <a:pt x="607605" y="117730"/>
                </a:lnTo>
                <a:lnTo>
                  <a:pt x="605937" y="117586"/>
                </a:lnTo>
                <a:lnTo>
                  <a:pt x="604222" y="117464"/>
                </a:lnTo>
                <a:lnTo>
                  <a:pt x="602461" y="117365"/>
                </a:lnTo>
                <a:lnTo>
                  <a:pt x="600652" y="117287"/>
                </a:lnTo>
                <a:lnTo>
                  <a:pt x="598797" y="117232"/>
                </a:lnTo>
                <a:lnTo>
                  <a:pt x="596894" y="117199"/>
                </a:lnTo>
                <a:lnTo>
                  <a:pt x="594945" y="117188"/>
                </a:lnTo>
                <a:lnTo>
                  <a:pt x="588533" y="117188"/>
                </a:lnTo>
                <a:lnTo>
                  <a:pt x="587889" y="117186"/>
                </a:lnTo>
                <a:lnTo>
                  <a:pt x="587258" y="117181"/>
                </a:lnTo>
                <a:lnTo>
                  <a:pt x="586638" y="117173"/>
                </a:lnTo>
                <a:lnTo>
                  <a:pt x="586030" y="117162"/>
                </a:lnTo>
                <a:lnTo>
                  <a:pt x="585434" y="117147"/>
                </a:lnTo>
                <a:lnTo>
                  <a:pt x="584849" y="117129"/>
                </a:lnTo>
                <a:lnTo>
                  <a:pt x="584277" y="117107"/>
                </a:lnTo>
                <a:lnTo>
                  <a:pt x="583716" y="117083"/>
                </a:lnTo>
                <a:lnTo>
                  <a:pt x="583167" y="117055"/>
                </a:lnTo>
                <a:lnTo>
                  <a:pt x="582630" y="117024"/>
                </a:lnTo>
                <a:lnTo>
                  <a:pt x="582104" y="116990"/>
                </a:lnTo>
                <a:lnTo>
                  <a:pt x="581591" y="116952"/>
                </a:lnTo>
                <a:lnTo>
                  <a:pt x="581089" y="116911"/>
                </a:lnTo>
                <a:lnTo>
                  <a:pt x="580599" y="116867"/>
                </a:lnTo>
                <a:lnTo>
                  <a:pt x="580121" y="116819"/>
                </a:lnTo>
                <a:lnTo>
                  <a:pt x="579655" y="116768"/>
                </a:lnTo>
                <a:lnTo>
                  <a:pt x="579201" y="116714"/>
                </a:lnTo>
                <a:lnTo>
                  <a:pt x="578758" y="116657"/>
                </a:lnTo>
                <a:lnTo>
                  <a:pt x="578327" y="116597"/>
                </a:lnTo>
                <a:lnTo>
                  <a:pt x="577908" y="116533"/>
                </a:lnTo>
                <a:lnTo>
                  <a:pt x="577501" y="116466"/>
                </a:lnTo>
                <a:lnTo>
                  <a:pt x="577106" y="116395"/>
                </a:lnTo>
                <a:lnTo>
                  <a:pt x="576722" y="116321"/>
                </a:lnTo>
                <a:lnTo>
                  <a:pt x="576351" y="116244"/>
                </a:lnTo>
                <a:lnTo>
                  <a:pt x="575989" y="116165"/>
                </a:lnTo>
                <a:lnTo>
                  <a:pt x="575637" y="116083"/>
                </a:lnTo>
                <a:lnTo>
                  <a:pt x="575293" y="115999"/>
                </a:lnTo>
                <a:lnTo>
                  <a:pt x="574959" y="115914"/>
                </a:lnTo>
                <a:lnTo>
                  <a:pt x="574633" y="115826"/>
                </a:lnTo>
                <a:lnTo>
                  <a:pt x="574316" y="115736"/>
                </a:lnTo>
                <a:lnTo>
                  <a:pt x="574008" y="115644"/>
                </a:lnTo>
                <a:lnTo>
                  <a:pt x="573709" y="115550"/>
                </a:lnTo>
                <a:lnTo>
                  <a:pt x="573419" y="115453"/>
                </a:lnTo>
                <a:lnTo>
                  <a:pt x="573138" y="115355"/>
                </a:lnTo>
                <a:lnTo>
                  <a:pt x="572865" y="115255"/>
                </a:lnTo>
                <a:lnTo>
                  <a:pt x="572602" y="115152"/>
                </a:lnTo>
                <a:lnTo>
                  <a:pt x="572348" y="115048"/>
                </a:lnTo>
                <a:lnTo>
                  <a:pt x="572102" y="114942"/>
                </a:lnTo>
                <a:lnTo>
                  <a:pt x="571865" y="114833"/>
                </a:lnTo>
                <a:lnTo>
                  <a:pt x="571638" y="114722"/>
                </a:lnTo>
                <a:lnTo>
                  <a:pt x="571419" y="114610"/>
                </a:lnTo>
                <a:lnTo>
                  <a:pt x="571209" y="114495"/>
                </a:lnTo>
                <a:lnTo>
                  <a:pt x="571008" y="114378"/>
                </a:lnTo>
                <a:lnTo>
                  <a:pt x="570816" y="114259"/>
                </a:lnTo>
                <a:lnTo>
                  <a:pt x="570632" y="114138"/>
                </a:lnTo>
                <a:lnTo>
                  <a:pt x="570458" y="114015"/>
                </a:lnTo>
                <a:lnTo>
                  <a:pt x="570293" y="113890"/>
                </a:lnTo>
                <a:lnTo>
                  <a:pt x="570136" y="113763"/>
                </a:lnTo>
                <a:lnTo>
                  <a:pt x="569987" y="113634"/>
                </a:lnTo>
                <a:lnTo>
                  <a:pt x="569845" y="113503"/>
                </a:lnTo>
                <a:lnTo>
                  <a:pt x="569708" y="113371"/>
                </a:lnTo>
                <a:lnTo>
                  <a:pt x="569578" y="113238"/>
                </a:lnTo>
                <a:lnTo>
                  <a:pt x="569455" y="113103"/>
                </a:lnTo>
                <a:lnTo>
                  <a:pt x="569338" y="112966"/>
                </a:lnTo>
                <a:lnTo>
                  <a:pt x="569227" y="112828"/>
                </a:lnTo>
                <a:lnTo>
                  <a:pt x="569122" y="112688"/>
                </a:lnTo>
                <a:lnTo>
                  <a:pt x="569024" y="112546"/>
                </a:lnTo>
                <a:lnTo>
                  <a:pt x="568932" y="112404"/>
                </a:lnTo>
                <a:lnTo>
                  <a:pt x="568847" y="112259"/>
                </a:lnTo>
                <a:lnTo>
                  <a:pt x="568767" y="112113"/>
                </a:lnTo>
                <a:lnTo>
                  <a:pt x="568694" y="111965"/>
                </a:lnTo>
                <a:lnTo>
                  <a:pt x="568628" y="111816"/>
                </a:lnTo>
                <a:lnTo>
                  <a:pt x="568568" y="111666"/>
                </a:lnTo>
                <a:lnTo>
                  <a:pt x="568514" y="111513"/>
                </a:lnTo>
                <a:lnTo>
                  <a:pt x="568466" y="111360"/>
                </a:lnTo>
                <a:lnTo>
                  <a:pt x="568425" y="111204"/>
                </a:lnTo>
                <a:lnTo>
                  <a:pt x="568390" y="111047"/>
                </a:lnTo>
                <a:lnTo>
                  <a:pt x="568362" y="110889"/>
                </a:lnTo>
                <a:lnTo>
                  <a:pt x="568340" y="110729"/>
                </a:lnTo>
                <a:lnTo>
                  <a:pt x="568324" y="110567"/>
                </a:lnTo>
                <a:lnTo>
                  <a:pt x="568314" y="110404"/>
                </a:lnTo>
                <a:lnTo>
                  <a:pt x="568311" y="110240"/>
                </a:lnTo>
                <a:lnTo>
                  <a:pt x="568316" y="110001"/>
                </a:lnTo>
                <a:lnTo>
                  <a:pt x="568332" y="109764"/>
                </a:lnTo>
                <a:lnTo>
                  <a:pt x="568359" y="109528"/>
                </a:lnTo>
                <a:lnTo>
                  <a:pt x="568396" y="109295"/>
                </a:lnTo>
                <a:lnTo>
                  <a:pt x="568444" y="109064"/>
                </a:lnTo>
                <a:lnTo>
                  <a:pt x="568502" y="108834"/>
                </a:lnTo>
                <a:lnTo>
                  <a:pt x="568571" y="108607"/>
                </a:lnTo>
                <a:lnTo>
                  <a:pt x="568651" y="108381"/>
                </a:lnTo>
                <a:lnTo>
                  <a:pt x="568741" y="108157"/>
                </a:lnTo>
                <a:lnTo>
                  <a:pt x="568842" y="107936"/>
                </a:lnTo>
                <a:lnTo>
                  <a:pt x="568953" y="107716"/>
                </a:lnTo>
                <a:lnTo>
                  <a:pt x="569076" y="107498"/>
                </a:lnTo>
                <a:lnTo>
                  <a:pt x="569208" y="107281"/>
                </a:lnTo>
                <a:lnTo>
                  <a:pt x="569352" y="107067"/>
                </a:lnTo>
                <a:lnTo>
                  <a:pt x="569506" y="106855"/>
                </a:lnTo>
                <a:lnTo>
                  <a:pt x="569670" y="106645"/>
                </a:lnTo>
                <a:lnTo>
                  <a:pt x="569845" y="106436"/>
                </a:lnTo>
                <a:lnTo>
                  <a:pt x="570031" y="106230"/>
                </a:lnTo>
                <a:lnTo>
                  <a:pt x="570228" y="106025"/>
                </a:lnTo>
                <a:lnTo>
                  <a:pt x="570435" y="105822"/>
                </a:lnTo>
                <a:lnTo>
                  <a:pt x="570652" y="105621"/>
                </a:lnTo>
                <a:lnTo>
                  <a:pt x="570881" y="105422"/>
                </a:lnTo>
                <a:lnTo>
                  <a:pt x="571120" y="105225"/>
                </a:lnTo>
                <a:lnTo>
                  <a:pt x="571369" y="105030"/>
                </a:lnTo>
                <a:lnTo>
                  <a:pt x="571628" y="104837"/>
                </a:lnTo>
                <a:lnTo>
                  <a:pt x="571894" y="104647"/>
                </a:lnTo>
                <a:lnTo>
                  <a:pt x="572167" y="104460"/>
                </a:lnTo>
                <a:lnTo>
                  <a:pt x="572449" y="104276"/>
                </a:lnTo>
                <a:lnTo>
                  <a:pt x="572737" y="104094"/>
                </a:lnTo>
                <a:lnTo>
                  <a:pt x="573034" y="103916"/>
                </a:lnTo>
                <a:lnTo>
                  <a:pt x="573337" y="103741"/>
                </a:lnTo>
                <a:lnTo>
                  <a:pt x="573649" y="103568"/>
                </a:lnTo>
                <a:lnTo>
                  <a:pt x="573968" y="103399"/>
                </a:lnTo>
                <a:lnTo>
                  <a:pt x="574294" y="103232"/>
                </a:lnTo>
                <a:lnTo>
                  <a:pt x="574628" y="103068"/>
                </a:lnTo>
                <a:lnTo>
                  <a:pt x="574970" y="102908"/>
                </a:lnTo>
                <a:lnTo>
                  <a:pt x="575319" y="102750"/>
                </a:lnTo>
                <a:lnTo>
                  <a:pt x="575675" y="102595"/>
                </a:lnTo>
                <a:lnTo>
                  <a:pt x="576039" y="102443"/>
                </a:lnTo>
                <a:lnTo>
                  <a:pt x="576411" y="102294"/>
                </a:lnTo>
                <a:lnTo>
                  <a:pt x="576790" y="102148"/>
                </a:lnTo>
                <a:lnTo>
                  <a:pt x="577177" y="102005"/>
                </a:lnTo>
                <a:lnTo>
                  <a:pt x="577257" y="101976"/>
                </a:lnTo>
                <a:lnTo>
                  <a:pt x="577605" y="102095"/>
                </a:lnTo>
                <a:lnTo>
                  <a:pt x="578398" y="102346"/>
                </a:lnTo>
                <a:lnTo>
                  <a:pt x="579203" y="102581"/>
                </a:lnTo>
                <a:lnTo>
                  <a:pt x="580021" y="102799"/>
                </a:lnTo>
                <a:lnTo>
                  <a:pt x="580851" y="103002"/>
                </a:lnTo>
                <a:lnTo>
                  <a:pt x="581694" y="103188"/>
                </a:lnTo>
                <a:lnTo>
                  <a:pt x="582549" y="103358"/>
                </a:lnTo>
                <a:lnTo>
                  <a:pt x="583417" y="103511"/>
                </a:lnTo>
                <a:lnTo>
                  <a:pt x="584297" y="103649"/>
                </a:lnTo>
                <a:lnTo>
                  <a:pt x="585189" y="103770"/>
                </a:lnTo>
                <a:lnTo>
                  <a:pt x="586095" y="103876"/>
                </a:lnTo>
                <a:lnTo>
                  <a:pt x="587012" y="103965"/>
                </a:lnTo>
                <a:lnTo>
                  <a:pt x="587942" y="104037"/>
                </a:lnTo>
                <a:lnTo>
                  <a:pt x="588885" y="104094"/>
                </a:lnTo>
                <a:lnTo>
                  <a:pt x="589840" y="104134"/>
                </a:lnTo>
                <a:lnTo>
                  <a:pt x="590808" y="104159"/>
                </a:lnTo>
                <a:lnTo>
                  <a:pt x="591788" y="104167"/>
                </a:lnTo>
                <a:lnTo>
                  <a:pt x="592825" y="104159"/>
                </a:lnTo>
                <a:lnTo>
                  <a:pt x="593847" y="104135"/>
                </a:lnTo>
                <a:lnTo>
                  <a:pt x="594854" y="104096"/>
                </a:lnTo>
                <a:lnTo>
                  <a:pt x="595846" y="104040"/>
                </a:lnTo>
                <a:lnTo>
                  <a:pt x="596824" y="103969"/>
                </a:lnTo>
                <a:lnTo>
                  <a:pt x="597787" y="103882"/>
                </a:lnTo>
                <a:lnTo>
                  <a:pt x="598735" y="103779"/>
                </a:lnTo>
                <a:lnTo>
                  <a:pt x="599669" y="103660"/>
                </a:lnTo>
                <a:lnTo>
                  <a:pt x="600587" y="103525"/>
                </a:lnTo>
                <a:lnTo>
                  <a:pt x="601491" y="103375"/>
                </a:lnTo>
                <a:lnTo>
                  <a:pt x="602381" y="103208"/>
                </a:lnTo>
                <a:lnTo>
                  <a:pt x="603255" y="103026"/>
                </a:lnTo>
                <a:lnTo>
                  <a:pt x="604115" y="102828"/>
                </a:lnTo>
                <a:lnTo>
                  <a:pt x="604960" y="102614"/>
                </a:lnTo>
                <a:lnTo>
                  <a:pt x="605791" y="102385"/>
                </a:lnTo>
                <a:lnTo>
                  <a:pt x="606606" y="102139"/>
                </a:lnTo>
                <a:lnTo>
                  <a:pt x="607407" y="101878"/>
                </a:lnTo>
                <a:lnTo>
                  <a:pt x="608194" y="101601"/>
                </a:lnTo>
                <a:lnTo>
                  <a:pt x="608965" y="101308"/>
                </a:lnTo>
                <a:lnTo>
                  <a:pt x="609722" y="100999"/>
                </a:lnTo>
                <a:lnTo>
                  <a:pt x="610464" y="100674"/>
                </a:lnTo>
                <a:lnTo>
                  <a:pt x="611191" y="100333"/>
                </a:lnTo>
                <a:lnTo>
                  <a:pt x="611904" y="99977"/>
                </a:lnTo>
                <a:lnTo>
                  <a:pt x="612602" y="99605"/>
                </a:lnTo>
                <a:lnTo>
                  <a:pt x="613285" y="99219"/>
                </a:lnTo>
                <a:lnTo>
                  <a:pt x="613954" y="98823"/>
                </a:lnTo>
                <a:lnTo>
                  <a:pt x="614608" y="98417"/>
                </a:lnTo>
                <a:lnTo>
                  <a:pt x="615247" y="98000"/>
                </a:lnTo>
                <a:lnTo>
                  <a:pt x="615872" y="97573"/>
                </a:lnTo>
                <a:lnTo>
                  <a:pt x="616483" y="97135"/>
                </a:lnTo>
                <a:lnTo>
                  <a:pt x="617079" y="96687"/>
                </a:lnTo>
                <a:lnTo>
                  <a:pt x="617660" y="96229"/>
                </a:lnTo>
                <a:lnTo>
                  <a:pt x="618227" y="95760"/>
                </a:lnTo>
                <a:lnTo>
                  <a:pt x="618779" y="95280"/>
                </a:lnTo>
                <a:lnTo>
                  <a:pt x="619317" y="94791"/>
                </a:lnTo>
                <a:lnTo>
                  <a:pt x="619840" y="94290"/>
                </a:lnTo>
                <a:lnTo>
                  <a:pt x="620348" y="93779"/>
                </a:lnTo>
                <a:lnTo>
                  <a:pt x="620842" y="93258"/>
                </a:lnTo>
                <a:lnTo>
                  <a:pt x="621322" y="92727"/>
                </a:lnTo>
                <a:lnTo>
                  <a:pt x="621787" y="92184"/>
                </a:lnTo>
                <a:lnTo>
                  <a:pt x="622237" y="91632"/>
                </a:lnTo>
                <a:lnTo>
                  <a:pt x="622673" y="91069"/>
                </a:lnTo>
                <a:lnTo>
                  <a:pt x="623094" y="90495"/>
                </a:lnTo>
                <a:lnTo>
                  <a:pt x="623500" y="89912"/>
                </a:lnTo>
                <a:lnTo>
                  <a:pt x="623893" y="89317"/>
                </a:lnTo>
                <a:lnTo>
                  <a:pt x="624270" y="88712"/>
                </a:lnTo>
                <a:lnTo>
                  <a:pt x="624633" y="88097"/>
                </a:lnTo>
                <a:lnTo>
                  <a:pt x="624981" y="87472"/>
                </a:lnTo>
                <a:lnTo>
                  <a:pt x="625315" y="86838"/>
                </a:lnTo>
                <a:lnTo>
                  <a:pt x="625635" y="86200"/>
                </a:lnTo>
                <a:lnTo>
                  <a:pt x="625941" y="85556"/>
                </a:lnTo>
                <a:lnTo>
                  <a:pt x="626232" y="84908"/>
                </a:lnTo>
                <a:lnTo>
                  <a:pt x="626509" y="84254"/>
                </a:lnTo>
                <a:lnTo>
                  <a:pt x="626772" y="83595"/>
                </a:lnTo>
                <a:lnTo>
                  <a:pt x="627021" y="82932"/>
                </a:lnTo>
                <a:lnTo>
                  <a:pt x="627256" y="82263"/>
                </a:lnTo>
                <a:lnTo>
                  <a:pt x="627476" y="81589"/>
                </a:lnTo>
                <a:lnTo>
                  <a:pt x="627682" y="80910"/>
                </a:lnTo>
                <a:lnTo>
                  <a:pt x="627874" y="80227"/>
                </a:lnTo>
                <a:lnTo>
                  <a:pt x="628052" y="79538"/>
                </a:lnTo>
                <a:lnTo>
                  <a:pt x="628215" y="78844"/>
                </a:lnTo>
                <a:lnTo>
                  <a:pt x="628364" y="78145"/>
                </a:lnTo>
                <a:lnTo>
                  <a:pt x="628499" y="77441"/>
                </a:lnTo>
                <a:lnTo>
                  <a:pt x="628620" y="76732"/>
                </a:lnTo>
                <a:lnTo>
                  <a:pt x="628727" y="76018"/>
                </a:lnTo>
                <a:lnTo>
                  <a:pt x="628819" y="75299"/>
                </a:lnTo>
                <a:lnTo>
                  <a:pt x="628897" y="74574"/>
                </a:lnTo>
                <a:lnTo>
                  <a:pt x="628961" y="73845"/>
                </a:lnTo>
                <a:lnTo>
                  <a:pt x="629011" y="73111"/>
                </a:lnTo>
                <a:lnTo>
                  <a:pt x="629047" y="72372"/>
                </a:lnTo>
                <a:lnTo>
                  <a:pt x="629068" y="71627"/>
                </a:lnTo>
                <a:lnTo>
                  <a:pt x="629075" y="70878"/>
                </a:lnTo>
                <a:lnTo>
                  <a:pt x="629068" y="70104"/>
                </a:lnTo>
                <a:lnTo>
                  <a:pt x="629047" y="69336"/>
                </a:lnTo>
                <a:lnTo>
                  <a:pt x="629012" y="68573"/>
                </a:lnTo>
                <a:lnTo>
                  <a:pt x="628963" y="67817"/>
                </a:lnTo>
                <a:lnTo>
                  <a:pt x="628900" y="67067"/>
                </a:lnTo>
                <a:lnTo>
                  <a:pt x="628822" y="66322"/>
                </a:lnTo>
                <a:lnTo>
                  <a:pt x="628731" y="65584"/>
                </a:lnTo>
                <a:lnTo>
                  <a:pt x="628626" y="64851"/>
                </a:lnTo>
                <a:lnTo>
                  <a:pt x="628506" y="64124"/>
                </a:lnTo>
                <a:lnTo>
                  <a:pt x="628373" y="63403"/>
                </a:lnTo>
                <a:lnTo>
                  <a:pt x="628226" y="62688"/>
                </a:lnTo>
                <a:lnTo>
                  <a:pt x="628064" y="61979"/>
                </a:lnTo>
                <a:lnTo>
                  <a:pt x="627888" y="61276"/>
                </a:lnTo>
                <a:lnTo>
                  <a:pt x="627699" y="60579"/>
                </a:lnTo>
                <a:lnTo>
                  <a:pt x="627495" y="59888"/>
                </a:lnTo>
                <a:lnTo>
                  <a:pt x="627278" y="59203"/>
                </a:lnTo>
                <a:lnTo>
                  <a:pt x="627046" y="58523"/>
                </a:lnTo>
                <a:lnTo>
                  <a:pt x="626800" y="57850"/>
                </a:lnTo>
                <a:lnTo>
                  <a:pt x="626540" y="57182"/>
                </a:lnTo>
                <a:lnTo>
                  <a:pt x="626267" y="56520"/>
                </a:lnTo>
                <a:lnTo>
                  <a:pt x="625979" y="55865"/>
                </a:lnTo>
                <a:lnTo>
                  <a:pt x="625677" y="55215"/>
                </a:lnTo>
                <a:lnTo>
                  <a:pt x="625361" y="54571"/>
                </a:lnTo>
                <a:lnTo>
                  <a:pt x="625031" y="53933"/>
                </a:lnTo>
                <a:lnTo>
                  <a:pt x="624687" y="53303"/>
                </a:lnTo>
                <a:lnTo>
                  <a:pt x="624328" y="52684"/>
                </a:lnTo>
                <a:lnTo>
                  <a:pt x="623955" y="52076"/>
                </a:lnTo>
                <a:lnTo>
                  <a:pt x="623568" y="51478"/>
                </a:lnTo>
                <a:lnTo>
                  <a:pt x="623166" y="50892"/>
                </a:lnTo>
                <a:lnTo>
                  <a:pt x="622750" y="50316"/>
                </a:lnTo>
                <a:lnTo>
                  <a:pt x="622319" y="49751"/>
                </a:lnTo>
                <a:lnTo>
                  <a:pt x="621874" y="49197"/>
                </a:lnTo>
                <a:lnTo>
                  <a:pt x="621415" y="48653"/>
                </a:lnTo>
                <a:lnTo>
                  <a:pt x="620941" y="48121"/>
                </a:lnTo>
                <a:lnTo>
                  <a:pt x="620453" y="47599"/>
                </a:lnTo>
                <a:lnTo>
                  <a:pt x="619951" y="47088"/>
                </a:lnTo>
                <a:lnTo>
                  <a:pt x="619434" y="46588"/>
                </a:lnTo>
                <a:lnTo>
                  <a:pt x="618903" y="46099"/>
                </a:lnTo>
                <a:lnTo>
                  <a:pt x="618426" y="45681"/>
                </a:lnTo>
                <a:lnTo>
                  <a:pt x="618456" y="45644"/>
                </a:lnTo>
                <a:lnTo>
                  <a:pt x="618801" y="45249"/>
                </a:lnTo>
                <a:lnTo>
                  <a:pt x="619153" y="44869"/>
                </a:lnTo>
                <a:close/>
                <a:moveTo>
                  <a:pt x="588951" y="92769"/>
                </a:moveTo>
                <a:lnTo>
                  <a:pt x="588284" y="92682"/>
                </a:lnTo>
                <a:lnTo>
                  <a:pt x="587624" y="92577"/>
                </a:lnTo>
                <a:lnTo>
                  <a:pt x="586970" y="92453"/>
                </a:lnTo>
                <a:lnTo>
                  <a:pt x="586324" y="92310"/>
                </a:lnTo>
                <a:lnTo>
                  <a:pt x="585685" y="92147"/>
                </a:lnTo>
                <a:lnTo>
                  <a:pt x="585053" y="91965"/>
                </a:lnTo>
                <a:lnTo>
                  <a:pt x="584428" y="91764"/>
                </a:lnTo>
                <a:lnTo>
                  <a:pt x="583810" y="91544"/>
                </a:lnTo>
                <a:lnTo>
                  <a:pt x="583199" y="91305"/>
                </a:lnTo>
                <a:lnTo>
                  <a:pt x="582595" y="91047"/>
                </a:lnTo>
                <a:lnTo>
                  <a:pt x="581999" y="90770"/>
                </a:lnTo>
                <a:lnTo>
                  <a:pt x="581409" y="90473"/>
                </a:lnTo>
                <a:lnTo>
                  <a:pt x="580826" y="90158"/>
                </a:lnTo>
                <a:lnTo>
                  <a:pt x="580250" y="89823"/>
                </a:lnTo>
                <a:lnTo>
                  <a:pt x="579681" y="89469"/>
                </a:lnTo>
                <a:lnTo>
                  <a:pt x="579119" y="89096"/>
                </a:lnTo>
                <a:lnTo>
                  <a:pt x="578565" y="88704"/>
                </a:lnTo>
                <a:lnTo>
                  <a:pt x="578017" y="88293"/>
                </a:lnTo>
                <a:lnTo>
                  <a:pt x="577476" y="87862"/>
                </a:lnTo>
                <a:lnTo>
                  <a:pt x="576942" y="87413"/>
                </a:lnTo>
                <a:lnTo>
                  <a:pt x="576423" y="86944"/>
                </a:lnTo>
                <a:lnTo>
                  <a:pt x="575926" y="86455"/>
                </a:lnTo>
                <a:lnTo>
                  <a:pt x="575451" y="85947"/>
                </a:lnTo>
                <a:lnTo>
                  <a:pt x="574998" y="85420"/>
                </a:lnTo>
                <a:lnTo>
                  <a:pt x="574567" y="84873"/>
                </a:lnTo>
                <a:lnTo>
                  <a:pt x="574159" y="84307"/>
                </a:lnTo>
                <a:lnTo>
                  <a:pt x="573772" y="83721"/>
                </a:lnTo>
                <a:lnTo>
                  <a:pt x="573408" y="83115"/>
                </a:lnTo>
                <a:lnTo>
                  <a:pt x="573065" y="82490"/>
                </a:lnTo>
                <a:lnTo>
                  <a:pt x="572745" y="81846"/>
                </a:lnTo>
                <a:lnTo>
                  <a:pt x="572447" y="81182"/>
                </a:lnTo>
                <a:lnTo>
                  <a:pt x="572171" y="80499"/>
                </a:lnTo>
                <a:lnTo>
                  <a:pt x="571916" y="79796"/>
                </a:lnTo>
                <a:lnTo>
                  <a:pt x="571684" y="79074"/>
                </a:lnTo>
                <a:lnTo>
                  <a:pt x="571475" y="78332"/>
                </a:lnTo>
                <a:lnTo>
                  <a:pt x="571287" y="77571"/>
                </a:lnTo>
                <a:lnTo>
                  <a:pt x="571121" y="76790"/>
                </a:lnTo>
                <a:lnTo>
                  <a:pt x="570978" y="75990"/>
                </a:lnTo>
                <a:lnTo>
                  <a:pt x="570856" y="75170"/>
                </a:lnTo>
                <a:lnTo>
                  <a:pt x="570757" y="74331"/>
                </a:lnTo>
                <a:lnTo>
                  <a:pt x="570679" y="73472"/>
                </a:lnTo>
                <a:lnTo>
                  <a:pt x="570624" y="72594"/>
                </a:lnTo>
                <a:lnTo>
                  <a:pt x="570591" y="71696"/>
                </a:lnTo>
                <a:lnTo>
                  <a:pt x="570580" y="70779"/>
                </a:lnTo>
                <a:lnTo>
                  <a:pt x="570591" y="69870"/>
                </a:lnTo>
                <a:lnTo>
                  <a:pt x="570623" y="68980"/>
                </a:lnTo>
                <a:lnTo>
                  <a:pt x="570676" y="68108"/>
                </a:lnTo>
                <a:lnTo>
                  <a:pt x="570751" y="67255"/>
                </a:lnTo>
                <a:lnTo>
                  <a:pt x="570847" y="66420"/>
                </a:lnTo>
                <a:lnTo>
                  <a:pt x="570965" y="65604"/>
                </a:lnTo>
                <a:lnTo>
                  <a:pt x="571104" y="64807"/>
                </a:lnTo>
                <a:lnTo>
                  <a:pt x="571265" y="64028"/>
                </a:lnTo>
                <a:lnTo>
                  <a:pt x="571447" y="63268"/>
                </a:lnTo>
                <a:lnTo>
                  <a:pt x="571650" y="62526"/>
                </a:lnTo>
                <a:lnTo>
                  <a:pt x="571875" y="61803"/>
                </a:lnTo>
                <a:lnTo>
                  <a:pt x="572121" y="61098"/>
                </a:lnTo>
                <a:lnTo>
                  <a:pt x="572389" y="60413"/>
                </a:lnTo>
                <a:lnTo>
                  <a:pt x="572678" y="59745"/>
                </a:lnTo>
                <a:lnTo>
                  <a:pt x="572988" y="59097"/>
                </a:lnTo>
                <a:lnTo>
                  <a:pt x="573320" y="58467"/>
                </a:lnTo>
                <a:lnTo>
                  <a:pt x="573673" y="57855"/>
                </a:lnTo>
                <a:lnTo>
                  <a:pt x="574048" y="57263"/>
                </a:lnTo>
                <a:lnTo>
                  <a:pt x="574444" y="56688"/>
                </a:lnTo>
                <a:lnTo>
                  <a:pt x="574861" y="56133"/>
                </a:lnTo>
                <a:lnTo>
                  <a:pt x="575300" y="55596"/>
                </a:lnTo>
                <a:lnTo>
                  <a:pt x="575760" y="55077"/>
                </a:lnTo>
                <a:lnTo>
                  <a:pt x="576242" y="54578"/>
                </a:lnTo>
                <a:lnTo>
                  <a:pt x="576745" y="54096"/>
                </a:lnTo>
                <a:lnTo>
                  <a:pt x="577264" y="53634"/>
                </a:lnTo>
                <a:lnTo>
                  <a:pt x="577795" y="53192"/>
                </a:lnTo>
                <a:lnTo>
                  <a:pt x="578336" y="52769"/>
                </a:lnTo>
                <a:lnTo>
                  <a:pt x="578889" y="52366"/>
                </a:lnTo>
                <a:lnTo>
                  <a:pt x="579453" y="51983"/>
                </a:lnTo>
                <a:lnTo>
                  <a:pt x="580028" y="51619"/>
                </a:lnTo>
                <a:lnTo>
                  <a:pt x="580614" y="51275"/>
                </a:lnTo>
                <a:lnTo>
                  <a:pt x="581211" y="50950"/>
                </a:lnTo>
                <a:lnTo>
                  <a:pt x="581820" y="50646"/>
                </a:lnTo>
                <a:lnTo>
                  <a:pt x="582439" y="50361"/>
                </a:lnTo>
                <a:lnTo>
                  <a:pt x="583070" y="50095"/>
                </a:lnTo>
                <a:lnTo>
                  <a:pt x="583712" y="49849"/>
                </a:lnTo>
                <a:lnTo>
                  <a:pt x="584365" y="49623"/>
                </a:lnTo>
                <a:lnTo>
                  <a:pt x="585029" y="49417"/>
                </a:lnTo>
                <a:lnTo>
                  <a:pt x="585704" y="49230"/>
                </a:lnTo>
                <a:lnTo>
                  <a:pt x="586390" y="49063"/>
                </a:lnTo>
                <a:lnTo>
                  <a:pt x="587088" y="48915"/>
                </a:lnTo>
                <a:lnTo>
                  <a:pt x="587796" y="48788"/>
                </a:lnTo>
                <a:lnTo>
                  <a:pt x="588516" y="48679"/>
                </a:lnTo>
                <a:lnTo>
                  <a:pt x="589247" y="48591"/>
                </a:lnTo>
                <a:lnTo>
                  <a:pt x="589989" y="48522"/>
                </a:lnTo>
                <a:lnTo>
                  <a:pt x="590742" y="48473"/>
                </a:lnTo>
                <a:lnTo>
                  <a:pt x="591506" y="48443"/>
                </a:lnTo>
                <a:lnTo>
                  <a:pt x="592281" y="48434"/>
                </a:lnTo>
                <a:lnTo>
                  <a:pt x="593072" y="48443"/>
                </a:lnTo>
                <a:lnTo>
                  <a:pt x="593850" y="48472"/>
                </a:lnTo>
                <a:lnTo>
                  <a:pt x="594615" y="48520"/>
                </a:lnTo>
                <a:lnTo>
                  <a:pt x="595367" y="48587"/>
                </a:lnTo>
                <a:lnTo>
                  <a:pt x="596105" y="48673"/>
                </a:lnTo>
                <a:lnTo>
                  <a:pt x="596831" y="48778"/>
                </a:lnTo>
                <a:lnTo>
                  <a:pt x="597544" y="48903"/>
                </a:lnTo>
                <a:lnTo>
                  <a:pt x="598244" y="49046"/>
                </a:lnTo>
                <a:lnTo>
                  <a:pt x="598930" y="49209"/>
                </a:lnTo>
                <a:lnTo>
                  <a:pt x="599604" y="49391"/>
                </a:lnTo>
                <a:lnTo>
                  <a:pt x="600265" y="49591"/>
                </a:lnTo>
                <a:lnTo>
                  <a:pt x="600913" y="49812"/>
                </a:lnTo>
                <a:lnTo>
                  <a:pt x="601547" y="50051"/>
                </a:lnTo>
                <a:lnTo>
                  <a:pt x="602169" y="50309"/>
                </a:lnTo>
                <a:lnTo>
                  <a:pt x="602778" y="50587"/>
                </a:lnTo>
                <a:lnTo>
                  <a:pt x="603373" y="50883"/>
                </a:lnTo>
                <a:lnTo>
                  <a:pt x="603956" y="51199"/>
                </a:lnTo>
                <a:lnTo>
                  <a:pt x="604525" y="51534"/>
                </a:lnTo>
                <a:lnTo>
                  <a:pt x="605082" y="51888"/>
                </a:lnTo>
                <a:lnTo>
                  <a:pt x="605626" y="52261"/>
                </a:lnTo>
                <a:lnTo>
                  <a:pt x="606156" y="52654"/>
                </a:lnTo>
                <a:lnTo>
                  <a:pt x="606674" y="53065"/>
                </a:lnTo>
                <a:lnTo>
                  <a:pt x="607178" y="53496"/>
                </a:lnTo>
                <a:lnTo>
                  <a:pt x="607670" y="53945"/>
                </a:lnTo>
                <a:lnTo>
                  <a:pt x="608145" y="54415"/>
                </a:lnTo>
                <a:lnTo>
                  <a:pt x="608599" y="54905"/>
                </a:lnTo>
                <a:lnTo>
                  <a:pt x="609034" y="55415"/>
                </a:lnTo>
                <a:lnTo>
                  <a:pt x="609448" y="55946"/>
                </a:lnTo>
                <a:lnTo>
                  <a:pt x="609842" y="56497"/>
                </a:lnTo>
                <a:lnTo>
                  <a:pt x="610216" y="57070"/>
                </a:lnTo>
                <a:lnTo>
                  <a:pt x="610569" y="57662"/>
                </a:lnTo>
                <a:lnTo>
                  <a:pt x="610903" y="58275"/>
                </a:lnTo>
                <a:lnTo>
                  <a:pt x="611216" y="58909"/>
                </a:lnTo>
                <a:lnTo>
                  <a:pt x="611509" y="59563"/>
                </a:lnTo>
                <a:lnTo>
                  <a:pt x="611782" y="60238"/>
                </a:lnTo>
                <a:lnTo>
                  <a:pt x="612035" y="60934"/>
                </a:lnTo>
                <a:lnTo>
                  <a:pt x="612267" y="61649"/>
                </a:lnTo>
                <a:lnTo>
                  <a:pt x="612479" y="62386"/>
                </a:lnTo>
                <a:lnTo>
                  <a:pt x="612671" y="63143"/>
                </a:lnTo>
                <a:lnTo>
                  <a:pt x="612843" y="63921"/>
                </a:lnTo>
                <a:lnTo>
                  <a:pt x="612994" y="64719"/>
                </a:lnTo>
                <a:lnTo>
                  <a:pt x="613126" y="65537"/>
                </a:lnTo>
                <a:lnTo>
                  <a:pt x="613237" y="66377"/>
                </a:lnTo>
                <a:lnTo>
                  <a:pt x="613328" y="67236"/>
                </a:lnTo>
                <a:lnTo>
                  <a:pt x="613399" y="68117"/>
                </a:lnTo>
                <a:lnTo>
                  <a:pt x="613449" y="69018"/>
                </a:lnTo>
                <a:lnTo>
                  <a:pt x="613479" y="69939"/>
                </a:lnTo>
                <a:lnTo>
                  <a:pt x="613490" y="70881"/>
                </a:lnTo>
                <a:lnTo>
                  <a:pt x="613479" y="71782"/>
                </a:lnTo>
                <a:lnTo>
                  <a:pt x="613447" y="72664"/>
                </a:lnTo>
                <a:lnTo>
                  <a:pt x="613393" y="73527"/>
                </a:lnTo>
                <a:lnTo>
                  <a:pt x="613318" y="74372"/>
                </a:lnTo>
                <a:lnTo>
                  <a:pt x="613222" y="75198"/>
                </a:lnTo>
                <a:lnTo>
                  <a:pt x="613104" y="76005"/>
                </a:lnTo>
                <a:lnTo>
                  <a:pt x="612965" y="76794"/>
                </a:lnTo>
                <a:lnTo>
                  <a:pt x="612805" y="77565"/>
                </a:lnTo>
                <a:lnTo>
                  <a:pt x="612623" y="78317"/>
                </a:lnTo>
                <a:lnTo>
                  <a:pt x="612419" y="79050"/>
                </a:lnTo>
                <a:lnTo>
                  <a:pt x="612194" y="79764"/>
                </a:lnTo>
                <a:lnTo>
                  <a:pt x="611948" y="80460"/>
                </a:lnTo>
                <a:lnTo>
                  <a:pt x="611681" y="81138"/>
                </a:lnTo>
                <a:lnTo>
                  <a:pt x="611392" y="81796"/>
                </a:lnTo>
                <a:lnTo>
                  <a:pt x="611081" y="82436"/>
                </a:lnTo>
                <a:lnTo>
                  <a:pt x="610749" y="83058"/>
                </a:lnTo>
                <a:lnTo>
                  <a:pt x="610396" y="83661"/>
                </a:lnTo>
                <a:lnTo>
                  <a:pt x="610022" y="84245"/>
                </a:lnTo>
                <a:lnTo>
                  <a:pt x="609626" y="84811"/>
                </a:lnTo>
                <a:lnTo>
                  <a:pt x="609208" y="85358"/>
                </a:lnTo>
                <a:lnTo>
                  <a:pt x="608769" y="85887"/>
                </a:lnTo>
                <a:lnTo>
                  <a:pt x="608309" y="86397"/>
                </a:lnTo>
                <a:lnTo>
                  <a:pt x="607827" y="86888"/>
                </a:lnTo>
                <a:lnTo>
                  <a:pt x="607324" y="87361"/>
                </a:lnTo>
                <a:lnTo>
                  <a:pt x="606805" y="87814"/>
                </a:lnTo>
                <a:lnTo>
                  <a:pt x="606274" y="88249"/>
                </a:lnTo>
                <a:lnTo>
                  <a:pt x="605731" y="88664"/>
                </a:lnTo>
                <a:lnTo>
                  <a:pt x="605178" y="89060"/>
                </a:lnTo>
                <a:lnTo>
                  <a:pt x="604612" y="89436"/>
                </a:lnTo>
                <a:lnTo>
                  <a:pt x="604035" y="89794"/>
                </a:lnTo>
                <a:lnTo>
                  <a:pt x="603447" y="90131"/>
                </a:lnTo>
                <a:lnTo>
                  <a:pt x="602847" y="90450"/>
                </a:lnTo>
                <a:lnTo>
                  <a:pt x="602236" y="90749"/>
                </a:lnTo>
                <a:lnTo>
                  <a:pt x="601613" y="91029"/>
                </a:lnTo>
                <a:lnTo>
                  <a:pt x="600979" y="91290"/>
                </a:lnTo>
                <a:lnTo>
                  <a:pt x="600333" y="91531"/>
                </a:lnTo>
                <a:lnTo>
                  <a:pt x="599676" y="91753"/>
                </a:lnTo>
                <a:lnTo>
                  <a:pt x="599007" y="91956"/>
                </a:lnTo>
                <a:lnTo>
                  <a:pt x="598327" y="92140"/>
                </a:lnTo>
                <a:lnTo>
                  <a:pt x="597635" y="92304"/>
                </a:lnTo>
                <a:lnTo>
                  <a:pt x="596932" y="92449"/>
                </a:lnTo>
                <a:lnTo>
                  <a:pt x="596218" y="92574"/>
                </a:lnTo>
                <a:lnTo>
                  <a:pt x="595492" y="92680"/>
                </a:lnTo>
                <a:lnTo>
                  <a:pt x="594754" y="92767"/>
                </a:lnTo>
                <a:lnTo>
                  <a:pt x="594005" y="92835"/>
                </a:lnTo>
                <a:lnTo>
                  <a:pt x="593245" y="92883"/>
                </a:lnTo>
                <a:lnTo>
                  <a:pt x="592473" y="92912"/>
                </a:lnTo>
                <a:lnTo>
                  <a:pt x="591689" y="92922"/>
                </a:lnTo>
                <a:lnTo>
                  <a:pt x="590994" y="92912"/>
                </a:lnTo>
                <a:lnTo>
                  <a:pt x="590306" y="92883"/>
                </a:lnTo>
                <a:lnTo>
                  <a:pt x="589625" y="92836"/>
                </a:lnTo>
                <a:lnTo>
                  <a:pt x="588951" y="92769"/>
                </a:lnTo>
                <a:close/>
                <a:moveTo>
                  <a:pt x="586932" y="161376"/>
                </a:moveTo>
                <a:lnTo>
                  <a:pt x="585888" y="161287"/>
                </a:lnTo>
                <a:lnTo>
                  <a:pt x="584873" y="161183"/>
                </a:lnTo>
                <a:lnTo>
                  <a:pt x="583886" y="161062"/>
                </a:lnTo>
                <a:lnTo>
                  <a:pt x="582927" y="160925"/>
                </a:lnTo>
                <a:lnTo>
                  <a:pt x="581997" y="160772"/>
                </a:lnTo>
                <a:lnTo>
                  <a:pt x="581095" y="160603"/>
                </a:lnTo>
                <a:lnTo>
                  <a:pt x="580222" y="160418"/>
                </a:lnTo>
                <a:lnTo>
                  <a:pt x="579377" y="160217"/>
                </a:lnTo>
                <a:lnTo>
                  <a:pt x="578561" y="159999"/>
                </a:lnTo>
                <a:lnTo>
                  <a:pt x="577773" y="159766"/>
                </a:lnTo>
                <a:lnTo>
                  <a:pt x="577014" y="159516"/>
                </a:lnTo>
                <a:lnTo>
                  <a:pt x="576283" y="159251"/>
                </a:lnTo>
                <a:lnTo>
                  <a:pt x="575580" y="158969"/>
                </a:lnTo>
                <a:lnTo>
                  <a:pt x="574906" y="158671"/>
                </a:lnTo>
                <a:lnTo>
                  <a:pt x="574260" y="158357"/>
                </a:lnTo>
                <a:lnTo>
                  <a:pt x="573642" y="158027"/>
                </a:lnTo>
                <a:lnTo>
                  <a:pt x="573054" y="157681"/>
                </a:lnTo>
                <a:lnTo>
                  <a:pt x="572493" y="157319"/>
                </a:lnTo>
                <a:lnTo>
                  <a:pt x="571961" y="156941"/>
                </a:lnTo>
                <a:lnTo>
                  <a:pt x="571454" y="156552"/>
                </a:lnTo>
                <a:lnTo>
                  <a:pt x="570968" y="156158"/>
                </a:lnTo>
                <a:lnTo>
                  <a:pt x="570504" y="155759"/>
                </a:lnTo>
                <a:lnTo>
                  <a:pt x="570062" y="155354"/>
                </a:lnTo>
                <a:lnTo>
                  <a:pt x="569641" y="154945"/>
                </a:lnTo>
                <a:lnTo>
                  <a:pt x="569242" y="154530"/>
                </a:lnTo>
                <a:lnTo>
                  <a:pt x="568864" y="154111"/>
                </a:lnTo>
                <a:lnTo>
                  <a:pt x="568508" y="153686"/>
                </a:lnTo>
                <a:lnTo>
                  <a:pt x="568174" y="153256"/>
                </a:lnTo>
                <a:lnTo>
                  <a:pt x="567861" y="152821"/>
                </a:lnTo>
                <a:lnTo>
                  <a:pt x="567570" y="152381"/>
                </a:lnTo>
                <a:lnTo>
                  <a:pt x="567300" y="151935"/>
                </a:lnTo>
                <a:lnTo>
                  <a:pt x="567052" y="151485"/>
                </a:lnTo>
                <a:lnTo>
                  <a:pt x="566825" y="151029"/>
                </a:lnTo>
                <a:lnTo>
                  <a:pt x="566620" y="150569"/>
                </a:lnTo>
                <a:lnTo>
                  <a:pt x="566437" y="150103"/>
                </a:lnTo>
                <a:lnTo>
                  <a:pt x="566275" y="149632"/>
                </a:lnTo>
                <a:lnTo>
                  <a:pt x="566135" y="149156"/>
                </a:lnTo>
                <a:lnTo>
                  <a:pt x="566016" y="148675"/>
                </a:lnTo>
                <a:lnTo>
                  <a:pt x="565919" y="148188"/>
                </a:lnTo>
                <a:lnTo>
                  <a:pt x="565844" y="147697"/>
                </a:lnTo>
                <a:lnTo>
                  <a:pt x="565790" y="147200"/>
                </a:lnTo>
                <a:lnTo>
                  <a:pt x="565757" y="146699"/>
                </a:lnTo>
                <a:lnTo>
                  <a:pt x="565746" y="146192"/>
                </a:lnTo>
                <a:lnTo>
                  <a:pt x="565753" y="145736"/>
                </a:lnTo>
                <a:lnTo>
                  <a:pt x="565772" y="145284"/>
                </a:lnTo>
                <a:lnTo>
                  <a:pt x="565803" y="144837"/>
                </a:lnTo>
                <a:lnTo>
                  <a:pt x="565848" y="144394"/>
                </a:lnTo>
                <a:lnTo>
                  <a:pt x="565905" y="143957"/>
                </a:lnTo>
                <a:lnTo>
                  <a:pt x="565975" y="143523"/>
                </a:lnTo>
                <a:lnTo>
                  <a:pt x="566057" y="143095"/>
                </a:lnTo>
                <a:lnTo>
                  <a:pt x="566152" y="142671"/>
                </a:lnTo>
                <a:lnTo>
                  <a:pt x="566260" y="142251"/>
                </a:lnTo>
                <a:lnTo>
                  <a:pt x="566380" y="141837"/>
                </a:lnTo>
                <a:lnTo>
                  <a:pt x="566513" y="141426"/>
                </a:lnTo>
                <a:lnTo>
                  <a:pt x="566659" y="141021"/>
                </a:lnTo>
                <a:lnTo>
                  <a:pt x="566817" y="140620"/>
                </a:lnTo>
                <a:lnTo>
                  <a:pt x="566988" y="140223"/>
                </a:lnTo>
                <a:lnTo>
                  <a:pt x="567172" y="139832"/>
                </a:lnTo>
                <a:lnTo>
                  <a:pt x="567369" y="139444"/>
                </a:lnTo>
                <a:lnTo>
                  <a:pt x="567578" y="139062"/>
                </a:lnTo>
                <a:lnTo>
                  <a:pt x="567799" y="138684"/>
                </a:lnTo>
                <a:lnTo>
                  <a:pt x="568034" y="138310"/>
                </a:lnTo>
                <a:lnTo>
                  <a:pt x="568281" y="137942"/>
                </a:lnTo>
                <a:lnTo>
                  <a:pt x="568541" y="137577"/>
                </a:lnTo>
                <a:lnTo>
                  <a:pt x="568813" y="137218"/>
                </a:lnTo>
                <a:lnTo>
                  <a:pt x="569098" y="136863"/>
                </a:lnTo>
                <a:lnTo>
                  <a:pt x="569396" y="136512"/>
                </a:lnTo>
                <a:lnTo>
                  <a:pt x="569706" y="136169"/>
                </a:lnTo>
                <a:lnTo>
                  <a:pt x="570026" y="135833"/>
                </a:lnTo>
                <a:lnTo>
                  <a:pt x="570356" y="135506"/>
                </a:lnTo>
                <a:lnTo>
                  <a:pt x="570698" y="135188"/>
                </a:lnTo>
                <a:lnTo>
                  <a:pt x="571050" y="134878"/>
                </a:lnTo>
                <a:lnTo>
                  <a:pt x="571412" y="134577"/>
                </a:lnTo>
                <a:lnTo>
                  <a:pt x="571785" y="134284"/>
                </a:lnTo>
                <a:lnTo>
                  <a:pt x="572169" y="133999"/>
                </a:lnTo>
                <a:lnTo>
                  <a:pt x="572564" y="133724"/>
                </a:lnTo>
                <a:lnTo>
                  <a:pt x="572969" y="133456"/>
                </a:lnTo>
                <a:lnTo>
                  <a:pt x="573384" y="133197"/>
                </a:lnTo>
                <a:lnTo>
                  <a:pt x="573810" y="132947"/>
                </a:lnTo>
                <a:lnTo>
                  <a:pt x="574247" y="132705"/>
                </a:lnTo>
                <a:lnTo>
                  <a:pt x="574695" y="132471"/>
                </a:lnTo>
                <a:lnTo>
                  <a:pt x="575153" y="132246"/>
                </a:lnTo>
                <a:lnTo>
                  <a:pt x="575622" y="132030"/>
                </a:lnTo>
                <a:lnTo>
                  <a:pt x="576101" y="131822"/>
                </a:lnTo>
                <a:lnTo>
                  <a:pt x="576591" y="131622"/>
                </a:lnTo>
                <a:lnTo>
                  <a:pt x="577092" y="131431"/>
                </a:lnTo>
                <a:lnTo>
                  <a:pt x="577603" y="131249"/>
                </a:lnTo>
                <a:lnTo>
                  <a:pt x="578125" y="131074"/>
                </a:lnTo>
                <a:lnTo>
                  <a:pt x="578657" y="130909"/>
                </a:lnTo>
                <a:lnTo>
                  <a:pt x="579200" y="130752"/>
                </a:lnTo>
                <a:lnTo>
                  <a:pt x="579754" y="130603"/>
                </a:lnTo>
                <a:lnTo>
                  <a:pt x="594353" y="130603"/>
                </a:lnTo>
                <a:lnTo>
                  <a:pt x="595305" y="130606"/>
                </a:lnTo>
                <a:lnTo>
                  <a:pt x="596240" y="130615"/>
                </a:lnTo>
                <a:lnTo>
                  <a:pt x="597156" y="130630"/>
                </a:lnTo>
                <a:lnTo>
                  <a:pt x="598053" y="130651"/>
                </a:lnTo>
                <a:lnTo>
                  <a:pt x="598933" y="130678"/>
                </a:lnTo>
                <a:lnTo>
                  <a:pt x="599794" y="130711"/>
                </a:lnTo>
                <a:lnTo>
                  <a:pt x="600636" y="130751"/>
                </a:lnTo>
                <a:lnTo>
                  <a:pt x="601461" y="130796"/>
                </a:lnTo>
                <a:lnTo>
                  <a:pt x="602267" y="130847"/>
                </a:lnTo>
                <a:lnTo>
                  <a:pt x="603054" y="130904"/>
                </a:lnTo>
                <a:lnTo>
                  <a:pt x="603824" y="130967"/>
                </a:lnTo>
                <a:lnTo>
                  <a:pt x="604575" y="131036"/>
                </a:lnTo>
                <a:lnTo>
                  <a:pt x="605307" y="131111"/>
                </a:lnTo>
                <a:lnTo>
                  <a:pt x="606022" y="131193"/>
                </a:lnTo>
                <a:lnTo>
                  <a:pt x="606718" y="131280"/>
                </a:lnTo>
                <a:lnTo>
                  <a:pt x="607396" y="131373"/>
                </a:lnTo>
                <a:lnTo>
                  <a:pt x="608055" y="131472"/>
                </a:lnTo>
                <a:lnTo>
                  <a:pt x="608696" y="131578"/>
                </a:lnTo>
                <a:lnTo>
                  <a:pt x="609319" y="131689"/>
                </a:lnTo>
                <a:lnTo>
                  <a:pt x="609923" y="131806"/>
                </a:lnTo>
                <a:lnTo>
                  <a:pt x="610509" y="131930"/>
                </a:lnTo>
                <a:lnTo>
                  <a:pt x="611077" y="132059"/>
                </a:lnTo>
                <a:lnTo>
                  <a:pt x="611627" y="132194"/>
                </a:lnTo>
                <a:lnTo>
                  <a:pt x="612158" y="132336"/>
                </a:lnTo>
                <a:lnTo>
                  <a:pt x="612673" y="132482"/>
                </a:lnTo>
                <a:lnTo>
                  <a:pt x="613174" y="132634"/>
                </a:lnTo>
                <a:lnTo>
                  <a:pt x="613662" y="132790"/>
                </a:lnTo>
                <a:lnTo>
                  <a:pt x="614136" y="132951"/>
                </a:lnTo>
                <a:lnTo>
                  <a:pt x="614597" y="133117"/>
                </a:lnTo>
                <a:lnTo>
                  <a:pt x="615043" y="133288"/>
                </a:lnTo>
                <a:lnTo>
                  <a:pt x="615476" y="133463"/>
                </a:lnTo>
                <a:lnTo>
                  <a:pt x="615895" y="133643"/>
                </a:lnTo>
                <a:lnTo>
                  <a:pt x="616301" y="133828"/>
                </a:lnTo>
                <a:lnTo>
                  <a:pt x="616693" y="134018"/>
                </a:lnTo>
                <a:lnTo>
                  <a:pt x="617071" y="134212"/>
                </a:lnTo>
                <a:lnTo>
                  <a:pt x="617435" y="134412"/>
                </a:lnTo>
                <a:lnTo>
                  <a:pt x="617786" y="134616"/>
                </a:lnTo>
                <a:lnTo>
                  <a:pt x="618123" y="134825"/>
                </a:lnTo>
                <a:lnTo>
                  <a:pt x="618446" y="135038"/>
                </a:lnTo>
                <a:lnTo>
                  <a:pt x="618756" y="135256"/>
                </a:lnTo>
                <a:lnTo>
                  <a:pt x="619052" y="135480"/>
                </a:lnTo>
                <a:lnTo>
                  <a:pt x="619334" y="135708"/>
                </a:lnTo>
                <a:lnTo>
                  <a:pt x="619603" y="135940"/>
                </a:lnTo>
                <a:lnTo>
                  <a:pt x="619857" y="136178"/>
                </a:lnTo>
                <a:lnTo>
                  <a:pt x="620099" y="136420"/>
                </a:lnTo>
                <a:lnTo>
                  <a:pt x="620326" y="136667"/>
                </a:lnTo>
                <a:lnTo>
                  <a:pt x="620540" y="136919"/>
                </a:lnTo>
                <a:lnTo>
                  <a:pt x="620740" y="137175"/>
                </a:lnTo>
                <a:lnTo>
                  <a:pt x="620929" y="137436"/>
                </a:lnTo>
                <a:lnTo>
                  <a:pt x="621110" y="137701"/>
                </a:lnTo>
                <a:lnTo>
                  <a:pt x="621283" y="137970"/>
                </a:lnTo>
                <a:lnTo>
                  <a:pt x="621448" y="138244"/>
                </a:lnTo>
                <a:lnTo>
                  <a:pt x="621605" y="138521"/>
                </a:lnTo>
                <a:lnTo>
                  <a:pt x="621754" y="138802"/>
                </a:lnTo>
                <a:lnTo>
                  <a:pt x="621895" y="139087"/>
                </a:lnTo>
                <a:lnTo>
                  <a:pt x="622028" y="139377"/>
                </a:lnTo>
                <a:lnTo>
                  <a:pt x="622152" y="139670"/>
                </a:lnTo>
                <a:lnTo>
                  <a:pt x="622269" y="139968"/>
                </a:lnTo>
                <a:lnTo>
                  <a:pt x="622378" y="140270"/>
                </a:lnTo>
                <a:lnTo>
                  <a:pt x="622478" y="140575"/>
                </a:lnTo>
                <a:lnTo>
                  <a:pt x="622571" y="140885"/>
                </a:lnTo>
                <a:lnTo>
                  <a:pt x="622655" y="141199"/>
                </a:lnTo>
                <a:lnTo>
                  <a:pt x="622732" y="141517"/>
                </a:lnTo>
                <a:lnTo>
                  <a:pt x="622800" y="141839"/>
                </a:lnTo>
                <a:lnTo>
                  <a:pt x="622861" y="142165"/>
                </a:lnTo>
                <a:lnTo>
                  <a:pt x="622913" y="142495"/>
                </a:lnTo>
                <a:lnTo>
                  <a:pt x="622957" y="142829"/>
                </a:lnTo>
                <a:lnTo>
                  <a:pt x="622994" y="143167"/>
                </a:lnTo>
                <a:lnTo>
                  <a:pt x="623022" y="143510"/>
                </a:lnTo>
                <a:lnTo>
                  <a:pt x="623042" y="143856"/>
                </a:lnTo>
                <a:lnTo>
                  <a:pt x="623054" y="144207"/>
                </a:lnTo>
                <a:lnTo>
                  <a:pt x="623058" y="144561"/>
                </a:lnTo>
                <a:lnTo>
                  <a:pt x="623046" y="145160"/>
                </a:lnTo>
                <a:lnTo>
                  <a:pt x="623010" y="145751"/>
                </a:lnTo>
                <a:lnTo>
                  <a:pt x="622951" y="146333"/>
                </a:lnTo>
                <a:lnTo>
                  <a:pt x="622867" y="146908"/>
                </a:lnTo>
                <a:lnTo>
                  <a:pt x="622760" y="147474"/>
                </a:lnTo>
                <a:lnTo>
                  <a:pt x="622629" y="148032"/>
                </a:lnTo>
                <a:lnTo>
                  <a:pt x="622475" y="148582"/>
                </a:lnTo>
                <a:lnTo>
                  <a:pt x="622296" y="149124"/>
                </a:lnTo>
                <a:lnTo>
                  <a:pt x="622094" y="149657"/>
                </a:lnTo>
                <a:lnTo>
                  <a:pt x="621868" y="150183"/>
                </a:lnTo>
                <a:lnTo>
                  <a:pt x="621618" y="150700"/>
                </a:lnTo>
                <a:lnTo>
                  <a:pt x="621344" y="151209"/>
                </a:lnTo>
                <a:lnTo>
                  <a:pt x="621046" y="151711"/>
                </a:lnTo>
                <a:lnTo>
                  <a:pt x="620725" y="152204"/>
                </a:lnTo>
                <a:lnTo>
                  <a:pt x="620380" y="152688"/>
                </a:lnTo>
                <a:lnTo>
                  <a:pt x="620011" y="153165"/>
                </a:lnTo>
                <a:lnTo>
                  <a:pt x="619618" y="153633"/>
                </a:lnTo>
                <a:lnTo>
                  <a:pt x="619202" y="154094"/>
                </a:lnTo>
                <a:lnTo>
                  <a:pt x="618761" y="154546"/>
                </a:lnTo>
                <a:lnTo>
                  <a:pt x="618297" y="154990"/>
                </a:lnTo>
                <a:lnTo>
                  <a:pt x="617809" y="155426"/>
                </a:lnTo>
                <a:lnTo>
                  <a:pt x="617297" y="155854"/>
                </a:lnTo>
                <a:lnTo>
                  <a:pt x="616762" y="156273"/>
                </a:lnTo>
                <a:lnTo>
                  <a:pt x="616202" y="156685"/>
                </a:lnTo>
                <a:lnTo>
                  <a:pt x="615614" y="157084"/>
                </a:lnTo>
                <a:lnTo>
                  <a:pt x="614991" y="157466"/>
                </a:lnTo>
                <a:lnTo>
                  <a:pt x="614333" y="157832"/>
                </a:lnTo>
                <a:lnTo>
                  <a:pt x="613642" y="158180"/>
                </a:lnTo>
                <a:lnTo>
                  <a:pt x="612915" y="158511"/>
                </a:lnTo>
                <a:lnTo>
                  <a:pt x="612155" y="158825"/>
                </a:lnTo>
                <a:lnTo>
                  <a:pt x="611360" y="159122"/>
                </a:lnTo>
                <a:lnTo>
                  <a:pt x="610530" y="159403"/>
                </a:lnTo>
                <a:lnTo>
                  <a:pt x="609666" y="159666"/>
                </a:lnTo>
                <a:lnTo>
                  <a:pt x="608768" y="159912"/>
                </a:lnTo>
                <a:lnTo>
                  <a:pt x="607835" y="160142"/>
                </a:lnTo>
                <a:lnTo>
                  <a:pt x="606868" y="160354"/>
                </a:lnTo>
                <a:lnTo>
                  <a:pt x="605867" y="160549"/>
                </a:lnTo>
                <a:lnTo>
                  <a:pt x="604831" y="160728"/>
                </a:lnTo>
                <a:lnTo>
                  <a:pt x="603760" y="160889"/>
                </a:lnTo>
                <a:lnTo>
                  <a:pt x="602655" y="161033"/>
                </a:lnTo>
                <a:lnTo>
                  <a:pt x="601516" y="161161"/>
                </a:lnTo>
                <a:lnTo>
                  <a:pt x="600342" y="161271"/>
                </a:lnTo>
                <a:lnTo>
                  <a:pt x="599134" y="161365"/>
                </a:lnTo>
                <a:lnTo>
                  <a:pt x="597892" y="161441"/>
                </a:lnTo>
                <a:lnTo>
                  <a:pt x="596615" y="161501"/>
                </a:lnTo>
                <a:lnTo>
                  <a:pt x="595303" y="161543"/>
                </a:lnTo>
                <a:lnTo>
                  <a:pt x="593957" y="161569"/>
                </a:lnTo>
                <a:lnTo>
                  <a:pt x="592577" y="161577"/>
                </a:lnTo>
                <a:lnTo>
                  <a:pt x="591391" y="161569"/>
                </a:lnTo>
                <a:lnTo>
                  <a:pt x="590234" y="161545"/>
                </a:lnTo>
                <a:lnTo>
                  <a:pt x="589105" y="161505"/>
                </a:lnTo>
                <a:lnTo>
                  <a:pt x="588004" y="161448"/>
                </a:lnTo>
                <a:lnTo>
                  <a:pt x="586932" y="161376"/>
                </a:lnTo>
                <a:close/>
                <a:moveTo>
                  <a:pt x="469290" y="64612"/>
                </a:moveTo>
                <a:lnTo>
                  <a:pt x="469684" y="64116"/>
                </a:lnTo>
                <a:lnTo>
                  <a:pt x="470089" y="63624"/>
                </a:lnTo>
                <a:lnTo>
                  <a:pt x="470504" y="63135"/>
                </a:lnTo>
                <a:lnTo>
                  <a:pt x="470928" y="62650"/>
                </a:lnTo>
                <a:lnTo>
                  <a:pt x="471363" y="62168"/>
                </a:lnTo>
                <a:lnTo>
                  <a:pt x="471807" y="61689"/>
                </a:lnTo>
                <a:lnTo>
                  <a:pt x="472261" y="61214"/>
                </a:lnTo>
                <a:lnTo>
                  <a:pt x="472726" y="60743"/>
                </a:lnTo>
                <a:lnTo>
                  <a:pt x="473200" y="60274"/>
                </a:lnTo>
                <a:lnTo>
                  <a:pt x="473684" y="59809"/>
                </a:lnTo>
                <a:lnTo>
                  <a:pt x="474178" y="59348"/>
                </a:lnTo>
                <a:lnTo>
                  <a:pt x="474682" y="58889"/>
                </a:lnTo>
                <a:lnTo>
                  <a:pt x="475196" y="58435"/>
                </a:lnTo>
                <a:lnTo>
                  <a:pt x="475720" y="57983"/>
                </a:lnTo>
                <a:lnTo>
                  <a:pt x="476254" y="57535"/>
                </a:lnTo>
                <a:lnTo>
                  <a:pt x="476797" y="57091"/>
                </a:lnTo>
                <a:lnTo>
                  <a:pt x="477351" y="56649"/>
                </a:lnTo>
                <a:lnTo>
                  <a:pt x="477915" y="56211"/>
                </a:lnTo>
                <a:lnTo>
                  <a:pt x="478488" y="55777"/>
                </a:lnTo>
                <a:lnTo>
                  <a:pt x="479072" y="55346"/>
                </a:lnTo>
                <a:lnTo>
                  <a:pt x="479665" y="54918"/>
                </a:lnTo>
                <a:lnTo>
                  <a:pt x="480268" y="54494"/>
                </a:lnTo>
                <a:lnTo>
                  <a:pt x="480883" y="54080"/>
                </a:lnTo>
                <a:lnTo>
                  <a:pt x="481509" y="53684"/>
                </a:lnTo>
                <a:lnTo>
                  <a:pt x="482147" y="53305"/>
                </a:lnTo>
                <a:lnTo>
                  <a:pt x="482797" y="52944"/>
                </a:lnTo>
                <a:lnTo>
                  <a:pt x="483460" y="52600"/>
                </a:lnTo>
                <a:lnTo>
                  <a:pt x="484134" y="52274"/>
                </a:lnTo>
                <a:lnTo>
                  <a:pt x="484820" y="51966"/>
                </a:lnTo>
                <a:lnTo>
                  <a:pt x="485518" y="51675"/>
                </a:lnTo>
                <a:lnTo>
                  <a:pt x="486229" y="51402"/>
                </a:lnTo>
                <a:lnTo>
                  <a:pt x="486951" y="51147"/>
                </a:lnTo>
                <a:lnTo>
                  <a:pt x="487685" y="50909"/>
                </a:lnTo>
                <a:lnTo>
                  <a:pt x="488431" y="50689"/>
                </a:lnTo>
                <a:lnTo>
                  <a:pt x="489189" y="50486"/>
                </a:lnTo>
                <a:lnTo>
                  <a:pt x="489959" y="50301"/>
                </a:lnTo>
                <a:lnTo>
                  <a:pt x="490741" y="50134"/>
                </a:lnTo>
                <a:lnTo>
                  <a:pt x="491536" y="49984"/>
                </a:lnTo>
                <a:lnTo>
                  <a:pt x="492342" y="49852"/>
                </a:lnTo>
                <a:lnTo>
                  <a:pt x="493160" y="49737"/>
                </a:lnTo>
                <a:lnTo>
                  <a:pt x="493990" y="49640"/>
                </a:lnTo>
                <a:lnTo>
                  <a:pt x="494832" y="49561"/>
                </a:lnTo>
                <a:lnTo>
                  <a:pt x="495686" y="49499"/>
                </a:lnTo>
                <a:lnTo>
                  <a:pt x="496552" y="49455"/>
                </a:lnTo>
                <a:lnTo>
                  <a:pt x="497430" y="49429"/>
                </a:lnTo>
                <a:lnTo>
                  <a:pt x="498320" y="49420"/>
                </a:lnTo>
                <a:lnTo>
                  <a:pt x="498914" y="49426"/>
                </a:lnTo>
                <a:lnTo>
                  <a:pt x="499496" y="49442"/>
                </a:lnTo>
                <a:lnTo>
                  <a:pt x="500067" y="49471"/>
                </a:lnTo>
                <a:lnTo>
                  <a:pt x="500626" y="49510"/>
                </a:lnTo>
                <a:lnTo>
                  <a:pt x="501173" y="49560"/>
                </a:lnTo>
                <a:lnTo>
                  <a:pt x="501708" y="49622"/>
                </a:lnTo>
                <a:lnTo>
                  <a:pt x="502231" y="49695"/>
                </a:lnTo>
                <a:lnTo>
                  <a:pt x="502742" y="49779"/>
                </a:lnTo>
                <a:lnTo>
                  <a:pt x="503242" y="49874"/>
                </a:lnTo>
                <a:lnTo>
                  <a:pt x="503730" y="49980"/>
                </a:lnTo>
                <a:lnTo>
                  <a:pt x="504206" y="50098"/>
                </a:lnTo>
                <a:lnTo>
                  <a:pt x="504670" y="50227"/>
                </a:lnTo>
                <a:lnTo>
                  <a:pt x="505122" y="50367"/>
                </a:lnTo>
                <a:lnTo>
                  <a:pt x="505563" y="50518"/>
                </a:lnTo>
                <a:lnTo>
                  <a:pt x="505992" y="50681"/>
                </a:lnTo>
                <a:lnTo>
                  <a:pt x="506409" y="50855"/>
                </a:lnTo>
                <a:lnTo>
                  <a:pt x="506814" y="51039"/>
                </a:lnTo>
                <a:lnTo>
                  <a:pt x="507207" y="51236"/>
                </a:lnTo>
                <a:lnTo>
                  <a:pt x="507589" y="51443"/>
                </a:lnTo>
                <a:lnTo>
                  <a:pt x="507958" y="51661"/>
                </a:lnTo>
                <a:lnTo>
                  <a:pt x="508316" y="51891"/>
                </a:lnTo>
                <a:lnTo>
                  <a:pt x="508662" y="52132"/>
                </a:lnTo>
                <a:lnTo>
                  <a:pt x="508996" y="52384"/>
                </a:lnTo>
                <a:lnTo>
                  <a:pt x="509319" y="52648"/>
                </a:lnTo>
                <a:lnTo>
                  <a:pt x="509631" y="52921"/>
                </a:lnTo>
                <a:lnTo>
                  <a:pt x="509936" y="53202"/>
                </a:lnTo>
                <a:lnTo>
                  <a:pt x="510232" y="53492"/>
                </a:lnTo>
                <a:lnTo>
                  <a:pt x="510520" y="53790"/>
                </a:lnTo>
                <a:lnTo>
                  <a:pt x="510800" y="54097"/>
                </a:lnTo>
                <a:lnTo>
                  <a:pt x="511073" y="54412"/>
                </a:lnTo>
                <a:lnTo>
                  <a:pt x="511337" y="54735"/>
                </a:lnTo>
                <a:lnTo>
                  <a:pt x="511593" y="55067"/>
                </a:lnTo>
                <a:lnTo>
                  <a:pt x="511841" y="55407"/>
                </a:lnTo>
                <a:lnTo>
                  <a:pt x="512081" y="55756"/>
                </a:lnTo>
                <a:lnTo>
                  <a:pt x="512313" y="56112"/>
                </a:lnTo>
                <a:lnTo>
                  <a:pt x="512537" y="56478"/>
                </a:lnTo>
                <a:lnTo>
                  <a:pt x="512753" y="56851"/>
                </a:lnTo>
                <a:lnTo>
                  <a:pt x="512961" y="57233"/>
                </a:lnTo>
                <a:lnTo>
                  <a:pt x="513160" y="57624"/>
                </a:lnTo>
                <a:lnTo>
                  <a:pt x="513352" y="58022"/>
                </a:lnTo>
                <a:lnTo>
                  <a:pt x="513536" y="58429"/>
                </a:lnTo>
                <a:lnTo>
                  <a:pt x="513711" y="58845"/>
                </a:lnTo>
                <a:lnTo>
                  <a:pt x="513879" y="59269"/>
                </a:lnTo>
                <a:lnTo>
                  <a:pt x="514038" y="59701"/>
                </a:lnTo>
                <a:lnTo>
                  <a:pt x="514190" y="60141"/>
                </a:lnTo>
                <a:lnTo>
                  <a:pt x="514333" y="60590"/>
                </a:lnTo>
                <a:lnTo>
                  <a:pt x="514469" y="61047"/>
                </a:lnTo>
                <a:lnTo>
                  <a:pt x="514596" y="61513"/>
                </a:lnTo>
                <a:lnTo>
                  <a:pt x="514717" y="61986"/>
                </a:lnTo>
                <a:lnTo>
                  <a:pt x="514832" y="62464"/>
                </a:lnTo>
                <a:lnTo>
                  <a:pt x="514943" y="62947"/>
                </a:lnTo>
                <a:lnTo>
                  <a:pt x="515048" y="63437"/>
                </a:lnTo>
                <a:lnTo>
                  <a:pt x="515148" y="63932"/>
                </a:lnTo>
                <a:lnTo>
                  <a:pt x="515243" y="64433"/>
                </a:lnTo>
                <a:lnTo>
                  <a:pt x="515333" y="64940"/>
                </a:lnTo>
                <a:lnTo>
                  <a:pt x="515418" y="65452"/>
                </a:lnTo>
                <a:lnTo>
                  <a:pt x="515498" y="65970"/>
                </a:lnTo>
                <a:lnTo>
                  <a:pt x="515572" y="66494"/>
                </a:lnTo>
                <a:lnTo>
                  <a:pt x="515642" y="67024"/>
                </a:lnTo>
                <a:lnTo>
                  <a:pt x="515706" y="67559"/>
                </a:lnTo>
                <a:lnTo>
                  <a:pt x="515765" y="68100"/>
                </a:lnTo>
                <a:lnTo>
                  <a:pt x="515819" y="68646"/>
                </a:lnTo>
                <a:lnTo>
                  <a:pt x="515868" y="69199"/>
                </a:lnTo>
                <a:lnTo>
                  <a:pt x="515911" y="69757"/>
                </a:lnTo>
                <a:lnTo>
                  <a:pt x="515950" y="70320"/>
                </a:lnTo>
                <a:lnTo>
                  <a:pt x="515983" y="70890"/>
                </a:lnTo>
                <a:lnTo>
                  <a:pt x="516011" y="71465"/>
                </a:lnTo>
                <a:lnTo>
                  <a:pt x="516035" y="72046"/>
                </a:lnTo>
                <a:lnTo>
                  <a:pt x="516053" y="72632"/>
                </a:lnTo>
                <a:lnTo>
                  <a:pt x="516065" y="73224"/>
                </a:lnTo>
                <a:lnTo>
                  <a:pt x="516073" y="73822"/>
                </a:lnTo>
                <a:lnTo>
                  <a:pt x="516076" y="74426"/>
                </a:lnTo>
                <a:lnTo>
                  <a:pt x="516076" y="136324"/>
                </a:lnTo>
                <a:lnTo>
                  <a:pt x="532549" y="136324"/>
                </a:lnTo>
                <a:lnTo>
                  <a:pt x="532549" y="72308"/>
                </a:lnTo>
                <a:lnTo>
                  <a:pt x="532537" y="70869"/>
                </a:lnTo>
                <a:lnTo>
                  <a:pt x="532499" y="69457"/>
                </a:lnTo>
                <a:lnTo>
                  <a:pt x="532437" y="68072"/>
                </a:lnTo>
                <a:lnTo>
                  <a:pt x="532349" y="66714"/>
                </a:lnTo>
                <a:lnTo>
                  <a:pt x="532237" y="65383"/>
                </a:lnTo>
                <a:lnTo>
                  <a:pt x="532099" y="64080"/>
                </a:lnTo>
                <a:lnTo>
                  <a:pt x="531936" y="62803"/>
                </a:lnTo>
                <a:lnTo>
                  <a:pt x="531749" y="61553"/>
                </a:lnTo>
                <a:lnTo>
                  <a:pt x="531536" y="60331"/>
                </a:lnTo>
                <a:lnTo>
                  <a:pt x="531299" y="59136"/>
                </a:lnTo>
                <a:lnTo>
                  <a:pt x="531036" y="57967"/>
                </a:lnTo>
                <a:lnTo>
                  <a:pt x="530749" y="56826"/>
                </a:lnTo>
                <a:lnTo>
                  <a:pt x="530436" y="55712"/>
                </a:lnTo>
                <a:lnTo>
                  <a:pt x="530099" y="54625"/>
                </a:lnTo>
                <a:lnTo>
                  <a:pt x="529736" y="53565"/>
                </a:lnTo>
                <a:lnTo>
                  <a:pt x="529349" y="52532"/>
                </a:lnTo>
                <a:lnTo>
                  <a:pt x="528936" y="51526"/>
                </a:lnTo>
                <a:lnTo>
                  <a:pt x="528499" y="50547"/>
                </a:lnTo>
                <a:lnTo>
                  <a:pt x="528036" y="49595"/>
                </a:lnTo>
                <a:lnTo>
                  <a:pt x="527548" y="48671"/>
                </a:lnTo>
                <a:lnTo>
                  <a:pt x="527036" y="47773"/>
                </a:lnTo>
                <a:lnTo>
                  <a:pt x="526498" y="46903"/>
                </a:lnTo>
                <a:lnTo>
                  <a:pt x="525936" y="46059"/>
                </a:lnTo>
                <a:lnTo>
                  <a:pt x="525348" y="45243"/>
                </a:lnTo>
                <a:lnTo>
                  <a:pt x="524733" y="44457"/>
                </a:lnTo>
                <a:lnTo>
                  <a:pt x="524088" y="43705"/>
                </a:lnTo>
                <a:lnTo>
                  <a:pt x="523414" y="42985"/>
                </a:lnTo>
                <a:lnTo>
                  <a:pt x="522709" y="42300"/>
                </a:lnTo>
                <a:lnTo>
                  <a:pt x="521975" y="41647"/>
                </a:lnTo>
                <a:lnTo>
                  <a:pt x="521211" y="41029"/>
                </a:lnTo>
                <a:lnTo>
                  <a:pt x="520418" y="40443"/>
                </a:lnTo>
                <a:lnTo>
                  <a:pt x="519594" y="39891"/>
                </a:lnTo>
                <a:lnTo>
                  <a:pt x="518741" y="39373"/>
                </a:lnTo>
                <a:lnTo>
                  <a:pt x="517857" y="38888"/>
                </a:lnTo>
                <a:lnTo>
                  <a:pt x="516944" y="38436"/>
                </a:lnTo>
                <a:lnTo>
                  <a:pt x="516002" y="38018"/>
                </a:lnTo>
                <a:lnTo>
                  <a:pt x="515029" y="37634"/>
                </a:lnTo>
                <a:lnTo>
                  <a:pt x="514027" y="37282"/>
                </a:lnTo>
                <a:lnTo>
                  <a:pt x="512995" y="36965"/>
                </a:lnTo>
                <a:lnTo>
                  <a:pt x="511933" y="36680"/>
                </a:lnTo>
                <a:lnTo>
                  <a:pt x="510841" y="36430"/>
                </a:lnTo>
                <a:lnTo>
                  <a:pt x="509719" y="36212"/>
                </a:lnTo>
                <a:lnTo>
                  <a:pt x="508568" y="36028"/>
                </a:lnTo>
                <a:lnTo>
                  <a:pt x="507387" y="35878"/>
                </a:lnTo>
                <a:lnTo>
                  <a:pt x="506176" y="35761"/>
                </a:lnTo>
                <a:lnTo>
                  <a:pt x="504935" y="35677"/>
                </a:lnTo>
                <a:lnTo>
                  <a:pt x="503665" y="35627"/>
                </a:lnTo>
                <a:lnTo>
                  <a:pt x="502364" y="35610"/>
                </a:lnTo>
                <a:lnTo>
                  <a:pt x="501296" y="35619"/>
                </a:lnTo>
                <a:lnTo>
                  <a:pt x="500243" y="35646"/>
                </a:lnTo>
                <a:lnTo>
                  <a:pt x="499206" y="35691"/>
                </a:lnTo>
                <a:lnTo>
                  <a:pt x="498186" y="35754"/>
                </a:lnTo>
                <a:lnTo>
                  <a:pt x="497181" y="35835"/>
                </a:lnTo>
                <a:lnTo>
                  <a:pt x="496193" y="35934"/>
                </a:lnTo>
                <a:lnTo>
                  <a:pt x="495221" y="36051"/>
                </a:lnTo>
                <a:lnTo>
                  <a:pt x="494265" y="36185"/>
                </a:lnTo>
                <a:lnTo>
                  <a:pt x="493325" y="36338"/>
                </a:lnTo>
                <a:lnTo>
                  <a:pt x="492401" y="36509"/>
                </a:lnTo>
                <a:lnTo>
                  <a:pt x="491493" y="36698"/>
                </a:lnTo>
                <a:lnTo>
                  <a:pt x="490601" y="36905"/>
                </a:lnTo>
                <a:lnTo>
                  <a:pt x="489726" y="37130"/>
                </a:lnTo>
                <a:lnTo>
                  <a:pt x="488866" y="37372"/>
                </a:lnTo>
                <a:lnTo>
                  <a:pt x="488023" y="37633"/>
                </a:lnTo>
                <a:lnTo>
                  <a:pt x="487195" y="37912"/>
                </a:lnTo>
                <a:lnTo>
                  <a:pt x="486384" y="38208"/>
                </a:lnTo>
                <a:lnTo>
                  <a:pt x="485589" y="38523"/>
                </a:lnTo>
                <a:lnTo>
                  <a:pt x="484810" y="38856"/>
                </a:lnTo>
                <a:lnTo>
                  <a:pt x="484047" y="39206"/>
                </a:lnTo>
                <a:lnTo>
                  <a:pt x="483300" y="39575"/>
                </a:lnTo>
                <a:lnTo>
                  <a:pt x="482569" y="39962"/>
                </a:lnTo>
                <a:lnTo>
                  <a:pt x="481855" y="40366"/>
                </a:lnTo>
                <a:lnTo>
                  <a:pt x="481156" y="40789"/>
                </a:lnTo>
                <a:lnTo>
                  <a:pt x="480472" y="41222"/>
                </a:lnTo>
                <a:lnTo>
                  <a:pt x="479802" y="41656"/>
                </a:lnTo>
                <a:lnTo>
                  <a:pt x="479145" y="42094"/>
                </a:lnTo>
                <a:lnTo>
                  <a:pt x="478501" y="42533"/>
                </a:lnTo>
                <a:lnTo>
                  <a:pt x="477871" y="42974"/>
                </a:lnTo>
                <a:lnTo>
                  <a:pt x="477254" y="43418"/>
                </a:lnTo>
                <a:lnTo>
                  <a:pt x="476650" y="43864"/>
                </a:lnTo>
                <a:lnTo>
                  <a:pt x="476060" y="44313"/>
                </a:lnTo>
                <a:lnTo>
                  <a:pt x="475483" y="44763"/>
                </a:lnTo>
                <a:lnTo>
                  <a:pt x="474919" y="45216"/>
                </a:lnTo>
                <a:lnTo>
                  <a:pt x="474369" y="45671"/>
                </a:lnTo>
                <a:lnTo>
                  <a:pt x="473832" y="46128"/>
                </a:lnTo>
                <a:lnTo>
                  <a:pt x="473308" y="46587"/>
                </a:lnTo>
                <a:lnTo>
                  <a:pt x="472798" y="47049"/>
                </a:lnTo>
                <a:lnTo>
                  <a:pt x="472301" y="47513"/>
                </a:lnTo>
                <a:lnTo>
                  <a:pt x="471818" y="47979"/>
                </a:lnTo>
                <a:lnTo>
                  <a:pt x="471348" y="48447"/>
                </a:lnTo>
                <a:lnTo>
                  <a:pt x="470891" y="48918"/>
                </a:lnTo>
                <a:lnTo>
                  <a:pt x="470448" y="49390"/>
                </a:lnTo>
                <a:lnTo>
                  <a:pt x="470018" y="49865"/>
                </a:lnTo>
                <a:lnTo>
                  <a:pt x="469601" y="50343"/>
                </a:lnTo>
                <a:lnTo>
                  <a:pt x="469198" y="50822"/>
                </a:lnTo>
                <a:lnTo>
                  <a:pt x="468808" y="51304"/>
                </a:lnTo>
                <a:lnTo>
                  <a:pt x="468431" y="51788"/>
                </a:lnTo>
                <a:lnTo>
                  <a:pt x="467839" y="37287"/>
                </a:lnTo>
                <a:lnTo>
                  <a:pt x="452056" y="37287"/>
                </a:lnTo>
                <a:lnTo>
                  <a:pt x="452056" y="136324"/>
                </a:lnTo>
                <a:lnTo>
                  <a:pt x="468530" y="136324"/>
                </a:lnTo>
                <a:lnTo>
                  <a:pt x="468530" y="65613"/>
                </a:lnTo>
                <a:lnTo>
                  <a:pt x="468905" y="65111"/>
                </a:lnTo>
                <a:lnTo>
                  <a:pt x="469290" y="6461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" name="Text Sections">
            <a:extLst xmlns:a="http://schemas.openxmlformats.org/drawingml/2006/main">
              <a:ext uri="{FF2B5EF4-FFF2-40B4-BE49-F238E27FC236}">
                <a16:creationId xmlns:a16="http://schemas.microsoft.com/office/drawing/2014/main" id="{E6496E50-A073-4085-9485-7E915B25A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1296" y="1109528"/>
            <a:ext cx="743220" cy="138100"/>
          </a:xfrm>
          <a:custGeom xmlns:a="http://schemas.openxmlformats.org/drawingml/2006/main">
            <a:pathLst>
              <a:path w="743220" h="138100">
                <a:moveTo>
                  <a:pt x="50604" y="138100"/>
                </a:moveTo>
                <a:cubicBezTo>
                  <a:pt x="41134" y="138100"/>
                  <a:pt x="32585" y="136653"/>
                  <a:pt x="24957" y="133760"/>
                </a:cubicBezTo>
                <a:cubicBezTo>
                  <a:pt x="17328" y="130866"/>
                  <a:pt x="11262" y="126329"/>
                  <a:pt x="6757" y="120147"/>
                </a:cubicBezTo>
                <a:cubicBezTo>
                  <a:pt x="2252" y="113965"/>
                  <a:pt x="0" y="105942"/>
                  <a:pt x="0" y="96078"/>
                </a:cubicBezTo>
                <a:lnTo>
                  <a:pt x="17854" y="96078"/>
                </a:lnTo>
                <a:cubicBezTo>
                  <a:pt x="17854" y="103115"/>
                  <a:pt x="19383" y="108639"/>
                  <a:pt x="22441" y="112650"/>
                </a:cubicBezTo>
                <a:cubicBezTo>
                  <a:pt x="25499" y="116662"/>
                  <a:pt x="29560" y="119489"/>
                  <a:pt x="34624" y="121133"/>
                </a:cubicBezTo>
                <a:cubicBezTo>
                  <a:pt x="39687" y="122777"/>
                  <a:pt x="45244" y="123600"/>
                  <a:pt x="51294" y="123600"/>
                </a:cubicBezTo>
                <a:cubicBezTo>
                  <a:pt x="56884" y="123600"/>
                  <a:pt x="61997" y="122761"/>
                  <a:pt x="66633" y="121084"/>
                </a:cubicBezTo>
                <a:cubicBezTo>
                  <a:pt x="71269" y="119407"/>
                  <a:pt x="74969" y="116875"/>
                  <a:pt x="77731" y="113489"/>
                </a:cubicBezTo>
                <a:cubicBezTo>
                  <a:pt x="80493" y="110102"/>
                  <a:pt x="81874" y="105745"/>
                  <a:pt x="81874" y="100418"/>
                </a:cubicBezTo>
                <a:cubicBezTo>
                  <a:pt x="81874" y="95815"/>
                  <a:pt x="80789" y="92034"/>
                  <a:pt x="78618" y="89075"/>
                </a:cubicBezTo>
                <a:cubicBezTo>
                  <a:pt x="76448" y="86115"/>
                  <a:pt x="72848" y="83534"/>
                  <a:pt x="67817" y="81331"/>
                </a:cubicBezTo>
                <a:cubicBezTo>
                  <a:pt x="62786" y="79128"/>
                  <a:pt x="56029" y="76941"/>
                  <a:pt x="47546" y="74771"/>
                </a:cubicBezTo>
                <a:cubicBezTo>
                  <a:pt x="37550" y="72141"/>
                  <a:pt x="29330" y="69264"/>
                  <a:pt x="22885" y="66140"/>
                </a:cubicBezTo>
                <a:cubicBezTo>
                  <a:pt x="16440" y="63016"/>
                  <a:pt x="11656" y="59120"/>
                  <a:pt x="8533" y="54451"/>
                </a:cubicBezTo>
                <a:cubicBezTo>
                  <a:pt x="5409" y="49782"/>
                  <a:pt x="3847" y="43863"/>
                  <a:pt x="3847" y="36695"/>
                </a:cubicBezTo>
                <a:cubicBezTo>
                  <a:pt x="3847" y="29133"/>
                  <a:pt x="5623" y="22770"/>
                  <a:pt x="9174" y="17608"/>
                </a:cubicBezTo>
                <a:cubicBezTo>
                  <a:pt x="12725" y="12445"/>
                  <a:pt x="17821" y="8516"/>
                  <a:pt x="24463" y="5820"/>
                </a:cubicBezTo>
                <a:cubicBezTo>
                  <a:pt x="31105" y="3124"/>
                  <a:pt x="38997" y="1776"/>
                  <a:pt x="48138" y="1776"/>
                </a:cubicBezTo>
                <a:cubicBezTo>
                  <a:pt x="56687" y="1776"/>
                  <a:pt x="64512" y="3157"/>
                  <a:pt x="71615" y="5919"/>
                </a:cubicBezTo>
                <a:cubicBezTo>
                  <a:pt x="78717" y="8681"/>
                  <a:pt x="84389" y="12824"/>
                  <a:pt x="88631" y="18348"/>
                </a:cubicBezTo>
                <a:cubicBezTo>
                  <a:pt x="92872" y="23872"/>
                  <a:pt x="94993" y="30744"/>
                  <a:pt x="94993" y="38964"/>
                </a:cubicBezTo>
                <a:lnTo>
                  <a:pt x="77237" y="38964"/>
                </a:lnTo>
                <a:cubicBezTo>
                  <a:pt x="77303" y="31467"/>
                  <a:pt x="74541" y="25795"/>
                  <a:pt x="68951" y="21948"/>
                </a:cubicBezTo>
                <a:cubicBezTo>
                  <a:pt x="63362" y="18101"/>
                  <a:pt x="56457" y="16177"/>
                  <a:pt x="48236" y="16177"/>
                </a:cubicBezTo>
                <a:cubicBezTo>
                  <a:pt x="39753" y="16177"/>
                  <a:pt x="33160" y="17871"/>
                  <a:pt x="28458" y="21258"/>
                </a:cubicBezTo>
                <a:cubicBezTo>
                  <a:pt x="23756" y="24644"/>
                  <a:pt x="21406" y="29593"/>
                  <a:pt x="21406" y="36103"/>
                </a:cubicBezTo>
                <a:cubicBezTo>
                  <a:pt x="21406" y="39983"/>
                  <a:pt x="22425" y="43222"/>
                  <a:pt x="24463" y="45820"/>
                </a:cubicBezTo>
                <a:cubicBezTo>
                  <a:pt x="26502" y="48417"/>
                  <a:pt x="30004" y="50768"/>
                  <a:pt x="34969" y="52873"/>
                </a:cubicBezTo>
                <a:cubicBezTo>
                  <a:pt x="39934" y="54977"/>
                  <a:pt x="46855" y="57180"/>
                  <a:pt x="55733" y="59482"/>
                </a:cubicBezTo>
                <a:cubicBezTo>
                  <a:pt x="65992" y="62244"/>
                  <a:pt x="74327" y="65203"/>
                  <a:pt x="80739" y="68360"/>
                </a:cubicBezTo>
                <a:cubicBezTo>
                  <a:pt x="87151" y="71516"/>
                  <a:pt x="91869" y="75560"/>
                  <a:pt x="94894" y="80493"/>
                </a:cubicBezTo>
                <a:cubicBezTo>
                  <a:pt x="97919" y="85425"/>
                  <a:pt x="99432" y="91902"/>
                  <a:pt x="99432" y="99925"/>
                </a:cubicBezTo>
                <a:cubicBezTo>
                  <a:pt x="99432" y="108474"/>
                  <a:pt x="97295" y="115560"/>
                  <a:pt x="93020" y="121183"/>
                </a:cubicBezTo>
                <a:cubicBezTo>
                  <a:pt x="88746" y="126805"/>
                  <a:pt x="82926" y="131031"/>
                  <a:pt x="75560" y="133858"/>
                </a:cubicBezTo>
                <a:cubicBezTo>
                  <a:pt x="68195" y="136686"/>
                  <a:pt x="59876" y="138100"/>
                  <a:pt x="50604" y="138100"/>
                </a:cubicBezTo>
                <a:close/>
                <a:moveTo>
                  <a:pt x="162073" y="138100"/>
                </a:moveTo>
                <a:cubicBezTo>
                  <a:pt x="151617" y="138100"/>
                  <a:pt x="143051" y="135849"/>
                  <a:pt x="136376" y="131346"/>
                </a:cubicBezTo>
                <a:cubicBezTo>
                  <a:pt x="129702" y="126841"/>
                  <a:pt x="124753" y="120713"/>
                  <a:pt x="121531" y="112961"/>
                </a:cubicBezTo>
                <a:cubicBezTo>
                  <a:pt x="118308" y="105208"/>
                  <a:pt x="116697" y="96489"/>
                  <a:pt x="116697" y="86806"/>
                </a:cubicBezTo>
                <a:cubicBezTo>
                  <a:pt x="116697" y="76715"/>
                  <a:pt x="118259" y="67827"/>
                  <a:pt x="121383" y="60141"/>
                </a:cubicBezTo>
                <a:cubicBezTo>
                  <a:pt x="124506" y="52455"/>
                  <a:pt x="129274" y="46445"/>
                  <a:pt x="135686" y="42111"/>
                </a:cubicBezTo>
                <a:cubicBezTo>
                  <a:pt x="142098" y="37777"/>
                  <a:pt x="150236" y="35610"/>
                  <a:pt x="160100" y="35610"/>
                </a:cubicBezTo>
                <a:cubicBezTo>
                  <a:pt x="173187" y="35610"/>
                  <a:pt x="183446" y="39668"/>
                  <a:pt x="190877" y="47783"/>
                </a:cubicBezTo>
                <a:cubicBezTo>
                  <a:pt x="198308" y="55897"/>
                  <a:pt x="202023" y="67561"/>
                  <a:pt x="202023" y="82777"/>
                </a:cubicBezTo>
                <a:cubicBezTo>
                  <a:pt x="202023" y="83792"/>
                  <a:pt x="201990" y="84993"/>
                  <a:pt x="201925" y="86380"/>
                </a:cubicBezTo>
                <a:cubicBezTo>
                  <a:pt x="201859" y="87765"/>
                  <a:pt x="201760" y="88762"/>
                  <a:pt x="201629" y="89370"/>
                </a:cubicBezTo>
                <a:lnTo>
                  <a:pt x="133171" y="89370"/>
                </a:lnTo>
                <a:cubicBezTo>
                  <a:pt x="133236" y="95885"/>
                  <a:pt x="134239" y="101868"/>
                  <a:pt x="136179" y="107320"/>
                </a:cubicBezTo>
                <a:cubicBezTo>
                  <a:pt x="138119" y="112772"/>
                  <a:pt x="141194" y="117145"/>
                  <a:pt x="145402" y="120437"/>
                </a:cubicBezTo>
                <a:cubicBezTo>
                  <a:pt x="149611" y="123729"/>
                  <a:pt x="155168" y="125375"/>
                  <a:pt x="162073" y="125375"/>
                </a:cubicBezTo>
                <a:cubicBezTo>
                  <a:pt x="169438" y="125375"/>
                  <a:pt x="175192" y="123560"/>
                  <a:pt x="179335" y="119931"/>
                </a:cubicBezTo>
                <a:cubicBezTo>
                  <a:pt x="183478" y="116302"/>
                  <a:pt x="185649" y="111066"/>
                  <a:pt x="185846" y="104222"/>
                </a:cubicBezTo>
                <a:lnTo>
                  <a:pt x="202122" y="104222"/>
                </a:lnTo>
                <a:cubicBezTo>
                  <a:pt x="201925" y="111208"/>
                  <a:pt x="200182" y="117227"/>
                  <a:pt x="196894" y="122280"/>
                </a:cubicBezTo>
                <a:cubicBezTo>
                  <a:pt x="193606" y="127334"/>
                  <a:pt x="189002" y="131234"/>
                  <a:pt x="183084" y="133982"/>
                </a:cubicBezTo>
                <a:cubicBezTo>
                  <a:pt x="177165" y="136727"/>
                  <a:pt x="170162" y="138100"/>
                  <a:pt x="162073" y="138100"/>
                </a:cubicBezTo>
                <a:moveTo>
                  <a:pt x="133269" y="77336"/>
                </a:moveTo>
                <a:lnTo>
                  <a:pt x="185747" y="77336"/>
                </a:lnTo>
                <a:cubicBezTo>
                  <a:pt x="185550" y="67914"/>
                  <a:pt x="183215" y="60709"/>
                  <a:pt x="178744" y="55721"/>
                </a:cubicBezTo>
                <a:cubicBezTo>
                  <a:pt x="174272" y="50731"/>
                  <a:pt x="168057" y="48236"/>
                  <a:pt x="160100" y="48236"/>
                </a:cubicBezTo>
                <a:cubicBezTo>
                  <a:pt x="152077" y="48236"/>
                  <a:pt x="145780" y="50714"/>
                  <a:pt x="141210" y="55668"/>
                </a:cubicBezTo>
                <a:cubicBezTo>
                  <a:pt x="136640" y="60621"/>
                  <a:pt x="133993" y="67844"/>
                  <a:pt x="133269" y="77336"/>
                </a:cubicBezTo>
                <a:close/>
                <a:moveTo>
                  <a:pt x="268458" y="138100"/>
                </a:moveTo>
                <a:cubicBezTo>
                  <a:pt x="259777" y="138100"/>
                  <a:pt x="252083" y="136220"/>
                  <a:pt x="245375" y="132459"/>
                </a:cubicBezTo>
                <a:cubicBezTo>
                  <a:pt x="238668" y="128696"/>
                  <a:pt x="233423" y="123035"/>
                  <a:pt x="229642" y="115477"/>
                </a:cubicBezTo>
                <a:cubicBezTo>
                  <a:pt x="225860" y="107918"/>
                  <a:pt x="223970" y="98446"/>
                  <a:pt x="223970" y="87058"/>
                </a:cubicBezTo>
                <a:cubicBezTo>
                  <a:pt x="223970" y="75671"/>
                  <a:pt x="225828" y="66165"/>
                  <a:pt x="229543" y="58538"/>
                </a:cubicBezTo>
                <a:cubicBezTo>
                  <a:pt x="233259" y="50912"/>
                  <a:pt x="238454" y="45185"/>
                  <a:pt x="245129" y="41356"/>
                </a:cubicBezTo>
                <a:cubicBezTo>
                  <a:pt x="251803" y="37525"/>
                  <a:pt x="259580" y="35610"/>
                  <a:pt x="268458" y="35610"/>
                </a:cubicBezTo>
                <a:cubicBezTo>
                  <a:pt x="275889" y="35610"/>
                  <a:pt x="282580" y="36863"/>
                  <a:pt x="288532" y="39368"/>
                </a:cubicBezTo>
                <a:cubicBezTo>
                  <a:pt x="294483" y="41873"/>
                  <a:pt x="299234" y="45648"/>
                  <a:pt x="302785" y="50693"/>
                </a:cubicBezTo>
                <a:cubicBezTo>
                  <a:pt x="306337" y="55738"/>
                  <a:pt x="308211" y="62120"/>
                  <a:pt x="308408" y="69839"/>
                </a:cubicBezTo>
                <a:lnTo>
                  <a:pt x="292132" y="69839"/>
                </a:lnTo>
                <a:cubicBezTo>
                  <a:pt x="291737" y="63351"/>
                  <a:pt x="289502" y="58245"/>
                  <a:pt x="285424" y="54519"/>
                </a:cubicBezTo>
                <a:cubicBezTo>
                  <a:pt x="281347" y="50791"/>
                  <a:pt x="275790" y="48927"/>
                  <a:pt x="268754" y="48927"/>
                </a:cubicBezTo>
                <a:cubicBezTo>
                  <a:pt x="259415" y="48927"/>
                  <a:pt x="252445" y="52267"/>
                  <a:pt x="247841" y="58948"/>
                </a:cubicBezTo>
                <a:cubicBezTo>
                  <a:pt x="243238" y="65629"/>
                  <a:pt x="240936" y="75000"/>
                  <a:pt x="240936" y="87062"/>
                </a:cubicBezTo>
                <a:cubicBezTo>
                  <a:pt x="240936" y="95078"/>
                  <a:pt x="241956" y="101880"/>
                  <a:pt x="243994" y="107465"/>
                </a:cubicBezTo>
                <a:cubicBezTo>
                  <a:pt x="246033" y="113049"/>
                  <a:pt x="249124" y="117332"/>
                  <a:pt x="253267" y="120313"/>
                </a:cubicBezTo>
                <a:cubicBezTo>
                  <a:pt x="257410" y="123293"/>
                  <a:pt x="262572" y="124783"/>
                  <a:pt x="268754" y="124783"/>
                </a:cubicBezTo>
                <a:cubicBezTo>
                  <a:pt x="275790" y="124783"/>
                  <a:pt x="281511" y="122867"/>
                  <a:pt x="285917" y="119034"/>
                </a:cubicBezTo>
                <a:cubicBezTo>
                  <a:pt x="290324" y="115199"/>
                  <a:pt x="292625" y="109586"/>
                  <a:pt x="292822" y="102194"/>
                </a:cubicBezTo>
                <a:lnTo>
                  <a:pt x="309099" y="102194"/>
                </a:lnTo>
                <a:cubicBezTo>
                  <a:pt x="308901" y="110196"/>
                  <a:pt x="307011" y="116859"/>
                  <a:pt x="303427" y="122182"/>
                </a:cubicBezTo>
                <a:cubicBezTo>
                  <a:pt x="299843" y="127504"/>
                  <a:pt x="295009" y="131488"/>
                  <a:pt x="288926" y="134133"/>
                </a:cubicBezTo>
                <a:cubicBezTo>
                  <a:pt x="282843" y="136778"/>
                  <a:pt x="276020" y="138100"/>
                  <a:pt x="268458" y="138100"/>
                </a:cubicBezTo>
                <a:close/>
                <a:moveTo>
                  <a:pt x="368727" y="136324"/>
                </a:moveTo>
                <a:cubicBezTo>
                  <a:pt x="360968" y="136324"/>
                  <a:pt x="355016" y="135047"/>
                  <a:pt x="350873" y="132493"/>
                </a:cubicBezTo>
                <a:cubicBezTo>
                  <a:pt x="346730" y="129938"/>
                  <a:pt x="343886" y="126261"/>
                  <a:pt x="342340" y="121460"/>
                </a:cubicBezTo>
                <a:cubicBezTo>
                  <a:pt x="340795" y="116658"/>
                  <a:pt x="340022" y="110885"/>
                  <a:pt x="340022" y="104142"/>
                </a:cubicBezTo>
                <a:lnTo>
                  <a:pt x="340022" y="50604"/>
                </a:lnTo>
                <a:lnTo>
                  <a:pt x="323944" y="50604"/>
                </a:lnTo>
                <a:lnTo>
                  <a:pt x="323944" y="37287"/>
                </a:lnTo>
                <a:lnTo>
                  <a:pt x="340022" y="37287"/>
                </a:lnTo>
                <a:lnTo>
                  <a:pt x="340022" y="15290"/>
                </a:lnTo>
                <a:lnTo>
                  <a:pt x="356397" y="15290"/>
                </a:lnTo>
                <a:lnTo>
                  <a:pt x="356397" y="37287"/>
                </a:lnTo>
                <a:lnTo>
                  <a:pt x="380071" y="37287"/>
                </a:lnTo>
                <a:lnTo>
                  <a:pt x="380071" y="50604"/>
                </a:lnTo>
                <a:lnTo>
                  <a:pt x="356397" y="50604"/>
                </a:lnTo>
                <a:lnTo>
                  <a:pt x="356397" y="103674"/>
                </a:lnTo>
                <a:cubicBezTo>
                  <a:pt x="356397" y="109913"/>
                  <a:pt x="357170" y="114695"/>
                  <a:pt x="358715" y="118020"/>
                </a:cubicBezTo>
                <a:cubicBezTo>
                  <a:pt x="360261" y="121345"/>
                  <a:pt x="363960" y="123008"/>
                  <a:pt x="369813" y="123008"/>
                </a:cubicBezTo>
                <a:lnTo>
                  <a:pt x="380269" y="123008"/>
                </a:lnTo>
                <a:lnTo>
                  <a:pt x="380269" y="136324"/>
                </a:lnTo>
                <a:lnTo>
                  <a:pt x="368727" y="136324"/>
                </a:lnTo>
                <a:close/>
                <a:moveTo>
                  <a:pt x="399699" y="136324"/>
                </a:moveTo>
                <a:lnTo>
                  <a:pt x="399699" y="37287"/>
                </a:lnTo>
                <a:lnTo>
                  <a:pt x="416172" y="37287"/>
                </a:lnTo>
                <a:lnTo>
                  <a:pt x="416172" y="136324"/>
                </a:lnTo>
                <a:lnTo>
                  <a:pt x="399699" y="136324"/>
                </a:lnTo>
                <a:moveTo>
                  <a:pt x="407886" y="19137"/>
                </a:moveTo>
                <a:cubicBezTo>
                  <a:pt x="404796" y="19137"/>
                  <a:pt x="402313" y="18232"/>
                  <a:pt x="400439" y="16424"/>
                </a:cubicBezTo>
                <a:cubicBezTo>
                  <a:pt x="398565" y="14616"/>
                  <a:pt x="397627" y="12330"/>
                  <a:pt x="397627" y="9568"/>
                </a:cubicBezTo>
                <a:cubicBezTo>
                  <a:pt x="397627" y="6806"/>
                  <a:pt x="398565" y="4521"/>
                  <a:pt x="400439" y="2713"/>
                </a:cubicBezTo>
                <a:cubicBezTo>
                  <a:pt x="402313" y="904"/>
                  <a:pt x="404796" y="0"/>
                  <a:pt x="407886" y="0"/>
                </a:cubicBezTo>
                <a:cubicBezTo>
                  <a:pt x="410977" y="0"/>
                  <a:pt x="413476" y="904"/>
                  <a:pt x="415383" y="2713"/>
                </a:cubicBezTo>
                <a:cubicBezTo>
                  <a:pt x="417290" y="4521"/>
                  <a:pt x="418244" y="6806"/>
                  <a:pt x="418244" y="9568"/>
                </a:cubicBezTo>
                <a:cubicBezTo>
                  <a:pt x="418244" y="12330"/>
                  <a:pt x="417290" y="14616"/>
                  <a:pt x="415383" y="16424"/>
                </a:cubicBezTo>
                <a:cubicBezTo>
                  <a:pt x="413476" y="18232"/>
                  <a:pt x="410977" y="19137"/>
                  <a:pt x="407886" y="19137"/>
                </a:cubicBezTo>
                <a:close/>
                <a:moveTo>
                  <a:pt x="489360" y="138100"/>
                </a:moveTo>
                <a:cubicBezTo>
                  <a:pt x="479956" y="138100"/>
                  <a:pt x="471900" y="136052"/>
                  <a:pt x="465193" y="131956"/>
                </a:cubicBezTo>
                <a:cubicBezTo>
                  <a:pt x="458485" y="127859"/>
                  <a:pt x="453372" y="122001"/>
                  <a:pt x="449854" y="114383"/>
                </a:cubicBezTo>
                <a:cubicBezTo>
                  <a:pt x="446335" y="106764"/>
                  <a:pt x="444576" y="97707"/>
                  <a:pt x="444576" y="87210"/>
                </a:cubicBezTo>
                <a:cubicBezTo>
                  <a:pt x="444576" y="76443"/>
                  <a:pt x="446335" y="67217"/>
                  <a:pt x="449854" y="59531"/>
                </a:cubicBezTo>
                <a:cubicBezTo>
                  <a:pt x="453372" y="51845"/>
                  <a:pt x="458485" y="45937"/>
                  <a:pt x="465193" y="41806"/>
                </a:cubicBezTo>
                <a:cubicBezTo>
                  <a:pt x="471900" y="37675"/>
                  <a:pt x="479956" y="35610"/>
                  <a:pt x="489360" y="35610"/>
                </a:cubicBezTo>
                <a:cubicBezTo>
                  <a:pt x="498961" y="35610"/>
                  <a:pt x="507165" y="37675"/>
                  <a:pt x="513971" y="41806"/>
                </a:cubicBezTo>
                <a:cubicBezTo>
                  <a:pt x="520778" y="45937"/>
                  <a:pt x="526006" y="51845"/>
                  <a:pt x="529656" y="59531"/>
                </a:cubicBezTo>
                <a:cubicBezTo>
                  <a:pt x="533305" y="67217"/>
                  <a:pt x="535130" y="76443"/>
                  <a:pt x="535130" y="87210"/>
                </a:cubicBezTo>
                <a:cubicBezTo>
                  <a:pt x="535130" y="97707"/>
                  <a:pt x="533305" y="106764"/>
                  <a:pt x="529656" y="114383"/>
                </a:cubicBezTo>
                <a:cubicBezTo>
                  <a:pt x="526006" y="122001"/>
                  <a:pt x="520778" y="127859"/>
                  <a:pt x="513971" y="131956"/>
                </a:cubicBezTo>
                <a:cubicBezTo>
                  <a:pt x="507165" y="136052"/>
                  <a:pt x="498961" y="138100"/>
                  <a:pt x="489360" y="138100"/>
                </a:cubicBezTo>
                <a:moveTo>
                  <a:pt x="489360" y="124981"/>
                </a:moveTo>
                <a:cubicBezTo>
                  <a:pt x="496462" y="124981"/>
                  <a:pt x="502118" y="123356"/>
                  <a:pt x="506327" y="120107"/>
                </a:cubicBezTo>
                <a:cubicBezTo>
                  <a:pt x="510535" y="116856"/>
                  <a:pt x="513560" y="112374"/>
                  <a:pt x="515402" y="106661"/>
                </a:cubicBezTo>
                <a:cubicBezTo>
                  <a:pt x="517243" y="100948"/>
                  <a:pt x="518164" y="94466"/>
                  <a:pt x="518164" y="87216"/>
                </a:cubicBezTo>
                <a:cubicBezTo>
                  <a:pt x="518164" y="79826"/>
                  <a:pt x="517243" y="73223"/>
                  <a:pt x="515402" y="67407"/>
                </a:cubicBezTo>
                <a:cubicBezTo>
                  <a:pt x="513560" y="61591"/>
                  <a:pt x="510535" y="57025"/>
                  <a:pt x="506327" y="53708"/>
                </a:cubicBezTo>
                <a:cubicBezTo>
                  <a:pt x="502118" y="50389"/>
                  <a:pt x="496462" y="48730"/>
                  <a:pt x="489360" y="48730"/>
                </a:cubicBezTo>
                <a:cubicBezTo>
                  <a:pt x="482455" y="48730"/>
                  <a:pt x="476980" y="50389"/>
                  <a:pt x="472936" y="53708"/>
                </a:cubicBezTo>
                <a:cubicBezTo>
                  <a:pt x="468892" y="57025"/>
                  <a:pt x="465982" y="61591"/>
                  <a:pt x="464206" y="67407"/>
                </a:cubicBezTo>
                <a:cubicBezTo>
                  <a:pt x="462431" y="73223"/>
                  <a:pt x="461543" y="79826"/>
                  <a:pt x="461543" y="87216"/>
                </a:cubicBezTo>
                <a:cubicBezTo>
                  <a:pt x="461543" y="94466"/>
                  <a:pt x="462431" y="100948"/>
                  <a:pt x="464206" y="106661"/>
                </a:cubicBezTo>
                <a:cubicBezTo>
                  <a:pt x="465982" y="112374"/>
                  <a:pt x="468892" y="116856"/>
                  <a:pt x="472936" y="120107"/>
                </a:cubicBezTo>
                <a:cubicBezTo>
                  <a:pt x="476980" y="123356"/>
                  <a:pt x="482455" y="124981"/>
                  <a:pt x="489360" y="124981"/>
                </a:cubicBezTo>
                <a:close/>
                <a:moveTo>
                  <a:pt x="563537" y="136324"/>
                </a:moveTo>
                <a:lnTo>
                  <a:pt x="563537" y="37287"/>
                </a:lnTo>
                <a:lnTo>
                  <a:pt x="579320" y="37287"/>
                </a:lnTo>
                <a:lnTo>
                  <a:pt x="579912" y="51788"/>
                </a:lnTo>
                <a:cubicBezTo>
                  <a:pt x="582871" y="47908"/>
                  <a:pt x="587113" y="44241"/>
                  <a:pt x="592637" y="40789"/>
                </a:cubicBezTo>
                <a:cubicBezTo>
                  <a:pt x="598161" y="37336"/>
                  <a:pt x="605230" y="35610"/>
                  <a:pt x="613845" y="35610"/>
                </a:cubicBezTo>
                <a:cubicBezTo>
                  <a:pt x="624367" y="35610"/>
                  <a:pt x="632028" y="38821"/>
                  <a:pt x="636829" y="45243"/>
                </a:cubicBezTo>
                <a:cubicBezTo>
                  <a:pt x="641629" y="51665"/>
                  <a:pt x="644029" y="60687"/>
                  <a:pt x="644029" y="72308"/>
                </a:cubicBezTo>
                <a:lnTo>
                  <a:pt x="644029" y="136324"/>
                </a:lnTo>
                <a:lnTo>
                  <a:pt x="627556" y="136324"/>
                </a:lnTo>
                <a:lnTo>
                  <a:pt x="627556" y="74426"/>
                </a:lnTo>
                <a:cubicBezTo>
                  <a:pt x="627556" y="69574"/>
                  <a:pt x="627063" y="65270"/>
                  <a:pt x="626076" y="61513"/>
                </a:cubicBezTo>
                <a:cubicBezTo>
                  <a:pt x="625090" y="57754"/>
                  <a:pt x="623331" y="54799"/>
                  <a:pt x="620799" y="52648"/>
                </a:cubicBezTo>
                <a:cubicBezTo>
                  <a:pt x="618267" y="50496"/>
                  <a:pt x="614601" y="49420"/>
                  <a:pt x="609800" y="49420"/>
                </a:cubicBezTo>
                <a:cubicBezTo>
                  <a:pt x="602632" y="49420"/>
                  <a:pt x="596615" y="51111"/>
                  <a:pt x="591749" y="54494"/>
                </a:cubicBezTo>
                <a:cubicBezTo>
                  <a:pt x="586882" y="57875"/>
                  <a:pt x="582970" y="61581"/>
                  <a:pt x="580010" y="65613"/>
                </a:cubicBezTo>
                <a:lnTo>
                  <a:pt x="580010" y="136324"/>
                </a:lnTo>
                <a:lnTo>
                  <a:pt x="563537" y="136324"/>
                </a:lnTo>
                <a:close/>
                <a:moveTo>
                  <a:pt x="705045" y="138100"/>
                </a:moveTo>
                <a:cubicBezTo>
                  <a:pt x="699652" y="138100"/>
                  <a:pt x="694539" y="137491"/>
                  <a:pt x="689706" y="136272"/>
                </a:cubicBezTo>
                <a:cubicBezTo>
                  <a:pt x="684872" y="135053"/>
                  <a:pt x="680614" y="133124"/>
                  <a:pt x="676932" y="130483"/>
                </a:cubicBezTo>
                <a:cubicBezTo>
                  <a:pt x="673249" y="127842"/>
                  <a:pt x="670372" y="124372"/>
                  <a:pt x="668300" y="120073"/>
                </a:cubicBezTo>
                <a:cubicBezTo>
                  <a:pt x="666229" y="115772"/>
                  <a:pt x="665193" y="110574"/>
                  <a:pt x="665193" y="104478"/>
                </a:cubicBezTo>
                <a:lnTo>
                  <a:pt x="681075" y="104478"/>
                </a:lnTo>
                <a:cubicBezTo>
                  <a:pt x="681075" y="112331"/>
                  <a:pt x="683393" y="117859"/>
                  <a:pt x="688029" y="121063"/>
                </a:cubicBezTo>
                <a:cubicBezTo>
                  <a:pt x="692665" y="124266"/>
                  <a:pt x="698469" y="125868"/>
                  <a:pt x="705440" y="125868"/>
                </a:cubicBezTo>
                <a:cubicBezTo>
                  <a:pt x="711687" y="125868"/>
                  <a:pt x="716833" y="124604"/>
                  <a:pt x="720877" y="122077"/>
                </a:cubicBezTo>
                <a:cubicBezTo>
                  <a:pt x="724922" y="119549"/>
                  <a:pt x="726944" y="115376"/>
                  <a:pt x="726944" y="109558"/>
                </a:cubicBezTo>
                <a:cubicBezTo>
                  <a:pt x="726944" y="104682"/>
                  <a:pt x="725119" y="101059"/>
                  <a:pt x="721469" y="98689"/>
                </a:cubicBezTo>
                <a:cubicBezTo>
                  <a:pt x="717819" y="96318"/>
                  <a:pt x="711391" y="94015"/>
                  <a:pt x="702184" y="91781"/>
                </a:cubicBezTo>
                <a:cubicBezTo>
                  <a:pt x="694687" y="89952"/>
                  <a:pt x="688374" y="87836"/>
                  <a:pt x="683245" y="85434"/>
                </a:cubicBezTo>
                <a:cubicBezTo>
                  <a:pt x="678115" y="83030"/>
                  <a:pt x="674268" y="79982"/>
                  <a:pt x="671704" y="76291"/>
                </a:cubicBezTo>
                <a:cubicBezTo>
                  <a:pt x="669139" y="72600"/>
                  <a:pt x="667857" y="67944"/>
                  <a:pt x="667857" y="62324"/>
                </a:cubicBezTo>
                <a:cubicBezTo>
                  <a:pt x="667857" y="57922"/>
                  <a:pt x="668761" y="54045"/>
                  <a:pt x="670569" y="50693"/>
                </a:cubicBezTo>
                <a:cubicBezTo>
                  <a:pt x="672378" y="47341"/>
                  <a:pt x="674910" y="44549"/>
                  <a:pt x="678165" y="42315"/>
                </a:cubicBezTo>
                <a:cubicBezTo>
                  <a:pt x="681420" y="40079"/>
                  <a:pt x="685251" y="38403"/>
                  <a:pt x="689657" y="37287"/>
                </a:cubicBezTo>
                <a:cubicBezTo>
                  <a:pt x="694063" y="36169"/>
                  <a:pt x="698830" y="35610"/>
                  <a:pt x="703960" y="35610"/>
                </a:cubicBezTo>
                <a:cubicBezTo>
                  <a:pt x="709024" y="35610"/>
                  <a:pt x="713775" y="36219"/>
                  <a:pt x="718214" y="37438"/>
                </a:cubicBezTo>
                <a:cubicBezTo>
                  <a:pt x="722653" y="38657"/>
                  <a:pt x="726566" y="40554"/>
                  <a:pt x="729952" y="43129"/>
                </a:cubicBezTo>
                <a:cubicBezTo>
                  <a:pt x="733339" y="45701"/>
                  <a:pt x="736019" y="49019"/>
                  <a:pt x="737992" y="53082"/>
                </a:cubicBezTo>
                <a:cubicBezTo>
                  <a:pt x="739965" y="57145"/>
                  <a:pt x="740951" y="62021"/>
                  <a:pt x="740951" y="67709"/>
                </a:cubicBezTo>
                <a:lnTo>
                  <a:pt x="724971" y="67709"/>
                </a:lnTo>
                <a:cubicBezTo>
                  <a:pt x="724971" y="60531"/>
                  <a:pt x="722932" y="55458"/>
                  <a:pt x="718855" y="52490"/>
                </a:cubicBezTo>
                <a:cubicBezTo>
                  <a:pt x="714778" y="49523"/>
                  <a:pt x="709813" y="48039"/>
                  <a:pt x="703960" y="48039"/>
                </a:cubicBezTo>
                <a:cubicBezTo>
                  <a:pt x="698041" y="48039"/>
                  <a:pt x="693241" y="49153"/>
                  <a:pt x="689558" y="51381"/>
                </a:cubicBezTo>
                <a:cubicBezTo>
                  <a:pt x="685875" y="53606"/>
                  <a:pt x="684034" y="57084"/>
                  <a:pt x="684034" y="61815"/>
                </a:cubicBezTo>
                <a:cubicBezTo>
                  <a:pt x="684034" y="64456"/>
                  <a:pt x="684856" y="66691"/>
                  <a:pt x="686500" y="68520"/>
                </a:cubicBezTo>
                <a:cubicBezTo>
                  <a:pt x="688144" y="70349"/>
                  <a:pt x="690906" y="71992"/>
                  <a:pt x="694786" y="73449"/>
                </a:cubicBezTo>
                <a:cubicBezTo>
                  <a:pt x="698666" y="74904"/>
                  <a:pt x="703894" y="76444"/>
                  <a:pt x="710470" y="78070"/>
                </a:cubicBezTo>
                <a:cubicBezTo>
                  <a:pt x="717638" y="79831"/>
                  <a:pt x="723656" y="81930"/>
                  <a:pt x="728522" y="84367"/>
                </a:cubicBezTo>
                <a:cubicBezTo>
                  <a:pt x="733388" y="86805"/>
                  <a:pt x="737055" y="89937"/>
                  <a:pt x="739521" y="93763"/>
                </a:cubicBezTo>
                <a:cubicBezTo>
                  <a:pt x="741987" y="97588"/>
                  <a:pt x="743220" y="102480"/>
                  <a:pt x="743220" y="108439"/>
                </a:cubicBezTo>
                <a:cubicBezTo>
                  <a:pt x="743220" y="113585"/>
                  <a:pt x="742250" y="118037"/>
                  <a:pt x="740310" y="121796"/>
                </a:cubicBezTo>
                <a:cubicBezTo>
                  <a:pt x="738370" y="125555"/>
                  <a:pt x="735674" y="128636"/>
                  <a:pt x="732221" y="131041"/>
                </a:cubicBezTo>
                <a:cubicBezTo>
                  <a:pt x="728769" y="133445"/>
                  <a:pt x="724724" y="135223"/>
                  <a:pt x="720088" y="136374"/>
                </a:cubicBezTo>
                <a:cubicBezTo>
                  <a:pt x="715452" y="137525"/>
                  <a:pt x="710437" y="138100"/>
                  <a:pt x="705045" y="1381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" name="Text #Intuition">
            <a:extLst xmlns:a="http://schemas.openxmlformats.org/drawingml/2006/main">
              <a:ext uri="{FF2B5EF4-FFF2-40B4-BE49-F238E27FC236}">
                <a16:creationId xmlns:a16="http://schemas.microsoft.com/office/drawing/2014/main" id="{9F19E358-EBC2-495C-9670-5683B3A9E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5763" y="433412"/>
            <a:ext cx="907200" cy="137311"/>
          </a:xfrm>
          <a:custGeom xmlns:a="http://schemas.openxmlformats.org/drawingml/2006/main">
            <a:pathLst>
              <a:path w="907200" h="137311">
                <a:moveTo>
                  <a:pt x="13711" y="135535"/>
                </a:moveTo>
                <a:lnTo>
                  <a:pt x="18841" y="98446"/>
                </a:lnTo>
                <a:lnTo>
                  <a:pt x="0" y="98446"/>
                </a:lnTo>
                <a:lnTo>
                  <a:pt x="0" y="82071"/>
                </a:lnTo>
                <a:lnTo>
                  <a:pt x="21208" y="82071"/>
                </a:lnTo>
                <a:lnTo>
                  <a:pt x="24365" y="59186"/>
                </a:lnTo>
                <a:lnTo>
                  <a:pt x="5425" y="59186"/>
                </a:lnTo>
                <a:lnTo>
                  <a:pt x="5425" y="42910"/>
                </a:lnTo>
                <a:lnTo>
                  <a:pt x="26732" y="42910"/>
                </a:lnTo>
                <a:lnTo>
                  <a:pt x="31862" y="6313"/>
                </a:lnTo>
                <a:lnTo>
                  <a:pt x="49716" y="6313"/>
                </a:lnTo>
                <a:lnTo>
                  <a:pt x="44685" y="42910"/>
                </a:lnTo>
                <a:lnTo>
                  <a:pt x="64315" y="42910"/>
                </a:lnTo>
                <a:lnTo>
                  <a:pt x="69346" y="6313"/>
                </a:lnTo>
                <a:lnTo>
                  <a:pt x="87398" y="6313"/>
                </a:lnTo>
                <a:lnTo>
                  <a:pt x="82268" y="42910"/>
                </a:lnTo>
                <a:lnTo>
                  <a:pt x="100813" y="42910"/>
                </a:lnTo>
                <a:lnTo>
                  <a:pt x="100813" y="59186"/>
                </a:lnTo>
                <a:lnTo>
                  <a:pt x="79901" y="59186"/>
                </a:lnTo>
                <a:lnTo>
                  <a:pt x="76843" y="82071"/>
                </a:lnTo>
                <a:lnTo>
                  <a:pt x="95190" y="82071"/>
                </a:lnTo>
                <a:lnTo>
                  <a:pt x="95190" y="98446"/>
                </a:lnTo>
                <a:lnTo>
                  <a:pt x="74574" y="98446"/>
                </a:lnTo>
                <a:lnTo>
                  <a:pt x="69445" y="135535"/>
                </a:lnTo>
                <a:lnTo>
                  <a:pt x="51492" y="135535"/>
                </a:lnTo>
                <a:lnTo>
                  <a:pt x="56522" y="98446"/>
                </a:lnTo>
                <a:lnTo>
                  <a:pt x="36892" y="98446"/>
                </a:lnTo>
                <a:lnTo>
                  <a:pt x="31763" y="135535"/>
                </a:lnTo>
                <a:lnTo>
                  <a:pt x="13711" y="135535"/>
                </a:lnTo>
                <a:moveTo>
                  <a:pt x="39260" y="82071"/>
                </a:moveTo>
                <a:lnTo>
                  <a:pt x="58988" y="82071"/>
                </a:lnTo>
                <a:lnTo>
                  <a:pt x="61948" y="59186"/>
                </a:lnTo>
                <a:lnTo>
                  <a:pt x="42416" y="59186"/>
                </a:lnTo>
                <a:lnTo>
                  <a:pt x="39260" y="82071"/>
                </a:lnTo>
                <a:close/>
                <a:moveTo>
                  <a:pt x="163550" y="135535"/>
                </a:moveTo>
                <a:lnTo>
                  <a:pt x="163550" y="2762"/>
                </a:lnTo>
                <a:lnTo>
                  <a:pt x="191268" y="2762"/>
                </a:lnTo>
                <a:lnTo>
                  <a:pt x="191268" y="135535"/>
                </a:lnTo>
                <a:lnTo>
                  <a:pt x="163550" y="135535"/>
                </a:lnTo>
                <a:close/>
                <a:moveTo>
                  <a:pt x="218443" y="135535"/>
                </a:moveTo>
                <a:lnTo>
                  <a:pt x="218443" y="38076"/>
                </a:lnTo>
                <a:lnTo>
                  <a:pt x="243596" y="38076"/>
                </a:lnTo>
                <a:lnTo>
                  <a:pt x="244090" y="52379"/>
                </a:lnTo>
                <a:cubicBezTo>
                  <a:pt x="247312" y="48236"/>
                  <a:pt x="251554" y="44570"/>
                  <a:pt x="256815" y="41381"/>
                </a:cubicBezTo>
                <a:cubicBezTo>
                  <a:pt x="262076" y="38191"/>
                  <a:pt x="268915" y="36597"/>
                  <a:pt x="277332" y="36597"/>
                </a:cubicBezTo>
                <a:cubicBezTo>
                  <a:pt x="287131" y="36597"/>
                  <a:pt x="294726" y="39611"/>
                  <a:pt x="300119" y="45641"/>
                </a:cubicBezTo>
                <a:cubicBezTo>
                  <a:pt x="305511" y="51670"/>
                  <a:pt x="308208" y="60481"/>
                  <a:pt x="308208" y="72074"/>
                </a:cubicBezTo>
                <a:lnTo>
                  <a:pt x="308208" y="135535"/>
                </a:lnTo>
                <a:lnTo>
                  <a:pt x="282264" y="135535"/>
                </a:lnTo>
                <a:lnTo>
                  <a:pt x="282264" y="75261"/>
                </a:lnTo>
                <a:cubicBezTo>
                  <a:pt x="282264" y="71716"/>
                  <a:pt x="281771" y="68607"/>
                  <a:pt x="280785" y="65934"/>
                </a:cubicBezTo>
                <a:cubicBezTo>
                  <a:pt x="279798" y="63260"/>
                  <a:pt x="278237" y="61187"/>
                  <a:pt x="276099" y="59716"/>
                </a:cubicBezTo>
                <a:cubicBezTo>
                  <a:pt x="273962" y="58245"/>
                  <a:pt x="271151" y="57509"/>
                  <a:pt x="267665" y="57509"/>
                </a:cubicBezTo>
                <a:cubicBezTo>
                  <a:pt x="262470" y="57509"/>
                  <a:pt x="258015" y="58746"/>
                  <a:pt x="254299" y="61220"/>
                </a:cubicBezTo>
                <a:cubicBezTo>
                  <a:pt x="250584" y="63695"/>
                  <a:pt x="247345" y="66703"/>
                  <a:pt x="244583" y="70246"/>
                </a:cubicBezTo>
                <a:lnTo>
                  <a:pt x="244583" y="135535"/>
                </a:lnTo>
                <a:lnTo>
                  <a:pt x="218443" y="135535"/>
                </a:lnTo>
                <a:close/>
                <a:moveTo>
                  <a:pt x="379374" y="135535"/>
                </a:moveTo>
                <a:cubicBezTo>
                  <a:pt x="369642" y="135535"/>
                  <a:pt x="362095" y="134351"/>
                  <a:pt x="356736" y="131981"/>
                </a:cubicBezTo>
                <a:cubicBezTo>
                  <a:pt x="351376" y="129610"/>
                  <a:pt x="347644" y="125936"/>
                  <a:pt x="345540" y="120961"/>
                </a:cubicBezTo>
                <a:cubicBezTo>
                  <a:pt x="343436" y="115986"/>
                  <a:pt x="342383" y="109491"/>
                  <a:pt x="342383" y="101476"/>
                </a:cubicBezTo>
                <a:lnTo>
                  <a:pt x="342383" y="58199"/>
                </a:lnTo>
                <a:lnTo>
                  <a:pt x="326403" y="58199"/>
                </a:lnTo>
                <a:lnTo>
                  <a:pt x="326403" y="38076"/>
                </a:lnTo>
                <a:lnTo>
                  <a:pt x="342383" y="38076"/>
                </a:lnTo>
                <a:lnTo>
                  <a:pt x="342383" y="15388"/>
                </a:lnTo>
                <a:lnTo>
                  <a:pt x="368524" y="15388"/>
                </a:lnTo>
                <a:lnTo>
                  <a:pt x="368524" y="38076"/>
                </a:lnTo>
                <a:lnTo>
                  <a:pt x="389535" y="38076"/>
                </a:lnTo>
                <a:lnTo>
                  <a:pt x="389535" y="58199"/>
                </a:lnTo>
                <a:lnTo>
                  <a:pt x="368524" y="58199"/>
                </a:lnTo>
                <a:lnTo>
                  <a:pt x="368524" y="100104"/>
                </a:lnTo>
                <a:cubicBezTo>
                  <a:pt x="368524" y="105275"/>
                  <a:pt x="369231" y="109102"/>
                  <a:pt x="370645" y="111587"/>
                </a:cubicBezTo>
                <a:cubicBezTo>
                  <a:pt x="372058" y="114071"/>
                  <a:pt x="375264" y="115314"/>
                  <a:pt x="380262" y="115314"/>
                </a:cubicBezTo>
                <a:lnTo>
                  <a:pt x="389535" y="115314"/>
                </a:lnTo>
                <a:lnTo>
                  <a:pt x="389535" y="135535"/>
                </a:lnTo>
                <a:lnTo>
                  <a:pt x="379374" y="135535"/>
                </a:lnTo>
                <a:close/>
                <a:moveTo>
                  <a:pt x="437225" y="137311"/>
                </a:moveTo>
                <a:cubicBezTo>
                  <a:pt x="427493" y="137311"/>
                  <a:pt x="419963" y="134251"/>
                  <a:pt x="414636" y="128131"/>
                </a:cubicBezTo>
                <a:cubicBezTo>
                  <a:pt x="409309" y="122009"/>
                  <a:pt x="406646" y="113295"/>
                  <a:pt x="406646" y="101991"/>
                </a:cubicBezTo>
                <a:lnTo>
                  <a:pt x="406646" y="38076"/>
                </a:lnTo>
                <a:lnTo>
                  <a:pt x="432786" y="38076"/>
                </a:lnTo>
                <a:lnTo>
                  <a:pt x="432786" y="99065"/>
                </a:lnTo>
                <a:cubicBezTo>
                  <a:pt x="432786" y="102425"/>
                  <a:pt x="433263" y="105399"/>
                  <a:pt x="434217" y="107986"/>
                </a:cubicBezTo>
                <a:cubicBezTo>
                  <a:pt x="435170" y="110574"/>
                  <a:pt x="436749" y="112573"/>
                  <a:pt x="438952" y="113985"/>
                </a:cubicBezTo>
                <a:cubicBezTo>
                  <a:pt x="441155" y="115397"/>
                  <a:pt x="444065" y="116103"/>
                  <a:pt x="447682" y="116103"/>
                </a:cubicBezTo>
                <a:cubicBezTo>
                  <a:pt x="452942" y="116103"/>
                  <a:pt x="457431" y="114910"/>
                  <a:pt x="461146" y="112524"/>
                </a:cubicBezTo>
                <a:cubicBezTo>
                  <a:pt x="464862" y="110138"/>
                  <a:pt x="468101" y="107231"/>
                  <a:pt x="470863" y="103803"/>
                </a:cubicBezTo>
                <a:lnTo>
                  <a:pt x="470863" y="38076"/>
                </a:lnTo>
                <a:lnTo>
                  <a:pt x="497003" y="38076"/>
                </a:lnTo>
                <a:lnTo>
                  <a:pt x="497003" y="135535"/>
                </a:lnTo>
                <a:lnTo>
                  <a:pt x="471750" y="135535"/>
                </a:lnTo>
                <a:lnTo>
                  <a:pt x="471356" y="121528"/>
                </a:lnTo>
                <a:cubicBezTo>
                  <a:pt x="468133" y="125605"/>
                  <a:pt x="463727" y="129255"/>
                  <a:pt x="458138" y="132477"/>
                </a:cubicBezTo>
                <a:cubicBezTo>
                  <a:pt x="452548" y="135700"/>
                  <a:pt x="445577" y="137311"/>
                  <a:pt x="437225" y="137311"/>
                </a:cubicBezTo>
                <a:close/>
                <a:moveTo>
                  <a:pt x="527332" y="135535"/>
                </a:moveTo>
                <a:lnTo>
                  <a:pt x="527332" y="38076"/>
                </a:lnTo>
                <a:lnTo>
                  <a:pt x="553472" y="38076"/>
                </a:lnTo>
                <a:lnTo>
                  <a:pt x="553472" y="135535"/>
                </a:lnTo>
                <a:lnTo>
                  <a:pt x="527332" y="135535"/>
                </a:lnTo>
                <a:moveTo>
                  <a:pt x="540451" y="25450"/>
                </a:moveTo>
                <a:cubicBezTo>
                  <a:pt x="535651" y="25450"/>
                  <a:pt x="531985" y="24233"/>
                  <a:pt x="529453" y="21800"/>
                </a:cubicBezTo>
                <a:cubicBezTo>
                  <a:pt x="526921" y="19367"/>
                  <a:pt x="525655" y="16342"/>
                  <a:pt x="525655" y="12725"/>
                </a:cubicBezTo>
                <a:cubicBezTo>
                  <a:pt x="525655" y="9042"/>
                  <a:pt x="526921" y="6001"/>
                  <a:pt x="529453" y="3600"/>
                </a:cubicBezTo>
                <a:cubicBezTo>
                  <a:pt x="531985" y="1200"/>
                  <a:pt x="535651" y="0"/>
                  <a:pt x="540451" y="0"/>
                </a:cubicBezTo>
                <a:cubicBezTo>
                  <a:pt x="545252" y="0"/>
                  <a:pt x="548918" y="1200"/>
                  <a:pt x="551450" y="3600"/>
                </a:cubicBezTo>
                <a:cubicBezTo>
                  <a:pt x="553982" y="6001"/>
                  <a:pt x="555248" y="9042"/>
                  <a:pt x="555248" y="12725"/>
                </a:cubicBezTo>
                <a:cubicBezTo>
                  <a:pt x="555248" y="16342"/>
                  <a:pt x="553982" y="19367"/>
                  <a:pt x="551450" y="21800"/>
                </a:cubicBezTo>
                <a:cubicBezTo>
                  <a:pt x="548918" y="24233"/>
                  <a:pt x="545252" y="25450"/>
                  <a:pt x="540451" y="25450"/>
                </a:cubicBezTo>
                <a:close/>
                <a:moveTo>
                  <a:pt x="618971" y="135535"/>
                </a:moveTo>
                <a:cubicBezTo>
                  <a:pt x="609238" y="135535"/>
                  <a:pt x="601692" y="134351"/>
                  <a:pt x="596333" y="131981"/>
                </a:cubicBezTo>
                <a:cubicBezTo>
                  <a:pt x="590973" y="129610"/>
                  <a:pt x="587241" y="125936"/>
                  <a:pt x="585137" y="120961"/>
                </a:cubicBezTo>
                <a:cubicBezTo>
                  <a:pt x="583032" y="115986"/>
                  <a:pt x="581980" y="109491"/>
                  <a:pt x="581980" y="101476"/>
                </a:cubicBezTo>
                <a:lnTo>
                  <a:pt x="581980" y="58199"/>
                </a:lnTo>
                <a:lnTo>
                  <a:pt x="566000" y="58199"/>
                </a:lnTo>
                <a:lnTo>
                  <a:pt x="566000" y="38076"/>
                </a:lnTo>
                <a:lnTo>
                  <a:pt x="581980" y="38076"/>
                </a:lnTo>
                <a:lnTo>
                  <a:pt x="581980" y="15388"/>
                </a:lnTo>
                <a:lnTo>
                  <a:pt x="608121" y="15388"/>
                </a:lnTo>
                <a:lnTo>
                  <a:pt x="608121" y="38076"/>
                </a:lnTo>
                <a:lnTo>
                  <a:pt x="629131" y="38076"/>
                </a:lnTo>
                <a:lnTo>
                  <a:pt x="629131" y="58199"/>
                </a:lnTo>
                <a:lnTo>
                  <a:pt x="608121" y="58199"/>
                </a:lnTo>
                <a:lnTo>
                  <a:pt x="608121" y="100104"/>
                </a:lnTo>
                <a:cubicBezTo>
                  <a:pt x="608121" y="105275"/>
                  <a:pt x="608827" y="109102"/>
                  <a:pt x="610241" y="111587"/>
                </a:cubicBezTo>
                <a:cubicBezTo>
                  <a:pt x="611655" y="114071"/>
                  <a:pt x="614861" y="115314"/>
                  <a:pt x="619859" y="115314"/>
                </a:cubicBezTo>
                <a:lnTo>
                  <a:pt x="629131" y="115314"/>
                </a:lnTo>
                <a:lnTo>
                  <a:pt x="629131" y="135535"/>
                </a:lnTo>
                <a:lnTo>
                  <a:pt x="618971" y="135535"/>
                </a:lnTo>
                <a:close/>
                <a:moveTo>
                  <a:pt x="647130" y="135535"/>
                </a:moveTo>
                <a:lnTo>
                  <a:pt x="647130" y="38076"/>
                </a:lnTo>
                <a:lnTo>
                  <a:pt x="673271" y="38076"/>
                </a:lnTo>
                <a:lnTo>
                  <a:pt x="673271" y="135535"/>
                </a:lnTo>
                <a:lnTo>
                  <a:pt x="647130" y="135535"/>
                </a:lnTo>
                <a:moveTo>
                  <a:pt x="660250" y="25450"/>
                </a:moveTo>
                <a:cubicBezTo>
                  <a:pt x="655449" y="25450"/>
                  <a:pt x="651783" y="24233"/>
                  <a:pt x="649251" y="21800"/>
                </a:cubicBezTo>
                <a:cubicBezTo>
                  <a:pt x="646719" y="19367"/>
                  <a:pt x="645453" y="16342"/>
                  <a:pt x="645453" y="12725"/>
                </a:cubicBezTo>
                <a:cubicBezTo>
                  <a:pt x="645453" y="9042"/>
                  <a:pt x="646719" y="6001"/>
                  <a:pt x="649251" y="3600"/>
                </a:cubicBezTo>
                <a:cubicBezTo>
                  <a:pt x="651783" y="1200"/>
                  <a:pt x="655449" y="0"/>
                  <a:pt x="660250" y="0"/>
                </a:cubicBezTo>
                <a:cubicBezTo>
                  <a:pt x="665051" y="0"/>
                  <a:pt x="668717" y="1200"/>
                  <a:pt x="671249" y="3600"/>
                </a:cubicBezTo>
                <a:cubicBezTo>
                  <a:pt x="673780" y="6001"/>
                  <a:pt x="675046" y="9042"/>
                  <a:pt x="675046" y="12725"/>
                </a:cubicBezTo>
                <a:cubicBezTo>
                  <a:pt x="675046" y="16342"/>
                  <a:pt x="673780" y="19367"/>
                  <a:pt x="671249" y="21800"/>
                </a:cubicBezTo>
                <a:cubicBezTo>
                  <a:pt x="668717" y="24233"/>
                  <a:pt x="665051" y="25450"/>
                  <a:pt x="660250" y="25450"/>
                </a:cubicBezTo>
                <a:close/>
                <a:moveTo>
                  <a:pt x="747396" y="137311"/>
                </a:moveTo>
                <a:cubicBezTo>
                  <a:pt x="737663" y="137311"/>
                  <a:pt x="729130" y="135348"/>
                  <a:pt x="721798" y="131423"/>
                </a:cubicBezTo>
                <a:cubicBezTo>
                  <a:pt x="714465" y="127496"/>
                  <a:pt x="708793" y="121806"/>
                  <a:pt x="704782" y="114355"/>
                </a:cubicBezTo>
                <a:cubicBezTo>
                  <a:pt x="700770" y="106901"/>
                  <a:pt x="698765" y="97884"/>
                  <a:pt x="698765" y="87302"/>
                </a:cubicBezTo>
                <a:cubicBezTo>
                  <a:pt x="698765" y="76523"/>
                  <a:pt x="700770" y="67358"/>
                  <a:pt x="704782" y="59805"/>
                </a:cubicBezTo>
                <a:cubicBezTo>
                  <a:pt x="708793" y="52251"/>
                  <a:pt x="714465" y="46495"/>
                  <a:pt x="721798" y="42537"/>
                </a:cubicBezTo>
                <a:cubicBezTo>
                  <a:pt x="729130" y="38577"/>
                  <a:pt x="737663" y="36597"/>
                  <a:pt x="747396" y="36597"/>
                </a:cubicBezTo>
                <a:cubicBezTo>
                  <a:pt x="757260" y="36597"/>
                  <a:pt x="765858" y="38577"/>
                  <a:pt x="773191" y="42537"/>
                </a:cubicBezTo>
                <a:cubicBezTo>
                  <a:pt x="780523" y="46495"/>
                  <a:pt x="786228" y="52251"/>
                  <a:pt x="790305" y="59805"/>
                </a:cubicBezTo>
                <a:cubicBezTo>
                  <a:pt x="794383" y="67358"/>
                  <a:pt x="796421" y="76523"/>
                  <a:pt x="796421" y="87302"/>
                </a:cubicBezTo>
                <a:cubicBezTo>
                  <a:pt x="796421" y="97884"/>
                  <a:pt x="794383" y="106901"/>
                  <a:pt x="790305" y="114355"/>
                </a:cubicBezTo>
                <a:cubicBezTo>
                  <a:pt x="786228" y="121806"/>
                  <a:pt x="780523" y="127496"/>
                  <a:pt x="773191" y="131423"/>
                </a:cubicBezTo>
                <a:cubicBezTo>
                  <a:pt x="765858" y="135348"/>
                  <a:pt x="757260" y="137311"/>
                  <a:pt x="747396" y="137311"/>
                </a:cubicBezTo>
                <a:moveTo>
                  <a:pt x="747396" y="117385"/>
                </a:moveTo>
                <a:cubicBezTo>
                  <a:pt x="753117" y="117385"/>
                  <a:pt x="757605" y="116027"/>
                  <a:pt x="760860" y="113310"/>
                </a:cubicBezTo>
                <a:cubicBezTo>
                  <a:pt x="764116" y="110593"/>
                  <a:pt x="766417" y="106955"/>
                  <a:pt x="767765" y="102394"/>
                </a:cubicBezTo>
                <a:cubicBezTo>
                  <a:pt x="769114" y="97834"/>
                  <a:pt x="769788" y="92804"/>
                  <a:pt x="769788" y="87305"/>
                </a:cubicBezTo>
                <a:cubicBezTo>
                  <a:pt x="769788" y="81670"/>
                  <a:pt x="769114" y="76539"/>
                  <a:pt x="767765" y="71911"/>
                </a:cubicBezTo>
                <a:cubicBezTo>
                  <a:pt x="766417" y="67283"/>
                  <a:pt x="764116" y="63594"/>
                  <a:pt x="760860" y="60844"/>
                </a:cubicBezTo>
                <a:cubicBezTo>
                  <a:pt x="757605" y="58094"/>
                  <a:pt x="753117" y="56720"/>
                  <a:pt x="747396" y="56720"/>
                </a:cubicBezTo>
                <a:cubicBezTo>
                  <a:pt x="741806" y="56720"/>
                  <a:pt x="737416" y="58094"/>
                  <a:pt x="734227" y="60844"/>
                </a:cubicBezTo>
                <a:cubicBezTo>
                  <a:pt x="731037" y="63594"/>
                  <a:pt x="728785" y="67283"/>
                  <a:pt x="727470" y="71911"/>
                </a:cubicBezTo>
                <a:cubicBezTo>
                  <a:pt x="726155" y="76539"/>
                  <a:pt x="725497" y="81670"/>
                  <a:pt x="725497" y="87305"/>
                </a:cubicBezTo>
                <a:cubicBezTo>
                  <a:pt x="725497" y="92804"/>
                  <a:pt x="726155" y="97834"/>
                  <a:pt x="727470" y="102394"/>
                </a:cubicBezTo>
                <a:cubicBezTo>
                  <a:pt x="728785" y="106955"/>
                  <a:pt x="731037" y="110593"/>
                  <a:pt x="734227" y="113310"/>
                </a:cubicBezTo>
                <a:cubicBezTo>
                  <a:pt x="737416" y="116027"/>
                  <a:pt x="741806" y="117385"/>
                  <a:pt x="747396" y="117385"/>
                </a:cubicBezTo>
                <a:close/>
                <a:moveTo>
                  <a:pt x="817435" y="135535"/>
                </a:moveTo>
                <a:lnTo>
                  <a:pt x="817435" y="38076"/>
                </a:lnTo>
                <a:lnTo>
                  <a:pt x="842588" y="38076"/>
                </a:lnTo>
                <a:lnTo>
                  <a:pt x="843082" y="52379"/>
                </a:lnTo>
                <a:cubicBezTo>
                  <a:pt x="846304" y="48236"/>
                  <a:pt x="850546" y="44570"/>
                  <a:pt x="855807" y="41381"/>
                </a:cubicBezTo>
                <a:cubicBezTo>
                  <a:pt x="861068" y="38191"/>
                  <a:pt x="867907" y="36597"/>
                  <a:pt x="876324" y="36597"/>
                </a:cubicBezTo>
                <a:cubicBezTo>
                  <a:pt x="886123" y="36597"/>
                  <a:pt x="893718" y="39611"/>
                  <a:pt x="899111" y="45641"/>
                </a:cubicBezTo>
                <a:cubicBezTo>
                  <a:pt x="904503" y="51670"/>
                  <a:pt x="907200" y="60481"/>
                  <a:pt x="907200" y="72074"/>
                </a:cubicBezTo>
                <a:lnTo>
                  <a:pt x="907200" y="135535"/>
                </a:lnTo>
                <a:lnTo>
                  <a:pt x="881256" y="135535"/>
                </a:lnTo>
                <a:lnTo>
                  <a:pt x="881256" y="75261"/>
                </a:lnTo>
                <a:cubicBezTo>
                  <a:pt x="881256" y="71716"/>
                  <a:pt x="880763" y="68607"/>
                  <a:pt x="879777" y="65934"/>
                </a:cubicBezTo>
                <a:cubicBezTo>
                  <a:pt x="878790" y="63260"/>
                  <a:pt x="877229" y="61187"/>
                  <a:pt x="875091" y="59716"/>
                </a:cubicBezTo>
                <a:cubicBezTo>
                  <a:pt x="872954" y="58245"/>
                  <a:pt x="870143" y="57509"/>
                  <a:pt x="866657" y="57509"/>
                </a:cubicBezTo>
                <a:cubicBezTo>
                  <a:pt x="861462" y="57509"/>
                  <a:pt x="857007" y="58746"/>
                  <a:pt x="853291" y="61220"/>
                </a:cubicBezTo>
                <a:cubicBezTo>
                  <a:pt x="849576" y="63695"/>
                  <a:pt x="846337" y="66703"/>
                  <a:pt x="843575" y="70246"/>
                </a:cubicBezTo>
                <a:lnTo>
                  <a:pt x="843575" y="135535"/>
                </a:lnTo>
                <a:lnTo>
                  <a:pt x="817435" y="13553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" name="Text LogicalORon">
            <a:extLst xmlns:a="http://schemas.openxmlformats.org/drawingml/2006/main">
              <a:ext uri="{FF2B5EF4-FFF2-40B4-BE49-F238E27FC236}">
                <a16:creationId xmlns:a16="http://schemas.microsoft.com/office/drawing/2014/main" id="{916AB5DF-C3D9-472D-9087-E611B056E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9259" y="672667"/>
            <a:ext cx="1164065" cy="173332"/>
          </a:xfrm>
          <a:custGeom xmlns:a="http://schemas.openxmlformats.org/drawingml/2006/main">
            <a:pathLst>
              <a:path w="1164065" h="173332">
                <a:moveTo>
                  <a:pt x="272965" y="44458"/>
                </a:moveTo>
                <a:lnTo>
                  <a:pt x="273332" y="44108"/>
                </a:lnTo>
                <a:lnTo>
                  <a:pt x="273705" y="43773"/>
                </a:lnTo>
                <a:lnTo>
                  <a:pt x="274086" y="43453"/>
                </a:lnTo>
                <a:lnTo>
                  <a:pt x="274475" y="43148"/>
                </a:lnTo>
                <a:lnTo>
                  <a:pt x="274871" y="42858"/>
                </a:lnTo>
                <a:lnTo>
                  <a:pt x="275274" y="42583"/>
                </a:lnTo>
                <a:lnTo>
                  <a:pt x="275684" y="42322"/>
                </a:lnTo>
                <a:lnTo>
                  <a:pt x="276102" y="42077"/>
                </a:lnTo>
                <a:lnTo>
                  <a:pt x="276527" y="41846"/>
                </a:lnTo>
                <a:lnTo>
                  <a:pt x="276960" y="41630"/>
                </a:lnTo>
                <a:lnTo>
                  <a:pt x="277400" y="41429"/>
                </a:lnTo>
                <a:lnTo>
                  <a:pt x="277847" y="41243"/>
                </a:lnTo>
                <a:lnTo>
                  <a:pt x="278302" y="41072"/>
                </a:lnTo>
                <a:lnTo>
                  <a:pt x="278764" y="40916"/>
                </a:lnTo>
                <a:lnTo>
                  <a:pt x="279233" y="40774"/>
                </a:lnTo>
                <a:lnTo>
                  <a:pt x="279710" y="40648"/>
                </a:lnTo>
                <a:lnTo>
                  <a:pt x="280192" y="40531"/>
                </a:lnTo>
                <a:lnTo>
                  <a:pt x="280678" y="40420"/>
                </a:lnTo>
                <a:lnTo>
                  <a:pt x="281169" y="40313"/>
                </a:lnTo>
                <a:lnTo>
                  <a:pt x="281663" y="40211"/>
                </a:lnTo>
                <a:lnTo>
                  <a:pt x="282161" y="40115"/>
                </a:lnTo>
                <a:lnTo>
                  <a:pt x="282663" y="40023"/>
                </a:lnTo>
                <a:lnTo>
                  <a:pt x="283169" y="39936"/>
                </a:lnTo>
                <a:lnTo>
                  <a:pt x="283679" y="39854"/>
                </a:lnTo>
                <a:lnTo>
                  <a:pt x="284193" y="39777"/>
                </a:lnTo>
                <a:lnTo>
                  <a:pt x="284710" y="39705"/>
                </a:lnTo>
                <a:lnTo>
                  <a:pt x="285232" y="39638"/>
                </a:lnTo>
                <a:lnTo>
                  <a:pt x="285758" y="39576"/>
                </a:lnTo>
                <a:lnTo>
                  <a:pt x="286287" y="39519"/>
                </a:lnTo>
                <a:lnTo>
                  <a:pt x="286821" y="39467"/>
                </a:lnTo>
                <a:lnTo>
                  <a:pt x="287358" y="39420"/>
                </a:lnTo>
                <a:lnTo>
                  <a:pt x="287900" y="39378"/>
                </a:lnTo>
                <a:lnTo>
                  <a:pt x="288445" y="39341"/>
                </a:lnTo>
                <a:lnTo>
                  <a:pt x="288994" y="39308"/>
                </a:lnTo>
                <a:lnTo>
                  <a:pt x="289547" y="39281"/>
                </a:lnTo>
                <a:lnTo>
                  <a:pt x="290104" y="39259"/>
                </a:lnTo>
                <a:lnTo>
                  <a:pt x="290665" y="39241"/>
                </a:lnTo>
                <a:lnTo>
                  <a:pt x="291230" y="39229"/>
                </a:lnTo>
                <a:lnTo>
                  <a:pt x="291799" y="39221"/>
                </a:lnTo>
                <a:lnTo>
                  <a:pt x="292372" y="39219"/>
                </a:lnTo>
                <a:lnTo>
                  <a:pt x="292372" y="25325"/>
                </a:lnTo>
                <a:lnTo>
                  <a:pt x="291476" y="25355"/>
                </a:lnTo>
                <a:lnTo>
                  <a:pt x="290593" y="25395"/>
                </a:lnTo>
                <a:lnTo>
                  <a:pt x="289725" y="25446"/>
                </a:lnTo>
                <a:lnTo>
                  <a:pt x="288870" y="25508"/>
                </a:lnTo>
                <a:lnTo>
                  <a:pt x="288029" y="25581"/>
                </a:lnTo>
                <a:lnTo>
                  <a:pt x="287202" y="25664"/>
                </a:lnTo>
                <a:lnTo>
                  <a:pt x="286389" y="25757"/>
                </a:lnTo>
                <a:lnTo>
                  <a:pt x="285589" y="25861"/>
                </a:lnTo>
                <a:lnTo>
                  <a:pt x="284804" y="25976"/>
                </a:lnTo>
                <a:lnTo>
                  <a:pt x="284032" y="26102"/>
                </a:lnTo>
                <a:lnTo>
                  <a:pt x="283274" y="26238"/>
                </a:lnTo>
                <a:lnTo>
                  <a:pt x="282530" y="26384"/>
                </a:lnTo>
                <a:lnTo>
                  <a:pt x="281800" y="26541"/>
                </a:lnTo>
                <a:lnTo>
                  <a:pt x="281084" y="26709"/>
                </a:lnTo>
                <a:lnTo>
                  <a:pt x="280382" y="26888"/>
                </a:lnTo>
                <a:lnTo>
                  <a:pt x="279693" y="27077"/>
                </a:lnTo>
                <a:lnTo>
                  <a:pt x="279019" y="27276"/>
                </a:lnTo>
                <a:lnTo>
                  <a:pt x="278358" y="27487"/>
                </a:lnTo>
                <a:lnTo>
                  <a:pt x="277711" y="27707"/>
                </a:lnTo>
                <a:lnTo>
                  <a:pt x="277078" y="27939"/>
                </a:lnTo>
                <a:lnTo>
                  <a:pt x="276459" y="28181"/>
                </a:lnTo>
                <a:lnTo>
                  <a:pt x="275853" y="28434"/>
                </a:lnTo>
                <a:lnTo>
                  <a:pt x="275262" y="28697"/>
                </a:lnTo>
                <a:lnTo>
                  <a:pt x="274684" y="28971"/>
                </a:lnTo>
                <a:lnTo>
                  <a:pt x="274118" y="29260"/>
                </a:lnTo>
                <a:lnTo>
                  <a:pt x="273561" y="29570"/>
                </a:lnTo>
                <a:lnTo>
                  <a:pt x="273013" y="29901"/>
                </a:lnTo>
                <a:lnTo>
                  <a:pt x="272474" y="30252"/>
                </a:lnTo>
                <a:lnTo>
                  <a:pt x="271944" y="30623"/>
                </a:lnTo>
                <a:lnTo>
                  <a:pt x="271423" y="31016"/>
                </a:lnTo>
                <a:lnTo>
                  <a:pt x="270911" y="31428"/>
                </a:lnTo>
                <a:lnTo>
                  <a:pt x="270409" y="31861"/>
                </a:lnTo>
                <a:lnTo>
                  <a:pt x="269915" y="32315"/>
                </a:lnTo>
                <a:lnTo>
                  <a:pt x="269430" y="32789"/>
                </a:lnTo>
                <a:lnTo>
                  <a:pt x="268955" y="33284"/>
                </a:lnTo>
                <a:lnTo>
                  <a:pt x="268488" y="33799"/>
                </a:lnTo>
                <a:lnTo>
                  <a:pt x="268031" y="34335"/>
                </a:lnTo>
                <a:lnTo>
                  <a:pt x="267583" y="34891"/>
                </a:lnTo>
                <a:lnTo>
                  <a:pt x="267144" y="35468"/>
                </a:lnTo>
                <a:lnTo>
                  <a:pt x="266713" y="36066"/>
                </a:lnTo>
                <a:lnTo>
                  <a:pt x="266292" y="36684"/>
                </a:lnTo>
                <a:lnTo>
                  <a:pt x="265880" y="37322"/>
                </a:lnTo>
                <a:lnTo>
                  <a:pt x="265477" y="37981"/>
                </a:lnTo>
                <a:lnTo>
                  <a:pt x="265083" y="38661"/>
                </a:lnTo>
                <a:lnTo>
                  <a:pt x="264699" y="39361"/>
                </a:lnTo>
                <a:lnTo>
                  <a:pt x="264323" y="40081"/>
                </a:lnTo>
                <a:lnTo>
                  <a:pt x="264040" y="40652"/>
                </a:lnTo>
                <a:lnTo>
                  <a:pt x="263418" y="40379"/>
                </a:lnTo>
                <a:lnTo>
                  <a:pt x="262672" y="40074"/>
                </a:lnTo>
                <a:lnTo>
                  <a:pt x="261911" y="39784"/>
                </a:lnTo>
                <a:lnTo>
                  <a:pt x="261136" y="39510"/>
                </a:lnTo>
                <a:lnTo>
                  <a:pt x="260347" y="39252"/>
                </a:lnTo>
                <a:lnTo>
                  <a:pt x="259543" y="39009"/>
                </a:lnTo>
                <a:lnTo>
                  <a:pt x="258725" y="38782"/>
                </a:lnTo>
                <a:lnTo>
                  <a:pt x="257892" y="38571"/>
                </a:lnTo>
                <a:lnTo>
                  <a:pt x="257045" y="38375"/>
                </a:lnTo>
                <a:lnTo>
                  <a:pt x="256184" y="38195"/>
                </a:lnTo>
                <a:lnTo>
                  <a:pt x="255309" y="38031"/>
                </a:lnTo>
                <a:lnTo>
                  <a:pt x="254419" y="37882"/>
                </a:lnTo>
                <a:lnTo>
                  <a:pt x="253514" y="37749"/>
                </a:lnTo>
                <a:lnTo>
                  <a:pt x="252596" y="37632"/>
                </a:lnTo>
                <a:lnTo>
                  <a:pt x="251663" y="37530"/>
                </a:lnTo>
                <a:lnTo>
                  <a:pt x="250715" y="37444"/>
                </a:lnTo>
                <a:lnTo>
                  <a:pt x="249754" y="37373"/>
                </a:lnTo>
                <a:lnTo>
                  <a:pt x="248777" y="37319"/>
                </a:lnTo>
                <a:lnTo>
                  <a:pt x="247787" y="37280"/>
                </a:lnTo>
                <a:lnTo>
                  <a:pt x="246782" y="37256"/>
                </a:lnTo>
                <a:lnTo>
                  <a:pt x="245763" y="37248"/>
                </a:lnTo>
                <a:lnTo>
                  <a:pt x="244767" y="37256"/>
                </a:lnTo>
                <a:lnTo>
                  <a:pt x="243785" y="37280"/>
                </a:lnTo>
                <a:lnTo>
                  <a:pt x="242815" y="37319"/>
                </a:lnTo>
                <a:lnTo>
                  <a:pt x="241858" y="37373"/>
                </a:lnTo>
                <a:lnTo>
                  <a:pt x="240914" y="37444"/>
                </a:lnTo>
                <a:lnTo>
                  <a:pt x="239983" y="37530"/>
                </a:lnTo>
                <a:lnTo>
                  <a:pt x="239064" y="37632"/>
                </a:lnTo>
                <a:lnTo>
                  <a:pt x="238159" y="37749"/>
                </a:lnTo>
                <a:lnTo>
                  <a:pt x="237266" y="37882"/>
                </a:lnTo>
                <a:lnTo>
                  <a:pt x="236386" y="38031"/>
                </a:lnTo>
                <a:lnTo>
                  <a:pt x="235519" y="38195"/>
                </a:lnTo>
                <a:lnTo>
                  <a:pt x="234665" y="38375"/>
                </a:lnTo>
                <a:lnTo>
                  <a:pt x="233823" y="38571"/>
                </a:lnTo>
                <a:lnTo>
                  <a:pt x="232994" y="38782"/>
                </a:lnTo>
                <a:lnTo>
                  <a:pt x="232179" y="39009"/>
                </a:lnTo>
                <a:lnTo>
                  <a:pt x="231376" y="39252"/>
                </a:lnTo>
                <a:lnTo>
                  <a:pt x="230586" y="39510"/>
                </a:lnTo>
                <a:lnTo>
                  <a:pt x="229808" y="39784"/>
                </a:lnTo>
                <a:lnTo>
                  <a:pt x="229044" y="40074"/>
                </a:lnTo>
                <a:lnTo>
                  <a:pt x="228292" y="40379"/>
                </a:lnTo>
                <a:lnTo>
                  <a:pt x="227553" y="40700"/>
                </a:lnTo>
                <a:lnTo>
                  <a:pt x="226828" y="41036"/>
                </a:lnTo>
                <a:lnTo>
                  <a:pt x="226114" y="41389"/>
                </a:lnTo>
                <a:lnTo>
                  <a:pt x="225414" y="41756"/>
                </a:lnTo>
                <a:lnTo>
                  <a:pt x="224727" y="42137"/>
                </a:lnTo>
                <a:lnTo>
                  <a:pt x="224054" y="42529"/>
                </a:lnTo>
                <a:lnTo>
                  <a:pt x="223396" y="42931"/>
                </a:lnTo>
                <a:lnTo>
                  <a:pt x="222751" y="43345"/>
                </a:lnTo>
                <a:lnTo>
                  <a:pt x="222120" y="43769"/>
                </a:lnTo>
                <a:lnTo>
                  <a:pt x="221503" y="44203"/>
                </a:lnTo>
                <a:lnTo>
                  <a:pt x="220901" y="44649"/>
                </a:lnTo>
                <a:lnTo>
                  <a:pt x="220312" y="45105"/>
                </a:lnTo>
                <a:lnTo>
                  <a:pt x="219737" y="45573"/>
                </a:lnTo>
                <a:lnTo>
                  <a:pt x="219177" y="46051"/>
                </a:lnTo>
                <a:lnTo>
                  <a:pt x="218630" y="46539"/>
                </a:lnTo>
                <a:lnTo>
                  <a:pt x="218097" y="47039"/>
                </a:lnTo>
                <a:lnTo>
                  <a:pt x="217579" y="47550"/>
                </a:lnTo>
                <a:lnTo>
                  <a:pt x="217074" y="48071"/>
                </a:lnTo>
                <a:lnTo>
                  <a:pt x="216584" y="48603"/>
                </a:lnTo>
                <a:lnTo>
                  <a:pt x="216108" y="49146"/>
                </a:lnTo>
                <a:lnTo>
                  <a:pt x="215645" y="49699"/>
                </a:lnTo>
                <a:lnTo>
                  <a:pt x="215197" y="50264"/>
                </a:lnTo>
                <a:lnTo>
                  <a:pt x="214762" y="50839"/>
                </a:lnTo>
                <a:lnTo>
                  <a:pt x="214342" y="51425"/>
                </a:lnTo>
                <a:lnTo>
                  <a:pt x="213936" y="52022"/>
                </a:lnTo>
                <a:lnTo>
                  <a:pt x="213543" y="52629"/>
                </a:lnTo>
                <a:lnTo>
                  <a:pt x="213165" y="53248"/>
                </a:lnTo>
                <a:lnTo>
                  <a:pt x="212801" y="53877"/>
                </a:lnTo>
                <a:lnTo>
                  <a:pt x="212451" y="54514"/>
                </a:lnTo>
                <a:lnTo>
                  <a:pt x="212116" y="55157"/>
                </a:lnTo>
                <a:lnTo>
                  <a:pt x="211796" y="55807"/>
                </a:lnTo>
                <a:lnTo>
                  <a:pt x="211491" y="56462"/>
                </a:lnTo>
                <a:lnTo>
                  <a:pt x="211201" y="57123"/>
                </a:lnTo>
                <a:lnTo>
                  <a:pt x="210926" y="57789"/>
                </a:lnTo>
                <a:lnTo>
                  <a:pt x="210665" y="58462"/>
                </a:lnTo>
                <a:lnTo>
                  <a:pt x="210420" y="59141"/>
                </a:lnTo>
                <a:lnTo>
                  <a:pt x="210189" y="59826"/>
                </a:lnTo>
                <a:lnTo>
                  <a:pt x="209973" y="60516"/>
                </a:lnTo>
                <a:lnTo>
                  <a:pt x="209772" y="61212"/>
                </a:lnTo>
                <a:lnTo>
                  <a:pt x="209586" y="61915"/>
                </a:lnTo>
                <a:lnTo>
                  <a:pt x="209415" y="62623"/>
                </a:lnTo>
                <a:lnTo>
                  <a:pt x="209259" y="63337"/>
                </a:lnTo>
                <a:lnTo>
                  <a:pt x="209117" y="64057"/>
                </a:lnTo>
                <a:lnTo>
                  <a:pt x="208991" y="64783"/>
                </a:lnTo>
                <a:lnTo>
                  <a:pt x="208879" y="65515"/>
                </a:lnTo>
                <a:lnTo>
                  <a:pt x="208782" y="66253"/>
                </a:lnTo>
                <a:lnTo>
                  <a:pt x="208700" y="66997"/>
                </a:lnTo>
                <a:lnTo>
                  <a:pt x="208634" y="67746"/>
                </a:lnTo>
                <a:lnTo>
                  <a:pt x="208581" y="68502"/>
                </a:lnTo>
                <a:lnTo>
                  <a:pt x="208544" y="69264"/>
                </a:lnTo>
                <a:lnTo>
                  <a:pt x="208522" y="70031"/>
                </a:lnTo>
                <a:lnTo>
                  <a:pt x="208514" y="70804"/>
                </a:lnTo>
                <a:lnTo>
                  <a:pt x="208522" y="71536"/>
                </a:lnTo>
                <a:lnTo>
                  <a:pt x="208544" y="72264"/>
                </a:lnTo>
                <a:lnTo>
                  <a:pt x="208581" y="72988"/>
                </a:lnTo>
                <a:lnTo>
                  <a:pt x="208632" y="73707"/>
                </a:lnTo>
                <a:lnTo>
                  <a:pt x="208698" y="74422"/>
                </a:lnTo>
                <a:lnTo>
                  <a:pt x="208779" y="75133"/>
                </a:lnTo>
                <a:lnTo>
                  <a:pt x="208875" y="75839"/>
                </a:lnTo>
                <a:lnTo>
                  <a:pt x="208985" y="76541"/>
                </a:lnTo>
                <a:lnTo>
                  <a:pt x="209110" y="77238"/>
                </a:lnTo>
                <a:lnTo>
                  <a:pt x="209250" y="77931"/>
                </a:lnTo>
                <a:lnTo>
                  <a:pt x="209405" y="78620"/>
                </a:lnTo>
                <a:lnTo>
                  <a:pt x="209574" y="79305"/>
                </a:lnTo>
                <a:lnTo>
                  <a:pt x="209758" y="79985"/>
                </a:lnTo>
                <a:lnTo>
                  <a:pt x="209956" y="80661"/>
                </a:lnTo>
                <a:lnTo>
                  <a:pt x="210170" y="81332"/>
                </a:lnTo>
                <a:lnTo>
                  <a:pt x="210398" y="81999"/>
                </a:lnTo>
                <a:lnTo>
                  <a:pt x="210640" y="82662"/>
                </a:lnTo>
                <a:lnTo>
                  <a:pt x="210898" y="83321"/>
                </a:lnTo>
                <a:lnTo>
                  <a:pt x="211170" y="83975"/>
                </a:lnTo>
                <a:lnTo>
                  <a:pt x="211457" y="84625"/>
                </a:lnTo>
                <a:lnTo>
                  <a:pt x="211759" y="85270"/>
                </a:lnTo>
                <a:lnTo>
                  <a:pt x="212075" y="85911"/>
                </a:lnTo>
                <a:lnTo>
                  <a:pt x="212406" y="86548"/>
                </a:lnTo>
                <a:lnTo>
                  <a:pt x="212752" y="87180"/>
                </a:lnTo>
                <a:lnTo>
                  <a:pt x="213112" y="87806"/>
                </a:lnTo>
                <a:lnTo>
                  <a:pt x="213486" y="88421"/>
                </a:lnTo>
                <a:lnTo>
                  <a:pt x="213873" y="89026"/>
                </a:lnTo>
                <a:lnTo>
                  <a:pt x="214275" y="89621"/>
                </a:lnTo>
                <a:lnTo>
                  <a:pt x="214690" y="90206"/>
                </a:lnTo>
                <a:lnTo>
                  <a:pt x="215120" y="90780"/>
                </a:lnTo>
                <a:lnTo>
                  <a:pt x="215563" y="91345"/>
                </a:lnTo>
                <a:lnTo>
                  <a:pt x="216020" y="91900"/>
                </a:lnTo>
                <a:lnTo>
                  <a:pt x="216491" y="92444"/>
                </a:lnTo>
                <a:lnTo>
                  <a:pt x="216976" y="92979"/>
                </a:lnTo>
                <a:lnTo>
                  <a:pt x="217474" y="93503"/>
                </a:lnTo>
                <a:lnTo>
                  <a:pt x="217987" y="94017"/>
                </a:lnTo>
                <a:lnTo>
                  <a:pt x="218513" y="94522"/>
                </a:lnTo>
                <a:lnTo>
                  <a:pt x="219053" y="95016"/>
                </a:lnTo>
                <a:lnTo>
                  <a:pt x="219607" y="95500"/>
                </a:lnTo>
                <a:lnTo>
                  <a:pt x="220175" y="95974"/>
                </a:lnTo>
                <a:lnTo>
                  <a:pt x="220757" y="96438"/>
                </a:lnTo>
                <a:lnTo>
                  <a:pt x="221352" y="96891"/>
                </a:lnTo>
                <a:lnTo>
                  <a:pt x="221676" y="97127"/>
                </a:lnTo>
                <a:lnTo>
                  <a:pt x="221491" y="97198"/>
                </a:lnTo>
                <a:lnTo>
                  <a:pt x="220847" y="97458"/>
                </a:lnTo>
                <a:lnTo>
                  <a:pt x="220221" y="97723"/>
                </a:lnTo>
                <a:lnTo>
                  <a:pt x="219611" y="97994"/>
                </a:lnTo>
                <a:lnTo>
                  <a:pt x="219019" y="98270"/>
                </a:lnTo>
                <a:lnTo>
                  <a:pt x="218444" y="98551"/>
                </a:lnTo>
                <a:lnTo>
                  <a:pt x="217886" y="98837"/>
                </a:lnTo>
                <a:lnTo>
                  <a:pt x="217346" y="99129"/>
                </a:lnTo>
                <a:lnTo>
                  <a:pt x="216823" y="99426"/>
                </a:lnTo>
                <a:lnTo>
                  <a:pt x="216317" y="99729"/>
                </a:lnTo>
                <a:lnTo>
                  <a:pt x="215829" y="100036"/>
                </a:lnTo>
                <a:lnTo>
                  <a:pt x="215358" y="100350"/>
                </a:lnTo>
                <a:lnTo>
                  <a:pt x="214904" y="100668"/>
                </a:lnTo>
                <a:lnTo>
                  <a:pt x="214467" y="100992"/>
                </a:lnTo>
                <a:lnTo>
                  <a:pt x="214047" y="101321"/>
                </a:lnTo>
                <a:lnTo>
                  <a:pt x="213645" y="101655"/>
                </a:lnTo>
                <a:lnTo>
                  <a:pt x="213261" y="101995"/>
                </a:lnTo>
                <a:lnTo>
                  <a:pt x="212893" y="102340"/>
                </a:lnTo>
                <a:lnTo>
                  <a:pt x="212543" y="102690"/>
                </a:lnTo>
                <a:lnTo>
                  <a:pt x="212210" y="103045"/>
                </a:lnTo>
                <a:lnTo>
                  <a:pt x="211892" y="103405"/>
                </a:lnTo>
                <a:lnTo>
                  <a:pt x="211588" y="103766"/>
                </a:lnTo>
                <a:lnTo>
                  <a:pt x="211297" y="104129"/>
                </a:lnTo>
                <a:lnTo>
                  <a:pt x="211020" y="104493"/>
                </a:lnTo>
                <a:lnTo>
                  <a:pt x="210757" y="104860"/>
                </a:lnTo>
                <a:lnTo>
                  <a:pt x="210507" y="105229"/>
                </a:lnTo>
                <a:lnTo>
                  <a:pt x="210270" y="105599"/>
                </a:lnTo>
                <a:lnTo>
                  <a:pt x="210047" y="105971"/>
                </a:lnTo>
                <a:lnTo>
                  <a:pt x="209838" y="106346"/>
                </a:lnTo>
                <a:lnTo>
                  <a:pt x="209642" y="106722"/>
                </a:lnTo>
                <a:lnTo>
                  <a:pt x="209459" y="107100"/>
                </a:lnTo>
                <a:lnTo>
                  <a:pt x="209290" y="107480"/>
                </a:lnTo>
                <a:lnTo>
                  <a:pt x="209135" y="107861"/>
                </a:lnTo>
                <a:lnTo>
                  <a:pt x="208993" y="108245"/>
                </a:lnTo>
                <a:lnTo>
                  <a:pt x="208865" y="108631"/>
                </a:lnTo>
                <a:lnTo>
                  <a:pt x="208750" y="109018"/>
                </a:lnTo>
                <a:lnTo>
                  <a:pt x="208648" y="109407"/>
                </a:lnTo>
                <a:lnTo>
                  <a:pt x="208561" y="109798"/>
                </a:lnTo>
                <a:lnTo>
                  <a:pt x="208486" y="110191"/>
                </a:lnTo>
                <a:lnTo>
                  <a:pt x="208425" y="110586"/>
                </a:lnTo>
                <a:lnTo>
                  <a:pt x="208378" y="110983"/>
                </a:lnTo>
                <a:lnTo>
                  <a:pt x="208344" y="111382"/>
                </a:lnTo>
                <a:lnTo>
                  <a:pt x="208324" y="111783"/>
                </a:lnTo>
                <a:lnTo>
                  <a:pt x="208317" y="112185"/>
                </a:lnTo>
                <a:lnTo>
                  <a:pt x="208321" y="112466"/>
                </a:lnTo>
                <a:lnTo>
                  <a:pt x="208333" y="112747"/>
                </a:lnTo>
                <a:lnTo>
                  <a:pt x="208353" y="113029"/>
                </a:lnTo>
                <a:lnTo>
                  <a:pt x="208380" y="113313"/>
                </a:lnTo>
                <a:lnTo>
                  <a:pt x="208416" y="113597"/>
                </a:lnTo>
                <a:lnTo>
                  <a:pt x="208459" y="113882"/>
                </a:lnTo>
                <a:lnTo>
                  <a:pt x="208510" y="114167"/>
                </a:lnTo>
                <a:lnTo>
                  <a:pt x="208569" y="114454"/>
                </a:lnTo>
                <a:lnTo>
                  <a:pt x="208636" y="114742"/>
                </a:lnTo>
                <a:lnTo>
                  <a:pt x="208711" y="115030"/>
                </a:lnTo>
                <a:lnTo>
                  <a:pt x="208793" y="115319"/>
                </a:lnTo>
                <a:lnTo>
                  <a:pt x="208884" y="115609"/>
                </a:lnTo>
                <a:lnTo>
                  <a:pt x="208982" y="115900"/>
                </a:lnTo>
                <a:lnTo>
                  <a:pt x="209089" y="116192"/>
                </a:lnTo>
                <a:lnTo>
                  <a:pt x="209203" y="116485"/>
                </a:lnTo>
                <a:lnTo>
                  <a:pt x="209325" y="116778"/>
                </a:lnTo>
                <a:lnTo>
                  <a:pt x="209454" y="117072"/>
                </a:lnTo>
                <a:lnTo>
                  <a:pt x="209592" y="117368"/>
                </a:lnTo>
                <a:lnTo>
                  <a:pt x="209738" y="117664"/>
                </a:lnTo>
                <a:lnTo>
                  <a:pt x="209891" y="117961"/>
                </a:lnTo>
                <a:lnTo>
                  <a:pt x="210053" y="118258"/>
                </a:lnTo>
                <a:lnTo>
                  <a:pt x="210222" y="118557"/>
                </a:lnTo>
                <a:lnTo>
                  <a:pt x="210399" y="118856"/>
                </a:lnTo>
                <a:lnTo>
                  <a:pt x="210584" y="119157"/>
                </a:lnTo>
                <a:lnTo>
                  <a:pt x="210778" y="119456"/>
                </a:lnTo>
                <a:lnTo>
                  <a:pt x="210983" y="119753"/>
                </a:lnTo>
                <a:lnTo>
                  <a:pt x="211199" y="120047"/>
                </a:lnTo>
                <a:lnTo>
                  <a:pt x="211425" y="120340"/>
                </a:lnTo>
                <a:lnTo>
                  <a:pt x="211663" y="120629"/>
                </a:lnTo>
                <a:lnTo>
                  <a:pt x="211911" y="120917"/>
                </a:lnTo>
                <a:lnTo>
                  <a:pt x="212170" y="121201"/>
                </a:lnTo>
                <a:lnTo>
                  <a:pt x="212440" y="121484"/>
                </a:lnTo>
                <a:lnTo>
                  <a:pt x="212720" y="121764"/>
                </a:lnTo>
                <a:lnTo>
                  <a:pt x="213011" y="122042"/>
                </a:lnTo>
                <a:lnTo>
                  <a:pt x="213313" y="122317"/>
                </a:lnTo>
                <a:lnTo>
                  <a:pt x="213626" y="122590"/>
                </a:lnTo>
                <a:lnTo>
                  <a:pt x="213950" y="122861"/>
                </a:lnTo>
                <a:lnTo>
                  <a:pt x="214284" y="123129"/>
                </a:lnTo>
                <a:lnTo>
                  <a:pt x="214629" y="123395"/>
                </a:lnTo>
                <a:lnTo>
                  <a:pt x="214985" y="123658"/>
                </a:lnTo>
                <a:lnTo>
                  <a:pt x="215352" y="123919"/>
                </a:lnTo>
                <a:lnTo>
                  <a:pt x="215729" y="124178"/>
                </a:lnTo>
                <a:lnTo>
                  <a:pt x="216118" y="124434"/>
                </a:lnTo>
                <a:lnTo>
                  <a:pt x="216517" y="124688"/>
                </a:lnTo>
                <a:lnTo>
                  <a:pt x="216927" y="124939"/>
                </a:lnTo>
                <a:lnTo>
                  <a:pt x="217347" y="125188"/>
                </a:lnTo>
                <a:lnTo>
                  <a:pt x="217778" y="125435"/>
                </a:lnTo>
                <a:lnTo>
                  <a:pt x="218221" y="125679"/>
                </a:lnTo>
                <a:lnTo>
                  <a:pt x="218675" y="125918"/>
                </a:lnTo>
                <a:lnTo>
                  <a:pt x="219143" y="126151"/>
                </a:lnTo>
                <a:lnTo>
                  <a:pt x="219626" y="126377"/>
                </a:lnTo>
                <a:lnTo>
                  <a:pt x="219790" y="126450"/>
                </a:lnTo>
                <a:lnTo>
                  <a:pt x="219300" y="126664"/>
                </a:lnTo>
                <a:lnTo>
                  <a:pt x="218422" y="127073"/>
                </a:lnTo>
                <a:lnTo>
                  <a:pt x="217572" y="127496"/>
                </a:lnTo>
                <a:lnTo>
                  <a:pt x="216748" y="127932"/>
                </a:lnTo>
                <a:lnTo>
                  <a:pt x="215951" y="128382"/>
                </a:lnTo>
                <a:lnTo>
                  <a:pt x="215181" y="128846"/>
                </a:lnTo>
                <a:lnTo>
                  <a:pt x="214438" y="129323"/>
                </a:lnTo>
                <a:lnTo>
                  <a:pt x="213722" y="129813"/>
                </a:lnTo>
                <a:lnTo>
                  <a:pt x="213033" y="130317"/>
                </a:lnTo>
                <a:lnTo>
                  <a:pt x="212370" y="130835"/>
                </a:lnTo>
                <a:lnTo>
                  <a:pt x="211735" y="131367"/>
                </a:lnTo>
                <a:lnTo>
                  <a:pt x="211126" y="131911"/>
                </a:lnTo>
                <a:lnTo>
                  <a:pt x="210543" y="132466"/>
                </a:lnTo>
                <a:lnTo>
                  <a:pt x="209985" y="133028"/>
                </a:lnTo>
                <a:lnTo>
                  <a:pt x="209451" y="133596"/>
                </a:lnTo>
                <a:lnTo>
                  <a:pt x="208943" y="134170"/>
                </a:lnTo>
                <a:lnTo>
                  <a:pt x="208459" y="134752"/>
                </a:lnTo>
                <a:lnTo>
                  <a:pt x="208000" y="135340"/>
                </a:lnTo>
                <a:lnTo>
                  <a:pt x="207566" y="135934"/>
                </a:lnTo>
                <a:lnTo>
                  <a:pt x="207157" y="136535"/>
                </a:lnTo>
                <a:lnTo>
                  <a:pt x="206772" y="137143"/>
                </a:lnTo>
                <a:lnTo>
                  <a:pt x="206413" y="137758"/>
                </a:lnTo>
                <a:lnTo>
                  <a:pt x="206078" y="138379"/>
                </a:lnTo>
                <a:lnTo>
                  <a:pt x="205768" y="139006"/>
                </a:lnTo>
                <a:lnTo>
                  <a:pt x="205482" y="139641"/>
                </a:lnTo>
                <a:lnTo>
                  <a:pt x="205222" y="140282"/>
                </a:lnTo>
                <a:lnTo>
                  <a:pt x="204986" y="140929"/>
                </a:lnTo>
                <a:lnTo>
                  <a:pt x="204775" y="141583"/>
                </a:lnTo>
                <a:lnTo>
                  <a:pt x="204589" y="142244"/>
                </a:lnTo>
                <a:lnTo>
                  <a:pt x="204428" y="142912"/>
                </a:lnTo>
                <a:lnTo>
                  <a:pt x="204292" y="143586"/>
                </a:lnTo>
                <a:lnTo>
                  <a:pt x="204180" y="144267"/>
                </a:lnTo>
                <a:lnTo>
                  <a:pt x="204093" y="144954"/>
                </a:lnTo>
                <a:lnTo>
                  <a:pt x="204031" y="145648"/>
                </a:lnTo>
                <a:lnTo>
                  <a:pt x="203994" y="146349"/>
                </a:lnTo>
                <a:lnTo>
                  <a:pt x="203982" y="147056"/>
                </a:lnTo>
                <a:lnTo>
                  <a:pt x="203989" y="147639"/>
                </a:lnTo>
                <a:lnTo>
                  <a:pt x="204010" y="148219"/>
                </a:lnTo>
                <a:lnTo>
                  <a:pt x="204046" y="148795"/>
                </a:lnTo>
                <a:lnTo>
                  <a:pt x="204097" y="149367"/>
                </a:lnTo>
                <a:lnTo>
                  <a:pt x="204161" y="149937"/>
                </a:lnTo>
                <a:lnTo>
                  <a:pt x="204240" y="150502"/>
                </a:lnTo>
                <a:lnTo>
                  <a:pt x="204334" y="151065"/>
                </a:lnTo>
                <a:lnTo>
                  <a:pt x="204441" y="151623"/>
                </a:lnTo>
                <a:lnTo>
                  <a:pt x="204564" y="152179"/>
                </a:lnTo>
                <a:lnTo>
                  <a:pt x="204700" y="152730"/>
                </a:lnTo>
                <a:lnTo>
                  <a:pt x="204851" y="153279"/>
                </a:lnTo>
                <a:lnTo>
                  <a:pt x="205016" y="153824"/>
                </a:lnTo>
                <a:lnTo>
                  <a:pt x="205196" y="154365"/>
                </a:lnTo>
                <a:lnTo>
                  <a:pt x="205390" y="154903"/>
                </a:lnTo>
                <a:lnTo>
                  <a:pt x="205598" y="155437"/>
                </a:lnTo>
                <a:lnTo>
                  <a:pt x="205821" y="155968"/>
                </a:lnTo>
                <a:lnTo>
                  <a:pt x="206058" y="156496"/>
                </a:lnTo>
                <a:lnTo>
                  <a:pt x="206310" y="157020"/>
                </a:lnTo>
                <a:lnTo>
                  <a:pt x="206575" y="157540"/>
                </a:lnTo>
                <a:lnTo>
                  <a:pt x="206856" y="158057"/>
                </a:lnTo>
                <a:lnTo>
                  <a:pt x="207150" y="158571"/>
                </a:lnTo>
                <a:lnTo>
                  <a:pt x="207459" y="159081"/>
                </a:lnTo>
                <a:lnTo>
                  <a:pt x="207783" y="159588"/>
                </a:lnTo>
                <a:lnTo>
                  <a:pt x="208120" y="160091"/>
                </a:lnTo>
                <a:lnTo>
                  <a:pt x="208474" y="160588"/>
                </a:lnTo>
                <a:lnTo>
                  <a:pt x="208846" y="161078"/>
                </a:lnTo>
                <a:lnTo>
                  <a:pt x="209236" y="161558"/>
                </a:lnTo>
                <a:lnTo>
                  <a:pt x="209644" y="162031"/>
                </a:lnTo>
                <a:lnTo>
                  <a:pt x="210069" y="162495"/>
                </a:lnTo>
                <a:lnTo>
                  <a:pt x="210513" y="162950"/>
                </a:lnTo>
                <a:lnTo>
                  <a:pt x="210975" y="163398"/>
                </a:lnTo>
                <a:lnTo>
                  <a:pt x="211454" y="163836"/>
                </a:lnTo>
                <a:lnTo>
                  <a:pt x="211952" y="164267"/>
                </a:lnTo>
                <a:lnTo>
                  <a:pt x="212467" y="164689"/>
                </a:lnTo>
                <a:lnTo>
                  <a:pt x="213001" y="165103"/>
                </a:lnTo>
                <a:lnTo>
                  <a:pt x="213552" y="165508"/>
                </a:lnTo>
                <a:lnTo>
                  <a:pt x="214122" y="165905"/>
                </a:lnTo>
                <a:lnTo>
                  <a:pt x="214709" y="166294"/>
                </a:lnTo>
                <a:lnTo>
                  <a:pt x="215314" y="166674"/>
                </a:lnTo>
                <a:lnTo>
                  <a:pt x="215938" y="167046"/>
                </a:lnTo>
                <a:lnTo>
                  <a:pt x="216579" y="167410"/>
                </a:lnTo>
                <a:lnTo>
                  <a:pt x="217238" y="167765"/>
                </a:lnTo>
                <a:lnTo>
                  <a:pt x="217916" y="168112"/>
                </a:lnTo>
                <a:lnTo>
                  <a:pt x="218611" y="168450"/>
                </a:lnTo>
                <a:lnTo>
                  <a:pt x="219324" y="168780"/>
                </a:lnTo>
                <a:lnTo>
                  <a:pt x="220055" y="169102"/>
                </a:lnTo>
                <a:lnTo>
                  <a:pt x="220804" y="169415"/>
                </a:lnTo>
                <a:lnTo>
                  <a:pt x="221571" y="169720"/>
                </a:lnTo>
                <a:lnTo>
                  <a:pt x="222358" y="170015"/>
                </a:lnTo>
                <a:lnTo>
                  <a:pt x="223166" y="170297"/>
                </a:lnTo>
                <a:lnTo>
                  <a:pt x="223997" y="170567"/>
                </a:lnTo>
                <a:lnTo>
                  <a:pt x="224849" y="170824"/>
                </a:lnTo>
                <a:lnTo>
                  <a:pt x="225723" y="171068"/>
                </a:lnTo>
                <a:lnTo>
                  <a:pt x="226618" y="171300"/>
                </a:lnTo>
                <a:lnTo>
                  <a:pt x="227535" y="171520"/>
                </a:lnTo>
                <a:lnTo>
                  <a:pt x="228474" y="171727"/>
                </a:lnTo>
                <a:lnTo>
                  <a:pt x="229435" y="171921"/>
                </a:lnTo>
                <a:lnTo>
                  <a:pt x="230417" y="172103"/>
                </a:lnTo>
                <a:lnTo>
                  <a:pt x="231422" y="172272"/>
                </a:lnTo>
                <a:lnTo>
                  <a:pt x="232447" y="172429"/>
                </a:lnTo>
                <a:lnTo>
                  <a:pt x="233495" y="172573"/>
                </a:lnTo>
                <a:lnTo>
                  <a:pt x="234564" y="172705"/>
                </a:lnTo>
                <a:lnTo>
                  <a:pt x="235655" y="172824"/>
                </a:lnTo>
                <a:lnTo>
                  <a:pt x="236768" y="172931"/>
                </a:lnTo>
                <a:lnTo>
                  <a:pt x="237903" y="173025"/>
                </a:lnTo>
                <a:lnTo>
                  <a:pt x="239059" y="173106"/>
                </a:lnTo>
                <a:lnTo>
                  <a:pt x="240237" y="173175"/>
                </a:lnTo>
                <a:lnTo>
                  <a:pt x="241436" y="173232"/>
                </a:lnTo>
                <a:lnTo>
                  <a:pt x="242658" y="173276"/>
                </a:lnTo>
                <a:lnTo>
                  <a:pt x="243901" y="173307"/>
                </a:lnTo>
                <a:lnTo>
                  <a:pt x="245166" y="173326"/>
                </a:lnTo>
                <a:lnTo>
                  <a:pt x="246452" y="173332"/>
                </a:lnTo>
                <a:lnTo>
                  <a:pt x="248330" y="173318"/>
                </a:lnTo>
                <a:lnTo>
                  <a:pt x="250169" y="173273"/>
                </a:lnTo>
                <a:lnTo>
                  <a:pt x="251968" y="173200"/>
                </a:lnTo>
                <a:lnTo>
                  <a:pt x="253729" y="173097"/>
                </a:lnTo>
                <a:lnTo>
                  <a:pt x="255451" y="172964"/>
                </a:lnTo>
                <a:lnTo>
                  <a:pt x="257135" y="172803"/>
                </a:lnTo>
                <a:lnTo>
                  <a:pt x="258779" y="172611"/>
                </a:lnTo>
                <a:lnTo>
                  <a:pt x="260385" y="172391"/>
                </a:lnTo>
                <a:lnTo>
                  <a:pt x="261952" y="172141"/>
                </a:lnTo>
                <a:lnTo>
                  <a:pt x="263480" y="171861"/>
                </a:lnTo>
                <a:lnTo>
                  <a:pt x="264969" y="171552"/>
                </a:lnTo>
                <a:lnTo>
                  <a:pt x="266419" y="171214"/>
                </a:lnTo>
                <a:lnTo>
                  <a:pt x="267831" y="170846"/>
                </a:lnTo>
                <a:lnTo>
                  <a:pt x="269203" y="170449"/>
                </a:lnTo>
                <a:lnTo>
                  <a:pt x="270537" y="170022"/>
                </a:lnTo>
                <a:lnTo>
                  <a:pt x="271832" y="169566"/>
                </a:lnTo>
                <a:lnTo>
                  <a:pt x="273088" y="169080"/>
                </a:lnTo>
                <a:lnTo>
                  <a:pt x="274305" y="168565"/>
                </a:lnTo>
                <a:lnTo>
                  <a:pt x="275484" y="168021"/>
                </a:lnTo>
                <a:lnTo>
                  <a:pt x="276624" y="167447"/>
                </a:lnTo>
                <a:lnTo>
                  <a:pt x="277724" y="166844"/>
                </a:lnTo>
                <a:lnTo>
                  <a:pt x="278786" y="166211"/>
                </a:lnTo>
                <a:lnTo>
                  <a:pt x="279809" y="165549"/>
                </a:lnTo>
                <a:lnTo>
                  <a:pt x="280794" y="164858"/>
                </a:lnTo>
                <a:lnTo>
                  <a:pt x="281738" y="164143"/>
                </a:lnTo>
                <a:lnTo>
                  <a:pt x="282643" y="163412"/>
                </a:lnTo>
                <a:lnTo>
                  <a:pt x="283507" y="162665"/>
                </a:lnTo>
                <a:lnTo>
                  <a:pt x="284332" y="161901"/>
                </a:lnTo>
                <a:lnTo>
                  <a:pt x="285116" y="161120"/>
                </a:lnTo>
                <a:lnTo>
                  <a:pt x="285859" y="160323"/>
                </a:lnTo>
                <a:lnTo>
                  <a:pt x="286563" y="159509"/>
                </a:lnTo>
                <a:lnTo>
                  <a:pt x="287226" y="158678"/>
                </a:lnTo>
                <a:lnTo>
                  <a:pt x="287849" y="157832"/>
                </a:lnTo>
                <a:lnTo>
                  <a:pt x="288432" y="156968"/>
                </a:lnTo>
                <a:lnTo>
                  <a:pt x="288975" y="156088"/>
                </a:lnTo>
                <a:lnTo>
                  <a:pt x="289478" y="155192"/>
                </a:lnTo>
                <a:lnTo>
                  <a:pt x="289940" y="154279"/>
                </a:lnTo>
                <a:lnTo>
                  <a:pt x="290362" y="153349"/>
                </a:lnTo>
                <a:lnTo>
                  <a:pt x="290744" y="152403"/>
                </a:lnTo>
                <a:lnTo>
                  <a:pt x="291086" y="151440"/>
                </a:lnTo>
                <a:lnTo>
                  <a:pt x="291387" y="150461"/>
                </a:lnTo>
                <a:lnTo>
                  <a:pt x="291649" y="149465"/>
                </a:lnTo>
                <a:lnTo>
                  <a:pt x="291870" y="148452"/>
                </a:lnTo>
                <a:lnTo>
                  <a:pt x="292051" y="147423"/>
                </a:lnTo>
                <a:lnTo>
                  <a:pt x="292191" y="146378"/>
                </a:lnTo>
                <a:lnTo>
                  <a:pt x="292292" y="145316"/>
                </a:lnTo>
                <a:lnTo>
                  <a:pt x="292352" y="144237"/>
                </a:lnTo>
                <a:lnTo>
                  <a:pt x="292372" y="143142"/>
                </a:lnTo>
                <a:lnTo>
                  <a:pt x="292355" y="142042"/>
                </a:lnTo>
                <a:lnTo>
                  <a:pt x="292302" y="140967"/>
                </a:lnTo>
                <a:lnTo>
                  <a:pt x="292214" y="139916"/>
                </a:lnTo>
                <a:lnTo>
                  <a:pt x="292090" y="138889"/>
                </a:lnTo>
                <a:lnTo>
                  <a:pt x="291932" y="137886"/>
                </a:lnTo>
                <a:lnTo>
                  <a:pt x="291738" y="136908"/>
                </a:lnTo>
                <a:lnTo>
                  <a:pt x="291509" y="135953"/>
                </a:lnTo>
                <a:lnTo>
                  <a:pt x="291244" y="135023"/>
                </a:lnTo>
                <a:lnTo>
                  <a:pt x="290945" y="134117"/>
                </a:lnTo>
                <a:lnTo>
                  <a:pt x="290610" y="133236"/>
                </a:lnTo>
                <a:lnTo>
                  <a:pt x="290240" y="132378"/>
                </a:lnTo>
                <a:lnTo>
                  <a:pt x="289835" y="131545"/>
                </a:lnTo>
                <a:lnTo>
                  <a:pt x="289394" y="130736"/>
                </a:lnTo>
                <a:lnTo>
                  <a:pt x="288918" y="129951"/>
                </a:lnTo>
                <a:lnTo>
                  <a:pt x="288407" y="129190"/>
                </a:lnTo>
                <a:lnTo>
                  <a:pt x="287861" y="128454"/>
                </a:lnTo>
                <a:lnTo>
                  <a:pt x="287280" y="127742"/>
                </a:lnTo>
                <a:lnTo>
                  <a:pt x="286663" y="127054"/>
                </a:lnTo>
                <a:lnTo>
                  <a:pt x="286011" y="126390"/>
                </a:lnTo>
                <a:lnTo>
                  <a:pt x="285324" y="125750"/>
                </a:lnTo>
                <a:lnTo>
                  <a:pt x="284601" y="125135"/>
                </a:lnTo>
                <a:lnTo>
                  <a:pt x="283844" y="124544"/>
                </a:lnTo>
                <a:lnTo>
                  <a:pt x="283051" y="123977"/>
                </a:lnTo>
                <a:lnTo>
                  <a:pt x="282223" y="123434"/>
                </a:lnTo>
                <a:lnTo>
                  <a:pt x="281353" y="122914"/>
                </a:lnTo>
                <a:lnTo>
                  <a:pt x="280437" y="122417"/>
                </a:lnTo>
                <a:lnTo>
                  <a:pt x="279474" y="121941"/>
                </a:lnTo>
                <a:lnTo>
                  <a:pt x="278464" y="121488"/>
                </a:lnTo>
                <a:lnTo>
                  <a:pt x="277408" y="121057"/>
                </a:lnTo>
                <a:lnTo>
                  <a:pt x="276304" y="120648"/>
                </a:lnTo>
                <a:lnTo>
                  <a:pt x="275153" y="120261"/>
                </a:lnTo>
                <a:lnTo>
                  <a:pt x="273956" y="119896"/>
                </a:lnTo>
                <a:lnTo>
                  <a:pt x="272712" y="119553"/>
                </a:lnTo>
                <a:lnTo>
                  <a:pt x="271421" y="119233"/>
                </a:lnTo>
                <a:lnTo>
                  <a:pt x="270083" y="118934"/>
                </a:lnTo>
                <a:lnTo>
                  <a:pt x="268698" y="118658"/>
                </a:lnTo>
                <a:lnTo>
                  <a:pt x="267266" y="118404"/>
                </a:lnTo>
                <a:lnTo>
                  <a:pt x="265788" y="118171"/>
                </a:lnTo>
                <a:lnTo>
                  <a:pt x="264262" y="117961"/>
                </a:lnTo>
                <a:lnTo>
                  <a:pt x="262690" y="117773"/>
                </a:lnTo>
                <a:lnTo>
                  <a:pt x="261070" y="117608"/>
                </a:lnTo>
                <a:lnTo>
                  <a:pt x="259404" y="117464"/>
                </a:lnTo>
                <a:lnTo>
                  <a:pt x="257691" y="117342"/>
                </a:lnTo>
                <a:lnTo>
                  <a:pt x="255931" y="117243"/>
                </a:lnTo>
                <a:lnTo>
                  <a:pt x="254125" y="117165"/>
                </a:lnTo>
                <a:lnTo>
                  <a:pt x="252271" y="117110"/>
                </a:lnTo>
                <a:lnTo>
                  <a:pt x="250371" y="117077"/>
                </a:lnTo>
                <a:lnTo>
                  <a:pt x="248423" y="117066"/>
                </a:lnTo>
                <a:lnTo>
                  <a:pt x="242018" y="117066"/>
                </a:lnTo>
                <a:lnTo>
                  <a:pt x="241375" y="117064"/>
                </a:lnTo>
                <a:lnTo>
                  <a:pt x="240744" y="117059"/>
                </a:lnTo>
                <a:lnTo>
                  <a:pt x="240125" y="117051"/>
                </a:lnTo>
                <a:lnTo>
                  <a:pt x="239518" y="117040"/>
                </a:lnTo>
                <a:lnTo>
                  <a:pt x="238922" y="117025"/>
                </a:lnTo>
                <a:lnTo>
                  <a:pt x="238338" y="117007"/>
                </a:lnTo>
                <a:lnTo>
                  <a:pt x="237766" y="116986"/>
                </a:lnTo>
                <a:lnTo>
                  <a:pt x="237206" y="116961"/>
                </a:lnTo>
                <a:lnTo>
                  <a:pt x="236658" y="116933"/>
                </a:lnTo>
                <a:lnTo>
                  <a:pt x="236121" y="116902"/>
                </a:lnTo>
                <a:lnTo>
                  <a:pt x="235596" y="116868"/>
                </a:lnTo>
                <a:lnTo>
                  <a:pt x="235083" y="116830"/>
                </a:lnTo>
                <a:lnTo>
                  <a:pt x="234582" y="116789"/>
                </a:lnTo>
                <a:lnTo>
                  <a:pt x="234093" y="116745"/>
                </a:lnTo>
                <a:lnTo>
                  <a:pt x="233615" y="116698"/>
                </a:lnTo>
                <a:lnTo>
                  <a:pt x="233149" y="116647"/>
                </a:lnTo>
                <a:lnTo>
                  <a:pt x="232696" y="116593"/>
                </a:lnTo>
                <a:lnTo>
                  <a:pt x="232253" y="116536"/>
                </a:lnTo>
                <a:lnTo>
                  <a:pt x="231823" y="116475"/>
                </a:lnTo>
                <a:lnTo>
                  <a:pt x="231405" y="116411"/>
                </a:lnTo>
                <a:lnTo>
                  <a:pt x="230998" y="116344"/>
                </a:lnTo>
                <a:lnTo>
                  <a:pt x="230603" y="116274"/>
                </a:lnTo>
                <a:lnTo>
                  <a:pt x="230220" y="116200"/>
                </a:lnTo>
                <a:lnTo>
                  <a:pt x="229848" y="116123"/>
                </a:lnTo>
                <a:lnTo>
                  <a:pt x="229487" y="116044"/>
                </a:lnTo>
                <a:lnTo>
                  <a:pt x="229135" y="115962"/>
                </a:lnTo>
                <a:lnTo>
                  <a:pt x="228792" y="115879"/>
                </a:lnTo>
                <a:lnTo>
                  <a:pt x="228458" y="115793"/>
                </a:lnTo>
                <a:lnTo>
                  <a:pt x="228132" y="115705"/>
                </a:lnTo>
                <a:lnTo>
                  <a:pt x="227816" y="115615"/>
                </a:lnTo>
                <a:lnTo>
                  <a:pt x="227508" y="115523"/>
                </a:lnTo>
                <a:lnTo>
                  <a:pt x="227210" y="115429"/>
                </a:lnTo>
                <a:lnTo>
                  <a:pt x="226920" y="115333"/>
                </a:lnTo>
                <a:lnTo>
                  <a:pt x="226639" y="115235"/>
                </a:lnTo>
                <a:lnTo>
                  <a:pt x="226367" y="115135"/>
                </a:lnTo>
                <a:lnTo>
                  <a:pt x="226104" y="115033"/>
                </a:lnTo>
                <a:lnTo>
                  <a:pt x="225850" y="114928"/>
                </a:lnTo>
                <a:lnTo>
                  <a:pt x="225604" y="114822"/>
                </a:lnTo>
                <a:lnTo>
                  <a:pt x="225368" y="114713"/>
                </a:lnTo>
                <a:lnTo>
                  <a:pt x="225140" y="114603"/>
                </a:lnTo>
                <a:lnTo>
                  <a:pt x="224922" y="114490"/>
                </a:lnTo>
                <a:lnTo>
                  <a:pt x="224712" y="114376"/>
                </a:lnTo>
                <a:lnTo>
                  <a:pt x="224511" y="114259"/>
                </a:lnTo>
                <a:lnTo>
                  <a:pt x="224319" y="114140"/>
                </a:lnTo>
                <a:lnTo>
                  <a:pt x="224136" y="114019"/>
                </a:lnTo>
                <a:lnTo>
                  <a:pt x="223962" y="113897"/>
                </a:lnTo>
                <a:lnTo>
                  <a:pt x="223797" y="113772"/>
                </a:lnTo>
                <a:lnTo>
                  <a:pt x="223640" y="113645"/>
                </a:lnTo>
                <a:lnTo>
                  <a:pt x="223492" y="113516"/>
                </a:lnTo>
                <a:lnTo>
                  <a:pt x="223349" y="113385"/>
                </a:lnTo>
                <a:lnTo>
                  <a:pt x="223213" y="113253"/>
                </a:lnTo>
                <a:lnTo>
                  <a:pt x="223083" y="113120"/>
                </a:lnTo>
                <a:lnTo>
                  <a:pt x="222960" y="112985"/>
                </a:lnTo>
                <a:lnTo>
                  <a:pt x="222843" y="112848"/>
                </a:lnTo>
                <a:lnTo>
                  <a:pt x="222732" y="112710"/>
                </a:lnTo>
                <a:lnTo>
                  <a:pt x="222628" y="112571"/>
                </a:lnTo>
                <a:lnTo>
                  <a:pt x="222529" y="112429"/>
                </a:lnTo>
                <a:lnTo>
                  <a:pt x="222438" y="112287"/>
                </a:lnTo>
                <a:lnTo>
                  <a:pt x="222352" y="112142"/>
                </a:lnTo>
                <a:lnTo>
                  <a:pt x="222273" y="111996"/>
                </a:lnTo>
                <a:lnTo>
                  <a:pt x="222200" y="111849"/>
                </a:lnTo>
                <a:lnTo>
                  <a:pt x="222134" y="111700"/>
                </a:lnTo>
                <a:lnTo>
                  <a:pt x="222074" y="111549"/>
                </a:lnTo>
                <a:lnTo>
                  <a:pt x="222020" y="111397"/>
                </a:lnTo>
                <a:lnTo>
                  <a:pt x="221972" y="111244"/>
                </a:lnTo>
                <a:lnTo>
                  <a:pt x="221931" y="111089"/>
                </a:lnTo>
                <a:lnTo>
                  <a:pt x="221896" y="110932"/>
                </a:lnTo>
                <a:lnTo>
                  <a:pt x="221868" y="110773"/>
                </a:lnTo>
                <a:lnTo>
                  <a:pt x="221846" y="110614"/>
                </a:lnTo>
                <a:lnTo>
                  <a:pt x="221830" y="110452"/>
                </a:lnTo>
                <a:lnTo>
                  <a:pt x="221821" y="110289"/>
                </a:lnTo>
                <a:lnTo>
                  <a:pt x="221817" y="110125"/>
                </a:lnTo>
                <a:lnTo>
                  <a:pt x="221823" y="109886"/>
                </a:lnTo>
                <a:lnTo>
                  <a:pt x="221839" y="109649"/>
                </a:lnTo>
                <a:lnTo>
                  <a:pt x="221865" y="109414"/>
                </a:lnTo>
                <a:lnTo>
                  <a:pt x="221902" y="109181"/>
                </a:lnTo>
                <a:lnTo>
                  <a:pt x="221950" y="108950"/>
                </a:lnTo>
                <a:lnTo>
                  <a:pt x="222008" y="108721"/>
                </a:lnTo>
                <a:lnTo>
                  <a:pt x="222077" y="108494"/>
                </a:lnTo>
                <a:lnTo>
                  <a:pt x="222157" y="108268"/>
                </a:lnTo>
                <a:lnTo>
                  <a:pt x="222247" y="108045"/>
                </a:lnTo>
                <a:lnTo>
                  <a:pt x="222348" y="107823"/>
                </a:lnTo>
                <a:lnTo>
                  <a:pt x="222459" y="107604"/>
                </a:lnTo>
                <a:lnTo>
                  <a:pt x="222581" y="107386"/>
                </a:lnTo>
                <a:lnTo>
                  <a:pt x="222714" y="107170"/>
                </a:lnTo>
                <a:lnTo>
                  <a:pt x="222857" y="106956"/>
                </a:lnTo>
                <a:lnTo>
                  <a:pt x="223011" y="106744"/>
                </a:lnTo>
                <a:lnTo>
                  <a:pt x="223175" y="106534"/>
                </a:lnTo>
                <a:lnTo>
                  <a:pt x="223350" y="106325"/>
                </a:lnTo>
                <a:lnTo>
                  <a:pt x="223536" y="106119"/>
                </a:lnTo>
                <a:lnTo>
                  <a:pt x="223732" y="105914"/>
                </a:lnTo>
                <a:lnTo>
                  <a:pt x="223939" y="105712"/>
                </a:lnTo>
                <a:lnTo>
                  <a:pt x="224156" y="105511"/>
                </a:lnTo>
                <a:lnTo>
                  <a:pt x="224384" y="105313"/>
                </a:lnTo>
                <a:lnTo>
                  <a:pt x="224623" y="105116"/>
                </a:lnTo>
                <a:lnTo>
                  <a:pt x="224872" y="104921"/>
                </a:lnTo>
                <a:lnTo>
                  <a:pt x="225130" y="104728"/>
                </a:lnTo>
                <a:lnTo>
                  <a:pt x="225396" y="104538"/>
                </a:lnTo>
                <a:lnTo>
                  <a:pt x="225670" y="104351"/>
                </a:lnTo>
                <a:lnTo>
                  <a:pt x="225951" y="104167"/>
                </a:lnTo>
                <a:lnTo>
                  <a:pt x="226239" y="103986"/>
                </a:lnTo>
                <a:lnTo>
                  <a:pt x="226535" y="103808"/>
                </a:lnTo>
                <a:lnTo>
                  <a:pt x="226838" y="103633"/>
                </a:lnTo>
                <a:lnTo>
                  <a:pt x="227149" y="103460"/>
                </a:lnTo>
                <a:lnTo>
                  <a:pt x="227468" y="103291"/>
                </a:lnTo>
                <a:lnTo>
                  <a:pt x="227794" y="103125"/>
                </a:lnTo>
                <a:lnTo>
                  <a:pt x="228128" y="102961"/>
                </a:lnTo>
                <a:lnTo>
                  <a:pt x="228469" y="102801"/>
                </a:lnTo>
                <a:lnTo>
                  <a:pt x="228817" y="102643"/>
                </a:lnTo>
                <a:lnTo>
                  <a:pt x="229174" y="102488"/>
                </a:lnTo>
                <a:lnTo>
                  <a:pt x="229537" y="102336"/>
                </a:lnTo>
                <a:lnTo>
                  <a:pt x="229909" y="102188"/>
                </a:lnTo>
                <a:lnTo>
                  <a:pt x="230287" y="102042"/>
                </a:lnTo>
                <a:lnTo>
                  <a:pt x="230674" y="101899"/>
                </a:lnTo>
                <a:lnTo>
                  <a:pt x="230754" y="101870"/>
                </a:lnTo>
                <a:lnTo>
                  <a:pt x="231102" y="101989"/>
                </a:lnTo>
                <a:lnTo>
                  <a:pt x="231894" y="102240"/>
                </a:lnTo>
                <a:lnTo>
                  <a:pt x="232698" y="102474"/>
                </a:lnTo>
                <a:lnTo>
                  <a:pt x="233515" y="102692"/>
                </a:lnTo>
                <a:lnTo>
                  <a:pt x="234344" y="102894"/>
                </a:lnTo>
                <a:lnTo>
                  <a:pt x="235186" y="103080"/>
                </a:lnTo>
                <a:lnTo>
                  <a:pt x="236040" y="103250"/>
                </a:lnTo>
                <a:lnTo>
                  <a:pt x="236907" y="103404"/>
                </a:lnTo>
                <a:lnTo>
                  <a:pt x="237786" y="103541"/>
                </a:lnTo>
                <a:lnTo>
                  <a:pt x="238678" y="103662"/>
                </a:lnTo>
                <a:lnTo>
                  <a:pt x="239582" y="103767"/>
                </a:lnTo>
                <a:lnTo>
                  <a:pt x="240499" y="103856"/>
                </a:lnTo>
                <a:lnTo>
                  <a:pt x="241428" y="103929"/>
                </a:lnTo>
                <a:lnTo>
                  <a:pt x="242370" y="103986"/>
                </a:lnTo>
                <a:lnTo>
                  <a:pt x="243324" y="104026"/>
                </a:lnTo>
                <a:lnTo>
                  <a:pt x="244291" y="104050"/>
                </a:lnTo>
                <a:lnTo>
                  <a:pt x="245270" y="104058"/>
                </a:lnTo>
                <a:lnTo>
                  <a:pt x="246305" y="104051"/>
                </a:lnTo>
                <a:lnTo>
                  <a:pt x="247326" y="104027"/>
                </a:lnTo>
                <a:lnTo>
                  <a:pt x="248332" y="103987"/>
                </a:lnTo>
                <a:lnTo>
                  <a:pt x="249324" y="103932"/>
                </a:lnTo>
                <a:lnTo>
                  <a:pt x="250300" y="103861"/>
                </a:lnTo>
                <a:lnTo>
                  <a:pt x="251262" y="103774"/>
                </a:lnTo>
                <a:lnTo>
                  <a:pt x="252210" y="103671"/>
                </a:lnTo>
                <a:lnTo>
                  <a:pt x="253142" y="103552"/>
                </a:lnTo>
                <a:lnTo>
                  <a:pt x="254060" y="103418"/>
                </a:lnTo>
                <a:lnTo>
                  <a:pt x="254963" y="103267"/>
                </a:lnTo>
                <a:lnTo>
                  <a:pt x="255852" y="103101"/>
                </a:lnTo>
                <a:lnTo>
                  <a:pt x="256725" y="102919"/>
                </a:lnTo>
                <a:lnTo>
                  <a:pt x="257584" y="102721"/>
                </a:lnTo>
                <a:lnTo>
                  <a:pt x="258428" y="102508"/>
                </a:lnTo>
                <a:lnTo>
                  <a:pt x="259258" y="102278"/>
                </a:lnTo>
                <a:lnTo>
                  <a:pt x="260073" y="102033"/>
                </a:lnTo>
                <a:lnTo>
                  <a:pt x="260873" y="101772"/>
                </a:lnTo>
                <a:lnTo>
                  <a:pt x="261658" y="101495"/>
                </a:lnTo>
                <a:lnTo>
                  <a:pt x="262429" y="101202"/>
                </a:lnTo>
                <a:lnTo>
                  <a:pt x="263185" y="100894"/>
                </a:lnTo>
                <a:lnTo>
                  <a:pt x="263926" y="100569"/>
                </a:lnTo>
                <a:lnTo>
                  <a:pt x="264653" y="100229"/>
                </a:lnTo>
                <a:lnTo>
                  <a:pt x="265365" y="99873"/>
                </a:lnTo>
                <a:lnTo>
                  <a:pt x="266062" y="99501"/>
                </a:lnTo>
                <a:lnTo>
                  <a:pt x="266744" y="99116"/>
                </a:lnTo>
                <a:lnTo>
                  <a:pt x="267412" y="98721"/>
                </a:lnTo>
                <a:lnTo>
                  <a:pt x="268066" y="98315"/>
                </a:lnTo>
                <a:lnTo>
                  <a:pt x="268705" y="97898"/>
                </a:lnTo>
                <a:lnTo>
                  <a:pt x="269329" y="97472"/>
                </a:lnTo>
                <a:lnTo>
                  <a:pt x="269939" y="97034"/>
                </a:lnTo>
                <a:lnTo>
                  <a:pt x="270534" y="96587"/>
                </a:lnTo>
                <a:lnTo>
                  <a:pt x="271115" y="96129"/>
                </a:lnTo>
                <a:lnTo>
                  <a:pt x="271681" y="95660"/>
                </a:lnTo>
                <a:lnTo>
                  <a:pt x="272233" y="95181"/>
                </a:lnTo>
                <a:lnTo>
                  <a:pt x="272770" y="94692"/>
                </a:lnTo>
                <a:lnTo>
                  <a:pt x="273292" y="94192"/>
                </a:lnTo>
                <a:lnTo>
                  <a:pt x="273800" y="93682"/>
                </a:lnTo>
                <a:lnTo>
                  <a:pt x="274294" y="93161"/>
                </a:lnTo>
                <a:lnTo>
                  <a:pt x="274773" y="92630"/>
                </a:lnTo>
                <a:lnTo>
                  <a:pt x="275237" y="92089"/>
                </a:lnTo>
                <a:lnTo>
                  <a:pt x="275687" y="91537"/>
                </a:lnTo>
                <a:lnTo>
                  <a:pt x="276122" y="90974"/>
                </a:lnTo>
                <a:lnTo>
                  <a:pt x="276543" y="90401"/>
                </a:lnTo>
                <a:lnTo>
                  <a:pt x="276949" y="89818"/>
                </a:lnTo>
                <a:lnTo>
                  <a:pt x="277341" y="89224"/>
                </a:lnTo>
                <a:lnTo>
                  <a:pt x="277718" y="88620"/>
                </a:lnTo>
                <a:lnTo>
                  <a:pt x="278081" y="88006"/>
                </a:lnTo>
                <a:lnTo>
                  <a:pt x="278429" y="87381"/>
                </a:lnTo>
                <a:lnTo>
                  <a:pt x="278762" y="86748"/>
                </a:lnTo>
                <a:lnTo>
                  <a:pt x="279082" y="86110"/>
                </a:lnTo>
                <a:lnTo>
                  <a:pt x="279387" y="85467"/>
                </a:lnTo>
                <a:lnTo>
                  <a:pt x="279678" y="84819"/>
                </a:lnTo>
                <a:lnTo>
                  <a:pt x="279955" y="84166"/>
                </a:lnTo>
                <a:lnTo>
                  <a:pt x="280218" y="83508"/>
                </a:lnTo>
                <a:lnTo>
                  <a:pt x="280466" y="82845"/>
                </a:lnTo>
                <a:lnTo>
                  <a:pt x="280701" y="82177"/>
                </a:lnTo>
                <a:lnTo>
                  <a:pt x="280921" y="81504"/>
                </a:lnTo>
                <a:lnTo>
                  <a:pt x="281127" y="80826"/>
                </a:lnTo>
                <a:lnTo>
                  <a:pt x="281318" y="80143"/>
                </a:lnTo>
                <a:lnTo>
                  <a:pt x="281496" y="79455"/>
                </a:lnTo>
                <a:lnTo>
                  <a:pt x="281659" y="78762"/>
                </a:lnTo>
                <a:lnTo>
                  <a:pt x="281808" y="78064"/>
                </a:lnTo>
                <a:lnTo>
                  <a:pt x="281943" y="77360"/>
                </a:lnTo>
                <a:lnTo>
                  <a:pt x="282064" y="76652"/>
                </a:lnTo>
                <a:lnTo>
                  <a:pt x="282170" y="75939"/>
                </a:lnTo>
                <a:lnTo>
                  <a:pt x="282263" y="75220"/>
                </a:lnTo>
                <a:lnTo>
                  <a:pt x="282341" y="74497"/>
                </a:lnTo>
                <a:lnTo>
                  <a:pt x="282405" y="73768"/>
                </a:lnTo>
                <a:lnTo>
                  <a:pt x="282454" y="73035"/>
                </a:lnTo>
                <a:lnTo>
                  <a:pt x="282490" y="72296"/>
                </a:lnTo>
                <a:lnTo>
                  <a:pt x="282511" y="71553"/>
                </a:lnTo>
                <a:lnTo>
                  <a:pt x="282518" y="70804"/>
                </a:lnTo>
                <a:lnTo>
                  <a:pt x="282511" y="70031"/>
                </a:lnTo>
                <a:lnTo>
                  <a:pt x="282490" y="69264"/>
                </a:lnTo>
                <a:lnTo>
                  <a:pt x="282455" y="68502"/>
                </a:lnTo>
                <a:lnTo>
                  <a:pt x="282406" y="67746"/>
                </a:lnTo>
                <a:lnTo>
                  <a:pt x="282343" y="66997"/>
                </a:lnTo>
                <a:lnTo>
                  <a:pt x="282266" y="66253"/>
                </a:lnTo>
                <a:lnTo>
                  <a:pt x="282174" y="65515"/>
                </a:lnTo>
                <a:lnTo>
                  <a:pt x="282069" y="64783"/>
                </a:lnTo>
                <a:lnTo>
                  <a:pt x="281950" y="64057"/>
                </a:lnTo>
                <a:lnTo>
                  <a:pt x="281817" y="63337"/>
                </a:lnTo>
                <a:lnTo>
                  <a:pt x="281669" y="62623"/>
                </a:lnTo>
                <a:lnTo>
                  <a:pt x="281508" y="61915"/>
                </a:lnTo>
                <a:lnTo>
                  <a:pt x="281333" y="61212"/>
                </a:lnTo>
                <a:lnTo>
                  <a:pt x="281143" y="60516"/>
                </a:lnTo>
                <a:lnTo>
                  <a:pt x="280940" y="59826"/>
                </a:lnTo>
                <a:lnTo>
                  <a:pt x="280723" y="59141"/>
                </a:lnTo>
                <a:lnTo>
                  <a:pt x="280491" y="58462"/>
                </a:lnTo>
                <a:lnTo>
                  <a:pt x="280246" y="57789"/>
                </a:lnTo>
                <a:lnTo>
                  <a:pt x="279986" y="57123"/>
                </a:lnTo>
                <a:lnTo>
                  <a:pt x="279712" y="56462"/>
                </a:lnTo>
                <a:lnTo>
                  <a:pt x="279425" y="55807"/>
                </a:lnTo>
                <a:lnTo>
                  <a:pt x="279123" y="55157"/>
                </a:lnTo>
                <a:lnTo>
                  <a:pt x="278808" y="54514"/>
                </a:lnTo>
                <a:lnTo>
                  <a:pt x="278478" y="53877"/>
                </a:lnTo>
                <a:lnTo>
                  <a:pt x="278134" y="53248"/>
                </a:lnTo>
                <a:lnTo>
                  <a:pt x="277776" y="52629"/>
                </a:lnTo>
                <a:lnTo>
                  <a:pt x="277403" y="52022"/>
                </a:lnTo>
                <a:lnTo>
                  <a:pt x="277016" y="51425"/>
                </a:lnTo>
                <a:lnTo>
                  <a:pt x="276615" y="50839"/>
                </a:lnTo>
                <a:lnTo>
                  <a:pt x="276199" y="50264"/>
                </a:lnTo>
                <a:lnTo>
                  <a:pt x="275769" y="49699"/>
                </a:lnTo>
                <a:lnTo>
                  <a:pt x="275325" y="49146"/>
                </a:lnTo>
                <a:lnTo>
                  <a:pt x="274866" y="48603"/>
                </a:lnTo>
                <a:lnTo>
                  <a:pt x="274393" y="48071"/>
                </a:lnTo>
                <a:lnTo>
                  <a:pt x="273905" y="47550"/>
                </a:lnTo>
                <a:lnTo>
                  <a:pt x="273403" y="47039"/>
                </a:lnTo>
                <a:lnTo>
                  <a:pt x="272887" y="46539"/>
                </a:lnTo>
                <a:lnTo>
                  <a:pt x="272356" y="46051"/>
                </a:lnTo>
                <a:lnTo>
                  <a:pt x="271880" y="45633"/>
                </a:lnTo>
                <a:lnTo>
                  <a:pt x="271910" y="45597"/>
                </a:lnTo>
                <a:lnTo>
                  <a:pt x="272255" y="45202"/>
                </a:lnTo>
                <a:lnTo>
                  <a:pt x="272606" y="44823"/>
                </a:lnTo>
                <a:lnTo>
                  <a:pt x="272965" y="44458"/>
                </a:lnTo>
                <a:close/>
                <a:moveTo>
                  <a:pt x="242436" y="92672"/>
                </a:moveTo>
                <a:lnTo>
                  <a:pt x="241769" y="92586"/>
                </a:lnTo>
                <a:lnTo>
                  <a:pt x="241110" y="92481"/>
                </a:lnTo>
                <a:lnTo>
                  <a:pt x="240457" y="92357"/>
                </a:lnTo>
                <a:lnTo>
                  <a:pt x="239812" y="92213"/>
                </a:lnTo>
                <a:lnTo>
                  <a:pt x="239174" y="92051"/>
                </a:lnTo>
                <a:lnTo>
                  <a:pt x="238542" y="91870"/>
                </a:lnTo>
                <a:lnTo>
                  <a:pt x="237918" y="91669"/>
                </a:lnTo>
                <a:lnTo>
                  <a:pt x="237300" y="91449"/>
                </a:lnTo>
                <a:lnTo>
                  <a:pt x="236690" y="91210"/>
                </a:lnTo>
                <a:lnTo>
                  <a:pt x="236087" y="90952"/>
                </a:lnTo>
                <a:lnTo>
                  <a:pt x="235491" y="90675"/>
                </a:lnTo>
                <a:lnTo>
                  <a:pt x="234901" y="90379"/>
                </a:lnTo>
                <a:lnTo>
                  <a:pt x="234319" y="90064"/>
                </a:lnTo>
                <a:lnTo>
                  <a:pt x="233744" y="89730"/>
                </a:lnTo>
                <a:lnTo>
                  <a:pt x="233176" y="89376"/>
                </a:lnTo>
                <a:lnTo>
                  <a:pt x="232614" y="89003"/>
                </a:lnTo>
                <a:lnTo>
                  <a:pt x="232060" y="88612"/>
                </a:lnTo>
                <a:lnTo>
                  <a:pt x="231513" y="88201"/>
                </a:lnTo>
                <a:lnTo>
                  <a:pt x="230973" y="87771"/>
                </a:lnTo>
                <a:lnTo>
                  <a:pt x="230440" y="87322"/>
                </a:lnTo>
                <a:lnTo>
                  <a:pt x="229921" y="86853"/>
                </a:lnTo>
                <a:lnTo>
                  <a:pt x="229424" y="86365"/>
                </a:lnTo>
                <a:lnTo>
                  <a:pt x="228950" y="85858"/>
                </a:lnTo>
                <a:lnTo>
                  <a:pt x="228498" y="85331"/>
                </a:lnTo>
                <a:lnTo>
                  <a:pt x="228067" y="84785"/>
                </a:lnTo>
                <a:lnTo>
                  <a:pt x="227659" y="84219"/>
                </a:lnTo>
                <a:lnTo>
                  <a:pt x="227273" y="83633"/>
                </a:lnTo>
                <a:lnTo>
                  <a:pt x="226909" y="83029"/>
                </a:lnTo>
                <a:lnTo>
                  <a:pt x="226567" y="82404"/>
                </a:lnTo>
                <a:lnTo>
                  <a:pt x="226247" y="81761"/>
                </a:lnTo>
                <a:lnTo>
                  <a:pt x="225949" y="81098"/>
                </a:lnTo>
                <a:lnTo>
                  <a:pt x="225673" y="80415"/>
                </a:lnTo>
                <a:lnTo>
                  <a:pt x="225419" y="79713"/>
                </a:lnTo>
                <a:lnTo>
                  <a:pt x="225187" y="78991"/>
                </a:lnTo>
                <a:lnTo>
                  <a:pt x="224978" y="78250"/>
                </a:lnTo>
                <a:lnTo>
                  <a:pt x="224790" y="77490"/>
                </a:lnTo>
                <a:lnTo>
                  <a:pt x="224624" y="76710"/>
                </a:lnTo>
                <a:lnTo>
                  <a:pt x="224481" y="75911"/>
                </a:lnTo>
                <a:lnTo>
                  <a:pt x="224360" y="75092"/>
                </a:lnTo>
                <a:lnTo>
                  <a:pt x="224260" y="74253"/>
                </a:lnTo>
                <a:lnTo>
                  <a:pt x="224183" y="73396"/>
                </a:lnTo>
                <a:lnTo>
                  <a:pt x="224128" y="72519"/>
                </a:lnTo>
                <a:lnTo>
                  <a:pt x="224095" y="71622"/>
                </a:lnTo>
                <a:lnTo>
                  <a:pt x="224084" y="70706"/>
                </a:lnTo>
                <a:lnTo>
                  <a:pt x="224094" y="69798"/>
                </a:lnTo>
                <a:lnTo>
                  <a:pt x="224127" y="68908"/>
                </a:lnTo>
                <a:lnTo>
                  <a:pt x="224180" y="68037"/>
                </a:lnTo>
                <a:lnTo>
                  <a:pt x="224255" y="67185"/>
                </a:lnTo>
                <a:lnTo>
                  <a:pt x="224351" y="66351"/>
                </a:lnTo>
                <a:lnTo>
                  <a:pt x="224469" y="65536"/>
                </a:lnTo>
                <a:lnTo>
                  <a:pt x="224608" y="64739"/>
                </a:lnTo>
                <a:lnTo>
                  <a:pt x="224768" y="63961"/>
                </a:lnTo>
                <a:lnTo>
                  <a:pt x="224950" y="63202"/>
                </a:lnTo>
                <a:lnTo>
                  <a:pt x="225153" y="62461"/>
                </a:lnTo>
                <a:lnTo>
                  <a:pt x="225378" y="61739"/>
                </a:lnTo>
                <a:lnTo>
                  <a:pt x="225623" y="61035"/>
                </a:lnTo>
                <a:lnTo>
                  <a:pt x="225891" y="60350"/>
                </a:lnTo>
                <a:lnTo>
                  <a:pt x="226179" y="59683"/>
                </a:lnTo>
                <a:lnTo>
                  <a:pt x="226490" y="59035"/>
                </a:lnTo>
                <a:lnTo>
                  <a:pt x="226821" y="58406"/>
                </a:lnTo>
                <a:lnTo>
                  <a:pt x="227174" y="57795"/>
                </a:lnTo>
                <a:lnTo>
                  <a:pt x="227548" y="57203"/>
                </a:lnTo>
                <a:lnTo>
                  <a:pt x="227944" y="56629"/>
                </a:lnTo>
                <a:lnTo>
                  <a:pt x="228361" y="56074"/>
                </a:lnTo>
                <a:lnTo>
                  <a:pt x="228799" y="55538"/>
                </a:lnTo>
                <a:lnTo>
                  <a:pt x="229259" y="55020"/>
                </a:lnTo>
                <a:lnTo>
                  <a:pt x="229740" y="54521"/>
                </a:lnTo>
                <a:lnTo>
                  <a:pt x="230243" y="54040"/>
                </a:lnTo>
                <a:lnTo>
                  <a:pt x="230761" y="53578"/>
                </a:lnTo>
                <a:lnTo>
                  <a:pt x="231291" y="53137"/>
                </a:lnTo>
                <a:lnTo>
                  <a:pt x="231832" y="52714"/>
                </a:lnTo>
                <a:lnTo>
                  <a:pt x="232384" y="52312"/>
                </a:lnTo>
                <a:lnTo>
                  <a:pt x="232948" y="51929"/>
                </a:lnTo>
                <a:lnTo>
                  <a:pt x="233522" y="51565"/>
                </a:lnTo>
                <a:lnTo>
                  <a:pt x="234108" y="51221"/>
                </a:lnTo>
                <a:lnTo>
                  <a:pt x="234704" y="50897"/>
                </a:lnTo>
                <a:lnTo>
                  <a:pt x="235312" y="50593"/>
                </a:lnTo>
                <a:lnTo>
                  <a:pt x="235931" y="50308"/>
                </a:lnTo>
                <a:lnTo>
                  <a:pt x="236561" y="50043"/>
                </a:lnTo>
                <a:lnTo>
                  <a:pt x="237202" y="49797"/>
                </a:lnTo>
                <a:lnTo>
                  <a:pt x="237854" y="49572"/>
                </a:lnTo>
                <a:lnTo>
                  <a:pt x="238518" y="49365"/>
                </a:lnTo>
                <a:lnTo>
                  <a:pt x="239192" y="49179"/>
                </a:lnTo>
                <a:lnTo>
                  <a:pt x="239878" y="49012"/>
                </a:lnTo>
                <a:lnTo>
                  <a:pt x="240574" y="48864"/>
                </a:lnTo>
                <a:lnTo>
                  <a:pt x="241282" y="48737"/>
                </a:lnTo>
                <a:lnTo>
                  <a:pt x="242001" y="48629"/>
                </a:lnTo>
                <a:lnTo>
                  <a:pt x="242731" y="48540"/>
                </a:lnTo>
                <a:lnTo>
                  <a:pt x="243472" y="48472"/>
                </a:lnTo>
                <a:lnTo>
                  <a:pt x="244225" y="48423"/>
                </a:lnTo>
                <a:lnTo>
                  <a:pt x="244988" y="48393"/>
                </a:lnTo>
                <a:lnTo>
                  <a:pt x="245763" y="48383"/>
                </a:lnTo>
                <a:lnTo>
                  <a:pt x="246553" y="48393"/>
                </a:lnTo>
                <a:lnTo>
                  <a:pt x="247330" y="48421"/>
                </a:lnTo>
                <a:lnTo>
                  <a:pt x="248094" y="48469"/>
                </a:lnTo>
                <a:lnTo>
                  <a:pt x="248845" y="48536"/>
                </a:lnTo>
                <a:lnTo>
                  <a:pt x="249583" y="48622"/>
                </a:lnTo>
                <a:lnTo>
                  <a:pt x="250308" y="48727"/>
                </a:lnTo>
                <a:lnTo>
                  <a:pt x="251020" y="48852"/>
                </a:lnTo>
                <a:lnTo>
                  <a:pt x="251719" y="48995"/>
                </a:lnTo>
                <a:lnTo>
                  <a:pt x="252405" y="49158"/>
                </a:lnTo>
                <a:lnTo>
                  <a:pt x="253078" y="49339"/>
                </a:lnTo>
                <a:lnTo>
                  <a:pt x="253738" y="49540"/>
                </a:lnTo>
                <a:lnTo>
                  <a:pt x="254385" y="49760"/>
                </a:lnTo>
                <a:lnTo>
                  <a:pt x="255019" y="49999"/>
                </a:lnTo>
                <a:lnTo>
                  <a:pt x="255640" y="50257"/>
                </a:lnTo>
                <a:lnTo>
                  <a:pt x="256248" y="50534"/>
                </a:lnTo>
                <a:lnTo>
                  <a:pt x="256843" y="50830"/>
                </a:lnTo>
                <a:lnTo>
                  <a:pt x="257425" y="51146"/>
                </a:lnTo>
                <a:lnTo>
                  <a:pt x="257994" y="51480"/>
                </a:lnTo>
                <a:lnTo>
                  <a:pt x="258550" y="51834"/>
                </a:lnTo>
                <a:lnTo>
                  <a:pt x="259093" y="52207"/>
                </a:lnTo>
                <a:lnTo>
                  <a:pt x="259623" y="52599"/>
                </a:lnTo>
                <a:lnTo>
                  <a:pt x="260140" y="53010"/>
                </a:lnTo>
                <a:lnTo>
                  <a:pt x="260644" y="53440"/>
                </a:lnTo>
                <a:lnTo>
                  <a:pt x="261135" y="53889"/>
                </a:lnTo>
                <a:lnTo>
                  <a:pt x="261609" y="54358"/>
                </a:lnTo>
                <a:lnTo>
                  <a:pt x="262064" y="54847"/>
                </a:lnTo>
                <a:lnTo>
                  <a:pt x="262498" y="55357"/>
                </a:lnTo>
                <a:lnTo>
                  <a:pt x="262911" y="55888"/>
                </a:lnTo>
                <a:lnTo>
                  <a:pt x="263305" y="56439"/>
                </a:lnTo>
                <a:lnTo>
                  <a:pt x="263678" y="57010"/>
                </a:lnTo>
                <a:lnTo>
                  <a:pt x="264032" y="57602"/>
                </a:lnTo>
                <a:lnTo>
                  <a:pt x="264365" y="58215"/>
                </a:lnTo>
                <a:lnTo>
                  <a:pt x="264678" y="58848"/>
                </a:lnTo>
                <a:lnTo>
                  <a:pt x="264970" y="59501"/>
                </a:lnTo>
                <a:lnTo>
                  <a:pt x="265243" y="60175"/>
                </a:lnTo>
                <a:lnTo>
                  <a:pt x="265495" y="60870"/>
                </a:lnTo>
                <a:lnTo>
                  <a:pt x="265727" y="61585"/>
                </a:lnTo>
                <a:lnTo>
                  <a:pt x="265939" y="62321"/>
                </a:lnTo>
                <a:lnTo>
                  <a:pt x="266131" y="63077"/>
                </a:lnTo>
                <a:lnTo>
                  <a:pt x="266303" y="63854"/>
                </a:lnTo>
                <a:lnTo>
                  <a:pt x="266454" y="64651"/>
                </a:lnTo>
                <a:lnTo>
                  <a:pt x="266585" y="65469"/>
                </a:lnTo>
                <a:lnTo>
                  <a:pt x="266696" y="66308"/>
                </a:lnTo>
                <a:lnTo>
                  <a:pt x="266787" y="67166"/>
                </a:lnTo>
                <a:lnTo>
                  <a:pt x="266858" y="68046"/>
                </a:lnTo>
                <a:lnTo>
                  <a:pt x="266908" y="68946"/>
                </a:lnTo>
                <a:lnTo>
                  <a:pt x="266939" y="69866"/>
                </a:lnTo>
                <a:lnTo>
                  <a:pt x="266949" y="70807"/>
                </a:lnTo>
                <a:lnTo>
                  <a:pt x="266938" y="71707"/>
                </a:lnTo>
                <a:lnTo>
                  <a:pt x="266906" y="72588"/>
                </a:lnTo>
                <a:lnTo>
                  <a:pt x="266853" y="73450"/>
                </a:lnTo>
                <a:lnTo>
                  <a:pt x="266778" y="74294"/>
                </a:lnTo>
                <a:lnTo>
                  <a:pt x="266681" y="75120"/>
                </a:lnTo>
                <a:lnTo>
                  <a:pt x="266564" y="75926"/>
                </a:lnTo>
                <a:lnTo>
                  <a:pt x="266425" y="76715"/>
                </a:lnTo>
                <a:lnTo>
                  <a:pt x="266264" y="77484"/>
                </a:lnTo>
                <a:lnTo>
                  <a:pt x="266083" y="78235"/>
                </a:lnTo>
                <a:lnTo>
                  <a:pt x="265880" y="78967"/>
                </a:lnTo>
                <a:lnTo>
                  <a:pt x="265655" y="79681"/>
                </a:lnTo>
                <a:lnTo>
                  <a:pt x="265409" y="80376"/>
                </a:lnTo>
                <a:lnTo>
                  <a:pt x="265142" y="81053"/>
                </a:lnTo>
                <a:lnTo>
                  <a:pt x="264853" y="81711"/>
                </a:lnTo>
                <a:lnTo>
                  <a:pt x="264543" y="82351"/>
                </a:lnTo>
                <a:lnTo>
                  <a:pt x="264212" y="82972"/>
                </a:lnTo>
                <a:lnTo>
                  <a:pt x="263859" y="83574"/>
                </a:lnTo>
                <a:lnTo>
                  <a:pt x="263484" y="84158"/>
                </a:lnTo>
                <a:lnTo>
                  <a:pt x="263089" y="84723"/>
                </a:lnTo>
                <a:lnTo>
                  <a:pt x="262672" y="85269"/>
                </a:lnTo>
                <a:lnTo>
                  <a:pt x="262233" y="85797"/>
                </a:lnTo>
                <a:lnTo>
                  <a:pt x="261774" y="86307"/>
                </a:lnTo>
                <a:lnTo>
                  <a:pt x="261293" y="86797"/>
                </a:lnTo>
                <a:lnTo>
                  <a:pt x="260790" y="87270"/>
                </a:lnTo>
                <a:lnTo>
                  <a:pt x="260271" y="87723"/>
                </a:lnTo>
                <a:lnTo>
                  <a:pt x="259741" y="88157"/>
                </a:lnTo>
                <a:lnTo>
                  <a:pt x="259199" y="88572"/>
                </a:lnTo>
                <a:lnTo>
                  <a:pt x="258645" y="88967"/>
                </a:lnTo>
                <a:lnTo>
                  <a:pt x="258081" y="89343"/>
                </a:lnTo>
                <a:lnTo>
                  <a:pt x="257504" y="89700"/>
                </a:lnTo>
                <a:lnTo>
                  <a:pt x="256917" y="90038"/>
                </a:lnTo>
                <a:lnTo>
                  <a:pt x="256317" y="90356"/>
                </a:lnTo>
                <a:lnTo>
                  <a:pt x="255707" y="90655"/>
                </a:lnTo>
                <a:lnTo>
                  <a:pt x="255085" y="90935"/>
                </a:lnTo>
                <a:lnTo>
                  <a:pt x="254451" y="91195"/>
                </a:lnTo>
                <a:lnTo>
                  <a:pt x="253806" y="91436"/>
                </a:lnTo>
                <a:lnTo>
                  <a:pt x="253149" y="91658"/>
                </a:lnTo>
                <a:lnTo>
                  <a:pt x="252482" y="91860"/>
                </a:lnTo>
                <a:lnTo>
                  <a:pt x="251802" y="92044"/>
                </a:lnTo>
                <a:lnTo>
                  <a:pt x="251111" y="92208"/>
                </a:lnTo>
                <a:lnTo>
                  <a:pt x="250409" y="92352"/>
                </a:lnTo>
                <a:lnTo>
                  <a:pt x="249695" y="92478"/>
                </a:lnTo>
                <a:lnTo>
                  <a:pt x="248970" y="92584"/>
                </a:lnTo>
                <a:lnTo>
                  <a:pt x="248233" y="92671"/>
                </a:lnTo>
                <a:lnTo>
                  <a:pt x="247485" y="92738"/>
                </a:lnTo>
                <a:lnTo>
                  <a:pt x="246725" y="92786"/>
                </a:lnTo>
                <a:lnTo>
                  <a:pt x="245954" y="92815"/>
                </a:lnTo>
                <a:lnTo>
                  <a:pt x="245171" y="92825"/>
                </a:lnTo>
                <a:lnTo>
                  <a:pt x="244477" y="92815"/>
                </a:lnTo>
                <a:lnTo>
                  <a:pt x="243789" y="92787"/>
                </a:lnTo>
                <a:lnTo>
                  <a:pt x="243109" y="92739"/>
                </a:lnTo>
                <a:lnTo>
                  <a:pt x="242436" y="92672"/>
                </a:lnTo>
                <a:close/>
                <a:moveTo>
                  <a:pt x="240419" y="161208"/>
                </a:moveTo>
                <a:lnTo>
                  <a:pt x="239376" y="161119"/>
                </a:lnTo>
                <a:lnTo>
                  <a:pt x="238362" y="161015"/>
                </a:lnTo>
                <a:lnTo>
                  <a:pt x="237376" y="160894"/>
                </a:lnTo>
                <a:lnTo>
                  <a:pt x="236418" y="160758"/>
                </a:lnTo>
                <a:lnTo>
                  <a:pt x="235489" y="160605"/>
                </a:lnTo>
                <a:lnTo>
                  <a:pt x="234588" y="160436"/>
                </a:lnTo>
                <a:lnTo>
                  <a:pt x="233716" y="160251"/>
                </a:lnTo>
                <a:lnTo>
                  <a:pt x="232872" y="160050"/>
                </a:lnTo>
                <a:lnTo>
                  <a:pt x="232057" y="159833"/>
                </a:lnTo>
                <a:lnTo>
                  <a:pt x="231270" y="159600"/>
                </a:lnTo>
                <a:lnTo>
                  <a:pt x="230511" y="159350"/>
                </a:lnTo>
                <a:lnTo>
                  <a:pt x="229780" y="159085"/>
                </a:lnTo>
                <a:lnTo>
                  <a:pt x="229079" y="158804"/>
                </a:lnTo>
                <a:lnTo>
                  <a:pt x="228405" y="158506"/>
                </a:lnTo>
                <a:lnTo>
                  <a:pt x="227760" y="158193"/>
                </a:lnTo>
                <a:lnTo>
                  <a:pt x="227143" y="157863"/>
                </a:lnTo>
                <a:lnTo>
                  <a:pt x="226555" y="157517"/>
                </a:lnTo>
                <a:lnTo>
                  <a:pt x="225995" y="157155"/>
                </a:lnTo>
                <a:lnTo>
                  <a:pt x="225463" y="156777"/>
                </a:lnTo>
                <a:lnTo>
                  <a:pt x="224957" y="156389"/>
                </a:lnTo>
                <a:lnTo>
                  <a:pt x="224472" y="155995"/>
                </a:lnTo>
                <a:lnTo>
                  <a:pt x="224008" y="155597"/>
                </a:lnTo>
                <a:lnTo>
                  <a:pt x="223566" y="155193"/>
                </a:lnTo>
                <a:lnTo>
                  <a:pt x="223146" y="154784"/>
                </a:lnTo>
                <a:lnTo>
                  <a:pt x="222747" y="154370"/>
                </a:lnTo>
                <a:lnTo>
                  <a:pt x="222370" y="153950"/>
                </a:lnTo>
                <a:lnTo>
                  <a:pt x="222014" y="153526"/>
                </a:lnTo>
                <a:lnTo>
                  <a:pt x="221680" y="153097"/>
                </a:lnTo>
                <a:lnTo>
                  <a:pt x="221368" y="152662"/>
                </a:lnTo>
                <a:lnTo>
                  <a:pt x="221077" y="152222"/>
                </a:lnTo>
                <a:lnTo>
                  <a:pt x="220807" y="151777"/>
                </a:lnTo>
                <a:lnTo>
                  <a:pt x="220559" y="151327"/>
                </a:lnTo>
                <a:lnTo>
                  <a:pt x="220333" y="150872"/>
                </a:lnTo>
                <a:lnTo>
                  <a:pt x="220128" y="150412"/>
                </a:lnTo>
                <a:lnTo>
                  <a:pt x="219945" y="149947"/>
                </a:lnTo>
                <a:lnTo>
                  <a:pt x="219783" y="149476"/>
                </a:lnTo>
                <a:lnTo>
                  <a:pt x="219643" y="149001"/>
                </a:lnTo>
                <a:lnTo>
                  <a:pt x="219525" y="148520"/>
                </a:lnTo>
                <a:lnTo>
                  <a:pt x="219428" y="148034"/>
                </a:lnTo>
                <a:lnTo>
                  <a:pt x="219352" y="147543"/>
                </a:lnTo>
                <a:lnTo>
                  <a:pt x="219298" y="147047"/>
                </a:lnTo>
                <a:lnTo>
                  <a:pt x="219266" y="146546"/>
                </a:lnTo>
                <a:lnTo>
                  <a:pt x="219255" y="146040"/>
                </a:lnTo>
                <a:lnTo>
                  <a:pt x="219262" y="145584"/>
                </a:lnTo>
                <a:lnTo>
                  <a:pt x="219281" y="145133"/>
                </a:lnTo>
                <a:lnTo>
                  <a:pt x="219312" y="144686"/>
                </a:lnTo>
                <a:lnTo>
                  <a:pt x="219357" y="144244"/>
                </a:lnTo>
                <a:lnTo>
                  <a:pt x="219414" y="143807"/>
                </a:lnTo>
                <a:lnTo>
                  <a:pt x="219483" y="143374"/>
                </a:lnTo>
                <a:lnTo>
                  <a:pt x="219565" y="142946"/>
                </a:lnTo>
                <a:lnTo>
                  <a:pt x="219660" y="142522"/>
                </a:lnTo>
                <a:lnTo>
                  <a:pt x="219768" y="142103"/>
                </a:lnTo>
                <a:lnTo>
                  <a:pt x="219888" y="141689"/>
                </a:lnTo>
                <a:lnTo>
                  <a:pt x="220021" y="141279"/>
                </a:lnTo>
                <a:lnTo>
                  <a:pt x="220167" y="140874"/>
                </a:lnTo>
                <a:lnTo>
                  <a:pt x="220325" y="140473"/>
                </a:lnTo>
                <a:lnTo>
                  <a:pt x="220496" y="140077"/>
                </a:lnTo>
                <a:lnTo>
                  <a:pt x="220680" y="139686"/>
                </a:lnTo>
                <a:lnTo>
                  <a:pt x="220876" y="139299"/>
                </a:lnTo>
                <a:lnTo>
                  <a:pt x="221085" y="138917"/>
                </a:lnTo>
                <a:lnTo>
                  <a:pt x="221306" y="138539"/>
                </a:lnTo>
                <a:lnTo>
                  <a:pt x="221540" y="138166"/>
                </a:lnTo>
                <a:lnTo>
                  <a:pt x="221787" y="137798"/>
                </a:lnTo>
                <a:lnTo>
                  <a:pt x="222047" y="137434"/>
                </a:lnTo>
                <a:lnTo>
                  <a:pt x="222319" y="137075"/>
                </a:lnTo>
                <a:lnTo>
                  <a:pt x="222604" y="136720"/>
                </a:lnTo>
                <a:lnTo>
                  <a:pt x="222901" y="136370"/>
                </a:lnTo>
                <a:lnTo>
                  <a:pt x="223210" y="136027"/>
                </a:lnTo>
                <a:lnTo>
                  <a:pt x="223530" y="135692"/>
                </a:lnTo>
                <a:lnTo>
                  <a:pt x="223861" y="135365"/>
                </a:lnTo>
                <a:lnTo>
                  <a:pt x="224201" y="135047"/>
                </a:lnTo>
                <a:lnTo>
                  <a:pt x="224553" y="134738"/>
                </a:lnTo>
                <a:lnTo>
                  <a:pt x="224915" y="134437"/>
                </a:lnTo>
                <a:lnTo>
                  <a:pt x="225288" y="134144"/>
                </a:lnTo>
                <a:lnTo>
                  <a:pt x="225671" y="133860"/>
                </a:lnTo>
                <a:lnTo>
                  <a:pt x="226065" y="133584"/>
                </a:lnTo>
                <a:lnTo>
                  <a:pt x="226470" y="133317"/>
                </a:lnTo>
                <a:lnTo>
                  <a:pt x="226885" y="133059"/>
                </a:lnTo>
                <a:lnTo>
                  <a:pt x="227311" y="132808"/>
                </a:lnTo>
                <a:lnTo>
                  <a:pt x="227747" y="132567"/>
                </a:lnTo>
                <a:lnTo>
                  <a:pt x="228194" y="132333"/>
                </a:lnTo>
                <a:lnTo>
                  <a:pt x="228652" y="132109"/>
                </a:lnTo>
                <a:lnTo>
                  <a:pt x="229120" y="131892"/>
                </a:lnTo>
                <a:lnTo>
                  <a:pt x="229599" y="131685"/>
                </a:lnTo>
                <a:lnTo>
                  <a:pt x="230089" y="131485"/>
                </a:lnTo>
                <a:lnTo>
                  <a:pt x="230589" y="131294"/>
                </a:lnTo>
                <a:lnTo>
                  <a:pt x="231099" y="131112"/>
                </a:lnTo>
                <a:lnTo>
                  <a:pt x="231621" y="130938"/>
                </a:lnTo>
                <a:lnTo>
                  <a:pt x="232152" y="130773"/>
                </a:lnTo>
                <a:lnTo>
                  <a:pt x="232695" y="130616"/>
                </a:lnTo>
                <a:lnTo>
                  <a:pt x="233248" y="130467"/>
                </a:lnTo>
                <a:lnTo>
                  <a:pt x="247832" y="130467"/>
                </a:lnTo>
                <a:lnTo>
                  <a:pt x="248784" y="130470"/>
                </a:lnTo>
                <a:lnTo>
                  <a:pt x="249717" y="130479"/>
                </a:lnTo>
                <a:lnTo>
                  <a:pt x="250632" y="130494"/>
                </a:lnTo>
                <a:lnTo>
                  <a:pt x="251529" y="130515"/>
                </a:lnTo>
                <a:lnTo>
                  <a:pt x="252407" y="130542"/>
                </a:lnTo>
                <a:lnTo>
                  <a:pt x="253267" y="130575"/>
                </a:lnTo>
                <a:lnTo>
                  <a:pt x="254109" y="130614"/>
                </a:lnTo>
                <a:lnTo>
                  <a:pt x="254932" y="130660"/>
                </a:lnTo>
                <a:lnTo>
                  <a:pt x="255738" y="130711"/>
                </a:lnTo>
                <a:lnTo>
                  <a:pt x="256524" y="130768"/>
                </a:lnTo>
                <a:lnTo>
                  <a:pt x="257293" y="130831"/>
                </a:lnTo>
                <a:lnTo>
                  <a:pt x="258043" y="130900"/>
                </a:lnTo>
                <a:lnTo>
                  <a:pt x="258775" y="130975"/>
                </a:lnTo>
                <a:lnTo>
                  <a:pt x="259489" y="131056"/>
                </a:lnTo>
                <a:lnTo>
                  <a:pt x="260184" y="131143"/>
                </a:lnTo>
                <a:lnTo>
                  <a:pt x="260861" y="131236"/>
                </a:lnTo>
                <a:lnTo>
                  <a:pt x="261520" y="131336"/>
                </a:lnTo>
                <a:lnTo>
                  <a:pt x="262160" y="131441"/>
                </a:lnTo>
                <a:lnTo>
                  <a:pt x="262782" y="131552"/>
                </a:lnTo>
                <a:lnTo>
                  <a:pt x="263386" y="131669"/>
                </a:lnTo>
                <a:lnTo>
                  <a:pt x="263972" y="131792"/>
                </a:lnTo>
                <a:lnTo>
                  <a:pt x="264539" y="131921"/>
                </a:lnTo>
                <a:lnTo>
                  <a:pt x="265088" y="132057"/>
                </a:lnTo>
                <a:lnTo>
                  <a:pt x="265618" y="132198"/>
                </a:lnTo>
                <a:lnTo>
                  <a:pt x="266133" y="132344"/>
                </a:lnTo>
                <a:lnTo>
                  <a:pt x="266634" y="132496"/>
                </a:lnTo>
                <a:lnTo>
                  <a:pt x="267121" y="132652"/>
                </a:lnTo>
                <a:lnTo>
                  <a:pt x="267595" y="132813"/>
                </a:lnTo>
                <a:lnTo>
                  <a:pt x="268055" y="132979"/>
                </a:lnTo>
                <a:lnTo>
                  <a:pt x="268501" y="133149"/>
                </a:lnTo>
                <a:lnTo>
                  <a:pt x="268933" y="133324"/>
                </a:lnTo>
                <a:lnTo>
                  <a:pt x="269352" y="133504"/>
                </a:lnTo>
                <a:lnTo>
                  <a:pt x="269757" y="133689"/>
                </a:lnTo>
                <a:lnTo>
                  <a:pt x="270149" y="133878"/>
                </a:lnTo>
                <a:lnTo>
                  <a:pt x="270526" y="134073"/>
                </a:lnTo>
                <a:lnTo>
                  <a:pt x="270890" y="134272"/>
                </a:lnTo>
                <a:lnTo>
                  <a:pt x="271241" y="134476"/>
                </a:lnTo>
                <a:lnTo>
                  <a:pt x="271577" y="134684"/>
                </a:lnTo>
                <a:lnTo>
                  <a:pt x="271900" y="134898"/>
                </a:lnTo>
                <a:lnTo>
                  <a:pt x="272210" y="135116"/>
                </a:lnTo>
                <a:lnTo>
                  <a:pt x="272505" y="135339"/>
                </a:lnTo>
                <a:lnTo>
                  <a:pt x="272787" y="135566"/>
                </a:lnTo>
                <a:lnTo>
                  <a:pt x="273056" y="135799"/>
                </a:lnTo>
                <a:lnTo>
                  <a:pt x="273310" y="136036"/>
                </a:lnTo>
                <a:lnTo>
                  <a:pt x="273551" y="136278"/>
                </a:lnTo>
                <a:lnTo>
                  <a:pt x="273778" y="136525"/>
                </a:lnTo>
                <a:lnTo>
                  <a:pt x="273992" y="136776"/>
                </a:lnTo>
                <a:lnTo>
                  <a:pt x="274191" y="137032"/>
                </a:lnTo>
                <a:lnTo>
                  <a:pt x="274380" y="137293"/>
                </a:lnTo>
                <a:lnTo>
                  <a:pt x="274561" y="137558"/>
                </a:lnTo>
                <a:lnTo>
                  <a:pt x="274734" y="137827"/>
                </a:lnTo>
                <a:lnTo>
                  <a:pt x="274899" y="138100"/>
                </a:lnTo>
                <a:lnTo>
                  <a:pt x="275056" y="138377"/>
                </a:lnTo>
                <a:lnTo>
                  <a:pt x="275205" y="138658"/>
                </a:lnTo>
                <a:lnTo>
                  <a:pt x="275345" y="138943"/>
                </a:lnTo>
                <a:lnTo>
                  <a:pt x="275478" y="139232"/>
                </a:lnTo>
                <a:lnTo>
                  <a:pt x="275603" y="139525"/>
                </a:lnTo>
                <a:lnTo>
                  <a:pt x="275719" y="139822"/>
                </a:lnTo>
                <a:lnTo>
                  <a:pt x="275828" y="140124"/>
                </a:lnTo>
                <a:lnTo>
                  <a:pt x="275928" y="140429"/>
                </a:lnTo>
                <a:lnTo>
                  <a:pt x="276021" y="140739"/>
                </a:lnTo>
                <a:lnTo>
                  <a:pt x="276105" y="141052"/>
                </a:lnTo>
                <a:lnTo>
                  <a:pt x="276182" y="141370"/>
                </a:lnTo>
                <a:lnTo>
                  <a:pt x="276250" y="141691"/>
                </a:lnTo>
                <a:lnTo>
                  <a:pt x="276310" y="142017"/>
                </a:lnTo>
                <a:lnTo>
                  <a:pt x="276362" y="142347"/>
                </a:lnTo>
                <a:lnTo>
                  <a:pt x="276407" y="142681"/>
                </a:lnTo>
                <a:lnTo>
                  <a:pt x="276443" y="143018"/>
                </a:lnTo>
                <a:lnTo>
                  <a:pt x="276471" y="143360"/>
                </a:lnTo>
                <a:lnTo>
                  <a:pt x="276491" y="143706"/>
                </a:lnTo>
                <a:lnTo>
                  <a:pt x="276503" y="144057"/>
                </a:lnTo>
                <a:lnTo>
                  <a:pt x="276507" y="144411"/>
                </a:lnTo>
                <a:lnTo>
                  <a:pt x="276495" y="145009"/>
                </a:lnTo>
                <a:lnTo>
                  <a:pt x="276460" y="145599"/>
                </a:lnTo>
                <a:lnTo>
                  <a:pt x="276400" y="146181"/>
                </a:lnTo>
                <a:lnTo>
                  <a:pt x="276317" y="146755"/>
                </a:lnTo>
                <a:lnTo>
                  <a:pt x="276210" y="147320"/>
                </a:lnTo>
                <a:lnTo>
                  <a:pt x="276079" y="147878"/>
                </a:lnTo>
                <a:lnTo>
                  <a:pt x="275925" y="148427"/>
                </a:lnTo>
                <a:lnTo>
                  <a:pt x="275746" y="148969"/>
                </a:lnTo>
                <a:lnTo>
                  <a:pt x="275544" y="149502"/>
                </a:lnTo>
                <a:lnTo>
                  <a:pt x="275318" y="150027"/>
                </a:lnTo>
                <a:lnTo>
                  <a:pt x="275069" y="150543"/>
                </a:lnTo>
                <a:lnTo>
                  <a:pt x="274795" y="151052"/>
                </a:lnTo>
                <a:lnTo>
                  <a:pt x="274498" y="151553"/>
                </a:lnTo>
                <a:lnTo>
                  <a:pt x="274177" y="152045"/>
                </a:lnTo>
                <a:lnTo>
                  <a:pt x="273832" y="152529"/>
                </a:lnTo>
                <a:lnTo>
                  <a:pt x="273463" y="153006"/>
                </a:lnTo>
                <a:lnTo>
                  <a:pt x="273071" y="153474"/>
                </a:lnTo>
                <a:lnTo>
                  <a:pt x="272655" y="153933"/>
                </a:lnTo>
                <a:lnTo>
                  <a:pt x="272215" y="154385"/>
                </a:lnTo>
                <a:lnTo>
                  <a:pt x="271751" y="154829"/>
                </a:lnTo>
                <a:lnTo>
                  <a:pt x="271264" y="155264"/>
                </a:lnTo>
                <a:lnTo>
                  <a:pt x="270753" y="155692"/>
                </a:lnTo>
                <a:lnTo>
                  <a:pt x="270217" y="156111"/>
                </a:lnTo>
                <a:lnTo>
                  <a:pt x="269659" y="156522"/>
                </a:lnTo>
                <a:lnTo>
                  <a:pt x="269071" y="156921"/>
                </a:lnTo>
                <a:lnTo>
                  <a:pt x="268448" y="157302"/>
                </a:lnTo>
                <a:lnTo>
                  <a:pt x="267792" y="157667"/>
                </a:lnTo>
                <a:lnTo>
                  <a:pt x="267101" y="158015"/>
                </a:lnTo>
                <a:lnTo>
                  <a:pt x="266375" y="158346"/>
                </a:lnTo>
                <a:lnTo>
                  <a:pt x="265615" y="158660"/>
                </a:lnTo>
                <a:lnTo>
                  <a:pt x="264821" y="158957"/>
                </a:lnTo>
                <a:lnTo>
                  <a:pt x="263993" y="159237"/>
                </a:lnTo>
                <a:lnTo>
                  <a:pt x="263130" y="159500"/>
                </a:lnTo>
                <a:lnTo>
                  <a:pt x="262232" y="159746"/>
                </a:lnTo>
                <a:lnTo>
                  <a:pt x="261300" y="159975"/>
                </a:lnTo>
                <a:lnTo>
                  <a:pt x="260334" y="160187"/>
                </a:lnTo>
                <a:lnTo>
                  <a:pt x="259334" y="160382"/>
                </a:lnTo>
                <a:lnTo>
                  <a:pt x="258299" y="160560"/>
                </a:lnTo>
                <a:lnTo>
                  <a:pt x="257229" y="160722"/>
                </a:lnTo>
                <a:lnTo>
                  <a:pt x="256126" y="160866"/>
                </a:lnTo>
                <a:lnTo>
                  <a:pt x="254988" y="160993"/>
                </a:lnTo>
                <a:lnTo>
                  <a:pt x="253815" y="161103"/>
                </a:lnTo>
                <a:lnTo>
                  <a:pt x="252608" y="161197"/>
                </a:lnTo>
                <a:lnTo>
                  <a:pt x="251367" y="161273"/>
                </a:lnTo>
                <a:lnTo>
                  <a:pt x="250091" y="161333"/>
                </a:lnTo>
                <a:lnTo>
                  <a:pt x="248781" y="161375"/>
                </a:lnTo>
                <a:lnTo>
                  <a:pt x="247437" y="161400"/>
                </a:lnTo>
                <a:lnTo>
                  <a:pt x="246058" y="161409"/>
                </a:lnTo>
                <a:lnTo>
                  <a:pt x="244874" y="161401"/>
                </a:lnTo>
                <a:lnTo>
                  <a:pt x="243717" y="161377"/>
                </a:lnTo>
                <a:lnTo>
                  <a:pt x="242589" y="161337"/>
                </a:lnTo>
                <a:lnTo>
                  <a:pt x="241490" y="161280"/>
                </a:lnTo>
                <a:lnTo>
                  <a:pt x="240419" y="161208"/>
                </a:lnTo>
                <a:close/>
                <a:moveTo>
                  <a:pt x="17737" y="3547"/>
                </a:moveTo>
                <a:lnTo>
                  <a:pt x="0" y="3547"/>
                </a:lnTo>
                <a:lnTo>
                  <a:pt x="0" y="136183"/>
                </a:lnTo>
                <a:lnTo>
                  <a:pt x="79719" y="136183"/>
                </a:lnTo>
                <a:lnTo>
                  <a:pt x="79719" y="120909"/>
                </a:lnTo>
                <a:lnTo>
                  <a:pt x="17737" y="120909"/>
                </a:lnTo>
                <a:lnTo>
                  <a:pt x="17737" y="3547"/>
                </a:lnTo>
                <a:close/>
                <a:moveTo>
                  <a:pt x="143424" y="137786"/>
                </a:moveTo>
                <a:lnTo>
                  <a:pt x="144558" y="137690"/>
                </a:lnTo>
                <a:lnTo>
                  <a:pt x="145677" y="137573"/>
                </a:lnTo>
                <a:lnTo>
                  <a:pt x="146781" y="137434"/>
                </a:lnTo>
                <a:lnTo>
                  <a:pt x="147871" y="137274"/>
                </a:lnTo>
                <a:lnTo>
                  <a:pt x="148946" y="137093"/>
                </a:lnTo>
                <a:lnTo>
                  <a:pt x="150007" y="136891"/>
                </a:lnTo>
                <a:lnTo>
                  <a:pt x="151053" y="136667"/>
                </a:lnTo>
                <a:lnTo>
                  <a:pt x="152085" y="136422"/>
                </a:lnTo>
                <a:lnTo>
                  <a:pt x="153102" y="136156"/>
                </a:lnTo>
                <a:lnTo>
                  <a:pt x="154105" y="135868"/>
                </a:lnTo>
                <a:lnTo>
                  <a:pt x="155093" y="135559"/>
                </a:lnTo>
                <a:lnTo>
                  <a:pt x="156066" y="135229"/>
                </a:lnTo>
                <a:lnTo>
                  <a:pt x="157025" y="134877"/>
                </a:lnTo>
                <a:lnTo>
                  <a:pt x="157969" y="134504"/>
                </a:lnTo>
                <a:lnTo>
                  <a:pt x="158899" y="134110"/>
                </a:lnTo>
                <a:lnTo>
                  <a:pt x="159815" y="133694"/>
                </a:lnTo>
                <a:lnTo>
                  <a:pt x="160716" y="133258"/>
                </a:lnTo>
                <a:lnTo>
                  <a:pt x="161602" y="132799"/>
                </a:lnTo>
                <a:lnTo>
                  <a:pt x="162474" y="132320"/>
                </a:lnTo>
                <a:lnTo>
                  <a:pt x="163331" y="131819"/>
                </a:lnTo>
                <a:lnTo>
                  <a:pt x="164172" y="131298"/>
                </a:lnTo>
                <a:lnTo>
                  <a:pt x="164998" y="130759"/>
                </a:lnTo>
                <a:lnTo>
                  <a:pt x="165807" y="130202"/>
                </a:lnTo>
                <a:lnTo>
                  <a:pt x="166599" y="129626"/>
                </a:lnTo>
                <a:lnTo>
                  <a:pt x="167375" y="129032"/>
                </a:lnTo>
                <a:lnTo>
                  <a:pt x="168135" y="128419"/>
                </a:lnTo>
                <a:lnTo>
                  <a:pt x="168878" y="127789"/>
                </a:lnTo>
                <a:lnTo>
                  <a:pt x="169604" y="127139"/>
                </a:lnTo>
                <a:lnTo>
                  <a:pt x="170315" y="126472"/>
                </a:lnTo>
                <a:lnTo>
                  <a:pt x="171009" y="125786"/>
                </a:lnTo>
                <a:lnTo>
                  <a:pt x="171686" y="125082"/>
                </a:lnTo>
                <a:lnTo>
                  <a:pt x="172347" y="124360"/>
                </a:lnTo>
                <a:lnTo>
                  <a:pt x="172992" y="123619"/>
                </a:lnTo>
                <a:lnTo>
                  <a:pt x="173620" y="122860"/>
                </a:lnTo>
                <a:lnTo>
                  <a:pt x="174232" y="122083"/>
                </a:lnTo>
                <a:lnTo>
                  <a:pt x="174827" y="121288"/>
                </a:lnTo>
                <a:lnTo>
                  <a:pt x="175406" y="120474"/>
                </a:lnTo>
                <a:lnTo>
                  <a:pt x="175968" y="119641"/>
                </a:lnTo>
                <a:lnTo>
                  <a:pt x="176515" y="118791"/>
                </a:lnTo>
                <a:lnTo>
                  <a:pt x="177044" y="117922"/>
                </a:lnTo>
                <a:lnTo>
                  <a:pt x="177557" y="117035"/>
                </a:lnTo>
                <a:lnTo>
                  <a:pt x="178054" y="116129"/>
                </a:lnTo>
                <a:lnTo>
                  <a:pt x="178535" y="115206"/>
                </a:lnTo>
                <a:lnTo>
                  <a:pt x="178999" y="114264"/>
                </a:lnTo>
                <a:lnTo>
                  <a:pt x="179445" y="113305"/>
                </a:lnTo>
                <a:lnTo>
                  <a:pt x="179872" y="112331"/>
                </a:lnTo>
                <a:lnTo>
                  <a:pt x="180280" y="111342"/>
                </a:lnTo>
                <a:lnTo>
                  <a:pt x="180670" y="110339"/>
                </a:lnTo>
                <a:lnTo>
                  <a:pt x="181040" y="109320"/>
                </a:lnTo>
                <a:lnTo>
                  <a:pt x="181391" y="108286"/>
                </a:lnTo>
                <a:lnTo>
                  <a:pt x="181724" y="107238"/>
                </a:lnTo>
                <a:lnTo>
                  <a:pt x="182037" y="106174"/>
                </a:lnTo>
                <a:lnTo>
                  <a:pt x="182331" y="105095"/>
                </a:lnTo>
                <a:lnTo>
                  <a:pt x="182607" y="104002"/>
                </a:lnTo>
                <a:lnTo>
                  <a:pt x="182863" y="102893"/>
                </a:lnTo>
                <a:lnTo>
                  <a:pt x="183100" y="101770"/>
                </a:lnTo>
                <a:lnTo>
                  <a:pt x="183319" y="100631"/>
                </a:lnTo>
                <a:lnTo>
                  <a:pt x="183518" y="99478"/>
                </a:lnTo>
                <a:lnTo>
                  <a:pt x="183698" y="98309"/>
                </a:lnTo>
                <a:lnTo>
                  <a:pt x="183860" y="97126"/>
                </a:lnTo>
                <a:lnTo>
                  <a:pt x="184002" y="95927"/>
                </a:lnTo>
                <a:lnTo>
                  <a:pt x="184126" y="94714"/>
                </a:lnTo>
                <a:lnTo>
                  <a:pt x="184230" y="93485"/>
                </a:lnTo>
                <a:lnTo>
                  <a:pt x="184316" y="92242"/>
                </a:lnTo>
                <a:lnTo>
                  <a:pt x="184382" y="90984"/>
                </a:lnTo>
                <a:lnTo>
                  <a:pt x="184430" y="89710"/>
                </a:lnTo>
                <a:lnTo>
                  <a:pt x="184458" y="88422"/>
                </a:lnTo>
                <a:lnTo>
                  <a:pt x="184468" y="87119"/>
                </a:lnTo>
                <a:lnTo>
                  <a:pt x="184458" y="85782"/>
                </a:lnTo>
                <a:lnTo>
                  <a:pt x="184430" y="84462"/>
                </a:lnTo>
                <a:lnTo>
                  <a:pt x="184382" y="83158"/>
                </a:lnTo>
                <a:lnTo>
                  <a:pt x="184316" y="81869"/>
                </a:lnTo>
                <a:lnTo>
                  <a:pt x="184230" y="80597"/>
                </a:lnTo>
                <a:lnTo>
                  <a:pt x="184126" y="79341"/>
                </a:lnTo>
                <a:lnTo>
                  <a:pt x="184002" y="78101"/>
                </a:lnTo>
                <a:lnTo>
                  <a:pt x="183860" y="76876"/>
                </a:lnTo>
                <a:lnTo>
                  <a:pt x="183698" y="75668"/>
                </a:lnTo>
                <a:lnTo>
                  <a:pt x="183518" y="74476"/>
                </a:lnTo>
                <a:lnTo>
                  <a:pt x="183319" y="73300"/>
                </a:lnTo>
                <a:lnTo>
                  <a:pt x="183100" y="72140"/>
                </a:lnTo>
                <a:lnTo>
                  <a:pt x="182863" y="70996"/>
                </a:lnTo>
                <a:lnTo>
                  <a:pt x="182607" y="69868"/>
                </a:lnTo>
                <a:lnTo>
                  <a:pt x="182331" y="68756"/>
                </a:lnTo>
                <a:lnTo>
                  <a:pt x="182037" y="67660"/>
                </a:lnTo>
                <a:lnTo>
                  <a:pt x="181724" y="66580"/>
                </a:lnTo>
                <a:lnTo>
                  <a:pt x="181391" y="65516"/>
                </a:lnTo>
                <a:lnTo>
                  <a:pt x="181040" y="64468"/>
                </a:lnTo>
                <a:lnTo>
                  <a:pt x="180670" y="63436"/>
                </a:lnTo>
                <a:lnTo>
                  <a:pt x="180280" y="62420"/>
                </a:lnTo>
                <a:lnTo>
                  <a:pt x="179872" y="61421"/>
                </a:lnTo>
                <a:lnTo>
                  <a:pt x="179445" y="60437"/>
                </a:lnTo>
                <a:lnTo>
                  <a:pt x="178999" y="59469"/>
                </a:lnTo>
                <a:lnTo>
                  <a:pt x="178535" y="58519"/>
                </a:lnTo>
                <a:lnTo>
                  <a:pt x="178054" y="57587"/>
                </a:lnTo>
                <a:lnTo>
                  <a:pt x="177557" y="56673"/>
                </a:lnTo>
                <a:lnTo>
                  <a:pt x="177044" y="55778"/>
                </a:lnTo>
                <a:lnTo>
                  <a:pt x="176515" y="54902"/>
                </a:lnTo>
                <a:lnTo>
                  <a:pt x="175968" y="54044"/>
                </a:lnTo>
                <a:lnTo>
                  <a:pt x="175406" y="53204"/>
                </a:lnTo>
                <a:lnTo>
                  <a:pt x="174827" y="52383"/>
                </a:lnTo>
                <a:lnTo>
                  <a:pt x="174232" y="51581"/>
                </a:lnTo>
                <a:lnTo>
                  <a:pt x="173620" y="50797"/>
                </a:lnTo>
                <a:lnTo>
                  <a:pt x="172992" y="50031"/>
                </a:lnTo>
                <a:lnTo>
                  <a:pt x="172347" y="49284"/>
                </a:lnTo>
                <a:lnTo>
                  <a:pt x="171686" y="48555"/>
                </a:lnTo>
                <a:lnTo>
                  <a:pt x="171009" y="47845"/>
                </a:lnTo>
                <a:lnTo>
                  <a:pt x="170315" y="47154"/>
                </a:lnTo>
                <a:lnTo>
                  <a:pt x="169604" y="46481"/>
                </a:lnTo>
                <a:lnTo>
                  <a:pt x="168878" y="45826"/>
                </a:lnTo>
                <a:lnTo>
                  <a:pt x="168135" y="45190"/>
                </a:lnTo>
                <a:lnTo>
                  <a:pt x="167375" y="44573"/>
                </a:lnTo>
                <a:lnTo>
                  <a:pt x="166599" y="43974"/>
                </a:lnTo>
                <a:lnTo>
                  <a:pt x="165807" y="43393"/>
                </a:lnTo>
                <a:lnTo>
                  <a:pt x="164998" y="42831"/>
                </a:lnTo>
                <a:lnTo>
                  <a:pt x="164172" y="42288"/>
                </a:lnTo>
                <a:lnTo>
                  <a:pt x="163331" y="41763"/>
                </a:lnTo>
                <a:lnTo>
                  <a:pt x="162474" y="41258"/>
                </a:lnTo>
                <a:lnTo>
                  <a:pt x="161602" y="40774"/>
                </a:lnTo>
                <a:lnTo>
                  <a:pt x="160716" y="40312"/>
                </a:lnTo>
                <a:lnTo>
                  <a:pt x="159815" y="39871"/>
                </a:lnTo>
                <a:lnTo>
                  <a:pt x="158899" y="39452"/>
                </a:lnTo>
                <a:lnTo>
                  <a:pt x="157969" y="39055"/>
                </a:lnTo>
                <a:lnTo>
                  <a:pt x="157025" y="38679"/>
                </a:lnTo>
                <a:lnTo>
                  <a:pt x="156066" y="38324"/>
                </a:lnTo>
                <a:lnTo>
                  <a:pt x="155093" y="37991"/>
                </a:lnTo>
                <a:lnTo>
                  <a:pt x="154105" y="37679"/>
                </a:lnTo>
                <a:lnTo>
                  <a:pt x="153102" y="37389"/>
                </a:lnTo>
                <a:lnTo>
                  <a:pt x="152085" y="37120"/>
                </a:lnTo>
                <a:lnTo>
                  <a:pt x="151053" y="36873"/>
                </a:lnTo>
                <a:lnTo>
                  <a:pt x="150007" y="36648"/>
                </a:lnTo>
                <a:lnTo>
                  <a:pt x="148946" y="36443"/>
                </a:lnTo>
                <a:lnTo>
                  <a:pt x="147871" y="36261"/>
                </a:lnTo>
                <a:lnTo>
                  <a:pt x="146781" y="36100"/>
                </a:lnTo>
                <a:lnTo>
                  <a:pt x="145677" y="35960"/>
                </a:lnTo>
                <a:lnTo>
                  <a:pt x="144558" y="35842"/>
                </a:lnTo>
                <a:lnTo>
                  <a:pt x="143424" y="35745"/>
                </a:lnTo>
                <a:lnTo>
                  <a:pt x="142276" y="35670"/>
                </a:lnTo>
                <a:lnTo>
                  <a:pt x="141114" y="35616"/>
                </a:lnTo>
                <a:lnTo>
                  <a:pt x="139937" y="35584"/>
                </a:lnTo>
                <a:lnTo>
                  <a:pt x="138745" y="35573"/>
                </a:lnTo>
                <a:lnTo>
                  <a:pt x="137578" y="35584"/>
                </a:lnTo>
                <a:lnTo>
                  <a:pt x="136424" y="35616"/>
                </a:lnTo>
                <a:lnTo>
                  <a:pt x="135285" y="35670"/>
                </a:lnTo>
                <a:lnTo>
                  <a:pt x="134160" y="35745"/>
                </a:lnTo>
                <a:lnTo>
                  <a:pt x="133049" y="35842"/>
                </a:lnTo>
                <a:lnTo>
                  <a:pt x="131952" y="35960"/>
                </a:lnTo>
                <a:lnTo>
                  <a:pt x="130869" y="36100"/>
                </a:lnTo>
                <a:lnTo>
                  <a:pt x="129800" y="36261"/>
                </a:lnTo>
                <a:lnTo>
                  <a:pt x="128745" y="36443"/>
                </a:lnTo>
                <a:lnTo>
                  <a:pt x="127704" y="36648"/>
                </a:lnTo>
                <a:lnTo>
                  <a:pt x="126677" y="36873"/>
                </a:lnTo>
                <a:lnTo>
                  <a:pt x="125664" y="37120"/>
                </a:lnTo>
                <a:lnTo>
                  <a:pt x="124665" y="37389"/>
                </a:lnTo>
                <a:lnTo>
                  <a:pt x="123680" y="37679"/>
                </a:lnTo>
                <a:lnTo>
                  <a:pt x="122709" y="37991"/>
                </a:lnTo>
                <a:lnTo>
                  <a:pt x="121752" y="38324"/>
                </a:lnTo>
                <a:lnTo>
                  <a:pt x="120809" y="38679"/>
                </a:lnTo>
                <a:lnTo>
                  <a:pt x="119881" y="39055"/>
                </a:lnTo>
                <a:lnTo>
                  <a:pt x="118966" y="39452"/>
                </a:lnTo>
                <a:lnTo>
                  <a:pt x="118065" y="39871"/>
                </a:lnTo>
                <a:lnTo>
                  <a:pt x="117178" y="40312"/>
                </a:lnTo>
                <a:lnTo>
                  <a:pt x="116306" y="40774"/>
                </a:lnTo>
                <a:lnTo>
                  <a:pt x="115447" y="41258"/>
                </a:lnTo>
                <a:lnTo>
                  <a:pt x="114603" y="41763"/>
                </a:lnTo>
                <a:lnTo>
                  <a:pt x="113773" y="42288"/>
                </a:lnTo>
                <a:lnTo>
                  <a:pt x="112961" y="42831"/>
                </a:lnTo>
                <a:lnTo>
                  <a:pt x="112164" y="43393"/>
                </a:lnTo>
                <a:lnTo>
                  <a:pt x="111385" y="43974"/>
                </a:lnTo>
                <a:lnTo>
                  <a:pt x="110622" y="44573"/>
                </a:lnTo>
                <a:lnTo>
                  <a:pt x="109876" y="45190"/>
                </a:lnTo>
                <a:lnTo>
                  <a:pt x="109146" y="45826"/>
                </a:lnTo>
                <a:lnTo>
                  <a:pt x="108433" y="46481"/>
                </a:lnTo>
                <a:lnTo>
                  <a:pt x="107736" y="47154"/>
                </a:lnTo>
                <a:lnTo>
                  <a:pt x="107056" y="47845"/>
                </a:lnTo>
                <a:lnTo>
                  <a:pt x="106393" y="48555"/>
                </a:lnTo>
                <a:lnTo>
                  <a:pt x="105746" y="49284"/>
                </a:lnTo>
                <a:lnTo>
                  <a:pt x="105116" y="50031"/>
                </a:lnTo>
                <a:lnTo>
                  <a:pt x="104503" y="50797"/>
                </a:lnTo>
                <a:lnTo>
                  <a:pt x="103906" y="51581"/>
                </a:lnTo>
                <a:lnTo>
                  <a:pt x="103325" y="52383"/>
                </a:lnTo>
                <a:lnTo>
                  <a:pt x="102761" y="53204"/>
                </a:lnTo>
                <a:lnTo>
                  <a:pt x="102214" y="54044"/>
                </a:lnTo>
                <a:lnTo>
                  <a:pt x="101684" y="54902"/>
                </a:lnTo>
                <a:lnTo>
                  <a:pt x="101170" y="55778"/>
                </a:lnTo>
                <a:lnTo>
                  <a:pt x="100672" y="56673"/>
                </a:lnTo>
                <a:lnTo>
                  <a:pt x="100191" y="57587"/>
                </a:lnTo>
                <a:lnTo>
                  <a:pt x="99727" y="58519"/>
                </a:lnTo>
                <a:lnTo>
                  <a:pt x="99280" y="59469"/>
                </a:lnTo>
                <a:lnTo>
                  <a:pt x="98849" y="60437"/>
                </a:lnTo>
                <a:lnTo>
                  <a:pt x="98438" y="61421"/>
                </a:lnTo>
                <a:lnTo>
                  <a:pt x="98044" y="62420"/>
                </a:lnTo>
                <a:lnTo>
                  <a:pt x="97669" y="63436"/>
                </a:lnTo>
                <a:lnTo>
                  <a:pt x="97312" y="64468"/>
                </a:lnTo>
                <a:lnTo>
                  <a:pt x="96973" y="65516"/>
                </a:lnTo>
                <a:lnTo>
                  <a:pt x="96653" y="66580"/>
                </a:lnTo>
                <a:lnTo>
                  <a:pt x="96351" y="67660"/>
                </a:lnTo>
                <a:lnTo>
                  <a:pt x="96067" y="68756"/>
                </a:lnTo>
                <a:lnTo>
                  <a:pt x="95802" y="69868"/>
                </a:lnTo>
                <a:lnTo>
                  <a:pt x="95554" y="70996"/>
                </a:lnTo>
                <a:lnTo>
                  <a:pt x="95326" y="72140"/>
                </a:lnTo>
                <a:lnTo>
                  <a:pt x="95115" y="73300"/>
                </a:lnTo>
                <a:lnTo>
                  <a:pt x="94923" y="74476"/>
                </a:lnTo>
                <a:lnTo>
                  <a:pt x="94749" y="75668"/>
                </a:lnTo>
                <a:lnTo>
                  <a:pt x="94593" y="76876"/>
                </a:lnTo>
                <a:lnTo>
                  <a:pt x="94456" y="78101"/>
                </a:lnTo>
                <a:lnTo>
                  <a:pt x="94337" y="79341"/>
                </a:lnTo>
                <a:lnTo>
                  <a:pt x="94236" y="80597"/>
                </a:lnTo>
                <a:lnTo>
                  <a:pt x="94154" y="81869"/>
                </a:lnTo>
                <a:lnTo>
                  <a:pt x="94090" y="83158"/>
                </a:lnTo>
                <a:lnTo>
                  <a:pt x="94044" y="84462"/>
                </a:lnTo>
                <a:lnTo>
                  <a:pt x="94017" y="85782"/>
                </a:lnTo>
                <a:lnTo>
                  <a:pt x="94008" y="87119"/>
                </a:lnTo>
                <a:lnTo>
                  <a:pt x="94017" y="88422"/>
                </a:lnTo>
                <a:lnTo>
                  <a:pt x="94044" y="89710"/>
                </a:lnTo>
                <a:lnTo>
                  <a:pt x="94090" y="90984"/>
                </a:lnTo>
                <a:lnTo>
                  <a:pt x="94154" y="92242"/>
                </a:lnTo>
                <a:lnTo>
                  <a:pt x="94236" y="93485"/>
                </a:lnTo>
                <a:lnTo>
                  <a:pt x="94337" y="94714"/>
                </a:lnTo>
                <a:lnTo>
                  <a:pt x="94456" y="95927"/>
                </a:lnTo>
                <a:lnTo>
                  <a:pt x="94593" y="97126"/>
                </a:lnTo>
                <a:lnTo>
                  <a:pt x="94749" y="98309"/>
                </a:lnTo>
                <a:lnTo>
                  <a:pt x="94923" y="99478"/>
                </a:lnTo>
                <a:lnTo>
                  <a:pt x="95115" y="100631"/>
                </a:lnTo>
                <a:lnTo>
                  <a:pt x="95326" y="101770"/>
                </a:lnTo>
                <a:lnTo>
                  <a:pt x="95554" y="102893"/>
                </a:lnTo>
                <a:lnTo>
                  <a:pt x="95802" y="104002"/>
                </a:lnTo>
                <a:lnTo>
                  <a:pt x="96067" y="105095"/>
                </a:lnTo>
                <a:lnTo>
                  <a:pt x="96351" y="106174"/>
                </a:lnTo>
                <a:lnTo>
                  <a:pt x="96653" y="107238"/>
                </a:lnTo>
                <a:lnTo>
                  <a:pt x="96973" y="108286"/>
                </a:lnTo>
                <a:lnTo>
                  <a:pt x="97312" y="109320"/>
                </a:lnTo>
                <a:lnTo>
                  <a:pt x="97669" y="110339"/>
                </a:lnTo>
                <a:lnTo>
                  <a:pt x="98044" y="111342"/>
                </a:lnTo>
                <a:lnTo>
                  <a:pt x="98438" y="112331"/>
                </a:lnTo>
                <a:lnTo>
                  <a:pt x="98849" y="113305"/>
                </a:lnTo>
                <a:lnTo>
                  <a:pt x="99280" y="114264"/>
                </a:lnTo>
                <a:lnTo>
                  <a:pt x="99727" y="115206"/>
                </a:lnTo>
                <a:lnTo>
                  <a:pt x="100191" y="116129"/>
                </a:lnTo>
                <a:lnTo>
                  <a:pt x="100672" y="117035"/>
                </a:lnTo>
                <a:lnTo>
                  <a:pt x="101170" y="117922"/>
                </a:lnTo>
                <a:lnTo>
                  <a:pt x="101684" y="118791"/>
                </a:lnTo>
                <a:lnTo>
                  <a:pt x="102214" y="119641"/>
                </a:lnTo>
                <a:lnTo>
                  <a:pt x="102761" y="120474"/>
                </a:lnTo>
                <a:lnTo>
                  <a:pt x="103325" y="121288"/>
                </a:lnTo>
                <a:lnTo>
                  <a:pt x="103906" y="122083"/>
                </a:lnTo>
                <a:lnTo>
                  <a:pt x="104503" y="122860"/>
                </a:lnTo>
                <a:lnTo>
                  <a:pt x="105116" y="123619"/>
                </a:lnTo>
                <a:lnTo>
                  <a:pt x="105746" y="124360"/>
                </a:lnTo>
                <a:lnTo>
                  <a:pt x="106393" y="125082"/>
                </a:lnTo>
                <a:lnTo>
                  <a:pt x="107056" y="125786"/>
                </a:lnTo>
                <a:lnTo>
                  <a:pt x="107736" y="126472"/>
                </a:lnTo>
                <a:lnTo>
                  <a:pt x="108433" y="127139"/>
                </a:lnTo>
                <a:lnTo>
                  <a:pt x="109146" y="127789"/>
                </a:lnTo>
                <a:lnTo>
                  <a:pt x="109876" y="128419"/>
                </a:lnTo>
                <a:lnTo>
                  <a:pt x="110622" y="129032"/>
                </a:lnTo>
                <a:lnTo>
                  <a:pt x="111385" y="129626"/>
                </a:lnTo>
                <a:lnTo>
                  <a:pt x="112164" y="130202"/>
                </a:lnTo>
                <a:lnTo>
                  <a:pt x="112961" y="130759"/>
                </a:lnTo>
                <a:lnTo>
                  <a:pt x="113773" y="131298"/>
                </a:lnTo>
                <a:lnTo>
                  <a:pt x="114603" y="131819"/>
                </a:lnTo>
                <a:lnTo>
                  <a:pt x="115447" y="132320"/>
                </a:lnTo>
                <a:lnTo>
                  <a:pt x="116306" y="132799"/>
                </a:lnTo>
                <a:lnTo>
                  <a:pt x="117178" y="133258"/>
                </a:lnTo>
                <a:lnTo>
                  <a:pt x="118065" y="133694"/>
                </a:lnTo>
                <a:lnTo>
                  <a:pt x="118966" y="134110"/>
                </a:lnTo>
                <a:lnTo>
                  <a:pt x="119881" y="134504"/>
                </a:lnTo>
                <a:lnTo>
                  <a:pt x="120809" y="134877"/>
                </a:lnTo>
                <a:lnTo>
                  <a:pt x="121752" y="135229"/>
                </a:lnTo>
                <a:lnTo>
                  <a:pt x="122709" y="135559"/>
                </a:lnTo>
                <a:lnTo>
                  <a:pt x="123680" y="135868"/>
                </a:lnTo>
                <a:lnTo>
                  <a:pt x="124665" y="136156"/>
                </a:lnTo>
                <a:lnTo>
                  <a:pt x="125664" y="136422"/>
                </a:lnTo>
                <a:lnTo>
                  <a:pt x="126677" y="136667"/>
                </a:lnTo>
                <a:lnTo>
                  <a:pt x="127704" y="136891"/>
                </a:lnTo>
                <a:lnTo>
                  <a:pt x="128745" y="137093"/>
                </a:lnTo>
                <a:lnTo>
                  <a:pt x="129800" y="137274"/>
                </a:lnTo>
                <a:lnTo>
                  <a:pt x="130869" y="137434"/>
                </a:lnTo>
                <a:lnTo>
                  <a:pt x="131952" y="137573"/>
                </a:lnTo>
                <a:lnTo>
                  <a:pt x="133049" y="137690"/>
                </a:lnTo>
                <a:lnTo>
                  <a:pt x="134160" y="137786"/>
                </a:lnTo>
                <a:lnTo>
                  <a:pt x="135285" y="137860"/>
                </a:lnTo>
                <a:lnTo>
                  <a:pt x="136424" y="137914"/>
                </a:lnTo>
                <a:lnTo>
                  <a:pt x="137578" y="137946"/>
                </a:lnTo>
                <a:lnTo>
                  <a:pt x="138745" y="137956"/>
                </a:lnTo>
                <a:lnTo>
                  <a:pt x="139937" y="137946"/>
                </a:lnTo>
                <a:lnTo>
                  <a:pt x="141114" y="137914"/>
                </a:lnTo>
                <a:lnTo>
                  <a:pt x="142276" y="137860"/>
                </a:lnTo>
                <a:lnTo>
                  <a:pt x="143424" y="137786"/>
                </a:lnTo>
                <a:close/>
                <a:moveTo>
                  <a:pt x="135415" y="124715"/>
                </a:moveTo>
                <a:lnTo>
                  <a:pt x="134620" y="124639"/>
                </a:lnTo>
                <a:lnTo>
                  <a:pt x="133839" y="124546"/>
                </a:lnTo>
                <a:lnTo>
                  <a:pt x="133074" y="124436"/>
                </a:lnTo>
                <a:lnTo>
                  <a:pt x="132323" y="124310"/>
                </a:lnTo>
                <a:lnTo>
                  <a:pt x="131588" y="124166"/>
                </a:lnTo>
                <a:lnTo>
                  <a:pt x="130867" y="124005"/>
                </a:lnTo>
                <a:lnTo>
                  <a:pt x="130161" y="123828"/>
                </a:lnTo>
                <a:lnTo>
                  <a:pt x="129470" y="123633"/>
                </a:lnTo>
                <a:lnTo>
                  <a:pt x="128794" y="123422"/>
                </a:lnTo>
                <a:lnTo>
                  <a:pt x="128132" y="123194"/>
                </a:lnTo>
                <a:lnTo>
                  <a:pt x="127486" y="122949"/>
                </a:lnTo>
                <a:lnTo>
                  <a:pt x="126854" y="122687"/>
                </a:lnTo>
                <a:lnTo>
                  <a:pt x="126238" y="122408"/>
                </a:lnTo>
                <a:lnTo>
                  <a:pt x="125636" y="122112"/>
                </a:lnTo>
                <a:lnTo>
                  <a:pt x="125049" y="121799"/>
                </a:lnTo>
                <a:lnTo>
                  <a:pt x="124477" y="121470"/>
                </a:lnTo>
                <a:lnTo>
                  <a:pt x="123920" y="121123"/>
                </a:lnTo>
                <a:lnTo>
                  <a:pt x="123378" y="120760"/>
                </a:lnTo>
                <a:lnTo>
                  <a:pt x="122850" y="120379"/>
                </a:lnTo>
                <a:lnTo>
                  <a:pt x="122338" y="119982"/>
                </a:lnTo>
                <a:lnTo>
                  <a:pt x="121839" y="119570"/>
                </a:lnTo>
                <a:lnTo>
                  <a:pt x="121352" y="119144"/>
                </a:lnTo>
                <a:lnTo>
                  <a:pt x="120876" y="118706"/>
                </a:lnTo>
                <a:lnTo>
                  <a:pt x="120412" y="118256"/>
                </a:lnTo>
                <a:lnTo>
                  <a:pt x="119960" y="117792"/>
                </a:lnTo>
                <a:lnTo>
                  <a:pt x="119520" y="117316"/>
                </a:lnTo>
                <a:lnTo>
                  <a:pt x="119092" y="116826"/>
                </a:lnTo>
                <a:lnTo>
                  <a:pt x="118676" y="116324"/>
                </a:lnTo>
                <a:lnTo>
                  <a:pt x="118271" y="115809"/>
                </a:lnTo>
                <a:lnTo>
                  <a:pt x="117878" y="115282"/>
                </a:lnTo>
                <a:lnTo>
                  <a:pt x="117497" y="114741"/>
                </a:lnTo>
                <a:lnTo>
                  <a:pt x="117128" y="114188"/>
                </a:lnTo>
                <a:lnTo>
                  <a:pt x="116770" y="113622"/>
                </a:lnTo>
                <a:lnTo>
                  <a:pt x="116425" y="113043"/>
                </a:lnTo>
                <a:lnTo>
                  <a:pt x="116091" y="112451"/>
                </a:lnTo>
                <a:lnTo>
                  <a:pt x="115769" y="111847"/>
                </a:lnTo>
                <a:lnTo>
                  <a:pt x="115458" y="111230"/>
                </a:lnTo>
                <a:lnTo>
                  <a:pt x="115160" y="110599"/>
                </a:lnTo>
                <a:lnTo>
                  <a:pt x="114873" y="109957"/>
                </a:lnTo>
                <a:lnTo>
                  <a:pt x="114598" y="109301"/>
                </a:lnTo>
                <a:lnTo>
                  <a:pt x="114335" y="108632"/>
                </a:lnTo>
                <a:lnTo>
                  <a:pt x="114084" y="107951"/>
                </a:lnTo>
                <a:lnTo>
                  <a:pt x="113845" y="107257"/>
                </a:lnTo>
                <a:lnTo>
                  <a:pt x="113617" y="106550"/>
                </a:lnTo>
                <a:lnTo>
                  <a:pt x="113400" y="105832"/>
                </a:lnTo>
                <a:lnTo>
                  <a:pt x="113192" y="105107"/>
                </a:lnTo>
                <a:lnTo>
                  <a:pt x="112994" y="104374"/>
                </a:lnTo>
                <a:lnTo>
                  <a:pt x="112804" y="103632"/>
                </a:lnTo>
                <a:lnTo>
                  <a:pt x="112624" y="102883"/>
                </a:lnTo>
                <a:lnTo>
                  <a:pt x="112453" y="102125"/>
                </a:lnTo>
                <a:lnTo>
                  <a:pt x="112291" y="101360"/>
                </a:lnTo>
                <a:lnTo>
                  <a:pt x="112139" y="100587"/>
                </a:lnTo>
                <a:lnTo>
                  <a:pt x="111996" y="99805"/>
                </a:lnTo>
                <a:lnTo>
                  <a:pt x="111862" y="99016"/>
                </a:lnTo>
                <a:lnTo>
                  <a:pt x="111737" y="98219"/>
                </a:lnTo>
                <a:lnTo>
                  <a:pt x="111622" y="97413"/>
                </a:lnTo>
                <a:lnTo>
                  <a:pt x="111515" y="96600"/>
                </a:lnTo>
                <a:lnTo>
                  <a:pt x="111418" y="95778"/>
                </a:lnTo>
                <a:lnTo>
                  <a:pt x="111331" y="94949"/>
                </a:lnTo>
                <a:lnTo>
                  <a:pt x="111252" y="94112"/>
                </a:lnTo>
                <a:lnTo>
                  <a:pt x="111183" y="93266"/>
                </a:lnTo>
                <a:lnTo>
                  <a:pt x="111123" y="92413"/>
                </a:lnTo>
                <a:lnTo>
                  <a:pt x="111072" y="91552"/>
                </a:lnTo>
                <a:lnTo>
                  <a:pt x="111030" y="90682"/>
                </a:lnTo>
                <a:lnTo>
                  <a:pt x="110998" y="89805"/>
                </a:lnTo>
                <a:lnTo>
                  <a:pt x="110975" y="88920"/>
                </a:lnTo>
                <a:lnTo>
                  <a:pt x="110961" y="88026"/>
                </a:lnTo>
                <a:lnTo>
                  <a:pt x="110957" y="87125"/>
                </a:lnTo>
                <a:lnTo>
                  <a:pt x="110961" y="86206"/>
                </a:lnTo>
                <a:lnTo>
                  <a:pt x="110975" y="85296"/>
                </a:lnTo>
                <a:lnTo>
                  <a:pt x="110998" y="84393"/>
                </a:lnTo>
                <a:lnTo>
                  <a:pt x="111030" y="83499"/>
                </a:lnTo>
                <a:lnTo>
                  <a:pt x="111072" y="82613"/>
                </a:lnTo>
                <a:lnTo>
                  <a:pt x="111123" y="81736"/>
                </a:lnTo>
                <a:lnTo>
                  <a:pt x="111183" y="80866"/>
                </a:lnTo>
                <a:lnTo>
                  <a:pt x="111252" y="80005"/>
                </a:lnTo>
                <a:lnTo>
                  <a:pt x="111331" y="79152"/>
                </a:lnTo>
                <a:lnTo>
                  <a:pt x="111418" y="78307"/>
                </a:lnTo>
                <a:lnTo>
                  <a:pt x="111515" y="77470"/>
                </a:lnTo>
                <a:lnTo>
                  <a:pt x="111622" y="76641"/>
                </a:lnTo>
                <a:lnTo>
                  <a:pt x="111737" y="75821"/>
                </a:lnTo>
                <a:lnTo>
                  <a:pt x="111862" y="75009"/>
                </a:lnTo>
                <a:lnTo>
                  <a:pt x="111996" y="74205"/>
                </a:lnTo>
                <a:lnTo>
                  <a:pt x="112139" y="73409"/>
                </a:lnTo>
                <a:lnTo>
                  <a:pt x="112291" y="72621"/>
                </a:lnTo>
                <a:lnTo>
                  <a:pt x="112453" y="71842"/>
                </a:lnTo>
                <a:lnTo>
                  <a:pt x="112624" y="71070"/>
                </a:lnTo>
                <a:lnTo>
                  <a:pt x="112804" y="70307"/>
                </a:lnTo>
                <a:lnTo>
                  <a:pt x="112994" y="69552"/>
                </a:lnTo>
                <a:lnTo>
                  <a:pt x="113192" y="68806"/>
                </a:lnTo>
                <a:lnTo>
                  <a:pt x="113400" y="68067"/>
                </a:lnTo>
                <a:lnTo>
                  <a:pt x="113617" y="67337"/>
                </a:lnTo>
                <a:lnTo>
                  <a:pt x="113845" y="66617"/>
                </a:lnTo>
                <a:lnTo>
                  <a:pt x="114084" y="65910"/>
                </a:lnTo>
                <a:lnTo>
                  <a:pt x="114335" y="65217"/>
                </a:lnTo>
                <a:lnTo>
                  <a:pt x="114598" y="64536"/>
                </a:lnTo>
                <a:lnTo>
                  <a:pt x="114873" y="63868"/>
                </a:lnTo>
                <a:lnTo>
                  <a:pt x="115160" y="63214"/>
                </a:lnTo>
                <a:lnTo>
                  <a:pt x="115458" y="62572"/>
                </a:lnTo>
                <a:lnTo>
                  <a:pt x="115769" y="61943"/>
                </a:lnTo>
                <a:lnTo>
                  <a:pt x="116091" y="61327"/>
                </a:lnTo>
                <a:lnTo>
                  <a:pt x="116425" y="60725"/>
                </a:lnTo>
                <a:lnTo>
                  <a:pt x="116770" y="60135"/>
                </a:lnTo>
                <a:lnTo>
                  <a:pt x="117128" y="59558"/>
                </a:lnTo>
                <a:lnTo>
                  <a:pt x="117497" y="58995"/>
                </a:lnTo>
                <a:lnTo>
                  <a:pt x="117878" y="58444"/>
                </a:lnTo>
                <a:lnTo>
                  <a:pt x="118271" y="57906"/>
                </a:lnTo>
                <a:lnTo>
                  <a:pt x="118676" y="57382"/>
                </a:lnTo>
                <a:lnTo>
                  <a:pt x="119092" y="56870"/>
                </a:lnTo>
                <a:lnTo>
                  <a:pt x="119520" y="56371"/>
                </a:lnTo>
                <a:lnTo>
                  <a:pt x="119960" y="55885"/>
                </a:lnTo>
                <a:lnTo>
                  <a:pt x="120412" y="55413"/>
                </a:lnTo>
                <a:lnTo>
                  <a:pt x="120876" y="54953"/>
                </a:lnTo>
                <a:lnTo>
                  <a:pt x="121352" y="54506"/>
                </a:lnTo>
                <a:lnTo>
                  <a:pt x="121839" y="54073"/>
                </a:lnTo>
                <a:lnTo>
                  <a:pt x="122338" y="53652"/>
                </a:lnTo>
                <a:lnTo>
                  <a:pt x="122850" y="53246"/>
                </a:lnTo>
                <a:lnTo>
                  <a:pt x="123378" y="52858"/>
                </a:lnTo>
                <a:lnTo>
                  <a:pt x="123920" y="52486"/>
                </a:lnTo>
                <a:lnTo>
                  <a:pt x="124477" y="52132"/>
                </a:lnTo>
                <a:lnTo>
                  <a:pt x="125049" y="51796"/>
                </a:lnTo>
                <a:lnTo>
                  <a:pt x="125636" y="51476"/>
                </a:lnTo>
                <a:lnTo>
                  <a:pt x="126238" y="51174"/>
                </a:lnTo>
                <a:lnTo>
                  <a:pt x="126854" y="50889"/>
                </a:lnTo>
                <a:lnTo>
                  <a:pt x="127486" y="50622"/>
                </a:lnTo>
                <a:lnTo>
                  <a:pt x="128132" y="50371"/>
                </a:lnTo>
                <a:lnTo>
                  <a:pt x="128794" y="50138"/>
                </a:lnTo>
                <a:lnTo>
                  <a:pt x="129470" y="49922"/>
                </a:lnTo>
                <a:lnTo>
                  <a:pt x="130161" y="49724"/>
                </a:lnTo>
                <a:lnTo>
                  <a:pt x="130867" y="49542"/>
                </a:lnTo>
                <a:lnTo>
                  <a:pt x="131588" y="49378"/>
                </a:lnTo>
                <a:lnTo>
                  <a:pt x="132323" y="49231"/>
                </a:lnTo>
                <a:lnTo>
                  <a:pt x="133074" y="49102"/>
                </a:lnTo>
                <a:lnTo>
                  <a:pt x="133839" y="48990"/>
                </a:lnTo>
                <a:lnTo>
                  <a:pt x="134620" y="48895"/>
                </a:lnTo>
                <a:lnTo>
                  <a:pt x="135415" y="48817"/>
                </a:lnTo>
                <a:lnTo>
                  <a:pt x="136225" y="48757"/>
                </a:lnTo>
                <a:lnTo>
                  <a:pt x="137050" y="48713"/>
                </a:lnTo>
                <a:lnTo>
                  <a:pt x="137890" y="48688"/>
                </a:lnTo>
                <a:lnTo>
                  <a:pt x="138745" y="48679"/>
                </a:lnTo>
                <a:lnTo>
                  <a:pt x="139624" y="48688"/>
                </a:lnTo>
                <a:lnTo>
                  <a:pt x="140489" y="48713"/>
                </a:lnTo>
                <a:lnTo>
                  <a:pt x="141338" y="48757"/>
                </a:lnTo>
                <a:lnTo>
                  <a:pt x="142172" y="48817"/>
                </a:lnTo>
                <a:lnTo>
                  <a:pt x="142991" y="48895"/>
                </a:lnTo>
                <a:lnTo>
                  <a:pt x="143795" y="48990"/>
                </a:lnTo>
                <a:lnTo>
                  <a:pt x="144584" y="49102"/>
                </a:lnTo>
                <a:lnTo>
                  <a:pt x="145358" y="49231"/>
                </a:lnTo>
                <a:lnTo>
                  <a:pt x="146117" y="49378"/>
                </a:lnTo>
                <a:lnTo>
                  <a:pt x="146861" y="49542"/>
                </a:lnTo>
                <a:lnTo>
                  <a:pt x="147590" y="49724"/>
                </a:lnTo>
                <a:lnTo>
                  <a:pt x="148303" y="49922"/>
                </a:lnTo>
                <a:lnTo>
                  <a:pt x="149002" y="50138"/>
                </a:lnTo>
                <a:lnTo>
                  <a:pt x="149686" y="50371"/>
                </a:lnTo>
                <a:lnTo>
                  <a:pt x="150354" y="50622"/>
                </a:lnTo>
                <a:lnTo>
                  <a:pt x="151008" y="50889"/>
                </a:lnTo>
                <a:lnTo>
                  <a:pt x="151646" y="51174"/>
                </a:lnTo>
                <a:lnTo>
                  <a:pt x="152270" y="51476"/>
                </a:lnTo>
                <a:lnTo>
                  <a:pt x="152878" y="51796"/>
                </a:lnTo>
                <a:lnTo>
                  <a:pt x="153471" y="52132"/>
                </a:lnTo>
                <a:lnTo>
                  <a:pt x="154049" y="52486"/>
                </a:lnTo>
                <a:lnTo>
                  <a:pt x="154613" y="52858"/>
                </a:lnTo>
                <a:lnTo>
                  <a:pt x="155161" y="53246"/>
                </a:lnTo>
                <a:lnTo>
                  <a:pt x="155694" y="53652"/>
                </a:lnTo>
                <a:lnTo>
                  <a:pt x="156213" y="54073"/>
                </a:lnTo>
                <a:lnTo>
                  <a:pt x="156720" y="54506"/>
                </a:lnTo>
                <a:lnTo>
                  <a:pt x="157215" y="54953"/>
                </a:lnTo>
                <a:lnTo>
                  <a:pt x="157697" y="55413"/>
                </a:lnTo>
                <a:lnTo>
                  <a:pt x="158168" y="55885"/>
                </a:lnTo>
                <a:lnTo>
                  <a:pt x="158625" y="56371"/>
                </a:lnTo>
                <a:lnTo>
                  <a:pt x="159071" y="56870"/>
                </a:lnTo>
                <a:lnTo>
                  <a:pt x="159504" y="57382"/>
                </a:lnTo>
                <a:lnTo>
                  <a:pt x="159925" y="57906"/>
                </a:lnTo>
                <a:lnTo>
                  <a:pt x="160333" y="58444"/>
                </a:lnTo>
                <a:lnTo>
                  <a:pt x="160730" y="58995"/>
                </a:lnTo>
                <a:lnTo>
                  <a:pt x="161114" y="59558"/>
                </a:lnTo>
                <a:lnTo>
                  <a:pt x="161485" y="60135"/>
                </a:lnTo>
                <a:lnTo>
                  <a:pt x="161844" y="60725"/>
                </a:lnTo>
                <a:lnTo>
                  <a:pt x="162191" y="61327"/>
                </a:lnTo>
                <a:lnTo>
                  <a:pt x="162526" y="61943"/>
                </a:lnTo>
                <a:lnTo>
                  <a:pt x="162848" y="62572"/>
                </a:lnTo>
                <a:lnTo>
                  <a:pt x="163158" y="63214"/>
                </a:lnTo>
                <a:lnTo>
                  <a:pt x="163456" y="63868"/>
                </a:lnTo>
                <a:lnTo>
                  <a:pt x="163741" y="64536"/>
                </a:lnTo>
                <a:lnTo>
                  <a:pt x="164014" y="65217"/>
                </a:lnTo>
                <a:lnTo>
                  <a:pt x="164275" y="65910"/>
                </a:lnTo>
                <a:lnTo>
                  <a:pt x="164523" y="66617"/>
                </a:lnTo>
                <a:lnTo>
                  <a:pt x="164760" y="67337"/>
                </a:lnTo>
                <a:lnTo>
                  <a:pt x="164985" y="68067"/>
                </a:lnTo>
                <a:lnTo>
                  <a:pt x="165200" y="68806"/>
                </a:lnTo>
                <a:lnTo>
                  <a:pt x="165406" y="69552"/>
                </a:lnTo>
                <a:lnTo>
                  <a:pt x="165603" y="70307"/>
                </a:lnTo>
                <a:lnTo>
                  <a:pt x="165789" y="71070"/>
                </a:lnTo>
                <a:lnTo>
                  <a:pt x="165967" y="71842"/>
                </a:lnTo>
                <a:lnTo>
                  <a:pt x="166134" y="72621"/>
                </a:lnTo>
                <a:lnTo>
                  <a:pt x="166292" y="73409"/>
                </a:lnTo>
                <a:lnTo>
                  <a:pt x="166441" y="74205"/>
                </a:lnTo>
                <a:lnTo>
                  <a:pt x="166580" y="75009"/>
                </a:lnTo>
                <a:lnTo>
                  <a:pt x="166709" y="75821"/>
                </a:lnTo>
                <a:lnTo>
                  <a:pt x="166829" y="76641"/>
                </a:lnTo>
                <a:lnTo>
                  <a:pt x="166939" y="77470"/>
                </a:lnTo>
                <a:lnTo>
                  <a:pt x="167040" y="78307"/>
                </a:lnTo>
                <a:lnTo>
                  <a:pt x="167131" y="79152"/>
                </a:lnTo>
                <a:lnTo>
                  <a:pt x="167212" y="80005"/>
                </a:lnTo>
                <a:lnTo>
                  <a:pt x="167284" y="80866"/>
                </a:lnTo>
                <a:lnTo>
                  <a:pt x="167346" y="81736"/>
                </a:lnTo>
                <a:lnTo>
                  <a:pt x="167399" y="82613"/>
                </a:lnTo>
                <a:lnTo>
                  <a:pt x="167442" y="83499"/>
                </a:lnTo>
                <a:lnTo>
                  <a:pt x="167476" y="84393"/>
                </a:lnTo>
                <a:lnTo>
                  <a:pt x="167499" y="85296"/>
                </a:lnTo>
                <a:lnTo>
                  <a:pt x="167514" y="86206"/>
                </a:lnTo>
                <a:lnTo>
                  <a:pt x="167519" y="87125"/>
                </a:lnTo>
                <a:lnTo>
                  <a:pt x="167514" y="88026"/>
                </a:lnTo>
                <a:lnTo>
                  <a:pt x="167499" y="88920"/>
                </a:lnTo>
                <a:lnTo>
                  <a:pt x="167476" y="89805"/>
                </a:lnTo>
                <a:lnTo>
                  <a:pt x="167442" y="90682"/>
                </a:lnTo>
                <a:lnTo>
                  <a:pt x="167399" y="91552"/>
                </a:lnTo>
                <a:lnTo>
                  <a:pt x="167346" y="92413"/>
                </a:lnTo>
                <a:lnTo>
                  <a:pt x="167284" y="93266"/>
                </a:lnTo>
                <a:lnTo>
                  <a:pt x="167212" y="94112"/>
                </a:lnTo>
                <a:lnTo>
                  <a:pt x="167131" y="94949"/>
                </a:lnTo>
                <a:lnTo>
                  <a:pt x="167040" y="95778"/>
                </a:lnTo>
                <a:lnTo>
                  <a:pt x="166939" y="96600"/>
                </a:lnTo>
                <a:lnTo>
                  <a:pt x="166829" y="97413"/>
                </a:lnTo>
                <a:lnTo>
                  <a:pt x="166709" y="98219"/>
                </a:lnTo>
                <a:lnTo>
                  <a:pt x="166580" y="99016"/>
                </a:lnTo>
                <a:lnTo>
                  <a:pt x="166441" y="99805"/>
                </a:lnTo>
                <a:lnTo>
                  <a:pt x="166292" y="100587"/>
                </a:lnTo>
                <a:lnTo>
                  <a:pt x="166134" y="101360"/>
                </a:lnTo>
                <a:lnTo>
                  <a:pt x="165967" y="102125"/>
                </a:lnTo>
                <a:lnTo>
                  <a:pt x="165789" y="102883"/>
                </a:lnTo>
                <a:lnTo>
                  <a:pt x="165603" y="103632"/>
                </a:lnTo>
                <a:lnTo>
                  <a:pt x="165406" y="104374"/>
                </a:lnTo>
                <a:lnTo>
                  <a:pt x="165200" y="105107"/>
                </a:lnTo>
                <a:lnTo>
                  <a:pt x="164985" y="105832"/>
                </a:lnTo>
                <a:lnTo>
                  <a:pt x="164760" y="106550"/>
                </a:lnTo>
                <a:lnTo>
                  <a:pt x="164523" y="107257"/>
                </a:lnTo>
                <a:lnTo>
                  <a:pt x="164275" y="107951"/>
                </a:lnTo>
                <a:lnTo>
                  <a:pt x="164014" y="108632"/>
                </a:lnTo>
                <a:lnTo>
                  <a:pt x="163741" y="109301"/>
                </a:lnTo>
                <a:lnTo>
                  <a:pt x="163456" y="109957"/>
                </a:lnTo>
                <a:lnTo>
                  <a:pt x="163158" y="110599"/>
                </a:lnTo>
                <a:lnTo>
                  <a:pt x="162848" y="111230"/>
                </a:lnTo>
                <a:lnTo>
                  <a:pt x="162526" y="111847"/>
                </a:lnTo>
                <a:lnTo>
                  <a:pt x="162191" y="112451"/>
                </a:lnTo>
                <a:lnTo>
                  <a:pt x="161844" y="113043"/>
                </a:lnTo>
                <a:lnTo>
                  <a:pt x="161485" y="113622"/>
                </a:lnTo>
                <a:lnTo>
                  <a:pt x="161114" y="114188"/>
                </a:lnTo>
                <a:lnTo>
                  <a:pt x="160730" y="114741"/>
                </a:lnTo>
                <a:lnTo>
                  <a:pt x="160333" y="115282"/>
                </a:lnTo>
                <a:lnTo>
                  <a:pt x="159925" y="115809"/>
                </a:lnTo>
                <a:lnTo>
                  <a:pt x="159504" y="116324"/>
                </a:lnTo>
                <a:lnTo>
                  <a:pt x="159071" y="116826"/>
                </a:lnTo>
                <a:lnTo>
                  <a:pt x="158625" y="117316"/>
                </a:lnTo>
                <a:lnTo>
                  <a:pt x="158168" y="117792"/>
                </a:lnTo>
                <a:lnTo>
                  <a:pt x="157697" y="118256"/>
                </a:lnTo>
                <a:lnTo>
                  <a:pt x="157215" y="118706"/>
                </a:lnTo>
                <a:lnTo>
                  <a:pt x="156720" y="119144"/>
                </a:lnTo>
                <a:lnTo>
                  <a:pt x="156213" y="119570"/>
                </a:lnTo>
                <a:lnTo>
                  <a:pt x="155694" y="119982"/>
                </a:lnTo>
                <a:lnTo>
                  <a:pt x="155161" y="120379"/>
                </a:lnTo>
                <a:lnTo>
                  <a:pt x="154613" y="120760"/>
                </a:lnTo>
                <a:lnTo>
                  <a:pt x="154049" y="121123"/>
                </a:lnTo>
                <a:lnTo>
                  <a:pt x="153471" y="121470"/>
                </a:lnTo>
                <a:lnTo>
                  <a:pt x="152878" y="121799"/>
                </a:lnTo>
                <a:lnTo>
                  <a:pt x="152270" y="122112"/>
                </a:lnTo>
                <a:lnTo>
                  <a:pt x="151646" y="122408"/>
                </a:lnTo>
                <a:lnTo>
                  <a:pt x="151008" y="122687"/>
                </a:lnTo>
                <a:lnTo>
                  <a:pt x="150354" y="122949"/>
                </a:lnTo>
                <a:lnTo>
                  <a:pt x="149686" y="123194"/>
                </a:lnTo>
                <a:lnTo>
                  <a:pt x="149002" y="123422"/>
                </a:lnTo>
                <a:lnTo>
                  <a:pt x="148303" y="123633"/>
                </a:lnTo>
                <a:lnTo>
                  <a:pt x="147590" y="123828"/>
                </a:lnTo>
                <a:lnTo>
                  <a:pt x="146861" y="124005"/>
                </a:lnTo>
                <a:lnTo>
                  <a:pt x="146117" y="124166"/>
                </a:lnTo>
                <a:lnTo>
                  <a:pt x="145358" y="124310"/>
                </a:lnTo>
                <a:lnTo>
                  <a:pt x="144584" y="124436"/>
                </a:lnTo>
                <a:lnTo>
                  <a:pt x="143795" y="124546"/>
                </a:lnTo>
                <a:lnTo>
                  <a:pt x="142991" y="124639"/>
                </a:lnTo>
                <a:lnTo>
                  <a:pt x="142172" y="124715"/>
                </a:lnTo>
                <a:lnTo>
                  <a:pt x="141338" y="124774"/>
                </a:lnTo>
                <a:lnTo>
                  <a:pt x="140489" y="124817"/>
                </a:lnTo>
                <a:lnTo>
                  <a:pt x="139624" y="124842"/>
                </a:lnTo>
                <a:lnTo>
                  <a:pt x="138745" y="124850"/>
                </a:lnTo>
                <a:lnTo>
                  <a:pt x="137890" y="124842"/>
                </a:lnTo>
                <a:lnTo>
                  <a:pt x="137050" y="124817"/>
                </a:lnTo>
                <a:lnTo>
                  <a:pt x="136225" y="124774"/>
                </a:lnTo>
                <a:lnTo>
                  <a:pt x="135415" y="124715"/>
                </a:lnTo>
                <a:close/>
                <a:moveTo>
                  <a:pt x="317370" y="19042"/>
                </a:moveTo>
                <a:lnTo>
                  <a:pt x="317728" y="18999"/>
                </a:lnTo>
                <a:lnTo>
                  <a:pt x="318080" y="18947"/>
                </a:lnTo>
                <a:lnTo>
                  <a:pt x="318426" y="18886"/>
                </a:lnTo>
                <a:lnTo>
                  <a:pt x="318766" y="18816"/>
                </a:lnTo>
                <a:lnTo>
                  <a:pt x="319099" y="18736"/>
                </a:lnTo>
                <a:lnTo>
                  <a:pt x="319427" y="18646"/>
                </a:lnTo>
                <a:lnTo>
                  <a:pt x="319748" y="18548"/>
                </a:lnTo>
                <a:lnTo>
                  <a:pt x="320063" y="18439"/>
                </a:lnTo>
                <a:lnTo>
                  <a:pt x="320372" y="18322"/>
                </a:lnTo>
                <a:lnTo>
                  <a:pt x="320675" y="18195"/>
                </a:lnTo>
                <a:lnTo>
                  <a:pt x="320972" y="18058"/>
                </a:lnTo>
                <a:lnTo>
                  <a:pt x="321262" y="17912"/>
                </a:lnTo>
                <a:lnTo>
                  <a:pt x="321547" y="17757"/>
                </a:lnTo>
                <a:lnTo>
                  <a:pt x="321825" y="17593"/>
                </a:lnTo>
                <a:lnTo>
                  <a:pt x="322097" y="17418"/>
                </a:lnTo>
                <a:lnTo>
                  <a:pt x="322363" y="17235"/>
                </a:lnTo>
                <a:lnTo>
                  <a:pt x="322622" y="17042"/>
                </a:lnTo>
                <a:lnTo>
                  <a:pt x="322876" y="16840"/>
                </a:lnTo>
                <a:lnTo>
                  <a:pt x="323123" y="16628"/>
                </a:lnTo>
                <a:lnTo>
                  <a:pt x="323364" y="16407"/>
                </a:lnTo>
                <a:lnTo>
                  <a:pt x="323598" y="16179"/>
                </a:lnTo>
                <a:lnTo>
                  <a:pt x="323821" y="15945"/>
                </a:lnTo>
                <a:lnTo>
                  <a:pt x="324034" y="15707"/>
                </a:lnTo>
                <a:lnTo>
                  <a:pt x="324238" y="15464"/>
                </a:lnTo>
                <a:lnTo>
                  <a:pt x="324431" y="15216"/>
                </a:lnTo>
                <a:lnTo>
                  <a:pt x="324615" y="14963"/>
                </a:lnTo>
                <a:lnTo>
                  <a:pt x="324788" y="14705"/>
                </a:lnTo>
                <a:lnTo>
                  <a:pt x="324952" y="14442"/>
                </a:lnTo>
                <a:lnTo>
                  <a:pt x="325106" y="14174"/>
                </a:lnTo>
                <a:lnTo>
                  <a:pt x="325250" y="13901"/>
                </a:lnTo>
                <a:lnTo>
                  <a:pt x="325384" y="13623"/>
                </a:lnTo>
                <a:lnTo>
                  <a:pt x="325508" y="13340"/>
                </a:lnTo>
                <a:lnTo>
                  <a:pt x="325622" y="13052"/>
                </a:lnTo>
                <a:lnTo>
                  <a:pt x="325726" y="12759"/>
                </a:lnTo>
                <a:lnTo>
                  <a:pt x="325820" y="12461"/>
                </a:lnTo>
                <a:lnTo>
                  <a:pt x="325905" y="12159"/>
                </a:lnTo>
                <a:lnTo>
                  <a:pt x="325979" y="11851"/>
                </a:lnTo>
                <a:lnTo>
                  <a:pt x="326043" y="11538"/>
                </a:lnTo>
                <a:lnTo>
                  <a:pt x="326098" y="11221"/>
                </a:lnTo>
                <a:lnTo>
                  <a:pt x="326143" y="10898"/>
                </a:lnTo>
                <a:lnTo>
                  <a:pt x="326177" y="10571"/>
                </a:lnTo>
                <a:lnTo>
                  <a:pt x="326202" y="10238"/>
                </a:lnTo>
                <a:lnTo>
                  <a:pt x="326217" y="9901"/>
                </a:lnTo>
                <a:lnTo>
                  <a:pt x="326222" y="9558"/>
                </a:lnTo>
                <a:lnTo>
                  <a:pt x="326217" y="9216"/>
                </a:lnTo>
                <a:lnTo>
                  <a:pt x="326202" y="8879"/>
                </a:lnTo>
                <a:lnTo>
                  <a:pt x="326177" y="8546"/>
                </a:lnTo>
                <a:lnTo>
                  <a:pt x="326143" y="8219"/>
                </a:lnTo>
                <a:lnTo>
                  <a:pt x="326098" y="7896"/>
                </a:lnTo>
                <a:lnTo>
                  <a:pt x="326043" y="7578"/>
                </a:lnTo>
                <a:lnTo>
                  <a:pt x="325979" y="7266"/>
                </a:lnTo>
                <a:lnTo>
                  <a:pt x="325905" y="6958"/>
                </a:lnTo>
                <a:lnTo>
                  <a:pt x="325820" y="6655"/>
                </a:lnTo>
                <a:lnTo>
                  <a:pt x="325726" y="6358"/>
                </a:lnTo>
                <a:lnTo>
                  <a:pt x="325622" y="6065"/>
                </a:lnTo>
                <a:lnTo>
                  <a:pt x="325508" y="5777"/>
                </a:lnTo>
                <a:lnTo>
                  <a:pt x="325384" y="5494"/>
                </a:lnTo>
                <a:lnTo>
                  <a:pt x="325250" y="5216"/>
                </a:lnTo>
                <a:lnTo>
                  <a:pt x="325106" y="4943"/>
                </a:lnTo>
                <a:lnTo>
                  <a:pt x="324952" y="4675"/>
                </a:lnTo>
                <a:lnTo>
                  <a:pt x="324788" y="4412"/>
                </a:lnTo>
                <a:lnTo>
                  <a:pt x="324615" y="4154"/>
                </a:lnTo>
                <a:lnTo>
                  <a:pt x="324431" y="3901"/>
                </a:lnTo>
                <a:lnTo>
                  <a:pt x="324238" y="3653"/>
                </a:lnTo>
                <a:lnTo>
                  <a:pt x="324034" y="3410"/>
                </a:lnTo>
                <a:lnTo>
                  <a:pt x="323821" y="3171"/>
                </a:lnTo>
                <a:lnTo>
                  <a:pt x="323598" y="2938"/>
                </a:lnTo>
                <a:lnTo>
                  <a:pt x="323364" y="2710"/>
                </a:lnTo>
                <a:lnTo>
                  <a:pt x="323123" y="2489"/>
                </a:lnTo>
                <a:lnTo>
                  <a:pt x="322876" y="2277"/>
                </a:lnTo>
                <a:lnTo>
                  <a:pt x="322622" y="2075"/>
                </a:lnTo>
                <a:lnTo>
                  <a:pt x="322363" y="1882"/>
                </a:lnTo>
                <a:lnTo>
                  <a:pt x="322097" y="1698"/>
                </a:lnTo>
                <a:lnTo>
                  <a:pt x="321825" y="1524"/>
                </a:lnTo>
                <a:lnTo>
                  <a:pt x="321547" y="1360"/>
                </a:lnTo>
                <a:lnTo>
                  <a:pt x="321262" y="1204"/>
                </a:lnTo>
                <a:lnTo>
                  <a:pt x="320972" y="1059"/>
                </a:lnTo>
                <a:lnTo>
                  <a:pt x="320675" y="922"/>
                </a:lnTo>
                <a:lnTo>
                  <a:pt x="320372" y="795"/>
                </a:lnTo>
                <a:lnTo>
                  <a:pt x="320063" y="677"/>
                </a:lnTo>
                <a:lnTo>
                  <a:pt x="319748" y="569"/>
                </a:lnTo>
                <a:lnTo>
                  <a:pt x="319427" y="470"/>
                </a:lnTo>
                <a:lnTo>
                  <a:pt x="319099" y="381"/>
                </a:lnTo>
                <a:lnTo>
                  <a:pt x="318766" y="301"/>
                </a:lnTo>
                <a:lnTo>
                  <a:pt x="318426" y="231"/>
                </a:lnTo>
                <a:lnTo>
                  <a:pt x="318080" y="169"/>
                </a:lnTo>
                <a:lnTo>
                  <a:pt x="317728" y="118"/>
                </a:lnTo>
                <a:lnTo>
                  <a:pt x="317370" y="75"/>
                </a:lnTo>
                <a:lnTo>
                  <a:pt x="317006" y="42"/>
                </a:lnTo>
                <a:lnTo>
                  <a:pt x="316635" y="19"/>
                </a:lnTo>
                <a:lnTo>
                  <a:pt x="316258" y="5"/>
                </a:lnTo>
                <a:lnTo>
                  <a:pt x="315875" y="0"/>
                </a:lnTo>
                <a:lnTo>
                  <a:pt x="315493" y="5"/>
                </a:lnTo>
                <a:lnTo>
                  <a:pt x="315116" y="19"/>
                </a:lnTo>
                <a:lnTo>
                  <a:pt x="314746" y="42"/>
                </a:lnTo>
                <a:lnTo>
                  <a:pt x="314382" y="75"/>
                </a:lnTo>
                <a:lnTo>
                  <a:pt x="314025" y="118"/>
                </a:lnTo>
                <a:lnTo>
                  <a:pt x="313674" y="169"/>
                </a:lnTo>
                <a:lnTo>
                  <a:pt x="313329" y="231"/>
                </a:lnTo>
                <a:lnTo>
                  <a:pt x="312990" y="301"/>
                </a:lnTo>
                <a:lnTo>
                  <a:pt x="312658" y="381"/>
                </a:lnTo>
                <a:lnTo>
                  <a:pt x="312332" y="470"/>
                </a:lnTo>
                <a:lnTo>
                  <a:pt x="312013" y="569"/>
                </a:lnTo>
                <a:lnTo>
                  <a:pt x="311700" y="677"/>
                </a:lnTo>
                <a:lnTo>
                  <a:pt x="311393" y="795"/>
                </a:lnTo>
                <a:lnTo>
                  <a:pt x="311092" y="922"/>
                </a:lnTo>
                <a:lnTo>
                  <a:pt x="310798" y="1059"/>
                </a:lnTo>
                <a:lnTo>
                  <a:pt x="310510" y="1204"/>
                </a:lnTo>
                <a:lnTo>
                  <a:pt x="310229" y="1360"/>
                </a:lnTo>
                <a:lnTo>
                  <a:pt x="309954" y="1524"/>
                </a:lnTo>
                <a:lnTo>
                  <a:pt x="309685" y="1698"/>
                </a:lnTo>
                <a:lnTo>
                  <a:pt x="309422" y="1882"/>
                </a:lnTo>
                <a:lnTo>
                  <a:pt x="309166" y="2075"/>
                </a:lnTo>
                <a:lnTo>
                  <a:pt x="308916" y="2277"/>
                </a:lnTo>
                <a:lnTo>
                  <a:pt x="308673" y="2489"/>
                </a:lnTo>
                <a:lnTo>
                  <a:pt x="308436" y="2710"/>
                </a:lnTo>
                <a:lnTo>
                  <a:pt x="308206" y="2938"/>
                </a:lnTo>
                <a:lnTo>
                  <a:pt x="307987" y="3171"/>
                </a:lnTo>
                <a:lnTo>
                  <a:pt x="307777" y="3410"/>
                </a:lnTo>
                <a:lnTo>
                  <a:pt x="307577" y="3653"/>
                </a:lnTo>
                <a:lnTo>
                  <a:pt x="307387" y="3901"/>
                </a:lnTo>
                <a:lnTo>
                  <a:pt x="307207" y="4154"/>
                </a:lnTo>
                <a:lnTo>
                  <a:pt x="307036" y="4412"/>
                </a:lnTo>
                <a:lnTo>
                  <a:pt x="306875" y="4675"/>
                </a:lnTo>
                <a:lnTo>
                  <a:pt x="306724" y="4943"/>
                </a:lnTo>
                <a:lnTo>
                  <a:pt x="306583" y="5216"/>
                </a:lnTo>
                <a:lnTo>
                  <a:pt x="306451" y="5494"/>
                </a:lnTo>
                <a:lnTo>
                  <a:pt x="306329" y="5777"/>
                </a:lnTo>
                <a:lnTo>
                  <a:pt x="306217" y="6065"/>
                </a:lnTo>
                <a:lnTo>
                  <a:pt x="306115" y="6358"/>
                </a:lnTo>
                <a:lnTo>
                  <a:pt x="306022" y="6655"/>
                </a:lnTo>
                <a:lnTo>
                  <a:pt x="305939" y="6958"/>
                </a:lnTo>
                <a:lnTo>
                  <a:pt x="305866" y="7266"/>
                </a:lnTo>
                <a:lnTo>
                  <a:pt x="305803" y="7578"/>
                </a:lnTo>
                <a:lnTo>
                  <a:pt x="305749" y="7896"/>
                </a:lnTo>
                <a:lnTo>
                  <a:pt x="305705" y="8219"/>
                </a:lnTo>
                <a:lnTo>
                  <a:pt x="305671" y="8546"/>
                </a:lnTo>
                <a:lnTo>
                  <a:pt x="305647" y="8879"/>
                </a:lnTo>
                <a:lnTo>
                  <a:pt x="305632" y="9216"/>
                </a:lnTo>
                <a:lnTo>
                  <a:pt x="305627" y="9558"/>
                </a:lnTo>
                <a:lnTo>
                  <a:pt x="305632" y="9901"/>
                </a:lnTo>
                <a:lnTo>
                  <a:pt x="305647" y="10238"/>
                </a:lnTo>
                <a:lnTo>
                  <a:pt x="305671" y="10571"/>
                </a:lnTo>
                <a:lnTo>
                  <a:pt x="305705" y="10898"/>
                </a:lnTo>
                <a:lnTo>
                  <a:pt x="305749" y="11221"/>
                </a:lnTo>
                <a:lnTo>
                  <a:pt x="305803" y="11538"/>
                </a:lnTo>
                <a:lnTo>
                  <a:pt x="305866" y="11851"/>
                </a:lnTo>
                <a:lnTo>
                  <a:pt x="305939" y="12159"/>
                </a:lnTo>
                <a:lnTo>
                  <a:pt x="306022" y="12461"/>
                </a:lnTo>
                <a:lnTo>
                  <a:pt x="306115" y="12759"/>
                </a:lnTo>
                <a:lnTo>
                  <a:pt x="306217" y="13052"/>
                </a:lnTo>
                <a:lnTo>
                  <a:pt x="306329" y="13340"/>
                </a:lnTo>
                <a:lnTo>
                  <a:pt x="306451" y="13623"/>
                </a:lnTo>
                <a:lnTo>
                  <a:pt x="306583" y="13901"/>
                </a:lnTo>
                <a:lnTo>
                  <a:pt x="306724" y="14174"/>
                </a:lnTo>
                <a:lnTo>
                  <a:pt x="306875" y="14442"/>
                </a:lnTo>
                <a:lnTo>
                  <a:pt x="307036" y="14705"/>
                </a:lnTo>
                <a:lnTo>
                  <a:pt x="307207" y="14963"/>
                </a:lnTo>
                <a:lnTo>
                  <a:pt x="307387" y="15216"/>
                </a:lnTo>
                <a:lnTo>
                  <a:pt x="307577" y="15464"/>
                </a:lnTo>
                <a:lnTo>
                  <a:pt x="307777" y="15707"/>
                </a:lnTo>
                <a:lnTo>
                  <a:pt x="307987" y="15945"/>
                </a:lnTo>
                <a:lnTo>
                  <a:pt x="308206" y="16179"/>
                </a:lnTo>
                <a:lnTo>
                  <a:pt x="308436" y="16407"/>
                </a:lnTo>
                <a:lnTo>
                  <a:pt x="308673" y="16628"/>
                </a:lnTo>
                <a:lnTo>
                  <a:pt x="308916" y="16840"/>
                </a:lnTo>
                <a:lnTo>
                  <a:pt x="309166" y="17042"/>
                </a:lnTo>
                <a:lnTo>
                  <a:pt x="309422" y="17235"/>
                </a:lnTo>
                <a:lnTo>
                  <a:pt x="309685" y="17418"/>
                </a:lnTo>
                <a:lnTo>
                  <a:pt x="309954" y="17593"/>
                </a:lnTo>
                <a:lnTo>
                  <a:pt x="310229" y="17757"/>
                </a:lnTo>
                <a:lnTo>
                  <a:pt x="310510" y="17912"/>
                </a:lnTo>
                <a:lnTo>
                  <a:pt x="310798" y="18058"/>
                </a:lnTo>
                <a:lnTo>
                  <a:pt x="311092" y="18195"/>
                </a:lnTo>
                <a:lnTo>
                  <a:pt x="311393" y="18322"/>
                </a:lnTo>
                <a:lnTo>
                  <a:pt x="311700" y="18439"/>
                </a:lnTo>
                <a:lnTo>
                  <a:pt x="312013" y="18548"/>
                </a:lnTo>
                <a:lnTo>
                  <a:pt x="312332" y="18646"/>
                </a:lnTo>
                <a:lnTo>
                  <a:pt x="312658" y="18736"/>
                </a:lnTo>
                <a:lnTo>
                  <a:pt x="312990" y="18816"/>
                </a:lnTo>
                <a:lnTo>
                  <a:pt x="313329" y="18886"/>
                </a:lnTo>
                <a:lnTo>
                  <a:pt x="313674" y="18947"/>
                </a:lnTo>
                <a:lnTo>
                  <a:pt x="314025" y="18999"/>
                </a:lnTo>
                <a:lnTo>
                  <a:pt x="314382" y="19042"/>
                </a:lnTo>
                <a:lnTo>
                  <a:pt x="314746" y="19074"/>
                </a:lnTo>
                <a:lnTo>
                  <a:pt x="315116" y="19098"/>
                </a:lnTo>
                <a:lnTo>
                  <a:pt x="315493" y="19112"/>
                </a:lnTo>
                <a:lnTo>
                  <a:pt x="315875" y="19117"/>
                </a:lnTo>
                <a:lnTo>
                  <a:pt x="316258" y="19112"/>
                </a:lnTo>
                <a:lnTo>
                  <a:pt x="316635" y="19098"/>
                </a:lnTo>
                <a:lnTo>
                  <a:pt x="317006" y="19074"/>
                </a:lnTo>
                <a:lnTo>
                  <a:pt x="317370" y="19042"/>
                </a:lnTo>
                <a:close/>
                <a:moveTo>
                  <a:pt x="600225" y="122773"/>
                </a:moveTo>
                <a:lnTo>
                  <a:pt x="599528" y="122748"/>
                </a:lnTo>
                <a:lnTo>
                  <a:pt x="598853" y="122707"/>
                </a:lnTo>
                <a:lnTo>
                  <a:pt x="598201" y="122650"/>
                </a:lnTo>
                <a:lnTo>
                  <a:pt x="597571" y="122576"/>
                </a:lnTo>
                <a:lnTo>
                  <a:pt x="596963" y="122485"/>
                </a:lnTo>
                <a:lnTo>
                  <a:pt x="596378" y="122379"/>
                </a:lnTo>
                <a:lnTo>
                  <a:pt x="595816" y="122256"/>
                </a:lnTo>
                <a:lnTo>
                  <a:pt x="595275" y="122116"/>
                </a:lnTo>
                <a:lnTo>
                  <a:pt x="594757" y="121960"/>
                </a:lnTo>
                <a:lnTo>
                  <a:pt x="594262" y="121788"/>
                </a:lnTo>
                <a:lnTo>
                  <a:pt x="593789" y="121599"/>
                </a:lnTo>
                <a:lnTo>
                  <a:pt x="593338" y="121393"/>
                </a:lnTo>
                <a:lnTo>
                  <a:pt x="592910" y="121172"/>
                </a:lnTo>
                <a:lnTo>
                  <a:pt x="592504" y="120933"/>
                </a:lnTo>
                <a:lnTo>
                  <a:pt x="592120" y="120679"/>
                </a:lnTo>
                <a:lnTo>
                  <a:pt x="591759" y="120408"/>
                </a:lnTo>
                <a:lnTo>
                  <a:pt x="591421" y="120121"/>
                </a:lnTo>
                <a:lnTo>
                  <a:pt x="591104" y="119817"/>
                </a:lnTo>
                <a:lnTo>
                  <a:pt x="590811" y="119496"/>
                </a:lnTo>
                <a:lnTo>
                  <a:pt x="590539" y="119160"/>
                </a:lnTo>
                <a:lnTo>
                  <a:pt x="590290" y="118807"/>
                </a:lnTo>
                <a:lnTo>
                  <a:pt x="590064" y="118437"/>
                </a:lnTo>
                <a:lnTo>
                  <a:pt x="589859" y="118051"/>
                </a:lnTo>
                <a:lnTo>
                  <a:pt x="589670" y="117650"/>
                </a:lnTo>
                <a:lnTo>
                  <a:pt x="589489" y="117233"/>
                </a:lnTo>
                <a:lnTo>
                  <a:pt x="589317" y="116802"/>
                </a:lnTo>
                <a:lnTo>
                  <a:pt x="589152" y="116357"/>
                </a:lnTo>
                <a:lnTo>
                  <a:pt x="588995" y="115896"/>
                </a:lnTo>
                <a:lnTo>
                  <a:pt x="588846" y="115421"/>
                </a:lnTo>
                <a:lnTo>
                  <a:pt x="588705" y="114932"/>
                </a:lnTo>
                <a:lnTo>
                  <a:pt x="588573" y="114427"/>
                </a:lnTo>
                <a:lnTo>
                  <a:pt x="588448" y="113908"/>
                </a:lnTo>
                <a:lnTo>
                  <a:pt x="588332" y="113374"/>
                </a:lnTo>
                <a:lnTo>
                  <a:pt x="588223" y="112825"/>
                </a:lnTo>
                <a:lnTo>
                  <a:pt x="588123" y="112262"/>
                </a:lnTo>
                <a:lnTo>
                  <a:pt x="588030" y="111684"/>
                </a:lnTo>
                <a:lnTo>
                  <a:pt x="587946" y="111091"/>
                </a:lnTo>
                <a:lnTo>
                  <a:pt x="587869" y="110484"/>
                </a:lnTo>
                <a:lnTo>
                  <a:pt x="587801" y="109861"/>
                </a:lnTo>
                <a:lnTo>
                  <a:pt x="587741" y="109224"/>
                </a:lnTo>
                <a:lnTo>
                  <a:pt x="587688" y="108573"/>
                </a:lnTo>
                <a:lnTo>
                  <a:pt x="587644" y="107907"/>
                </a:lnTo>
                <a:lnTo>
                  <a:pt x="587608" y="107225"/>
                </a:lnTo>
                <a:lnTo>
                  <a:pt x="587580" y="106530"/>
                </a:lnTo>
                <a:lnTo>
                  <a:pt x="587560" y="105819"/>
                </a:lnTo>
                <a:lnTo>
                  <a:pt x="587548" y="105094"/>
                </a:lnTo>
                <a:lnTo>
                  <a:pt x="587544" y="104354"/>
                </a:lnTo>
                <a:lnTo>
                  <a:pt x="587544" y="3547"/>
                </a:lnTo>
                <a:lnTo>
                  <a:pt x="571186" y="3547"/>
                </a:lnTo>
                <a:lnTo>
                  <a:pt x="571186" y="105142"/>
                </a:lnTo>
                <a:lnTo>
                  <a:pt x="571190" y="105950"/>
                </a:lnTo>
                <a:lnTo>
                  <a:pt x="571202" y="106749"/>
                </a:lnTo>
                <a:lnTo>
                  <a:pt x="571221" y="107537"/>
                </a:lnTo>
                <a:lnTo>
                  <a:pt x="571249" y="108316"/>
                </a:lnTo>
                <a:lnTo>
                  <a:pt x="571284" y="109085"/>
                </a:lnTo>
                <a:lnTo>
                  <a:pt x="571328" y="109845"/>
                </a:lnTo>
                <a:lnTo>
                  <a:pt x="571379" y="110594"/>
                </a:lnTo>
                <a:lnTo>
                  <a:pt x="571438" y="111334"/>
                </a:lnTo>
                <a:lnTo>
                  <a:pt x="571505" y="112064"/>
                </a:lnTo>
                <a:lnTo>
                  <a:pt x="571579" y="112784"/>
                </a:lnTo>
                <a:lnTo>
                  <a:pt x="571662" y="113495"/>
                </a:lnTo>
                <a:lnTo>
                  <a:pt x="571753" y="114196"/>
                </a:lnTo>
                <a:lnTo>
                  <a:pt x="571851" y="114887"/>
                </a:lnTo>
                <a:lnTo>
                  <a:pt x="571957" y="115568"/>
                </a:lnTo>
                <a:lnTo>
                  <a:pt x="572071" y="116240"/>
                </a:lnTo>
                <a:lnTo>
                  <a:pt x="572193" y="116902"/>
                </a:lnTo>
                <a:lnTo>
                  <a:pt x="572323" y="117554"/>
                </a:lnTo>
                <a:lnTo>
                  <a:pt x="572461" y="118196"/>
                </a:lnTo>
                <a:lnTo>
                  <a:pt x="572606" y="118828"/>
                </a:lnTo>
                <a:lnTo>
                  <a:pt x="572760" y="119451"/>
                </a:lnTo>
                <a:lnTo>
                  <a:pt x="572921" y="120064"/>
                </a:lnTo>
                <a:lnTo>
                  <a:pt x="573090" y="120668"/>
                </a:lnTo>
                <a:lnTo>
                  <a:pt x="573267" y="121261"/>
                </a:lnTo>
                <a:lnTo>
                  <a:pt x="573452" y="121845"/>
                </a:lnTo>
                <a:lnTo>
                  <a:pt x="573648" y="122418"/>
                </a:lnTo>
                <a:lnTo>
                  <a:pt x="573857" y="122980"/>
                </a:lnTo>
                <a:lnTo>
                  <a:pt x="574081" y="123531"/>
                </a:lnTo>
                <a:lnTo>
                  <a:pt x="574317" y="124070"/>
                </a:lnTo>
                <a:lnTo>
                  <a:pt x="574568" y="124598"/>
                </a:lnTo>
                <a:lnTo>
                  <a:pt x="574832" y="125115"/>
                </a:lnTo>
                <a:lnTo>
                  <a:pt x="575110" y="125621"/>
                </a:lnTo>
                <a:lnTo>
                  <a:pt x="575401" y="126115"/>
                </a:lnTo>
                <a:lnTo>
                  <a:pt x="575706" y="126598"/>
                </a:lnTo>
                <a:lnTo>
                  <a:pt x="576025" y="127070"/>
                </a:lnTo>
                <a:lnTo>
                  <a:pt x="576358" y="127530"/>
                </a:lnTo>
                <a:lnTo>
                  <a:pt x="576704" y="127979"/>
                </a:lnTo>
                <a:lnTo>
                  <a:pt x="577064" y="128417"/>
                </a:lnTo>
                <a:lnTo>
                  <a:pt x="577438" y="128843"/>
                </a:lnTo>
                <a:lnTo>
                  <a:pt x="577825" y="129259"/>
                </a:lnTo>
                <a:lnTo>
                  <a:pt x="578226" y="129663"/>
                </a:lnTo>
                <a:lnTo>
                  <a:pt x="578641" y="130055"/>
                </a:lnTo>
                <a:lnTo>
                  <a:pt x="579069" y="130436"/>
                </a:lnTo>
                <a:lnTo>
                  <a:pt x="579511" y="130806"/>
                </a:lnTo>
                <a:lnTo>
                  <a:pt x="579967" y="131165"/>
                </a:lnTo>
                <a:lnTo>
                  <a:pt x="580436" y="131513"/>
                </a:lnTo>
                <a:lnTo>
                  <a:pt x="580920" y="131849"/>
                </a:lnTo>
                <a:lnTo>
                  <a:pt x="581416" y="132174"/>
                </a:lnTo>
                <a:lnTo>
                  <a:pt x="581927" y="132487"/>
                </a:lnTo>
                <a:lnTo>
                  <a:pt x="582454" y="132789"/>
                </a:lnTo>
                <a:lnTo>
                  <a:pt x="583000" y="133078"/>
                </a:lnTo>
                <a:lnTo>
                  <a:pt x="583565" y="133353"/>
                </a:lnTo>
                <a:lnTo>
                  <a:pt x="584149" y="133616"/>
                </a:lnTo>
                <a:lnTo>
                  <a:pt x="584753" y="133867"/>
                </a:lnTo>
                <a:lnTo>
                  <a:pt x="585376" y="134104"/>
                </a:lnTo>
                <a:lnTo>
                  <a:pt x="586018" y="134329"/>
                </a:lnTo>
                <a:lnTo>
                  <a:pt x="586679" y="134540"/>
                </a:lnTo>
                <a:lnTo>
                  <a:pt x="587359" y="134739"/>
                </a:lnTo>
                <a:lnTo>
                  <a:pt x="588058" y="134925"/>
                </a:lnTo>
                <a:lnTo>
                  <a:pt x="588777" y="135098"/>
                </a:lnTo>
                <a:lnTo>
                  <a:pt x="589514" y="135259"/>
                </a:lnTo>
                <a:lnTo>
                  <a:pt x="590271" y="135406"/>
                </a:lnTo>
                <a:lnTo>
                  <a:pt x="591047" y="135541"/>
                </a:lnTo>
                <a:lnTo>
                  <a:pt x="591842" y="135663"/>
                </a:lnTo>
                <a:lnTo>
                  <a:pt x="592657" y="135772"/>
                </a:lnTo>
                <a:lnTo>
                  <a:pt x="593490" y="135868"/>
                </a:lnTo>
                <a:lnTo>
                  <a:pt x="594343" y="135952"/>
                </a:lnTo>
                <a:lnTo>
                  <a:pt x="595215" y="136022"/>
                </a:lnTo>
                <a:lnTo>
                  <a:pt x="596106" y="136080"/>
                </a:lnTo>
                <a:lnTo>
                  <a:pt x="597016" y="136125"/>
                </a:lnTo>
                <a:lnTo>
                  <a:pt x="597945" y="136157"/>
                </a:lnTo>
                <a:lnTo>
                  <a:pt x="598894" y="136176"/>
                </a:lnTo>
                <a:lnTo>
                  <a:pt x="599861" y="136183"/>
                </a:lnTo>
                <a:lnTo>
                  <a:pt x="605379" y="136183"/>
                </a:lnTo>
                <a:lnTo>
                  <a:pt x="605379" y="122781"/>
                </a:lnTo>
                <a:lnTo>
                  <a:pt x="600945" y="122781"/>
                </a:lnTo>
                <a:lnTo>
                  <a:pt x="600225" y="122773"/>
                </a:lnTo>
                <a:close/>
                <a:moveTo>
                  <a:pt x="863203" y="80020"/>
                </a:moveTo>
                <a:lnTo>
                  <a:pt x="863820" y="80036"/>
                </a:lnTo>
                <a:lnTo>
                  <a:pt x="864425" y="80062"/>
                </a:lnTo>
                <a:lnTo>
                  <a:pt x="865021" y="80098"/>
                </a:lnTo>
                <a:lnTo>
                  <a:pt x="865605" y="80145"/>
                </a:lnTo>
                <a:lnTo>
                  <a:pt x="866179" y="80203"/>
                </a:lnTo>
                <a:lnTo>
                  <a:pt x="866742" y="80270"/>
                </a:lnTo>
                <a:lnTo>
                  <a:pt x="867295" y="80349"/>
                </a:lnTo>
                <a:lnTo>
                  <a:pt x="867837" y="80437"/>
                </a:lnTo>
                <a:lnTo>
                  <a:pt x="868369" y="80536"/>
                </a:lnTo>
                <a:lnTo>
                  <a:pt x="868890" y="80646"/>
                </a:lnTo>
                <a:lnTo>
                  <a:pt x="869400" y="80766"/>
                </a:lnTo>
                <a:lnTo>
                  <a:pt x="869900" y="80896"/>
                </a:lnTo>
                <a:lnTo>
                  <a:pt x="870389" y="81037"/>
                </a:lnTo>
                <a:lnTo>
                  <a:pt x="870867" y="81189"/>
                </a:lnTo>
                <a:lnTo>
                  <a:pt x="871335" y="81350"/>
                </a:lnTo>
                <a:lnTo>
                  <a:pt x="871793" y="81523"/>
                </a:lnTo>
                <a:lnTo>
                  <a:pt x="872239" y="81705"/>
                </a:lnTo>
                <a:lnTo>
                  <a:pt x="872675" y="81898"/>
                </a:lnTo>
                <a:lnTo>
                  <a:pt x="873101" y="82102"/>
                </a:lnTo>
                <a:lnTo>
                  <a:pt x="873516" y="82316"/>
                </a:lnTo>
                <a:lnTo>
                  <a:pt x="873920" y="82540"/>
                </a:lnTo>
                <a:lnTo>
                  <a:pt x="874314" y="82775"/>
                </a:lnTo>
                <a:lnTo>
                  <a:pt x="874697" y="83020"/>
                </a:lnTo>
                <a:lnTo>
                  <a:pt x="875071" y="83275"/>
                </a:lnTo>
                <a:lnTo>
                  <a:pt x="875439" y="83540"/>
                </a:lnTo>
                <a:lnTo>
                  <a:pt x="875801" y="83815"/>
                </a:lnTo>
                <a:lnTo>
                  <a:pt x="876157" y="84099"/>
                </a:lnTo>
                <a:lnTo>
                  <a:pt x="876506" y="84392"/>
                </a:lnTo>
                <a:lnTo>
                  <a:pt x="876849" y="84695"/>
                </a:lnTo>
                <a:lnTo>
                  <a:pt x="877186" y="85008"/>
                </a:lnTo>
                <a:lnTo>
                  <a:pt x="877516" y="85330"/>
                </a:lnTo>
                <a:lnTo>
                  <a:pt x="877840" y="85662"/>
                </a:lnTo>
                <a:lnTo>
                  <a:pt x="878158" y="86004"/>
                </a:lnTo>
                <a:lnTo>
                  <a:pt x="878469" y="86355"/>
                </a:lnTo>
                <a:lnTo>
                  <a:pt x="878774" y="86715"/>
                </a:lnTo>
                <a:lnTo>
                  <a:pt x="879072" y="87086"/>
                </a:lnTo>
                <a:lnTo>
                  <a:pt x="879365" y="87465"/>
                </a:lnTo>
                <a:lnTo>
                  <a:pt x="879651" y="87855"/>
                </a:lnTo>
                <a:lnTo>
                  <a:pt x="879930" y="88254"/>
                </a:lnTo>
                <a:lnTo>
                  <a:pt x="880204" y="88662"/>
                </a:lnTo>
                <a:lnTo>
                  <a:pt x="880471" y="89080"/>
                </a:lnTo>
                <a:lnTo>
                  <a:pt x="880731" y="89508"/>
                </a:lnTo>
                <a:lnTo>
                  <a:pt x="880985" y="89945"/>
                </a:lnTo>
                <a:lnTo>
                  <a:pt x="881233" y="90392"/>
                </a:lnTo>
                <a:lnTo>
                  <a:pt x="881475" y="90849"/>
                </a:lnTo>
                <a:lnTo>
                  <a:pt x="881710" y="91315"/>
                </a:lnTo>
                <a:lnTo>
                  <a:pt x="881939" y="91790"/>
                </a:lnTo>
                <a:lnTo>
                  <a:pt x="882164" y="92275"/>
                </a:lnTo>
                <a:lnTo>
                  <a:pt x="882386" y="92768"/>
                </a:lnTo>
                <a:lnTo>
                  <a:pt x="882605" y="93269"/>
                </a:lnTo>
                <a:lnTo>
                  <a:pt x="882822" y="93779"/>
                </a:lnTo>
                <a:lnTo>
                  <a:pt x="883036" y="94297"/>
                </a:lnTo>
                <a:lnTo>
                  <a:pt x="883248" y="94823"/>
                </a:lnTo>
                <a:lnTo>
                  <a:pt x="883457" y="95358"/>
                </a:lnTo>
                <a:lnTo>
                  <a:pt x="883664" y="95902"/>
                </a:lnTo>
                <a:lnTo>
                  <a:pt x="883868" y="96453"/>
                </a:lnTo>
                <a:lnTo>
                  <a:pt x="884069" y="97013"/>
                </a:lnTo>
                <a:lnTo>
                  <a:pt x="884268" y="97582"/>
                </a:lnTo>
                <a:lnTo>
                  <a:pt x="884464" y="98158"/>
                </a:lnTo>
                <a:lnTo>
                  <a:pt x="884658" y="98744"/>
                </a:lnTo>
                <a:lnTo>
                  <a:pt x="884849" y="99337"/>
                </a:lnTo>
                <a:lnTo>
                  <a:pt x="885038" y="99939"/>
                </a:lnTo>
                <a:lnTo>
                  <a:pt x="885224" y="100549"/>
                </a:lnTo>
                <a:lnTo>
                  <a:pt x="885408" y="101168"/>
                </a:lnTo>
                <a:lnTo>
                  <a:pt x="885588" y="101795"/>
                </a:lnTo>
                <a:lnTo>
                  <a:pt x="885767" y="102431"/>
                </a:lnTo>
                <a:lnTo>
                  <a:pt x="885943" y="103074"/>
                </a:lnTo>
                <a:lnTo>
                  <a:pt x="886116" y="103727"/>
                </a:lnTo>
                <a:lnTo>
                  <a:pt x="886286" y="104387"/>
                </a:lnTo>
                <a:lnTo>
                  <a:pt x="886455" y="105056"/>
                </a:lnTo>
                <a:lnTo>
                  <a:pt x="886620" y="105734"/>
                </a:lnTo>
                <a:lnTo>
                  <a:pt x="894208" y="136183"/>
                </a:lnTo>
                <a:lnTo>
                  <a:pt x="912339" y="136183"/>
                </a:lnTo>
                <a:lnTo>
                  <a:pt x="903667" y="102975"/>
                </a:lnTo>
                <a:lnTo>
                  <a:pt x="903469" y="102200"/>
                </a:lnTo>
                <a:lnTo>
                  <a:pt x="903268" y="101435"/>
                </a:lnTo>
                <a:lnTo>
                  <a:pt x="903063" y="100681"/>
                </a:lnTo>
                <a:lnTo>
                  <a:pt x="902856" y="99938"/>
                </a:lnTo>
                <a:lnTo>
                  <a:pt x="902646" y="99204"/>
                </a:lnTo>
                <a:lnTo>
                  <a:pt x="902433" y="98482"/>
                </a:lnTo>
                <a:lnTo>
                  <a:pt x="902217" y="97769"/>
                </a:lnTo>
                <a:lnTo>
                  <a:pt x="901998" y="97068"/>
                </a:lnTo>
                <a:lnTo>
                  <a:pt x="901776" y="96376"/>
                </a:lnTo>
                <a:lnTo>
                  <a:pt x="901551" y="95695"/>
                </a:lnTo>
                <a:lnTo>
                  <a:pt x="901324" y="95025"/>
                </a:lnTo>
                <a:lnTo>
                  <a:pt x="901093" y="94365"/>
                </a:lnTo>
                <a:lnTo>
                  <a:pt x="900860" y="93715"/>
                </a:lnTo>
                <a:lnTo>
                  <a:pt x="900623" y="93076"/>
                </a:lnTo>
                <a:lnTo>
                  <a:pt x="900384" y="92447"/>
                </a:lnTo>
                <a:lnTo>
                  <a:pt x="900142" y="91829"/>
                </a:lnTo>
                <a:lnTo>
                  <a:pt x="899897" y="91221"/>
                </a:lnTo>
                <a:lnTo>
                  <a:pt x="899649" y="90623"/>
                </a:lnTo>
                <a:lnTo>
                  <a:pt x="899398" y="90036"/>
                </a:lnTo>
                <a:lnTo>
                  <a:pt x="899144" y="89459"/>
                </a:lnTo>
                <a:lnTo>
                  <a:pt x="898888" y="88893"/>
                </a:lnTo>
                <a:lnTo>
                  <a:pt x="898628" y="88338"/>
                </a:lnTo>
                <a:lnTo>
                  <a:pt x="898365" y="87792"/>
                </a:lnTo>
                <a:lnTo>
                  <a:pt x="898100" y="87257"/>
                </a:lnTo>
                <a:lnTo>
                  <a:pt x="897830" y="86732"/>
                </a:lnTo>
                <a:lnTo>
                  <a:pt x="897555" y="86216"/>
                </a:lnTo>
                <a:lnTo>
                  <a:pt x="897274" y="85709"/>
                </a:lnTo>
                <a:lnTo>
                  <a:pt x="896987" y="85211"/>
                </a:lnTo>
                <a:lnTo>
                  <a:pt x="896695" y="84722"/>
                </a:lnTo>
                <a:lnTo>
                  <a:pt x="896397" y="84243"/>
                </a:lnTo>
                <a:lnTo>
                  <a:pt x="896093" y="83772"/>
                </a:lnTo>
                <a:lnTo>
                  <a:pt x="895784" y="83310"/>
                </a:lnTo>
                <a:lnTo>
                  <a:pt x="895469" y="82858"/>
                </a:lnTo>
                <a:lnTo>
                  <a:pt x="895149" y="82414"/>
                </a:lnTo>
                <a:lnTo>
                  <a:pt x="894823" y="81980"/>
                </a:lnTo>
                <a:lnTo>
                  <a:pt x="894491" y="81554"/>
                </a:lnTo>
                <a:lnTo>
                  <a:pt x="894153" y="81138"/>
                </a:lnTo>
                <a:lnTo>
                  <a:pt x="893810" y="80731"/>
                </a:lnTo>
                <a:lnTo>
                  <a:pt x="893462" y="80333"/>
                </a:lnTo>
                <a:lnTo>
                  <a:pt x="893107" y="79943"/>
                </a:lnTo>
                <a:lnTo>
                  <a:pt x="892747" y="79563"/>
                </a:lnTo>
                <a:lnTo>
                  <a:pt x="892382" y="79192"/>
                </a:lnTo>
                <a:lnTo>
                  <a:pt x="892010" y="78831"/>
                </a:lnTo>
                <a:lnTo>
                  <a:pt x="891633" y="78478"/>
                </a:lnTo>
                <a:lnTo>
                  <a:pt x="891251" y="78134"/>
                </a:lnTo>
                <a:lnTo>
                  <a:pt x="890862" y="77799"/>
                </a:lnTo>
                <a:lnTo>
                  <a:pt x="890468" y="77474"/>
                </a:lnTo>
                <a:lnTo>
                  <a:pt x="890069" y="77157"/>
                </a:lnTo>
                <a:lnTo>
                  <a:pt x="889662" y="76850"/>
                </a:lnTo>
                <a:lnTo>
                  <a:pt x="889246" y="76551"/>
                </a:lnTo>
                <a:lnTo>
                  <a:pt x="888820" y="76262"/>
                </a:lnTo>
                <a:lnTo>
                  <a:pt x="888386" y="75983"/>
                </a:lnTo>
                <a:lnTo>
                  <a:pt x="887942" y="75712"/>
                </a:lnTo>
                <a:lnTo>
                  <a:pt x="887488" y="75451"/>
                </a:lnTo>
                <a:lnTo>
                  <a:pt x="887026" y="75199"/>
                </a:lnTo>
                <a:lnTo>
                  <a:pt x="886554" y="74956"/>
                </a:lnTo>
                <a:lnTo>
                  <a:pt x="886073" y="74723"/>
                </a:lnTo>
                <a:lnTo>
                  <a:pt x="885583" y="74498"/>
                </a:lnTo>
                <a:lnTo>
                  <a:pt x="885084" y="74283"/>
                </a:lnTo>
                <a:lnTo>
                  <a:pt x="884575" y="74078"/>
                </a:lnTo>
                <a:lnTo>
                  <a:pt x="884057" y="73881"/>
                </a:lnTo>
                <a:lnTo>
                  <a:pt x="883530" y="73694"/>
                </a:lnTo>
                <a:lnTo>
                  <a:pt x="882994" y="73516"/>
                </a:lnTo>
                <a:lnTo>
                  <a:pt x="882448" y="73347"/>
                </a:lnTo>
                <a:lnTo>
                  <a:pt x="881894" y="73187"/>
                </a:lnTo>
                <a:lnTo>
                  <a:pt x="881330" y="73037"/>
                </a:lnTo>
                <a:lnTo>
                  <a:pt x="880756" y="72896"/>
                </a:lnTo>
                <a:lnTo>
                  <a:pt x="880174" y="72764"/>
                </a:lnTo>
                <a:lnTo>
                  <a:pt x="879582" y="72641"/>
                </a:lnTo>
                <a:lnTo>
                  <a:pt x="878981" y="72528"/>
                </a:lnTo>
                <a:lnTo>
                  <a:pt x="878371" y="72423"/>
                </a:lnTo>
                <a:lnTo>
                  <a:pt x="877751" y="72329"/>
                </a:lnTo>
                <a:lnTo>
                  <a:pt x="878873" y="72056"/>
                </a:lnTo>
                <a:lnTo>
                  <a:pt x="879972" y="71763"/>
                </a:lnTo>
                <a:lnTo>
                  <a:pt x="881049" y="71451"/>
                </a:lnTo>
                <a:lnTo>
                  <a:pt x="882102" y="71119"/>
                </a:lnTo>
                <a:lnTo>
                  <a:pt x="883133" y="70767"/>
                </a:lnTo>
                <a:lnTo>
                  <a:pt x="884141" y="70395"/>
                </a:lnTo>
                <a:lnTo>
                  <a:pt x="885126" y="70003"/>
                </a:lnTo>
                <a:lnTo>
                  <a:pt x="886089" y="69591"/>
                </a:lnTo>
                <a:lnTo>
                  <a:pt x="887029" y="69160"/>
                </a:lnTo>
                <a:lnTo>
                  <a:pt x="887946" y="68709"/>
                </a:lnTo>
                <a:lnTo>
                  <a:pt x="888840" y="68237"/>
                </a:lnTo>
                <a:lnTo>
                  <a:pt x="889712" y="67746"/>
                </a:lnTo>
                <a:lnTo>
                  <a:pt x="890561" y="67236"/>
                </a:lnTo>
                <a:lnTo>
                  <a:pt x="891387" y="66705"/>
                </a:lnTo>
                <a:lnTo>
                  <a:pt x="892190" y="66154"/>
                </a:lnTo>
                <a:lnTo>
                  <a:pt x="892970" y="65584"/>
                </a:lnTo>
                <a:lnTo>
                  <a:pt x="893728" y="64994"/>
                </a:lnTo>
                <a:lnTo>
                  <a:pt x="894463" y="64384"/>
                </a:lnTo>
                <a:lnTo>
                  <a:pt x="895175" y="63754"/>
                </a:lnTo>
                <a:lnTo>
                  <a:pt x="895865" y="63104"/>
                </a:lnTo>
                <a:lnTo>
                  <a:pt x="896532" y="62434"/>
                </a:lnTo>
                <a:lnTo>
                  <a:pt x="897176" y="61745"/>
                </a:lnTo>
                <a:lnTo>
                  <a:pt x="897797" y="61036"/>
                </a:lnTo>
                <a:lnTo>
                  <a:pt x="898396" y="60307"/>
                </a:lnTo>
                <a:lnTo>
                  <a:pt x="898970" y="59561"/>
                </a:lnTo>
                <a:lnTo>
                  <a:pt x="899521" y="58803"/>
                </a:lnTo>
                <a:lnTo>
                  <a:pt x="900047" y="58031"/>
                </a:lnTo>
                <a:lnTo>
                  <a:pt x="900548" y="57246"/>
                </a:lnTo>
                <a:lnTo>
                  <a:pt x="901025" y="56449"/>
                </a:lnTo>
                <a:lnTo>
                  <a:pt x="901478" y="55638"/>
                </a:lnTo>
                <a:lnTo>
                  <a:pt x="901906" y="54815"/>
                </a:lnTo>
                <a:lnTo>
                  <a:pt x="902310" y="53978"/>
                </a:lnTo>
                <a:lnTo>
                  <a:pt x="902689" y="53129"/>
                </a:lnTo>
                <a:lnTo>
                  <a:pt x="903044" y="52266"/>
                </a:lnTo>
                <a:lnTo>
                  <a:pt x="903374" y="51390"/>
                </a:lnTo>
                <a:lnTo>
                  <a:pt x="903680" y="50502"/>
                </a:lnTo>
                <a:lnTo>
                  <a:pt x="903961" y="49600"/>
                </a:lnTo>
                <a:lnTo>
                  <a:pt x="904218" y="48686"/>
                </a:lnTo>
                <a:lnTo>
                  <a:pt x="904450" y="47758"/>
                </a:lnTo>
                <a:lnTo>
                  <a:pt x="904658" y="46818"/>
                </a:lnTo>
                <a:lnTo>
                  <a:pt x="904842" y="45864"/>
                </a:lnTo>
                <a:lnTo>
                  <a:pt x="905001" y="44897"/>
                </a:lnTo>
                <a:lnTo>
                  <a:pt x="905135" y="43918"/>
                </a:lnTo>
                <a:lnTo>
                  <a:pt x="905246" y="42925"/>
                </a:lnTo>
                <a:lnTo>
                  <a:pt x="905331" y="41920"/>
                </a:lnTo>
                <a:lnTo>
                  <a:pt x="905392" y="40901"/>
                </a:lnTo>
                <a:lnTo>
                  <a:pt x="905429" y="39869"/>
                </a:lnTo>
                <a:lnTo>
                  <a:pt x="905441" y="38825"/>
                </a:lnTo>
                <a:lnTo>
                  <a:pt x="905431" y="37798"/>
                </a:lnTo>
                <a:lnTo>
                  <a:pt x="905402" y="36788"/>
                </a:lnTo>
                <a:lnTo>
                  <a:pt x="905353" y="35793"/>
                </a:lnTo>
                <a:lnTo>
                  <a:pt x="905285" y="34815"/>
                </a:lnTo>
                <a:lnTo>
                  <a:pt x="905197" y="33853"/>
                </a:lnTo>
                <a:lnTo>
                  <a:pt x="905090" y="32906"/>
                </a:lnTo>
                <a:lnTo>
                  <a:pt x="904963" y="31976"/>
                </a:lnTo>
                <a:lnTo>
                  <a:pt x="904817" y="31062"/>
                </a:lnTo>
                <a:lnTo>
                  <a:pt x="904651" y="30164"/>
                </a:lnTo>
                <a:lnTo>
                  <a:pt x="904466" y="29282"/>
                </a:lnTo>
                <a:lnTo>
                  <a:pt x="904261" y="28416"/>
                </a:lnTo>
                <a:lnTo>
                  <a:pt x="904037" y="27567"/>
                </a:lnTo>
                <a:lnTo>
                  <a:pt x="903793" y="26733"/>
                </a:lnTo>
                <a:lnTo>
                  <a:pt x="903530" y="25915"/>
                </a:lnTo>
                <a:lnTo>
                  <a:pt x="903247" y="25114"/>
                </a:lnTo>
                <a:lnTo>
                  <a:pt x="902945" y="24328"/>
                </a:lnTo>
                <a:lnTo>
                  <a:pt x="902623" y="23559"/>
                </a:lnTo>
                <a:lnTo>
                  <a:pt x="902282" y="22806"/>
                </a:lnTo>
                <a:lnTo>
                  <a:pt x="901921" y="22069"/>
                </a:lnTo>
                <a:lnTo>
                  <a:pt x="901541" y="21348"/>
                </a:lnTo>
                <a:lnTo>
                  <a:pt x="901141" y="20643"/>
                </a:lnTo>
                <a:lnTo>
                  <a:pt x="900722" y="19954"/>
                </a:lnTo>
                <a:lnTo>
                  <a:pt x="900283" y="19281"/>
                </a:lnTo>
                <a:lnTo>
                  <a:pt x="899824" y="18624"/>
                </a:lnTo>
                <a:lnTo>
                  <a:pt x="899350" y="17983"/>
                </a:lnTo>
                <a:lnTo>
                  <a:pt x="898862" y="17355"/>
                </a:lnTo>
                <a:lnTo>
                  <a:pt x="898361" y="16743"/>
                </a:lnTo>
                <a:lnTo>
                  <a:pt x="897847" y="16144"/>
                </a:lnTo>
                <a:lnTo>
                  <a:pt x="897319" y="15560"/>
                </a:lnTo>
                <a:lnTo>
                  <a:pt x="896779" y="14990"/>
                </a:lnTo>
                <a:lnTo>
                  <a:pt x="896225" y="14435"/>
                </a:lnTo>
                <a:lnTo>
                  <a:pt x="895658" y="13894"/>
                </a:lnTo>
                <a:lnTo>
                  <a:pt x="895078" y="13368"/>
                </a:lnTo>
                <a:lnTo>
                  <a:pt x="894485" y="12855"/>
                </a:lnTo>
                <a:lnTo>
                  <a:pt x="893879" y="12358"/>
                </a:lnTo>
                <a:lnTo>
                  <a:pt x="893259" y="11874"/>
                </a:lnTo>
                <a:lnTo>
                  <a:pt x="892626" y="11405"/>
                </a:lnTo>
                <a:lnTo>
                  <a:pt x="891981" y="10950"/>
                </a:lnTo>
                <a:lnTo>
                  <a:pt x="891321" y="10510"/>
                </a:lnTo>
                <a:lnTo>
                  <a:pt x="890649" y="10084"/>
                </a:lnTo>
                <a:lnTo>
                  <a:pt x="889964" y="9672"/>
                </a:lnTo>
                <a:lnTo>
                  <a:pt x="889265" y="9275"/>
                </a:lnTo>
                <a:lnTo>
                  <a:pt x="888553" y="8892"/>
                </a:lnTo>
                <a:lnTo>
                  <a:pt x="887829" y="8524"/>
                </a:lnTo>
                <a:lnTo>
                  <a:pt x="887090" y="8170"/>
                </a:lnTo>
                <a:lnTo>
                  <a:pt x="886339" y="7830"/>
                </a:lnTo>
                <a:lnTo>
                  <a:pt x="885575" y="7504"/>
                </a:lnTo>
                <a:lnTo>
                  <a:pt x="884797" y="7193"/>
                </a:lnTo>
                <a:lnTo>
                  <a:pt x="884009" y="6896"/>
                </a:lnTo>
                <a:lnTo>
                  <a:pt x="883214" y="6611"/>
                </a:lnTo>
                <a:lnTo>
                  <a:pt x="882411" y="6339"/>
                </a:lnTo>
                <a:lnTo>
                  <a:pt x="881601" y="6079"/>
                </a:lnTo>
                <a:lnTo>
                  <a:pt x="880784" y="5833"/>
                </a:lnTo>
                <a:lnTo>
                  <a:pt x="879959" y="5598"/>
                </a:lnTo>
                <a:lnTo>
                  <a:pt x="879127" y="5377"/>
                </a:lnTo>
                <a:lnTo>
                  <a:pt x="878288" y="5168"/>
                </a:lnTo>
                <a:lnTo>
                  <a:pt x="877441" y="4972"/>
                </a:lnTo>
                <a:lnTo>
                  <a:pt x="876587" y="4788"/>
                </a:lnTo>
                <a:lnTo>
                  <a:pt x="875726" y="4617"/>
                </a:lnTo>
                <a:lnTo>
                  <a:pt x="874857" y="4459"/>
                </a:lnTo>
                <a:lnTo>
                  <a:pt x="873981" y="4313"/>
                </a:lnTo>
                <a:lnTo>
                  <a:pt x="873097" y="4180"/>
                </a:lnTo>
                <a:lnTo>
                  <a:pt x="872206" y="4060"/>
                </a:lnTo>
                <a:lnTo>
                  <a:pt x="871308" y="3953"/>
                </a:lnTo>
                <a:lnTo>
                  <a:pt x="870402" y="3858"/>
                </a:lnTo>
                <a:lnTo>
                  <a:pt x="869489" y="3775"/>
                </a:lnTo>
                <a:lnTo>
                  <a:pt x="868569" y="3706"/>
                </a:lnTo>
                <a:lnTo>
                  <a:pt x="867641" y="3649"/>
                </a:lnTo>
                <a:lnTo>
                  <a:pt x="866706" y="3604"/>
                </a:lnTo>
                <a:lnTo>
                  <a:pt x="865764" y="3573"/>
                </a:lnTo>
                <a:lnTo>
                  <a:pt x="864814" y="3554"/>
                </a:lnTo>
                <a:lnTo>
                  <a:pt x="863857" y="3547"/>
                </a:lnTo>
                <a:lnTo>
                  <a:pt x="813700" y="3547"/>
                </a:lnTo>
                <a:lnTo>
                  <a:pt x="813700" y="136183"/>
                </a:lnTo>
                <a:lnTo>
                  <a:pt x="831438" y="136183"/>
                </a:lnTo>
                <a:lnTo>
                  <a:pt x="831438" y="80015"/>
                </a:lnTo>
                <a:lnTo>
                  <a:pt x="862576" y="80015"/>
                </a:lnTo>
                <a:lnTo>
                  <a:pt x="863203" y="80020"/>
                </a:lnTo>
                <a:close/>
                <a:moveTo>
                  <a:pt x="864128" y="18372"/>
                </a:moveTo>
                <a:lnTo>
                  <a:pt x="865119" y="18425"/>
                </a:lnTo>
                <a:lnTo>
                  <a:pt x="866089" y="18501"/>
                </a:lnTo>
                <a:lnTo>
                  <a:pt x="867039" y="18598"/>
                </a:lnTo>
                <a:lnTo>
                  <a:pt x="867968" y="18716"/>
                </a:lnTo>
                <a:lnTo>
                  <a:pt x="868877" y="18857"/>
                </a:lnTo>
                <a:lnTo>
                  <a:pt x="869764" y="19018"/>
                </a:lnTo>
                <a:lnTo>
                  <a:pt x="870631" y="19201"/>
                </a:lnTo>
                <a:lnTo>
                  <a:pt x="871477" y="19406"/>
                </a:lnTo>
                <a:lnTo>
                  <a:pt x="872303" y="19633"/>
                </a:lnTo>
                <a:lnTo>
                  <a:pt x="873108" y="19880"/>
                </a:lnTo>
                <a:lnTo>
                  <a:pt x="873892" y="20150"/>
                </a:lnTo>
                <a:lnTo>
                  <a:pt x="874655" y="20441"/>
                </a:lnTo>
                <a:lnTo>
                  <a:pt x="875398" y="20753"/>
                </a:lnTo>
                <a:lnTo>
                  <a:pt x="876120" y="21088"/>
                </a:lnTo>
                <a:lnTo>
                  <a:pt x="876821" y="21443"/>
                </a:lnTo>
                <a:lnTo>
                  <a:pt x="877502" y="21820"/>
                </a:lnTo>
                <a:lnTo>
                  <a:pt x="878162" y="22219"/>
                </a:lnTo>
                <a:lnTo>
                  <a:pt x="878801" y="22640"/>
                </a:lnTo>
                <a:lnTo>
                  <a:pt x="879420" y="23082"/>
                </a:lnTo>
                <a:lnTo>
                  <a:pt x="880017" y="23545"/>
                </a:lnTo>
                <a:lnTo>
                  <a:pt x="880595" y="24030"/>
                </a:lnTo>
                <a:lnTo>
                  <a:pt x="881151" y="24537"/>
                </a:lnTo>
                <a:lnTo>
                  <a:pt x="881686" y="25062"/>
                </a:lnTo>
                <a:lnTo>
                  <a:pt x="882198" y="25605"/>
                </a:lnTo>
                <a:lnTo>
                  <a:pt x="882687" y="26166"/>
                </a:lnTo>
                <a:lnTo>
                  <a:pt x="883153" y="26743"/>
                </a:lnTo>
                <a:lnTo>
                  <a:pt x="883597" y="27337"/>
                </a:lnTo>
                <a:lnTo>
                  <a:pt x="884018" y="27948"/>
                </a:lnTo>
                <a:lnTo>
                  <a:pt x="884416" y="28577"/>
                </a:lnTo>
                <a:lnTo>
                  <a:pt x="884792" y="29223"/>
                </a:lnTo>
                <a:lnTo>
                  <a:pt x="885144" y="29885"/>
                </a:lnTo>
                <a:lnTo>
                  <a:pt x="885474" y="30565"/>
                </a:lnTo>
                <a:lnTo>
                  <a:pt x="885781" y="31262"/>
                </a:lnTo>
                <a:lnTo>
                  <a:pt x="886066" y="31976"/>
                </a:lnTo>
                <a:lnTo>
                  <a:pt x="886327" y="32707"/>
                </a:lnTo>
                <a:lnTo>
                  <a:pt x="886566" y="33456"/>
                </a:lnTo>
                <a:lnTo>
                  <a:pt x="886782" y="34221"/>
                </a:lnTo>
                <a:lnTo>
                  <a:pt x="886976" y="35004"/>
                </a:lnTo>
                <a:lnTo>
                  <a:pt x="887147" y="35803"/>
                </a:lnTo>
                <a:lnTo>
                  <a:pt x="887294" y="36620"/>
                </a:lnTo>
                <a:lnTo>
                  <a:pt x="887420" y="37454"/>
                </a:lnTo>
                <a:lnTo>
                  <a:pt x="887522" y="38305"/>
                </a:lnTo>
                <a:lnTo>
                  <a:pt x="887602" y="39173"/>
                </a:lnTo>
                <a:lnTo>
                  <a:pt x="887658" y="40058"/>
                </a:lnTo>
                <a:lnTo>
                  <a:pt x="887693" y="40960"/>
                </a:lnTo>
                <a:lnTo>
                  <a:pt x="887704" y="41880"/>
                </a:lnTo>
                <a:lnTo>
                  <a:pt x="887698" y="42492"/>
                </a:lnTo>
                <a:lnTo>
                  <a:pt x="887680" y="43096"/>
                </a:lnTo>
                <a:lnTo>
                  <a:pt x="887649" y="43693"/>
                </a:lnTo>
                <a:lnTo>
                  <a:pt x="887607" y="44283"/>
                </a:lnTo>
                <a:lnTo>
                  <a:pt x="887552" y="44865"/>
                </a:lnTo>
                <a:lnTo>
                  <a:pt x="887485" y="45439"/>
                </a:lnTo>
                <a:lnTo>
                  <a:pt x="887406" y="46006"/>
                </a:lnTo>
                <a:lnTo>
                  <a:pt x="887315" y="46566"/>
                </a:lnTo>
                <a:lnTo>
                  <a:pt x="887212" y="47118"/>
                </a:lnTo>
                <a:lnTo>
                  <a:pt x="887097" y="47662"/>
                </a:lnTo>
                <a:lnTo>
                  <a:pt x="886969" y="48199"/>
                </a:lnTo>
                <a:lnTo>
                  <a:pt x="886829" y="48728"/>
                </a:lnTo>
                <a:lnTo>
                  <a:pt x="886678" y="49250"/>
                </a:lnTo>
                <a:lnTo>
                  <a:pt x="886514" y="49764"/>
                </a:lnTo>
                <a:lnTo>
                  <a:pt x="886338" y="50271"/>
                </a:lnTo>
                <a:lnTo>
                  <a:pt x="886149" y="50770"/>
                </a:lnTo>
                <a:lnTo>
                  <a:pt x="885949" y="51262"/>
                </a:lnTo>
                <a:lnTo>
                  <a:pt x="885736" y="51746"/>
                </a:lnTo>
                <a:lnTo>
                  <a:pt x="885512" y="52223"/>
                </a:lnTo>
                <a:lnTo>
                  <a:pt x="885275" y="52692"/>
                </a:lnTo>
                <a:lnTo>
                  <a:pt x="885026" y="53153"/>
                </a:lnTo>
                <a:lnTo>
                  <a:pt x="884765" y="53607"/>
                </a:lnTo>
                <a:lnTo>
                  <a:pt x="884491" y="54054"/>
                </a:lnTo>
                <a:lnTo>
                  <a:pt x="884206" y="54493"/>
                </a:lnTo>
                <a:lnTo>
                  <a:pt x="883910" y="54924"/>
                </a:lnTo>
                <a:lnTo>
                  <a:pt x="883606" y="55346"/>
                </a:lnTo>
                <a:lnTo>
                  <a:pt x="883294" y="55760"/>
                </a:lnTo>
                <a:lnTo>
                  <a:pt x="882973" y="56165"/>
                </a:lnTo>
                <a:lnTo>
                  <a:pt x="882643" y="56562"/>
                </a:lnTo>
                <a:lnTo>
                  <a:pt x="882306" y="56950"/>
                </a:lnTo>
                <a:lnTo>
                  <a:pt x="881960" y="57330"/>
                </a:lnTo>
                <a:lnTo>
                  <a:pt x="881605" y="57701"/>
                </a:lnTo>
                <a:lnTo>
                  <a:pt x="881243" y="58063"/>
                </a:lnTo>
                <a:lnTo>
                  <a:pt x="880872" y="58417"/>
                </a:lnTo>
                <a:lnTo>
                  <a:pt x="880492" y="58763"/>
                </a:lnTo>
                <a:lnTo>
                  <a:pt x="880104" y="59099"/>
                </a:lnTo>
                <a:lnTo>
                  <a:pt x="879708" y="59428"/>
                </a:lnTo>
                <a:lnTo>
                  <a:pt x="879303" y="59748"/>
                </a:lnTo>
                <a:lnTo>
                  <a:pt x="878890" y="60059"/>
                </a:lnTo>
                <a:lnTo>
                  <a:pt x="878469" y="60361"/>
                </a:lnTo>
                <a:lnTo>
                  <a:pt x="878039" y="60655"/>
                </a:lnTo>
                <a:lnTo>
                  <a:pt x="877601" y="60941"/>
                </a:lnTo>
                <a:lnTo>
                  <a:pt x="877154" y="61218"/>
                </a:lnTo>
                <a:lnTo>
                  <a:pt x="876699" y="61486"/>
                </a:lnTo>
                <a:lnTo>
                  <a:pt x="876236" y="61746"/>
                </a:lnTo>
                <a:lnTo>
                  <a:pt x="875764" y="61998"/>
                </a:lnTo>
                <a:lnTo>
                  <a:pt x="875284" y="62240"/>
                </a:lnTo>
                <a:lnTo>
                  <a:pt x="874795" y="62474"/>
                </a:lnTo>
                <a:lnTo>
                  <a:pt x="874300" y="62700"/>
                </a:lnTo>
                <a:lnTo>
                  <a:pt x="873800" y="62915"/>
                </a:lnTo>
                <a:lnTo>
                  <a:pt x="873296" y="63121"/>
                </a:lnTo>
                <a:lnTo>
                  <a:pt x="872786" y="63318"/>
                </a:lnTo>
                <a:lnTo>
                  <a:pt x="872272" y="63504"/>
                </a:lnTo>
                <a:lnTo>
                  <a:pt x="871753" y="63682"/>
                </a:lnTo>
                <a:lnTo>
                  <a:pt x="871229" y="63849"/>
                </a:lnTo>
                <a:lnTo>
                  <a:pt x="870700" y="64007"/>
                </a:lnTo>
                <a:lnTo>
                  <a:pt x="870167" y="64156"/>
                </a:lnTo>
                <a:lnTo>
                  <a:pt x="869629" y="64295"/>
                </a:lnTo>
                <a:lnTo>
                  <a:pt x="869086" y="64424"/>
                </a:lnTo>
                <a:lnTo>
                  <a:pt x="868538" y="64544"/>
                </a:lnTo>
                <a:lnTo>
                  <a:pt x="867985" y="64654"/>
                </a:lnTo>
                <a:lnTo>
                  <a:pt x="867428" y="64755"/>
                </a:lnTo>
                <a:lnTo>
                  <a:pt x="866866" y="64846"/>
                </a:lnTo>
                <a:lnTo>
                  <a:pt x="866299" y="64927"/>
                </a:lnTo>
                <a:lnTo>
                  <a:pt x="865727" y="64999"/>
                </a:lnTo>
                <a:lnTo>
                  <a:pt x="865151" y="65061"/>
                </a:lnTo>
                <a:lnTo>
                  <a:pt x="864569" y="65114"/>
                </a:lnTo>
                <a:lnTo>
                  <a:pt x="863983" y="65157"/>
                </a:lnTo>
                <a:lnTo>
                  <a:pt x="863392" y="65191"/>
                </a:lnTo>
                <a:lnTo>
                  <a:pt x="862797" y="65214"/>
                </a:lnTo>
                <a:lnTo>
                  <a:pt x="862196" y="65229"/>
                </a:lnTo>
                <a:lnTo>
                  <a:pt x="861591" y="65234"/>
                </a:lnTo>
                <a:lnTo>
                  <a:pt x="831438" y="65234"/>
                </a:lnTo>
                <a:lnTo>
                  <a:pt x="831438" y="18328"/>
                </a:lnTo>
                <a:lnTo>
                  <a:pt x="862084" y="18328"/>
                </a:lnTo>
                <a:lnTo>
                  <a:pt x="863116" y="18339"/>
                </a:lnTo>
                <a:lnTo>
                  <a:pt x="864128" y="18372"/>
                </a:lnTo>
                <a:close/>
                <a:moveTo>
                  <a:pt x="725646" y="137715"/>
                </a:moveTo>
                <a:lnTo>
                  <a:pt x="727272" y="137580"/>
                </a:lnTo>
                <a:lnTo>
                  <a:pt x="728875" y="137414"/>
                </a:lnTo>
                <a:lnTo>
                  <a:pt x="730454" y="137219"/>
                </a:lnTo>
                <a:lnTo>
                  <a:pt x="732010" y="136993"/>
                </a:lnTo>
                <a:lnTo>
                  <a:pt x="733542" y="136737"/>
                </a:lnTo>
                <a:lnTo>
                  <a:pt x="735050" y="136451"/>
                </a:lnTo>
                <a:lnTo>
                  <a:pt x="736535" y="136135"/>
                </a:lnTo>
                <a:lnTo>
                  <a:pt x="737996" y="135788"/>
                </a:lnTo>
                <a:lnTo>
                  <a:pt x="739434" y="135412"/>
                </a:lnTo>
                <a:lnTo>
                  <a:pt x="740848" y="135006"/>
                </a:lnTo>
                <a:lnTo>
                  <a:pt x="742238" y="134569"/>
                </a:lnTo>
                <a:lnTo>
                  <a:pt x="743605" y="134102"/>
                </a:lnTo>
                <a:lnTo>
                  <a:pt x="744948" y="133605"/>
                </a:lnTo>
                <a:lnTo>
                  <a:pt x="746267" y="133079"/>
                </a:lnTo>
                <a:lnTo>
                  <a:pt x="747563" y="132522"/>
                </a:lnTo>
                <a:lnTo>
                  <a:pt x="748836" y="131934"/>
                </a:lnTo>
                <a:lnTo>
                  <a:pt x="750084" y="131317"/>
                </a:lnTo>
                <a:lnTo>
                  <a:pt x="751309" y="130670"/>
                </a:lnTo>
                <a:lnTo>
                  <a:pt x="752511" y="129992"/>
                </a:lnTo>
                <a:lnTo>
                  <a:pt x="753689" y="129285"/>
                </a:lnTo>
                <a:lnTo>
                  <a:pt x="754843" y="128551"/>
                </a:lnTo>
                <a:lnTo>
                  <a:pt x="755973" y="127794"/>
                </a:lnTo>
                <a:lnTo>
                  <a:pt x="757080" y="127014"/>
                </a:lnTo>
                <a:lnTo>
                  <a:pt x="758163" y="126211"/>
                </a:lnTo>
                <a:lnTo>
                  <a:pt x="759222" y="125385"/>
                </a:lnTo>
                <a:lnTo>
                  <a:pt x="760257" y="124536"/>
                </a:lnTo>
                <a:lnTo>
                  <a:pt x="761269" y="123665"/>
                </a:lnTo>
                <a:lnTo>
                  <a:pt x="762256" y="122770"/>
                </a:lnTo>
                <a:lnTo>
                  <a:pt x="763220" y="121853"/>
                </a:lnTo>
                <a:lnTo>
                  <a:pt x="764160" y="120912"/>
                </a:lnTo>
                <a:lnTo>
                  <a:pt x="765077" y="119949"/>
                </a:lnTo>
                <a:lnTo>
                  <a:pt x="765969" y="118963"/>
                </a:lnTo>
                <a:lnTo>
                  <a:pt x="766838" y="117953"/>
                </a:lnTo>
                <a:lnTo>
                  <a:pt x="767683" y="116921"/>
                </a:lnTo>
                <a:lnTo>
                  <a:pt x="768504" y="115866"/>
                </a:lnTo>
                <a:lnTo>
                  <a:pt x="769302" y="114788"/>
                </a:lnTo>
                <a:lnTo>
                  <a:pt x="770076" y="113688"/>
                </a:lnTo>
                <a:lnTo>
                  <a:pt x="770825" y="112564"/>
                </a:lnTo>
                <a:lnTo>
                  <a:pt x="771552" y="111417"/>
                </a:lnTo>
                <a:lnTo>
                  <a:pt x="772254" y="110247"/>
                </a:lnTo>
                <a:lnTo>
                  <a:pt x="772933" y="109055"/>
                </a:lnTo>
                <a:lnTo>
                  <a:pt x="773587" y="107839"/>
                </a:lnTo>
                <a:lnTo>
                  <a:pt x="774218" y="106601"/>
                </a:lnTo>
                <a:lnTo>
                  <a:pt x="774826" y="105339"/>
                </a:lnTo>
                <a:lnTo>
                  <a:pt x="775409" y="104058"/>
                </a:lnTo>
                <a:lnTo>
                  <a:pt x="775967" y="102760"/>
                </a:lnTo>
                <a:lnTo>
                  <a:pt x="776500" y="101446"/>
                </a:lnTo>
                <a:lnTo>
                  <a:pt x="777009" y="100114"/>
                </a:lnTo>
                <a:lnTo>
                  <a:pt x="777492" y="98766"/>
                </a:lnTo>
                <a:lnTo>
                  <a:pt x="777951" y="97401"/>
                </a:lnTo>
                <a:lnTo>
                  <a:pt x="778385" y="96019"/>
                </a:lnTo>
                <a:lnTo>
                  <a:pt x="778795" y="94621"/>
                </a:lnTo>
                <a:lnTo>
                  <a:pt x="779179" y="93205"/>
                </a:lnTo>
                <a:lnTo>
                  <a:pt x="779539" y="91773"/>
                </a:lnTo>
                <a:lnTo>
                  <a:pt x="779874" y="90324"/>
                </a:lnTo>
                <a:lnTo>
                  <a:pt x="780184" y="88859"/>
                </a:lnTo>
                <a:lnTo>
                  <a:pt x="780469" y="87376"/>
                </a:lnTo>
                <a:lnTo>
                  <a:pt x="780729" y="85877"/>
                </a:lnTo>
                <a:lnTo>
                  <a:pt x="780965" y="84361"/>
                </a:lnTo>
                <a:lnTo>
                  <a:pt x="781176" y="82829"/>
                </a:lnTo>
                <a:lnTo>
                  <a:pt x="781362" y="81279"/>
                </a:lnTo>
                <a:lnTo>
                  <a:pt x="781523" y="79713"/>
                </a:lnTo>
                <a:lnTo>
                  <a:pt x="781660" y="78130"/>
                </a:lnTo>
                <a:lnTo>
                  <a:pt x="781771" y="76530"/>
                </a:lnTo>
                <a:lnTo>
                  <a:pt x="781858" y="74914"/>
                </a:lnTo>
                <a:lnTo>
                  <a:pt x="781920" y="73280"/>
                </a:lnTo>
                <a:lnTo>
                  <a:pt x="781957" y="71630"/>
                </a:lnTo>
                <a:lnTo>
                  <a:pt x="781970" y="69964"/>
                </a:lnTo>
                <a:lnTo>
                  <a:pt x="781957" y="68297"/>
                </a:lnTo>
                <a:lnTo>
                  <a:pt x="781920" y="66646"/>
                </a:lnTo>
                <a:lnTo>
                  <a:pt x="781858" y="65012"/>
                </a:lnTo>
                <a:lnTo>
                  <a:pt x="781771" y="63394"/>
                </a:lnTo>
                <a:lnTo>
                  <a:pt x="781660" y="61793"/>
                </a:lnTo>
                <a:lnTo>
                  <a:pt x="781523" y="60208"/>
                </a:lnTo>
                <a:lnTo>
                  <a:pt x="781362" y="58640"/>
                </a:lnTo>
                <a:lnTo>
                  <a:pt x="781176" y="57088"/>
                </a:lnTo>
                <a:lnTo>
                  <a:pt x="780965" y="55552"/>
                </a:lnTo>
                <a:lnTo>
                  <a:pt x="780729" y="54033"/>
                </a:lnTo>
                <a:lnTo>
                  <a:pt x="780469" y="52530"/>
                </a:lnTo>
                <a:lnTo>
                  <a:pt x="780184" y="51044"/>
                </a:lnTo>
                <a:lnTo>
                  <a:pt x="779874" y="49574"/>
                </a:lnTo>
                <a:lnTo>
                  <a:pt x="779539" y="48120"/>
                </a:lnTo>
                <a:lnTo>
                  <a:pt x="779179" y="46683"/>
                </a:lnTo>
                <a:lnTo>
                  <a:pt x="778795" y="45263"/>
                </a:lnTo>
                <a:lnTo>
                  <a:pt x="778385" y="43859"/>
                </a:lnTo>
                <a:lnTo>
                  <a:pt x="777951" y="42471"/>
                </a:lnTo>
                <a:lnTo>
                  <a:pt x="777492" y="41099"/>
                </a:lnTo>
                <a:lnTo>
                  <a:pt x="777009" y="39745"/>
                </a:lnTo>
                <a:lnTo>
                  <a:pt x="776500" y="38406"/>
                </a:lnTo>
                <a:lnTo>
                  <a:pt x="775967" y="37084"/>
                </a:lnTo>
                <a:lnTo>
                  <a:pt x="775409" y="35778"/>
                </a:lnTo>
                <a:lnTo>
                  <a:pt x="774826" y="34489"/>
                </a:lnTo>
                <a:lnTo>
                  <a:pt x="774218" y="33220"/>
                </a:lnTo>
                <a:lnTo>
                  <a:pt x="773587" y="31974"/>
                </a:lnTo>
                <a:lnTo>
                  <a:pt x="772933" y="30751"/>
                </a:lnTo>
                <a:lnTo>
                  <a:pt x="772254" y="29551"/>
                </a:lnTo>
                <a:lnTo>
                  <a:pt x="771552" y="28375"/>
                </a:lnTo>
                <a:lnTo>
                  <a:pt x="770825" y="27222"/>
                </a:lnTo>
                <a:lnTo>
                  <a:pt x="770076" y="26092"/>
                </a:lnTo>
                <a:lnTo>
                  <a:pt x="769302" y="24985"/>
                </a:lnTo>
                <a:lnTo>
                  <a:pt x="768504" y="23902"/>
                </a:lnTo>
                <a:lnTo>
                  <a:pt x="767683" y="22842"/>
                </a:lnTo>
                <a:lnTo>
                  <a:pt x="766838" y="21805"/>
                </a:lnTo>
                <a:lnTo>
                  <a:pt x="765969" y="20792"/>
                </a:lnTo>
                <a:lnTo>
                  <a:pt x="765077" y="19802"/>
                </a:lnTo>
                <a:lnTo>
                  <a:pt x="764160" y="18835"/>
                </a:lnTo>
                <a:lnTo>
                  <a:pt x="763220" y="17891"/>
                </a:lnTo>
                <a:lnTo>
                  <a:pt x="762256" y="16971"/>
                </a:lnTo>
                <a:lnTo>
                  <a:pt x="761269" y="16074"/>
                </a:lnTo>
                <a:lnTo>
                  <a:pt x="760257" y="15200"/>
                </a:lnTo>
                <a:lnTo>
                  <a:pt x="759222" y="14349"/>
                </a:lnTo>
                <a:lnTo>
                  <a:pt x="758163" y="13522"/>
                </a:lnTo>
                <a:lnTo>
                  <a:pt x="757080" y="12718"/>
                </a:lnTo>
                <a:lnTo>
                  <a:pt x="755973" y="11937"/>
                </a:lnTo>
                <a:lnTo>
                  <a:pt x="754843" y="11180"/>
                </a:lnTo>
                <a:lnTo>
                  <a:pt x="753689" y="10445"/>
                </a:lnTo>
                <a:lnTo>
                  <a:pt x="752511" y="9738"/>
                </a:lnTo>
                <a:lnTo>
                  <a:pt x="751309" y="9060"/>
                </a:lnTo>
                <a:lnTo>
                  <a:pt x="750084" y="8413"/>
                </a:lnTo>
                <a:lnTo>
                  <a:pt x="748836" y="7796"/>
                </a:lnTo>
                <a:lnTo>
                  <a:pt x="747563" y="7208"/>
                </a:lnTo>
                <a:lnTo>
                  <a:pt x="746267" y="6651"/>
                </a:lnTo>
                <a:lnTo>
                  <a:pt x="744948" y="6125"/>
                </a:lnTo>
                <a:lnTo>
                  <a:pt x="743605" y="5628"/>
                </a:lnTo>
                <a:lnTo>
                  <a:pt x="742238" y="5161"/>
                </a:lnTo>
                <a:lnTo>
                  <a:pt x="740848" y="4724"/>
                </a:lnTo>
                <a:lnTo>
                  <a:pt x="739434" y="4318"/>
                </a:lnTo>
                <a:lnTo>
                  <a:pt x="737996" y="3942"/>
                </a:lnTo>
                <a:lnTo>
                  <a:pt x="736535" y="3595"/>
                </a:lnTo>
                <a:lnTo>
                  <a:pt x="735050" y="3279"/>
                </a:lnTo>
                <a:lnTo>
                  <a:pt x="733542" y="2993"/>
                </a:lnTo>
                <a:lnTo>
                  <a:pt x="732010" y="2737"/>
                </a:lnTo>
                <a:lnTo>
                  <a:pt x="730454" y="2511"/>
                </a:lnTo>
                <a:lnTo>
                  <a:pt x="728875" y="2316"/>
                </a:lnTo>
                <a:lnTo>
                  <a:pt x="727272" y="2150"/>
                </a:lnTo>
                <a:lnTo>
                  <a:pt x="725646" y="2015"/>
                </a:lnTo>
                <a:lnTo>
                  <a:pt x="723996" y="1909"/>
                </a:lnTo>
                <a:lnTo>
                  <a:pt x="722322" y="1834"/>
                </a:lnTo>
                <a:lnTo>
                  <a:pt x="720625" y="1789"/>
                </a:lnTo>
                <a:lnTo>
                  <a:pt x="718904" y="1774"/>
                </a:lnTo>
                <a:lnTo>
                  <a:pt x="717183" y="1789"/>
                </a:lnTo>
                <a:lnTo>
                  <a:pt x="715485" y="1834"/>
                </a:lnTo>
                <a:lnTo>
                  <a:pt x="713811" y="1909"/>
                </a:lnTo>
                <a:lnTo>
                  <a:pt x="712159" y="2015"/>
                </a:lnTo>
                <a:lnTo>
                  <a:pt x="710532" y="2150"/>
                </a:lnTo>
                <a:lnTo>
                  <a:pt x="708927" y="2316"/>
                </a:lnTo>
                <a:lnTo>
                  <a:pt x="707345" y="2511"/>
                </a:lnTo>
                <a:lnTo>
                  <a:pt x="705787" y="2737"/>
                </a:lnTo>
                <a:lnTo>
                  <a:pt x="704252" y="2993"/>
                </a:lnTo>
                <a:lnTo>
                  <a:pt x="702741" y="3279"/>
                </a:lnTo>
                <a:lnTo>
                  <a:pt x="701252" y="3595"/>
                </a:lnTo>
                <a:lnTo>
                  <a:pt x="699787" y="3942"/>
                </a:lnTo>
                <a:lnTo>
                  <a:pt x="698345" y="4318"/>
                </a:lnTo>
                <a:lnTo>
                  <a:pt x="696927" y="4724"/>
                </a:lnTo>
                <a:lnTo>
                  <a:pt x="695532" y="5161"/>
                </a:lnTo>
                <a:lnTo>
                  <a:pt x="694159" y="5628"/>
                </a:lnTo>
                <a:lnTo>
                  <a:pt x="692811" y="6125"/>
                </a:lnTo>
                <a:lnTo>
                  <a:pt x="691485" y="6651"/>
                </a:lnTo>
                <a:lnTo>
                  <a:pt x="690183" y="7208"/>
                </a:lnTo>
                <a:lnTo>
                  <a:pt x="688904" y="7796"/>
                </a:lnTo>
                <a:lnTo>
                  <a:pt x="687648" y="8413"/>
                </a:lnTo>
                <a:lnTo>
                  <a:pt x="686416" y="9060"/>
                </a:lnTo>
                <a:lnTo>
                  <a:pt x="685207" y="9738"/>
                </a:lnTo>
                <a:lnTo>
                  <a:pt x="684021" y="10445"/>
                </a:lnTo>
                <a:lnTo>
                  <a:pt x="682859" y="11180"/>
                </a:lnTo>
                <a:lnTo>
                  <a:pt x="681720" y="11937"/>
                </a:lnTo>
                <a:lnTo>
                  <a:pt x="680607" y="12718"/>
                </a:lnTo>
                <a:lnTo>
                  <a:pt x="679517" y="13522"/>
                </a:lnTo>
                <a:lnTo>
                  <a:pt x="678451" y="14349"/>
                </a:lnTo>
                <a:lnTo>
                  <a:pt x="677409" y="15200"/>
                </a:lnTo>
                <a:lnTo>
                  <a:pt x="676392" y="16074"/>
                </a:lnTo>
                <a:lnTo>
                  <a:pt x="675399" y="16971"/>
                </a:lnTo>
                <a:lnTo>
                  <a:pt x="674429" y="17891"/>
                </a:lnTo>
                <a:lnTo>
                  <a:pt x="673484" y="18835"/>
                </a:lnTo>
                <a:lnTo>
                  <a:pt x="672563" y="19802"/>
                </a:lnTo>
                <a:lnTo>
                  <a:pt x="671666" y="20792"/>
                </a:lnTo>
                <a:lnTo>
                  <a:pt x="670794" y="21805"/>
                </a:lnTo>
                <a:lnTo>
                  <a:pt x="669945" y="22842"/>
                </a:lnTo>
                <a:lnTo>
                  <a:pt x="669120" y="23902"/>
                </a:lnTo>
                <a:lnTo>
                  <a:pt x="668320" y="24985"/>
                </a:lnTo>
                <a:lnTo>
                  <a:pt x="667544" y="26092"/>
                </a:lnTo>
                <a:lnTo>
                  <a:pt x="666792" y="27222"/>
                </a:lnTo>
                <a:lnTo>
                  <a:pt x="666064" y="28375"/>
                </a:lnTo>
                <a:lnTo>
                  <a:pt x="665360" y="29551"/>
                </a:lnTo>
                <a:lnTo>
                  <a:pt x="664680" y="30751"/>
                </a:lnTo>
                <a:lnTo>
                  <a:pt x="664024" y="31974"/>
                </a:lnTo>
                <a:lnTo>
                  <a:pt x="663393" y="33220"/>
                </a:lnTo>
                <a:lnTo>
                  <a:pt x="662785" y="34489"/>
                </a:lnTo>
                <a:lnTo>
                  <a:pt x="662202" y="35778"/>
                </a:lnTo>
                <a:lnTo>
                  <a:pt x="661644" y="37084"/>
                </a:lnTo>
                <a:lnTo>
                  <a:pt x="661111" y="38406"/>
                </a:lnTo>
                <a:lnTo>
                  <a:pt x="660602" y="39745"/>
                </a:lnTo>
                <a:lnTo>
                  <a:pt x="660119" y="41099"/>
                </a:lnTo>
                <a:lnTo>
                  <a:pt x="659660" y="42471"/>
                </a:lnTo>
                <a:lnTo>
                  <a:pt x="659226" y="43859"/>
                </a:lnTo>
                <a:lnTo>
                  <a:pt x="658816" y="45263"/>
                </a:lnTo>
                <a:lnTo>
                  <a:pt x="658432" y="46683"/>
                </a:lnTo>
                <a:lnTo>
                  <a:pt x="658072" y="48120"/>
                </a:lnTo>
                <a:lnTo>
                  <a:pt x="657737" y="49574"/>
                </a:lnTo>
                <a:lnTo>
                  <a:pt x="657427" y="51044"/>
                </a:lnTo>
                <a:lnTo>
                  <a:pt x="657142" y="52530"/>
                </a:lnTo>
                <a:lnTo>
                  <a:pt x="656881" y="54033"/>
                </a:lnTo>
                <a:lnTo>
                  <a:pt x="656646" y="55552"/>
                </a:lnTo>
                <a:lnTo>
                  <a:pt x="656435" y="57088"/>
                </a:lnTo>
                <a:lnTo>
                  <a:pt x="656249" y="58640"/>
                </a:lnTo>
                <a:lnTo>
                  <a:pt x="656088" y="60208"/>
                </a:lnTo>
                <a:lnTo>
                  <a:pt x="655951" y="61793"/>
                </a:lnTo>
                <a:lnTo>
                  <a:pt x="655840" y="63394"/>
                </a:lnTo>
                <a:lnTo>
                  <a:pt x="655753" y="65012"/>
                </a:lnTo>
                <a:lnTo>
                  <a:pt x="655691" y="66646"/>
                </a:lnTo>
                <a:lnTo>
                  <a:pt x="655654" y="68297"/>
                </a:lnTo>
                <a:lnTo>
                  <a:pt x="655641" y="69964"/>
                </a:lnTo>
                <a:lnTo>
                  <a:pt x="655654" y="71630"/>
                </a:lnTo>
                <a:lnTo>
                  <a:pt x="655691" y="73280"/>
                </a:lnTo>
                <a:lnTo>
                  <a:pt x="655753" y="74914"/>
                </a:lnTo>
                <a:lnTo>
                  <a:pt x="655840" y="76530"/>
                </a:lnTo>
                <a:lnTo>
                  <a:pt x="655951" y="78130"/>
                </a:lnTo>
                <a:lnTo>
                  <a:pt x="656088" y="79713"/>
                </a:lnTo>
                <a:lnTo>
                  <a:pt x="656249" y="81279"/>
                </a:lnTo>
                <a:lnTo>
                  <a:pt x="656435" y="82829"/>
                </a:lnTo>
                <a:lnTo>
                  <a:pt x="656646" y="84361"/>
                </a:lnTo>
                <a:lnTo>
                  <a:pt x="656881" y="85877"/>
                </a:lnTo>
                <a:lnTo>
                  <a:pt x="657142" y="87376"/>
                </a:lnTo>
                <a:lnTo>
                  <a:pt x="657427" y="88859"/>
                </a:lnTo>
                <a:lnTo>
                  <a:pt x="657737" y="90324"/>
                </a:lnTo>
                <a:lnTo>
                  <a:pt x="658072" y="91773"/>
                </a:lnTo>
                <a:lnTo>
                  <a:pt x="658432" y="93205"/>
                </a:lnTo>
                <a:lnTo>
                  <a:pt x="658816" y="94621"/>
                </a:lnTo>
                <a:lnTo>
                  <a:pt x="659226" y="96019"/>
                </a:lnTo>
                <a:lnTo>
                  <a:pt x="659660" y="97401"/>
                </a:lnTo>
                <a:lnTo>
                  <a:pt x="660119" y="98766"/>
                </a:lnTo>
                <a:lnTo>
                  <a:pt x="660602" y="100114"/>
                </a:lnTo>
                <a:lnTo>
                  <a:pt x="661111" y="101446"/>
                </a:lnTo>
                <a:lnTo>
                  <a:pt x="661644" y="102760"/>
                </a:lnTo>
                <a:lnTo>
                  <a:pt x="662202" y="104058"/>
                </a:lnTo>
                <a:lnTo>
                  <a:pt x="662785" y="105339"/>
                </a:lnTo>
                <a:lnTo>
                  <a:pt x="663393" y="106601"/>
                </a:lnTo>
                <a:lnTo>
                  <a:pt x="664024" y="107839"/>
                </a:lnTo>
                <a:lnTo>
                  <a:pt x="664680" y="109055"/>
                </a:lnTo>
                <a:lnTo>
                  <a:pt x="665360" y="110247"/>
                </a:lnTo>
                <a:lnTo>
                  <a:pt x="666064" y="111417"/>
                </a:lnTo>
                <a:lnTo>
                  <a:pt x="666792" y="112564"/>
                </a:lnTo>
                <a:lnTo>
                  <a:pt x="667544" y="113688"/>
                </a:lnTo>
                <a:lnTo>
                  <a:pt x="668320" y="114788"/>
                </a:lnTo>
                <a:lnTo>
                  <a:pt x="669120" y="115866"/>
                </a:lnTo>
                <a:lnTo>
                  <a:pt x="669945" y="116921"/>
                </a:lnTo>
                <a:lnTo>
                  <a:pt x="670794" y="117953"/>
                </a:lnTo>
                <a:lnTo>
                  <a:pt x="671666" y="118963"/>
                </a:lnTo>
                <a:lnTo>
                  <a:pt x="672563" y="119949"/>
                </a:lnTo>
                <a:lnTo>
                  <a:pt x="673484" y="120912"/>
                </a:lnTo>
                <a:lnTo>
                  <a:pt x="674429" y="121853"/>
                </a:lnTo>
                <a:lnTo>
                  <a:pt x="675399" y="122770"/>
                </a:lnTo>
                <a:lnTo>
                  <a:pt x="676392" y="123665"/>
                </a:lnTo>
                <a:lnTo>
                  <a:pt x="677409" y="124536"/>
                </a:lnTo>
                <a:lnTo>
                  <a:pt x="678451" y="125385"/>
                </a:lnTo>
                <a:lnTo>
                  <a:pt x="679517" y="126211"/>
                </a:lnTo>
                <a:lnTo>
                  <a:pt x="680607" y="127014"/>
                </a:lnTo>
                <a:lnTo>
                  <a:pt x="681720" y="127794"/>
                </a:lnTo>
                <a:lnTo>
                  <a:pt x="682859" y="128551"/>
                </a:lnTo>
                <a:lnTo>
                  <a:pt x="684021" y="129285"/>
                </a:lnTo>
                <a:lnTo>
                  <a:pt x="685207" y="129992"/>
                </a:lnTo>
                <a:lnTo>
                  <a:pt x="686416" y="130670"/>
                </a:lnTo>
                <a:lnTo>
                  <a:pt x="687648" y="131317"/>
                </a:lnTo>
                <a:lnTo>
                  <a:pt x="688904" y="131934"/>
                </a:lnTo>
                <a:lnTo>
                  <a:pt x="690183" y="132522"/>
                </a:lnTo>
                <a:lnTo>
                  <a:pt x="691485" y="133079"/>
                </a:lnTo>
                <a:lnTo>
                  <a:pt x="692811" y="133605"/>
                </a:lnTo>
                <a:lnTo>
                  <a:pt x="694159" y="134102"/>
                </a:lnTo>
                <a:lnTo>
                  <a:pt x="695532" y="134569"/>
                </a:lnTo>
                <a:lnTo>
                  <a:pt x="696927" y="135006"/>
                </a:lnTo>
                <a:lnTo>
                  <a:pt x="698345" y="135412"/>
                </a:lnTo>
                <a:lnTo>
                  <a:pt x="699787" y="135788"/>
                </a:lnTo>
                <a:lnTo>
                  <a:pt x="701252" y="136135"/>
                </a:lnTo>
                <a:lnTo>
                  <a:pt x="702741" y="136451"/>
                </a:lnTo>
                <a:lnTo>
                  <a:pt x="704252" y="136737"/>
                </a:lnTo>
                <a:lnTo>
                  <a:pt x="705787" y="136993"/>
                </a:lnTo>
                <a:lnTo>
                  <a:pt x="707345" y="137219"/>
                </a:lnTo>
                <a:lnTo>
                  <a:pt x="708927" y="137414"/>
                </a:lnTo>
                <a:lnTo>
                  <a:pt x="710532" y="137580"/>
                </a:lnTo>
                <a:lnTo>
                  <a:pt x="712159" y="137715"/>
                </a:lnTo>
                <a:lnTo>
                  <a:pt x="713811" y="137821"/>
                </a:lnTo>
                <a:lnTo>
                  <a:pt x="715485" y="137896"/>
                </a:lnTo>
                <a:lnTo>
                  <a:pt x="717183" y="137941"/>
                </a:lnTo>
                <a:lnTo>
                  <a:pt x="718904" y="137956"/>
                </a:lnTo>
                <a:lnTo>
                  <a:pt x="720625" y="137941"/>
                </a:lnTo>
                <a:lnTo>
                  <a:pt x="722322" y="137896"/>
                </a:lnTo>
                <a:lnTo>
                  <a:pt x="723996" y="137821"/>
                </a:lnTo>
                <a:lnTo>
                  <a:pt x="725646" y="137715"/>
                </a:lnTo>
                <a:close/>
                <a:moveTo>
                  <a:pt x="713751" y="123271"/>
                </a:moveTo>
                <a:lnTo>
                  <a:pt x="712516" y="123159"/>
                </a:lnTo>
                <a:lnTo>
                  <a:pt x="711301" y="123021"/>
                </a:lnTo>
                <a:lnTo>
                  <a:pt x="710108" y="122859"/>
                </a:lnTo>
                <a:lnTo>
                  <a:pt x="708935" y="122672"/>
                </a:lnTo>
                <a:lnTo>
                  <a:pt x="707784" y="122459"/>
                </a:lnTo>
                <a:lnTo>
                  <a:pt x="706653" y="122222"/>
                </a:lnTo>
                <a:lnTo>
                  <a:pt x="705544" y="121960"/>
                </a:lnTo>
                <a:lnTo>
                  <a:pt x="704456" y="121673"/>
                </a:lnTo>
                <a:lnTo>
                  <a:pt x="703388" y="121360"/>
                </a:lnTo>
                <a:lnTo>
                  <a:pt x="702342" y="121023"/>
                </a:lnTo>
                <a:lnTo>
                  <a:pt x="701317" y="120661"/>
                </a:lnTo>
                <a:lnTo>
                  <a:pt x="700313" y="120274"/>
                </a:lnTo>
                <a:lnTo>
                  <a:pt x="699330" y="119862"/>
                </a:lnTo>
                <a:lnTo>
                  <a:pt x="698368" y="119425"/>
                </a:lnTo>
                <a:lnTo>
                  <a:pt x="697427" y="118963"/>
                </a:lnTo>
                <a:lnTo>
                  <a:pt x="696507" y="118475"/>
                </a:lnTo>
                <a:lnTo>
                  <a:pt x="695608" y="117963"/>
                </a:lnTo>
                <a:lnTo>
                  <a:pt x="694730" y="117426"/>
                </a:lnTo>
                <a:lnTo>
                  <a:pt x="693873" y="116864"/>
                </a:lnTo>
                <a:lnTo>
                  <a:pt x="693037" y="116277"/>
                </a:lnTo>
                <a:lnTo>
                  <a:pt x="692221" y="115669"/>
                </a:lnTo>
                <a:lnTo>
                  <a:pt x="691424" y="115044"/>
                </a:lnTo>
                <a:lnTo>
                  <a:pt x="690645" y="114401"/>
                </a:lnTo>
                <a:lnTo>
                  <a:pt x="689885" y="113741"/>
                </a:lnTo>
                <a:lnTo>
                  <a:pt x="689144" y="113064"/>
                </a:lnTo>
                <a:lnTo>
                  <a:pt x="688421" y="112370"/>
                </a:lnTo>
                <a:lnTo>
                  <a:pt x="687717" y="111658"/>
                </a:lnTo>
                <a:lnTo>
                  <a:pt x="687032" y="110929"/>
                </a:lnTo>
                <a:lnTo>
                  <a:pt x="686365" y="110183"/>
                </a:lnTo>
                <a:lnTo>
                  <a:pt x="685717" y="109419"/>
                </a:lnTo>
                <a:lnTo>
                  <a:pt x="685087" y="108638"/>
                </a:lnTo>
                <a:lnTo>
                  <a:pt x="684477" y="107840"/>
                </a:lnTo>
                <a:lnTo>
                  <a:pt x="683884" y="107025"/>
                </a:lnTo>
                <a:lnTo>
                  <a:pt x="683311" y="106192"/>
                </a:lnTo>
                <a:lnTo>
                  <a:pt x="682756" y="105342"/>
                </a:lnTo>
                <a:lnTo>
                  <a:pt x="682220" y="104475"/>
                </a:lnTo>
                <a:lnTo>
                  <a:pt x="681702" y="103590"/>
                </a:lnTo>
                <a:lnTo>
                  <a:pt x="681203" y="102688"/>
                </a:lnTo>
                <a:lnTo>
                  <a:pt x="680723" y="101769"/>
                </a:lnTo>
                <a:lnTo>
                  <a:pt x="680261" y="100833"/>
                </a:lnTo>
                <a:lnTo>
                  <a:pt x="679818" y="99879"/>
                </a:lnTo>
                <a:lnTo>
                  <a:pt x="679394" y="98908"/>
                </a:lnTo>
                <a:lnTo>
                  <a:pt x="678988" y="97920"/>
                </a:lnTo>
                <a:lnTo>
                  <a:pt x="678601" y="96914"/>
                </a:lnTo>
                <a:lnTo>
                  <a:pt x="678231" y="95896"/>
                </a:lnTo>
                <a:lnTo>
                  <a:pt x="677877" y="94868"/>
                </a:lnTo>
                <a:lnTo>
                  <a:pt x="677539" y="93831"/>
                </a:lnTo>
                <a:lnTo>
                  <a:pt x="677216" y="92785"/>
                </a:lnTo>
                <a:lnTo>
                  <a:pt x="676909" y="91730"/>
                </a:lnTo>
                <a:lnTo>
                  <a:pt x="676618" y="90666"/>
                </a:lnTo>
                <a:lnTo>
                  <a:pt x="676343" y="89593"/>
                </a:lnTo>
                <a:lnTo>
                  <a:pt x="676083" y="88511"/>
                </a:lnTo>
                <a:lnTo>
                  <a:pt x="675839" y="87420"/>
                </a:lnTo>
                <a:lnTo>
                  <a:pt x="675611" y="86320"/>
                </a:lnTo>
                <a:lnTo>
                  <a:pt x="675398" y="85210"/>
                </a:lnTo>
                <a:lnTo>
                  <a:pt x="675201" y="84092"/>
                </a:lnTo>
                <a:lnTo>
                  <a:pt x="675020" y="82964"/>
                </a:lnTo>
                <a:lnTo>
                  <a:pt x="674855" y="81828"/>
                </a:lnTo>
                <a:lnTo>
                  <a:pt x="674706" y="80682"/>
                </a:lnTo>
                <a:lnTo>
                  <a:pt x="674572" y="79527"/>
                </a:lnTo>
                <a:lnTo>
                  <a:pt x="674454" y="78364"/>
                </a:lnTo>
                <a:lnTo>
                  <a:pt x="674352" y="77191"/>
                </a:lnTo>
                <a:lnTo>
                  <a:pt x="674265" y="76009"/>
                </a:lnTo>
                <a:lnTo>
                  <a:pt x="674194" y="74818"/>
                </a:lnTo>
                <a:lnTo>
                  <a:pt x="674139" y="73618"/>
                </a:lnTo>
                <a:lnTo>
                  <a:pt x="674100" y="72409"/>
                </a:lnTo>
                <a:lnTo>
                  <a:pt x="674076" y="71191"/>
                </a:lnTo>
                <a:lnTo>
                  <a:pt x="674068" y="69964"/>
                </a:lnTo>
                <a:lnTo>
                  <a:pt x="674076" y="68728"/>
                </a:lnTo>
                <a:lnTo>
                  <a:pt x="674100" y="67502"/>
                </a:lnTo>
                <a:lnTo>
                  <a:pt x="674139" y="66286"/>
                </a:lnTo>
                <a:lnTo>
                  <a:pt x="674194" y="65079"/>
                </a:lnTo>
                <a:lnTo>
                  <a:pt x="674265" y="63881"/>
                </a:lnTo>
                <a:lnTo>
                  <a:pt x="674352" y="62693"/>
                </a:lnTo>
                <a:lnTo>
                  <a:pt x="674454" y="61514"/>
                </a:lnTo>
                <a:lnTo>
                  <a:pt x="674572" y="60345"/>
                </a:lnTo>
                <a:lnTo>
                  <a:pt x="674706" y="59185"/>
                </a:lnTo>
                <a:lnTo>
                  <a:pt x="674855" y="58034"/>
                </a:lnTo>
                <a:lnTo>
                  <a:pt x="675020" y="56893"/>
                </a:lnTo>
                <a:lnTo>
                  <a:pt x="675201" y="55761"/>
                </a:lnTo>
                <a:lnTo>
                  <a:pt x="675398" y="54639"/>
                </a:lnTo>
                <a:lnTo>
                  <a:pt x="675611" y="53526"/>
                </a:lnTo>
                <a:lnTo>
                  <a:pt x="675839" y="52423"/>
                </a:lnTo>
                <a:lnTo>
                  <a:pt x="676083" y="51329"/>
                </a:lnTo>
                <a:lnTo>
                  <a:pt x="676343" y="50244"/>
                </a:lnTo>
                <a:lnTo>
                  <a:pt x="676618" y="49168"/>
                </a:lnTo>
                <a:lnTo>
                  <a:pt x="676909" y="48103"/>
                </a:lnTo>
                <a:lnTo>
                  <a:pt x="677216" y="47046"/>
                </a:lnTo>
                <a:lnTo>
                  <a:pt x="677539" y="45999"/>
                </a:lnTo>
                <a:lnTo>
                  <a:pt x="677877" y="44961"/>
                </a:lnTo>
                <a:lnTo>
                  <a:pt x="678231" y="43933"/>
                </a:lnTo>
                <a:lnTo>
                  <a:pt x="678601" y="42914"/>
                </a:lnTo>
                <a:lnTo>
                  <a:pt x="678988" y="41909"/>
                </a:lnTo>
                <a:lnTo>
                  <a:pt x="679394" y="40920"/>
                </a:lnTo>
                <a:lnTo>
                  <a:pt x="679818" y="39949"/>
                </a:lnTo>
                <a:lnTo>
                  <a:pt x="680261" y="38995"/>
                </a:lnTo>
                <a:lnTo>
                  <a:pt x="680723" y="38057"/>
                </a:lnTo>
                <a:lnTo>
                  <a:pt x="681203" y="37137"/>
                </a:lnTo>
                <a:lnTo>
                  <a:pt x="681702" y="36234"/>
                </a:lnTo>
                <a:lnTo>
                  <a:pt x="682220" y="35349"/>
                </a:lnTo>
                <a:lnTo>
                  <a:pt x="682756" y="34480"/>
                </a:lnTo>
                <a:lnTo>
                  <a:pt x="683311" y="33628"/>
                </a:lnTo>
                <a:lnTo>
                  <a:pt x="683884" y="32794"/>
                </a:lnTo>
                <a:lnTo>
                  <a:pt x="684477" y="31976"/>
                </a:lnTo>
                <a:lnTo>
                  <a:pt x="685087" y="31176"/>
                </a:lnTo>
                <a:lnTo>
                  <a:pt x="685717" y="30393"/>
                </a:lnTo>
                <a:lnTo>
                  <a:pt x="686365" y="29627"/>
                </a:lnTo>
                <a:lnTo>
                  <a:pt x="687032" y="28878"/>
                </a:lnTo>
                <a:lnTo>
                  <a:pt x="687717" y="28146"/>
                </a:lnTo>
                <a:lnTo>
                  <a:pt x="688421" y="27431"/>
                </a:lnTo>
                <a:lnTo>
                  <a:pt x="689144" y="26733"/>
                </a:lnTo>
                <a:lnTo>
                  <a:pt x="689885" y="26053"/>
                </a:lnTo>
                <a:lnTo>
                  <a:pt x="690645" y="25390"/>
                </a:lnTo>
                <a:lnTo>
                  <a:pt x="691424" y="24743"/>
                </a:lnTo>
                <a:lnTo>
                  <a:pt x="692221" y="24114"/>
                </a:lnTo>
                <a:lnTo>
                  <a:pt x="693037" y="23502"/>
                </a:lnTo>
                <a:lnTo>
                  <a:pt x="693873" y="22911"/>
                </a:lnTo>
                <a:lnTo>
                  <a:pt x="694730" y="22345"/>
                </a:lnTo>
                <a:lnTo>
                  <a:pt x="695608" y="21804"/>
                </a:lnTo>
                <a:lnTo>
                  <a:pt x="696507" y="21289"/>
                </a:lnTo>
                <a:lnTo>
                  <a:pt x="697427" y="20798"/>
                </a:lnTo>
                <a:lnTo>
                  <a:pt x="698368" y="20333"/>
                </a:lnTo>
                <a:lnTo>
                  <a:pt x="699330" y="19893"/>
                </a:lnTo>
                <a:lnTo>
                  <a:pt x="700313" y="19478"/>
                </a:lnTo>
                <a:lnTo>
                  <a:pt x="701317" y="19088"/>
                </a:lnTo>
                <a:lnTo>
                  <a:pt x="702342" y="18724"/>
                </a:lnTo>
                <a:lnTo>
                  <a:pt x="703388" y="18384"/>
                </a:lnTo>
                <a:lnTo>
                  <a:pt x="704456" y="18070"/>
                </a:lnTo>
                <a:lnTo>
                  <a:pt x="705544" y="17781"/>
                </a:lnTo>
                <a:lnTo>
                  <a:pt x="706653" y="17517"/>
                </a:lnTo>
                <a:lnTo>
                  <a:pt x="707784" y="17278"/>
                </a:lnTo>
                <a:lnTo>
                  <a:pt x="708935" y="17064"/>
                </a:lnTo>
                <a:lnTo>
                  <a:pt x="710108" y="16875"/>
                </a:lnTo>
                <a:lnTo>
                  <a:pt x="711301" y="16712"/>
                </a:lnTo>
                <a:lnTo>
                  <a:pt x="712516" y="16573"/>
                </a:lnTo>
                <a:lnTo>
                  <a:pt x="713751" y="16460"/>
                </a:lnTo>
                <a:lnTo>
                  <a:pt x="715008" y="16372"/>
                </a:lnTo>
                <a:lnTo>
                  <a:pt x="716286" y="16309"/>
                </a:lnTo>
                <a:lnTo>
                  <a:pt x="717584" y="16272"/>
                </a:lnTo>
                <a:lnTo>
                  <a:pt x="718904" y="16259"/>
                </a:lnTo>
                <a:lnTo>
                  <a:pt x="720224" y="16272"/>
                </a:lnTo>
                <a:lnTo>
                  <a:pt x="721522" y="16309"/>
                </a:lnTo>
                <a:lnTo>
                  <a:pt x="722799" y="16372"/>
                </a:lnTo>
                <a:lnTo>
                  <a:pt x="724055" y="16460"/>
                </a:lnTo>
                <a:lnTo>
                  <a:pt x="725290" y="16573"/>
                </a:lnTo>
                <a:lnTo>
                  <a:pt x="726504" y="16712"/>
                </a:lnTo>
                <a:lnTo>
                  <a:pt x="727696" y="16875"/>
                </a:lnTo>
                <a:lnTo>
                  <a:pt x="728868" y="17064"/>
                </a:lnTo>
                <a:lnTo>
                  <a:pt x="730017" y="17278"/>
                </a:lnTo>
                <a:lnTo>
                  <a:pt x="731146" y="17517"/>
                </a:lnTo>
                <a:lnTo>
                  <a:pt x="732254" y="17781"/>
                </a:lnTo>
                <a:lnTo>
                  <a:pt x="733340" y="18070"/>
                </a:lnTo>
                <a:lnTo>
                  <a:pt x="734405" y="18384"/>
                </a:lnTo>
                <a:lnTo>
                  <a:pt x="735449" y="18724"/>
                </a:lnTo>
                <a:lnTo>
                  <a:pt x="736472" y="19088"/>
                </a:lnTo>
                <a:lnTo>
                  <a:pt x="737473" y="19478"/>
                </a:lnTo>
                <a:lnTo>
                  <a:pt x="738454" y="19893"/>
                </a:lnTo>
                <a:lnTo>
                  <a:pt x="739413" y="20333"/>
                </a:lnTo>
                <a:lnTo>
                  <a:pt x="740351" y="20798"/>
                </a:lnTo>
                <a:lnTo>
                  <a:pt x="741267" y="21289"/>
                </a:lnTo>
                <a:lnTo>
                  <a:pt x="742163" y="21804"/>
                </a:lnTo>
                <a:lnTo>
                  <a:pt x="743037" y="22345"/>
                </a:lnTo>
                <a:lnTo>
                  <a:pt x="743890" y="22911"/>
                </a:lnTo>
                <a:lnTo>
                  <a:pt x="744722" y="23502"/>
                </a:lnTo>
                <a:lnTo>
                  <a:pt x="745534" y="24114"/>
                </a:lnTo>
                <a:lnTo>
                  <a:pt x="746327" y="24743"/>
                </a:lnTo>
                <a:lnTo>
                  <a:pt x="747103" y="25390"/>
                </a:lnTo>
                <a:lnTo>
                  <a:pt x="747860" y="26053"/>
                </a:lnTo>
                <a:lnTo>
                  <a:pt x="748599" y="26733"/>
                </a:lnTo>
                <a:lnTo>
                  <a:pt x="749319" y="27431"/>
                </a:lnTo>
                <a:lnTo>
                  <a:pt x="750021" y="28146"/>
                </a:lnTo>
                <a:lnTo>
                  <a:pt x="750705" y="28878"/>
                </a:lnTo>
                <a:lnTo>
                  <a:pt x="751371" y="29627"/>
                </a:lnTo>
                <a:lnTo>
                  <a:pt x="752018" y="30393"/>
                </a:lnTo>
                <a:lnTo>
                  <a:pt x="752647" y="31176"/>
                </a:lnTo>
                <a:lnTo>
                  <a:pt x="753258" y="31976"/>
                </a:lnTo>
                <a:lnTo>
                  <a:pt x="753850" y="32794"/>
                </a:lnTo>
                <a:lnTo>
                  <a:pt x="754424" y="33628"/>
                </a:lnTo>
                <a:lnTo>
                  <a:pt x="754980" y="34480"/>
                </a:lnTo>
                <a:lnTo>
                  <a:pt x="755517" y="35349"/>
                </a:lnTo>
                <a:lnTo>
                  <a:pt x="756036" y="36234"/>
                </a:lnTo>
                <a:lnTo>
                  <a:pt x="756537" y="37137"/>
                </a:lnTo>
                <a:lnTo>
                  <a:pt x="757020" y="38057"/>
                </a:lnTo>
                <a:lnTo>
                  <a:pt x="757484" y="38995"/>
                </a:lnTo>
                <a:lnTo>
                  <a:pt x="757930" y="39949"/>
                </a:lnTo>
                <a:lnTo>
                  <a:pt x="758357" y="40920"/>
                </a:lnTo>
                <a:lnTo>
                  <a:pt x="758767" y="41909"/>
                </a:lnTo>
                <a:lnTo>
                  <a:pt x="759158" y="42914"/>
                </a:lnTo>
                <a:lnTo>
                  <a:pt x="759532" y="43933"/>
                </a:lnTo>
                <a:lnTo>
                  <a:pt x="759890" y="44961"/>
                </a:lnTo>
                <a:lnTo>
                  <a:pt x="760232" y="45999"/>
                </a:lnTo>
                <a:lnTo>
                  <a:pt x="760558" y="47046"/>
                </a:lnTo>
                <a:lnTo>
                  <a:pt x="760868" y="48103"/>
                </a:lnTo>
                <a:lnTo>
                  <a:pt x="761162" y="49168"/>
                </a:lnTo>
                <a:lnTo>
                  <a:pt x="761441" y="50244"/>
                </a:lnTo>
                <a:lnTo>
                  <a:pt x="761703" y="51329"/>
                </a:lnTo>
                <a:lnTo>
                  <a:pt x="761950" y="52423"/>
                </a:lnTo>
                <a:lnTo>
                  <a:pt x="762181" y="53526"/>
                </a:lnTo>
                <a:lnTo>
                  <a:pt x="762395" y="54639"/>
                </a:lnTo>
                <a:lnTo>
                  <a:pt x="762594" y="55761"/>
                </a:lnTo>
                <a:lnTo>
                  <a:pt x="762777" y="56893"/>
                </a:lnTo>
                <a:lnTo>
                  <a:pt x="762944" y="58034"/>
                </a:lnTo>
                <a:lnTo>
                  <a:pt x="763095" y="59185"/>
                </a:lnTo>
                <a:lnTo>
                  <a:pt x="763231" y="60345"/>
                </a:lnTo>
                <a:lnTo>
                  <a:pt x="763350" y="61514"/>
                </a:lnTo>
                <a:lnTo>
                  <a:pt x="763453" y="62693"/>
                </a:lnTo>
                <a:lnTo>
                  <a:pt x="763541" y="63881"/>
                </a:lnTo>
                <a:lnTo>
                  <a:pt x="763613" y="65079"/>
                </a:lnTo>
                <a:lnTo>
                  <a:pt x="763668" y="66286"/>
                </a:lnTo>
                <a:lnTo>
                  <a:pt x="763708" y="67502"/>
                </a:lnTo>
                <a:lnTo>
                  <a:pt x="763732" y="68728"/>
                </a:lnTo>
                <a:lnTo>
                  <a:pt x="763740" y="69964"/>
                </a:lnTo>
                <a:lnTo>
                  <a:pt x="763732" y="71191"/>
                </a:lnTo>
                <a:lnTo>
                  <a:pt x="763708" y="72409"/>
                </a:lnTo>
                <a:lnTo>
                  <a:pt x="763668" y="73618"/>
                </a:lnTo>
                <a:lnTo>
                  <a:pt x="763613" y="74818"/>
                </a:lnTo>
                <a:lnTo>
                  <a:pt x="763541" y="76009"/>
                </a:lnTo>
                <a:lnTo>
                  <a:pt x="763453" y="77191"/>
                </a:lnTo>
                <a:lnTo>
                  <a:pt x="763350" y="78364"/>
                </a:lnTo>
                <a:lnTo>
                  <a:pt x="763231" y="79527"/>
                </a:lnTo>
                <a:lnTo>
                  <a:pt x="763095" y="80682"/>
                </a:lnTo>
                <a:lnTo>
                  <a:pt x="762944" y="81828"/>
                </a:lnTo>
                <a:lnTo>
                  <a:pt x="762777" y="82964"/>
                </a:lnTo>
                <a:lnTo>
                  <a:pt x="762594" y="84092"/>
                </a:lnTo>
                <a:lnTo>
                  <a:pt x="762395" y="85210"/>
                </a:lnTo>
                <a:lnTo>
                  <a:pt x="762181" y="86320"/>
                </a:lnTo>
                <a:lnTo>
                  <a:pt x="761950" y="87420"/>
                </a:lnTo>
                <a:lnTo>
                  <a:pt x="761703" y="88511"/>
                </a:lnTo>
                <a:lnTo>
                  <a:pt x="761441" y="89593"/>
                </a:lnTo>
                <a:lnTo>
                  <a:pt x="761162" y="90666"/>
                </a:lnTo>
                <a:lnTo>
                  <a:pt x="760868" y="91730"/>
                </a:lnTo>
                <a:lnTo>
                  <a:pt x="760558" y="92785"/>
                </a:lnTo>
                <a:lnTo>
                  <a:pt x="760232" y="93831"/>
                </a:lnTo>
                <a:lnTo>
                  <a:pt x="759890" y="94868"/>
                </a:lnTo>
                <a:lnTo>
                  <a:pt x="759532" y="95896"/>
                </a:lnTo>
                <a:lnTo>
                  <a:pt x="759158" y="96914"/>
                </a:lnTo>
                <a:lnTo>
                  <a:pt x="758767" y="97920"/>
                </a:lnTo>
                <a:lnTo>
                  <a:pt x="758357" y="98908"/>
                </a:lnTo>
                <a:lnTo>
                  <a:pt x="757930" y="99879"/>
                </a:lnTo>
                <a:lnTo>
                  <a:pt x="757484" y="100833"/>
                </a:lnTo>
                <a:lnTo>
                  <a:pt x="757020" y="101769"/>
                </a:lnTo>
                <a:lnTo>
                  <a:pt x="756537" y="102688"/>
                </a:lnTo>
                <a:lnTo>
                  <a:pt x="756036" y="103590"/>
                </a:lnTo>
                <a:lnTo>
                  <a:pt x="755517" y="104475"/>
                </a:lnTo>
                <a:lnTo>
                  <a:pt x="754980" y="105342"/>
                </a:lnTo>
                <a:lnTo>
                  <a:pt x="754424" y="106192"/>
                </a:lnTo>
                <a:lnTo>
                  <a:pt x="753850" y="107025"/>
                </a:lnTo>
                <a:lnTo>
                  <a:pt x="753258" y="107840"/>
                </a:lnTo>
                <a:lnTo>
                  <a:pt x="752647" y="108638"/>
                </a:lnTo>
                <a:lnTo>
                  <a:pt x="752018" y="109419"/>
                </a:lnTo>
                <a:lnTo>
                  <a:pt x="751371" y="110183"/>
                </a:lnTo>
                <a:lnTo>
                  <a:pt x="750705" y="110929"/>
                </a:lnTo>
                <a:lnTo>
                  <a:pt x="750021" y="111658"/>
                </a:lnTo>
                <a:lnTo>
                  <a:pt x="749319" y="112370"/>
                </a:lnTo>
                <a:lnTo>
                  <a:pt x="748599" y="113064"/>
                </a:lnTo>
                <a:lnTo>
                  <a:pt x="747860" y="113741"/>
                </a:lnTo>
                <a:lnTo>
                  <a:pt x="747103" y="114401"/>
                </a:lnTo>
                <a:lnTo>
                  <a:pt x="746327" y="115044"/>
                </a:lnTo>
                <a:lnTo>
                  <a:pt x="745534" y="115669"/>
                </a:lnTo>
                <a:lnTo>
                  <a:pt x="744722" y="116277"/>
                </a:lnTo>
                <a:lnTo>
                  <a:pt x="743890" y="116864"/>
                </a:lnTo>
                <a:lnTo>
                  <a:pt x="743037" y="117426"/>
                </a:lnTo>
                <a:lnTo>
                  <a:pt x="742163" y="117963"/>
                </a:lnTo>
                <a:lnTo>
                  <a:pt x="741267" y="118475"/>
                </a:lnTo>
                <a:lnTo>
                  <a:pt x="740351" y="118963"/>
                </a:lnTo>
                <a:lnTo>
                  <a:pt x="739413" y="119425"/>
                </a:lnTo>
                <a:lnTo>
                  <a:pt x="738454" y="119862"/>
                </a:lnTo>
                <a:lnTo>
                  <a:pt x="737473" y="120274"/>
                </a:lnTo>
                <a:lnTo>
                  <a:pt x="736472" y="120661"/>
                </a:lnTo>
                <a:lnTo>
                  <a:pt x="735449" y="121023"/>
                </a:lnTo>
                <a:lnTo>
                  <a:pt x="734405" y="121360"/>
                </a:lnTo>
                <a:lnTo>
                  <a:pt x="733340" y="121673"/>
                </a:lnTo>
                <a:lnTo>
                  <a:pt x="732254" y="121960"/>
                </a:lnTo>
                <a:lnTo>
                  <a:pt x="731146" y="122222"/>
                </a:lnTo>
                <a:lnTo>
                  <a:pt x="730017" y="122459"/>
                </a:lnTo>
                <a:lnTo>
                  <a:pt x="728868" y="122672"/>
                </a:lnTo>
                <a:lnTo>
                  <a:pt x="727696" y="122859"/>
                </a:lnTo>
                <a:lnTo>
                  <a:pt x="726504" y="123021"/>
                </a:lnTo>
                <a:lnTo>
                  <a:pt x="725290" y="123159"/>
                </a:lnTo>
                <a:lnTo>
                  <a:pt x="724055" y="123271"/>
                </a:lnTo>
                <a:lnTo>
                  <a:pt x="722799" y="123358"/>
                </a:lnTo>
                <a:lnTo>
                  <a:pt x="721522" y="123421"/>
                </a:lnTo>
                <a:lnTo>
                  <a:pt x="720224" y="123458"/>
                </a:lnTo>
                <a:lnTo>
                  <a:pt x="718904" y="123471"/>
                </a:lnTo>
                <a:lnTo>
                  <a:pt x="717584" y="123458"/>
                </a:lnTo>
                <a:lnTo>
                  <a:pt x="716286" y="123421"/>
                </a:lnTo>
                <a:lnTo>
                  <a:pt x="715008" y="123358"/>
                </a:lnTo>
                <a:lnTo>
                  <a:pt x="713751" y="123271"/>
                </a:lnTo>
                <a:close/>
                <a:moveTo>
                  <a:pt x="1100872" y="64544"/>
                </a:moveTo>
                <a:lnTo>
                  <a:pt x="1101266" y="64049"/>
                </a:lnTo>
                <a:lnTo>
                  <a:pt x="1101670" y="63558"/>
                </a:lnTo>
                <a:lnTo>
                  <a:pt x="1102085" y="63070"/>
                </a:lnTo>
                <a:lnTo>
                  <a:pt x="1102509" y="62585"/>
                </a:lnTo>
                <a:lnTo>
                  <a:pt x="1102943" y="62103"/>
                </a:lnTo>
                <a:lnTo>
                  <a:pt x="1103387" y="61625"/>
                </a:lnTo>
                <a:lnTo>
                  <a:pt x="1103840" y="61151"/>
                </a:lnTo>
                <a:lnTo>
                  <a:pt x="1104304" y="60679"/>
                </a:lnTo>
                <a:lnTo>
                  <a:pt x="1104778" y="60211"/>
                </a:lnTo>
                <a:lnTo>
                  <a:pt x="1105262" y="59747"/>
                </a:lnTo>
                <a:lnTo>
                  <a:pt x="1105755" y="59286"/>
                </a:lnTo>
                <a:lnTo>
                  <a:pt x="1106259" y="58828"/>
                </a:lnTo>
                <a:lnTo>
                  <a:pt x="1106772" y="58374"/>
                </a:lnTo>
                <a:lnTo>
                  <a:pt x="1107295" y="57923"/>
                </a:lnTo>
                <a:lnTo>
                  <a:pt x="1107829" y="57475"/>
                </a:lnTo>
                <a:lnTo>
                  <a:pt x="1108372" y="57031"/>
                </a:lnTo>
                <a:lnTo>
                  <a:pt x="1108925" y="56590"/>
                </a:lnTo>
                <a:lnTo>
                  <a:pt x="1109488" y="56153"/>
                </a:lnTo>
                <a:lnTo>
                  <a:pt x="1110061" y="55719"/>
                </a:lnTo>
                <a:lnTo>
                  <a:pt x="1110644" y="55288"/>
                </a:lnTo>
                <a:lnTo>
                  <a:pt x="1111236" y="54861"/>
                </a:lnTo>
                <a:lnTo>
                  <a:pt x="1111839" y="54437"/>
                </a:lnTo>
                <a:lnTo>
                  <a:pt x="1112453" y="54024"/>
                </a:lnTo>
                <a:lnTo>
                  <a:pt x="1113078" y="53628"/>
                </a:lnTo>
                <a:lnTo>
                  <a:pt x="1113716" y="53249"/>
                </a:lnTo>
                <a:lnTo>
                  <a:pt x="1114366" y="52889"/>
                </a:lnTo>
                <a:lnTo>
                  <a:pt x="1115027" y="52545"/>
                </a:lnTo>
                <a:lnTo>
                  <a:pt x="1115701" y="52220"/>
                </a:lnTo>
                <a:lnTo>
                  <a:pt x="1116386" y="51912"/>
                </a:lnTo>
                <a:lnTo>
                  <a:pt x="1117084" y="51621"/>
                </a:lnTo>
                <a:lnTo>
                  <a:pt x="1117793" y="51349"/>
                </a:lnTo>
                <a:lnTo>
                  <a:pt x="1118515" y="51093"/>
                </a:lnTo>
                <a:lnTo>
                  <a:pt x="1119248" y="50856"/>
                </a:lnTo>
                <a:lnTo>
                  <a:pt x="1119993" y="50636"/>
                </a:lnTo>
                <a:lnTo>
                  <a:pt x="1120751" y="50433"/>
                </a:lnTo>
                <a:lnTo>
                  <a:pt x="1121520" y="50249"/>
                </a:lnTo>
                <a:lnTo>
                  <a:pt x="1122301" y="50081"/>
                </a:lnTo>
                <a:lnTo>
                  <a:pt x="1123095" y="49932"/>
                </a:lnTo>
                <a:lnTo>
                  <a:pt x="1123900" y="49800"/>
                </a:lnTo>
                <a:lnTo>
                  <a:pt x="1124717" y="49685"/>
                </a:lnTo>
                <a:lnTo>
                  <a:pt x="1125546" y="49589"/>
                </a:lnTo>
                <a:lnTo>
                  <a:pt x="1126388" y="49509"/>
                </a:lnTo>
                <a:lnTo>
                  <a:pt x="1127241" y="49448"/>
                </a:lnTo>
                <a:lnTo>
                  <a:pt x="1128106" y="49404"/>
                </a:lnTo>
                <a:lnTo>
                  <a:pt x="1128983" y="49377"/>
                </a:lnTo>
                <a:lnTo>
                  <a:pt x="1129872" y="49369"/>
                </a:lnTo>
                <a:lnTo>
                  <a:pt x="1130466" y="49374"/>
                </a:lnTo>
                <a:lnTo>
                  <a:pt x="1131047" y="49391"/>
                </a:lnTo>
                <a:lnTo>
                  <a:pt x="1131617" y="49419"/>
                </a:lnTo>
                <a:lnTo>
                  <a:pt x="1132175" y="49458"/>
                </a:lnTo>
                <a:lnTo>
                  <a:pt x="1132722" y="49509"/>
                </a:lnTo>
                <a:lnTo>
                  <a:pt x="1133256" y="49570"/>
                </a:lnTo>
                <a:lnTo>
                  <a:pt x="1133779" y="49643"/>
                </a:lnTo>
                <a:lnTo>
                  <a:pt x="1134290" y="49727"/>
                </a:lnTo>
                <a:lnTo>
                  <a:pt x="1134789" y="49822"/>
                </a:lnTo>
                <a:lnTo>
                  <a:pt x="1135276" y="49928"/>
                </a:lnTo>
                <a:lnTo>
                  <a:pt x="1135752" y="50046"/>
                </a:lnTo>
                <a:lnTo>
                  <a:pt x="1136216" y="50175"/>
                </a:lnTo>
                <a:lnTo>
                  <a:pt x="1136667" y="50315"/>
                </a:lnTo>
                <a:lnTo>
                  <a:pt x="1137108" y="50466"/>
                </a:lnTo>
                <a:lnTo>
                  <a:pt x="1137536" y="50628"/>
                </a:lnTo>
                <a:lnTo>
                  <a:pt x="1137952" y="50802"/>
                </a:lnTo>
                <a:lnTo>
                  <a:pt x="1138357" y="50986"/>
                </a:lnTo>
                <a:lnTo>
                  <a:pt x="1138750" y="51182"/>
                </a:lnTo>
                <a:lnTo>
                  <a:pt x="1139131" y="51389"/>
                </a:lnTo>
                <a:lnTo>
                  <a:pt x="1139500" y="51608"/>
                </a:lnTo>
                <a:lnTo>
                  <a:pt x="1139858" y="51837"/>
                </a:lnTo>
                <a:lnTo>
                  <a:pt x="1140203" y="52078"/>
                </a:lnTo>
                <a:lnTo>
                  <a:pt x="1140537" y="52330"/>
                </a:lnTo>
                <a:lnTo>
                  <a:pt x="1140859" y="52593"/>
                </a:lnTo>
                <a:lnTo>
                  <a:pt x="1141171" y="52866"/>
                </a:lnTo>
                <a:lnTo>
                  <a:pt x="1141475" y="53147"/>
                </a:lnTo>
                <a:lnTo>
                  <a:pt x="1141772" y="53436"/>
                </a:lnTo>
                <a:lnTo>
                  <a:pt x="1142060" y="53734"/>
                </a:lnTo>
                <a:lnTo>
                  <a:pt x="1142340" y="54041"/>
                </a:lnTo>
                <a:lnTo>
                  <a:pt x="1142611" y="54355"/>
                </a:lnTo>
                <a:lnTo>
                  <a:pt x="1142875" y="54678"/>
                </a:lnTo>
                <a:lnTo>
                  <a:pt x="1143131" y="55010"/>
                </a:lnTo>
                <a:lnTo>
                  <a:pt x="1143379" y="55349"/>
                </a:lnTo>
                <a:lnTo>
                  <a:pt x="1143619" y="55698"/>
                </a:lnTo>
                <a:lnTo>
                  <a:pt x="1143850" y="56054"/>
                </a:lnTo>
                <a:lnTo>
                  <a:pt x="1144074" y="56419"/>
                </a:lnTo>
                <a:lnTo>
                  <a:pt x="1144290" y="56792"/>
                </a:lnTo>
                <a:lnTo>
                  <a:pt x="1144497" y="57174"/>
                </a:lnTo>
                <a:lnTo>
                  <a:pt x="1144697" y="57564"/>
                </a:lnTo>
                <a:lnTo>
                  <a:pt x="1144888" y="57962"/>
                </a:lnTo>
                <a:lnTo>
                  <a:pt x="1145072" y="58368"/>
                </a:lnTo>
                <a:lnTo>
                  <a:pt x="1145247" y="58783"/>
                </a:lnTo>
                <a:lnTo>
                  <a:pt x="1145415" y="59207"/>
                </a:lnTo>
                <a:lnTo>
                  <a:pt x="1145574" y="59639"/>
                </a:lnTo>
                <a:lnTo>
                  <a:pt x="1145725" y="60079"/>
                </a:lnTo>
                <a:lnTo>
                  <a:pt x="1145869" y="60527"/>
                </a:lnTo>
                <a:lnTo>
                  <a:pt x="1146004" y="60984"/>
                </a:lnTo>
                <a:lnTo>
                  <a:pt x="1146131" y="61449"/>
                </a:lnTo>
                <a:lnTo>
                  <a:pt x="1146252" y="61921"/>
                </a:lnTo>
                <a:lnTo>
                  <a:pt x="1146367" y="62399"/>
                </a:lnTo>
                <a:lnTo>
                  <a:pt x="1146478" y="62882"/>
                </a:lnTo>
                <a:lnTo>
                  <a:pt x="1146583" y="63371"/>
                </a:lnTo>
                <a:lnTo>
                  <a:pt x="1146683" y="63866"/>
                </a:lnTo>
                <a:lnTo>
                  <a:pt x="1146778" y="64366"/>
                </a:lnTo>
                <a:lnTo>
                  <a:pt x="1146868" y="64872"/>
                </a:lnTo>
                <a:lnTo>
                  <a:pt x="1146952" y="65384"/>
                </a:lnTo>
                <a:lnTo>
                  <a:pt x="1147032" y="65902"/>
                </a:lnTo>
                <a:lnTo>
                  <a:pt x="1147106" y="66425"/>
                </a:lnTo>
                <a:lnTo>
                  <a:pt x="1147176" y="66954"/>
                </a:lnTo>
                <a:lnTo>
                  <a:pt x="1147240" y="67489"/>
                </a:lnTo>
                <a:lnTo>
                  <a:pt x="1147299" y="68029"/>
                </a:lnTo>
                <a:lnTo>
                  <a:pt x="1147353" y="68575"/>
                </a:lnTo>
                <a:lnTo>
                  <a:pt x="1147401" y="69127"/>
                </a:lnTo>
                <a:lnTo>
                  <a:pt x="1147445" y="69684"/>
                </a:lnTo>
                <a:lnTo>
                  <a:pt x="1147484" y="70247"/>
                </a:lnTo>
                <a:lnTo>
                  <a:pt x="1147517" y="70816"/>
                </a:lnTo>
                <a:lnTo>
                  <a:pt x="1147545" y="71390"/>
                </a:lnTo>
                <a:lnTo>
                  <a:pt x="1147568" y="71971"/>
                </a:lnTo>
                <a:lnTo>
                  <a:pt x="1147586" y="72557"/>
                </a:lnTo>
                <a:lnTo>
                  <a:pt x="1147599" y="73148"/>
                </a:lnTo>
                <a:lnTo>
                  <a:pt x="1147607" y="73746"/>
                </a:lnTo>
                <a:lnTo>
                  <a:pt x="1147609" y="74349"/>
                </a:lnTo>
                <a:lnTo>
                  <a:pt x="1147609" y="136183"/>
                </a:lnTo>
                <a:lnTo>
                  <a:pt x="1164065" y="136183"/>
                </a:lnTo>
                <a:lnTo>
                  <a:pt x="1164065" y="72233"/>
                </a:lnTo>
                <a:lnTo>
                  <a:pt x="1164053" y="70795"/>
                </a:lnTo>
                <a:lnTo>
                  <a:pt x="1164016" y="69385"/>
                </a:lnTo>
                <a:lnTo>
                  <a:pt x="1163953" y="68001"/>
                </a:lnTo>
                <a:lnTo>
                  <a:pt x="1163866" y="66645"/>
                </a:lnTo>
                <a:lnTo>
                  <a:pt x="1163753" y="65315"/>
                </a:lnTo>
                <a:lnTo>
                  <a:pt x="1163616" y="64013"/>
                </a:lnTo>
                <a:lnTo>
                  <a:pt x="1163454" y="62738"/>
                </a:lnTo>
                <a:lnTo>
                  <a:pt x="1163266" y="61489"/>
                </a:lnTo>
                <a:lnTo>
                  <a:pt x="1163054" y="60268"/>
                </a:lnTo>
                <a:lnTo>
                  <a:pt x="1162817" y="59074"/>
                </a:lnTo>
                <a:lnTo>
                  <a:pt x="1162554" y="57907"/>
                </a:lnTo>
                <a:lnTo>
                  <a:pt x="1162267" y="56767"/>
                </a:lnTo>
                <a:lnTo>
                  <a:pt x="1161955" y="55654"/>
                </a:lnTo>
                <a:lnTo>
                  <a:pt x="1161618" y="54568"/>
                </a:lnTo>
                <a:lnTo>
                  <a:pt x="1161256" y="53509"/>
                </a:lnTo>
                <a:lnTo>
                  <a:pt x="1160868" y="52477"/>
                </a:lnTo>
                <a:lnTo>
                  <a:pt x="1160456" y="51472"/>
                </a:lnTo>
                <a:lnTo>
                  <a:pt x="1160019" y="50495"/>
                </a:lnTo>
                <a:lnTo>
                  <a:pt x="1159557" y="49544"/>
                </a:lnTo>
                <a:lnTo>
                  <a:pt x="1159070" y="48620"/>
                </a:lnTo>
                <a:lnTo>
                  <a:pt x="1158558" y="47724"/>
                </a:lnTo>
                <a:lnTo>
                  <a:pt x="1158021" y="46854"/>
                </a:lnTo>
                <a:lnTo>
                  <a:pt x="1157459" y="46012"/>
                </a:lnTo>
                <a:lnTo>
                  <a:pt x="1156872" y="45196"/>
                </a:lnTo>
                <a:lnTo>
                  <a:pt x="1156258" y="44411"/>
                </a:lnTo>
                <a:lnTo>
                  <a:pt x="1155614" y="43659"/>
                </a:lnTo>
                <a:lnTo>
                  <a:pt x="1154940" y="42941"/>
                </a:lnTo>
                <a:lnTo>
                  <a:pt x="1154236" y="42256"/>
                </a:lnTo>
                <a:lnTo>
                  <a:pt x="1153503" y="41604"/>
                </a:lnTo>
                <a:lnTo>
                  <a:pt x="1152740" y="40986"/>
                </a:lnTo>
                <a:lnTo>
                  <a:pt x="1151947" y="40401"/>
                </a:lnTo>
                <a:lnTo>
                  <a:pt x="1151124" y="39850"/>
                </a:lnTo>
                <a:lnTo>
                  <a:pt x="1150271" y="39332"/>
                </a:lnTo>
                <a:lnTo>
                  <a:pt x="1149389" y="38848"/>
                </a:lnTo>
                <a:lnTo>
                  <a:pt x="1148477" y="38396"/>
                </a:lnTo>
                <a:lnTo>
                  <a:pt x="1147535" y="37979"/>
                </a:lnTo>
                <a:lnTo>
                  <a:pt x="1146564" y="37595"/>
                </a:lnTo>
                <a:lnTo>
                  <a:pt x="1145563" y="37244"/>
                </a:lnTo>
                <a:lnTo>
                  <a:pt x="1144531" y="36926"/>
                </a:lnTo>
                <a:lnTo>
                  <a:pt x="1143471" y="36642"/>
                </a:lnTo>
                <a:lnTo>
                  <a:pt x="1142380" y="36392"/>
                </a:lnTo>
                <a:lnTo>
                  <a:pt x="1141260" y="36174"/>
                </a:lnTo>
                <a:lnTo>
                  <a:pt x="1140109" y="35991"/>
                </a:lnTo>
                <a:lnTo>
                  <a:pt x="1138930" y="35840"/>
                </a:lnTo>
                <a:lnTo>
                  <a:pt x="1137720" y="35723"/>
                </a:lnTo>
                <a:lnTo>
                  <a:pt x="1136480" y="35640"/>
                </a:lnTo>
                <a:lnTo>
                  <a:pt x="1135211" y="35590"/>
                </a:lnTo>
                <a:lnTo>
                  <a:pt x="1133912" y="35573"/>
                </a:lnTo>
                <a:lnTo>
                  <a:pt x="1132844" y="35582"/>
                </a:lnTo>
                <a:lnTo>
                  <a:pt x="1131793" y="35609"/>
                </a:lnTo>
                <a:lnTo>
                  <a:pt x="1130757" y="35654"/>
                </a:lnTo>
                <a:lnTo>
                  <a:pt x="1129738" y="35717"/>
                </a:lnTo>
                <a:lnTo>
                  <a:pt x="1128735" y="35798"/>
                </a:lnTo>
                <a:lnTo>
                  <a:pt x="1127747" y="35896"/>
                </a:lnTo>
                <a:lnTo>
                  <a:pt x="1126776" y="36013"/>
                </a:lnTo>
                <a:lnTo>
                  <a:pt x="1125821" y="36148"/>
                </a:lnTo>
                <a:lnTo>
                  <a:pt x="1124882" y="36301"/>
                </a:lnTo>
                <a:lnTo>
                  <a:pt x="1123959" y="36471"/>
                </a:lnTo>
                <a:lnTo>
                  <a:pt x="1123052" y="36660"/>
                </a:lnTo>
                <a:lnTo>
                  <a:pt x="1122161" y="36866"/>
                </a:lnTo>
                <a:lnTo>
                  <a:pt x="1121287" y="37091"/>
                </a:lnTo>
                <a:lnTo>
                  <a:pt x="1120428" y="37333"/>
                </a:lnTo>
                <a:lnTo>
                  <a:pt x="1119585" y="37594"/>
                </a:lnTo>
                <a:lnTo>
                  <a:pt x="1118759" y="37872"/>
                </a:lnTo>
                <a:lnTo>
                  <a:pt x="1117948" y="38169"/>
                </a:lnTo>
                <a:lnTo>
                  <a:pt x="1117154" y="38483"/>
                </a:lnTo>
                <a:lnTo>
                  <a:pt x="1116376" y="38815"/>
                </a:lnTo>
                <a:lnTo>
                  <a:pt x="1115614" y="39166"/>
                </a:lnTo>
                <a:lnTo>
                  <a:pt x="1114868" y="39534"/>
                </a:lnTo>
                <a:lnTo>
                  <a:pt x="1114138" y="39920"/>
                </a:lnTo>
                <a:lnTo>
                  <a:pt x="1113424" y="40324"/>
                </a:lnTo>
                <a:lnTo>
                  <a:pt x="1112726" y="40746"/>
                </a:lnTo>
                <a:lnTo>
                  <a:pt x="1112043" y="41179"/>
                </a:lnTo>
                <a:lnTo>
                  <a:pt x="1111373" y="41613"/>
                </a:lnTo>
                <a:lnTo>
                  <a:pt x="1110717" y="42050"/>
                </a:lnTo>
                <a:lnTo>
                  <a:pt x="1110074" y="42489"/>
                </a:lnTo>
                <a:lnTo>
                  <a:pt x="1109444" y="42930"/>
                </a:lnTo>
                <a:lnTo>
                  <a:pt x="1108828" y="43373"/>
                </a:lnTo>
                <a:lnTo>
                  <a:pt x="1108224" y="43819"/>
                </a:lnTo>
                <a:lnTo>
                  <a:pt x="1107635" y="44266"/>
                </a:lnTo>
                <a:lnTo>
                  <a:pt x="1107058" y="44716"/>
                </a:lnTo>
                <a:lnTo>
                  <a:pt x="1106495" y="45169"/>
                </a:lnTo>
                <a:lnTo>
                  <a:pt x="1105946" y="45623"/>
                </a:lnTo>
                <a:lnTo>
                  <a:pt x="1105409" y="46080"/>
                </a:lnTo>
                <a:lnTo>
                  <a:pt x="1104886" y="46539"/>
                </a:lnTo>
                <a:lnTo>
                  <a:pt x="1104377" y="47000"/>
                </a:lnTo>
                <a:lnTo>
                  <a:pt x="1103881" y="47463"/>
                </a:lnTo>
                <a:lnTo>
                  <a:pt x="1103398" y="47929"/>
                </a:lnTo>
                <a:lnTo>
                  <a:pt x="1102928" y="48397"/>
                </a:lnTo>
                <a:lnTo>
                  <a:pt x="1102472" y="48867"/>
                </a:lnTo>
                <a:lnTo>
                  <a:pt x="1102029" y="49339"/>
                </a:lnTo>
                <a:lnTo>
                  <a:pt x="1101599" y="49813"/>
                </a:lnTo>
                <a:lnTo>
                  <a:pt x="1101183" y="50290"/>
                </a:lnTo>
                <a:lnTo>
                  <a:pt x="1100780" y="50769"/>
                </a:lnTo>
                <a:lnTo>
                  <a:pt x="1100391" y="51250"/>
                </a:lnTo>
                <a:lnTo>
                  <a:pt x="1100014" y="51734"/>
                </a:lnTo>
                <a:lnTo>
                  <a:pt x="1099423" y="37248"/>
                </a:lnTo>
                <a:lnTo>
                  <a:pt x="1083657" y="37248"/>
                </a:lnTo>
                <a:lnTo>
                  <a:pt x="1083657" y="136183"/>
                </a:lnTo>
                <a:lnTo>
                  <a:pt x="1100113" y="136183"/>
                </a:lnTo>
                <a:lnTo>
                  <a:pt x="1100113" y="65545"/>
                </a:lnTo>
                <a:lnTo>
                  <a:pt x="1100487" y="65043"/>
                </a:lnTo>
                <a:lnTo>
                  <a:pt x="1100872" y="64544"/>
                </a:lnTo>
                <a:close/>
                <a:moveTo>
                  <a:pt x="307697" y="136183"/>
                </a:moveTo>
                <a:lnTo>
                  <a:pt x="324153" y="136183"/>
                </a:lnTo>
                <a:lnTo>
                  <a:pt x="324153" y="37248"/>
                </a:lnTo>
                <a:lnTo>
                  <a:pt x="307697" y="37248"/>
                </a:lnTo>
                <a:lnTo>
                  <a:pt x="307697" y="136183"/>
                </a:lnTo>
                <a:close/>
                <a:moveTo>
                  <a:pt x="400685" y="137846"/>
                </a:moveTo>
                <a:lnTo>
                  <a:pt x="401595" y="137784"/>
                </a:lnTo>
                <a:lnTo>
                  <a:pt x="402497" y="137709"/>
                </a:lnTo>
                <a:lnTo>
                  <a:pt x="403391" y="137619"/>
                </a:lnTo>
                <a:lnTo>
                  <a:pt x="404277" y="137516"/>
                </a:lnTo>
                <a:lnTo>
                  <a:pt x="405156" y="137399"/>
                </a:lnTo>
                <a:lnTo>
                  <a:pt x="406028" y="137268"/>
                </a:lnTo>
                <a:lnTo>
                  <a:pt x="406891" y="137124"/>
                </a:lnTo>
                <a:lnTo>
                  <a:pt x="407747" y="136966"/>
                </a:lnTo>
                <a:lnTo>
                  <a:pt x="408595" y="136794"/>
                </a:lnTo>
                <a:lnTo>
                  <a:pt x="409435" y="136608"/>
                </a:lnTo>
                <a:lnTo>
                  <a:pt x="410268" y="136408"/>
                </a:lnTo>
                <a:lnTo>
                  <a:pt x="411093" y="136195"/>
                </a:lnTo>
                <a:lnTo>
                  <a:pt x="411910" y="135968"/>
                </a:lnTo>
                <a:lnTo>
                  <a:pt x="412720" y="135727"/>
                </a:lnTo>
                <a:lnTo>
                  <a:pt x="413522" y="135472"/>
                </a:lnTo>
                <a:lnTo>
                  <a:pt x="414316" y="135204"/>
                </a:lnTo>
                <a:lnTo>
                  <a:pt x="415103" y="134922"/>
                </a:lnTo>
                <a:lnTo>
                  <a:pt x="415882" y="134626"/>
                </a:lnTo>
                <a:lnTo>
                  <a:pt x="416653" y="134317"/>
                </a:lnTo>
                <a:lnTo>
                  <a:pt x="417416" y="133993"/>
                </a:lnTo>
                <a:lnTo>
                  <a:pt x="418169" y="133656"/>
                </a:lnTo>
                <a:lnTo>
                  <a:pt x="418909" y="133305"/>
                </a:lnTo>
                <a:lnTo>
                  <a:pt x="419636" y="132940"/>
                </a:lnTo>
                <a:lnTo>
                  <a:pt x="420350" y="132561"/>
                </a:lnTo>
                <a:lnTo>
                  <a:pt x="421052" y="132168"/>
                </a:lnTo>
                <a:lnTo>
                  <a:pt x="421740" y="131761"/>
                </a:lnTo>
                <a:lnTo>
                  <a:pt x="422415" y="131340"/>
                </a:lnTo>
                <a:lnTo>
                  <a:pt x="423077" y="130905"/>
                </a:lnTo>
                <a:lnTo>
                  <a:pt x="423726" y="130457"/>
                </a:lnTo>
                <a:lnTo>
                  <a:pt x="424362" y="129994"/>
                </a:lnTo>
                <a:lnTo>
                  <a:pt x="424985" y="129517"/>
                </a:lnTo>
                <a:lnTo>
                  <a:pt x="425595" y="129027"/>
                </a:lnTo>
                <a:lnTo>
                  <a:pt x="426192" y="128522"/>
                </a:lnTo>
                <a:lnTo>
                  <a:pt x="426776" y="128004"/>
                </a:lnTo>
                <a:lnTo>
                  <a:pt x="427347" y="127472"/>
                </a:lnTo>
                <a:lnTo>
                  <a:pt x="427905" y="126926"/>
                </a:lnTo>
                <a:lnTo>
                  <a:pt x="428450" y="126365"/>
                </a:lnTo>
                <a:lnTo>
                  <a:pt x="428982" y="125791"/>
                </a:lnTo>
                <a:lnTo>
                  <a:pt x="429501" y="125203"/>
                </a:lnTo>
                <a:lnTo>
                  <a:pt x="430007" y="124601"/>
                </a:lnTo>
                <a:lnTo>
                  <a:pt x="430500" y="123986"/>
                </a:lnTo>
                <a:lnTo>
                  <a:pt x="430980" y="123356"/>
                </a:lnTo>
                <a:lnTo>
                  <a:pt x="431448" y="122712"/>
                </a:lnTo>
                <a:lnTo>
                  <a:pt x="431902" y="122054"/>
                </a:lnTo>
                <a:lnTo>
                  <a:pt x="432340" y="121383"/>
                </a:lnTo>
                <a:lnTo>
                  <a:pt x="432761" y="120697"/>
                </a:lnTo>
                <a:lnTo>
                  <a:pt x="433165" y="119998"/>
                </a:lnTo>
                <a:lnTo>
                  <a:pt x="433551" y="119284"/>
                </a:lnTo>
                <a:lnTo>
                  <a:pt x="433919" y="118557"/>
                </a:lnTo>
                <a:lnTo>
                  <a:pt x="434270" y="117816"/>
                </a:lnTo>
                <a:lnTo>
                  <a:pt x="434603" y="117060"/>
                </a:lnTo>
                <a:lnTo>
                  <a:pt x="434918" y="116291"/>
                </a:lnTo>
                <a:lnTo>
                  <a:pt x="435216" y="115508"/>
                </a:lnTo>
                <a:lnTo>
                  <a:pt x="435496" y="114711"/>
                </a:lnTo>
                <a:lnTo>
                  <a:pt x="435758" y="113900"/>
                </a:lnTo>
                <a:lnTo>
                  <a:pt x="436003" y="113075"/>
                </a:lnTo>
                <a:lnTo>
                  <a:pt x="436231" y="112236"/>
                </a:lnTo>
                <a:lnTo>
                  <a:pt x="436440" y="111383"/>
                </a:lnTo>
                <a:lnTo>
                  <a:pt x="436632" y="110516"/>
                </a:lnTo>
                <a:lnTo>
                  <a:pt x="436807" y="109636"/>
                </a:lnTo>
                <a:lnTo>
                  <a:pt x="436963" y="108741"/>
                </a:lnTo>
                <a:lnTo>
                  <a:pt x="437103" y="107832"/>
                </a:lnTo>
                <a:lnTo>
                  <a:pt x="437224" y="106910"/>
                </a:lnTo>
                <a:lnTo>
                  <a:pt x="437328" y="105973"/>
                </a:lnTo>
                <a:lnTo>
                  <a:pt x="437414" y="105023"/>
                </a:lnTo>
                <a:lnTo>
                  <a:pt x="437483" y="104058"/>
                </a:lnTo>
                <a:lnTo>
                  <a:pt x="437534" y="103080"/>
                </a:lnTo>
                <a:lnTo>
                  <a:pt x="437568" y="102088"/>
                </a:lnTo>
                <a:lnTo>
                  <a:pt x="421308" y="102088"/>
                </a:lnTo>
                <a:lnTo>
                  <a:pt x="421273" y="103001"/>
                </a:lnTo>
                <a:lnTo>
                  <a:pt x="421215" y="103897"/>
                </a:lnTo>
                <a:lnTo>
                  <a:pt x="421136" y="104774"/>
                </a:lnTo>
                <a:lnTo>
                  <a:pt x="421035" y="105632"/>
                </a:lnTo>
                <a:lnTo>
                  <a:pt x="420912" y="106472"/>
                </a:lnTo>
                <a:lnTo>
                  <a:pt x="420766" y="107293"/>
                </a:lnTo>
                <a:lnTo>
                  <a:pt x="420600" y="108096"/>
                </a:lnTo>
                <a:lnTo>
                  <a:pt x="420411" y="108880"/>
                </a:lnTo>
                <a:lnTo>
                  <a:pt x="420200" y="109645"/>
                </a:lnTo>
                <a:lnTo>
                  <a:pt x="419967" y="110393"/>
                </a:lnTo>
                <a:lnTo>
                  <a:pt x="419713" y="111121"/>
                </a:lnTo>
                <a:lnTo>
                  <a:pt x="419436" y="111832"/>
                </a:lnTo>
                <a:lnTo>
                  <a:pt x="419138" y="112523"/>
                </a:lnTo>
                <a:lnTo>
                  <a:pt x="418818" y="113196"/>
                </a:lnTo>
                <a:lnTo>
                  <a:pt x="418475" y="113851"/>
                </a:lnTo>
                <a:lnTo>
                  <a:pt x="418111" y="114487"/>
                </a:lnTo>
                <a:lnTo>
                  <a:pt x="417725" y="115105"/>
                </a:lnTo>
                <a:lnTo>
                  <a:pt x="417318" y="115704"/>
                </a:lnTo>
                <a:lnTo>
                  <a:pt x="416888" y="116285"/>
                </a:lnTo>
                <a:lnTo>
                  <a:pt x="416436" y="116847"/>
                </a:lnTo>
                <a:lnTo>
                  <a:pt x="415963" y="117391"/>
                </a:lnTo>
                <a:lnTo>
                  <a:pt x="415467" y="117916"/>
                </a:lnTo>
                <a:lnTo>
                  <a:pt x="414950" y="118422"/>
                </a:lnTo>
                <a:lnTo>
                  <a:pt x="414411" y="118910"/>
                </a:lnTo>
                <a:lnTo>
                  <a:pt x="413854" y="119379"/>
                </a:lnTo>
                <a:lnTo>
                  <a:pt x="413283" y="119828"/>
                </a:lnTo>
                <a:lnTo>
                  <a:pt x="412699" y="120256"/>
                </a:lnTo>
                <a:lnTo>
                  <a:pt x="412100" y="120665"/>
                </a:lnTo>
                <a:lnTo>
                  <a:pt x="411489" y="121054"/>
                </a:lnTo>
                <a:lnTo>
                  <a:pt x="410863" y="121423"/>
                </a:lnTo>
                <a:lnTo>
                  <a:pt x="410224" y="121772"/>
                </a:lnTo>
                <a:lnTo>
                  <a:pt x="409571" y="122101"/>
                </a:lnTo>
                <a:lnTo>
                  <a:pt x="408905" y="122410"/>
                </a:lnTo>
                <a:lnTo>
                  <a:pt x="408225" y="122699"/>
                </a:lnTo>
                <a:lnTo>
                  <a:pt x="407531" y="122968"/>
                </a:lnTo>
                <a:lnTo>
                  <a:pt x="406823" y="123218"/>
                </a:lnTo>
                <a:lnTo>
                  <a:pt x="406102" y="123447"/>
                </a:lnTo>
                <a:lnTo>
                  <a:pt x="405367" y="123656"/>
                </a:lnTo>
                <a:lnTo>
                  <a:pt x="404618" y="123846"/>
                </a:lnTo>
                <a:lnTo>
                  <a:pt x="403856" y="124015"/>
                </a:lnTo>
                <a:lnTo>
                  <a:pt x="403080" y="124165"/>
                </a:lnTo>
                <a:lnTo>
                  <a:pt x="402290" y="124294"/>
                </a:lnTo>
                <a:lnTo>
                  <a:pt x="401487" y="124404"/>
                </a:lnTo>
                <a:lnTo>
                  <a:pt x="400670" y="124494"/>
                </a:lnTo>
                <a:lnTo>
                  <a:pt x="399839" y="124564"/>
                </a:lnTo>
                <a:lnTo>
                  <a:pt x="398995" y="124613"/>
                </a:lnTo>
                <a:lnTo>
                  <a:pt x="398136" y="124643"/>
                </a:lnTo>
                <a:lnTo>
                  <a:pt x="397265" y="124653"/>
                </a:lnTo>
                <a:lnTo>
                  <a:pt x="396498" y="124646"/>
                </a:lnTo>
                <a:lnTo>
                  <a:pt x="395742" y="124622"/>
                </a:lnTo>
                <a:lnTo>
                  <a:pt x="394997" y="124584"/>
                </a:lnTo>
                <a:lnTo>
                  <a:pt x="394262" y="124529"/>
                </a:lnTo>
                <a:lnTo>
                  <a:pt x="393538" y="124460"/>
                </a:lnTo>
                <a:lnTo>
                  <a:pt x="392824" y="124374"/>
                </a:lnTo>
                <a:lnTo>
                  <a:pt x="392121" y="124274"/>
                </a:lnTo>
                <a:lnTo>
                  <a:pt x="391429" y="124157"/>
                </a:lnTo>
                <a:lnTo>
                  <a:pt x="390747" y="124025"/>
                </a:lnTo>
                <a:lnTo>
                  <a:pt x="390076" y="123878"/>
                </a:lnTo>
                <a:lnTo>
                  <a:pt x="389415" y="123715"/>
                </a:lnTo>
                <a:lnTo>
                  <a:pt x="388766" y="123537"/>
                </a:lnTo>
                <a:lnTo>
                  <a:pt x="388126" y="123343"/>
                </a:lnTo>
                <a:lnTo>
                  <a:pt x="387498" y="123134"/>
                </a:lnTo>
                <a:lnTo>
                  <a:pt x="386879" y="122909"/>
                </a:lnTo>
                <a:lnTo>
                  <a:pt x="386272" y="122669"/>
                </a:lnTo>
                <a:lnTo>
                  <a:pt x="385675" y="122413"/>
                </a:lnTo>
                <a:lnTo>
                  <a:pt x="385089" y="122142"/>
                </a:lnTo>
                <a:lnTo>
                  <a:pt x="384513" y="121855"/>
                </a:lnTo>
                <a:lnTo>
                  <a:pt x="383948" y="121553"/>
                </a:lnTo>
                <a:lnTo>
                  <a:pt x="383394" y="121235"/>
                </a:lnTo>
                <a:lnTo>
                  <a:pt x="382850" y="120901"/>
                </a:lnTo>
                <a:lnTo>
                  <a:pt x="382316" y="120553"/>
                </a:lnTo>
                <a:lnTo>
                  <a:pt x="381794" y="120188"/>
                </a:lnTo>
                <a:lnTo>
                  <a:pt x="381282" y="119809"/>
                </a:lnTo>
                <a:lnTo>
                  <a:pt x="380781" y="119417"/>
                </a:lnTo>
                <a:lnTo>
                  <a:pt x="380291" y="119010"/>
                </a:lnTo>
                <a:lnTo>
                  <a:pt x="379812" y="118591"/>
                </a:lnTo>
                <a:lnTo>
                  <a:pt x="379344" y="118157"/>
                </a:lnTo>
                <a:lnTo>
                  <a:pt x="378887" y="117711"/>
                </a:lnTo>
                <a:lnTo>
                  <a:pt x="378441" y="117250"/>
                </a:lnTo>
                <a:lnTo>
                  <a:pt x="378006" y="116776"/>
                </a:lnTo>
                <a:lnTo>
                  <a:pt x="377581" y="116289"/>
                </a:lnTo>
                <a:lnTo>
                  <a:pt x="377168" y="115788"/>
                </a:lnTo>
                <a:lnTo>
                  <a:pt x="376766" y="115273"/>
                </a:lnTo>
                <a:lnTo>
                  <a:pt x="376374" y="114745"/>
                </a:lnTo>
                <a:lnTo>
                  <a:pt x="375994" y="114204"/>
                </a:lnTo>
                <a:lnTo>
                  <a:pt x="375624" y="113649"/>
                </a:lnTo>
                <a:lnTo>
                  <a:pt x="375266" y="113080"/>
                </a:lnTo>
                <a:lnTo>
                  <a:pt x="374918" y="112498"/>
                </a:lnTo>
                <a:lnTo>
                  <a:pt x="374581" y="111902"/>
                </a:lnTo>
                <a:lnTo>
                  <a:pt x="374256" y="111293"/>
                </a:lnTo>
                <a:lnTo>
                  <a:pt x="373941" y="110670"/>
                </a:lnTo>
                <a:lnTo>
                  <a:pt x="373637" y="110034"/>
                </a:lnTo>
                <a:lnTo>
                  <a:pt x="373344" y="109384"/>
                </a:lnTo>
                <a:lnTo>
                  <a:pt x="373062" y="108721"/>
                </a:lnTo>
                <a:lnTo>
                  <a:pt x="372791" y="108044"/>
                </a:lnTo>
                <a:lnTo>
                  <a:pt x="372531" y="107353"/>
                </a:lnTo>
                <a:lnTo>
                  <a:pt x="372282" y="106650"/>
                </a:lnTo>
                <a:lnTo>
                  <a:pt x="372043" y="105933"/>
                </a:lnTo>
                <a:lnTo>
                  <a:pt x="371815" y="105204"/>
                </a:lnTo>
                <a:lnTo>
                  <a:pt x="371598" y="104462"/>
                </a:lnTo>
                <a:lnTo>
                  <a:pt x="371391" y="103708"/>
                </a:lnTo>
                <a:lnTo>
                  <a:pt x="371195" y="102941"/>
                </a:lnTo>
                <a:lnTo>
                  <a:pt x="371009" y="102161"/>
                </a:lnTo>
                <a:lnTo>
                  <a:pt x="370834" y="101369"/>
                </a:lnTo>
                <a:lnTo>
                  <a:pt x="370670" y="100564"/>
                </a:lnTo>
                <a:lnTo>
                  <a:pt x="370516" y="99746"/>
                </a:lnTo>
                <a:lnTo>
                  <a:pt x="370373" y="98916"/>
                </a:lnTo>
                <a:lnTo>
                  <a:pt x="370240" y="98073"/>
                </a:lnTo>
                <a:lnTo>
                  <a:pt x="370118" y="97217"/>
                </a:lnTo>
                <a:lnTo>
                  <a:pt x="370007" y="96349"/>
                </a:lnTo>
                <a:lnTo>
                  <a:pt x="369906" y="95468"/>
                </a:lnTo>
                <a:lnTo>
                  <a:pt x="369816" y="94575"/>
                </a:lnTo>
                <a:lnTo>
                  <a:pt x="369736" y="93668"/>
                </a:lnTo>
                <a:lnTo>
                  <a:pt x="369667" y="92750"/>
                </a:lnTo>
                <a:lnTo>
                  <a:pt x="369609" y="91818"/>
                </a:lnTo>
                <a:lnTo>
                  <a:pt x="369561" y="90874"/>
                </a:lnTo>
                <a:lnTo>
                  <a:pt x="369524" y="89917"/>
                </a:lnTo>
                <a:lnTo>
                  <a:pt x="369498" y="88948"/>
                </a:lnTo>
                <a:lnTo>
                  <a:pt x="369482" y="87966"/>
                </a:lnTo>
                <a:lnTo>
                  <a:pt x="369476" y="86971"/>
                </a:lnTo>
                <a:lnTo>
                  <a:pt x="369488" y="85479"/>
                </a:lnTo>
                <a:lnTo>
                  <a:pt x="369524" y="84015"/>
                </a:lnTo>
                <a:lnTo>
                  <a:pt x="369584" y="82579"/>
                </a:lnTo>
                <a:lnTo>
                  <a:pt x="369668" y="81171"/>
                </a:lnTo>
                <a:lnTo>
                  <a:pt x="369776" y="79791"/>
                </a:lnTo>
                <a:lnTo>
                  <a:pt x="369907" y="78438"/>
                </a:lnTo>
                <a:lnTo>
                  <a:pt x="370063" y="77114"/>
                </a:lnTo>
                <a:lnTo>
                  <a:pt x="370243" y="75818"/>
                </a:lnTo>
                <a:lnTo>
                  <a:pt x="370446" y="74550"/>
                </a:lnTo>
                <a:lnTo>
                  <a:pt x="370674" y="73310"/>
                </a:lnTo>
                <a:lnTo>
                  <a:pt x="370925" y="72098"/>
                </a:lnTo>
                <a:lnTo>
                  <a:pt x="371201" y="70914"/>
                </a:lnTo>
                <a:lnTo>
                  <a:pt x="371500" y="69757"/>
                </a:lnTo>
                <a:lnTo>
                  <a:pt x="371823" y="68629"/>
                </a:lnTo>
                <a:lnTo>
                  <a:pt x="372171" y="67529"/>
                </a:lnTo>
                <a:lnTo>
                  <a:pt x="372542" y="66457"/>
                </a:lnTo>
                <a:lnTo>
                  <a:pt x="372937" y="65413"/>
                </a:lnTo>
                <a:lnTo>
                  <a:pt x="373356" y="64396"/>
                </a:lnTo>
                <a:lnTo>
                  <a:pt x="373799" y="63408"/>
                </a:lnTo>
                <a:lnTo>
                  <a:pt x="374266" y="62448"/>
                </a:lnTo>
                <a:lnTo>
                  <a:pt x="374757" y="61516"/>
                </a:lnTo>
                <a:lnTo>
                  <a:pt x="375272" y="60612"/>
                </a:lnTo>
                <a:lnTo>
                  <a:pt x="375811" y="59735"/>
                </a:lnTo>
                <a:lnTo>
                  <a:pt x="376374" y="58887"/>
                </a:lnTo>
                <a:lnTo>
                  <a:pt x="376961" y="58070"/>
                </a:lnTo>
                <a:lnTo>
                  <a:pt x="377573" y="57288"/>
                </a:lnTo>
                <a:lnTo>
                  <a:pt x="378209" y="56541"/>
                </a:lnTo>
                <a:lnTo>
                  <a:pt x="378870" y="55828"/>
                </a:lnTo>
                <a:lnTo>
                  <a:pt x="379556" y="55150"/>
                </a:lnTo>
                <a:lnTo>
                  <a:pt x="380266" y="54507"/>
                </a:lnTo>
                <a:lnTo>
                  <a:pt x="381001" y="53899"/>
                </a:lnTo>
                <a:lnTo>
                  <a:pt x="381761" y="53325"/>
                </a:lnTo>
                <a:lnTo>
                  <a:pt x="382545" y="52787"/>
                </a:lnTo>
                <a:lnTo>
                  <a:pt x="383354" y="52282"/>
                </a:lnTo>
                <a:lnTo>
                  <a:pt x="384188" y="51813"/>
                </a:lnTo>
                <a:lnTo>
                  <a:pt x="385046" y="51379"/>
                </a:lnTo>
                <a:lnTo>
                  <a:pt x="385928" y="50979"/>
                </a:lnTo>
                <a:lnTo>
                  <a:pt x="386836" y="50614"/>
                </a:lnTo>
                <a:lnTo>
                  <a:pt x="387768" y="50284"/>
                </a:lnTo>
                <a:lnTo>
                  <a:pt x="388725" y="49988"/>
                </a:lnTo>
                <a:lnTo>
                  <a:pt x="389706" y="49728"/>
                </a:lnTo>
                <a:lnTo>
                  <a:pt x="390712" y="49502"/>
                </a:lnTo>
                <a:lnTo>
                  <a:pt x="391742" y="49310"/>
                </a:lnTo>
                <a:lnTo>
                  <a:pt x="392797" y="49154"/>
                </a:lnTo>
                <a:lnTo>
                  <a:pt x="393877" y="49032"/>
                </a:lnTo>
                <a:lnTo>
                  <a:pt x="394982" y="48945"/>
                </a:lnTo>
                <a:lnTo>
                  <a:pt x="396111" y="48893"/>
                </a:lnTo>
                <a:lnTo>
                  <a:pt x="397265" y="48876"/>
                </a:lnTo>
                <a:lnTo>
                  <a:pt x="398136" y="48886"/>
                </a:lnTo>
                <a:lnTo>
                  <a:pt x="398991" y="48915"/>
                </a:lnTo>
                <a:lnTo>
                  <a:pt x="399831" y="48963"/>
                </a:lnTo>
                <a:lnTo>
                  <a:pt x="400656" y="49031"/>
                </a:lnTo>
                <a:lnTo>
                  <a:pt x="401465" y="49118"/>
                </a:lnTo>
                <a:lnTo>
                  <a:pt x="402259" y="49225"/>
                </a:lnTo>
                <a:lnTo>
                  <a:pt x="403038" y="49351"/>
                </a:lnTo>
                <a:lnTo>
                  <a:pt x="403801" y="49497"/>
                </a:lnTo>
                <a:lnTo>
                  <a:pt x="404549" y="49661"/>
                </a:lnTo>
                <a:lnTo>
                  <a:pt x="405281" y="49846"/>
                </a:lnTo>
                <a:lnTo>
                  <a:pt x="405998" y="50049"/>
                </a:lnTo>
                <a:lnTo>
                  <a:pt x="406700" y="50272"/>
                </a:lnTo>
                <a:lnTo>
                  <a:pt x="407386" y="50515"/>
                </a:lnTo>
                <a:lnTo>
                  <a:pt x="408057" y="50777"/>
                </a:lnTo>
                <a:lnTo>
                  <a:pt x="408712" y="51058"/>
                </a:lnTo>
                <a:lnTo>
                  <a:pt x="409352" y="51359"/>
                </a:lnTo>
                <a:lnTo>
                  <a:pt x="409977" y="51679"/>
                </a:lnTo>
                <a:lnTo>
                  <a:pt x="410586" y="52018"/>
                </a:lnTo>
                <a:lnTo>
                  <a:pt x="411180" y="52377"/>
                </a:lnTo>
                <a:lnTo>
                  <a:pt x="411758" y="52755"/>
                </a:lnTo>
                <a:lnTo>
                  <a:pt x="412321" y="53153"/>
                </a:lnTo>
                <a:lnTo>
                  <a:pt x="412869" y="53570"/>
                </a:lnTo>
                <a:lnTo>
                  <a:pt x="413401" y="54006"/>
                </a:lnTo>
                <a:lnTo>
                  <a:pt x="413918" y="54462"/>
                </a:lnTo>
                <a:lnTo>
                  <a:pt x="414417" y="54934"/>
                </a:lnTo>
                <a:lnTo>
                  <a:pt x="414898" y="55421"/>
                </a:lnTo>
                <a:lnTo>
                  <a:pt x="415359" y="55922"/>
                </a:lnTo>
                <a:lnTo>
                  <a:pt x="415801" y="56438"/>
                </a:lnTo>
                <a:lnTo>
                  <a:pt x="416224" y="56968"/>
                </a:lnTo>
                <a:lnTo>
                  <a:pt x="416628" y="57512"/>
                </a:lnTo>
                <a:lnTo>
                  <a:pt x="417012" y="58071"/>
                </a:lnTo>
                <a:lnTo>
                  <a:pt x="417378" y="58644"/>
                </a:lnTo>
                <a:lnTo>
                  <a:pt x="417724" y="59231"/>
                </a:lnTo>
                <a:lnTo>
                  <a:pt x="418051" y="59833"/>
                </a:lnTo>
                <a:lnTo>
                  <a:pt x="418359" y="60449"/>
                </a:lnTo>
                <a:lnTo>
                  <a:pt x="418648" y="61080"/>
                </a:lnTo>
                <a:lnTo>
                  <a:pt x="418917" y="61724"/>
                </a:lnTo>
                <a:lnTo>
                  <a:pt x="419168" y="62384"/>
                </a:lnTo>
                <a:lnTo>
                  <a:pt x="419399" y="63057"/>
                </a:lnTo>
                <a:lnTo>
                  <a:pt x="419611" y="63745"/>
                </a:lnTo>
                <a:lnTo>
                  <a:pt x="419804" y="64448"/>
                </a:lnTo>
                <a:lnTo>
                  <a:pt x="419978" y="65164"/>
                </a:lnTo>
                <a:lnTo>
                  <a:pt x="420133" y="65895"/>
                </a:lnTo>
                <a:lnTo>
                  <a:pt x="420268" y="66641"/>
                </a:lnTo>
                <a:lnTo>
                  <a:pt x="420385" y="67401"/>
                </a:lnTo>
                <a:lnTo>
                  <a:pt x="420482" y="68175"/>
                </a:lnTo>
                <a:lnTo>
                  <a:pt x="420560" y="68964"/>
                </a:lnTo>
                <a:lnTo>
                  <a:pt x="420619" y="69766"/>
                </a:lnTo>
                <a:lnTo>
                  <a:pt x="436878" y="69766"/>
                </a:lnTo>
                <a:lnTo>
                  <a:pt x="436844" y="68810"/>
                </a:lnTo>
                <a:lnTo>
                  <a:pt x="436794" y="67867"/>
                </a:lnTo>
                <a:lnTo>
                  <a:pt x="436725" y="66938"/>
                </a:lnTo>
                <a:lnTo>
                  <a:pt x="436640" y="66022"/>
                </a:lnTo>
                <a:lnTo>
                  <a:pt x="436537" y="65121"/>
                </a:lnTo>
                <a:lnTo>
                  <a:pt x="436416" y="64234"/>
                </a:lnTo>
                <a:lnTo>
                  <a:pt x="436278" y="63360"/>
                </a:lnTo>
                <a:lnTo>
                  <a:pt x="436122" y="62501"/>
                </a:lnTo>
                <a:lnTo>
                  <a:pt x="435949" y="61655"/>
                </a:lnTo>
                <a:lnTo>
                  <a:pt x="435759" y="60824"/>
                </a:lnTo>
                <a:lnTo>
                  <a:pt x="435551" y="60006"/>
                </a:lnTo>
                <a:lnTo>
                  <a:pt x="435326" y="59202"/>
                </a:lnTo>
                <a:lnTo>
                  <a:pt x="435083" y="58412"/>
                </a:lnTo>
                <a:lnTo>
                  <a:pt x="434823" y="57636"/>
                </a:lnTo>
                <a:lnTo>
                  <a:pt x="434545" y="56874"/>
                </a:lnTo>
                <a:lnTo>
                  <a:pt x="434250" y="56125"/>
                </a:lnTo>
                <a:lnTo>
                  <a:pt x="433938" y="55391"/>
                </a:lnTo>
                <a:lnTo>
                  <a:pt x="433608" y="54671"/>
                </a:lnTo>
                <a:lnTo>
                  <a:pt x="433260" y="53964"/>
                </a:lnTo>
                <a:lnTo>
                  <a:pt x="432895" y="53272"/>
                </a:lnTo>
                <a:lnTo>
                  <a:pt x="432513" y="52593"/>
                </a:lnTo>
                <a:lnTo>
                  <a:pt x="432113" y="51928"/>
                </a:lnTo>
                <a:lnTo>
                  <a:pt x="431696" y="51277"/>
                </a:lnTo>
                <a:lnTo>
                  <a:pt x="431261" y="50640"/>
                </a:lnTo>
                <a:lnTo>
                  <a:pt x="430811" y="50017"/>
                </a:lnTo>
                <a:lnTo>
                  <a:pt x="430349" y="49407"/>
                </a:lnTo>
                <a:lnTo>
                  <a:pt x="429875" y="48810"/>
                </a:lnTo>
                <a:lnTo>
                  <a:pt x="429387" y="48226"/>
                </a:lnTo>
                <a:lnTo>
                  <a:pt x="428888" y="47656"/>
                </a:lnTo>
                <a:lnTo>
                  <a:pt x="428376" y="47098"/>
                </a:lnTo>
                <a:lnTo>
                  <a:pt x="427851" y="46554"/>
                </a:lnTo>
                <a:lnTo>
                  <a:pt x="427314" y="46023"/>
                </a:lnTo>
                <a:lnTo>
                  <a:pt x="426764" y="45506"/>
                </a:lnTo>
                <a:lnTo>
                  <a:pt x="426202" y="45001"/>
                </a:lnTo>
                <a:lnTo>
                  <a:pt x="425628" y="44510"/>
                </a:lnTo>
                <a:lnTo>
                  <a:pt x="425041" y="44032"/>
                </a:lnTo>
                <a:lnTo>
                  <a:pt x="424441" y="43567"/>
                </a:lnTo>
                <a:lnTo>
                  <a:pt x="423829" y="43116"/>
                </a:lnTo>
                <a:lnTo>
                  <a:pt x="423205" y="42677"/>
                </a:lnTo>
                <a:lnTo>
                  <a:pt x="422568" y="42252"/>
                </a:lnTo>
                <a:lnTo>
                  <a:pt x="421918" y="41840"/>
                </a:lnTo>
                <a:lnTo>
                  <a:pt x="421256" y="41442"/>
                </a:lnTo>
                <a:lnTo>
                  <a:pt x="420582" y="41056"/>
                </a:lnTo>
                <a:lnTo>
                  <a:pt x="419895" y="40684"/>
                </a:lnTo>
                <a:lnTo>
                  <a:pt x="419195" y="40325"/>
                </a:lnTo>
                <a:lnTo>
                  <a:pt x="418483" y="39979"/>
                </a:lnTo>
                <a:lnTo>
                  <a:pt x="417759" y="39646"/>
                </a:lnTo>
                <a:lnTo>
                  <a:pt x="417022" y="39327"/>
                </a:lnTo>
                <a:lnTo>
                  <a:pt x="416275" y="39020"/>
                </a:lnTo>
                <a:lnTo>
                  <a:pt x="415520" y="38727"/>
                </a:lnTo>
                <a:lnTo>
                  <a:pt x="414758" y="38447"/>
                </a:lnTo>
                <a:lnTo>
                  <a:pt x="413988" y="38180"/>
                </a:lnTo>
                <a:lnTo>
                  <a:pt x="413210" y="37926"/>
                </a:lnTo>
                <a:lnTo>
                  <a:pt x="412424" y="37685"/>
                </a:lnTo>
                <a:lnTo>
                  <a:pt x="411631" y="37456"/>
                </a:lnTo>
                <a:lnTo>
                  <a:pt x="410830" y="37241"/>
                </a:lnTo>
                <a:lnTo>
                  <a:pt x="410022" y="37039"/>
                </a:lnTo>
                <a:lnTo>
                  <a:pt x="409205" y="36850"/>
                </a:lnTo>
                <a:lnTo>
                  <a:pt x="408381" y="36674"/>
                </a:lnTo>
                <a:lnTo>
                  <a:pt x="407550" y="36511"/>
                </a:lnTo>
                <a:lnTo>
                  <a:pt x="406710" y="36362"/>
                </a:lnTo>
                <a:lnTo>
                  <a:pt x="405863" y="36225"/>
                </a:lnTo>
                <a:lnTo>
                  <a:pt x="405009" y="36101"/>
                </a:lnTo>
                <a:lnTo>
                  <a:pt x="404146" y="35990"/>
                </a:lnTo>
                <a:lnTo>
                  <a:pt x="403276" y="35892"/>
                </a:lnTo>
                <a:lnTo>
                  <a:pt x="402398" y="35808"/>
                </a:lnTo>
                <a:lnTo>
                  <a:pt x="401512" y="35736"/>
                </a:lnTo>
                <a:lnTo>
                  <a:pt x="400619" y="35677"/>
                </a:lnTo>
                <a:lnTo>
                  <a:pt x="399718" y="35632"/>
                </a:lnTo>
                <a:lnTo>
                  <a:pt x="398809" y="35599"/>
                </a:lnTo>
                <a:lnTo>
                  <a:pt x="397893" y="35580"/>
                </a:lnTo>
                <a:lnTo>
                  <a:pt x="396969" y="35573"/>
                </a:lnTo>
                <a:lnTo>
                  <a:pt x="395866" y="35583"/>
                </a:lnTo>
                <a:lnTo>
                  <a:pt x="394775" y="35613"/>
                </a:lnTo>
                <a:lnTo>
                  <a:pt x="393695" y="35663"/>
                </a:lnTo>
                <a:lnTo>
                  <a:pt x="392626" y="35732"/>
                </a:lnTo>
                <a:lnTo>
                  <a:pt x="391569" y="35822"/>
                </a:lnTo>
                <a:lnTo>
                  <a:pt x="390524" y="35932"/>
                </a:lnTo>
                <a:lnTo>
                  <a:pt x="389490" y="36061"/>
                </a:lnTo>
                <a:lnTo>
                  <a:pt x="388467" y="36211"/>
                </a:lnTo>
                <a:lnTo>
                  <a:pt x="387456" y="36380"/>
                </a:lnTo>
                <a:lnTo>
                  <a:pt x="386456" y="36570"/>
                </a:lnTo>
                <a:lnTo>
                  <a:pt x="385468" y="36779"/>
                </a:lnTo>
                <a:lnTo>
                  <a:pt x="384491" y="37008"/>
                </a:lnTo>
                <a:lnTo>
                  <a:pt x="383526" y="37257"/>
                </a:lnTo>
                <a:lnTo>
                  <a:pt x="382572" y="37526"/>
                </a:lnTo>
                <a:lnTo>
                  <a:pt x="381630" y="37815"/>
                </a:lnTo>
                <a:lnTo>
                  <a:pt x="380699" y="38124"/>
                </a:lnTo>
                <a:lnTo>
                  <a:pt x="379779" y="38453"/>
                </a:lnTo>
                <a:lnTo>
                  <a:pt x="378872" y="38802"/>
                </a:lnTo>
                <a:lnTo>
                  <a:pt x="377975" y="39170"/>
                </a:lnTo>
                <a:lnTo>
                  <a:pt x="377090" y="39559"/>
                </a:lnTo>
                <a:lnTo>
                  <a:pt x="376216" y="39968"/>
                </a:lnTo>
                <a:lnTo>
                  <a:pt x="375354" y="40396"/>
                </a:lnTo>
                <a:lnTo>
                  <a:pt x="374503" y="40845"/>
                </a:lnTo>
                <a:lnTo>
                  <a:pt x="373664" y="41313"/>
                </a:lnTo>
                <a:lnTo>
                  <a:pt x="372838" y="41801"/>
                </a:lnTo>
                <a:lnTo>
                  <a:pt x="372028" y="42309"/>
                </a:lnTo>
                <a:lnTo>
                  <a:pt x="371233" y="42836"/>
                </a:lnTo>
                <a:lnTo>
                  <a:pt x="370454" y="43383"/>
                </a:lnTo>
                <a:lnTo>
                  <a:pt x="369689" y="43950"/>
                </a:lnTo>
                <a:lnTo>
                  <a:pt x="368940" y="44537"/>
                </a:lnTo>
                <a:lnTo>
                  <a:pt x="368207" y="45144"/>
                </a:lnTo>
                <a:lnTo>
                  <a:pt x="367489" y="45770"/>
                </a:lnTo>
                <a:lnTo>
                  <a:pt x="366786" y="46416"/>
                </a:lnTo>
                <a:lnTo>
                  <a:pt x="366099" y="47082"/>
                </a:lnTo>
                <a:lnTo>
                  <a:pt x="365427" y="47767"/>
                </a:lnTo>
                <a:lnTo>
                  <a:pt x="364771" y="48473"/>
                </a:lnTo>
                <a:lnTo>
                  <a:pt x="364130" y="49198"/>
                </a:lnTo>
                <a:lnTo>
                  <a:pt x="363504" y="49942"/>
                </a:lnTo>
                <a:lnTo>
                  <a:pt x="362894" y="50707"/>
                </a:lnTo>
                <a:lnTo>
                  <a:pt x="362299" y="51491"/>
                </a:lnTo>
                <a:lnTo>
                  <a:pt x="361720" y="52295"/>
                </a:lnTo>
                <a:lnTo>
                  <a:pt x="361156" y="53119"/>
                </a:lnTo>
                <a:lnTo>
                  <a:pt x="360607" y="53963"/>
                </a:lnTo>
                <a:lnTo>
                  <a:pt x="360074" y="54826"/>
                </a:lnTo>
                <a:lnTo>
                  <a:pt x="359556" y="55709"/>
                </a:lnTo>
                <a:lnTo>
                  <a:pt x="359054" y="56612"/>
                </a:lnTo>
                <a:lnTo>
                  <a:pt x="358567" y="57535"/>
                </a:lnTo>
                <a:lnTo>
                  <a:pt x="358095" y="58477"/>
                </a:lnTo>
                <a:lnTo>
                  <a:pt x="357641" y="59440"/>
                </a:lnTo>
                <a:lnTo>
                  <a:pt x="357206" y="60421"/>
                </a:lnTo>
                <a:lnTo>
                  <a:pt x="356790" y="61422"/>
                </a:lnTo>
                <a:lnTo>
                  <a:pt x="356394" y="62443"/>
                </a:lnTo>
                <a:lnTo>
                  <a:pt x="356017" y="63484"/>
                </a:lnTo>
                <a:lnTo>
                  <a:pt x="355659" y="64543"/>
                </a:lnTo>
                <a:lnTo>
                  <a:pt x="355321" y="65623"/>
                </a:lnTo>
                <a:lnTo>
                  <a:pt x="355002" y="66722"/>
                </a:lnTo>
                <a:lnTo>
                  <a:pt x="354702" y="67841"/>
                </a:lnTo>
                <a:lnTo>
                  <a:pt x="354422" y="68979"/>
                </a:lnTo>
                <a:lnTo>
                  <a:pt x="354161" y="70137"/>
                </a:lnTo>
                <a:lnTo>
                  <a:pt x="353919" y="71314"/>
                </a:lnTo>
                <a:lnTo>
                  <a:pt x="353697" y="72511"/>
                </a:lnTo>
                <a:lnTo>
                  <a:pt x="353494" y="73727"/>
                </a:lnTo>
                <a:lnTo>
                  <a:pt x="353310" y="74963"/>
                </a:lnTo>
                <a:lnTo>
                  <a:pt x="353146" y="76219"/>
                </a:lnTo>
                <a:lnTo>
                  <a:pt x="353001" y="77494"/>
                </a:lnTo>
                <a:lnTo>
                  <a:pt x="352875" y="78789"/>
                </a:lnTo>
                <a:lnTo>
                  <a:pt x="352769" y="80103"/>
                </a:lnTo>
                <a:lnTo>
                  <a:pt x="352682" y="81437"/>
                </a:lnTo>
                <a:lnTo>
                  <a:pt x="352614" y="82790"/>
                </a:lnTo>
                <a:lnTo>
                  <a:pt x="352566" y="84163"/>
                </a:lnTo>
                <a:lnTo>
                  <a:pt x="352537" y="85556"/>
                </a:lnTo>
                <a:lnTo>
                  <a:pt x="352527" y="86968"/>
                </a:lnTo>
                <a:lnTo>
                  <a:pt x="352537" y="88380"/>
                </a:lnTo>
                <a:lnTo>
                  <a:pt x="352567" y="89772"/>
                </a:lnTo>
                <a:lnTo>
                  <a:pt x="352616" y="91144"/>
                </a:lnTo>
                <a:lnTo>
                  <a:pt x="352685" y="92496"/>
                </a:lnTo>
                <a:lnTo>
                  <a:pt x="352773" y="93828"/>
                </a:lnTo>
                <a:lnTo>
                  <a:pt x="352882" y="95141"/>
                </a:lnTo>
                <a:lnTo>
                  <a:pt x="353009" y="96433"/>
                </a:lnTo>
                <a:lnTo>
                  <a:pt x="353157" y="97706"/>
                </a:lnTo>
                <a:lnTo>
                  <a:pt x="353324" y="98958"/>
                </a:lnTo>
                <a:lnTo>
                  <a:pt x="353511" y="100191"/>
                </a:lnTo>
                <a:lnTo>
                  <a:pt x="353718" y="101404"/>
                </a:lnTo>
                <a:lnTo>
                  <a:pt x="353944" y="102597"/>
                </a:lnTo>
                <a:lnTo>
                  <a:pt x="354190" y="103769"/>
                </a:lnTo>
                <a:lnTo>
                  <a:pt x="354455" y="104922"/>
                </a:lnTo>
                <a:lnTo>
                  <a:pt x="354741" y="106055"/>
                </a:lnTo>
                <a:lnTo>
                  <a:pt x="355046" y="107169"/>
                </a:lnTo>
                <a:lnTo>
                  <a:pt x="355370" y="108262"/>
                </a:lnTo>
                <a:lnTo>
                  <a:pt x="355715" y="109335"/>
                </a:lnTo>
                <a:lnTo>
                  <a:pt x="356079" y="110389"/>
                </a:lnTo>
                <a:lnTo>
                  <a:pt x="356462" y="111422"/>
                </a:lnTo>
                <a:lnTo>
                  <a:pt x="356865" y="112436"/>
                </a:lnTo>
                <a:lnTo>
                  <a:pt x="357288" y="113429"/>
                </a:lnTo>
                <a:lnTo>
                  <a:pt x="357731" y="114403"/>
                </a:lnTo>
                <a:lnTo>
                  <a:pt x="358193" y="115357"/>
                </a:lnTo>
                <a:lnTo>
                  <a:pt x="358673" y="116291"/>
                </a:lnTo>
                <a:lnTo>
                  <a:pt x="359168" y="117205"/>
                </a:lnTo>
                <a:lnTo>
                  <a:pt x="359678" y="118099"/>
                </a:lnTo>
                <a:lnTo>
                  <a:pt x="360204" y="118974"/>
                </a:lnTo>
                <a:lnTo>
                  <a:pt x="360745" y="119829"/>
                </a:lnTo>
                <a:lnTo>
                  <a:pt x="361301" y="120664"/>
                </a:lnTo>
                <a:lnTo>
                  <a:pt x="361872" y="121480"/>
                </a:lnTo>
                <a:lnTo>
                  <a:pt x="362458" y="122275"/>
                </a:lnTo>
                <a:lnTo>
                  <a:pt x="363060" y="123051"/>
                </a:lnTo>
                <a:lnTo>
                  <a:pt x="363676" y="123808"/>
                </a:lnTo>
                <a:lnTo>
                  <a:pt x="364309" y="124544"/>
                </a:lnTo>
                <a:lnTo>
                  <a:pt x="364956" y="125261"/>
                </a:lnTo>
                <a:lnTo>
                  <a:pt x="365618" y="125958"/>
                </a:lnTo>
                <a:lnTo>
                  <a:pt x="366296" y="126635"/>
                </a:lnTo>
                <a:lnTo>
                  <a:pt x="366989" y="127292"/>
                </a:lnTo>
                <a:lnTo>
                  <a:pt x="367697" y="127930"/>
                </a:lnTo>
                <a:lnTo>
                  <a:pt x="368421" y="128548"/>
                </a:lnTo>
                <a:lnTo>
                  <a:pt x="369159" y="129146"/>
                </a:lnTo>
                <a:lnTo>
                  <a:pt x="369913" y="129725"/>
                </a:lnTo>
                <a:lnTo>
                  <a:pt x="370682" y="130284"/>
                </a:lnTo>
                <a:lnTo>
                  <a:pt x="371466" y="130823"/>
                </a:lnTo>
                <a:lnTo>
                  <a:pt x="372266" y="131342"/>
                </a:lnTo>
                <a:lnTo>
                  <a:pt x="373081" y="131841"/>
                </a:lnTo>
                <a:lnTo>
                  <a:pt x="373911" y="132321"/>
                </a:lnTo>
                <a:lnTo>
                  <a:pt x="374753" y="132781"/>
                </a:lnTo>
                <a:lnTo>
                  <a:pt x="375606" y="133221"/>
                </a:lnTo>
                <a:lnTo>
                  <a:pt x="376470" y="133642"/>
                </a:lnTo>
                <a:lnTo>
                  <a:pt x="377343" y="134043"/>
                </a:lnTo>
                <a:lnTo>
                  <a:pt x="378227" y="134424"/>
                </a:lnTo>
                <a:lnTo>
                  <a:pt x="379121" y="134786"/>
                </a:lnTo>
                <a:lnTo>
                  <a:pt x="380025" y="135129"/>
                </a:lnTo>
                <a:lnTo>
                  <a:pt x="380940" y="135452"/>
                </a:lnTo>
                <a:lnTo>
                  <a:pt x="381865" y="135755"/>
                </a:lnTo>
                <a:lnTo>
                  <a:pt x="382800" y="136039"/>
                </a:lnTo>
                <a:lnTo>
                  <a:pt x="383745" y="136303"/>
                </a:lnTo>
                <a:lnTo>
                  <a:pt x="384701" y="136547"/>
                </a:lnTo>
                <a:lnTo>
                  <a:pt x="385667" y="136773"/>
                </a:lnTo>
                <a:lnTo>
                  <a:pt x="386643" y="136978"/>
                </a:lnTo>
                <a:lnTo>
                  <a:pt x="387629" y="137164"/>
                </a:lnTo>
                <a:lnTo>
                  <a:pt x="388626" y="137330"/>
                </a:lnTo>
                <a:lnTo>
                  <a:pt x="389633" y="137477"/>
                </a:lnTo>
                <a:lnTo>
                  <a:pt x="390650" y="137604"/>
                </a:lnTo>
                <a:lnTo>
                  <a:pt x="391678" y="137712"/>
                </a:lnTo>
                <a:lnTo>
                  <a:pt x="392715" y="137800"/>
                </a:lnTo>
                <a:lnTo>
                  <a:pt x="393763" y="137868"/>
                </a:lnTo>
                <a:lnTo>
                  <a:pt x="394822" y="137917"/>
                </a:lnTo>
                <a:lnTo>
                  <a:pt x="395890" y="137947"/>
                </a:lnTo>
                <a:lnTo>
                  <a:pt x="396969" y="137956"/>
                </a:lnTo>
                <a:lnTo>
                  <a:pt x="397910" y="137949"/>
                </a:lnTo>
                <a:lnTo>
                  <a:pt x="398842" y="137929"/>
                </a:lnTo>
                <a:lnTo>
                  <a:pt x="399767" y="137894"/>
                </a:lnTo>
                <a:lnTo>
                  <a:pt x="400685" y="137846"/>
                </a:lnTo>
                <a:close/>
                <a:moveTo>
                  <a:pt x="494560" y="137762"/>
                </a:moveTo>
                <a:lnTo>
                  <a:pt x="495474" y="137676"/>
                </a:lnTo>
                <a:lnTo>
                  <a:pt x="496377" y="137575"/>
                </a:lnTo>
                <a:lnTo>
                  <a:pt x="497270" y="137458"/>
                </a:lnTo>
                <a:lnTo>
                  <a:pt x="498154" y="137326"/>
                </a:lnTo>
                <a:lnTo>
                  <a:pt x="499027" y="137178"/>
                </a:lnTo>
                <a:lnTo>
                  <a:pt x="499890" y="137014"/>
                </a:lnTo>
                <a:lnTo>
                  <a:pt x="500743" y="136835"/>
                </a:lnTo>
                <a:lnTo>
                  <a:pt x="501585" y="136641"/>
                </a:lnTo>
                <a:lnTo>
                  <a:pt x="502418" y="136431"/>
                </a:lnTo>
                <a:lnTo>
                  <a:pt x="503241" y="136205"/>
                </a:lnTo>
                <a:lnTo>
                  <a:pt x="504053" y="135964"/>
                </a:lnTo>
                <a:lnTo>
                  <a:pt x="504856" y="135707"/>
                </a:lnTo>
                <a:lnTo>
                  <a:pt x="505648" y="135434"/>
                </a:lnTo>
                <a:lnTo>
                  <a:pt x="506430" y="135146"/>
                </a:lnTo>
                <a:lnTo>
                  <a:pt x="507202" y="134843"/>
                </a:lnTo>
                <a:lnTo>
                  <a:pt x="507964" y="134524"/>
                </a:lnTo>
                <a:lnTo>
                  <a:pt x="508716" y="134189"/>
                </a:lnTo>
                <a:lnTo>
                  <a:pt x="509458" y="133839"/>
                </a:lnTo>
                <a:lnTo>
                  <a:pt x="510190" y="133473"/>
                </a:lnTo>
                <a:lnTo>
                  <a:pt x="510913" y="133094"/>
                </a:lnTo>
                <a:lnTo>
                  <a:pt x="511629" y="132705"/>
                </a:lnTo>
                <a:lnTo>
                  <a:pt x="512337" y="132306"/>
                </a:lnTo>
                <a:lnTo>
                  <a:pt x="513038" y="131897"/>
                </a:lnTo>
                <a:lnTo>
                  <a:pt x="513732" y="131478"/>
                </a:lnTo>
                <a:lnTo>
                  <a:pt x="514418" y="131049"/>
                </a:lnTo>
                <a:lnTo>
                  <a:pt x="515097" y="130610"/>
                </a:lnTo>
                <a:lnTo>
                  <a:pt x="515769" y="130161"/>
                </a:lnTo>
                <a:lnTo>
                  <a:pt x="516433" y="129701"/>
                </a:lnTo>
                <a:lnTo>
                  <a:pt x="517090" y="129232"/>
                </a:lnTo>
                <a:lnTo>
                  <a:pt x="517739" y="128752"/>
                </a:lnTo>
                <a:lnTo>
                  <a:pt x="518381" y="128262"/>
                </a:lnTo>
                <a:lnTo>
                  <a:pt x="519016" y="127763"/>
                </a:lnTo>
                <a:lnTo>
                  <a:pt x="519643" y="127253"/>
                </a:lnTo>
                <a:lnTo>
                  <a:pt x="520264" y="126733"/>
                </a:lnTo>
                <a:lnTo>
                  <a:pt x="520876" y="126203"/>
                </a:lnTo>
                <a:lnTo>
                  <a:pt x="521482" y="125662"/>
                </a:lnTo>
                <a:lnTo>
                  <a:pt x="522080" y="125112"/>
                </a:lnTo>
                <a:lnTo>
                  <a:pt x="522670" y="124552"/>
                </a:lnTo>
                <a:lnTo>
                  <a:pt x="523254" y="123981"/>
                </a:lnTo>
                <a:lnTo>
                  <a:pt x="523829" y="123401"/>
                </a:lnTo>
                <a:lnTo>
                  <a:pt x="524398" y="122810"/>
                </a:lnTo>
                <a:lnTo>
                  <a:pt x="524959" y="122209"/>
                </a:lnTo>
                <a:lnTo>
                  <a:pt x="525513" y="121599"/>
                </a:lnTo>
                <a:lnTo>
                  <a:pt x="526203" y="136183"/>
                </a:lnTo>
                <a:lnTo>
                  <a:pt x="541575" y="136183"/>
                </a:lnTo>
                <a:lnTo>
                  <a:pt x="541575" y="70090"/>
                </a:lnTo>
                <a:lnTo>
                  <a:pt x="541570" y="69208"/>
                </a:lnTo>
                <a:lnTo>
                  <a:pt x="541553" y="68341"/>
                </a:lnTo>
                <a:lnTo>
                  <a:pt x="541526" y="67486"/>
                </a:lnTo>
                <a:lnTo>
                  <a:pt x="541488" y="66646"/>
                </a:lnTo>
                <a:lnTo>
                  <a:pt x="541438" y="65819"/>
                </a:lnTo>
                <a:lnTo>
                  <a:pt x="541378" y="65005"/>
                </a:lnTo>
                <a:lnTo>
                  <a:pt x="541307" y="64205"/>
                </a:lnTo>
                <a:lnTo>
                  <a:pt x="541225" y="63419"/>
                </a:lnTo>
                <a:lnTo>
                  <a:pt x="541132" y="62646"/>
                </a:lnTo>
                <a:lnTo>
                  <a:pt x="541028" y="61887"/>
                </a:lnTo>
                <a:lnTo>
                  <a:pt x="540913" y="61141"/>
                </a:lnTo>
                <a:lnTo>
                  <a:pt x="540787" y="60409"/>
                </a:lnTo>
                <a:lnTo>
                  <a:pt x="540650" y="59690"/>
                </a:lnTo>
                <a:lnTo>
                  <a:pt x="540502" y="58985"/>
                </a:lnTo>
                <a:lnTo>
                  <a:pt x="540343" y="58294"/>
                </a:lnTo>
                <a:lnTo>
                  <a:pt x="540174" y="57616"/>
                </a:lnTo>
                <a:lnTo>
                  <a:pt x="539993" y="56952"/>
                </a:lnTo>
                <a:lnTo>
                  <a:pt x="539801" y="56301"/>
                </a:lnTo>
                <a:lnTo>
                  <a:pt x="539599" y="55664"/>
                </a:lnTo>
                <a:lnTo>
                  <a:pt x="539385" y="55041"/>
                </a:lnTo>
                <a:lnTo>
                  <a:pt x="539161" y="54431"/>
                </a:lnTo>
                <a:lnTo>
                  <a:pt x="538926" y="53834"/>
                </a:lnTo>
                <a:lnTo>
                  <a:pt x="538679" y="53251"/>
                </a:lnTo>
                <a:lnTo>
                  <a:pt x="538422" y="52682"/>
                </a:lnTo>
                <a:lnTo>
                  <a:pt x="538155" y="52125"/>
                </a:lnTo>
                <a:lnTo>
                  <a:pt x="537881" y="51577"/>
                </a:lnTo>
                <a:lnTo>
                  <a:pt x="537599" y="51041"/>
                </a:lnTo>
                <a:lnTo>
                  <a:pt x="537309" y="50514"/>
                </a:lnTo>
                <a:lnTo>
                  <a:pt x="537012" y="49998"/>
                </a:lnTo>
                <a:lnTo>
                  <a:pt x="536707" y="49493"/>
                </a:lnTo>
                <a:lnTo>
                  <a:pt x="536394" y="48998"/>
                </a:lnTo>
                <a:lnTo>
                  <a:pt x="536073" y="48513"/>
                </a:lnTo>
                <a:lnTo>
                  <a:pt x="535745" y="48039"/>
                </a:lnTo>
                <a:lnTo>
                  <a:pt x="535409" y="47575"/>
                </a:lnTo>
                <a:lnTo>
                  <a:pt x="535066" y="47121"/>
                </a:lnTo>
                <a:lnTo>
                  <a:pt x="534714" y="46678"/>
                </a:lnTo>
                <a:lnTo>
                  <a:pt x="534355" y="46245"/>
                </a:lnTo>
                <a:lnTo>
                  <a:pt x="533989" y="45823"/>
                </a:lnTo>
                <a:lnTo>
                  <a:pt x="533614" y="45411"/>
                </a:lnTo>
                <a:lnTo>
                  <a:pt x="533232" y="45010"/>
                </a:lnTo>
                <a:lnTo>
                  <a:pt x="532842" y="44619"/>
                </a:lnTo>
                <a:lnTo>
                  <a:pt x="532445" y="44238"/>
                </a:lnTo>
                <a:lnTo>
                  <a:pt x="532040" y="43868"/>
                </a:lnTo>
                <a:lnTo>
                  <a:pt x="531627" y="43508"/>
                </a:lnTo>
                <a:lnTo>
                  <a:pt x="531206" y="43158"/>
                </a:lnTo>
                <a:lnTo>
                  <a:pt x="530778" y="42819"/>
                </a:lnTo>
                <a:lnTo>
                  <a:pt x="530342" y="42490"/>
                </a:lnTo>
                <a:lnTo>
                  <a:pt x="529898" y="42172"/>
                </a:lnTo>
                <a:lnTo>
                  <a:pt x="529448" y="41863"/>
                </a:lnTo>
                <a:lnTo>
                  <a:pt x="528993" y="41562"/>
                </a:lnTo>
                <a:lnTo>
                  <a:pt x="528534" y="41269"/>
                </a:lnTo>
                <a:lnTo>
                  <a:pt x="528070" y="40985"/>
                </a:lnTo>
                <a:lnTo>
                  <a:pt x="527601" y="40708"/>
                </a:lnTo>
                <a:lnTo>
                  <a:pt x="527127" y="40440"/>
                </a:lnTo>
                <a:lnTo>
                  <a:pt x="526648" y="40179"/>
                </a:lnTo>
                <a:lnTo>
                  <a:pt x="526165" y="39927"/>
                </a:lnTo>
                <a:lnTo>
                  <a:pt x="525676" y="39683"/>
                </a:lnTo>
                <a:lnTo>
                  <a:pt x="525183" y="39447"/>
                </a:lnTo>
                <a:lnTo>
                  <a:pt x="524685" y="39219"/>
                </a:lnTo>
                <a:lnTo>
                  <a:pt x="524183" y="39000"/>
                </a:lnTo>
                <a:lnTo>
                  <a:pt x="523675" y="38788"/>
                </a:lnTo>
                <a:lnTo>
                  <a:pt x="523163" y="38584"/>
                </a:lnTo>
                <a:lnTo>
                  <a:pt x="522646" y="38389"/>
                </a:lnTo>
                <a:lnTo>
                  <a:pt x="522124" y="38202"/>
                </a:lnTo>
                <a:lnTo>
                  <a:pt x="521598" y="38023"/>
                </a:lnTo>
                <a:lnTo>
                  <a:pt x="521066" y="37852"/>
                </a:lnTo>
                <a:lnTo>
                  <a:pt x="520530" y="37689"/>
                </a:lnTo>
                <a:lnTo>
                  <a:pt x="519989" y="37534"/>
                </a:lnTo>
                <a:lnTo>
                  <a:pt x="519444" y="37387"/>
                </a:lnTo>
                <a:lnTo>
                  <a:pt x="518893" y="37249"/>
                </a:lnTo>
                <a:lnTo>
                  <a:pt x="518338" y="37118"/>
                </a:lnTo>
                <a:lnTo>
                  <a:pt x="517778" y="36996"/>
                </a:lnTo>
                <a:lnTo>
                  <a:pt x="517214" y="36880"/>
                </a:lnTo>
                <a:lnTo>
                  <a:pt x="516648" y="36768"/>
                </a:lnTo>
                <a:lnTo>
                  <a:pt x="516080" y="36662"/>
                </a:lnTo>
                <a:lnTo>
                  <a:pt x="515510" y="36561"/>
                </a:lnTo>
                <a:lnTo>
                  <a:pt x="514937" y="36465"/>
                </a:lnTo>
                <a:lnTo>
                  <a:pt x="514363" y="36373"/>
                </a:lnTo>
                <a:lnTo>
                  <a:pt x="513786" y="36287"/>
                </a:lnTo>
                <a:lnTo>
                  <a:pt x="513207" y="36205"/>
                </a:lnTo>
                <a:lnTo>
                  <a:pt x="512625" y="36129"/>
                </a:lnTo>
                <a:lnTo>
                  <a:pt x="512041" y="36057"/>
                </a:lnTo>
                <a:lnTo>
                  <a:pt x="511456" y="35990"/>
                </a:lnTo>
                <a:lnTo>
                  <a:pt x="510868" y="35929"/>
                </a:lnTo>
                <a:lnTo>
                  <a:pt x="510277" y="35872"/>
                </a:lnTo>
                <a:lnTo>
                  <a:pt x="509685" y="35820"/>
                </a:lnTo>
                <a:lnTo>
                  <a:pt x="509090" y="35773"/>
                </a:lnTo>
                <a:lnTo>
                  <a:pt x="508493" y="35731"/>
                </a:lnTo>
                <a:lnTo>
                  <a:pt x="507894" y="35694"/>
                </a:lnTo>
                <a:lnTo>
                  <a:pt x="507292" y="35662"/>
                </a:lnTo>
                <a:lnTo>
                  <a:pt x="506689" y="35635"/>
                </a:lnTo>
                <a:lnTo>
                  <a:pt x="506083" y="35613"/>
                </a:lnTo>
                <a:lnTo>
                  <a:pt x="505475" y="35595"/>
                </a:lnTo>
                <a:lnTo>
                  <a:pt x="504864" y="35583"/>
                </a:lnTo>
                <a:lnTo>
                  <a:pt x="504252" y="35575"/>
                </a:lnTo>
                <a:lnTo>
                  <a:pt x="503637" y="35573"/>
                </a:lnTo>
                <a:lnTo>
                  <a:pt x="502681" y="35579"/>
                </a:lnTo>
                <a:lnTo>
                  <a:pt x="501734" y="35597"/>
                </a:lnTo>
                <a:lnTo>
                  <a:pt x="500796" y="35627"/>
                </a:lnTo>
                <a:lnTo>
                  <a:pt x="499867" y="35669"/>
                </a:lnTo>
                <a:lnTo>
                  <a:pt x="498947" y="35723"/>
                </a:lnTo>
                <a:lnTo>
                  <a:pt x="498036" y="35789"/>
                </a:lnTo>
                <a:lnTo>
                  <a:pt x="497134" y="35867"/>
                </a:lnTo>
                <a:lnTo>
                  <a:pt x="496241" y="35957"/>
                </a:lnTo>
                <a:lnTo>
                  <a:pt x="495357" y="36058"/>
                </a:lnTo>
                <a:lnTo>
                  <a:pt x="494483" y="36172"/>
                </a:lnTo>
                <a:lnTo>
                  <a:pt x="493617" y="36298"/>
                </a:lnTo>
                <a:lnTo>
                  <a:pt x="492761" y="36436"/>
                </a:lnTo>
                <a:lnTo>
                  <a:pt x="491913" y="36586"/>
                </a:lnTo>
                <a:lnTo>
                  <a:pt x="491075" y="36748"/>
                </a:lnTo>
                <a:lnTo>
                  <a:pt x="490246" y="36921"/>
                </a:lnTo>
                <a:lnTo>
                  <a:pt x="489425" y="37107"/>
                </a:lnTo>
                <a:lnTo>
                  <a:pt x="488614" y="37305"/>
                </a:lnTo>
                <a:lnTo>
                  <a:pt x="487812" y="37515"/>
                </a:lnTo>
                <a:lnTo>
                  <a:pt x="487019" y="37737"/>
                </a:lnTo>
                <a:lnTo>
                  <a:pt x="486235" y="37970"/>
                </a:lnTo>
                <a:lnTo>
                  <a:pt x="485460" y="38216"/>
                </a:lnTo>
                <a:lnTo>
                  <a:pt x="484695" y="38474"/>
                </a:lnTo>
                <a:lnTo>
                  <a:pt x="483938" y="38743"/>
                </a:lnTo>
                <a:lnTo>
                  <a:pt x="483190" y="39025"/>
                </a:lnTo>
                <a:lnTo>
                  <a:pt x="482454" y="39319"/>
                </a:lnTo>
                <a:lnTo>
                  <a:pt x="481730" y="39628"/>
                </a:lnTo>
                <a:lnTo>
                  <a:pt x="481021" y="39951"/>
                </a:lnTo>
                <a:lnTo>
                  <a:pt x="480324" y="40287"/>
                </a:lnTo>
                <a:lnTo>
                  <a:pt x="479641" y="40638"/>
                </a:lnTo>
                <a:lnTo>
                  <a:pt x="478971" y="41003"/>
                </a:lnTo>
                <a:lnTo>
                  <a:pt x="478315" y="41382"/>
                </a:lnTo>
                <a:lnTo>
                  <a:pt x="477672" y="41776"/>
                </a:lnTo>
                <a:lnTo>
                  <a:pt x="477042" y="42183"/>
                </a:lnTo>
                <a:lnTo>
                  <a:pt x="476426" y="42604"/>
                </a:lnTo>
                <a:lnTo>
                  <a:pt x="475823" y="43040"/>
                </a:lnTo>
                <a:lnTo>
                  <a:pt x="475233" y="43489"/>
                </a:lnTo>
                <a:lnTo>
                  <a:pt x="474657" y="43953"/>
                </a:lnTo>
                <a:lnTo>
                  <a:pt x="474094" y="44431"/>
                </a:lnTo>
                <a:lnTo>
                  <a:pt x="473544" y="44923"/>
                </a:lnTo>
                <a:lnTo>
                  <a:pt x="473008" y="45429"/>
                </a:lnTo>
                <a:lnTo>
                  <a:pt x="472485" y="45949"/>
                </a:lnTo>
                <a:lnTo>
                  <a:pt x="471975" y="46483"/>
                </a:lnTo>
                <a:lnTo>
                  <a:pt x="471479" y="47031"/>
                </a:lnTo>
                <a:lnTo>
                  <a:pt x="470996" y="47594"/>
                </a:lnTo>
                <a:lnTo>
                  <a:pt x="470526" y="48170"/>
                </a:lnTo>
                <a:lnTo>
                  <a:pt x="470070" y="48761"/>
                </a:lnTo>
                <a:lnTo>
                  <a:pt x="469627" y="49366"/>
                </a:lnTo>
                <a:lnTo>
                  <a:pt x="469197" y="49985"/>
                </a:lnTo>
                <a:lnTo>
                  <a:pt x="468783" y="50618"/>
                </a:lnTo>
                <a:lnTo>
                  <a:pt x="468387" y="51268"/>
                </a:lnTo>
                <a:lnTo>
                  <a:pt x="468008" y="51934"/>
                </a:lnTo>
                <a:lnTo>
                  <a:pt x="467647" y="52617"/>
                </a:lnTo>
                <a:lnTo>
                  <a:pt x="467303" y="53315"/>
                </a:lnTo>
                <a:lnTo>
                  <a:pt x="466977" y="54030"/>
                </a:lnTo>
                <a:lnTo>
                  <a:pt x="466669" y="54761"/>
                </a:lnTo>
                <a:lnTo>
                  <a:pt x="466378" y="55508"/>
                </a:lnTo>
                <a:lnTo>
                  <a:pt x="466105" y="56272"/>
                </a:lnTo>
                <a:lnTo>
                  <a:pt x="465849" y="57051"/>
                </a:lnTo>
                <a:lnTo>
                  <a:pt x="465611" y="57847"/>
                </a:lnTo>
                <a:lnTo>
                  <a:pt x="465391" y="58659"/>
                </a:lnTo>
                <a:lnTo>
                  <a:pt x="465189" y="59487"/>
                </a:lnTo>
                <a:lnTo>
                  <a:pt x="465004" y="60332"/>
                </a:lnTo>
                <a:lnTo>
                  <a:pt x="464836" y="61193"/>
                </a:lnTo>
                <a:lnTo>
                  <a:pt x="464686" y="62069"/>
                </a:lnTo>
                <a:lnTo>
                  <a:pt x="464554" y="62962"/>
                </a:lnTo>
                <a:lnTo>
                  <a:pt x="464440" y="63872"/>
                </a:lnTo>
                <a:lnTo>
                  <a:pt x="464343" y="64797"/>
                </a:lnTo>
                <a:lnTo>
                  <a:pt x="464263" y="65739"/>
                </a:lnTo>
                <a:lnTo>
                  <a:pt x="464202" y="66697"/>
                </a:lnTo>
                <a:lnTo>
                  <a:pt x="464158" y="67671"/>
                </a:lnTo>
                <a:lnTo>
                  <a:pt x="464131" y="68661"/>
                </a:lnTo>
                <a:lnTo>
                  <a:pt x="464123" y="69668"/>
                </a:lnTo>
                <a:lnTo>
                  <a:pt x="480086" y="69668"/>
                </a:lnTo>
                <a:lnTo>
                  <a:pt x="480098" y="68733"/>
                </a:lnTo>
                <a:lnTo>
                  <a:pt x="480133" y="67818"/>
                </a:lnTo>
                <a:lnTo>
                  <a:pt x="480192" y="66925"/>
                </a:lnTo>
                <a:lnTo>
                  <a:pt x="480275" y="66054"/>
                </a:lnTo>
                <a:lnTo>
                  <a:pt x="480381" y="65203"/>
                </a:lnTo>
                <a:lnTo>
                  <a:pt x="480511" y="64373"/>
                </a:lnTo>
                <a:lnTo>
                  <a:pt x="480664" y="63565"/>
                </a:lnTo>
                <a:lnTo>
                  <a:pt x="480842" y="62777"/>
                </a:lnTo>
                <a:lnTo>
                  <a:pt x="481042" y="62011"/>
                </a:lnTo>
                <a:lnTo>
                  <a:pt x="481266" y="61266"/>
                </a:lnTo>
                <a:lnTo>
                  <a:pt x="481514" y="60542"/>
                </a:lnTo>
                <a:lnTo>
                  <a:pt x="481786" y="59839"/>
                </a:lnTo>
                <a:lnTo>
                  <a:pt x="482081" y="59158"/>
                </a:lnTo>
                <a:lnTo>
                  <a:pt x="482400" y="58497"/>
                </a:lnTo>
                <a:lnTo>
                  <a:pt x="482742" y="57858"/>
                </a:lnTo>
                <a:lnTo>
                  <a:pt x="483108" y="57240"/>
                </a:lnTo>
                <a:lnTo>
                  <a:pt x="483497" y="56642"/>
                </a:lnTo>
                <a:lnTo>
                  <a:pt x="483911" y="56067"/>
                </a:lnTo>
                <a:lnTo>
                  <a:pt x="484347" y="55512"/>
                </a:lnTo>
                <a:lnTo>
                  <a:pt x="484808" y="54978"/>
                </a:lnTo>
                <a:lnTo>
                  <a:pt x="485292" y="54465"/>
                </a:lnTo>
                <a:lnTo>
                  <a:pt x="485799" y="53974"/>
                </a:lnTo>
                <a:lnTo>
                  <a:pt x="486331" y="53504"/>
                </a:lnTo>
                <a:lnTo>
                  <a:pt x="486885" y="53055"/>
                </a:lnTo>
                <a:lnTo>
                  <a:pt x="487457" y="52625"/>
                </a:lnTo>
                <a:lnTo>
                  <a:pt x="488040" y="52214"/>
                </a:lnTo>
                <a:lnTo>
                  <a:pt x="488634" y="51821"/>
                </a:lnTo>
                <a:lnTo>
                  <a:pt x="489239" y="51447"/>
                </a:lnTo>
                <a:lnTo>
                  <a:pt x="489855" y="51090"/>
                </a:lnTo>
                <a:lnTo>
                  <a:pt x="490482" y="50752"/>
                </a:lnTo>
                <a:lnTo>
                  <a:pt x="491120" y="50432"/>
                </a:lnTo>
                <a:lnTo>
                  <a:pt x="491769" y="50131"/>
                </a:lnTo>
                <a:lnTo>
                  <a:pt x="492428" y="49848"/>
                </a:lnTo>
                <a:lnTo>
                  <a:pt x="493099" y="49583"/>
                </a:lnTo>
                <a:lnTo>
                  <a:pt x="493780" y="49336"/>
                </a:lnTo>
                <a:lnTo>
                  <a:pt x="494473" y="49108"/>
                </a:lnTo>
                <a:lnTo>
                  <a:pt x="495176" y="48898"/>
                </a:lnTo>
                <a:lnTo>
                  <a:pt x="495891" y="48706"/>
                </a:lnTo>
                <a:lnTo>
                  <a:pt x="496616" y="48532"/>
                </a:lnTo>
                <a:lnTo>
                  <a:pt x="497352" y="48377"/>
                </a:lnTo>
                <a:lnTo>
                  <a:pt x="498100" y="48240"/>
                </a:lnTo>
                <a:lnTo>
                  <a:pt x="498858" y="48121"/>
                </a:lnTo>
                <a:lnTo>
                  <a:pt x="499627" y="48020"/>
                </a:lnTo>
                <a:lnTo>
                  <a:pt x="500407" y="47938"/>
                </a:lnTo>
                <a:lnTo>
                  <a:pt x="501198" y="47874"/>
                </a:lnTo>
                <a:lnTo>
                  <a:pt x="502000" y="47829"/>
                </a:lnTo>
                <a:lnTo>
                  <a:pt x="502813" y="47801"/>
                </a:lnTo>
                <a:lnTo>
                  <a:pt x="503637" y="47792"/>
                </a:lnTo>
                <a:lnTo>
                  <a:pt x="504412" y="47800"/>
                </a:lnTo>
                <a:lnTo>
                  <a:pt x="505175" y="47826"/>
                </a:lnTo>
                <a:lnTo>
                  <a:pt x="505927" y="47867"/>
                </a:lnTo>
                <a:lnTo>
                  <a:pt x="506667" y="47926"/>
                </a:lnTo>
                <a:lnTo>
                  <a:pt x="507397" y="48002"/>
                </a:lnTo>
                <a:lnTo>
                  <a:pt x="508115" y="48094"/>
                </a:lnTo>
                <a:lnTo>
                  <a:pt x="508821" y="48203"/>
                </a:lnTo>
                <a:lnTo>
                  <a:pt x="509517" y="48329"/>
                </a:lnTo>
                <a:lnTo>
                  <a:pt x="510201" y="48471"/>
                </a:lnTo>
                <a:lnTo>
                  <a:pt x="510874" y="48630"/>
                </a:lnTo>
                <a:lnTo>
                  <a:pt x="511535" y="48806"/>
                </a:lnTo>
                <a:lnTo>
                  <a:pt x="512186" y="48999"/>
                </a:lnTo>
                <a:lnTo>
                  <a:pt x="512824" y="49209"/>
                </a:lnTo>
                <a:lnTo>
                  <a:pt x="513452" y="49435"/>
                </a:lnTo>
                <a:lnTo>
                  <a:pt x="514069" y="49678"/>
                </a:lnTo>
                <a:lnTo>
                  <a:pt x="514674" y="49938"/>
                </a:lnTo>
                <a:lnTo>
                  <a:pt x="515267" y="50215"/>
                </a:lnTo>
                <a:lnTo>
                  <a:pt x="515850" y="50508"/>
                </a:lnTo>
                <a:lnTo>
                  <a:pt x="516421" y="50818"/>
                </a:lnTo>
                <a:lnTo>
                  <a:pt x="516981" y="51145"/>
                </a:lnTo>
                <a:lnTo>
                  <a:pt x="517530" y="51489"/>
                </a:lnTo>
                <a:lnTo>
                  <a:pt x="518067" y="51849"/>
                </a:lnTo>
                <a:lnTo>
                  <a:pt x="518593" y="52226"/>
                </a:lnTo>
                <a:lnTo>
                  <a:pt x="519108" y="52620"/>
                </a:lnTo>
                <a:lnTo>
                  <a:pt x="519606" y="53037"/>
                </a:lnTo>
                <a:lnTo>
                  <a:pt x="520084" y="53482"/>
                </a:lnTo>
                <a:lnTo>
                  <a:pt x="520540" y="53955"/>
                </a:lnTo>
                <a:lnTo>
                  <a:pt x="520975" y="54456"/>
                </a:lnTo>
                <a:lnTo>
                  <a:pt x="521388" y="54986"/>
                </a:lnTo>
                <a:lnTo>
                  <a:pt x="521781" y="55544"/>
                </a:lnTo>
                <a:lnTo>
                  <a:pt x="522152" y="56130"/>
                </a:lnTo>
                <a:lnTo>
                  <a:pt x="522502" y="56745"/>
                </a:lnTo>
                <a:lnTo>
                  <a:pt x="522831" y="57388"/>
                </a:lnTo>
                <a:lnTo>
                  <a:pt x="523139" y="58059"/>
                </a:lnTo>
                <a:lnTo>
                  <a:pt x="523425" y="58759"/>
                </a:lnTo>
                <a:lnTo>
                  <a:pt x="523690" y="59487"/>
                </a:lnTo>
                <a:lnTo>
                  <a:pt x="523934" y="60243"/>
                </a:lnTo>
                <a:lnTo>
                  <a:pt x="524157" y="61027"/>
                </a:lnTo>
                <a:lnTo>
                  <a:pt x="524358" y="61840"/>
                </a:lnTo>
                <a:lnTo>
                  <a:pt x="524539" y="62681"/>
                </a:lnTo>
                <a:lnTo>
                  <a:pt x="524698" y="63551"/>
                </a:lnTo>
                <a:lnTo>
                  <a:pt x="524836" y="64448"/>
                </a:lnTo>
                <a:lnTo>
                  <a:pt x="524952" y="65374"/>
                </a:lnTo>
                <a:lnTo>
                  <a:pt x="525048" y="66328"/>
                </a:lnTo>
                <a:lnTo>
                  <a:pt x="525122" y="67311"/>
                </a:lnTo>
                <a:lnTo>
                  <a:pt x="525175" y="68322"/>
                </a:lnTo>
                <a:lnTo>
                  <a:pt x="525207" y="69361"/>
                </a:lnTo>
                <a:lnTo>
                  <a:pt x="525217" y="70429"/>
                </a:lnTo>
                <a:lnTo>
                  <a:pt x="525217" y="77490"/>
                </a:lnTo>
                <a:lnTo>
                  <a:pt x="523576" y="77510"/>
                </a:lnTo>
                <a:lnTo>
                  <a:pt x="521951" y="77539"/>
                </a:lnTo>
                <a:lnTo>
                  <a:pt x="520344" y="77576"/>
                </a:lnTo>
                <a:lnTo>
                  <a:pt x="518755" y="77620"/>
                </a:lnTo>
                <a:lnTo>
                  <a:pt x="517183" y="77673"/>
                </a:lnTo>
                <a:lnTo>
                  <a:pt x="515628" y="77733"/>
                </a:lnTo>
                <a:lnTo>
                  <a:pt x="514091" y="77801"/>
                </a:lnTo>
                <a:lnTo>
                  <a:pt x="512571" y="77877"/>
                </a:lnTo>
                <a:lnTo>
                  <a:pt x="511069" y="77961"/>
                </a:lnTo>
                <a:lnTo>
                  <a:pt x="509584" y="78053"/>
                </a:lnTo>
                <a:lnTo>
                  <a:pt x="508117" y="78153"/>
                </a:lnTo>
                <a:lnTo>
                  <a:pt x="506667" y="78260"/>
                </a:lnTo>
                <a:lnTo>
                  <a:pt x="505235" y="78376"/>
                </a:lnTo>
                <a:lnTo>
                  <a:pt x="503820" y="78499"/>
                </a:lnTo>
                <a:lnTo>
                  <a:pt x="502422" y="78630"/>
                </a:lnTo>
                <a:lnTo>
                  <a:pt x="501042" y="78769"/>
                </a:lnTo>
                <a:lnTo>
                  <a:pt x="499680" y="78916"/>
                </a:lnTo>
                <a:lnTo>
                  <a:pt x="498334" y="79071"/>
                </a:lnTo>
                <a:lnTo>
                  <a:pt x="497007" y="79234"/>
                </a:lnTo>
                <a:lnTo>
                  <a:pt x="495696" y="79404"/>
                </a:lnTo>
                <a:lnTo>
                  <a:pt x="494404" y="79583"/>
                </a:lnTo>
                <a:lnTo>
                  <a:pt x="493128" y="79769"/>
                </a:lnTo>
                <a:lnTo>
                  <a:pt x="491870" y="79963"/>
                </a:lnTo>
                <a:lnTo>
                  <a:pt x="490630" y="80166"/>
                </a:lnTo>
                <a:lnTo>
                  <a:pt x="489410" y="80379"/>
                </a:lnTo>
                <a:lnTo>
                  <a:pt x="488213" y="80608"/>
                </a:lnTo>
                <a:lnTo>
                  <a:pt x="487039" y="80852"/>
                </a:lnTo>
                <a:lnTo>
                  <a:pt x="485889" y="81112"/>
                </a:lnTo>
                <a:lnTo>
                  <a:pt x="484762" y="81386"/>
                </a:lnTo>
                <a:lnTo>
                  <a:pt x="483658" y="81676"/>
                </a:lnTo>
                <a:lnTo>
                  <a:pt x="482578" y="81982"/>
                </a:lnTo>
                <a:lnTo>
                  <a:pt x="481520" y="82302"/>
                </a:lnTo>
                <a:lnTo>
                  <a:pt x="480486" y="82638"/>
                </a:lnTo>
                <a:lnTo>
                  <a:pt x="479476" y="82989"/>
                </a:lnTo>
                <a:lnTo>
                  <a:pt x="478488" y="83355"/>
                </a:lnTo>
                <a:lnTo>
                  <a:pt x="477524" y="83736"/>
                </a:lnTo>
                <a:lnTo>
                  <a:pt x="476583" y="84133"/>
                </a:lnTo>
                <a:lnTo>
                  <a:pt x="475665" y="84545"/>
                </a:lnTo>
                <a:lnTo>
                  <a:pt x="474771" y="84972"/>
                </a:lnTo>
                <a:lnTo>
                  <a:pt x="473900" y="85414"/>
                </a:lnTo>
                <a:lnTo>
                  <a:pt x="473052" y="85872"/>
                </a:lnTo>
                <a:lnTo>
                  <a:pt x="472227" y="86345"/>
                </a:lnTo>
                <a:lnTo>
                  <a:pt x="471426" y="86833"/>
                </a:lnTo>
                <a:lnTo>
                  <a:pt x="470648" y="87336"/>
                </a:lnTo>
                <a:lnTo>
                  <a:pt x="469893" y="87855"/>
                </a:lnTo>
                <a:lnTo>
                  <a:pt x="469162" y="88389"/>
                </a:lnTo>
                <a:lnTo>
                  <a:pt x="468454" y="88938"/>
                </a:lnTo>
                <a:lnTo>
                  <a:pt x="467769" y="89502"/>
                </a:lnTo>
                <a:lnTo>
                  <a:pt x="467109" y="90085"/>
                </a:lnTo>
                <a:lnTo>
                  <a:pt x="466478" y="90690"/>
                </a:lnTo>
                <a:lnTo>
                  <a:pt x="465875" y="91318"/>
                </a:lnTo>
                <a:lnTo>
                  <a:pt x="465300" y="91967"/>
                </a:lnTo>
                <a:lnTo>
                  <a:pt x="464752" y="92638"/>
                </a:lnTo>
                <a:lnTo>
                  <a:pt x="464233" y="93332"/>
                </a:lnTo>
                <a:lnTo>
                  <a:pt x="463742" y="94047"/>
                </a:lnTo>
                <a:lnTo>
                  <a:pt x="463279" y="94785"/>
                </a:lnTo>
                <a:lnTo>
                  <a:pt x="462845" y="95544"/>
                </a:lnTo>
                <a:lnTo>
                  <a:pt x="462438" y="96326"/>
                </a:lnTo>
                <a:lnTo>
                  <a:pt x="462059" y="97130"/>
                </a:lnTo>
                <a:lnTo>
                  <a:pt x="461708" y="97956"/>
                </a:lnTo>
                <a:lnTo>
                  <a:pt x="461386" y="98804"/>
                </a:lnTo>
                <a:lnTo>
                  <a:pt x="461091" y="99674"/>
                </a:lnTo>
                <a:lnTo>
                  <a:pt x="460825" y="100566"/>
                </a:lnTo>
                <a:lnTo>
                  <a:pt x="460586" y="101480"/>
                </a:lnTo>
                <a:lnTo>
                  <a:pt x="460376" y="102417"/>
                </a:lnTo>
                <a:lnTo>
                  <a:pt x="460193" y="103375"/>
                </a:lnTo>
                <a:lnTo>
                  <a:pt x="460039" y="104356"/>
                </a:lnTo>
                <a:lnTo>
                  <a:pt x="459913" y="105358"/>
                </a:lnTo>
                <a:lnTo>
                  <a:pt x="459814" y="106383"/>
                </a:lnTo>
                <a:lnTo>
                  <a:pt x="459744" y="107429"/>
                </a:lnTo>
                <a:lnTo>
                  <a:pt x="459702" y="108498"/>
                </a:lnTo>
                <a:lnTo>
                  <a:pt x="459688" y="109589"/>
                </a:lnTo>
                <a:lnTo>
                  <a:pt x="459695" y="110358"/>
                </a:lnTo>
                <a:lnTo>
                  <a:pt x="459717" y="111116"/>
                </a:lnTo>
                <a:lnTo>
                  <a:pt x="459752" y="111864"/>
                </a:lnTo>
                <a:lnTo>
                  <a:pt x="459802" y="112602"/>
                </a:lnTo>
                <a:lnTo>
                  <a:pt x="459866" y="113330"/>
                </a:lnTo>
                <a:lnTo>
                  <a:pt x="459944" y="114047"/>
                </a:lnTo>
                <a:lnTo>
                  <a:pt x="460036" y="114753"/>
                </a:lnTo>
                <a:lnTo>
                  <a:pt x="460143" y="115450"/>
                </a:lnTo>
                <a:lnTo>
                  <a:pt x="460263" y="116136"/>
                </a:lnTo>
                <a:lnTo>
                  <a:pt x="460398" y="116812"/>
                </a:lnTo>
                <a:lnTo>
                  <a:pt x="460547" y="117477"/>
                </a:lnTo>
                <a:lnTo>
                  <a:pt x="460711" y="118132"/>
                </a:lnTo>
                <a:lnTo>
                  <a:pt x="460888" y="118777"/>
                </a:lnTo>
                <a:lnTo>
                  <a:pt x="461080" y="119411"/>
                </a:lnTo>
                <a:lnTo>
                  <a:pt x="461286" y="120035"/>
                </a:lnTo>
                <a:lnTo>
                  <a:pt x="461506" y="120649"/>
                </a:lnTo>
                <a:lnTo>
                  <a:pt x="461740" y="121252"/>
                </a:lnTo>
                <a:lnTo>
                  <a:pt x="461989" y="121845"/>
                </a:lnTo>
                <a:lnTo>
                  <a:pt x="462251" y="122428"/>
                </a:lnTo>
                <a:lnTo>
                  <a:pt x="462528" y="123000"/>
                </a:lnTo>
                <a:lnTo>
                  <a:pt x="462819" y="123562"/>
                </a:lnTo>
                <a:lnTo>
                  <a:pt x="463124" y="124114"/>
                </a:lnTo>
                <a:lnTo>
                  <a:pt x="463444" y="124655"/>
                </a:lnTo>
                <a:lnTo>
                  <a:pt x="463778" y="125186"/>
                </a:lnTo>
                <a:lnTo>
                  <a:pt x="464123" y="125707"/>
                </a:lnTo>
                <a:lnTo>
                  <a:pt x="464478" y="126216"/>
                </a:lnTo>
                <a:lnTo>
                  <a:pt x="464843" y="126715"/>
                </a:lnTo>
                <a:lnTo>
                  <a:pt x="465217" y="127204"/>
                </a:lnTo>
                <a:lnTo>
                  <a:pt x="465601" y="127681"/>
                </a:lnTo>
                <a:lnTo>
                  <a:pt x="465995" y="128148"/>
                </a:lnTo>
                <a:lnTo>
                  <a:pt x="466398" y="128605"/>
                </a:lnTo>
                <a:lnTo>
                  <a:pt x="466810" y="129050"/>
                </a:lnTo>
                <a:lnTo>
                  <a:pt x="467233" y="129485"/>
                </a:lnTo>
                <a:lnTo>
                  <a:pt x="467664" y="129910"/>
                </a:lnTo>
                <a:lnTo>
                  <a:pt x="468106" y="130323"/>
                </a:lnTo>
                <a:lnTo>
                  <a:pt x="468557" y="130726"/>
                </a:lnTo>
                <a:lnTo>
                  <a:pt x="469017" y="131118"/>
                </a:lnTo>
                <a:lnTo>
                  <a:pt x="469487" y="131500"/>
                </a:lnTo>
                <a:lnTo>
                  <a:pt x="469967" y="131870"/>
                </a:lnTo>
                <a:lnTo>
                  <a:pt x="470456" y="132230"/>
                </a:lnTo>
                <a:lnTo>
                  <a:pt x="470955" y="132580"/>
                </a:lnTo>
                <a:lnTo>
                  <a:pt x="471464" y="132918"/>
                </a:lnTo>
                <a:lnTo>
                  <a:pt x="471982" y="133246"/>
                </a:lnTo>
                <a:lnTo>
                  <a:pt x="472509" y="133564"/>
                </a:lnTo>
                <a:lnTo>
                  <a:pt x="473047" y="133870"/>
                </a:lnTo>
                <a:lnTo>
                  <a:pt x="473593" y="134166"/>
                </a:lnTo>
                <a:lnTo>
                  <a:pt x="474150" y="134452"/>
                </a:lnTo>
                <a:lnTo>
                  <a:pt x="474716" y="134726"/>
                </a:lnTo>
                <a:lnTo>
                  <a:pt x="475289" y="134990"/>
                </a:lnTo>
                <a:lnTo>
                  <a:pt x="475867" y="135242"/>
                </a:lnTo>
                <a:lnTo>
                  <a:pt x="476450" y="135483"/>
                </a:lnTo>
                <a:lnTo>
                  <a:pt x="477038" y="135713"/>
                </a:lnTo>
                <a:lnTo>
                  <a:pt x="477631" y="135932"/>
                </a:lnTo>
                <a:lnTo>
                  <a:pt x="478229" y="136139"/>
                </a:lnTo>
                <a:lnTo>
                  <a:pt x="478832" y="136336"/>
                </a:lnTo>
                <a:lnTo>
                  <a:pt x="479440" y="136521"/>
                </a:lnTo>
                <a:lnTo>
                  <a:pt x="480053" y="136694"/>
                </a:lnTo>
                <a:lnTo>
                  <a:pt x="480671" y="136857"/>
                </a:lnTo>
                <a:lnTo>
                  <a:pt x="481294" y="137009"/>
                </a:lnTo>
                <a:lnTo>
                  <a:pt x="481921" y="137149"/>
                </a:lnTo>
                <a:lnTo>
                  <a:pt x="482554" y="137278"/>
                </a:lnTo>
                <a:lnTo>
                  <a:pt x="483192" y="137395"/>
                </a:lnTo>
                <a:lnTo>
                  <a:pt x="483834" y="137502"/>
                </a:lnTo>
                <a:lnTo>
                  <a:pt x="484482" y="137597"/>
                </a:lnTo>
                <a:lnTo>
                  <a:pt x="485135" y="137682"/>
                </a:lnTo>
                <a:lnTo>
                  <a:pt x="485792" y="137754"/>
                </a:lnTo>
                <a:lnTo>
                  <a:pt x="486455" y="137816"/>
                </a:lnTo>
                <a:lnTo>
                  <a:pt x="487122" y="137867"/>
                </a:lnTo>
                <a:lnTo>
                  <a:pt x="487795" y="137906"/>
                </a:lnTo>
                <a:lnTo>
                  <a:pt x="488472" y="137934"/>
                </a:lnTo>
                <a:lnTo>
                  <a:pt x="489154" y="137951"/>
                </a:lnTo>
                <a:lnTo>
                  <a:pt x="489842" y="137956"/>
                </a:lnTo>
                <a:lnTo>
                  <a:pt x="490805" y="137949"/>
                </a:lnTo>
                <a:lnTo>
                  <a:pt x="491759" y="137925"/>
                </a:lnTo>
                <a:lnTo>
                  <a:pt x="492703" y="137886"/>
                </a:lnTo>
                <a:lnTo>
                  <a:pt x="493637" y="137832"/>
                </a:lnTo>
                <a:lnTo>
                  <a:pt x="494560" y="137762"/>
                </a:lnTo>
                <a:close/>
                <a:moveTo>
                  <a:pt x="490668" y="125150"/>
                </a:moveTo>
                <a:lnTo>
                  <a:pt x="490011" y="125064"/>
                </a:lnTo>
                <a:lnTo>
                  <a:pt x="489369" y="124964"/>
                </a:lnTo>
                <a:lnTo>
                  <a:pt x="488741" y="124848"/>
                </a:lnTo>
                <a:lnTo>
                  <a:pt x="488129" y="124716"/>
                </a:lnTo>
                <a:lnTo>
                  <a:pt x="487531" y="124569"/>
                </a:lnTo>
                <a:lnTo>
                  <a:pt x="486948" y="124406"/>
                </a:lnTo>
                <a:lnTo>
                  <a:pt x="486380" y="124228"/>
                </a:lnTo>
                <a:lnTo>
                  <a:pt x="485827" y="124035"/>
                </a:lnTo>
                <a:lnTo>
                  <a:pt x="485289" y="123826"/>
                </a:lnTo>
                <a:lnTo>
                  <a:pt x="484766" y="123601"/>
                </a:lnTo>
                <a:lnTo>
                  <a:pt x="484258" y="123361"/>
                </a:lnTo>
                <a:lnTo>
                  <a:pt x="483764" y="123106"/>
                </a:lnTo>
                <a:lnTo>
                  <a:pt x="483286" y="122835"/>
                </a:lnTo>
                <a:lnTo>
                  <a:pt x="482822" y="122549"/>
                </a:lnTo>
                <a:lnTo>
                  <a:pt x="482373" y="122247"/>
                </a:lnTo>
                <a:lnTo>
                  <a:pt x="481939" y="121929"/>
                </a:lnTo>
                <a:lnTo>
                  <a:pt x="481520" y="121596"/>
                </a:lnTo>
                <a:lnTo>
                  <a:pt x="481116" y="121248"/>
                </a:lnTo>
                <a:lnTo>
                  <a:pt x="480727" y="120884"/>
                </a:lnTo>
                <a:lnTo>
                  <a:pt x="480353" y="120507"/>
                </a:lnTo>
                <a:lnTo>
                  <a:pt x="479995" y="120120"/>
                </a:lnTo>
                <a:lnTo>
                  <a:pt x="479653" y="119722"/>
                </a:lnTo>
                <a:lnTo>
                  <a:pt x="479326" y="119314"/>
                </a:lnTo>
                <a:lnTo>
                  <a:pt x="479016" y="118895"/>
                </a:lnTo>
                <a:lnTo>
                  <a:pt x="478722" y="118466"/>
                </a:lnTo>
                <a:lnTo>
                  <a:pt x="478443" y="118026"/>
                </a:lnTo>
                <a:lnTo>
                  <a:pt x="478181" y="117576"/>
                </a:lnTo>
                <a:lnTo>
                  <a:pt x="477934" y="117115"/>
                </a:lnTo>
                <a:lnTo>
                  <a:pt x="477704" y="116643"/>
                </a:lnTo>
                <a:lnTo>
                  <a:pt x="477489" y="116162"/>
                </a:lnTo>
                <a:lnTo>
                  <a:pt x="477290" y="115669"/>
                </a:lnTo>
                <a:lnTo>
                  <a:pt x="477107" y="115166"/>
                </a:lnTo>
                <a:lnTo>
                  <a:pt x="476940" y="114653"/>
                </a:lnTo>
                <a:lnTo>
                  <a:pt x="476789" y="114129"/>
                </a:lnTo>
                <a:lnTo>
                  <a:pt x="476654" y="113595"/>
                </a:lnTo>
                <a:lnTo>
                  <a:pt x="476534" y="113050"/>
                </a:lnTo>
                <a:lnTo>
                  <a:pt x="476431" y="112495"/>
                </a:lnTo>
                <a:lnTo>
                  <a:pt x="476343" y="111929"/>
                </a:lnTo>
                <a:lnTo>
                  <a:pt x="476272" y="111353"/>
                </a:lnTo>
                <a:lnTo>
                  <a:pt x="476216" y="110766"/>
                </a:lnTo>
                <a:lnTo>
                  <a:pt x="476176" y="110169"/>
                </a:lnTo>
                <a:lnTo>
                  <a:pt x="476152" y="109561"/>
                </a:lnTo>
                <a:lnTo>
                  <a:pt x="476144" y="108942"/>
                </a:lnTo>
                <a:lnTo>
                  <a:pt x="476164" y="108039"/>
                </a:lnTo>
                <a:lnTo>
                  <a:pt x="476223" y="107157"/>
                </a:lnTo>
                <a:lnTo>
                  <a:pt x="476322" y="106297"/>
                </a:lnTo>
                <a:lnTo>
                  <a:pt x="476461" y="105458"/>
                </a:lnTo>
                <a:lnTo>
                  <a:pt x="476638" y="104640"/>
                </a:lnTo>
                <a:lnTo>
                  <a:pt x="476856" y="103844"/>
                </a:lnTo>
                <a:lnTo>
                  <a:pt x="477113" y="103069"/>
                </a:lnTo>
                <a:lnTo>
                  <a:pt x="477409" y="102315"/>
                </a:lnTo>
                <a:lnTo>
                  <a:pt x="477745" y="101583"/>
                </a:lnTo>
                <a:lnTo>
                  <a:pt x="478120" y="100872"/>
                </a:lnTo>
                <a:lnTo>
                  <a:pt x="478535" y="100182"/>
                </a:lnTo>
                <a:lnTo>
                  <a:pt x="478990" y="99514"/>
                </a:lnTo>
                <a:lnTo>
                  <a:pt x="479484" y="98867"/>
                </a:lnTo>
                <a:lnTo>
                  <a:pt x="480017" y="98242"/>
                </a:lnTo>
                <a:lnTo>
                  <a:pt x="480590" y="97637"/>
                </a:lnTo>
                <a:lnTo>
                  <a:pt x="481203" y="97055"/>
                </a:lnTo>
                <a:lnTo>
                  <a:pt x="481855" y="96493"/>
                </a:lnTo>
                <a:lnTo>
                  <a:pt x="482546" y="95953"/>
                </a:lnTo>
                <a:lnTo>
                  <a:pt x="483278" y="95434"/>
                </a:lnTo>
                <a:lnTo>
                  <a:pt x="484048" y="94937"/>
                </a:lnTo>
                <a:lnTo>
                  <a:pt x="484858" y="94461"/>
                </a:lnTo>
                <a:lnTo>
                  <a:pt x="485708" y="94006"/>
                </a:lnTo>
                <a:lnTo>
                  <a:pt x="486597" y="93573"/>
                </a:lnTo>
                <a:lnTo>
                  <a:pt x="487526" y="93161"/>
                </a:lnTo>
                <a:lnTo>
                  <a:pt x="488500" y="92767"/>
                </a:lnTo>
                <a:lnTo>
                  <a:pt x="489526" y="92389"/>
                </a:lnTo>
                <a:lnTo>
                  <a:pt x="490603" y="92026"/>
                </a:lnTo>
                <a:lnTo>
                  <a:pt x="491732" y="91679"/>
                </a:lnTo>
                <a:lnTo>
                  <a:pt x="492912" y="91348"/>
                </a:lnTo>
                <a:lnTo>
                  <a:pt x="494143" y="91033"/>
                </a:lnTo>
                <a:lnTo>
                  <a:pt x="495427" y="90733"/>
                </a:lnTo>
                <a:lnTo>
                  <a:pt x="496761" y="90449"/>
                </a:lnTo>
                <a:lnTo>
                  <a:pt x="498147" y="90181"/>
                </a:lnTo>
                <a:lnTo>
                  <a:pt x="499585" y="89928"/>
                </a:lnTo>
                <a:lnTo>
                  <a:pt x="501074" y="89691"/>
                </a:lnTo>
                <a:lnTo>
                  <a:pt x="502615" y="89469"/>
                </a:lnTo>
                <a:lnTo>
                  <a:pt x="504207" y="89263"/>
                </a:lnTo>
                <a:lnTo>
                  <a:pt x="505851" y="89073"/>
                </a:lnTo>
                <a:lnTo>
                  <a:pt x="507546" y="88899"/>
                </a:lnTo>
                <a:lnTo>
                  <a:pt x="509292" y="88740"/>
                </a:lnTo>
                <a:lnTo>
                  <a:pt x="511090" y="88597"/>
                </a:lnTo>
                <a:lnTo>
                  <a:pt x="512940" y="88469"/>
                </a:lnTo>
                <a:lnTo>
                  <a:pt x="514841" y="88357"/>
                </a:lnTo>
                <a:lnTo>
                  <a:pt x="516794" y="88261"/>
                </a:lnTo>
                <a:lnTo>
                  <a:pt x="518798" y="88181"/>
                </a:lnTo>
                <a:lnTo>
                  <a:pt x="520853" y="88116"/>
                </a:lnTo>
                <a:lnTo>
                  <a:pt x="522960" y="88067"/>
                </a:lnTo>
                <a:lnTo>
                  <a:pt x="525119" y="88033"/>
                </a:lnTo>
                <a:lnTo>
                  <a:pt x="525119" y="108330"/>
                </a:lnTo>
                <a:lnTo>
                  <a:pt x="524671" y="108940"/>
                </a:lnTo>
                <a:lnTo>
                  <a:pt x="524214" y="109542"/>
                </a:lnTo>
                <a:lnTo>
                  <a:pt x="523749" y="110134"/>
                </a:lnTo>
                <a:lnTo>
                  <a:pt x="523274" y="110718"/>
                </a:lnTo>
                <a:lnTo>
                  <a:pt x="522791" y="111293"/>
                </a:lnTo>
                <a:lnTo>
                  <a:pt x="522298" y="111859"/>
                </a:lnTo>
                <a:lnTo>
                  <a:pt x="521797" y="112416"/>
                </a:lnTo>
                <a:lnTo>
                  <a:pt x="521287" y="112964"/>
                </a:lnTo>
                <a:lnTo>
                  <a:pt x="520768" y="113503"/>
                </a:lnTo>
                <a:lnTo>
                  <a:pt x="520240" y="114034"/>
                </a:lnTo>
                <a:lnTo>
                  <a:pt x="519703" y="114555"/>
                </a:lnTo>
                <a:lnTo>
                  <a:pt x="519157" y="115068"/>
                </a:lnTo>
                <a:lnTo>
                  <a:pt x="518603" y="115572"/>
                </a:lnTo>
                <a:lnTo>
                  <a:pt x="518039" y="116067"/>
                </a:lnTo>
                <a:lnTo>
                  <a:pt x="517467" y="116553"/>
                </a:lnTo>
                <a:lnTo>
                  <a:pt x="516885" y="117030"/>
                </a:lnTo>
                <a:lnTo>
                  <a:pt x="516295" y="117498"/>
                </a:lnTo>
                <a:lnTo>
                  <a:pt x="515696" y="117957"/>
                </a:lnTo>
                <a:lnTo>
                  <a:pt x="515088" y="118408"/>
                </a:lnTo>
                <a:lnTo>
                  <a:pt x="514471" y="118850"/>
                </a:lnTo>
                <a:lnTo>
                  <a:pt x="513845" y="119282"/>
                </a:lnTo>
                <a:lnTo>
                  <a:pt x="513211" y="119706"/>
                </a:lnTo>
                <a:lnTo>
                  <a:pt x="512567" y="120121"/>
                </a:lnTo>
                <a:lnTo>
                  <a:pt x="511915" y="120527"/>
                </a:lnTo>
                <a:lnTo>
                  <a:pt x="511254" y="120920"/>
                </a:lnTo>
                <a:lnTo>
                  <a:pt x="510587" y="121296"/>
                </a:lnTo>
                <a:lnTo>
                  <a:pt x="509913" y="121656"/>
                </a:lnTo>
                <a:lnTo>
                  <a:pt x="509232" y="121999"/>
                </a:lnTo>
                <a:lnTo>
                  <a:pt x="508544" y="122325"/>
                </a:lnTo>
                <a:lnTo>
                  <a:pt x="507850" y="122634"/>
                </a:lnTo>
                <a:lnTo>
                  <a:pt x="507148" y="122927"/>
                </a:lnTo>
                <a:lnTo>
                  <a:pt x="506440" y="123203"/>
                </a:lnTo>
                <a:lnTo>
                  <a:pt x="505725" y="123462"/>
                </a:lnTo>
                <a:lnTo>
                  <a:pt x="505003" y="123704"/>
                </a:lnTo>
                <a:lnTo>
                  <a:pt x="504274" y="123930"/>
                </a:lnTo>
                <a:lnTo>
                  <a:pt x="503539" y="124139"/>
                </a:lnTo>
                <a:lnTo>
                  <a:pt x="502796" y="124331"/>
                </a:lnTo>
                <a:lnTo>
                  <a:pt x="502047" y="124507"/>
                </a:lnTo>
                <a:lnTo>
                  <a:pt x="501291" y="124666"/>
                </a:lnTo>
                <a:lnTo>
                  <a:pt x="500528" y="124808"/>
                </a:lnTo>
                <a:lnTo>
                  <a:pt x="499758" y="124933"/>
                </a:lnTo>
                <a:lnTo>
                  <a:pt x="498981" y="125042"/>
                </a:lnTo>
                <a:lnTo>
                  <a:pt x="498198" y="125134"/>
                </a:lnTo>
                <a:lnTo>
                  <a:pt x="497407" y="125209"/>
                </a:lnTo>
                <a:lnTo>
                  <a:pt x="496610" y="125268"/>
                </a:lnTo>
                <a:lnTo>
                  <a:pt x="495806" y="125310"/>
                </a:lnTo>
                <a:lnTo>
                  <a:pt x="494995" y="125335"/>
                </a:lnTo>
                <a:lnTo>
                  <a:pt x="494177" y="125343"/>
                </a:lnTo>
                <a:lnTo>
                  <a:pt x="493446" y="125335"/>
                </a:lnTo>
                <a:lnTo>
                  <a:pt x="492729" y="125312"/>
                </a:lnTo>
                <a:lnTo>
                  <a:pt x="492027" y="125273"/>
                </a:lnTo>
                <a:lnTo>
                  <a:pt x="491340" y="125219"/>
                </a:lnTo>
                <a:lnTo>
                  <a:pt x="490668" y="125150"/>
                </a:lnTo>
                <a:close/>
                <a:moveTo>
                  <a:pt x="1021423" y="137690"/>
                </a:moveTo>
                <a:lnTo>
                  <a:pt x="1022542" y="137573"/>
                </a:lnTo>
                <a:lnTo>
                  <a:pt x="1023647" y="137434"/>
                </a:lnTo>
                <a:lnTo>
                  <a:pt x="1024736" y="137274"/>
                </a:lnTo>
                <a:lnTo>
                  <a:pt x="1025812" y="137093"/>
                </a:lnTo>
                <a:lnTo>
                  <a:pt x="1026872" y="136891"/>
                </a:lnTo>
                <a:lnTo>
                  <a:pt x="1027919" y="136667"/>
                </a:lnTo>
                <a:lnTo>
                  <a:pt x="1028950" y="136422"/>
                </a:lnTo>
                <a:lnTo>
                  <a:pt x="1029968" y="136156"/>
                </a:lnTo>
                <a:lnTo>
                  <a:pt x="1030970" y="135868"/>
                </a:lnTo>
                <a:lnTo>
                  <a:pt x="1031958" y="135559"/>
                </a:lnTo>
                <a:lnTo>
                  <a:pt x="1032932" y="135229"/>
                </a:lnTo>
                <a:lnTo>
                  <a:pt x="1033891" y="134877"/>
                </a:lnTo>
                <a:lnTo>
                  <a:pt x="1034835" y="134504"/>
                </a:lnTo>
                <a:lnTo>
                  <a:pt x="1035765" y="134110"/>
                </a:lnTo>
                <a:lnTo>
                  <a:pt x="1036680" y="133694"/>
                </a:lnTo>
                <a:lnTo>
                  <a:pt x="1037581" y="133258"/>
                </a:lnTo>
                <a:lnTo>
                  <a:pt x="1038467" y="132799"/>
                </a:lnTo>
                <a:lnTo>
                  <a:pt x="1039339" y="132320"/>
                </a:lnTo>
                <a:lnTo>
                  <a:pt x="1040196" y="131819"/>
                </a:lnTo>
                <a:lnTo>
                  <a:pt x="1041038" y="131298"/>
                </a:lnTo>
                <a:lnTo>
                  <a:pt x="1041863" y="130759"/>
                </a:lnTo>
                <a:lnTo>
                  <a:pt x="1042672" y="130202"/>
                </a:lnTo>
                <a:lnTo>
                  <a:pt x="1043465" y="129626"/>
                </a:lnTo>
                <a:lnTo>
                  <a:pt x="1044241" y="129032"/>
                </a:lnTo>
                <a:lnTo>
                  <a:pt x="1045000" y="128419"/>
                </a:lnTo>
                <a:lnTo>
                  <a:pt x="1045743" y="127789"/>
                </a:lnTo>
                <a:lnTo>
                  <a:pt x="1046470" y="127139"/>
                </a:lnTo>
                <a:lnTo>
                  <a:pt x="1047180" y="126472"/>
                </a:lnTo>
                <a:lnTo>
                  <a:pt x="1047874" y="125786"/>
                </a:lnTo>
                <a:lnTo>
                  <a:pt x="1048552" y="125082"/>
                </a:lnTo>
                <a:lnTo>
                  <a:pt x="1049213" y="124360"/>
                </a:lnTo>
                <a:lnTo>
                  <a:pt x="1049857" y="123619"/>
                </a:lnTo>
                <a:lnTo>
                  <a:pt x="1050486" y="122860"/>
                </a:lnTo>
                <a:lnTo>
                  <a:pt x="1051097" y="122083"/>
                </a:lnTo>
                <a:lnTo>
                  <a:pt x="1051693" y="121288"/>
                </a:lnTo>
                <a:lnTo>
                  <a:pt x="1052272" y="120474"/>
                </a:lnTo>
                <a:lnTo>
                  <a:pt x="1052834" y="119641"/>
                </a:lnTo>
                <a:lnTo>
                  <a:pt x="1053380" y="118791"/>
                </a:lnTo>
                <a:lnTo>
                  <a:pt x="1053910" y="117922"/>
                </a:lnTo>
                <a:lnTo>
                  <a:pt x="1054423" y="117035"/>
                </a:lnTo>
                <a:lnTo>
                  <a:pt x="1054920" y="116129"/>
                </a:lnTo>
                <a:lnTo>
                  <a:pt x="1055400" y="115206"/>
                </a:lnTo>
                <a:lnTo>
                  <a:pt x="1055864" y="114264"/>
                </a:lnTo>
                <a:lnTo>
                  <a:pt x="1056310" y="113305"/>
                </a:lnTo>
                <a:lnTo>
                  <a:pt x="1056738" y="112331"/>
                </a:lnTo>
                <a:lnTo>
                  <a:pt x="1057146" y="111342"/>
                </a:lnTo>
                <a:lnTo>
                  <a:pt x="1057535" y="110339"/>
                </a:lnTo>
                <a:lnTo>
                  <a:pt x="1057906" y="109320"/>
                </a:lnTo>
                <a:lnTo>
                  <a:pt x="1058257" y="108286"/>
                </a:lnTo>
                <a:lnTo>
                  <a:pt x="1058589" y="107238"/>
                </a:lnTo>
                <a:lnTo>
                  <a:pt x="1058903" y="106174"/>
                </a:lnTo>
                <a:lnTo>
                  <a:pt x="1059197" y="105095"/>
                </a:lnTo>
                <a:lnTo>
                  <a:pt x="1059472" y="104002"/>
                </a:lnTo>
                <a:lnTo>
                  <a:pt x="1059729" y="102893"/>
                </a:lnTo>
                <a:lnTo>
                  <a:pt x="1059966" y="101770"/>
                </a:lnTo>
                <a:lnTo>
                  <a:pt x="1060184" y="100631"/>
                </a:lnTo>
                <a:lnTo>
                  <a:pt x="1060384" y="99478"/>
                </a:lnTo>
                <a:lnTo>
                  <a:pt x="1060564" y="98309"/>
                </a:lnTo>
                <a:lnTo>
                  <a:pt x="1060726" y="97126"/>
                </a:lnTo>
                <a:lnTo>
                  <a:pt x="1060868" y="95927"/>
                </a:lnTo>
                <a:lnTo>
                  <a:pt x="1060991" y="94714"/>
                </a:lnTo>
                <a:lnTo>
                  <a:pt x="1061096" y="93485"/>
                </a:lnTo>
                <a:lnTo>
                  <a:pt x="1061181" y="92242"/>
                </a:lnTo>
                <a:lnTo>
                  <a:pt x="1061248" y="90984"/>
                </a:lnTo>
                <a:lnTo>
                  <a:pt x="1061295" y="89710"/>
                </a:lnTo>
                <a:lnTo>
                  <a:pt x="1061324" y="88422"/>
                </a:lnTo>
                <a:lnTo>
                  <a:pt x="1061333" y="87119"/>
                </a:lnTo>
                <a:lnTo>
                  <a:pt x="1061324" y="85782"/>
                </a:lnTo>
                <a:lnTo>
                  <a:pt x="1061295" y="84462"/>
                </a:lnTo>
                <a:lnTo>
                  <a:pt x="1061248" y="83158"/>
                </a:lnTo>
                <a:lnTo>
                  <a:pt x="1061181" y="81869"/>
                </a:lnTo>
                <a:lnTo>
                  <a:pt x="1061096" y="80597"/>
                </a:lnTo>
                <a:lnTo>
                  <a:pt x="1060991" y="79341"/>
                </a:lnTo>
                <a:lnTo>
                  <a:pt x="1060868" y="78101"/>
                </a:lnTo>
                <a:lnTo>
                  <a:pt x="1060726" y="76876"/>
                </a:lnTo>
                <a:lnTo>
                  <a:pt x="1060564" y="75668"/>
                </a:lnTo>
                <a:lnTo>
                  <a:pt x="1060384" y="74476"/>
                </a:lnTo>
                <a:lnTo>
                  <a:pt x="1060184" y="73300"/>
                </a:lnTo>
                <a:lnTo>
                  <a:pt x="1059966" y="72140"/>
                </a:lnTo>
                <a:lnTo>
                  <a:pt x="1059729" y="70996"/>
                </a:lnTo>
                <a:lnTo>
                  <a:pt x="1059472" y="69868"/>
                </a:lnTo>
                <a:lnTo>
                  <a:pt x="1059197" y="68756"/>
                </a:lnTo>
                <a:lnTo>
                  <a:pt x="1058903" y="67660"/>
                </a:lnTo>
                <a:lnTo>
                  <a:pt x="1058589" y="66580"/>
                </a:lnTo>
                <a:lnTo>
                  <a:pt x="1058257" y="65516"/>
                </a:lnTo>
                <a:lnTo>
                  <a:pt x="1057906" y="64468"/>
                </a:lnTo>
                <a:lnTo>
                  <a:pt x="1057535" y="63436"/>
                </a:lnTo>
                <a:lnTo>
                  <a:pt x="1057146" y="62420"/>
                </a:lnTo>
                <a:lnTo>
                  <a:pt x="1056738" y="61421"/>
                </a:lnTo>
                <a:lnTo>
                  <a:pt x="1056310" y="60437"/>
                </a:lnTo>
                <a:lnTo>
                  <a:pt x="1055864" y="59469"/>
                </a:lnTo>
                <a:lnTo>
                  <a:pt x="1055400" y="58519"/>
                </a:lnTo>
                <a:lnTo>
                  <a:pt x="1054920" y="57587"/>
                </a:lnTo>
                <a:lnTo>
                  <a:pt x="1054423" y="56673"/>
                </a:lnTo>
                <a:lnTo>
                  <a:pt x="1053910" y="55778"/>
                </a:lnTo>
                <a:lnTo>
                  <a:pt x="1053380" y="54902"/>
                </a:lnTo>
                <a:lnTo>
                  <a:pt x="1052834" y="54044"/>
                </a:lnTo>
                <a:lnTo>
                  <a:pt x="1052272" y="53204"/>
                </a:lnTo>
                <a:lnTo>
                  <a:pt x="1051693" y="52383"/>
                </a:lnTo>
                <a:lnTo>
                  <a:pt x="1051097" y="51581"/>
                </a:lnTo>
                <a:lnTo>
                  <a:pt x="1050486" y="50797"/>
                </a:lnTo>
                <a:lnTo>
                  <a:pt x="1049857" y="50031"/>
                </a:lnTo>
                <a:lnTo>
                  <a:pt x="1049213" y="49284"/>
                </a:lnTo>
                <a:lnTo>
                  <a:pt x="1048552" y="48555"/>
                </a:lnTo>
                <a:lnTo>
                  <a:pt x="1047874" y="47845"/>
                </a:lnTo>
                <a:lnTo>
                  <a:pt x="1047180" y="47154"/>
                </a:lnTo>
                <a:lnTo>
                  <a:pt x="1046470" y="46481"/>
                </a:lnTo>
                <a:lnTo>
                  <a:pt x="1045743" y="45826"/>
                </a:lnTo>
                <a:lnTo>
                  <a:pt x="1045000" y="45190"/>
                </a:lnTo>
                <a:lnTo>
                  <a:pt x="1044241" y="44573"/>
                </a:lnTo>
                <a:lnTo>
                  <a:pt x="1043465" y="43974"/>
                </a:lnTo>
                <a:lnTo>
                  <a:pt x="1042672" y="43393"/>
                </a:lnTo>
                <a:lnTo>
                  <a:pt x="1041863" y="42831"/>
                </a:lnTo>
                <a:lnTo>
                  <a:pt x="1041038" y="42288"/>
                </a:lnTo>
                <a:lnTo>
                  <a:pt x="1040196" y="41763"/>
                </a:lnTo>
                <a:lnTo>
                  <a:pt x="1039339" y="41258"/>
                </a:lnTo>
                <a:lnTo>
                  <a:pt x="1038467" y="40774"/>
                </a:lnTo>
                <a:lnTo>
                  <a:pt x="1037581" y="40312"/>
                </a:lnTo>
                <a:lnTo>
                  <a:pt x="1036680" y="39871"/>
                </a:lnTo>
                <a:lnTo>
                  <a:pt x="1035765" y="39452"/>
                </a:lnTo>
                <a:lnTo>
                  <a:pt x="1034835" y="39055"/>
                </a:lnTo>
                <a:lnTo>
                  <a:pt x="1033891" y="38679"/>
                </a:lnTo>
                <a:lnTo>
                  <a:pt x="1032932" y="38324"/>
                </a:lnTo>
                <a:lnTo>
                  <a:pt x="1031958" y="37991"/>
                </a:lnTo>
                <a:lnTo>
                  <a:pt x="1030970" y="37679"/>
                </a:lnTo>
                <a:lnTo>
                  <a:pt x="1029968" y="37389"/>
                </a:lnTo>
                <a:lnTo>
                  <a:pt x="1028950" y="37120"/>
                </a:lnTo>
                <a:lnTo>
                  <a:pt x="1027919" y="36873"/>
                </a:lnTo>
                <a:lnTo>
                  <a:pt x="1026872" y="36648"/>
                </a:lnTo>
                <a:lnTo>
                  <a:pt x="1025812" y="36443"/>
                </a:lnTo>
                <a:lnTo>
                  <a:pt x="1024736" y="36261"/>
                </a:lnTo>
                <a:lnTo>
                  <a:pt x="1023647" y="36100"/>
                </a:lnTo>
                <a:lnTo>
                  <a:pt x="1022542" y="35960"/>
                </a:lnTo>
                <a:lnTo>
                  <a:pt x="1021423" y="35842"/>
                </a:lnTo>
                <a:lnTo>
                  <a:pt x="1020290" y="35745"/>
                </a:lnTo>
                <a:lnTo>
                  <a:pt x="1019142" y="35670"/>
                </a:lnTo>
                <a:lnTo>
                  <a:pt x="1017979" y="35616"/>
                </a:lnTo>
                <a:lnTo>
                  <a:pt x="1016802" y="35584"/>
                </a:lnTo>
                <a:lnTo>
                  <a:pt x="1015611" y="35573"/>
                </a:lnTo>
                <a:lnTo>
                  <a:pt x="1014443" y="35584"/>
                </a:lnTo>
                <a:lnTo>
                  <a:pt x="1013290" y="35616"/>
                </a:lnTo>
                <a:lnTo>
                  <a:pt x="1012151" y="35670"/>
                </a:lnTo>
                <a:lnTo>
                  <a:pt x="1011026" y="35745"/>
                </a:lnTo>
                <a:lnTo>
                  <a:pt x="1009915" y="35842"/>
                </a:lnTo>
                <a:lnTo>
                  <a:pt x="1008817" y="35960"/>
                </a:lnTo>
                <a:lnTo>
                  <a:pt x="1007734" y="36100"/>
                </a:lnTo>
                <a:lnTo>
                  <a:pt x="1006665" y="36261"/>
                </a:lnTo>
                <a:lnTo>
                  <a:pt x="1005610" y="36443"/>
                </a:lnTo>
                <a:lnTo>
                  <a:pt x="1004569" y="36648"/>
                </a:lnTo>
                <a:lnTo>
                  <a:pt x="1003542" y="36873"/>
                </a:lnTo>
                <a:lnTo>
                  <a:pt x="1002529" y="37120"/>
                </a:lnTo>
                <a:lnTo>
                  <a:pt x="1001530" y="37389"/>
                </a:lnTo>
                <a:lnTo>
                  <a:pt x="1000545" y="37679"/>
                </a:lnTo>
                <a:lnTo>
                  <a:pt x="999575" y="37991"/>
                </a:lnTo>
                <a:lnTo>
                  <a:pt x="998618" y="38324"/>
                </a:lnTo>
                <a:lnTo>
                  <a:pt x="997675" y="38679"/>
                </a:lnTo>
                <a:lnTo>
                  <a:pt x="996746" y="39055"/>
                </a:lnTo>
                <a:lnTo>
                  <a:pt x="995831" y="39452"/>
                </a:lnTo>
                <a:lnTo>
                  <a:pt x="994931" y="39871"/>
                </a:lnTo>
                <a:lnTo>
                  <a:pt x="994044" y="40312"/>
                </a:lnTo>
                <a:lnTo>
                  <a:pt x="993171" y="40774"/>
                </a:lnTo>
                <a:lnTo>
                  <a:pt x="992313" y="41258"/>
                </a:lnTo>
                <a:lnTo>
                  <a:pt x="991468" y="41763"/>
                </a:lnTo>
                <a:lnTo>
                  <a:pt x="990639" y="42288"/>
                </a:lnTo>
                <a:lnTo>
                  <a:pt x="989826" y="42831"/>
                </a:lnTo>
                <a:lnTo>
                  <a:pt x="989030" y="43393"/>
                </a:lnTo>
                <a:lnTo>
                  <a:pt x="988251" y="43974"/>
                </a:lnTo>
                <a:lnTo>
                  <a:pt x="987488" y="44573"/>
                </a:lnTo>
                <a:lnTo>
                  <a:pt x="986741" y="45190"/>
                </a:lnTo>
                <a:lnTo>
                  <a:pt x="986012" y="45826"/>
                </a:lnTo>
                <a:lnTo>
                  <a:pt x="985298" y="46481"/>
                </a:lnTo>
                <a:lnTo>
                  <a:pt x="984602" y="47154"/>
                </a:lnTo>
                <a:lnTo>
                  <a:pt x="983922" y="47845"/>
                </a:lnTo>
                <a:lnTo>
                  <a:pt x="983259" y="48555"/>
                </a:lnTo>
                <a:lnTo>
                  <a:pt x="982612" y="49284"/>
                </a:lnTo>
                <a:lnTo>
                  <a:pt x="981982" y="50031"/>
                </a:lnTo>
                <a:lnTo>
                  <a:pt x="981368" y="50797"/>
                </a:lnTo>
                <a:lnTo>
                  <a:pt x="980771" y="51581"/>
                </a:lnTo>
                <a:lnTo>
                  <a:pt x="980191" y="52383"/>
                </a:lnTo>
                <a:lnTo>
                  <a:pt x="979627" y="53204"/>
                </a:lnTo>
                <a:lnTo>
                  <a:pt x="979080" y="54044"/>
                </a:lnTo>
                <a:lnTo>
                  <a:pt x="978549" y="54902"/>
                </a:lnTo>
                <a:lnTo>
                  <a:pt x="978035" y="55778"/>
                </a:lnTo>
                <a:lnTo>
                  <a:pt x="977538" y="56673"/>
                </a:lnTo>
                <a:lnTo>
                  <a:pt x="977057" y="57587"/>
                </a:lnTo>
                <a:lnTo>
                  <a:pt x="976593" y="58519"/>
                </a:lnTo>
                <a:lnTo>
                  <a:pt x="976145" y="59469"/>
                </a:lnTo>
                <a:lnTo>
                  <a:pt x="975715" y="60437"/>
                </a:lnTo>
                <a:lnTo>
                  <a:pt x="975303" y="61421"/>
                </a:lnTo>
                <a:lnTo>
                  <a:pt x="974910" y="62420"/>
                </a:lnTo>
                <a:lnTo>
                  <a:pt x="974534" y="63436"/>
                </a:lnTo>
                <a:lnTo>
                  <a:pt x="974177" y="64468"/>
                </a:lnTo>
                <a:lnTo>
                  <a:pt x="973839" y="65516"/>
                </a:lnTo>
                <a:lnTo>
                  <a:pt x="973518" y="66580"/>
                </a:lnTo>
                <a:lnTo>
                  <a:pt x="973216" y="67660"/>
                </a:lnTo>
                <a:lnTo>
                  <a:pt x="972933" y="68756"/>
                </a:lnTo>
                <a:lnTo>
                  <a:pt x="972667" y="69868"/>
                </a:lnTo>
                <a:lnTo>
                  <a:pt x="972420" y="70996"/>
                </a:lnTo>
                <a:lnTo>
                  <a:pt x="972191" y="72140"/>
                </a:lnTo>
                <a:lnTo>
                  <a:pt x="971981" y="73300"/>
                </a:lnTo>
                <a:lnTo>
                  <a:pt x="971789" y="74476"/>
                </a:lnTo>
                <a:lnTo>
                  <a:pt x="971615" y="75668"/>
                </a:lnTo>
                <a:lnTo>
                  <a:pt x="971459" y="76876"/>
                </a:lnTo>
                <a:lnTo>
                  <a:pt x="971322" y="78101"/>
                </a:lnTo>
                <a:lnTo>
                  <a:pt x="971203" y="79341"/>
                </a:lnTo>
                <a:lnTo>
                  <a:pt x="971102" y="80597"/>
                </a:lnTo>
                <a:lnTo>
                  <a:pt x="971020" y="81869"/>
                </a:lnTo>
                <a:lnTo>
                  <a:pt x="970956" y="83158"/>
                </a:lnTo>
                <a:lnTo>
                  <a:pt x="970910" y="84462"/>
                </a:lnTo>
                <a:lnTo>
                  <a:pt x="970882" y="85782"/>
                </a:lnTo>
                <a:lnTo>
                  <a:pt x="970873" y="87119"/>
                </a:lnTo>
                <a:lnTo>
                  <a:pt x="970882" y="88422"/>
                </a:lnTo>
                <a:lnTo>
                  <a:pt x="970910" y="89710"/>
                </a:lnTo>
                <a:lnTo>
                  <a:pt x="970956" y="90984"/>
                </a:lnTo>
                <a:lnTo>
                  <a:pt x="971020" y="92242"/>
                </a:lnTo>
                <a:lnTo>
                  <a:pt x="971102" y="93485"/>
                </a:lnTo>
                <a:lnTo>
                  <a:pt x="971203" y="94714"/>
                </a:lnTo>
                <a:lnTo>
                  <a:pt x="971322" y="95927"/>
                </a:lnTo>
                <a:lnTo>
                  <a:pt x="971459" y="97126"/>
                </a:lnTo>
                <a:lnTo>
                  <a:pt x="971615" y="98309"/>
                </a:lnTo>
                <a:lnTo>
                  <a:pt x="971789" y="99478"/>
                </a:lnTo>
                <a:lnTo>
                  <a:pt x="971981" y="100631"/>
                </a:lnTo>
                <a:lnTo>
                  <a:pt x="972191" y="101770"/>
                </a:lnTo>
                <a:lnTo>
                  <a:pt x="972420" y="102893"/>
                </a:lnTo>
                <a:lnTo>
                  <a:pt x="972667" y="104002"/>
                </a:lnTo>
                <a:lnTo>
                  <a:pt x="972933" y="105095"/>
                </a:lnTo>
                <a:lnTo>
                  <a:pt x="973216" y="106174"/>
                </a:lnTo>
                <a:lnTo>
                  <a:pt x="973518" y="107238"/>
                </a:lnTo>
                <a:lnTo>
                  <a:pt x="973839" y="108286"/>
                </a:lnTo>
                <a:lnTo>
                  <a:pt x="974177" y="109320"/>
                </a:lnTo>
                <a:lnTo>
                  <a:pt x="974534" y="110339"/>
                </a:lnTo>
                <a:lnTo>
                  <a:pt x="974910" y="111342"/>
                </a:lnTo>
                <a:lnTo>
                  <a:pt x="975303" y="112331"/>
                </a:lnTo>
                <a:lnTo>
                  <a:pt x="975715" y="113305"/>
                </a:lnTo>
                <a:lnTo>
                  <a:pt x="976145" y="114264"/>
                </a:lnTo>
                <a:lnTo>
                  <a:pt x="976593" y="115206"/>
                </a:lnTo>
                <a:lnTo>
                  <a:pt x="977057" y="116129"/>
                </a:lnTo>
                <a:lnTo>
                  <a:pt x="977538" y="117035"/>
                </a:lnTo>
                <a:lnTo>
                  <a:pt x="978035" y="117922"/>
                </a:lnTo>
                <a:lnTo>
                  <a:pt x="978549" y="118791"/>
                </a:lnTo>
                <a:lnTo>
                  <a:pt x="979080" y="119641"/>
                </a:lnTo>
                <a:lnTo>
                  <a:pt x="979627" y="120474"/>
                </a:lnTo>
                <a:lnTo>
                  <a:pt x="980191" y="121288"/>
                </a:lnTo>
                <a:lnTo>
                  <a:pt x="980771" y="122083"/>
                </a:lnTo>
                <a:lnTo>
                  <a:pt x="981368" y="122860"/>
                </a:lnTo>
                <a:lnTo>
                  <a:pt x="981982" y="123619"/>
                </a:lnTo>
                <a:lnTo>
                  <a:pt x="982612" y="124360"/>
                </a:lnTo>
                <a:lnTo>
                  <a:pt x="983259" y="125082"/>
                </a:lnTo>
                <a:lnTo>
                  <a:pt x="983922" y="125786"/>
                </a:lnTo>
                <a:lnTo>
                  <a:pt x="984602" y="126472"/>
                </a:lnTo>
                <a:lnTo>
                  <a:pt x="985298" y="127139"/>
                </a:lnTo>
                <a:lnTo>
                  <a:pt x="986012" y="127789"/>
                </a:lnTo>
                <a:lnTo>
                  <a:pt x="986741" y="128419"/>
                </a:lnTo>
                <a:lnTo>
                  <a:pt x="987488" y="129032"/>
                </a:lnTo>
                <a:lnTo>
                  <a:pt x="988251" y="129626"/>
                </a:lnTo>
                <a:lnTo>
                  <a:pt x="989030" y="130202"/>
                </a:lnTo>
                <a:lnTo>
                  <a:pt x="989826" y="130759"/>
                </a:lnTo>
                <a:lnTo>
                  <a:pt x="990639" y="131298"/>
                </a:lnTo>
                <a:lnTo>
                  <a:pt x="991468" y="131819"/>
                </a:lnTo>
                <a:lnTo>
                  <a:pt x="992313" y="132320"/>
                </a:lnTo>
                <a:lnTo>
                  <a:pt x="993171" y="132799"/>
                </a:lnTo>
                <a:lnTo>
                  <a:pt x="994044" y="133258"/>
                </a:lnTo>
                <a:lnTo>
                  <a:pt x="994931" y="133694"/>
                </a:lnTo>
                <a:lnTo>
                  <a:pt x="995831" y="134110"/>
                </a:lnTo>
                <a:lnTo>
                  <a:pt x="996746" y="134504"/>
                </a:lnTo>
                <a:lnTo>
                  <a:pt x="997675" y="134877"/>
                </a:lnTo>
                <a:lnTo>
                  <a:pt x="998618" y="135229"/>
                </a:lnTo>
                <a:lnTo>
                  <a:pt x="999575" y="135559"/>
                </a:lnTo>
                <a:lnTo>
                  <a:pt x="1000545" y="135868"/>
                </a:lnTo>
                <a:lnTo>
                  <a:pt x="1001530" y="136156"/>
                </a:lnTo>
                <a:lnTo>
                  <a:pt x="1002529" y="136422"/>
                </a:lnTo>
                <a:lnTo>
                  <a:pt x="1003542" y="136667"/>
                </a:lnTo>
                <a:lnTo>
                  <a:pt x="1004569" y="136891"/>
                </a:lnTo>
                <a:lnTo>
                  <a:pt x="1005610" y="137093"/>
                </a:lnTo>
                <a:lnTo>
                  <a:pt x="1006665" y="137274"/>
                </a:lnTo>
                <a:lnTo>
                  <a:pt x="1007734" y="137434"/>
                </a:lnTo>
                <a:lnTo>
                  <a:pt x="1008817" y="137573"/>
                </a:lnTo>
                <a:lnTo>
                  <a:pt x="1009915" y="137690"/>
                </a:lnTo>
                <a:lnTo>
                  <a:pt x="1011026" y="137786"/>
                </a:lnTo>
                <a:lnTo>
                  <a:pt x="1012151" y="137860"/>
                </a:lnTo>
                <a:lnTo>
                  <a:pt x="1013290" y="137914"/>
                </a:lnTo>
                <a:lnTo>
                  <a:pt x="1014443" y="137946"/>
                </a:lnTo>
                <a:lnTo>
                  <a:pt x="1015611" y="137956"/>
                </a:lnTo>
                <a:lnTo>
                  <a:pt x="1016802" y="137946"/>
                </a:lnTo>
                <a:lnTo>
                  <a:pt x="1017979" y="137914"/>
                </a:lnTo>
                <a:lnTo>
                  <a:pt x="1019142" y="137860"/>
                </a:lnTo>
                <a:lnTo>
                  <a:pt x="1020290" y="137786"/>
                </a:lnTo>
                <a:lnTo>
                  <a:pt x="1021423" y="137690"/>
                </a:lnTo>
                <a:close/>
                <a:moveTo>
                  <a:pt x="1011485" y="124639"/>
                </a:moveTo>
                <a:lnTo>
                  <a:pt x="1010705" y="124546"/>
                </a:lnTo>
                <a:lnTo>
                  <a:pt x="1009940" y="124436"/>
                </a:lnTo>
                <a:lnTo>
                  <a:pt x="1009189" y="124310"/>
                </a:lnTo>
                <a:lnTo>
                  <a:pt x="1008453" y="124166"/>
                </a:lnTo>
                <a:lnTo>
                  <a:pt x="1007732" y="124005"/>
                </a:lnTo>
                <a:lnTo>
                  <a:pt x="1007026" y="123828"/>
                </a:lnTo>
                <a:lnTo>
                  <a:pt x="1006335" y="123633"/>
                </a:lnTo>
                <a:lnTo>
                  <a:pt x="1005659" y="123422"/>
                </a:lnTo>
                <a:lnTo>
                  <a:pt x="1004998" y="123194"/>
                </a:lnTo>
                <a:lnTo>
                  <a:pt x="1004352" y="122949"/>
                </a:lnTo>
                <a:lnTo>
                  <a:pt x="1003720" y="122687"/>
                </a:lnTo>
                <a:lnTo>
                  <a:pt x="1003103" y="122408"/>
                </a:lnTo>
                <a:lnTo>
                  <a:pt x="1002502" y="122112"/>
                </a:lnTo>
                <a:lnTo>
                  <a:pt x="1001915" y="121799"/>
                </a:lnTo>
                <a:lnTo>
                  <a:pt x="1001343" y="121470"/>
                </a:lnTo>
                <a:lnTo>
                  <a:pt x="1000786" y="121123"/>
                </a:lnTo>
                <a:lnTo>
                  <a:pt x="1000243" y="120760"/>
                </a:lnTo>
                <a:lnTo>
                  <a:pt x="999716" y="120379"/>
                </a:lnTo>
                <a:lnTo>
                  <a:pt x="999204" y="119982"/>
                </a:lnTo>
                <a:lnTo>
                  <a:pt x="998704" y="119570"/>
                </a:lnTo>
                <a:lnTo>
                  <a:pt x="998217" y="119144"/>
                </a:lnTo>
                <a:lnTo>
                  <a:pt x="997742" y="118706"/>
                </a:lnTo>
                <a:lnTo>
                  <a:pt x="997278" y="118256"/>
                </a:lnTo>
                <a:lnTo>
                  <a:pt x="996826" y="117792"/>
                </a:lnTo>
                <a:lnTo>
                  <a:pt x="996386" y="117316"/>
                </a:lnTo>
                <a:lnTo>
                  <a:pt x="995958" y="116826"/>
                </a:lnTo>
                <a:lnTo>
                  <a:pt x="995541" y="116324"/>
                </a:lnTo>
                <a:lnTo>
                  <a:pt x="995136" y="115809"/>
                </a:lnTo>
                <a:lnTo>
                  <a:pt x="994744" y="115282"/>
                </a:lnTo>
                <a:lnTo>
                  <a:pt x="994363" y="114741"/>
                </a:lnTo>
                <a:lnTo>
                  <a:pt x="993993" y="114188"/>
                </a:lnTo>
                <a:lnTo>
                  <a:pt x="993636" y="113622"/>
                </a:lnTo>
                <a:lnTo>
                  <a:pt x="993290" y="113043"/>
                </a:lnTo>
                <a:lnTo>
                  <a:pt x="992956" y="112451"/>
                </a:lnTo>
                <a:lnTo>
                  <a:pt x="992634" y="111847"/>
                </a:lnTo>
                <a:lnTo>
                  <a:pt x="992324" y="111230"/>
                </a:lnTo>
                <a:lnTo>
                  <a:pt x="992026" y="110599"/>
                </a:lnTo>
                <a:lnTo>
                  <a:pt x="991739" y="109957"/>
                </a:lnTo>
                <a:lnTo>
                  <a:pt x="991464" y="109301"/>
                </a:lnTo>
                <a:lnTo>
                  <a:pt x="991201" y="108632"/>
                </a:lnTo>
                <a:lnTo>
                  <a:pt x="990950" y="107951"/>
                </a:lnTo>
                <a:lnTo>
                  <a:pt x="990710" y="107257"/>
                </a:lnTo>
                <a:lnTo>
                  <a:pt x="990483" y="106550"/>
                </a:lnTo>
                <a:lnTo>
                  <a:pt x="990266" y="105832"/>
                </a:lnTo>
                <a:lnTo>
                  <a:pt x="990058" y="105107"/>
                </a:lnTo>
                <a:lnTo>
                  <a:pt x="989859" y="104374"/>
                </a:lnTo>
                <a:lnTo>
                  <a:pt x="989670" y="103632"/>
                </a:lnTo>
                <a:lnTo>
                  <a:pt x="989490" y="102883"/>
                </a:lnTo>
                <a:lnTo>
                  <a:pt x="989319" y="102125"/>
                </a:lnTo>
                <a:lnTo>
                  <a:pt x="989157" y="101360"/>
                </a:lnTo>
                <a:lnTo>
                  <a:pt x="989005" y="100587"/>
                </a:lnTo>
                <a:lnTo>
                  <a:pt x="988861" y="99805"/>
                </a:lnTo>
                <a:lnTo>
                  <a:pt x="988728" y="99016"/>
                </a:lnTo>
                <a:lnTo>
                  <a:pt x="988603" y="98219"/>
                </a:lnTo>
                <a:lnTo>
                  <a:pt x="988487" y="97413"/>
                </a:lnTo>
                <a:lnTo>
                  <a:pt x="988381" y="96600"/>
                </a:lnTo>
                <a:lnTo>
                  <a:pt x="988284" y="95778"/>
                </a:lnTo>
                <a:lnTo>
                  <a:pt x="988196" y="94949"/>
                </a:lnTo>
                <a:lnTo>
                  <a:pt x="988118" y="94112"/>
                </a:lnTo>
                <a:lnTo>
                  <a:pt x="988049" y="93266"/>
                </a:lnTo>
                <a:lnTo>
                  <a:pt x="987988" y="92413"/>
                </a:lnTo>
                <a:lnTo>
                  <a:pt x="987938" y="91552"/>
                </a:lnTo>
                <a:lnTo>
                  <a:pt x="987896" y="90682"/>
                </a:lnTo>
                <a:lnTo>
                  <a:pt x="987864" y="89805"/>
                </a:lnTo>
                <a:lnTo>
                  <a:pt x="987841" y="88920"/>
                </a:lnTo>
                <a:lnTo>
                  <a:pt x="987827" y="88026"/>
                </a:lnTo>
                <a:lnTo>
                  <a:pt x="987822" y="87125"/>
                </a:lnTo>
                <a:lnTo>
                  <a:pt x="987827" y="86206"/>
                </a:lnTo>
                <a:lnTo>
                  <a:pt x="987841" y="85296"/>
                </a:lnTo>
                <a:lnTo>
                  <a:pt x="987864" y="84393"/>
                </a:lnTo>
                <a:lnTo>
                  <a:pt x="987896" y="83499"/>
                </a:lnTo>
                <a:lnTo>
                  <a:pt x="987938" y="82613"/>
                </a:lnTo>
                <a:lnTo>
                  <a:pt x="987988" y="81736"/>
                </a:lnTo>
                <a:lnTo>
                  <a:pt x="988049" y="80866"/>
                </a:lnTo>
                <a:lnTo>
                  <a:pt x="988118" y="80005"/>
                </a:lnTo>
                <a:lnTo>
                  <a:pt x="988196" y="79152"/>
                </a:lnTo>
                <a:lnTo>
                  <a:pt x="988284" y="78307"/>
                </a:lnTo>
                <a:lnTo>
                  <a:pt x="988381" y="77470"/>
                </a:lnTo>
                <a:lnTo>
                  <a:pt x="988487" y="76641"/>
                </a:lnTo>
                <a:lnTo>
                  <a:pt x="988603" y="75821"/>
                </a:lnTo>
                <a:lnTo>
                  <a:pt x="988728" y="75009"/>
                </a:lnTo>
                <a:lnTo>
                  <a:pt x="988861" y="74205"/>
                </a:lnTo>
                <a:lnTo>
                  <a:pt x="989005" y="73409"/>
                </a:lnTo>
                <a:lnTo>
                  <a:pt x="989157" y="72621"/>
                </a:lnTo>
                <a:lnTo>
                  <a:pt x="989319" y="71842"/>
                </a:lnTo>
                <a:lnTo>
                  <a:pt x="989490" y="71070"/>
                </a:lnTo>
                <a:lnTo>
                  <a:pt x="989670" y="70307"/>
                </a:lnTo>
                <a:lnTo>
                  <a:pt x="989859" y="69552"/>
                </a:lnTo>
                <a:lnTo>
                  <a:pt x="990058" y="68806"/>
                </a:lnTo>
                <a:lnTo>
                  <a:pt x="990266" y="68067"/>
                </a:lnTo>
                <a:lnTo>
                  <a:pt x="990483" y="67337"/>
                </a:lnTo>
                <a:lnTo>
                  <a:pt x="990710" y="66617"/>
                </a:lnTo>
                <a:lnTo>
                  <a:pt x="990950" y="65910"/>
                </a:lnTo>
                <a:lnTo>
                  <a:pt x="991201" y="65217"/>
                </a:lnTo>
                <a:lnTo>
                  <a:pt x="991464" y="64536"/>
                </a:lnTo>
                <a:lnTo>
                  <a:pt x="991739" y="63868"/>
                </a:lnTo>
                <a:lnTo>
                  <a:pt x="992026" y="63214"/>
                </a:lnTo>
                <a:lnTo>
                  <a:pt x="992324" y="62572"/>
                </a:lnTo>
                <a:lnTo>
                  <a:pt x="992634" y="61943"/>
                </a:lnTo>
                <a:lnTo>
                  <a:pt x="992956" y="61327"/>
                </a:lnTo>
                <a:lnTo>
                  <a:pt x="993290" y="60725"/>
                </a:lnTo>
                <a:lnTo>
                  <a:pt x="993636" y="60135"/>
                </a:lnTo>
                <a:lnTo>
                  <a:pt x="993993" y="59558"/>
                </a:lnTo>
                <a:lnTo>
                  <a:pt x="994363" y="58995"/>
                </a:lnTo>
                <a:lnTo>
                  <a:pt x="994744" y="58444"/>
                </a:lnTo>
                <a:lnTo>
                  <a:pt x="995136" y="57906"/>
                </a:lnTo>
                <a:lnTo>
                  <a:pt x="995541" y="57382"/>
                </a:lnTo>
                <a:lnTo>
                  <a:pt x="995958" y="56870"/>
                </a:lnTo>
                <a:lnTo>
                  <a:pt x="996386" y="56371"/>
                </a:lnTo>
                <a:lnTo>
                  <a:pt x="996826" y="55885"/>
                </a:lnTo>
                <a:lnTo>
                  <a:pt x="997278" y="55413"/>
                </a:lnTo>
                <a:lnTo>
                  <a:pt x="997742" y="54953"/>
                </a:lnTo>
                <a:lnTo>
                  <a:pt x="998217" y="54506"/>
                </a:lnTo>
                <a:lnTo>
                  <a:pt x="998704" y="54073"/>
                </a:lnTo>
                <a:lnTo>
                  <a:pt x="999204" y="53652"/>
                </a:lnTo>
                <a:lnTo>
                  <a:pt x="999716" y="53246"/>
                </a:lnTo>
                <a:lnTo>
                  <a:pt x="1000243" y="52858"/>
                </a:lnTo>
                <a:lnTo>
                  <a:pt x="1000786" y="52486"/>
                </a:lnTo>
                <a:lnTo>
                  <a:pt x="1001343" y="52132"/>
                </a:lnTo>
                <a:lnTo>
                  <a:pt x="1001915" y="51796"/>
                </a:lnTo>
                <a:lnTo>
                  <a:pt x="1002502" y="51476"/>
                </a:lnTo>
                <a:lnTo>
                  <a:pt x="1003103" y="51174"/>
                </a:lnTo>
                <a:lnTo>
                  <a:pt x="1003720" y="50889"/>
                </a:lnTo>
                <a:lnTo>
                  <a:pt x="1004352" y="50622"/>
                </a:lnTo>
                <a:lnTo>
                  <a:pt x="1004998" y="50371"/>
                </a:lnTo>
                <a:lnTo>
                  <a:pt x="1005659" y="50138"/>
                </a:lnTo>
                <a:lnTo>
                  <a:pt x="1006335" y="49922"/>
                </a:lnTo>
                <a:lnTo>
                  <a:pt x="1007026" y="49724"/>
                </a:lnTo>
                <a:lnTo>
                  <a:pt x="1007732" y="49542"/>
                </a:lnTo>
                <a:lnTo>
                  <a:pt x="1008453" y="49378"/>
                </a:lnTo>
                <a:lnTo>
                  <a:pt x="1009189" y="49231"/>
                </a:lnTo>
                <a:lnTo>
                  <a:pt x="1009940" y="49102"/>
                </a:lnTo>
                <a:lnTo>
                  <a:pt x="1010705" y="48990"/>
                </a:lnTo>
                <a:lnTo>
                  <a:pt x="1011485" y="48895"/>
                </a:lnTo>
                <a:lnTo>
                  <a:pt x="1012281" y="48817"/>
                </a:lnTo>
                <a:lnTo>
                  <a:pt x="1013091" y="48757"/>
                </a:lnTo>
                <a:lnTo>
                  <a:pt x="1013916" y="48713"/>
                </a:lnTo>
                <a:lnTo>
                  <a:pt x="1014756" y="48688"/>
                </a:lnTo>
                <a:lnTo>
                  <a:pt x="1015611" y="48679"/>
                </a:lnTo>
                <a:lnTo>
                  <a:pt x="1016490" y="48688"/>
                </a:lnTo>
                <a:lnTo>
                  <a:pt x="1017354" y="48713"/>
                </a:lnTo>
                <a:lnTo>
                  <a:pt x="1018203" y="48757"/>
                </a:lnTo>
                <a:lnTo>
                  <a:pt x="1019038" y="48817"/>
                </a:lnTo>
                <a:lnTo>
                  <a:pt x="1019857" y="48895"/>
                </a:lnTo>
                <a:lnTo>
                  <a:pt x="1020661" y="48990"/>
                </a:lnTo>
                <a:lnTo>
                  <a:pt x="1021450" y="49102"/>
                </a:lnTo>
                <a:lnTo>
                  <a:pt x="1022224" y="49231"/>
                </a:lnTo>
                <a:lnTo>
                  <a:pt x="1022983" y="49378"/>
                </a:lnTo>
                <a:lnTo>
                  <a:pt x="1023726" y="49542"/>
                </a:lnTo>
                <a:lnTo>
                  <a:pt x="1024455" y="49724"/>
                </a:lnTo>
                <a:lnTo>
                  <a:pt x="1025169" y="49922"/>
                </a:lnTo>
                <a:lnTo>
                  <a:pt x="1025868" y="50138"/>
                </a:lnTo>
                <a:lnTo>
                  <a:pt x="1026551" y="50371"/>
                </a:lnTo>
                <a:lnTo>
                  <a:pt x="1027220" y="50622"/>
                </a:lnTo>
                <a:lnTo>
                  <a:pt x="1027873" y="50889"/>
                </a:lnTo>
                <a:lnTo>
                  <a:pt x="1028512" y="51174"/>
                </a:lnTo>
                <a:lnTo>
                  <a:pt x="1029135" y="51476"/>
                </a:lnTo>
                <a:lnTo>
                  <a:pt x="1029744" y="51796"/>
                </a:lnTo>
                <a:lnTo>
                  <a:pt x="1030337" y="52132"/>
                </a:lnTo>
                <a:lnTo>
                  <a:pt x="1030915" y="52486"/>
                </a:lnTo>
                <a:lnTo>
                  <a:pt x="1031478" y="52858"/>
                </a:lnTo>
                <a:lnTo>
                  <a:pt x="1032026" y="53246"/>
                </a:lnTo>
                <a:lnTo>
                  <a:pt x="1032559" y="53652"/>
                </a:lnTo>
                <a:lnTo>
                  <a:pt x="1033079" y="54073"/>
                </a:lnTo>
                <a:lnTo>
                  <a:pt x="1033586" y="54506"/>
                </a:lnTo>
                <a:lnTo>
                  <a:pt x="1034081" y="54953"/>
                </a:lnTo>
                <a:lnTo>
                  <a:pt x="1034563" y="55413"/>
                </a:lnTo>
                <a:lnTo>
                  <a:pt x="1035033" y="55885"/>
                </a:lnTo>
                <a:lnTo>
                  <a:pt x="1035491" y="56371"/>
                </a:lnTo>
                <a:lnTo>
                  <a:pt x="1035936" y="56870"/>
                </a:lnTo>
                <a:lnTo>
                  <a:pt x="1036370" y="57382"/>
                </a:lnTo>
                <a:lnTo>
                  <a:pt x="1036790" y="57906"/>
                </a:lnTo>
                <a:lnTo>
                  <a:pt x="1037199" y="58444"/>
                </a:lnTo>
                <a:lnTo>
                  <a:pt x="1037595" y="58995"/>
                </a:lnTo>
                <a:lnTo>
                  <a:pt x="1037979" y="59558"/>
                </a:lnTo>
                <a:lnTo>
                  <a:pt x="1038351" y="60135"/>
                </a:lnTo>
                <a:lnTo>
                  <a:pt x="1038710" y="60725"/>
                </a:lnTo>
                <a:lnTo>
                  <a:pt x="1039057" y="61327"/>
                </a:lnTo>
                <a:lnTo>
                  <a:pt x="1039392" y="61943"/>
                </a:lnTo>
                <a:lnTo>
                  <a:pt x="1039714" y="62572"/>
                </a:lnTo>
                <a:lnTo>
                  <a:pt x="1040024" y="63214"/>
                </a:lnTo>
                <a:lnTo>
                  <a:pt x="1040322" y="63868"/>
                </a:lnTo>
                <a:lnTo>
                  <a:pt x="1040607" y="64536"/>
                </a:lnTo>
                <a:lnTo>
                  <a:pt x="1040880" y="65217"/>
                </a:lnTo>
                <a:lnTo>
                  <a:pt x="1041141" y="65910"/>
                </a:lnTo>
                <a:lnTo>
                  <a:pt x="1041389" y="66617"/>
                </a:lnTo>
                <a:lnTo>
                  <a:pt x="1041625" y="67337"/>
                </a:lnTo>
                <a:lnTo>
                  <a:pt x="1041850" y="68067"/>
                </a:lnTo>
                <a:lnTo>
                  <a:pt x="1042066" y="68806"/>
                </a:lnTo>
                <a:lnTo>
                  <a:pt x="1042272" y="69552"/>
                </a:lnTo>
                <a:lnTo>
                  <a:pt x="1042468" y="70307"/>
                </a:lnTo>
                <a:lnTo>
                  <a:pt x="1042655" y="71070"/>
                </a:lnTo>
                <a:lnTo>
                  <a:pt x="1042832" y="71842"/>
                </a:lnTo>
                <a:lnTo>
                  <a:pt x="1043000" y="72621"/>
                </a:lnTo>
                <a:lnTo>
                  <a:pt x="1043158" y="73409"/>
                </a:lnTo>
                <a:lnTo>
                  <a:pt x="1043306" y="74205"/>
                </a:lnTo>
                <a:lnTo>
                  <a:pt x="1043445" y="75009"/>
                </a:lnTo>
                <a:lnTo>
                  <a:pt x="1043575" y="75821"/>
                </a:lnTo>
                <a:lnTo>
                  <a:pt x="1043694" y="76641"/>
                </a:lnTo>
                <a:lnTo>
                  <a:pt x="1043805" y="77470"/>
                </a:lnTo>
                <a:lnTo>
                  <a:pt x="1043905" y="78307"/>
                </a:lnTo>
                <a:lnTo>
                  <a:pt x="1043996" y="79152"/>
                </a:lnTo>
                <a:lnTo>
                  <a:pt x="1044078" y="80005"/>
                </a:lnTo>
                <a:lnTo>
                  <a:pt x="1044150" y="80866"/>
                </a:lnTo>
                <a:lnTo>
                  <a:pt x="1044212" y="81736"/>
                </a:lnTo>
                <a:lnTo>
                  <a:pt x="1044264" y="82613"/>
                </a:lnTo>
                <a:lnTo>
                  <a:pt x="1044308" y="83499"/>
                </a:lnTo>
                <a:lnTo>
                  <a:pt x="1044341" y="84393"/>
                </a:lnTo>
                <a:lnTo>
                  <a:pt x="1044365" y="85296"/>
                </a:lnTo>
                <a:lnTo>
                  <a:pt x="1044379" y="86206"/>
                </a:lnTo>
                <a:lnTo>
                  <a:pt x="1044384" y="87125"/>
                </a:lnTo>
                <a:lnTo>
                  <a:pt x="1044379" y="88026"/>
                </a:lnTo>
                <a:lnTo>
                  <a:pt x="1044365" y="88920"/>
                </a:lnTo>
                <a:lnTo>
                  <a:pt x="1044341" y="89805"/>
                </a:lnTo>
                <a:lnTo>
                  <a:pt x="1044308" y="90682"/>
                </a:lnTo>
                <a:lnTo>
                  <a:pt x="1044264" y="91552"/>
                </a:lnTo>
                <a:lnTo>
                  <a:pt x="1044212" y="92413"/>
                </a:lnTo>
                <a:lnTo>
                  <a:pt x="1044150" y="93266"/>
                </a:lnTo>
                <a:lnTo>
                  <a:pt x="1044078" y="94112"/>
                </a:lnTo>
                <a:lnTo>
                  <a:pt x="1043996" y="94949"/>
                </a:lnTo>
                <a:lnTo>
                  <a:pt x="1043905" y="95778"/>
                </a:lnTo>
                <a:lnTo>
                  <a:pt x="1043805" y="96600"/>
                </a:lnTo>
                <a:lnTo>
                  <a:pt x="1043694" y="97413"/>
                </a:lnTo>
                <a:lnTo>
                  <a:pt x="1043575" y="98219"/>
                </a:lnTo>
                <a:lnTo>
                  <a:pt x="1043445" y="99016"/>
                </a:lnTo>
                <a:lnTo>
                  <a:pt x="1043306" y="99805"/>
                </a:lnTo>
                <a:lnTo>
                  <a:pt x="1043158" y="100587"/>
                </a:lnTo>
                <a:lnTo>
                  <a:pt x="1043000" y="101360"/>
                </a:lnTo>
                <a:lnTo>
                  <a:pt x="1042832" y="102125"/>
                </a:lnTo>
                <a:lnTo>
                  <a:pt x="1042655" y="102883"/>
                </a:lnTo>
                <a:lnTo>
                  <a:pt x="1042468" y="103632"/>
                </a:lnTo>
                <a:lnTo>
                  <a:pt x="1042272" y="104374"/>
                </a:lnTo>
                <a:lnTo>
                  <a:pt x="1042066" y="105107"/>
                </a:lnTo>
                <a:lnTo>
                  <a:pt x="1041850" y="105832"/>
                </a:lnTo>
                <a:lnTo>
                  <a:pt x="1041625" y="106550"/>
                </a:lnTo>
                <a:lnTo>
                  <a:pt x="1041389" y="107257"/>
                </a:lnTo>
                <a:lnTo>
                  <a:pt x="1041141" y="107951"/>
                </a:lnTo>
                <a:lnTo>
                  <a:pt x="1040880" y="108632"/>
                </a:lnTo>
                <a:lnTo>
                  <a:pt x="1040607" y="109301"/>
                </a:lnTo>
                <a:lnTo>
                  <a:pt x="1040322" y="109957"/>
                </a:lnTo>
                <a:lnTo>
                  <a:pt x="1040024" y="110599"/>
                </a:lnTo>
                <a:lnTo>
                  <a:pt x="1039714" y="111230"/>
                </a:lnTo>
                <a:lnTo>
                  <a:pt x="1039392" y="111847"/>
                </a:lnTo>
                <a:lnTo>
                  <a:pt x="1039057" y="112451"/>
                </a:lnTo>
                <a:lnTo>
                  <a:pt x="1038710" y="113043"/>
                </a:lnTo>
                <a:lnTo>
                  <a:pt x="1038351" y="113622"/>
                </a:lnTo>
                <a:lnTo>
                  <a:pt x="1037979" y="114188"/>
                </a:lnTo>
                <a:lnTo>
                  <a:pt x="1037595" y="114741"/>
                </a:lnTo>
                <a:lnTo>
                  <a:pt x="1037199" y="115282"/>
                </a:lnTo>
                <a:lnTo>
                  <a:pt x="1036790" y="115809"/>
                </a:lnTo>
                <a:lnTo>
                  <a:pt x="1036370" y="116324"/>
                </a:lnTo>
                <a:lnTo>
                  <a:pt x="1035936" y="116826"/>
                </a:lnTo>
                <a:lnTo>
                  <a:pt x="1035491" y="117316"/>
                </a:lnTo>
                <a:lnTo>
                  <a:pt x="1035033" y="117792"/>
                </a:lnTo>
                <a:lnTo>
                  <a:pt x="1034563" y="118256"/>
                </a:lnTo>
                <a:lnTo>
                  <a:pt x="1034081" y="118706"/>
                </a:lnTo>
                <a:lnTo>
                  <a:pt x="1033586" y="119144"/>
                </a:lnTo>
                <a:lnTo>
                  <a:pt x="1033079" y="119570"/>
                </a:lnTo>
                <a:lnTo>
                  <a:pt x="1032559" y="119982"/>
                </a:lnTo>
                <a:lnTo>
                  <a:pt x="1032026" y="120379"/>
                </a:lnTo>
                <a:lnTo>
                  <a:pt x="1031478" y="120760"/>
                </a:lnTo>
                <a:lnTo>
                  <a:pt x="1030915" y="121123"/>
                </a:lnTo>
                <a:lnTo>
                  <a:pt x="1030337" y="121470"/>
                </a:lnTo>
                <a:lnTo>
                  <a:pt x="1029744" y="121799"/>
                </a:lnTo>
                <a:lnTo>
                  <a:pt x="1029135" y="122112"/>
                </a:lnTo>
                <a:lnTo>
                  <a:pt x="1028512" y="122408"/>
                </a:lnTo>
                <a:lnTo>
                  <a:pt x="1027873" y="122687"/>
                </a:lnTo>
                <a:lnTo>
                  <a:pt x="1027220" y="122949"/>
                </a:lnTo>
                <a:lnTo>
                  <a:pt x="1026551" y="123194"/>
                </a:lnTo>
                <a:lnTo>
                  <a:pt x="1025868" y="123422"/>
                </a:lnTo>
                <a:lnTo>
                  <a:pt x="1025169" y="123633"/>
                </a:lnTo>
                <a:lnTo>
                  <a:pt x="1024455" y="123828"/>
                </a:lnTo>
                <a:lnTo>
                  <a:pt x="1023726" y="124005"/>
                </a:lnTo>
                <a:lnTo>
                  <a:pt x="1022983" y="124166"/>
                </a:lnTo>
                <a:lnTo>
                  <a:pt x="1022224" y="124310"/>
                </a:lnTo>
                <a:lnTo>
                  <a:pt x="1021450" y="124436"/>
                </a:lnTo>
                <a:lnTo>
                  <a:pt x="1020661" y="124546"/>
                </a:lnTo>
                <a:lnTo>
                  <a:pt x="1019857" y="124639"/>
                </a:lnTo>
                <a:lnTo>
                  <a:pt x="1019038" y="124715"/>
                </a:lnTo>
                <a:lnTo>
                  <a:pt x="1018203" y="124774"/>
                </a:lnTo>
                <a:lnTo>
                  <a:pt x="1017354" y="124817"/>
                </a:lnTo>
                <a:lnTo>
                  <a:pt x="1016490" y="124842"/>
                </a:lnTo>
                <a:lnTo>
                  <a:pt x="1015611" y="124850"/>
                </a:lnTo>
                <a:lnTo>
                  <a:pt x="1014756" y="124842"/>
                </a:lnTo>
                <a:lnTo>
                  <a:pt x="1013916" y="124817"/>
                </a:lnTo>
                <a:lnTo>
                  <a:pt x="1013091" y="124774"/>
                </a:lnTo>
                <a:lnTo>
                  <a:pt x="1012281" y="124715"/>
                </a:lnTo>
                <a:lnTo>
                  <a:pt x="1011485" y="1246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" name="Text Quad-Treesusing">
            <a:extLst xmlns:a="http://schemas.openxmlformats.org/drawingml/2006/main">
              <a:ext uri="{FF2B5EF4-FFF2-40B4-BE49-F238E27FC236}">
                <a16:creationId xmlns:a16="http://schemas.microsoft.com/office/drawing/2014/main" id="{3A981FBF-7CA4-431B-A922-BEF0D7C57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2570" y="912175"/>
            <a:ext cx="1493333" cy="173513"/>
          </a:xfrm>
          <a:custGeom xmlns:a="http://schemas.openxmlformats.org/drawingml/2006/main">
            <a:pathLst>
              <a:path w="1493333" h="173513">
                <a:moveTo>
                  <a:pt x="623243" y="3551"/>
                </a:moveTo>
                <a:lnTo>
                  <a:pt x="530124" y="3551"/>
                </a:lnTo>
                <a:lnTo>
                  <a:pt x="530124" y="18446"/>
                </a:lnTo>
                <a:lnTo>
                  <a:pt x="567904" y="18446"/>
                </a:lnTo>
                <a:lnTo>
                  <a:pt x="567904" y="136324"/>
                </a:lnTo>
                <a:lnTo>
                  <a:pt x="585561" y="136324"/>
                </a:lnTo>
                <a:lnTo>
                  <a:pt x="585561" y="18446"/>
                </a:lnTo>
                <a:lnTo>
                  <a:pt x="623243" y="18446"/>
                </a:lnTo>
                <a:lnTo>
                  <a:pt x="623243" y="3551"/>
                </a:lnTo>
                <a:close/>
                <a:moveTo>
                  <a:pt x="83880" y="135553"/>
                </a:moveTo>
                <a:lnTo>
                  <a:pt x="85295" y="135146"/>
                </a:lnTo>
                <a:lnTo>
                  <a:pt x="86687" y="134709"/>
                </a:lnTo>
                <a:lnTo>
                  <a:pt x="88055" y="134242"/>
                </a:lnTo>
                <a:lnTo>
                  <a:pt x="89400" y="133745"/>
                </a:lnTo>
                <a:lnTo>
                  <a:pt x="90721" y="133217"/>
                </a:lnTo>
                <a:lnTo>
                  <a:pt x="92018" y="132660"/>
                </a:lnTo>
                <a:lnTo>
                  <a:pt x="93291" y="132072"/>
                </a:lnTo>
                <a:lnTo>
                  <a:pt x="94541" y="131454"/>
                </a:lnTo>
                <a:lnTo>
                  <a:pt x="95768" y="130806"/>
                </a:lnTo>
                <a:lnTo>
                  <a:pt x="96971" y="130128"/>
                </a:lnTo>
                <a:lnTo>
                  <a:pt x="98150" y="129419"/>
                </a:lnTo>
                <a:lnTo>
                  <a:pt x="99305" y="128685"/>
                </a:lnTo>
                <a:lnTo>
                  <a:pt x="100437" y="127927"/>
                </a:lnTo>
                <a:lnTo>
                  <a:pt x="101544" y="127146"/>
                </a:lnTo>
                <a:lnTo>
                  <a:pt x="102628" y="126342"/>
                </a:lnTo>
                <a:lnTo>
                  <a:pt x="103688" y="125516"/>
                </a:lnTo>
                <a:lnTo>
                  <a:pt x="104725" y="124666"/>
                </a:lnTo>
                <a:lnTo>
                  <a:pt x="105737" y="123794"/>
                </a:lnTo>
                <a:lnTo>
                  <a:pt x="106726" y="122898"/>
                </a:lnTo>
                <a:lnTo>
                  <a:pt x="107691" y="121980"/>
                </a:lnTo>
                <a:lnTo>
                  <a:pt x="108632" y="121038"/>
                </a:lnTo>
                <a:lnTo>
                  <a:pt x="109549" y="120074"/>
                </a:lnTo>
                <a:lnTo>
                  <a:pt x="110443" y="119087"/>
                </a:lnTo>
                <a:lnTo>
                  <a:pt x="111313" y="118076"/>
                </a:lnTo>
                <a:lnTo>
                  <a:pt x="112159" y="117043"/>
                </a:lnTo>
                <a:lnTo>
                  <a:pt x="112981" y="115987"/>
                </a:lnTo>
                <a:lnTo>
                  <a:pt x="113779" y="114908"/>
                </a:lnTo>
                <a:lnTo>
                  <a:pt x="114554" y="113806"/>
                </a:lnTo>
                <a:lnTo>
                  <a:pt x="115304" y="112681"/>
                </a:lnTo>
                <a:lnTo>
                  <a:pt x="116031" y="111533"/>
                </a:lnTo>
                <a:lnTo>
                  <a:pt x="116734" y="110362"/>
                </a:lnTo>
                <a:lnTo>
                  <a:pt x="117414" y="109168"/>
                </a:lnTo>
                <a:lnTo>
                  <a:pt x="118069" y="107952"/>
                </a:lnTo>
                <a:lnTo>
                  <a:pt x="118701" y="106712"/>
                </a:lnTo>
                <a:lnTo>
                  <a:pt x="119309" y="105449"/>
                </a:lnTo>
                <a:lnTo>
                  <a:pt x="119892" y="104167"/>
                </a:lnTo>
                <a:lnTo>
                  <a:pt x="120451" y="102867"/>
                </a:lnTo>
                <a:lnTo>
                  <a:pt x="120985" y="101551"/>
                </a:lnTo>
                <a:lnTo>
                  <a:pt x="121494" y="100218"/>
                </a:lnTo>
                <a:lnTo>
                  <a:pt x="121978" y="98869"/>
                </a:lnTo>
                <a:lnTo>
                  <a:pt x="122437" y="97502"/>
                </a:lnTo>
                <a:lnTo>
                  <a:pt x="122872" y="96119"/>
                </a:lnTo>
                <a:lnTo>
                  <a:pt x="123282" y="94719"/>
                </a:lnTo>
                <a:lnTo>
                  <a:pt x="123667" y="93302"/>
                </a:lnTo>
                <a:lnTo>
                  <a:pt x="124027" y="91869"/>
                </a:lnTo>
                <a:lnTo>
                  <a:pt x="124362" y="90418"/>
                </a:lnTo>
                <a:lnTo>
                  <a:pt x="124672" y="88951"/>
                </a:lnTo>
                <a:lnTo>
                  <a:pt x="124958" y="87467"/>
                </a:lnTo>
                <a:lnTo>
                  <a:pt x="125219" y="85967"/>
                </a:lnTo>
                <a:lnTo>
                  <a:pt x="125454" y="84449"/>
                </a:lnTo>
                <a:lnTo>
                  <a:pt x="125666" y="82915"/>
                </a:lnTo>
                <a:lnTo>
                  <a:pt x="125852" y="81364"/>
                </a:lnTo>
                <a:lnTo>
                  <a:pt x="126013" y="79796"/>
                </a:lnTo>
                <a:lnTo>
                  <a:pt x="126150" y="78211"/>
                </a:lnTo>
                <a:lnTo>
                  <a:pt x="126262" y="76610"/>
                </a:lnTo>
                <a:lnTo>
                  <a:pt x="126348" y="74992"/>
                </a:lnTo>
                <a:lnTo>
                  <a:pt x="126410" y="73357"/>
                </a:lnTo>
                <a:lnTo>
                  <a:pt x="126448" y="71705"/>
                </a:lnTo>
                <a:lnTo>
                  <a:pt x="126460" y="70036"/>
                </a:lnTo>
                <a:lnTo>
                  <a:pt x="126448" y="68368"/>
                </a:lnTo>
                <a:lnTo>
                  <a:pt x="126410" y="66715"/>
                </a:lnTo>
                <a:lnTo>
                  <a:pt x="126348" y="65080"/>
                </a:lnTo>
                <a:lnTo>
                  <a:pt x="126262" y="63460"/>
                </a:lnTo>
                <a:lnTo>
                  <a:pt x="126150" y="61857"/>
                </a:lnTo>
                <a:lnTo>
                  <a:pt x="126013" y="60271"/>
                </a:lnTo>
                <a:lnTo>
                  <a:pt x="125852" y="58701"/>
                </a:lnTo>
                <a:lnTo>
                  <a:pt x="125666" y="57147"/>
                </a:lnTo>
                <a:lnTo>
                  <a:pt x="125454" y="55610"/>
                </a:lnTo>
                <a:lnTo>
                  <a:pt x="125219" y="54089"/>
                </a:lnTo>
                <a:lnTo>
                  <a:pt x="124958" y="52585"/>
                </a:lnTo>
                <a:lnTo>
                  <a:pt x="124672" y="51097"/>
                </a:lnTo>
                <a:lnTo>
                  <a:pt x="124362" y="49626"/>
                </a:lnTo>
                <a:lnTo>
                  <a:pt x="124027" y="48171"/>
                </a:lnTo>
                <a:lnTo>
                  <a:pt x="123667" y="46732"/>
                </a:lnTo>
                <a:lnTo>
                  <a:pt x="123282" y="45310"/>
                </a:lnTo>
                <a:lnTo>
                  <a:pt x="122872" y="43904"/>
                </a:lnTo>
                <a:lnTo>
                  <a:pt x="122437" y="42515"/>
                </a:lnTo>
                <a:lnTo>
                  <a:pt x="121978" y="41142"/>
                </a:lnTo>
                <a:lnTo>
                  <a:pt x="121494" y="39786"/>
                </a:lnTo>
                <a:lnTo>
                  <a:pt x="120985" y="38446"/>
                </a:lnTo>
                <a:lnTo>
                  <a:pt x="120451" y="37123"/>
                </a:lnTo>
                <a:lnTo>
                  <a:pt x="119892" y="35816"/>
                </a:lnTo>
                <a:lnTo>
                  <a:pt x="119309" y="34525"/>
                </a:lnTo>
                <a:lnTo>
                  <a:pt x="118701" y="33254"/>
                </a:lnTo>
                <a:lnTo>
                  <a:pt x="118069" y="32007"/>
                </a:lnTo>
                <a:lnTo>
                  <a:pt x="117414" y="30783"/>
                </a:lnTo>
                <a:lnTo>
                  <a:pt x="116734" y="29582"/>
                </a:lnTo>
                <a:lnTo>
                  <a:pt x="116031" y="28404"/>
                </a:lnTo>
                <a:lnTo>
                  <a:pt x="115304" y="27250"/>
                </a:lnTo>
                <a:lnTo>
                  <a:pt x="114554" y="26119"/>
                </a:lnTo>
                <a:lnTo>
                  <a:pt x="113779" y="25011"/>
                </a:lnTo>
                <a:lnTo>
                  <a:pt x="112981" y="23927"/>
                </a:lnTo>
                <a:lnTo>
                  <a:pt x="112159" y="22866"/>
                </a:lnTo>
                <a:lnTo>
                  <a:pt x="111313" y="21828"/>
                </a:lnTo>
                <a:lnTo>
                  <a:pt x="110443" y="20814"/>
                </a:lnTo>
                <a:lnTo>
                  <a:pt x="109549" y="19822"/>
                </a:lnTo>
                <a:lnTo>
                  <a:pt x="108632" y="18854"/>
                </a:lnTo>
                <a:lnTo>
                  <a:pt x="107691" y="17910"/>
                </a:lnTo>
                <a:lnTo>
                  <a:pt x="106726" y="16988"/>
                </a:lnTo>
                <a:lnTo>
                  <a:pt x="105737" y="16090"/>
                </a:lnTo>
                <a:lnTo>
                  <a:pt x="104725" y="15216"/>
                </a:lnTo>
                <a:lnTo>
                  <a:pt x="103688" y="14364"/>
                </a:lnTo>
                <a:lnTo>
                  <a:pt x="102628" y="13536"/>
                </a:lnTo>
                <a:lnTo>
                  <a:pt x="101544" y="12731"/>
                </a:lnTo>
                <a:lnTo>
                  <a:pt x="100437" y="11949"/>
                </a:lnTo>
                <a:lnTo>
                  <a:pt x="99305" y="11191"/>
                </a:lnTo>
                <a:lnTo>
                  <a:pt x="98150" y="10456"/>
                </a:lnTo>
                <a:lnTo>
                  <a:pt x="96971" y="9748"/>
                </a:lnTo>
                <a:lnTo>
                  <a:pt x="95768" y="9070"/>
                </a:lnTo>
                <a:lnTo>
                  <a:pt x="94541" y="8422"/>
                </a:lnTo>
                <a:lnTo>
                  <a:pt x="93291" y="7804"/>
                </a:lnTo>
                <a:lnTo>
                  <a:pt x="92018" y="7216"/>
                </a:lnTo>
                <a:lnTo>
                  <a:pt x="90721" y="6658"/>
                </a:lnTo>
                <a:lnTo>
                  <a:pt x="89400" y="6131"/>
                </a:lnTo>
                <a:lnTo>
                  <a:pt x="88055" y="5634"/>
                </a:lnTo>
                <a:lnTo>
                  <a:pt x="86687" y="5166"/>
                </a:lnTo>
                <a:lnTo>
                  <a:pt x="85295" y="4729"/>
                </a:lnTo>
                <a:lnTo>
                  <a:pt x="83880" y="4322"/>
                </a:lnTo>
                <a:lnTo>
                  <a:pt x="82441" y="3946"/>
                </a:lnTo>
                <a:lnTo>
                  <a:pt x="80978" y="3599"/>
                </a:lnTo>
                <a:lnTo>
                  <a:pt x="79492" y="3283"/>
                </a:lnTo>
                <a:lnTo>
                  <a:pt x="77982" y="2996"/>
                </a:lnTo>
                <a:lnTo>
                  <a:pt x="76448" y="2740"/>
                </a:lnTo>
                <a:lnTo>
                  <a:pt x="74891" y="2514"/>
                </a:lnTo>
                <a:lnTo>
                  <a:pt x="73310" y="2318"/>
                </a:lnTo>
                <a:lnTo>
                  <a:pt x="71706" y="2152"/>
                </a:lnTo>
                <a:lnTo>
                  <a:pt x="70078" y="2017"/>
                </a:lnTo>
                <a:lnTo>
                  <a:pt x="68426" y="1911"/>
                </a:lnTo>
                <a:lnTo>
                  <a:pt x="66750" y="1836"/>
                </a:lnTo>
                <a:lnTo>
                  <a:pt x="65051" y="1791"/>
                </a:lnTo>
                <a:lnTo>
                  <a:pt x="63329" y="1776"/>
                </a:lnTo>
                <a:lnTo>
                  <a:pt x="61606" y="1791"/>
                </a:lnTo>
                <a:lnTo>
                  <a:pt x="59906" y="1836"/>
                </a:lnTo>
                <a:lnTo>
                  <a:pt x="58230" y="1911"/>
                </a:lnTo>
                <a:lnTo>
                  <a:pt x="56577" y="2017"/>
                </a:lnTo>
                <a:lnTo>
                  <a:pt x="54948" y="2152"/>
                </a:lnTo>
                <a:lnTo>
                  <a:pt x="53341" y="2318"/>
                </a:lnTo>
                <a:lnTo>
                  <a:pt x="51758" y="2514"/>
                </a:lnTo>
                <a:lnTo>
                  <a:pt x="50198" y="2740"/>
                </a:lnTo>
                <a:lnTo>
                  <a:pt x="48662" y="2996"/>
                </a:lnTo>
                <a:lnTo>
                  <a:pt x="47149" y="3283"/>
                </a:lnTo>
                <a:lnTo>
                  <a:pt x="45659" y="3599"/>
                </a:lnTo>
                <a:lnTo>
                  <a:pt x="44192" y="3946"/>
                </a:lnTo>
                <a:lnTo>
                  <a:pt x="42749" y="4322"/>
                </a:lnTo>
                <a:lnTo>
                  <a:pt x="41329" y="4729"/>
                </a:lnTo>
                <a:lnTo>
                  <a:pt x="39932" y="5166"/>
                </a:lnTo>
                <a:lnTo>
                  <a:pt x="38558" y="5634"/>
                </a:lnTo>
                <a:lnTo>
                  <a:pt x="37208" y="6131"/>
                </a:lnTo>
                <a:lnTo>
                  <a:pt x="35881" y="6658"/>
                </a:lnTo>
                <a:lnTo>
                  <a:pt x="34578" y="7216"/>
                </a:lnTo>
                <a:lnTo>
                  <a:pt x="33297" y="7804"/>
                </a:lnTo>
                <a:lnTo>
                  <a:pt x="32040" y="8422"/>
                </a:lnTo>
                <a:lnTo>
                  <a:pt x="30807" y="9070"/>
                </a:lnTo>
                <a:lnTo>
                  <a:pt x="29596" y="9748"/>
                </a:lnTo>
                <a:lnTo>
                  <a:pt x="28409" y="10456"/>
                </a:lnTo>
                <a:lnTo>
                  <a:pt x="27246" y="11191"/>
                </a:lnTo>
                <a:lnTo>
                  <a:pt x="26106" y="11949"/>
                </a:lnTo>
                <a:lnTo>
                  <a:pt x="24991" y="12731"/>
                </a:lnTo>
                <a:lnTo>
                  <a:pt x="23900" y="13536"/>
                </a:lnTo>
                <a:lnTo>
                  <a:pt x="22834" y="14364"/>
                </a:lnTo>
                <a:lnTo>
                  <a:pt x="21791" y="15216"/>
                </a:lnTo>
                <a:lnTo>
                  <a:pt x="20772" y="16090"/>
                </a:lnTo>
                <a:lnTo>
                  <a:pt x="19778" y="16988"/>
                </a:lnTo>
                <a:lnTo>
                  <a:pt x="18808" y="17910"/>
                </a:lnTo>
                <a:lnTo>
                  <a:pt x="17862" y="18854"/>
                </a:lnTo>
                <a:lnTo>
                  <a:pt x="16940" y="19822"/>
                </a:lnTo>
                <a:lnTo>
                  <a:pt x="16042" y="20814"/>
                </a:lnTo>
                <a:lnTo>
                  <a:pt x="15168" y="21828"/>
                </a:lnTo>
                <a:lnTo>
                  <a:pt x="14319" y="22866"/>
                </a:lnTo>
                <a:lnTo>
                  <a:pt x="13493" y="23927"/>
                </a:lnTo>
                <a:lnTo>
                  <a:pt x="12692" y="25011"/>
                </a:lnTo>
                <a:lnTo>
                  <a:pt x="11915" y="26119"/>
                </a:lnTo>
                <a:lnTo>
                  <a:pt x="11162" y="27250"/>
                </a:lnTo>
                <a:lnTo>
                  <a:pt x="10433" y="28404"/>
                </a:lnTo>
                <a:lnTo>
                  <a:pt x="9729" y="29582"/>
                </a:lnTo>
                <a:lnTo>
                  <a:pt x="9048" y="30783"/>
                </a:lnTo>
                <a:lnTo>
                  <a:pt x="8392" y="32007"/>
                </a:lnTo>
                <a:lnTo>
                  <a:pt x="7760" y="33254"/>
                </a:lnTo>
                <a:lnTo>
                  <a:pt x="7152" y="34525"/>
                </a:lnTo>
                <a:lnTo>
                  <a:pt x="6568" y="35816"/>
                </a:lnTo>
                <a:lnTo>
                  <a:pt x="6009" y="37123"/>
                </a:lnTo>
                <a:lnTo>
                  <a:pt x="5475" y="38446"/>
                </a:lnTo>
                <a:lnTo>
                  <a:pt x="4966" y="39786"/>
                </a:lnTo>
                <a:lnTo>
                  <a:pt x="4482" y="41142"/>
                </a:lnTo>
                <a:lnTo>
                  <a:pt x="4023" y="42515"/>
                </a:lnTo>
                <a:lnTo>
                  <a:pt x="3588" y="43904"/>
                </a:lnTo>
                <a:lnTo>
                  <a:pt x="3178" y="45310"/>
                </a:lnTo>
                <a:lnTo>
                  <a:pt x="2794" y="46732"/>
                </a:lnTo>
                <a:lnTo>
                  <a:pt x="2434" y="48171"/>
                </a:lnTo>
                <a:lnTo>
                  <a:pt x="2098" y="49626"/>
                </a:lnTo>
                <a:lnTo>
                  <a:pt x="1788" y="51097"/>
                </a:lnTo>
                <a:lnTo>
                  <a:pt x="1502" y="52585"/>
                </a:lnTo>
                <a:lnTo>
                  <a:pt x="1242" y="54089"/>
                </a:lnTo>
                <a:lnTo>
                  <a:pt x="1006" y="55610"/>
                </a:lnTo>
                <a:lnTo>
                  <a:pt x="795" y="57147"/>
                </a:lnTo>
                <a:lnTo>
                  <a:pt x="608" y="58701"/>
                </a:lnTo>
                <a:lnTo>
                  <a:pt x="447" y="60271"/>
                </a:lnTo>
                <a:lnTo>
                  <a:pt x="310" y="61857"/>
                </a:lnTo>
                <a:lnTo>
                  <a:pt x="199" y="63460"/>
                </a:lnTo>
                <a:lnTo>
                  <a:pt x="112" y="65080"/>
                </a:lnTo>
                <a:lnTo>
                  <a:pt x="50" y="66715"/>
                </a:lnTo>
                <a:lnTo>
                  <a:pt x="12" y="68368"/>
                </a:lnTo>
                <a:lnTo>
                  <a:pt x="0" y="70036"/>
                </a:lnTo>
                <a:lnTo>
                  <a:pt x="12" y="71705"/>
                </a:lnTo>
                <a:lnTo>
                  <a:pt x="50" y="73357"/>
                </a:lnTo>
                <a:lnTo>
                  <a:pt x="112" y="74992"/>
                </a:lnTo>
                <a:lnTo>
                  <a:pt x="199" y="76610"/>
                </a:lnTo>
                <a:lnTo>
                  <a:pt x="310" y="78211"/>
                </a:lnTo>
                <a:lnTo>
                  <a:pt x="447" y="79796"/>
                </a:lnTo>
                <a:lnTo>
                  <a:pt x="608" y="81364"/>
                </a:lnTo>
                <a:lnTo>
                  <a:pt x="795" y="82915"/>
                </a:lnTo>
                <a:lnTo>
                  <a:pt x="1006" y="84449"/>
                </a:lnTo>
                <a:lnTo>
                  <a:pt x="1242" y="85967"/>
                </a:lnTo>
                <a:lnTo>
                  <a:pt x="1502" y="87467"/>
                </a:lnTo>
                <a:lnTo>
                  <a:pt x="1788" y="88951"/>
                </a:lnTo>
                <a:lnTo>
                  <a:pt x="2098" y="90418"/>
                </a:lnTo>
                <a:lnTo>
                  <a:pt x="2434" y="91869"/>
                </a:lnTo>
                <a:lnTo>
                  <a:pt x="2794" y="93302"/>
                </a:lnTo>
                <a:lnTo>
                  <a:pt x="3178" y="94719"/>
                </a:lnTo>
                <a:lnTo>
                  <a:pt x="3588" y="96119"/>
                </a:lnTo>
                <a:lnTo>
                  <a:pt x="4023" y="97502"/>
                </a:lnTo>
                <a:lnTo>
                  <a:pt x="4482" y="98869"/>
                </a:lnTo>
                <a:lnTo>
                  <a:pt x="4966" y="100218"/>
                </a:lnTo>
                <a:lnTo>
                  <a:pt x="5475" y="101551"/>
                </a:lnTo>
                <a:lnTo>
                  <a:pt x="6009" y="102867"/>
                </a:lnTo>
                <a:lnTo>
                  <a:pt x="6568" y="104167"/>
                </a:lnTo>
                <a:lnTo>
                  <a:pt x="7152" y="105449"/>
                </a:lnTo>
                <a:lnTo>
                  <a:pt x="7760" y="106712"/>
                </a:lnTo>
                <a:lnTo>
                  <a:pt x="8392" y="107952"/>
                </a:lnTo>
                <a:lnTo>
                  <a:pt x="9048" y="109168"/>
                </a:lnTo>
                <a:lnTo>
                  <a:pt x="9729" y="110362"/>
                </a:lnTo>
                <a:lnTo>
                  <a:pt x="10433" y="111533"/>
                </a:lnTo>
                <a:lnTo>
                  <a:pt x="11162" y="112681"/>
                </a:lnTo>
                <a:lnTo>
                  <a:pt x="11915" y="113806"/>
                </a:lnTo>
                <a:lnTo>
                  <a:pt x="12692" y="114908"/>
                </a:lnTo>
                <a:lnTo>
                  <a:pt x="13493" y="115987"/>
                </a:lnTo>
                <a:lnTo>
                  <a:pt x="14319" y="117043"/>
                </a:lnTo>
                <a:lnTo>
                  <a:pt x="15168" y="118076"/>
                </a:lnTo>
                <a:lnTo>
                  <a:pt x="16042" y="119087"/>
                </a:lnTo>
                <a:lnTo>
                  <a:pt x="16940" y="120074"/>
                </a:lnTo>
                <a:lnTo>
                  <a:pt x="17862" y="121038"/>
                </a:lnTo>
                <a:lnTo>
                  <a:pt x="18808" y="121980"/>
                </a:lnTo>
                <a:lnTo>
                  <a:pt x="19778" y="122898"/>
                </a:lnTo>
                <a:lnTo>
                  <a:pt x="20772" y="123794"/>
                </a:lnTo>
                <a:lnTo>
                  <a:pt x="21791" y="124666"/>
                </a:lnTo>
                <a:lnTo>
                  <a:pt x="22834" y="125516"/>
                </a:lnTo>
                <a:lnTo>
                  <a:pt x="23900" y="126342"/>
                </a:lnTo>
                <a:lnTo>
                  <a:pt x="24991" y="127146"/>
                </a:lnTo>
                <a:lnTo>
                  <a:pt x="26106" y="127927"/>
                </a:lnTo>
                <a:lnTo>
                  <a:pt x="27246" y="128685"/>
                </a:lnTo>
                <a:lnTo>
                  <a:pt x="28409" y="129419"/>
                </a:lnTo>
                <a:lnTo>
                  <a:pt x="29596" y="130128"/>
                </a:lnTo>
                <a:lnTo>
                  <a:pt x="30807" y="130806"/>
                </a:lnTo>
                <a:lnTo>
                  <a:pt x="32040" y="131454"/>
                </a:lnTo>
                <a:lnTo>
                  <a:pt x="33297" y="132072"/>
                </a:lnTo>
                <a:lnTo>
                  <a:pt x="34578" y="132660"/>
                </a:lnTo>
                <a:lnTo>
                  <a:pt x="35881" y="133217"/>
                </a:lnTo>
                <a:lnTo>
                  <a:pt x="37208" y="133745"/>
                </a:lnTo>
                <a:lnTo>
                  <a:pt x="38558" y="134242"/>
                </a:lnTo>
                <a:lnTo>
                  <a:pt x="39932" y="134709"/>
                </a:lnTo>
                <a:lnTo>
                  <a:pt x="41329" y="135146"/>
                </a:lnTo>
                <a:lnTo>
                  <a:pt x="42749" y="135553"/>
                </a:lnTo>
                <a:lnTo>
                  <a:pt x="44192" y="135930"/>
                </a:lnTo>
                <a:lnTo>
                  <a:pt x="45659" y="136276"/>
                </a:lnTo>
                <a:lnTo>
                  <a:pt x="47149" y="136593"/>
                </a:lnTo>
                <a:lnTo>
                  <a:pt x="48662" y="136879"/>
                </a:lnTo>
                <a:lnTo>
                  <a:pt x="50198" y="137136"/>
                </a:lnTo>
                <a:lnTo>
                  <a:pt x="51758" y="137362"/>
                </a:lnTo>
                <a:lnTo>
                  <a:pt x="53341" y="137557"/>
                </a:lnTo>
                <a:lnTo>
                  <a:pt x="54948" y="137723"/>
                </a:lnTo>
                <a:lnTo>
                  <a:pt x="56577" y="137859"/>
                </a:lnTo>
                <a:lnTo>
                  <a:pt x="58230" y="137964"/>
                </a:lnTo>
                <a:lnTo>
                  <a:pt x="59906" y="138040"/>
                </a:lnTo>
                <a:lnTo>
                  <a:pt x="61606" y="138085"/>
                </a:lnTo>
                <a:lnTo>
                  <a:pt x="63329" y="138100"/>
                </a:lnTo>
                <a:lnTo>
                  <a:pt x="65051" y="138085"/>
                </a:lnTo>
                <a:lnTo>
                  <a:pt x="66713" y="138041"/>
                </a:lnTo>
                <a:lnTo>
                  <a:pt x="66960" y="138550"/>
                </a:lnTo>
                <a:lnTo>
                  <a:pt x="67228" y="139095"/>
                </a:lnTo>
                <a:lnTo>
                  <a:pt x="67497" y="139635"/>
                </a:lnTo>
                <a:lnTo>
                  <a:pt x="67768" y="140172"/>
                </a:lnTo>
                <a:lnTo>
                  <a:pt x="68040" y="140704"/>
                </a:lnTo>
                <a:lnTo>
                  <a:pt x="68313" y="141232"/>
                </a:lnTo>
                <a:lnTo>
                  <a:pt x="68588" y="141756"/>
                </a:lnTo>
                <a:lnTo>
                  <a:pt x="68864" y="142276"/>
                </a:lnTo>
                <a:lnTo>
                  <a:pt x="69141" y="142792"/>
                </a:lnTo>
                <a:lnTo>
                  <a:pt x="69420" y="143303"/>
                </a:lnTo>
                <a:lnTo>
                  <a:pt x="69700" y="143811"/>
                </a:lnTo>
                <a:lnTo>
                  <a:pt x="69982" y="144315"/>
                </a:lnTo>
                <a:lnTo>
                  <a:pt x="70265" y="144814"/>
                </a:lnTo>
                <a:lnTo>
                  <a:pt x="70549" y="145309"/>
                </a:lnTo>
                <a:lnTo>
                  <a:pt x="70834" y="145800"/>
                </a:lnTo>
                <a:lnTo>
                  <a:pt x="71122" y="146287"/>
                </a:lnTo>
                <a:lnTo>
                  <a:pt x="71412" y="146770"/>
                </a:lnTo>
                <a:lnTo>
                  <a:pt x="71709" y="147246"/>
                </a:lnTo>
                <a:lnTo>
                  <a:pt x="72012" y="147718"/>
                </a:lnTo>
                <a:lnTo>
                  <a:pt x="72322" y="148184"/>
                </a:lnTo>
                <a:lnTo>
                  <a:pt x="72637" y="148644"/>
                </a:lnTo>
                <a:lnTo>
                  <a:pt x="72959" y="149099"/>
                </a:lnTo>
                <a:lnTo>
                  <a:pt x="73287" y="149548"/>
                </a:lnTo>
                <a:lnTo>
                  <a:pt x="73620" y="149992"/>
                </a:lnTo>
                <a:lnTo>
                  <a:pt x="73961" y="150430"/>
                </a:lnTo>
                <a:lnTo>
                  <a:pt x="74307" y="150863"/>
                </a:lnTo>
                <a:lnTo>
                  <a:pt x="74659" y="151291"/>
                </a:lnTo>
                <a:lnTo>
                  <a:pt x="75018" y="151713"/>
                </a:lnTo>
                <a:lnTo>
                  <a:pt x="75383" y="152129"/>
                </a:lnTo>
                <a:lnTo>
                  <a:pt x="75754" y="152540"/>
                </a:lnTo>
                <a:lnTo>
                  <a:pt x="76131" y="152946"/>
                </a:lnTo>
                <a:lnTo>
                  <a:pt x="76514" y="153346"/>
                </a:lnTo>
                <a:lnTo>
                  <a:pt x="76903" y="153740"/>
                </a:lnTo>
                <a:lnTo>
                  <a:pt x="77299" y="154129"/>
                </a:lnTo>
                <a:lnTo>
                  <a:pt x="77701" y="154513"/>
                </a:lnTo>
                <a:lnTo>
                  <a:pt x="78109" y="154891"/>
                </a:lnTo>
                <a:lnTo>
                  <a:pt x="78523" y="155264"/>
                </a:lnTo>
                <a:lnTo>
                  <a:pt x="78943" y="155631"/>
                </a:lnTo>
                <a:lnTo>
                  <a:pt x="79369" y="155993"/>
                </a:lnTo>
                <a:lnTo>
                  <a:pt x="79802" y="156349"/>
                </a:lnTo>
                <a:lnTo>
                  <a:pt x="80243" y="156699"/>
                </a:lnTo>
                <a:lnTo>
                  <a:pt x="80694" y="157043"/>
                </a:lnTo>
                <a:lnTo>
                  <a:pt x="81155" y="157379"/>
                </a:lnTo>
                <a:lnTo>
                  <a:pt x="81626" y="157709"/>
                </a:lnTo>
                <a:lnTo>
                  <a:pt x="82107" y="158033"/>
                </a:lnTo>
                <a:lnTo>
                  <a:pt x="82598" y="158350"/>
                </a:lnTo>
                <a:lnTo>
                  <a:pt x="83099" y="158660"/>
                </a:lnTo>
                <a:lnTo>
                  <a:pt x="83611" y="158963"/>
                </a:lnTo>
                <a:lnTo>
                  <a:pt x="84132" y="159260"/>
                </a:lnTo>
                <a:lnTo>
                  <a:pt x="84664" y="159550"/>
                </a:lnTo>
                <a:lnTo>
                  <a:pt x="85206" y="159833"/>
                </a:lnTo>
                <a:lnTo>
                  <a:pt x="85758" y="160110"/>
                </a:lnTo>
                <a:lnTo>
                  <a:pt x="86320" y="160380"/>
                </a:lnTo>
                <a:lnTo>
                  <a:pt x="86892" y="160643"/>
                </a:lnTo>
                <a:lnTo>
                  <a:pt x="87474" y="160900"/>
                </a:lnTo>
                <a:lnTo>
                  <a:pt x="88066" y="161150"/>
                </a:lnTo>
                <a:lnTo>
                  <a:pt x="88669" y="161393"/>
                </a:lnTo>
                <a:lnTo>
                  <a:pt x="89281" y="161629"/>
                </a:lnTo>
                <a:lnTo>
                  <a:pt x="89904" y="161859"/>
                </a:lnTo>
                <a:lnTo>
                  <a:pt x="90536" y="162083"/>
                </a:lnTo>
                <a:lnTo>
                  <a:pt x="91179" y="162299"/>
                </a:lnTo>
                <a:lnTo>
                  <a:pt x="91832" y="162509"/>
                </a:lnTo>
                <a:lnTo>
                  <a:pt x="92495" y="162712"/>
                </a:lnTo>
                <a:lnTo>
                  <a:pt x="93168" y="162909"/>
                </a:lnTo>
                <a:lnTo>
                  <a:pt x="93853" y="163098"/>
                </a:lnTo>
                <a:lnTo>
                  <a:pt x="94553" y="163279"/>
                </a:lnTo>
                <a:lnTo>
                  <a:pt x="95267" y="163452"/>
                </a:lnTo>
                <a:lnTo>
                  <a:pt x="95995" y="163617"/>
                </a:lnTo>
                <a:lnTo>
                  <a:pt x="96737" y="163774"/>
                </a:lnTo>
                <a:lnTo>
                  <a:pt x="97493" y="163923"/>
                </a:lnTo>
                <a:lnTo>
                  <a:pt x="98264" y="164064"/>
                </a:lnTo>
                <a:lnTo>
                  <a:pt x="99048" y="164197"/>
                </a:lnTo>
                <a:lnTo>
                  <a:pt x="99847" y="164321"/>
                </a:lnTo>
                <a:lnTo>
                  <a:pt x="100661" y="164438"/>
                </a:lnTo>
                <a:lnTo>
                  <a:pt x="101488" y="164547"/>
                </a:lnTo>
                <a:lnTo>
                  <a:pt x="102330" y="164647"/>
                </a:lnTo>
                <a:lnTo>
                  <a:pt x="103185" y="164740"/>
                </a:lnTo>
                <a:lnTo>
                  <a:pt x="104056" y="164824"/>
                </a:lnTo>
                <a:lnTo>
                  <a:pt x="104940" y="164901"/>
                </a:lnTo>
                <a:lnTo>
                  <a:pt x="105838" y="164969"/>
                </a:lnTo>
                <a:lnTo>
                  <a:pt x="106751" y="165030"/>
                </a:lnTo>
                <a:lnTo>
                  <a:pt x="107678" y="165082"/>
                </a:lnTo>
                <a:lnTo>
                  <a:pt x="108619" y="165126"/>
                </a:lnTo>
                <a:lnTo>
                  <a:pt x="109574" y="165162"/>
                </a:lnTo>
                <a:lnTo>
                  <a:pt x="110544" y="165191"/>
                </a:lnTo>
                <a:lnTo>
                  <a:pt x="111528" y="165211"/>
                </a:lnTo>
                <a:lnTo>
                  <a:pt x="112526" y="165223"/>
                </a:lnTo>
                <a:lnTo>
                  <a:pt x="113538" y="165227"/>
                </a:lnTo>
                <a:lnTo>
                  <a:pt x="120246" y="165227"/>
                </a:lnTo>
                <a:lnTo>
                  <a:pt x="120246" y="149543"/>
                </a:lnTo>
                <a:lnTo>
                  <a:pt x="114919" y="149543"/>
                </a:lnTo>
                <a:lnTo>
                  <a:pt x="114144" y="149541"/>
                </a:lnTo>
                <a:lnTo>
                  <a:pt x="113381" y="149535"/>
                </a:lnTo>
                <a:lnTo>
                  <a:pt x="112631" y="149525"/>
                </a:lnTo>
                <a:lnTo>
                  <a:pt x="111893" y="149511"/>
                </a:lnTo>
                <a:lnTo>
                  <a:pt x="111166" y="149493"/>
                </a:lnTo>
                <a:lnTo>
                  <a:pt x="110452" y="149472"/>
                </a:lnTo>
                <a:lnTo>
                  <a:pt x="109750" y="149446"/>
                </a:lnTo>
                <a:lnTo>
                  <a:pt x="109061" y="149417"/>
                </a:lnTo>
                <a:lnTo>
                  <a:pt x="108383" y="149383"/>
                </a:lnTo>
                <a:lnTo>
                  <a:pt x="107718" y="149346"/>
                </a:lnTo>
                <a:lnTo>
                  <a:pt x="107064" y="149304"/>
                </a:lnTo>
                <a:lnTo>
                  <a:pt x="106423" y="149259"/>
                </a:lnTo>
                <a:lnTo>
                  <a:pt x="105794" y="149210"/>
                </a:lnTo>
                <a:lnTo>
                  <a:pt x="105178" y="149157"/>
                </a:lnTo>
                <a:lnTo>
                  <a:pt x="104573" y="149099"/>
                </a:lnTo>
                <a:lnTo>
                  <a:pt x="103981" y="149038"/>
                </a:lnTo>
                <a:lnTo>
                  <a:pt x="103400" y="148973"/>
                </a:lnTo>
                <a:lnTo>
                  <a:pt x="102832" y="148904"/>
                </a:lnTo>
                <a:lnTo>
                  <a:pt x="102276" y="148832"/>
                </a:lnTo>
                <a:lnTo>
                  <a:pt x="101732" y="148755"/>
                </a:lnTo>
                <a:lnTo>
                  <a:pt x="101201" y="148674"/>
                </a:lnTo>
                <a:lnTo>
                  <a:pt x="100681" y="148589"/>
                </a:lnTo>
                <a:lnTo>
                  <a:pt x="100174" y="148501"/>
                </a:lnTo>
                <a:lnTo>
                  <a:pt x="99679" y="148408"/>
                </a:lnTo>
                <a:lnTo>
                  <a:pt x="99193" y="148311"/>
                </a:lnTo>
                <a:lnTo>
                  <a:pt x="98715" y="148210"/>
                </a:lnTo>
                <a:lnTo>
                  <a:pt x="98245" y="148105"/>
                </a:lnTo>
                <a:lnTo>
                  <a:pt x="97782" y="147994"/>
                </a:lnTo>
                <a:lnTo>
                  <a:pt x="97327" y="147880"/>
                </a:lnTo>
                <a:lnTo>
                  <a:pt x="96880" y="147761"/>
                </a:lnTo>
                <a:lnTo>
                  <a:pt x="96439" y="147637"/>
                </a:lnTo>
                <a:lnTo>
                  <a:pt x="96007" y="147509"/>
                </a:lnTo>
                <a:lnTo>
                  <a:pt x="95582" y="147377"/>
                </a:lnTo>
                <a:lnTo>
                  <a:pt x="95164" y="147240"/>
                </a:lnTo>
                <a:lnTo>
                  <a:pt x="94754" y="147099"/>
                </a:lnTo>
                <a:lnTo>
                  <a:pt x="94352" y="146953"/>
                </a:lnTo>
                <a:lnTo>
                  <a:pt x="93957" y="146803"/>
                </a:lnTo>
                <a:lnTo>
                  <a:pt x="93570" y="146648"/>
                </a:lnTo>
                <a:lnTo>
                  <a:pt x="93190" y="146489"/>
                </a:lnTo>
                <a:lnTo>
                  <a:pt x="92817" y="146326"/>
                </a:lnTo>
                <a:lnTo>
                  <a:pt x="92453" y="146158"/>
                </a:lnTo>
                <a:lnTo>
                  <a:pt x="92095" y="145985"/>
                </a:lnTo>
                <a:lnTo>
                  <a:pt x="91746" y="145808"/>
                </a:lnTo>
                <a:lnTo>
                  <a:pt x="91404" y="145627"/>
                </a:lnTo>
                <a:lnTo>
                  <a:pt x="91069" y="145441"/>
                </a:lnTo>
                <a:lnTo>
                  <a:pt x="90742" y="145251"/>
                </a:lnTo>
                <a:lnTo>
                  <a:pt x="90422" y="145056"/>
                </a:lnTo>
                <a:lnTo>
                  <a:pt x="90110" y="144857"/>
                </a:lnTo>
                <a:lnTo>
                  <a:pt x="89804" y="144653"/>
                </a:lnTo>
                <a:lnTo>
                  <a:pt x="89501" y="144445"/>
                </a:lnTo>
                <a:lnTo>
                  <a:pt x="89202" y="144231"/>
                </a:lnTo>
                <a:lnTo>
                  <a:pt x="88906" y="144013"/>
                </a:lnTo>
                <a:lnTo>
                  <a:pt x="88614" y="143790"/>
                </a:lnTo>
                <a:lnTo>
                  <a:pt x="88325" y="143562"/>
                </a:lnTo>
                <a:lnTo>
                  <a:pt x="88041" y="143330"/>
                </a:lnTo>
                <a:lnTo>
                  <a:pt x="87759" y="143092"/>
                </a:lnTo>
                <a:lnTo>
                  <a:pt x="87482" y="142850"/>
                </a:lnTo>
                <a:lnTo>
                  <a:pt x="87207" y="142603"/>
                </a:lnTo>
                <a:lnTo>
                  <a:pt x="86937" y="142352"/>
                </a:lnTo>
                <a:lnTo>
                  <a:pt x="86670" y="142095"/>
                </a:lnTo>
                <a:lnTo>
                  <a:pt x="86407" y="141834"/>
                </a:lnTo>
                <a:lnTo>
                  <a:pt x="86147" y="141568"/>
                </a:lnTo>
                <a:lnTo>
                  <a:pt x="85891" y="141297"/>
                </a:lnTo>
                <a:lnTo>
                  <a:pt x="85638" y="141021"/>
                </a:lnTo>
                <a:lnTo>
                  <a:pt x="85390" y="140740"/>
                </a:lnTo>
                <a:lnTo>
                  <a:pt x="85144" y="140455"/>
                </a:lnTo>
                <a:lnTo>
                  <a:pt x="84902" y="140165"/>
                </a:lnTo>
                <a:lnTo>
                  <a:pt x="84664" y="139870"/>
                </a:lnTo>
                <a:lnTo>
                  <a:pt x="84430" y="139570"/>
                </a:lnTo>
                <a:lnTo>
                  <a:pt x="84199" y="139266"/>
                </a:lnTo>
                <a:lnTo>
                  <a:pt x="83972" y="138957"/>
                </a:lnTo>
                <a:lnTo>
                  <a:pt x="83748" y="138643"/>
                </a:lnTo>
                <a:lnTo>
                  <a:pt x="83525" y="138323"/>
                </a:lnTo>
                <a:lnTo>
                  <a:pt x="83302" y="137999"/>
                </a:lnTo>
                <a:lnTo>
                  <a:pt x="83077" y="137669"/>
                </a:lnTo>
                <a:lnTo>
                  <a:pt x="82852" y="137334"/>
                </a:lnTo>
                <a:lnTo>
                  <a:pt x="82625" y="136994"/>
                </a:lnTo>
                <a:lnTo>
                  <a:pt x="82398" y="136648"/>
                </a:lnTo>
                <a:lnTo>
                  <a:pt x="82169" y="136297"/>
                </a:lnTo>
                <a:lnTo>
                  <a:pt x="82000" y="136034"/>
                </a:lnTo>
                <a:lnTo>
                  <a:pt x="82441" y="135930"/>
                </a:lnTo>
                <a:lnTo>
                  <a:pt x="83880" y="135553"/>
                </a:lnTo>
                <a:close/>
                <a:moveTo>
                  <a:pt x="56934" y="123287"/>
                </a:moveTo>
                <a:lnTo>
                  <a:pt x="55718" y="123149"/>
                </a:lnTo>
                <a:lnTo>
                  <a:pt x="54523" y="122987"/>
                </a:lnTo>
                <a:lnTo>
                  <a:pt x="53349" y="122799"/>
                </a:lnTo>
                <a:lnTo>
                  <a:pt x="52197" y="122587"/>
                </a:lnTo>
                <a:lnTo>
                  <a:pt x="51065" y="122349"/>
                </a:lnTo>
                <a:lnTo>
                  <a:pt x="49955" y="122087"/>
                </a:lnTo>
                <a:lnTo>
                  <a:pt x="48865" y="121799"/>
                </a:lnTo>
                <a:lnTo>
                  <a:pt x="47797" y="121487"/>
                </a:lnTo>
                <a:lnTo>
                  <a:pt x="46750" y="121149"/>
                </a:lnTo>
                <a:lnTo>
                  <a:pt x="45723" y="120787"/>
                </a:lnTo>
                <a:lnTo>
                  <a:pt x="44718" y="120399"/>
                </a:lnTo>
                <a:lnTo>
                  <a:pt x="43734" y="119987"/>
                </a:lnTo>
                <a:lnTo>
                  <a:pt x="42771" y="119549"/>
                </a:lnTo>
                <a:lnTo>
                  <a:pt x="41829" y="119086"/>
                </a:lnTo>
                <a:lnTo>
                  <a:pt x="40908" y="118599"/>
                </a:lnTo>
                <a:lnTo>
                  <a:pt x="40008" y="118086"/>
                </a:lnTo>
                <a:lnTo>
                  <a:pt x="39129" y="117549"/>
                </a:lnTo>
                <a:lnTo>
                  <a:pt x="38272" y="116986"/>
                </a:lnTo>
                <a:lnTo>
                  <a:pt x="37435" y="116399"/>
                </a:lnTo>
                <a:lnTo>
                  <a:pt x="36618" y="115790"/>
                </a:lnTo>
                <a:lnTo>
                  <a:pt x="35820" y="115164"/>
                </a:lnTo>
                <a:lnTo>
                  <a:pt x="35041" y="114521"/>
                </a:lnTo>
                <a:lnTo>
                  <a:pt x="34280" y="113860"/>
                </a:lnTo>
                <a:lnTo>
                  <a:pt x="33538" y="113182"/>
                </a:lnTo>
                <a:lnTo>
                  <a:pt x="32814" y="112487"/>
                </a:lnTo>
                <a:lnTo>
                  <a:pt x="32109" y="111774"/>
                </a:lnTo>
                <a:lnTo>
                  <a:pt x="31423" y="111044"/>
                </a:lnTo>
                <a:lnTo>
                  <a:pt x="30756" y="110297"/>
                </a:lnTo>
                <a:lnTo>
                  <a:pt x="30107" y="109533"/>
                </a:lnTo>
                <a:lnTo>
                  <a:pt x="29477" y="108751"/>
                </a:lnTo>
                <a:lnTo>
                  <a:pt x="28865" y="107952"/>
                </a:lnTo>
                <a:lnTo>
                  <a:pt x="28273" y="107136"/>
                </a:lnTo>
                <a:lnTo>
                  <a:pt x="27698" y="106302"/>
                </a:lnTo>
                <a:lnTo>
                  <a:pt x="27143" y="105452"/>
                </a:lnTo>
                <a:lnTo>
                  <a:pt x="26606" y="104583"/>
                </a:lnTo>
                <a:lnTo>
                  <a:pt x="26088" y="103698"/>
                </a:lnTo>
                <a:lnTo>
                  <a:pt x="25589" y="102795"/>
                </a:lnTo>
                <a:lnTo>
                  <a:pt x="25108" y="101875"/>
                </a:lnTo>
                <a:lnTo>
                  <a:pt x="24646" y="100938"/>
                </a:lnTo>
                <a:lnTo>
                  <a:pt x="24202" y="99983"/>
                </a:lnTo>
                <a:lnTo>
                  <a:pt x="23777" y="99011"/>
                </a:lnTo>
                <a:lnTo>
                  <a:pt x="23371" y="98022"/>
                </a:lnTo>
                <a:lnTo>
                  <a:pt x="22984" y="97015"/>
                </a:lnTo>
                <a:lnTo>
                  <a:pt x="22614" y="95996"/>
                </a:lnTo>
                <a:lnTo>
                  <a:pt x="22259" y="94967"/>
                </a:lnTo>
                <a:lnTo>
                  <a:pt x="21920" y="93929"/>
                </a:lnTo>
                <a:lnTo>
                  <a:pt x="21597" y="92882"/>
                </a:lnTo>
                <a:lnTo>
                  <a:pt x="21290" y="91826"/>
                </a:lnTo>
                <a:lnTo>
                  <a:pt x="20999" y="90761"/>
                </a:lnTo>
                <a:lnTo>
                  <a:pt x="20723" y="89686"/>
                </a:lnTo>
                <a:lnTo>
                  <a:pt x="20463" y="88603"/>
                </a:lnTo>
                <a:lnTo>
                  <a:pt x="20219" y="87511"/>
                </a:lnTo>
                <a:lnTo>
                  <a:pt x="19990" y="86409"/>
                </a:lnTo>
                <a:lnTo>
                  <a:pt x="19778" y="85299"/>
                </a:lnTo>
                <a:lnTo>
                  <a:pt x="19581" y="84179"/>
                </a:lnTo>
                <a:lnTo>
                  <a:pt x="19399" y="83051"/>
                </a:lnTo>
                <a:lnTo>
                  <a:pt x="19234" y="81913"/>
                </a:lnTo>
                <a:lnTo>
                  <a:pt x="19084" y="80766"/>
                </a:lnTo>
                <a:lnTo>
                  <a:pt x="18950" y="79610"/>
                </a:lnTo>
                <a:lnTo>
                  <a:pt x="18832" y="78445"/>
                </a:lnTo>
                <a:lnTo>
                  <a:pt x="18730" y="77271"/>
                </a:lnTo>
                <a:lnTo>
                  <a:pt x="18643" y="76088"/>
                </a:lnTo>
                <a:lnTo>
                  <a:pt x="18572" y="74896"/>
                </a:lnTo>
                <a:lnTo>
                  <a:pt x="18517" y="73695"/>
                </a:lnTo>
                <a:lnTo>
                  <a:pt x="18478" y="72484"/>
                </a:lnTo>
                <a:lnTo>
                  <a:pt x="18454" y="71265"/>
                </a:lnTo>
                <a:lnTo>
                  <a:pt x="18446" y="70036"/>
                </a:lnTo>
                <a:lnTo>
                  <a:pt x="18454" y="68800"/>
                </a:lnTo>
                <a:lnTo>
                  <a:pt x="18478" y="67573"/>
                </a:lnTo>
                <a:lnTo>
                  <a:pt x="18517" y="66355"/>
                </a:lnTo>
                <a:lnTo>
                  <a:pt x="18572" y="65147"/>
                </a:lnTo>
                <a:lnTo>
                  <a:pt x="18643" y="63948"/>
                </a:lnTo>
                <a:lnTo>
                  <a:pt x="18730" y="62758"/>
                </a:lnTo>
                <a:lnTo>
                  <a:pt x="18832" y="61578"/>
                </a:lnTo>
                <a:lnTo>
                  <a:pt x="18950" y="60408"/>
                </a:lnTo>
                <a:lnTo>
                  <a:pt x="19084" y="59247"/>
                </a:lnTo>
                <a:lnTo>
                  <a:pt x="19234" y="58095"/>
                </a:lnTo>
                <a:lnTo>
                  <a:pt x="19399" y="56952"/>
                </a:lnTo>
                <a:lnTo>
                  <a:pt x="19581" y="55820"/>
                </a:lnTo>
                <a:lnTo>
                  <a:pt x="19778" y="54696"/>
                </a:lnTo>
                <a:lnTo>
                  <a:pt x="19990" y="53582"/>
                </a:lnTo>
                <a:lnTo>
                  <a:pt x="20219" y="52477"/>
                </a:lnTo>
                <a:lnTo>
                  <a:pt x="20463" y="51382"/>
                </a:lnTo>
                <a:lnTo>
                  <a:pt x="20723" y="50296"/>
                </a:lnTo>
                <a:lnTo>
                  <a:pt x="20999" y="49220"/>
                </a:lnTo>
                <a:lnTo>
                  <a:pt x="21290" y="48153"/>
                </a:lnTo>
                <a:lnTo>
                  <a:pt x="21597" y="47095"/>
                </a:lnTo>
                <a:lnTo>
                  <a:pt x="21920" y="46047"/>
                </a:lnTo>
                <a:lnTo>
                  <a:pt x="22259" y="45008"/>
                </a:lnTo>
                <a:lnTo>
                  <a:pt x="22614" y="43979"/>
                </a:lnTo>
                <a:lnTo>
                  <a:pt x="22984" y="42959"/>
                </a:lnTo>
                <a:lnTo>
                  <a:pt x="23371" y="41952"/>
                </a:lnTo>
                <a:lnTo>
                  <a:pt x="23777" y="40963"/>
                </a:lnTo>
                <a:lnTo>
                  <a:pt x="24202" y="39990"/>
                </a:lnTo>
                <a:lnTo>
                  <a:pt x="24646" y="39035"/>
                </a:lnTo>
                <a:lnTo>
                  <a:pt x="25108" y="38097"/>
                </a:lnTo>
                <a:lnTo>
                  <a:pt x="25589" y="37176"/>
                </a:lnTo>
                <a:lnTo>
                  <a:pt x="26088" y="36272"/>
                </a:lnTo>
                <a:lnTo>
                  <a:pt x="26606" y="35385"/>
                </a:lnTo>
                <a:lnTo>
                  <a:pt x="27143" y="34516"/>
                </a:lnTo>
                <a:lnTo>
                  <a:pt x="27698" y="33663"/>
                </a:lnTo>
                <a:lnTo>
                  <a:pt x="28273" y="32828"/>
                </a:lnTo>
                <a:lnTo>
                  <a:pt x="28865" y="32010"/>
                </a:lnTo>
                <a:lnTo>
                  <a:pt x="29477" y="31208"/>
                </a:lnTo>
                <a:lnTo>
                  <a:pt x="30107" y="30424"/>
                </a:lnTo>
                <a:lnTo>
                  <a:pt x="30756" y="29658"/>
                </a:lnTo>
                <a:lnTo>
                  <a:pt x="31423" y="28908"/>
                </a:lnTo>
                <a:lnTo>
                  <a:pt x="32109" y="28175"/>
                </a:lnTo>
                <a:lnTo>
                  <a:pt x="32814" y="27460"/>
                </a:lnTo>
                <a:lnTo>
                  <a:pt x="33538" y="26761"/>
                </a:lnTo>
                <a:lnTo>
                  <a:pt x="34280" y="26080"/>
                </a:lnTo>
                <a:lnTo>
                  <a:pt x="35041" y="25416"/>
                </a:lnTo>
                <a:lnTo>
                  <a:pt x="35820" y="24769"/>
                </a:lnTo>
                <a:lnTo>
                  <a:pt x="36618" y="24139"/>
                </a:lnTo>
                <a:lnTo>
                  <a:pt x="37435" y="23526"/>
                </a:lnTo>
                <a:lnTo>
                  <a:pt x="38272" y="22935"/>
                </a:lnTo>
                <a:lnTo>
                  <a:pt x="39129" y="22368"/>
                </a:lnTo>
                <a:lnTo>
                  <a:pt x="40008" y="21827"/>
                </a:lnTo>
                <a:lnTo>
                  <a:pt x="40908" y="21311"/>
                </a:lnTo>
                <a:lnTo>
                  <a:pt x="41829" y="20820"/>
                </a:lnTo>
                <a:lnTo>
                  <a:pt x="42771" y="20354"/>
                </a:lnTo>
                <a:lnTo>
                  <a:pt x="43734" y="19914"/>
                </a:lnTo>
                <a:lnTo>
                  <a:pt x="44718" y="19498"/>
                </a:lnTo>
                <a:lnTo>
                  <a:pt x="45723" y="19108"/>
                </a:lnTo>
                <a:lnTo>
                  <a:pt x="46750" y="18743"/>
                </a:lnTo>
                <a:lnTo>
                  <a:pt x="47797" y="18403"/>
                </a:lnTo>
                <a:lnTo>
                  <a:pt x="48865" y="18089"/>
                </a:lnTo>
                <a:lnTo>
                  <a:pt x="49955" y="17799"/>
                </a:lnTo>
                <a:lnTo>
                  <a:pt x="51065" y="17535"/>
                </a:lnTo>
                <a:lnTo>
                  <a:pt x="52197" y="17296"/>
                </a:lnTo>
                <a:lnTo>
                  <a:pt x="53349" y="17082"/>
                </a:lnTo>
                <a:lnTo>
                  <a:pt x="54523" y="16893"/>
                </a:lnTo>
                <a:lnTo>
                  <a:pt x="55718" y="16729"/>
                </a:lnTo>
                <a:lnTo>
                  <a:pt x="56934" y="16591"/>
                </a:lnTo>
                <a:lnTo>
                  <a:pt x="58171" y="16477"/>
                </a:lnTo>
                <a:lnTo>
                  <a:pt x="59428" y="16389"/>
                </a:lnTo>
                <a:lnTo>
                  <a:pt x="60707" y="16326"/>
                </a:lnTo>
                <a:lnTo>
                  <a:pt x="62008" y="16289"/>
                </a:lnTo>
                <a:lnTo>
                  <a:pt x="63329" y="16276"/>
                </a:lnTo>
                <a:lnTo>
                  <a:pt x="64650" y="16289"/>
                </a:lnTo>
                <a:lnTo>
                  <a:pt x="65950" y="16326"/>
                </a:lnTo>
                <a:lnTo>
                  <a:pt x="67228" y="16389"/>
                </a:lnTo>
                <a:lnTo>
                  <a:pt x="68486" y="16477"/>
                </a:lnTo>
                <a:lnTo>
                  <a:pt x="69722" y="16591"/>
                </a:lnTo>
                <a:lnTo>
                  <a:pt x="70937" y="16729"/>
                </a:lnTo>
                <a:lnTo>
                  <a:pt x="72130" y="16893"/>
                </a:lnTo>
                <a:lnTo>
                  <a:pt x="73303" y="17082"/>
                </a:lnTo>
                <a:lnTo>
                  <a:pt x="74454" y="17296"/>
                </a:lnTo>
                <a:lnTo>
                  <a:pt x="75584" y="17535"/>
                </a:lnTo>
                <a:lnTo>
                  <a:pt x="76692" y="17799"/>
                </a:lnTo>
                <a:lnTo>
                  <a:pt x="77780" y="18089"/>
                </a:lnTo>
                <a:lnTo>
                  <a:pt x="78846" y="18403"/>
                </a:lnTo>
                <a:lnTo>
                  <a:pt x="79891" y="18743"/>
                </a:lnTo>
                <a:lnTo>
                  <a:pt x="80915" y="19108"/>
                </a:lnTo>
                <a:lnTo>
                  <a:pt x="81917" y="19498"/>
                </a:lnTo>
                <a:lnTo>
                  <a:pt x="82899" y="19914"/>
                </a:lnTo>
                <a:lnTo>
                  <a:pt x="83859" y="20354"/>
                </a:lnTo>
                <a:lnTo>
                  <a:pt x="84798" y="20820"/>
                </a:lnTo>
                <a:lnTo>
                  <a:pt x="85715" y="21311"/>
                </a:lnTo>
                <a:lnTo>
                  <a:pt x="86612" y="21827"/>
                </a:lnTo>
                <a:lnTo>
                  <a:pt x="87487" y="22368"/>
                </a:lnTo>
                <a:lnTo>
                  <a:pt x="88341" y="22935"/>
                </a:lnTo>
                <a:lnTo>
                  <a:pt x="89173" y="23526"/>
                </a:lnTo>
                <a:lnTo>
                  <a:pt x="89986" y="24139"/>
                </a:lnTo>
                <a:lnTo>
                  <a:pt x="90781" y="24769"/>
                </a:lnTo>
                <a:lnTo>
                  <a:pt x="91557" y="25416"/>
                </a:lnTo>
                <a:lnTo>
                  <a:pt x="92315" y="26080"/>
                </a:lnTo>
                <a:lnTo>
                  <a:pt x="93054" y="26761"/>
                </a:lnTo>
                <a:lnTo>
                  <a:pt x="93775" y="27460"/>
                </a:lnTo>
                <a:lnTo>
                  <a:pt x="94478" y="28175"/>
                </a:lnTo>
                <a:lnTo>
                  <a:pt x="95163" y="28908"/>
                </a:lnTo>
                <a:lnTo>
                  <a:pt x="95829" y="29658"/>
                </a:lnTo>
                <a:lnTo>
                  <a:pt x="96477" y="30424"/>
                </a:lnTo>
                <a:lnTo>
                  <a:pt x="97107" y="31208"/>
                </a:lnTo>
                <a:lnTo>
                  <a:pt x="97718" y="32010"/>
                </a:lnTo>
                <a:lnTo>
                  <a:pt x="98311" y="32828"/>
                </a:lnTo>
                <a:lnTo>
                  <a:pt x="98886" y="33663"/>
                </a:lnTo>
                <a:lnTo>
                  <a:pt x="99442" y="34516"/>
                </a:lnTo>
                <a:lnTo>
                  <a:pt x="99980" y="35385"/>
                </a:lnTo>
                <a:lnTo>
                  <a:pt x="100500" y="36272"/>
                </a:lnTo>
                <a:lnTo>
                  <a:pt x="101001" y="37176"/>
                </a:lnTo>
                <a:lnTo>
                  <a:pt x="101484" y="38097"/>
                </a:lnTo>
                <a:lnTo>
                  <a:pt x="101949" y="39035"/>
                </a:lnTo>
                <a:lnTo>
                  <a:pt x="102395" y="39990"/>
                </a:lnTo>
                <a:lnTo>
                  <a:pt x="102823" y="40963"/>
                </a:lnTo>
                <a:lnTo>
                  <a:pt x="103233" y="41952"/>
                </a:lnTo>
                <a:lnTo>
                  <a:pt x="103624" y="42959"/>
                </a:lnTo>
                <a:lnTo>
                  <a:pt x="103999" y="43979"/>
                </a:lnTo>
                <a:lnTo>
                  <a:pt x="104357" y="45008"/>
                </a:lnTo>
                <a:lnTo>
                  <a:pt x="104699" y="46047"/>
                </a:lnTo>
                <a:lnTo>
                  <a:pt x="105026" y="47095"/>
                </a:lnTo>
                <a:lnTo>
                  <a:pt x="105336" y="48153"/>
                </a:lnTo>
                <a:lnTo>
                  <a:pt x="105631" y="49220"/>
                </a:lnTo>
                <a:lnTo>
                  <a:pt x="105910" y="50296"/>
                </a:lnTo>
                <a:lnTo>
                  <a:pt x="106173" y="51382"/>
                </a:lnTo>
                <a:lnTo>
                  <a:pt x="106419" y="52477"/>
                </a:lnTo>
                <a:lnTo>
                  <a:pt x="106650" y="53582"/>
                </a:lnTo>
                <a:lnTo>
                  <a:pt x="106865" y="54696"/>
                </a:lnTo>
                <a:lnTo>
                  <a:pt x="107064" y="55820"/>
                </a:lnTo>
                <a:lnTo>
                  <a:pt x="107248" y="56952"/>
                </a:lnTo>
                <a:lnTo>
                  <a:pt x="107415" y="58095"/>
                </a:lnTo>
                <a:lnTo>
                  <a:pt x="107566" y="59247"/>
                </a:lnTo>
                <a:lnTo>
                  <a:pt x="107702" y="60408"/>
                </a:lnTo>
                <a:lnTo>
                  <a:pt x="107821" y="61578"/>
                </a:lnTo>
                <a:lnTo>
                  <a:pt x="107925" y="62758"/>
                </a:lnTo>
                <a:lnTo>
                  <a:pt x="108012" y="63948"/>
                </a:lnTo>
                <a:lnTo>
                  <a:pt x="108084" y="65147"/>
                </a:lnTo>
                <a:lnTo>
                  <a:pt x="108140" y="66355"/>
                </a:lnTo>
                <a:lnTo>
                  <a:pt x="108179" y="67573"/>
                </a:lnTo>
                <a:lnTo>
                  <a:pt x="108203" y="68800"/>
                </a:lnTo>
                <a:lnTo>
                  <a:pt x="108211" y="70036"/>
                </a:lnTo>
                <a:lnTo>
                  <a:pt x="108203" y="71265"/>
                </a:lnTo>
                <a:lnTo>
                  <a:pt x="108179" y="72484"/>
                </a:lnTo>
                <a:lnTo>
                  <a:pt x="108140" y="73695"/>
                </a:lnTo>
                <a:lnTo>
                  <a:pt x="108084" y="74896"/>
                </a:lnTo>
                <a:lnTo>
                  <a:pt x="108012" y="76088"/>
                </a:lnTo>
                <a:lnTo>
                  <a:pt x="107925" y="77271"/>
                </a:lnTo>
                <a:lnTo>
                  <a:pt x="107821" y="78445"/>
                </a:lnTo>
                <a:lnTo>
                  <a:pt x="107702" y="79610"/>
                </a:lnTo>
                <a:lnTo>
                  <a:pt x="107566" y="80766"/>
                </a:lnTo>
                <a:lnTo>
                  <a:pt x="107415" y="81913"/>
                </a:lnTo>
                <a:lnTo>
                  <a:pt x="107248" y="83051"/>
                </a:lnTo>
                <a:lnTo>
                  <a:pt x="107064" y="84179"/>
                </a:lnTo>
                <a:lnTo>
                  <a:pt x="106865" y="85299"/>
                </a:lnTo>
                <a:lnTo>
                  <a:pt x="106650" y="86409"/>
                </a:lnTo>
                <a:lnTo>
                  <a:pt x="106419" y="87511"/>
                </a:lnTo>
                <a:lnTo>
                  <a:pt x="106173" y="88603"/>
                </a:lnTo>
                <a:lnTo>
                  <a:pt x="105910" y="89686"/>
                </a:lnTo>
                <a:lnTo>
                  <a:pt x="105631" y="90761"/>
                </a:lnTo>
                <a:lnTo>
                  <a:pt x="105336" y="91826"/>
                </a:lnTo>
                <a:lnTo>
                  <a:pt x="105026" y="92882"/>
                </a:lnTo>
                <a:lnTo>
                  <a:pt x="104699" y="93929"/>
                </a:lnTo>
                <a:lnTo>
                  <a:pt x="104357" y="94967"/>
                </a:lnTo>
                <a:lnTo>
                  <a:pt x="103999" y="95996"/>
                </a:lnTo>
                <a:lnTo>
                  <a:pt x="103624" y="97015"/>
                </a:lnTo>
                <a:lnTo>
                  <a:pt x="103233" y="98022"/>
                </a:lnTo>
                <a:lnTo>
                  <a:pt x="102823" y="99011"/>
                </a:lnTo>
                <a:lnTo>
                  <a:pt x="102395" y="99983"/>
                </a:lnTo>
                <a:lnTo>
                  <a:pt x="101949" y="100938"/>
                </a:lnTo>
                <a:lnTo>
                  <a:pt x="101484" y="101875"/>
                </a:lnTo>
                <a:lnTo>
                  <a:pt x="101001" y="102795"/>
                </a:lnTo>
                <a:lnTo>
                  <a:pt x="100500" y="103698"/>
                </a:lnTo>
                <a:lnTo>
                  <a:pt x="99980" y="104583"/>
                </a:lnTo>
                <a:lnTo>
                  <a:pt x="99442" y="105452"/>
                </a:lnTo>
                <a:lnTo>
                  <a:pt x="98886" y="106302"/>
                </a:lnTo>
                <a:lnTo>
                  <a:pt x="98311" y="107136"/>
                </a:lnTo>
                <a:lnTo>
                  <a:pt x="97718" y="107952"/>
                </a:lnTo>
                <a:lnTo>
                  <a:pt x="97107" y="108751"/>
                </a:lnTo>
                <a:lnTo>
                  <a:pt x="96477" y="109533"/>
                </a:lnTo>
                <a:lnTo>
                  <a:pt x="95829" y="110297"/>
                </a:lnTo>
                <a:lnTo>
                  <a:pt x="95163" y="111044"/>
                </a:lnTo>
                <a:lnTo>
                  <a:pt x="94478" y="111774"/>
                </a:lnTo>
                <a:lnTo>
                  <a:pt x="93775" y="112487"/>
                </a:lnTo>
                <a:lnTo>
                  <a:pt x="93054" y="113182"/>
                </a:lnTo>
                <a:lnTo>
                  <a:pt x="92315" y="113860"/>
                </a:lnTo>
                <a:lnTo>
                  <a:pt x="91557" y="114521"/>
                </a:lnTo>
                <a:lnTo>
                  <a:pt x="90781" y="115164"/>
                </a:lnTo>
                <a:lnTo>
                  <a:pt x="89986" y="115790"/>
                </a:lnTo>
                <a:lnTo>
                  <a:pt x="89173" y="116399"/>
                </a:lnTo>
                <a:lnTo>
                  <a:pt x="88341" y="116986"/>
                </a:lnTo>
                <a:lnTo>
                  <a:pt x="87487" y="117549"/>
                </a:lnTo>
                <a:lnTo>
                  <a:pt x="86612" y="118086"/>
                </a:lnTo>
                <a:lnTo>
                  <a:pt x="85715" y="118599"/>
                </a:lnTo>
                <a:lnTo>
                  <a:pt x="84798" y="119086"/>
                </a:lnTo>
                <a:lnTo>
                  <a:pt x="83859" y="119549"/>
                </a:lnTo>
                <a:lnTo>
                  <a:pt x="82899" y="119987"/>
                </a:lnTo>
                <a:lnTo>
                  <a:pt x="81917" y="120399"/>
                </a:lnTo>
                <a:lnTo>
                  <a:pt x="80915" y="120787"/>
                </a:lnTo>
                <a:lnTo>
                  <a:pt x="79891" y="121149"/>
                </a:lnTo>
                <a:lnTo>
                  <a:pt x="78846" y="121487"/>
                </a:lnTo>
                <a:lnTo>
                  <a:pt x="77780" y="121799"/>
                </a:lnTo>
                <a:lnTo>
                  <a:pt x="76692" y="122087"/>
                </a:lnTo>
                <a:lnTo>
                  <a:pt x="75584" y="122349"/>
                </a:lnTo>
                <a:lnTo>
                  <a:pt x="74454" y="122587"/>
                </a:lnTo>
                <a:lnTo>
                  <a:pt x="73303" y="122799"/>
                </a:lnTo>
                <a:lnTo>
                  <a:pt x="72130" y="122987"/>
                </a:lnTo>
                <a:lnTo>
                  <a:pt x="70937" y="123149"/>
                </a:lnTo>
                <a:lnTo>
                  <a:pt x="69722" y="123287"/>
                </a:lnTo>
                <a:lnTo>
                  <a:pt x="68486" y="123399"/>
                </a:lnTo>
                <a:lnTo>
                  <a:pt x="67228" y="123487"/>
                </a:lnTo>
                <a:lnTo>
                  <a:pt x="65950" y="123550"/>
                </a:lnTo>
                <a:lnTo>
                  <a:pt x="64650" y="123587"/>
                </a:lnTo>
                <a:lnTo>
                  <a:pt x="63329" y="123600"/>
                </a:lnTo>
                <a:lnTo>
                  <a:pt x="62008" y="123587"/>
                </a:lnTo>
                <a:lnTo>
                  <a:pt x="60707" y="123550"/>
                </a:lnTo>
                <a:lnTo>
                  <a:pt x="59428" y="123487"/>
                </a:lnTo>
                <a:lnTo>
                  <a:pt x="58171" y="123399"/>
                </a:lnTo>
                <a:lnTo>
                  <a:pt x="56934" y="123287"/>
                </a:lnTo>
                <a:close/>
                <a:moveTo>
                  <a:pt x="408576" y="137909"/>
                </a:moveTo>
                <a:lnTo>
                  <a:pt x="409434" y="137826"/>
                </a:lnTo>
                <a:lnTo>
                  <a:pt x="410282" y="137727"/>
                </a:lnTo>
                <a:lnTo>
                  <a:pt x="411120" y="137612"/>
                </a:lnTo>
                <a:lnTo>
                  <a:pt x="411948" y="137483"/>
                </a:lnTo>
                <a:lnTo>
                  <a:pt x="412766" y="137338"/>
                </a:lnTo>
                <a:lnTo>
                  <a:pt x="413574" y="137178"/>
                </a:lnTo>
                <a:lnTo>
                  <a:pt x="414372" y="137003"/>
                </a:lnTo>
                <a:lnTo>
                  <a:pt x="415161" y="136812"/>
                </a:lnTo>
                <a:lnTo>
                  <a:pt x="415939" y="136606"/>
                </a:lnTo>
                <a:lnTo>
                  <a:pt x="416707" y="136385"/>
                </a:lnTo>
                <a:lnTo>
                  <a:pt x="417466" y="136149"/>
                </a:lnTo>
                <a:lnTo>
                  <a:pt x="418214" y="135898"/>
                </a:lnTo>
                <a:lnTo>
                  <a:pt x="418953" y="135631"/>
                </a:lnTo>
                <a:lnTo>
                  <a:pt x="419682" y="135349"/>
                </a:lnTo>
                <a:lnTo>
                  <a:pt x="420401" y="135052"/>
                </a:lnTo>
                <a:lnTo>
                  <a:pt x="421109" y="134739"/>
                </a:lnTo>
                <a:lnTo>
                  <a:pt x="421808" y="134412"/>
                </a:lnTo>
                <a:lnTo>
                  <a:pt x="422497" y="134069"/>
                </a:lnTo>
                <a:lnTo>
                  <a:pt x="423176" y="133710"/>
                </a:lnTo>
                <a:lnTo>
                  <a:pt x="423845" y="133340"/>
                </a:lnTo>
                <a:lnTo>
                  <a:pt x="424504" y="132961"/>
                </a:lnTo>
                <a:lnTo>
                  <a:pt x="425152" y="132572"/>
                </a:lnTo>
                <a:lnTo>
                  <a:pt x="425790" y="132175"/>
                </a:lnTo>
                <a:lnTo>
                  <a:pt x="426418" y="131768"/>
                </a:lnTo>
                <a:lnTo>
                  <a:pt x="427036" y="131352"/>
                </a:lnTo>
                <a:lnTo>
                  <a:pt x="427643" y="130927"/>
                </a:lnTo>
                <a:lnTo>
                  <a:pt x="428240" y="130494"/>
                </a:lnTo>
                <a:lnTo>
                  <a:pt x="428827" y="130051"/>
                </a:lnTo>
                <a:lnTo>
                  <a:pt x="429403" y="129599"/>
                </a:lnTo>
                <a:lnTo>
                  <a:pt x="429969" y="129137"/>
                </a:lnTo>
                <a:lnTo>
                  <a:pt x="430525" y="128667"/>
                </a:lnTo>
                <a:lnTo>
                  <a:pt x="431071" y="128188"/>
                </a:lnTo>
                <a:lnTo>
                  <a:pt x="431606" y="127700"/>
                </a:lnTo>
                <a:lnTo>
                  <a:pt x="432131" y="127202"/>
                </a:lnTo>
                <a:lnTo>
                  <a:pt x="432646" y="126696"/>
                </a:lnTo>
                <a:lnTo>
                  <a:pt x="433150" y="126180"/>
                </a:lnTo>
                <a:lnTo>
                  <a:pt x="433645" y="125656"/>
                </a:lnTo>
                <a:lnTo>
                  <a:pt x="434129" y="125122"/>
                </a:lnTo>
                <a:lnTo>
                  <a:pt x="434602" y="124579"/>
                </a:lnTo>
                <a:lnTo>
                  <a:pt x="435066" y="124027"/>
                </a:lnTo>
                <a:lnTo>
                  <a:pt x="435519" y="123466"/>
                </a:lnTo>
                <a:lnTo>
                  <a:pt x="435962" y="122896"/>
                </a:lnTo>
                <a:lnTo>
                  <a:pt x="436394" y="122317"/>
                </a:lnTo>
                <a:lnTo>
                  <a:pt x="437282" y="136324"/>
                </a:lnTo>
                <a:lnTo>
                  <a:pt x="452868" y="136324"/>
                </a:lnTo>
                <a:lnTo>
                  <a:pt x="452868" y="3551"/>
                </a:lnTo>
                <a:lnTo>
                  <a:pt x="436394" y="3551"/>
                </a:lnTo>
                <a:lnTo>
                  <a:pt x="436394" y="52281"/>
                </a:lnTo>
                <a:lnTo>
                  <a:pt x="436003" y="51645"/>
                </a:lnTo>
                <a:lnTo>
                  <a:pt x="435601" y="51021"/>
                </a:lnTo>
                <a:lnTo>
                  <a:pt x="435189" y="50407"/>
                </a:lnTo>
                <a:lnTo>
                  <a:pt x="434767" y="49805"/>
                </a:lnTo>
                <a:lnTo>
                  <a:pt x="434334" y="49214"/>
                </a:lnTo>
                <a:lnTo>
                  <a:pt x="433891" y="48634"/>
                </a:lnTo>
                <a:lnTo>
                  <a:pt x="433438" y="48065"/>
                </a:lnTo>
                <a:lnTo>
                  <a:pt x="432975" y="47508"/>
                </a:lnTo>
                <a:lnTo>
                  <a:pt x="432501" y="46961"/>
                </a:lnTo>
                <a:lnTo>
                  <a:pt x="432017" y="46426"/>
                </a:lnTo>
                <a:lnTo>
                  <a:pt x="431523" y="45901"/>
                </a:lnTo>
                <a:lnTo>
                  <a:pt x="431018" y="45388"/>
                </a:lnTo>
                <a:lnTo>
                  <a:pt x="430504" y="44886"/>
                </a:lnTo>
                <a:lnTo>
                  <a:pt x="429979" y="44395"/>
                </a:lnTo>
                <a:lnTo>
                  <a:pt x="429443" y="43915"/>
                </a:lnTo>
                <a:lnTo>
                  <a:pt x="428898" y="43447"/>
                </a:lnTo>
                <a:lnTo>
                  <a:pt x="428342" y="42989"/>
                </a:lnTo>
                <a:lnTo>
                  <a:pt x="427775" y="42543"/>
                </a:lnTo>
                <a:lnTo>
                  <a:pt x="427199" y="42108"/>
                </a:lnTo>
                <a:lnTo>
                  <a:pt x="426612" y="41683"/>
                </a:lnTo>
                <a:lnTo>
                  <a:pt x="426015" y="41270"/>
                </a:lnTo>
                <a:lnTo>
                  <a:pt x="425408" y="40869"/>
                </a:lnTo>
                <a:lnTo>
                  <a:pt x="424791" y="40478"/>
                </a:lnTo>
                <a:lnTo>
                  <a:pt x="424163" y="40098"/>
                </a:lnTo>
                <a:lnTo>
                  <a:pt x="423525" y="39732"/>
                </a:lnTo>
                <a:lnTo>
                  <a:pt x="422878" y="39381"/>
                </a:lnTo>
                <a:lnTo>
                  <a:pt x="422222" y="39046"/>
                </a:lnTo>
                <a:lnTo>
                  <a:pt x="421557" y="38727"/>
                </a:lnTo>
                <a:lnTo>
                  <a:pt x="420882" y="38423"/>
                </a:lnTo>
                <a:lnTo>
                  <a:pt x="420198" y="38135"/>
                </a:lnTo>
                <a:lnTo>
                  <a:pt x="419505" y="37862"/>
                </a:lnTo>
                <a:lnTo>
                  <a:pt x="418803" y="37605"/>
                </a:lnTo>
                <a:lnTo>
                  <a:pt x="418092" y="37363"/>
                </a:lnTo>
                <a:lnTo>
                  <a:pt x="417371" y="37137"/>
                </a:lnTo>
                <a:lnTo>
                  <a:pt x="416641" y="36927"/>
                </a:lnTo>
                <a:lnTo>
                  <a:pt x="415901" y="36732"/>
                </a:lnTo>
                <a:lnTo>
                  <a:pt x="415153" y="36553"/>
                </a:lnTo>
                <a:lnTo>
                  <a:pt x="414395" y="36389"/>
                </a:lnTo>
                <a:lnTo>
                  <a:pt x="413628" y="36241"/>
                </a:lnTo>
                <a:lnTo>
                  <a:pt x="412852" y="36109"/>
                </a:lnTo>
                <a:lnTo>
                  <a:pt x="412066" y="35992"/>
                </a:lnTo>
                <a:lnTo>
                  <a:pt x="411271" y="35891"/>
                </a:lnTo>
                <a:lnTo>
                  <a:pt x="410467" y="35805"/>
                </a:lnTo>
                <a:lnTo>
                  <a:pt x="409654" y="35735"/>
                </a:lnTo>
                <a:lnTo>
                  <a:pt x="408831" y="35680"/>
                </a:lnTo>
                <a:lnTo>
                  <a:pt x="408000" y="35641"/>
                </a:lnTo>
                <a:lnTo>
                  <a:pt x="407159" y="35618"/>
                </a:lnTo>
                <a:lnTo>
                  <a:pt x="406308" y="35610"/>
                </a:lnTo>
                <a:lnTo>
                  <a:pt x="405286" y="35620"/>
                </a:lnTo>
                <a:lnTo>
                  <a:pt x="404276" y="35650"/>
                </a:lnTo>
                <a:lnTo>
                  <a:pt x="403277" y="35700"/>
                </a:lnTo>
                <a:lnTo>
                  <a:pt x="402289" y="35770"/>
                </a:lnTo>
                <a:lnTo>
                  <a:pt x="401312" y="35859"/>
                </a:lnTo>
                <a:lnTo>
                  <a:pt x="400347" y="35969"/>
                </a:lnTo>
                <a:lnTo>
                  <a:pt x="399393" y="36098"/>
                </a:lnTo>
                <a:lnTo>
                  <a:pt x="398450" y="36248"/>
                </a:lnTo>
                <a:lnTo>
                  <a:pt x="397518" y="36417"/>
                </a:lnTo>
                <a:lnTo>
                  <a:pt x="396598" y="36607"/>
                </a:lnTo>
                <a:lnTo>
                  <a:pt x="395689" y="36816"/>
                </a:lnTo>
                <a:lnTo>
                  <a:pt x="394792" y="37045"/>
                </a:lnTo>
                <a:lnTo>
                  <a:pt x="393906" y="37294"/>
                </a:lnTo>
                <a:lnTo>
                  <a:pt x="393031" y="37563"/>
                </a:lnTo>
                <a:lnTo>
                  <a:pt x="392167" y="37852"/>
                </a:lnTo>
                <a:lnTo>
                  <a:pt x="391315" y="38161"/>
                </a:lnTo>
                <a:lnTo>
                  <a:pt x="390474" y="38490"/>
                </a:lnTo>
                <a:lnTo>
                  <a:pt x="389644" y="38839"/>
                </a:lnTo>
                <a:lnTo>
                  <a:pt x="388825" y="39207"/>
                </a:lnTo>
                <a:lnTo>
                  <a:pt x="388018" y="39596"/>
                </a:lnTo>
                <a:lnTo>
                  <a:pt x="387222" y="40005"/>
                </a:lnTo>
                <a:lnTo>
                  <a:pt x="386438" y="40433"/>
                </a:lnTo>
                <a:lnTo>
                  <a:pt x="385665" y="40882"/>
                </a:lnTo>
                <a:lnTo>
                  <a:pt x="384903" y="41350"/>
                </a:lnTo>
                <a:lnTo>
                  <a:pt x="384154" y="41838"/>
                </a:lnTo>
                <a:lnTo>
                  <a:pt x="383419" y="42345"/>
                </a:lnTo>
                <a:lnTo>
                  <a:pt x="382698" y="42871"/>
                </a:lnTo>
                <a:lnTo>
                  <a:pt x="381991" y="43417"/>
                </a:lnTo>
                <a:lnTo>
                  <a:pt x="381299" y="43982"/>
                </a:lnTo>
                <a:lnTo>
                  <a:pt x="380621" y="44566"/>
                </a:lnTo>
                <a:lnTo>
                  <a:pt x="379957" y="45169"/>
                </a:lnTo>
                <a:lnTo>
                  <a:pt x="379308" y="45792"/>
                </a:lnTo>
                <a:lnTo>
                  <a:pt x="378672" y="46433"/>
                </a:lnTo>
                <a:lnTo>
                  <a:pt x="378051" y="47094"/>
                </a:lnTo>
                <a:lnTo>
                  <a:pt x="377444" y="47774"/>
                </a:lnTo>
                <a:lnTo>
                  <a:pt x="376851" y="48474"/>
                </a:lnTo>
                <a:lnTo>
                  <a:pt x="376273" y="49192"/>
                </a:lnTo>
                <a:lnTo>
                  <a:pt x="375708" y="49930"/>
                </a:lnTo>
                <a:lnTo>
                  <a:pt x="375158" y="50687"/>
                </a:lnTo>
                <a:lnTo>
                  <a:pt x="374622" y="51463"/>
                </a:lnTo>
                <a:lnTo>
                  <a:pt x="374100" y="52259"/>
                </a:lnTo>
                <a:lnTo>
                  <a:pt x="373593" y="53074"/>
                </a:lnTo>
                <a:lnTo>
                  <a:pt x="373100" y="53908"/>
                </a:lnTo>
                <a:lnTo>
                  <a:pt x="372620" y="54761"/>
                </a:lnTo>
                <a:lnTo>
                  <a:pt x="372156" y="55633"/>
                </a:lnTo>
                <a:lnTo>
                  <a:pt x="371705" y="56525"/>
                </a:lnTo>
                <a:lnTo>
                  <a:pt x="371268" y="57436"/>
                </a:lnTo>
                <a:lnTo>
                  <a:pt x="370846" y="58366"/>
                </a:lnTo>
                <a:lnTo>
                  <a:pt x="370440" y="59315"/>
                </a:lnTo>
                <a:lnTo>
                  <a:pt x="370051" y="60283"/>
                </a:lnTo>
                <a:lnTo>
                  <a:pt x="369679" y="61271"/>
                </a:lnTo>
                <a:lnTo>
                  <a:pt x="369324" y="62279"/>
                </a:lnTo>
                <a:lnTo>
                  <a:pt x="368987" y="63305"/>
                </a:lnTo>
                <a:lnTo>
                  <a:pt x="368667" y="64352"/>
                </a:lnTo>
                <a:lnTo>
                  <a:pt x="368364" y="65417"/>
                </a:lnTo>
                <a:lnTo>
                  <a:pt x="368079" y="66502"/>
                </a:lnTo>
                <a:lnTo>
                  <a:pt x="367811" y="67606"/>
                </a:lnTo>
                <a:lnTo>
                  <a:pt x="367560" y="68730"/>
                </a:lnTo>
                <a:lnTo>
                  <a:pt x="367326" y="69873"/>
                </a:lnTo>
                <a:lnTo>
                  <a:pt x="367110" y="71036"/>
                </a:lnTo>
                <a:lnTo>
                  <a:pt x="366911" y="72218"/>
                </a:lnTo>
                <a:lnTo>
                  <a:pt x="366730" y="73419"/>
                </a:lnTo>
                <a:lnTo>
                  <a:pt x="366565" y="74640"/>
                </a:lnTo>
                <a:lnTo>
                  <a:pt x="366418" y="75880"/>
                </a:lnTo>
                <a:lnTo>
                  <a:pt x="366289" y="77140"/>
                </a:lnTo>
                <a:lnTo>
                  <a:pt x="366176" y="78419"/>
                </a:lnTo>
                <a:lnTo>
                  <a:pt x="366081" y="79717"/>
                </a:lnTo>
                <a:lnTo>
                  <a:pt x="366003" y="81035"/>
                </a:lnTo>
                <a:lnTo>
                  <a:pt x="365943" y="82372"/>
                </a:lnTo>
                <a:lnTo>
                  <a:pt x="365899" y="83729"/>
                </a:lnTo>
                <a:lnTo>
                  <a:pt x="365873" y="85105"/>
                </a:lnTo>
                <a:lnTo>
                  <a:pt x="365865" y="86501"/>
                </a:lnTo>
                <a:lnTo>
                  <a:pt x="365873" y="87905"/>
                </a:lnTo>
                <a:lnTo>
                  <a:pt x="365897" y="89290"/>
                </a:lnTo>
                <a:lnTo>
                  <a:pt x="365938" y="90657"/>
                </a:lnTo>
                <a:lnTo>
                  <a:pt x="365995" y="92004"/>
                </a:lnTo>
                <a:lnTo>
                  <a:pt x="366068" y="93333"/>
                </a:lnTo>
                <a:lnTo>
                  <a:pt x="366158" y="94643"/>
                </a:lnTo>
                <a:lnTo>
                  <a:pt x="366263" y="95934"/>
                </a:lnTo>
                <a:lnTo>
                  <a:pt x="366385" y="97206"/>
                </a:lnTo>
                <a:lnTo>
                  <a:pt x="366524" y="98459"/>
                </a:lnTo>
                <a:lnTo>
                  <a:pt x="366678" y="99693"/>
                </a:lnTo>
                <a:lnTo>
                  <a:pt x="366849" y="100909"/>
                </a:lnTo>
                <a:lnTo>
                  <a:pt x="367036" y="102105"/>
                </a:lnTo>
                <a:lnTo>
                  <a:pt x="367240" y="103283"/>
                </a:lnTo>
                <a:lnTo>
                  <a:pt x="367459" y="104442"/>
                </a:lnTo>
                <a:lnTo>
                  <a:pt x="367695" y="105582"/>
                </a:lnTo>
                <a:lnTo>
                  <a:pt x="367947" y="106703"/>
                </a:lnTo>
                <a:lnTo>
                  <a:pt x="368216" y="107805"/>
                </a:lnTo>
                <a:lnTo>
                  <a:pt x="368500" y="108889"/>
                </a:lnTo>
                <a:lnTo>
                  <a:pt x="368801" y="109953"/>
                </a:lnTo>
                <a:lnTo>
                  <a:pt x="369119" y="110999"/>
                </a:lnTo>
                <a:lnTo>
                  <a:pt x="369452" y="112026"/>
                </a:lnTo>
                <a:lnTo>
                  <a:pt x="369802" y="113034"/>
                </a:lnTo>
                <a:lnTo>
                  <a:pt x="370168" y="114023"/>
                </a:lnTo>
                <a:lnTo>
                  <a:pt x="370550" y="114993"/>
                </a:lnTo>
                <a:lnTo>
                  <a:pt x="370948" y="115944"/>
                </a:lnTo>
                <a:lnTo>
                  <a:pt x="371358" y="116875"/>
                </a:lnTo>
                <a:lnTo>
                  <a:pt x="371783" y="117785"/>
                </a:lnTo>
                <a:lnTo>
                  <a:pt x="372220" y="118676"/>
                </a:lnTo>
                <a:lnTo>
                  <a:pt x="372672" y="119548"/>
                </a:lnTo>
                <a:lnTo>
                  <a:pt x="373137" y="120399"/>
                </a:lnTo>
                <a:lnTo>
                  <a:pt x="373615" y="121230"/>
                </a:lnTo>
                <a:lnTo>
                  <a:pt x="374107" y="122041"/>
                </a:lnTo>
                <a:lnTo>
                  <a:pt x="374612" y="122832"/>
                </a:lnTo>
                <a:lnTo>
                  <a:pt x="375131" y="123604"/>
                </a:lnTo>
                <a:lnTo>
                  <a:pt x="375664" y="124355"/>
                </a:lnTo>
                <a:lnTo>
                  <a:pt x="376210" y="125087"/>
                </a:lnTo>
                <a:lnTo>
                  <a:pt x="376769" y="125798"/>
                </a:lnTo>
                <a:lnTo>
                  <a:pt x="377343" y="126490"/>
                </a:lnTo>
                <a:lnTo>
                  <a:pt x="377929" y="127162"/>
                </a:lnTo>
                <a:lnTo>
                  <a:pt x="378529" y="127814"/>
                </a:lnTo>
                <a:lnTo>
                  <a:pt x="379143" y="128446"/>
                </a:lnTo>
                <a:lnTo>
                  <a:pt x="379770" y="129058"/>
                </a:lnTo>
                <a:lnTo>
                  <a:pt x="380411" y="129650"/>
                </a:lnTo>
                <a:lnTo>
                  <a:pt x="381065" y="130222"/>
                </a:lnTo>
                <a:lnTo>
                  <a:pt x="381733" y="130774"/>
                </a:lnTo>
                <a:lnTo>
                  <a:pt x="382414" y="131306"/>
                </a:lnTo>
                <a:lnTo>
                  <a:pt x="383109" y="131819"/>
                </a:lnTo>
                <a:lnTo>
                  <a:pt x="383818" y="132311"/>
                </a:lnTo>
                <a:lnTo>
                  <a:pt x="384538" y="132783"/>
                </a:lnTo>
                <a:lnTo>
                  <a:pt x="385270" y="133236"/>
                </a:lnTo>
                <a:lnTo>
                  <a:pt x="386013" y="133668"/>
                </a:lnTo>
                <a:lnTo>
                  <a:pt x="386766" y="134080"/>
                </a:lnTo>
                <a:lnTo>
                  <a:pt x="387531" y="134472"/>
                </a:lnTo>
                <a:lnTo>
                  <a:pt x="388306" y="134844"/>
                </a:lnTo>
                <a:lnTo>
                  <a:pt x="389092" y="135195"/>
                </a:lnTo>
                <a:lnTo>
                  <a:pt x="389890" y="135527"/>
                </a:lnTo>
                <a:lnTo>
                  <a:pt x="390698" y="135839"/>
                </a:lnTo>
                <a:lnTo>
                  <a:pt x="391517" y="136130"/>
                </a:lnTo>
                <a:lnTo>
                  <a:pt x="392348" y="136401"/>
                </a:lnTo>
                <a:lnTo>
                  <a:pt x="393189" y="136653"/>
                </a:lnTo>
                <a:lnTo>
                  <a:pt x="394041" y="136884"/>
                </a:lnTo>
                <a:lnTo>
                  <a:pt x="394904" y="137095"/>
                </a:lnTo>
                <a:lnTo>
                  <a:pt x="395778" y="137286"/>
                </a:lnTo>
                <a:lnTo>
                  <a:pt x="396663" y="137457"/>
                </a:lnTo>
                <a:lnTo>
                  <a:pt x="397559" y="137608"/>
                </a:lnTo>
                <a:lnTo>
                  <a:pt x="398466" y="137738"/>
                </a:lnTo>
                <a:lnTo>
                  <a:pt x="399384" y="137849"/>
                </a:lnTo>
                <a:lnTo>
                  <a:pt x="400313" y="137939"/>
                </a:lnTo>
                <a:lnTo>
                  <a:pt x="401253" y="138010"/>
                </a:lnTo>
                <a:lnTo>
                  <a:pt x="402204" y="138060"/>
                </a:lnTo>
                <a:lnTo>
                  <a:pt x="403165" y="138090"/>
                </a:lnTo>
                <a:lnTo>
                  <a:pt x="404138" y="138100"/>
                </a:lnTo>
                <a:lnTo>
                  <a:pt x="405046" y="138092"/>
                </a:lnTo>
                <a:lnTo>
                  <a:pt x="405943" y="138070"/>
                </a:lnTo>
                <a:lnTo>
                  <a:pt x="406831" y="138031"/>
                </a:lnTo>
                <a:lnTo>
                  <a:pt x="407709" y="137978"/>
                </a:lnTo>
                <a:lnTo>
                  <a:pt x="408576" y="137909"/>
                </a:lnTo>
                <a:close/>
                <a:moveTo>
                  <a:pt x="402691" y="124163"/>
                </a:moveTo>
                <a:lnTo>
                  <a:pt x="401792" y="123976"/>
                </a:lnTo>
                <a:lnTo>
                  <a:pt x="400914" y="123756"/>
                </a:lnTo>
                <a:lnTo>
                  <a:pt x="400055" y="123502"/>
                </a:lnTo>
                <a:lnTo>
                  <a:pt x="399218" y="123214"/>
                </a:lnTo>
                <a:lnTo>
                  <a:pt x="398400" y="122893"/>
                </a:lnTo>
                <a:lnTo>
                  <a:pt x="397603" y="122537"/>
                </a:lnTo>
                <a:lnTo>
                  <a:pt x="396826" y="122148"/>
                </a:lnTo>
                <a:lnTo>
                  <a:pt x="396070" y="121724"/>
                </a:lnTo>
                <a:lnTo>
                  <a:pt x="395334" y="121267"/>
                </a:lnTo>
                <a:lnTo>
                  <a:pt x="394618" y="120776"/>
                </a:lnTo>
                <a:lnTo>
                  <a:pt x="393923" y="120251"/>
                </a:lnTo>
                <a:lnTo>
                  <a:pt x="393248" y="119692"/>
                </a:lnTo>
                <a:lnTo>
                  <a:pt x="392594" y="119100"/>
                </a:lnTo>
                <a:lnTo>
                  <a:pt x="391960" y="118473"/>
                </a:lnTo>
                <a:lnTo>
                  <a:pt x="391346" y="117813"/>
                </a:lnTo>
                <a:lnTo>
                  <a:pt x="390753" y="117119"/>
                </a:lnTo>
                <a:lnTo>
                  <a:pt x="390180" y="116390"/>
                </a:lnTo>
                <a:lnTo>
                  <a:pt x="389627" y="115628"/>
                </a:lnTo>
                <a:lnTo>
                  <a:pt x="389095" y="114833"/>
                </a:lnTo>
                <a:lnTo>
                  <a:pt x="388584" y="114005"/>
                </a:lnTo>
                <a:lnTo>
                  <a:pt x="388095" y="113146"/>
                </a:lnTo>
                <a:lnTo>
                  <a:pt x="387627" y="112256"/>
                </a:lnTo>
                <a:lnTo>
                  <a:pt x="387181" y="111336"/>
                </a:lnTo>
                <a:lnTo>
                  <a:pt x="386757" y="110386"/>
                </a:lnTo>
                <a:lnTo>
                  <a:pt x="386355" y="109404"/>
                </a:lnTo>
                <a:lnTo>
                  <a:pt x="385974" y="108392"/>
                </a:lnTo>
                <a:lnTo>
                  <a:pt x="385615" y="107349"/>
                </a:lnTo>
                <a:lnTo>
                  <a:pt x="385278" y="106276"/>
                </a:lnTo>
                <a:lnTo>
                  <a:pt x="384963" y="105172"/>
                </a:lnTo>
                <a:lnTo>
                  <a:pt x="384669" y="104037"/>
                </a:lnTo>
                <a:lnTo>
                  <a:pt x="384397" y="102872"/>
                </a:lnTo>
                <a:lnTo>
                  <a:pt x="384147" y="101676"/>
                </a:lnTo>
                <a:lnTo>
                  <a:pt x="383919" y="100450"/>
                </a:lnTo>
                <a:lnTo>
                  <a:pt x="383712" y="99192"/>
                </a:lnTo>
                <a:lnTo>
                  <a:pt x="383527" y="97904"/>
                </a:lnTo>
                <a:lnTo>
                  <a:pt x="383364" y="96586"/>
                </a:lnTo>
                <a:lnTo>
                  <a:pt x="383223" y="95237"/>
                </a:lnTo>
                <a:lnTo>
                  <a:pt x="383103" y="93857"/>
                </a:lnTo>
                <a:lnTo>
                  <a:pt x="383005" y="92446"/>
                </a:lnTo>
                <a:lnTo>
                  <a:pt x="382929" y="91005"/>
                </a:lnTo>
                <a:lnTo>
                  <a:pt x="382875" y="89533"/>
                </a:lnTo>
                <a:lnTo>
                  <a:pt x="382842" y="88031"/>
                </a:lnTo>
                <a:lnTo>
                  <a:pt x="382831" y="86497"/>
                </a:lnTo>
                <a:lnTo>
                  <a:pt x="382843" y="85015"/>
                </a:lnTo>
                <a:lnTo>
                  <a:pt x="382878" y="83560"/>
                </a:lnTo>
                <a:lnTo>
                  <a:pt x="382935" y="82134"/>
                </a:lnTo>
                <a:lnTo>
                  <a:pt x="383016" y="80737"/>
                </a:lnTo>
                <a:lnTo>
                  <a:pt x="383120" y="79368"/>
                </a:lnTo>
                <a:lnTo>
                  <a:pt x="383247" y="78028"/>
                </a:lnTo>
                <a:lnTo>
                  <a:pt x="383398" y="76716"/>
                </a:lnTo>
                <a:lnTo>
                  <a:pt x="383571" y="75433"/>
                </a:lnTo>
                <a:lnTo>
                  <a:pt x="383768" y="74178"/>
                </a:lnTo>
                <a:lnTo>
                  <a:pt x="383987" y="72952"/>
                </a:lnTo>
                <a:lnTo>
                  <a:pt x="384230" y="71754"/>
                </a:lnTo>
                <a:lnTo>
                  <a:pt x="384496" y="70585"/>
                </a:lnTo>
                <a:lnTo>
                  <a:pt x="384785" y="69444"/>
                </a:lnTo>
                <a:lnTo>
                  <a:pt x="385097" y="68332"/>
                </a:lnTo>
                <a:lnTo>
                  <a:pt x="385432" y="67249"/>
                </a:lnTo>
                <a:lnTo>
                  <a:pt x="385791" y="66193"/>
                </a:lnTo>
                <a:lnTo>
                  <a:pt x="386172" y="65167"/>
                </a:lnTo>
                <a:lnTo>
                  <a:pt x="386577" y="64169"/>
                </a:lnTo>
                <a:lnTo>
                  <a:pt x="387004" y="63199"/>
                </a:lnTo>
                <a:lnTo>
                  <a:pt x="387455" y="62258"/>
                </a:lnTo>
                <a:lnTo>
                  <a:pt x="387929" y="61345"/>
                </a:lnTo>
                <a:lnTo>
                  <a:pt x="388426" y="60461"/>
                </a:lnTo>
                <a:lnTo>
                  <a:pt x="388946" y="59606"/>
                </a:lnTo>
                <a:lnTo>
                  <a:pt x="389490" y="58779"/>
                </a:lnTo>
                <a:lnTo>
                  <a:pt x="390056" y="57983"/>
                </a:lnTo>
                <a:lnTo>
                  <a:pt x="390644" y="57221"/>
                </a:lnTo>
                <a:lnTo>
                  <a:pt x="391255" y="56493"/>
                </a:lnTo>
                <a:lnTo>
                  <a:pt x="391889" y="55799"/>
                </a:lnTo>
                <a:lnTo>
                  <a:pt x="392544" y="55138"/>
                </a:lnTo>
                <a:lnTo>
                  <a:pt x="393223" y="54512"/>
                </a:lnTo>
                <a:lnTo>
                  <a:pt x="393923" y="53919"/>
                </a:lnTo>
                <a:lnTo>
                  <a:pt x="394647" y="53360"/>
                </a:lnTo>
                <a:lnTo>
                  <a:pt x="395392" y="52835"/>
                </a:lnTo>
                <a:lnTo>
                  <a:pt x="396160" y="52344"/>
                </a:lnTo>
                <a:lnTo>
                  <a:pt x="396951" y="51887"/>
                </a:lnTo>
                <a:lnTo>
                  <a:pt x="397763" y="51464"/>
                </a:lnTo>
                <a:lnTo>
                  <a:pt x="398599" y="51074"/>
                </a:lnTo>
                <a:lnTo>
                  <a:pt x="399456" y="50719"/>
                </a:lnTo>
                <a:lnTo>
                  <a:pt x="400337" y="50397"/>
                </a:lnTo>
                <a:lnTo>
                  <a:pt x="401239" y="50109"/>
                </a:lnTo>
                <a:lnTo>
                  <a:pt x="402164" y="49855"/>
                </a:lnTo>
                <a:lnTo>
                  <a:pt x="403112" y="49635"/>
                </a:lnTo>
                <a:lnTo>
                  <a:pt x="404082" y="49449"/>
                </a:lnTo>
                <a:lnTo>
                  <a:pt x="405074" y="49296"/>
                </a:lnTo>
                <a:lnTo>
                  <a:pt x="406089" y="49178"/>
                </a:lnTo>
                <a:lnTo>
                  <a:pt x="407126" y="49093"/>
                </a:lnTo>
                <a:lnTo>
                  <a:pt x="408186" y="49042"/>
                </a:lnTo>
                <a:lnTo>
                  <a:pt x="409268" y="49026"/>
                </a:lnTo>
                <a:lnTo>
                  <a:pt x="410092" y="49035"/>
                </a:lnTo>
                <a:lnTo>
                  <a:pt x="410904" y="49064"/>
                </a:lnTo>
                <a:lnTo>
                  <a:pt x="411705" y="49111"/>
                </a:lnTo>
                <a:lnTo>
                  <a:pt x="412494" y="49178"/>
                </a:lnTo>
                <a:lnTo>
                  <a:pt x="413271" y="49264"/>
                </a:lnTo>
                <a:lnTo>
                  <a:pt x="414036" y="49369"/>
                </a:lnTo>
                <a:lnTo>
                  <a:pt x="414790" y="49493"/>
                </a:lnTo>
                <a:lnTo>
                  <a:pt x="415531" y="49636"/>
                </a:lnTo>
                <a:lnTo>
                  <a:pt x="416261" y="49798"/>
                </a:lnTo>
                <a:lnTo>
                  <a:pt x="416979" y="49979"/>
                </a:lnTo>
                <a:lnTo>
                  <a:pt x="417685" y="50179"/>
                </a:lnTo>
                <a:lnTo>
                  <a:pt x="418380" y="50399"/>
                </a:lnTo>
                <a:lnTo>
                  <a:pt x="419062" y="50637"/>
                </a:lnTo>
                <a:lnTo>
                  <a:pt x="419733" y="50895"/>
                </a:lnTo>
                <a:lnTo>
                  <a:pt x="420392" y="51171"/>
                </a:lnTo>
                <a:lnTo>
                  <a:pt x="421039" y="51467"/>
                </a:lnTo>
                <a:lnTo>
                  <a:pt x="421674" y="51782"/>
                </a:lnTo>
                <a:lnTo>
                  <a:pt x="422298" y="52115"/>
                </a:lnTo>
                <a:lnTo>
                  <a:pt x="422909" y="52468"/>
                </a:lnTo>
                <a:lnTo>
                  <a:pt x="423509" y="52840"/>
                </a:lnTo>
                <a:lnTo>
                  <a:pt x="424097" y="53231"/>
                </a:lnTo>
                <a:lnTo>
                  <a:pt x="424673" y="53641"/>
                </a:lnTo>
                <a:lnTo>
                  <a:pt x="425238" y="54070"/>
                </a:lnTo>
                <a:lnTo>
                  <a:pt x="425790" y="54519"/>
                </a:lnTo>
                <a:lnTo>
                  <a:pt x="426333" y="54982"/>
                </a:lnTo>
                <a:lnTo>
                  <a:pt x="426866" y="55455"/>
                </a:lnTo>
                <a:lnTo>
                  <a:pt x="427391" y="55938"/>
                </a:lnTo>
                <a:lnTo>
                  <a:pt x="427907" y="56431"/>
                </a:lnTo>
                <a:lnTo>
                  <a:pt x="428414" y="56934"/>
                </a:lnTo>
                <a:lnTo>
                  <a:pt x="428913" y="57448"/>
                </a:lnTo>
                <a:lnTo>
                  <a:pt x="429403" y="57972"/>
                </a:lnTo>
                <a:lnTo>
                  <a:pt x="429884" y="58506"/>
                </a:lnTo>
                <a:lnTo>
                  <a:pt x="430356" y="59050"/>
                </a:lnTo>
                <a:lnTo>
                  <a:pt x="430820" y="59604"/>
                </a:lnTo>
                <a:lnTo>
                  <a:pt x="431275" y="60169"/>
                </a:lnTo>
                <a:lnTo>
                  <a:pt x="431721" y="60743"/>
                </a:lnTo>
                <a:lnTo>
                  <a:pt x="432159" y="61328"/>
                </a:lnTo>
                <a:lnTo>
                  <a:pt x="432587" y="61923"/>
                </a:lnTo>
                <a:lnTo>
                  <a:pt x="433007" y="62528"/>
                </a:lnTo>
                <a:lnTo>
                  <a:pt x="433419" y="63143"/>
                </a:lnTo>
                <a:lnTo>
                  <a:pt x="433821" y="63768"/>
                </a:lnTo>
                <a:lnTo>
                  <a:pt x="434215" y="64404"/>
                </a:lnTo>
                <a:lnTo>
                  <a:pt x="434600" y="65050"/>
                </a:lnTo>
                <a:lnTo>
                  <a:pt x="434976" y="65705"/>
                </a:lnTo>
                <a:lnTo>
                  <a:pt x="435344" y="66371"/>
                </a:lnTo>
                <a:lnTo>
                  <a:pt x="435703" y="67048"/>
                </a:lnTo>
                <a:lnTo>
                  <a:pt x="436053" y="67734"/>
                </a:lnTo>
                <a:lnTo>
                  <a:pt x="436394" y="68430"/>
                </a:lnTo>
                <a:lnTo>
                  <a:pt x="436394" y="106929"/>
                </a:lnTo>
                <a:lnTo>
                  <a:pt x="436028" y="107532"/>
                </a:lnTo>
                <a:lnTo>
                  <a:pt x="435653" y="108129"/>
                </a:lnTo>
                <a:lnTo>
                  <a:pt x="435268" y="108718"/>
                </a:lnTo>
                <a:lnTo>
                  <a:pt x="434874" y="109300"/>
                </a:lnTo>
                <a:lnTo>
                  <a:pt x="434470" y="109874"/>
                </a:lnTo>
                <a:lnTo>
                  <a:pt x="434058" y="110441"/>
                </a:lnTo>
                <a:lnTo>
                  <a:pt x="433636" y="111001"/>
                </a:lnTo>
                <a:lnTo>
                  <a:pt x="433205" y="111553"/>
                </a:lnTo>
                <a:lnTo>
                  <a:pt x="432765" y="112099"/>
                </a:lnTo>
                <a:lnTo>
                  <a:pt x="432315" y="112637"/>
                </a:lnTo>
                <a:lnTo>
                  <a:pt x="431856" y="113167"/>
                </a:lnTo>
                <a:lnTo>
                  <a:pt x="431388" y="113691"/>
                </a:lnTo>
                <a:lnTo>
                  <a:pt x="430911" y="114207"/>
                </a:lnTo>
                <a:lnTo>
                  <a:pt x="430424" y="114715"/>
                </a:lnTo>
                <a:lnTo>
                  <a:pt x="429929" y="115217"/>
                </a:lnTo>
                <a:lnTo>
                  <a:pt x="429424" y="115711"/>
                </a:lnTo>
                <a:lnTo>
                  <a:pt x="428909" y="116198"/>
                </a:lnTo>
                <a:lnTo>
                  <a:pt x="428386" y="116677"/>
                </a:lnTo>
                <a:lnTo>
                  <a:pt x="427853" y="117149"/>
                </a:lnTo>
                <a:lnTo>
                  <a:pt x="427311" y="117614"/>
                </a:lnTo>
                <a:lnTo>
                  <a:pt x="426760" y="118072"/>
                </a:lnTo>
                <a:lnTo>
                  <a:pt x="426199" y="118522"/>
                </a:lnTo>
                <a:lnTo>
                  <a:pt x="425629" y="118965"/>
                </a:lnTo>
                <a:lnTo>
                  <a:pt x="425050" y="119401"/>
                </a:lnTo>
                <a:lnTo>
                  <a:pt x="424461" y="119824"/>
                </a:lnTo>
                <a:lnTo>
                  <a:pt x="423859" y="120229"/>
                </a:lnTo>
                <a:lnTo>
                  <a:pt x="423244" y="120616"/>
                </a:lnTo>
                <a:lnTo>
                  <a:pt x="422617" y="120985"/>
                </a:lnTo>
                <a:lnTo>
                  <a:pt x="421978" y="121336"/>
                </a:lnTo>
                <a:lnTo>
                  <a:pt x="421327" y="121669"/>
                </a:lnTo>
                <a:lnTo>
                  <a:pt x="420663" y="121984"/>
                </a:lnTo>
                <a:lnTo>
                  <a:pt x="419987" y="122282"/>
                </a:lnTo>
                <a:lnTo>
                  <a:pt x="419298" y="122561"/>
                </a:lnTo>
                <a:lnTo>
                  <a:pt x="418598" y="122822"/>
                </a:lnTo>
                <a:lnTo>
                  <a:pt x="417884" y="123065"/>
                </a:lnTo>
                <a:lnTo>
                  <a:pt x="417159" y="123290"/>
                </a:lnTo>
                <a:lnTo>
                  <a:pt x="416421" y="123497"/>
                </a:lnTo>
                <a:lnTo>
                  <a:pt x="415671" y="123686"/>
                </a:lnTo>
                <a:lnTo>
                  <a:pt x="414909" y="123857"/>
                </a:lnTo>
                <a:lnTo>
                  <a:pt x="414134" y="124010"/>
                </a:lnTo>
                <a:lnTo>
                  <a:pt x="413347" y="124145"/>
                </a:lnTo>
                <a:lnTo>
                  <a:pt x="412547" y="124262"/>
                </a:lnTo>
                <a:lnTo>
                  <a:pt x="411736" y="124361"/>
                </a:lnTo>
                <a:lnTo>
                  <a:pt x="410912" y="124442"/>
                </a:lnTo>
                <a:lnTo>
                  <a:pt x="410075" y="124505"/>
                </a:lnTo>
                <a:lnTo>
                  <a:pt x="409227" y="124550"/>
                </a:lnTo>
                <a:lnTo>
                  <a:pt x="408365" y="124577"/>
                </a:lnTo>
                <a:lnTo>
                  <a:pt x="407492" y="124586"/>
                </a:lnTo>
                <a:lnTo>
                  <a:pt x="406491" y="124569"/>
                </a:lnTo>
                <a:lnTo>
                  <a:pt x="405511" y="124518"/>
                </a:lnTo>
                <a:lnTo>
                  <a:pt x="404550" y="124434"/>
                </a:lnTo>
                <a:lnTo>
                  <a:pt x="403611" y="124315"/>
                </a:lnTo>
                <a:lnTo>
                  <a:pt x="402691" y="124163"/>
                </a:lnTo>
                <a:close/>
                <a:moveTo>
                  <a:pt x="649518" y="65271"/>
                </a:moveTo>
                <a:lnTo>
                  <a:pt x="649789" y="64903"/>
                </a:lnTo>
                <a:lnTo>
                  <a:pt x="650063" y="64539"/>
                </a:lnTo>
                <a:lnTo>
                  <a:pt x="650340" y="64179"/>
                </a:lnTo>
                <a:lnTo>
                  <a:pt x="650620" y="63823"/>
                </a:lnTo>
                <a:lnTo>
                  <a:pt x="650903" y="63471"/>
                </a:lnTo>
                <a:lnTo>
                  <a:pt x="651189" y="63122"/>
                </a:lnTo>
                <a:lnTo>
                  <a:pt x="651478" y="62777"/>
                </a:lnTo>
                <a:lnTo>
                  <a:pt x="651770" y="62436"/>
                </a:lnTo>
                <a:lnTo>
                  <a:pt x="652066" y="62098"/>
                </a:lnTo>
                <a:lnTo>
                  <a:pt x="652364" y="61764"/>
                </a:lnTo>
                <a:lnTo>
                  <a:pt x="652666" y="61434"/>
                </a:lnTo>
                <a:lnTo>
                  <a:pt x="652971" y="61108"/>
                </a:lnTo>
                <a:lnTo>
                  <a:pt x="653278" y="60785"/>
                </a:lnTo>
                <a:lnTo>
                  <a:pt x="653589" y="60467"/>
                </a:lnTo>
                <a:lnTo>
                  <a:pt x="653903" y="60152"/>
                </a:lnTo>
                <a:lnTo>
                  <a:pt x="654220" y="59840"/>
                </a:lnTo>
                <a:lnTo>
                  <a:pt x="654540" y="59533"/>
                </a:lnTo>
                <a:lnTo>
                  <a:pt x="654863" y="59229"/>
                </a:lnTo>
                <a:lnTo>
                  <a:pt x="655190" y="58929"/>
                </a:lnTo>
                <a:lnTo>
                  <a:pt x="655519" y="58633"/>
                </a:lnTo>
                <a:lnTo>
                  <a:pt x="655851" y="58340"/>
                </a:lnTo>
                <a:lnTo>
                  <a:pt x="656187" y="58051"/>
                </a:lnTo>
                <a:lnTo>
                  <a:pt x="656526" y="57767"/>
                </a:lnTo>
                <a:lnTo>
                  <a:pt x="656870" y="57488"/>
                </a:lnTo>
                <a:lnTo>
                  <a:pt x="657219" y="57214"/>
                </a:lnTo>
                <a:lnTo>
                  <a:pt x="657573" y="56945"/>
                </a:lnTo>
                <a:lnTo>
                  <a:pt x="657932" y="56681"/>
                </a:lnTo>
                <a:lnTo>
                  <a:pt x="658295" y="56423"/>
                </a:lnTo>
                <a:lnTo>
                  <a:pt x="658663" y="56170"/>
                </a:lnTo>
                <a:lnTo>
                  <a:pt x="659036" y="55922"/>
                </a:lnTo>
                <a:lnTo>
                  <a:pt x="659414" y="55679"/>
                </a:lnTo>
                <a:lnTo>
                  <a:pt x="659797" y="55441"/>
                </a:lnTo>
                <a:lnTo>
                  <a:pt x="660184" y="55208"/>
                </a:lnTo>
                <a:lnTo>
                  <a:pt x="660576" y="54981"/>
                </a:lnTo>
                <a:lnTo>
                  <a:pt x="660973" y="54759"/>
                </a:lnTo>
                <a:lnTo>
                  <a:pt x="661375" y="54542"/>
                </a:lnTo>
                <a:lnTo>
                  <a:pt x="661782" y="54330"/>
                </a:lnTo>
                <a:lnTo>
                  <a:pt x="662193" y="54123"/>
                </a:lnTo>
                <a:lnTo>
                  <a:pt x="662609" y="53922"/>
                </a:lnTo>
                <a:lnTo>
                  <a:pt x="663030" y="53726"/>
                </a:lnTo>
                <a:lnTo>
                  <a:pt x="663456" y="53535"/>
                </a:lnTo>
                <a:lnTo>
                  <a:pt x="663886" y="53349"/>
                </a:lnTo>
                <a:lnTo>
                  <a:pt x="664322" y="53168"/>
                </a:lnTo>
                <a:lnTo>
                  <a:pt x="664762" y="52992"/>
                </a:lnTo>
                <a:lnTo>
                  <a:pt x="665207" y="52822"/>
                </a:lnTo>
                <a:lnTo>
                  <a:pt x="665656" y="52657"/>
                </a:lnTo>
                <a:lnTo>
                  <a:pt x="666112" y="52497"/>
                </a:lnTo>
                <a:lnTo>
                  <a:pt x="666573" y="52345"/>
                </a:lnTo>
                <a:lnTo>
                  <a:pt x="667041" y="52199"/>
                </a:lnTo>
                <a:lnTo>
                  <a:pt x="667514" y="52060"/>
                </a:lnTo>
                <a:lnTo>
                  <a:pt x="667994" y="51927"/>
                </a:lnTo>
                <a:lnTo>
                  <a:pt x="668480" y="51802"/>
                </a:lnTo>
                <a:lnTo>
                  <a:pt x="668972" y="51683"/>
                </a:lnTo>
                <a:lnTo>
                  <a:pt x="669471" y="51571"/>
                </a:lnTo>
                <a:lnTo>
                  <a:pt x="669975" y="51466"/>
                </a:lnTo>
                <a:lnTo>
                  <a:pt x="670486" y="51367"/>
                </a:lnTo>
                <a:lnTo>
                  <a:pt x="671003" y="51276"/>
                </a:lnTo>
                <a:lnTo>
                  <a:pt x="671526" y="51191"/>
                </a:lnTo>
                <a:lnTo>
                  <a:pt x="672055" y="51113"/>
                </a:lnTo>
                <a:lnTo>
                  <a:pt x="672590" y="51042"/>
                </a:lnTo>
                <a:lnTo>
                  <a:pt x="673132" y="50977"/>
                </a:lnTo>
                <a:lnTo>
                  <a:pt x="673679" y="50920"/>
                </a:lnTo>
                <a:lnTo>
                  <a:pt x="674233" y="50869"/>
                </a:lnTo>
                <a:lnTo>
                  <a:pt x="674793" y="50825"/>
                </a:lnTo>
                <a:lnTo>
                  <a:pt x="675359" y="50787"/>
                </a:lnTo>
                <a:lnTo>
                  <a:pt x="675932" y="50757"/>
                </a:lnTo>
                <a:lnTo>
                  <a:pt x="676510" y="50733"/>
                </a:lnTo>
                <a:lnTo>
                  <a:pt x="677095" y="50716"/>
                </a:lnTo>
                <a:lnTo>
                  <a:pt x="677686" y="50706"/>
                </a:lnTo>
                <a:lnTo>
                  <a:pt x="678283" y="50702"/>
                </a:lnTo>
                <a:lnTo>
                  <a:pt x="680552" y="50702"/>
                </a:lnTo>
                <a:lnTo>
                  <a:pt x="680552" y="35610"/>
                </a:lnTo>
                <a:lnTo>
                  <a:pt x="678579" y="35610"/>
                </a:lnTo>
                <a:lnTo>
                  <a:pt x="677624" y="35619"/>
                </a:lnTo>
                <a:lnTo>
                  <a:pt x="676685" y="35645"/>
                </a:lnTo>
                <a:lnTo>
                  <a:pt x="675761" y="35689"/>
                </a:lnTo>
                <a:lnTo>
                  <a:pt x="674852" y="35750"/>
                </a:lnTo>
                <a:lnTo>
                  <a:pt x="673958" y="35828"/>
                </a:lnTo>
                <a:lnTo>
                  <a:pt x="673079" y="35924"/>
                </a:lnTo>
                <a:lnTo>
                  <a:pt x="672216" y="36038"/>
                </a:lnTo>
                <a:lnTo>
                  <a:pt x="671367" y="36169"/>
                </a:lnTo>
                <a:lnTo>
                  <a:pt x="670533" y="36318"/>
                </a:lnTo>
                <a:lnTo>
                  <a:pt x="669715" y="36483"/>
                </a:lnTo>
                <a:lnTo>
                  <a:pt x="668911" y="36667"/>
                </a:lnTo>
                <a:lnTo>
                  <a:pt x="668123" y="36868"/>
                </a:lnTo>
                <a:lnTo>
                  <a:pt x="667349" y="37086"/>
                </a:lnTo>
                <a:lnTo>
                  <a:pt x="666591" y="37322"/>
                </a:lnTo>
                <a:lnTo>
                  <a:pt x="665848" y="37575"/>
                </a:lnTo>
                <a:lnTo>
                  <a:pt x="665119" y="37846"/>
                </a:lnTo>
                <a:lnTo>
                  <a:pt x="664406" y="38134"/>
                </a:lnTo>
                <a:lnTo>
                  <a:pt x="663708" y="38440"/>
                </a:lnTo>
                <a:lnTo>
                  <a:pt x="663025" y="38763"/>
                </a:lnTo>
                <a:lnTo>
                  <a:pt x="662357" y="39104"/>
                </a:lnTo>
                <a:lnTo>
                  <a:pt x="661705" y="39462"/>
                </a:lnTo>
                <a:lnTo>
                  <a:pt x="661067" y="39837"/>
                </a:lnTo>
                <a:lnTo>
                  <a:pt x="660444" y="40230"/>
                </a:lnTo>
                <a:lnTo>
                  <a:pt x="659837" y="40641"/>
                </a:lnTo>
                <a:lnTo>
                  <a:pt x="659242" y="41064"/>
                </a:lnTo>
                <a:lnTo>
                  <a:pt x="658658" y="41496"/>
                </a:lnTo>
                <a:lnTo>
                  <a:pt x="658086" y="41937"/>
                </a:lnTo>
                <a:lnTo>
                  <a:pt x="657524" y="42386"/>
                </a:lnTo>
                <a:lnTo>
                  <a:pt x="656973" y="42844"/>
                </a:lnTo>
                <a:lnTo>
                  <a:pt x="656433" y="43310"/>
                </a:lnTo>
                <a:lnTo>
                  <a:pt x="655905" y="43785"/>
                </a:lnTo>
                <a:lnTo>
                  <a:pt x="655387" y="44269"/>
                </a:lnTo>
                <a:lnTo>
                  <a:pt x="654880" y="44761"/>
                </a:lnTo>
                <a:lnTo>
                  <a:pt x="654384" y="45261"/>
                </a:lnTo>
                <a:lnTo>
                  <a:pt x="653899" y="45770"/>
                </a:lnTo>
                <a:lnTo>
                  <a:pt x="653425" y="46288"/>
                </a:lnTo>
                <a:lnTo>
                  <a:pt x="652962" y="46814"/>
                </a:lnTo>
                <a:lnTo>
                  <a:pt x="652510" y="47349"/>
                </a:lnTo>
                <a:lnTo>
                  <a:pt x="652068" y="47893"/>
                </a:lnTo>
                <a:lnTo>
                  <a:pt x="651638" y="48445"/>
                </a:lnTo>
                <a:lnTo>
                  <a:pt x="651219" y="49005"/>
                </a:lnTo>
                <a:lnTo>
                  <a:pt x="650811" y="49574"/>
                </a:lnTo>
                <a:lnTo>
                  <a:pt x="650413" y="50152"/>
                </a:lnTo>
                <a:lnTo>
                  <a:pt x="650027" y="50738"/>
                </a:lnTo>
                <a:lnTo>
                  <a:pt x="649652" y="51333"/>
                </a:lnTo>
                <a:lnTo>
                  <a:pt x="649287" y="51936"/>
                </a:lnTo>
                <a:lnTo>
                  <a:pt x="648934" y="52548"/>
                </a:lnTo>
                <a:lnTo>
                  <a:pt x="648591" y="53169"/>
                </a:lnTo>
                <a:lnTo>
                  <a:pt x="647999" y="37287"/>
                </a:lnTo>
                <a:lnTo>
                  <a:pt x="632512" y="37287"/>
                </a:lnTo>
                <a:lnTo>
                  <a:pt x="632512" y="136324"/>
                </a:lnTo>
                <a:lnTo>
                  <a:pt x="648986" y="136324"/>
                </a:lnTo>
                <a:lnTo>
                  <a:pt x="648986" y="66017"/>
                </a:lnTo>
                <a:lnTo>
                  <a:pt x="649250" y="65642"/>
                </a:lnTo>
                <a:lnTo>
                  <a:pt x="649518" y="65271"/>
                </a:lnTo>
                <a:close/>
                <a:moveTo>
                  <a:pt x="293499" y="137905"/>
                </a:moveTo>
                <a:lnTo>
                  <a:pt x="294414" y="137819"/>
                </a:lnTo>
                <a:lnTo>
                  <a:pt x="295318" y="137718"/>
                </a:lnTo>
                <a:lnTo>
                  <a:pt x="296212" y="137601"/>
                </a:lnTo>
                <a:lnTo>
                  <a:pt x="297096" y="137469"/>
                </a:lnTo>
                <a:lnTo>
                  <a:pt x="297970" y="137321"/>
                </a:lnTo>
                <a:lnTo>
                  <a:pt x="298834" y="137157"/>
                </a:lnTo>
                <a:lnTo>
                  <a:pt x="299688" y="136978"/>
                </a:lnTo>
                <a:lnTo>
                  <a:pt x="300532" y="136783"/>
                </a:lnTo>
                <a:lnTo>
                  <a:pt x="301365" y="136573"/>
                </a:lnTo>
                <a:lnTo>
                  <a:pt x="302189" y="136347"/>
                </a:lnTo>
                <a:lnTo>
                  <a:pt x="303002" y="136105"/>
                </a:lnTo>
                <a:lnTo>
                  <a:pt x="303806" y="135848"/>
                </a:lnTo>
                <a:lnTo>
                  <a:pt x="304599" y="135575"/>
                </a:lnTo>
                <a:lnTo>
                  <a:pt x="305382" y="135287"/>
                </a:lnTo>
                <a:lnTo>
                  <a:pt x="306155" y="134983"/>
                </a:lnTo>
                <a:lnTo>
                  <a:pt x="306918" y="134664"/>
                </a:lnTo>
                <a:lnTo>
                  <a:pt x="307670" y="134329"/>
                </a:lnTo>
                <a:lnTo>
                  <a:pt x="308413" y="133978"/>
                </a:lnTo>
                <a:lnTo>
                  <a:pt x="309146" y="133612"/>
                </a:lnTo>
                <a:lnTo>
                  <a:pt x="309869" y="133233"/>
                </a:lnTo>
                <a:lnTo>
                  <a:pt x="310586" y="132844"/>
                </a:lnTo>
                <a:lnTo>
                  <a:pt x="311295" y="132444"/>
                </a:lnTo>
                <a:lnTo>
                  <a:pt x="311997" y="132035"/>
                </a:lnTo>
                <a:lnTo>
                  <a:pt x="312691" y="131615"/>
                </a:lnTo>
                <a:lnTo>
                  <a:pt x="313378" y="131186"/>
                </a:lnTo>
                <a:lnTo>
                  <a:pt x="314058" y="130746"/>
                </a:lnTo>
                <a:lnTo>
                  <a:pt x="314730" y="130296"/>
                </a:lnTo>
                <a:lnTo>
                  <a:pt x="315395" y="129836"/>
                </a:lnTo>
                <a:lnTo>
                  <a:pt x="316052" y="129366"/>
                </a:lnTo>
                <a:lnTo>
                  <a:pt x="316702" y="128886"/>
                </a:lnTo>
                <a:lnTo>
                  <a:pt x="317345" y="128396"/>
                </a:lnTo>
                <a:lnTo>
                  <a:pt x="317981" y="127896"/>
                </a:lnTo>
                <a:lnTo>
                  <a:pt x="318609" y="127385"/>
                </a:lnTo>
                <a:lnTo>
                  <a:pt x="319229" y="126865"/>
                </a:lnTo>
                <a:lnTo>
                  <a:pt x="319843" y="126334"/>
                </a:lnTo>
                <a:lnTo>
                  <a:pt x="320449" y="125793"/>
                </a:lnTo>
                <a:lnTo>
                  <a:pt x="321047" y="125243"/>
                </a:lnTo>
                <a:lnTo>
                  <a:pt x="321639" y="124682"/>
                </a:lnTo>
                <a:lnTo>
                  <a:pt x="322223" y="124111"/>
                </a:lnTo>
                <a:lnTo>
                  <a:pt x="322799" y="123529"/>
                </a:lnTo>
                <a:lnTo>
                  <a:pt x="323368" y="122938"/>
                </a:lnTo>
                <a:lnTo>
                  <a:pt x="323930" y="122337"/>
                </a:lnTo>
                <a:lnTo>
                  <a:pt x="324484" y="121725"/>
                </a:lnTo>
                <a:lnTo>
                  <a:pt x="325175" y="136324"/>
                </a:lnTo>
                <a:lnTo>
                  <a:pt x="340563" y="136324"/>
                </a:lnTo>
                <a:lnTo>
                  <a:pt x="340563" y="70163"/>
                </a:lnTo>
                <a:lnTo>
                  <a:pt x="340558" y="69281"/>
                </a:lnTo>
                <a:lnTo>
                  <a:pt x="340541" y="68412"/>
                </a:lnTo>
                <a:lnTo>
                  <a:pt x="340514" y="67557"/>
                </a:lnTo>
                <a:lnTo>
                  <a:pt x="340476" y="66715"/>
                </a:lnTo>
                <a:lnTo>
                  <a:pt x="340426" y="65887"/>
                </a:lnTo>
                <a:lnTo>
                  <a:pt x="340366" y="65073"/>
                </a:lnTo>
                <a:lnTo>
                  <a:pt x="340295" y="64272"/>
                </a:lnTo>
                <a:lnTo>
                  <a:pt x="340213" y="63485"/>
                </a:lnTo>
                <a:lnTo>
                  <a:pt x="340119" y="62711"/>
                </a:lnTo>
                <a:lnTo>
                  <a:pt x="340015" y="61951"/>
                </a:lnTo>
                <a:lnTo>
                  <a:pt x="339900" y="61205"/>
                </a:lnTo>
                <a:lnTo>
                  <a:pt x="339774" y="60472"/>
                </a:lnTo>
                <a:lnTo>
                  <a:pt x="339637" y="59753"/>
                </a:lnTo>
                <a:lnTo>
                  <a:pt x="339489" y="59047"/>
                </a:lnTo>
                <a:lnTo>
                  <a:pt x="339330" y="58355"/>
                </a:lnTo>
                <a:lnTo>
                  <a:pt x="339160" y="57676"/>
                </a:lnTo>
                <a:lnTo>
                  <a:pt x="338980" y="57011"/>
                </a:lnTo>
                <a:lnTo>
                  <a:pt x="338788" y="56360"/>
                </a:lnTo>
                <a:lnTo>
                  <a:pt x="338585" y="55722"/>
                </a:lnTo>
                <a:lnTo>
                  <a:pt x="338371" y="55098"/>
                </a:lnTo>
                <a:lnTo>
                  <a:pt x="338147" y="54487"/>
                </a:lnTo>
                <a:lnTo>
                  <a:pt x="337911" y="53890"/>
                </a:lnTo>
                <a:lnTo>
                  <a:pt x="337664" y="53307"/>
                </a:lnTo>
                <a:lnTo>
                  <a:pt x="337407" y="52737"/>
                </a:lnTo>
                <a:lnTo>
                  <a:pt x="337140" y="52179"/>
                </a:lnTo>
                <a:lnTo>
                  <a:pt x="336865" y="51631"/>
                </a:lnTo>
                <a:lnTo>
                  <a:pt x="336583" y="51094"/>
                </a:lnTo>
                <a:lnTo>
                  <a:pt x="336293" y="50567"/>
                </a:lnTo>
                <a:lnTo>
                  <a:pt x="335995" y="50050"/>
                </a:lnTo>
                <a:lnTo>
                  <a:pt x="335690" y="49544"/>
                </a:lnTo>
                <a:lnTo>
                  <a:pt x="335377" y="49049"/>
                </a:lnTo>
                <a:lnTo>
                  <a:pt x="335056" y="48563"/>
                </a:lnTo>
                <a:lnTo>
                  <a:pt x="334727" y="48089"/>
                </a:lnTo>
                <a:lnTo>
                  <a:pt x="334391" y="47624"/>
                </a:lnTo>
                <a:lnTo>
                  <a:pt x="334047" y="47170"/>
                </a:lnTo>
                <a:lnTo>
                  <a:pt x="333695" y="46727"/>
                </a:lnTo>
                <a:lnTo>
                  <a:pt x="333336" y="46294"/>
                </a:lnTo>
                <a:lnTo>
                  <a:pt x="332969" y="45871"/>
                </a:lnTo>
                <a:lnTo>
                  <a:pt x="332594" y="45458"/>
                </a:lnTo>
                <a:lnTo>
                  <a:pt x="332212" y="45057"/>
                </a:lnTo>
                <a:lnTo>
                  <a:pt x="331821" y="44665"/>
                </a:lnTo>
                <a:lnTo>
                  <a:pt x="331423" y="44284"/>
                </a:lnTo>
                <a:lnTo>
                  <a:pt x="331018" y="43913"/>
                </a:lnTo>
                <a:lnTo>
                  <a:pt x="330604" y="43553"/>
                </a:lnTo>
                <a:lnTo>
                  <a:pt x="330183" y="43203"/>
                </a:lnTo>
                <a:lnTo>
                  <a:pt x="329755" y="42864"/>
                </a:lnTo>
                <a:lnTo>
                  <a:pt x="329318" y="42535"/>
                </a:lnTo>
                <a:lnTo>
                  <a:pt x="328874" y="42216"/>
                </a:lnTo>
                <a:lnTo>
                  <a:pt x="328424" y="41907"/>
                </a:lnTo>
                <a:lnTo>
                  <a:pt x="327969" y="41606"/>
                </a:lnTo>
                <a:lnTo>
                  <a:pt x="327509" y="41312"/>
                </a:lnTo>
                <a:lnTo>
                  <a:pt x="327044" y="41027"/>
                </a:lnTo>
                <a:lnTo>
                  <a:pt x="326574" y="40751"/>
                </a:lnTo>
                <a:lnTo>
                  <a:pt x="326100" y="40482"/>
                </a:lnTo>
                <a:lnTo>
                  <a:pt x="325621" y="40221"/>
                </a:lnTo>
                <a:lnTo>
                  <a:pt x="325137" y="39969"/>
                </a:lnTo>
                <a:lnTo>
                  <a:pt x="324648" y="39725"/>
                </a:lnTo>
                <a:lnTo>
                  <a:pt x="324154" y="39488"/>
                </a:lnTo>
                <a:lnTo>
                  <a:pt x="323656" y="39260"/>
                </a:lnTo>
                <a:lnTo>
                  <a:pt x="323153" y="39040"/>
                </a:lnTo>
                <a:lnTo>
                  <a:pt x="322645" y="38828"/>
                </a:lnTo>
                <a:lnTo>
                  <a:pt x="322132" y="38625"/>
                </a:lnTo>
                <a:lnTo>
                  <a:pt x="321615" y="38429"/>
                </a:lnTo>
                <a:lnTo>
                  <a:pt x="321092" y="38242"/>
                </a:lnTo>
                <a:lnTo>
                  <a:pt x="320565" y="38062"/>
                </a:lnTo>
                <a:lnTo>
                  <a:pt x="320033" y="37891"/>
                </a:lnTo>
                <a:lnTo>
                  <a:pt x="319497" y="37728"/>
                </a:lnTo>
                <a:lnTo>
                  <a:pt x="318955" y="37573"/>
                </a:lnTo>
                <a:lnTo>
                  <a:pt x="318409" y="37426"/>
                </a:lnTo>
                <a:lnTo>
                  <a:pt x="317858" y="37287"/>
                </a:lnTo>
                <a:lnTo>
                  <a:pt x="317302" y="37157"/>
                </a:lnTo>
                <a:lnTo>
                  <a:pt x="316741" y="37034"/>
                </a:lnTo>
                <a:lnTo>
                  <a:pt x="316177" y="36918"/>
                </a:lnTo>
                <a:lnTo>
                  <a:pt x="315610" y="36807"/>
                </a:lnTo>
                <a:lnTo>
                  <a:pt x="315042" y="36700"/>
                </a:lnTo>
                <a:lnTo>
                  <a:pt x="314471" y="36599"/>
                </a:lnTo>
                <a:lnTo>
                  <a:pt x="313898" y="36503"/>
                </a:lnTo>
                <a:lnTo>
                  <a:pt x="313322" y="36411"/>
                </a:lnTo>
                <a:lnTo>
                  <a:pt x="312745" y="36325"/>
                </a:lnTo>
                <a:lnTo>
                  <a:pt x="312165" y="36243"/>
                </a:lnTo>
                <a:lnTo>
                  <a:pt x="311583" y="36166"/>
                </a:lnTo>
                <a:lnTo>
                  <a:pt x="310999" y="36095"/>
                </a:lnTo>
                <a:lnTo>
                  <a:pt x="310412" y="36028"/>
                </a:lnTo>
                <a:lnTo>
                  <a:pt x="309824" y="35966"/>
                </a:lnTo>
                <a:lnTo>
                  <a:pt x="309233" y="35909"/>
                </a:lnTo>
                <a:lnTo>
                  <a:pt x="308640" y="35857"/>
                </a:lnTo>
                <a:lnTo>
                  <a:pt x="308044" y="35810"/>
                </a:lnTo>
                <a:lnTo>
                  <a:pt x="307447" y="35768"/>
                </a:lnTo>
                <a:lnTo>
                  <a:pt x="306847" y="35731"/>
                </a:lnTo>
                <a:lnTo>
                  <a:pt x="306245" y="35699"/>
                </a:lnTo>
                <a:lnTo>
                  <a:pt x="305641" y="35672"/>
                </a:lnTo>
                <a:lnTo>
                  <a:pt x="305034" y="35650"/>
                </a:lnTo>
                <a:lnTo>
                  <a:pt x="304425" y="35632"/>
                </a:lnTo>
                <a:lnTo>
                  <a:pt x="303814" y="35620"/>
                </a:lnTo>
                <a:lnTo>
                  <a:pt x="303201" y="35613"/>
                </a:lnTo>
                <a:lnTo>
                  <a:pt x="302586" y="35610"/>
                </a:lnTo>
                <a:lnTo>
                  <a:pt x="301629" y="35616"/>
                </a:lnTo>
                <a:lnTo>
                  <a:pt x="300680" y="35634"/>
                </a:lnTo>
                <a:lnTo>
                  <a:pt x="299741" y="35664"/>
                </a:lnTo>
                <a:lnTo>
                  <a:pt x="298811" y="35706"/>
                </a:lnTo>
                <a:lnTo>
                  <a:pt x="297890" y="35760"/>
                </a:lnTo>
                <a:lnTo>
                  <a:pt x="296979" y="35826"/>
                </a:lnTo>
                <a:lnTo>
                  <a:pt x="296076" y="35904"/>
                </a:lnTo>
                <a:lnTo>
                  <a:pt x="295182" y="35994"/>
                </a:lnTo>
                <a:lnTo>
                  <a:pt x="294297" y="36096"/>
                </a:lnTo>
                <a:lnTo>
                  <a:pt x="293422" y="36210"/>
                </a:lnTo>
                <a:lnTo>
                  <a:pt x="292555" y="36336"/>
                </a:lnTo>
                <a:lnTo>
                  <a:pt x="291698" y="36474"/>
                </a:lnTo>
                <a:lnTo>
                  <a:pt x="290850" y="36624"/>
                </a:lnTo>
                <a:lnTo>
                  <a:pt x="290011" y="36786"/>
                </a:lnTo>
                <a:lnTo>
                  <a:pt x="289180" y="36960"/>
                </a:lnTo>
                <a:lnTo>
                  <a:pt x="288359" y="37146"/>
                </a:lnTo>
                <a:lnTo>
                  <a:pt x="287547" y="37344"/>
                </a:lnTo>
                <a:lnTo>
                  <a:pt x="286744" y="37554"/>
                </a:lnTo>
                <a:lnTo>
                  <a:pt x="285950" y="37776"/>
                </a:lnTo>
                <a:lnTo>
                  <a:pt x="285166" y="38010"/>
                </a:lnTo>
                <a:lnTo>
                  <a:pt x="284390" y="38256"/>
                </a:lnTo>
                <a:lnTo>
                  <a:pt x="283623" y="38514"/>
                </a:lnTo>
                <a:lnTo>
                  <a:pt x="282866" y="38784"/>
                </a:lnTo>
                <a:lnTo>
                  <a:pt x="282117" y="39066"/>
                </a:lnTo>
                <a:lnTo>
                  <a:pt x="281380" y="39360"/>
                </a:lnTo>
                <a:lnTo>
                  <a:pt x="280656" y="39669"/>
                </a:lnTo>
                <a:lnTo>
                  <a:pt x="279946" y="39992"/>
                </a:lnTo>
                <a:lnTo>
                  <a:pt x="279249" y="40329"/>
                </a:lnTo>
                <a:lnTo>
                  <a:pt x="278565" y="40681"/>
                </a:lnTo>
                <a:lnTo>
                  <a:pt x="277894" y="41046"/>
                </a:lnTo>
                <a:lnTo>
                  <a:pt x="277237" y="41426"/>
                </a:lnTo>
                <a:lnTo>
                  <a:pt x="276593" y="41819"/>
                </a:lnTo>
                <a:lnTo>
                  <a:pt x="275963" y="42227"/>
                </a:lnTo>
                <a:lnTo>
                  <a:pt x="275346" y="42649"/>
                </a:lnTo>
                <a:lnTo>
                  <a:pt x="274742" y="43085"/>
                </a:lnTo>
                <a:lnTo>
                  <a:pt x="274152" y="43535"/>
                </a:lnTo>
                <a:lnTo>
                  <a:pt x="273575" y="43999"/>
                </a:lnTo>
                <a:lnTo>
                  <a:pt x="273011" y="44477"/>
                </a:lnTo>
                <a:lnTo>
                  <a:pt x="272461" y="44970"/>
                </a:lnTo>
                <a:lnTo>
                  <a:pt x="271924" y="45476"/>
                </a:lnTo>
                <a:lnTo>
                  <a:pt x="271401" y="45997"/>
                </a:lnTo>
                <a:lnTo>
                  <a:pt x="270891" y="46531"/>
                </a:lnTo>
                <a:lnTo>
                  <a:pt x="270394" y="47080"/>
                </a:lnTo>
                <a:lnTo>
                  <a:pt x="269910" y="47643"/>
                </a:lnTo>
                <a:lnTo>
                  <a:pt x="269440" y="48221"/>
                </a:lnTo>
                <a:lnTo>
                  <a:pt x="268983" y="48812"/>
                </a:lnTo>
                <a:lnTo>
                  <a:pt x="268540" y="49417"/>
                </a:lnTo>
                <a:lnTo>
                  <a:pt x="268110" y="50037"/>
                </a:lnTo>
                <a:lnTo>
                  <a:pt x="267696" y="50671"/>
                </a:lnTo>
                <a:lnTo>
                  <a:pt x="267299" y="51322"/>
                </a:lnTo>
                <a:lnTo>
                  <a:pt x="266919" y="51988"/>
                </a:lnTo>
                <a:lnTo>
                  <a:pt x="266558" y="52672"/>
                </a:lnTo>
                <a:lnTo>
                  <a:pt x="266214" y="53371"/>
                </a:lnTo>
                <a:lnTo>
                  <a:pt x="265888" y="54086"/>
                </a:lnTo>
                <a:lnTo>
                  <a:pt x="265579" y="54818"/>
                </a:lnTo>
                <a:lnTo>
                  <a:pt x="265288" y="55566"/>
                </a:lnTo>
                <a:lnTo>
                  <a:pt x="265014" y="56330"/>
                </a:lnTo>
                <a:lnTo>
                  <a:pt x="264759" y="57111"/>
                </a:lnTo>
                <a:lnTo>
                  <a:pt x="264521" y="57907"/>
                </a:lnTo>
                <a:lnTo>
                  <a:pt x="264300" y="58720"/>
                </a:lnTo>
                <a:lnTo>
                  <a:pt x="264097" y="59549"/>
                </a:lnTo>
                <a:lnTo>
                  <a:pt x="263912" y="60395"/>
                </a:lnTo>
                <a:lnTo>
                  <a:pt x="263744" y="61256"/>
                </a:lnTo>
                <a:lnTo>
                  <a:pt x="263594" y="62134"/>
                </a:lnTo>
                <a:lnTo>
                  <a:pt x="263462" y="63028"/>
                </a:lnTo>
                <a:lnTo>
                  <a:pt x="263347" y="63938"/>
                </a:lnTo>
                <a:lnTo>
                  <a:pt x="263250" y="64865"/>
                </a:lnTo>
                <a:lnTo>
                  <a:pt x="263171" y="65807"/>
                </a:lnTo>
                <a:lnTo>
                  <a:pt x="263109" y="66766"/>
                </a:lnTo>
                <a:lnTo>
                  <a:pt x="263065" y="67742"/>
                </a:lnTo>
                <a:lnTo>
                  <a:pt x="263039" y="68733"/>
                </a:lnTo>
                <a:lnTo>
                  <a:pt x="263030" y="69741"/>
                </a:lnTo>
                <a:lnTo>
                  <a:pt x="279010" y="69741"/>
                </a:lnTo>
                <a:lnTo>
                  <a:pt x="279022" y="68804"/>
                </a:lnTo>
                <a:lnTo>
                  <a:pt x="279057" y="67889"/>
                </a:lnTo>
                <a:lnTo>
                  <a:pt x="279116" y="66995"/>
                </a:lnTo>
                <a:lnTo>
                  <a:pt x="279199" y="66122"/>
                </a:lnTo>
                <a:lnTo>
                  <a:pt x="279306" y="65271"/>
                </a:lnTo>
                <a:lnTo>
                  <a:pt x="279436" y="64440"/>
                </a:lnTo>
                <a:lnTo>
                  <a:pt x="279589" y="63631"/>
                </a:lnTo>
                <a:lnTo>
                  <a:pt x="279766" y="62843"/>
                </a:lnTo>
                <a:lnTo>
                  <a:pt x="279967" y="62076"/>
                </a:lnTo>
                <a:lnTo>
                  <a:pt x="280192" y="61330"/>
                </a:lnTo>
                <a:lnTo>
                  <a:pt x="280440" y="60605"/>
                </a:lnTo>
                <a:lnTo>
                  <a:pt x="280712" y="59902"/>
                </a:lnTo>
                <a:lnTo>
                  <a:pt x="281007" y="59219"/>
                </a:lnTo>
                <a:lnTo>
                  <a:pt x="281326" y="58558"/>
                </a:lnTo>
                <a:lnTo>
                  <a:pt x="281669" y="57918"/>
                </a:lnTo>
                <a:lnTo>
                  <a:pt x="282035" y="57299"/>
                </a:lnTo>
                <a:lnTo>
                  <a:pt x="282425" y="56701"/>
                </a:lnTo>
                <a:lnTo>
                  <a:pt x="282839" y="56125"/>
                </a:lnTo>
                <a:lnTo>
                  <a:pt x="283276" y="55570"/>
                </a:lnTo>
                <a:lnTo>
                  <a:pt x="283737" y="55035"/>
                </a:lnTo>
                <a:lnTo>
                  <a:pt x="284221" y="54522"/>
                </a:lnTo>
                <a:lnTo>
                  <a:pt x="284729" y="54030"/>
                </a:lnTo>
                <a:lnTo>
                  <a:pt x="285261" y="53560"/>
                </a:lnTo>
                <a:lnTo>
                  <a:pt x="285816" y="53110"/>
                </a:lnTo>
                <a:lnTo>
                  <a:pt x="286389" y="52680"/>
                </a:lnTo>
                <a:lnTo>
                  <a:pt x="286973" y="52268"/>
                </a:lnTo>
                <a:lnTo>
                  <a:pt x="287567" y="51875"/>
                </a:lnTo>
                <a:lnTo>
                  <a:pt x="288173" y="51500"/>
                </a:lnTo>
                <a:lnTo>
                  <a:pt x="288789" y="51144"/>
                </a:lnTo>
                <a:lnTo>
                  <a:pt x="289417" y="50805"/>
                </a:lnTo>
                <a:lnTo>
                  <a:pt x="290055" y="50485"/>
                </a:lnTo>
                <a:lnTo>
                  <a:pt x="290705" y="50183"/>
                </a:lnTo>
                <a:lnTo>
                  <a:pt x="291365" y="49900"/>
                </a:lnTo>
                <a:lnTo>
                  <a:pt x="292036" y="49634"/>
                </a:lnTo>
                <a:lnTo>
                  <a:pt x="292719" y="49387"/>
                </a:lnTo>
                <a:lnTo>
                  <a:pt x="293412" y="49159"/>
                </a:lnTo>
                <a:lnTo>
                  <a:pt x="294116" y="48948"/>
                </a:lnTo>
                <a:lnTo>
                  <a:pt x="294831" y="48756"/>
                </a:lnTo>
                <a:lnTo>
                  <a:pt x="295557" y="48583"/>
                </a:lnTo>
                <a:lnTo>
                  <a:pt x="296295" y="48427"/>
                </a:lnTo>
                <a:lnTo>
                  <a:pt x="297043" y="48290"/>
                </a:lnTo>
                <a:lnTo>
                  <a:pt x="297802" y="48171"/>
                </a:lnTo>
                <a:lnTo>
                  <a:pt x="298572" y="48070"/>
                </a:lnTo>
                <a:lnTo>
                  <a:pt x="299352" y="47988"/>
                </a:lnTo>
                <a:lnTo>
                  <a:pt x="300144" y="47924"/>
                </a:lnTo>
                <a:lnTo>
                  <a:pt x="300947" y="47878"/>
                </a:lnTo>
                <a:lnTo>
                  <a:pt x="301761" y="47851"/>
                </a:lnTo>
                <a:lnTo>
                  <a:pt x="302586" y="47842"/>
                </a:lnTo>
                <a:lnTo>
                  <a:pt x="303361" y="47850"/>
                </a:lnTo>
                <a:lnTo>
                  <a:pt x="304125" y="47875"/>
                </a:lnTo>
                <a:lnTo>
                  <a:pt x="304878" y="47917"/>
                </a:lnTo>
                <a:lnTo>
                  <a:pt x="305619" y="47976"/>
                </a:lnTo>
                <a:lnTo>
                  <a:pt x="306349" y="48052"/>
                </a:lnTo>
                <a:lnTo>
                  <a:pt x="307068" y="48144"/>
                </a:lnTo>
                <a:lnTo>
                  <a:pt x="307775" y="48253"/>
                </a:lnTo>
                <a:lnTo>
                  <a:pt x="308471" y="48379"/>
                </a:lnTo>
                <a:lnTo>
                  <a:pt x="309156" y="48522"/>
                </a:lnTo>
                <a:lnTo>
                  <a:pt x="309830" y="48681"/>
                </a:lnTo>
                <a:lnTo>
                  <a:pt x="310492" y="48857"/>
                </a:lnTo>
                <a:lnTo>
                  <a:pt x="311143" y="49050"/>
                </a:lnTo>
                <a:lnTo>
                  <a:pt x="311783" y="49260"/>
                </a:lnTo>
                <a:lnTo>
                  <a:pt x="312411" y="49487"/>
                </a:lnTo>
                <a:lnTo>
                  <a:pt x="313028" y="49730"/>
                </a:lnTo>
                <a:lnTo>
                  <a:pt x="313634" y="49990"/>
                </a:lnTo>
                <a:lnTo>
                  <a:pt x="314228" y="50267"/>
                </a:lnTo>
                <a:lnTo>
                  <a:pt x="314811" y="50561"/>
                </a:lnTo>
                <a:lnTo>
                  <a:pt x="315383" y="50871"/>
                </a:lnTo>
                <a:lnTo>
                  <a:pt x="315944" y="51198"/>
                </a:lnTo>
                <a:lnTo>
                  <a:pt x="316493" y="51542"/>
                </a:lnTo>
                <a:lnTo>
                  <a:pt x="317031" y="51903"/>
                </a:lnTo>
                <a:lnTo>
                  <a:pt x="317557" y="52281"/>
                </a:lnTo>
                <a:lnTo>
                  <a:pt x="318073" y="52675"/>
                </a:lnTo>
                <a:lnTo>
                  <a:pt x="318572" y="53092"/>
                </a:lnTo>
                <a:lnTo>
                  <a:pt x="319050" y="53538"/>
                </a:lnTo>
                <a:lnTo>
                  <a:pt x="319506" y="54011"/>
                </a:lnTo>
                <a:lnTo>
                  <a:pt x="319941" y="54513"/>
                </a:lnTo>
                <a:lnTo>
                  <a:pt x="320356" y="55043"/>
                </a:lnTo>
                <a:lnTo>
                  <a:pt x="320748" y="55602"/>
                </a:lnTo>
                <a:lnTo>
                  <a:pt x="321120" y="56189"/>
                </a:lnTo>
                <a:lnTo>
                  <a:pt x="321470" y="56804"/>
                </a:lnTo>
                <a:lnTo>
                  <a:pt x="321800" y="57448"/>
                </a:lnTo>
                <a:lnTo>
                  <a:pt x="322107" y="58120"/>
                </a:lnTo>
                <a:lnTo>
                  <a:pt x="322394" y="58820"/>
                </a:lnTo>
                <a:lnTo>
                  <a:pt x="322660" y="59549"/>
                </a:lnTo>
                <a:lnTo>
                  <a:pt x="322904" y="60306"/>
                </a:lnTo>
                <a:lnTo>
                  <a:pt x="323127" y="61091"/>
                </a:lnTo>
                <a:lnTo>
                  <a:pt x="323329" y="61905"/>
                </a:lnTo>
                <a:lnTo>
                  <a:pt x="323509" y="62746"/>
                </a:lnTo>
                <a:lnTo>
                  <a:pt x="323668" y="63617"/>
                </a:lnTo>
                <a:lnTo>
                  <a:pt x="323806" y="64515"/>
                </a:lnTo>
                <a:lnTo>
                  <a:pt x="323923" y="65442"/>
                </a:lnTo>
                <a:lnTo>
                  <a:pt x="324019" y="66398"/>
                </a:lnTo>
                <a:lnTo>
                  <a:pt x="324093" y="67381"/>
                </a:lnTo>
                <a:lnTo>
                  <a:pt x="324146" y="68393"/>
                </a:lnTo>
                <a:lnTo>
                  <a:pt x="324178" y="69433"/>
                </a:lnTo>
                <a:lnTo>
                  <a:pt x="324189" y="70502"/>
                </a:lnTo>
                <a:lnTo>
                  <a:pt x="324189" y="77570"/>
                </a:lnTo>
                <a:lnTo>
                  <a:pt x="322545" y="77591"/>
                </a:lnTo>
                <a:lnTo>
                  <a:pt x="320919" y="77620"/>
                </a:lnTo>
                <a:lnTo>
                  <a:pt x="319310" y="77657"/>
                </a:lnTo>
                <a:lnTo>
                  <a:pt x="317719" y="77701"/>
                </a:lnTo>
                <a:lnTo>
                  <a:pt x="316146" y="77754"/>
                </a:lnTo>
                <a:lnTo>
                  <a:pt x="314589" y="77814"/>
                </a:lnTo>
                <a:lnTo>
                  <a:pt x="313051" y="77882"/>
                </a:lnTo>
                <a:lnTo>
                  <a:pt x="311529" y="77958"/>
                </a:lnTo>
                <a:lnTo>
                  <a:pt x="310026" y="78042"/>
                </a:lnTo>
                <a:lnTo>
                  <a:pt x="308539" y="78134"/>
                </a:lnTo>
                <a:lnTo>
                  <a:pt x="307070" y="78234"/>
                </a:lnTo>
                <a:lnTo>
                  <a:pt x="305619" y="78342"/>
                </a:lnTo>
                <a:lnTo>
                  <a:pt x="304185" y="78457"/>
                </a:lnTo>
                <a:lnTo>
                  <a:pt x="302769" y="78581"/>
                </a:lnTo>
                <a:lnTo>
                  <a:pt x="301370" y="78712"/>
                </a:lnTo>
                <a:lnTo>
                  <a:pt x="299988" y="78851"/>
                </a:lnTo>
                <a:lnTo>
                  <a:pt x="298624" y="78998"/>
                </a:lnTo>
                <a:lnTo>
                  <a:pt x="297278" y="79153"/>
                </a:lnTo>
                <a:lnTo>
                  <a:pt x="295948" y="79316"/>
                </a:lnTo>
                <a:lnTo>
                  <a:pt x="294637" y="79487"/>
                </a:lnTo>
                <a:lnTo>
                  <a:pt x="293343" y="79666"/>
                </a:lnTo>
                <a:lnTo>
                  <a:pt x="292066" y="79852"/>
                </a:lnTo>
                <a:lnTo>
                  <a:pt x="290807" y="80047"/>
                </a:lnTo>
                <a:lnTo>
                  <a:pt x="289565" y="80249"/>
                </a:lnTo>
                <a:lnTo>
                  <a:pt x="288344" y="80463"/>
                </a:lnTo>
                <a:lnTo>
                  <a:pt x="287145" y="80692"/>
                </a:lnTo>
                <a:lnTo>
                  <a:pt x="285971" y="80937"/>
                </a:lnTo>
                <a:lnTo>
                  <a:pt x="284819" y="81196"/>
                </a:lnTo>
                <a:lnTo>
                  <a:pt x="283691" y="81471"/>
                </a:lnTo>
                <a:lnTo>
                  <a:pt x="282586" y="81761"/>
                </a:lnTo>
                <a:lnTo>
                  <a:pt x="281504" y="82067"/>
                </a:lnTo>
                <a:lnTo>
                  <a:pt x="280446" y="82388"/>
                </a:lnTo>
                <a:lnTo>
                  <a:pt x="279411" y="82724"/>
                </a:lnTo>
                <a:lnTo>
                  <a:pt x="278399" y="83075"/>
                </a:lnTo>
                <a:lnTo>
                  <a:pt x="277411" y="83442"/>
                </a:lnTo>
                <a:lnTo>
                  <a:pt x="276445" y="83823"/>
                </a:lnTo>
                <a:lnTo>
                  <a:pt x="275504" y="84220"/>
                </a:lnTo>
                <a:lnTo>
                  <a:pt x="274585" y="84633"/>
                </a:lnTo>
                <a:lnTo>
                  <a:pt x="273690" y="85060"/>
                </a:lnTo>
                <a:lnTo>
                  <a:pt x="272818" y="85503"/>
                </a:lnTo>
                <a:lnTo>
                  <a:pt x="271969" y="85961"/>
                </a:lnTo>
                <a:lnTo>
                  <a:pt x="271143" y="86435"/>
                </a:lnTo>
                <a:lnTo>
                  <a:pt x="270341" y="86923"/>
                </a:lnTo>
                <a:lnTo>
                  <a:pt x="269562" y="87427"/>
                </a:lnTo>
                <a:lnTo>
                  <a:pt x="268807" y="87946"/>
                </a:lnTo>
                <a:lnTo>
                  <a:pt x="268074" y="88481"/>
                </a:lnTo>
                <a:lnTo>
                  <a:pt x="267365" y="89031"/>
                </a:lnTo>
                <a:lnTo>
                  <a:pt x="266680" y="89595"/>
                </a:lnTo>
                <a:lnTo>
                  <a:pt x="266020" y="90179"/>
                </a:lnTo>
                <a:lnTo>
                  <a:pt x="265388" y="90785"/>
                </a:lnTo>
                <a:lnTo>
                  <a:pt x="264784" y="91413"/>
                </a:lnTo>
                <a:lnTo>
                  <a:pt x="264208" y="92063"/>
                </a:lnTo>
                <a:lnTo>
                  <a:pt x="263661" y="92735"/>
                </a:lnTo>
                <a:lnTo>
                  <a:pt x="263141" y="93429"/>
                </a:lnTo>
                <a:lnTo>
                  <a:pt x="262649" y="94145"/>
                </a:lnTo>
                <a:lnTo>
                  <a:pt x="262186" y="94883"/>
                </a:lnTo>
                <a:lnTo>
                  <a:pt x="261751" y="95644"/>
                </a:lnTo>
                <a:lnTo>
                  <a:pt x="261343" y="96427"/>
                </a:lnTo>
                <a:lnTo>
                  <a:pt x="260964" y="97231"/>
                </a:lnTo>
                <a:lnTo>
                  <a:pt x="260613" y="98058"/>
                </a:lnTo>
                <a:lnTo>
                  <a:pt x="260290" y="98907"/>
                </a:lnTo>
                <a:lnTo>
                  <a:pt x="259995" y="99778"/>
                </a:lnTo>
                <a:lnTo>
                  <a:pt x="259729" y="100671"/>
                </a:lnTo>
                <a:lnTo>
                  <a:pt x="259490" y="101586"/>
                </a:lnTo>
                <a:lnTo>
                  <a:pt x="259279" y="102523"/>
                </a:lnTo>
                <a:lnTo>
                  <a:pt x="259097" y="103483"/>
                </a:lnTo>
                <a:lnTo>
                  <a:pt x="258942" y="104464"/>
                </a:lnTo>
                <a:lnTo>
                  <a:pt x="258816" y="105468"/>
                </a:lnTo>
                <a:lnTo>
                  <a:pt x="258717" y="106493"/>
                </a:lnTo>
                <a:lnTo>
                  <a:pt x="258647" y="107541"/>
                </a:lnTo>
                <a:lnTo>
                  <a:pt x="258605" y="108611"/>
                </a:lnTo>
                <a:lnTo>
                  <a:pt x="258591" y="109703"/>
                </a:lnTo>
                <a:lnTo>
                  <a:pt x="258598" y="110473"/>
                </a:lnTo>
                <a:lnTo>
                  <a:pt x="258619" y="111232"/>
                </a:lnTo>
                <a:lnTo>
                  <a:pt x="258655" y="111981"/>
                </a:lnTo>
                <a:lnTo>
                  <a:pt x="258705" y="112719"/>
                </a:lnTo>
                <a:lnTo>
                  <a:pt x="258769" y="113448"/>
                </a:lnTo>
                <a:lnTo>
                  <a:pt x="258847" y="114165"/>
                </a:lnTo>
                <a:lnTo>
                  <a:pt x="258939" y="114873"/>
                </a:lnTo>
                <a:lnTo>
                  <a:pt x="259046" y="115570"/>
                </a:lnTo>
                <a:lnTo>
                  <a:pt x="259167" y="116257"/>
                </a:lnTo>
                <a:lnTo>
                  <a:pt x="259302" y="116933"/>
                </a:lnTo>
                <a:lnTo>
                  <a:pt x="259451" y="117599"/>
                </a:lnTo>
                <a:lnTo>
                  <a:pt x="259614" y="118255"/>
                </a:lnTo>
                <a:lnTo>
                  <a:pt x="259792" y="118900"/>
                </a:lnTo>
                <a:lnTo>
                  <a:pt x="259984" y="119535"/>
                </a:lnTo>
                <a:lnTo>
                  <a:pt x="260190" y="120160"/>
                </a:lnTo>
                <a:lnTo>
                  <a:pt x="260410" y="120774"/>
                </a:lnTo>
                <a:lnTo>
                  <a:pt x="260645" y="121378"/>
                </a:lnTo>
                <a:lnTo>
                  <a:pt x="260894" y="121972"/>
                </a:lnTo>
                <a:lnTo>
                  <a:pt x="261157" y="122555"/>
                </a:lnTo>
                <a:lnTo>
                  <a:pt x="261434" y="123128"/>
                </a:lnTo>
                <a:lnTo>
                  <a:pt x="261725" y="123691"/>
                </a:lnTo>
                <a:lnTo>
                  <a:pt x="262031" y="124243"/>
                </a:lnTo>
                <a:lnTo>
                  <a:pt x="262351" y="124785"/>
                </a:lnTo>
                <a:lnTo>
                  <a:pt x="262685" y="125317"/>
                </a:lnTo>
                <a:lnTo>
                  <a:pt x="263031" y="125838"/>
                </a:lnTo>
                <a:lnTo>
                  <a:pt x="263386" y="126348"/>
                </a:lnTo>
                <a:lnTo>
                  <a:pt x="263751" y="126847"/>
                </a:lnTo>
                <a:lnTo>
                  <a:pt x="264126" y="127336"/>
                </a:lnTo>
                <a:lnTo>
                  <a:pt x="264510" y="127814"/>
                </a:lnTo>
                <a:lnTo>
                  <a:pt x="264904" y="128282"/>
                </a:lnTo>
                <a:lnTo>
                  <a:pt x="265308" y="128739"/>
                </a:lnTo>
                <a:lnTo>
                  <a:pt x="265721" y="129185"/>
                </a:lnTo>
                <a:lnTo>
                  <a:pt x="266143" y="129620"/>
                </a:lnTo>
                <a:lnTo>
                  <a:pt x="266576" y="130045"/>
                </a:lnTo>
                <a:lnTo>
                  <a:pt x="267017" y="130459"/>
                </a:lnTo>
                <a:lnTo>
                  <a:pt x="267469" y="130862"/>
                </a:lnTo>
                <a:lnTo>
                  <a:pt x="267930" y="131255"/>
                </a:lnTo>
                <a:lnTo>
                  <a:pt x="268401" y="131637"/>
                </a:lnTo>
                <a:lnTo>
                  <a:pt x="268881" y="132008"/>
                </a:lnTo>
                <a:lnTo>
                  <a:pt x="269371" y="132368"/>
                </a:lnTo>
                <a:lnTo>
                  <a:pt x="269870" y="132718"/>
                </a:lnTo>
                <a:lnTo>
                  <a:pt x="270379" y="133057"/>
                </a:lnTo>
                <a:lnTo>
                  <a:pt x="270897" y="133385"/>
                </a:lnTo>
                <a:lnTo>
                  <a:pt x="271426" y="133703"/>
                </a:lnTo>
                <a:lnTo>
                  <a:pt x="271963" y="134010"/>
                </a:lnTo>
                <a:lnTo>
                  <a:pt x="272511" y="134306"/>
                </a:lnTo>
                <a:lnTo>
                  <a:pt x="273068" y="134592"/>
                </a:lnTo>
                <a:lnTo>
                  <a:pt x="273634" y="134866"/>
                </a:lnTo>
                <a:lnTo>
                  <a:pt x="274208" y="135130"/>
                </a:lnTo>
                <a:lnTo>
                  <a:pt x="274787" y="135383"/>
                </a:lnTo>
                <a:lnTo>
                  <a:pt x="275370" y="135624"/>
                </a:lnTo>
                <a:lnTo>
                  <a:pt x="275959" y="135854"/>
                </a:lnTo>
                <a:lnTo>
                  <a:pt x="276553" y="136073"/>
                </a:lnTo>
                <a:lnTo>
                  <a:pt x="277151" y="136281"/>
                </a:lnTo>
                <a:lnTo>
                  <a:pt x="277755" y="136478"/>
                </a:lnTo>
                <a:lnTo>
                  <a:pt x="278363" y="136663"/>
                </a:lnTo>
                <a:lnTo>
                  <a:pt x="278977" y="136837"/>
                </a:lnTo>
                <a:lnTo>
                  <a:pt x="279595" y="137000"/>
                </a:lnTo>
                <a:lnTo>
                  <a:pt x="280219" y="137151"/>
                </a:lnTo>
                <a:lnTo>
                  <a:pt x="280847" y="137292"/>
                </a:lnTo>
                <a:lnTo>
                  <a:pt x="281481" y="137421"/>
                </a:lnTo>
                <a:lnTo>
                  <a:pt x="282119" y="137539"/>
                </a:lnTo>
                <a:lnTo>
                  <a:pt x="282762" y="137645"/>
                </a:lnTo>
                <a:lnTo>
                  <a:pt x="283411" y="137741"/>
                </a:lnTo>
                <a:lnTo>
                  <a:pt x="284064" y="137825"/>
                </a:lnTo>
                <a:lnTo>
                  <a:pt x="284722" y="137898"/>
                </a:lnTo>
                <a:lnTo>
                  <a:pt x="285385" y="137960"/>
                </a:lnTo>
                <a:lnTo>
                  <a:pt x="286054" y="138010"/>
                </a:lnTo>
                <a:lnTo>
                  <a:pt x="286727" y="138049"/>
                </a:lnTo>
                <a:lnTo>
                  <a:pt x="287405" y="138078"/>
                </a:lnTo>
                <a:lnTo>
                  <a:pt x="288088" y="138094"/>
                </a:lnTo>
                <a:lnTo>
                  <a:pt x="288776" y="138100"/>
                </a:lnTo>
                <a:lnTo>
                  <a:pt x="289741" y="138092"/>
                </a:lnTo>
                <a:lnTo>
                  <a:pt x="290696" y="138069"/>
                </a:lnTo>
                <a:lnTo>
                  <a:pt x="291640" y="138030"/>
                </a:lnTo>
                <a:lnTo>
                  <a:pt x="292575" y="137975"/>
                </a:lnTo>
                <a:lnTo>
                  <a:pt x="293499" y="137905"/>
                </a:lnTo>
                <a:close/>
                <a:moveTo>
                  <a:pt x="289603" y="125280"/>
                </a:moveTo>
                <a:lnTo>
                  <a:pt x="288945" y="125195"/>
                </a:lnTo>
                <a:lnTo>
                  <a:pt x="288302" y="125094"/>
                </a:lnTo>
                <a:lnTo>
                  <a:pt x="287674" y="124978"/>
                </a:lnTo>
                <a:lnTo>
                  <a:pt x="287061" y="124846"/>
                </a:lnTo>
                <a:lnTo>
                  <a:pt x="286463" y="124699"/>
                </a:lnTo>
                <a:lnTo>
                  <a:pt x="285879" y="124536"/>
                </a:lnTo>
                <a:lnTo>
                  <a:pt x="285311" y="124358"/>
                </a:lnTo>
                <a:lnTo>
                  <a:pt x="284757" y="124164"/>
                </a:lnTo>
                <a:lnTo>
                  <a:pt x="284219" y="123955"/>
                </a:lnTo>
                <a:lnTo>
                  <a:pt x="283695" y="123730"/>
                </a:lnTo>
                <a:lnTo>
                  <a:pt x="283186" y="123490"/>
                </a:lnTo>
                <a:lnTo>
                  <a:pt x="282692" y="123234"/>
                </a:lnTo>
                <a:lnTo>
                  <a:pt x="282213" y="122963"/>
                </a:lnTo>
                <a:lnTo>
                  <a:pt x="281749" y="122676"/>
                </a:lnTo>
                <a:lnTo>
                  <a:pt x="281299" y="122374"/>
                </a:lnTo>
                <a:lnTo>
                  <a:pt x="280865" y="122056"/>
                </a:lnTo>
                <a:lnTo>
                  <a:pt x="280446" y="121723"/>
                </a:lnTo>
                <a:lnTo>
                  <a:pt x="280041" y="121374"/>
                </a:lnTo>
                <a:lnTo>
                  <a:pt x="279651" y="121010"/>
                </a:lnTo>
                <a:lnTo>
                  <a:pt x="279277" y="120633"/>
                </a:lnTo>
                <a:lnTo>
                  <a:pt x="278919" y="120245"/>
                </a:lnTo>
                <a:lnTo>
                  <a:pt x="278576" y="119847"/>
                </a:lnTo>
                <a:lnTo>
                  <a:pt x="278250" y="119438"/>
                </a:lnTo>
                <a:lnTo>
                  <a:pt x="277939" y="119019"/>
                </a:lnTo>
                <a:lnTo>
                  <a:pt x="277645" y="118589"/>
                </a:lnTo>
                <a:lnTo>
                  <a:pt x="277366" y="118149"/>
                </a:lnTo>
                <a:lnTo>
                  <a:pt x="277103" y="117698"/>
                </a:lnTo>
                <a:lnTo>
                  <a:pt x="276856" y="117237"/>
                </a:lnTo>
                <a:lnTo>
                  <a:pt x="276625" y="116765"/>
                </a:lnTo>
                <a:lnTo>
                  <a:pt x="276410" y="116283"/>
                </a:lnTo>
                <a:lnTo>
                  <a:pt x="276211" y="115790"/>
                </a:lnTo>
                <a:lnTo>
                  <a:pt x="276028" y="115286"/>
                </a:lnTo>
                <a:lnTo>
                  <a:pt x="275861" y="114773"/>
                </a:lnTo>
                <a:lnTo>
                  <a:pt x="275709" y="114248"/>
                </a:lnTo>
                <a:lnTo>
                  <a:pt x="275574" y="113713"/>
                </a:lnTo>
                <a:lnTo>
                  <a:pt x="275455" y="113168"/>
                </a:lnTo>
                <a:lnTo>
                  <a:pt x="275351" y="112612"/>
                </a:lnTo>
                <a:lnTo>
                  <a:pt x="275264" y="112046"/>
                </a:lnTo>
                <a:lnTo>
                  <a:pt x="275192" y="111469"/>
                </a:lnTo>
                <a:lnTo>
                  <a:pt x="275136" y="110881"/>
                </a:lnTo>
                <a:lnTo>
                  <a:pt x="275096" y="110283"/>
                </a:lnTo>
                <a:lnTo>
                  <a:pt x="275072" y="109675"/>
                </a:lnTo>
                <a:lnTo>
                  <a:pt x="275064" y="109056"/>
                </a:lnTo>
                <a:lnTo>
                  <a:pt x="275084" y="108152"/>
                </a:lnTo>
                <a:lnTo>
                  <a:pt x="275144" y="107269"/>
                </a:lnTo>
                <a:lnTo>
                  <a:pt x="275242" y="106408"/>
                </a:lnTo>
                <a:lnTo>
                  <a:pt x="275381" y="105568"/>
                </a:lnTo>
                <a:lnTo>
                  <a:pt x="275559" y="104749"/>
                </a:lnTo>
                <a:lnTo>
                  <a:pt x="275776" y="103952"/>
                </a:lnTo>
                <a:lnTo>
                  <a:pt x="276034" y="103176"/>
                </a:lnTo>
                <a:lnTo>
                  <a:pt x="276330" y="102422"/>
                </a:lnTo>
                <a:lnTo>
                  <a:pt x="276667" y="101689"/>
                </a:lnTo>
                <a:lnTo>
                  <a:pt x="277042" y="100977"/>
                </a:lnTo>
                <a:lnTo>
                  <a:pt x="277458" y="100287"/>
                </a:lnTo>
                <a:lnTo>
                  <a:pt x="277913" y="99618"/>
                </a:lnTo>
                <a:lnTo>
                  <a:pt x="278407" y="98970"/>
                </a:lnTo>
                <a:lnTo>
                  <a:pt x="278941" y="98344"/>
                </a:lnTo>
                <a:lnTo>
                  <a:pt x="279515" y="97739"/>
                </a:lnTo>
                <a:lnTo>
                  <a:pt x="280128" y="97156"/>
                </a:lnTo>
                <a:lnTo>
                  <a:pt x="280781" y="96594"/>
                </a:lnTo>
                <a:lnTo>
                  <a:pt x="281473" y="96053"/>
                </a:lnTo>
                <a:lnTo>
                  <a:pt x="282205" y="95534"/>
                </a:lnTo>
                <a:lnTo>
                  <a:pt x="282976" y="95036"/>
                </a:lnTo>
                <a:lnTo>
                  <a:pt x="283787" y="94559"/>
                </a:lnTo>
                <a:lnTo>
                  <a:pt x="284638" y="94104"/>
                </a:lnTo>
                <a:lnTo>
                  <a:pt x="285528" y="93670"/>
                </a:lnTo>
                <a:lnTo>
                  <a:pt x="286458" y="93258"/>
                </a:lnTo>
                <a:lnTo>
                  <a:pt x="287433" y="92863"/>
                </a:lnTo>
                <a:lnTo>
                  <a:pt x="288460" y="92485"/>
                </a:lnTo>
                <a:lnTo>
                  <a:pt x="289538" y="92122"/>
                </a:lnTo>
                <a:lnTo>
                  <a:pt x="290668" y="91775"/>
                </a:lnTo>
                <a:lnTo>
                  <a:pt x="291849" y="91443"/>
                </a:lnTo>
                <a:lnTo>
                  <a:pt x="293082" y="91128"/>
                </a:lnTo>
                <a:lnTo>
                  <a:pt x="294367" y="90828"/>
                </a:lnTo>
                <a:lnTo>
                  <a:pt x="295703" y="90543"/>
                </a:lnTo>
                <a:lnTo>
                  <a:pt x="297090" y="90274"/>
                </a:lnTo>
                <a:lnTo>
                  <a:pt x="298529" y="90021"/>
                </a:lnTo>
                <a:lnTo>
                  <a:pt x="300020" y="89784"/>
                </a:lnTo>
                <a:lnTo>
                  <a:pt x="301562" y="89562"/>
                </a:lnTo>
                <a:lnTo>
                  <a:pt x="303156" y="89356"/>
                </a:lnTo>
                <a:lnTo>
                  <a:pt x="304801" y="89166"/>
                </a:lnTo>
                <a:lnTo>
                  <a:pt x="306498" y="88991"/>
                </a:lnTo>
                <a:lnTo>
                  <a:pt x="308247" y="88832"/>
                </a:lnTo>
                <a:lnTo>
                  <a:pt x="310047" y="88689"/>
                </a:lnTo>
                <a:lnTo>
                  <a:pt x="311898" y="88561"/>
                </a:lnTo>
                <a:lnTo>
                  <a:pt x="313801" y="88450"/>
                </a:lnTo>
                <a:lnTo>
                  <a:pt x="315756" y="88353"/>
                </a:lnTo>
                <a:lnTo>
                  <a:pt x="317762" y="88273"/>
                </a:lnTo>
                <a:lnTo>
                  <a:pt x="319820" y="88208"/>
                </a:lnTo>
                <a:lnTo>
                  <a:pt x="321929" y="88159"/>
                </a:lnTo>
                <a:lnTo>
                  <a:pt x="324090" y="88125"/>
                </a:lnTo>
                <a:lnTo>
                  <a:pt x="324090" y="108442"/>
                </a:lnTo>
                <a:lnTo>
                  <a:pt x="323642" y="109053"/>
                </a:lnTo>
                <a:lnTo>
                  <a:pt x="323184" y="109656"/>
                </a:lnTo>
                <a:lnTo>
                  <a:pt x="322718" y="110249"/>
                </a:lnTo>
                <a:lnTo>
                  <a:pt x="322243" y="110833"/>
                </a:lnTo>
                <a:lnTo>
                  <a:pt x="321759" y="111409"/>
                </a:lnTo>
                <a:lnTo>
                  <a:pt x="321266" y="111975"/>
                </a:lnTo>
                <a:lnTo>
                  <a:pt x="320764" y="112533"/>
                </a:lnTo>
                <a:lnTo>
                  <a:pt x="320254" y="113082"/>
                </a:lnTo>
                <a:lnTo>
                  <a:pt x="319734" y="113622"/>
                </a:lnTo>
                <a:lnTo>
                  <a:pt x="319206" y="114153"/>
                </a:lnTo>
                <a:lnTo>
                  <a:pt x="318668" y="114675"/>
                </a:lnTo>
                <a:lnTo>
                  <a:pt x="318122" y="115188"/>
                </a:lnTo>
                <a:lnTo>
                  <a:pt x="317567" y="115692"/>
                </a:lnTo>
                <a:lnTo>
                  <a:pt x="317003" y="116188"/>
                </a:lnTo>
                <a:lnTo>
                  <a:pt x="316430" y="116674"/>
                </a:lnTo>
                <a:lnTo>
                  <a:pt x="315848" y="117152"/>
                </a:lnTo>
                <a:lnTo>
                  <a:pt x="315257" y="117620"/>
                </a:lnTo>
                <a:lnTo>
                  <a:pt x="314657" y="118080"/>
                </a:lnTo>
                <a:lnTo>
                  <a:pt x="314049" y="118531"/>
                </a:lnTo>
                <a:lnTo>
                  <a:pt x="313431" y="118973"/>
                </a:lnTo>
                <a:lnTo>
                  <a:pt x="312805" y="119406"/>
                </a:lnTo>
                <a:lnTo>
                  <a:pt x="312169" y="119831"/>
                </a:lnTo>
                <a:lnTo>
                  <a:pt x="311525" y="120246"/>
                </a:lnTo>
                <a:lnTo>
                  <a:pt x="310872" y="120653"/>
                </a:lnTo>
                <a:lnTo>
                  <a:pt x="310211" y="121046"/>
                </a:lnTo>
                <a:lnTo>
                  <a:pt x="309543" y="121423"/>
                </a:lnTo>
                <a:lnTo>
                  <a:pt x="308868" y="121783"/>
                </a:lnTo>
                <a:lnTo>
                  <a:pt x="308187" y="122126"/>
                </a:lnTo>
                <a:lnTo>
                  <a:pt x="307498" y="122452"/>
                </a:lnTo>
                <a:lnTo>
                  <a:pt x="306803" y="122762"/>
                </a:lnTo>
                <a:lnTo>
                  <a:pt x="306101" y="123055"/>
                </a:lnTo>
                <a:lnTo>
                  <a:pt x="305392" y="123331"/>
                </a:lnTo>
                <a:lnTo>
                  <a:pt x="304676" y="123590"/>
                </a:lnTo>
                <a:lnTo>
                  <a:pt x="303953" y="123833"/>
                </a:lnTo>
                <a:lnTo>
                  <a:pt x="303224" y="124059"/>
                </a:lnTo>
                <a:lnTo>
                  <a:pt x="302487" y="124268"/>
                </a:lnTo>
                <a:lnTo>
                  <a:pt x="301744" y="124461"/>
                </a:lnTo>
                <a:lnTo>
                  <a:pt x="300994" y="124637"/>
                </a:lnTo>
                <a:lnTo>
                  <a:pt x="300237" y="124796"/>
                </a:lnTo>
                <a:lnTo>
                  <a:pt x="299473" y="124938"/>
                </a:lnTo>
                <a:lnTo>
                  <a:pt x="298702" y="125064"/>
                </a:lnTo>
                <a:lnTo>
                  <a:pt x="297925" y="125172"/>
                </a:lnTo>
                <a:lnTo>
                  <a:pt x="297141" y="125264"/>
                </a:lnTo>
                <a:lnTo>
                  <a:pt x="296349" y="125340"/>
                </a:lnTo>
                <a:lnTo>
                  <a:pt x="295551" y="125398"/>
                </a:lnTo>
                <a:lnTo>
                  <a:pt x="294746" y="125440"/>
                </a:lnTo>
                <a:lnTo>
                  <a:pt x="293935" y="125465"/>
                </a:lnTo>
                <a:lnTo>
                  <a:pt x="293116" y="125474"/>
                </a:lnTo>
                <a:lnTo>
                  <a:pt x="292384" y="125466"/>
                </a:lnTo>
                <a:lnTo>
                  <a:pt x="291666" y="125443"/>
                </a:lnTo>
                <a:lnTo>
                  <a:pt x="290964" y="125404"/>
                </a:lnTo>
                <a:lnTo>
                  <a:pt x="290276" y="125350"/>
                </a:lnTo>
                <a:lnTo>
                  <a:pt x="289603" y="125280"/>
                </a:lnTo>
                <a:close/>
                <a:moveTo>
                  <a:pt x="740407" y="137921"/>
                </a:moveTo>
                <a:lnTo>
                  <a:pt x="741356" y="137843"/>
                </a:lnTo>
                <a:lnTo>
                  <a:pt x="742293" y="137750"/>
                </a:lnTo>
                <a:lnTo>
                  <a:pt x="743219" y="137642"/>
                </a:lnTo>
                <a:lnTo>
                  <a:pt x="744134" y="137521"/>
                </a:lnTo>
                <a:lnTo>
                  <a:pt x="745038" y="137385"/>
                </a:lnTo>
                <a:lnTo>
                  <a:pt x="745931" y="137235"/>
                </a:lnTo>
                <a:lnTo>
                  <a:pt x="746812" y="137070"/>
                </a:lnTo>
                <a:lnTo>
                  <a:pt x="747681" y="136892"/>
                </a:lnTo>
                <a:lnTo>
                  <a:pt x="748540" y="136699"/>
                </a:lnTo>
                <a:lnTo>
                  <a:pt x="749387" y="136491"/>
                </a:lnTo>
                <a:lnTo>
                  <a:pt x="750223" y="136270"/>
                </a:lnTo>
                <a:lnTo>
                  <a:pt x="751048" y="136034"/>
                </a:lnTo>
                <a:lnTo>
                  <a:pt x="751861" y="135783"/>
                </a:lnTo>
                <a:lnTo>
                  <a:pt x="752663" y="135519"/>
                </a:lnTo>
                <a:lnTo>
                  <a:pt x="753454" y="135240"/>
                </a:lnTo>
                <a:lnTo>
                  <a:pt x="754233" y="134947"/>
                </a:lnTo>
                <a:lnTo>
                  <a:pt x="755001" y="134639"/>
                </a:lnTo>
                <a:lnTo>
                  <a:pt x="755758" y="134318"/>
                </a:lnTo>
                <a:lnTo>
                  <a:pt x="756503" y="133982"/>
                </a:lnTo>
                <a:lnTo>
                  <a:pt x="757236" y="133632"/>
                </a:lnTo>
                <a:lnTo>
                  <a:pt x="757956" y="133271"/>
                </a:lnTo>
                <a:lnTo>
                  <a:pt x="758661" y="132897"/>
                </a:lnTo>
                <a:lnTo>
                  <a:pt x="759353" y="132512"/>
                </a:lnTo>
                <a:lnTo>
                  <a:pt x="760031" y="132114"/>
                </a:lnTo>
                <a:lnTo>
                  <a:pt x="760696" y="131705"/>
                </a:lnTo>
                <a:lnTo>
                  <a:pt x="761346" y="131283"/>
                </a:lnTo>
                <a:lnTo>
                  <a:pt x="761984" y="130850"/>
                </a:lnTo>
                <a:lnTo>
                  <a:pt x="762607" y="130404"/>
                </a:lnTo>
                <a:lnTo>
                  <a:pt x="763217" y="129947"/>
                </a:lnTo>
                <a:lnTo>
                  <a:pt x="763813" y="129477"/>
                </a:lnTo>
                <a:lnTo>
                  <a:pt x="764395" y="128996"/>
                </a:lnTo>
                <a:lnTo>
                  <a:pt x="764963" y="128502"/>
                </a:lnTo>
                <a:lnTo>
                  <a:pt x="765518" y="127996"/>
                </a:lnTo>
                <a:lnTo>
                  <a:pt x="766059" y="127479"/>
                </a:lnTo>
                <a:lnTo>
                  <a:pt x="766587" y="126949"/>
                </a:lnTo>
                <a:lnTo>
                  <a:pt x="767101" y="126408"/>
                </a:lnTo>
                <a:lnTo>
                  <a:pt x="767601" y="125854"/>
                </a:lnTo>
                <a:lnTo>
                  <a:pt x="768087" y="125288"/>
                </a:lnTo>
                <a:lnTo>
                  <a:pt x="768560" y="124711"/>
                </a:lnTo>
                <a:lnTo>
                  <a:pt x="769019" y="124121"/>
                </a:lnTo>
                <a:lnTo>
                  <a:pt x="769464" y="123519"/>
                </a:lnTo>
                <a:lnTo>
                  <a:pt x="769895" y="122906"/>
                </a:lnTo>
                <a:lnTo>
                  <a:pt x="770313" y="122280"/>
                </a:lnTo>
                <a:lnTo>
                  <a:pt x="770716" y="121643"/>
                </a:lnTo>
                <a:lnTo>
                  <a:pt x="771103" y="120997"/>
                </a:lnTo>
                <a:lnTo>
                  <a:pt x="771474" y="120340"/>
                </a:lnTo>
                <a:lnTo>
                  <a:pt x="771829" y="119673"/>
                </a:lnTo>
                <a:lnTo>
                  <a:pt x="772167" y="118996"/>
                </a:lnTo>
                <a:lnTo>
                  <a:pt x="772490" y="118309"/>
                </a:lnTo>
                <a:lnTo>
                  <a:pt x="772796" y="117612"/>
                </a:lnTo>
                <a:lnTo>
                  <a:pt x="773086" y="116905"/>
                </a:lnTo>
                <a:lnTo>
                  <a:pt x="773360" y="116188"/>
                </a:lnTo>
                <a:lnTo>
                  <a:pt x="773619" y="115460"/>
                </a:lnTo>
                <a:lnTo>
                  <a:pt x="773861" y="114723"/>
                </a:lnTo>
                <a:lnTo>
                  <a:pt x="774086" y="113976"/>
                </a:lnTo>
                <a:lnTo>
                  <a:pt x="774296" y="113218"/>
                </a:lnTo>
                <a:lnTo>
                  <a:pt x="774490" y="112451"/>
                </a:lnTo>
                <a:lnTo>
                  <a:pt x="774668" y="111673"/>
                </a:lnTo>
                <a:lnTo>
                  <a:pt x="774829" y="110886"/>
                </a:lnTo>
                <a:lnTo>
                  <a:pt x="774974" y="110088"/>
                </a:lnTo>
                <a:lnTo>
                  <a:pt x="775104" y="109280"/>
                </a:lnTo>
                <a:lnTo>
                  <a:pt x="775217" y="108462"/>
                </a:lnTo>
                <a:lnTo>
                  <a:pt x="775314" y="107634"/>
                </a:lnTo>
                <a:lnTo>
                  <a:pt x="775395" y="106797"/>
                </a:lnTo>
                <a:lnTo>
                  <a:pt x="775460" y="105949"/>
                </a:lnTo>
                <a:lnTo>
                  <a:pt x="775509" y="105090"/>
                </a:lnTo>
                <a:lnTo>
                  <a:pt x="775541" y="104222"/>
                </a:lnTo>
                <a:lnTo>
                  <a:pt x="759265" y="104222"/>
                </a:lnTo>
                <a:lnTo>
                  <a:pt x="759230" y="105069"/>
                </a:lnTo>
                <a:lnTo>
                  <a:pt x="759175" y="105900"/>
                </a:lnTo>
                <a:lnTo>
                  <a:pt x="759099" y="106713"/>
                </a:lnTo>
                <a:lnTo>
                  <a:pt x="759002" y="107510"/>
                </a:lnTo>
                <a:lnTo>
                  <a:pt x="758885" y="108290"/>
                </a:lnTo>
                <a:lnTo>
                  <a:pt x="758747" y="109054"/>
                </a:lnTo>
                <a:lnTo>
                  <a:pt x="758589" y="109800"/>
                </a:lnTo>
                <a:lnTo>
                  <a:pt x="758410" y="110530"/>
                </a:lnTo>
                <a:lnTo>
                  <a:pt x="758211" y="111243"/>
                </a:lnTo>
                <a:lnTo>
                  <a:pt x="757991" y="111940"/>
                </a:lnTo>
                <a:lnTo>
                  <a:pt x="757751" y="112619"/>
                </a:lnTo>
                <a:lnTo>
                  <a:pt x="757490" y="113282"/>
                </a:lnTo>
                <a:lnTo>
                  <a:pt x="757208" y="113928"/>
                </a:lnTo>
                <a:lnTo>
                  <a:pt x="756906" y="114558"/>
                </a:lnTo>
                <a:lnTo>
                  <a:pt x="756584" y="115170"/>
                </a:lnTo>
                <a:lnTo>
                  <a:pt x="756240" y="115766"/>
                </a:lnTo>
                <a:lnTo>
                  <a:pt x="755877" y="116346"/>
                </a:lnTo>
                <a:lnTo>
                  <a:pt x="755492" y="116908"/>
                </a:lnTo>
                <a:lnTo>
                  <a:pt x="755087" y="117454"/>
                </a:lnTo>
                <a:lnTo>
                  <a:pt x="754662" y="117983"/>
                </a:lnTo>
                <a:lnTo>
                  <a:pt x="754216" y="118495"/>
                </a:lnTo>
                <a:lnTo>
                  <a:pt x="753750" y="118990"/>
                </a:lnTo>
                <a:lnTo>
                  <a:pt x="753263" y="119469"/>
                </a:lnTo>
                <a:lnTo>
                  <a:pt x="752755" y="119931"/>
                </a:lnTo>
                <a:lnTo>
                  <a:pt x="752229" y="120375"/>
                </a:lnTo>
                <a:lnTo>
                  <a:pt x="751686" y="120801"/>
                </a:lnTo>
                <a:lnTo>
                  <a:pt x="751126" y="121207"/>
                </a:lnTo>
                <a:lnTo>
                  <a:pt x="750549" y="121595"/>
                </a:lnTo>
                <a:lnTo>
                  <a:pt x="749956" y="121963"/>
                </a:lnTo>
                <a:lnTo>
                  <a:pt x="749346" y="122313"/>
                </a:lnTo>
                <a:lnTo>
                  <a:pt x="748719" y="122644"/>
                </a:lnTo>
                <a:lnTo>
                  <a:pt x="748075" y="122956"/>
                </a:lnTo>
                <a:lnTo>
                  <a:pt x="747414" y="123249"/>
                </a:lnTo>
                <a:lnTo>
                  <a:pt x="746737" y="123523"/>
                </a:lnTo>
                <a:lnTo>
                  <a:pt x="746043" y="123778"/>
                </a:lnTo>
                <a:lnTo>
                  <a:pt x="745332" y="124014"/>
                </a:lnTo>
                <a:lnTo>
                  <a:pt x="744604" y="124231"/>
                </a:lnTo>
                <a:lnTo>
                  <a:pt x="743860" y="124430"/>
                </a:lnTo>
                <a:lnTo>
                  <a:pt x="743099" y="124610"/>
                </a:lnTo>
                <a:lnTo>
                  <a:pt x="742321" y="124770"/>
                </a:lnTo>
                <a:lnTo>
                  <a:pt x="741526" y="124912"/>
                </a:lnTo>
                <a:lnTo>
                  <a:pt x="740714" y="125035"/>
                </a:lnTo>
                <a:lnTo>
                  <a:pt x="739886" y="125139"/>
                </a:lnTo>
                <a:lnTo>
                  <a:pt x="739041" y="125224"/>
                </a:lnTo>
                <a:lnTo>
                  <a:pt x="738179" y="125290"/>
                </a:lnTo>
                <a:lnTo>
                  <a:pt x="737300" y="125337"/>
                </a:lnTo>
                <a:lnTo>
                  <a:pt x="736405" y="125366"/>
                </a:lnTo>
                <a:lnTo>
                  <a:pt x="735492" y="125375"/>
                </a:lnTo>
                <a:lnTo>
                  <a:pt x="734636" y="125367"/>
                </a:lnTo>
                <a:lnTo>
                  <a:pt x="733794" y="125341"/>
                </a:lnTo>
                <a:lnTo>
                  <a:pt x="732966" y="125298"/>
                </a:lnTo>
                <a:lnTo>
                  <a:pt x="732152" y="125238"/>
                </a:lnTo>
                <a:lnTo>
                  <a:pt x="731352" y="125161"/>
                </a:lnTo>
                <a:lnTo>
                  <a:pt x="730566" y="125066"/>
                </a:lnTo>
                <a:lnTo>
                  <a:pt x="729795" y="124955"/>
                </a:lnTo>
                <a:lnTo>
                  <a:pt x="729037" y="124826"/>
                </a:lnTo>
                <a:lnTo>
                  <a:pt x="728293" y="124681"/>
                </a:lnTo>
                <a:lnTo>
                  <a:pt x="727563" y="124518"/>
                </a:lnTo>
                <a:lnTo>
                  <a:pt x="726848" y="124338"/>
                </a:lnTo>
                <a:lnTo>
                  <a:pt x="726146" y="124141"/>
                </a:lnTo>
                <a:lnTo>
                  <a:pt x="725458" y="123926"/>
                </a:lnTo>
                <a:lnTo>
                  <a:pt x="724785" y="123695"/>
                </a:lnTo>
                <a:lnTo>
                  <a:pt x="724125" y="123446"/>
                </a:lnTo>
                <a:lnTo>
                  <a:pt x="723480" y="123180"/>
                </a:lnTo>
                <a:lnTo>
                  <a:pt x="722848" y="122897"/>
                </a:lnTo>
                <a:lnTo>
                  <a:pt x="722231" y="122597"/>
                </a:lnTo>
                <a:lnTo>
                  <a:pt x="721628" y="122280"/>
                </a:lnTo>
                <a:lnTo>
                  <a:pt x="721039" y="121946"/>
                </a:lnTo>
                <a:lnTo>
                  <a:pt x="720463" y="121594"/>
                </a:lnTo>
                <a:lnTo>
                  <a:pt x="719902" y="121226"/>
                </a:lnTo>
                <a:lnTo>
                  <a:pt x="719355" y="120840"/>
                </a:lnTo>
                <a:lnTo>
                  <a:pt x="718822" y="120437"/>
                </a:lnTo>
                <a:lnTo>
                  <a:pt x="718302" y="120020"/>
                </a:lnTo>
                <a:lnTo>
                  <a:pt x="717793" y="119591"/>
                </a:lnTo>
                <a:lnTo>
                  <a:pt x="717297" y="119152"/>
                </a:lnTo>
                <a:lnTo>
                  <a:pt x="716812" y="118701"/>
                </a:lnTo>
                <a:lnTo>
                  <a:pt x="716339" y="118239"/>
                </a:lnTo>
                <a:lnTo>
                  <a:pt x="715878" y="117765"/>
                </a:lnTo>
                <a:lnTo>
                  <a:pt x="715429" y="117280"/>
                </a:lnTo>
                <a:lnTo>
                  <a:pt x="714991" y="116785"/>
                </a:lnTo>
                <a:lnTo>
                  <a:pt x="714565" y="116277"/>
                </a:lnTo>
                <a:lnTo>
                  <a:pt x="714152" y="115759"/>
                </a:lnTo>
                <a:lnTo>
                  <a:pt x="713750" y="115229"/>
                </a:lnTo>
                <a:lnTo>
                  <a:pt x="713359" y="114689"/>
                </a:lnTo>
                <a:lnTo>
                  <a:pt x="712981" y="114136"/>
                </a:lnTo>
                <a:lnTo>
                  <a:pt x="712614" y="113573"/>
                </a:lnTo>
                <a:lnTo>
                  <a:pt x="712260" y="112998"/>
                </a:lnTo>
                <a:lnTo>
                  <a:pt x="711917" y="112412"/>
                </a:lnTo>
                <a:lnTo>
                  <a:pt x="711586" y="111815"/>
                </a:lnTo>
                <a:lnTo>
                  <a:pt x="711266" y="111207"/>
                </a:lnTo>
                <a:lnTo>
                  <a:pt x="710959" y="110587"/>
                </a:lnTo>
                <a:lnTo>
                  <a:pt x="710663" y="109956"/>
                </a:lnTo>
                <a:lnTo>
                  <a:pt x="710379" y="109314"/>
                </a:lnTo>
                <a:lnTo>
                  <a:pt x="710107" y="108661"/>
                </a:lnTo>
                <a:lnTo>
                  <a:pt x="709847" y="107996"/>
                </a:lnTo>
                <a:lnTo>
                  <a:pt x="709599" y="107320"/>
                </a:lnTo>
                <a:lnTo>
                  <a:pt x="709361" y="106636"/>
                </a:lnTo>
                <a:lnTo>
                  <a:pt x="709133" y="105946"/>
                </a:lnTo>
                <a:lnTo>
                  <a:pt x="708915" y="105251"/>
                </a:lnTo>
                <a:lnTo>
                  <a:pt x="708707" y="104550"/>
                </a:lnTo>
                <a:lnTo>
                  <a:pt x="708508" y="103844"/>
                </a:lnTo>
                <a:lnTo>
                  <a:pt x="708319" y="103132"/>
                </a:lnTo>
                <a:lnTo>
                  <a:pt x="708140" y="102414"/>
                </a:lnTo>
                <a:lnTo>
                  <a:pt x="707971" y="101691"/>
                </a:lnTo>
                <a:lnTo>
                  <a:pt x="707812" y="100963"/>
                </a:lnTo>
                <a:lnTo>
                  <a:pt x="707662" y="100229"/>
                </a:lnTo>
                <a:lnTo>
                  <a:pt x="707522" y="99489"/>
                </a:lnTo>
                <a:lnTo>
                  <a:pt x="707392" y="98744"/>
                </a:lnTo>
                <a:lnTo>
                  <a:pt x="707271" y="97993"/>
                </a:lnTo>
                <a:lnTo>
                  <a:pt x="707160" y="97237"/>
                </a:lnTo>
                <a:lnTo>
                  <a:pt x="707059" y="96475"/>
                </a:lnTo>
                <a:lnTo>
                  <a:pt x="706968" y="95708"/>
                </a:lnTo>
                <a:lnTo>
                  <a:pt x="706887" y="94935"/>
                </a:lnTo>
                <a:lnTo>
                  <a:pt x="706815" y="94157"/>
                </a:lnTo>
                <a:lnTo>
                  <a:pt x="706753" y="93373"/>
                </a:lnTo>
                <a:lnTo>
                  <a:pt x="706701" y="92583"/>
                </a:lnTo>
                <a:lnTo>
                  <a:pt x="706659" y="91788"/>
                </a:lnTo>
                <a:lnTo>
                  <a:pt x="706626" y="90988"/>
                </a:lnTo>
                <a:lnTo>
                  <a:pt x="706603" y="90182"/>
                </a:lnTo>
                <a:lnTo>
                  <a:pt x="706590" y="89370"/>
                </a:lnTo>
                <a:lnTo>
                  <a:pt x="775048" y="89370"/>
                </a:lnTo>
                <a:lnTo>
                  <a:pt x="775064" y="89292"/>
                </a:lnTo>
                <a:lnTo>
                  <a:pt x="775080" y="89210"/>
                </a:lnTo>
                <a:lnTo>
                  <a:pt x="775096" y="89124"/>
                </a:lnTo>
                <a:lnTo>
                  <a:pt x="775111" y="89034"/>
                </a:lnTo>
                <a:lnTo>
                  <a:pt x="775126" y="88940"/>
                </a:lnTo>
                <a:lnTo>
                  <a:pt x="775141" y="88841"/>
                </a:lnTo>
                <a:lnTo>
                  <a:pt x="775155" y="88739"/>
                </a:lnTo>
                <a:lnTo>
                  <a:pt x="775169" y="88633"/>
                </a:lnTo>
                <a:lnTo>
                  <a:pt x="775182" y="88522"/>
                </a:lnTo>
                <a:lnTo>
                  <a:pt x="775195" y="88408"/>
                </a:lnTo>
                <a:lnTo>
                  <a:pt x="775208" y="88289"/>
                </a:lnTo>
                <a:lnTo>
                  <a:pt x="775221" y="88167"/>
                </a:lnTo>
                <a:lnTo>
                  <a:pt x="775233" y="88040"/>
                </a:lnTo>
                <a:lnTo>
                  <a:pt x="775245" y="87909"/>
                </a:lnTo>
                <a:lnTo>
                  <a:pt x="775256" y="87775"/>
                </a:lnTo>
                <a:lnTo>
                  <a:pt x="775267" y="87636"/>
                </a:lnTo>
                <a:lnTo>
                  <a:pt x="775278" y="87493"/>
                </a:lnTo>
                <a:lnTo>
                  <a:pt x="775289" y="87346"/>
                </a:lnTo>
                <a:lnTo>
                  <a:pt x="775299" y="87195"/>
                </a:lnTo>
                <a:lnTo>
                  <a:pt x="775309" y="87041"/>
                </a:lnTo>
                <a:lnTo>
                  <a:pt x="775318" y="86882"/>
                </a:lnTo>
                <a:lnTo>
                  <a:pt x="775327" y="86719"/>
                </a:lnTo>
                <a:lnTo>
                  <a:pt x="775336" y="86551"/>
                </a:lnTo>
                <a:lnTo>
                  <a:pt x="775344" y="86380"/>
                </a:lnTo>
                <a:lnTo>
                  <a:pt x="775352" y="86208"/>
                </a:lnTo>
                <a:lnTo>
                  <a:pt x="775360" y="86037"/>
                </a:lnTo>
                <a:lnTo>
                  <a:pt x="775367" y="85869"/>
                </a:lnTo>
                <a:lnTo>
                  <a:pt x="775374" y="85702"/>
                </a:lnTo>
                <a:lnTo>
                  <a:pt x="775381" y="85538"/>
                </a:lnTo>
                <a:lnTo>
                  <a:pt x="775387" y="85375"/>
                </a:lnTo>
                <a:lnTo>
                  <a:pt x="775393" y="85214"/>
                </a:lnTo>
                <a:lnTo>
                  <a:pt x="775399" y="85055"/>
                </a:lnTo>
                <a:lnTo>
                  <a:pt x="775404" y="84898"/>
                </a:lnTo>
                <a:lnTo>
                  <a:pt x="775409" y="84743"/>
                </a:lnTo>
                <a:lnTo>
                  <a:pt x="775414" y="84590"/>
                </a:lnTo>
                <a:lnTo>
                  <a:pt x="775418" y="84439"/>
                </a:lnTo>
                <a:lnTo>
                  <a:pt x="775422" y="84290"/>
                </a:lnTo>
                <a:lnTo>
                  <a:pt x="775426" y="84143"/>
                </a:lnTo>
                <a:lnTo>
                  <a:pt x="775429" y="83997"/>
                </a:lnTo>
                <a:lnTo>
                  <a:pt x="775432" y="83854"/>
                </a:lnTo>
                <a:lnTo>
                  <a:pt x="775434" y="83713"/>
                </a:lnTo>
                <a:lnTo>
                  <a:pt x="775437" y="83573"/>
                </a:lnTo>
                <a:lnTo>
                  <a:pt x="775439" y="83435"/>
                </a:lnTo>
                <a:lnTo>
                  <a:pt x="775440" y="83300"/>
                </a:lnTo>
                <a:lnTo>
                  <a:pt x="775441" y="83166"/>
                </a:lnTo>
                <a:lnTo>
                  <a:pt x="775442" y="83034"/>
                </a:lnTo>
                <a:lnTo>
                  <a:pt x="775443" y="82905"/>
                </a:lnTo>
                <a:lnTo>
                  <a:pt x="775443" y="82777"/>
                </a:lnTo>
                <a:lnTo>
                  <a:pt x="775423" y="80893"/>
                </a:lnTo>
                <a:lnTo>
                  <a:pt x="775365" y="79047"/>
                </a:lnTo>
                <a:lnTo>
                  <a:pt x="775269" y="77237"/>
                </a:lnTo>
                <a:lnTo>
                  <a:pt x="775133" y="75465"/>
                </a:lnTo>
                <a:lnTo>
                  <a:pt x="774959" y="73729"/>
                </a:lnTo>
                <a:lnTo>
                  <a:pt x="774746" y="72031"/>
                </a:lnTo>
                <a:lnTo>
                  <a:pt x="774495" y="70369"/>
                </a:lnTo>
                <a:lnTo>
                  <a:pt x="774204" y="68745"/>
                </a:lnTo>
                <a:lnTo>
                  <a:pt x="773875" y="67157"/>
                </a:lnTo>
                <a:lnTo>
                  <a:pt x="773508" y="65607"/>
                </a:lnTo>
                <a:lnTo>
                  <a:pt x="773101" y="64093"/>
                </a:lnTo>
                <a:lnTo>
                  <a:pt x="772656" y="62617"/>
                </a:lnTo>
                <a:lnTo>
                  <a:pt x="772172" y="61177"/>
                </a:lnTo>
                <a:lnTo>
                  <a:pt x="771650" y="59774"/>
                </a:lnTo>
                <a:lnTo>
                  <a:pt x="771089" y="58409"/>
                </a:lnTo>
                <a:lnTo>
                  <a:pt x="770489" y="57080"/>
                </a:lnTo>
                <a:lnTo>
                  <a:pt x="769850" y="55789"/>
                </a:lnTo>
                <a:lnTo>
                  <a:pt x="769173" y="54534"/>
                </a:lnTo>
                <a:lnTo>
                  <a:pt x="768457" y="53316"/>
                </a:lnTo>
                <a:lnTo>
                  <a:pt x="767702" y="52136"/>
                </a:lnTo>
                <a:lnTo>
                  <a:pt x="766909" y="50992"/>
                </a:lnTo>
                <a:lnTo>
                  <a:pt x="766077" y="49886"/>
                </a:lnTo>
                <a:lnTo>
                  <a:pt x="765206" y="48816"/>
                </a:lnTo>
                <a:lnTo>
                  <a:pt x="764296" y="47783"/>
                </a:lnTo>
                <a:lnTo>
                  <a:pt x="763353" y="46790"/>
                </a:lnTo>
                <a:lnTo>
                  <a:pt x="762379" y="45839"/>
                </a:lnTo>
                <a:lnTo>
                  <a:pt x="761377" y="44930"/>
                </a:lnTo>
                <a:lnTo>
                  <a:pt x="760345" y="44064"/>
                </a:lnTo>
                <a:lnTo>
                  <a:pt x="759284" y="43239"/>
                </a:lnTo>
                <a:lnTo>
                  <a:pt x="758193" y="42457"/>
                </a:lnTo>
                <a:lnTo>
                  <a:pt x="757072" y="41718"/>
                </a:lnTo>
                <a:lnTo>
                  <a:pt x="755922" y="41020"/>
                </a:lnTo>
                <a:lnTo>
                  <a:pt x="754743" y="40365"/>
                </a:lnTo>
                <a:lnTo>
                  <a:pt x="753534" y="39752"/>
                </a:lnTo>
                <a:lnTo>
                  <a:pt x="752296" y="39182"/>
                </a:lnTo>
                <a:lnTo>
                  <a:pt x="751029" y="38653"/>
                </a:lnTo>
                <a:lnTo>
                  <a:pt x="749732" y="38167"/>
                </a:lnTo>
                <a:lnTo>
                  <a:pt x="748405" y="37723"/>
                </a:lnTo>
                <a:lnTo>
                  <a:pt x="747049" y="37322"/>
                </a:lnTo>
                <a:lnTo>
                  <a:pt x="745664" y="36963"/>
                </a:lnTo>
                <a:lnTo>
                  <a:pt x="744249" y="36646"/>
                </a:lnTo>
                <a:lnTo>
                  <a:pt x="742804" y="36371"/>
                </a:lnTo>
                <a:lnTo>
                  <a:pt x="741331" y="36138"/>
                </a:lnTo>
                <a:lnTo>
                  <a:pt x="739827" y="35948"/>
                </a:lnTo>
                <a:lnTo>
                  <a:pt x="738295" y="35800"/>
                </a:lnTo>
                <a:lnTo>
                  <a:pt x="736732" y="35695"/>
                </a:lnTo>
                <a:lnTo>
                  <a:pt x="735141" y="35631"/>
                </a:lnTo>
                <a:lnTo>
                  <a:pt x="733520" y="35610"/>
                </a:lnTo>
                <a:lnTo>
                  <a:pt x="732296" y="35621"/>
                </a:lnTo>
                <a:lnTo>
                  <a:pt x="731089" y="35655"/>
                </a:lnTo>
                <a:lnTo>
                  <a:pt x="729901" y="35712"/>
                </a:lnTo>
                <a:lnTo>
                  <a:pt x="728731" y="35791"/>
                </a:lnTo>
                <a:lnTo>
                  <a:pt x="727579" y="35892"/>
                </a:lnTo>
                <a:lnTo>
                  <a:pt x="726445" y="36016"/>
                </a:lnTo>
                <a:lnTo>
                  <a:pt x="725329" y="36163"/>
                </a:lnTo>
                <a:lnTo>
                  <a:pt x="724231" y="36332"/>
                </a:lnTo>
                <a:lnTo>
                  <a:pt x="723151" y="36524"/>
                </a:lnTo>
                <a:lnTo>
                  <a:pt x="722088" y="36739"/>
                </a:lnTo>
                <a:lnTo>
                  <a:pt x="721044" y="36976"/>
                </a:lnTo>
                <a:lnTo>
                  <a:pt x="720018" y="37235"/>
                </a:lnTo>
                <a:lnTo>
                  <a:pt x="719010" y="37518"/>
                </a:lnTo>
                <a:lnTo>
                  <a:pt x="718019" y="37822"/>
                </a:lnTo>
                <a:lnTo>
                  <a:pt x="717047" y="38150"/>
                </a:lnTo>
                <a:lnTo>
                  <a:pt x="716093" y="38499"/>
                </a:lnTo>
                <a:lnTo>
                  <a:pt x="715156" y="38872"/>
                </a:lnTo>
                <a:lnTo>
                  <a:pt x="714238" y="39267"/>
                </a:lnTo>
                <a:lnTo>
                  <a:pt x="713338" y="39685"/>
                </a:lnTo>
                <a:lnTo>
                  <a:pt x="712455" y="40125"/>
                </a:lnTo>
                <a:lnTo>
                  <a:pt x="711591" y="40588"/>
                </a:lnTo>
                <a:lnTo>
                  <a:pt x="710744" y="41073"/>
                </a:lnTo>
                <a:lnTo>
                  <a:pt x="709916" y="41581"/>
                </a:lnTo>
                <a:lnTo>
                  <a:pt x="709105" y="42111"/>
                </a:lnTo>
                <a:lnTo>
                  <a:pt x="708313" y="42662"/>
                </a:lnTo>
                <a:lnTo>
                  <a:pt x="707537" y="43230"/>
                </a:lnTo>
                <a:lnTo>
                  <a:pt x="706778" y="43815"/>
                </a:lnTo>
                <a:lnTo>
                  <a:pt x="706037" y="44418"/>
                </a:lnTo>
                <a:lnTo>
                  <a:pt x="705312" y="45038"/>
                </a:lnTo>
                <a:lnTo>
                  <a:pt x="704605" y="45676"/>
                </a:lnTo>
                <a:lnTo>
                  <a:pt x="703915" y="46331"/>
                </a:lnTo>
                <a:lnTo>
                  <a:pt x="703242" y="47004"/>
                </a:lnTo>
                <a:lnTo>
                  <a:pt x="702586" y="47694"/>
                </a:lnTo>
                <a:lnTo>
                  <a:pt x="701947" y="48402"/>
                </a:lnTo>
                <a:lnTo>
                  <a:pt x="701325" y="49127"/>
                </a:lnTo>
                <a:lnTo>
                  <a:pt x="700721" y="49869"/>
                </a:lnTo>
                <a:lnTo>
                  <a:pt x="700133" y="50629"/>
                </a:lnTo>
                <a:lnTo>
                  <a:pt x="699563" y="51407"/>
                </a:lnTo>
                <a:lnTo>
                  <a:pt x="699010" y="52202"/>
                </a:lnTo>
                <a:lnTo>
                  <a:pt x="698474" y="53014"/>
                </a:lnTo>
                <a:lnTo>
                  <a:pt x="697955" y="53844"/>
                </a:lnTo>
                <a:lnTo>
                  <a:pt x="697453" y="54691"/>
                </a:lnTo>
                <a:lnTo>
                  <a:pt x="696969" y="55556"/>
                </a:lnTo>
                <a:lnTo>
                  <a:pt x="696501" y="56438"/>
                </a:lnTo>
                <a:lnTo>
                  <a:pt x="696051" y="57338"/>
                </a:lnTo>
                <a:lnTo>
                  <a:pt x="695617" y="58255"/>
                </a:lnTo>
                <a:lnTo>
                  <a:pt x="695201" y="59189"/>
                </a:lnTo>
                <a:lnTo>
                  <a:pt x="694802" y="60141"/>
                </a:lnTo>
                <a:lnTo>
                  <a:pt x="694420" y="61108"/>
                </a:lnTo>
                <a:lnTo>
                  <a:pt x="694054" y="62088"/>
                </a:lnTo>
                <a:lnTo>
                  <a:pt x="693704" y="63080"/>
                </a:lnTo>
                <a:lnTo>
                  <a:pt x="693371" y="64084"/>
                </a:lnTo>
                <a:lnTo>
                  <a:pt x="693053" y="65102"/>
                </a:lnTo>
                <a:lnTo>
                  <a:pt x="692752" y="66131"/>
                </a:lnTo>
                <a:lnTo>
                  <a:pt x="692468" y="67173"/>
                </a:lnTo>
                <a:lnTo>
                  <a:pt x="692199" y="68228"/>
                </a:lnTo>
                <a:lnTo>
                  <a:pt x="691947" y="69295"/>
                </a:lnTo>
                <a:lnTo>
                  <a:pt x="691711" y="70375"/>
                </a:lnTo>
                <a:lnTo>
                  <a:pt x="691491" y="71467"/>
                </a:lnTo>
                <a:lnTo>
                  <a:pt x="691288" y="72572"/>
                </a:lnTo>
                <a:lnTo>
                  <a:pt x="691101" y="73689"/>
                </a:lnTo>
                <a:lnTo>
                  <a:pt x="690930" y="74819"/>
                </a:lnTo>
                <a:lnTo>
                  <a:pt x="690776" y="75961"/>
                </a:lnTo>
                <a:lnTo>
                  <a:pt x="690637" y="77116"/>
                </a:lnTo>
                <a:lnTo>
                  <a:pt x="690515" y="78283"/>
                </a:lnTo>
                <a:lnTo>
                  <a:pt x="690410" y="79463"/>
                </a:lnTo>
                <a:lnTo>
                  <a:pt x="690320" y="80656"/>
                </a:lnTo>
                <a:lnTo>
                  <a:pt x="690247" y="81861"/>
                </a:lnTo>
                <a:lnTo>
                  <a:pt x="690190" y="83078"/>
                </a:lnTo>
                <a:lnTo>
                  <a:pt x="690149" y="84308"/>
                </a:lnTo>
                <a:lnTo>
                  <a:pt x="690125" y="85551"/>
                </a:lnTo>
                <a:lnTo>
                  <a:pt x="690117" y="86806"/>
                </a:lnTo>
                <a:lnTo>
                  <a:pt x="690125" y="88011"/>
                </a:lnTo>
                <a:lnTo>
                  <a:pt x="690150" y="89206"/>
                </a:lnTo>
                <a:lnTo>
                  <a:pt x="690192" y="90392"/>
                </a:lnTo>
                <a:lnTo>
                  <a:pt x="690251" y="91567"/>
                </a:lnTo>
                <a:lnTo>
                  <a:pt x="690326" y="92732"/>
                </a:lnTo>
                <a:lnTo>
                  <a:pt x="690419" y="93887"/>
                </a:lnTo>
                <a:lnTo>
                  <a:pt x="690528" y="95032"/>
                </a:lnTo>
                <a:lnTo>
                  <a:pt x="690654" y="96168"/>
                </a:lnTo>
                <a:lnTo>
                  <a:pt x="690796" y="97293"/>
                </a:lnTo>
                <a:lnTo>
                  <a:pt x="690956" y="98407"/>
                </a:lnTo>
                <a:lnTo>
                  <a:pt x="691132" y="99512"/>
                </a:lnTo>
                <a:lnTo>
                  <a:pt x="691325" y="100607"/>
                </a:lnTo>
                <a:lnTo>
                  <a:pt x="691535" y="101692"/>
                </a:lnTo>
                <a:lnTo>
                  <a:pt x="691761" y="102767"/>
                </a:lnTo>
                <a:lnTo>
                  <a:pt x="692005" y="103831"/>
                </a:lnTo>
                <a:lnTo>
                  <a:pt x="692265" y="104886"/>
                </a:lnTo>
                <a:lnTo>
                  <a:pt x="692542" y="105931"/>
                </a:lnTo>
                <a:lnTo>
                  <a:pt x="692836" y="106965"/>
                </a:lnTo>
                <a:lnTo>
                  <a:pt x="693146" y="107990"/>
                </a:lnTo>
                <a:lnTo>
                  <a:pt x="693473" y="109004"/>
                </a:lnTo>
                <a:lnTo>
                  <a:pt x="693817" y="110009"/>
                </a:lnTo>
                <a:lnTo>
                  <a:pt x="694178" y="111003"/>
                </a:lnTo>
                <a:lnTo>
                  <a:pt x="694556" y="111987"/>
                </a:lnTo>
                <a:lnTo>
                  <a:pt x="694950" y="112961"/>
                </a:lnTo>
                <a:lnTo>
                  <a:pt x="695362" y="113922"/>
                </a:lnTo>
                <a:lnTo>
                  <a:pt x="695792" y="114866"/>
                </a:lnTo>
                <a:lnTo>
                  <a:pt x="696240" y="115792"/>
                </a:lnTo>
                <a:lnTo>
                  <a:pt x="696705" y="116702"/>
                </a:lnTo>
                <a:lnTo>
                  <a:pt x="697189" y="117595"/>
                </a:lnTo>
                <a:lnTo>
                  <a:pt x="697691" y="118471"/>
                </a:lnTo>
                <a:lnTo>
                  <a:pt x="698210" y="119330"/>
                </a:lnTo>
                <a:lnTo>
                  <a:pt x="698748" y="120172"/>
                </a:lnTo>
                <a:lnTo>
                  <a:pt x="699304" y="120997"/>
                </a:lnTo>
                <a:lnTo>
                  <a:pt x="699877" y="121806"/>
                </a:lnTo>
                <a:lnTo>
                  <a:pt x="700469" y="122597"/>
                </a:lnTo>
                <a:lnTo>
                  <a:pt x="701078" y="123371"/>
                </a:lnTo>
                <a:lnTo>
                  <a:pt x="701706" y="124129"/>
                </a:lnTo>
                <a:lnTo>
                  <a:pt x="702352" y="124870"/>
                </a:lnTo>
                <a:lnTo>
                  <a:pt x="703015" y="125593"/>
                </a:lnTo>
                <a:lnTo>
                  <a:pt x="703697" y="126300"/>
                </a:lnTo>
                <a:lnTo>
                  <a:pt x="704396" y="126990"/>
                </a:lnTo>
                <a:lnTo>
                  <a:pt x="705114" y="127663"/>
                </a:lnTo>
                <a:lnTo>
                  <a:pt x="705849" y="128319"/>
                </a:lnTo>
                <a:lnTo>
                  <a:pt x="706602" y="128958"/>
                </a:lnTo>
                <a:lnTo>
                  <a:pt x="707374" y="129581"/>
                </a:lnTo>
                <a:lnTo>
                  <a:pt x="708163" y="130186"/>
                </a:lnTo>
                <a:lnTo>
                  <a:pt x="708971" y="130775"/>
                </a:lnTo>
                <a:lnTo>
                  <a:pt x="709796" y="131346"/>
                </a:lnTo>
                <a:lnTo>
                  <a:pt x="710640" y="131897"/>
                </a:lnTo>
                <a:lnTo>
                  <a:pt x="711504" y="132425"/>
                </a:lnTo>
                <a:lnTo>
                  <a:pt x="712388" y="132929"/>
                </a:lnTo>
                <a:lnTo>
                  <a:pt x="713291" y="133410"/>
                </a:lnTo>
                <a:lnTo>
                  <a:pt x="714214" y="133867"/>
                </a:lnTo>
                <a:lnTo>
                  <a:pt x="715157" y="134301"/>
                </a:lnTo>
                <a:lnTo>
                  <a:pt x="716119" y="134711"/>
                </a:lnTo>
                <a:lnTo>
                  <a:pt x="717101" y="135098"/>
                </a:lnTo>
                <a:lnTo>
                  <a:pt x="718103" y="135462"/>
                </a:lnTo>
                <a:lnTo>
                  <a:pt x="719124" y="135802"/>
                </a:lnTo>
                <a:lnTo>
                  <a:pt x="720165" y="136118"/>
                </a:lnTo>
                <a:lnTo>
                  <a:pt x="721226" y="136412"/>
                </a:lnTo>
                <a:lnTo>
                  <a:pt x="722307" y="136681"/>
                </a:lnTo>
                <a:lnTo>
                  <a:pt x="723407" y="136927"/>
                </a:lnTo>
                <a:lnTo>
                  <a:pt x="724527" y="137150"/>
                </a:lnTo>
                <a:lnTo>
                  <a:pt x="725667" y="137350"/>
                </a:lnTo>
                <a:lnTo>
                  <a:pt x="726826" y="137525"/>
                </a:lnTo>
                <a:lnTo>
                  <a:pt x="728005" y="137678"/>
                </a:lnTo>
                <a:lnTo>
                  <a:pt x="729204" y="137807"/>
                </a:lnTo>
                <a:lnTo>
                  <a:pt x="730422" y="137912"/>
                </a:lnTo>
                <a:lnTo>
                  <a:pt x="731660" y="137994"/>
                </a:lnTo>
                <a:lnTo>
                  <a:pt x="732918" y="138053"/>
                </a:lnTo>
                <a:lnTo>
                  <a:pt x="734195" y="138088"/>
                </a:lnTo>
                <a:lnTo>
                  <a:pt x="735492" y="138100"/>
                </a:lnTo>
                <a:lnTo>
                  <a:pt x="736498" y="138093"/>
                </a:lnTo>
                <a:lnTo>
                  <a:pt x="737492" y="138071"/>
                </a:lnTo>
                <a:lnTo>
                  <a:pt x="738475" y="138036"/>
                </a:lnTo>
                <a:lnTo>
                  <a:pt x="739446" y="137986"/>
                </a:lnTo>
                <a:lnTo>
                  <a:pt x="740407" y="137921"/>
                </a:lnTo>
                <a:close/>
                <a:moveTo>
                  <a:pt x="707391" y="71699"/>
                </a:moveTo>
                <a:lnTo>
                  <a:pt x="707592" y="70642"/>
                </a:lnTo>
                <a:lnTo>
                  <a:pt x="707813" y="69609"/>
                </a:lnTo>
                <a:lnTo>
                  <a:pt x="708053" y="68600"/>
                </a:lnTo>
                <a:lnTo>
                  <a:pt x="708314" y="67615"/>
                </a:lnTo>
                <a:lnTo>
                  <a:pt x="708595" y="66653"/>
                </a:lnTo>
                <a:lnTo>
                  <a:pt x="708896" y="65715"/>
                </a:lnTo>
                <a:lnTo>
                  <a:pt x="709216" y="64800"/>
                </a:lnTo>
                <a:lnTo>
                  <a:pt x="709557" y="63909"/>
                </a:lnTo>
                <a:lnTo>
                  <a:pt x="709918" y="63042"/>
                </a:lnTo>
                <a:lnTo>
                  <a:pt x="710299" y="62198"/>
                </a:lnTo>
                <a:lnTo>
                  <a:pt x="710700" y="61378"/>
                </a:lnTo>
                <a:lnTo>
                  <a:pt x="711121" y="60581"/>
                </a:lnTo>
                <a:lnTo>
                  <a:pt x="711562" y="59809"/>
                </a:lnTo>
                <a:lnTo>
                  <a:pt x="712023" y="59059"/>
                </a:lnTo>
                <a:lnTo>
                  <a:pt x="712505" y="58334"/>
                </a:lnTo>
                <a:lnTo>
                  <a:pt x="713006" y="57632"/>
                </a:lnTo>
                <a:lnTo>
                  <a:pt x="713527" y="56954"/>
                </a:lnTo>
                <a:lnTo>
                  <a:pt x="714068" y="56299"/>
                </a:lnTo>
                <a:lnTo>
                  <a:pt x="714629" y="55668"/>
                </a:lnTo>
                <a:lnTo>
                  <a:pt x="715210" y="55062"/>
                </a:lnTo>
                <a:lnTo>
                  <a:pt x="715808" y="54481"/>
                </a:lnTo>
                <a:lnTo>
                  <a:pt x="716424" y="53927"/>
                </a:lnTo>
                <a:lnTo>
                  <a:pt x="717059" y="53398"/>
                </a:lnTo>
                <a:lnTo>
                  <a:pt x="717711" y="52894"/>
                </a:lnTo>
                <a:lnTo>
                  <a:pt x="718381" y="52417"/>
                </a:lnTo>
                <a:lnTo>
                  <a:pt x="719069" y="51965"/>
                </a:lnTo>
                <a:lnTo>
                  <a:pt x="719775" y="51540"/>
                </a:lnTo>
                <a:lnTo>
                  <a:pt x="720499" y="51140"/>
                </a:lnTo>
                <a:lnTo>
                  <a:pt x="721242" y="50765"/>
                </a:lnTo>
                <a:lnTo>
                  <a:pt x="722002" y="50417"/>
                </a:lnTo>
                <a:lnTo>
                  <a:pt x="722780" y="50094"/>
                </a:lnTo>
                <a:lnTo>
                  <a:pt x="723576" y="49798"/>
                </a:lnTo>
                <a:lnTo>
                  <a:pt x="724390" y="49527"/>
                </a:lnTo>
                <a:lnTo>
                  <a:pt x="725222" y="49282"/>
                </a:lnTo>
                <a:lnTo>
                  <a:pt x="726072" y="49062"/>
                </a:lnTo>
                <a:lnTo>
                  <a:pt x="726940" y="48869"/>
                </a:lnTo>
                <a:lnTo>
                  <a:pt x="727826" y="48701"/>
                </a:lnTo>
                <a:lnTo>
                  <a:pt x="728730" y="48559"/>
                </a:lnTo>
                <a:lnTo>
                  <a:pt x="729652" y="48443"/>
                </a:lnTo>
                <a:lnTo>
                  <a:pt x="730592" y="48352"/>
                </a:lnTo>
                <a:lnTo>
                  <a:pt x="731550" y="48288"/>
                </a:lnTo>
                <a:lnTo>
                  <a:pt x="732526" y="48249"/>
                </a:lnTo>
                <a:lnTo>
                  <a:pt x="733520" y="48236"/>
                </a:lnTo>
                <a:lnTo>
                  <a:pt x="734505" y="48249"/>
                </a:lnTo>
                <a:lnTo>
                  <a:pt x="735473" y="48288"/>
                </a:lnTo>
                <a:lnTo>
                  <a:pt x="736422" y="48353"/>
                </a:lnTo>
                <a:lnTo>
                  <a:pt x="737353" y="48444"/>
                </a:lnTo>
                <a:lnTo>
                  <a:pt x="738266" y="48561"/>
                </a:lnTo>
                <a:lnTo>
                  <a:pt x="739161" y="48704"/>
                </a:lnTo>
                <a:lnTo>
                  <a:pt x="740037" y="48873"/>
                </a:lnTo>
                <a:lnTo>
                  <a:pt x="740896" y="49068"/>
                </a:lnTo>
                <a:lnTo>
                  <a:pt x="741736" y="49289"/>
                </a:lnTo>
                <a:lnTo>
                  <a:pt x="742558" y="49536"/>
                </a:lnTo>
                <a:lnTo>
                  <a:pt x="743362" y="49809"/>
                </a:lnTo>
                <a:lnTo>
                  <a:pt x="744148" y="50107"/>
                </a:lnTo>
                <a:lnTo>
                  <a:pt x="744916" y="50432"/>
                </a:lnTo>
                <a:lnTo>
                  <a:pt x="745666" y="50783"/>
                </a:lnTo>
                <a:lnTo>
                  <a:pt x="746397" y="51160"/>
                </a:lnTo>
                <a:lnTo>
                  <a:pt x="747110" y="51563"/>
                </a:lnTo>
                <a:lnTo>
                  <a:pt x="747805" y="51992"/>
                </a:lnTo>
                <a:lnTo>
                  <a:pt x="748482" y="52446"/>
                </a:lnTo>
                <a:lnTo>
                  <a:pt x="749141" y="52927"/>
                </a:lnTo>
                <a:lnTo>
                  <a:pt x="749782" y="53434"/>
                </a:lnTo>
                <a:lnTo>
                  <a:pt x="750404" y="53967"/>
                </a:lnTo>
                <a:lnTo>
                  <a:pt x="751009" y="54525"/>
                </a:lnTo>
                <a:lnTo>
                  <a:pt x="751595" y="55110"/>
                </a:lnTo>
                <a:lnTo>
                  <a:pt x="752163" y="55721"/>
                </a:lnTo>
                <a:lnTo>
                  <a:pt x="752711" y="56356"/>
                </a:lnTo>
                <a:lnTo>
                  <a:pt x="753236" y="57014"/>
                </a:lnTo>
                <a:lnTo>
                  <a:pt x="753740" y="57695"/>
                </a:lnTo>
                <a:lnTo>
                  <a:pt x="754221" y="58399"/>
                </a:lnTo>
                <a:lnTo>
                  <a:pt x="754680" y="59127"/>
                </a:lnTo>
                <a:lnTo>
                  <a:pt x="755116" y="59877"/>
                </a:lnTo>
                <a:lnTo>
                  <a:pt x="755530" y="60651"/>
                </a:lnTo>
                <a:lnTo>
                  <a:pt x="755922" y="61448"/>
                </a:lnTo>
                <a:lnTo>
                  <a:pt x="756292" y="62267"/>
                </a:lnTo>
                <a:lnTo>
                  <a:pt x="756640" y="63110"/>
                </a:lnTo>
                <a:lnTo>
                  <a:pt x="756965" y="63976"/>
                </a:lnTo>
                <a:lnTo>
                  <a:pt x="757268" y="64865"/>
                </a:lnTo>
                <a:lnTo>
                  <a:pt x="757549" y="65778"/>
                </a:lnTo>
                <a:lnTo>
                  <a:pt x="757807" y="66713"/>
                </a:lnTo>
                <a:lnTo>
                  <a:pt x="758043" y="67671"/>
                </a:lnTo>
                <a:lnTo>
                  <a:pt x="758257" y="68653"/>
                </a:lnTo>
                <a:lnTo>
                  <a:pt x="758449" y="69657"/>
                </a:lnTo>
                <a:lnTo>
                  <a:pt x="758618" y="70685"/>
                </a:lnTo>
                <a:lnTo>
                  <a:pt x="758765" y="71736"/>
                </a:lnTo>
                <a:lnTo>
                  <a:pt x="758890" y="72810"/>
                </a:lnTo>
                <a:lnTo>
                  <a:pt x="758993" y="73907"/>
                </a:lnTo>
                <a:lnTo>
                  <a:pt x="759073" y="75027"/>
                </a:lnTo>
                <a:lnTo>
                  <a:pt x="759131" y="76170"/>
                </a:lnTo>
                <a:lnTo>
                  <a:pt x="759167" y="77336"/>
                </a:lnTo>
                <a:lnTo>
                  <a:pt x="706689" y="77336"/>
                </a:lnTo>
                <a:lnTo>
                  <a:pt x="706789" y="76161"/>
                </a:lnTo>
                <a:lnTo>
                  <a:pt x="706910" y="75010"/>
                </a:lnTo>
                <a:lnTo>
                  <a:pt x="707050" y="73883"/>
                </a:lnTo>
                <a:lnTo>
                  <a:pt x="707211" y="72779"/>
                </a:lnTo>
                <a:lnTo>
                  <a:pt x="707391" y="71699"/>
                </a:lnTo>
                <a:close/>
                <a:moveTo>
                  <a:pt x="846517" y="137986"/>
                </a:moveTo>
                <a:lnTo>
                  <a:pt x="847477" y="137921"/>
                </a:lnTo>
                <a:lnTo>
                  <a:pt x="848426" y="137843"/>
                </a:lnTo>
                <a:lnTo>
                  <a:pt x="849364" y="137750"/>
                </a:lnTo>
                <a:lnTo>
                  <a:pt x="850290" y="137642"/>
                </a:lnTo>
                <a:lnTo>
                  <a:pt x="851205" y="137521"/>
                </a:lnTo>
                <a:lnTo>
                  <a:pt x="852109" y="137385"/>
                </a:lnTo>
                <a:lnTo>
                  <a:pt x="853001" y="137235"/>
                </a:lnTo>
                <a:lnTo>
                  <a:pt x="853882" y="137070"/>
                </a:lnTo>
                <a:lnTo>
                  <a:pt x="854752" y="136892"/>
                </a:lnTo>
                <a:lnTo>
                  <a:pt x="855611" y="136699"/>
                </a:lnTo>
                <a:lnTo>
                  <a:pt x="856458" y="136491"/>
                </a:lnTo>
                <a:lnTo>
                  <a:pt x="857294" y="136270"/>
                </a:lnTo>
                <a:lnTo>
                  <a:pt x="858118" y="136034"/>
                </a:lnTo>
                <a:lnTo>
                  <a:pt x="858932" y="135783"/>
                </a:lnTo>
                <a:lnTo>
                  <a:pt x="859733" y="135519"/>
                </a:lnTo>
                <a:lnTo>
                  <a:pt x="860524" y="135240"/>
                </a:lnTo>
                <a:lnTo>
                  <a:pt x="861304" y="134947"/>
                </a:lnTo>
                <a:lnTo>
                  <a:pt x="862072" y="134639"/>
                </a:lnTo>
                <a:lnTo>
                  <a:pt x="862828" y="134318"/>
                </a:lnTo>
                <a:lnTo>
                  <a:pt x="863574" y="133982"/>
                </a:lnTo>
                <a:lnTo>
                  <a:pt x="864307" y="133632"/>
                </a:lnTo>
                <a:lnTo>
                  <a:pt x="865026" y="133271"/>
                </a:lnTo>
                <a:lnTo>
                  <a:pt x="865732" y="132897"/>
                </a:lnTo>
                <a:lnTo>
                  <a:pt x="866424" y="132512"/>
                </a:lnTo>
                <a:lnTo>
                  <a:pt x="867102" y="132114"/>
                </a:lnTo>
                <a:lnTo>
                  <a:pt x="867766" y="131705"/>
                </a:lnTo>
                <a:lnTo>
                  <a:pt x="868417" y="131283"/>
                </a:lnTo>
                <a:lnTo>
                  <a:pt x="869054" y="130850"/>
                </a:lnTo>
                <a:lnTo>
                  <a:pt x="869677" y="130404"/>
                </a:lnTo>
                <a:lnTo>
                  <a:pt x="870287" y="129947"/>
                </a:lnTo>
                <a:lnTo>
                  <a:pt x="870883" y="129477"/>
                </a:lnTo>
                <a:lnTo>
                  <a:pt x="871465" y="128996"/>
                </a:lnTo>
                <a:lnTo>
                  <a:pt x="872034" y="128502"/>
                </a:lnTo>
                <a:lnTo>
                  <a:pt x="872589" y="127996"/>
                </a:lnTo>
                <a:lnTo>
                  <a:pt x="873130" y="127479"/>
                </a:lnTo>
                <a:lnTo>
                  <a:pt x="873657" y="126949"/>
                </a:lnTo>
                <a:lnTo>
                  <a:pt x="874171" y="126408"/>
                </a:lnTo>
                <a:lnTo>
                  <a:pt x="874671" y="125854"/>
                </a:lnTo>
                <a:lnTo>
                  <a:pt x="875158" y="125288"/>
                </a:lnTo>
                <a:lnTo>
                  <a:pt x="875630" y="124711"/>
                </a:lnTo>
                <a:lnTo>
                  <a:pt x="876089" y="124121"/>
                </a:lnTo>
                <a:lnTo>
                  <a:pt x="876534" y="123519"/>
                </a:lnTo>
                <a:lnTo>
                  <a:pt x="876966" y="122906"/>
                </a:lnTo>
                <a:lnTo>
                  <a:pt x="877384" y="122280"/>
                </a:lnTo>
                <a:lnTo>
                  <a:pt x="877787" y="121643"/>
                </a:lnTo>
                <a:lnTo>
                  <a:pt x="878174" y="120997"/>
                </a:lnTo>
                <a:lnTo>
                  <a:pt x="878544" y="120340"/>
                </a:lnTo>
                <a:lnTo>
                  <a:pt x="878899" y="119673"/>
                </a:lnTo>
                <a:lnTo>
                  <a:pt x="879238" y="118996"/>
                </a:lnTo>
                <a:lnTo>
                  <a:pt x="879560" y="118309"/>
                </a:lnTo>
                <a:lnTo>
                  <a:pt x="879867" y="117612"/>
                </a:lnTo>
                <a:lnTo>
                  <a:pt x="880157" y="116905"/>
                </a:lnTo>
                <a:lnTo>
                  <a:pt x="880431" y="116188"/>
                </a:lnTo>
                <a:lnTo>
                  <a:pt x="880689" y="115460"/>
                </a:lnTo>
                <a:lnTo>
                  <a:pt x="880931" y="114723"/>
                </a:lnTo>
                <a:lnTo>
                  <a:pt x="881157" y="113976"/>
                </a:lnTo>
                <a:lnTo>
                  <a:pt x="881367" y="113218"/>
                </a:lnTo>
                <a:lnTo>
                  <a:pt x="881560" y="112451"/>
                </a:lnTo>
                <a:lnTo>
                  <a:pt x="881738" y="111673"/>
                </a:lnTo>
                <a:lnTo>
                  <a:pt x="881900" y="110886"/>
                </a:lnTo>
                <a:lnTo>
                  <a:pt x="882045" y="110088"/>
                </a:lnTo>
                <a:lnTo>
                  <a:pt x="882174" y="109280"/>
                </a:lnTo>
                <a:lnTo>
                  <a:pt x="882287" y="108462"/>
                </a:lnTo>
                <a:lnTo>
                  <a:pt x="882385" y="107634"/>
                </a:lnTo>
                <a:lnTo>
                  <a:pt x="882466" y="106797"/>
                </a:lnTo>
                <a:lnTo>
                  <a:pt x="882530" y="105949"/>
                </a:lnTo>
                <a:lnTo>
                  <a:pt x="882579" y="105090"/>
                </a:lnTo>
                <a:lnTo>
                  <a:pt x="882612" y="104222"/>
                </a:lnTo>
                <a:lnTo>
                  <a:pt x="866336" y="104222"/>
                </a:lnTo>
                <a:lnTo>
                  <a:pt x="866301" y="105069"/>
                </a:lnTo>
                <a:lnTo>
                  <a:pt x="866245" y="105900"/>
                </a:lnTo>
                <a:lnTo>
                  <a:pt x="866169" y="106713"/>
                </a:lnTo>
                <a:lnTo>
                  <a:pt x="866073" y="107510"/>
                </a:lnTo>
                <a:lnTo>
                  <a:pt x="865956" y="108290"/>
                </a:lnTo>
                <a:lnTo>
                  <a:pt x="865818" y="109054"/>
                </a:lnTo>
                <a:lnTo>
                  <a:pt x="865660" y="109800"/>
                </a:lnTo>
                <a:lnTo>
                  <a:pt x="865481" y="110530"/>
                </a:lnTo>
                <a:lnTo>
                  <a:pt x="865282" y="111243"/>
                </a:lnTo>
                <a:lnTo>
                  <a:pt x="865062" y="111940"/>
                </a:lnTo>
                <a:lnTo>
                  <a:pt x="864821" y="112619"/>
                </a:lnTo>
                <a:lnTo>
                  <a:pt x="864560" y="113282"/>
                </a:lnTo>
                <a:lnTo>
                  <a:pt x="864279" y="113928"/>
                </a:lnTo>
                <a:lnTo>
                  <a:pt x="863977" y="114558"/>
                </a:lnTo>
                <a:lnTo>
                  <a:pt x="863654" y="115170"/>
                </a:lnTo>
                <a:lnTo>
                  <a:pt x="863311" y="115766"/>
                </a:lnTo>
                <a:lnTo>
                  <a:pt x="862947" y="116346"/>
                </a:lnTo>
                <a:lnTo>
                  <a:pt x="862563" y="116908"/>
                </a:lnTo>
                <a:lnTo>
                  <a:pt x="862158" y="117454"/>
                </a:lnTo>
                <a:lnTo>
                  <a:pt x="861733" y="117983"/>
                </a:lnTo>
                <a:lnTo>
                  <a:pt x="861287" y="118495"/>
                </a:lnTo>
                <a:lnTo>
                  <a:pt x="860820" y="118990"/>
                </a:lnTo>
                <a:lnTo>
                  <a:pt x="860333" y="119469"/>
                </a:lnTo>
                <a:lnTo>
                  <a:pt x="859825" y="119931"/>
                </a:lnTo>
                <a:lnTo>
                  <a:pt x="859299" y="120375"/>
                </a:lnTo>
                <a:lnTo>
                  <a:pt x="858756" y="120801"/>
                </a:lnTo>
                <a:lnTo>
                  <a:pt x="858196" y="121207"/>
                </a:lnTo>
                <a:lnTo>
                  <a:pt x="857620" y="121595"/>
                </a:lnTo>
                <a:lnTo>
                  <a:pt x="857026" y="121963"/>
                </a:lnTo>
                <a:lnTo>
                  <a:pt x="856416" y="122313"/>
                </a:lnTo>
                <a:lnTo>
                  <a:pt x="855789" y="122644"/>
                </a:lnTo>
                <a:lnTo>
                  <a:pt x="855145" y="122956"/>
                </a:lnTo>
                <a:lnTo>
                  <a:pt x="854485" y="123249"/>
                </a:lnTo>
                <a:lnTo>
                  <a:pt x="853808" y="123523"/>
                </a:lnTo>
                <a:lnTo>
                  <a:pt x="853113" y="123778"/>
                </a:lnTo>
                <a:lnTo>
                  <a:pt x="852403" y="124014"/>
                </a:lnTo>
                <a:lnTo>
                  <a:pt x="851675" y="124231"/>
                </a:lnTo>
                <a:lnTo>
                  <a:pt x="850930" y="124430"/>
                </a:lnTo>
                <a:lnTo>
                  <a:pt x="850169" y="124610"/>
                </a:lnTo>
                <a:lnTo>
                  <a:pt x="849391" y="124770"/>
                </a:lnTo>
                <a:lnTo>
                  <a:pt x="848596" y="124912"/>
                </a:lnTo>
                <a:lnTo>
                  <a:pt x="847785" y="125035"/>
                </a:lnTo>
                <a:lnTo>
                  <a:pt x="846956" y="125139"/>
                </a:lnTo>
                <a:lnTo>
                  <a:pt x="846111" y="125224"/>
                </a:lnTo>
                <a:lnTo>
                  <a:pt x="845249" y="125290"/>
                </a:lnTo>
                <a:lnTo>
                  <a:pt x="844371" y="125337"/>
                </a:lnTo>
                <a:lnTo>
                  <a:pt x="843475" y="125366"/>
                </a:lnTo>
                <a:lnTo>
                  <a:pt x="842563" y="125375"/>
                </a:lnTo>
                <a:lnTo>
                  <a:pt x="841707" y="125367"/>
                </a:lnTo>
                <a:lnTo>
                  <a:pt x="840865" y="125341"/>
                </a:lnTo>
                <a:lnTo>
                  <a:pt x="840037" y="125298"/>
                </a:lnTo>
                <a:lnTo>
                  <a:pt x="839223" y="125238"/>
                </a:lnTo>
                <a:lnTo>
                  <a:pt x="838423" y="125161"/>
                </a:lnTo>
                <a:lnTo>
                  <a:pt x="837637" y="125066"/>
                </a:lnTo>
                <a:lnTo>
                  <a:pt x="836865" y="124955"/>
                </a:lnTo>
                <a:lnTo>
                  <a:pt x="836107" y="124826"/>
                </a:lnTo>
                <a:lnTo>
                  <a:pt x="835364" y="124681"/>
                </a:lnTo>
                <a:lnTo>
                  <a:pt x="834634" y="124518"/>
                </a:lnTo>
                <a:lnTo>
                  <a:pt x="833918" y="124338"/>
                </a:lnTo>
                <a:lnTo>
                  <a:pt x="833217" y="124141"/>
                </a:lnTo>
                <a:lnTo>
                  <a:pt x="832529" y="123926"/>
                </a:lnTo>
                <a:lnTo>
                  <a:pt x="831855" y="123695"/>
                </a:lnTo>
                <a:lnTo>
                  <a:pt x="831196" y="123446"/>
                </a:lnTo>
                <a:lnTo>
                  <a:pt x="830550" y="123180"/>
                </a:lnTo>
                <a:lnTo>
                  <a:pt x="829919" y="122897"/>
                </a:lnTo>
                <a:lnTo>
                  <a:pt x="829302" y="122597"/>
                </a:lnTo>
                <a:lnTo>
                  <a:pt x="828698" y="122280"/>
                </a:lnTo>
                <a:lnTo>
                  <a:pt x="828109" y="121946"/>
                </a:lnTo>
                <a:lnTo>
                  <a:pt x="827534" y="121594"/>
                </a:lnTo>
                <a:lnTo>
                  <a:pt x="826973" y="121226"/>
                </a:lnTo>
                <a:lnTo>
                  <a:pt x="826425" y="120840"/>
                </a:lnTo>
                <a:lnTo>
                  <a:pt x="825892" y="120437"/>
                </a:lnTo>
                <a:lnTo>
                  <a:pt x="825372" y="120020"/>
                </a:lnTo>
                <a:lnTo>
                  <a:pt x="824864" y="119591"/>
                </a:lnTo>
                <a:lnTo>
                  <a:pt x="824367" y="119152"/>
                </a:lnTo>
                <a:lnTo>
                  <a:pt x="823882" y="118701"/>
                </a:lnTo>
                <a:lnTo>
                  <a:pt x="823410" y="118239"/>
                </a:lnTo>
                <a:lnTo>
                  <a:pt x="822948" y="117765"/>
                </a:lnTo>
                <a:lnTo>
                  <a:pt x="822499" y="117280"/>
                </a:lnTo>
                <a:lnTo>
                  <a:pt x="822062" y="116785"/>
                </a:lnTo>
                <a:lnTo>
                  <a:pt x="821636" y="116277"/>
                </a:lnTo>
                <a:lnTo>
                  <a:pt x="821222" y="115759"/>
                </a:lnTo>
                <a:lnTo>
                  <a:pt x="820820" y="115229"/>
                </a:lnTo>
                <a:lnTo>
                  <a:pt x="820430" y="114689"/>
                </a:lnTo>
                <a:lnTo>
                  <a:pt x="820052" y="114136"/>
                </a:lnTo>
                <a:lnTo>
                  <a:pt x="819685" y="113573"/>
                </a:lnTo>
                <a:lnTo>
                  <a:pt x="819330" y="112998"/>
                </a:lnTo>
                <a:lnTo>
                  <a:pt x="818987" y="112412"/>
                </a:lnTo>
                <a:lnTo>
                  <a:pt x="818656" y="111815"/>
                </a:lnTo>
                <a:lnTo>
                  <a:pt x="818337" y="111207"/>
                </a:lnTo>
                <a:lnTo>
                  <a:pt x="818029" y="110587"/>
                </a:lnTo>
                <a:lnTo>
                  <a:pt x="817734" y="109956"/>
                </a:lnTo>
                <a:lnTo>
                  <a:pt x="817450" y="109314"/>
                </a:lnTo>
                <a:lnTo>
                  <a:pt x="817178" y="108661"/>
                </a:lnTo>
                <a:lnTo>
                  <a:pt x="816918" y="107996"/>
                </a:lnTo>
                <a:lnTo>
                  <a:pt x="816669" y="107320"/>
                </a:lnTo>
                <a:lnTo>
                  <a:pt x="816432" y="106636"/>
                </a:lnTo>
                <a:lnTo>
                  <a:pt x="816204" y="105946"/>
                </a:lnTo>
                <a:lnTo>
                  <a:pt x="815986" y="105251"/>
                </a:lnTo>
                <a:lnTo>
                  <a:pt x="815777" y="104550"/>
                </a:lnTo>
                <a:lnTo>
                  <a:pt x="815579" y="103844"/>
                </a:lnTo>
                <a:lnTo>
                  <a:pt x="815390" y="103132"/>
                </a:lnTo>
                <a:lnTo>
                  <a:pt x="815211" y="102414"/>
                </a:lnTo>
                <a:lnTo>
                  <a:pt x="815042" y="101691"/>
                </a:lnTo>
                <a:lnTo>
                  <a:pt x="814882" y="100963"/>
                </a:lnTo>
                <a:lnTo>
                  <a:pt x="814732" y="100229"/>
                </a:lnTo>
                <a:lnTo>
                  <a:pt x="814592" y="99489"/>
                </a:lnTo>
                <a:lnTo>
                  <a:pt x="814462" y="98744"/>
                </a:lnTo>
                <a:lnTo>
                  <a:pt x="814342" y="97993"/>
                </a:lnTo>
                <a:lnTo>
                  <a:pt x="814231" y="97237"/>
                </a:lnTo>
                <a:lnTo>
                  <a:pt x="814130" y="96475"/>
                </a:lnTo>
                <a:lnTo>
                  <a:pt x="814039" y="95708"/>
                </a:lnTo>
                <a:lnTo>
                  <a:pt x="813957" y="94935"/>
                </a:lnTo>
                <a:lnTo>
                  <a:pt x="813886" y="94157"/>
                </a:lnTo>
                <a:lnTo>
                  <a:pt x="813824" y="93373"/>
                </a:lnTo>
                <a:lnTo>
                  <a:pt x="813772" y="92583"/>
                </a:lnTo>
                <a:lnTo>
                  <a:pt x="813729" y="91788"/>
                </a:lnTo>
                <a:lnTo>
                  <a:pt x="813697" y="90988"/>
                </a:lnTo>
                <a:lnTo>
                  <a:pt x="813674" y="90182"/>
                </a:lnTo>
                <a:lnTo>
                  <a:pt x="813661" y="89370"/>
                </a:lnTo>
                <a:lnTo>
                  <a:pt x="882119" y="89370"/>
                </a:lnTo>
                <a:lnTo>
                  <a:pt x="882135" y="89292"/>
                </a:lnTo>
                <a:lnTo>
                  <a:pt x="882151" y="89210"/>
                </a:lnTo>
                <a:lnTo>
                  <a:pt x="882167" y="89124"/>
                </a:lnTo>
                <a:lnTo>
                  <a:pt x="882182" y="89034"/>
                </a:lnTo>
                <a:lnTo>
                  <a:pt x="882197" y="88940"/>
                </a:lnTo>
                <a:lnTo>
                  <a:pt x="882211" y="88841"/>
                </a:lnTo>
                <a:lnTo>
                  <a:pt x="882225" y="88739"/>
                </a:lnTo>
                <a:lnTo>
                  <a:pt x="882239" y="88633"/>
                </a:lnTo>
                <a:lnTo>
                  <a:pt x="882253" y="88522"/>
                </a:lnTo>
                <a:lnTo>
                  <a:pt x="882266" y="88408"/>
                </a:lnTo>
                <a:lnTo>
                  <a:pt x="882279" y="88289"/>
                </a:lnTo>
                <a:lnTo>
                  <a:pt x="882291" y="88167"/>
                </a:lnTo>
                <a:lnTo>
                  <a:pt x="882304" y="88040"/>
                </a:lnTo>
                <a:lnTo>
                  <a:pt x="882315" y="87909"/>
                </a:lnTo>
                <a:lnTo>
                  <a:pt x="882327" y="87775"/>
                </a:lnTo>
                <a:lnTo>
                  <a:pt x="882338" y="87636"/>
                </a:lnTo>
                <a:lnTo>
                  <a:pt x="882349" y="87493"/>
                </a:lnTo>
                <a:lnTo>
                  <a:pt x="882359" y="87346"/>
                </a:lnTo>
                <a:lnTo>
                  <a:pt x="882369" y="87195"/>
                </a:lnTo>
                <a:lnTo>
                  <a:pt x="882379" y="87041"/>
                </a:lnTo>
                <a:lnTo>
                  <a:pt x="882388" y="86882"/>
                </a:lnTo>
                <a:lnTo>
                  <a:pt x="882398" y="86719"/>
                </a:lnTo>
                <a:lnTo>
                  <a:pt x="882406" y="86551"/>
                </a:lnTo>
                <a:lnTo>
                  <a:pt x="882415" y="86380"/>
                </a:lnTo>
                <a:lnTo>
                  <a:pt x="882423" y="86208"/>
                </a:lnTo>
                <a:lnTo>
                  <a:pt x="882430" y="86037"/>
                </a:lnTo>
                <a:lnTo>
                  <a:pt x="882438" y="85869"/>
                </a:lnTo>
                <a:lnTo>
                  <a:pt x="882445" y="85702"/>
                </a:lnTo>
                <a:lnTo>
                  <a:pt x="882451" y="85538"/>
                </a:lnTo>
                <a:lnTo>
                  <a:pt x="882458" y="85375"/>
                </a:lnTo>
                <a:lnTo>
                  <a:pt x="882464" y="85214"/>
                </a:lnTo>
                <a:lnTo>
                  <a:pt x="882469" y="85055"/>
                </a:lnTo>
                <a:lnTo>
                  <a:pt x="882475" y="84898"/>
                </a:lnTo>
                <a:lnTo>
                  <a:pt x="882480" y="84743"/>
                </a:lnTo>
                <a:lnTo>
                  <a:pt x="882484" y="84590"/>
                </a:lnTo>
                <a:lnTo>
                  <a:pt x="882489" y="84439"/>
                </a:lnTo>
                <a:lnTo>
                  <a:pt x="882493" y="84290"/>
                </a:lnTo>
                <a:lnTo>
                  <a:pt x="882496" y="84143"/>
                </a:lnTo>
                <a:lnTo>
                  <a:pt x="882499" y="83997"/>
                </a:lnTo>
                <a:lnTo>
                  <a:pt x="882502" y="83854"/>
                </a:lnTo>
                <a:lnTo>
                  <a:pt x="882505" y="83713"/>
                </a:lnTo>
                <a:lnTo>
                  <a:pt x="882507" y="83573"/>
                </a:lnTo>
                <a:lnTo>
                  <a:pt x="882509" y="83435"/>
                </a:lnTo>
                <a:lnTo>
                  <a:pt x="882511" y="83300"/>
                </a:lnTo>
                <a:lnTo>
                  <a:pt x="882512" y="83166"/>
                </a:lnTo>
                <a:lnTo>
                  <a:pt x="882513" y="83034"/>
                </a:lnTo>
                <a:lnTo>
                  <a:pt x="882513" y="82905"/>
                </a:lnTo>
                <a:lnTo>
                  <a:pt x="882513" y="82777"/>
                </a:lnTo>
                <a:lnTo>
                  <a:pt x="882494" y="80893"/>
                </a:lnTo>
                <a:lnTo>
                  <a:pt x="882436" y="79047"/>
                </a:lnTo>
                <a:lnTo>
                  <a:pt x="882339" y="77237"/>
                </a:lnTo>
                <a:lnTo>
                  <a:pt x="882204" y="75465"/>
                </a:lnTo>
                <a:lnTo>
                  <a:pt x="882030" y="73729"/>
                </a:lnTo>
                <a:lnTo>
                  <a:pt x="881817" y="72031"/>
                </a:lnTo>
                <a:lnTo>
                  <a:pt x="881565" y="70369"/>
                </a:lnTo>
                <a:lnTo>
                  <a:pt x="881275" y="68745"/>
                </a:lnTo>
                <a:lnTo>
                  <a:pt x="880946" y="67157"/>
                </a:lnTo>
                <a:lnTo>
                  <a:pt x="880578" y="65607"/>
                </a:lnTo>
                <a:lnTo>
                  <a:pt x="880172" y="64093"/>
                </a:lnTo>
                <a:lnTo>
                  <a:pt x="879727" y="62617"/>
                </a:lnTo>
                <a:lnTo>
                  <a:pt x="879243" y="61177"/>
                </a:lnTo>
                <a:lnTo>
                  <a:pt x="878720" y="59774"/>
                </a:lnTo>
                <a:lnTo>
                  <a:pt x="878159" y="58409"/>
                </a:lnTo>
                <a:lnTo>
                  <a:pt x="877559" y="57080"/>
                </a:lnTo>
                <a:lnTo>
                  <a:pt x="876921" y="55789"/>
                </a:lnTo>
                <a:lnTo>
                  <a:pt x="876243" y="54534"/>
                </a:lnTo>
                <a:lnTo>
                  <a:pt x="875527" y="53316"/>
                </a:lnTo>
                <a:lnTo>
                  <a:pt x="874773" y="52136"/>
                </a:lnTo>
                <a:lnTo>
                  <a:pt x="873979" y="50992"/>
                </a:lnTo>
                <a:lnTo>
                  <a:pt x="873147" y="49886"/>
                </a:lnTo>
                <a:lnTo>
                  <a:pt x="872276" y="48816"/>
                </a:lnTo>
                <a:lnTo>
                  <a:pt x="871367" y="47783"/>
                </a:lnTo>
                <a:lnTo>
                  <a:pt x="870423" y="46790"/>
                </a:lnTo>
                <a:lnTo>
                  <a:pt x="869450" y="45839"/>
                </a:lnTo>
                <a:lnTo>
                  <a:pt x="868447" y="44930"/>
                </a:lnTo>
                <a:lnTo>
                  <a:pt x="867415" y="44064"/>
                </a:lnTo>
                <a:lnTo>
                  <a:pt x="866354" y="43239"/>
                </a:lnTo>
                <a:lnTo>
                  <a:pt x="865263" y="42457"/>
                </a:lnTo>
                <a:lnTo>
                  <a:pt x="864143" y="41718"/>
                </a:lnTo>
                <a:lnTo>
                  <a:pt x="862993" y="41020"/>
                </a:lnTo>
                <a:lnTo>
                  <a:pt x="861814" y="40365"/>
                </a:lnTo>
                <a:lnTo>
                  <a:pt x="860605" y="39752"/>
                </a:lnTo>
                <a:lnTo>
                  <a:pt x="859367" y="39182"/>
                </a:lnTo>
                <a:lnTo>
                  <a:pt x="858099" y="38653"/>
                </a:lnTo>
                <a:lnTo>
                  <a:pt x="856802" y="38167"/>
                </a:lnTo>
                <a:lnTo>
                  <a:pt x="855476" y="37723"/>
                </a:lnTo>
                <a:lnTo>
                  <a:pt x="854120" y="37322"/>
                </a:lnTo>
                <a:lnTo>
                  <a:pt x="852734" y="36963"/>
                </a:lnTo>
                <a:lnTo>
                  <a:pt x="851319" y="36646"/>
                </a:lnTo>
                <a:lnTo>
                  <a:pt x="849875" y="36371"/>
                </a:lnTo>
                <a:lnTo>
                  <a:pt x="848401" y="36138"/>
                </a:lnTo>
                <a:lnTo>
                  <a:pt x="846898" y="35948"/>
                </a:lnTo>
                <a:lnTo>
                  <a:pt x="845365" y="35800"/>
                </a:lnTo>
                <a:lnTo>
                  <a:pt x="843803" y="35695"/>
                </a:lnTo>
                <a:lnTo>
                  <a:pt x="842211" y="35631"/>
                </a:lnTo>
                <a:lnTo>
                  <a:pt x="840590" y="35610"/>
                </a:lnTo>
                <a:lnTo>
                  <a:pt x="839366" y="35621"/>
                </a:lnTo>
                <a:lnTo>
                  <a:pt x="838160" y="35655"/>
                </a:lnTo>
                <a:lnTo>
                  <a:pt x="836972" y="35712"/>
                </a:lnTo>
                <a:lnTo>
                  <a:pt x="835802" y="35791"/>
                </a:lnTo>
                <a:lnTo>
                  <a:pt x="834650" y="35892"/>
                </a:lnTo>
                <a:lnTo>
                  <a:pt x="833516" y="36016"/>
                </a:lnTo>
                <a:lnTo>
                  <a:pt x="832399" y="36163"/>
                </a:lnTo>
                <a:lnTo>
                  <a:pt x="831301" y="36332"/>
                </a:lnTo>
                <a:lnTo>
                  <a:pt x="830221" y="36524"/>
                </a:lnTo>
                <a:lnTo>
                  <a:pt x="829159" y="36739"/>
                </a:lnTo>
                <a:lnTo>
                  <a:pt x="828115" y="36976"/>
                </a:lnTo>
                <a:lnTo>
                  <a:pt x="827088" y="37235"/>
                </a:lnTo>
                <a:lnTo>
                  <a:pt x="826080" y="37518"/>
                </a:lnTo>
                <a:lnTo>
                  <a:pt x="825090" y="37822"/>
                </a:lnTo>
                <a:lnTo>
                  <a:pt x="824118" y="38150"/>
                </a:lnTo>
                <a:lnTo>
                  <a:pt x="823163" y="38499"/>
                </a:lnTo>
                <a:lnTo>
                  <a:pt x="822227" y="38872"/>
                </a:lnTo>
                <a:lnTo>
                  <a:pt x="821308" y="39267"/>
                </a:lnTo>
                <a:lnTo>
                  <a:pt x="820408" y="39685"/>
                </a:lnTo>
                <a:lnTo>
                  <a:pt x="819526" y="40125"/>
                </a:lnTo>
                <a:lnTo>
                  <a:pt x="818661" y="40588"/>
                </a:lnTo>
                <a:lnTo>
                  <a:pt x="817815" y="41073"/>
                </a:lnTo>
                <a:lnTo>
                  <a:pt x="816986" y="41581"/>
                </a:lnTo>
                <a:lnTo>
                  <a:pt x="816176" y="42111"/>
                </a:lnTo>
                <a:lnTo>
                  <a:pt x="815383" y="42662"/>
                </a:lnTo>
                <a:lnTo>
                  <a:pt x="814607" y="43230"/>
                </a:lnTo>
                <a:lnTo>
                  <a:pt x="813849" y="43815"/>
                </a:lnTo>
                <a:lnTo>
                  <a:pt x="813107" y="44418"/>
                </a:lnTo>
                <a:lnTo>
                  <a:pt x="812383" y="45038"/>
                </a:lnTo>
                <a:lnTo>
                  <a:pt x="811675" y="45676"/>
                </a:lnTo>
                <a:lnTo>
                  <a:pt x="810985" y="46331"/>
                </a:lnTo>
                <a:lnTo>
                  <a:pt x="810312" y="47004"/>
                </a:lnTo>
                <a:lnTo>
                  <a:pt x="809656" y="47694"/>
                </a:lnTo>
                <a:lnTo>
                  <a:pt x="809018" y="48402"/>
                </a:lnTo>
                <a:lnTo>
                  <a:pt x="808396" y="49127"/>
                </a:lnTo>
                <a:lnTo>
                  <a:pt x="807791" y="49869"/>
                </a:lnTo>
                <a:lnTo>
                  <a:pt x="807204" y="50629"/>
                </a:lnTo>
                <a:lnTo>
                  <a:pt x="806634" y="51407"/>
                </a:lnTo>
                <a:lnTo>
                  <a:pt x="806081" y="52202"/>
                </a:lnTo>
                <a:lnTo>
                  <a:pt x="805544" y="53014"/>
                </a:lnTo>
                <a:lnTo>
                  <a:pt x="805026" y="53844"/>
                </a:lnTo>
                <a:lnTo>
                  <a:pt x="804524" y="54691"/>
                </a:lnTo>
                <a:lnTo>
                  <a:pt x="804039" y="55556"/>
                </a:lnTo>
                <a:lnTo>
                  <a:pt x="803572" y="56438"/>
                </a:lnTo>
                <a:lnTo>
                  <a:pt x="803121" y="57338"/>
                </a:lnTo>
                <a:lnTo>
                  <a:pt x="802688" y="58255"/>
                </a:lnTo>
                <a:lnTo>
                  <a:pt x="802272" y="59189"/>
                </a:lnTo>
                <a:lnTo>
                  <a:pt x="801873" y="60141"/>
                </a:lnTo>
                <a:lnTo>
                  <a:pt x="801490" y="61108"/>
                </a:lnTo>
                <a:lnTo>
                  <a:pt x="801124" y="62088"/>
                </a:lnTo>
                <a:lnTo>
                  <a:pt x="800775" y="63080"/>
                </a:lnTo>
                <a:lnTo>
                  <a:pt x="800441" y="64084"/>
                </a:lnTo>
                <a:lnTo>
                  <a:pt x="800124" y="65102"/>
                </a:lnTo>
                <a:lnTo>
                  <a:pt x="799823" y="66131"/>
                </a:lnTo>
                <a:lnTo>
                  <a:pt x="799538" y="67173"/>
                </a:lnTo>
                <a:lnTo>
                  <a:pt x="799270" y="68228"/>
                </a:lnTo>
                <a:lnTo>
                  <a:pt x="799018" y="69295"/>
                </a:lnTo>
                <a:lnTo>
                  <a:pt x="798782" y="70375"/>
                </a:lnTo>
                <a:lnTo>
                  <a:pt x="798562" y="71467"/>
                </a:lnTo>
                <a:lnTo>
                  <a:pt x="798359" y="72572"/>
                </a:lnTo>
                <a:lnTo>
                  <a:pt x="798172" y="73689"/>
                </a:lnTo>
                <a:lnTo>
                  <a:pt x="798001" y="74819"/>
                </a:lnTo>
                <a:lnTo>
                  <a:pt x="797846" y="75961"/>
                </a:lnTo>
                <a:lnTo>
                  <a:pt x="797708" y="77116"/>
                </a:lnTo>
                <a:lnTo>
                  <a:pt x="797586" y="78283"/>
                </a:lnTo>
                <a:lnTo>
                  <a:pt x="797480" y="79463"/>
                </a:lnTo>
                <a:lnTo>
                  <a:pt x="797391" y="80656"/>
                </a:lnTo>
                <a:lnTo>
                  <a:pt x="797317" y="81861"/>
                </a:lnTo>
                <a:lnTo>
                  <a:pt x="797260" y="83078"/>
                </a:lnTo>
                <a:lnTo>
                  <a:pt x="797220" y="84308"/>
                </a:lnTo>
                <a:lnTo>
                  <a:pt x="797195" y="85551"/>
                </a:lnTo>
                <a:lnTo>
                  <a:pt x="797187" y="86806"/>
                </a:lnTo>
                <a:lnTo>
                  <a:pt x="797196" y="88011"/>
                </a:lnTo>
                <a:lnTo>
                  <a:pt x="797221" y="89206"/>
                </a:lnTo>
                <a:lnTo>
                  <a:pt x="797263" y="90392"/>
                </a:lnTo>
                <a:lnTo>
                  <a:pt x="797321" y="91567"/>
                </a:lnTo>
                <a:lnTo>
                  <a:pt x="797397" y="92732"/>
                </a:lnTo>
                <a:lnTo>
                  <a:pt x="797489" y="93887"/>
                </a:lnTo>
                <a:lnTo>
                  <a:pt x="797598" y="95032"/>
                </a:lnTo>
                <a:lnTo>
                  <a:pt x="797724" y="96168"/>
                </a:lnTo>
                <a:lnTo>
                  <a:pt x="797867" y="97293"/>
                </a:lnTo>
                <a:lnTo>
                  <a:pt x="798026" y="98407"/>
                </a:lnTo>
                <a:lnTo>
                  <a:pt x="798203" y="99512"/>
                </a:lnTo>
                <a:lnTo>
                  <a:pt x="798396" y="100607"/>
                </a:lnTo>
                <a:lnTo>
                  <a:pt x="798605" y="101692"/>
                </a:lnTo>
                <a:lnTo>
                  <a:pt x="798832" y="102767"/>
                </a:lnTo>
                <a:lnTo>
                  <a:pt x="799075" y="103831"/>
                </a:lnTo>
                <a:lnTo>
                  <a:pt x="799335" y="104886"/>
                </a:lnTo>
                <a:lnTo>
                  <a:pt x="799612" y="105931"/>
                </a:lnTo>
                <a:lnTo>
                  <a:pt x="799906" y="106965"/>
                </a:lnTo>
                <a:lnTo>
                  <a:pt x="800217" y="107990"/>
                </a:lnTo>
                <a:lnTo>
                  <a:pt x="800544" y="109004"/>
                </a:lnTo>
                <a:lnTo>
                  <a:pt x="800888" y="110009"/>
                </a:lnTo>
                <a:lnTo>
                  <a:pt x="801249" y="111003"/>
                </a:lnTo>
                <a:lnTo>
                  <a:pt x="801626" y="111987"/>
                </a:lnTo>
                <a:lnTo>
                  <a:pt x="802021" y="112961"/>
                </a:lnTo>
                <a:lnTo>
                  <a:pt x="802433" y="113922"/>
                </a:lnTo>
                <a:lnTo>
                  <a:pt x="802862" y="114866"/>
                </a:lnTo>
                <a:lnTo>
                  <a:pt x="803310" y="115792"/>
                </a:lnTo>
                <a:lnTo>
                  <a:pt x="803776" y="116702"/>
                </a:lnTo>
                <a:lnTo>
                  <a:pt x="804259" y="117595"/>
                </a:lnTo>
                <a:lnTo>
                  <a:pt x="804761" y="118471"/>
                </a:lnTo>
                <a:lnTo>
                  <a:pt x="805281" y="119330"/>
                </a:lnTo>
                <a:lnTo>
                  <a:pt x="805818" y="120172"/>
                </a:lnTo>
                <a:lnTo>
                  <a:pt x="806374" y="120997"/>
                </a:lnTo>
                <a:lnTo>
                  <a:pt x="806948" y="121806"/>
                </a:lnTo>
                <a:lnTo>
                  <a:pt x="807539" y="122597"/>
                </a:lnTo>
                <a:lnTo>
                  <a:pt x="808149" y="123371"/>
                </a:lnTo>
                <a:lnTo>
                  <a:pt x="808776" y="124129"/>
                </a:lnTo>
                <a:lnTo>
                  <a:pt x="809422" y="124870"/>
                </a:lnTo>
                <a:lnTo>
                  <a:pt x="810086" y="125593"/>
                </a:lnTo>
                <a:lnTo>
                  <a:pt x="810767" y="126300"/>
                </a:lnTo>
                <a:lnTo>
                  <a:pt x="811467" y="126990"/>
                </a:lnTo>
                <a:lnTo>
                  <a:pt x="812184" y="127663"/>
                </a:lnTo>
                <a:lnTo>
                  <a:pt x="812919" y="128319"/>
                </a:lnTo>
                <a:lnTo>
                  <a:pt x="813673" y="128958"/>
                </a:lnTo>
                <a:lnTo>
                  <a:pt x="814444" y="129581"/>
                </a:lnTo>
                <a:lnTo>
                  <a:pt x="815234" y="130186"/>
                </a:lnTo>
                <a:lnTo>
                  <a:pt x="816041" y="130775"/>
                </a:lnTo>
                <a:lnTo>
                  <a:pt x="816866" y="131346"/>
                </a:lnTo>
                <a:lnTo>
                  <a:pt x="817711" y="131897"/>
                </a:lnTo>
                <a:lnTo>
                  <a:pt x="818575" y="132425"/>
                </a:lnTo>
                <a:lnTo>
                  <a:pt x="819458" y="132929"/>
                </a:lnTo>
                <a:lnTo>
                  <a:pt x="820361" y="133410"/>
                </a:lnTo>
                <a:lnTo>
                  <a:pt x="821284" y="133867"/>
                </a:lnTo>
                <a:lnTo>
                  <a:pt x="822227" y="134301"/>
                </a:lnTo>
                <a:lnTo>
                  <a:pt x="823189" y="134711"/>
                </a:lnTo>
                <a:lnTo>
                  <a:pt x="824172" y="135098"/>
                </a:lnTo>
                <a:lnTo>
                  <a:pt x="825173" y="135462"/>
                </a:lnTo>
                <a:lnTo>
                  <a:pt x="826195" y="135802"/>
                </a:lnTo>
                <a:lnTo>
                  <a:pt x="827236" y="136118"/>
                </a:lnTo>
                <a:lnTo>
                  <a:pt x="828297" y="136412"/>
                </a:lnTo>
                <a:lnTo>
                  <a:pt x="829377" y="136681"/>
                </a:lnTo>
                <a:lnTo>
                  <a:pt x="830477" y="136927"/>
                </a:lnTo>
                <a:lnTo>
                  <a:pt x="831597" y="137150"/>
                </a:lnTo>
                <a:lnTo>
                  <a:pt x="832737" y="137350"/>
                </a:lnTo>
                <a:lnTo>
                  <a:pt x="833896" y="137525"/>
                </a:lnTo>
                <a:lnTo>
                  <a:pt x="835075" y="137678"/>
                </a:lnTo>
                <a:lnTo>
                  <a:pt x="836274" y="137807"/>
                </a:lnTo>
                <a:lnTo>
                  <a:pt x="837492" y="137912"/>
                </a:lnTo>
                <a:lnTo>
                  <a:pt x="838731" y="137994"/>
                </a:lnTo>
                <a:lnTo>
                  <a:pt x="839988" y="138053"/>
                </a:lnTo>
                <a:lnTo>
                  <a:pt x="841266" y="138088"/>
                </a:lnTo>
                <a:lnTo>
                  <a:pt x="842563" y="138100"/>
                </a:lnTo>
                <a:lnTo>
                  <a:pt x="843568" y="138093"/>
                </a:lnTo>
                <a:lnTo>
                  <a:pt x="844563" y="138071"/>
                </a:lnTo>
                <a:lnTo>
                  <a:pt x="845545" y="138036"/>
                </a:lnTo>
                <a:lnTo>
                  <a:pt x="846517" y="137986"/>
                </a:lnTo>
                <a:close/>
                <a:moveTo>
                  <a:pt x="814281" y="72779"/>
                </a:moveTo>
                <a:lnTo>
                  <a:pt x="814462" y="71699"/>
                </a:lnTo>
                <a:lnTo>
                  <a:pt x="814662" y="70642"/>
                </a:lnTo>
                <a:lnTo>
                  <a:pt x="814883" y="69609"/>
                </a:lnTo>
                <a:lnTo>
                  <a:pt x="815124" y="68600"/>
                </a:lnTo>
                <a:lnTo>
                  <a:pt x="815385" y="67615"/>
                </a:lnTo>
                <a:lnTo>
                  <a:pt x="815665" y="66653"/>
                </a:lnTo>
                <a:lnTo>
                  <a:pt x="815966" y="65715"/>
                </a:lnTo>
                <a:lnTo>
                  <a:pt x="816287" y="64800"/>
                </a:lnTo>
                <a:lnTo>
                  <a:pt x="816628" y="63909"/>
                </a:lnTo>
                <a:lnTo>
                  <a:pt x="816989" y="63042"/>
                </a:lnTo>
                <a:lnTo>
                  <a:pt x="817370" y="62198"/>
                </a:lnTo>
                <a:lnTo>
                  <a:pt x="817771" y="61378"/>
                </a:lnTo>
                <a:lnTo>
                  <a:pt x="818192" y="60581"/>
                </a:lnTo>
                <a:lnTo>
                  <a:pt x="818633" y="59809"/>
                </a:lnTo>
                <a:lnTo>
                  <a:pt x="819094" y="59059"/>
                </a:lnTo>
                <a:lnTo>
                  <a:pt x="819575" y="58334"/>
                </a:lnTo>
                <a:lnTo>
                  <a:pt x="820076" y="57632"/>
                </a:lnTo>
                <a:lnTo>
                  <a:pt x="820597" y="56954"/>
                </a:lnTo>
                <a:lnTo>
                  <a:pt x="821139" y="56299"/>
                </a:lnTo>
                <a:lnTo>
                  <a:pt x="821700" y="55668"/>
                </a:lnTo>
                <a:lnTo>
                  <a:pt x="822280" y="55062"/>
                </a:lnTo>
                <a:lnTo>
                  <a:pt x="822879" y="54481"/>
                </a:lnTo>
                <a:lnTo>
                  <a:pt x="823495" y="53927"/>
                </a:lnTo>
                <a:lnTo>
                  <a:pt x="824129" y="53398"/>
                </a:lnTo>
                <a:lnTo>
                  <a:pt x="824781" y="52894"/>
                </a:lnTo>
                <a:lnTo>
                  <a:pt x="825451" y="52417"/>
                </a:lnTo>
                <a:lnTo>
                  <a:pt x="826140" y="51965"/>
                </a:lnTo>
                <a:lnTo>
                  <a:pt x="826846" y="51540"/>
                </a:lnTo>
                <a:lnTo>
                  <a:pt x="827570" y="51140"/>
                </a:lnTo>
                <a:lnTo>
                  <a:pt x="828312" y="50765"/>
                </a:lnTo>
                <a:lnTo>
                  <a:pt x="829072" y="50417"/>
                </a:lnTo>
                <a:lnTo>
                  <a:pt x="829850" y="50094"/>
                </a:lnTo>
                <a:lnTo>
                  <a:pt x="830646" y="49798"/>
                </a:lnTo>
                <a:lnTo>
                  <a:pt x="831460" y="49527"/>
                </a:lnTo>
                <a:lnTo>
                  <a:pt x="832293" y="49282"/>
                </a:lnTo>
                <a:lnTo>
                  <a:pt x="833143" y="49062"/>
                </a:lnTo>
                <a:lnTo>
                  <a:pt x="834011" y="48869"/>
                </a:lnTo>
                <a:lnTo>
                  <a:pt x="834897" y="48701"/>
                </a:lnTo>
                <a:lnTo>
                  <a:pt x="835801" y="48559"/>
                </a:lnTo>
                <a:lnTo>
                  <a:pt x="836722" y="48443"/>
                </a:lnTo>
                <a:lnTo>
                  <a:pt x="837662" y="48352"/>
                </a:lnTo>
                <a:lnTo>
                  <a:pt x="838620" y="48288"/>
                </a:lnTo>
                <a:lnTo>
                  <a:pt x="839596" y="48249"/>
                </a:lnTo>
                <a:lnTo>
                  <a:pt x="840590" y="48236"/>
                </a:lnTo>
                <a:lnTo>
                  <a:pt x="841576" y="48249"/>
                </a:lnTo>
                <a:lnTo>
                  <a:pt x="842543" y="48288"/>
                </a:lnTo>
                <a:lnTo>
                  <a:pt x="843492" y="48353"/>
                </a:lnTo>
                <a:lnTo>
                  <a:pt x="844423" y="48444"/>
                </a:lnTo>
                <a:lnTo>
                  <a:pt x="845336" y="48561"/>
                </a:lnTo>
                <a:lnTo>
                  <a:pt x="846231" y="48704"/>
                </a:lnTo>
                <a:lnTo>
                  <a:pt x="847108" y="48873"/>
                </a:lnTo>
                <a:lnTo>
                  <a:pt x="847966" y="49068"/>
                </a:lnTo>
                <a:lnTo>
                  <a:pt x="848807" y="49289"/>
                </a:lnTo>
                <a:lnTo>
                  <a:pt x="849629" y="49536"/>
                </a:lnTo>
                <a:lnTo>
                  <a:pt x="850433" y="49809"/>
                </a:lnTo>
                <a:lnTo>
                  <a:pt x="851219" y="50107"/>
                </a:lnTo>
                <a:lnTo>
                  <a:pt x="851987" y="50432"/>
                </a:lnTo>
                <a:lnTo>
                  <a:pt x="852736" y="50783"/>
                </a:lnTo>
                <a:lnTo>
                  <a:pt x="853468" y="51160"/>
                </a:lnTo>
                <a:lnTo>
                  <a:pt x="854181" y="51563"/>
                </a:lnTo>
                <a:lnTo>
                  <a:pt x="854876" y="51992"/>
                </a:lnTo>
                <a:lnTo>
                  <a:pt x="855553" y="52446"/>
                </a:lnTo>
                <a:lnTo>
                  <a:pt x="856212" y="52927"/>
                </a:lnTo>
                <a:lnTo>
                  <a:pt x="856852" y="53434"/>
                </a:lnTo>
                <a:lnTo>
                  <a:pt x="857475" y="53967"/>
                </a:lnTo>
                <a:lnTo>
                  <a:pt x="858079" y="54525"/>
                </a:lnTo>
                <a:lnTo>
                  <a:pt x="858666" y="55110"/>
                </a:lnTo>
                <a:lnTo>
                  <a:pt x="859234" y="55721"/>
                </a:lnTo>
                <a:lnTo>
                  <a:pt x="859781" y="56356"/>
                </a:lnTo>
                <a:lnTo>
                  <a:pt x="860307" y="57014"/>
                </a:lnTo>
                <a:lnTo>
                  <a:pt x="860810" y="57695"/>
                </a:lnTo>
                <a:lnTo>
                  <a:pt x="861291" y="58399"/>
                </a:lnTo>
                <a:lnTo>
                  <a:pt x="861750" y="59127"/>
                </a:lnTo>
                <a:lnTo>
                  <a:pt x="862187" y="59877"/>
                </a:lnTo>
                <a:lnTo>
                  <a:pt x="862601" y="60651"/>
                </a:lnTo>
                <a:lnTo>
                  <a:pt x="862993" y="61448"/>
                </a:lnTo>
                <a:lnTo>
                  <a:pt x="863363" y="62267"/>
                </a:lnTo>
                <a:lnTo>
                  <a:pt x="863710" y="63110"/>
                </a:lnTo>
                <a:lnTo>
                  <a:pt x="864035" y="63976"/>
                </a:lnTo>
                <a:lnTo>
                  <a:pt x="864338" y="64865"/>
                </a:lnTo>
                <a:lnTo>
                  <a:pt x="864619" y="65778"/>
                </a:lnTo>
                <a:lnTo>
                  <a:pt x="864877" y="66713"/>
                </a:lnTo>
                <a:lnTo>
                  <a:pt x="865114" y="67671"/>
                </a:lnTo>
                <a:lnTo>
                  <a:pt x="865328" y="68653"/>
                </a:lnTo>
                <a:lnTo>
                  <a:pt x="865519" y="69657"/>
                </a:lnTo>
                <a:lnTo>
                  <a:pt x="865689" y="70685"/>
                </a:lnTo>
                <a:lnTo>
                  <a:pt x="865836" y="71736"/>
                </a:lnTo>
                <a:lnTo>
                  <a:pt x="865960" y="72810"/>
                </a:lnTo>
                <a:lnTo>
                  <a:pt x="866063" y="73907"/>
                </a:lnTo>
                <a:lnTo>
                  <a:pt x="866143" y="75027"/>
                </a:lnTo>
                <a:lnTo>
                  <a:pt x="866201" y="76170"/>
                </a:lnTo>
                <a:lnTo>
                  <a:pt x="866237" y="77336"/>
                </a:lnTo>
                <a:lnTo>
                  <a:pt x="813759" y="77336"/>
                </a:lnTo>
                <a:lnTo>
                  <a:pt x="813860" y="76161"/>
                </a:lnTo>
                <a:lnTo>
                  <a:pt x="813980" y="75010"/>
                </a:lnTo>
                <a:lnTo>
                  <a:pt x="814121" y="73883"/>
                </a:lnTo>
                <a:lnTo>
                  <a:pt x="814281" y="72779"/>
                </a:lnTo>
                <a:close/>
                <a:moveTo>
                  <a:pt x="947036" y="138025"/>
                </a:moveTo>
                <a:lnTo>
                  <a:pt x="947688" y="137992"/>
                </a:lnTo>
                <a:lnTo>
                  <a:pt x="948337" y="137953"/>
                </a:lnTo>
                <a:lnTo>
                  <a:pt x="948981" y="137908"/>
                </a:lnTo>
                <a:lnTo>
                  <a:pt x="949622" y="137857"/>
                </a:lnTo>
                <a:lnTo>
                  <a:pt x="950259" y="137800"/>
                </a:lnTo>
                <a:lnTo>
                  <a:pt x="950891" y="137737"/>
                </a:lnTo>
                <a:lnTo>
                  <a:pt x="951520" y="137668"/>
                </a:lnTo>
                <a:lnTo>
                  <a:pt x="952145" y="137594"/>
                </a:lnTo>
                <a:lnTo>
                  <a:pt x="952766" y="137513"/>
                </a:lnTo>
                <a:lnTo>
                  <a:pt x="953383" y="137426"/>
                </a:lnTo>
                <a:lnTo>
                  <a:pt x="953996" y="137333"/>
                </a:lnTo>
                <a:lnTo>
                  <a:pt x="954605" y="137234"/>
                </a:lnTo>
                <a:lnTo>
                  <a:pt x="955210" y="137129"/>
                </a:lnTo>
                <a:lnTo>
                  <a:pt x="955811" y="137018"/>
                </a:lnTo>
                <a:lnTo>
                  <a:pt x="956408" y="136901"/>
                </a:lnTo>
                <a:lnTo>
                  <a:pt x="957002" y="136778"/>
                </a:lnTo>
                <a:lnTo>
                  <a:pt x="957591" y="136649"/>
                </a:lnTo>
                <a:lnTo>
                  <a:pt x="958176" y="136515"/>
                </a:lnTo>
                <a:lnTo>
                  <a:pt x="958758" y="136374"/>
                </a:lnTo>
                <a:lnTo>
                  <a:pt x="959334" y="136227"/>
                </a:lnTo>
                <a:lnTo>
                  <a:pt x="959905" y="136073"/>
                </a:lnTo>
                <a:lnTo>
                  <a:pt x="960469" y="135913"/>
                </a:lnTo>
                <a:lnTo>
                  <a:pt x="961027" y="135746"/>
                </a:lnTo>
                <a:lnTo>
                  <a:pt x="961579" y="135573"/>
                </a:lnTo>
                <a:lnTo>
                  <a:pt x="962124" y="135393"/>
                </a:lnTo>
                <a:lnTo>
                  <a:pt x="962664" y="135207"/>
                </a:lnTo>
                <a:lnTo>
                  <a:pt x="963197" y="135014"/>
                </a:lnTo>
                <a:lnTo>
                  <a:pt x="963724" y="134815"/>
                </a:lnTo>
                <a:lnTo>
                  <a:pt x="964245" y="134609"/>
                </a:lnTo>
                <a:lnTo>
                  <a:pt x="964760" y="134396"/>
                </a:lnTo>
                <a:lnTo>
                  <a:pt x="965268" y="134177"/>
                </a:lnTo>
                <a:lnTo>
                  <a:pt x="965771" y="133952"/>
                </a:lnTo>
                <a:lnTo>
                  <a:pt x="966267" y="133720"/>
                </a:lnTo>
                <a:lnTo>
                  <a:pt x="966757" y="133481"/>
                </a:lnTo>
                <a:lnTo>
                  <a:pt x="967241" y="133236"/>
                </a:lnTo>
                <a:lnTo>
                  <a:pt x="967719" y="132985"/>
                </a:lnTo>
                <a:lnTo>
                  <a:pt x="968191" y="132727"/>
                </a:lnTo>
                <a:lnTo>
                  <a:pt x="968656" y="132462"/>
                </a:lnTo>
                <a:lnTo>
                  <a:pt x="969115" y="132191"/>
                </a:lnTo>
                <a:lnTo>
                  <a:pt x="969569" y="131913"/>
                </a:lnTo>
                <a:lnTo>
                  <a:pt x="970016" y="131629"/>
                </a:lnTo>
                <a:lnTo>
                  <a:pt x="970456" y="131338"/>
                </a:lnTo>
                <a:lnTo>
                  <a:pt x="970891" y="131041"/>
                </a:lnTo>
                <a:lnTo>
                  <a:pt x="971319" y="130737"/>
                </a:lnTo>
                <a:lnTo>
                  <a:pt x="971738" y="130426"/>
                </a:lnTo>
                <a:lnTo>
                  <a:pt x="972150" y="130107"/>
                </a:lnTo>
                <a:lnTo>
                  <a:pt x="972554" y="129782"/>
                </a:lnTo>
                <a:lnTo>
                  <a:pt x="972950" y="129450"/>
                </a:lnTo>
                <a:lnTo>
                  <a:pt x="973339" y="129111"/>
                </a:lnTo>
                <a:lnTo>
                  <a:pt x="973719" y="128764"/>
                </a:lnTo>
                <a:lnTo>
                  <a:pt x="974091" y="128411"/>
                </a:lnTo>
                <a:lnTo>
                  <a:pt x="974456" y="128050"/>
                </a:lnTo>
                <a:lnTo>
                  <a:pt x="974813" y="127683"/>
                </a:lnTo>
                <a:lnTo>
                  <a:pt x="975162" y="127308"/>
                </a:lnTo>
                <a:lnTo>
                  <a:pt x="975503" y="126926"/>
                </a:lnTo>
                <a:lnTo>
                  <a:pt x="975836" y="126538"/>
                </a:lnTo>
                <a:lnTo>
                  <a:pt x="976161" y="126142"/>
                </a:lnTo>
                <a:lnTo>
                  <a:pt x="976478" y="125739"/>
                </a:lnTo>
                <a:lnTo>
                  <a:pt x="976788" y="125329"/>
                </a:lnTo>
                <a:lnTo>
                  <a:pt x="977089" y="124912"/>
                </a:lnTo>
                <a:lnTo>
                  <a:pt x="977383" y="124488"/>
                </a:lnTo>
                <a:lnTo>
                  <a:pt x="977669" y="124057"/>
                </a:lnTo>
                <a:lnTo>
                  <a:pt x="977947" y="123619"/>
                </a:lnTo>
                <a:lnTo>
                  <a:pt x="978217" y="123174"/>
                </a:lnTo>
                <a:lnTo>
                  <a:pt x="978479" y="122722"/>
                </a:lnTo>
                <a:lnTo>
                  <a:pt x="978733" y="122263"/>
                </a:lnTo>
                <a:lnTo>
                  <a:pt x="978980" y="121796"/>
                </a:lnTo>
                <a:lnTo>
                  <a:pt x="979217" y="121323"/>
                </a:lnTo>
                <a:lnTo>
                  <a:pt x="979445" y="120842"/>
                </a:lnTo>
                <a:lnTo>
                  <a:pt x="979662" y="120354"/>
                </a:lnTo>
                <a:lnTo>
                  <a:pt x="979869" y="119859"/>
                </a:lnTo>
                <a:lnTo>
                  <a:pt x="980066" y="119357"/>
                </a:lnTo>
                <a:lnTo>
                  <a:pt x="980253" y="118847"/>
                </a:lnTo>
                <a:lnTo>
                  <a:pt x="980430" y="118330"/>
                </a:lnTo>
                <a:lnTo>
                  <a:pt x="980596" y="117806"/>
                </a:lnTo>
                <a:lnTo>
                  <a:pt x="980753" y="117275"/>
                </a:lnTo>
                <a:lnTo>
                  <a:pt x="980899" y="116737"/>
                </a:lnTo>
                <a:lnTo>
                  <a:pt x="981036" y="116191"/>
                </a:lnTo>
                <a:lnTo>
                  <a:pt x="981162" y="115638"/>
                </a:lnTo>
                <a:lnTo>
                  <a:pt x="981278" y="115078"/>
                </a:lnTo>
                <a:lnTo>
                  <a:pt x="981384" y="114510"/>
                </a:lnTo>
                <a:lnTo>
                  <a:pt x="981480" y="113936"/>
                </a:lnTo>
                <a:lnTo>
                  <a:pt x="981566" y="113354"/>
                </a:lnTo>
                <a:lnTo>
                  <a:pt x="981642" y="112765"/>
                </a:lnTo>
                <a:lnTo>
                  <a:pt x="981708" y="112169"/>
                </a:lnTo>
                <a:lnTo>
                  <a:pt x="981763" y="111565"/>
                </a:lnTo>
                <a:lnTo>
                  <a:pt x="981809" y="110954"/>
                </a:lnTo>
                <a:lnTo>
                  <a:pt x="981844" y="110337"/>
                </a:lnTo>
                <a:lnTo>
                  <a:pt x="981869" y="109711"/>
                </a:lnTo>
                <a:lnTo>
                  <a:pt x="981885" y="109079"/>
                </a:lnTo>
                <a:lnTo>
                  <a:pt x="981890" y="108439"/>
                </a:lnTo>
                <a:lnTo>
                  <a:pt x="981883" y="107700"/>
                </a:lnTo>
                <a:lnTo>
                  <a:pt x="981864" y="106972"/>
                </a:lnTo>
                <a:lnTo>
                  <a:pt x="981832" y="106255"/>
                </a:lnTo>
                <a:lnTo>
                  <a:pt x="981787" y="105548"/>
                </a:lnTo>
                <a:lnTo>
                  <a:pt x="981729" y="104854"/>
                </a:lnTo>
                <a:lnTo>
                  <a:pt x="981658" y="104170"/>
                </a:lnTo>
                <a:lnTo>
                  <a:pt x="981575" y="103497"/>
                </a:lnTo>
                <a:lnTo>
                  <a:pt x="981479" y="102836"/>
                </a:lnTo>
                <a:lnTo>
                  <a:pt x="981370" y="102185"/>
                </a:lnTo>
                <a:lnTo>
                  <a:pt x="981247" y="101546"/>
                </a:lnTo>
                <a:lnTo>
                  <a:pt x="981113" y="100918"/>
                </a:lnTo>
                <a:lnTo>
                  <a:pt x="980965" y="100301"/>
                </a:lnTo>
                <a:lnTo>
                  <a:pt x="980804" y="99695"/>
                </a:lnTo>
                <a:lnTo>
                  <a:pt x="980631" y="99100"/>
                </a:lnTo>
                <a:lnTo>
                  <a:pt x="980445" y="98516"/>
                </a:lnTo>
                <a:lnTo>
                  <a:pt x="980246" y="97943"/>
                </a:lnTo>
                <a:lnTo>
                  <a:pt x="980034" y="97382"/>
                </a:lnTo>
                <a:lnTo>
                  <a:pt x="979809" y="96832"/>
                </a:lnTo>
                <a:lnTo>
                  <a:pt x="979571" y="96292"/>
                </a:lnTo>
                <a:lnTo>
                  <a:pt x="979321" y="95764"/>
                </a:lnTo>
                <a:lnTo>
                  <a:pt x="979058" y="95247"/>
                </a:lnTo>
                <a:lnTo>
                  <a:pt x="978781" y="94741"/>
                </a:lnTo>
                <a:lnTo>
                  <a:pt x="978492" y="94247"/>
                </a:lnTo>
                <a:lnTo>
                  <a:pt x="978191" y="93763"/>
                </a:lnTo>
                <a:lnTo>
                  <a:pt x="977876" y="93288"/>
                </a:lnTo>
                <a:lnTo>
                  <a:pt x="977549" y="92821"/>
                </a:lnTo>
                <a:lnTo>
                  <a:pt x="977210" y="92361"/>
                </a:lnTo>
                <a:lnTo>
                  <a:pt x="976858" y="91908"/>
                </a:lnTo>
                <a:lnTo>
                  <a:pt x="976493" y="91462"/>
                </a:lnTo>
                <a:lnTo>
                  <a:pt x="976116" y="91023"/>
                </a:lnTo>
                <a:lnTo>
                  <a:pt x="975726" y="90592"/>
                </a:lnTo>
                <a:lnTo>
                  <a:pt x="975324" y="90168"/>
                </a:lnTo>
                <a:lnTo>
                  <a:pt x="974910" y="89751"/>
                </a:lnTo>
                <a:lnTo>
                  <a:pt x="974483" y="89342"/>
                </a:lnTo>
                <a:lnTo>
                  <a:pt x="974043" y="88939"/>
                </a:lnTo>
                <a:lnTo>
                  <a:pt x="973591" y="88544"/>
                </a:lnTo>
                <a:lnTo>
                  <a:pt x="973127" y="88156"/>
                </a:lnTo>
                <a:lnTo>
                  <a:pt x="972650" y="87776"/>
                </a:lnTo>
                <a:lnTo>
                  <a:pt x="972160" y="87402"/>
                </a:lnTo>
                <a:lnTo>
                  <a:pt x="971658" y="87036"/>
                </a:lnTo>
                <a:lnTo>
                  <a:pt x="971144" y="86677"/>
                </a:lnTo>
                <a:lnTo>
                  <a:pt x="970617" y="86326"/>
                </a:lnTo>
                <a:lnTo>
                  <a:pt x="970077" y="85981"/>
                </a:lnTo>
                <a:lnTo>
                  <a:pt x="969525" y="85644"/>
                </a:lnTo>
                <a:lnTo>
                  <a:pt x="968961" y="85314"/>
                </a:lnTo>
                <a:lnTo>
                  <a:pt x="968383" y="84991"/>
                </a:lnTo>
                <a:lnTo>
                  <a:pt x="967794" y="84676"/>
                </a:lnTo>
                <a:lnTo>
                  <a:pt x="967192" y="84367"/>
                </a:lnTo>
                <a:lnTo>
                  <a:pt x="966578" y="84064"/>
                </a:lnTo>
                <a:lnTo>
                  <a:pt x="965951" y="83765"/>
                </a:lnTo>
                <a:lnTo>
                  <a:pt x="965313" y="83469"/>
                </a:lnTo>
                <a:lnTo>
                  <a:pt x="964663" y="83177"/>
                </a:lnTo>
                <a:lnTo>
                  <a:pt x="964001" y="82888"/>
                </a:lnTo>
                <a:lnTo>
                  <a:pt x="963326" y="82603"/>
                </a:lnTo>
                <a:lnTo>
                  <a:pt x="962640" y="82321"/>
                </a:lnTo>
                <a:lnTo>
                  <a:pt x="961942" y="82043"/>
                </a:lnTo>
                <a:lnTo>
                  <a:pt x="961232" y="81768"/>
                </a:lnTo>
                <a:lnTo>
                  <a:pt x="960510" y="81497"/>
                </a:lnTo>
                <a:lnTo>
                  <a:pt x="959775" y="81229"/>
                </a:lnTo>
                <a:lnTo>
                  <a:pt x="959029" y="80965"/>
                </a:lnTo>
                <a:lnTo>
                  <a:pt x="958271" y="80704"/>
                </a:lnTo>
                <a:lnTo>
                  <a:pt x="957501" y="80447"/>
                </a:lnTo>
                <a:lnTo>
                  <a:pt x="956719" y="80194"/>
                </a:lnTo>
                <a:lnTo>
                  <a:pt x="955925" y="79944"/>
                </a:lnTo>
                <a:lnTo>
                  <a:pt x="955119" y="79697"/>
                </a:lnTo>
                <a:lnTo>
                  <a:pt x="954301" y="79454"/>
                </a:lnTo>
                <a:lnTo>
                  <a:pt x="953470" y="79214"/>
                </a:lnTo>
                <a:lnTo>
                  <a:pt x="952628" y="78978"/>
                </a:lnTo>
                <a:lnTo>
                  <a:pt x="951774" y="78746"/>
                </a:lnTo>
                <a:lnTo>
                  <a:pt x="950908" y="78517"/>
                </a:lnTo>
                <a:lnTo>
                  <a:pt x="950030" y="78292"/>
                </a:lnTo>
                <a:lnTo>
                  <a:pt x="949140" y="78070"/>
                </a:lnTo>
                <a:lnTo>
                  <a:pt x="948325" y="77867"/>
                </a:lnTo>
                <a:lnTo>
                  <a:pt x="947524" y="77665"/>
                </a:lnTo>
                <a:lnTo>
                  <a:pt x="946737" y="77464"/>
                </a:lnTo>
                <a:lnTo>
                  <a:pt x="945965" y="77264"/>
                </a:lnTo>
                <a:lnTo>
                  <a:pt x="945206" y="77065"/>
                </a:lnTo>
                <a:lnTo>
                  <a:pt x="944461" y="76866"/>
                </a:lnTo>
                <a:lnTo>
                  <a:pt x="943730" y="76669"/>
                </a:lnTo>
                <a:lnTo>
                  <a:pt x="943013" y="76473"/>
                </a:lnTo>
                <a:lnTo>
                  <a:pt x="942311" y="76277"/>
                </a:lnTo>
                <a:lnTo>
                  <a:pt x="941622" y="76082"/>
                </a:lnTo>
                <a:lnTo>
                  <a:pt x="940948" y="75888"/>
                </a:lnTo>
                <a:lnTo>
                  <a:pt x="940287" y="75695"/>
                </a:lnTo>
                <a:lnTo>
                  <a:pt x="939641" y="75503"/>
                </a:lnTo>
                <a:lnTo>
                  <a:pt x="939008" y="75312"/>
                </a:lnTo>
                <a:lnTo>
                  <a:pt x="938390" y="75122"/>
                </a:lnTo>
                <a:lnTo>
                  <a:pt x="937785" y="74932"/>
                </a:lnTo>
                <a:lnTo>
                  <a:pt x="937195" y="74744"/>
                </a:lnTo>
                <a:lnTo>
                  <a:pt x="936619" y="74556"/>
                </a:lnTo>
                <a:lnTo>
                  <a:pt x="936057" y="74369"/>
                </a:lnTo>
                <a:lnTo>
                  <a:pt x="935508" y="74183"/>
                </a:lnTo>
                <a:lnTo>
                  <a:pt x="934974" y="73998"/>
                </a:lnTo>
                <a:lnTo>
                  <a:pt x="934454" y="73814"/>
                </a:lnTo>
                <a:lnTo>
                  <a:pt x="933948" y="73631"/>
                </a:lnTo>
                <a:lnTo>
                  <a:pt x="933456" y="73449"/>
                </a:lnTo>
                <a:lnTo>
                  <a:pt x="932977" y="73266"/>
                </a:lnTo>
                <a:lnTo>
                  <a:pt x="932509" y="73081"/>
                </a:lnTo>
                <a:lnTo>
                  <a:pt x="932053" y="72894"/>
                </a:lnTo>
                <a:lnTo>
                  <a:pt x="931609" y="72705"/>
                </a:lnTo>
                <a:lnTo>
                  <a:pt x="931177" y="72514"/>
                </a:lnTo>
                <a:lnTo>
                  <a:pt x="930756" y="72321"/>
                </a:lnTo>
                <a:lnTo>
                  <a:pt x="930346" y="72126"/>
                </a:lnTo>
                <a:lnTo>
                  <a:pt x="929949" y="71930"/>
                </a:lnTo>
                <a:lnTo>
                  <a:pt x="929563" y="71731"/>
                </a:lnTo>
                <a:lnTo>
                  <a:pt x="929188" y="71531"/>
                </a:lnTo>
                <a:lnTo>
                  <a:pt x="928826" y="71328"/>
                </a:lnTo>
                <a:lnTo>
                  <a:pt x="928475" y="71124"/>
                </a:lnTo>
                <a:lnTo>
                  <a:pt x="928135" y="70917"/>
                </a:lnTo>
                <a:lnTo>
                  <a:pt x="927807" y="70709"/>
                </a:lnTo>
                <a:lnTo>
                  <a:pt x="927491" y="70499"/>
                </a:lnTo>
                <a:lnTo>
                  <a:pt x="927187" y="70287"/>
                </a:lnTo>
                <a:lnTo>
                  <a:pt x="926894" y="70073"/>
                </a:lnTo>
                <a:lnTo>
                  <a:pt x="926613" y="69857"/>
                </a:lnTo>
                <a:lnTo>
                  <a:pt x="926343" y="69639"/>
                </a:lnTo>
                <a:lnTo>
                  <a:pt x="926085" y="69419"/>
                </a:lnTo>
                <a:lnTo>
                  <a:pt x="925839" y="69197"/>
                </a:lnTo>
                <a:lnTo>
                  <a:pt x="925604" y="68973"/>
                </a:lnTo>
                <a:lnTo>
                  <a:pt x="925381" y="68747"/>
                </a:lnTo>
                <a:lnTo>
                  <a:pt x="925170" y="68520"/>
                </a:lnTo>
                <a:lnTo>
                  <a:pt x="924969" y="68289"/>
                </a:lnTo>
                <a:lnTo>
                  <a:pt x="924776" y="68054"/>
                </a:lnTo>
                <a:lnTo>
                  <a:pt x="924592" y="67815"/>
                </a:lnTo>
                <a:lnTo>
                  <a:pt x="924417" y="67571"/>
                </a:lnTo>
                <a:lnTo>
                  <a:pt x="924250" y="67324"/>
                </a:lnTo>
                <a:lnTo>
                  <a:pt x="924091" y="67072"/>
                </a:lnTo>
                <a:lnTo>
                  <a:pt x="923941" y="66816"/>
                </a:lnTo>
                <a:lnTo>
                  <a:pt x="923800" y="66556"/>
                </a:lnTo>
                <a:lnTo>
                  <a:pt x="923667" y="66291"/>
                </a:lnTo>
                <a:lnTo>
                  <a:pt x="923543" y="66022"/>
                </a:lnTo>
                <a:lnTo>
                  <a:pt x="923428" y="65749"/>
                </a:lnTo>
                <a:lnTo>
                  <a:pt x="923320" y="65472"/>
                </a:lnTo>
                <a:lnTo>
                  <a:pt x="923222" y="65190"/>
                </a:lnTo>
                <a:lnTo>
                  <a:pt x="923132" y="64905"/>
                </a:lnTo>
                <a:lnTo>
                  <a:pt x="923051" y="64615"/>
                </a:lnTo>
                <a:lnTo>
                  <a:pt x="922978" y="64321"/>
                </a:lnTo>
                <a:lnTo>
                  <a:pt x="922914" y="64022"/>
                </a:lnTo>
                <a:lnTo>
                  <a:pt x="922858" y="63720"/>
                </a:lnTo>
                <a:lnTo>
                  <a:pt x="922811" y="63413"/>
                </a:lnTo>
                <a:lnTo>
                  <a:pt x="922772" y="63102"/>
                </a:lnTo>
                <a:lnTo>
                  <a:pt x="922743" y="62786"/>
                </a:lnTo>
                <a:lnTo>
                  <a:pt x="922721" y="62467"/>
                </a:lnTo>
                <a:lnTo>
                  <a:pt x="922708" y="62143"/>
                </a:lnTo>
                <a:lnTo>
                  <a:pt x="922704" y="61815"/>
                </a:lnTo>
                <a:lnTo>
                  <a:pt x="922714" y="61230"/>
                </a:lnTo>
                <a:lnTo>
                  <a:pt x="922742" y="60659"/>
                </a:lnTo>
                <a:lnTo>
                  <a:pt x="922790" y="60100"/>
                </a:lnTo>
                <a:lnTo>
                  <a:pt x="922857" y="59554"/>
                </a:lnTo>
                <a:lnTo>
                  <a:pt x="922944" y="59022"/>
                </a:lnTo>
                <a:lnTo>
                  <a:pt x="923049" y="58502"/>
                </a:lnTo>
                <a:lnTo>
                  <a:pt x="923174" y="57995"/>
                </a:lnTo>
                <a:lnTo>
                  <a:pt x="923318" y="57502"/>
                </a:lnTo>
                <a:lnTo>
                  <a:pt x="923481" y="57022"/>
                </a:lnTo>
                <a:lnTo>
                  <a:pt x="923663" y="56554"/>
                </a:lnTo>
                <a:lnTo>
                  <a:pt x="923864" y="56100"/>
                </a:lnTo>
                <a:lnTo>
                  <a:pt x="924085" y="55658"/>
                </a:lnTo>
                <a:lnTo>
                  <a:pt x="924325" y="55230"/>
                </a:lnTo>
                <a:lnTo>
                  <a:pt x="924584" y="54815"/>
                </a:lnTo>
                <a:lnTo>
                  <a:pt x="924862" y="54413"/>
                </a:lnTo>
                <a:lnTo>
                  <a:pt x="925159" y="54024"/>
                </a:lnTo>
                <a:lnTo>
                  <a:pt x="925476" y="53648"/>
                </a:lnTo>
                <a:lnTo>
                  <a:pt x="925811" y="53285"/>
                </a:lnTo>
                <a:lnTo>
                  <a:pt x="926166" y="52935"/>
                </a:lnTo>
                <a:lnTo>
                  <a:pt x="926540" y="52598"/>
                </a:lnTo>
                <a:lnTo>
                  <a:pt x="926933" y="52274"/>
                </a:lnTo>
                <a:lnTo>
                  <a:pt x="927346" y="51963"/>
                </a:lnTo>
                <a:lnTo>
                  <a:pt x="927777" y="51665"/>
                </a:lnTo>
                <a:lnTo>
                  <a:pt x="928228" y="51381"/>
                </a:lnTo>
                <a:lnTo>
                  <a:pt x="928694" y="51108"/>
                </a:lnTo>
                <a:lnTo>
                  <a:pt x="929172" y="50847"/>
                </a:lnTo>
                <a:lnTo>
                  <a:pt x="929661" y="50597"/>
                </a:lnTo>
                <a:lnTo>
                  <a:pt x="930162" y="50360"/>
                </a:lnTo>
                <a:lnTo>
                  <a:pt x="930675" y="50133"/>
                </a:lnTo>
                <a:lnTo>
                  <a:pt x="931200" y="49919"/>
                </a:lnTo>
                <a:lnTo>
                  <a:pt x="931736" y="49716"/>
                </a:lnTo>
                <a:lnTo>
                  <a:pt x="932283" y="49524"/>
                </a:lnTo>
                <a:lnTo>
                  <a:pt x="932843" y="49344"/>
                </a:lnTo>
                <a:lnTo>
                  <a:pt x="933414" y="49176"/>
                </a:lnTo>
                <a:lnTo>
                  <a:pt x="933996" y="49019"/>
                </a:lnTo>
                <a:lnTo>
                  <a:pt x="934590" y="48874"/>
                </a:lnTo>
                <a:lnTo>
                  <a:pt x="935196" y="48741"/>
                </a:lnTo>
                <a:lnTo>
                  <a:pt x="935814" y="48619"/>
                </a:lnTo>
                <a:lnTo>
                  <a:pt x="936443" y="48509"/>
                </a:lnTo>
                <a:lnTo>
                  <a:pt x="937084" y="48410"/>
                </a:lnTo>
                <a:lnTo>
                  <a:pt x="937736" y="48323"/>
                </a:lnTo>
                <a:lnTo>
                  <a:pt x="938401" y="48248"/>
                </a:lnTo>
                <a:lnTo>
                  <a:pt x="939076" y="48184"/>
                </a:lnTo>
                <a:lnTo>
                  <a:pt x="939764" y="48132"/>
                </a:lnTo>
                <a:lnTo>
                  <a:pt x="940463" y="48091"/>
                </a:lnTo>
                <a:lnTo>
                  <a:pt x="941173" y="48062"/>
                </a:lnTo>
                <a:lnTo>
                  <a:pt x="941896" y="48045"/>
                </a:lnTo>
                <a:lnTo>
                  <a:pt x="942630" y="48039"/>
                </a:lnTo>
                <a:lnTo>
                  <a:pt x="943357" y="48047"/>
                </a:lnTo>
                <a:lnTo>
                  <a:pt x="944075" y="48070"/>
                </a:lnTo>
                <a:lnTo>
                  <a:pt x="944783" y="48109"/>
                </a:lnTo>
                <a:lnTo>
                  <a:pt x="945482" y="48163"/>
                </a:lnTo>
                <a:lnTo>
                  <a:pt x="946172" y="48232"/>
                </a:lnTo>
                <a:lnTo>
                  <a:pt x="946853" y="48317"/>
                </a:lnTo>
                <a:lnTo>
                  <a:pt x="947524" y="48418"/>
                </a:lnTo>
                <a:lnTo>
                  <a:pt x="948187" y="48534"/>
                </a:lnTo>
                <a:lnTo>
                  <a:pt x="948840" y="48665"/>
                </a:lnTo>
                <a:lnTo>
                  <a:pt x="949483" y="48812"/>
                </a:lnTo>
                <a:lnTo>
                  <a:pt x="950118" y="48974"/>
                </a:lnTo>
                <a:lnTo>
                  <a:pt x="950743" y="49152"/>
                </a:lnTo>
                <a:lnTo>
                  <a:pt x="951359" y="49345"/>
                </a:lnTo>
                <a:lnTo>
                  <a:pt x="951966" y="49554"/>
                </a:lnTo>
                <a:lnTo>
                  <a:pt x="952563" y="49778"/>
                </a:lnTo>
                <a:lnTo>
                  <a:pt x="953152" y="50017"/>
                </a:lnTo>
                <a:lnTo>
                  <a:pt x="953731" y="50272"/>
                </a:lnTo>
                <a:lnTo>
                  <a:pt x="954301" y="50543"/>
                </a:lnTo>
                <a:lnTo>
                  <a:pt x="954861" y="50829"/>
                </a:lnTo>
                <a:lnTo>
                  <a:pt x="955412" y="51130"/>
                </a:lnTo>
                <a:lnTo>
                  <a:pt x="955954" y="51447"/>
                </a:lnTo>
                <a:lnTo>
                  <a:pt x="956487" y="51779"/>
                </a:lnTo>
                <a:lnTo>
                  <a:pt x="957011" y="52127"/>
                </a:lnTo>
                <a:lnTo>
                  <a:pt x="957525" y="52490"/>
                </a:lnTo>
                <a:lnTo>
                  <a:pt x="958024" y="52872"/>
                </a:lnTo>
                <a:lnTo>
                  <a:pt x="958502" y="53276"/>
                </a:lnTo>
                <a:lnTo>
                  <a:pt x="958958" y="53702"/>
                </a:lnTo>
                <a:lnTo>
                  <a:pt x="959394" y="54150"/>
                </a:lnTo>
                <a:lnTo>
                  <a:pt x="959808" y="54619"/>
                </a:lnTo>
                <a:lnTo>
                  <a:pt x="960201" y="55111"/>
                </a:lnTo>
                <a:lnTo>
                  <a:pt x="960572" y="55624"/>
                </a:lnTo>
                <a:lnTo>
                  <a:pt x="960923" y="56160"/>
                </a:lnTo>
                <a:lnTo>
                  <a:pt x="961252" y="56717"/>
                </a:lnTo>
                <a:lnTo>
                  <a:pt x="961560" y="57296"/>
                </a:lnTo>
                <a:lnTo>
                  <a:pt x="961846" y="57898"/>
                </a:lnTo>
                <a:lnTo>
                  <a:pt x="962112" y="58521"/>
                </a:lnTo>
                <a:lnTo>
                  <a:pt x="962356" y="59166"/>
                </a:lnTo>
                <a:lnTo>
                  <a:pt x="962579" y="59833"/>
                </a:lnTo>
                <a:lnTo>
                  <a:pt x="962781" y="60522"/>
                </a:lnTo>
                <a:lnTo>
                  <a:pt x="962961" y="61233"/>
                </a:lnTo>
                <a:lnTo>
                  <a:pt x="963120" y="61965"/>
                </a:lnTo>
                <a:lnTo>
                  <a:pt x="963259" y="62720"/>
                </a:lnTo>
                <a:lnTo>
                  <a:pt x="963375" y="63497"/>
                </a:lnTo>
                <a:lnTo>
                  <a:pt x="963471" y="64295"/>
                </a:lnTo>
                <a:lnTo>
                  <a:pt x="963545" y="65116"/>
                </a:lnTo>
                <a:lnTo>
                  <a:pt x="963598" y="65958"/>
                </a:lnTo>
                <a:lnTo>
                  <a:pt x="963630" y="66823"/>
                </a:lnTo>
                <a:lnTo>
                  <a:pt x="963641" y="67709"/>
                </a:lnTo>
                <a:lnTo>
                  <a:pt x="979621" y="67709"/>
                </a:lnTo>
                <a:lnTo>
                  <a:pt x="979616" y="67002"/>
                </a:lnTo>
                <a:lnTo>
                  <a:pt x="979600" y="66304"/>
                </a:lnTo>
                <a:lnTo>
                  <a:pt x="979575" y="65614"/>
                </a:lnTo>
                <a:lnTo>
                  <a:pt x="979539" y="64933"/>
                </a:lnTo>
                <a:lnTo>
                  <a:pt x="979492" y="64260"/>
                </a:lnTo>
                <a:lnTo>
                  <a:pt x="979436" y="63595"/>
                </a:lnTo>
                <a:lnTo>
                  <a:pt x="979369" y="62939"/>
                </a:lnTo>
                <a:lnTo>
                  <a:pt x="979292" y="62292"/>
                </a:lnTo>
                <a:lnTo>
                  <a:pt x="979205" y="61653"/>
                </a:lnTo>
                <a:lnTo>
                  <a:pt x="979107" y="61022"/>
                </a:lnTo>
                <a:lnTo>
                  <a:pt x="978999" y="60400"/>
                </a:lnTo>
                <a:lnTo>
                  <a:pt x="978881" y="59786"/>
                </a:lnTo>
                <a:lnTo>
                  <a:pt x="978753" y="59181"/>
                </a:lnTo>
                <a:lnTo>
                  <a:pt x="978614" y="58584"/>
                </a:lnTo>
                <a:lnTo>
                  <a:pt x="978465" y="57996"/>
                </a:lnTo>
                <a:lnTo>
                  <a:pt x="978306" y="57416"/>
                </a:lnTo>
                <a:lnTo>
                  <a:pt x="978136" y="56845"/>
                </a:lnTo>
                <a:lnTo>
                  <a:pt x="977956" y="56282"/>
                </a:lnTo>
                <a:lnTo>
                  <a:pt x="977766" y="55727"/>
                </a:lnTo>
                <a:lnTo>
                  <a:pt x="977566" y="55181"/>
                </a:lnTo>
                <a:lnTo>
                  <a:pt x="977355" y="54644"/>
                </a:lnTo>
                <a:lnTo>
                  <a:pt x="977134" y="54115"/>
                </a:lnTo>
                <a:lnTo>
                  <a:pt x="976903" y="53594"/>
                </a:lnTo>
                <a:lnTo>
                  <a:pt x="976662" y="53082"/>
                </a:lnTo>
                <a:lnTo>
                  <a:pt x="976411" y="52578"/>
                </a:lnTo>
                <a:lnTo>
                  <a:pt x="976154" y="52082"/>
                </a:lnTo>
                <a:lnTo>
                  <a:pt x="975889" y="51594"/>
                </a:lnTo>
                <a:lnTo>
                  <a:pt x="975616" y="51113"/>
                </a:lnTo>
                <a:lnTo>
                  <a:pt x="975337" y="50640"/>
                </a:lnTo>
                <a:lnTo>
                  <a:pt x="975049" y="50175"/>
                </a:lnTo>
                <a:lnTo>
                  <a:pt x="974755" y="49717"/>
                </a:lnTo>
                <a:lnTo>
                  <a:pt x="974453" y="49268"/>
                </a:lnTo>
                <a:lnTo>
                  <a:pt x="974144" y="48826"/>
                </a:lnTo>
                <a:lnTo>
                  <a:pt x="973827" y="48392"/>
                </a:lnTo>
                <a:lnTo>
                  <a:pt x="973503" y="47965"/>
                </a:lnTo>
                <a:lnTo>
                  <a:pt x="973172" y="47547"/>
                </a:lnTo>
                <a:lnTo>
                  <a:pt x="972833" y="47136"/>
                </a:lnTo>
                <a:lnTo>
                  <a:pt x="972487" y="46733"/>
                </a:lnTo>
                <a:lnTo>
                  <a:pt x="972134" y="46337"/>
                </a:lnTo>
                <a:lnTo>
                  <a:pt x="971773" y="45950"/>
                </a:lnTo>
                <a:lnTo>
                  <a:pt x="971405" y="45570"/>
                </a:lnTo>
                <a:lnTo>
                  <a:pt x="971030" y="45198"/>
                </a:lnTo>
                <a:lnTo>
                  <a:pt x="970647" y="44834"/>
                </a:lnTo>
                <a:lnTo>
                  <a:pt x="970257" y="44477"/>
                </a:lnTo>
                <a:lnTo>
                  <a:pt x="969859" y="44128"/>
                </a:lnTo>
                <a:lnTo>
                  <a:pt x="969454" y="43787"/>
                </a:lnTo>
                <a:lnTo>
                  <a:pt x="969042" y="43454"/>
                </a:lnTo>
                <a:lnTo>
                  <a:pt x="968622" y="43129"/>
                </a:lnTo>
                <a:lnTo>
                  <a:pt x="968196" y="42810"/>
                </a:lnTo>
                <a:lnTo>
                  <a:pt x="967765" y="42499"/>
                </a:lnTo>
                <a:lnTo>
                  <a:pt x="967328" y="42195"/>
                </a:lnTo>
                <a:lnTo>
                  <a:pt x="966885" y="41898"/>
                </a:lnTo>
                <a:lnTo>
                  <a:pt x="966437" y="41607"/>
                </a:lnTo>
                <a:lnTo>
                  <a:pt x="965984" y="41324"/>
                </a:lnTo>
                <a:lnTo>
                  <a:pt x="965525" y="41048"/>
                </a:lnTo>
                <a:lnTo>
                  <a:pt x="965060" y="40780"/>
                </a:lnTo>
                <a:lnTo>
                  <a:pt x="964590" y="40518"/>
                </a:lnTo>
                <a:lnTo>
                  <a:pt x="964115" y="40263"/>
                </a:lnTo>
                <a:lnTo>
                  <a:pt x="963634" y="40015"/>
                </a:lnTo>
                <a:lnTo>
                  <a:pt x="963148" y="39775"/>
                </a:lnTo>
                <a:lnTo>
                  <a:pt x="962656" y="39541"/>
                </a:lnTo>
                <a:lnTo>
                  <a:pt x="962158" y="39315"/>
                </a:lnTo>
                <a:lnTo>
                  <a:pt x="961656" y="39095"/>
                </a:lnTo>
                <a:lnTo>
                  <a:pt x="961147" y="38883"/>
                </a:lnTo>
                <a:lnTo>
                  <a:pt x="960634" y="38677"/>
                </a:lnTo>
                <a:lnTo>
                  <a:pt x="960114" y="38479"/>
                </a:lnTo>
                <a:lnTo>
                  <a:pt x="959590" y="38288"/>
                </a:lnTo>
                <a:lnTo>
                  <a:pt x="959059" y="38104"/>
                </a:lnTo>
                <a:lnTo>
                  <a:pt x="958524" y="37927"/>
                </a:lnTo>
                <a:lnTo>
                  <a:pt x="957982" y="37757"/>
                </a:lnTo>
                <a:lnTo>
                  <a:pt x="957436" y="37594"/>
                </a:lnTo>
                <a:lnTo>
                  <a:pt x="956884" y="37438"/>
                </a:lnTo>
                <a:lnTo>
                  <a:pt x="956327" y="37289"/>
                </a:lnTo>
                <a:lnTo>
                  <a:pt x="955767" y="37146"/>
                </a:lnTo>
                <a:lnTo>
                  <a:pt x="955204" y="37010"/>
                </a:lnTo>
                <a:lnTo>
                  <a:pt x="954638" y="36880"/>
                </a:lnTo>
                <a:lnTo>
                  <a:pt x="954069" y="36756"/>
                </a:lnTo>
                <a:lnTo>
                  <a:pt x="953496" y="36638"/>
                </a:lnTo>
                <a:lnTo>
                  <a:pt x="952920" y="36527"/>
                </a:lnTo>
                <a:lnTo>
                  <a:pt x="952341" y="36423"/>
                </a:lnTo>
                <a:lnTo>
                  <a:pt x="951758" y="36324"/>
                </a:lnTo>
                <a:lnTo>
                  <a:pt x="951172" y="36232"/>
                </a:lnTo>
                <a:lnTo>
                  <a:pt x="950583" y="36146"/>
                </a:lnTo>
                <a:lnTo>
                  <a:pt x="949991" y="36067"/>
                </a:lnTo>
                <a:lnTo>
                  <a:pt x="949396" y="35994"/>
                </a:lnTo>
                <a:lnTo>
                  <a:pt x="948797" y="35927"/>
                </a:lnTo>
                <a:lnTo>
                  <a:pt x="948195" y="35867"/>
                </a:lnTo>
                <a:lnTo>
                  <a:pt x="947589" y="35813"/>
                </a:lnTo>
                <a:lnTo>
                  <a:pt x="946981" y="35766"/>
                </a:lnTo>
                <a:lnTo>
                  <a:pt x="946369" y="35724"/>
                </a:lnTo>
                <a:lnTo>
                  <a:pt x="945754" y="35689"/>
                </a:lnTo>
                <a:lnTo>
                  <a:pt x="945136" y="35661"/>
                </a:lnTo>
                <a:lnTo>
                  <a:pt x="944514" y="35639"/>
                </a:lnTo>
                <a:lnTo>
                  <a:pt x="943889" y="35623"/>
                </a:lnTo>
                <a:lnTo>
                  <a:pt x="943261" y="35613"/>
                </a:lnTo>
                <a:lnTo>
                  <a:pt x="942630" y="35610"/>
                </a:lnTo>
                <a:lnTo>
                  <a:pt x="941991" y="35613"/>
                </a:lnTo>
                <a:lnTo>
                  <a:pt x="941355" y="35622"/>
                </a:lnTo>
                <a:lnTo>
                  <a:pt x="940723" y="35636"/>
                </a:lnTo>
                <a:lnTo>
                  <a:pt x="940095" y="35657"/>
                </a:lnTo>
                <a:lnTo>
                  <a:pt x="939471" y="35683"/>
                </a:lnTo>
                <a:lnTo>
                  <a:pt x="938851" y="35715"/>
                </a:lnTo>
                <a:lnTo>
                  <a:pt x="938234" y="35753"/>
                </a:lnTo>
                <a:lnTo>
                  <a:pt x="937621" y="35796"/>
                </a:lnTo>
                <a:lnTo>
                  <a:pt x="937012" y="35846"/>
                </a:lnTo>
                <a:lnTo>
                  <a:pt x="936406" y="35901"/>
                </a:lnTo>
                <a:lnTo>
                  <a:pt x="935805" y="35962"/>
                </a:lnTo>
                <a:lnTo>
                  <a:pt x="935207" y="36029"/>
                </a:lnTo>
                <a:lnTo>
                  <a:pt x="934613" y="36102"/>
                </a:lnTo>
                <a:lnTo>
                  <a:pt x="934023" y="36181"/>
                </a:lnTo>
                <a:lnTo>
                  <a:pt x="933436" y="36265"/>
                </a:lnTo>
                <a:lnTo>
                  <a:pt x="932853" y="36355"/>
                </a:lnTo>
                <a:lnTo>
                  <a:pt x="932274" y="36451"/>
                </a:lnTo>
                <a:lnTo>
                  <a:pt x="931699" y="36553"/>
                </a:lnTo>
                <a:lnTo>
                  <a:pt x="931127" y="36661"/>
                </a:lnTo>
                <a:lnTo>
                  <a:pt x="930560" y="36775"/>
                </a:lnTo>
                <a:lnTo>
                  <a:pt x="929996" y="36894"/>
                </a:lnTo>
                <a:lnTo>
                  <a:pt x="929436" y="37019"/>
                </a:lnTo>
                <a:lnTo>
                  <a:pt x="928879" y="37150"/>
                </a:lnTo>
                <a:lnTo>
                  <a:pt x="928327" y="37287"/>
                </a:lnTo>
                <a:lnTo>
                  <a:pt x="927779" y="37429"/>
                </a:lnTo>
                <a:lnTo>
                  <a:pt x="927237" y="37578"/>
                </a:lnTo>
                <a:lnTo>
                  <a:pt x="926701" y="37732"/>
                </a:lnTo>
                <a:lnTo>
                  <a:pt x="926172" y="37892"/>
                </a:lnTo>
                <a:lnTo>
                  <a:pt x="925648" y="38057"/>
                </a:lnTo>
                <a:lnTo>
                  <a:pt x="925130" y="38229"/>
                </a:lnTo>
                <a:lnTo>
                  <a:pt x="924618" y="38406"/>
                </a:lnTo>
                <a:lnTo>
                  <a:pt x="924112" y="38590"/>
                </a:lnTo>
                <a:lnTo>
                  <a:pt x="923613" y="38779"/>
                </a:lnTo>
                <a:lnTo>
                  <a:pt x="923119" y="38974"/>
                </a:lnTo>
                <a:lnTo>
                  <a:pt x="922631" y="39174"/>
                </a:lnTo>
                <a:lnTo>
                  <a:pt x="922149" y="39381"/>
                </a:lnTo>
                <a:lnTo>
                  <a:pt x="921673" y="39593"/>
                </a:lnTo>
                <a:lnTo>
                  <a:pt x="921203" y="39811"/>
                </a:lnTo>
                <a:lnTo>
                  <a:pt x="920740" y="40036"/>
                </a:lnTo>
                <a:lnTo>
                  <a:pt x="920282" y="40265"/>
                </a:lnTo>
                <a:lnTo>
                  <a:pt x="919830" y="40501"/>
                </a:lnTo>
                <a:lnTo>
                  <a:pt x="919384" y="40743"/>
                </a:lnTo>
                <a:lnTo>
                  <a:pt x="918944" y="40990"/>
                </a:lnTo>
                <a:lnTo>
                  <a:pt x="918510" y="41243"/>
                </a:lnTo>
                <a:lnTo>
                  <a:pt x="918082" y="41502"/>
                </a:lnTo>
                <a:lnTo>
                  <a:pt x="917661" y="41767"/>
                </a:lnTo>
                <a:lnTo>
                  <a:pt x="917245" y="42038"/>
                </a:lnTo>
                <a:lnTo>
                  <a:pt x="916835" y="42315"/>
                </a:lnTo>
                <a:lnTo>
                  <a:pt x="916432" y="42597"/>
                </a:lnTo>
                <a:lnTo>
                  <a:pt x="916036" y="42885"/>
                </a:lnTo>
                <a:lnTo>
                  <a:pt x="915648" y="43179"/>
                </a:lnTo>
                <a:lnTo>
                  <a:pt x="915267" y="43478"/>
                </a:lnTo>
                <a:lnTo>
                  <a:pt x="914894" y="43784"/>
                </a:lnTo>
                <a:lnTo>
                  <a:pt x="914529" y="44095"/>
                </a:lnTo>
                <a:lnTo>
                  <a:pt x="914171" y="44412"/>
                </a:lnTo>
                <a:lnTo>
                  <a:pt x="913821" y="44735"/>
                </a:lnTo>
                <a:lnTo>
                  <a:pt x="913478" y="45064"/>
                </a:lnTo>
                <a:lnTo>
                  <a:pt x="913142" y="45398"/>
                </a:lnTo>
                <a:lnTo>
                  <a:pt x="912815" y="45739"/>
                </a:lnTo>
                <a:lnTo>
                  <a:pt x="912494" y="46085"/>
                </a:lnTo>
                <a:lnTo>
                  <a:pt x="912182" y="46437"/>
                </a:lnTo>
                <a:lnTo>
                  <a:pt x="911877" y="46795"/>
                </a:lnTo>
                <a:lnTo>
                  <a:pt x="911579" y="47158"/>
                </a:lnTo>
                <a:lnTo>
                  <a:pt x="911289" y="47528"/>
                </a:lnTo>
                <a:lnTo>
                  <a:pt x="911006" y="47903"/>
                </a:lnTo>
                <a:lnTo>
                  <a:pt x="910731" y="48284"/>
                </a:lnTo>
                <a:lnTo>
                  <a:pt x="910464" y="48671"/>
                </a:lnTo>
                <a:lnTo>
                  <a:pt x="910204" y="49064"/>
                </a:lnTo>
                <a:lnTo>
                  <a:pt x="909951" y="49462"/>
                </a:lnTo>
                <a:lnTo>
                  <a:pt x="909706" y="49867"/>
                </a:lnTo>
                <a:lnTo>
                  <a:pt x="909469" y="50277"/>
                </a:lnTo>
                <a:lnTo>
                  <a:pt x="909239" y="50693"/>
                </a:lnTo>
                <a:lnTo>
                  <a:pt x="909018" y="51115"/>
                </a:lnTo>
                <a:lnTo>
                  <a:pt x="908806" y="51542"/>
                </a:lnTo>
                <a:lnTo>
                  <a:pt x="908603" y="51975"/>
                </a:lnTo>
                <a:lnTo>
                  <a:pt x="908410" y="52413"/>
                </a:lnTo>
                <a:lnTo>
                  <a:pt x="908227" y="52856"/>
                </a:lnTo>
                <a:lnTo>
                  <a:pt x="908052" y="53305"/>
                </a:lnTo>
                <a:lnTo>
                  <a:pt x="907888" y="53760"/>
                </a:lnTo>
                <a:lnTo>
                  <a:pt x="907732" y="54220"/>
                </a:lnTo>
                <a:lnTo>
                  <a:pt x="907586" y="54685"/>
                </a:lnTo>
                <a:lnTo>
                  <a:pt x="907450" y="55156"/>
                </a:lnTo>
                <a:lnTo>
                  <a:pt x="907322" y="55633"/>
                </a:lnTo>
                <a:lnTo>
                  <a:pt x="907205" y="56115"/>
                </a:lnTo>
                <a:lnTo>
                  <a:pt x="907096" y="56602"/>
                </a:lnTo>
                <a:lnTo>
                  <a:pt x="906997" y="57095"/>
                </a:lnTo>
                <a:lnTo>
                  <a:pt x="906908" y="57593"/>
                </a:lnTo>
                <a:lnTo>
                  <a:pt x="906828" y="58097"/>
                </a:lnTo>
                <a:lnTo>
                  <a:pt x="906757" y="58606"/>
                </a:lnTo>
                <a:lnTo>
                  <a:pt x="906696" y="59121"/>
                </a:lnTo>
                <a:lnTo>
                  <a:pt x="906644" y="59641"/>
                </a:lnTo>
                <a:lnTo>
                  <a:pt x="906602" y="60167"/>
                </a:lnTo>
                <a:lnTo>
                  <a:pt x="906569" y="60698"/>
                </a:lnTo>
                <a:lnTo>
                  <a:pt x="906545" y="61234"/>
                </a:lnTo>
                <a:lnTo>
                  <a:pt x="906531" y="61776"/>
                </a:lnTo>
                <a:lnTo>
                  <a:pt x="906527" y="62324"/>
                </a:lnTo>
                <a:lnTo>
                  <a:pt x="906533" y="63021"/>
                </a:lnTo>
                <a:lnTo>
                  <a:pt x="906553" y="63709"/>
                </a:lnTo>
                <a:lnTo>
                  <a:pt x="906587" y="64386"/>
                </a:lnTo>
                <a:lnTo>
                  <a:pt x="906633" y="65054"/>
                </a:lnTo>
                <a:lnTo>
                  <a:pt x="906694" y="65711"/>
                </a:lnTo>
                <a:lnTo>
                  <a:pt x="906767" y="66358"/>
                </a:lnTo>
                <a:lnTo>
                  <a:pt x="906854" y="66996"/>
                </a:lnTo>
                <a:lnTo>
                  <a:pt x="906954" y="67623"/>
                </a:lnTo>
                <a:lnTo>
                  <a:pt x="907068" y="68240"/>
                </a:lnTo>
                <a:lnTo>
                  <a:pt x="907194" y="68847"/>
                </a:lnTo>
                <a:lnTo>
                  <a:pt x="907335" y="69444"/>
                </a:lnTo>
                <a:lnTo>
                  <a:pt x="907488" y="70031"/>
                </a:lnTo>
                <a:lnTo>
                  <a:pt x="907655" y="70608"/>
                </a:lnTo>
                <a:lnTo>
                  <a:pt x="907836" y="71175"/>
                </a:lnTo>
                <a:lnTo>
                  <a:pt x="908029" y="71732"/>
                </a:lnTo>
                <a:lnTo>
                  <a:pt x="908236" y="72279"/>
                </a:lnTo>
                <a:lnTo>
                  <a:pt x="908457" y="72815"/>
                </a:lnTo>
                <a:lnTo>
                  <a:pt x="908691" y="73342"/>
                </a:lnTo>
                <a:lnTo>
                  <a:pt x="908938" y="73859"/>
                </a:lnTo>
                <a:lnTo>
                  <a:pt x="909198" y="74365"/>
                </a:lnTo>
                <a:lnTo>
                  <a:pt x="909472" y="74862"/>
                </a:lnTo>
                <a:lnTo>
                  <a:pt x="909759" y="75348"/>
                </a:lnTo>
                <a:lnTo>
                  <a:pt x="910060" y="75825"/>
                </a:lnTo>
                <a:lnTo>
                  <a:pt x="910374" y="76291"/>
                </a:lnTo>
                <a:lnTo>
                  <a:pt x="910701" y="76749"/>
                </a:lnTo>
                <a:lnTo>
                  <a:pt x="911042" y="77200"/>
                </a:lnTo>
                <a:lnTo>
                  <a:pt x="911395" y="77645"/>
                </a:lnTo>
                <a:lnTo>
                  <a:pt x="911763" y="78083"/>
                </a:lnTo>
                <a:lnTo>
                  <a:pt x="912144" y="78514"/>
                </a:lnTo>
                <a:lnTo>
                  <a:pt x="912538" y="78939"/>
                </a:lnTo>
                <a:lnTo>
                  <a:pt x="912945" y="79356"/>
                </a:lnTo>
                <a:lnTo>
                  <a:pt x="913366" y="79767"/>
                </a:lnTo>
                <a:lnTo>
                  <a:pt x="913800" y="80172"/>
                </a:lnTo>
                <a:lnTo>
                  <a:pt x="914247" y="80570"/>
                </a:lnTo>
                <a:lnTo>
                  <a:pt x="914708" y="80961"/>
                </a:lnTo>
                <a:lnTo>
                  <a:pt x="915182" y="81345"/>
                </a:lnTo>
                <a:lnTo>
                  <a:pt x="915670" y="81723"/>
                </a:lnTo>
                <a:lnTo>
                  <a:pt x="916171" y="82093"/>
                </a:lnTo>
                <a:lnTo>
                  <a:pt x="916685" y="82458"/>
                </a:lnTo>
                <a:lnTo>
                  <a:pt x="917213" y="82815"/>
                </a:lnTo>
                <a:lnTo>
                  <a:pt x="917754" y="83166"/>
                </a:lnTo>
                <a:lnTo>
                  <a:pt x="918308" y="83510"/>
                </a:lnTo>
                <a:lnTo>
                  <a:pt x="918876" y="83847"/>
                </a:lnTo>
                <a:lnTo>
                  <a:pt x="919457" y="84178"/>
                </a:lnTo>
                <a:lnTo>
                  <a:pt x="920051" y="84502"/>
                </a:lnTo>
                <a:lnTo>
                  <a:pt x="920659" y="84819"/>
                </a:lnTo>
                <a:lnTo>
                  <a:pt x="921280" y="85130"/>
                </a:lnTo>
                <a:lnTo>
                  <a:pt x="921915" y="85434"/>
                </a:lnTo>
                <a:lnTo>
                  <a:pt x="922562" y="85733"/>
                </a:lnTo>
                <a:lnTo>
                  <a:pt x="923222" y="86029"/>
                </a:lnTo>
                <a:lnTo>
                  <a:pt x="923894" y="86321"/>
                </a:lnTo>
                <a:lnTo>
                  <a:pt x="924578" y="86611"/>
                </a:lnTo>
                <a:lnTo>
                  <a:pt x="925275" y="86898"/>
                </a:lnTo>
                <a:lnTo>
                  <a:pt x="925984" y="87182"/>
                </a:lnTo>
                <a:lnTo>
                  <a:pt x="926705" y="87463"/>
                </a:lnTo>
                <a:lnTo>
                  <a:pt x="927439" y="87741"/>
                </a:lnTo>
                <a:lnTo>
                  <a:pt x="928185" y="88016"/>
                </a:lnTo>
                <a:lnTo>
                  <a:pt x="928943" y="88288"/>
                </a:lnTo>
                <a:lnTo>
                  <a:pt x="929714" y="88557"/>
                </a:lnTo>
                <a:lnTo>
                  <a:pt x="930497" y="88823"/>
                </a:lnTo>
                <a:lnTo>
                  <a:pt x="931292" y="89085"/>
                </a:lnTo>
                <a:lnTo>
                  <a:pt x="932100" y="89345"/>
                </a:lnTo>
                <a:lnTo>
                  <a:pt x="932920" y="89602"/>
                </a:lnTo>
                <a:lnTo>
                  <a:pt x="933752" y="89856"/>
                </a:lnTo>
                <a:lnTo>
                  <a:pt x="934597" y="90107"/>
                </a:lnTo>
                <a:lnTo>
                  <a:pt x="935454" y="90356"/>
                </a:lnTo>
                <a:lnTo>
                  <a:pt x="936323" y="90601"/>
                </a:lnTo>
                <a:lnTo>
                  <a:pt x="937204" y="90843"/>
                </a:lnTo>
                <a:lnTo>
                  <a:pt x="938098" y="91082"/>
                </a:lnTo>
                <a:lnTo>
                  <a:pt x="939005" y="91318"/>
                </a:lnTo>
                <a:lnTo>
                  <a:pt x="939923" y="91551"/>
                </a:lnTo>
                <a:lnTo>
                  <a:pt x="940854" y="91781"/>
                </a:lnTo>
                <a:lnTo>
                  <a:pt x="941991" y="92061"/>
                </a:lnTo>
                <a:lnTo>
                  <a:pt x="943098" y="92341"/>
                </a:lnTo>
                <a:lnTo>
                  <a:pt x="944177" y="92622"/>
                </a:lnTo>
                <a:lnTo>
                  <a:pt x="945226" y="92904"/>
                </a:lnTo>
                <a:lnTo>
                  <a:pt x="946247" y="93186"/>
                </a:lnTo>
                <a:lnTo>
                  <a:pt x="947238" y="93469"/>
                </a:lnTo>
                <a:lnTo>
                  <a:pt x="948201" y="93753"/>
                </a:lnTo>
                <a:lnTo>
                  <a:pt x="949135" y="94038"/>
                </a:lnTo>
                <a:lnTo>
                  <a:pt x="950040" y="94323"/>
                </a:lnTo>
                <a:lnTo>
                  <a:pt x="950915" y="94609"/>
                </a:lnTo>
                <a:lnTo>
                  <a:pt x="951762" y="94896"/>
                </a:lnTo>
                <a:lnTo>
                  <a:pt x="952580" y="95183"/>
                </a:lnTo>
                <a:lnTo>
                  <a:pt x="953369" y="95472"/>
                </a:lnTo>
                <a:lnTo>
                  <a:pt x="954130" y="95761"/>
                </a:lnTo>
                <a:lnTo>
                  <a:pt x="954861" y="96050"/>
                </a:lnTo>
                <a:lnTo>
                  <a:pt x="955563" y="96341"/>
                </a:lnTo>
                <a:lnTo>
                  <a:pt x="956236" y="96632"/>
                </a:lnTo>
                <a:lnTo>
                  <a:pt x="956881" y="96923"/>
                </a:lnTo>
                <a:lnTo>
                  <a:pt x="957496" y="97216"/>
                </a:lnTo>
                <a:lnTo>
                  <a:pt x="958083" y="97509"/>
                </a:lnTo>
                <a:lnTo>
                  <a:pt x="958640" y="97803"/>
                </a:lnTo>
                <a:lnTo>
                  <a:pt x="959169" y="98098"/>
                </a:lnTo>
                <a:lnTo>
                  <a:pt x="959668" y="98393"/>
                </a:lnTo>
                <a:lnTo>
                  <a:pt x="960139" y="98689"/>
                </a:lnTo>
                <a:lnTo>
                  <a:pt x="960586" y="98992"/>
                </a:lnTo>
                <a:lnTo>
                  <a:pt x="961013" y="99308"/>
                </a:lnTo>
                <a:lnTo>
                  <a:pt x="961422" y="99636"/>
                </a:lnTo>
                <a:lnTo>
                  <a:pt x="961812" y="99978"/>
                </a:lnTo>
                <a:lnTo>
                  <a:pt x="962182" y="100333"/>
                </a:lnTo>
                <a:lnTo>
                  <a:pt x="962534" y="100701"/>
                </a:lnTo>
                <a:lnTo>
                  <a:pt x="962867" y="101082"/>
                </a:lnTo>
                <a:lnTo>
                  <a:pt x="963180" y="101476"/>
                </a:lnTo>
                <a:lnTo>
                  <a:pt x="963475" y="101884"/>
                </a:lnTo>
                <a:lnTo>
                  <a:pt x="963751" y="102304"/>
                </a:lnTo>
                <a:lnTo>
                  <a:pt x="964007" y="102737"/>
                </a:lnTo>
                <a:lnTo>
                  <a:pt x="964245" y="103184"/>
                </a:lnTo>
                <a:lnTo>
                  <a:pt x="964464" y="103643"/>
                </a:lnTo>
                <a:lnTo>
                  <a:pt x="964663" y="104115"/>
                </a:lnTo>
                <a:lnTo>
                  <a:pt x="964844" y="104601"/>
                </a:lnTo>
                <a:lnTo>
                  <a:pt x="965005" y="105100"/>
                </a:lnTo>
                <a:lnTo>
                  <a:pt x="965148" y="105611"/>
                </a:lnTo>
                <a:lnTo>
                  <a:pt x="965271" y="106136"/>
                </a:lnTo>
                <a:lnTo>
                  <a:pt x="965376" y="106674"/>
                </a:lnTo>
                <a:lnTo>
                  <a:pt x="965462" y="107224"/>
                </a:lnTo>
                <a:lnTo>
                  <a:pt x="965528" y="107788"/>
                </a:lnTo>
                <a:lnTo>
                  <a:pt x="965576" y="108365"/>
                </a:lnTo>
                <a:lnTo>
                  <a:pt x="965604" y="108955"/>
                </a:lnTo>
                <a:lnTo>
                  <a:pt x="965614" y="109558"/>
                </a:lnTo>
                <a:lnTo>
                  <a:pt x="965603" y="110277"/>
                </a:lnTo>
                <a:lnTo>
                  <a:pt x="965571" y="110979"/>
                </a:lnTo>
                <a:lnTo>
                  <a:pt x="965519" y="111663"/>
                </a:lnTo>
                <a:lnTo>
                  <a:pt x="965445" y="112330"/>
                </a:lnTo>
                <a:lnTo>
                  <a:pt x="965350" y="112980"/>
                </a:lnTo>
                <a:lnTo>
                  <a:pt x="965234" y="113613"/>
                </a:lnTo>
                <a:lnTo>
                  <a:pt x="965098" y="114229"/>
                </a:lnTo>
                <a:lnTo>
                  <a:pt x="964940" y="114828"/>
                </a:lnTo>
                <a:lnTo>
                  <a:pt x="964761" y="115409"/>
                </a:lnTo>
                <a:lnTo>
                  <a:pt x="964560" y="115974"/>
                </a:lnTo>
                <a:lnTo>
                  <a:pt x="964339" y="116521"/>
                </a:lnTo>
                <a:lnTo>
                  <a:pt x="964097" y="117051"/>
                </a:lnTo>
                <a:lnTo>
                  <a:pt x="963834" y="117564"/>
                </a:lnTo>
                <a:lnTo>
                  <a:pt x="963549" y="118060"/>
                </a:lnTo>
                <a:lnTo>
                  <a:pt x="963244" y="118539"/>
                </a:lnTo>
                <a:lnTo>
                  <a:pt x="962917" y="119001"/>
                </a:lnTo>
                <a:lnTo>
                  <a:pt x="962570" y="119445"/>
                </a:lnTo>
                <a:lnTo>
                  <a:pt x="962201" y="119872"/>
                </a:lnTo>
                <a:lnTo>
                  <a:pt x="961812" y="120283"/>
                </a:lnTo>
                <a:lnTo>
                  <a:pt x="961401" y="120676"/>
                </a:lnTo>
                <a:lnTo>
                  <a:pt x="960969" y="121052"/>
                </a:lnTo>
                <a:lnTo>
                  <a:pt x="960516" y="121411"/>
                </a:lnTo>
                <a:lnTo>
                  <a:pt x="960042" y="121752"/>
                </a:lnTo>
                <a:lnTo>
                  <a:pt x="959547" y="122077"/>
                </a:lnTo>
                <a:lnTo>
                  <a:pt x="959036" y="122386"/>
                </a:lnTo>
                <a:lnTo>
                  <a:pt x="958513" y="122682"/>
                </a:lnTo>
                <a:lnTo>
                  <a:pt x="957979" y="122965"/>
                </a:lnTo>
                <a:lnTo>
                  <a:pt x="957433" y="123235"/>
                </a:lnTo>
                <a:lnTo>
                  <a:pt x="956876" y="123492"/>
                </a:lnTo>
                <a:lnTo>
                  <a:pt x="956307" y="123736"/>
                </a:lnTo>
                <a:lnTo>
                  <a:pt x="955727" y="123966"/>
                </a:lnTo>
                <a:lnTo>
                  <a:pt x="955136" y="124183"/>
                </a:lnTo>
                <a:lnTo>
                  <a:pt x="954532" y="124387"/>
                </a:lnTo>
                <a:lnTo>
                  <a:pt x="953918" y="124578"/>
                </a:lnTo>
                <a:lnTo>
                  <a:pt x="953292" y="124756"/>
                </a:lnTo>
                <a:lnTo>
                  <a:pt x="952654" y="124920"/>
                </a:lnTo>
                <a:lnTo>
                  <a:pt x="952005" y="125072"/>
                </a:lnTo>
                <a:lnTo>
                  <a:pt x="951345" y="125210"/>
                </a:lnTo>
                <a:lnTo>
                  <a:pt x="950673" y="125335"/>
                </a:lnTo>
                <a:lnTo>
                  <a:pt x="949990" y="125447"/>
                </a:lnTo>
                <a:lnTo>
                  <a:pt x="949295" y="125546"/>
                </a:lnTo>
                <a:lnTo>
                  <a:pt x="948588" y="125631"/>
                </a:lnTo>
                <a:lnTo>
                  <a:pt x="947871" y="125704"/>
                </a:lnTo>
                <a:lnTo>
                  <a:pt x="947141" y="125763"/>
                </a:lnTo>
                <a:lnTo>
                  <a:pt x="946401" y="125809"/>
                </a:lnTo>
                <a:lnTo>
                  <a:pt x="945648" y="125842"/>
                </a:lnTo>
                <a:lnTo>
                  <a:pt x="944885" y="125862"/>
                </a:lnTo>
                <a:lnTo>
                  <a:pt x="944109" y="125868"/>
                </a:lnTo>
                <a:lnTo>
                  <a:pt x="943244" y="125860"/>
                </a:lnTo>
                <a:lnTo>
                  <a:pt x="942391" y="125835"/>
                </a:lnTo>
                <a:lnTo>
                  <a:pt x="941550" y="125793"/>
                </a:lnTo>
                <a:lnTo>
                  <a:pt x="940721" y="125735"/>
                </a:lnTo>
                <a:lnTo>
                  <a:pt x="939905" y="125660"/>
                </a:lnTo>
                <a:lnTo>
                  <a:pt x="939100" y="125568"/>
                </a:lnTo>
                <a:lnTo>
                  <a:pt x="938308" y="125459"/>
                </a:lnTo>
                <a:lnTo>
                  <a:pt x="937528" y="125334"/>
                </a:lnTo>
                <a:lnTo>
                  <a:pt x="936760" y="125192"/>
                </a:lnTo>
                <a:lnTo>
                  <a:pt x="936004" y="125034"/>
                </a:lnTo>
                <a:lnTo>
                  <a:pt x="935260" y="124859"/>
                </a:lnTo>
                <a:lnTo>
                  <a:pt x="934529" y="124667"/>
                </a:lnTo>
                <a:lnTo>
                  <a:pt x="933809" y="124458"/>
                </a:lnTo>
                <a:lnTo>
                  <a:pt x="933102" y="124233"/>
                </a:lnTo>
                <a:lnTo>
                  <a:pt x="932407" y="123991"/>
                </a:lnTo>
                <a:lnTo>
                  <a:pt x="931724" y="123732"/>
                </a:lnTo>
                <a:lnTo>
                  <a:pt x="931054" y="123457"/>
                </a:lnTo>
                <a:lnTo>
                  <a:pt x="930395" y="123165"/>
                </a:lnTo>
                <a:lnTo>
                  <a:pt x="929749" y="122856"/>
                </a:lnTo>
                <a:lnTo>
                  <a:pt x="929114" y="122531"/>
                </a:lnTo>
                <a:lnTo>
                  <a:pt x="928492" y="122189"/>
                </a:lnTo>
                <a:lnTo>
                  <a:pt x="927882" y="121830"/>
                </a:lnTo>
                <a:lnTo>
                  <a:pt x="927285" y="121455"/>
                </a:lnTo>
                <a:lnTo>
                  <a:pt x="926699" y="121063"/>
                </a:lnTo>
                <a:lnTo>
                  <a:pt x="926132" y="120650"/>
                </a:lnTo>
                <a:lnTo>
                  <a:pt x="925588" y="120213"/>
                </a:lnTo>
                <a:lnTo>
                  <a:pt x="925069" y="119752"/>
                </a:lnTo>
                <a:lnTo>
                  <a:pt x="924574" y="119267"/>
                </a:lnTo>
                <a:lnTo>
                  <a:pt x="924103" y="118758"/>
                </a:lnTo>
                <a:lnTo>
                  <a:pt x="923656" y="118224"/>
                </a:lnTo>
                <a:lnTo>
                  <a:pt x="923234" y="117666"/>
                </a:lnTo>
                <a:lnTo>
                  <a:pt x="922835" y="117084"/>
                </a:lnTo>
                <a:lnTo>
                  <a:pt x="922461" y="116478"/>
                </a:lnTo>
                <a:lnTo>
                  <a:pt x="922111" y="115847"/>
                </a:lnTo>
                <a:lnTo>
                  <a:pt x="921785" y="115192"/>
                </a:lnTo>
                <a:lnTo>
                  <a:pt x="921483" y="114514"/>
                </a:lnTo>
                <a:lnTo>
                  <a:pt x="921206" y="113810"/>
                </a:lnTo>
                <a:lnTo>
                  <a:pt x="920952" y="113083"/>
                </a:lnTo>
                <a:lnTo>
                  <a:pt x="920723" y="112332"/>
                </a:lnTo>
                <a:lnTo>
                  <a:pt x="920517" y="111556"/>
                </a:lnTo>
                <a:lnTo>
                  <a:pt x="920336" y="110756"/>
                </a:lnTo>
                <a:lnTo>
                  <a:pt x="920179" y="109932"/>
                </a:lnTo>
                <a:lnTo>
                  <a:pt x="920047" y="109083"/>
                </a:lnTo>
                <a:lnTo>
                  <a:pt x="919938" y="108211"/>
                </a:lnTo>
                <a:lnTo>
                  <a:pt x="919853" y="107314"/>
                </a:lnTo>
                <a:lnTo>
                  <a:pt x="919793" y="106393"/>
                </a:lnTo>
                <a:lnTo>
                  <a:pt x="919757" y="105448"/>
                </a:lnTo>
                <a:lnTo>
                  <a:pt x="919745" y="104478"/>
                </a:lnTo>
                <a:lnTo>
                  <a:pt x="903863" y="104478"/>
                </a:lnTo>
                <a:lnTo>
                  <a:pt x="903869" y="105235"/>
                </a:lnTo>
                <a:lnTo>
                  <a:pt x="903885" y="105983"/>
                </a:lnTo>
                <a:lnTo>
                  <a:pt x="903912" y="106722"/>
                </a:lnTo>
                <a:lnTo>
                  <a:pt x="903949" y="107451"/>
                </a:lnTo>
                <a:lnTo>
                  <a:pt x="903998" y="108171"/>
                </a:lnTo>
                <a:lnTo>
                  <a:pt x="904057" y="108881"/>
                </a:lnTo>
                <a:lnTo>
                  <a:pt x="904128" y="109583"/>
                </a:lnTo>
                <a:lnTo>
                  <a:pt x="904208" y="110275"/>
                </a:lnTo>
                <a:lnTo>
                  <a:pt x="904300" y="110957"/>
                </a:lnTo>
                <a:lnTo>
                  <a:pt x="904403" y="111630"/>
                </a:lnTo>
                <a:lnTo>
                  <a:pt x="904516" y="112294"/>
                </a:lnTo>
                <a:lnTo>
                  <a:pt x="904640" y="112948"/>
                </a:lnTo>
                <a:lnTo>
                  <a:pt x="904775" y="113594"/>
                </a:lnTo>
                <a:lnTo>
                  <a:pt x="904921" y="114229"/>
                </a:lnTo>
                <a:lnTo>
                  <a:pt x="905077" y="114856"/>
                </a:lnTo>
                <a:lnTo>
                  <a:pt x="905244" y="115473"/>
                </a:lnTo>
                <a:lnTo>
                  <a:pt x="905422" y="116081"/>
                </a:lnTo>
                <a:lnTo>
                  <a:pt x="905611" y="116679"/>
                </a:lnTo>
                <a:lnTo>
                  <a:pt x="905811" y="117268"/>
                </a:lnTo>
                <a:lnTo>
                  <a:pt x="906021" y="117848"/>
                </a:lnTo>
                <a:lnTo>
                  <a:pt x="906242" y="118418"/>
                </a:lnTo>
                <a:lnTo>
                  <a:pt x="906474" y="118979"/>
                </a:lnTo>
                <a:lnTo>
                  <a:pt x="906717" y="119531"/>
                </a:lnTo>
                <a:lnTo>
                  <a:pt x="906970" y="120073"/>
                </a:lnTo>
                <a:lnTo>
                  <a:pt x="907234" y="120606"/>
                </a:lnTo>
                <a:lnTo>
                  <a:pt x="907505" y="121131"/>
                </a:lnTo>
                <a:lnTo>
                  <a:pt x="907785" y="121646"/>
                </a:lnTo>
                <a:lnTo>
                  <a:pt x="908073" y="122154"/>
                </a:lnTo>
                <a:lnTo>
                  <a:pt x="908370" y="122652"/>
                </a:lnTo>
                <a:lnTo>
                  <a:pt x="908675" y="123142"/>
                </a:lnTo>
                <a:lnTo>
                  <a:pt x="908989" y="123623"/>
                </a:lnTo>
                <a:lnTo>
                  <a:pt x="909310" y="124096"/>
                </a:lnTo>
                <a:lnTo>
                  <a:pt x="909641" y="124560"/>
                </a:lnTo>
                <a:lnTo>
                  <a:pt x="909979" y="125015"/>
                </a:lnTo>
                <a:lnTo>
                  <a:pt x="910326" y="125462"/>
                </a:lnTo>
                <a:lnTo>
                  <a:pt x="910682" y="125900"/>
                </a:lnTo>
                <a:lnTo>
                  <a:pt x="911046" y="126329"/>
                </a:lnTo>
                <a:lnTo>
                  <a:pt x="911418" y="126750"/>
                </a:lnTo>
                <a:lnTo>
                  <a:pt x="911799" y="127162"/>
                </a:lnTo>
                <a:lnTo>
                  <a:pt x="912188" y="127566"/>
                </a:lnTo>
                <a:lnTo>
                  <a:pt x="912585" y="127961"/>
                </a:lnTo>
                <a:lnTo>
                  <a:pt x="912991" y="128347"/>
                </a:lnTo>
                <a:lnTo>
                  <a:pt x="913405" y="128724"/>
                </a:lnTo>
                <a:lnTo>
                  <a:pt x="913827" y="129093"/>
                </a:lnTo>
                <a:lnTo>
                  <a:pt x="914258" y="129454"/>
                </a:lnTo>
                <a:lnTo>
                  <a:pt x="914698" y="129805"/>
                </a:lnTo>
                <a:lnTo>
                  <a:pt x="915146" y="130149"/>
                </a:lnTo>
                <a:lnTo>
                  <a:pt x="915602" y="130483"/>
                </a:lnTo>
                <a:lnTo>
                  <a:pt x="916065" y="130809"/>
                </a:lnTo>
                <a:lnTo>
                  <a:pt x="916534" y="131128"/>
                </a:lnTo>
                <a:lnTo>
                  <a:pt x="917010" y="131440"/>
                </a:lnTo>
                <a:lnTo>
                  <a:pt x="917491" y="131744"/>
                </a:lnTo>
                <a:lnTo>
                  <a:pt x="917978" y="132041"/>
                </a:lnTo>
                <a:lnTo>
                  <a:pt x="918472" y="132330"/>
                </a:lnTo>
                <a:lnTo>
                  <a:pt x="918971" y="132612"/>
                </a:lnTo>
                <a:lnTo>
                  <a:pt x="919476" y="132887"/>
                </a:lnTo>
                <a:lnTo>
                  <a:pt x="919987" y="133154"/>
                </a:lnTo>
                <a:lnTo>
                  <a:pt x="920505" y="133414"/>
                </a:lnTo>
                <a:lnTo>
                  <a:pt x="921028" y="133666"/>
                </a:lnTo>
                <a:lnTo>
                  <a:pt x="921557" y="133911"/>
                </a:lnTo>
                <a:lnTo>
                  <a:pt x="922093" y="134148"/>
                </a:lnTo>
                <a:lnTo>
                  <a:pt x="922634" y="134378"/>
                </a:lnTo>
                <a:lnTo>
                  <a:pt x="923181" y="134601"/>
                </a:lnTo>
                <a:lnTo>
                  <a:pt x="923734" y="134816"/>
                </a:lnTo>
                <a:lnTo>
                  <a:pt x="924293" y="135024"/>
                </a:lnTo>
                <a:lnTo>
                  <a:pt x="924859" y="135225"/>
                </a:lnTo>
                <a:lnTo>
                  <a:pt x="925430" y="135418"/>
                </a:lnTo>
                <a:lnTo>
                  <a:pt x="926007" y="135603"/>
                </a:lnTo>
                <a:lnTo>
                  <a:pt x="926590" y="135782"/>
                </a:lnTo>
                <a:lnTo>
                  <a:pt x="927180" y="135953"/>
                </a:lnTo>
                <a:lnTo>
                  <a:pt x="927775" y="136116"/>
                </a:lnTo>
                <a:lnTo>
                  <a:pt x="928376" y="136272"/>
                </a:lnTo>
                <a:lnTo>
                  <a:pt x="928982" y="136421"/>
                </a:lnTo>
                <a:lnTo>
                  <a:pt x="929590" y="136564"/>
                </a:lnTo>
                <a:lnTo>
                  <a:pt x="930202" y="136700"/>
                </a:lnTo>
                <a:lnTo>
                  <a:pt x="930816" y="136831"/>
                </a:lnTo>
                <a:lnTo>
                  <a:pt x="931433" y="136954"/>
                </a:lnTo>
                <a:lnTo>
                  <a:pt x="932053" y="137072"/>
                </a:lnTo>
                <a:lnTo>
                  <a:pt x="932677" y="137183"/>
                </a:lnTo>
                <a:lnTo>
                  <a:pt x="933303" y="137288"/>
                </a:lnTo>
                <a:lnTo>
                  <a:pt x="933932" y="137386"/>
                </a:lnTo>
                <a:lnTo>
                  <a:pt x="934563" y="137478"/>
                </a:lnTo>
                <a:lnTo>
                  <a:pt x="935198" y="137564"/>
                </a:lnTo>
                <a:lnTo>
                  <a:pt x="935836" y="137643"/>
                </a:lnTo>
                <a:lnTo>
                  <a:pt x="936476" y="137716"/>
                </a:lnTo>
                <a:lnTo>
                  <a:pt x="937120" y="137783"/>
                </a:lnTo>
                <a:lnTo>
                  <a:pt x="937766" y="137843"/>
                </a:lnTo>
                <a:lnTo>
                  <a:pt x="938416" y="137897"/>
                </a:lnTo>
                <a:lnTo>
                  <a:pt x="939068" y="137945"/>
                </a:lnTo>
                <a:lnTo>
                  <a:pt x="939723" y="137986"/>
                </a:lnTo>
                <a:lnTo>
                  <a:pt x="940381" y="138021"/>
                </a:lnTo>
                <a:lnTo>
                  <a:pt x="941042" y="138049"/>
                </a:lnTo>
                <a:lnTo>
                  <a:pt x="941706" y="138071"/>
                </a:lnTo>
                <a:lnTo>
                  <a:pt x="942373" y="138087"/>
                </a:lnTo>
                <a:lnTo>
                  <a:pt x="943042" y="138097"/>
                </a:lnTo>
                <a:lnTo>
                  <a:pt x="943715" y="138100"/>
                </a:lnTo>
                <a:lnTo>
                  <a:pt x="944387" y="138097"/>
                </a:lnTo>
                <a:lnTo>
                  <a:pt x="945055" y="138088"/>
                </a:lnTo>
                <a:lnTo>
                  <a:pt x="945719" y="138073"/>
                </a:lnTo>
                <a:lnTo>
                  <a:pt x="946380" y="138052"/>
                </a:lnTo>
                <a:lnTo>
                  <a:pt x="947036" y="138025"/>
                </a:lnTo>
                <a:close/>
                <a:moveTo>
                  <a:pt x="530072" y="94500"/>
                </a:moveTo>
                <a:lnTo>
                  <a:pt x="530072" y="79901"/>
                </a:lnTo>
                <a:lnTo>
                  <a:pt x="480850" y="79901"/>
                </a:lnTo>
                <a:lnTo>
                  <a:pt x="480850" y="94500"/>
                </a:lnTo>
                <a:lnTo>
                  <a:pt x="530072" y="94500"/>
                </a:lnTo>
                <a:close/>
                <a:moveTo>
                  <a:pt x="191145" y="137953"/>
                </a:moveTo>
                <a:lnTo>
                  <a:pt x="192138" y="137871"/>
                </a:lnTo>
                <a:lnTo>
                  <a:pt x="193117" y="137770"/>
                </a:lnTo>
                <a:lnTo>
                  <a:pt x="194080" y="137651"/>
                </a:lnTo>
                <a:lnTo>
                  <a:pt x="195029" y="137514"/>
                </a:lnTo>
                <a:lnTo>
                  <a:pt x="195963" y="137358"/>
                </a:lnTo>
                <a:lnTo>
                  <a:pt x="196882" y="137184"/>
                </a:lnTo>
                <a:lnTo>
                  <a:pt x="197786" y="136991"/>
                </a:lnTo>
                <a:lnTo>
                  <a:pt x="198675" y="136781"/>
                </a:lnTo>
                <a:lnTo>
                  <a:pt x="199549" y="136552"/>
                </a:lnTo>
                <a:lnTo>
                  <a:pt x="200408" y="136304"/>
                </a:lnTo>
                <a:lnTo>
                  <a:pt x="201252" y="136039"/>
                </a:lnTo>
                <a:lnTo>
                  <a:pt x="202082" y="135755"/>
                </a:lnTo>
                <a:lnTo>
                  <a:pt x="202897" y="135452"/>
                </a:lnTo>
                <a:lnTo>
                  <a:pt x="203696" y="135131"/>
                </a:lnTo>
                <a:lnTo>
                  <a:pt x="204481" y="134792"/>
                </a:lnTo>
                <a:lnTo>
                  <a:pt x="205251" y="134435"/>
                </a:lnTo>
                <a:lnTo>
                  <a:pt x="206006" y="134060"/>
                </a:lnTo>
                <a:lnTo>
                  <a:pt x="206746" y="133666"/>
                </a:lnTo>
                <a:lnTo>
                  <a:pt x="207471" y="133253"/>
                </a:lnTo>
                <a:lnTo>
                  <a:pt x="208181" y="132823"/>
                </a:lnTo>
                <a:lnTo>
                  <a:pt x="208878" y="132382"/>
                </a:lnTo>
                <a:lnTo>
                  <a:pt x="209561" y="131940"/>
                </a:lnTo>
                <a:lnTo>
                  <a:pt x="210231" y="131496"/>
                </a:lnTo>
                <a:lnTo>
                  <a:pt x="210887" y="131051"/>
                </a:lnTo>
                <a:lnTo>
                  <a:pt x="211531" y="130604"/>
                </a:lnTo>
                <a:lnTo>
                  <a:pt x="212161" y="130156"/>
                </a:lnTo>
                <a:lnTo>
                  <a:pt x="212778" y="129706"/>
                </a:lnTo>
                <a:lnTo>
                  <a:pt x="213382" y="129255"/>
                </a:lnTo>
                <a:lnTo>
                  <a:pt x="213973" y="128802"/>
                </a:lnTo>
                <a:lnTo>
                  <a:pt x="214550" y="128348"/>
                </a:lnTo>
                <a:lnTo>
                  <a:pt x="215115" y="127892"/>
                </a:lnTo>
                <a:lnTo>
                  <a:pt x="215666" y="127434"/>
                </a:lnTo>
                <a:lnTo>
                  <a:pt x="216204" y="126975"/>
                </a:lnTo>
                <a:lnTo>
                  <a:pt x="216729" y="126515"/>
                </a:lnTo>
                <a:lnTo>
                  <a:pt x="217240" y="126052"/>
                </a:lnTo>
                <a:lnTo>
                  <a:pt x="217739" y="125589"/>
                </a:lnTo>
                <a:lnTo>
                  <a:pt x="218224" y="125124"/>
                </a:lnTo>
                <a:lnTo>
                  <a:pt x="218696" y="124657"/>
                </a:lnTo>
                <a:lnTo>
                  <a:pt x="219155" y="124189"/>
                </a:lnTo>
                <a:lnTo>
                  <a:pt x="219601" y="123719"/>
                </a:lnTo>
                <a:lnTo>
                  <a:pt x="220033" y="123247"/>
                </a:lnTo>
                <a:lnTo>
                  <a:pt x="220452" y="122774"/>
                </a:lnTo>
                <a:lnTo>
                  <a:pt x="220859" y="122300"/>
                </a:lnTo>
                <a:lnTo>
                  <a:pt x="221252" y="121824"/>
                </a:lnTo>
                <a:lnTo>
                  <a:pt x="221745" y="136324"/>
                </a:lnTo>
                <a:lnTo>
                  <a:pt x="237626" y="136324"/>
                </a:lnTo>
                <a:lnTo>
                  <a:pt x="237626" y="37287"/>
                </a:lnTo>
                <a:lnTo>
                  <a:pt x="221054" y="37287"/>
                </a:lnTo>
                <a:lnTo>
                  <a:pt x="221054" y="108020"/>
                </a:lnTo>
                <a:lnTo>
                  <a:pt x="220679" y="108530"/>
                </a:lnTo>
                <a:lnTo>
                  <a:pt x="220295" y="109035"/>
                </a:lnTo>
                <a:lnTo>
                  <a:pt x="219900" y="109535"/>
                </a:lnTo>
                <a:lnTo>
                  <a:pt x="219495" y="110030"/>
                </a:lnTo>
                <a:lnTo>
                  <a:pt x="219081" y="110519"/>
                </a:lnTo>
                <a:lnTo>
                  <a:pt x="218656" y="111003"/>
                </a:lnTo>
                <a:lnTo>
                  <a:pt x="218222" y="111483"/>
                </a:lnTo>
                <a:lnTo>
                  <a:pt x="217777" y="111957"/>
                </a:lnTo>
                <a:lnTo>
                  <a:pt x="217323" y="112425"/>
                </a:lnTo>
                <a:lnTo>
                  <a:pt x="216859" y="112889"/>
                </a:lnTo>
                <a:lnTo>
                  <a:pt x="216384" y="113347"/>
                </a:lnTo>
                <a:lnTo>
                  <a:pt x="215900" y="113801"/>
                </a:lnTo>
                <a:lnTo>
                  <a:pt x="215406" y="114249"/>
                </a:lnTo>
                <a:lnTo>
                  <a:pt x="214902" y="114692"/>
                </a:lnTo>
                <a:lnTo>
                  <a:pt x="214388" y="115130"/>
                </a:lnTo>
                <a:lnTo>
                  <a:pt x="213864" y="115562"/>
                </a:lnTo>
                <a:lnTo>
                  <a:pt x="213331" y="115990"/>
                </a:lnTo>
                <a:lnTo>
                  <a:pt x="212787" y="116412"/>
                </a:lnTo>
                <a:lnTo>
                  <a:pt x="212233" y="116829"/>
                </a:lnTo>
                <a:lnTo>
                  <a:pt x="211670" y="117241"/>
                </a:lnTo>
                <a:lnTo>
                  <a:pt x="211096" y="117648"/>
                </a:lnTo>
                <a:lnTo>
                  <a:pt x="210513" y="118049"/>
                </a:lnTo>
                <a:lnTo>
                  <a:pt x="209919" y="118446"/>
                </a:lnTo>
                <a:lnTo>
                  <a:pt x="209316" y="118837"/>
                </a:lnTo>
                <a:lnTo>
                  <a:pt x="208701" y="119217"/>
                </a:lnTo>
                <a:lnTo>
                  <a:pt x="208075" y="119582"/>
                </a:lnTo>
                <a:lnTo>
                  <a:pt x="207435" y="119930"/>
                </a:lnTo>
                <a:lnTo>
                  <a:pt x="206784" y="120262"/>
                </a:lnTo>
                <a:lnTo>
                  <a:pt x="206120" y="120578"/>
                </a:lnTo>
                <a:lnTo>
                  <a:pt x="205444" y="120877"/>
                </a:lnTo>
                <a:lnTo>
                  <a:pt x="204756" y="121161"/>
                </a:lnTo>
                <a:lnTo>
                  <a:pt x="204055" y="121428"/>
                </a:lnTo>
                <a:lnTo>
                  <a:pt x="203342" y="121679"/>
                </a:lnTo>
                <a:lnTo>
                  <a:pt x="202616" y="121914"/>
                </a:lnTo>
                <a:lnTo>
                  <a:pt x="201879" y="122132"/>
                </a:lnTo>
                <a:lnTo>
                  <a:pt x="201128" y="122335"/>
                </a:lnTo>
                <a:lnTo>
                  <a:pt x="200366" y="122521"/>
                </a:lnTo>
                <a:lnTo>
                  <a:pt x="199591" y="122691"/>
                </a:lnTo>
                <a:lnTo>
                  <a:pt x="198804" y="122845"/>
                </a:lnTo>
                <a:lnTo>
                  <a:pt x="198005" y="122983"/>
                </a:lnTo>
                <a:lnTo>
                  <a:pt x="197193" y="123104"/>
                </a:lnTo>
                <a:lnTo>
                  <a:pt x="196369" y="123209"/>
                </a:lnTo>
                <a:lnTo>
                  <a:pt x="195532" y="123298"/>
                </a:lnTo>
                <a:lnTo>
                  <a:pt x="194684" y="123371"/>
                </a:lnTo>
                <a:lnTo>
                  <a:pt x="193823" y="123428"/>
                </a:lnTo>
                <a:lnTo>
                  <a:pt x="192949" y="123468"/>
                </a:lnTo>
                <a:lnTo>
                  <a:pt x="192064" y="123493"/>
                </a:lnTo>
                <a:lnTo>
                  <a:pt x="191165" y="123501"/>
                </a:lnTo>
                <a:lnTo>
                  <a:pt x="190522" y="123496"/>
                </a:lnTo>
                <a:lnTo>
                  <a:pt x="189892" y="123480"/>
                </a:lnTo>
                <a:lnTo>
                  <a:pt x="189274" y="123454"/>
                </a:lnTo>
                <a:lnTo>
                  <a:pt x="188669" y="123418"/>
                </a:lnTo>
                <a:lnTo>
                  <a:pt x="188077" y="123372"/>
                </a:lnTo>
                <a:lnTo>
                  <a:pt x="187497" y="123315"/>
                </a:lnTo>
                <a:lnTo>
                  <a:pt x="186930" y="123248"/>
                </a:lnTo>
                <a:lnTo>
                  <a:pt x="186376" y="123171"/>
                </a:lnTo>
                <a:lnTo>
                  <a:pt x="185834" y="123083"/>
                </a:lnTo>
                <a:lnTo>
                  <a:pt x="185305" y="122985"/>
                </a:lnTo>
                <a:lnTo>
                  <a:pt x="184789" y="122877"/>
                </a:lnTo>
                <a:lnTo>
                  <a:pt x="184285" y="122758"/>
                </a:lnTo>
                <a:lnTo>
                  <a:pt x="183794" y="122629"/>
                </a:lnTo>
                <a:lnTo>
                  <a:pt x="183316" y="122490"/>
                </a:lnTo>
                <a:lnTo>
                  <a:pt x="182850" y="122340"/>
                </a:lnTo>
                <a:lnTo>
                  <a:pt x="182397" y="122180"/>
                </a:lnTo>
                <a:lnTo>
                  <a:pt x="181957" y="122010"/>
                </a:lnTo>
                <a:lnTo>
                  <a:pt x="181529" y="121829"/>
                </a:lnTo>
                <a:lnTo>
                  <a:pt x="181114" y="121638"/>
                </a:lnTo>
                <a:lnTo>
                  <a:pt x="180712" y="121437"/>
                </a:lnTo>
                <a:lnTo>
                  <a:pt x="180322" y="121226"/>
                </a:lnTo>
                <a:lnTo>
                  <a:pt x="179946" y="121004"/>
                </a:lnTo>
                <a:lnTo>
                  <a:pt x="179581" y="120772"/>
                </a:lnTo>
                <a:lnTo>
                  <a:pt x="179230" y="120529"/>
                </a:lnTo>
                <a:lnTo>
                  <a:pt x="178889" y="120277"/>
                </a:lnTo>
                <a:lnTo>
                  <a:pt x="178558" y="120017"/>
                </a:lnTo>
                <a:lnTo>
                  <a:pt x="178236" y="119749"/>
                </a:lnTo>
                <a:lnTo>
                  <a:pt x="177923" y="119472"/>
                </a:lnTo>
                <a:lnTo>
                  <a:pt x="177619" y="119188"/>
                </a:lnTo>
                <a:lnTo>
                  <a:pt x="177325" y="118895"/>
                </a:lnTo>
                <a:lnTo>
                  <a:pt x="177040" y="118594"/>
                </a:lnTo>
                <a:lnTo>
                  <a:pt x="176764" y="118284"/>
                </a:lnTo>
                <a:lnTo>
                  <a:pt x="176497" y="117967"/>
                </a:lnTo>
                <a:lnTo>
                  <a:pt x="176240" y="117641"/>
                </a:lnTo>
                <a:lnTo>
                  <a:pt x="175991" y="117308"/>
                </a:lnTo>
                <a:lnTo>
                  <a:pt x="175753" y="116966"/>
                </a:lnTo>
                <a:lnTo>
                  <a:pt x="175523" y="116616"/>
                </a:lnTo>
                <a:lnTo>
                  <a:pt x="175302" y="116257"/>
                </a:lnTo>
                <a:lnTo>
                  <a:pt x="175091" y="115891"/>
                </a:lnTo>
                <a:lnTo>
                  <a:pt x="174889" y="115516"/>
                </a:lnTo>
                <a:lnTo>
                  <a:pt x="174697" y="115133"/>
                </a:lnTo>
                <a:lnTo>
                  <a:pt x="174513" y="114742"/>
                </a:lnTo>
                <a:lnTo>
                  <a:pt x="174339" y="114343"/>
                </a:lnTo>
                <a:lnTo>
                  <a:pt x="174174" y="113936"/>
                </a:lnTo>
                <a:lnTo>
                  <a:pt x="174019" y="113520"/>
                </a:lnTo>
                <a:lnTo>
                  <a:pt x="173872" y="113097"/>
                </a:lnTo>
                <a:lnTo>
                  <a:pt x="173735" y="112665"/>
                </a:lnTo>
                <a:lnTo>
                  <a:pt x="173607" y="112225"/>
                </a:lnTo>
                <a:lnTo>
                  <a:pt x="173486" y="111778"/>
                </a:lnTo>
                <a:lnTo>
                  <a:pt x="173371" y="111326"/>
                </a:lnTo>
                <a:lnTo>
                  <a:pt x="173260" y="110870"/>
                </a:lnTo>
                <a:lnTo>
                  <a:pt x="173155" y="110408"/>
                </a:lnTo>
                <a:lnTo>
                  <a:pt x="173055" y="109942"/>
                </a:lnTo>
                <a:lnTo>
                  <a:pt x="172960" y="109470"/>
                </a:lnTo>
                <a:lnTo>
                  <a:pt x="172870" y="108994"/>
                </a:lnTo>
                <a:lnTo>
                  <a:pt x="172785" y="108512"/>
                </a:lnTo>
                <a:lnTo>
                  <a:pt x="172705" y="108025"/>
                </a:lnTo>
                <a:lnTo>
                  <a:pt x="172631" y="107534"/>
                </a:lnTo>
                <a:lnTo>
                  <a:pt x="172562" y="107037"/>
                </a:lnTo>
                <a:lnTo>
                  <a:pt x="172497" y="106536"/>
                </a:lnTo>
                <a:lnTo>
                  <a:pt x="172438" y="106029"/>
                </a:lnTo>
                <a:lnTo>
                  <a:pt x="172384" y="105518"/>
                </a:lnTo>
                <a:lnTo>
                  <a:pt x="172335" y="105001"/>
                </a:lnTo>
                <a:lnTo>
                  <a:pt x="172292" y="104480"/>
                </a:lnTo>
                <a:lnTo>
                  <a:pt x="172253" y="103953"/>
                </a:lnTo>
                <a:lnTo>
                  <a:pt x="172220" y="103422"/>
                </a:lnTo>
                <a:lnTo>
                  <a:pt x="172192" y="102886"/>
                </a:lnTo>
                <a:lnTo>
                  <a:pt x="172169" y="102344"/>
                </a:lnTo>
                <a:lnTo>
                  <a:pt x="172151" y="101798"/>
                </a:lnTo>
                <a:lnTo>
                  <a:pt x="172138" y="101246"/>
                </a:lnTo>
                <a:lnTo>
                  <a:pt x="172130" y="100690"/>
                </a:lnTo>
                <a:lnTo>
                  <a:pt x="172127" y="100129"/>
                </a:lnTo>
                <a:lnTo>
                  <a:pt x="172127" y="37287"/>
                </a:lnTo>
                <a:lnTo>
                  <a:pt x="155555" y="37287"/>
                </a:lnTo>
                <a:lnTo>
                  <a:pt x="155555" y="102117"/>
                </a:lnTo>
                <a:lnTo>
                  <a:pt x="155568" y="103506"/>
                </a:lnTo>
                <a:lnTo>
                  <a:pt x="155607" y="104870"/>
                </a:lnTo>
                <a:lnTo>
                  <a:pt x="155671" y="106209"/>
                </a:lnTo>
                <a:lnTo>
                  <a:pt x="155761" y="107522"/>
                </a:lnTo>
                <a:lnTo>
                  <a:pt x="155877" y="108811"/>
                </a:lnTo>
                <a:lnTo>
                  <a:pt x="156018" y="110074"/>
                </a:lnTo>
                <a:lnTo>
                  <a:pt x="156185" y="111312"/>
                </a:lnTo>
                <a:lnTo>
                  <a:pt x="156377" y="112525"/>
                </a:lnTo>
                <a:lnTo>
                  <a:pt x="156596" y="113714"/>
                </a:lnTo>
                <a:lnTo>
                  <a:pt x="156840" y="114876"/>
                </a:lnTo>
                <a:lnTo>
                  <a:pt x="157110" y="116014"/>
                </a:lnTo>
                <a:lnTo>
                  <a:pt x="157405" y="117127"/>
                </a:lnTo>
                <a:lnTo>
                  <a:pt x="157726" y="118214"/>
                </a:lnTo>
                <a:lnTo>
                  <a:pt x="158073" y="119277"/>
                </a:lnTo>
                <a:lnTo>
                  <a:pt x="158445" y="120314"/>
                </a:lnTo>
                <a:lnTo>
                  <a:pt x="158844" y="121326"/>
                </a:lnTo>
                <a:lnTo>
                  <a:pt x="159267" y="122313"/>
                </a:lnTo>
                <a:lnTo>
                  <a:pt x="159717" y="123275"/>
                </a:lnTo>
                <a:lnTo>
                  <a:pt x="160192" y="124212"/>
                </a:lnTo>
                <a:lnTo>
                  <a:pt x="160693" y="125124"/>
                </a:lnTo>
                <a:lnTo>
                  <a:pt x="161220" y="126010"/>
                </a:lnTo>
                <a:lnTo>
                  <a:pt x="161772" y="126872"/>
                </a:lnTo>
                <a:lnTo>
                  <a:pt x="162350" y="127708"/>
                </a:lnTo>
                <a:lnTo>
                  <a:pt x="162954" y="128519"/>
                </a:lnTo>
                <a:lnTo>
                  <a:pt x="163586" y="129301"/>
                </a:lnTo>
                <a:lnTo>
                  <a:pt x="164251" y="130050"/>
                </a:lnTo>
                <a:lnTo>
                  <a:pt x="164948" y="130765"/>
                </a:lnTo>
                <a:lnTo>
                  <a:pt x="165677" y="131447"/>
                </a:lnTo>
                <a:lnTo>
                  <a:pt x="166439" y="132095"/>
                </a:lnTo>
                <a:lnTo>
                  <a:pt x="167232" y="132711"/>
                </a:lnTo>
                <a:lnTo>
                  <a:pt x="168058" y="133293"/>
                </a:lnTo>
                <a:lnTo>
                  <a:pt x="168916" y="133842"/>
                </a:lnTo>
                <a:lnTo>
                  <a:pt x="169806" y="134358"/>
                </a:lnTo>
                <a:lnTo>
                  <a:pt x="170729" y="134840"/>
                </a:lnTo>
                <a:lnTo>
                  <a:pt x="171683" y="135289"/>
                </a:lnTo>
                <a:lnTo>
                  <a:pt x="172670" y="135705"/>
                </a:lnTo>
                <a:lnTo>
                  <a:pt x="173689" y="136087"/>
                </a:lnTo>
                <a:lnTo>
                  <a:pt x="174740" y="136437"/>
                </a:lnTo>
                <a:lnTo>
                  <a:pt x="175823" y="136753"/>
                </a:lnTo>
                <a:lnTo>
                  <a:pt x="176939" y="137035"/>
                </a:lnTo>
                <a:lnTo>
                  <a:pt x="178087" y="137285"/>
                </a:lnTo>
                <a:lnTo>
                  <a:pt x="179267" y="137501"/>
                </a:lnTo>
                <a:lnTo>
                  <a:pt x="180479" y="137684"/>
                </a:lnTo>
                <a:lnTo>
                  <a:pt x="181723" y="137834"/>
                </a:lnTo>
                <a:lnTo>
                  <a:pt x="183000" y="137950"/>
                </a:lnTo>
                <a:lnTo>
                  <a:pt x="184308" y="138033"/>
                </a:lnTo>
                <a:lnTo>
                  <a:pt x="185649" y="138083"/>
                </a:lnTo>
                <a:lnTo>
                  <a:pt x="187022" y="138100"/>
                </a:lnTo>
                <a:lnTo>
                  <a:pt x="188075" y="138091"/>
                </a:lnTo>
                <a:lnTo>
                  <a:pt x="189114" y="138063"/>
                </a:lnTo>
                <a:lnTo>
                  <a:pt x="190137" y="138018"/>
                </a:lnTo>
                <a:lnTo>
                  <a:pt x="191145" y="137953"/>
                </a:lnTo>
                <a:close/>
                <a:moveTo>
                  <a:pt x="1266033" y="19061"/>
                </a:moveTo>
                <a:lnTo>
                  <a:pt x="1266391" y="19019"/>
                </a:lnTo>
                <a:lnTo>
                  <a:pt x="1266744" y="18967"/>
                </a:lnTo>
                <a:lnTo>
                  <a:pt x="1267090" y="18906"/>
                </a:lnTo>
                <a:lnTo>
                  <a:pt x="1267430" y="18835"/>
                </a:lnTo>
                <a:lnTo>
                  <a:pt x="1267764" y="18755"/>
                </a:lnTo>
                <a:lnTo>
                  <a:pt x="1268092" y="18666"/>
                </a:lnTo>
                <a:lnTo>
                  <a:pt x="1268414" y="18567"/>
                </a:lnTo>
                <a:lnTo>
                  <a:pt x="1268729" y="18459"/>
                </a:lnTo>
                <a:lnTo>
                  <a:pt x="1269038" y="18341"/>
                </a:lnTo>
                <a:lnTo>
                  <a:pt x="1269341" y="18214"/>
                </a:lnTo>
                <a:lnTo>
                  <a:pt x="1269638" y="18077"/>
                </a:lnTo>
                <a:lnTo>
                  <a:pt x="1269929" y="17931"/>
                </a:lnTo>
                <a:lnTo>
                  <a:pt x="1270214" y="17776"/>
                </a:lnTo>
                <a:lnTo>
                  <a:pt x="1270492" y="17611"/>
                </a:lnTo>
                <a:lnTo>
                  <a:pt x="1270765" y="17437"/>
                </a:lnTo>
                <a:lnTo>
                  <a:pt x="1271031" y="17253"/>
                </a:lnTo>
                <a:lnTo>
                  <a:pt x="1271291" y="17060"/>
                </a:lnTo>
                <a:lnTo>
                  <a:pt x="1271544" y="16857"/>
                </a:lnTo>
                <a:lnTo>
                  <a:pt x="1271792" y="16645"/>
                </a:lnTo>
                <a:lnTo>
                  <a:pt x="1272034" y="16424"/>
                </a:lnTo>
                <a:lnTo>
                  <a:pt x="1272267" y="16195"/>
                </a:lnTo>
                <a:lnTo>
                  <a:pt x="1272490" y="15962"/>
                </a:lnTo>
                <a:lnTo>
                  <a:pt x="1272704" y="15724"/>
                </a:lnTo>
                <a:lnTo>
                  <a:pt x="1272908" y="15480"/>
                </a:lnTo>
                <a:lnTo>
                  <a:pt x="1273101" y="15232"/>
                </a:lnTo>
                <a:lnTo>
                  <a:pt x="1273285" y="14978"/>
                </a:lnTo>
                <a:lnTo>
                  <a:pt x="1273459" y="14720"/>
                </a:lnTo>
                <a:lnTo>
                  <a:pt x="1273623" y="14457"/>
                </a:lnTo>
                <a:lnTo>
                  <a:pt x="1273777" y="14188"/>
                </a:lnTo>
                <a:lnTo>
                  <a:pt x="1273921" y="13915"/>
                </a:lnTo>
                <a:lnTo>
                  <a:pt x="1274055" y="13637"/>
                </a:lnTo>
                <a:lnTo>
                  <a:pt x="1274179" y="13354"/>
                </a:lnTo>
                <a:lnTo>
                  <a:pt x="1274293" y="13066"/>
                </a:lnTo>
                <a:lnTo>
                  <a:pt x="1274398" y="12773"/>
                </a:lnTo>
                <a:lnTo>
                  <a:pt x="1274492" y="12474"/>
                </a:lnTo>
                <a:lnTo>
                  <a:pt x="1274576" y="12171"/>
                </a:lnTo>
                <a:lnTo>
                  <a:pt x="1274651" y="11863"/>
                </a:lnTo>
                <a:lnTo>
                  <a:pt x="1274715" y="11550"/>
                </a:lnTo>
                <a:lnTo>
                  <a:pt x="1274770" y="11233"/>
                </a:lnTo>
                <a:lnTo>
                  <a:pt x="1274815" y="10910"/>
                </a:lnTo>
                <a:lnTo>
                  <a:pt x="1274849" y="10582"/>
                </a:lnTo>
                <a:lnTo>
                  <a:pt x="1274874" y="10249"/>
                </a:lnTo>
                <a:lnTo>
                  <a:pt x="1274889" y="9911"/>
                </a:lnTo>
                <a:lnTo>
                  <a:pt x="1274894" y="9568"/>
                </a:lnTo>
                <a:lnTo>
                  <a:pt x="1274889" y="9226"/>
                </a:lnTo>
                <a:lnTo>
                  <a:pt x="1274874" y="8888"/>
                </a:lnTo>
                <a:lnTo>
                  <a:pt x="1274849" y="8555"/>
                </a:lnTo>
                <a:lnTo>
                  <a:pt x="1274815" y="8227"/>
                </a:lnTo>
                <a:lnTo>
                  <a:pt x="1274770" y="7904"/>
                </a:lnTo>
                <a:lnTo>
                  <a:pt x="1274715" y="7586"/>
                </a:lnTo>
                <a:lnTo>
                  <a:pt x="1274651" y="7273"/>
                </a:lnTo>
                <a:lnTo>
                  <a:pt x="1274576" y="6965"/>
                </a:lnTo>
                <a:lnTo>
                  <a:pt x="1274492" y="6662"/>
                </a:lnTo>
                <a:lnTo>
                  <a:pt x="1274398" y="6364"/>
                </a:lnTo>
                <a:lnTo>
                  <a:pt x="1274293" y="6071"/>
                </a:lnTo>
                <a:lnTo>
                  <a:pt x="1274179" y="5783"/>
                </a:lnTo>
                <a:lnTo>
                  <a:pt x="1274055" y="5500"/>
                </a:lnTo>
                <a:lnTo>
                  <a:pt x="1273921" y="5222"/>
                </a:lnTo>
                <a:lnTo>
                  <a:pt x="1273777" y="4948"/>
                </a:lnTo>
                <a:lnTo>
                  <a:pt x="1273623" y="4680"/>
                </a:lnTo>
                <a:lnTo>
                  <a:pt x="1273459" y="4417"/>
                </a:lnTo>
                <a:lnTo>
                  <a:pt x="1273285" y="4158"/>
                </a:lnTo>
                <a:lnTo>
                  <a:pt x="1273101" y="3905"/>
                </a:lnTo>
                <a:lnTo>
                  <a:pt x="1272908" y="3657"/>
                </a:lnTo>
                <a:lnTo>
                  <a:pt x="1272704" y="3413"/>
                </a:lnTo>
                <a:lnTo>
                  <a:pt x="1272490" y="3175"/>
                </a:lnTo>
                <a:lnTo>
                  <a:pt x="1272267" y="2941"/>
                </a:lnTo>
                <a:lnTo>
                  <a:pt x="1272034" y="2713"/>
                </a:lnTo>
                <a:lnTo>
                  <a:pt x="1271792" y="2491"/>
                </a:lnTo>
                <a:lnTo>
                  <a:pt x="1271544" y="2279"/>
                </a:lnTo>
                <a:lnTo>
                  <a:pt x="1271291" y="2077"/>
                </a:lnTo>
                <a:lnTo>
                  <a:pt x="1271031" y="1884"/>
                </a:lnTo>
                <a:lnTo>
                  <a:pt x="1270765" y="1700"/>
                </a:lnTo>
                <a:lnTo>
                  <a:pt x="1270492" y="1526"/>
                </a:lnTo>
                <a:lnTo>
                  <a:pt x="1270214" y="1361"/>
                </a:lnTo>
                <a:lnTo>
                  <a:pt x="1269929" y="1206"/>
                </a:lnTo>
                <a:lnTo>
                  <a:pt x="1269638" y="1060"/>
                </a:lnTo>
                <a:lnTo>
                  <a:pt x="1269341" y="923"/>
                </a:lnTo>
                <a:lnTo>
                  <a:pt x="1269038" y="796"/>
                </a:lnTo>
                <a:lnTo>
                  <a:pt x="1268729" y="678"/>
                </a:lnTo>
                <a:lnTo>
                  <a:pt x="1268414" y="570"/>
                </a:lnTo>
                <a:lnTo>
                  <a:pt x="1268092" y="471"/>
                </a:lnTo>
                <a:lnTo>
                  <a:pt x="1267764" y="381"/>
                </a:lnTo>
                <a:lnTo>
                  <a:pt x="1267430" y="301"/>
                </a:lnTo>
                <a:lnTo>
                  <a:pt x="1267090" y="231"/>
                </a:lnTo>
                <a:lnTo>
                  <a:pt x="1266744" y="170"/>
                </a:lnTo>
                <a:lnTo>
                  <a:pt x="1266391" y="118"/>
                </a:lnTo>
                <a:lnTo>
                  <a:pt x="1266033" y="75"/>
                </a:lnTo>
                <a:lnTo>
                  <a:pt x="1265668" y="42"/>
                </a:lnTo>
                <a:lnTo>
                  <a:pt x="1265297" y="19"/>
                </a:lnTo>
                <a:lnTo>
                  <a:pt x="1264920" y="5"/>
                </a:lnTo>
                <a:lnTo>
                  <a:pt x="1264537" y="0"/>
                </a:lnTo>
                <a:lnTo>
                  <a:pt x="1264153" y="5"/>
                </a:lnTo>
                <a:lnTo>
                  <a:pt x="1263777" y="19"/>
                </a:lnTo>
                <a:lnTo>
                  <a:pt x="1263406" y="42"/>
                </a:lnTo>
                <a:lnTo>
                  <a:pt x="1263042" y="75"/>
                </a:lnTo>
                <a:lnTo>
                  <a:pt x="1262684" y="118"/>
                </a:lnTo>
                <a:lnTo>
                  <a:pt x="1262333" y="170"/>
                </a:lnTo>
                <a:lnTo>
                  <a:pt x="1261987" y="231"/>
                </a:lnTo>
                <a:lnTo>
                  <a:pt x="1261649" y="301"/>
                </a:lnTo>
                <a:lnTo>
                  <a:pt x="1261316" y="381"/>
                </a:lnTo>
                <a:lnTo>
                  <a:pt x="1260990" y="471"/>
                </a:lnTo>
                <a:lnTo>
                  <a:pt x="1260670" y="570"/>
                </a:lnTo>
                <a:lnTo>
                  <a:pt x="1260357" y="678"/>
                </a:lnTo>
                <a:lnTo>
                  <a:pt x="1260050" y="796"/>
                </a:lnTo>
                <a:lnTo>
                  <a:pt x="1259749" y="923"/>
                </a:lnTo>
                <a:lnTo>
                  <a:pt x="1259454" y="1060"/>
                </a:lnTo>
                <a:lnTo>
                  <a:pt x="1259166" y="1206"/>
                </a:lnTo>
                <a:lnTo>
                  <a:pt x="1258884" y="1361"/>
                </a:lnTo>
                <a:lnTo>
                  <a:pt x="1258609" y="1526"/>
                </a:lnTo>
                <a:lnTo>
                  <a:pt x="1258340" y="1700"/>
                </a:lnTo>
                <a:lnTo>
                  <a:pt x="1258077" y="1884"/>
                </a:lnTo>
                <a:lnTo>
                  <a:pt x="1257820" y="2077"/>
                </a:lnTo>
                <a:lnTo>
                  <a:pt x="1257570" y="2279"/>
                </a:lnTo>
                <a:lnTo>
                  <a:pt x="1257327" y="2491"/>
                </a:lnTo>
                <a:lnTo>
                  <a:pt x="1257089" y="2713"/>
                </a:lnTo>
                <a:lnTo>
                  <a:pt x="1256860" y="2941"/>
                </a:lnTo>
                <a:lnTo>
                  <a:pt x="1256640" y="3175"/>
                </a:lnTo>
                <a:lnTo>
                  <a:pt x="1256430" y="3413"/>
                </a:lnTo>
                <a:lnTo>
                  <a:pt x="1256230" y="3657"/>
                </a:lnTo>
                <a:lnTo>
                  <a:pt x="1256040" y="3905"/>
                </a:lnTo>
                <a:lnTo>
                  <a:pt x="1255859" y="4158"/>
                </a:lnTo>
                <a:lnTo>
                  <a:pt x="1255688" y="4417"/>
                </a:lnTo>
                <a:lnTo>
                  <a:pt x="1255527" y="4680"/>
                </a:lnTo>
                <a:lnTo>
                  <a:pt x="1255376" y="4948"/>
                </a:lnTo>
                <a:lnTo>
                  <a:pt x="1255234" y="5222"/>
                </a:lnTo>
                <a:lnTo>
                  <a:pt x="1255103" y="5500"/>
                </a:lnTo>
                <a:lnTo>
                  <a:pt x="1254981" y="5783"/>
                </a:lnTo>
                <a:lnTo>
                  <a:pt x="1254868" y="6071"/>
                </a:lnTo>
                <a:lnTo>
                  <a:pt x="1254766" y="6364"/>
                </a:lnTo>
                <a:lnTo>
                  <a:pt x="1254673" y="6662"/>
                </a:lnTo>
                <a:lnTo>
                  <a:pt x="1254590" y="6965"/>
                </a:lnTo>
                <a:lnTo>
                  <a:pt x="1254517" y="7273"/>
                </a:lnTo>
                <a:lnTo>
                  <a:pt x="1254454" y="7586"/>
                </a:lnTo>
                <a:lnTo>
                  <a:pt x="1254400" y="7904"/>
                </a:lnTo>
                <a:lnTo>
                  <a:pt x="1254356" y="8227"/>
                </a:lnTo>
                <a:lnTo>
                  <a:pt x="1254322" y="8555"/>
                </a:lnTo>
                <a:lnTo>
                  <a:pt x="1254297" y="8888"/>
                </a:lnTo>
                <a:lnTo>
                  <a:pt x="1254283" y="9226"/>
                </a:lnTo>
                <a:lnTo>
                  <a:pt x="1254278" y="9568"/>
                </a:lnTo>
                <a:lnTo>
                  <a:pt x="1254283" y="9911"/>
                </a:lnTo>
                <a:lnTo>
                  <a:pt x="1254297" y="10249"/>
                </a:lnTo>
                <a:lnTo>
                  <a:pt x="1254322" y="10582"/>
                </a:lnTo>
                <a:lnTo>
                  <a:pt x="1254356" y="10910"/>
                </a:lnTo>
                <a:lnTo>
                  <a:pt x="1254400" y="11233"/>
                </a:lnTo>
                <a:lnTo>
                  <a:pt x="1254454" y="11550"/>
                </a:lnTo>
                <a:lnTo>
                  <a:pt x="1254517" y="11863"/>
                </a:lnTo>
                <a:lnTo>
                  <a:pt x="1254590" y="12171"/>
                </a:lnTo>
                <a:lnTo>
                  <a:pt x="1254673" y="12474"/>
                </a:lnTo>
                <a:lnTo>
                  <a:pt x="1254766" y="12773"/>
                </a:lnTo>
                <a:lnTo>
                  <a:pt x="1254868" y="13066"/>
                </a:lnTo>
                <a:lnTo>
                  <a:pt x="1254981" y="13354"/>
                </a:lnTo>
                <a:lnTo>
                  <a:pt x="1255103" y="13637"/>
                </a:lnTo>
                <a:lnTo>
                  <a:pt x="1255234" y="13915"/>
                </a:lnTo>
                <a:lnTo>
                  <a:pt x="1255376" y="14188"/>
                </a:lnTo>
                <a:lnTo>
                  <a:pt x="1255527" y="14457"/>
                </a:lnTo>
                <a:lnTo>
                  <a:pt x="1255688" y="14720"/>
                </a:lnTo>
                <a:lnTo>
                  <a:pt x="1255859" y="14978"/>
                </a:lnTo>
                <a:lnTo>
                  <a:pt x="1256040" y="15232"/>
                </a:lnTo>
                <a:lnTo>
                  <a:pt x="1256230" y="15480"/>
                </a:lnTo>
                <a:lnTo>
                  <a:pt x="1256430" y="15724"/>
                </a:lnTo>
                <a:lnTo>
                  <a:pt x="1256640" y="15962"/>
                </a:lnTo>
                <a:lnTo>
                  <a:pt x="1256860" y="16195"/>
                </a:lnTo>
                <a:lnTo>
                  <a:pt x="1257089" y="16424"/>
                </a:lnTo>
                <a:lnTo>
                  <a:pt x="1257327" y="16645"/>
                </a:lnTo>
                <a:lnTo>
                  <a:pt x="1257570" y="16857"/>
                </a:lnTo>
                <a:lnTo>
                  <a:pt x="1257820" y="17060"/>
                </a:lnTo>
                <a:lnTo>
                  <a:pt x="1258077" y="17253"/>
                </a:lnTo>
                <a:lnTo>
                  <a:pt x="1258340" y="17437"/>
                </a:lnTo>
                <a:lnTo>
                  <a:pt x="1258609" y="17611"/>
                </a:lnTo>
                <a:lnTo>
                  <a:pt x="1258884" y="17776"/>
                </a:lnTo>
                <a:lnTo>
                  <a:pt x="1259166" y="17931"/>
                </a:lnTo>
                <a:lnTo>
                  <a:pt x="1259454" y="18077"/>
                </a:lnTo>
                <a:lnTo>
                  <a:pt x="1259749" y="18214"/>
                </a:lnTo>
                <a:lnTo>
                  <a:pt x="1260050" y="18341"/>
                </a:lnTo>
                <a:lnTo>
                  <a:pt x="1260357" y="18459"/>
                </a:lnTo>
                <a:lnTo>
                  <a:pt x="1260670" y="18567"/>
                </a:lnTo>
                <a:lnTo>
                  <a:pt x="1260990" y="18666"/>
                </a:lnTo>
                <a:lnTo>
                  <a:pt x="1261316" y="18755"/>
                </a:lnTo>
                <a:lnTo>
                  <a:pt x="1261649" y="18835"/>
                </a:lnTo>
                <a:lnTo>
                  <a:pt x="1261987" y="18906"/>
                </a:lnTo>
                <a:lnTo>
                  <a:pt x="1262333" y="18967"/>
                </a:lnTo>
                <a:lnTo>
                  <a:pt x="1262684" y="19019"/>
                </a:lnTo>
                <a:lnTo>
                  <a:pt x="1263042" y="19061"/>
                </a:lnTo>
                <a:lnTo>
                  <a:pt x="1263406" y="19094"/>
                </a:lnTo>
                <a:lnTo>
                  <a:pt x="1263777" y="19118"/>
                </a:lnTo>
                <a:lnTo>
                  <a:pt x="1264153" y="19132"/>
                </a:lnTo>
                <a:lnTo>
                  <a:pt x="1264537" y="19137"/>
                </a:lnTo>
                <a:lnTo>
                  <a:pt x="1264920" y="19132"/>
                </a:lnTo>
                <a:lnTo>
                  <a:pt x="1265297" y="19118"/>
                </a:lnTo>
                <a:lnTo>
                  <a:pt x="1265668" y="19094"/>
                </a:lnTo>
                <a:lnTo>
                  <a:pt x="1266033" y="19061"/>
                </a:lnTo>
                <a:close/>
                <a:moveTo>
                  <a:pt x="1474273" y="44154"/>
                </a:moveTo>
                <a:lnTo>
                  <a:pt x="1474647" y="43819"/>
                </a:lnTo>
                <a:lnTo>
                  <a:pt x="1475028" y="43499"/>
                </a:lnTo>
                <a:lnTo>
                  <a:pt x="1475417" y="43193"/>
                </a:lnTo>
                <a:lnTo>
                  <a:pt x="1475813" y="42903"/>
                </a:lnTo>
                <a:lnTo>
                  <a:pt x="1476217" y="42627"/>
                </a:lnTo>
                <a:lnTo>
                  <a:pt x="1476628" y="42366"/>
                </a:lnTo>
                <a:lnTo>
                  <a:pt x="1477046" y="42121"/>
                </a:lnTo>
                <a:lnTo>
                  <a:pt x="1477472" y="41890"/>
                </a:lnTo>
                <a:lnTo>
                  <a:pt x="1477905" y="41674"/>
                </a:lnTo>
                <a:lnTo>
                  <a:pt x="1478345" y="41472"/>
                </a:lnTo>
                <a:lnTo>
                  <a:pt x="1478793" y="41286"/>
                </a:lnTo>
                <a:lnTo>
                  <a:pt x="1479248" y="41115"/>
                </a:lnTo>
                <a:lnTo>
                  <a:pt x="1479710" y="40958"/>
                </a:lnTo>
                <a:lnTo>
                  <a:pt x="1480180" y="40817"/>
                </a:lnTo>
                <a:lnTo>
                  <a:pt x="1480657" y="40690"/>
                </a:lnTo>
                <a:lnTo>
                  <a:pt x="1481140" y="40573"/>
                </a:lnTo>
                <a:lnTo>
                  <a:pt x="1481627" y="40462"/>
                </a:lnTo>
                <a:lnTo>
                  <a:pt x="1482118" y="40355"/>
                </a:lnTo>
                <a:lnTo>
                  <a:pt x="1482613" y="40253"/>
                </a:lnTo>
                <a:lnTo>
                  <a:pt x="1483111" y="40156"/>
                </a:lnTo>
                <a:lnTo>
                  <a:pt x="1483614" y="40064"/>
                </a:lnTo>
                <a:lnTo>
                  <a:pt x="1484120" y="39978"/>
                </a:lnTo>
                <a:lnTo>
                  <a:pt x="1484631" y="39896"/>
                </a:lnTo>
                <a:lnTo>
                  <a:pt x="1485145" y="39819"/>
                </a:lnTo>
                <a:lnTo>
                  <a:pt x="1485663" y="39747"/>
                </a:lnTo>
                <a:lnTo>
                  <a:pt x="1486185" y="39680"/>
                </a:lnTo>
                <a:lnTo>
                  <a:pt x="1486712" y="39617"/>
                </a:lnTo>
                <a:lnTo>
                  <a:pt x="1487242" y="39560"/>
                </a:lnTo>
                <a:lnTo>
                  <a:pt x="1487776" y="39508"/>
                </a:lnTo>
                <a:lnTo>
                  <a:pt x="1488314" y="39461"/>
                </a:lnTo>
                <a:lnTo>
                  <a:pt x="1488856" y="39419"/>
                </a:lnTo>
                <a:lnTo>
                  <a:pt x="1489402" y="39382"/>
                </a:lnTo>
                <a:lnTo>
                  <a:pt x="1489951" y="39349"/>
                </a:lnTo>
                <a:lnTo>
                  <a:pt x="1490505" y="39322"/>
                </a:lnTo>
                <a:lnTo>
                  <a:pt x="1491063" y="39300"/>
                </a:lnTo>
                <a:lnTo>
                  <a:pt x="1491625" y="39282"/>
                </a:lnTo>
                <a:lnTo>
                  <a:pt x="1492190" y="39270"/>
                </a:lnTo>
                <a:lnTo>
                  <a:pt x="1492760" y="39262"/>
                </a:lnTo>
                <a:lnTo>
                  <a:pt x="1493333" y="39260"/>
                </a:lnTo>
                <a:lnTo>
                  <a:pt x="1493333" y="25351"/>
                </a:lnTo>
                <a:lnTo>
                  <a:pt x="1492436" y="25381"/>
                </a:lnTo>
                <a:lnTo>
                  <a:pt x="1491552" y="25422"/>
                </a:lnTo>
                <a:lnTo>
                  <a:pt x="1490683" y="25473"/>
                </a:lnTo>
                <a:lnTo>
                  <a:pt x="1489827" y="25535"/>
                </a:lnTo>
                <a:lnTo>
                  <a:pt x="1488985" y="25607"/>
                </a:lnTo>
                <a:lnTo>
                  <a:pt x="1488157" y="25690"/>
                </a:lnTo>
                <a:lnTo>
                  <a:pt x="1487343" y="25784"/>
                </a:lnTo>
                <a:lnTo>
                  <a:pt x="1486543" y="25888"/>
                </a:lnTo>
                <a:lnTo>
                  <a:pt x="1485757" y="26003"/>
                </a:lnTo>
                <a:lnTo>
                  <a:pt x="1484984" y="26129"/>
                </a:lnTo>
                <a:lnTo>
                  <a:pt x="1484226" y="26265"/>
                </a:lnTo>
                <a:lnTo>
                  <a:pt x="1483481" y="26412"/>
                </a:lnTo>
                <a:lnTo>
                  <a:pt x="1482750" y="26569"/>
                </a:lnTo>
                <a:lnTo>
                  <a:pt x="1482033" y="26737"/>
                </a:lnTo>
                <a:lnTo>
                  <a:pt x="1481330" y="26916"/>
                </a:lnTo>
                <a:lnTo>
                  <a:pt x="1480641" y="27105"/>
                </a:lnTo>
                <a:lnTo>
                  <a:pt x="1479966" y="27305"/>
                </a:lnTo>
                <a:lnTo>
                  <a:pt x="1479304" y="27515"/>
                </a:lnTo>
                <a:lnTo>
                  <a:pt x="1478657" y="27736"/>
                </a:lnTo>
                <a:lnTo>
                  <a:pt x="1478023" y="27968"/>
                </a:lnTo>
                <a:lnTo>
                  <a:pt x="1477403" y="28210"/>
                </a:lnTo>
                <a:lnTo>
                  <a:pt x="1476797" y="28463"/>
                </a:lnTo>
                <a:lnTo>
                  <a:pt x="1476205" y="28727"/>
                </a:lnTo>
                <a:lnTo>
                  <a:pt x="1475627" y="29001"/>
                </a:lnTo>
                <a:lnTo>
                  <a:pt x="1475060" y="29291"/>
                </a:lnTo>
                <a:lnTo>
                  <a:pt x="1474502" y="29601"/>
                </a:lnTo>
                <a:lnTo>
                  <a:pt x="1473954" y="29932"/>
                </a:lnTo>
                <a:lnTo>
                  <a:pt x="1473414" y="30283"/>
                </a:lnTo>
                <a:lnTo>
                  <a:pt x="1472884" y="30655"/>
                </a:lnTo>
                <a:lnTo>
                  <a:pt x="1472362" y="31048"/>
                </a:lnTo>
                <a:lnTo>
                  <a:pt x="1471850" y="31461"/>
                </a:lnTo>
                <a:lnTo>
                  <a:pt x="1471347" y="31895"/>
                </a:lnTo>
                <a:lnTo>
                  <a:pt x="1470853" y="32349"/>
                </a:lnTo>
                <a:lnTo>
                  <a:pt x="1470367" y="32823"/>
                </a:lnTo>
                <a:lnTo>
                  <a:pt x="1469891" y="33319"/>
                </a:lnTo>
                <a:lnTo>
                  <a:pt x="1469425" y="33835"/>
                </a:lnTo>
                <a:lnTo>
                  <a:pt x="1468967" y="34371"/>
                </a:lnTo>
                <a:lnTo>
                  <a:pt x="1468518" y="34928"/>
                </a:lnTo>
                <a:lnTo>
                  <a:pt x="1468078" y="35505"/>
                </a:lnTo>
                <a:lnTo>
                  <a:pt x="1467648" y="36103"/>
                </a:lnTo>
                <a:lnTo>
                  <a:pt x="1467226" y="36722"/>
                </a:lnTo>
                <a:lnTo>
                  <a:pt x="1466814" y="37361"/>
                </a:lnTo>
                <a:lnTo>
                  <a:pt x="1466410" y="38021"/>
                </a:lnTo>
                <a:lnTo>
                  <a:pt x="1466016" y="38701"/>
                </a:lnTo>
                <a:lnTo>
                  <a:pt x="1465631" y="39402"/>
                </a:lnTo>
                <a:lnTo>
                  <a:pt x="1465254" y="40123"/>
                </a:lnTo>
                <a:lnTo>
                  <a:pt x="1464972" y="40694"/>
                </a:lnTo>
                <a:lnTo>
                  <a:pt x="1464349" y="40421"/>
                </a:lnTo>
                <a:lnTo>
                  <a:pt x="1463601" y="40115"/>
                </a:lnTo>
                <a:lnTo>
                  <a:pt x="1462840" y="39826"/>
                </a:lnTo>
                <a:lnTo>
                  <a:pt x="1462064" y="39551"/>
                </a:lnTo>
                <a:lnTo>
                  <a:pt x="1461274" y="39293"/>
                </a:lnTo>
                <a:lnTo>
                  <a:pt x="1460470" y="39050"/>
                </a:lnTo>
                <a:lnTo>
                  <a:pt x="1459651" y="38823"/>
                </a:lnTo>
                <a:lnTo>
                  <a:pt x="1458817" y="38611"/>
                </a:lnTo>
                <a:lnTo>
                  <a:pt x="1457970" y="38415"/>
                </a:lnTo>
                <a:lnTo>
                  <a:pt x="1457108" y="38235"/>
                </a:lnTo>
                <a:lnTo>
                  <a:pt x="1456231" y="38070"/>
                </a:lnTo>
                <a:lnTo>
                  <a:pt x="1455340" y="37922"/>
                </a:lnTo>
                <a:lnTo>
                  <a:pt x="1454435" y="37788"/>
                </a:lnTo>
                <a:lnTo>
                  <a:pt x="1453515" y="37671"/>
                </a:lnTo>
                <a:lnTo>
                  <a:pt x="1452581" y="37569"/>
                </a:lnTo>
                <a:lnTo>
                  <a:pt x="1451633" y="37483"/>
                </a:lnTo>
                <a:lnTo>
                  <a:pt x="1450670" y="37412"/>
                </a:lnTo>
                <a:lnTo>
                  <a:pt x="1449693" y="37358"/>
                </a:lnTo>
                <a:lnTo>
                  <a:pt x="1448701" y="37318"/>
                </a:lnTo>
                <a:lnTo>
                  <a:pt x="1447695" y="37295"/>
                </a:lnTo>
                <a:lnTo>
                  <a:pt x="1446675" y="37287"/>
                </a:lnTo>
                <a:lnTo>
                  <a:pt x="1445679" y="37295"/>
                </a:lnTo>
                <a:lnTo>
                  <a:pt x="1444695" y="37318"/>
                </a:lnTo>
                <a:lnTo>
                  <a:pt x="1443724" y="37358"/>
                </a:lnTo>
                <a:lnTo>
                  <a:pt x="1442766" y="37412"/>
                </a:lnTo>
                <a:lnTo>
                  <a:pt x="1441821" y="37483"/>
                </a:lnTo>
                <a:lnTo>
                  <a:pt x="1440889" y="37569"/>
                </a:lnTo>
                <a:lnTo>
                  <a:pt x="1439970" y="37671"/>
                </a:lnTo>
                <a:lnTo>
                  <a:pt x="1439063" y="37788"/>
                </a:lnTo>
                <a:lnTo>
                  <a:pt x="1438169" y="37922"/>
                </a:lnTo>
                <a:lnTo>
                  <a:pt x="1437289" y="38070"/>
                </a:lnTo>
                <a:lnTo>
                  <a:pt x="1436421" y="38235"/>
                </a:lnTo>
                <a:lnTo>
                  <a:pt x="1435565" y="38415"/>
                </a:lnTo>
                <a:lnTo>
                  <a:pt x="1434723" y="38611"/>
                </a:lnTo>
                <a:lnTo>
                  <a:pt x="1433894" y="38823"/>
                </a:lnTo>
                <a:lnTo>
                  <a:pt x="1433077" y="39050"/>
                </a:lnTo>
                <a:lnTo>
                  <a:pt x="1432273" y="39293"/>
                </a:lnTo>
                <a:lnTo>
                  <a:pt x="1431482" y="39551"/>
                </a:lnTo>
                <a:lnTo>
                  <a:pt x="1430704" y="39826"/>
                </a:lnTo>
                <a:lnTo>
                  <a:pt x="1429939" y="40115"/>
                </a:lnTo>
                <a:lnTo>
                  <a:pt x="1429186" y="40421"/>
                </a:lnTo>
                <a:lnTo>
                  <a:pt x="1428447" y="40742"/>
                </a:lnTo>
                <a:lnTo>
                  <a:pt x="1427720" y="41079"/>
                </a:lnTo>
                <a:lnTo>
                  <a:pt x="1427006" y="41432"/>
                </a:lnTo>
                <a:lnTo>
                  <a:pt x="1426305" y="41800"/>
                </a:lnTo>
                <a:lnTo>
                  <a:pt x="1425618" y="42181"/>
                </a:lnTo>
                <a:lnTo>
                  <a:pt x="1424944" y="42573"/>
                </a:lnTo>
                <a:lnTo>
                  <a:pt x="1424285" y="42976"/>
                </a:lnTo>
                <a:lnTo>
                  <a:pt x="1423639" y="43390"/>
                </a:lnTo>
                <a:lnTo>
                  <a:pt x="1423008" y="43814"/>
                </a:lnTo>
                <a:lnTo>
                  <a:pt x="1422390" y="44249"/>
                </a:lnTo>
                <a:lnTo>
                  <a:pt x="1421787" y="44696"/>
                </a:lnTo>
                <a:lnTo>
                  <a:pt x="1421198" y="45152"/>
                </a:lnTo>
                <a:lnTo>
                  <a:pt x="1420622" y="45620"/>
                </a:lnTo>
                <a:lnTo>
                  <a:pt x="1420061" y="46099"/>
                </a:lnTo>
                <a:lnTo>
                  <a:pt x="1419514" y="46588"/>
                </a:lnTo>
                <a:lnTo>
                  <a:pt x="1418981" y="47088"/>
                </a:lnTo>
                <a:lnTo>
                  <a:pt x="1418462" y="47599"/>
                </a:lnTo>
                <a:lnTo>
                  <a:pt x="1417957" y="48121"/>
                </a:lnTo>
                <a:lnTo>
                  <a:pt x="1417466" y="48653"/>
                </a:lnTo>
                <a:lnTo>
                  <a:pt x="1416989" y="49197"/>
                </a:lnTo>
                <a:lnTo>
                  <a:pt x="1416526" y="49751"/>
                </a:lnTo>
                <a:lnTo>
                  <a:pt x="1416077" y="50316"/>
                </a:lnTo>
                <a:lnTo>
                  <a:pt x="1415642" y="50892"/>
                </a:lnTo>
                <a:lnTo>
                  <a:pt x="1415222" y="51478"/>
                </a:lnTo>
                <a:lnTo>
                  <a:pt x="1414815" y="52076"/>
                </a:lnTo>
                <a:lnTo>
                  <a:pt x="1414422" y="52684"/>
                </a:lnTo>
                <a:lnTo>
                  <a:pt x="1414044" y="53303"/>
                </a:lnTo>
                <a:lnTo>
                  <a:pt x="1413679" y="53933"/>
                </a:lnTo>
                <a:lnTo>
                  <a:pt x="1413329" y="54571"/>
                </a:lnTo>
                <a:lnTo>
                  <a:pt x="1412994" y="55215"/>
                </a:lnTo>
                <a:lnTo>
                  <a:pt x="1412673" y="55865"/>
                </a:lnTo>
                <a:lnTo>
                  <a:pt x="1412368" y="56520"/>
                </a:lnTo>
                <a:lnTo>
                  <a:pt x="1412077" y="57182"/>
                </a:lnTo>
                <a:lnTo>
                  <a:pt x="1411802" y="57850"/>
                </a:lnTo>
                <a:lnTo>
                  <a:pt x="1411541" y="58523"/>
                </a:lnTo>
                <a:lnTo>
                  <a:pt x="1411295" y="59203"/>
                </a:lnTo>
                <a:lnTo>
                  <a:pt x="1411064" y="59888"/>
                </a:lnTo>
                <a:lnTo>
                  <a:pt x="1410848" y="60579"/>
                </a:lnTo>
                <a:lnTo>
                  <a:pt x="1410647" y="61276"/>
                </a:lnTo>
                <a:lnTo>
                  <a:pt x="1410461" y="61979"/>
                </a:lnTo>
                <a:lnTo>
                  <a:pt x="1410289" y="62688"/>
                </a:lnTo>
                <a:lnTo>
                  <a:pt x="1410133" y="63403"/>
                </a:lnTo>
                <a:lnTo>
                  <a:pt x="1409991" y="64124"/>
                </a:lnTo>
                <a:lnTo>
                  <a:pt x="1409865" y="64851"/>
                </a:lnTo>
                <a:lnTo>
                  <a:pt x="1409753" y="65584"/>
                </a:lnTo>
                <a:lnTo>
                  <a:pt x="1409656" y="66322"/>
                </a:lnTo>
                <a:lnTo>
                  <a:pt x="1409574" y="67067"/>
                </a:lnTo>
                <a:lnTo>
                  <a:pt x="1409507" y="67817"/>
                </a:lnTo>
                <a:lnTo>
                  <a:pt x="1409455" y="68573"/>
                </a:lnTo>
                <a:lnTo>
                  <a:pt x="1409418" y="69336"/>
                </a:lnTo>
                <a:lnTo>
                  <a:pt x="1409395" y="70104"/>
                </a:lnTo>
                <a:lnTo>
                  <a:pt x="1409388" y="70878"/>
                </a:lnTo>
                <a:lnTo>
                  <a:pt x="1409395" y="71611"/>
                </a:lnTo>
                <a:lnTo>
                  <a:pt x="1409417" y="72340"/>
                </a:lnTo>
                <a:lnTo>
                  <a:pt x="1409454" y="73064"/>
                </a:lnTo>
                <a:lnTo>
                  <a:pt x="1409506" y="73784"/>
                </a:lnTo>
                <a:lnTo>
                  <a:pt x="1409572" y="74500"/>
                </a:lnTo>
                <a:lnTo>
                  <a:pt x="1409653" y="75211"/>
                </a:lnTo>
                <a:lnTo>
                  <a:pt x="1409749" y="75918"/>
                </a:lnTo>
                <a:lnTo>
                  <a:pt x="1409859" y="76621"/>
                </a:lnTo>
                <a:lnTo>
                  <a:pt x="1409984" y="77319"/>
                </a:lnTo>
                <a:lnTo>
                  <a:pt x="1410124" y="78013"/>
                </a:lnTo>
                <a:lnTo>
                  <a:pt x="1410279" y="78702"/>
                </a:lnTo>
                <a:lnTo>
                  <a:pt x="1410448" y="79387"/>
                </a:lnTo>
                <a:lnTo>
                  <a:pt x="1410633" y="80068"/>
                </a:lnTo>
                <a:lnTo>
                  <a:pt x="1410831" y="80745"/>
                </a:lnTo>
                <a:lnTo>
                  <a:pt x="1411045" y="81417"/>
                </a:lnTo>
                <a:lnTo>
                  <a:pt x="1411273" y="82085"/>
                </a:lnTo>
                <a:lnTo>
                  <a:pt x="1411516" y="82748"/>
                </a:lnTo>
                <a:lnTo>
                  <a:pt x="1411774" y="83408"/>
                </a:lnTo>
                <a:lnTo>
                  <a:pt x="1412046" y="84062"/>
                </a:lnTo>
                <a:lnTo>
                  <a:pt x="1412334" y="84713"/>
                </a:lnTo>
                <a:lnTo>
                  <a:pt x="1412636" y="85359"/>
                </a:lnTo>
                <a:lnTo>
                  <a:pt x="1412952" y="86001"/>
                </a:lnTo>
                <a:lnTo>
                  <a:pt x="1413284" y="86638"/>
                </a:lnTo>
                <a:lnTo>
                  <a:pt x="1413630" y="87271"/>
                </a:lnTo>
                <a:lnTo>
                  <a:pt x="1413990" y="87897"/>
                </a:lnTo>
                <a:lnTo>
                  <a:pt x="1414364" y="88513"/>
                </a:lnTo>
                <a:lnTo>
                  <a:pt x="1414752" y="89118"/>
                </a:lnTo>
                <a:lnTo>
                  <a:pt x="1415154" y="89714"/>
                </a:lnTo>
                <a:lnTo>
                  <a:pt x="1415570" y="90300"/>
                </a:lnTo>
                <a:lnTo>
                  <a:pt x="1416000" y="90875"/>
                </a:lnTo>
                <a:lnTo>
                  <a:pt x="1416444" y="91440"/>
                </a:lnTo>
                <a:lnTo>
                  <a:pt x="1416901" y="91995"/>
                </a:lnTo>
                <a:lnTo>
                  <a:pt x="1417373" y="92541"/>
                </a:lnTo>
                <a:lnTo>
                  <a:pt x="1417858" y="93076"/>
                </a:lnTo>
                <a:lnTo>
                  <a:pt x="1418357" y="93600"/>
                </a:lnTo>
                <a:lnTo>
                  <a:pt x="1418870" y="94115"/>
                </a:lnTo>
                <a:lnTo>
                  <a:pt x="1419397" y="94620"/>
                </a:lnTo>
                <a:lnTo>
                  <a:pt x="1419938" y="95115"/>
                </a:lnTo>
                <a:lnTo>
                  <a:pt x="1420492" y="95599"/>
                </a:lnTo>
                <a:lnTo>
                  <a:pt x="1421061" y="96074"/>
                </a:lnTo>
                <a:lnTo>
                  <a:pt x="1421643" y="96538"/>
                </a:lnTo>
                <a:lnTo>
                  <a:pt x="1422239" y="96992"/>
                </a:lnTo>
                <a:lnTo>
                  <a:pt x="1422563" y="97228"/>
                </a:lnTo>
                <a:lnTo>
                  <a:pt x="1422378" y="97299"/>
                </a:lnTo>
                <a:lnTo>
                  <a:pt x="1421734" y="97560"/>
                </a:lnTo>
                <a:lnTo>
                  <a:pt x="1421106" y="97825"/>
                </a:lnTo>
                <a:lnTo>
                  <a:pt x="1420496" y="98096"/>
                </a:lnTo>
                <a:lnTo>
                  <a:pt x="1419903" y="98372"/>
                </a:lnTo>
                <a:lnTo>
                  <a:pt x="1419328" y="98654"/>
                </a:lnTo>
                <a:lnTo>
                  <a:pt x="1418770" y="98940"/>
                </a:lnTo>
                <a:lnTo>
                  <a:pt x="1418229" y="99232"/>
                </a:lnTo>
                <a:lnTo>
                  <a:pt x="1417705" y="99530"/>
                </a:lnTo>
                <a:lnTo>
                  <a:pt x="1417199" y="99833"/>
                </a:lnTo>
                <a:lnTo>
                  <a:pt x="1416710" y="100141"/>
                </a:lnTo>
                <a:lnTo>
                  <a:pt x="1416238" y="100454"/>
                </a:lnTo>
                <a:lnTo>
                  <a:pt x="1415784" y="100773"/>
                </a:lnTo>
                <a:lnTo>
                  <a:pt x="1415347" y="101097"/>
                </a:lnTo>
                <a:lnTo>
                  <a:pt x="1414927" y="101426"/>
                </a:lnTo>
                <a:lnTo>
                  <a:pt x="1414524" y="101761"/>
                </a:lnTo>
                <a:lnTo>
                  <a:pt x="1414139" y="102101"/>
                </a:lnTo>
                <a:lnTo>
                  <a:pt x="1413771" y="102446"/>
                </a:lnTo>
                <a:lnTo>
                  <a:pt x="1413420" y="102797"/>
                </a:lnTo>
                <a:lnTo>
                  <a:pt x="1413087" y="103153"/>
                </a:lnTo>
                <a:lnTo>
                  <a:pt x="1412769" y="103512"/>
                </a:lnTo>
                <a:lnTo>
                  <a:pt x="1412465" y="103874"/>
                </a:lnTo>
                <a:lnTo>
                  <a:pt x="1412174" y="104237"/>
                </a:lnTo>
                <a:lnTo>
                  <a:pt x="1411897" y="104602"/>
                </a:lnTo>
                <a:lnTo>
                  <a:pt x="1411633" y="104969"/>
                </a:lnTo>
                <a:lnTo>
                  <a:pt x="1411382" y="105338"/>
                </a:lnTo>
                <a:lnTo>
                  <a:pt x="1411146" y="105709"/>
                </a:lnTo>
                <a:lnTo>
                  <a:pt x="1410922" y="106082"/>
                </a:lnTo>
                <a:lnTo>
                  <a:pt x="1410713" y="106456"/>
                </a:lnTo>
                <a:lnTo>
                  <a:pt x="1410517" y="106833"/>
                </a:lnTo>
                <a:lnTo>
                  <a:pt x="1410334" y="107211"/>
                </a:lnTo>
                <a:lnTo>
                  <a:pt x="1410165" y="107592"/>
                </a:lnTo>
                <a:lnTo>
                  <a:pt x="1410009" y="107974"/>
                </a:lnTo>
                <a:lnTo>
                  <a:pt x="1409867" y="108358"/>
                </a:lnTo>
                <a:lnTo>
                  <a:pt x="1409739" y="108744"/>
                </a:lnTo>
                <a:lnTo>
                  <a:pt x="1409624" y="109132"/>
                </a:lnTo>
                <a:lnTo>
                  <a:pt x="1409522" y="109521"/>
                </a:lnTo>
                <a:lnTo>
                  <a:pt x="1409434" y="109913"/>
                </a:lnTo>
                <a:lnTo>
                  <a:pt x="1409360" y="110306"/>
                </a:lnTo>
                <a:lnTo>
                  <a:pt x="1409299" y="110702"/>
                </a:lnTo>
                <a:lnTo>
                  <a:pt x="1409252" y="111099"/>
                </a:lnTo>
                <a:lnTo>
                  <a:pt x="1409218" y="111498"/>
                </a:lnTo>
                <a:lnTo>
                  <a:pt x="1409197" y="111899"/>
                </a:lnTo>
                <a:lnTo>
                  <a:pt x="1409191" y="112302"/>
                </a:lnTo>
                <a:lnTo>
                  <a:pt x="1409195" y="112583"/>
                </a:lnTo>
                <a:lnTo>
                  <a:pt x="1409206" y="112865"/>
                </a:lnTo>
                <a:lnTo>
                  <a:pt x="1409226" y="113147"/>
                </a:lnTo>
                <a:lnTo>
                  <a:pt x="1409254" y="113431"/>
                </a:lnTo>
                <a:lnTo>
                  <a:pt x="1409289" y="113715"/>
                </a:lnTo>
                <a:lnTo>
                  <a:pt x="1409333" y="114000"/>
                </a:lnTo>
                <a:lnTo>
                  <a:pt x="1409384" y="114286"/>
                </a:lnTo>
                <a:lnTo>
                  <a:pt x="1409443" y="114573"/>
                </a:lnTo>
                <a:lnTo>
                  <a:pt x="1409510" y="114861"/>
                </a:lnTo>
                <a:lnTo>
                  <a:pt x="1409585" y="115150"/>
                </a:lnTo>
                <a:lnTo>
                  <a:pt x="1409667" y="115439"/>
                </a:lnTo>
                <a:lnTo>
                  <a:pt x="1409758" y="115730"/>
                </a:lnTo>
                <a:lnTo>
                  <a:pt x="1409856" y="116021"/>
                </a:lnTo>
                <a:lnTo>
                  <a:pt x="1409963" y="116313"/>
                </a:lnTo>
                <a:lnTo>
                  <a:pt x="1410077" y="116606"/>
                </a:lnTo>
                <a:lnTo>
                  <a:pt x="1410199" y="116900"/>
                </a:lnTo>
                <a:lnTo>
                  <a:pt x="1410329" y="117194"/>
                </a:lnTo>
                <a:lnTo>
                  <a:pt x="1410467" y="117490"/>
                </a:lnTo>
                <a:lnTo>
                  <a:pt x="1410613" y="117786"/>
                </a:lnTo>
                <a:lnTo>
                  <a:pt x="1410766" y="118083"/>
                </a:lnTo>
                <a:lnTo>
                  <a:pt x="1410928" y="118381"/>
                </a:lnTo>
                <a:lnTo>
                  <a:pt x="1411097" y="118680"/>
                </a:lnTo>
                <a:lnTo>
                  <a:pt x="1411274" y="118980"/>
                </a:lnTo>
                <a:lnTo>
                  <a:pt x="1411459" y="119281"/>
                </a:lnTo>
                <a:lnTo>
                  <a:pt x="1411654" y="119580"/>
                </a:lnTo>
                <a:lnTo>
                  <a:pt x="1411859" y="119878"/>
                </a:lnTo>
                <a:lnTo>
                  <a:pt x="1412075" y="120172"/>
                </a:lnTo>
                <a:lnTo>
                  <a:pt x="1412302" y="120465"/>
                </a:lnTo>
                <a:lnTo>
                  <a:pt x="1412540" y="120755"/>
                </a:lnTo>
                <a:lnTo>
                  <a:pt x="1412788" y="121043"/>
                </a:lnTo>
                <a:lnTo>
                  <a:pt x="1413047" y="121328"/>
                </a:lnTo>
                <a:lnTo>
                  <a:pt x="1413317" y="121611"/>
                </a:lnTo>
                <a:lnTo>
                  <a:pt x="1413598" y="121891"/>
                </a:lnTo>
                <a:lnTo>
                  <a:pt x="1413890" y="122169"/>
                </a:lnTo>
                <a:lnTo>
                  <a:pt x="1414192" y="122445"/>
                </a:lnTo>
                <a:lnTo>
                  <a:pt x="1414505" y="122718"/>
                </a:lnTo>
                <a:lnTo>
                  <a:pt x="1414829" y="122989"/>
                </a:lnTo>
                <a:lnTo>
                  <a:pt x="1415164" y="123257"/>
                </a:lnTo>
                <a:lnTo>
                  <a:pt x="1415509" y="123523"/>
                </a:lnTo>
                <a:lnTo>
                  <a:pt x="1415866" y="123787"/>
                </a:lnTo>
                <a:lnTo>
                  <a:pt x="1416233" y="124048"/>
                </a:lnTo>
                <a:lnTo>
                  <a:pt x="1416611" y="124307"/>
                </a:lnTo>
                <a:lnTo>
                  <a:pt x="1416999" y="124563"/>
                </a:lnTo>
                <a:lnTo>
                  <a:pt x="1417399" y="124817"/>
                </a:lnTo>
                <a:lnTo>
                  <a:pt x="1417809" y="125069"/>
                </a:lnTo>
                <a:lnTo>
                  <a:pt x="1418230" y="125318"/>
                </a:lnTo>
                <a:lnTo>
                  <a:pt x="1418662" y="125565"/>
                </a:lnTo>
                <a:lnTo>
                  <a:pt x="1419104" y="125810"/>
                </a:lnTo>
                <a:lnTo>
                  <a:pt x="1419559" y="126049"/>
                </a:lnTo>
                <a:lnTo>
                  <a:pt x="1420028" y="126282"/>
                </a:lnTo>
                <a:lnTo>
                  <a:pt x="1420511" y="126509"/>
                </a:lnTo>
                <a:lnTo>
                  <a:pt x="1420675" y="126581"/>
                </a:lnTo>
                <a:lnTo>
                  <a:pt x="1420184" y="126796"/>
                </a:lnTo>
                <a:lnTo>
                  <a:pt x="1419306" y="127206"/>
                </a:lnTo>
                <a:lnTo>
                  <a:pt x="1418455" y="127629"/>
                </a:lnTo>
                <a:lnTo>
                  <a:pt x="1417630" y="128065"/>
                </a:lnTo>
                <a:lnTo>
                  <a:pt x="1416833" y="128516"/>
                </a:lnTo>
                <a:lnTo>
                  <a:pt x="1416062" y="128980"/>
                </a:lnTo>
                <a:lnTo>
                  <a:pt x="1415318" y="129457"/>
                </a:lnTo>
                <a:lnTo>
                  <a:pt x="1414601" y="129948"/>
                </a:lnTo>
                <a:lnTo>
                  <a:pt x="1413911" y="130453"/>
                </a:lnTo>
                <a:lnTo>
                  <a:pt x="1413248" y="130971"/>
                </a:lnTo>
                <a:lnTo>
                  <a:pt x="1412611" y="131503"/>
                </a:lnTo>
                <a:lnTo>
                  <a:pt x="1412002" y="132049"/>
                </a:lnTo>
                <a:lnTo>
                  <a:pt x="1411418" y="132604"/>
                </a:lnTo>
                <a:lnTo>
                  <a:pt x="1410860" y="133166"/>
                </a:lnTo>
                <a:lnTo>
                  <a:pt x="1410326" y="133735"/>
                </a:lnTo>
                <a:lnTo>
                  <a:pt x="1409817" y="134310"/>
                </a:lnTo>
                <a:lnTo>
                  <a:pt x="1409333" y="134892"/>
                </a:lnTo>
                <a:lnTo>
                  <a:pt x="1408873" y="135481"/>
                </a:lnTo>
                <a:lnTo>
                  <a:pt x="1408439" y="136076"/>
                </a:lnTo>
                <a:lnTo>
                  <a:pt x="1408029" y="136678"/>
                </a:lnTo>
                <a:lnTo>
                  <a:pt x="1407644" y="137286"/>
                </a:lnTo>
                <a:lnTo>
                  <a:pt x="1407284" y="137901"/>
                </a:lnTo>
                <a:lnTo>
                  <a:pt x="1406949" y="138523"/>
                </a:lnTo>
                <a:lnTo>
                  <a:pt x="1406638" y="139151"/>
                </a:lnTo>
                <a:lnTo>
                  <a:pt x="1406353" y="139786"/>
                </a:lnTo>
                <a:lnTo>
                  <a:pt x="1406092" y="140428"/>
                </a:lnTo>
                <a:lnTo>
                  <a:pt x="1405856" y="141076"/>
                </a:lnTo>
                <a:lnTo>
                  <a:pt x="1405645" y="141731"/>
                </a:lnTo>
                <a:lnTo>
                  <a:pt x="1405459" y="142392"/>
                </a:lnTo>
                <a:lnTo>
                  <a:pt x="1405297" y="143061"/>
                </a:lnTo>
                <a:lnTo>
                  <a:pt x="1405161" y="143735"/>
                </a:lnTo>
                <a:lnTo>
                  <a:pt x="1405049" y="144417"/>
                </a:lnTo>
                <a:lnTo>
                  <a:pt x="1404962" y="145105"/>
                </a:lnTo>
                <a:lnTo>
                  <a:pt x="1404900" y="145800"/>
                </a:lnTo>
                <a:lnTo>
                  <a:pt x="1404863" y="146501"/>
                </a:lnTo>
                <a:lnTo>
                  <a:pt x="1404850" y="147209"/>
                </a:lnTo>
                <a:lnTo>
                  <a:pt x="1404858" y="147793"/>
                </a:lnTo>
                <a:lnTo>
                  <a:pt x="1404879" y="148373"/>
                </a:lnTo>
                <a:lnTo>
                  <a:pt x="1404915" y="148950"/>
                </a:lnTo>
                <a:lnTo>
                  <a:pt x="1404966" y="149523"/>
                </a:lnTo>
                <a:lnTo>
                  <a:pt x="1405030" y="150093"/>
                </a:lnTo>
                <a:lnTo>
                  <a:pt x="1405109" y="150659"/>
                </a:lnTo>
                <a:lnTo>
                  <a:pt x="1405203" y="151222"/>
                </a:lnTo>
                <a:lnTo>
                  <a:pt x="1405311" y="151781"/>
                </a:lnTo>
                <a:lnTo>
                  <a:pt x="1405433" y="152337"/>
                </a:lnTo>
                <a:lnTo>
                  <a:pt x="1405570" y="152889"/>
                </a:lnTo>
                <a:lnTo>
                  <a:pt x="1405721" y="153438"/>
                </a:lnTo>
                <a:lnTo>
                  <a:pt x="1405886" y="153984"/>
                </a:lnTo>
                <a:lnTo>
                  <a:pt x="1406066" y="154526"/>
                </a:lnTo>
                <a:lnTo>
                  <a:pt x="1406260" y="155064"/>
                </a:lnTo>
                <a:lnTo>
                  <a:pt x="1406469" y="155599"/>
                </a:lnTo>
                <a:lnTo>
                  <a:pt x="1406692" y="156131"/>
                </a:lnTo>
                <a:lnTo>
                  <a:pt x="1406929" y="156659"/>
                </a:lnTo>
                <a:lnTo>
                  <a:pt x="1407181" y="157183"/>
                </a:lnTo>
                <a:lnTo>
                  <a:pt x="1407447" y="157704"/>
                </a:lnTo>
                <a:lnTo>
                  <a:pt x="1407728" y="158222"/>
                </a:lnTo>
                <a:lnTo>
                  <a:pt x="1408022" y="158736"/>
                </a:lnTo>
                <a:lnTo>
                  <a:pt x="1408332" y="159247"/>
                </a:lnTo>
                <a:lnTo>
                  <a:pt x="1408655" y="159754"/>
                </a:lnTo>
                <a:lnTo>
                  <a:pt x="1408993" y="160258"/>
                </a:lnTo>
                <a:lnTo>
                  <a:pt x="1409348" y="160756"/>
                </a:lnTo>
                <a:lnTo>
                  <a:pt x="1409720" y="161245"/>
                </a:lnTo>
                <a:lnTo>
                  <a:pt x="1410110" y="161727"/>
                </a:lnTo>
                <a:lnTo>
                  <a:pt x="1410518" y="162199"/>
                </a:lnTo>
                <a:lnTo>
                  <a:pt x="1410944" y="162664"/>
                </a:lnTo>
                <a:lnTo>
                  <a:pt x="1411389" y="163120"/>
                </a:lnTo>
                <a:lnTo>
                  <a:pt x="1411851" y="163568"/>
                </a:lnTo>
                <a:lnTo>
                  <a:pt x="1412331" y="164007"/>
                </a:lnTo>
                <a:lnTo>
                  <a:pt x="1412829" y="164438"/>
                </a:lnTo>
                <a:lnTo>
                  <a:pt x="1413345" y="164861"/>
                </a:lnTo>
                <a:lnTo>
                  <a:pt x="1413879" y="165275"/>
                </a:lnTo>
                <a:lnTo>
                  <a:pt x="1414431" y="165681"/>
                </a:lnTo>
                <a:lnTo>
                  <a:pt x="1415001" y="166078"/>
                </a:lnTo>
                <a:lnTo>
                  <a:pt x="1415589" y="166467"/>
                </a:lnTo>
                <a:lnTo>
                  <a:pt x="1416195" y="166848"/>
                </a:lnTo>
                <a:lnTo>
                  <a:pt x="1416819" y="167220"/>
                </a:lnTo>
                <a:lnTo>
                  <a:pt x="1417461" y="167584"/>
                </a:lnTo>
                <a:lnTo>
                  <a:pt x="1418121" y="167940"/>
                </a:lnTo>
                <a:lnTo>
                  <a:pt x="1418799" y="168287"/>
                </a:lnTo>
                <a:lnTo>
                  <a:pt x="1419495" y="168626"/>
                </a:lnTo>
                <a:lnTo>
                  <a:pt x="1420209" y="168956"/>
                </a:lnTo>
                <a:lnTo>
                  <a:pt x="1420941" y="169278"/>
                </a:lnTo>
                <a:lnTo>
                  <a:pt x="1421690" y="169592"/>
                </a:lnTo>
                <a:lnTo>
                  <a:pt x="1422458" y="169897"/>
                </a:lnTo>
                <a:lnTo>
                  <a:pt x="1423246" y="170192"/>
                </a:lnTo>
                <a:lnTo>
                  <a:pt x="1424055" y="170474"/>
                </a:lnTo>
                <a:lnTo>
                  <a:pt x="1424886" y="170744"/>
                </a:lnTo>
                <a:lnTo>
                  <a:pt x="1425739" y="171002"/>
                </a:lnTo>
                <a:lnTo>
                  <a:pt x="1426614" y="171247"/>
                </a:lnTo>
                <a:lnTo>
                  <a:pt x="1427511" y="171479"/>
                </a:lnTo>
                <a:lnTo>
                  <a:pt x="1428429" y="171699"/>
                </a:lnTo>
                <a:lnTo>
                  <a:pt x="1429369" y="171906"/>
                </a:lnTo>
                <a:lnTo>
                  <a:pt x="1430330" y="172100"/>
                </a:lnTo>
                <a:lnTo>
                  <a:pt x="1431314" y="172282"/>
                </a:lnTo>
                <a:lnTo>
                  <a:pt x="1432319" y="172452"/>
                </a:lnTo>
                <a:lnTo>
                  <a:pt x="1433346" y="172609"/>
                </a:lnTo>
                <a:lnTo>
                  <a:pt x="1434395" y="172753"/>
                </a:lnTo>
                <a:lnTo>
                  <a:pt x="1435465" y="172885"/>
                </a:lnTo>
                <a:lnTo>
                  <a:pt x="1436557" y="173004"/>
                </a:lnTo>
                <a:lnTo>
                  <a:pt x="1437671" y="173111"/>
                </a:lnTo>
                <a:lnTo>
                  <a:pt x="1438807" y="173205"/>
                </a:lnTo>
                <a:lnTo>
                  <a:pt x="1439964" y="173287"/>
                </a:lnTo>
                <a:lnTo>
                  <a:pt x="1441143" y="173356"/>
                </a:lnTo>
                <a:lnTo>
                  <a:pt x="1442344" y="173412"/>
                </a:lnTo>
                <a:lnTo>
                  <a:pt x="1443567" y="173456"/>
                </a:lnTo>
                <a:lnTo>
                  <a:pt x="1444811" y="173488"/>
                </a:lnTo>
                <a:lnTo>
                  <a:pt x="1446078" y="173507"/>
                </a:lnTo>
                <a:lnTo>
                  <a:pt x="1447365" y="173513"/>
                </a:lnTo>
                <a:lnTo>
                  <a:pt x="1449245" y="173498"/>
                </a:lnTo>
                <a:lnTo>
                  <a:pt x="1451085" y="173454"/>
                </a:lnTo>
                <a:lnTo>
                  <a:pt x="1452887" y="173380"/>
                </a:lnTo>
                <a:lnTo>
                  <a:pt x="1454650" y="173277"/>
                </a:lnTo>
                <a:lnTo>
                  <a:pt x="1456374" y="173145"/>
                </a:lnTo>
                <a:lnTo>
                  <a:pt x="1458059" y="172983"/>
                </a:lnTo>
                <a:lnTo>
                  <a:pt x="1459705" y="172791"/>
                </a:lnTo>
                <a:lnTo>
                  <a:pt x="1461313" y="172570"/>
                </a:lnTo>
                <a:lnTo>
                  <a:pt x="1462881" y="172320"/>
                </a:lnTo>
                <a:lnTo>
                  <a:pt x="1464411" y="172040"/>
                </a:lnTo>
                <a:lnTo>
                  <a:pt x="1465901" y="171731"/>
                </a:lnTo>
                <a:lnTo>
                  <a:pt x="1467353" y="171392"/>
                </a:lnTo>
                <a:lnTo>
                  <a:pt x="1468766" y="171024"/>
                </a:lnTo>
                <a:lnTo>
                  <a:pt x="1470140" y="170626"/>
                </a:lnTo>
                <a:lnTo>
                  <a:pt x="1471475" y="170199"/>
                </a:lnTo>
                <a:lnTo>
                  <a:pt x="1472772" y="169742"/>
                </a:lnTo>
                <a:lnTo>
                  <a:pt x="1474029" y="169256"/>
                </a:lnTo>
                <a:lnTo>
                  <a:pt x="1475248" y="168741"/>
                </a:lnTo>
                <a:lnTo>
                  <a:pt x="1476427" y="168196"/>
                </a:lnTo>
                <a:lnTo>
                  <a:pt x="1477568" y="167622"/>
                </a:lnTo>
                <a:lnTo>
                  <a:pt x="1478670" y="167018"/>
                </a:lnTo>
                <a:lnTo>
                  <a:pt x="1479733" y="166384"/>
                </a:lnTo>
                <a:lnTo>
                  <a:pt x="1480757" y="165722"/>
                </a:lnTo>
                <a:lnTo>
                  <a:pt x="1481743" y="165030"/>
                </a:lnTo>
                <a:lnTo>
                  <a:pt x="1482688" y="164314"/>
                </a:lnTo>
                <a:lnTo>
                  <a:pt x="1483594" y="163582"/>
                </a:lnTo>
                <a:lnTo>
                  <a:pt x="1484459" y="162834"/>
                </a:lnTo>
                <a:lnTo>
                  <a:pt x="1485284" y="162069"/>
                </a:lnTo>
                <a:lnTo>
                  <a:pt x="1486069" y="161288"/>
                </a:lnTo>
                <a:lnTo>
                  <a:pt x="1486813" y="160490"/>
                </a:lnTo>
                <a:lnTo>
                  <a:pt x="1487518" y="159675"/>
                </a:lnTo>
                <a:lnTo>
                  <a:pt x="1488182" y="158844"/>
                </a:lnTo>
                <a:lnTo>
                  <a:pt x="1488806" y="157996"/>
                </a:lnTo>
                <a:lnTo>
                  <a:pt x="1489389" y="157132"/>
                </a:lnTo>
                <a:lnTo>
                  <a:pt x="1489932" y="156251"/>
                </a:lnTo>
                <a:lnTo>
                  <a:pt x="1490435" y="155353"/>
                </a:lnTo>
                <a:lnTo>
                  <a:pt x="1490898" y="154439"/>
                </a:lnTo>
                <a:lnTo>
                  <a:pt x="1491321" y="153509"/>
                </a:lnTo>
                <a:lnTo>
                  <a:pt x="1491703" y="152561"/>
                </a:lnTo>
                <a:lnTo>
                  <a:pt x="1492045" y="151598"/>
                </a:lnTo>
                <a:lnTo>
                  <a:pt x="1492347" y="150617"/>
                </a:lnTo>
                <a:lnTo>
                  <a:pt x="1492609" y="149620"/>
                </a:lnTo>
                <a:lnTo>
                  <a:pt x="1492830" y="148607"/>
                </a:lnTo>
                <a:lnTo>
                  <a:pt x="1493011" y="147577"/>
                </a:lnTo>
                <a:lnTo>
                  <a:pt x="1493152" y="146530"/>
                </a:lnTo>
                <a:lnTo>
                  <a:pt x="1493253" y="145467"/>
                </a:lnTo>
                <a:lnTo>
                  <a:pt x="1493313" y="144387"/>
                </a:lnTo>
                <a:lnTo>
                  <a:pt x="1493333" y="143291"/>
                </a:lnTo>
                <a:lnTo>
                  <a:pt x="1493315" y="142190"/>
                </a:lnTo>
                <a:lnTo>
                  <a:pt x="1493263" y="141114"/>
                </a:lnTo>
                <a:lnTo>
                  <a:pt x="1493174" y="140062"/>
                </a:lnTo>
                <a:lnTo>
                  <a:pt x="1493051" y="139034"/>
                </a:lnTo>
                <a:lnTo>
                  <a:pt x="1492892" y="138030"/>
                </a:lnTo>
                <a:lnTo>
                  <a:pt x="1492698" y="137050"/>
                </a:lnTo>
                <a:lnTo>
                  <a:pt x="1492469" y="136095"/>
                </a:lnTo>
                <a:lnTo>
                  <a:pt x="1492204" y="135164"/>
                </a:lnTo>
                <a:lnTo>
                  <a:pt x="1491904" y="134257"/>
                </a:lnTo>
                <a:lnTo>
                  <a:pt x="1491569" y="133375"/>
                </a:lnTo>
                <a:lnTo>
                  <a:pt x="1491199" y="132516"/>
                </a:lnTo>
                <a:lnTo>
                  <a:pt x="1490793" y="131682"/>
                </a:lnTo>
                <a:lnTo>
                  <a:pt x="1490352" y="130872"/>
                </a:lnTo>
                <a:lnTo>
                  <a:pt x="1489876" y="130086"/>
                </a:lnTo>
                <a:lnTo>
                  <a:pt x="1489364" y="129325"/>
                </a:lnTo>
                <a:lnTo>
                  <a:pt x="1488817" y="128588"/>
                </a:lnTo>
                <a:lnTo>
                  <a:pt x="1488235" y="127875"/>
                </a:lnTo>
                <a:lnTo>
                  <a:pt x="1487618" y="127186"/>
                </a:lnTo>
                <a:lnTo>
                  <a:pt x="1486965" y="126522"/>
                </a:lnTo>
                <a:lnTo>
                  <a:pt x="1486277" y="125881"/>
                </a:lnTo>
                <a:lnTo>
                  <a:pt x="1485554" y="125265"/>
                </a:lnTo>
                <a:lnTo>
                  <a:pt x="1484796" y="124673"/>
                </a:lnTo>
                <a:lnTo>
                  <a:pt x="1484002" y="124106"/>
                </a:lnTo>
                <a:lnTo>
                  <a:pt x="1483173" y="123563"/>
                </a:lnTo>
                <a:lnTo>
                  <a:pt x="1482303" y="123042"/>
                </a:lnTo>
                <a:lnTo>
                  <a:pt x="1481386" y="122544"/>
                </a:lnTo>
                <a:lnTo>
                  <a:pt x="1480422" y="122068"/>
                </a:lnTo>
                <a:lnTo>
                  <a:pt x="1479411" y="121615"/>
                </a:lnTo>
                <a:lnTo>
                  <a:pt x="1478353" y="121183"/>
                </a:lnTo>
                <a:lnTo>
                  <a:pt x="1477248" y="120774"/>
                </a:lnTo>
                <a:lnTo>
                  <a:pt x="1476096" y="120386"/>
                </a:lnTo>
                <a:lnTo>
                  <a:pt x="1474898" y="120021"/>
                </a:lnTo>
                <a:lnTo>
                  <a:pt x="1473652" y="119678"/>
                </a:lnTo>
                <a:lnTo>
                  <a:pt x="1472360" y="119357"/>
                </a:lnTo>
                <a:lnTo>
                  <a:pt x="1471020" y="119058"/>
                </a:lnTo>
                <a:lnTo>
                  <a:pt x="1469634" y="118781"/>
                </a:lnTo>
                <a:lnTo>
                  <a:pt x="1468201" y="118527"/>
                </a:lnTo>
                <a:lnTo>
                  <a:pt x="1466721" y="118294"/>
                </a:lnTo>
                <a:lnTo>
                  <a:pt x="1465194" y="118084"/>
                </a:lnTo>
                <a:lnTo>
                  <a:pt x="1463620" y="117896"/>
                </a:lnTo>
                <a:lnTo>
                  <a:pt x="1461999" y="117730"/>
                </a:lnTo>
                <a:lnTo>
                  <a:pt x="1460331" y="117586"/>
                </a:lnTo>
                <a:lnTo>
                  <a:pt x="1458616" y="117464"/>
                </a:lnTo>
                <a:lnTo>
                  <a:pt x="1456854" y="117365"/>
                </a:lnTo>
                <a:lnTo>
                  <a:pt x="1455046" y="117287"/>
                </a:lnTo>
                <a:lnTo>
                  <a:pt x="1453190" y="117232"/>
                </a:lnTo>
                <a:lnTo>
                  <a:pt x="1451288" y="117199"/>
                </a:lnTo>
                <a:lnTo>
                  <a:pt x="1449338" y="117188"/>
                </a:lnTo>
                <a:lnTo>
                  <a:pt x="1442927" y="117188"/>
                </a:lnTo>
                <a:lnTo>
                  <a:pt x="1442283" y="117186"/>
                </a:lnTo>
                <a:lnTo>
                  <a:pt x="1441651" y="117181"/>
                </a:lnTo>
                <a:lnTo>
                  <a:pt x="1441032" y="117173"/>
                </a:lnTo>
                <a:lnTo>
                  <a:pt x="1440424" y="117162"/>
                </a:lnTo>
                <a:lnTo>
                  <a:pt x="1439827" y="117147"/>
                </a:lnTo>
                <a:lnTo>
                  <a:pt x="1439243" y="117129"/>
                </a:lnTo>
                <a:lnTo>
                  <a:pt x="1438670" y="117107"/>
                </a:lnTo>
                <a:lnTo>
                  <a:pt x="1438110" y="117083"/>
                </a:lnTo>
                <a:lnTo>
                  <a:pt x="1437561" y="117055"/>
                </a:lnTo>
                <a:lnTo>
                  <a:pt x="1437023" y="117024"/>
                </a:lnTo>
                <a:lnTo>
                  <a:pt x="1436498" y="116990"/>
                </a:lnTo>
                <a:lnTo>
                  <a:pt x="1435985" y="116952"/>
                </a:lnTo>
                <a:lnTo>
                  <a:pt x="1435483" y="116911"/>
                </a:lnTo>
                <a:lnTo>
                  <a:pt x="1434993" y="116867"/>
                </a:lnTo>
                <a:lnTo>
                  <a:pt x="1434515" y="116819"/>
                </a:lnTo>
                <a:lnTo>
                  <a:pt x="1434049" y="116768"/>
                </a:lnTo>
                <a:lnTo>
                  <a:pt x="1433594" y="116714"/>
                </a:lnTo>
                <a:lnTo>
                  <a:pt x="1433152" y="116657"/>
                </a:lnTo>
                <a:lnTo>
                  <a:pt x="1432721" y="116597"/>
                </a:lnTo>
                <a:lnTo>
                  <a:pt x="1432302" y="116533"/>
                </a:lnTo>
                <a:lnTo>
                  <a:pt x="1431895" y="116466"/>
                </a:lnTo>
                <a:lnTo>
                  <a:pt x="1431499" y="116395"/>
                </a:lnTo>
                <a:lnTo>
                  <a:pt x="1431116" y="116321"/>
                </a:lnTo>
                <a:lnTo>
                  <a:pt x="1430744" y="116244"/>
                </a:lnTo>
                <a:lnTo>
                  <a:pt x="1430383" y="116165"/>
                </a:lnTo>
                <a:lnTo>
                  <a:pt x="1430030" y="116083"/>
                </a:lnTo>
                <a:lnTo>
                  <a:pt x="1429687" y="115999"/>
                </a:lnTo>
                <a:lnTo>
                  <a:pt x="1429352" y="115914"/>
                </a:lnTo>
                <a:lnTo>
                  <a:pt x="1429026" y="115826"/>
                </a:lnTo>
                <a:lnTo>
                  <a:pt x="1428710" y="115736"/>
                </a:lnTo>
                <a:lnTo>
                  <a:pt x="1428402" y="115644"/>
                </a:lnTo>
                <a:lnTo>
                  <a:pt x="1428103" y="115550"/>
                </a:lnTo>
                <a:lnTo>
                  <a:pt x="1427813" y="115453"/>
                </a:lnTo>
                <a:lnTo>
                  <a:pt x="1427531" y="115355"/>
                </a:lnTo>
                <a:lnTo>
                  <a:pt x="1427259" y="115255"/>
                </a:lnTo>
                <a:lnTo>
                  <a:pt x="1426996" y="115152"/>
                </a:lnTo>
                <a:lnTo>
                  <a:pt x="1426741" y="115048"/>
                </a:lnTo>
                <a:lnTo>
                  <a:pt x="1426496" y="114942"/>
                </a:lnTo>
                <a:lnTo>
                  <a:pt x="1426259" y="114833"/>
                </a:lnTo>
                <a:lnTo>
                  <a:pt x="1426031" y="114722"/>
                </a:lnTo>
                <a:lnTo>
                  <a:pt x="1425812" y="114610"/>
                </a:lnTo>
                <a:lnTo>
                  <a:pt x="1425602" y="114495"/>
                </a:lnTo>
                <a:lnTo>
                  <a:pt x="1425401" y="114378"/>
                </a:lnTo>
                <a:lnTo>
                  <a:pt x="1425209" y="114259"/>
                </a:lnTo>
                <a:lnTo>
                  <a:pt x="1425026" y="114138"/>
                </a:lnTo>
                <a:lnTo>
                  <a:pt x="1424852" y="114015"/>
                </a:lnTo>
                <a:lnTo>
                  <a:pt x="1424686" y="113890"/>
                </a:lnTo>
                <a:lnTo>
                  <a:pt x="1424530" y="113763"/>
                </a:lnTo>
                <a:lnTo>
                  <a:pt x="1424381" y="113634"/>
                </a:lnTo>
                <a:lnTo>
                  <a:pt x="1424238" y="113503"/>
                </a:lnTo>
                <a:lnTo>
                  <a:pt x="1424102" y="113371"/>
                </a:lnTo>
                <a:lnTo>
                  <a:pt x="1423972" y="113238"/>
                </a:lnTo>
                <a:lnTo>
                  <a:pt x="1423849" y="113103"/>
                </a:lnTo>
                <a:lnTo>
                  <a:pt x="1423731" y="112966"/>
                </a:lnTo>
                <a:lnTo>
                  <a:pt x="1423620" y="112828"/>
                </a:lnTo>
                <a:lnTo>
                  <a:pt x="1423516" y="112688"/>
                </a:lnTo>
                <a:lnTo>
                  <a:pt x="1423418" y="112546"/>
                </a:lnTo>
                <a:lnTo>
                  <a:pt x="1423326" y="112404"/>
                </a:lnTo>
                <a:lnTo>
                  <a:pt x="1423240" y="112259"/>
                </a:lnTo>
                <a:lnTo>
                  <a:pt x="1423161" y="112113"/>
                </a:lnTo>
                <a:lnTo>
                  <a:pt x="1423088" y="111965"/>
                </a:lnTo>
                <a:lnTo>
                  <a:pt x="1423022" y="111816"/>
                </a:lnTo>
                <a:lnTo>
                  <a:pt x="1422961" y="111666"/>
                </a:lnTo>
                <a:lnTo>
                  <a:pt x="1422908" y="111513"/>
                </a:lnTo>
                <a:lnTo>
                  <a:pt x="1422860" y="111360"/>
                </a:lnTo>
                <a:lnTo>
                  <a:pt x="1422819" y="111204"/>
                </a:lnTo>
                <a:lnTo>
                  <a:pt x="1422784" y="111047"/>
                </a:lnTo>
                <a:lnTo>
                  <a:pt x="1422755" y="110889"/>
                </a:lnTo>
                <a:lnTo>
                  <a:pt x="1422733" y="110729"/>
                </a:lnTo>
                <a:lnTo>
                  <a:pt x="1422717" y="110567"/>
                </a:lnTo>
                <a:lnTo>
                  <a:pt x="1422708" y="110404"/>
                </a:lnTo>
                <a:lnTo>
                  <a:pt x="1422705" y="110240"/>
                </a:lnTo>
                <a:lnTo>
                  <a:pt x="1422710" y="110001"/>
                </a:lnTo>
                <a:lnTo>
                  <a:pt x="1422726" y="109764"/>
                </a:lnTo>
                <a:lnTo>
                  <a:pt x="1422753" y="109528"/>
                </a:lnTo>
                <a:lnTo>
                  <a:pt x="1422790" y="109295"/>
                </a:lnTo>
                <a:lnTo>
                  <a:pt x="1422838" y="109064"/>
                </a:lnTo>
                <a:lnTo>
                  <a:pt x="1422896" y="108834"/>
                </a:lnTo>
                <a:lnTo>
                  <a:pt x="1422965" y="108607"/>
                </a:lnTo>
                <a:lnTo>
                  <a:pt x="1423045" y="108381"/>
                </a:lnTo>
                <a:lnTo>
                  <a:pt x="1423135" y="108157"/>
                </a:lnTo>
                <a:lnTo>
                  <a:pt x="1423236" y="107936"/>
                </a:lnTo>
                <a:lnTo>
                  <a:pt x="1423347" y="107716"/>
                </a:lnTo>
                <a:lnTo>
                  <a:pt x="1423469" y="107498"/>
                </a:lnTo>
                <a:lnTo>
                  <a:pt x="1423602" y="107281"/>
                </a:lnTo>
                <a:lnTo>
                  <a:pt x="1423745" y="107067"/>
                </a:lnTo>
                <a:lnTo>
                  <a:pt x="1423899" y="106855"/>
                </a:lnTo>
                <a:lnTo>
                  <a:pt x="1424064" y="106645"/>
                </a:lnTo>
                <a:lnTo>
                  <a:pt x="1424239" y="106436"/>
                </a:lnTo>
                <a:lnTo>
                  <a:pt x="1424425" y="106230"/>
                </a:lnTo>
                <a:lnTo>
                  <a:pt x="1424621" y="106025"/>
                </a:lnTo>
                <a:lnTo>
                  <a:pt x="1424828" y="105822"/>
                </a:lnTo>
                <a:lnTo>
                  <a:pt x="1425046" y="105621"/>
                </a:lnTo>
                <a:lnTo>
                  <a:pt x="1425274" y="105422"/>
                </a:lnTo>
                <a:lnTo>
                  <a:pt x="1425513" y="105225"/>
                </a:lnTo>
                <a:lnTo>
                  <a:pt x="1425763" y="105030"/>
                </a:lnTo>
                <a:lnTo>
                  <a:pt x="1426021" y="104837"/>
                </a:lnTo>
                <a:lnTo>
                  <a:pt x="1426287" y="104647"/>
                </a:lnTo>
                <a:lnTo>
                  <a:pt x="1426561" y="104460"/>
                </a:lnTo>
                <a:lnTo>
                  <a:pt x="1426842" y="104276"/>
                </a:lnTo>
                <a:lnTo>
                  <a:pt x="1427131" y="104094"/>
                </a:lnTo>
                <a:lnTo>
                  <a:pt x="1427427" y="103916"/>
                </a:lnTo>
                <a:lnTo>
                  <a:pt x="1427731" y="103741"/>
                </a:lnTo>
                <a:lnTo>
                  <a:pt x="1428042" y="103568"/>
                </a:lnTo>
                <a:lnTo>
                  <a:pt x="1428361" y="103399"/>
                </a:lnTo>
                <a:lnTo>
                  <a:pt x="1428688" y="103232"/>
                </a:lnTo>
                <a:lnTo>
                  <a:pt x="1429022" y="103068"/>
                </a:lnTo>
                <a:lnTo>
                  <a:pt x="1429363" y="102908"/>
                </a:lnTo>
                <a:lnTo>
                  <a:pt x="1429712" y="102750"/>
                </a:lnTo>
                <a:lnTo>
                  <a:pt x="1430069" y="102595"/>
                </a:lnTo>
                <a:lnTo>
                  <a:pt x="1430433" y="102443"/>
                </a:lnTo>
                <a:lnTo>
                  <a:pt x="1430804" y="102294"/>
                </a:lnTo>
                <a:lnTo>
                  <a:pt x="1431184" y="102148"/>
                </a:lnTo>
                <a:lnTo>
                  <a:pt x="1431570" y="102005"/>
                </a:lnTo>
                <a:lnTo>
                  <a:pt x="1431651" y="101976"/>
                </a:lnTo>
                <a:lnTo>
                  <a:pt x="1431999" y="102095"/>
                </a:lnTo>
                <a:lnTo>
                  <a:pt x="1432792" y="102346"/>
                </a:lnTo>
                <a:lnTo>
                  <a:pt x="1433597" y="102581"/>
                </a:lnTo>
                <a:lnTo>
                  <a:pt x="1434415" y="102799"/>
                </a:lnTo>
                <a:lnTo>
                  <a:pt x="1435245" y="103002"/>
                </a:lnTo>
                <a:lnTo>
                  <a:pt x="1436087" y="103188"/>
                </a:lnTo>
                <a:lnTo>
                  <a:pt x="1436943" y="103358"/>
                </a:lnTo>
                <a:lnTo>
                  <a:pt x="1437810" y="103511"/>
                </a:lnTo>
                <a:lnTo>
                  <a:pt x="1438690" y="103649"/>
                </a:lnTo>
                <a:lnTo>
                  <a:pt x="1439583" y="103770"/>
                </a:lnTo>
                <a:lnTo>
                  <a:pt x="1440488" y="103876"/>
                </a:lnTo>
                <a:lnTo>
                  <a:pt x="1441406" y="103965"/>
                </a:lnTo>
                <a:lnTo>
                  <a:pt x="1442336" y="104037"/>
                </a:lnTo>
                <a:lnTo>
                  <a:pt x="1443279" y="104094"/>
                </a:lnTo>
                <a:lnTo>
                  <a:pt x="1444234" y="104134"/>
                </a:lnTo>
                <a:lnTo>
                  <a:pt x="1445202" y="104159"/>
                </a:lnTo>
                <a:lnTo>
                  <a:pt x="1446182" y="104167"/>
                </a:lnTo>
                <a:lnTo>
                  <a:pt x="1447218" y="104159"/>
                </a:lnTo>
                <a:lnTo>
                  <a:pt x="1448240" y="104135"/>
                </a:lnTo>
                <a:lnTo>
                  <a:pt x="1449247" y="104096"/>
                </a:lnTo>
                <a:lnTo>
                  <a:pt x="1450240" y="104040"/>
                </a:lnTo>
                <a:lnTo>
                  <a:pt x="1451218" y="103969"/>
                </a:lnTo>
                <a:lnTo>
                  <a:pt x="1452181" y="103882"/>
                </a:lnTo>
                <a:lnTo>
                  <a:pt x="1453129" y="103779"/>
                </a:lnTo>
                <a:lnTo>
                  <a:pt x="1454062" y="103660"/>
                </a:lnTo>
                <a:lnTo>
                  <a:pt x="1454981" y="103525"/>
                </a:lnTo>
                <a:lnTo>
                  <a:pt x="1455885" y="103375"/>
                </a:lnTo>
                <a:lnTo>
                  <a:pt x="1456774" y="103208"/>
                </a:lnTo>
                <a:lnTo>
                  <a:pt x="1457649" y="103026"/>
                </a:lnTo>
                <a:lnTo>
                  <a:pt x="1458509" y="102828"/>
                </a:lnTo>
                <a:lnTo>
                  <a:pt x="1459354" y="102614"/>
                </a:lnTo>
                <a:lnTo>
                  <a:pt x="1460184" y="102385"/>
                </a:lnTo>
                <a:lnTo>
                  <a:pt x="1461000" y="102139"/>
                </a:lnTo>
                <a:lnTo>
                  <a:pt x="1461801" y="101878"/>
                </a:lnTo>
                <a:lnTo>
                  <a:pt x="1462587" y="101601"/>
                </a:lnTo>
                <a:lnTo>
                  <a:pt x="1463359" y="101308"/>
                </a:lnTo>
                <a:lnTo>
                  <a:pt x="1464116" y="100999"/>
                </a:lnTo>
                <a:lnTo>
                  <a:pt x="1464858" y="100674"/>
                </a:lnTo>
                <a:lnTo>
                  <a:pt x="1465585" y="100333"/>
                </a:lnTo>
                <a:lnTo>
                  <a:pt x="1466298" y="99977"/>
                </a:lnTo>
                <a:lnTo>
                  <a:pt x="1466995" y="99605"/>
                </a:lnTo>
                <a:lnTo>
                  <a:pt x="1467679" y="99219"/>
                </a:lnTo>
                <a:lnTo>
                  <a:pt x="1468347" y="98823"/>
                </a:lnTo>
                <a:lnTo>
                  <a:pt x="1469001" y="98417"/>
                </a:lnTo>
                <a:lnTo>
                  <a:pt x="1469641" y="98000"/>
                </a:lnTo>
                <a:lnTo>
                  <a:pt x="1470266" y="97573"/>
                </a:lnTo>
                <a:lnTo>
                  <a:pt x="1470876" y="97135"/>
                </a:lnTo>
                <a:lnTo>
                  <a:pt x="1471472" y="96687"/>
                </a:lnTo>
                <a:lnTo>
                  <a:pt x="1472054" y="96229"/>
                </a:lnTo>
                <a:lnTo>
                  <a:pt x="1472620" y="95760"/>
                </a:lnTo>
                <a:lnTo>
                  <a:pt x="1473173" y="95280"/>
                </a:lnTo>
                <a:lnTo>
                  <a:pt x="1473710" y="94791"/>
                </a:lnTo>
                <a:lnTo>
                  <a:pt x="1474233" y="94290"/>
                </a:lnTo>
                <a:lnTo>
                  <a:pt x="1474742" y="93779"/>
                </a:lnTo>
                <a:lnTo>
                  <a:pt x="1475236" y="93258"/>
                </a:lnTo>
                <a:lnTo>
                  <a:pt x="1475715" y="92727"/>
                </a:lnTo>
                <a:lnTo>
                  <a:pt x="1476180" y="92184"/>
                </a:lnTo>
                <a:lnTo>
                  <a:pt x="1476630" y="91632"/>
                </a:lnTo>
                <a:lnTo>
                  <a:pt x="1477066" y="91069"/>
                </a:lnTo>
                <a:lnTo>
                  <a:pt x="1477487" y="90495"/>
                </a:lnTo>
                <a:lnTo>
                  <a:pt x="1477894" y="89912"/>
                </a:lnTo>
                <a:lnTo>
                  <a:pt x="1478286" y="89317"/>
                </a:lnTo>
                <a:lnTo>
                  <a:pt x="1478664" y="88712"/>
                </a:lnTo>
                <a:lnTo>
                  <a:pt x="1479027" y="88097"/>
                </a:lnTo>
                <a:lnTo>
                  <a:pt x="1479375" y="87472"/>
                </a:lnTo>
                <a:lnTo>
                  <a:pt x="1479709" y="86838"/>
                </a:lnTo>
                <a:lnTo>
                  <a:pt x="1480029" y="86200"/>
                </a:lnTo>
                <a:lnTo>
                  <a:pt x="1480335" y="85556"/>
                </a:lnTo>
                <a:lnTo>
                  <a:pt x="1480626" y="84908"/>
                </a:lnTo>
                <a:lnTo>
                  <a:pt x="1480903" y="84254"/>
                </a:lnTo>
                <a:lnTo>
                  <a:pt x="1481166" y="83595"/>
                </a:lnTo>
                <a:lnTo>
                  <a:pt x="1481415" y="82932"/>
                </a:lnTo>
                <a:lnTo>
                  <a:pt x="1481649" y="82263"/>
                </a:lnTo>
                <a:lnTo>
                  <a:pt x="1481870" y="81589"/>
                </a:lnTo>
                <a:lnTo>
                  <a:pt x="1482076" y="80910"/>
                </a:lnTo>
                <a:lnTo>
                  <a:pt x="1482268" y="80227"/>
                </a:lnTo>
                <a:lnTo>
                  <a:pt x="1482445" y="79538"/>
                </a:lnTo>
                <a:lnTo>
                  <a:pt x="1482609" y="78844"/>
                </a:lnTo>
                <a:lnTo>
                  <a:pt x="1482758" y="78145"/>
                </a:lnTo>
                <a:lnTo>
                  <a:pt x="1482893" y="77441"/>
                </a:lnTo>
                <a:lnTo>
                  <a:pt x="1483014" y="76732"/>
                </a:lnTo>
                <a:lnTo>
                  <a:pt x="1483121" y="76018"/>
                </a:lnTo>
                <a:lnTo>
                  <a:pt x="1483213" y="75299"/>
                </a:lnTo>
                <a:lnTo>
                  <a:pt x="1483291" y="74574"/>
                </a:lnTo>
                <a:lnTo>
                  <a:pt x="1483355" y="73845"/>
                </a:lnTo>
                <a:lnTo>
                  <a:pt x="1483405" y="73111"/>
                </a:lnTo>
                <a:lnTo>
                  <a:pt x="1483440" y="72372"/>
                </a:lnTo>
                <a:lnTo>
                  <a:pt x="1483462" y="71627"/>
                </a:lnTo>
                <a:lnTo>
                  <a:pt x="1483469" y="70878"/>
                </a:lnTo>
                <a:lnTo>
                  <a:pt x="1483462" y="70104"/>
                </a:lnTo>
                <a:lnTo>
                  <a:pt x="1483441" y="69336"/>
                </a:lnTo>
                <a:lnTo>
                  <a:pt x="1483406" y="68573"/>
                </a:lnTo>
                <a:lnTo>
                  <a:pt x="1483356" y="67817"/>
                </a:lnTo>
                <a:lnTo>
                  <a:pt x="1483293" y="67067"/>
                </a:lnTo>
                <a:lnTo>
                  <a:pt x="1483216" y="66322"/>
                </a:lnTo>
                <a:lnTo>
                  <a:pt x="1483125" y="65584"/>
                </a:lnTo>
                <a:lnTo>
                  <a:pt x="1483019" y="64851"/>
                </a:lnTo>
                <a:lnTo>
                  <a:pt x="1482900" y="64124"/>
                </a:lnTo>
                <a:lnTo>
                  <a:pt x="1482767" y="63403"/>
                </a:lnTo>
                <a:lnTo>
                  <a:pt x="1482619" y="62688"/>
                </a:lnTo>
                <a:lnTo>
                  <a:pt x="1482458" y="61979"/>
                </a:lnTo>
                <a:lnTo>
                  <a:pt x="1482282" y="61276"/>
                </a:lnTo>
                <a:lnTo>
                  <a:pt x="1482093" y="60579"/>
                </a:lnTo>
                <a:lnTo>
                  <a:pt x="1481889" y="59888"/>
                </a:lnTo>
                <a:lnTo>
                  <a:pt x="1481671" y="59203"/>
                </a:lnTo>
                <a:lnTo>
                  <a:pt x="1481440" y="58523"/>
                </a:lnTo>
                <a:lnTo>
                  <a:pt x="1481194" y="57850"/>
                </a:lnTo>
                <a:lnTo>
                  <a:pt x="1480934" y="57182"/>
                </a:lnTo>
                <a:lnTo>
                  <a:pt x="1480660" y="56520"/>
                </a:lnTo>
                <a:lnTo>
                  <a:pt x="1480372" y="55865"/>
                </a:lnTo>
                <a:lnTo>
                  <a:pt x="1480070" y="55215"/>
                </a:lnTo>
                <a:lnTo>
                  <a:pt x="1479754" y="54571"/>
                </a:lnTo>
                <a:lnTo>
                  <a:pt x="1479424" y="53933"/>
                </a:lnTo>
                <a:lnTo>
                  <a:pt x="1479080" y="53303"/>
                </a:lnTo>
                <a:lnTo>
                  <a:pt x="1478722" y="52684"/>
                </a:lnTo>
                <a:lnTo>
                  <a:pt x="1478349" y="52076"/>
                </a:lnTo>
                <a:lnTo>
                  <a:pt x="1477961" y="51478"/>
                </a:lnTo>
                <a:lnTo>
                  <a:pt x="1477559" y="50892"/>
                </a:lnTo>
                <a:lnTo>
                  <a:pt x="1477143" y="50316"/>
                </a:lnTo>
                <a:lnTo>
                  <a:pt x="1476713" y="49751"/>
                </a:lnTo>
                <a:lnTo>
                  <a:pt x="1476268" y="49197"/>
                </a:lnTo>
                <a:lnTo>
                  <a:pt x="1475809" y="48653"/>
                </a:lnTo>
                <a:lnTo>
                  <a:pt x="1475335" y="48121"/>
                </a:lnTo>
                <a:lnTo>
                  <a:pt x="1474847" y="47599"/>
                </a:lnTo>
                <a:lnTo>
                  <a:pt x="1474344" y="47088"/>
                </a:lnTo>
                <a:lnTo>
                  <a:pt x="1473827" y="46588"/>
                </a:lnTo>
                <a:lnTo>
                  <a:pt x="1473296" y="46099"/>
                </a:lnTo>
                <a:lnTo>
                  <a:pt x="1472820" y="45681"/>
                </a:lnTo>
                <a:lnTo>
                  <a:pt x="1472850" y="45644"/>
                </a:lnTo>
                <a:lnTo>
                  <a:pt x="1473195" y="45249"/>
                </a:lnTo>
                <a:lnTo>
                  <a:pt x="1473547" y="44869"/>
                </a:lnTo>
                <a:lnTo>
                  <a:pt x="1473906" y="44504"/>
                </a:lnTo>
                <a:lnTo>
                  <a:pt x="1474273" y="44154"/>
                </a:lnTo>
                <a:close/>
                <a:moveTo>
                  <a:pt x="1443344" y="92769"/>
                </a:moveTo>
                <a:lnTo>
                  <a:pt x="1442677" y="92682"/>
                </a:lnTo>
                <a:lnTo>
                  <a:pt x="1442017" y="92577"/>
                </a:lnTo>
                <a:lnTo>
                  <a:pt x="1441364" y="92453"/>
                </a:lnTo>
                <a:lnTo>
                  <a:pt x="1440718" y="92310"/>
                </a:lnTo>
                <a:lnTo>
                  <a:pt x="1440079" y="92147"/>
                </a:lnTo>
                <a:lnTo>
                  <a:pt x="1439447" y="91965"/>
                </a:lnTo>
                <a:lnTo>
                  <a:pt x="1438822" y="91764"/>
                </a:lnTo>
                <a:lnTo>
                  <a:pt x="1438204" y="91544"/>
                </a:lnTo>
                <a:lnTo>
                  <a:pt x="1437593" y="91305"/>
                </a:lnTo>
                <a:lnTo>
                  <a:pt x="1436989" y="91047"/>
                </a:lnTo>
                <a:lnTo>
                  <a:pt x="1436392" y="90770"/>
                </a:lnTo>
                <a:lnTo>
                  <a:pt x="1435802" y="90473"/>
                </a:lnTo>
                <a:lnTo>
                  <a:pt x="1435219" y="90158"/>
                </a:lnTo>
                <a:lnTo>
                  <a:pt x="1434644" y="89823"/>
                </a:lnTo>
                <a:lnTo>
                  <a:pt x="1434075" y="89469"/>
                </a:lnTo>
                <a:lnTo>
                  <a:pt x="1433513" y="89096"/>
                </a:lnTo>
                <a:lnTo>
                  <a:pt x="1432958" y="88704"/>
                </a:lnTo>
                <a:lnTo>
                  <a:pt x="1432410" y="88293"/>
                </a:lnTo>
                <a:lnTo>
                  <a:pt x="1431870" y="87862"/>
                </a:lnTo>
                <a:lnTo>
                  <a:pt x="1431336" y="87413"/>
                </a:lnTo>
                <a:lnTo>
                  <a:pt x="1430817" y="86944"/>
                </a:lnTo>
                <a:lnTo>
                  <a:pt x="1430320" y="86455"/>
                </a:lnTo>
                <a:lnTo>
                  <a:pt x="1429845" y="85947"/>
                </a:lnTo>
                <a:lnTo>
                  <a:pt x="1429392" y="85420"/>
                </a:lnTo>
                <a:lnTo>
                  <a:pt x="1428961" y="84873"/>
                </a:lnTo>
                <a:lnTo>
                  <a:pt x="1428552" y="84307"/>
                </a:lnTo>
                <a:lnTo>
                  <a:pt x="1428166" y="83721"/>
                </a:lnTo>
                <a:lnTo>
                  <a:pt x="1427801" y="83115"/>
                </a:lnTo>
                <a:lnTo>
                  <a:pt x="1427459" y="82490"/>
                </a:lnTo>
                <a:lnTo>
                  <a:pt x="1427139" y="81846"/>
                </a:lnTo>
                <a:lnTo>
                  <a:pt x="1426840" y="81182"/>
                </a:lnTo>
                <a:lnTo>
                  <a:pt x="1426564" y="80499"/>
                </a:lnTo>
                <a:lnTo>
                  <a:pt x="1426310" y="79796"/>
                </a:lnTo>
                <a:lnTo>
                  <a:pt x="1426078" y="79074"/>
                </a:lnTo>
                <a:lnTo>
                  <a:pt x="1425868" y="78332"/>
                </a:lnTo>
                <a:lnTo>
                  <a:pt x="1425681" y="77571"/>
                </a:lnTo>
                <a:lnTo>
                  <a:pt x="1425515" y="76790"/>
                </a:lnTo>
                <a:lnTo>
                  <a:pt x="1425371" y="75990"/>
                </a:lnTo>
                <a:lnTo>
                  <a:pt x="1425250" y="75170"/>
                </a:lnTo>
                <a:lnTo>
                  <a:pt x="1425150" y="74331"/>
                </a:lnTo>
                <a:lnTo>
                  <a:pt x="1425073" y="73472"/>
                </a:lnTo>
                <a:lnTo>
                  <a:pt x="1425018" y="72594"/>
                </a:lnTo>
                <a:lnTo>
                  <a:pt x="1424985" y="71696"/>
                </a:lnTo>
                <a:lnTo>
                  <a:pt x="1424974" y="70779"/>
                </a:lnTo>
                <a:lnTo>
                  <a:pt x="1424984" y="69870"/>
                </a:lnTo>
                <a:lnTo>
                  <a:pt x="1425016" y="68980"/>
                </a:lnTo>
                <a:lnTo>
                  <a:pt x="1425070" y="68108"/>
                </a:lnTo>
                <a:lnTo>
                  <a:pt x="1425145" y="67255"/>
                </a:lnTo>
                <a:lnTo>
                  <a:pt x="1425241" y="66420"/>
                </a:lnTo>
                <a:lnTo>
                  <a:pt x="1425359" y="65604"/>
                </a:lnTo>
                <a:lnTo>
                  <a:pt x="1425498" y="64807"/>
                </a:lnTo>
                <a:lnTo>
                  <a:pt x="1425659" y="64028"/>
                </a:lnTo>
                <a:lnTo>
                  <a:pt x="1425841" y="63268"/>
                </a:lnTo>
                <a:lnTo>
                  <a:pt x="1426044" y="62526"/>
                </a:lnTo>
                <a:lnTo>
                  <a:pt x="1426269" y="61803"/>
                </a:lnTo>
                <a:lnTo>
                  <a:pt x="1426515" y="61098"/>
                </a:lnTo>
                <a:lnTo>
                  <a:pt x="1426782" y="60413"/>
                </a:lnTo>
                <a:lnTo>
                  <a:pt x="1427071" y="59745"/>
                </a:lnTo>
                <a:lnTo>
                  <a:pt x="1427382" y="59097"/>
                </a:lnTo>
                <a:lnTo>
                  <a:pt x="1427714" y="58467"/>
                </a:lnTo>
                <a:lnTo>
                  <a:pt x="1428067" y="57855"/>
                </a:lnTo>
                <a:lnTo>
                  <a:pt x="1428441" y="57263"/>
                </a:lnTo>
                <a:lnTo>
                  <a:pt x="1428838" y="56688"/>
                </a:lnTo>
                <a:lnTo>
                  <a:pt x="1429255" y="56133"/>
                </a:lnTo>
                <a:lnTo>
                  <a:pt x="1429694" y="55596"/>
                </a:lnTo>
                <a:lnTo>
                  <a:pt x="1430154" y="55077"/>
                </a:lnTo>
                <a:lnTo>
                  <a:pt x="1430636" y="54578"/>
                </a:lnTo>
                <a:lnTo>
                  <a:pt x="1431139" y="54096"/>
                </a:lnTo>
                <a:lnTo>
                  <a:pt x="1431658" y="53634"/>
                </a:lnTo>
                <a:lnTo>
                  <a:pt x="1432189" y="53192"/>
                </a:lnTo>
                <a:lnTo>
                  <a:pt x="1432730" y="52769"/>
                </a:lnTo>
                <a:lnTo>
                  <a:pt x="1433283" y="52366"/>
                </a:lnTo>
                <a:lnTo>
                  <a:pt x="1433847" y="51983"/>
                </a:lnTo>
                <a:lnTo>
                  <a:pt x="1434422" y="51619"/>
                </a:lnTo>
                <a:lnTo>
                  <a:pt x="1435008" y="51275"/>
                </a:lnTo>
                <a:lnTo>
                  <a:pt x="1435605" y="50950"/>
                </a:lnTo>
                <a:lnTo>
                  <a:pt x="1436213" y="50646"/>
                </a:lnTo>
                <a:lnTo>
                  <a:pt x="1436833" y="50361"/>
                </a:lnTo>
                <a:lnTo>
                  <a:pt x="1437464" y="50095"/>
                </a:lnTo>
                <a:lnTo>
                  <a:pt x="1438105" y="49849"/>
                </a:lnTo>
                <a:lnTo>
                  <a:pt x="1438758" y="49623"/>
                </a:lnTo>
                <a:lnTo>
                  <a:pt x="1439422" y="49417"/>
                </a:lnTo>
                <a:lnTo>
                  <a:pt x="1440098" y="49230"/>
                </a:lnTo>
                <a:lnTo>
                  <a:pt x="1440784" y="49063"/>
                </a:lnTo>
                <a:lnTo>
                  <a:pt x="1441481" y="48915"/>
                </a:lnTo>
                <a:lnTo>
                  <a:pt x="1442190" y="48788"/>
                </a:lnTo>
                <a:lnTo>
                  <a:pt x="1442910" y="48679"/>
                </a:lnTo>
                <a:lnTo>
                  <a:pt x="1443640" y="48591"/>
                </a:lnTo>
                <a:lnTo>
                  <a:pt x="1444382" y="48522"/>
                </a:lnTo>
                <a:lnTo>
                  <a:pt x="1445135" y="48473"/>
                </a:lnTo>
                <a:lnTo>
                  <a:pt x="1445900" y="48443"/>
                </a:lnTo>
                <a:lnTo>
                  <a:pt x="1446675" y="48434"/>
                </a:lnTo>
                <a:lnTo>
                  <a:pt x="1447466" y="48443"/>
                </a:lnTo>
                <a:lnTo>
                  <a:pt x="1448244" y="48472"/>
                </a:lnTo>
                <a:lnTo>
                  <a:pt x="1449009" y="48520"/>
                </a:lnTo>
                <a:lnTo>
                  <a:pt x="1449760" y="48587"/>
                </a:lnTo>
                <a:lnTo>
                  <a:pt x="1450499" y="48673"/>
                </a:lnTo>
                <a:lnTo>
                  <a:pt x="1451225" y="48778"/>
                </a:lnTo>
                <a:lnTo>
                  <a:pt x="1451938" y="48903"/>
                </a:lnTo>
                <a:lnTo>
                  <a:pt x="1452637" y="49046"/>
                </a:lnTo>
                <a:lnTo>
                  <a:pt x="1453324" y="49209"/>
                </a:lnTo>
                <a:lnTo>
                  <a:pt x="1453998" y="49391"/>
                </a:lnTo>
                <a:lnTo>
                  <a:pt x="1454659" y="49591"/>
                </a:lnTo>
                <a:lnTo>
                  <a:pt x="1455306" y="49812"/>
                </a:lnTo>
                <a:lnTo>
                  <a:pt x="1455941" y="50051"/>
                </a:lnTo>
                <a:lnTo>
                  <a:pt x="1456563" y="50309"/>
                </a:lnTo>
                <a:lnTo>
                  <a:pt x="1457171" y="50587"/>
                </a:lnTo>
                <a:lnTo>
                  <a:pt x="1457767" y="50883"/>
                </a:lnTo>
                <a:lnTo>
                  <a:pt x="1458349" y="51199"/>
                </a:lnTo>
                <a:lnTo>
                  <a:pt x="1458919" y="51534"/>
                </a:lnTo>
                <a:lnTo>
                  <a:pt x="1459476" y="51888"/>
                </a:lnTo>
                <a:lnTo>
                  <a:pt x="1460019" y="52261"/>
                </a:lnTo>
                <a:lnTo>
                  <a:pt x="1460550" y="52654"/>
                </a:lnTo>
                <a:lnTo>
                  <a:pt x="1461067" y="53065"/>
                </a:lnTo>
                <a:lnTo>
                  <a:pt x="1461572" y="53496"/>
                </a:lnTo>
                <a:lnTo>
                  <a:pt x="1462063" y="53945"/>
                </a:lnTo>
                <a:lnTo>
                  <a:pt x="1462538" y="54415"/>
                </a:lnTo>
                <a:lnTo>
                  <a:pt x="1462993" y="54905"/>
                </a:lnTo>
                <a:lnTo>
                  <a:pt x="1463427" y="55415"/>
                </a:lnTo>
                <a:lnTo>
                  <a:pt x="1463842" y="55946"/>
                </a:lnTo>
                <a:lnTo>
                  <a:pt x="1464236" y="56497"/>
                </a:lnTo>
                <a:lnTo>
                  <a:pt x="1464610" y="57070"/>
                </a:lnTo>
                <a:lnTo>
                  <a:pt x="1464963" y="57662"/>
                </a:lnTo>
                <a:lnTo>
                  <a:pt x="1465297" y="58275"/>
                </a:lnTo>
                <a:lnTo>
                  <a:pt x="1465610" y="58909"/>
                </a:lnTo>
                <a:lnTo>
                  <a:pt x="1465903" y="59563"/>
                </a:lnTo>
                <a:lnTo>
                  <a:pt x="1466176" y="60238"/>
                </a:lnTo>
                <a:lnTo>
                  <a:pt x="1466428" y="60934"/>
                </a:lnTo>
                <a:lnTo>
                  <a:pt x="1466661" y="61649"/>
                </a:lnTo>
                <a:lnTo>
                  <a:pt x="1466873" y="62386"/>
                </a:lnTo>
                <a:lnTo>
                  <a:pt x="1467065" y="63143"/>
                </a:lnTo>
                <a:lnTo>
                  <a:pt x="1467237" y="63921"/>
                </a:lnTo>
                <a:lnTo>
                  <a:pt x="1467388" y="64719"/>
                </a:lnTo>
                <a:lnTo>
                  <a:pt x="1467519" y="65537"/>
                </a:lnTo>
                <a:lnTo>
                  <a:pt x="1467631" y="66377"/>
                </a:lnTo>
                <a:lnTo>
                  <a:pt x="1467722" y="67236"/>
                </a:lnTo>
                <a:lnTo>
                  <a:pt x="1467792" y="68117"/>
                </a:lnTo>
                <a:lnTo>
                  <a:pt x="1467843" y="69018"/>
                </a:lnTo>
                <a:lnTo>
                  <a:pt x="1467873" y="69939"/>
                </a:lnTo>
                <a:lnTo>
                  <a:pt x="1467883" y="70881"/>
                </a:lnTo>
                <a:lnTo>
                  <a:pt x="1467873" y="71782"/>
                </a:lnTo>
                <a:lnTo>
                  <a:pt x="1467840" y="72664"/>
                </a:lnTo>
                <a:lnTo>
                  <a:pt x="1467787" y="73527"/>
                </a:lnTo>
                <a:lnTo>
                  <a:pt x="1467712" y="74372"/>
                </a:lnTo>
                <a:lnTo>
                  <a:pt x="1467616" y="75198"/>
                </a:lnTo>
                <a:lnTo>
                  <a:pt x="1467498" y="76005"/>
                </a:lnTo>
                <a:lnTo>
                  <a:pt x="1467359" y="76794"/>
                </a:lnTo>
                <a:lnTo>
                  <a:pt x="1467198" y="77565"/>
                </a:lnTo>
                <a:lnTo>
                  <a:pt x="1467016" y="78317"/>
                </a:lnTo>
                <a:lnTo>
                  <a:pt x="1466813" y="79050"/>
                </a:lnTo>
                <a:lnTo>
                  <a:pt x="1466588" y="79764"/>
                </a:lnTo>
                <a:lnTo>
                  <a:pt x="1466342" y="80460"/>
                </a:lnTo>
                <a:lnTo>
                  <a:pt x="1466074" y="81138"/>
                </a:lnTo>
                <a:lnTo>
                  <a:pt x="1465785" y="81796"/>
                </a:lnTo>
                <a:lnTo>
                  <a:pt x="1465475" y="82436"/>
                </a:lnTo>
                <a:lnTo>
                  <a:pt x="1465143" y="83058"/>
                </a:lnTo>
                <a:lnTo>
                  <a:pt x="1464790" y="83661"/>
                </a:lnTo>
                <a:lnTo>
                  <a:pt x="1464415" y="84245"/>
                </a:lnTo>
                <a:lnTo>
                  <a:pt x="1464019" y="84811"/>
                </a:lnTo>
                <a:lnTo>
                  <a:pt x="1463602" y="85358"/>
                </a:lnTo>
                <a:lnTo>
                  <a:pt x="1463163" y="85887"/>
                </a:lnTo>
                <a:lnTo>
                  <a:pt x="1462703" y="86397"/>
                </a:lnTo>
                <a:lnTo>
                  <a:pt x="1462221" y="86888"/>
                </a:lnTo>
                <a:lnTo>
                  <a:pt x="1461718" y="87361"/>
                </a:lnTo>
                <a:lnTo>
                  <a:pt x="1461199" y="87814"/>
                </a:lnTo>
                <a:lnTo>
                  <a:pt x="1460668" y="88249"/>
                </a:lnTo>
                <a:lnTo>
                  <a:pt x="1460125" y="88664"/>
                </a:lnTo>
                <a:lnTo>
                  <a:pt x="1459571" y="89060"/>
                </a:lnTo>
                <a:lnTo>
                  <a:pt x="1459006" y="89436"/>
                </a:lnTo>
                <a:lnTo>
                  <a:pt x="1458429" y="89794"/>
                </a:lnTo>
                <a:lnTo>
                  <a:pt x="1457841" y="90131"/>
                </a:lnTo>
                <a:lnTo>
                  <a:pt x="1457241" y="90450"/>
                </a:lnTo>
                <a:lnTo>
                  <a:pt x="1456629" y="90749"/>
                </a:lnTo>
                <a:lnTo>
                  <a:pt x="1456007" y="91029"/>
                </a:lnTo>
                <a:lnTo>
                  <a:pt x="1455372" y="91290"/>
                </a:lnTo>
                <a:lnTo>
                  <a:pt x="1454727" y="91531"/>
                </a:lnTo>
                <a:lnTo>
                  <a:pt x="1454070" y="91753"/>
                </a:lnTo>
                <a:lnTo>
                  <a:pt x="1453401" y="91956"/>
                </a:lnTo>
                <a:lnTo>
                  <a:pt x="1452721" y="92140"/>
                </a:lnTo>
                <a:lnTo>
                  <a:pt x="1452029" y="92304"/>
                </a:lnTo>
                <a:lnTo>
                  <a:pt x="1451326" y="92449"/>
                </a:lnTo>
                <a:lnTo>
                  <a:pt x="1450611" y="92574"/>
                </a:lnTo>
                <a:lnTo>
                  <a:pt x="1449885" y="92680"/>
                </a:lnTo>
                <a:lnTo>
                  <a:pt x="1449148" y="92767"/>
                </a:lnTo>
                <a:lnTo>
                  <a:pt x="1448399" y="92835"/>
                </a:lnTo>
                <a:lnTo>
                  <a:pt x="1447638" y="92883"/>
                </a:lnTo>
                <a:lnTo>
                  <a:pt x="1446867" y="92912"/>
                </a:lnTo>
                <a:lnTo>
                  <a:pt x="1446083" y="92922"/>
                </a:lnTo>
                <a:lnTo>
                  <a:pt x="1445388" y="92912"/>
                </a:lnTo>
                <a:lnTo>
                  <a:pt x="1444700" y="92883"/>
                </a:lnTo>
                <a:lnTo>
                  <a:pt x="1444019" y="92836"/>
                </a:lnTo>
                <a:lnTo>
                  <a:pt x="1443344" y="92769"/>
                </a:lnTo>
                <a:close/>
                <a:moveTo>
                  <a:pt x="1441326" y="161376"/>
                </a:moveTo>
                <a:lnTo>
                  <a:pt x="1440282" y="161287"/>
                </a:lnTo>
                <a:lnTo>
                  <a:pt x="1439266" y="161183"/>
                </a:lnTo>
                <a:lnTo>
                  <a:pt x="1438279" y="161062"/>
                </a:lnTo>
                <a:lnTo>
                  <a:pt x="1437321" y="160925"/>
                </a:lnTo>
                <a:lnTo>
                  <a:pt x="1436391" y="160772"/>
                </a:lnTo>
                <a:lnTo>
                  <a:pt x="1435489" y="160603"/>
                </a:lnTo>
                <a:lnTo>
                  <a:pt x="1434616" y="160418"/>
                </a:lnTo>
                <a:lnTo>
                  <a:pt x="1433771" y="160217"/>
                </a:lnTo>
                <a:lnTo>
                  <a:pt x="1432955" y="159999"/>
                </a:lnTo>
                <a:lnTo>
                  <a:pt x="1432167" y="159766"/>
                </a:lnTo>
                <a:lnTo>
                  <a:pt x="1431407" y="159516"/>
                </a:lnTo>
                <a:lnTo>
                  <a:pt x="1430676" y="159251"/>
                </a:lnTo>
                <a:lnTo>
                  <a:pt x="1429974" y="158969"/>
                </a:lnTo>
                <a:lnTo>
                  <a:pt x="1429299" y="158671"/>
                </a:lnTo>
                <a:lnTo>
                  <a:pt x="1428653" y="158357"/>
                </a:lnTo>
                <a:lnTo>
                  <a:pt x="1428036" y="158027"/>
                </a:lnTo>
                <a:lnTo>
                  <a:pt x="1427447" y="157681"/>
                </a:lnTo>
                <a:lnTo>
                  <a:pt x="1426887" y="157319"/>
                </a:lnTo>
                <a:lnTo>
                  <a:pt x="1426355" y="156941"/>
                </a:lnTo>
                <a:lnTo>
                  <a:pt x="1425847" y="156552"/>
                </a:lnTo>
                <a:lnTo>
                  <a:pt x="1425362" y="156158"/>
                </a:lnTo>
                <a:lnTo>
                  <a:pt x="1424898" y="155759"/>
                </a:lnTo>
                <a:lnTo>
                  <a:pt x="1424456" y="155354"/>
                </a:lnTo>
                <a:lnTo>
                  <a:pt x="1424035" y="154945"/>
                </a:lnTo>
                <a:lnTo>
                  <a:pt x="1423636" y="154530"/>
                </a:lnTo>
                <a:lnTo>
                  <a:pt x="1423258" y="154111"/>
                </a:lnTo>
                <a:lnTo>
                  <a:pt x="1422902" y="153686"/>
                </a:lnTo>
                <a:lnTo>
                  <a:pt x="1422568" y="153256"/>
                </a:lnTo>
                <a:lnTo>
                  <a:pt x="1422255" y="152821"/>
                </a:lnTo>
                <a:lnTo>
                  <a:pt x="1421963" y="152381"/>
                </a:lnTo>
                <a:lnTo>
                  <a:pt x="1421694" y="151935"/>
                </a:lnTo>
                <a:lnTo>
                  <a:pt x="1421446" y="151485"/>
                </a:lnTo>
                <a:lnTo>
                  <a:pt x="1421219" y="151029"/>
                </a:lnTo>
                <a:lnTo>
                  <a:pt x="1421014" y="150569"/>
                </a:lnTo>
                <a:lnTo>
                  <a:pt x="1420831" y="150103"/>
                </a:lnTo>
                <a:lnTo>
                  <a:pt x="1420669" y="149632"/>
                </a:lnTo>
                <a:lnTo>
                  <a:pt x="1420528" y="149156"/>
                </a:lnTo>
                <a:lnTo>
                  <a:pt x="1420410" y="148675"/>
                </a:lnTo>
                <a:lnTo>
                  <a:pt x="1420313" y="148188"/>
                </a:lnTo>
                <a:lnTo>
                  <a:pt x="1420237" y="147697"/>
                </a:lnTo>
                <a:lnTo>
                  <a:pt x="1420183" y="147200"/>
                </a:lnTo>
                <a:lnTo>
                  <a:pt x="1420151" y="146699"/>
                </a:lnTo>
                <a:lnTo>
                  <a:pt x="1420140" y="146192"/>
                </a:lnTo>
                <a:lnTo>
                  <a:pt x="1420146" y="145736"/>
                </a:lnTo>
                <a:lnTo>
                  <a:pt x="1420165" y="145284"/>
                </a:lnTo>
                <a:lnTo>
                  <a:pt x="1420197" y="144837"/>
                </a:lnTo>
                <a:lnTo>
                  <a:pt x="1420241" y="144394"/>
                </a:lnTo>
                <a:lnTo>
                  <a:pt x="1420298" y="143957"/>
                </a:lnTo>
                <a:lnTo>
                  <a:pt x="1420368" y="143523"/>
                </a:lnTo>
                <a:lnTo>
                  <a:pt x="1420451" y="143095"/>
                </a:lnTo>
                <a:lnTo>
                  <a:pt x="1420546" y="142671"/>
                </a:lnTo>
                <a:lnTo>
                  <a:pt x="1420653" y="142251"/>
                </a:lnTo>
                <a:lnTo>
                  <a:pt x="1420774" y="141837"/>
                </a:lnTo>
                <a:lnTo>
                  <a:pt x="1420907" y="141426"/>
                </a:lnTo>
                <a:lnTo>
                  <a:pt x="1421053" y="141021"/>
                </a:lnTo>
                <a:lnTo>
                  <a:pt x="1421211" y="140620"/>
                </a:lnTo>
                <a:lnTo>
                  <a:pt x="1421382" y="140223"/>
                </a:lnTo>
                <a:lnTo>
                  <a:pt x="1421566" y="139832"/>
                </a:lnTo>
                <a:lnTo>
                  <a:pt x="1421762" y="139444"/>
                </a:lnTo>
                <a:lnTo>
                  <a:pt x="1421971" y="139062"/>
                </a:lnTo>
                <a:lnTo>
                  <a:pt x="1422193" y="138684"/>
                </a:lnTo>
                <a:lnTo>
                  <a:pt x="1422428" y="138310"/>
                </a:lnTo>
                <a:lnTo>
                  <a:pt x="1422675" y="137942"/>
                </a:lnTo>
                <a:lnTo>
                  <a:pt x="1422934" y="137577"/>
                </a:lnTo>
                <a:lnTo>
                  <a:pt x="1423207" y="137218"/>
                </a:lnTo>
                <a:lnTo>
                  <a:pt x="1423492" y="136863"/>
                </a:lnTo>
                <a:lnTo>
                  <a:pt x="1423790" y="136512"/>
                </a:lnTo>
                <a:lnTo>
                  <a:pt x="1424099" y="136169"/>
                </a:lnTo>
                <a:lnTo>
                  <a:pt x="1424419" y="135833"/>
                </a:lnTo>
                <a:lnTo>
                  <a:pt x="1424750" y="135506"/>
                </a:lnTo>
                <a:lnTo>
                  <a:pt x="1425091" y="135188"/>
                </a:lnTo>
                <a:lnTo>
                  <a:pt x="1425443" y="134878"/>
                </a:lnTo>
                <a:lnTo>
                  <a:pt x="1425806" y="134577"/>
                </a:lnTo>
                <a:lnTo>
                  <a:pt x="1426179" y="134284"/>
                </a:lnTo>
                <a:lnTo>
                  <a:pt x="1426563" y="133999"/>
                </a:lnTo>
                <a:lnTo>
                  <a:pt x="1426957" y="133724"/>
                </a:lnTo>
                <a:lnTo>
                  <a:pt x="1427362" y="133456"/>
                </a:lnTo>
                <a:lnTo>
                  <a:pt x="1427778" y="133197"/>
                </a:lnTo>
                <a:lnTo>
                  <a:pt x="1428204" y="132947"/>
                </a:lnTo>
                <a:lnTo>
                  <a:pt x="1428641" y="132705"/>
                </a:lnTo>
                <a:lnTo>
                  <a:pt x="1429088" y="132471"/>
                </a:lnTo>
                <a:lnTo>
                  <a:pt x="1429547" y="132246"/>
                </a:lnTo>
                <a:lnTo>
                  <a:pt x="1430015" y="132030"/>
                </a:lnTo>
                <a:lnTo>
                  <a:pt x="1430495" y="131822"/>
                </a:lnTo>
                <a:lnTo>
                  <a:pt x="1430985" y="131622"/>
                </a:lnTo>
                <a:lnTo>
                  <a:pt x="1431485" y="131431"/>
                </a:lnTo>
                <a:lnTo>
                  <a:pt x="1431996" y="131249"/>
                </a:lnTo>
                <a:lnTo>
                  <a:pt x="1432518" y="131074"/>
                </a:lnTo>
                <a:lnTo>
                  <a:pt x="1433051" y="130909"/>
                </a:lnTo>
                <a:lnTo>
                  <a:pt x="1433594" y="130752"/>
                </a:lnTo>
                <a:lnTo>
                  <a:pt x="1434147" y="130603"/>
                </a:lnTo>
                <a:lnTo>
                  <a:pt x="1448746" y="130603"/>
                </a:lnTo>
                <a:lnTo>
                  <a:pt x="1449699" y="130606"/>
                </a:lnTo>
                <a:lnTo>
                  <a:pt x="1450633" y="130615"/>
                </a:lnTo>
                <a:lnTo>
                  <a:pt x="1451549" y="130630"/>
                </a:lnTo>
                <a:lnTo>
                  <a:pt x="1452447" y="130651"/>
                </a:lnTo>
                <a:lnTo>
                  <a:pt x="1453326" y="130678"/>
                </a:lnTo>
                <a:lnTo>
                  <a:pt x="1454187" y="130711"/>
                </a:lnTo>
                <a:lnTo>
                  <a:pt x="1455030" y="130751"/>
                </a:lnTo>
                <a:lnTo>
                  <a:pt x="1455854" y="130796"/>
                </a:lnTo>
                <a:lnTo>
                  <a:pt x="1456660" y="130847"/>
                </a:lnTo>
                <a:lnTo>
                  <a:pt x="1457448" y="130904"/>
                </a:lnTo>
                <a:lnTo>
                  <a:pt x="1458217" y="130967"/>
                </a:lnTo>
                <a:lnTo>
                  <a:pt x="1458968" y="131036"/>
                </a:lnTo>
                <a:lnTo>
                  <a:pt x="1459701" y="131111"/>
                </a:lnTo>
                <a:lnTo>
                  <a:pt x="1460415" y="131193"/>
                </a:lnTo>
                <a:lnTo>
                  <a:pt x="1461112" y="131280"/>
                </a:lnTo>
                <a:lnTo>
                  <a:pt x="1461789" y="131373"/>
                </a:lnTo>
                <a:lnTo>
                  <a:pt x="1462449" y="131472"/>
                </a:lnTo>
                <a:lnTo>
                  <a:pt x="1463090" y="131578"/>
                </a:lnTo>
                <a:lnTo>
                  <a:pt x="1463713" y="131689"/>
                </a:lnTo>
                <a:lnTo>
                  <a:pt x="1464317" y="131806"/>
                </a:lnTo>
                <a:lnTo>
                  <a:pt x="1464903" y="131930"/>
                </a:lnTo>
                <a:lnTo>
                  <a:pt x="1465471" y="132059"/>
                </a:lnTo>
                <a:lnTo>
                  <a:pt x="1466020" y="132194"/>
                </a:lnTo>
                <a:lnTo>
                  <a:pt x="1466552" y="132336"/>
                </a:lnTo>
                <a:lnTo>
                  <a:pt x="1467067" y="132482"/>
                </a:lnTo>
                <a:lnTo>
                  <a:pt x="1467568" y="132634"/>
                </a:lnTo>
                <a:lnTo>
                  <a:pt x="1468056" y="132790"/>
                </a:lnTo>
                <a:lnTo>
                  <a:pt x="1468530" y="132951"/>
                </a:lnTo>
                <a:lnTo>
                  <a:pt x="1468990" y="133117"/>
                </a:lnTo>
                <a:lnTo>
                  <a:pt x="1469437" y="133288"/>
                </a:lnTo>
                <a:lnTo>
                  <a:pt x="1469870" y="133463"/>
                </a:lnTo>
                <a:lnTo>
                  <a:pt x="1470289" y="133643"/>
                </a:lnTo>
                <a:lnTo>
                  <a:pt x="1470695" y="133828"/>
                </a:lnTo>
                <a:lnTo>
                  <a:pt x="1471086" y="134018"/>
                </a:lnTo>
                <a:lnTo>
                  <a:pt x="1471464" y="134212"/>
                </a:lnTo>
                <a:lnTo>
                  <a:pt x="1471829" y="134412"/>
                </a:lnTo>
                <a:lnTo>
                  <a:pt x="1472180" y="134616"/>
                </a:lnTo>
                <a:lnTo>
                  <a:pt x="1472517" y="134825"/>
                </a:lnTo>
                <a:lnTo>
                  <a:pt x="1472840" y="135038"/>
                </a:lnTo>
                <a:lnTo>
                  <a:pt x="1473150" y="135256"/>
                </a:lnTo>
                <a:lnTo>
                  <a:pt x="1473446" y="135480"/>
                </a:lnTo>
                <a:lnTo>
                  <a:pt x="1473728" y="135708"/>
                </a:lnTo>
                <a:lnTo>
                  <a:pt x="1473996" y="135940"/>
                </a:lnTo>
                <a:lnTo>
                  <a:pt x="1474251" y="136178"/>
                </a:lnTo>
                <a:lnTo>
                  <a:pt x="1474492" y="136420"/>
                </a:lnTo>
                <a:lnTo>
                  <a:pt x="1474720" y="136667"/>
                </a:lnTo>
                <a:lnTo>
                  <a:pt x="1474933" y="136919"/>
                </a:lnTo>
                <a:lnTo>
                  <a:pt x="1475133" y="137175"/>
                </a:lnTo>
                <a:lnTo>
                  <a:pt x="1475323" y="137436"/>
                </a:lnTo>
                <a:lnTo>
                  <a:pt x="1475504" y="137701"/>
                </a:lnTo>
                <a:lnTo>
                  <a:pt x="1475677" y="137970"/>
                </a:lnTo>
                <a:lnTo>
                  <a:pt x="1475842" y="138244"/>
                </a:lnTo>
                <a:lnTo>
                  <a:pt x="1475999" y="138521"/>
                </a:lnTo>
                <a:lnTo>
                  <a:pt x="1476148" y="138802"/>
                </a:lnTo>
                <a:lnTo>
                  <a:pt x="1476288" y="139087"/>
                </a:lnTo>
                <a:lnTo>
                  <a:pt x="1476421" y="139377"/>
                </a:lnTo>
                <a:lnTo>
                  <a:pt x="1476546" y="139670"/>
                </a:lnTo>
                <a:lnTo>
                  <a:pt x="1476663" y="139968"/>
                </a:lnTo>
                <a:lnTo>
                  <a:pt x="1476771" y="140270"/>
                </a:lnTo>
                <a:lnTo>
                  <a:pt x="1476872" y="140575"/>
                </a:lnTo>
                <a:lnTo>
                  <a:pt x="1476965" y="140885"/>
                </a:lnTo>
                <a:lnTo>
                  <a:pt x="1477049" y="141199"/>
                </a:lnTo>
                <a:lnTo>
                  <a:pt x="1477126" y="141517"/>
                </a:lnTo>
                <a:lnTo>
                  <a:pt x="1477194" y="141839"/>
                </a:lnTo>
                <a:lnTo>
                  <a:pt x="1477254" y="142165"/>
                </a:lnTo>
                <a:lnTo>
                  <a:pt x="1477307" y="142495"/>
                </a:lnTo>
                <a:lnTo>
                  <a:pt x="1477351" y="142829"/>
                </a:lnTo>
                <a:lnTo>
                  <a:pt x="1477387" y="143167"/>
                </a:lnTo>
                <a:lnTo>
                  <a:pt x="1477415" y="143510"/>
                </a:lnTo>
                <a:lnTo>
                  <a:pt x="1477435" y="143856"/>
                </a:lnTo>
                <a:lnTo>
                  <a:pt x="1477448" y="144207"/>
                </a:lnTo>
                <a:lnTo>
                  <a:pt x="1477452" y="144561"/>
                </a:lnTo>
                <a:lnTo>
                  <a:pt x="1477440" y="145160"/>
                </a:lnTo>
                <a:lnTo>
                  <a:pt x="1477404" y="145751"/>
                </a:lnTo>
                <a:lnTo>
                  <a:pt x="1477344" y="146333"/>
                </a:lnTo>
                <a:lnTo>
                  <a:pt x="1477261" y="146908"/>
                </a:lnTo>
                <a:lnTo>
                  <a:pt x="1477154" y="147474"/>
                </a:lnTo>
                <a:lnTo>
                  <a:pt x="1477023" y="148032"/>
                </a:lnTo>
                <a:lnTo>
                  <a:pt x="1476868" y="148582"/>
                </a:lnTo>
                <a:lnTo>
                  <a:pt x="1476690" y="149124"/>
                </a:lnTo>
                <a:lnTo>
                  <a:pt x="1476487" y="149657"/>
                </a:lnTo>
                <a:lnTo>
                  <a:pt x="1476261" y="150183"/>
                </a:lnTo>
                <a:lnTo>
                  <a:pt x="1476011" y="150700"/>
                </a:lnTo>
                <a:lnTo>
                  <a:pt x="1475738" y="151209"/>
                </a:lnTo>
                <a:lnTo>
                  <a:pt x="1475440" y="151711"/>
                </a:lnTo>
                <a:lnTo>
                  <a:pt x="1475119" y="152204"/>
                </a:lnTo>
                <a:lnTo>
                  <a:pt x="1474774" y="152688"/>
                </a:lnTo>
                <a:lnTo>
                  <a:pt x="1474405" y="153165"/>
                </a:lnTo>
                <a:lnTo>
                  <a:pt x="1474012" y="153633"/>
                </a:lnTo>
                <a:lnTo>
                  <a:pt x="1473595" y="154094"/>
                </a:lnTo>
                <a:lnTo>
                  <a:pt x="1473155" y="154546"/>
                </a:lnTo>
                <a:lnTo>
                  <a:pt x="1472691" y="154990"/>
                </a:lnTo>
                <a:lnTo>
                  <a:pt x="1472203" y="155426"/>
                </a:lnTo>
                <a:lnTo>
                  <a:pt x="1471691" y="155854"/>
                </a:lnTo>
                <a:lnTo>
                  <a:pt x="1471155" y="156273"/>
                </a:lnTo>
                <a:lnTo>
                  <a:pt x="1470596" y="156685"/>
                </a:lnTo>
                <a:lnTo>
                  <a:pt x="1470007" y="157084"/>
                </a:lnTo>
                <a:lnTo>
                  <a:pt x="1469384" y="157466"/>
                </a:lnTo>
                <a:lnTo>
                  <a:pt x="1468727" y="157832"/>
                </a:lnTo>
                <a:lnTo>
                  <a:pt x="1468035" y="158180"/>
                </a:lnTo>
                <a:lnTo>
                  <a:pt x="1467309" y="158511"/>
                </a:lnTo>
                <a:lnTo>
                  <a:pt x="1466548" y="158825"/>
                </a:lnTo>
                <a:lnTo>
                  <a:pt x="1465753" y="159122"/>
                </a:lnTo>
                <a:lnTo>
                  <a:pt x="1464924" y="159403"/>
                </a:lnTo>
                <a:lnTo>
                  <a:pt x="1464060" y="159666"/>
                </a:lnTo>
                <a:lnTo>
                  <a:pt x="1463162" y="159912"/>
                </a:lnTo>
                <a:lnTo>
                  <a:pt x="1462229" y="160142"/>
                </a:lnTo>
                <a:lnTo>
                  <a:pt x="1461262" y="160354"/>
                </a:lnTo>
                <a:lnTo>
                  <a:pt x="1460260" y="160549"/>
                </a:lnTo>
                <a:lnTo>
                  <a:pt x="1459224" y="160728"/>
                </a:lnTo>
                <a:lnTo>
                  <a:pt x="1458154" y="160889"/>
                </a:lnTo>
                <a:lnTo>
                  <a:pt x="1457049" y="161033"/>
                </a:lnTo>
                <a:lnTo>
                  <a:pt x="1455910" y="161161"/>
                </a:lnTo>
                <a:lnTo>
                  <a:pt x="1454736" y="161271"/>
                </a:lnTo>
                <a:lnTo>
                  <a:pt x="1453528" y="161365"/>
                </a:lnTo>
                <a:lnTo>
                  <a:pt x="1452285" y="161441"/>
                </a:lnTo>
                <a:lnTo>
                  <a:pt x="1451008" y="161501"/>
                </a:lnTo>
                <a:lnTo>
                  <a:pt x="1449697" y="161543"/>
                </a:lnTo>
                <a:lnTo>
                  <a:pt x="1448351" y="161569"/>
                </a:lnTo>
                <a:lnTo>
                  <a:pt x="1446971" y="161577"/>
                </a:lnTo>
                <a:lnTo>
                  <a:pt x="1445785" y="161569"/>
                </a:lnTo>
                <a:lnTo>
                  <a:pt x="1444627" y="161545"/>
                </a:lnTo>
                <a:lnTo>
                  <a:pt x="1443498" y="161505"/>
                </a:lnTo>
                <a:lnTo>
                  <a:pt x="1442398" y="161448"/>
                </a:lnTo>
                <a:lnTo>
                  <a:pt x="1441326" y="161376"/>
                </a:lnTo>
                <a:close/>
                <a:moveTo>
                  <a:pt x="1324280" y="64116"/>
                </a:moveTo>
                <a:lnTo>
                  <a:pt x="1324685" y="63624"/>
                </a:lnTo>
                <a:lnTo>
                  <a:pt x="1325100" y="63135"/>
                </a:lnTo>
                <a:lnTo>
                  <a:pt x="1325524" y="62650"/>
                </a:lnTo>
                <a:lnTo>
                  <a:pt x="1325959" y="62168"/>
                </a:lnTo>
                <a:lnTo>
                  <a:pt x="1326403" y="61689"/>
                </a:lnTo>
                <a:lnTo>
                  <a:pt x="1326857" y="61214"/>
                </a:lnTo>
                <a:lnTo>
                  <a:pt x="1327322" y="60743"/>
                </a:lnTo>
                <a:lnTo>
                  <a:pt x="1327796" y="60274"/>
                </a:lnTo>
                <a:lnTo>
                  <a:pt x="1328280" y="59809"/>
                </a:lnTo>
                <a:lnTo>
                  <a:pt x="1328774" y="59348"/>
                </a:lnTo>
                <a:lnTo>
                  <a:pt x="1329278" y="58889"/>
                </a:lnTo>
                <a:lnTo>
                  <a:pt x="1329792" y="58435"/>
                </a:lnTo>
                <a:lnTo>
                  <a:pt x="1330316" y="57983"/>
                </a:lnTo>
                <a:lnTo>
                  <a:pt x="1330850" y="57535"/>
                </a:lnTo>
                <a:lnTo>
                  <a:pt x="1331393" y="57091"/>
                </a:lnTo>
                <a:lnTo>
                  <a:pt x="1331947" y="56649"/>
                </a:lnTo>
                <a:lnTo>
                  <a:pt x="1332511" y="56211"/>
                </a:lnTo>
                <a:lnTo>
                  <a:pt x="1333084" y="55777"/>
                </a:lnTo>
                <a:lnTo>
                  <a:pt x="1333668" y="55346"/>
                </a:lnTo>
                <a:lnTo>
                  <a:pt x="1334261" y="54918"/>
                </a:lnTo>
                <a:lnTo>
                  <a:pt x="1334864" y="54494"/>
                </a:lnTo>
                <a:lnTo>
                  <a:pt x="1335479" y="54080"/>
                </a:lnTo>
                <a:lnTo>
                  <a:pt x="1336105" y="53684"/>
                </a:lnTo>
                <a:lnTo>
                  <a:pt x="1336743" y="53305"/>
                </a:lnTo>
                <a:lnTo>
                  <a:pt x="1337393" y="52944"/>
                </a:lnTo>
                <a:lnTo>
                  <a:pt x="1338056" y="52600"/>
                </a:lnTo>
                <a:lnTo>
                  <a:pt x="1338730" y="52274"/>
                </a:lnTo>
                <a:lnTo>
                  <a:pt x="1339416" y="51966"/>
                </a:lnTo>
                <a:lnTo>
                  <a:pt x="1340114" y="51675"/>
                </a:lnTo>
                <a:lnTo>
                  <a:pt x="1340824" y="51402"/>
                </a:lnTo>
                <a:lnTo>
                  <a:pt x="1341547" y="51147"/>
                </a:lnTo>
                <a:lnTo>
                  <a:pt x="1342281" y="50909"/>
                </a:lnTo>
                <a:lnTo>
                  <a:pt x="1343027" y="50689"/>
                </a:lnTo>
                <a:lnTo>
                  <a:pt x="1343785" y="50486"/>
                </a:lnTo>
                <a:lnTo>
                  <a:pt x="1344555" y="50301"/>
                </a:lnTo>
                <a:lnTo>
                  <a:pt x="1345337" y="50134"/>
                </a:lnTo>
                <a:lnTo>
                  <a:pt x="1346132" y="49984"/>
                </a:lnTo>
                <a:lnTo>
                  <a:pt x="1346938" y="49852"/>
                </a:lnTo>
                <a:lnTo>
                  <a:pt x="1347756" y="49737"/>
                </a:lnTo>
                <a:lnTo>
                  <a:pt x="1348586" y="49640"/>
                </a:lnTo>
                <a:lnTo>
                  <a:pt x="1349428" y="49561"/>
                </a:lnTo>
                <a:lnTo>
                  <a:pt x="1350282" y="49499"/>
                </a:lnTo>
                <a:lnTo>
                  <a:pt x="1351148" y="49455"/>
                </a:lnTo>
                <a:lnTo>
                  <a:pt x="1352026" y="49429"/>
                </a:lnTo>
                <a:lnTo>
                  <a:pt x="1352916" y="49420"/>
                </a:lnTo>
                <a:lnTo>
                  <a:pt x="1353510" y="49426"/>
                </a:lnTo>
                <a:lnTo>
                  <a:pt x="1354092" y="49442"/>
                </a:lnTo>
                <a:lnTo>
                  <a:pt x="1354663" y="49471"/>
                </a:lnTo>
                <a:lnTo>
                  <a:pt x="1355222" y="49510"/>
                </a:lnTo>
                <a:lnTo>
                  <a:pt x="1355769" y="49560"/>
                </a:lnTo>
                <a:lnTo>
                  <a:pt x="1356304" y="49622"/>
                </a:lnTo>
                <a:lnTo>
                  <a:pt x="1356827" y="49695"/>
                </a:lnTo>
                <a:lnTo>
                  <a:pt x="1357338" y="49779"/>
                </a:lnTo>
                <a:lnTo>
                  <a:pt x="1357838" y="49874"/>
                </a:lnTo>
                <a:lnTo>
                  <a:pt x="1358326" y="49980"/>
                </a:lnTo>
                <a:lnTo>
                  <a:pt x="1358802" y="50098"/>
                </a:lnTo>
                <a:lnTo>
                  <a:pt x="1359266" y="50227"/>
                </a:lnTo>
                <a:lnTo>
                  <a:pt x="1359718" y="50367"/>
                </a:lnTo>
                <a:lnTo>
                  <a:pt x="1360159" y="50518"/>
                </a:lnTo>
                <a:lnTo>
                  <a:pt x="1360588" y="50681"/>
                </a:lnTo>
                <a:lnTo>
                  <a:pt x="1361005" y="50855"/>
                </a:lnTo>
                <a:lnTo>
                  <a:pt x="1361410" y="51039"/>
                </a:lnTo>
                <a:lnTo>
                  <a:pt x="1361803" y="51236"/>
                </a:lnTo>
                <a:lnTo>
                  <a:pt x="1362185" y="51443"/>
                </a:lnTo>
                <a:lnTo>
                  <a:pt x="1362554" y="51661"/>
                </a:lnTo>
                <a:lnTo>
                  <a:pt x="1362912" y="51891"/>
                </a:lnTo>
                <a:lnTo>
                  <a:pt x="1363258" y="52132"/>
                </a:lnTo>
                <a:lnTo>
                  <a:pt x="1363592" y="52384"/>
                </a:lnTo>
                <a:lnTo>
                  <a:pt x="1363915" y="52648"/>
                </a:lnTo>
                <a:lnTo>
                  <a:pt x="1364227" y="52921"/>
                </a:lnTo>
                <a:lnTo>
                  <a:pt x="1364531" y="53202"/>
                </a:lnTo>
                <a:lnTo>
                  <a:pt x="1364828" y="53492"/>
                </a:lnTo>
                <a:lnTo>
                  <a:pt x="1365116" y="53790"/>
                </a:lnTo>
                <a:lnTo>
                  <a:pt x="1365396" y="54097"/>
                </a:lnTo>
                <a:lnTo>
                  <a:pt x="1365669" y="54412"/>
                </a:lnTo>
                <a:lnTo>
                  <a:pt x="1365933" y="54735"/>
                </a:lnTo>
                <a:lnTo>
                  <a:pt x="1366189" y="55067"/>
                </a:lnTo>
                <a:lnTo>
                  <a:pt x="1366437" y="55407"/>
                </a:lnTo>
                <a:lnTo>
                  <a:pt x="1366677" y="55756"/>
                </a:lnTo>
                <a:lnTo>
                  <a:pt x="1366909" y="56112"/>
                </a:lnTo>
                <a:lnTo>
                  <a:pt x="1367133" y="56478"/>
                </a:lnTo>
                <a:lnTo>
                  <a:pt x="1367349" y="56851"/>
                </a:lnTo>
                <a:lnTo>
                  <a:pt x="1367557" y="57233"/>
                </a:lnTo>
                <a:lnTo>
                  <a:pt x="1367756" y="57624"/>
                </a:lnTo>
                <a:lnTo>
                  <a:pt x="1367948" y="58022"/>
                </a:lnTo>
                <a:lnTo>
                  <a:pt x="1368132" y="58429"/>
                </a:lnTo>
                <a:lnTo>
                  <a:pt x="1368307" y="58845"/>
                </a:lnTo>
                <a:lnTo>
                  <a:pt x="1368475" y="59269"/>
                </a:lnTo>
                <a:lnTo>
                  <a:pt x="1368634" y="59701"/>
                </a:lnTo>
                <a:lnTo>
                  <a:pt x="1368786" y="60141"/>
                </a:lnTo>
                <a:lnTo>
                  <a:pt x="1368929" y="60590"/>
                </a:lnTo>
                <a:lnTo>
                  <a:pt x="1369065" y="61047"/>
                </a:lnTo>
                <a:lnTo>
                  <a:pt x="1369192" y="61513"/>
                </a:lnTo>
                <a:lnTo>
                  <a:pt x="1369313" y="61986"/>
                </a:lnTo>
                <a:lnTo>
                  <a:pt x="1369428" y="62464"/>
                </a:lnTo>
                <a:lnTo>
                  <a:pt x="1369539" y="62947"/>
                </a:lnTo>
                <a:lnTo>
                  <a:pt x="1369644" y="63437"/>
                </a:lnTo>
                <a:lnTo>
                  <a:pt x="1369744" y="63932"/>
                </a:lnTo>
                <a:lnTo>
                  <a:pt x="1369839" y="64433"/>
                </a:lnTo>
                <a:lnTo>
                  <a:pt x="1369929" y="64940"/>
                </a:lnTo>
                <a:lnTo>
                  <a:pt x="1370014" y="65452"/>
                </a:lnTo>
                <a:lnTo>
                  <a:pt x="1370094" y="65970"/>
                </a:lnTo>
                <a:lnTo>
                  <a:pt x="1370168" y="66494"/>
                </a:lnTo>
                <a:lnTo>
                  <a:pt x="1370238" y="67024"/>
                </a:lnTo>
                <a:lnTo>
                  <a:pt x="1370302" y="67559"/>
                </a:lnTo>
                <a:lnTo>
                  <a:pt x="1370361" y="68100"/>
                </a:lnTo>
                <a:lnTo>
                  <a:pt x="1370415" y="68646"/>
                </a:lnTo>
                <a:lnTo>
                  <a:pt x="1370464" y="69199"/>
                </a:lnTo>
                <a:lnTo>
                  <a:pt x="1370507" y="69757"/>
                </a:lnTo>
                <a:lnTo>
                  <a:pt x="1370546" y="70320"/>
                </a:lnTo>
                <a:lnTo>
                  <a:pt x="1370579" y="70890"/>
                </a:lnTo>
                <a:lnTo>
                  <a:pt x="1370607" y="71465"/>
                </a:lnTo>
                <a:lnTo>
                  <a:pt x="1370631" y="72046"/>
                </a:lnTo>
                <a:lnTo>
                  <a:pt x="1370649" y="72632"/>
                </a:lnTo>
                <a:lnTo>
                  <a:pt x="1370661" y="73224"/>
                </a:lnTo>
                <a:lnTo>
                  <a:pt x="1370669" y="73822"/>
                </a:lnTo>
                <a:lnTo>
                  <a:pt x="1370672" y="74426"/>
                </a:lnTo>
                <a:lnTo>
                  <a:pt x="1370672" y="136324"/>
                </a:lnTo>
                <a:lnTo>
                  <a:pt x="1387145" y="136324"/>
                </a:lnTo>
                <a:lnTo>
                  <a:pt x="1387145" y="72308"/>
                </a:lnTo>
                <a:lnTo>
                  <a:pt x="1387133" y="70869"/>
                </a:lnTo>
                <a:lnTo>
                  <a:pt x="1387095" y="69457"/>
                </a:lnTo>
                <a:lnTo>
                  <a:pt x="1387033" y="68072"/>
                </a:lnTo>
                <a:lnTo>
                  <a:pt x="1386945" y="66714"/>
                </a:lnTo>
                <a:lnTo>
                  <a:pt x="1386832" y="65383"/>
                </a:lnTo>
                <a:lnTo>
                  <a:pt x="1386695" y="64080"/>
                </a:lnTo>
                <a:lnTo>
                  <a:pt x="1386532" y="62803"/>
                </a:lnTo>
                <a:lnTo>
                  <a:pt x="1386345" y="61553"/>
                </a:lnTo>
                <a:lnTo>
                  <a:pt x="1386132" y="60331"/>
                </a:lnTo>
                <a:lnTo>
                  <a:pt x="1385895" y="59136"/>
                </a:lnTo>
                <a:lnTo>
                  <a:pt x="1385632" y="57967"/>
                </a:lnTo>
                <a:lnTo>
                  <a:pt x="1385345" y="56826"/>
                </a:lnTo>
                <a:lnTo>
                  <a:pt x="1385032" y="55712"/>
                </a:lnTo>
                <a:lnTo>
                  <a:pt x="1384695" y="54625"/>
                </a:lnTo>
                <a:lnTo>
                  <a:pt x="1384332" y="53565"/>
                </a:lnTo>
                <a:lnTo>
                  <a:pt x="1383945" y="52532"/>
                </a:lnTo>
                <a:lnTo>
                  <a:pt x="1383532" y="51526"/>
                </a:lnTo>
                <a:lnTo>
                  <a:pt x="1383095" y="50547"/>
                </a:lnTo>
                <a:lnTo>
                  <a:pt x="1382632" y="49595"/>
                </a:lnTo>
                <a:lnTo>
                  <a:pt x="1382144" y="48671"/>
                </a:lnTo>
                <a:lnTo>
                  <a:pt x="1381632" y="47773"/>
                </a:lnTo>
                <a:lnTo>
                  <a:pt x="1381094" y="46903"/>
                </a:lnTo>
                <a:lnTo>
                  <a:pt x="1380532" y="46059"/>
                </a:lnTo>
                <a:lnTo>
                  <a:pt x="1379944" y="45243"/>
                </a:lnTo>
                <a:lnTo>
                  <a:pt x="1379329" y="44457"/>
                </a:lnTo>
                <a:lnTo>
                  <a:pt x="1378684" y="43705"/>
                </a:lnTo>
                <a:lnTo>
                  <a:pt x="1378010" y="42985"/>
                </a:lnTo>
                <a:lnTo>
                  <a:pt x="1377305" y="42300"/>
                </a:lnTo>
                <a:lnTo>
                  <a:pt x="1376571" y="41647"/>
                </a:lnTo>
                <a:lnTo>
                  <a:pt x="1375807" y="41029"/>
                </a:lnTo>
                <a:lnTo>
                  <a:pt x="1375013" y="40443"/>
                </a:lnTo>
                <a:lnTo>
                  <a:pt x="1374190" y="39891"/>
                </a:lnTo>
                <a:lnTo>
                  <a:pt x="1373337" y="39373"/>
                </a:lnTo>
                <a:lnTo>
                  <a:pt x="1372453" y="38888"/>
                </a:lnTo>
                <a:lnTo>
                  <a:pt x="1371540" y="38436"/>
                </a:lnTo>
                <a:lnTo>
                  <a:pt x="1370598" y="38018"/>
                </a:lnTo>
                <a:lnTo>
                  <a:pt x="1369625" y="37634"/>
                </a:lnTo>
                <a:lnTo>
                  <a:pt x="1368623" y="37282"/>
                </a:lnTo>
                <a:lnTo>
                  <a:pt x="1367591" y="36965"/>
                </a:lnTo>
                <a:lnTo>
                  <a:pt x="1366529" y="36680"/>
                </a:lnTo>
                <a:lnTo>
                  <a:pt x="1365437" y="36430"/>
                </a:lnTo>
                <a:lnTo>
                  <a:pt x="1364315" y="36212"/>
                </a:lnTo>
                <a:lnTo>
                  <a:pt x="1363164" y="36028"/>
                </a:lnTo>
                <a:lnTo>
                  <a:pt x="1361983" y="35878"/>
                </a:lnTo>
                <a:lnTo>
                  <a:pt x="1360772" y="35761"/>
                </a:lnTo>
                <a:lnTo>
                  <a:pt x="1359531" y="35677"/>
                </a:lnTo>
                <a:lnTo>
                  <a:pt x="1358261" y="35627"/>
                </a:lnTo>
                <a:lnTo>
                  <a:pt x="1356960" y="35610"/>
                </a:lnTo>
                <a:lnTo>
                  <a:pt x="1355892" y="35619"/>
                </a:lnTo>
                <a:lnTo>
                  <a:pt x="1354839" y="35646"/>
                </a:lnTo>
                <a:lnTo>
                  <a:pt x="1353802" y="35691"/>
                </a:lnTo>
                <a:lnTo>
                  <a:pt x="1352782" y="35754"/>
                </a:lnTo>
                <a:lnTo>
                  <a:pt x="1351777" y="35835"/>
                </a:lnTo>
                <a:lnTo>
                  <a:pt x="1350789" y="35934"/>
                </a:lnTo>
                <a:lnTo>
                  <a:pt x="1349817" y="36051"/>
                </a:lnTo>
                <a:lnTo>
                  <a:pt x="1348861" y="36185"/>
                </a:lnTo>
                <a:lnTo>
                  <a:pt x="1347921" y="36338"/>
                </a:lnTo>
                <a:lnTo>
                  <a:pt x="1346997" y="36509"/>
                </a:lnTo>
                <a:lnTo>
                  <a:pt x="1346089" y="36698"/>
                </a:lnTo>
                <a:lnTo>
                  <a:pt x="1345197" y="36905"/>
                </a:lnTo>
                <a:lnTo>
                  <a:pt x="1344322" y="37130"/>
                </a:lnTo>
                <a:lnTo>
                  <a:pt x="1343462" y="37372"/>
                </a:lnTo>
                <a:lnTo>
                  <a:pt x="1342619" y="37633"/>
                </a:lnTo>
                <a:lnTo>
                  <a:pt x="1341791" y="37912"/>
                </a:lnTo>
                <a:lnTo>
                  <a:pt x="1340980" y="38208"/>
                </a:lnTo>
                <a:lnTo>
                  <a:pt x="1340185" y="38523"/>
                </a:lnTo>
                <a:lnTo>
                  <a:pt x="1339406" y="38856"/>
                </a:lnTo>
                <a:lnTo>
                  <a:pt x="1338643" y="39206"/>
                </a:lnTo>
                <a:lnTo>
                  <a:pt x="1337896" y="39575"/>
                </a:lnTo>
                <a:lnTo>
                  <a:pt x="1337165" y="39962"/>
                </a:lnTo>
                <a:lnTo>
                  <a:pt x="1336451" y="40366"/>
                </a:lnTo>
                <a:lnTo>
                  <a:pt x="1335752" y="40789"/>
                </a:lnTo>
                <a:lnTo>
                  <a:pt x="1335068" y="41222"/>
                </a:lnTo>
                <a:lnTo>
                  <a:pt x="1334398" y="41656"/>
                </a:lnTo>
                <a:lnTo>
                  <a:pt x="1333741" y="42094"/>
                </a:lnTo>
                <a:lnTo>
                  <a:pt x="1333097" y="42533"/>
                </a:lnTo>
                <a:lnTo>
                  <a:pt x="1332467" y="42974"/>
                </a:lnTo>
                <a:lnTo>
                  <a:pt x="1331850" y="43418"/>
                </a:lnTo>
                <a:lnTo>
                  <a:pt x="1331246" y="43864"/>
                </a:lnTo>
                <a:lnTo>
                  <a:pt x="1330656" y="44313"/>
                </a:lnTo>
                <a:lnTo>
                  <a:pt x="1330079" y="44763"/>
                </a:lnTo>
                <a:lnTo>
                  <a:pt x="1329515" y="45216"/>
                </a:lnTo>
                <a:lnTo>
                  <a:pt x="1328965" y="45671"/>
                </a:lnTo>
                <a:lnTo>
                  <a:pt x="1328428" y="46128"/>
                </a:lnTo>
                <a:lnTo>
                  <a:pt x="1327904" y="46587"/>
                </a:lnTo>
                <a:lnTo>
                  <a:pt x="1327394" y="47049"/>
                </a:lnTo>
                <a:lnTo>
                  <a:pt x="1326897" y="47513"/>
                </a:lnTo>
                <a:lnTo>
                  <a:pt x="1326414" y="47979"/>
                </a:lnTo>
                <a:lnTo>
                  <a:pt x="1325944" y="48447"/>
                </a:lnTo>
                <a:lnTo>
                  <a:pt x="1325487" y="48918"/>
                </a:lnTo>
                <a:lnTo>
                  <a:pt x="1325044" y="49390"/>
                </a:lnTo>
                <a:lnTo>
                  <a:pt x="1324614" y="49865"/>
                </a:lnTo>
                <a:lnTo>
                  <a:pt x="1324197" y="50343"/>
                </a:lnTo>
                <a:lnTo>
                  <a:pt x="1323794" y="50822"/>
                </a:lnTo>
                <a:lnTo>
                  <a:pt x="1323404" y="51304"/>
                </a:lnTo>
                <a:lnTo>
                  <a:pt x="1323027" y="51788"/>
                </a:lnTo>
                <a:lnTo>
                  <a:pt x="1322435" y="37287"/>
                </a:lnTo>
                <a:lnTo>
                  <a:pt x="1306652" y="37287"/>
                </a:lnTo>
                <a:lnTo>
                  <a:pt x="1306652" y="136324"/>
                </a:lnTo>
                <a:lnTo>
                  <a:pt x="1323126" y="136324"/>
                </a:lnTo>
                <a:lnTo>
                  <a:pt x="1323126" y="65613"/>
                </a:lnTo>
                <a:lnTo>
                  <a:pt x="1323501" y="65111"/>
                </a:lnTo>
                <a:lnTo>
                  <a:pt x="1323885" y="64612"/>
                </a:lnTo>
                <a:lnTo>
                  <a:pt x="1324280" y="64116"/>
                </a:lnTo>
                <a:close/>
                <a:moveTo>
                  <a:pt x="1272823" y="136324"/>
                </a:moveTo>
                <a:lnTo>
                  <a:pt x="1272823" y="37287"/>
                </a:lnTo>
                <a:lnTo>
                  <a:pt x="1256349" y="37287"/>
                </a:lnTo>
                <a:lnTo>
                  <a:pt x="1256349" y="136324"/>
                </a:lnTo>
                <a:lnTo>
                  <a:pt x="1272823" y="136324"/>
                </a:lnTo>
                <a:close/>
                <a:moveTo>
                  <a:pt x="1197894" y="138052"/>
                </a:moveTo>
                <a:lnTo>
                  <a:pt x="1198550" y="138025"/>
                </a:lnTo>
                <a:lnTo>
                  <a:pt x="1199203" y="137992"/>
                </a:lnTo>
                <a:lnTo>
                  <a:pt x="1199851" y="137953"/>
                </a:lnTo>
                <a:lnTo>
                  <a:pt x="1200496" y="137908"/>
                </a:lnTo>
                <a:lnTo>
                  <a:pt x="1201136" y="137857"/>
                </a:lnTo>
                <a:lnTo>
                  <a:pt x="1201773" y="137800"/>
                </a:lnTo>
                <a:lnTo>
                  <a:pt x="1202406" y="137737"/>
                </a:lnTo>
                <a:lnTo>
                  <a:pt x="1203034" y="137668"/>
                </a:lnTo>
                <a:lnTo>
                  <a:pt x="1203659" y="137594"/>
                </a:lnTo>
                <a:lnTo>
                  <a:pt x="1204280" y="137513"/>
                </a:lnTo>
                <a:lnTo>
                  <a:pt x="1204897" y="137426"/>
                </a:lnTo>
                <a:lnTo>
                  <a:pt x="1205510" y="137333"/>
                </a:lnTo>
                <a:lnTo>
                  <a:pt x="1206119" y="137234"/>
                </a:lnTo>
                <a:lnTo>
                  <a:pt x="1206724" y="137129"/>
                </a:lnTo>
                <a:lnTo>
                  <a:pt x="1207325" y="137018"/>
                </a:lnTo>
                <a:lnTo>
                  <a:pt x="1207923" y="136901"/>
                </a:lnTo>
                <a:lnTo>
                  <a:pt x="1208516" y="136778"/>
                </a:lnTo>
                <a:lnTo>
                  <a:pt x="1209105" y="136649"/>
                </a:lnTo>
                <a:lnTo>
                  <a:pt x="1209691" y="136515"/>
                </a:lnTo>
                <a:lnTo>
                  <a:pt x="1210272" y="136374"/>
                </a:lnTo>
                <a:lnTo>
                  <a:pt x="1210849" y="136227"/>
                </a:lnTo>
                <a:lnTo>
                  <a:pt x="1211419" y="136073"/>
                </a:lnTo>
                <a:lnTo>
                  <a:pt x="1211983" y="135913"/>
                </a:lnTo>
                <a:lnTo>
                  <a:pt x="1212541" y="135746"/>
                </a:lnTo>
                <a:lnTo>
                  <a:pt x="1213093" y="135573"/>
                </a:lnTo>
                <a:lnTo>
                  <a:pt x="1213638" y="135393"/>
                </a:lnTo>
                <a:lnTo>
                  <a:pt x="1214178" y="135207"/>
                </a:lnTo>
                <a:lnTo>
                  <a:pt x="1214711" y="135014"/>
                </a:lnTo>
                <a:lnTo>
                  <a:pt x="1215238" y="134815"/>
                </a:lnTo>
                <a:lnTo>
                  <a:pt x="1215759" y="134609"/>
                </a:lnTo>
                <a:lnTo>
                  <a:pt x="1216274" y="134396"/>
                </a:lnTo>
                <a:lnTo>
                  <a:pt x="1216783" y="134177"/>
                </a:lnTo>
                <a:lnTo>
                  <a:pt x="1217285" y="133952"/>
                </a:lnTo>
                <a:lnTo>
                  <a:pt x="1217781" y="133720"/>
                </a:lnTo>
                <a:lnTo>
                  <a:pt x="1218272" y="133481"/>
                </a:lnTo>
                <a:lnTo>
                  <a:pt x="1218756" y="133236"/>
                </a:lnTo>
                <a:lnTo>
                  <a:pt x="1219233" y="132985"/>
                </a:lnTo>
                <a:lnTo>
                  <a:pt x="1219705" y="132727"/>
                </a:lnTo>
                <a:lnTo>
                  <a:pt x="1220170" y="132462"/>
                </a:lnTo>
                <a:lnTo>
                  <a:pt x="1220630" y="132191"/>
                </a:lnTo>
                <a:lnTo>
                  <a:pt x="1221083" y="131913"/>
                </a:lnTo>
                <a:lnTo>
                  <a:pt x="1221530" y="131629"/>
                </a:lnTo>
                <a:lnTo>
                  <a:pt x="1221971" y="131338"/>
                </a:lnTo>
                <a:lnTo>
                  <a:pt x="1222405" y="131041"/>
                </a:lnTo>
                <a:lnTo>
                  <a:pt x="1222833" y="130737"/>
                </a:lnTo>
                <a:lnTo>
                  <a:pt x="1223253" y="130426"/>
                </a:lnTo>
                <a:lnTo>
                  <a:pt x="1223665" y="130107"/>
                </a:lnTo>
                <a:lnTo>
                  <a:pt x="1224069" y="129782"/>
                </a:lnTo>
                <a:lnTo>
                  <a:pt x="1224465" y="129450"/>
                </a:lnTo>
                <a:lnTo>
                  <a:pt x="1224853" y="129111"/>
                </a:lnTo>
                <a:lnTo>
                  <a:pt x="1225233" y="128764"/>
                </a:lnTo>
                <a:lnTo>
                  <a:pt x="1225606" y="128411"/>
                </a:lnTo>
                <a:lnTo>
                  <a:pt x="1225970" y="128050"/>
                </a:lnTo>
                <a:lnTo>
                  <a:pt x="1226327" y="127683"/>
                </a:lnTo>
                <a:lnTo>
                  <a:pt x="1226676" y="127308"/>
                </a:lnTo>
                <a:lnTo>
                  <a:pt x="1227017" y="126926"/>
                </a:lnTo>
                <a:lnTo>
                  <a:pt x="1227350" y="126538"/>
                </a:lnTo>
                <a:lnTo>
                  <a:pt x="1227675" y="126142"/>
                </a:lnTo>
                <a:lnTo>
                  <a:pt x="1227992" y="125739"/>
                </a:lnTo>
                <a:lnTo>
                  <a:pt x="1228302" y="125329"/>
                </a:lnTo>
                <a:lnTo>
                  <a:pt x="1228604" y="124912"/>
                </a:lnTo>
                <a:lnTo>
                  <a:pt x="1228897" y="124488"/>
                </a:lnTo>
                <a:lnTo>
                  <a:pt x="1229183" y="124057"/>
                </a:lnTo>
                <a:lnTo>
                  <a:pt x="1229461" y="123619"/>
                </a:lnTo>
                <a:lnTo>
                  <a:pt x="1229731" y="123174"/>
                </a:lnTo>
                <a:lnTo>
                  <a:pt x="1229993" y="122722"/>
                </a:lnTo>
                <a:lnTo>
                  <a:pt x="1230248" y="122263"/>
                </a:lnTo>
                <a:lnTo>
                  <a:pt x="1230494" y="121796"/>
                </a:lnTo>
                <a:lnTo>
                  <a:pt x="1230731" y="121323"/>
                </a:lnTo>
                <a:lnTo>
                  <a:pt x="1230959" y="120842"/>
                </a:lnTo>
                <a:lnTo>
                  <a:pt x="1231176" y="120354"/>
                </a:lnTo>
                <a:lnTo>
                  <a:pt x="1231383" y="119859"/>
                </a:lnTo>
                <a:lnTo>
                  <a:pt x="1231580" y="119357"/>
                </a:lnTo>
                <a:lnTo>
                  <a:pt x="1231767" y="118847"/>
                </a:lnTo>
                <a:lnTo>
                  <a:pt x="1231944" y="118330"/>
                </a:lnTo>
                <a:lnTo>
                  <a:pt x="1232111" y="117806"/>
                </a:lnTo>
                <a:lnTo>
                  <a:pt x="1232267" y="117275"/>
                </a:lnTo>
                <a:lnTo>
                  <a:pt x="1232414" y="116737"/>
                </a:lnTo>
                <a:lnTo>
                  <a:pt x="1232550" y="116191"/>
                </a:lnTo>
                <a:lnTo>
                  <a:pt x="1232676" y="115638"/>
                </a:lnTo>
                <a:lnTo>
                  <a:pt x="1232793" y="115078"/>
                </a:lnTo>
                <a:lnTo>
                  <a:pt x="1232899" y="114510"/>
                </a:lnTo>
                <a:lnTo>
                  <a:pt x="1232995" y="113936"/>
                </a:lnTo>
                <a:lnTo>
                  <a:pt x="1233081" y="113354"/>
                </a:lnTo>
                <a:lnTo>
                  <a:pt x="1233156" y="112765"/>
                </a:lnTo>
                <a:lnTo>
                  <a:pt x="1233222" y="112169"/>
                </a:lnTo>
                <a:lnTo>
                  <a:pt x="1233278" y="111565"/>
                </a:lnTo>
                <a:lnTo>
                  <a:pt x="1233323" y="110954"/>
                </a:lnTo>
                <a:lnTo>
                  <a:pt x="1233359" y="110337"/>
                </a:lnTo>
                <a:lnTo>
                  <a:pt x="1233384" y="109711"/>
                </a:lnTo>
                <a:lnTo>
                  <a:pt x="1233399" y="109079"/>
                </a:lnTo>
                <a:lnTo>
                  <a:pt x="1233404" y="108439"/>
                </a:lnTo>
                <a:lnTo>
                  <a:pt x="1233398" y="107700"/>
                </a:lnTo>
                <a:lnTo>
                  <a:pt x="1233378" y="106972"/>
                </a:lnTo>
                <a:lnTo>
                  <a:pt x="1233346" y="106255"/>
                </a:lnTo>
                <a:lnTo>
                  <a:pt x="1233301" y="105548"/>
                </a:lnTo>
                <a:lnTo>
                  <a:pt x="1233243" y="104854"/>
                </a:lnTo>
                <a:lnTo>
                  <a:pt x="1233173" y="104170"/>
                </a:lnTo>
                <a:lnTo>
                  <a:pt x="1233089" y="103497"/>
                </a:lnTo>
                <a:lnTo>
                  <a:pt x="1232993" y="102836"/>
                </a:lnTo>
                <a:lnTo>
                  <a:pt x="1232884" y="102185"/>
                </a:lnTo>
                <a:lnTo>
                  <a:pt x="1232762" y="101546"/>
                </a:lnTo>
                <a:lnTo>
                  <a:pt x="1232627" y="100918"/>
                </a:lnTo>
                <a:lnTo>
                  <a:pt x="1232479" y="100301"/>
                </a:lnTo>
                <a:lnTo>
                  <a:pt x="1232319" y="99695"/>
                </a:lnTo>
                <a:lnTo>
                  <a:pt x="1232145" y="99100"/>
                </a:lnTo>
                <a:lnTo>
                  <a:pt x="1231959" y="98516"/>
                </a:lnTo>
                <a:lnTo>
                  <a:pt x="1231760" y="97943"/>
                </a:lnTo>
                <a:lnTo>
                  <a:pt x="1231548" y="97382"/>
                </a:lnTo>
                <a:lnTo>
                  <a:pt x="1231323" y="96832"/>
                </a:lnTo>
                <a:lnTo>
                  <a:pt x="1231086" y="96292"/>
                </a:lnTo>
                <a:lnTo>
                  <a:pt x="1230835" y="95764"/>
                </a:lnTo>
                <a:lnTo>
                  <a:pt x="1230572" y="95247"/>
                </a:lnTo>
                <a:lnTo>
                  <a:pt x="1230296" y="94741"/>
                </a:lnTo>
                <a:lnTo>
                  <a:pt x="1230007" y="94247"/>
                </a:lnTo>
                <a:lnTo>
                  <a:pt x="1229705" y="93763"/>
                </a:lnTo>
                <a:lnTo>
                  <a:pt x="1229390" y="93288"/>
                </a:lnTo>
                <a:lnTo>
                  <a:pt x="1229063" y="92821"/>
                </a:lnTo>
                <a:lnTo>
                  <a:pt x="1228724" y="92361"/>
                </a:lnTo>
                <a:lnTo>
                  <a:pt x="1228372" y="91908"/>
                </a:lnTo>
                <a:lnTo>
                  <a:pt x="1228007" y="91462"/>
                </a:lnTo>
                <a:lnTo>
                  <a:pt x="1227630" y="91023"/>
                </a:lnTo>
                <a:lnTo>
                  <a:pt x="1227241" y="90592"/>
                </a:lnTo>
                <a:lnTo>
                  <a:pt x="1226839" y="90168"/>
                </a:lnTo>
                <a:lnTo>
                  <a:pt x="1226424" y="89751"/>
                </a:lnTo>
                <a:lnTo>
                  <a:pt x="1225997" y="89342"/>
                </a:lnTo>
                <a:lnTo>
                  <a:pt x="1225558" y="88939"/>
                </a:lnTo>
                <a:lnTo>
                  <a:pt x="1225106" y="88544"/>
                </a:lnTo>
                <a:lnTo>
                  <a:pt x="1224641" y="88156"/>
                </a:lnTo>
                <a:lnTo>
                  <a:pt x="1224164" y="87776"/>
                </a:lnTo>
                <a:lnTo>
                  <a:pt x="1223675" y="87402"/>
                </a:lnTo>
                <a:lnTo>
                  <a:pt x="1223173" y="87036"/>
                </a:lnTo>
                <a:lnTo>
                  <a:pt x="1222658" y="86677"/>
                </a:lnTo>
                <a:lnTo>
                  <a:pt x="1222131" y="86326"/>
                </a:lnTo>
                <a:lnTo>
                  <a:pt x="1221591" y="85981"/>
                </a:lnTo>
                <a:lnTo>
                  <a:pt x="1221039" y="85644"/>
                </a:lnTo>
                <a:lnTo>
                  <a:pt x="1220475" y="85314"/>
                </a:lnTo>
                <a:lnTo>
                  <a:pt x="1219898" y="84991"/>
                </a:lnTo>
                <a:lnTo>
                  <a:pt x="1219308" y="84676"/>
                </a:lnTo>
                <a:lnTo>
                  <a:pt x="1218706" y="84367"/>
                </a:lnTo>
                <a:lnTo>
                  <a:pt x="1218092" y="84064"/>
                </a:lnTo>
                <a:lnTo>
                  <a:pt x="1217466" y="83765"/>
                </a:lnTo>
                <a:lnTo>
                  <a:pt x="1216827" y="83469"/>
                </a:lnTo>
                <a:lnTo>
                  <a:pt x="1216177" y="83177"/>
                </a:lnTo>
                <a:lnTo>
                  <a:pt x="1215515" y="82888"/>
                </a:lnTo>
                <a:lnTo>
                  <a:pt x="1214841" y="82603"/>
                </a:lnTo>
                <a:lnTo>
                  <a:pt x="1214154" y="82321"/>
                </a:lnTo>
                <a:lnTo>
                  <a:pt x="1213456" y="82043"/>
                </a:lnTo>
                <a:lnTo>
                  <a:pt x="1212746" y="81768"/>
                </a:lnTo>
                <a:lnTo>
                  <a:pt x="1212024" y="81497"/>
                </a:lnTo>
                <a:lnTo>
                  <a:pt x="1211290" y="81229"/>
                </a:lnTo>
                <a:lnTo>
                  <a:pt x="1210544" y="80965"/>
                </a:lnTo>
                <a:lnTo>
                  <a:pt x="1209785" y="80704"/>
                </a:lnTo>
                <a:lnTo>
                  <a:pt x="1209015" y="80447"/>
                </a:lnTo>
                <a:lnTo>
                  <a:pt x="1208233" y="80194"/>
                </a:lnTo>
                <a:lnTo>
                  <a:pt x="1207439" y="79944"/>
                </a:lnTo>
                <a:lnTo>
                  <a:pt x="1206633" y="79697"/>
                </a:lnTo>
                <a:lnTo>
                  <a:pt x="1205815" y="79454"/>
                </a:lnTo>
                <a:lnTo>
                  <a:pt x="1204985" y="79214"/>
                </a:lnTo>
                <a:lnTo>
                  <a:pt x="1204143" y="78978"/>
                </a:lnTo>
                <a:lnTo>
                  <a:pt x="1203289" y="78746"/>
                </a:lnTo>
                <a:lnTo>
                  <a:pt x="1202423" y="78517"/>
                </a:lnTo>
                <a:lnTo>
                  <a:pt x="1201545" y="78292"/>
                </a:lnTo>
                <a:lnTo>
                  <a:pt x="1200655" y="78070"/>
                </a:lnTo>
                <a:lnTo>
                  <a:pt x="1199840" y="77867"/>
                </a:lnTo>
                <a:lnTo>
                  <a:pt x="1199039" y="77665"/>
                </a:lnTo>
                <a:lnTo>
                  <a:pt x="1198252" y="77464"/>
                </a:lnTo>
                <a:lnTo>
                  <a:pt x="1197479" y="77264"/>
                </a:lnTo>
                <a:lnTo>
                  <a:pt x="1196720" y="77065"/>
                </a:lnTo>
                <a:lnTo>
                  <a:pt x="1195975" y="76866"/>
                </a:lnTo>
                <a:lnTo>
                  <a:pt x="1195244" y="76669"/>
                </a:lnTo>
                <a:lnTo>
                  <a:pt x="1194528" y="76473"/>
                </a:lnTo>
                <a:lnTo>
                  <a:pt x="1193825" y="76277"/>
                </a:lnTo>
                <a:lnTo>
                  <a:pt x="1193136" y="76082"/>
                </a:lnTo>
                <a:lnTo>
                  <a:pt x="1192462" y="75888"/>
                </a:lnTo>
                <a:lnTo>
                  <a:pt x="1191801" y="75695"/>
                </a:lnTo>
                <a:lnTo>
                  <a:pt x="1191155" y="75503"/>
                </a:lnTo>
                <a:lnTo>
                  <a:pt x="1190522" y="75312"/>
                </a:lnTo>
                <a:lnTo>
                  <a:pt x="1189904" y="75122"/>
                </a:lnTo>
                <a:lnTo>
                  <a:pt x="1189300" y="74932"/>
                </a:lnTo>
                <a:lnTo>
                  <a:pt x="1188709" y="74744"/>
                </a:lnTo>
                <a:lnTo>
                  <a:pt x="1188133" y="74556"/>
                </a:lnTo>
                <a:lnTo>
                  <a:pt x="1187571" y="74369"/>
                </a:lnTo>
                <a:lnTo>
                  <a:pt x="1187023" y="74183"/>
                </a:lnTo>
                <a:lnTo>
                  <a:pt x="1186489" y="73998"/>
                </a:lnTo>
                <a:lnTo>
                  <a:pt x="1185968" y="73814"/>
                </a:lnTo>
                <a:lnTo>
                  <a:pt x="1185462" y="73631"/>
                </a:lnTo>
                <a:lnTo>
                  <a:pt x="1184970" y="73449"/>
                </a:lnTo>
                <a:lnTo>
                  <a:pt x="1184491" y="73266"/>
                </a:lnTo>
                <a:lnTo>
                  <a:pt x="1184024" y="73081"/>
                </a:lnTo>
                <a:lnTo>
                  <a:pt x="1183568" y="72894"/>
                </a:lnTo>
                <a:lnTo>
                  <a:pt x="1183124" y="72705"/>
                </a:lnTo>
                <a:lnTo>
                  <a:pt x="1182691" y="72514"/>
                </a:lnTo>
                <a:lnTo>
                  <a:pt x="1182270" y="72321"/>
                </a:lnTo>
                <a:lnTo>
                  <a:pt x="1181861" y="72126"/>
                </a:lnTo>
                <a:lnTo>
                  <a:pt x="1181463" y="71930"/>
                </a:lnTo>
                <a:lnTo>
                  <a:pt x="1181077" y="71731"/>
                </a:lnTo>
                <a:lnTo>
                  <a:pt x="1180703" y="71531"/>
                </a:lnTo>
                <a:lnTo>
                  <a:pt x="1180340" y="71328"/>
                </a:lnTo>
                <a:lnTo>
                  <a:pt x="1179989" y="71124"/>
                </a:lnTo>
                <a:lnTo>
                  <a:pt x="1179649" y="70917"/>
                </a:lnTo>
                <a:lnTo>
                  <a:pt x="1179322" y="70709"/>
                </a:lnTo>
                <a:lnTo>
                  <a:pt x="1179006" y="70499"/>
                </a:lnTo>
                <a:lnTo>
                  <a:pt x="1178701" y="70287"/>
                </a:lnTo>
                <a:lnTo>
                  <a:pt x="1178408" y="70073"/>
                </a:lnTo>
                <a:lnTo>
                  <a:pt x="1178127" y="69857"/>
                </a:lnTo>
                <a:lnTo>
                  <a:pt x="1177857" y="69639"/>
                </a:lnTo>
                <a:lnTo>
                  <a:pt x="1177600" y="69419"/>
                </a:lnTo>
                <a:lnTo>
                  <a:pt x="1177353" y="69197"/>
                </a:lnTo>
                <a:lnTo>
                  <a:pt x="1177119" y="68973"/>
                </a:lnTo>
                <a:lnTo>
                  <a:pt x="1176896" y="68747"/>
                </a:lnTo>
                <a:lnTo>
                  <a:pt x="1176684" y="68520"/>
                </a:lnTo>
                <a:lnTo>
                  <a:pt x="1176483" y="68289"/>
                </a:lnTo>
                <a:lnTo>
                  <a:pt x="1176290" y="68054"/>
                </a:lnTo>
                <a:lnTo>
                  <a:pt x="1176106" y="67815"/>
                </a:lnTo>
                <a:lnTo>
                  <a:pt x="1175931" y="67571"/>
                </a:lnTo>
                <a:lnTo>
                  <a:pt x="1175764" y="67324"/>
                </a:lnTo>
                <a:lnTo>
                  <a:pt x="1175605" y="67072"/>
                </a:lnTo>
                <a:lnTo>
                  <a:pt x="1175456" y="66816"/>
                </a:lnTo>
                <a:lnTo>
                  <a:pt x="1175314" y="66556"/>
                </a:lnTo>
                <a:lnTo>
                  <a:pt x="1175182" y="66291"/>
                </a:lnTo>
                <a:lnTo>
                  <a:pt x="1175057" y="66022"/>
                </a:lnTo>
                <a:lnTo>
                  <a:pt x="1174942" y="65749"/>
                </a:lnTo>
                <a:lnTo>
                  <a:pt x="1174835" y="65472"/>
                </a:lnTo>
                <a:lnTo>
                  <a:pt x="1174736" y="65190"/>
                </a:lnTo>
                <a:lnTo>
                  <a:pt x="1174646" y="64905"/>
                </a:lnTo>
                <a:lnTo>
                  <a:pt x="1174565" y="64615"/>
                </a:lnTo>
                <a:lnTo>
                  <a:pt x="1174492" y="64321"/>
                </a:lnTo>
                <a:lnTo>
                  <a:pt x="1174428" y="64022"/>
                </a:lnTo>
                <a:lnTo>
                  <a:pt x="1174372" y="63720"/>
                </a:lnTo>
                <a:lnTo>
                  <a:pt x="1174325" y="63413"/>
                </a:lnTo>
                <a:lnTo>
                  <a:pt x="1174287" y="63102"/>
                </a:lnTo>
                <a:lnTo>
                  <a:pt x="1174257" y="62786"/>
                </a:lnTo>
                <a:lnTo>
                  <a:pt x="1174235" y="62467"/>
                </a:lnTo>
                <a:lnTo>
                  <a:pt x="1174223" y="62143"/>
                </a:lnTo>
                <a:lnTo>
                  <a:pt x="1174218" y="61815"/>
                </a:lnTo>
                <a:lnTo>
                  <a:pt x="1174228" y="61230"/>
                </a:lnTo>
                <a:lnTo>
                  <a:pt x="1174257" y="60659"/>
                </a:lnTo>
                <a:lnTo>
                  <a:pt x="1174305" y="60100"/>
                </a:lnTo>
                <a:lnTo>
                  <a:pt x="1174372" y="59554"/>
                </a:lnTo>
                <a:lnTo>
                  <a:pt x="1174458" y="59022"/>
                </a:lnTo>
                <a:lnTo>
                  <a:pt x="1174564" y="58502"/>
                </a:lnTo>
                <a:lnTo>
                  <a:pt x="1174688" y="57995"/>
                </a:lnTo>
                <a:lnTo>
                  <a:pt x="1174832" y="57502"/>
                </a:lnTo>
                <a:lnTo>
                  <a:pt x="1174995" y="57022"/>
                </a:lnTo>
                <a:lnTo>
                  <a:pt x="1175177" y="56554"/>
                </a:lnTo>
                <a:lnTo>
                  <a:pt x="1175379" y="56100"/>
                </a:lnTo>
                <a:lnTo>
                  <a:pt x="1175599" y="55658"/>
                </a:lnTo>
                <a:lnTo>
                  <a:pt x="1175839" y="55230"/>
                </a:lnTo>
                <a:lnTo>
                  <a:pt x="1176098" y="54815"/>
                </a:lnTo>
                <a:lnTo>
                  <a:pt x="1176376" y="54413"/>
                </a:lnTo>
                <a:lnTo>
                  <a:pt x="1176673" y="54024"/>
                </a:lnTo>
                <a:lnTo>
                  <a:pt x="1176990" y="53648"/>
                </a:lnTo>
                <a:lnTo>
                  <a:pt x="1177326" y="53285"/>
                </a:lnTo>
                <a:lnTo>
                  <a:pt x="1177680" y="52935"/>
                </a:lnTo>
                <a:lnTo>
                  <a:pt x="1178054" y="52598"/>
                </a:lnTo>
                <a:lnTo>
                  <a:pt x="1178448" y="52274"/>
                </a:lnTo>
                <a:lnTo>
                  <a:pt x="1178860" y="51963"/>
                </a:lnTo>
                <a:lnTo>
                  <a:pt x="1179292" y="51665"/>
                </a:lnTo>
                <a:lnTo>
                  <a:pt x="1179742" y="51381"/>
                </a:lnTo>
                <a:lnTo>
                  <a:pt x="1180208" y="51108"/>
                </a:lnTo>
                <a:lnTo>
                  <a:pt x="1180686" y="50847"/>
                </a:lnTo>
                <a:lnTo>
                  <a:pt x="1181176" y="50597"/>
                </a:lnTo>
                <a:lnTo>
                  <a:pt x="1181677" y="50360"/>
                </a:lnTo>
                <a:lnTo>
                  <a:pt x="1182190" y="50133"/>
                </a:lnTo>
                <a:lnTo>
                  <a:pt x="1182714" y="49919"/>
                </a:lnTo>
                <a:lnTo>
                  <a:pt x="1183250" y="49716"/>
                </a:lnTo>
                <a:lnTo>
                  <a:pt x="1183798" y="49524"/>
                </a:lnTo>
                <a:lnTo>
                  <a:pt x="1184357" y="49344"/>
                </a:lnTo>
                <a:lnTo>
                  <a:pt x="1184928" y="49176"/>
                </a:lnTo>
                <a:lnTo>
                  <a:pt x="1185510" y="49019"/>
                </a:lnTo>
                <a:lnTo>
                  <a:pt x="1186105" y="48874"/>
                </a:lnTo>
                <a:lnTo>
                  <a:pt x="1186711" y="48741"/>
                </a:lnTo>
                <a:lnTo>
                  <a:pt x="1187328" y="48619"/>
                </a:lnTo>
                <a:lnTo>
                  <a:pt x="1187957" y="48509"/>
                </a:lnTo>
                <a:lnTo>
                  <a:pt x="1188598" y="48410"/>
                </a:lnTo>
                <a:lnTo>
                  <a:pt x="1189251" y="48323"/>
                </a:lnTo>
                <a:lnTo>
                  <a:pt x="1189915" y="48248"/>
                </a:lnTo>
                <a:lnTo>
                  <a:pt x="1190591" y="48184"/>
                </a:lnTo>
                <a:lnTo>
                  <a:pt x="1191278" y="48132"/>
                </a:lnTo>
                <a:lnTo>
                  <a:pt x="1191977" y="48091"/>
                </a:lnTo>
                <a:lnTo>
                  <a:pt x="1192688" y="48062"/>
                </a:lnTo>
                <a:lnTo>
                  <a:pt x="1193410" y="48045"/>
                </a:lnTo>
                <a:lnTo>
                  <a:pt x="1194144" y="48039"/>
                </a:lnTo>
                <a:lnTo>
                  <a:pt x="1194871" y="48047"/>
                </a:lnTo>
                <a:lnTo>
                  <a:pt x="1195589" y="48070"/>
                </a:lnTo>
                <a:lnTo>
                  <a:pt x="1196297" y="48109"/>
                </a:lnTo>
                <a:lnTo>
                  <a:pt x="1196997" y="48163"/>
                </a:lnTo>
                <a:lnTo>
                  <a:pt x="1197687" y="48232"/>
                </a:lnTo>
                <a:lnTo>
                  <a:pt x="1198367" y="48317"/>
                </a:lnTo>
                <a:lnTo>
                  <a:pt x="1199039" y="48418"/>
                </a:lnTo>
                <a:lnTo>
                  <a:pt x="1199701" y="48534"/>
                </a:lnTo>
                <a:lnTo>
                  <a:pt x="1200354" y="48665"/>
                </a:lnTo>
                <a:lnTo>
                  <a:pt x="1200998" y="48812"/>
                </a:lnTo>
                <a:lnTo>
                  <a:pt x="1201632" y="48974"/>
                </a:lnTo>
                <a:lnTo>
                  <a:pt x="1202257" y="49152"/>
                </a:lnTo>
                <a:lnTo>
                  <a:pt x="1202874" y="49345"/>
                </a:lnTo>
                <a:lnTo>
                  <a:pt x="1203480" y="49554"/>
                </a:lnTo>
                <a:lnTo>
                  <a:pt x="1204078" y="49778"/>
                </a:lnTo>
                <a:lnTo>
                  <a:pt x="1204666" y="50017"/>
                </a:lnTo>
                <a:lnTo>
                  <a:pt x="1205245" y="50272"/>
                </a:lnTo>
                <a:lnTo>
                  <a:pt x="1205815" y="50543"/>
                </a:lnTo>
                <a:lnTo>
                  <a:pt x="1206375" y="50829"/>
                </a:lnTo>
                <a:lnTo>
                  <a:pt x="1206927" y="51130"/>
                </a:lnTo>
                <a:lnTo>
                  <a:pt x="1207469" y="51447"/>
                </a:lnTo>
                <a:lnTo>
                  <a:pt x="1208001" y="51779"/>
                </a:lnTo>
                <a:lnTo>
                  <a:pt x="1208525" y="52127"/>
                </a:lnTo>
                <a:lnTo>
                  <a:pt x="1209039" y="52490"/>
                </a:lnTo>
                <a:lnTo>
                  <a:pt x="1209538" y="52872"/>
                </a:lnTo>
                <a:lnTo>
                  <a:pt x="1210016" y="53276"/>
                </a:lnTo>
                <a:lnTo>
                  <a:pt x="1210473" y="53702"/>
                </a:lnTo>
                <a:lnTo>
                  <a:pt x="1210908" y="54150"/>
                </a:lnTo>
                <a:lnTo>
                  <a:pt x="1211322" y="54619"/>
                </a:lnTo>
                <a:lnTo>
                  <a:pt x="1211715" y="55111"/>
                </a:lnTo>
                <a:lnTo>
                  <a:pt x="1212087" y="55624"/>
                </a:lnTo>
                <a:lnTo>
                  <a:pt x="1212437" y="56160"/>
                </a:lnTo>
                <a:lnTo>
                  <a:pt x="1212766" y="56717"/>
                </a:lnTo>
                <a:lnTo>
                  <a:pt x="1213074" y="57296"/>
                </a:lnTo>
                <a:lnTo>
                  <a:pt x="1213361" y="57898"/>
                </a:lnTo>
                <a:lnTo>
                  <a:pt x="1213626" y="58521"/>
                </a:lnTo>
                <a:lnTo>
                  <a:pt x="1213870" y="59166"/>
                </a:lnTo>
                <a:lnTo>
                  <a:pt x="1214093" y="59833"/>
                </a:lnTo>
                <a:lnTo>
                  <a:pt x="1214295" y="60522"/>
                </a:lnTo>
                <a:lnTo>
                  <a:pt x="1214476" y="61233"/>
                </a:lnTo>
                <a:lnTo>
                  <a:pt x="1214635" y="61965"/>
                </a:lnTo>
                <a:lnTo>
                  <a:pt x="1214773" y="62720"/>
                </a:lnTo>
                <a:lnTo>
                  <a:pt x="1214890" y="63497"/>
                </a:lnTo>
                <a:lnTo>
                  <a:pt x="1214985" y="64295"/>
                </a:lnTo>
                <a:lnTo>
                  <a:pt x="1215059" y="65116"/>
                </a:lnTo>
                <a:lnTo>
                  <a:pt x="1215113" y="65958"/>
                </a:lnTo>
                <a:lnTo>
                  <a:pt x="1215144" y="66823"/>
                </a:lnTo>
                <a:lnTo>
                  <a:pt x="1215155" y="67709"/>
                </a:lnTo>
                <a:lnTo>
                  <a:pt x="1231135" y="67709"/>
                </a:lnTo>
                <a:lnTo>
                  <a:pt x="1231130" y="67002"/>
                </a:lnTo>
                <a:lnTo>
                  <a:pt x="1231115" y="66304"/>
                </a:lnTo>
                <a:lnTo>
                  <a:pt x="1231089" y="65614"/>
                </a:lnTo>
                <a:lnTo>
                  <a:pt x="1231053" y="64933"/>
                </a:lnTo>
                <a:lnTo>
                  <a:pt x="1231007" y="64260"/>
                </a:lnTo>
                <a:lnTo>
                  <a:pt x="1230950" y="63595"/>
                </a:lnTo>
                <a:lnTo>
                  <a:pt x="1230883" y="62939"/>
                </a:lnTo>
                <a:lnTo>
                  <a:pt x="1230806" y="62292"/>
                </a:lnTo>
                <a:lnTo>
                  <a:pt x="1230719" y="61653"/>
                </a:lnTo>
                <a:lnTo>
                  <a:pt x="1230621" y="61022"/>
                </a:lnTo>
                <a:lnTo>
                  <a:pt x="1230514" y="60400"/>
                </a:lnTo>
                <a:lnTo>
                  <a:pt x="1230395" y="59786"/>
                </a:lnTo>
                <a:lnTo>
                  <a:pt x="1230267" y="59181"/>
                </a:lnTo>
                <a:lnTo>
                  <a:pt x="1230128" y="58584"/>
                </a:lnTo>
                <a:lnTo>
                  <a:pt x="1229979" y="57996"/>
                </a:lnTo>
                <a:lnTo>
                  <a:pt x="1229820" y="57416"/>
                </a:lnTo>
                <a:lnTo>
                  <a:pt x="1229650" y="56845"/>
                </a:lnTo>
                <a:lnTo>
                  <a:pt x="1229471" y="56282"/>
                </a:lnTo>
                <a:lnTo>
                  <a:pt x="1229281" y="55727"/>
                </a:lnTo>
                <a:lnTo>
                  <a:pt x="1229080" y="55181"/>
                </a:lnTo>
                <a:lnTo>
                  <a:pt x="1228869" y="54644"/>
                </a:lnTo>
                <a:lnTo>
                  <a:pt x="1228649" y="54115"/>
                </a:lnTo>
                <a:lnTo>
                  <a:pt x="1228417" y="53594"/>
                </a:lnTo>
                <a:lnTo>
                  <a:pt x="1228176" y="53082"/>
                </a:lnTo>
                <a:lnTo>
                  <a:pt x="1227926" y="52578"/>
                </a:lnTo>
                <a:lnTo>
                  <a:pt x="1227668" y="52082"/>
                </a:lnTo>
                <a:lnTo>
                  <a:pt x="1227403" y="51594"/>
                </a:lnTo>
                <a:lnTo>
                  <a:pt x="1227131" y="51113"/>
                </a:lnTo>
                <a:lnTo>
                  <a:pt x="1226851" y="50640"/>
                </a:lnTo>
                <a:lnTo>
                  <a:pt x="1226564" y="50175"/>
                </a:lnTo>
                <a:lnTo>
                  <a:pt x="1226269" y="49717"/>
                </a:lnTo>
                <a:lnTo>
                  <a:pt x="1225967" y="49268"/>
                </a:lnTo>
                <a:lnTo>
                  <a:pt x="1225658" y="48826"/>
                </a:lnTo>
                <a:lnTo>
                  <a:pt x="1225342" y="48392"/>
                </a:lnTo>
                <a:lnTo>
                  <a:pt x="1225018" y="47965"/>
                </a:lnTo>
                <a:lnTo>
                  <a:pt x="1224686" y="47547"/>
                </a:lnTo>
                <a:lnTo>
                  <a:pt x="1224348" y="47136"/>
                </a:lnTo>
                <a:lnTo>
                  <a:pt x="1224002" y="46733"/>
                </a:lnTo>
                <a:lnTo>
                  <a:pt x="1223648" y="46337"/>
                </a:lnTo>
                <a:lnTo>
                  <a:pt x="1223288" y="45950"/>
                </a:lnTo>
                <a:lnTo>
                  <a:pt x="1222919" y="45570"/>
                </a:lnTo>
                <a:lnTo>
                  <a:pt x="1222544" y="45198"/>
                </a:lnTo>
                <a:lnTo>
                  <a:pt x="1222161" y="44834"/>
                </a:lnTo>
                <a:lnTo>
                  <a:pt x="1221771" y="44477"/>
                </a:lnTo>
                <a:lnTo>
                  <a:pt x="1221373" y="44128"/>
                </a:lnTo>
                <a:lnTo>
                  <a:pt x="1220968" y="43787"/>
                </a:lnTo>
                <a:lnTo>
                  <a:pt x="1220556" y="43454"/>
                </a:lnTo>
                <a:lnTo>
                  <a:pt x="1220137" y="43129"/>
                </a:lnTo>
                <a:lnTo>
                  <a:pt x="1219710" y="42810"/>
                </a:lnTo>
                <a:lnTo>
                  <a:pt x="1219279" y="42499"/>
                </a:lnTo>
                <a:lnTo>
                  <a:pt x="1218842" y="42195"/>
                </a:lnTo>
                <a:lnTo>
                  <a:pt x="1218399" y="41898"/>
                </a:lnTo>
                <a:lnTo>
                  <a:pt x="1217951" y="41607"/>
                </a:lnTo>
                <a:lnTo>
                  <a:pt x="1217498" y="41324"/>
                </a:lnTo>
                <a:lnTo>
                  <a:pt x="1217039" y="41048"/>
                </a:lnTo>
                <a:lnTo>
                  <a:pt x="1216574" y="40780"/>
                </a:lnTo>
                <a:lnTo>
                  <a:pt x="1216104" y="40518"/>
                </a:lnTo>
                <a:lnTo>
                  <a:pt x="1215629" y="40263"/>
                </a:lnTo>
                <a:lnTo>
                  <a:pt x="1215148" y="40015"/>
                </a:lnTo>
                <a:lnTo>
                  <a:pt x="1214662" y="39775"/>
                </a:lnTo>
                <a:lnTo>
                  <a:pt x="1214170" y="39541"/>
                </a:lnTo>
                <a:lnTo>
                  <a:pt x="1213673" y="39315"/>
                </a:lnTo>
                <a:lnTo>
                  <a:pt x="1213170" y="39095"/>
                </a:lnTo>
                <a:lnTo>
                  <a:pt x="1212662" y="38883"/>
                </a:lnTo>
                <a:lnTo>
                  <a:pt x="1212148" y="38677"/>
                </a:lnTo>
                <a:lnTo>
                  <a:pt x="1211629" y="38479"/>
                </a:lnTo>
                <a:lnTo>
                  <a:pt x="1211104" y="38288"/>
                </a:lnTo>
                <a:lnTo>
                  <a:pt x="1210574" y="38104"/>
                </a:lnTo>
                <a:lnTo>
                  <a:pt x="1210038" y="37927"/>
                </a:lnTo>
                <a:lnTo>
                  <a:pt x="1209497" y="37757"/>
                </a:lnTo>
                <a:lnTo>
                  <a:pt x="1208950" y="37594"/>
                </a:lnTo>
                <a:lnTo>
                  <a:pt x="1208398" y="37438"/>
                </a:lnTo>
                <a:lnTo>
                  <a:pt x="1207842" y="37289"/>
                </a:lnTo>
                <a:lnTo>
                  <a:pt x="1207282" y="37146"/>
                </a:lnTo>
                <a:lnTo>
                  <a:pt x="1206719" y="37010"/>
                </a:lnTo>
                <a:lnTo>
                  <a:pt x="1206153" y="36880"/>
                </a:lnTo>
                <a:lnTo>
                  <a:pt x="1205583" y="36756"/>
                </a:lnTo>
                <a:lnTo>
                  <a:pt x="1205010" y="36638"/>
                </a:lnTo>
                <a:lnTo>
                  <a:pt x="1204434" y="36527"/>
                </a:lnTo>
                <a:lnTo>
                  <a:pt x="1203855" y="36423"/>
                </a:lnTo>
                <a:lnTo>
                  <a:pt x="1203272" y="36324"/>
                </a:lnTo>
                <a:lnTo>
                  <a:pt x="1202687" y="36232"/>
                </a:lnTo>
                <a:lnTo>
                  <a:pt x="1202098" y="36146"/>
                </a:lnTo>
                <a:lnTo>
                  <a:pt x="1201505" y="36067"/>
                </a:lnTo>
                <a:lnTo>
                  <a:pt x="1200910" y="35994"/>
                </a:lnTo>
                <a:lnTo>
                  <a:pt x="1200311" y="35927"/>
                </a:lnTo>
                <a:lnTo>
                  <a:pt x="1199709" y="35867"/>
                </a:lnTo>
                <a:lnTo>
                  <a:pt x="1199104" y="35813"/>
                </a:lnTo>
                <a:lnTo>
                  <a:pt x="1198495" y="35766"/>
                </a:lnTo>
                <a:lnTo>
                  <a:pt x="1197883" y="35724"/>
                </a:lnTo>
                <a:lnTo>
                  <a:pt x="1197268" y="35689"/>
                </a:lnTo>
                <a:lnTo>
                  <a:pt x="1196650" y="35661"/>
                </a:lnTo>
                <a:lnTo>
                  <a:pt x="1196028" y="35639"/>
                </a:lnTo>
                <a:lnTo>
                  <a:pt x="1195404" y="35623"/>
                </a:lnTo>
                <a:lnTo>
                  <a:pt x="1194775" y="35613"/>
                </a:lnTo>
                <a:lnTo>
                  <a:pt x="1194144" y="35610"/>
                </a:lnTo>
                <a:lnTo>
                  <a:pt x="1193505" y="35613"/>
                </a:lnTo>
                <a:lnTo>
                  <a:pt x="1192869" y="35622"/>
                </a:lnTo>
                <a:lnTo>
                  <a:pt x="1192238" y="35636"/>
                </a:lnTo>
                <a:lnTo>
                  <a:pt x="1191610" y="35657"/>
                </a:lnTo>
                <a:lnTo>
                  <a:pt x="1190985" y="35683"/>
                </a:lnTo>
                <a:lnTo>
                  <a:pt x="1190365" y="35715"/>
                </a:lnTo>
                <a:lnTo>
                  <a:pt x="1189748" y="35753"/>
                </a:lnTo>
                <a:lnTo>
                  <a:pt x="1189135" y="35796"/>
                </a:lnTo>
                <a:lnTo>
                  <a:pt x="1188526" y="35846"/>
                </a:lnTo>
                <a:lnTo>
                  <a:pt x="1187921" y="35901"/>
                </a:lnTo>
                <a:lnTo>
                  <a:pt x="1187319" y="35962"/>
                </a:lnTo>
                <a:lnTo>
                  <a:pt x="1186721" y="36029"/>
                </a:lnTo>
                <a:lnTo>
                  <a:pt x="1186127" y="36102"/>
                </a:lnTo>
                <a:lnTo>
                  <a:pt x="1185537" y="36181"/>
                </a:lnTo>
                <a:lnTo>
                  <a:pt x="1184950" y="36265"/>
                </a:lnTo>
                <a:lnTo>
                  <a:pt x="1184368" y="36355"/>
                </a:lnTo>
                <a:lnTo>
                  <a:pt x="1183789" y="36451"/>
                </a:lnTo>
                <a:lnTo>
                  <a:pt x="1183213" y="36553"/>
                </a:lnTo>
                <a:lnTo>
                  <a:pt x="1182642" y="36661"/>
                </a:lnTo>
                <a:lnTo>
                  <a:pt x="1182074" y="36775"/>
                </a:lnTo>
                <a:lnTo>
                  <a:pt x="1181510" y="36894"/>
                </a:lnTo>
                <a:lnTo>
                  <a:pt x="1180950" y="37019"/>
                </a:lnTo>
                <a:lnTo>
                  <a:pt x="1180394" y="37150"/>
                </a:lnTo>
                <a:lnTo>
                  <a:pt x="1179841" y="37287"/>
                </a:lnTo>
                <a:lnTo>
                  <a:pt x="1179293" y="37429"/>
                </a:lnTo>
                <a:lnTo>
                  <a:pt x="1178751" y="37578"/>
                </a:lnTo>
                <a:lnTo>
                  <a:pt x="1178216" y="37732"/>
                </a:lnTo>
                <a:lnTo>
                  <a:pt x="1177686" y="37892"/>
                </a:lnTo>
                <a:lnTo>
                  <a:pt x="1177162" y="38057"/>
                </a:lnTo>
                <a:lnTo>
                  <a:pt x="1176644" y="38229"/>
                </a:lnTo>
                <a:lnTo>
                  <a:pt x="1176132" y="38406"/>
                </a:lnTo>
                <a:lnTo>
                  <a:pt x="1175627" y="38590"/>
                </a:lnTo>
                <a:lnTo>
                  <a:pt x="1175127" y="38779"/>
                </a:lnTo>
                <a:lnTo>
                  <a:pt x="1174633" y="38974"/>
                </a:lnTo>
                <a:lnTo>
                  <a:pt x="1174145" y="39174"/>
                </a:lnTo>
                <a:lnTo>
                  <a:pt x="1173663" y="39381"/>
                </a:lnTo>
                <a:lnTo>
                  <a:pt x="1173188" y="39593"/>
                </a:lnTo>
                <a:lnTo>
                  <a:pt x="1172718" y="39811"/>
                </a:lnTo>
                <a:lnTo>
                  <a:pt x="1172254" y="40036"/>
                </a:lnTo>
                <a:lnTo>
                  <a:pt x="1171796" y="40265"/>
                </a:lnTo>
                <a:lnTo>
                  <a:pt x="1171344" y="40501"/>
                </a:lnTo>
                <a:lnTo>
                  <a:pt x="1170898" y="40743"/>
                </a:lnTo>
                <a:lnTo>
                  <a:pt x="1170458" y="40990"/>
                </a:lnTo>
                <a:lnTo>
                  <a:pt x="1170025" y="41243"/>
                </a:lnTo>
                <a:lnTo>
                  <a:pt x="1169597" y="41502"/>
                </a:lnTo>
                <a:lnTo>
                  <a:pt x="1169175" y="41767"/>
                </a:lnTo>
                <a:lnTo>
                  <a:pt x="1168759" y="42038"/>
                </a:lnTo>
                <a:lnTo>
                  <a:pt x="1168349" y="42315"/>
                </a:lnTo>
                <a:lnTo>
                  <a:pt x="1167946" y="42597"/>
                </a:lnTo>
                <a:lnTo>
                  <a:pt x="1167550" y="42885"/>
                </a:lnTo>
                <a:lnTo>
                  <a:pt x="1167162" y="43179"/>
                </a:lnTo>
                <a:lnTo>
                  <a:pt x="1166782" y="43478"/>
                </a:lnTo>
                <a:lnTo>
                  <a:pt x="1166409" y="43784"/>
                </a:lnTo>
                <a:lnTo>
                  <a:pt x="1166043" y="44095"/>
                </a:lnTo>
                <a:lnTo>
                  <a:pt x="1165685" y="44412"/>
                </a:lnTo>
                <a:lnTo>
                  <a:pt x="1165335" y="44735"/>
                </a:lnTo>
                <a:lnTo>
                  <a:pt x="1164992" y="45064"/>
                </a:lnTo>
                <a:lnTo>
                  <a:pt x="1164657" y="45398"/>
                </a:lnTo>
                <a:lnTo>
                  <a:pt x="1164329" y="45739"/>
                </a:lnTo>
                <a:lnTo>
                  <a:pt x="1164009" y="46085"/>
                </a:lnTo>
                <a:lnTo>
                  <a:pt x="1163696" y="46437"/>
                </a:lnTo>
                <a:lnTo>
                  <a:pt x="1163391" y="46795"/>
                </a:lnTo>
                <a:lnTo>
                  <a:pt x="1163093" y="47158"/>
                </a:lnTo>
                <a:lnTo>
                  <a:pt x="1162803" y="47528"/>
                </a:lnTo>
                <a:lnTo>
                  <a:pt x="1162521" y="47903"/>
                </a:lnTo>
                <a:lnTo>
                  <a:pt x="1162245" y="48284"/>
                </a:lnTo>
                <a:lnTo>
                  <a:pt x="1161978" y="48671"/>
                </a:lnTo>
                <a:lnTo>
                  <a:pt x="1161718" y="49064"/>
                </a:lnTo>
                <a:lnTo>
                  <a:pt x="1161466" y="49462"/>
                </a:lnTo>
                <a:lnTo>
                  <a:pt x="1161221" y="49867"/>
                </a:lnTo>
                <a:lnTo>
                  <a:pt x="1160983" y="50277"/>
                </a:lnTo>
                <a:lnTo>
                  <a:pt x="1160754" y="50693"/>
                </a:lnTo>
                <a:lnTo>
                  <a:pt x="1160532" y="51115"/>
                </a:lnTo>
                <a:lnTo>
                  <a:pt x="1160320" y="51542"/>
                </a:lnTo>
                <a:lnTo>
                  <a:pt x="1160118" y="51975"/>
                </a:lnTo>
                <a:lnTo>
                  <a:pt x="1159925" y="52413"/>
                </a:lnTo>
                <a:lnTo>
                  <a:pt x="1159741" y="52856"/>
                </a:lnTo>
                <a:lnTo>
                  <a:pt x="1159567" y="53305"/>
                </a:lnTo>
                <a:lnTo>
                  <a:pt x="1159402" y="53760"/>
                </a:lnTo>
                <a:lnTo>
                  <a:pt x="1159246" y="54220"/>
                </a:lnTo>
                <a:lnTo>
                  <a:pt x="1159100" y="54685"/>
                </a:lnTo>
                <a:lnTo>
                  <a:pt x="1158964" y="55156"/>
                </a:lnTo>
                <a:lnTo>
                  <a:pt x="1158837" y="55633"/>
                </a:lnTo>
                <a:lnTo>
                  <a:pt x="1158719" y="56115"/>
                </a:lnTo>
                <a:lnTo>
                  <a:pt x="1158611" y="56602"/>
                </a:lnTo>
                <a:lnTo>
                  <a:pt x="1158512" y="57095"/>
                </a:lnTo>
                <a:lnTo>
                  <a:pt x="1158422" y="57593"/>
                </a:lnTo>
                <a:lnTo>
                  <a:pt x="1158342" y="58097"/>
                </a:lnTo>
                <a:lnTo>
                  <a:pt x="1158272" y="58606"/>
                </a:lnTo>
                <a:lnTo>
                  <a:pt x="1158210" y="59121"/>
                </a:lnTo>
                <a:lnTo>
                  <a:pt x="1158159" y="59641"/>
                </a:lnTo>
                <a:lnTo>
                  <a:pt x="1158116" y="60167"/>
                </a:lnTo>
                <a:lnTo>
                  <a:pt x="1158083" y="60698"/>
                </a:lnTo>
                <a:lnTo>
                  <a:pt x="1158060" y="61234"/>
                </a:lnTo>
                <a:lnTo>
                  <a:pt x="1158046" y="61776"/>
                </a:lnTo>
                <a:lnTo>
                  <a:pt x="1158041" y="62324"/>
                </a:lnTo>
                <a:lnTo>
                  <a:pt x="1158048" y="63021"/>
                </a:lnTo>
                <a:lnTo>
                  <a:pt x="1158068" y="63709"/>
                </a:lnTo>
                <a:lnTo>
                  <a:pt x="1158101" y="64386"/>
                </a:lnTo>
                <a:lnTo>
                  <a:pt x="1158148" y="65054"/>
                </a:lnTo>
                <a:lnTo>
                  <a:pt x="1158208" y="65711"/>
                </a:lnTo>
                <a:lnTo>
                  <a:pt x="1158281" y="66358"/>
                </a:lnTo>
                <a:lnTo>
                  <a:pt x="1158368" y="66996"/>
                </a:lnTo>
                <a:lnTo>
                  <a:pt x="1158468" y="67623"/>
                </a:lnTo>
                <a:lnTo>
                  <a:pt x="1158582" y="68240"/>
                </a:lnTo>
                <a:lnTo>
                  <a:pt x="1158709" y="68847"/>
                </a:lnTo>
                <a:lnTo>
                  <a:pt x="1158849" y="69444"/>
                </a:lnTo>
                <a:lnTo>
                  <a:pt x="1159003" y="70031"/>
                </a:lnTo>
                <a:lnTo>
                  <a:pt x="1159170" y="70608"/>
                </a:lnTo>
                <a:lnTo>
                  <a:pt x="1159350" y="71175"/>
                </a:lnTo>
                <a:lnTo>
                  <a:pt x="1159544" y="71732"/>
                </a:lnTo>
                <a:lnTo>
                  <a:pt x="1159751" y="72279"/>
                </a:lnTo>
                <a:lnTo>
                  <a:pt x="1159971" y="72815"/>
                </a:lnTo>
                <a:lnTo>
                  <a:pt x="1160205" y="73342"/>
                </a:lnTo>
                <a:lnTo>
                  <a:pt x="1160452" y="73859"/>
                </a:lnTo>
                <a:lnTo>
                  <a:pt x="1160712" y="74365"/>
                </a:lnTo>
                <a:lnTo>
                  <a:pt x="1160986" y="74862"/>
                </a:lnTo>
                <a:lnTo>
                  <a:pt x="1161273" y="75348"/>
                </a:lnTo>
                <a:lnTo>
                  <a:pt x="1161574" y="75825"/>
                </a:lnTo>
                <a:lnTo>
                  <a:pt x="1161888" y="76291"/>
                </a:lnTo>
                <a:lnTo>
                  <a:pt x="1162215" y="76749"/>
                </a:lnTo>
                <a:lnTo>
                  <a:pt x="1162556" y="77200"/>
                </a:lnTo>
                <a:lnTo>
                  <a:pt x="1162910" y="77645"/>
                </a:lnTo>
                <a:lnTo>
                  <a:pt x="1163277" y="78083"/>
                </a:lnTo>
                <a:lnTo>
                  <a:pt x="1163658" y="78514"/>
                </a:lnTo>
                <a:lnTo>
                  <a:pt x="1164052" y="78939"/>
                </a:lnTo>
                <a:lnTo>
                  <a:pt x="1164459" y="79356"/>
                </a:lnTo>
                <a:lnTo>
                  <a:pt x="1164880" y="79767"/>
                </a:lnTo>
                <a:lnTo>
                  <a:pt x="1165314" y="80172"/>
                </a:lnTo>
                <a:lnTo>
                  <a:pt x="1165762" y="80570"/>
                </a:lnTo>
                <a:lnTo>
                  <a:pt x="1166223" y="80961"/>
                </a:lnTo>
                <a:lnTo>
                  <a:pt x="1166697" y="81345"/>
                </a:lnTo>
                <a:lnTo>
                  <a:pt x="1167184" y="81723"/>
                </a:lnTo>
                <a:lnTo>
                  <a:pt x="1167685" y="82093"/>
                </a:lnTo>
                <a:lnTo>
                  <a:pt x="1168200" y="82458"/>
                </a:lnTo>
                <a:lnTo>
                  <a:pt x="1168727" y="82815"/>
                </a:lnTo>
                <a:lnTo>
                  <a:pt x="1169268" y="83166"/>
                </a:lnTo>
                <a:lnTo>
                  <a:pt x="1169822" y="83510"/>
                </a:lnTo>
                <a:lnTo>
                  <a:pt x="1170390" y="83847"/>
                </a:lnTo>
                <a:lnTo>
                  <a:pt x="1170971" y="84178"/>
                </a:lnTo>
                <a:lnTo>
                  <a:pt x="1171566" y="84502"/>
                </a:lnTo>
                <a:lnTo>
                  <a:pt x="1172173" y="84819"/>
                </a:lnTo>
                <a:lnTo>
                  <a:pt x="1172795" y="85130"/>
                </a:lnTo>
                <a:lnTo>
                  <a:pt x="1173429" y="85434"/>
                </a:lnTo>
                <a:lnTo>
                  <a:pt x="1174076" y="85733"/>
                </a:lnTo>
                <a:lnTo>
                  <a:pt x="1174736" y="86029"/>
                </a:lnTo>
                <a:lnTo>
                  <a:pt x="1175408" y="86321"/>
                </a:lnTo>
                <a:lnTo>
                  <a:pt x="1176092" y="86611"/>
                </a:lnTo>
                <a:lnTo>
                  <a:pt x="1176789" y="86898"/>
                </a:lnTo>
                <a:lnTo>
                  <a:pt x="1177498" y="87182"/>
                </a:lnTo>
                <a:lnTo>
                  <a:pt x="1178219" y="87463"/>
                </a:lnTo>
                <a:lnTo>
                  <a:pt x="1178953" y="87741"/>
                </a:lnTo>
                <a:lnTo>
                  <a:pt x="1179699" y="88016"/>
                </a:lnTo>
                <a:lnTo>
                  <a:pt x="1180457" y="88288"/>
                </a:lnTo>
                <a:lnTo>
                  <a:pt x="1181228" y="88557"/>
                </a:lnTo>
                <a:lnTo>
                  <a:pt x="1182011" y="88823"/>
                </a:lnTo>
                <a:lnTo>
                  <a:pt x="1182806" y="89085"/>
                </a:lnTo>
                <a:lnTo>
                  <a:pt x="1183614" y="89345"/>
                </a:lnTo>
                <a:lnTo>
                  <a:pt x="1184434" y="89602"/>
                </a:lnTo>
                <a:lnTo>
                  <a:pt x="1185266" y="89856"/>
                </a:lnTo>
                <a:lnTo>
                  <a:pt x="1186111" y="90107"/>
                </a:lnTo>
                <a:lnTo>
                  <a:pt x="1186968" y="90356"/>
                </a:lnTo>
                <a:lnTo>
                  <a:pt x="1187837" y="90601"/>
                </a:lnTo>
                <a:lnTo>
                  <a:pt x="1188719" y="90843"/>
                </a:lnTo>
                <a:lnTo>
                  <a:pt x="1189613" y="91082"/>
                </a:lnTo>
                <a:lnTo>
                  <a:pt x="1190519" y="91318"/>
                </a:lnTo>
                <a:lnTo>
                  <a:pt x="1191438" y="91551"/>
                </a:lnTo>
                <a:lnTo>
                  <a:pt x="1192369" y="91781"/>
                </a:lnTo>
                <a:lnTo>
                  <a:pt x="1193505" y="92061"/>
                </a:lnTo>
                <a:lnTo>
                  <a:pt x="1194612" y="92341"/>
                </a:lnTo>
                <a:lnTo>
                  <a:pt x="1195691" y="92622"/>
                </a:lnTo>
                <a:lnTo>
                  <a:pt x="1196740" y="92904"/>
                </a:lnTo>
                <a:lnTo>
                  <a:pt x="1197761" y="93186"/>
                </a:lnTo>
                <a:lnTo>
                  <a:pt x="1198753" y="93469"/>
                </a:lnTo>
                <a:lnTo>
                  <a:pt x="1199715" y="93753"/>
                </a:lnTo>
                <a:lnTo>
                  <a:pt x="1200649" y="94038"/>
                </a:lnTo>
                <a:lnTo>
                  <a:pt x="1201554" y="94323"/>
                </a:lnTo>
                <a:lnTo>
                  <a:pt x="1202430" y="94609"/>
                </a:lnTo>
                <a:lnTo>
                  <a:pt x="1203277" y="94896"/>
                </a:lnTo>
                <a:lnTo>
                  <a:pt x="1204095" y="95183"/>
                </a:lnTo>
                <a:lnTo>
                  <a:pt x="1204884" y="95472"/>
                </a:lnTo>
                <a:lnTo>
                  <a:pt x="1205644" y="95761"/>
                </a:lnTo>
                <a:lnTo>
                  <a:pt x="1206375" y="96050"/>
                </a:lnTo>
                <a:lnTo>
                  <a:pt x="1207077" y="96341"/>
                </a:lnTo>
                <a:lnTo>
                  <a:pt x="1207751" y="96632"/>
                </a:lnTo>
                <a:lnTo>
                  <a:pt x="1208395" y="96923"/>
                </a:lnTo>
                <a:lnTo>
                  <a:pt x="1209010" y="97216"/>
                </a:lnTo>
                <a:lnTo>
                  <a:pt x="1209597" y="97509"/>
                </a:lnTo>
                <a:lnTo>
                  <a:pt x="1210154" y="97803"/>
                </a:lnTo>
                <a:lnTo>
                  <a:pt x="1210683" y="98098"/>
                </a:lnTo>
                <a:lnTo>
                  <a:pt x="1211183" y="98393"/>
                </a:lnTo>
                <a:lnTo>
                  <a:pt x="1211653" y="98689"/>
                </a:lnTo>
                <a:lnTo>
                  <a:pt x="1212100" y="98992"/>
                </a:lnTo>
                <a:lnTo>
                  <a:pt x="1212528" y="99308"/>
                </a:lnTo>
                <a:lnTo>
                  <a:pt x="1212936" y="99636"/>
                </a:lnTo>
                <a:lnTo>
                  <a:pt x="1213326" y="99978"/>
                </a:lnTo>
                <a:lnTo>
                  <a:pt x="1213697" y="100333"/>
                </a:lnTo>
                <a:lnTo>
                  <a:pt x="1214048" y="100701"/>
                </a:lnTo>
                <a:lnTo>
                  <a:pt x="1214381" y="101082"/>
                </a:lnTo>
                <a:lnTo>
                  <a:pt x="1214695" y="101476"/>
                </a:lnTo>
                <a:lnTo>
                  <a:pt x="1214989" y="101884"/>
                </a:lnTo>
                <a:lnTo>
                  <a:pt x="1215265" y="102304"/>
                </a:lnTo>
                <a:lnTo>
                  <a:pt x="1215522" y="102737"/>
                </a:lnTo>
                <a:lnTo>
                  <a:pt x="1215759" y="103184"/>
                </a:lnTo>
                <a:lnTo>
                  <a:pt x="1215978" y="103643"/>
                </a:lnTo>
                <a:lnTo>
                  <a:pt x="1216177" y="104115"/>
                </a:lnTo>
                <a:lnTo>
                  <a:pt x="1216358" y="104601"/>
                </a:lnTo>
                <a:lnTo>
                  <a:pt x="1216520" y="105100"/>
                </a:lnTo>
                <a:lnTo>
                  <a:pt x="1216662" y="105611"/>
                </a:lnTo>
                <a:lnTo>
                  <a:pt x="1216786" y="106136"/>
                </a:lnTo>
                <a:lnTo>
                  <a:pt x="1216890" y="106674"/>
                </a:lnTo>
                <a:lnTo>
                  <a:pt x="1216976" y="107224"/>
                </a:lnTo>
                <a:lnTo>
                  <a:pt x="1217042" y="107788"/>
                </a:lnTo>
                <a:lnTo>
                  <a:pt x="1217090" y="108365"/>
                </a:lnTo>
                <a:lnTo>
                  <a:pt x="1217118" y="108955"/>
                </a:lnTo>
                <a:lnTo>
                  <a:pt x="1217128" y="109558"/>
                </a:lnTo>
                <a:lnTo>
                  <a:pt x="1217117" y="110277"/>
                </a:lnTo>
                <a:lnTo>
                  <a:pt x="1217086" y="110979"/>
                </a:lnTo>
                <a:lnTo>
                  <a:pt x="1217033" y="111663"/>
                </a:lnTo>
                <a:lnTo>
                  <a:pt x="1216959" y="112330"/>
                </a:lnTo>
                <a:lnTo>
                  <a:pt x="1216865" y="112980"/>
                </a:lnTo>
                <a:lnTo>
                  <a:pt x="1216749" y="113613"/>
                </a:lnTo>
                <a:lnTo>
                  <a:pt x="1216612" y="114229"/>
                </a:lnTo>
                <a:lnTo>
                  <a:pt x="1216454" y="114828"/>
                </a:lnTo>
                <a:lnTo>
                  <a:pt x="1216275" y="115409"/>
                </a:lnTo>
                <a:lnTo>
                  <a:pt x="1216075" y="115974"/>
                </a:lnTo>
                <a:lnTo>
                  <a:pt x="1215854" y="116521"/>
                </a:lnTo>
                <a:lnTo>
                  <a:pt x="1215611" y="117051"/>
                </a:lnTo>
                <a:lnTo>
                  <a:pt x="1215348" y="117564"/>
                </a:lnTo>
                <a:lnTo>
                  <a:pt x="1215064" y="118060"/>
                </a:lnTo>
                <a:lnTo>
                  <a:pt x="1214758" y="118539"/>
                </a:lnTo>
                <a:lnTo>
                  <a:pt x="1214432" y="119001"/>
                </a:lnTo>
                <a:lnTo>
                  <a:pt x="1214084" y="119445"/>
                </a:lnTo>
                <a:lnTo>
                  <a:pt x="1213715" y="119872"/>
                </a:lnTo>
                <a:lnTo>
                  <a:pt x="1213326" y="120283"/>
                </a:lnTo>
                <a:lnTo>
                  <a:pt x="1212915" y="120676"/>
                </a:lnTo>
                <a:lnTo>
                  <a:pt x="1212483" y="121052"/>
                </a:lnTo>
                <a:lnTo>
                  <a:pt x="1212030" y="121411"/>
                </a:lnTo>
                <a:lnTo>
                  <a:pt x="1211556" y="121752"/>
                </a:lnTo>
                <a:lnTo>
                  <a:pt x="1211061" y="122077"/>
                </a:lnTo>
                <a:lnTo>
                  <a:pt x="1210550" y="122386"/>
                </a:lnTo>
                <a:lnTo>
                  <a:pt x="1210027" y="122682"/>
                </a:lnTo>
                <a:lnTo>
                  <a:pt x="1209493" y="122965"/>
                </a:lnTo>
                <a:lnTo>
                  <a:pt x="1208947" y="123235"/>
                </a:lnTo>
                <a:lnTo>
                  <a:pt x="1208390" y="123492"/>
                </a:lnTo>
                <a:lnTo>
                  <a:pt x="1207822" y="123736"/>
                </a:lnTo>
                <a:lnTo>
                  <a:pt x="1207241" y="123966"/>
                </a:lnTo>
                <a:lnTo>
                  <a:pt x="1206650" y="124183"/>
                </a:lnTo>
                <a:lnTo>
                  <a:pt x="1206047" y="124387"/>
                </a:lnTo>
                <a:lnTo>
                  <a:pt x="1205432" y="124578"/>
                </a:lnTo>
                <a:lnTo>
                  <a:pt x="1204806" y="124756"/>
                </a:lnTo>
                <a:lnTo>
                  <a:pt x="1204169" y="124920"/>
                </a:lnTo>
                <a:lnTo>
                  <a:pt x="1203520" y="125072"/>
                </a:lnTo>
                <a:lnTo>
                  <a:pt x="1202859" y="125210"/>
                </a:lnTo>
                <a:lnTo>
                  <a:pt x="1202187" y="125335"/>
                </a:lnTo>
                <a:lnTo>
                  <a:pt x="1201504" y="125447"/>
                </a:lnTo>
                <a:lnTo>
                  <a:pt x="1200809" y="125546"/>
                </a:lnTo>
                <a:lnTo>
                  <a:pt x="1200103" y="125631"/>
                </a:lnTo>
                <a:lnTo>
                  <a:pt x="1199385" y="125704"/>
                </a:lnTo>
                <a:lnTo>
                  <a:pt x="1198656" y="125763"/>
                </a:lnTo>
                <a:lnTo>
                  <a:pt x="1197915" y="125809"/>
                </a:lnTo>
                <a:lnTo>
                  <a:pt x="1197163" y="125842"/>
                </a:lnTo>
                <a:lnTo>
                  <a:pt x="1196399" y="125862"/>
                </a:lnTo>
                <a:lnTo>
                  <a:pt x="1195624" y="125868"/>
                </a:lnTo>
                <a:lnTo>
                  <a:pt x="1194759" y="125860"/>
                </a:lnTo>
                <a:lnTo>
                  <a:pt x="1193905" y="125835"/>
                </a:lnTo>
                <a:lnTo>
                  <a:pt x="1193064" y="125793"/>
                </a:lnTo>
                <a:lnTo>
                  <a:pt x="1192236" y="125735"/>
                </a:lnTo>
                <a:lnTo>
                  <a:pt x="1191419" y="125660"/>
                </a:lnTo>
                <a:lnTo>
                  <a:pt x="1190615" y="125568"/>
                </a:lnTo>
                <a:lnTo>
                  <a:pt x="1189822" y="125459"/>
                </a:lnTo>
                <a:lnTo>
                  <a:pt x="1189042" y="125334"/>
                </a:lnTo>
                <a:lnTo>
                  <a:pt x="1188274" y="125192"/>
                </a:lnTo>
                <a:lnTo>
                  <a:pt x="1187518" y="125034"/>
                </a:lnTo>
                <a:lnTo>
                  <a:pt x="1186775" y="124859"/>
                </a:lnTo>
                <a:lnTo>
                  <a:pt x="1186043" y="124667"/>
                </a:lnTo>
                <a:lnTo>
                  <a:pt x="1185324" y="124458"/>
                </a:lnTo>
                <a:lnTo>
                  <a:pt x="1184617" y="124233"/>
                </a:lnTo>
                <a:lnTo>
                  <a:pt x="1183921" y="123991"/>
                </a:lnTo>
                <a:lnTo>
                  <a:pt x="1183239" y="123732"/>
                </a:lnTo>
                <a:lnTo>
                  <a:pt x="1182568" y="123457"/>
                </a:lnTo>
                <a:lnTo>
                  <a:pt x="1181909" y="123165"/>
                </a:lnTo>
                <a:lnTo>
                  <a:pt x="1181263" y="122856"/>
                </a:lnTo>
                <a:lnTo>
                  <a:pt x="1180629" y="122531"/>
                </a:lnTo>
                <a:lnTo>
                  <a:pt x="1180007" y="122189"/>
                </a:lnTo>
                <a:lnTo>
                  <a:pt x="1179397" y="121830"/>
                </a:lnTo>
                <a:lnTo>
                  <a:pt x="1178799" y="121455"/>
                </a:lnTo>
                <a:lnTo>
                  <a:pt x="1178213" y="121063"/>
                </a:lnTo>
                <a:lnTo>
                  <a:pt x="1177646" y="120650"/>
                </a:lnTo>
                <a:lnTo>
                  <a:pt x="1177103" y="120213"/>
                </a:lnTo>
                <a:lnTo>
                  <a:pt x="1176583" y="119752"/>
                </a:lnTo>
                <a:lnTo>
                  <a:pt x="1176088" y="119267"/>
                </a:lnTo>
                <a:lnTo>
                  <a:pt x="1175618" y="118758"/>
                </a:lnTo>
                <a:lnTo>
                  <a:pt x="1175171" y="118224"/>
                </a:lnTo>
                <a:lnTo>
                  <a:pt x="1174748" y="117666"/>
                </a:lnTo>
                <a:lnTo>
                  <a:pt x="1174350" y="117084"/>
                </a:lnTo>
                <a:lnTo>
                  <a:pt x="1173976" y="116478"/>
                </a:lnTo>
                <a:lnTo>
                  <a:pt x="1173625" y="115847"/>
                </a:lnTo>
                <a:lnTo>
                  <a:pt x="1173299" y="115192"/>
                </a:lnTo>
                <a:lnTo>
                  <a:pt x="1172998" y="114514"/>
                </a:lnTo>
                <a:lnTo>
                  <a:pt x="1172720" y="113810"/>
                </a:lnTo>
                <a:lnTo>
                  <a:pt x="1172466" y="113083"/>
                </a:lnTo>
                <a:lnTo>
                  <a:pt x="1172237" y="112332"/>
                </a:lnTo>
                <a:lnTo>
                  <a:pt x="1172032" y="111556"/>
                </a:lnTo>
                <a:lnTo>
                  <a:pt x="1171851" y="110756"/>
                </a:lnTo>
                <a:lnTo>
                  <a:pt x="1171694" y="109932"/>
                </a:lnTo>
                <a:lnTo>
                  <a:pt x="1171561" y="109083"/>
                </a:lnTo>
                <a:lnTo>
                  <a:pt x="1171452" y="108211"/>
                </a:lnTo>
                <a:lnTo>
                  <a:pt x="1171368" y="107314"/>
                </a:lnTo>
                <a:lnTo>
                  <a:pt x="1171307" y="106393"/>
                </a:lnTo>
                <a:lnTo>
                  <a:pt x="1171271" y="105448"/>
                </a:lnTo>
                <a:lnTo>
                  <a:pt x="1171259" y="104478"/>
                </a:lnTo>
                <a:lnTo>
                  <a:pt x="1155377" y="104478"/>
                </a:lnTo>
                <a:lnTo>
                  <a:pt x="1155383" y="105235"/>
                </a:lnTo>
                <a:lnTo>
                  <a:pt x="1155399" y="105983"/>
                </a:lnTo>
                <a:lnTo>
                  <a:pt x="1155426" y="106722"/>
                </a:lnTo>
                <a:lnTo>
                  <a:pt x="1155464" y="107451"/>
                </a:lnTo>
                <a:lnTo>
                  <a:pt x="1155512" y="108171"/>
                </a:lnTo>
                <a:lnTo>
                  <a:pt x="1155572" y="108881"/>
                </a:lnTo>
                <a:lnTo>
                  <a:pt x="1155642" y="109583"/>
                </a:lnTo>
                <a:lnTo>
                  <a:pt x="1155723" y="110275"/>
                </a:lnTo>
                <a:lnTo>
                  <a:pt x="1155814" y="110957"/>
                </a:lnTo>
                <a:lnTo>
                  <a:pt x="1155917" y="111630"/>
                </a:lnTo>
                <a:lnTo>
                  <a:pt x="1156030" y="112294"/>
                </a:lnTo>
                <a:lnTo>
                  <a:pt x="1156154" y="112948"/>
                </a:lnTo>
                <a:lnTo>
                  <a:pt x="1156289" y="113594"/>
                </a:lnTo>
                <a:lnTo>
                  <a:pt x="1156435" y="114229"/>
                </a:lnTo>
                <a:lnTo>
                  <a:pt x="1156591" y="114856"/>
                </a:lnTo>
                <a:lnTo>
                  <a:pt x="1156758" y="115473"/>
                </a:lnTo>
                <a:lnTo>
                  <a:pt x="1156936" y="116081"/>
                </a:lnTo>
                <a:lnTo>
                  <a:pt x="1157125" y="116679"/>
                </a:lnTo>
                <a:lnTo>
                  <a:pt x="1157325" y="117268"/>
                </a:lnTo>
                <a:lnTo>
                  <a:pt x="1157535" y="117848"/>
                </a:lnTo>
                <a:lnTo>
                  <a:pt x="1157756" y="118418"/>
                </a:lnTo>
                <a:lnTo>
                  <a:pt x="1157988" y="118979"/>
                </a:lnTo>
                <a:lnTo>
                  <a:pt x="1158231" y="119531"/>
                </a:lnTo>
                <a:lnTo>
                  <a:pt x="1158485" y="120073"/>
                </a:lnTo>
                <a:lnTo>
                  <a:pt x="1158748" y="120606"/>
                </a:lnTo>
                <a:lnTo>
                  <a:pt x="1159019" y="121131"/>
                </a:lnTo>
                <a:lnTo>
                  <a:pt x="1159299" y="121646"/>
                </a:lnTo>
                <a:lnTo>
                  <a:pt x="1159588" y="122154"/>
                </a:lnTo>
                <a:lnTo>
                  <a:pt x="1159884" y="122652"/>
                </a:lnTo>
                <a:lnTo>
                  <a:pt x="1160189" y="123142"/>
                </a:lnTo>
                <a:lnTo>
                  <a:pt x="1160503" y="123623"/>
                </a:lnTo>
                <a:lnTo>
                  <a:pt x="1160825" y="124096"/>
                </a:lnTo>
                <a:lnTo>
                  <a:pt x="1161155" y="124560"/>
                </a:lnTo>
                <a:lnTo>
                  <a:pt x="1161494" y="125015"/>
                </a:lnTo>
                <a:lnTo>
                  <a:pt x="1161841" y="125462"/>
                </a:lnTo>
                <a:lnTo>
                  <a:pt x="1162196" y="125900"/>
                </a:lnTo>
                <a:lnTo>
                  <a:pt x="1162560" y="126329"/>
                </a:lnTo>
                <a:lnTo>
                  <a:pt x="1162932" y="126750"/>
                </a:lnTo>
                <a:lnTo>
                  <a:pt x="1163313" y="127162"/>
                </a:lnTo>
                <a:lnTo>
                  <a:pt x="1163702" y="127566"/>
                </a:lnTo>
                <a:lnTo>
                  <a:pt x="1164099" y="127961"/>
                </a:lnTo>
                <a:lnTo>
                  <a:pt x="1164505" y="128347"/>
                </a:lnTo>
                <a:lnTo>
                  <a:pt x="1164919" y="128724"/>
                </a:lnTo>
                <a:lnTo>
                  <a:pt x="1165342" y="129093"/>
                </a:lnTo>
                <a:lnTo>
                  <a:pt x="1165773" y="129454"/>
                </a:lnTo>
                <a:lnTo>
                  <a:pt x="1166212" y="129805"/>
                </a:lnTo>
                <a:lnTo>
                  <a:pt x="1166660" y="130149"/>
                </a:lnTo>
                <a:lnTo>
                  <a:pt x="1167116" y="130483"/>
                </a:lnTo>
                <a:lnTo>
                  <a:pt x="1167579" y="130809"/>
                </a:lnTo>
                <a:lnTo>
                  <a:pt x="1168049" y="131128"/>
                </a:lnTo>
                <a:lnTo>
                  <a:pt x="1168524" y="131440"/>
                </a:lnTo>
                <a:lnTo>
                  <a:pt x="1169005" y="131744"/>
                </a:lnTo>
                <a:lnTo>
                  <a:pt x="1169493" y="132041"/>
                </a:lnTo>
                <a:lnTo>
                  <a:pt x="1169986" y="132330"/>
                </a:lnTo>
                <a:lnTo>
                  <a:pt x="1170485" y="132612"/>
                </a:lnTo>
                <a:lnTo>
                  <a:pt x="1170990" y="132887"/>
                </a:lnTo>
                <a:lnTo>
                  <a:pt x="1171502" y="133154"/>
                </a:lnTo>
                <a:lnTo>
                  <a:pt x="1172019" y="133414"/>
                </a:lnTo>
                <a:lnTo>
                  <a:pt x="1172542" y="133666"/>
                </a:lnTo>
                <a:lnTo>
                  <a:pt x="1173072" y="133911"/>
                </a:lnTo>
                <a:lnTo>
                  <a:pt x="1173607" y="134148"/>
                </a:lnTo>
                <a:lnTo>
                  <a:pt x="1174148" y="134378"/>
                </a:lnTo>
                <a:lnTo>
                  <a:pt x="1174695" y="134601"/>
                </a:lnTo>
                <a:lnTo>
                  <a:pt x="1175249" y="134816"/>
                </a:lnTo>
                <a:lnTo>
                  <a:pt x="1175808" y="135024"/>
                </a:lnTo>
                <a:lnTo>
                  <a:pt x="1176373" y="135225"/>
                </a:lnTo>
                <a:lnTo>
                  <a:pt x="1176944" y="135418"/>
                </a:lnTo>
                <a:lnTo>
                  <a:pt x="1177521" y="135603"/>
                </a:lnTo>
                <a:lnTo>
                  <a:pt x="1178105" y="135782"/>
                </a:lnTo>
                <a:lnTo>
                  <a:pt x="1178694" y="135953"/>
                </a:lnTo>
                <a:lnTo>
                  <a:pt x="1179289" y="136116"/>
                </a:lnTo>
                <a:lnTo>
                  <a:pt x="1179890" y="136272"/>
                </a:lnTo>
                <a:lnTo>
                  <a:pt x="1180496" y="136421"/>
                </a:lnTo>
                <a:lnTo>
                  <a:pt x="1181104" y="136564"/>
                </a:lnTo>
                <a:lnTo>
                  <a:pt x="1181716" y="136700"/>
                </a:lnTo>
                <a:lnTo>
                  <a:pt x="1182330" y="136831"/>
                </a:lnTo>
                <a:lnTo>
                  <a:pt x="1182948" y="136954"/>
                </a:lnTo>
                <a:lnTo>
                  <a:pt x="1183568" y="137072"/>
                </a:lnTo>
                <a:lnTo>
                  <a:pt x="1184191" y="137183"/>
                </a:lnTo>
                <a:lnTo>
                  <a:pt x="1184817" y="137288"/>
                </a:lnTo>
                <a:lnTo>
                  <a:pt x="1185446" y="137386"/>
                </a:lnTo>
                <a:lnTo>
                  <a:pt x="1186078" y="137478"/>
                </a:lnTo>
                <a:lnTo>
                  <a:pt x="1186712" y="137564"/>
                </a:lnTo>
                <a:lnTo>
                  <a:pt x="1187350" y="137643"/>
                </a:lnTo>
                <a:lnTo>
                  <a:pt x="1187991" y="137716"/>
                </a:lnTo>
                <a:lnTo>
                  <a:pt x="1188634" y="137783"/>
                </a:lnTo>
                <a:lnTo>
                  <a:pt x="1189281" y="137843"/>
                </a:lnTo>
                <a:lnTo>
                  <a:pt x="1189930" y="137897"/>
                </a:lnTo>
                <a:lnTo>
                  <a:pt x="1190582" y="137945"/>
                </a:lnTo>
                <a:lnTo>
                  <a:pt x="1191237" y="137986"/>
                </a:lnTo>
                <a:lnTo>
                  <a:pt x="1191895" y="138021"/>
                </a:lnTo>
                <a:lnTo>
                  <a:pt x="1192556" y="138049"/>
                </a:lnTo>
                <a:lnTo>
                  <a:pt x="1193220" y="138071"/>
                </a:lnTo>
                <a:lnTo>
                  <a:pt x="1193887" y="138087"/>
                </a:lnTo>
                <a:lnTo>
                  <a:pt x="1194557" y="138097"/>
                </a:lnTo>
                <a:lnTo>
                  <a:pt x="1195229" y="138100"/>
                </a:lnTo>
                <a:lnTo>
                  <a:pt x="1195901" y="138097"/>
                </a:lnTo>
                <a:lnTo>
                  <a:pt x="1196569" y="138088"/>
                </a:lnTo>
                <a:lnTo>
                  <a:pt x="1197234" y="138073"/>
                </a:lnTo>
                <a:lnTo>
                  <a:pt x="1197894" y="138052"/>
                </a:lnTo>
                <a:close/>
                <a:moveTo>
                  <a:pt x="1083865" y="137871"/>
                </a:moveTo>
                <a:lnTo>
                  <a:pt x="1084844" y="137770"/>
                </a:lnTo>
                <a:lnTo>
                  <a:pt x="1085807" y="137651"/>
                </a:lnTo>
                <a:lnTo>
                  <a:pt x="1086756" y="137514"/>
                </a:lnTo>
                <a:lnTo>
                  <a:pt x="1087690" y="137358"/>
                </a:lnTo>
                <a:lnTo>
                  <a:pt x="1088609" y="137184"/>
                </a:lnTo>
                <a:lnTo>
                  <a:pt x="1089512" y="136991"/>
                </a:lnTo>
                <a:lnTo>
                  <a:pt x="1090402" y="136781"/>
                </a:lnTo>
                <a:lnTo>
                  <a:pt x="1091276" y="136552"/>
                </a:lnTo>
                <a:lnTo>
                  <a:pt x="1092135" y="136304"/>
                </a:lnTo>
                <a:lnTo>
                  <a:pt x="1092979" y="136039"/>
                </a:lnTo>
                <a:lnTo>
                  <a:pt x="1093809" y="135755"/>
                </a:lnTo>
                <a:lnTo>
                  <a:pt x="1094623" y="135452"/>
                </a:lnTo>
                <a:lnTo>
                  <a:pt x="1095423" y="135131"/>
                </a:lnTo>
                <a:lnTo>
                  <a:pt x="1096208" y="134792"/>
                </a:lnTo>
                <a:lnTo>
                  <a:pt x="1096978" y="134435"/>
                </a:lnTo>
                <a:lnTo>
                  <a:pt x="1097733" y="134060"/>
                </a:lnTo>
                <a:lnTo>
                  <a:pt x="1098473" y="133666"/>
                </a:lnTo>
                <a:lnTo>
                  <a:pt x="1099198" y="133253"/>
                </a:lnTo>
                <a:lnTo>
                  <a:pt x="1099908" y="132823"/>
                </a:lnTo>
                <a:lnTo>
                  <a:pt x="1100605" y="132382"/>
                </a:lnTo>
                <a:lnTo>
                  <a:pt x="1101288" y="131940"/>
                </a:lnTo>
                <a:lnTo>
                  <a:pt x="1101957" y="131496"/>
                </a:lnTo>
                <a:lnTo>
                  <a:pt x="1102614" y="131051"/>
                </a:lnTo>
                <a:lnTo>
                  <a:pt x="1103258" y="130604"/>
                </a:lnTo>
                <a:lnTo>
                  <a:pt x="1103888" y="130156"/>
                </a:lnTo>
                <a:lnTo>
                  <a:pt x="1104505" y="129706"/>
                </a:lnTo>
                <a:lnTo>
                  <a:pt x="1105109" y="129255"/>
                </a:lnTo>
                <a:lnTo>
                  <a:pt x="1105700" y="128802"/>
                </a:lnTo>
                <a:lnTo>
                  <a:pt x="1106277" y="128348"/>
                </a:lnTo>
                <a:lnTo>
                  <a:pt x="1106842" y="127892"/>
                </a:lnTo>
                <a:lnTo>
                  <a:pt x="1107393" y="127434"/>
                </a:lnTo>
                <a:lnTo>
                  <a:pt x="1107931" y="126975"/>
                </a:lnTo>
                <a:lnTo>
                  <a:pt x="1108456" y="126515"/>
                </a:lnTo>
                <a:lnTo>
                  <a:pt x="1108967" y="126052"/>
                </a:lnTo>
                <a:lnTo>
                  <a:pt x="1109466" y="125589"/>
                </a:lnTo>
                <a:lnTo>
                  <a:pt x="1109951" y="125124"/>
                </a:lnTo>
                <a:lnTo>
                  <a:pt x="1110423" y="124657"/>
                </a:lnTo>
                <a:lnTo>
                  <a:pt x="1110882" y="124189"/>
                </a:lnTo>
                <a:lnTo>
                  <a:pt x="1111328" y="123719"/>
                </a:lnTo>
                <a:lnTo>
                  <a:pt x="1111760" y="123247"/>
                </a:lnTo>
                <a:lnTo>
                  <a:pt x="1112179" y="122774"/>
                </a:lnTo>
                <a:lnTo>
                  <a:pt x="1112585" y="122300"/>
                </a:lnTo>
                <a:lnTo>
                  <a:pt x="1112978" y="121824"/>
                </a:lnTo>
                <a:lnTo>
                  <a:pt x="1113472" y="136324"/>
                </a:lnTo>
                <a:lnTo>
                  <a:pt x="1129353" y="136324"/>
                </a:lnTo>
                <a:lnTo>
                  <a:pt x="1129353" y="37287"/>
                </a:lnTo>
                <a:lnTo>
                  <a:pt x="1112781" y="37287"/>
                </a:lnTo>
                <a:lnTo>
                  <a:pt x="1112781" y="108020"/>
                </a:lnTo>
                <a:lnTo>
                  <a:pt x="1112406" y="108530"/>
                </a:lnTo>
                <a:lnTo>
                  <a:pt x="1112021" y="109035"/>
                </a:lnTo>
                <a:lnTo>
                  <a:pt x="1111627" y="109535"/>
                </a:lnTo>
                <a:lnTo>
                  <a:pt x="1111222" y="110030"/>
                </a:lnTo>
                <a:lnTo>
                  <a:pt x="1110807" y="110519"/>
                </a:lnTo>
                <a:lnTo>
                  <a:pt x="1110383" y="111003"/>
                </a:lnTo>
                <a:lnTo>
                  <a:pt x="1109948" y="111483"/>
                </a:lnTo>
                <a:lnTo>
                  <a:pt x="1109504" y="111957"/>
                </a:lnTo>
                <a:lnTo>
                  <a:pt x="1109050" y="112425"/>
                </a:lnTo>
                <a:lnTo>
                  <a:pt x="1108585" y="112889"/>
                </a:lnTo>
                <a:lnTo>
                  <a:pt x="1108111" y="113347"/>
                </a:lnTo>
                <a:lnTo>
                  <a:pt x="1107627" y="113801"/>
                </a:lnTo>
                <a:lnTo>
                  <a:pt x="1107133" y="114249"/>
                </a:lnTo>
                <a:lnTo>
                  <a:pt x="1106629" y="114692"/>
                </a:lnTo>
                <a:lnTo>
                  <a:pt x="1106115" y="115130"/>
                </a:lnTo>
                <a:lnTo>
                  <a:pt x="1105591" y="115562"/>
                </a:lnTo>
                <a:lnTo>
                  <a:pt x="1105057" y="115990"/>
                </a:lnTo>
                <a:lnTo>
                  <a:pt x="1104514" y="116412"/>
                </a:lnTo>
                <a:lnTo>
                  <a:pt x="1103960" y="116829"/>
                </a:lnTo>
                <a:lnTo>
                  <a:pt x="1103396" y="117241"/>
                </a:lnTo>
                <a:lnTo>
                  <a:pt x="1102823" y="117648"/>
                </a:lnTo>
                <a:lnTo>
                  <a:pt x="1102239" y="118049"/>
                </a:lnTo>
                <a:lnTo>
                  <a:pt x="1101646" y="118446"/>
                </a:lnTo>
                <a:lnTo>
                  <a:pt x="1101043" y="118837"/>
                </a:lnTo>
                <a:lnTo>
                  <a:pt x="1100428" y="119217"/>
                </a:lnTo>
                <a:lnTo>
                  <a:pt x="1099801" y="119582"/>
                </a:lnTo>
                <a:lnTo>
                  <a:pt x="1099162" y="119930"/>
                </a:lnTo>
                <a:lnTo>
                  <a:pt x="1098511" y="120262"/>
                </a:lnTo>
                <a:lnTo>
                  <a:pt x="1097847" y="120578"/>
                </a:lnTo>
                <a:lnTo>
                  <a:pt x="1097171" y="120877"/>
                </a:lnTo>
                <a:lnTo>
                  <a:pt x="1096482" y="121161"/>
                </a:lnTo>
                <a:lnTo>
                  <a:pt x="1095782" y="121428"/>
                </a:lnTo>
                <a:lnTo>
                  <a:pt x="1095069" y="121679"/>
                </a:lnTo>
                <a:lnTo>
                  <a:pt x="1094343" y="121914"/>
                </a:lnTo>
                <a:lnTo>
                  <a:pt x="1093605" y="122132"/>
                </a:lnTo>
                <a:lnTo>
                  <a:pt x="1092855" y="122335"/>
                </a:lnTo>
                <a:lnTo>
                  <a:pt x="1092093" y="122521"/>
                </a:lnTo>
                <a:lnTo>
                  <a:pt x="1091318" y="122691"/>
                </a:lnTo>
                <a:lnTo>
                  <a:pt x="1090531" y="122845"/>
                </a:lnTo>
                <a:lnTo>
                  <a:pt x="1089732" y="122983"/>
                </a:lnTo>
                <a:lnTo>
                  <a:pt x="1088920" y="123104"/>
                </a:lnTo>
                <a:lnTo>
                  <a:pt x="1088096" y="123209"/>
                </a:lnTo>
                <a:lnTo>
                  <a:pt x="1087259" y="123298"/>
                </a:lnTo>
                <a:lnTo>
                  <a:pt x="1086411" y="123371"/>
                </a:lnTo>
                <a:lnTo>
                  <a:pt x="1085550" y="123428"/>
                </a:lnTo>
                <a:lnTo>
                  <a:pt x="1084676" y="123468"/>
                </a:lnTo>
                <a:lnTo>
                  <a:pt x="1083790" y="123493"/>
                </a:lnTo>
                <a:lnTo>
                  <a:pt x="1082892" y="123501"/>
                </a:lnTo>
                <a:lnTo>
                  <a:pt x="1082249" y="123496"/>
                </a:lnTo>
                <a:lnTo>
                  <a:pt x="1081619" y="123480"/>
                </a:lnTo>
                <a:lnTo>
                  <a:pt x="1081001" y="123454"/>
                </a:lnTo>
                <a:lnTo>
                  <a:pt x="1080396" y="123418"/>
                </a:lnTo>
                <a:lnTo>
                  <a:pt x="1079804" y="123372"/>
                </a:lnTo>
                <a:lnTo>
                  <a:pt x="1079224" y="123315"/>
                </a:lnTo>
                <a:lnTo>
                  <a:pt x="1078657" y="123248"/>
                </a:lnTo>
                <a:lnTo>
                  <a:pt x="1078103" y="123171"/>
                </a:lnTo>
                <a:lnTo>
                  <a:pt x="1077561" y="123083"/>
                </a:lnTo>
                <a:lnTo>
                  <a:pt x="1077032" y="122985"/>
                </a:lnTo>
                <a:lnTo>
                  <a:pt x="1076516" y="122877"/>
                </a:lnTo>
                <a:lnTo>
                  <a:pt x="1076012" y="122758"/>
                </a:lnTo>
                <a:lnTo>
                  <a:pt x="1075521" y="122629"/>
                </a:lnTo>
                <a:lnTo>
                  <a:pt x="1075043" y="122490"/>
                </a:lnTo>
                <a:lnTo>
                  <a:pt x="1074577" y="122340"/>
                </a:lnTo>
                <a:lnTo>
                  <a:pt x="1074124" y="122180"/>
                </a:lnTo>
                <a:lnTo>
                  <a:pt x="1073684" y="122010"/>
                </a:lnTo>
                <a:lnTo>
                  <a:pt x="1073256" y="121829"/>
                </a:lnTo>
                <a:lnTo>
                  <a:pt x="1072841" y="121638"/>
                </a:lnTo>
                <a:lnTo>
                  <a:pt x="1072439" y="121437"/>
                </a:lnTo>
                <a:lnTo>
                  <a:pt x="1072049" y="121226"/>
                </a:lnTo>
                <a:lnTo>
                  <a:pt x="1071672" y="121004"/>
                </a:lnTo>
                <a:lnTo>
                  <a:pt x="1071308" y="120772"/>
                </a:lnTo>
                <a:lnTo>
                  <a:pt x="1070957" y="120529"/>
                </a:lnTo>
                <a:lnTo>
                  <a:pt x="1070616" y="120277"/>
                </a:lnTo>
                <a:lnTo>
                  <a:pt x="1070285" y="120017"/>
                </a:lnTo>
                <a:lnTo>
                  <a:pt x="1069962" y="119749"/>
                </a:lnTo>
                <a:lnTo>
                  <a:pt x="1069650" y="119472"/>
                </a:lnTo>
                <a:lnTo>
                  <a:pt x="1069346" y="119188"/>
                </a:lnTo>
                <a:lnTo>
                  <a:pt x="1069052" y="118895"/>
                </a:lnTo>
                <a:lnTo>
                  <a:pt x="1068766" y="118594"/>
                </a:lnTo>
                <a:lnTo>
                  <a:pt x="1068491" y="118284"/>
                </a:lnTo>
                <a:lnTo>
                  <a:pt x="1068224" y="117967"/>
                </a:lnTo>
                <a:lnTo>
                  <a:pt x="1067966" y="117641"/>
                </a:lnTo>
                <a:lnTo>
                  <a:pt x="1067718" y="117308"/>
                </a:lnTo>
                <a:lnTo>
                  <a:pt x="1067479" y="116966"/>
                </a:lnTo>
                <a:lnTo>
                  <a:pt x="1067250" y="116616"/>
                </a:lnTo>
                <a:lnTo>
                  <a:pt x="1067029" y="116257"/>
                </a:lnTo>
                <a:lnTo>
                  <a:pt x="1066818" y="115891"/>
                </a:lnTo>
                <a:lnTo>
                  <a:pt x="1066616" y="115516"/>
                </a:lnTo>
                <a:lnTo>
                  <a:pt x="1066424" y="115133"/>
                </a:lnTo>
                <a:lnTo>
                  <a:pt x="1066240" y="114742"/>
                </a:lnTo>
                <a:lnTo>
                  <a:pt x="1066066" y="114343"/>
                </a:lnTo>
                <a:lnTo>
                  <a:pt x="1065901" y="113936"/>
                </a:lnTo>
                <a:lnTo>
                  <a:pt x="1065745" y="113520"/>
                </a:lnTo>
                <a:lnTo>
                  <a:pt x="1065599" y="113097"/>
                </a:lnTo>
                <a:lnTo>
                  <a:pt x="1065462" y="112665"/>
                </a:lnTo>
                <a:lnTo>
                  <a:pt x="1065334" y="112225"/>
                </a:lnTo>
                <a:lnTo>
                  <a:pt x="1065213" y="111778"/>
                </a:lnTo>
                <a:lnTo>
                  <a:pt x="1065098" y="111326"/>
                </a:lnTo>
                <a:lnTo>
                  <a:pt x="1064987" y="110870"/>
                </a:lnTo>
                <a:lnTo>
                  <a:pt x="1064882" y="110408"/>
                </a:lnTo>
                <a:lnTo>
                  <a:pt x="1064782" y="109942"/>
                </a:lnTo>
                <a:lnTo>
                  <a:pt x="1064687" y="109470"/>
                </a:lnTo>
                <a:lnTo>
                  <a:pt x="1064597" y="108994"/>
                </a:lnTo>
                <a:lnTo>
                  <a:pt x="1064512" y="108512"/>
                </a:lnTo>
                <a:lnTo>
                  <a:pt x="1064432" y="108025"/>
                </a:lnTo>
                <a:lnTo>
                  <a:pt x="1064358" y="107534"/>
                </a:lnTo>
                <a:lnTo>
                  <a:pt x="1064288" y="107037"/>
                </a:lnTo>
                <a:lnTo>
                  <a:pt x="1064224" y="106536"/>
                </a:lnTo>
                <a:lnTo>
                  <a:pt x="1064165" y="106029"/>
                </a:lnTo>
                <a:lnTo>
                  <a:pt x="1064111" y="105518"/>
                </a:lnTo>
                <a:lnTo>
                  <a:pt x="1064062" y="105001"/>
                </a:lnTo>
                <a:lnTo>
                  <a:pt x="1064019" y="104480"/>
                </a:lnTo>
                <a:lnTo>
                  <a:pt x="1063980" y="103953"/>
                </a:lnTo>
                <a:lnTo>
                  <a:pt x="1063947" y="103422"/>
                </a:lnTo>
                <a:lnTo>
                  <a:pt x="1063919" y="102886"/>
                </a:lnTo>
                <a:lnTo>
                  <a:pt x="1063895" y="102344"/>
                </a:lnTo>
                <a:lnTo>
                  <a:pt x="1063877" y="101798"/>
                </a:lnTo>
                <a:lnTo>
                  <a:pt x="1063865" y="101246"/>
                </a:lnTo>
                <a:lnTo>
                  <a:pt x="1063857" y="100690"/>
                </a:lnTo>
                <a:lnTo>
                  <a:pt x="1063854" y="100129"/>
                </a:lnTo>
                <a:lnTo>
                  <a:pt x="1063854" y="37287"/>
                </a:lnTo>
                <a:lnTo>
                  <a:pt x="1047282" y="37287"/>
                </a:lnTo>
                <a:lnTo>
                  <a:pt x="1047282" y="102117"/>
                </a:lnTo>
                <a:lnTo>
                  <a:pt x="1047295" y="103506"/>
                </a:lnTo>
                <a:lnTo>
                  <a:pt x="1047334" y="104870"/>
                </a:lnTo>
                <a:lnTo>
                  <a:pt x="1047398" y="106209"/>
                </a:lnTo>
                <a:lnTo>
                  <a:pt x="1047488" y="107522"/>
                </a:lnTo>
                <a:lnTo>
                  <a:pt x="1047603" y="108811"/>
                </a:lnTo>
                <a:lnTo>
                  <a:pt x="1047745" y="110074"/>
                </a:lnTo>
                <a:lnTo>
                  <a:pt x="1047912" y="111312"/>
                </a:lnTo>
                <a:lnTo>
                  <a:pt x="1048104" y="112525"/>
                </a:lnTo>
                <a:lnTo>
                  <a:pt x="1048323" y="113714"/>
                </a:lnTo>
                <a:lnTo>
                  <a:pt x="1048567" y="114876"/>
                </a:lnTo>
                <a:lnTo>
                  <a:pt x="1048836" y="116014"/>
                </a:lnTo>
                <a:lnTo>
                  <a:pt x="1049132" y="117127"/>
                </a:lnTo>
                <a:lnTo>
                  <a:pt x="1049453" y="118214"/>
                </a:lnTo>
                <a:lnTo>
                  <a:pt x="1049800" y="119277"/>
                </a:lnTo>
                <a:lnTo>
                  <a:pt x="1050172" y="120314"/>
                </a:lnTo>
                <a:lnTo>
                  <a:pt x="1050570" y="121326"/>
                </a:lnTo>
                <a:lnTo>
                  <a:pt x="1050994" y="122313"/>
                </a:lnTo>
                <a:lnTo>
                  <a:pt x="1051444" y="123275"/>
                </a:lnTo>
                <a:lnTo>
                  <a:pt x="1051919" y="124212"/>
                </a:lnTo>
                <a:lnTo>
                  <a:pt x="1052420" y="125124"/>
                </a:lnTo>
                <a:lnTo>
                  <a:pt x="1052947" y="126010"/>
                </a:lnTo>
                <a:lnTo>
                  <a:pt x="1053499" y="126872"/>
                </a:lnTo>
                <a:lnTo>
                  <a:pt x="1054077" y="127708"/>
                </a:lnTo>
                <a:lnTo>
                  <a:pt x="1054681" y="128519"/>
                </a:lnTo>
                <a:lnTo>
                  <a:pt x="1055313" y="129301"/>
                </a:lnTo>
                <a:lnTo>
                  <a:pt x="1055978" y="130050"/>
                </a:lnTo>
                <a:lnTo>
                  <a:pt x="1056675" y="130765"/>
                </a:lnTo>
                <a:lnTo>
                  <a:pt x="1057404" y="131447"/>
                </a:lnTo>
                <a:lnTo>
                  <a:pt x="1058166" y="132095"/>
                </a:lnTo>
                <a:lnTo>
                  <a:pt x="1058959" y="132711"/>
                </a:lnTo>
                <a:lnTo>
                  <a:pt x="1059785" y="133293"/>
                </a:lnTo>
                <a:lnTo>
                  <a:pt x="1060643" y="133842"/>
                </a:lnTo>
                <a:lnTo>
                  <a:pt x="1061533" y="134358"/>
                </a:lnTo>
                <a:lnTo>
                  <a:pt x="1062455" y="134840"/>
                </a:lnTo>
                <a:lnTo>
                  <a:pt x="1063410" y="135289"/>
                </a:lnTo>
                <a:lnTo>
                  <a:pt x="1064397" y="135705"/>
                </a:lnTo>
                <a:lnTo>
                  <a:pt x="1065416" y="136087"/>
                </a:lnTo>
                <a:lnTo>
                  <a:pt x="1066467" y="136437"/>
                </a:lnTo>
                <a:lnTo>
                  <a:pt x="1067550" y="136753"/>
                </a:lnTo>
                <a:lnTo>
                  <a:pt x="1068666" y="137035"/>
                </a:lnTo>
                <a:lnTo>
                  <a:pt x="1069814" y="137285"/>
                </a:lnTo>
                <a:lnTo>
                  <a:pt x="1070994" y="137501"/>
                </a:lnTo>
                <a:lnTo>
                  <a:pt x="1072206" y="137684"/>
                </a:lnTo>
                <a:lnTo>
                  <a:pt x="1073450" y="137834"/>
                </a:lnTo>
                <a:lnTo>
                  <a:pt x="1074727" y="137950"/>
                </a:lnTo>
                <a:lnTo>
                  <a:pt x="1076035" y="138033"/>
                </a:lnTo>
                <a:lnTo>
                  <a:pt x="1077376" y="138083"/>
                </a:lnTo>
                <a:lnTo>
                  <a:pt x="1078749" y="138100"/>
                </a:lnTo>
                <a:lnTo>
                  <a:pt x="1079802" y="138091"/>
                </a:lnTo>
                <a:lnTo>
                  <a:pt x="1080840" y="138063"/>
                </a:lnTo>
                <a:lnTo>
                  <a:pt x="1081864" y="138018"/>
                </a:lnTo>
                <a:lnTo>
                  <a:pt x="1082872" y="137953"/>
                </a:lnTo>
                <a:lnTo>
                  <a:pt x="1083865" y="1378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" name="Text recursionand">
            <a:extLst xmlns:a="http://schemas.openxmlformats.org/drawingml/2006/main">
              <a:ext uri="{FF2B5EF4-FFF2-40B4-BE49-F238E27FC236}">
                <a16:creationId xmlns:a16="http://schemas.microsoft.com/office/drawing/2014/main" id="{5EA9AA74-557D-4B9E-B3D5-505176770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7798" y="1158300"/>
            <a:ext cx="1166428" cy="138100"/>
          </a:xfrm>
          <a:custGeom xmlns:a="http://schemas.openxmlformats.org/drawingml/2006/main">
            <a:pathLst>
              <a:path w="1166428" h="138100">
                <a:moveTo>
                  <a:pt x="0" y="136324"/>
                </a:moveTo>
                <a:lnTo>
                  <a:pt x="0" y="37287"/>
                </a:lnTo>
                <a:lnTo>
                  <a:pt x="15487" y="37287"/>
                </a:lnTo>
                <a:lnTo>
                  <a:pt x="16079" y="53169"/>
                </a:lnTo>
                <a:cubicBezTo>
                  <a:pt x="18775" y="48171"/>
                  <a:pt x="22523" y="43995"/>
                  <a:pt x="27324" y="40641"/>
                </a:cubicBezTo>
                <a:cubicBezTo>
                  <a:pt x="32125" y="37287"/>
                  <a:pt x="38372" y="35610"/>
                  <a:pt x="46066" y="35610"/>
                </a:cubicBezTo>
                <a:lnTo>
                  <a:pt x="48039" y="35610"/>
                </a:lnTo>
                <a:lnTo>
                  <a:pt x="48039" y="50702"/>
                </a:lnTo>
                <a:lnTo>
                  <a:pt x="45770" y="50702"/>
                </a:lnTo>
                <a:cubicBezTo>
                  <a:pt x="40970" y="50702"/>
                  <a:pt x="36761" y="51354"/>
                  <a:pt x="33144" y="52657"/>
                </a:cubicBezTo>
                <a:cubicBezTo>
                  <a:pt x="29527" y="53958"/>
                  <a:pt x="26371" y="55756"/>
                  <a:pt x="23674" y="58051"/>
                </a:cubicBezTo>
                <a:cubicBezTo>
                  <a:pt x="20978" y="60347"/>
                  <a:pt x="18578" y="63002"/>
                  <a:pt x="16473" y="66017"/>
                </a:cubicBezTo>
                <a:lnTo>
                  <a:pt x="16473" y="136324"/>
                </a:lnTo>
                <a:lnTo>
                  <a:pt x="0" y="136324"/>
                </a:lnTo>
                <a:close/>
                <a:moveTo>
                  <a:pt x="102980" y="138100"/>
                </a:moveTo>
                <a:cubicBezTo>
                  <a:pt x="92524" y="138100"/>
                  <a:pt x="83959" y="135849"/>
                  <a:pt x="77284" y="131346"/>
                </a:cubicBezTo>
                <a:cubicBezTo>
                  <a:pt x="70609" y="126841"/>
                  <a:pt x="65660" y="120713"/>
                  <a:pt x="62438" y="112961"/>
                </a:cubicBezTo>
                <a:cubicBezTo>
                  <a:pt x="59216" y="105208"/>
                  <a:pt x="57605" y="96489"/>
                  <a:pt x="57605" y="86806"/>
                </a:cubicBezTo>
                <a:cubicBezTo>
                  <a:pt x="57605" y="76715"/>
                  <a:pt x="59166" y="67827"/>
                  <a:pt x="62290" y="60141"/>
                </a:cubicBezTo>
                <a:cubicBezTo>
                  <a:pt x="65414" y="52455"/>
                  <a:pt x="70181" y="46445"/>
                  <a:pt x="76593" y="42111"/>
                </a:cubicBezTo>
                <a:cubicBezTo>
                  <a:pt x="83005" y="37777"/>
                  <a:pt x="91143" y="35610"/>
                  <a:pt x="101007" y="35610"/>
                </a:cubicBezTo>
                <a:cubicBezTo>
                  <a:pt x="114094" y="35610"/>
                  <a:pt x="124353" y="39668"/>
                  <a:pt x="131784" y="47783"/>
                </a:cubicBezTo>
                <a:cubicBezTo>
                  <a:pt x="139215" y="55897"/>
                  <a:pt x="142931" y="67561"/>
                  <a:pt x="142931" y="82777"/>
                </a:cubicBezTo>
                <a:cubicBezTo>
                  <a:pt x="142931" y="83792"/>
                  <a:pt x="142898" y="84993"/>
                  <a:pt x="142832" y="86380"/>
                </a:cubicBezTo>
                <a:cubicBezTo>
                  <a:pt x="142766" y="87765"/>
                  <a:pt x="142668" y="88762"/>
                  <a:pt x="142536" y="89370"/>
                </a:cubicBezTo>
                <a:lnTo>
                  <a:pt x="74078" y="89370"/>
                </a:lnTo>
                <a:cubicBezTo>
                  <a:pt x="74144" y="95885"/>
                  <a:pt x="75147" y="101868"/>
                  <a:pt x="77086" y="107320"/>
                </a:cubicBezTo>
                <a:cubicBezTo>
                  <a:pt x="79026" y="112772"/>
                  <a:pt x="82101" y="117145"/>
                  <a:pt x="86310" y="120437"/>
                </a:cubicBezTo>
                <a:cubicBezTo>
                  <a:pt x="90518" y="123729"/>
                  <a:pt x="96075" y="125375"/>
                  <a:pt x="102980" y="125375"/>
                </a:cubicBezTo>
                <a:cubicBezTo>
                  <a:pt x="110346" y="125375"/>
                  <a:pt x="116100" y="123560"/>
                  <a:pt x="120243" y="119931"/>
                </a:cubicBezTo>
                <a:cubicBezTo>
                  <a:pt x="124386" y="116302"/>
                  <a:pt x="126556" y="111066"/>
                  <a:pt x="126753" y="104222"/>
                </a:cubicBezTo>
                <a:lnTo>
                  <a:pt x="143029" y="104222"/>
                </a:lnTo>
                <a:cubicBezTo>
                  <a:pt x="142832" y="111208"/>
                  <a:pt x="141089" y="117227"/>
                  <a:pt x="137801" y="122280"/>
                </a:cubicBezTo>
                <a:cubicBezTo>
                  <a:pt x="134513" y="127334"/>
                  <a:pt x="129910" y="131234"/>
                  <a:pt x="123991" y="133982"/>
                </a:cubicBezTo>
                <a:cubicBezTo>
                  <a:pt x="118073" y="136727"/>
                  <a:pt x="111069" y="138100"/>
                  <a:pt x="102980" y="138100"/>
                </a:cubicBezTo>
                <a:moveTo>
                  <a:pt x="74177" y="77336"/>
                </a:moveTo>
                <a:lnTo>
                  <a:pt x="126655" y="77336"/>
                </a:lnTo>
                <a:cubicBezTo>
                  <a:pt x="126457" y="67914"/>
                  <a:pt x="124123" y="60709"/>
                  <a:pt x="119651" y="55721"/>
                </a:cubicBezTo>
                <a:cubicBezTo>
                  <a:pt x="115179" y="50731"/>
                  <a:pt x="108965" y="48236"/>
                  <a:pt x="101007" y="48236"/>
                </a:cubicBezTo>
                <a:cubicBezTo>
                  <a:pt x="92984" y="48236"/>
                  <a:pt x="86688" y="50714"/>
                  <a:pt x="82117" y="55668"/>
                </a:cubicBezTo>
                <a:cubicBezTo>
                  <a:pt x="77547" y="60621"/>
                  <a:pt x="74900" y="67844"/>
                  <a:pt x="74177" y="77336"/>
                </a:cubicBezTo>
                <a:close/>
                <a:moveTo>
                  <a:pt x="209365" y="138100"/>
                </a:moveTo>
                <a:cubicBezTo>
                  <a:pt x="200684" y="138100"/>
                  <a:pt x="192990" y="136220"/>
                  <a:pt x="186283" y="132459"/>
                </a:cubicBezTo>
                <a:cubicBezTo>
                  <a:pt x="179575" y="128696"/>
                  <a:pt x="174330" y="123035"/>
                  <a:pt x="170549" y="115477"/>
                </a:cubicBezTo>
                <a:cubicBezTo>
                  <a:pt x="166768" y="107918"/>
                  <a:pt x="164877" y="98446"/>
                  <a:pt x="164877" y="87058"/>
                </a:cubicBezTo>
                <a:cubicBezTo>
                  <a:pt x="164877" y="75671"/>
                  <a:pt x="166735" y="66165"/>
                  <a:pt x="170450" y="58538"/>
                </a:cubicBezTo>
                <a:cubicBezTo>
                  <a:pt x="174166" y="50912"/>
                  <a:pt x="179361" y="45185"/>
                  <a:pt x="186036" y="41356"/>
                </a:cubicBezTo>
                <a:cubicBezTo>
                  <a:pt x="192711" y="37525"/>
                  <a:pt x="200487" y="35610"/>
                  <a:pt x="209365" y="35610"/>
                </a:cubicBezTo>
                <a:cubicBezTo>
                  <a:pt x="216796" y="35610"/>
                  <a:pt x="223487" y="36863"/>
                  <a:pt x="229439" y="39368"/>
                </a:cubicBezTo>
                <a:cubicBezTo>
                  <a:pt x="235390" y="41873"/>
                  <a:pt x="240142" y="45648"/>
                  <a:pt x="243693" y="50693"/>
                </a:cubicBezTo>
                <a:cubicBezTo>
                  <a:pt x="247244" y="55738"/>
                  <a:pt x="249118" y="62120"/>
                  <a:pt x="249315" y="69839"/>
                </a:cubicBezTo>
                <a:lnTo>
                  <a:pt x="233039" y="69839"/>
                </a:lnTo>
                <a:cubicBezTo>
                  <a:pt x="232645" y="63351"/>
                  <a:pt x="230409" y="58245"/>
                  <a:pt x="226332" y="54519"/>
                </a:cubicBezTo>
                <a:cubicBezTo>
                  <a:pt x="222254" y="50791"/>
                  <a:pt x="216697" y="48927"/>
                  <a:pt x="209661" y="48927"/>
                </a:cubicBezTo>
                <a:cubicBezTo>
                  <a:pt x="200323" y="48927"/>
                  <a:pt x="193352" y="52267"/>
                  <a:pt x="188749" y="58948"/>
                </a:cubicBezTo>
                <a:cubicBezTo>
                  <a:pt x="184145" y="65629"/>
                  <a:pt x="181844" y="75000"/>
                  <a:pt x="181844" y="87062"/>
                </a:cubicBezTo>
                <a:cubicBezTo>
                  <a:pt x="181844" y="95078"/>
                  <a:pt x="182863" y="101880"/>
                  <a:pt x="184902" y="107465"/>
                </a:cubicBezTo>
                <a:cubicBezTo>
                  <a:pt x="186940" y="113049"/>
                  <a:pt x="190031" y="117332"/>
                  <a:pt x="194174" y="120313"/>
                </a:cubicBezTo>
                <a:cubicBezTo>
                  <a:pt x="198317" y="123293"/>
                  <a:pt x="203479" y="124783"/>
                  <a:pt x="209661" y="124783"/>
                </a:cubicBezTo>
                <a:cubicBezTo>
                  <a:pt x="216697" y="124783"/>
                  <a:pt x="222419" y="122867"/>
                  <a:pt x="226825" y="119034"/>
                </a:cubicBezTo>
                <a:cubicBezTo>
                  <a:pt x="231231" y="115199"/>
                  <a:pt x="233533" y="109586"/>
                  <a:pt x="233730" y="102194"/>
                </a:cubicBezTo>
                <a:lnTo>
                  <a:pt x="250006" y="102194"/>
                </a:lnTo>
                <a:cubicBezTo>
                  <a:pt x="249809" y="110196"/>
                  <a:pt x="247918" y="116859"/>
                  <a:pt x="244334" y="122182"/>
                </a:cubicBezTo>
                <a:cubicBezTo>
                  <a:pt x="240750" y="127504"/>
                  <a:pt x="235916" y="131488"/>
                  <a:pt x="229833" y="134133"/>
                </a:cubicBezTo>
                <a:cubicBezTo>
                  <a:pt x="223750" y="136778"/>
                  <a:pt x="216928" y="138100"/>
                  <a:pt x="209365" y="138100"/>
                </a:cubicBezTo>
                <a:close/>
                <a:moveTo>
                  <a:pt x="308056" y="138100"/>
                </a:moveTo>
                <a:cubicBezTo>
                  <a:pt x="296942" y="138100"/>
                  <a:pt x="288919" y="134906"/>
                  <a:pt x="283987" y="128519"/>
                </a:cubicBezTo>
                <a:cubicBezTo>
                  <a:pt x="279055" y="122130"/>
                  <a:pt x="276589" y="113329"/>
                  <a:pt x="276589" y="102117"/>
                </a:cubicBezTo>
                <a:lnTo>
                  <a:pt x="276589" y="37287"/>
                </a:lnTo>
                <a:lnTo>
                  <a:pt x="293161" y="37287"/>
                </a:lnTo>
                <a:lnTo>
                  <a:pt x="293161" y="100129"/>
                </a:lnTo>
                <a:cubicBezTo>
                  <a:pt x="293161" y="104640"/>
                  <a:pt x="293654" y="108672"/>
                  <a:pt x="294641" y="112225"/>
                </a:cubicBezTo>
                <a:cubicBezTo>
                  <a:pt x="295627" y="115778"/>
                  <a:pt x="297501" y="118546"/>
                  <a:pt x="300263" y="120529"/>
                </a:cubicBezTo>
                <a:cubicBezTo>
                  <a:pt x="303025" y="122510"/>
                  <a:pt x="307004" y="123501"/>
                  <a:pt x="312199" y="123501"/>
                </a:cubicBezTo>
                <a:cubicBezTo>
                  <a:pt x="319433" y="123501"/>
                  <a:pt x="325483" y="121946"/>
                  <a:pt x="330349" y="118837"/>
                </a:cubicBezTo>
                <a:cubicBezTo>
                  <a:pt x="335216" y="115728"/>
                  <a:pt x="339129" y="112122"/>
                  <a:pt x="342088" y="108020"/>
                </a:cubicBezTo>
                <a:lnTo>
                  <a:pt x="342088" y="37287"/>
                </a:lnTo>
                <a:lnTo>
                  <a:pt x="358660" y="37287"/>
                </a:lnTo>
                <a:lnTo>
                  <a:pt x="358660" y="136324"/>
                </a:lnTo>
                <a:lnTo>
                  <a:pt x="342778" y="136324"/>
                </a:lnTo>
                <a:lnTo>
                  <a:pt x="342285" y="121824"/>
                </a:lnTo>
                <a:cubicBezTo>
                  <a:pt x="339194" y="125638"/>
                  <a:pt x="334838" y="129304"/>
                  <a:pt x="329215" y="132823"/>
                </a:cubicBezTo>
                <a:cubicBezTo>
                  <a:pt x="323592" y="136341"/>
                  <a:pt x="316539" y="138100"/>
                  <a:pt x="308056" y="138100"/>
                </a:cubicBezTo>
                <a:close/>
                <a:moveTo>
                  <a:pt x="391111" y="136324"/>
                </a:moveTo>
                <a:lnTo>
                  <a:pt x="391111" y="37287"/>
                </a:lnTo>
                <a:lnTo>
                  <a:pt x="406598" y="37287"/>
                </a:lnTo>
                <a:lnTo>
                  <a:pt x="407189" y="53169"/>
                </a:lnTo>
                <a:cubicBezTo>
                  <a:pt x="409886" y="48171"/>
                  <a:pt x="413634" y="43995"/>
                  <a:pt x="418435" y="40641"/>
                </a:cubicBezTo>
                <a:cubicBezTo>
                  <a:pt x="423235" y="37287"/>
                  <a:pt x="429483" y="35610"/>
                  <a:pt x="437177" y="35610"/>
                </a:cubicBezTo>
                <a:lnTo>
                  <a:pt x="439150" y="35610"/>
                </a:lnTo>
                <a:lnTo>
                  <a:pt x="439150" y="50702"/>
                </a:lnTo>
                <a:lnTo>
                  <a:pt x="436881" y="50702"/>
                </a:lnTo>
                <a:cubicBezTo>
                  <a:pt x="432080" y="50702"/>
                  <a:pt x="427872" y="51354"/>
                  <a:pt x="424255" y="52657"/>
                </a:cubicBezTo>
                <a:cubicBezTo>
                  <a:pt x="420638" y="53958"/>
                  <a:pt x="417481" y="55756"/>
                  <a:pt x="414785" y="58051"/>
                </a:cubicBezTo>
                <a:cubicBezTo>
                  <a:pt x="412089" y="60347"/>
                  <a:pt x="409688" y="63002"/>
                  <a:pt x="407584" y="66017"/>
                </a:cubicBezTo>
                <a:lnTo>
                  <a:pt x="407584" y="136324"/>
                </a:lnTo>
                <a:lnTo>
                  <a:pt x="391111" y="136324"/>
                </a:lnTo>
                <a:close/>
                <a:moveTo>
                  <a:pt x="488172" y="138100"/>
                </a:moveTo>
                <a:cubicBezTo>
                  <a:pt x="482779" y="138100"/>
                  <a:pt x="477666" y="137491"/>
                  <a:pt x="472833" y="136272"/>
                </a:cubicBezTo>
                <a:cubicBezTo>
                  <a:pt x="467999" y="135053"/>
                  <a:pt x="463741" y="133124"/>
                  <a:pt x="460058" y="130483"/>
                </a:cubicBezTo>
                <a:cubicBezTo>
                  <a:pt x="456376" y="127842"/>
                  <a:pt x="453499" y="124372"/>
                  <a:pt x="451427" y="120073"/>
                </a:cubicBezTo>
                <a:cubicBezTo>
                  <a:pt x="449356" y="115772"/>
                  <a:pt x="448320" y="110574"/>
                  <a:pt x="448320" y="104478"/>
                </a:cubicBezTo>
                <a:lnTo>
                  <a:pt x="464201" y="104478"/>
                </a:lnTo>
                <a:cubicBezTo>
                  <a:pt x="464201" y="112331"/>
                  <a:pt x="466520" y="117859"/>
                  <a:pt x="471156" y="121063"/>
                </a:cubicBezTo>
                <a:cubicBezTo>
                  <a:pt x="475792" y="124266"/>
                  <a:pt x="481596" y="125868"/>
                  <a:pt x="488566" y="125868"/>
                </a:cubicBezTo>
                <a:cubicBezTo>
                  <a:pt x="494814" y="125868"/>
                  <a:pt x="499960" y="124604"/>
                  <a:pt x="504004" y="122077"/>
                </a:cubicBezTo>
                <a:cubicBezTo>
                  <a:pt x="508048" y="119549"/>
                  <a:pt x="510070" y="115376"/>
                  <a:pt x="510070" y="109558"/>
                </a:cubicBezTo>
                <a:cubicBezTo>
                  <a:pt x="510070" y="104682"/>
                  <a:pt x="508246" y="101059"/>
                  <a:pt x="504596" y="98689"/>
                </a:cubicBezTo>
                <a:cubicBezTo>
                  <a:pt x="500946" y="96318"/>
                  <a:pt x="494518" y="94015"/>
                  <a:pt x="485311" y="91781"/>
                </a:cubicBezTo>
                <a:cubicBezTo>
                  <a:pt x="477814" y="89952"/>
                  <a:pt x="471501" y="87836"/>
                  <a:pt x="466372" y="85434"/>
                </a:cubicBezTo>
                <a:cubicBezTo>
                  <a:pt x="461242" y="83030"/>
                  <a:pt x="457395" y="79982"/>
                  <a:pt x="454830" y="76291"/>
                </a:cubicBezTo>
                <a:cubicBezTo>
                  <a:pt x="452266" y="72600"/>
                  <a:pt x="450983" y="67944"/>
                  <a:pt x="450983" y="62324"/>
                </a:cubicBezTo>
                <a:cubicBezTo>
                  <a:pt x="450983" y="57922"/>
                  <a:pt x="451888" y="54045"/>
                  <a:pt x="453696" y="50693"/>
                </a:cubicBezTo>
                <a:cubicBezTo>
                  <a:pt x="455504" y="47341"/>
                  <a:pt x="458036" y="44549"/>
                  <a:pt x="461292" y="42315"/>
                </a:cubicBezTo>
                <a:cubicBezTo>
                  <a:pt x="464547" y="40079"/>
                  <a:pt x="468377" y="38403"/>
                  <a:pt x="472783" y="37287"/>
                </a:cubicBezTo>
                <a:cubicBezTo>
                  <a:pt x="477189" y="36169"/>
                  <a:pt x="481957" y="35610"/>
                  <a:pt x="487087" y="35610"/>
                </a:cubicBezTo>
                <a:cubicBezTo>
                  <a:pt x="492150" y="35610"/>
                  <a:pt x="496902" y="36219"/>
                  <a:pt x="501341" y="37438"/>
                </a:cubicBezTo>
                <a:cubicBezTo>
                  <a:pt x="505779" y="38657"/>
                  <a:pt x="509692" y="40554"/>
                  <a:pt x="513079" y="43129"/>
                </a:cubicBezTo>
                <a:cubicBezTo>
                  <a:pt x="516466" y="45701"/>
                  <a:pt x="519146" y="49019"/>
                  <a:pt x="521118" y="53082"/>
                </a:cubicBezTo>
                <a:cubicBezTo>
                  <a:pt x="523091" y="57145"/>
                  <a:pt x="524078" y="62021"/>
                  <a:pt x="524078" y="67709"/>
                </a:cubicBezTo>
                <a:lnTo>
                  <a:pt x="508098" y="67709"/>
                </a:lnTo>
                <a:cubicBezTo>
                  <a:pt x="508098" y="60531"/>
                  <a:pt x="506059" y="55458"/>
                  <a:pt x="501982" y="52490"/>
                </a:cubicBezTo>
                <a:cubicBezTo>
                  <a:pt x="497904" y="49523"/>
                  <a:pt x="492939" y="48039"/>
                  <a:pt x="487087" y="48039"/>
                </a:cubicBezTo>
                <a:cubicBezTo>
                  <a:pt x="481168" y="48039"/>
                  <a:pt x="476367" y="49153"/>
                  <a:pt x="472685" y="51381"/>
                </a:cubicBezTo>
                <a:cubicBezTo>
                  <a:pt x="469002" y="53606"/>
                  <a:pt x="467161" y="57084"/>
                  <a:pt x="467161" y="61815"/>
                </a:cubicBezTo>
                <a:cubicBezTo>
                  <a:pt x="467161" y="64456"/>
                  <a:pt x="467983" y="66691"/>
                  <a:pt x="469627" y="68520"/>
                </a:cubicBezTo>
                <a:cubicBezTo>
                  <a:pt x="471271" y="70349"/>
                  <a:pt x="474033" y="71992"/>
                  <a:pt x="477913" y="73449"/>
                </a:cubicBezTo>
                <a:cubicBezTo>
                  <a:pt x="481793" y="74904"/>
                  <a:pt x="487021" y="76444"/>
                  <a:pt x="493597" y="78070"/>
                </a:cubicBezTo>
                <a:cubicBezTo>
                  <a:pt x="500765" y="79831"/>
                  <a:pt x="506782" y="81930"/>
                  <a:pt x="511649" y="84367"/>
                </a:cubicBezTo>
                <a:cubicBezTo>
                  <a:pt x="516515" y="86805"/>
                  <a:pt x="520181" y="89937"/>
                  <a:pt x="522647" y="93763"/>
                </a:cubicBezTo>
                <a:cubicBezTo>
                  <a:pt x="525113" y="97588"/>
                  <a:pt x="526346" y="102480"/>
                  <a:pt x="526346" y="108439"/>
                </a:cubicBezTo>
                <a:cubicBezTo>
                  <a:pt x="526346" y="113585"/>
                  <a:pt x="525376" y="118037"/>
                  <a:pt x="523437" y="121796"/>
                </a:cubicBezTo>
                <a:cubicBezTo>
                  <a:pt x="521497" y="125555"/>
                  <a:pt x="518800" y="128636"/>
                  <a:pt x="515348" y="131041"/>
                </a:cubicBezTo>
                <a:cubicBezTo>
                  <a:pt x="511895" y="133445"/>
                  <a:pt x="507851" y="135223"/>
                  <a:pt x="503215" y="136374"/>
                </a:cubicBezTo>
                <a:cubicBezTo>
                  <a:pt x="498579" y="137525"/>
                  <a:pt x="493564" y="138100"/>
                  <a:pt x="488172" y="138100"/>
                </a:cubicBezTo>
                <a:close/>
                <a:moveTo>
                  <a:pt x="554747" y="136324"/>
                </a:moveTo>
                <a:lnTo>
                  <a:pt x="554747" y="37287"/>
                </a:lnTo>
                <a:lnTo>
                  <a:pt x="571221" y="37287"/>
                </a:lnTo>
                <a:lnTo>
                  <a:pt x="571221" y="136324"/>
                </a:lnTo>
                <a:lnTo>
                  <a:pt x="554747" y="136324"/>
                </a:lnTo>
                <a:moveTo>
                  <a:pt x="562935" y="19137"/>
                </a:moveTo>
                <a:cubicBezTo>
                  <a:pt x="559844" y="19137"/>
                  <a:pt x="557361" y="18232"/>
                  <a:pt x="555487" y="16424"/>
                </a:cubicBezTo>
                <a:cubicBezTo>
                  <a:pt x="553613" y="14616"/>
                  <a:pt x="552676" y="12330"/>
                  <a:pt x="552676" y="9568"/>
                </a:cubicBezTo>
                <a:cubicBezTo>
                  <a:pt x="552676" y="6806"/>
                  <a:pt x="553613" y="4521"/>
                  <a:pt x="555487" y="2713"/>
                </a:cubicBezTo>
                <a:cubicBezTo>
                  <a:pt x="557361" y="904"/>
                  <a:pt x="559844" y="0"/>
                  <a:pt x="562935" y="0"/>
                </a:cubicBezTo>
                <a:cubicBezTo>
                  <a:pt x="566026" y="0"/>
                  <a:pt x="568524" y="904"/>
                  <a:pt x="570432" y="2713"/>
                </a:cubicBezTo>
                <a:cubicBezTo>
                  <a:pt x="572339" y="4521"/>
                  <a:pt x="573292" y="6806"/>
                  <a:pt x="573292" y="9568"/>
                </a:cubicBezTo>
                <a:cubicBezTo>
                  <a:pt x="573292" y="12330"/>
                  <a:pt x="572339" y="14616"/>
                  <a:pt x="570432" y="16424"/>
                </a:cubicBezTo>
                <a:cubicBezTo>
                  <a:pt x="568524" y="18232"/>
                  <a:pt x="566026" y="19137"/>
                  <a:pt x="562935" y="19137"/>
                </a:cubicBezTo>
                <a:close/>
                <a:moveTo>
                  <a:pt x="638348" y="138100"/>
                </a:moveTo>
                <a:cubicBezTo>
                  <a:pt x="628944" y="138100"/>
                  <a:pt x="620888" y="136052"/>
                  <a:pt x="614180" y="131956"/>
                </a:cubicBezTo>
                <a:cubicBezTo>
                  <a:pt x="607473" y="127859"/>
                  <a:pt x="602360" y="122001"/>
                  <a:pt x="598841" y="114383"/>
                </a:cubicBezTo>
                <a:cubicBezTo>
                  <a:pt x="595323" y="106764"/>
                  <a:pt x="593564" y="97707"/>
                  <a:pt x="593564" y="87210"/>
                </a:cubicBezTo>
                <a:cubicBezTo>
                  <a:pt x="593564" y="76443"/>
                  <a:pt x="595323" y="67217"/>
                  <a:pt x="598841" y="59531"/>
                </a:cubicBezTo>
                <a:cubicBezTo>
                  <a:pt x="602360" y="51845"/>
                  <a:pt x="607473" y="45937"/>
                  <a:pt x="614180" y="41806"/>
                </a:cubicBezTo>
                <a:cubicBezTo>
                  <a:pt x="620888" y="37675"/>
                  <a:pt x="628944" y="35610"/>
                  <a:pt x="638348" y="35610"/>
                </a:cubicBezTo>
                <a:cubicBezTo>
                  <a:pt x="647949" y="35610"/>
                  <a:pt x="656153" y="37675"/>
                  <a:pt x="662959" y="41806"/>
                </a:cubicBezTo>
                <a:cubicBezTo>
                  <a:pt x="669766" y="45937"/>
                  <a:pt x="674994" y="51845"/>
                  <a:pt x="678644" y="59531"/>
                </a:cubicBezTo>
                <a:cubicBezTo>
                  <a:pt x="682293" y="67217"/>
                  <a:pt x="684118" y="76443"/>
                  <a:pt x="684118" y="87210"/>
                </a:cubicBezTo>
                <a:cubicBezTo>
                  <a:pt x="684118" y="97707"/>
                  <a:pt x="682293" y="106764"/>
                  <a:pt x="678644" y="114383"/>
                </a:cubicBezTo>
                <a:cubicBezTo>
                  <a:pt x="674994" y="122001"/>
                  <a:pt x="669766" y="127859"/>
                  <a:pt x="662959" y="131956"/>
                </a:cubicBezTo>
                <a:cubicBezTo>
                  <a:pt x="656153" y="136052"/>
                  <a:pt x="647949" y="138100"/>
                  <a:pt x="638348" y="138100"/>
                </a:cubicBezTo>
                <a:moveTo>
                  <a:pt x="638348" y="124981"/>
                </a:moveTo>
                <a:cubicBezTo>
                  <a:pt x="645450" y="124981"/>
                  <a:pt x="651106" y="123356"/>
                  <a:pt x="655315" y="120107"/>
                </a:cubicBezTo>
                <a:cubicBezTo>
                  <a:pt x="659523" y="116856"/>
                  <a:pt x="662548" y="112374"/>
                  <a:pt x="664390" y="106661"/>
                </a:cubicBezTo>
                <a:cubicBezTo>
                  <a:pt x="666231" y="100948"/>
                  <a:pt x="667152" y="94466"/>
                  <a:pt x="667152" y="87216"/>
                </a:cubicBezTo>
                <a:cubicBezTo>
                  <a:pt x="667152" y="79826"/>
                  <a:pt x="666231" y="73223"/>
                  <a:pt x="664390" y="67407"/>
                </a:cubicBezTo>
                <a:cubicBezTo>
                  <a:pt x="662548" y="61591"/>
                  <a:pt x="659523" y="57025"/>
                  <a:pt x="655315" y="53708"/>
                </a:cubicBezTo>
                <a:cubicBezTo>
                  <a:pt x="651106" y="50389"/>
                  <a:pt x="645450" y="48730"/>
                  <a:pt x="638348" y="48730"/>
                </a:cubicBezTo>
                <a:cubicBezTo>
                  <a:pt x="631443" y="48730"/>
                  <a:pt x="625968" y="50389"/>
                  <a:pt x="621924" y="53708"/>
                </a:cubicBezTo>
                <a:cubicBezTo>
                  <a:pt x="617880" y="57025"/>
                  <a:pt x="614970" y="61591"/>
                  <a:pt x="613194" y="67407"/>
                </a:cubicBezTo>
                <a:cubicBezTo>
                  <a:pt x="611418" y="73223"/>
                  <a:pt x="610531" y="79826"/>
                  <a:pt x="610531" y="87216"/>
                </a:cubicBezTo>
                <a:cubicBezTo>
                  <a:pt x="610531" y="94466"/>
                  <a:pt x="611418" y="100948"/>
                  <a:pt x="613194" y="106661"/>
                </a:cubicBezTo>
                <a:cubicBezTo>
                  <a:pt x="614970" y="112374"/>
                  <a:pt x="617880" y="116856"/>
                  <a:pt x="621924" y="120107"/>
                </a:cubicBezTo>
                <a:cubicBezTo>
                  <a:pt x="625968" y="123356"/>
                  <a:pt x="631443" y="124981"/>
                  <a:pt x="638348" y="124981"/>
                </a:cubicBezTo>
                <a:close/>
                <a:moveTo>
                  <a:pt x="712525" y="136324"/>
                </a:moveTo>
                <a:lnTo>
                  <a:pt x="712525" y="37287"/>
                </a:lnTo>
                <a:lnTo>
                  <a:pt x="728308" y="37287"/>
                </a:lnTo>
                <a:lnTo>
                  <a:pt x="728900" y="51788"/>
                </a:lnTo>
                <a:cubicBezTo>
                  <a:pt x="731859" y="47908"/>
                  <a:pt x="736101" y="44241"/>
                  <a:pt x="741625" y="40789"/>
                </a:cubicBezTo>
                <a:cubicBezTo>
                  <a:pt x="747149" y="37336"/>
                  <a:pt x="754218" y="35610"/>
                  <a:pt x="762833" y="35610"/>
                </a:cubicBezTo>
                <a:cubicBezTo>
                  <a:pt x="773355" y="35610"/>
                  <a:pt x="781016" y="38821"/>
                  <a:pt x="785817" y="45243"/>
                </a:cubicBezTo>
                <a:cubicBezTo>
                  <a:pt x="790618" y="51665"/>
                  <a:pt x="793018" y="60687"/>
                  <a:pt x="793018" y="72308"/>
                </a:cubicBezTo>
                <a:lnTo>
                  <a:pt x="793018" y="136324"/>
                </a:lnTo>
                <a:lnTo>
                  <a:pt x="776545" y="136324"/>
                </a:lnTo>
                <a:lnTo>
                  <a:pt x="776545" y="74426"/>
                </a:lnTo>
                <a:cubicBezTo>
                  <a:pt x="776545" y="69574"/>
                  <a:pt x="776051" y="65270"/>
                  <a:pt x="775065" y="61513"/>
                </a:cubicBezTo>
                <a:cubicBezTo>
                  <a:pt x="774078" y="57754"/>
                  <a:pt x="772319" y="54799"/>
                  <a:pt x="769788" y="52648"/>
                </a:cubicBezTo>
                <a:cubicBezTo>
                  <a:pt x="767256" y="50496"/>
                  <a:pt x="763589" y="49420"/>
                  <a:pt x="758789" y="49420"/>
                </a:cubicBezTo>
                <a:cubicBezTo>
                  <a:pt x="751621" y="49420"/>
                  <a:pt x="745604" y="51111"/>
                  <a:pt x="740737" y="54494"/>
                </a:cubicBezTo>
                <a:cubicBezTo>
                  <a:pt x="735871" y="57875"/>
                  <a:pt x="731958" y="61581"/>
                  <a:pt x="728999" y="65613"/>
                </a:cubicBezTo>
                <a:lnTo>
                  <a:pt x="728999" y="136324"/>
                </a:lnTo>
                <a:lnTo>
                  <a:pt x="712525" y="136324"/>
                </a:lnTo>
                <a:close/>
                <a:moveTo>
                  <a:pt x="888598" y="138100"/>
                </a:moveTo>
                <a:cubicBezTo>
                  <a:pt x="883074" y="138100"/>
                  <a:pt x="878027" y="137022"/>
                  <a:pt x="873456" y="134866"/>
                </a:cubicBezTo>
                <a:cubicBezTo>
                  <a:pt x="868886" y="132711"/>
                  <a:pt x="865236" y="129527"/>
                  <a:pt x="862507" y="125317"/>
                </a:cubicBezTo>
                <a:cubicBezTo>
                  <a:pt x="859778" y="121106"/>
                  <a:pt x="858413" y="115901"/>
                  <a:pt x="858413" y="109703"/>
                </a:cubicBezTo>
                <a:cubicBezTo>
                  <a:pt x="858413" y="100879"/>
                  <a:pt x="861109" y="94176"/>
                  <a:pt x="866502" y="89595"/>
                </a:cubicBezTo>
                <a:cubicBezTo>
                  <a:pt x="871894" y="85015"/>
                  <a:pt x="879523" y="81899"/>
                  <a:pt x="889387" y="80249"/>
                </a:cubicBezTo>
                <a:cubicBezTo>
                  <a:pt x="899251" y="78599"/>
                  <a:pt x="910793" y="77706"/>
                  <a:pt x="924011" y="77570"/>
                </a:cubicBezTo>
                <a:lnTo>
                  <a:pt x="924011" y="70502"/>
                </a:lnTo>
                <a:cubicBezTo>
                  <a:pt x="924011" y="61840"/>
                  <a:pt x="921972" y="55898"/>
                  <a:pt x="917895" y="52675"/>
                </a:cubicBezTo>
                <a:cubicBezTo>
                  <a:pt x="913818" y="49453"/>
                  <a:pt x="908655" y="47842"/>
                  <a:pt x="902408" y="47842"/>
                </a:cubicBezTo>
                <a:cubicBezTo>
                  <a:pt x="895766" y="47842"/>
                  <a:pt x="890176" y="49598"/>
                  <a:pt x="885639" y="53110"/>
                </a:cubicBezTo>
                <a:cubicBezTo>
                  <a:pt x="881101" y="56622"/>
                  <a:pt x="878832" y="62166"/>
                  <a:pt x="878832" y="69741"/>
                </a:cubicBezTo>
                <a:lnTo>
                  <a:pt x="862852" y="69741"/>
                </a:lnTo>
                <a:cubicBezTo>
                  <a:pt x="862852" y="61615"/>
                  <a:pt x="864545" y="55047"/>
                  <a:pt x="867932" y="50037"/>
                </a:cubicBezTo>
                <a:cubicBezTo>
                  <a:pt x="871319" y="45024"/>
                  <a:pt x="875988" y="41367"/>
                  <a:pt x="881940" y="39066"/>
                </a:cubicBezTo>
                <a:cubicBezTo>
                  <a:pt x="887891" y="36762"/>
                  <a:pt x="894714" y="35610"/>
                  <a:pt x="902408" y="35610"/>
                </a:cubicBezTo>
                <a:cubicBezTo>
                  <a:pt x="907340" y="35610"/>
                  <a:pt x="912058" y="36085"/>
                  <a:pt x="916563" y="37034"/>
                </a:cubicBezTo>
                <a:cubicBezTo>
                  <a:pt x="921068" y="37982"/>
                  <a:pt x="925112" y="39709"/>
                  <a:pt x="928696" y="42216"/>
                </a:cubicBezTo>
                <a:cubicBezTo>
                  <a:pt x="932280" y="44723"/>
                  <a:pt x="935124" y="48230"/>
                  <a:pt x="937229" y="52737"/>
                </a:cubicBezTo>
                <a:cubicBezTo>
                  <a:pt x="939333" y="57242"/>
                  <a:pt x="940385" y="63050"/>
                  <a:pt x="940385" y="70163"/>
                </a:cubicBezTo>
                <a:lnTo>
                  <a:pt x="940385" y="136324"/>
                </a:lnTo>
                <a:lnTo>
                  <a:pt x="924997" y="136324"/>
                </a:lnTo>
                <a:lnTo>
                  <a:pt x="924307" y="121725"/>
                </a:lnTo>
                <a:cubicBezTo>
                  <a:pt x="919901" y="126657"/>
                  <a:pt x="914788" y="130620"/>
                  <a:pt x="908968" y="133612"/>
                </a:cubicBezTo>
                <a:cubicBezTo>
                  <a:pt x="903148" y="136604"/>
                  <a:pt x="896358" y="138100"/>
                  <a:pt x="888598" y="138100"/>
                </a:cubicBezTo>
                <a:moveTo>
                  <a:pt x="892938" y="125474"/>
                </a:moveTo>
                <a:cubicBezTo>
                  <a:pt x="899514" y="125474"/>
                  <a:pt x="905433" y="123867"/>
                  <a:pt x="910694" y="120653"/>
                </a:cubicBezTo>
                <a:cubicBezTo>
                  <a:pt x="915955" y="117436"/>
                  <a:pt x="920361" y="113366"/>
                  <a:pt x="923912" y="108442"/>
                </a:cubicBezTo>
                <a:lnTo>
                  <a:pt x="923912" y="88125"/>
                </a:lnTo>
                <a:cubicBezTo>
                  <a:pt x="906419" y="88331"/>
                  <a:pt x="893875" y="90041"/>
                  <a:pt x="886280" y="93258"/>
                </a:cubicBezTo>
                <a:cubicBezTo>
                  <a:pt x="878684" y="96472"/>
                  <a:pt x="874887" y="101738"/>
                  <a:pt x="874887" y="109056"/>
                </a:cubicBezTo>
                <a:cubicBezTo>
                  <a:pt x="874887" y="114050"/>
                  <a:pt x="876416" y="118034"/>
                  <a:pt x="879473" y="121010"/>
                </a:cubicBezTo>
                <a:cubicBezTo>
                  <a:pt x="882531" y="123986"/>
                  <a:pt x="887020" y="125474"/>
                  <a:pt x="892938" y="125474"/>
                </a:cubicBezTo>
                <a:close/>
                <a:moveTo>
                  <a:pt x="971112" y="136324"/>
                </a:moveTo>
                <a:lnTo>
                  <a:pt x="971112" y="37287"/>
                </a:lnTo>
                <a:lnTo>
                  <a:pt x="986895" y="37287"/>
                </a:lnTo>
                <a:lnTo>
                  <a:pt x="987487" y="51788"/>
                </a:lnTo>
                <a:cubicBezTo>
                  <a:pt x="990446" y="47908"/>
                  <a:pt x="994688" y="44241"/>
                  <a:pt x="1000212" y="40789"/>
                </a:cubicBezTo>
                <a:cubicBezTo>
                  <a:pt x="1005736" y="37336"/>
                  <a:pt x="1012805" y="35610"/>
                  <a:pt x="1021420" y="35610"/>
                </a:cubicBezTo>
                <a:cubicBezTo>
                  <a:pt x="1031942" y="35610"/>
                  <a:pt x="1039603" y="38821"/>
                  <a:pt x="1044404" y="45243"/>
                </a:cubicBezTo>
                <a:cubicBezTo>
                  <a:pt x="1049204" y="51665"/>
                  <a:pt x="1051605" y="60687"/>
                  <a:pt x="1051605" y="72308"/>
                </a:cubicBezTo>
                <a:lnTo>
                  <a:pt x="1051605" y="136324"/>
                </a:lnTo>
                <a:lnTo>
                  <a:pt x="1035131" y="136324"/>
                </a:lnTo>
                <a:lnTo>
                  <a:pt x="1035131" y="74426"/>
                </a:lnTo>
                <a:cubicBezTo>
                  <a:pt x="1035131" y="69574"/>
                  <a:pt x="1034638" y="65270"/>
                  <a:pt x="1033652" y="61513"/>
                </a:cubicBezTo>
                <a:cubicBezTo>
                  <a:pt x="1032665" y="57754"/>
                  <a:pt x="1030906" y="54799"/>
                  <a:pt x="1028374" y="52648"/>
                </a:cubicBezTo>
                <a:cubicBezTo>
                  <a:pt x="1025842" y="50496"/>
                  <a:pt x="1022176" y="49420"/>
                  <a:pt x="1017375" y="49420"/>
                </a:cubicBezTo>
                <a:cubicBezTo>
                  <a:pt x="1010207" y="49420"/>
                  <a:pt x="1004190" y="51111"/>
                  <a:pt x="999324" y="54494"/>
                </a:cubicBezTo>
                <a:cubicBezTo>
                  <a:pt x="994457" y="57875"/>
                  <a:pt x="990545" y="61581"/>
                  <a:pt x="987585" y="65613"/>
                </a:cubicBezTo>
                <a:lnTo>
                  <a:pt x="987585" y="136324"/>
                </a:lnTo>
                <a:lnTo>
                  <a:pt x="971112" y="136324"/>
                </a:lnTo>
                <a:close/>
                <a:moveTo>
                  <a:pt x="1117698" y="138100"/>
                </a:moveTo>
                <a:cubicBezTo>
                  <a:pt x="1109872" y="138100"/>
                  <a:pt x="1103099" y="136170"/>
                  <a:pt x="1097378" y="132311"/>
                </a:cubicBezTo>
                <a:cubicBezTo>
                  <a:pt x="1091656" y="128452"/>
                  <a:pt x="1087234" y="122679"/>
                  <a:pt x="1084110" y="114993"/>
                </a:cubicBezTo>
                <a:cubicBezTo>
                  <a:pt x="1080986" y="107307"/>
                  <a:pt x="1079425" y="97810"/>
                  <a:pt x="1079425" y="86501"/>
                </a:cubicBezTo>
                <a:cubicBezTo>
                  <a:pt x="1079425" y="75259"/>
                  <a:pt x="1081085" y="65881"/>
                  <a:pt x="1084406" y="58366"/>
                </a:cubicBezTo>
                <a:cubicBezTo>
                  <a:pt x="1087727" y="50848"/>
                  <a:pt x="1092412" y="45176"/>
                  <a:pt x="1098463" y="41350"/>
                </a:cubicBezTo>
                <a:cubicBezTo>
                  <a:pt x="1104513" y="37523"/>
                  <a:pt x="1111648" y="35610"/>
                  <a:pt x="1119868" y="35610"/>
                </a:cubicBezTo>
                <a:cubicBezTo>
                  <a:pt x="1126707" y="35610"/>
                  <a:pt x="1132659" y="37106"/>
                  <a:pt x="1137722" y="40098"/>
                </a:cubicBezTo>
                <a:cubicBezTo>
                  <a:pt x="1142786" y="43090"/>
                  <a:pt x="1146863" y="47151"/>
                  <a:pt x="1149954" y="52281"/>
                </a:cubicBezTo>
                <a:lnTo>
                  <a:pt x="1149954" y="3551"/>
                </a:lnTo>
                <a:lnTo>
                  <a:pt x="1166428" y="3551"/>
                </a:lnTo>
                <a:lnTo>
                  <a:pt x="1166428" y="136324"/>
                </a:lnTo>
                <a:lnTo>
                  <a:pt x="1150842" y="136324"/>
                </a:lnTo>
                <a:lnTo>
                  <a:pt x="1149954" y="122317"/>
                </a:lnTo>
                <a:cubicBezTo>
                  <a:pt x="1146535" y="126986"/>
                  <a:pt x="1142129" y="130784"/>
                  <a:pt x="1136736" y="133710"/>
                </a:cubicBezTo>
                <a:cubicBezTo>
                  <a:pt x="1131344" y="136637"/>
                  <a:pt x="1124998" y="138100"/>
                  <a:pt x="1117698" y="138100"/>
                </a:cubicBezTo>
                <a:moveTo>
                  <a:pt x="1121052" y="124586"/>
                </a:moveTo>
                <a:cubicBezTo>
                  <a:pt x="1128088" y="124586"/>
                  <a:pt x="1133941" y="122858"/>
                  <a:pt x="1138610" y="119401"/>
                </a:cubicBezTo>
                <a:cubicBezTo>
                  <a:pt x="1143279" y="115944"/>
                  <a:pt x="1147061" y="111787"/>
                  <a:pt x="1149954" y="106929"/>
                </a:cubicBezTo>
                <a:lnTo>
                  <a:pt x="1149954" y="68430"/>
                </a:lnTo>
                <a:cubicBezTo>
                  <a:pt x="1147258" y="62818"/>
                  <a:pt x="1143723" y="58181"/>
                  <a:pt x="1139350" y="54519"/>
                </a:cubicBezTo>
                <a:cubicBezTo>
                  <a:pt x="1134977" y="50857"/>
                  <a:pt x="1129469" y="49026"/>
                  <a:pt x="1122827" y="49026"/>
                </a:cubicBezTo>
                <a:cubicBezTo>
                  <a:pt x="1114081" y="49026"/>
                  <a:pt x="1107488" y="52277"/>
                  <a:pt x="1103049" y="58779"/>
                </a:cubicBezTo>
                <a:cubicBezTo>
                  <a:pt x="1098611" y="65281"/>
                  <a:pt x="1096391" y="74521"/>
                  <a:pt x="1096391" y="86497"/>
                </a:cubicBezTo>
                <a:cubicBezTo>
                  <a:pt x="1096391" y="98885"/>
                  <a:pt x="1098479" y="108330"/>
                  <a:pt x="1102655" y="114833"/>
                </a:cubicBezTo>
                <a:cubicBezTo>
                  <a:pt x="1106831" y="121335"/>
                  <a:pt x="1112963" y="124586"/>
                  <a:pt x="1121052" y="12458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" name="Text leafmerging…">
            <a:extLst xmlns:a="http://schemas.openxmlformats.org/drawingml/2006/main">
              <a:ext uri="{FF2B5EF4-FFF2-40B4-BE49-F238E27FC236}">
                <a16:creationId xmlns:a16="http://schemas.microsoft.com/office/drawing/2014/main" id="{84DC789D-68B4-4219-AC49-3EC23AEB7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6697" y="1398343"/>
            <a:ext cx="1200093" cy="173332"/>
          </a:xfrm>
          <a:custGeom xmlns:a="http://schemas.openxmlformats.org/drawingml/2006/main">
            <a:pathLst>
              <a:path w="1200093" h="173332">
                <a:moveTo>
                  <a:pt x="764247" y="40379"/>
                </a:moveTo>
                <a:lnTo>
                  <a:pt x="763500" y="40074"/>
                </a:lnTo>
                <a:lnTo>
                  <a:pt x="762740" y="39784"/>
                </a:lnTo>
                <a:lnTo>
                  <a:pt x="761965" y="39510"/>
                </a:lnTo>
                <a:lnTo>
                  <a:pt x="761175" y="39252"/>
                </a:lnTo>
                <a:lnTo>
                  <a:pt x="760372" y="39009"/>
                </a:lnTo>
                <a:lnTo>
                  <a:pt x="759554" y="38782"/>
                </a:lnTo>
                <a:lnTo>
                  <a:pt x="758721" y="38571"/>
                </a:lnTo>
                <a:lnTo>
                  <a:pt x="757874" y="38375"/>
                </a:lnTo>
                <a:lnTo>
                  <a:pt x="757013" y="38195"/>
                </a:lnTo>
                <a:lnTo>
                  <a:pt x="756138" y="38031"/>
                </a:lnTo>
                <a:lnTo>
                  <a:pt x="755248" y="37882"/>
                </a:lnTo>
                <a:lnTo>
                  <a:pt x="754343" y="37749"/>
                </a:lnTo>
                <a:lnTo>
                  <a:pt x="753425" y="37632"/>
                </a:lnTo>
                <a:lnTo>
                  <a:pt x="752492" y="37530"/>
                </a:lnTo>
                <a:lnTo>
                  <a:pt x="751544" y="37444"/>
                </a:lnTo>
                <a:lnTo>
                  <a:pt x="750582" y="37373"/>
                </a:lnTo>
                <a:lnTo>
                  <a:pt x="749606" y="37319"/>
                </a:lnTo>
                <a:lnTo>
                  <a:pt x="748616" y="37280"/>
                </a:lnTo>
                <a:lnTo>
                  <a:pt x="747611" y="37256"/>
                </a:lnTo>
                <a:lnTo>
                  <a:pt x="746592" y="37248"/>
                </a:lnTo>
                <a:lnTo>
                  <a:pt x="745596" y="37256"/>
                </a:lnTo>
                <a:lnTo>
                  <a:pt x="744614" y="37280"/>
                </a:lnTo>
                <a:lnTo>
                  <a:pt x="743644" y="37319"/>
                </a:lnTo>
                <a:lnTo>
                  <a:pt x="742687" y="37373"/>
                </a:lnTo>
                <a:lnTo>
                  <a:pt x="741743" y="37444"/>
                </a:lnTo>
                <a:lnTo>
                  <a:pt x="740812" y="37530"/>
                </a:lnTo>
                <a:lnTo>
                  <a:pt x="739893" y="37632"/>
                </a:lnTo>
                <a:lnTo>
                  <a:pt x="738988" y="37749"/>
                </a:lnTo>
                <a:lnTo>
                  <a:pt x="738095" y="37882"/>
                </a:lnTo>
                <a:lnTo>
                  <a:pt x="737215" y="38031"/>
                </a:lnTo>
                <a:lnTo>
                  <a:pt x="736348" y="38195"/>
                </a:lnTo>
                <a:lnTo>
                  <a:pt x="735493" y="38375"/>
                </a:lnTo>
                <a:lnTo>
                  <a:pt x="734652" y="38571"/>
                </a:lnTo>
                <a:lnTo>
                  <a:pt x="733823" y="38782"/>
                </a:lnTo>
                <a:lnTo>
                  <a:pt x="733008" y="39009"/>
                </a:lnTo>
                <a:lnTo>
                  <a:pt x="732205" y="39252"/>
                </a:lnTo>
                <a:lnTo>
                  <a:pt x="731415" y="39510"/>
                </a:lnTo>
                <a:lnTo>
                  <a:pt x="730637" y="39784"/>
                </a:lnTo>
                <a:lnTo>
                  <a:pt x="729873" y="40074"/>
                </a:lnTo>
                <a:lnTo>
                  <a:pt x="729121" y="40379"/>
                </a:lnTo>
                <a:lnTo>
                  <a:pt x="728382" y="40700"/>
                </a:lnTo>
                <a:lnTo>
                  <a:pt x="727656" y="41036"/>
                </a:lnTo>
                <a:lnTo>
                  <a:pt x="726943" y="41389"/>
                </a:lnTo>
                <a:lnTo>
                  <a:pt x="726243" y="41756"/>
                </a:lnTo>
                <a:lnTo>
                  <a:pt x="725556" y="42137"/>
                </a:lnTo>
                <a:lnTo>
                  <a:pt x="724883" y="42529"/>
                </a:lnTo>
                <a:lnTo>
                  <a:pt x="724224" y="42931"/>
                </a:lnTo>
                <a:lnTo>
                  <a:pt x="723580" y="43345"/>
                </a:lnTo>
                <a:lnTo>
                  <a:pt x="722949" y="43769"/>
                </a:lnTo>
                <a:lnTo>
                  <a:pt x="722332" y="44203"/>
                </a:lnTo>
                <a:lnTo>
                  <a:pt x="721729" y="44649"/>
                </a:lnTo>
                <a:lnTo>
                  <a:pt x="721141" y="45105"/>
                </a:lnTo>
                <a:lnTo>
                  <a:pt x="720566" y="45573"/>
                </a:lnTo>
                <a:lnTo>
                  <a:pt x="720006" y="46051"/>
                </a:lnTo>
                <a:lnTo>
                  <a:pt x="719459" y="46539"/>
                </a:lnTo>
                <a:lnTo>
                  <a:pt x="718926" y="47039"/>
                </a:lnTo>
                <a:lnTo>
                  <a:pt x="718408" y="47550"/>
                </a:lnTo>
                <a:lnTo>
                  <a:pt x="717903" y="48071"/>
                </a:lnTo>
                <a:lnTo>
                  <a:pt x="717413" y="48603"/>
                </a:lnTo>
                <a:lnTo>
                  <a:pt x="716936" y="49146"/>
                </a:lnTo>
                <a:lnTo>
                  <a:pt x="716474" y="49699"/>
                </a:lnTo>
                <a:lnTo>
                  <a:pt x="716026" y="50264"/>
                </a:lnTo>
                <a:lnTo>
                  <a:pt x="715591" y="50839"/>
                </a:lnTo>
                <a:lnTo>
                  <a:pt x="715171" y="51425"/>
                </a:lnTo>
                <a:lnTo>
                  <a:pt x="714765" y="52022"/>
                </a:lnTo>
                <a:lnTo>
                  <a:pt x="714372" y="52629"/>
                </a:lnTo>
                <a:lnTo>
                  <a:pt x="713994" y="53248"/>
                </a:lnTo>
                <a:lnTo>
                  <a:pt x="713630" y="53877"/>
                </a:lnTo>
                <a:lnTo>
                  <a:pt x="713280" y="54514"/>
                </a:lnTo>
                <a:lnTo>
                  <a:pt x="712945" y="55157"/>
                </a:lnTo>
                <a:lnTo>
                  <a:pt x="712625" y="55807"/>
                </a:lnTo>
                <a:lnTo>
                  <a:pt x="712320" y="56462"/>
                </a:lnTo>
                <a:lnTo>
                  <a:pt x="712030" y="57123"/>
                </a:lnTo>
                <a:lnTo>
                  <a:pt x="711754" y="57789"/>
                </a:lnTo>
                <a:lnTo>
                  <a:pt x="711494" y="58462"/>
                </a:lnTo>
                <a:lnTo>
                  <a:pt x="711248" y="59141"/>
                </a:lnTo>
                <a:lnTo>
                  <a:pt x="711018" y="59826"/>
                </a:lnTo>
                <a:lnTo>
                  <a:pt x="710802" y="60516"/>
                </a:lnTo>
                <a:lnTo>
                  <a:pt x="710601" y="61212"/>
                </a:lnTo>
                <a:lnTo>
                  <a:pt x="710415" y="61915"/>
                </a:lnTo>
                <a:lnTo>
                  <a:pt x="710244" y="62623"/>
                </a:lnTo>
                <a:lnTo>
                  <a:pt x="710088" y="63337"/>
                </a:lnTo>
                <a:lnTo>
                  <a:pt x="709946" y="64057"/>
                </a:lnTo>
                <a:lnTo>
                  <a:pt x="709820" y="64783"/>
                </a:lnTo>
                <a:lnTo>
                  <a:pt x="709708" y="65515"/>
                </a:lnTo>
                <a:lnTo>
                  <a:pt x="709611" y="66253"/>
                </a:lnTo>
                <a:lnTo>
                  <a:pt x="709529" y="66997"/>
                </a:lnTo>
                <a:lnTo>
                  <a:pt x="709462" y="67746"/>
                </a:lnTo>
                <a:lnTo>
                  <a:pt x="709410" y="68502"/>
                </a:lnTo>
                <a:lnTo>
                  <a:pt x="709373" y="69264"/>
                </a:lnTo>
                <a:lnTo>
                  <a:pt x="709351" y="70031"/>
                </a:lnTo>
                <a:lnTo>
                  <a:pt x="709343" y="70804"/>
                </a:lnTo>
                <a:lnTo>
                  <a:pt x="709351" y="71536"/>
                </a:lnTo>
                <a:lnTo>
                  <a:pt x="709373" y="72264"/>
                </a:lnTo>
                <a:lnTo>
                  <a:pt x="709410" y="72988"/>
                </a:lnTo>
                <a:lnTo>
                  <a:pt x="709461" y="73707"/>
                </a:lnTo>
                <a:lnTo>
                  <a:pt x="709527" y="74422"/>
                </a:lnTo>
                <a:lnTo>
                  <a:pt x="709608" y="75133"/>
                </a:lnTo>
                <a:lnTo>
                  <a:pt x="709704" y="75839"/>
                </a:lnTo>
                <a:lnTo>
                  <a:pt x="709814" y="76541"/>
                </a:lnTo>
                <a:lnTo>
                  <a:pt x="709939" y="77238"/>
                </a:lnTo>
                <a:lnTo>
                  <a:pt x="710079" y="77931"/>
                </a:lnTo>
                <a:lnTo>
                  <a:pt x="710233" y="78620"/>
                </a:lnTo>
                <a:lnTo>
                  <a:pt x="710403" y="79305"/>
                </a:lnTo>
                <a:lnTo>
                  <a:pt x="710587" y="79985"/>
                </a:lnTo>
                <a:lnTo>
                  <a:pt x="710785" y="80661"/>
                </a:lnTo>
                <a:lnTo>
                  <a:pt x="710998" y="81332"/>
                </a:lnTo>
                <a:lnTo>
                  <a:pt x="711227" y="81999"/>
                </a:lnTo>
                <a:lnTo>
                  <a:pt x="711469" y="82662"/>
                </a:lnTo>
                <a:lnTo>
                  <a:pt x="711727" y="83321"/>
                </a:lnTo>
                <a:lnTo>
                  <a:pt x="711999" y="83975"/>
                </a:lnTo>
                <a:lnTo>
                  <a:pt x="712286" y="84625"/>
                </a:lnTo>
                <a:lnTo>
                  <a:pt x="712587" y="85270"/>
                </a:lnTo>
                <a:lnTo>
                  <a:pt x="712904" y="85911"/>
                </a:lnTo>
                <a:lnTo>
                  <a:pt x="713235" y="86548"/>
                </a:lnTo>
                <a:lnTo>
                  <a:pt x="713581" y="87180"/>
                </a:lnTo>
                <a:lnTo>
                  <a:pt x="713941" y="87806"/>
                </a:lnTo>
                <a:lnTo>
                  <a:pt x="714314" y="88421"/>
                </a:lnTo>
                <a:lnTo>
                  <a:pt x="714702" y="89026"/>
                </a:lnTo>
                <a:lnTo>
                  <a:pt x="715104" y="89621"/>
                </a:lnTo>
                <a:lnTo>
                  <a:pt x="715519" y="90206"/>
                </a:lnTo>
                <a:lnTo>
                  <a:pt x="715949" y="90780"/>
                </a:lnTo>
                <a:lnTo>
                  <a:pt x="716392" y="91345"/>
                </a:lnTo>
                <a:lnTo>
                  <a:pt x="716849" y="91900"/>
                </a:lnTo>
                <a:lnTo>
                  <a:pt x="717320" y="92444"/>
                </a:lnTo>
                <a:lnTo>
                  <a:pt x="717804" y="92979"/>
                </a:lnTo>
                <a:lnTo>
                  <a:pt x="718303" y="93503"/>
                </a:lnTo>
                <a:lnTo>
                  <a:pt x="718816" y="94017"/>
                </a:lnTo>
                <a:lnTo>
                  <a:pt x="719342" y="94522"/>
                </a:lnTo>
                <a:lnTo>
                  <a:pt x="719882" y="95016"/>
                </a:lnTo>
                <a:lnTo>
                  <a:pt x="720436" y="95500"/>
                </a:lnTo>
                <a:lnTo>
                  <a:pt x="721004" y="95974"/>
                </a:lnTo>
                <a:lnTo>
                  <a:pt x="721586" y="96438"/>
                </a:lnTo>
                <a:lnTo>
                  <a:pt x="722181" y="96891"/>
                </a:lnTo>
                <a:lnTo>
                  <a:pt x="722505" y="97127"/>
                </a:lnTo>
                <a:lnTo>
                  <a:pt x="722320" y="97198"/>
                </a:lnTo>
                <a:lnTo>
                  <a:pt x="721676" y="97458"/>
                </a:lnTo>
                <a:lnTo>
                  <a:pt x="721050" y="97723"/>
                </a:lnTo>
                <a:lnTo>
                  <a:pt x="720440" y="97994"/>
                </a:lnTo>
                <a:lnTo>
                  <a:pt x="719848" y="98270"/>
                </a:lnTo>
                <a:lnTo>
                  <a:pt x="719273" y="98551"/>
                </a:lnTo>
                <a:lnTo>
                  <a:pt x="718715" y="98837"/>
                </a:lnTo>
                <a:lnTo>
                  <a:pt x="718175" y="99129"/>
                </a:lnTo>
                <a:lnTo>
                  <a:pt x="717652" y="99426"/>
                </a:lnTo>
                <a:lnTo>
                  <a:pt x="717146" y="99729"/>
                </a:lnTo>
                <a:lnTo>
                  <a:pt x="716658" y="100036"/>
                </a:lnTo>
                <a:lnTo>
                  <a:pt x="716186" y="100350"/>
                </a:lnTo>
                <a:lnTo>
                  <a:pt x="715732" y="100668"/>
                </a:lnTo>
                <a:lnTo>
                  <a:pt x="715296" y="100992"/>
                </a:lnTo>
                <a:lnTo>
                  <a:pt x="714876" y="101321"/>
                </a:lnTo>
                <a:lnTo>
                  <a:pt x="714474" y="101655"/>
                </a:lnTo>
                <a:lnTo>
                  <a:pt x="714089" y="101995"/>
                </a:lnTo>
                <a:lnTo>
                  <a:pt x="713722" y="102340"/>
                </a:lnTo>
                <a:lnTo>
                  <a:pt x="713372" y="102690"/>
                </a:lnTo>
                <a:lnTo>
                  <a:pt x="713039" y="103045"/>
                </a:lnTo>
                <a:lnTo>
                  <a:pt x="712721" y="103405"/>
                </a:lnTo>
                <a:lnTo>
                  <a:pt x="712417" y="103766"/>
                </a:lnTo>
                <a:lnTo>
                  <a:pt x="712126" y="104129"/>
                </a:lnTo>
                <a:lnTo>
                  <a:pt x="711849" y="104493"/>
                </a:lnTo>
                <a:lnTo>
                  <a:pt x="711586" y="104860"/>
                </a:lnTo>
                <a:lnTo>
                  <a:pt x="711336" y="105229"/>
                </a:lnTo>
                <a:lnTo>
                  <a:pt x="711099" y="105599"/>
                </a:lnTo>
                <a:lnTo>
                  <a:pt x="710876" y="105971"/>
                </a:lnTo>
                <a:lnTo>
                  <a:pt x="710667" y="106346"/>
                </a:lnTo>
                <a:lnTo>
                  <a:pt x="710471" y="106722"/>
                </a:lnTo>
                <a:lnTo>
                  <a:pt x="710288" y="107100"/>
                </a:lnTo>
                <a:lnTo>
                  <a:pt x="710119" y="107480"/>
                </a:lnTo>
                <a:lnTo>
                  <a:pt x="709964" y="107861"/>
                </a:lnTo>
                <a:lnTo>
                  <a:pt x="709822" y="108245"/>
                </a:lnTo>
                <a:lnTo>
                  <a:pt x="709694" y="108631"/>
                </a:lnTo>
                <a:lnTo>
                  <a:pt x="709579" y="109018"/>
                </a:lnTo>
                <a:lnTo>
                  <a:pt x="709477" y="109407"/>
                </a:lnTo>
                <a:lnTo>
                  <a:pt x="709390" y="109798"/>
                </a:lnTo>
                <a:lnTo>
                  <a:pt x="709315" y="110191"/>
                </a:lnTo>
                <a:lnTo>
                  <a:pt x="709254" y="110586"/>
                </a:lnTo>
                <a:lnTo>
                  <a:pt x="709207" y="110983"/>
                </a:lnTo>
                <a:lnTo>
                  <a:pt x="709173" y="111382"/>
                </a:lnTo>
                <a:lnTo>
                  <a:pt x="709153" y="111783"/>
                </a:lnTo>
                <a:lnTo>
                  <a:pt x="709146" y="112185"/>
                </a:lnTo>
                <a:lnTo>
                  <a:pt x="709150" y="112466"/>
                </a:lnTo>
                <a:lnTo>
                  <a:pt x="709162" y="112747"/>
                </a:lnTo>
                <a:lnTo>
                  <a:pt x="709182" y="113029"/>
                </a:lnTo>
                <a:lnTo>
                  <a:pt x="709209" y="113313"/>
                </a:lnTo>
                <a:lnTo>
                  <a:pt x="709245" y="113597"/>
                </a:lnTo>
                <a:lnTo>
                  <a:pt x="709288" y="113882"/>
                </a:lnTo>
                <a:lnTo>
                  <a:pt x="709339" y="114167"/>
                </a:lnTo>
                <a:lnTo>
                  <a:pt x="709398" y="114454"/>
                </a:lnTo>
                <a:lnTo>
                  <a:pt x="709465" y="114742"/>
                </a:lnTo>
                <a:lnTo>
                  <a:pt x="709540" y="115030"/>
                </a:lnTo>
                <a:lnTo>
                  <a:pt x="709622" y="115319"/>
                </a:lnTo>
                <a:lnTo>
                  <a:pt x="709713" y="115609"/>
                </a:lnTo>
                <a:lnTo>
                  <a:pt x="709811" y="115900"/>
                </a:lnTo>
                <a:lnTo>
                  <a:pt x="709917" y="116192"/>
                </a:lnTo>
                <a:lnTo>
                  <a:pt x="710032" y="116485"/>
                </a:lnTo>
                <a:lnTo>
                  <a:pt x="710154" y="116778"/>
                </a:lnTo>
                <a:lnTo>
                  <a:pt x="710283" y="117072"/>
                </a:lnTo>
                <a:lnTo>
                  <a:pt x="710421" y="117368"/>
                </a:lnTo>
                <a:lnTo>
                  <a:pt x="710567" y="117664"/>
                </a:lnTo>
                <a:lnTo>
                  <a:pt x="710720" y="117961"/>
                </a:lnTo>
                <a:lnTo>
                  <a:pt x="710881" y="118258"/>
                </a:lnTo>
                <a:lnTo>
                  <a:pt x="711051" y="118557"/>
                </a:lnTo>
                <a:lnTo>
                  <a:pt x="711228" y="118856"/>
                </a:lnTo>
                <a:lnTo>
                  <a:pt x="711413" y="119157"/>
                </a:lnTo>
                <a:lnTo>
                  <a:pt x="711607" y="119456"/>
                </a:lnTo>
                <a:lnTo>
                  <a:pt x="711812" y="119753"/>
                </a:lnTo>
                <a:lnTo>
                  <a:pt x="712028" y="120047"/>
                </a:lnTo>
                <a:lnTo>
                  <a:pt x="712254" y="120340"/>
                </a:lnTo>
                <a:lnTo>
                  <a:pt x="712492" y="120629"/>
                </a:lnTo>
                <a:lnTo>
                  <a:pt x="712740" y="120917"/>
                </a:lnTo>
                <a:lnTo>
                  <a:pt x="712999" y="121201"/>
                </a:lnTo>
                <a:lnTo>
                  <a:pt x="713269" y="121484"/>
                </a:lnTo>
                <a:lnTo>
                  <a:pt x="713549" y="121764"/>
                </a:lnTo>
                <a:lnTo>
                  <a:pt x="713840" y="122042"/>
                </a:lnTo>
                <a:lnTo>
                  <a:pt x="714142" y="122317"/>
                </a:lnTo>
                <a:lnTo>
                  <a:pt x="714455" y="122590"/>
                </a:lnTo>
                <a:lnTo>
                  <a:pt x="714779" y="122861"/>
                </a:lnTo>
                <a:lnTo>
                  <a:pt x="715113" y="123129"/>
                </a:lnTo>
                <a:lnTo>
                  <a:pt x="715458" y="123395"/>
                </a:lnTo>
                <a:lnTo>
                  <a:pt x="715814" y="123658"/>
                </a:lnTo>
                <a:lnTo>
                  <a:pt x="716181" y="123919"/>
                </a:lnTo>
                <a:lnTo>
                  <a:pt x="716558" y="124178"/>
                </a:lnTo>
                <a:lnTo>
                  <a:pt x="716947" y="124434"/>
                </a:lnTo>
                <a:lnTo>
                  <a:pt x="717346" y="124688"/>
                </a:lnTo>
                <a:lnTo>
                  <a:pt x="717755" y="124939"/>
                </a:lnTo>
                <a:lnTo>
                  <a:pt x="718176" y="125188"/>
                </a:lnTo>
                <a:lnTo>
                  <a:pt x="718607" y="125435"/>
                </a:lnTo>
                <a:lnTo>
                  <a:pt x="719050" y="125679"/>
                </a:lnTo>
                <a:lnTo>
                  <a:pt x="719504" y="125918"/>
                </a:lnTo>
                <a:lnTo>
                  <a:pt x="719972" y="126151"/>
                </a:lnTo>
                <a:lnTo>
                  <a:pt x="720455" y="126377"/>
                </a:lnTo>
                <a:lnTo>
                  <a:pt x="720619" y="126450"/>
                </a:lnTo>
                <a:lnTo>
                  <a:pt x="720128" y="126664"/>
                </a:lnTo>
                <a:lnTo>
                  <a:pt x="719251" y="127073"/>
                </a:lnTo>
                <a:lnTo>
                  <a:pt x="718401" y="127496"/>
                </a:lnTo>
                <a:lnTo>
                  <a:pt x="717577" y="127932"/>
                </a:lnTo>
                <a:lnTo>
                  <a:pt x="716780" y="128382"/>
                </a:lnTo>
                <a:lnTo>
                  <a:pt x="716010" y="128846"/>
                </a:lnTo>
                <a:lnTo>
                  <a:pt x="715267" y="129323"/>
                </a:lnTo>
                <a:lnTo>
                  <a:pt x="714551" y="129813"/>
                </a:lnTo>
                <a:lnTo>
                  <a:pt x="713862" y="130317"/>
                </a:lnTo>
                <a:lnTo>
                  <a:pt x="713199" y="130835"/>
                </a:lnTo>
                <a:lnTo>
                  <a:pt x="712563" y="131367"/>
                </a:lnTo>
                <a:lnTo>
                  <a:pt x="711955" y="131911"/>
                </a:lnTo>
                <a:lnTo>
                  <a:pt x="711372" y="132466"/>
                </a:lnTo>
                <a:lnTo>
                  <a:pt x="710814" y="133028"/>
                </a:lnTo>
                <a:lnTo>
                  <a:pt x="710280" y="133596"/>
                </a:lnTo>
                <a:lnTo>
                  <a:pt x="709772" y="134170"/>
                </a:lnTo>
                <a:lnTo>
                  <a:pt x="709288" y="134752"/>
                </a:lnTo>
                <a:lnTo>
                  <a:pt x="708829" y="135340"/>
                </a:lnTo>
                <a:lnTo>
                  <a:pt x="708395" y="135934"/>
                </a:lnTo>
                <a:lnTo>
                  <a:pt x="707986" y="136535"/>
                </a:lnTo>
                <a:lnTo>
                  <a:pt x="707601" y="137143"/>
                </a:lnTo>
                <a:lnTo>
                  <a:pt x="707241" y="137758"/>
                </a:lnTo>
                <a:lnTo>
                  <a:pt x="706907" y="138379"/>
                </a:lnTo>
                <a:lnTo>
                  <a:pt x="706597" y="139006"/>
                </a:lnTo>
                <a:lnTo>
                  <a:pt x="706311" y="139641"/>
                </a:lnTo>
                <a:lnTo>
                  <a:pt x="706051" y="140282"/>
                </a:lnTo>
                <a:lnTo>
                  <a:pt x="705815" y="140929"/>
                </a:lnTo>
                <a:lnTo>
                  <a:pt x="705604" y="141583"/>
                </a:lnTo>
                <a:lnTo>
                  <a:pt x="705418" y="142244"/>
                </a:lnTo>
                <a:lnTo>
                  <a:pt x="705257" y="142912"/>
                </a:lnTo>
                <a:lnTo>
                  <a:pt x="705121" y="143586"/>
                </a:lnTo>
                <a:lnTo>
                  <a:pt x="705009" y="144267"/>
                </a:lnTo>
                <a:lnTo>
                  <a:pt x="704922" y="144954"/>
                </a:lnTo>
                <a:lnTo>
                  <a:pt x="704860" y="145648"/>
                </a:lnTo>
                <a:lnTo>
                  <a:pt x="704823" y="146349"/>
                </a:lnTo>
                <a:lnTo>
                  <a:pt x="704810" y="147056"/>
                </a:lnTo>
                <a:lnTo>
                  <a:pt x="704818" y="147639"/>
                </a:lnTo>
                <a:lnTo>
                  <a:pt x="704839" y="148219"/>
                </a:lnTo>
                <a:lnTo>
                  <a:pt x="704875" y="148795"/>
                </a:lnTo>
                <a:lnTo>
                  <a:pt x="704925" y="149367"/>
                </a:lnTo>
                <a:lnTo>
                  <a:pt x="704990" y="149937"/>
                </a:lnTo>
                <a:lnTo>
                  <a:pt x="705069" y="150502"/>
                </a:lnTo>
                <a:lnTo>
                  <a:pt x="705163" y="151065"/>
                </a:lnTo>
                <a:lnTo>
                  <a:pt x="705270" y="151623"/>
                </a:lnTo>
                <a:lnTo>
                  <a:pt x="705392" y="152179"/>
                </a:lnTo>
                <a:lnTo>
                  <a:pt x="705529" y="152730"/>
                </a:lnTo>
                <a:lnTo>
                  <a:pt x="705680" y="153279"/>
                </a:lnTo>
                <a:lnTo>
                  <a:pt x="705845" y="153824"/>
                </a:lnTo>
                <a:lnTo>
                  <a:pt x="706025" y="154365"/>
                </a:lnTo>
                <a:lnTo>
                  <a:pt x="706219" y="154903"/>
                </a:lnTo>
                <a:lnTo>
                  <a:pt x="706427" y="155437"/>
                </a:lnTo>
                <a:lnTo>
                  <a:pt x="706650" y="155968"/>
                </a:lnTo>
                <a:lnTo>
                  <a:pt x="706887" y="156496"/>
                </a:lnTo>
                <a:lnTo>
                  <a:pt x="707138" y="157020"/>
                </a:lnTo>
                <a:lnTo>
                  <a:pt x="707404" y="157540"/>
                </a:lnTo>
                <a:lnTo>
                  <a:pt x="707685" y="158057"/>
                </a:lnTo>
                <a:lnTo>
                  <a:pt x="707979" y="158571"/>
                </a:lnTo>
                <a:lnTo>
                  <a:pt x="708288" y="159081"/>
                </a:lnTo>
                <a:lnTo>
                  <a:pt x="708611" y="159588"/>
                </a:lnTo>
                <a:lnTo>
                  <a:pt x="708949" y="160091"/>
                </a:lnTo>
                <a:lnTo>
                  <a:pt x="709303" y="160588"/>
                </a:lnTo>
                <a:lnTo>
                  <a:pt x="709675" y="161078"/>
                </a:lnTo>
                <a:lnTo>
                  <a:pt x="710065" y="161558"/>
                </a:lnTo>
                <a:lnTo>
                  <a:pt x="710472" y="162031"/>
                </a:lnTo>
                <a:lnTo>
                  <a:pt x="710898" y="162495"/>
                </a:lnTo>
                <a:lnTo>
                  <a:pt x="711342" y="162950"/>
                </a:lnTo>
                <a:lnTo>
                  <a:pt x="711803" y="163398"/>
                </a:lnTo>
                <a:lnTo>
                  <a:pt x="712283" y="163836"/>
                </a:lnTo>
                <a:lnTo>
                  <a:pt x="712781" y="164267"/>
                </a:lnTo>
                <a:lnTo>
                  <a:pt x="713296" y="164689"/>
                </a:lnTo>
                <a:lnTo>
                  <a:pt x="713830" y="165103"/>
                </a:lnTo>
                <a:lnTo>
                  <a:pt x="714381" y="165508"/>
                </a:lnTo>
                <a:lnTo>
                  <a:pt x="714951" y="165905"/>
                </a:lnTo>
                <a:lnTo>
                  <a:pt x="715538" y="166294"/>
                </a:lnTo>
                <a:lnTo>
                  <a:pt x="716143" y="166674"/>
                </a:lnTo>
                <a:lnTo>
                  <a:pt x="716767" y="167046"/>
                </a:lnTo>
                <a:lnTo>
                  <a:pt x="717408" y="167410"/>
                </a:lnTo>
                <a:lnTo>
                  <a:pt x="718067" y="167765"/>
                </a:lnTo>
                <a:lnTo>
                  <a:pt x="718744" y="168112"/>
                </a:lnTo>
                <a:lnTo>
                  <a:pt x="719440" y="168450"/>
                </a:lnTo>
                <a:lnTo>
                  <a:pt x="720153" y="168780"/>
                </a:lnTo>
                <a:lnTo>
                  <a:pt x="720884" y="169102"/>
                </a:lnTo>
                <a:lnTo>
                  <a:pt x="721633" y="169415"/>
                </a:lnTo>
                <a:lnTo>
                  <a:pt x="722400" y="169720"/>
                </a:lnTo>
                <a:lnTo>
                  <a:pt x="723187" y="170015"/>
                </a:lnTo>
                <a:lnTo>
                  <a:pt x="723995" y="170297"/>
                </a:lnTo>
                <a:lnTo>
                  <a:pt x="724826" y="170567"/>
                </a:lnTo>
                <a:lnTo>
                  <a:pt x="725678" y="170824"/>
                </a:lnTo>
                <a:lnTo>
                  <a:pt x="726552" y="171068"/>
                </a:lnTo>
                <a:lnTo>
                  <a:pt x="727447" y="171300"/>
                </a:lnTo>
                <a:lnTo>
                  <a:pt x="728364" y="171520"/>
                </a:lnTo>
                <a:lnTo>
                  <a:pt x="729303" y="171727"/>
                </a:lnTo>
                <a:lnTo>
                  <a:pt x="730264" y="171921"/>
                </a:lnTo>
                <a:lnTo>
                  <a:pt x="731246" y="172103"/>
                </a:lnTo>
                <a:lnTo>
                  <a:pt x="732250" y="172272"/>
                </a:lnTo>
                <a:lnTo>
                  <a:pt x="733276" y="172429"/>
                </a:lnTo>
                <a:lnTo>
                  <a:pt x="734324" y="172573"/>
                </a:lnTo>
                <a:lnTo>
                  <a:pt x="735393" y="172705"/>
                </a:lnTo>
                <a:lnTo>
                  <a:pt x="736484" y="172824"/>
                </a:lnTo>
                <a:lnTo>
                  <a:pt x="737597" y="172931"/>
                </a:lnTo>
                <a:lnTo>
                  <a:pt x="738731" y="173025"/>
                </a:lnTo>
                <a:lnTo>
                  <a:pt x="739888" y="173106"/>
                </a:lnTo>
                <a:lnTo>
                  <a:pt x="741066" y="173175"/>
                </a:lnTo>
                <a:lnTo>
                  <a:pt x="742265" y="173232"/>
                </a:lnTo>
                <a:lnTo>
                  <a:pt x="743487" y="173276"/>
                </a:lnTo>
                <a:lnTo>
                  <a:pt x="744730" y="173307"/>
                </a:lnTo>
                <a:lnTo>
                  <a:pt x="745995" y="173326"/>
                </a:lnTo>
                <a:lnTo>
                  <a:pt x="747281" y="173332"/>
                </a:lnTo>
                <a:lnTo>
                  <a:pt x="749159" y="173318"/>
                </a:lnTo>
                <a:lnTo>
                  <a:pt x="750997" y="173273"/>
                </a:lnTo>
                <a:lnTo>
                  <a:pt x="752797" y="173200"/>
                </a:lnTo>
                <a:lnTo>
                  <a:pt x="754558" y="173097"/>
                </a:lnTo>
                <a:lnTo>
                  <a:pt x="756280" y="172964"/>
                </a:lnTo>
                <a:lnTo>
                  <a:pt x="757964" y="172803"/>
                </a:lnTo>
                <a:lnTo>
                  <a:pt x="759608" y="172611"/>
                </a:lnTo>
                <a:lnTo>
                  <a:pt x="761214" y="172391"/>
                </a:lnTo>
                <a:lnTo>
                  <a:pt x="762781" y="172141"/>
                </a:lnTo>
                <a:lnTo>
                  <a:pt x="764309" y="171861"/>
                </a:lnTo>
                <a:lnTo>
                  <a:pt x="765798" y="171552"/>
                </a:lnTo>
                <a:lnTo>
                  <a:pt x="767248" y="171214"/>
                </a:lnTo>
                <a:lnTo>
                  <a:pt x="768659" y="170846"/>
                </a:lnTo>
                <a:lnTo>
                  <a:pt x="770032" y="170449"/>
                </a:lnTo>
                <a:lnTo>
                  <a:pt x="771366" y="170022"/>
                </a:lnTo>
                <a:lnTo>
                  <a:pt x="772661" y="169566"/>
                </a:lnTo>
                <a:lnTo>
                  <a:pt x="773917" y="169080"/>
                </a:lnTo>
                <a:lnTo>
                  <a:pt x="775134" y="168565"/>
                </a:lnTo>
                <a:lnTo>
                  <a:pt x="776313" y="168021"/>
                </a:lnTo>
                <a:lnTo>
                  <a:pt x="777452" y="167447"/>
                </a:lnTo>
                <a:lnTo>
                  <a:pt x="778553" y="166844"/>
                </a:lnTo>
                <a:lnTo>
                  <a:pt x="779615" y="166211"/>
                </a:lnTo>
                <a:lnTo>
                  <a:pt x="780638" y="165549"/>
                </a:lnTo>
                <a:lnTo>
                  <a:pt x="781623" y="164858"/>
                </a:lnTo>
                <a:lnTo>
                  <a:pt x="782567" y="164143"/>
                </a:lnTo>
                <a:lnTo>
                  <a:pt x="783472" y="163412"/>
                </a:lnTo>
                <a:lnTo>
                  <a:pt x="784336" y="162665"/>
                </a:lnTo>
                <a:lnTo>
                  <a:pt x="785160" y="161901"/>
                </a:lnTo>
                <a:lnTo>
                  <a:pt x="785944" y="161120"/>
                </a:lnTo>
                <a:lnTo>
                  <a:pt x="786688" y="160323"/>
                </a:lnTo>
                <a:lnTo>
                  <a:pt x="787392" y="159509"/>
                </a:lnTo>
                <a:lnTo>
                  <a:pt x="788055" y="158678"/>
                </a:lnTo>
                <a:lnTo>
                  <a:pt x="788678" y="157832"/>
                </a:lnTo>
                <a:lnTo>
                  <a:pt x="789261" y="156968"/>
                </a:lnTo>
                <a:lnTo>
                  <a:pt x="789804" y="156088"/>
                </a:lnTo>
                <a:lnTo>
                  <a:pt x="790306" y="155192"/>
                </a:lnTo>
                <a:lnTo>
                  <a:pt x="790769" y="154279"/>
                </a:lnTo>
                <a:lnTo>
                  <a:pt x="791191" y="153349"/>
                </a:lnTo>
                <a:lnTo>
                  <a:pt x="791573" y="152403"/>
                </a:lnTo>
                <a:lnTo>
                  <a:pt x="791915" y="151440"/>
                </a:lnTo>
                <a:lnTo>
                  <a:pt x="792216" y="150461"/>
                </a:lnTo>
                <a:lnTo>
                  <a:pt x="792477" y="149465"/>
                </a:lnTo>
                <a:lnTo>
                  <a:pt x="792699" y="148452"/>
                </a:lnTo>
                <a:lnTo>
                  <a:pt x="792879" y="147423"/>
                </a:lnTo>
                <a:lnTo>
                  <a:pt x="793020" y="146378"/>
                </a:lnTo>
                <a:lnTo>
                  <a:pt x="793121" y="145316"/>
                </a:lnTo>
                <a:lnTo>
                  <a:pt x="793181" y="144237"/>
                </a:lnTo>
                <a:lnTo>
                  <a:pt x="793201" y="143142"/>
                </a:lnTo>
                <a:lnTo>
                  <a:pt x="793183" y="142042"/>
                </a:lnTo>
                <a:lnTo>
                  <a:pt x="793131" y="140967"/>
                </a:lnTo>
                <a:lnTo>
                  <a:pt x="793042" y="139916"/>
                </a:lnTo>
                <a:lnTo>
                  <a:pt x="792919" y="138889"/>
                </a:lnTo>
                <a:lnTo>
                  <a:pt x="792761" y="137886"/>
                </a:lnTo>
                <a:lnTo>
                  <a:pt x="792567" y="136908"/>
                </a:lnTo>
                <a:lnTo>
                  <a:pt x="792338" y="135953"/>
                </a:lnTo>
                <a:lnTo>
                  <a:pt x="792073" y="135023"/>
                </a:lnTo>
                <a:lnTo>
                  <a:pt x="791774" y="134117"/>
                </a:lnTo>
                <a:lnTo>
                  <a:pt x="791439" y="133236"/>
                </a:lnTo>
                <a:lnTo>
                  <a:pt x="791069" y="132378"/>
                </a:lnTo>
                <a:lnTo>
                  <a:pt x="790664" y="131545"/>
                </a:lnTo>
                <a:lnTo>
                  <a:pt x="790223" y="130736"/>
                </a:lnTo>
                <a:lnTo>
                  <a:pt x="789747" y="129951"/>
                </a:lnTo>
                <a:lnTo>
                  <a:pt x="789236" y="129190"/>
                </a:lnTo>
                <a:lnTo>
                  <a:pt x="788690" y="128454"/>
                </a:lnTo>
                <a:lnTo>
                  <a:pt x="788109" y="127742"/>
                </a:lnTo>
                <a:lnTo>
                  <a:pt x="787492" y="127054"/>
                </a:lnTo>
                <a:lnTo>
                  <a:pt x="786840" y="126390"/>
                </a:lnTo>
                <a:lnTo>
                  <a:pt x="786153" y="125750"/>
                </a:lnTo>
                <a:lnTo>
                  <a:pt x="785430" y="125135"/>
                </a:lnTo>
                <a:lnTo>
                  <a:pt x="784673" y="124544"/>
                </a:lnTo>
                <a:lnTo>
                  <a:pt x="783880" y="123977"/>
                </a:lnTo>
                <a:lnTo>
                  <a:pt x="783051" y="123434"/>
                </a:lnTo>
                <a:lnTo>
                  <a:pt x="782182" y="122914"/>
                </a:lnTo>
                <a:lnTo>
                  <a:pt x="781266" y="122417"/>
                </a:lnTo>
                <a:lnTo>
                  <a:pt x="780303" y="121941"/>
                </a:lnTo>
                <a:lnTo>
                  <a:pt x="779293" y="121488"/>
                </a:lnTo>
                <a:lnTo>
                  <a:pt x="778236" y="121057"/>
                </a:lnTo>
                <a:lnTo>
                  <a:pt x="777133" y="120648"/>
                </a:lnTo>
                <a:lnTo>
                  <a:pt x="775982" y="120261"/>
                </a:lnTo>
                <a:lnTo>
                  <a:pt x="774785" y="119896"/>
                </a:lnTo>
                <a:lnTo>
                  <a:pt x="773541" y="119553"/>
                </a:lnTo>
                <a:lnTo>
                  <a:pt x="772250" y="119233"/>
                </a:lnTo>
                <a:lnTo>
                  <a:pt x="770912" y="118934"/>
                </a:lnTo>
                <a:lnTo>
                  <a:pt x="769527" y="118658"/>
                </a:lnTo>
                <a:lnTo>
                  <a:pt x="768095" y="118404"/>
                </a:lnTo>
                <a:lnTo>
                  <a:pt x="766616" y="118171"/>
                </a:lnTo>
                <a:lnTo>
                  <a:pt x="765091" y="117961"/>
                </a:lnTo>
                <a:lnTo>
                  <a:pt x="763519" y="117773"/>
                </a:lnTo>
                <a:lnTo>
                  <a:pt x="761899" y="117608"/>
                </a:lnTo>
                <a:lnTo>
                  <a:pt x="760233" y="117464"/>
                </a:lnTo>
                <a:lnTo>
                  <a:pt x="758520" y="117342"/>
                </a:lnTo>
                <a:lnTo>
                  <a:pt x="756760" y="117243"/>
                </a:lnTo>
                <a:lnTo>
                  <a:pt x="754954" y="117165"/>
                </a:lnTo>
                <a:lnTo>
                  <a:pt x="753100" y="117110"/>
                </a:lnTo>
                <a:lnTo>
                  <a:pt x="751199" y="117077"/>
                </a:lnTo>
                <a:lnTo>
                  <a:pt x="749252" y="117066"/>
                </a:lnTo>
                <a:lnTo>
                  <a:pt x="742847" y="117066"/>
                </a:lnTo>
                <a:lnTo>
                  <a:pt x="742204" y="117064"/>
                </a:lnTo>
                <a:lnTo>
                  <a:pt x="741573" y="117059"/>
                </a:lnTo>
                <a:lnTo>
                  <a:pt x="740954" y="117051"/>
                </a:lnTo>
                <a:lnTo>
                  <a:pt x="740347" y="117040"/>
                </a:lnTo>
                <a:lnTo>
                  <a:pt x="739751" y="117025"/>
                </a:lnTo>
                <a:lnTo>
                  <a:pt x="739167" y="117007"/>
                </a:lnTo>
                <a:lnTo>
                  <a:pt x="738595" y="116986"/>
                </a:lnTo>
                <a:lnTo>
                  <a:pt x="738035" y="116961"/>
                </a:lnTo>
                <a:lnTo>
                  <a:pt x="737487" y="116933"/>
                </a:lnTo>
                <a:lnTo>
                  <a:pt x="736950" y="116902"/>
                </a:lnTo>
                <a:lnTo>
                  <a:pt x="736425" y="116868"/>
                </a:lnTo>
                <a:lnTo>
                  <a:pt x="735912" y="116830"/>
                </a:lnTo>
                <a:lnTo>
                  <a:pt x="735411" y="116789"/>
                </a:lnTo>
                <a:lnTo>
                  <a:pt x="734922" y="116745"/>
                </a:lnTo>
                <a:lnTo>
                  <a:pt x="734444" y="116698"/>
                </a:lnTo>
                <a:lnTo>
                  <a:pt x="733978" y="116647"/>
                </a:lnTo>
                <a:lnTo>
                  <a:pt x="733524" y="116593"/>
                </a:lnTo>
                <a:lnTo>
                  <a:pt x="733082" y="116536"/>
                </a:lnTo>
                <a:lnTo>
                  <a:pt x="732652" y="116475"/>
                </a:lnTo>
                <a:lnTo>
                  <a:pt x="732233" y="116411"/>
                </a:lnTo>
                <a:lnTo>
                  <a:pt x="731827" y="116344"/>
                </a:lnTo>
                <a:lnTo>
                  <a:pt x="731432" y="116274"/>
                </a:lnTo>
                <a:lnTo>
                  <a:pt x="731049" y="116200"/>
                </a:lnTo>
                <a:lnTo>
                  <a:pt x="730677" y="116123"/>
                </a:lnTo>
                <a:lnTo>
                  <a:pt x="730316" y="116044"/>
                </a:lnTo>
                <a:lnTo>
                  <a:pt x="729964" y="115962"/>
                </a:lnTo>
                <a:lnTo>
                  <a:pt x="729621" y="115879"/>
                </a:lnTo>
                <a:lnTo>
                  <a:pt x="729287" y="115793"/>
                </a:lnTo>
                <a:lnTo>
                  <a:pt x="728961" y="115705"/>
                </a:lnTo>
                <a:lnTo>
                  <a:pt x="728645" y="115615"/>
                </a:lnTo>
                <a:lnTo>
                  <a:pt x="728337" y="115523"/>
                </a:lnTo>
                <a:lnTo>
                  <a:pt x="728039" y="115429"/>
                </a:lnTo>
                <a:lnTo>
                  <a:pt x="727749" y="115333"/>
                </a:lnTo>
                <a:lnTo>
                  <a:pt x="727468" y="115235"/>
                </a:lnTo>
                <a:lnTo>
                  <a:pt x="727196" y="115135"/>
                </a:lnTo>
                <a:lnTo>
                  <a:pt x="726933" y="115033"/>
                </a:lnTo>
                <a:lnTo>
                  <a:pt x="726679" y="114928"/>
                </a:lnTo>
                <a:lnTo>
                  <a:pt x="726433" y="114822"/>
                </a:lnTo>
                <a:lnTo>
                  <a:pt x="726197" y="114713"/>
                </a:lnTo>
                <a:lnTo>
                  <a:pt x="725969" y="114603"/>
                </a:lnTo>
                <a:lnTo>
                  <a:pt x="725751" y="114490"/>
                </a:lnTo>
                <a:lnTo>
                  <a:pt x="725541" y="114376"/>
                </a:lnTo>
                <a:lnTo>
                  <a:pt x="725340" y="114259"/>
                </a:lnTo>
                <a:lnTo>
                  <a:pt x="725148" y="114140"/>
                </a:lnTo>
                <a:lnTo>
                  <a:pt x="724965" y="114019"/>
                </a:lnTo>
                <a:lnTo>
                  <a:pt x="724791" y="113897"/>
                </a:lnTo>
                <a:lnTo>
                  <a:pt x="724626" y="113772"/>
                </a:lnTo>
                <a:lnTo>
                  <a:pt x="724469" y="113645"/>
                </a:lnTo>
                <a:lnTo>
                  <a:pt x="724320" y="113516"/>
                </a:lnTo>
                <a:lnTo>
                  <a:pt x="724178" y="113385"/>
                </a:lnTo>
                <a:lnTo>
                  <a:pt x="724042" y="113253"/>
                </a:lnTo>
                <a:lnTo>
                  <a:pt x="723912" y="113120"/>
                </a:lnTo>
                <a:lnTo>
                  <a:pt x="723789" y="112985"/>
                </a:lnTo>
                <a:lnTo>
                  <a:pt x="723672" y="112848"/>
                </a:lnTo>
                <a:lnTo>
                  <a:pt x="723561" y="112710"/>
                </a:lnTo>
                <a:lnTo>
                  <a:pt x="723456" y="112571"/>
                </a:lnTo>
                <a:lnTo>
                  <a:pt x="723358" y="112429"/>
                </a:lnTo>
                <a:lnTo>
                  <a:pt x="723267" y="112287"/>
                </a:lnTo>
                <a:lnTo>
                  <a:pt x="723181" y="112142"/>
                </a:lnTo>
                <a:lnTo>
                  <a:pt x="723102" y="111996"/>
                </a:lnTo>
                <a:lnTo>
                  <a:pt x="723029" y="111849"/>
                </a:lnTo>
                <a:lnTo>
                  <a:pt x="722963" y="111700"/>
                </a:lnTo>
                <a:lnTo>
                  <a:pt x="722903" y="111549"/>
                </a:lnTo>
                <a:lnTo>
                  <a:pt x="722849" y="111397"/>
                </a:lnTo>
                <a:lnTo>
                  <a:pt x="722801" y="111244"/>
                </a:lnTo>
                <a:lnTo>
                  <a:pt x="722760" y="111089"/>
                </a:lnTo>
                <a:lnTo>
                  <a:pt x="722725" y="110932"/>
                </a:lnTo>
                <a:lnTo>
                  <a:pt x="722697" y="110773"/>
                </a:lnTo>
                <a:lnTo>
                  <a:pt x="722675" y="110614"/>
                </a:lnTo>
                <a:lnTo>
                  <a:pt x="722659" y="110452"/>
                </a:lnTo>
                <a:lnTo>
                  <a:pt x="722649" y="110289"/>
                </a:lnTo>
                <a:lnTo>
                  <a:pt x="722646" y="110125"/>
                </a:lnTo>
                <a:lnTo>
                  <a:pt x="722652" y="109886"/>
                </a:lnTo>
                <a:lnTo>
                  <a:pt x="722667" y="109649"/>
                </a:lnTo>
                <a:lnTo>
                  <a:pt x="722694" y="109414"/>
                </a:lnTo>
                <a:lnTo>
                  <a:pt x="722731" y="109181"/>
                </a:lnTo>
                <a:lnTo>
                  <a:pt x="722779" y="108950"/>
                </a:lnTo>
                <a:lnTo>
                  <a:pt x="722837" y="108721"/>
                </a:lnTo>
                <a:lnTo>
                  <a:pt x="722906" y="108494"/>
                </a:lnTo>
                <a:lnTo>
                  <a:pt x="722986" y="108268"/>
                </a:lnTo>
                <a:lnTo>
                  <a:pt x="723076" y="108045"/>
                </a:lnTo>
                <a:lnTo>
                  <a:pt x="723177" y="107823"/>
                </a:lnTo>
                <a:lnTo>
                  <a:pt x="723288" y="107604"/>
                </a:lnTo>
                <a:lnTo>
                  <a:pt x="723410" y="107386"/>
                </a:lnTo>
                <a:lnTo>
                  <a:pt x="723543" y="107170"/>
                </a:lnTo>
                <a:lnTo>
                  <a:pt x="723686" y="106956"/>
                </a:lnTo>
                <a:lnTo>
                  <a:pt x="723840" y="106744"/>
                </a:lnTo>
                <a:lnTo>
                  <a:pt x="724004" y="106534"/>
                </a:lnTo>
                <a:lnTo>
                  <a:pt x="724179" y="106325"/>
                </a:lnTo>
                <a:lnTo>
                  <a:pt x="724365" y="106119"/>
                </a:lnTo>
                <a:lnTo>
                  <a:pt x="724561" y="105914"/>
                </a:lnTo>
                <a:lnTo>
                  <a:pt x="724768" y="105712"/>
                </a:lnTo>
                <a:lnTo>
                  <a:pt x="724985" y="105511"/>
                </a:lnTo>
                <a:lnTo>
                  <a:pt x="725213" y="105313"/>
                </a:lnTo>
                <a:lnTo>
                  <a:pt x="725452" y="105116"/>
                </a:lnTo>
                <a:lnTo>
                  <a:pt x="725701" y="104921"/>
                </a:lnTo>
                <a:lnTo>
                  <a:pt x="725959" y="104728"/>
                </a:lnTo>
                <a:lnTo>
                  <a:pt x="726225" y="104538"/>
                </a:lnTo>
                <a:lnTo>
                  <a:pt x="726499" y="104351"/>
                </a:lnTo>
                <a:lnTo>
                  <a:pt x="726779" y="104167"/>
                </a:lnTo>
                <a:lnTo>
                  <a:pt x="727068" y="103986"/>
                </a:lnTo>
                <a:lnTo>
                  <a:pt x="727364" y="103808"/>
                </a:lnTo>
                <a:lnTo>
                  <a:pt x="727667" y="103633"/>
                </a:lnTo>
                <a:lnTo>
                  <a:pt x="727978" y="103460"/>
                </a:lnTo>
                <a:lnTo>
                  <a:pt x="728297" y="103291"/>
                </a:lnTo>
                <a:lnTo>
                  <a:pt x="728623" y="103125"/>
                </a:lnTo>
                <a:lnTo>
                  <a:pt x="728957" y="102961"/>
                </a:lnTo>
                <a:lnTo>
                  <a:pt x="729298" y="102801"/>
                </a:lnTo>
                <a:lnTo>
                  <a:pt x="729646" y="102643"/>
                </a:lnTo>
                <a:lnTo>
                  <a:pt x="730003" y="102488"/>
                </a:lnTo>
                <a:lnTo>
                  <a:pt x="730366" y="102336"/>
                </a:lnTo>
                <a:lnTo>
                  <a:pt x="730737" y="102188"/>
                </a:lnTo>
                <a:lnTo>
                  <a:pt x="731116" y="102042"/>
                </a:lnTo>
                <a:lnTo>
                  <a:pt x="731503" y="101899"/>
                </a:lnTo>
                <a:lnTo>
                  <a:pt x="731583" y="101870"/>
                </a:lnTo>
                <a:lnTo>
                  <a:pt x="731931" y="101989"/>
                </a:lnTo>
                <a:lnTo>
                  <a:pt x="732723" y="102240"/>
                </a:lnTo>
                <a:lnTo>
                  <a:pt x="733527" y="102474"/>
                </a:lnTo>
                <a:lnTo>
                  <a:pt x="734344" y="102692"/>
                </a:lnTo>
                <a:lnTo>
                  <a:pt x="735173" y="102894"/>
                </a:lnTo>
                <a:lnTo>
                  <a:pt x="736015" y="103080"/>
                </a:lnTo>
                <a:lnTo>
                  <a:pt x="736869" y="103250"/>
                </a:lnTo>
                <a:lnTo>
                  <a:pt x="737736" y="103404"/>
                </a:lnTo>
                <a:lnTo>
                  <a:pt x="738615" y="103541"/>
                </a:lnTo>
                <a:lnTo>
                  <a:pt x="739507" y="103662"/>
                </a:lnTo>
                <a:lnTo>
                  <a:pt x="740411" y="103767"/>
                </a:lnTo>
                <a:lnTo>
                  <a:pt x="741328" y="103856"/>
                </a:lnTo>
                <a:lnTo>
                  <a:pt x="742257" y="103929"/>
                </a:lnTo>
                <a:lnTo>
                  <a:pt x="743199" y="103986"/>
                </a:lnTo>
                <a:lnTo>
                  <a:pt x="744153" y="104026"/>
                </a:lnTo>
                <a:lnTo>
                  <a:pt x="745120" y="104050"/>
                </a:lnTo>
                <a:lnTo>
                  <a:pt x="746099" y="104058"/>
                </a:lnTo>
                <a:lnTo>
                  <a:pt x="747134" y="104051"/>
                </a:lnTo>
                <a:lnTo>
                  <a:pt x="748155" y="104027"/>
                </a:lnTo>
                <a:lnTo>
                  <a:pt x="749161" y="103987"/>
                </a:lnTo>
                <a:lnTo>
                  <a:pt x="750153" y="103932"/>
                </a:lnTo>
                <a:lnTo>
                  <a:pt x="751129" y="103861"/>
                </a:lnTo>
                <a:lnTo>
                  <a:pt x="752091" y="103774"/>
                </a:lnTo>
                <a:lnTo>
                  <a:pt x="753039" y="103671"/>
                </a:lnTo>
                <a:lnTo>
                  <a:pt x="753971" y="103552"/>
                </a:lnTo>
                <a:lnTo>
                  <a:pt x="754889" y="103418"/>
                </a:lnTo>
                <a:lnTo>
                  <a:pt x="755792" y="103267"/>
                </a:lnTo>
                <a:lnTo>
                  <a:pt x="756680" y="103101"/>
                </a:lnTo>
                <a:lnTo>
                  <a:pt x="757554" y="102919"/>
                </a:lnTo>
                <a:lnTo>
                  <a:pt x="758413" y="102721"/>
                </a:lnTo>
                <a:lnTo>
                  <a:pt x="759257" y="102508"/>
                </a:lnTo>
                <a:lnTo>
                  <a:pt x="760087" y="102278"/>
                </a:lnTo>
                <a:lnTo>
                  <a:pt x="760902" y="102033"/>
                </a:lnTo>
                <a:lnTo>
                  <a:pt x="761702" y="101772"/>
                </a:lnTo>
                <a:lnTo>
                  <a:pt x="762487" y="101495"/>
                </a:lnTo>
                <a:lnTo>
                  <a:pt x="763258" y="101202"/>
                </a:lnTo>
                <a:lnTo>
                  <a:pt x="764014" y="100894"/>
                </a:lnTo>
                <a:lnTo>
                  <a:pt x="764755" y="100569"/>
                </a:lnTo>
                <a:lnTo>
                  <a:pt x="765482" y="100229"/>
                </a:lnTo>
                <a:lnTo>
                  <a:pt x="766194" y="99873"/>
                </a:lnTo>
                <a:lnTo>
                  <a:pt x="766891" y="99501"/>
                </a:lnTo>
                <a:lnTo>
                  <a:pt x="767573" y="99116"/>
                </a:lnTo>
                <a:lnTo>
                  <a:pt x="768241" y="98721"/>
                </a:lnTo>
                <a:lnTo>
                  <a:pt x="768895" y="98315"/>
                </a:lnTo>
                <a:lnTo>
                  <a:pt x="769534" y="97898"/>
                </a:lnTo>
                <a:lnTo>
                  <a:pt x="770158" y="97472"/>
                </a:lnTo>
                <a:lnTo>
                  <a:pt x="770768" y="97034"/>
                </a:lnTo>
                <a:lnTo>
                  <a:pt x="771363" y="96587"/>
                </a:lnTo>
                <a:lnTo>
                  <a:pt x="771944" y="96129"/>
                </a:lnTo>
                <a:lnTo>
                  <a:pt x="772510" y="95660"/>
                </a:lnTo>
                <a:lnTo>
                  <a:pt x="773062" y="95181"/>
                </a:lnTo>
                <a:lnTo>
                  <a:pt x="773599" y="94692"/>
                </a:lnTo>
                <a:lnTo>
                  <a:pt x="774121" y="94192"/>
                </a:lnTo>
                <a:lnTo>
                  <a:pt x="774629" y="93682"/>
                </a:lnTo>
                <a:lnTo>
                  <a:pt x="775123" y="93161"/>
                </a:lnTo>
                <a:lnTo>
                  <a:pt x="775602" y="92630"/>
                </a:lnTo>
                <a:lnTo>
                  <a:pt x="776066" y="92089"/>
                </a:lnTo>
                <a:lnTo>
                  <a:pt x="776516" y="91537"/>
                </a:lnTo>
                <a:lnTo>
                  <a:pt x="776951" y="90974"/>
                </a:lnTo>
                <a:lnTo>
                  <a:pt x="777372" y="90401"/>
                </a:lnTo>
                <a:lnTo>
                  <a:pt x="777778" y="89818"/>
                </a:lnTo>
                <a:lnTo>
                  <a:pt x="778170" y="89224"/>
                </a:lnTo>
                <a:lnTo>
                  <a:pt x="778547" y="88620"/>
                </a:lnTo>
                <a:lnTo>
                  <a:pt x="778910" y="88006"/>
                </a:lnTo>
                <a:lnTo>
                  <a:pt x="779258" y="87381"/>
                </a:lnTo>
                <a:lnTo>
                  <a:pt x="779591" y="86748"/>
                </a:lnTo>
                <a:lnTo>
                  <a:pt x="779911" y="86110"/>
                </a:lnTo>
                <a:lnTo>
                  <a:pt x="780216" y="85467"/>
                </a:lnTo>
                <a:lnTo>
                  <a:pt x="780507" y="84819"/>
                </a:lnTo>
                <a:lnTo>
                  <a:pt x="780784" y="84166"/>
                </a:lnTo>
                <a:lnTo>
                  <a:pt x="781047" y="83508"/>
                </a:lnTo>
                <a:lnTo>
                  <a:pt x="781295" y="82845"/>
                </a:lnTo>
                <a:lnTo>
                  <a:pt x="781530" y="82177"/>
                </a:lnTo>
                <a:lnTo>
                  <a:pt x="781750" y="81504"/>
                </a:lnTo>
                <a:lnTo>
                  <a:pt x="781955" y="80826"/>
                </a:lnTo>
                <a:lnTo>
                  <a:pt x="782147" y="80143"/>
                </a:lnTo>
                <a:lnTo>
                  <a:pt x="782325" y="79455"/>
                </a:lnTo>
                <a:lnTo>
                  <a:pt x="782488" y="78762"/>
                </a:lnTo>
                <a:lnTo>
                  <a:pt x="782637" y="78064"/>
                </a:lnTo>
                <a:lnTo>
                  <a:pt x="782772" y="77360"/>
                </a:lnTo>
                <a:lnTo>
                  <a:pt x="782893" y="76652"/>
                </a:lnTo>
                <a:lnTo>
                  <a:pt x="782999" y="75939"/>
                </a:lnTo>
                <a:lnTo>
                  <a:pt x="783091" y="75220"/>
                </a:lnTo>
                <a:lnTo>
                  <a:pt x="783170" y="74497"/>
                </a:lnTo>
                <a:lnTo>
                  <a:pt x="783233" y="73768"/>
                </a:lnTo>
                <a:lnTo>
                  <a:pt x="783283" y="73035"/>
                </a:lnTo>
                <a:lnTo>
                  <a:pt x="783319" y="72296"/>
                </a:lnTo>
                <a:lnTo>
                  <a:pt x="783340" y="71553"/>
                </a:lnTo>
                <a:lnTo>
                  <a:pt x="783347" y="70804"/>
                </a:lnTo>
                <a:lnTo>
                  <a:pt x="783340" y="70031"/>
                </a:lnTo>
                <a:lnTo>
                  <a:pt x="783319" y="69264"/>
                </a:lnTo>
                <a:lnTo>
                  <a:pt x="783284" y="68502"/>
                </a:lnTo>
                <a:lnTo>
                  <a:pt x="783235" y="67746"/>
                </a:lnTo>
                <a:lnTo>
                  <a:pt x="783172" y="66997"/>
                </a:lnTo>
                <a:lnTo>
                  <a:pt x="783095" y="66253"/>
                </a:lnTo>
                <a:lnTo>
                  <a:pt x="783003" y="65515"/>
                </a:lnTo>
                <a:lnTo>
                  <a:pt x="782898" y="64783"/>
                </a:lnTo>
                <a:lnTo>
                  <a:pt x="782779" y="64057"/>
                </a:lnTo>
                <a:lnTo>
                  <a:pt x="782646" y="63337"/>
                </a:lnTo>
                <a:lnTo>
                  <a:pt x="782498" y="62623"/>
                </a:lnTo>
                <a:lnTo>
                  <a:pt x="782337" y="61915"/>
                </a:lnTo>
                <a:lnTo>
                  <a:pt x="782162" y="61212"/>
                </a:lnTo>
                <a:lnTo>
                  <a:pt x="781972" y="60516"/>
                </a:lnTo>
                <a:lnTo>
                  <a:pt x="781769" y="59826"/>
                </a:lnTo>
                <a:lnTo>
                  <a:pt x="781551" y="59141"/>
                </a:lnTo>
                <a:lnTo>
                  <a:pt x="781320" y="58462"/>
                </a:lnTo>
                <a:lnTo>
                  <a:pt x="781074" y="57789"/>
                </a:lnTo>
                <a:lnTo>
                  <a:pt x="780815" y="57123"/>
                </a:lnTo>
                <a:lnTo>
                  <a:pt x="780541" y="56462"/>
                </a:lnTo>
                <a:lnTo>
                  <a:pt x="780254" y="55807"/>
                </a:lnTo>
                <a:lnTo>
                  <a:pt x="779952" y="55157"/>
                </a:lnTo>
                <a:lnTo>
                  <a:pt x="779637" y="54514"/>
                </a:lnTo>
                <a:lnTo>
                  <a:pt x="779307" y="53877"/>
                </a:lnTo>
                <a:lnTo>
                  <a:pt x="778963" y="53248"/>
                </a:lnTo>
                <a:lnTo>
                  <a:pt x="778605" y="52629"/>
                </a:lnTo>
                <a:lnTo>
                  <a:pt x="778232" y="52022"/>
                </a:lnTo>
                <a:lnTo>
                  <a:pt x="777845" y="51425"/>
                </a:lnTo>
                <a:lnTo>
                  <a:pt x="777444" y="50839"/>
                </a:lnTo>
                <a:lnTo>
                  <a:pt x="777028" y="50264"/>
                </a:lnTo>
                <a:lnTo>
                  <a:pt x="776598" y="49699"/>
                </a:lnTo>
                <a:lnTo>
                  <a:pt x="776154" y="49146"/>
                </a:lnTo>
                <a:lnTo>
                  <a:pt x="775695" y="48603"/>
                </a:lnTo>
                <a:lnTo>
                  <a:pt x="775222" y="48071"/>
                </a:lnTo>
                <a:lnTo>
                  <a:pt x="774734" y="47550"/>
                </a:lnTo>
                <a:lnTo>
                  <a:pt x="774232" y="47039"/>
                </a:lnTo>
                <a:lnTo>
                  <a:pt x="773716" y="46539"/>
                </a:lnTo>
                <a:lnTo>
                  <a:pt x="773185" y="46051"/>
                </a:lnTo>
                <a:lnTo>
                  <a:pt x="772709" y="45633"/>
                </a:lnTo>
                <a:lnTo>
                  <a:pt x="772739" y="45597"/>
                </a:lnTo>
                <a:lnTo>
                  <a:pt x="773083" y="45202"/>
                </a:lnTo>
                <a:lnTo>
                  <a:pt x="773435" y="44823"/>
                </a:lnTo>
                <a:lnTo>
                  <a:pt x="773794" y="44458"/>
                </a:lnTo>
                <a:lnTo>
                  <a:pt x="774160" y="44108"/>
                </a:lnTo>
                <a:lnTo>
                  <a:pt x="774534" y="43773"/>
                </a:lnTo>
                <a:lnTo>
                  <a:pt x="774915" y="43453"/>
                </a:lnTo>
                <a:lnTo>
                  <a:pt x="775304" y="43148"/>
                </a:lnTo>
                <a:lnTo>
                  <a:pt x="775699" y="42858"/>
                </a:lnTo>
                <a:lnTo>
                  <a:pt x="776103" y="42583"/>
                </a:lnTo>
                <a:lnTo>
                  <a:pt x="776513" y="42322"/>
                </a:lnTo>
                <a:lnTo>
                  <a:pt x="776931" y="42077"/>
                </a:lnTo>
                <a:lnTo>
                  <a:pt x="777356" y="41846"/>
                </a:lnTo>
                <a:lnTo>
                  <a:pt x="777789" y="41630"/>
                </a:lnTo>
                <a:lnTo>
                  <a:pt x="778229" y="41429"/>
                </a:lnTo>
                <a:lnTo>
                  <a:pt x="778676" y="41243"/>
                </a:lnTo>
                <a:lnTo>
                  <a:pt x="779131" y="41072"/>
                </a:lnTo>
                <a:lnTo>
                  <a:pt x="779593" y="40916"/>
                </a:lnTo>
                <a:lnTo>
                  <a:pt x="780062" y="40774"/>
                </a:lnTo>
                <a:lnTo>
                  <a:pt x="780539" y="40648"/>
                </a:lnTo>
                <a:lnTo>
                  <a:pt x="781021" y="40531"/>
                </a:lnTo>
                <a:lnTo>
                  <a:pt x="781507" y="40420"/>
                </a:lnTo>
                <a:lnTo>
                  <a:pt x="781997" y="40313"/>
                </a:lnTo>
                <a:lnTo>
                  <a:pt x="782492" y="40211"/>
                </a:lnTo>
                <a:lnTo>
                  <a:pt x="782990" y="40115"/>
                </a:lnTo>
                <a:lnTo>
                  <a:pt x="783492" y="40023"/>
                </a:lnTo>
                <a:lnTo>
                  <a:pt x="783998" y="39936"/>
                </a:lnTo>
                <a:lnTo>
                  <a:pt x="784508" y="39854"/>
                </a:lnTo>
                <a:lnTo>
                  <a:pt x="785021" y="39777"/>
                </a:lnTo>
                <a:lnTo>
                  <a:pt x="785539" y="39705"/>
                </a:lnTo>
                <a:lnTo>
                  <a:pt x="786061" y="39638"/>
                </a:lnTo>
                <a:lnTo>
                  <a:pt x="786587" y="39576"/>
                </a:lnTo>
                <a:lnTo>
                  <a:pt x="787116" y="39519"/>
                </a:lnTo>
                <a:lnTo>
                  <a:pt x="787650" y="39467"/>
                </a:lnTo>
                <a:lnTo>
                  <a:pt x="788187" y="39420"/>
                </a:lnTo>
                <a:lnTo>
                  <a:pt x="788728" y="39378"/>
                </a:lnTo>
                <a:lnTo>
                  <a:pt x="789274" y="39341"/>
                </a:lnTo>
                <a:lnTo>
                  <a:pt x="789823" y="39308"/>
                </a:lnTo>
                <a:lnTo>
                  <a:pt x="790376" y="39281"/>
                </a:lnTo>
                <a:lnTo>
                  <a:pt x="790933" y="39259"/>
                </a:lnTo>
                <a:lnTo>
                  <a:pt x="791494" y="39241"/>
                </a:lnTo>
                <a:lnTo>
                  <a:pt x="792059" y="39229"/>
                </a:lnTo>
                <a:lnTo>
                  <a:pt x="792628" y="39221"/>
                </a:lnTo>
                <a:lnTo>
                  <a:pt x="793201" y="39219"/>
                </a:lnTo>
                <a:lnTo>
                  <a:pt x="793201" y="25325"/>
                </a:lnTo>
                <a:lnTo>
                  <a:pt x="792305" y="25355"/>
                </a:lnTo>
                <a:lnTo>
                  <a:pt x="791422" y="25395"/>
                </a:lnTo>
                <a:lnTo>
                  <a:pt x="790554" y="25446"/>
                </a:lnTo>
                <a:lnTo>
                  <a:pt x="789699" y="25508"/>
                </a:lnTo>
                <a:lnTo>
                  <a:pt x="788858" y="25581"/>
                </a:lnTo>
                <a:lnTo>
                  <a:pt x="788031" y="25664"/>
                </a:lnTo>
                <a:lnTo>
                  <a:pt x="787218" y="25757"/>
                </a:lnTo>
                <a:lnTo>
                  <a:pt x="786418" y="25861"/>
                </a:lnTo>
                <a:lnTo>
                  <a:pt x="785633" y="25976"/>
                </a:lnTo>
                <a:lnTo>
                  <a:pt x="784861" y="26102"/>
                </a:lnTo>
                <a:lnTo>
                  <a:pt x="784103" y="26238"/>
                </a:lnTo>
                <a:lnTo>
                  <a:pt x="783359" y="26384"/>
                </a:lnTo>
                <a:lnTo>
                  <a:pt x="782629" y="26541"/>
                </a:lnTo>
                <a:lnTo>
                  <a:pt x="781913" y="26709"/>
                </a:lnTo>
                <a:lnTo>
                  <a:pt x="781211" y="26888"/>
                </a:lnTo>
                <a:lnTo>
                  <a:pt x="780522" y="27077"/>
                </a:lnTo>
                <a:lnTo>
                  <a:pt x="779848" y="27276"/>
                </a:lnTo>
                <a:lnTo>
                  <a:pt x="779187" y="27487"/>
                </a:lnTo>
                <a:lnTo>
                  <a:pt x="778540" y="27707"/>
                </a:lnTo>
                <a:lnTo>
                  <a:pt x="777907" y="27939"/>
                </a:lnTo>
                <a:lnTo>
                  <a:pt x="777288" y="28181"/>
                </a:lnTo>
                <a:lnTo>
                  <a:pt x="776682" y="28434"/>
                </a:lnTo>
                <a:lnTo>
                  <a:pt x="776091" y="28697"/>
                </a:lnTo>
                <a:lnTo>
                  <a:pt x="775513" y="28971"/>
                </a:lnTo>
                <a:lnTo>
                  <a:pt x="774947" y="29260"/>
                </a:lnTo>
                <a:lnTo>
                  <a:pt x="774390" y="29570"/>
                </a:lnTo>
                <a:lnTo>
                  <a:pt x="773842" y="29901"/>
                </a:lnTo>
                <a:lnTo>
                  <a:pt x="773303" y="30252"/>
                </a:lnTo>
                <a:lnTo>
                  <a:pt x="772773" y="30623"/>
                </a:lnTo>
                <a:lnTo>
                  <a:pt x="772252" y="31016"/>
                </a:lnTo>
                <a:lnTo>
                  <a:pt x="771740" y="31428"/>
                </a:lnTo>
                <a:lnTo>
                  <a:pt x="771238" y="31861"/>
                </a:lnTo>
                <a:lnTo>
                  <a:pt x="770744" y="32315"/>
                </a:lnTo>
                <a:lnTo>
                  <a:pt x="770259" y="32789"/>
                </a:lnTo>
                <a:lnTo>
                  <a:pt x="769784" y="33284"/>
                </a:lnTo>
                <a:lnTo>
                  <a:pt x="769317" y="33799"/>
                </a:lnTo>
                <a:lnTo>
                  <a:pt x="768860" y="34335"/>
                </a:lnTo>
                <a:lnTo>
                  <a:pt x="768412" y="34891"/>
                </a:lnTo>
                <a:lnTo>
                  <a:pt x="767972" y="35468"/>
                </a:lnTo>
                <a:lnTo>
                  <a:pt x="767542" y="36066"/>
                </a:lnTo>
                <a:lnTo>
                  <a:pt x="767121" y="36684"/>
                </a:lnTo>
                <a:lnTo>
                  <a:pt x="766709" y="37322"/>
                </a:lnTo>
                <a:lnTo>
                  <a:pt x="766306" y="37981"/>
                </a:lnTo>
                <a:lnTo>
                  <a:pt x="765912" y="38661"/>
                </a:lnTo>
                <a:lnTo>
                  <a:pt x="765527" y="39361"/>
                </a:lnTo>
                <a:lnTo>
                  <a:pt x="765152" y="40081"/>
                </a:lnTo>
                <a:lnTo>
                  <a:pt x="764869" y="40652"/>
                </a:lnTo>
                <a:lnTo>
                  <a:pt x="764247" y="40379"/>
                </a:lnTo>
                <a:close/>
                <a:moveTo>
                  <a:pt x="742598" y="92586"/>
                </a:moveTo>
                <a:lnTo>
                  <a:pt x="741939" y="92481"/>
                </a:lnTo>
                <a:lnTo>
                  <a:pt x="741286" y="92357"/>
                </a:lnTo>
                <a:lnTo>
                  <a:pt x="740641" y="92213"/>
                </a:lnTo>
                <a:lnTo>
                  <a:pt x="740002" y="92051"/>
                </a:lnTo>
                <a:lnTo>
                  <a:pt x="739371" y="91870"/>
                </a:lnTo>
                <a:lnTo>
                  <a:pt x="738747" y="91669"/>
                </a:lnTo>
                <a:lnTo>
                  <a:pt x="738129" y="91449"/>
                </a:lnTo>
                <a:lnTo>
                  <a:pt x="737519" y="91210"/>
                </a:lnTo>
                <a:lnTo>
                  <a:pt x="736916" y="90952"/>
                </a:lnTo>
                <a:lnTo>
                  <a:pt x="736319" y="90675"/>
                </a:lnTo>
                <a:lnTo>
                  <a:pt x="735730" y="90379"/>
                </a:lnTo>
                <a:lnTo>
                  <a:pt x="735148" y="90064"/>
                </a:lnTo>
                <a:lnTo>
                  <a:pt x="734573" y="89730"/>
                </a:lnTo>
                <a:lnTo>
                  <a:pt x="734004" y="89376"/>
                </a:lnTo>
                <a:lnTo>
                  <a:pt x="733443" y="89003"/>
                </a:lnTo>
                <a:lnTo>
                  <a:pt x="732889" y="88612"/>
                </a:lnTo>
                <a:lnTo>
                  <a:pt x="732342" y="88201"/>
                </a:lnTo>
                <a:lnTo>
                  <a:pt x="731802" y="87771"/>
                </a:lnTo>
                <a:lnTo>
                  <a:pt x="731269" y="87322"/>
                </a:lnTo>
                <a:lnTo>
                  <a:pt x="730750" y="86853"/>
                </a:lnTo>
                <a:lnTo>
                  <a:pt x="730253" y="86365"/>
                </a:lnTo>
                <a:lnTo>
                  <a:pt x="729779" y="85858"/>
                </a:lnTo>
                <a:lnTo>
                  <a:pt x="729326" y="85331"/>
                </a:lnTo>
                <a:lnTo>
                  <a:pt x="728896" y="84785"/>
                </a:lnTo>
                <a:lnTo>
                  <a:pt x="728488" y="84219"/>
                </a:lnTo>
                <a:lnTo>
                  <a:pt x="728102" y="83633"/>
                </a:lnTo>
                <a:lnTo>
                  <a:pt x="727737" y="83029"/>
                </a:lnTo>
                <a:lnTo>
                  <a:pt x="727395" y="82404"/>
                </a:lnTo>
                <a:lnTo>
                  <a:pt x="727075" y="81761"/>
                </a:lnTo>
                <a:lnTo>
                  <a:pt x="726777" y="81098"/>
                </a:lnTo>
                <a:lnTo>
                  <a:pt x="726502" y="80415"/>
                </a:lnTo>
                <a:lnTo>
                  <a:pt x="726248" y="79713"/>
                </a:lnTo>
                <a:lnTo>
                  <a:pt x="726016" y="78991"/>
                </a:lnTo>
                <a:lnTo>
                  <a:pt x="725806" y="78250"/>
                </a:lnTo>
                <a:lnTo>
                  <a:pt x="725619" y="77490"/>
                </a:lnTo>
                <a:lnTo>
                  <a:pt x="725453" y="76710"/>
                </a:lnTo>
                <a:lnTo>
                  <a:pt x="725310" y="75911"/>
                </a:lnTo>
                <a:lnTo>
                  <a:pt x="725189" y="75092"/>
                </a:lnTo>
                <a:lnTo>
                  <a:pt x="725089" y="74253"/>
                </a:lnTo>
                <a:lnTo>
                  <a:pt x="725012" y="73396"/>
                </a:lnTo>
                <a:lnTo>
                  <a:pt x="724957" y="72519"/>
                </a:lnTo>
                <a:lnTo>
                  <a:pt x="724924" y="71622"/>
                </a:lnTo>
                <a:lnTo>
                  <a:pt x="724913" y="70706"/>
                </a:lnTo>
                <a:lnTo>
                  <a:pt x="724923" y="69798"/>
                </a:lnTo>
                <a:lnTo>
                  <a:pt x="724955" y="68908"/>
                </a:lnTo>
                <a:lnTo>
                  <a:pt x="725009" y="68037"/>
                </a:lnTo>
                <a:lnTo>
                  <a:pt x="725084" y="67185"/>
                </a:lnTo>
                <a:lnTo>
                  <a:pt x="725180" y="66351"/>
                </a:lnTo>
                <a:lnTo>
                  <a:pt x="725298" y="65536"/>
                </a:lnTo>
                <a:lnTo>
                  <a:pt x="725437" y="64739"/>
                </a:lnTo>
                <a:lnTo>
                  <a:pt x="725597" y="63961"/>
                </a:lnTo>
                <a:lnTo>
                  <a:pt x="725779" y="63202"/>
                </a:lnTo>
                <a:lnTo>
                  <a:pt x="725982" y="62461"/>
                </a:lnTo>
                <a:lnTo>
                  <a:pt x="726206" y="61739"/>
                </a:lnTo>
                <a:lnTo>
                  <a:pt x="726452" y="61035"/>
                </a:lnTo>
                <a:lnTo>
                  <a:pt x="726720" y="60350"/>
                </a:lnTo>
                <a:lnTo>
                  <a:pt x="727008" y="59683"/>
                </a:lnTo>
                <a:lnTo>
                  <a:pt x="727318" y="59035"/>
                </a:lnTo>
                <a:lnTo>
                  <a:pt x="727650" y="58406"/>
                </a:lnTo>
                <a:lnTo>
                  <a:pt x="728003" y="57795"/>
                </a:lnTo>
                <a:lnTo>
                  <a:pt x="728377" y="57203"/>
                </a:lnTo>
                <a:lnTo>
                  <a:pt x="728773" y="56629"/>
                </a:lnTo>
                <a:lnTo>
                  <a:pt x="729190" y="56074"/>
                </a:lnTo>
                <a:lnTo>
                  <a:pt x="729628" y="55538"/>
                </a:lnTo>
                <a:lnTo>
                  <a:pt x="730088" y="55020"/>
                </a:lnTo>
                <a:lnTo>
                  <a:pt x="730569" y="54521"/>
                </a:lnTo>
                <a:lnTo>
                  <a:pt x="731071" y="54040"/>
                </a:lnTo>
                <a:lnTo>
                  <a:pt x="731590" y="53578"/>
                </a:lnTo>
                <a:lnTo>
                  <a:pt x="732120" y="53137"/>
                </a:lnTo>
                <a:lnTo>
                  <a:pt x="732661" y="52714"/>
                </a:lnTo>
                <a:lnTo>
                  <a:pt x="733213" y="52312"/>
                </a:lnTo>
                <a:lnTo>
                  <a:pt x="733777" y="51929"/>
                </a:lnTo>
                <a:lnTo>
                  <a:pt x="734351" y="51565"/>
                </a:lnTo>
                <a:lnTo>
                  <a:pt x="734936" y="51221"/>
                </a:lnTo>
                <a:lnTo>
                  <a:pt x="735533" y="50897"/>
                </a:lnTo>
                <a:lnTo>
                  <a:pt x="736141" y="50593"/>
                </a:lnTo>
                <a:lnTo>
                  <a:pt x="736760" y="50308"/>
                </a:lnTo>
                <a:lnTo>
                  <a:pt x="737390" y="50043"/>
                </a:lnTo>
                <a:lnTo>
                  <a:pt x="738031" y="49797"/>
                </a:lnTo>
                <a:lnTo>
                  <a:pt x="738683" y="49572"/>
                </a:lnTo>
                <a:lnTo>
                  <a:pt x="739346" y="49365"/>
                </a:lnTo>
                <a:lnTo>
                  <a:pt x="740021" y="49179"/>
                </a:lnTo>
                <a:lnTo>
                  <a:pt x="740706" y="49012"/>
                </a:lnTo>
                <a:lnTo>
                  <a:pt x="741403" y="48864"/>
                </a:lnTo>
                <a:lnTo>
                  <a:pt x="742111" y="48737"/>
                </a:lnTo>
                <a:lnTo>
                  <a:pt x="742830" y="48629"/>
                </a:lnTo>
                <a:lnTo>
                  <a:pt x="743560" y="48540"/>
                </a:lnTo>
                <a:lnTo>
                  <a:pt x="744301" y="48472"/>
                </a:lnTo>
                <a:lnTo>
                  <a:pt x="745054" y="48423"/>
                </a:lnTo>
                <a:lnTo>
                  <a:pt x="745817" y="48393"/>
                </a:lnTo>
                <a:lnTo>
                  <a:pt x="746592" y="48383"/>
                </a:lnTo>
                <a:lnTo>
                  <a:pt x="747382" y="48393"/>
                </a:lnTo>
                <a:lnTo>
                  <a:pt x="748159" y="48421"/>
                </a:lnTo>
                <a:lnTo>
                  <a:pt x="748923" y="48469"/>
                </a:lnTo>
                <a:lnTo>
                  <a:pt x="749674" y="48536"/>
                </a:lnTo>
                <a:lnTo>
                  <a:pt x="750412" y="48622"/>
                </a:lnTo>
                <a:lnTo>
                  <a:pt x="751137" y="48727"/>
                </a:lnTo>
                <a:lnTo>
                  <a:pt x="751849" y="48852"/>
                </a:lnTo>
                <a:lnTo>
                  <a:pt x="752548" y="48995"/>
                </a:lnTo>
                <a:lnTo>
                  <a:pt x="753234" y="49158"/>
                </a:lnTo>
                <a:lnTo>
                  <a:pt x="753907" y="49339"/>
                </a:lnTo>
                <a:lnTo>
                  <a:pt x="754567" y="49540"/>
                </a:lnTo>
                <a:lnTo>
                  <a:pt x="755214" y="49760"/>
                </a:lnTo>
                <a:lnTo>
                  <a:pt x="755848" y="49999"/>
                </a:lnTo>
                <a:lnTo>
                  <a:pt x="756469" y="50257"/>
                </a:lnTo>
                <a:lnTo>
                  <a:pt x="757077" y="50534"/>
                </a:lnTo>
                <a:lnTo>
                  <a:pt x="757672" y="50830"/>
                </a:lnTo>
                <a:lnTo>
                  <a:pt x="758254" y="51146"/>
                </a:lnTo>
                <a:lnTo>
                  <a:pt x="758823" y="51480"/>
                </a:lnTo>
                <a:lnTo>
                  <a:pt x="759379" y="51834"/>
                </a:lnTo>
                <a:lnTo>
                  <a:pt x="759922" y="52207"/>
                </a:lnTo>
                <a:lnTo>
                  <a:pt x="760452" y="52599"/>
                </a:lnTo>
                <a:lnTo>
                  <a:pt x="760969" y="53010"/>
                </a:lnTo>
                <a:lnTo>
                  <a:pt x="761473" y="53440"/>
                </a:lnTo>
                <a:lnTo>
                  <a:pt x="761964" y="53889"/>
                </a:lnTo>
                <a:lnTo>
                  <a:pt x="762438" y="54358"/>
                </a:lnTo>
                <a:lnTo>
                  <a:pt x="762892" y="54847"/>
                </a:lnTo>
                <a:lnTo>
                  <a:pt x="763326" y="55357"/>
                </a:lnTo>
                <a:lnTo>
                  <a:pt x="763740" y="55888"/>
                </a:lnTo>
                <a:lnTo>
                  <a:pt x="764134" y="56439"/>
                </a:lnTo>
                <a:lnTo>
                  <a:pt x="764507" y="57010"/>
                </a:lnTo>
                <a:lnTo>
                  <a:pt x="764861" y="57602"/>
                </a:lnTo>
                <a:lnTo>
                  <a:pt x="765194" y="58215"/>
                </a:lnTo>
                <a:lnTo>
                  <a:pt x="765507" y="58848"/>
                </a:lnTo>
                <a:lnTo>
                  <a:pt x="765799" y="59501"/>
                </a:lnTo>
                <a:lnTo>
                  <a:pt x="766072" y="60175"/>
                </a:lnTo>
                <a:lnTo>
                  <a:pt x="766324" y="60870"/>
                </a:lnTo>
                <a:lnTo>
                  <a:pt x="766556" y="61585"/>
                </a:lnTo>
                <a:lnTo>
                  <a:pt x="766768" y="62321"/>
                </a:lnTo>
                <a:lnTo>
                  <a:pt x="766960" y="63077"/>
                </a:lnTo>
                <a:lnTo>
                  <a:pt x="767132" y="63854"/>
                </a:lnTo>
                <a:lnTo>
                  <a:pt x="767283" y="64651"/>
                </a:lnTo>
                <a:lnTo>
                  <a:pt x="767414" y="65469"/>
                </a:lnTo>
                <a:lnTo>
                  <a:pt x="767525" y="66308"/>
                </a:lnTo>
                <a:lnTo>
                  <a:pt x="767616" y="67166"/>
                </a:lnTo>
                <a:lnTo>
                  <a:pt x="767687" y="68046"/>
                </a:lnTo>
                <a:lnTo>
                  <a:pt x="767737" y="68946"/>
                </a:lnTo>
                <a:lnTo>
                  <a:pt x="767768" y="69866"/>
                </a:lnTo>
                <a:lnTo>
                  <a:pt x="767778" y="70807"/>
                </a:lnTo>
                <a:lnTo>
                  <a:pt x="767767" y="71707"/>
                </a:lnTo>
                <a:lnTo>
                  <a:pt x="767735" y="72588"/>
                </a:lnTo>
                <a:lnTo>
                  <a:pt x="767681" y="73450"/>
                </a:lnTo>
                <a:lnTo>
                  <a:pt x="767607" y="74294"/>
                </a:lnTo>
                <a:lnTo>
                  <a:pt x="767510" y="75120"/>
                </a:lnTo>
                <a:lnTo>
                  <a:pt x="767393" y="75926"/>
                </a:lnTo>
                <a:lnTo>
                  <a:pt x="767254" y="76715"/>
                </a:lnTo>
                <a:lnTo>
                  <a:pt x="767093" y="77484"/>
                </a:lnTo>
                <a:lnTo>
                  <a:pt x="766912" y="78235"/>
                </a:lnTo>
                <a:lnTo>
                  <a:pt x="766708" y="78967"/>
                </a:lnTo>
                <a:lnTo>
                  <a:pt x="766484" y="79681"/>
                </a:lnTo>
                <a:lnTo>
                  <a:pt x="766238" y="80376"/>
                </a:lnTo>
                <a:lnTo>
                  <a:pt x="765971" y="81053"/>
                </a:lnTo>
                <a:lnTo>
                  <a:pt x="765682" y="81711"/>
                </a:lnTo>
                <a:lnTo>
                  <a:pt x="765372" y="82351"/>
                </a:lnTo>
                <a:lnTo>
                  <a:pt x="765040" y="82972"/>
                </a:lnTo>
                <a:lnTo>
                  <a:pt x="764688" y="83574"/>
                </a:lnTo>
                <a:lnTo>
                  <a:pt x="764313" y="84158"/>
                </a:lnTo>
                <a:lnTo>
                  <a:pt x="763918" y="84723"/>
                </a:lnTo>
                <a:lnTo>
                  <a:pt x="763501" y="85269"/>
                </a:lnTo>
                <a:lnTo>
                  <a:pt x="763062" y="85797"/>
                </a:lnTo>
                <a:lnTo>
                  <a:pt x="762603" y="86307"/>
                </a:lnTo>
                <a:lnTo>
                  <a:pt x="762121" y="86797"/>
                </a:lnTo>
                <a:lnTo>
                  <a:pt x="761619" y="87270"/>
                </a:lnTo>
                <a:lnTo>
                  <a:pt x="761100" y="87723"/>
                </a:lnTo>
                <a:lnTo>
                  <a:pt x="760570" y="88157"/>
                </a:lnTo>
                <a:lnTo>
                  <a:pt x="760028" y="88572"/>
                </a:lnTo>
                <a:lnTo>
                  <a:pt x="759474" y="88967"/>
                </a:lnTo>
                <a:lnTo>
                  <a:pt x="758909" y="89343"/>
                </a:lnTo>
                <a:lnTo>
                  <a:pt x="758333" y="89700"/>
                </a:lnTo>
                <a:lnTo>
                  <a:pt x="757745" y="90038"/>
                </a:lnTo>
                <a:lnTo>
                  <a:pt x="757146" y="90356"/>
                </a:lnTo>
                <a:lnTo>
                  <a:pt x="756536" y="90655"/>
                </a:lnTo>
                <a:lnTo>
                  <a:pt x="755913" y="90935"/>
                </a:lnTo>
                <a:lnTo>
                  <a:pt x="755280" y="91195"/>
                </a:lnTo>
                <a:lnTo>
                  <a:pt x="754635" y="91436"/>
                </a:lnTo>
                <a:lnTo>
                  <a:pt x="753978" y="91658"/>
                </a:lnTo>
                <a:lnTo>
                  <a:pt x="753310" y="91860"/>
                </a:lnTo>
                <a:lnTo>
                  <a:pt x="752631" y="92044"/>
                </a:lnTo>
                <a:lnTo>
                  <a:pt x="751940" y="92208"/>
                </a:lnTo>
                <a:lnTo>
                  <a:pt x="751238" y="92352"/>
                </a:lnTo>
                <a:lnTo>
                  <a:pt x="750524" y="92478"/>
                </a:lnTo>
                <a:lnTo>
                  <a:pt x="749799" y="92584"/>
                </a:lnTo>
                <a:lnTo>
                  <a:pt x="749062" y="92671"/>
                </a:lnTo>
                <a:lnTo>
                  <a:pt x="748314" y="92738"/>
                </a:lnTo>
                <a:lnTo>
                  <a:pt x="747554" y="92786"/>
                </a:lnTo>
                <a:lnTo>
                  <a:pt x="746783" y="92815"/>
                </a:lnTo>
                <a:lnTo>
                  <a:pt x="746000" y="92825"/>
                </a:lnTo>
                <a:lnTo>
                  <a:pt x="745306" y="92815"/>
                </a:lnTo>
                <a:lnTo>
                  <a:pt x="744618" y="92787"/>
                </a:lnTo>
                <a:lnTo>
                  <a:pt x="743938" y="92739"/>
                </a:lnTo>
                <a:lnTo>
                  <a:pt x="743264" y="92672"/>
                </a:lnTo>
                <a:lnTo>
                  <a:pt x="742598" y="92586"/>
                </a:lnTo>
                <a:close/>
                <a:moveTo>
                  <a:pt x="742319" y="161280"/>
                </a:moveTo>
                <a:lnTo>
                  <a:pt x="741248" y="161208"/>
                </a:lnTo>
                <a:lnTo>
                  <a:pt x="740205" y="161119"/>
                </a:lnTo>
                <a:lnTo>
                  <a:pt x="739191" y="161015"/>
                </a:lnTo>
                <a:lnTo>
                  <a:pt x="738205" y="160894"/>
                </a:lnTo>
                <a:lnTo>
                  <a:pt x="737247" y="160758"/>
                </a:lnTo>
                <a:lnTo>
                  <a:pt x="736318" y="160605"/>
                </a:lnTo>
                <a:lnTo>
                  <a:pt x="735417" y="160436"/>
                </a:lnTo>
                <a:lnTo>
                  <a:pt x="734545" y="160251"/>
                </a:lnTo>
                <a:lnTo>
                  <a:pt x="733701" y="160050"/>
                </a:lnTo>
                <a:lnTo>
                  <a:pt x="732886" y="159833"/>
                </a:lnTo>
                <a:lnTo>
                  <a:pt x="732098" y="159600"/>
                </a:lnTo>
                <a:lnTo>
                  <a:pt x="731340" y="159350"/>
                </a:lnTo>
                <a:lnTo>
                  <a:pt x="730609" y="159085"/>
                </a:lnTo>
                <a:lnTo>
                  <a:pt x="729907" y="158804"/>
                </a:lnTo>
                <a:lnTo>
                  <a:pt x="729234" y="158506"/>
                </a:lnTo>
                <a:lnTo>
                  <a:pt x="728589" y="158193"/>
                </a:lnTo>
                <a:lnTo>
                  <a:pt x="727972" y="157863"/>
                </a:lnTo>
                <a:lnTo>
                  <a:pt x="727384" y="157517"/>
                </a:lnTo>
                <a:lnTo>
                  <a:pt x="726824" y="157155"/>
                </a:lnTo>
                <a:lnTo>
                  <a:pt x="726292" y="156777"/>
                </a:lnTo>
                <a:lnTo>
                  <a:pt x="725786" y="156389"/>
                </a:lnTo>
                <a:lnTo>
                  <a:pt x="725301" y="155995"/>
                </a:lnTo>
                <a:lnTo>
                  <a:pt x="724837" y="155597"/>
                </a:lnTo>
                <a:lnTo>
                  <a:pt x="724395" y="155193"/>
                </a:lnTo>
                <a:lnTo>
                  <a:pt x="723975" y="154784"/>
                </a:lnTo>
                <a:lnTo>
                  <a:pt x="723576" y="154370"/>
                </a:lnTo>
                <a:lnTo>
                  <a:pt x="723199" y="153950"/>
                </a:lnTo>
                <a:lnTo>
                  <a:pt x="722843" y="153526"/>
                </a:lnTo>
                <a:lnTo>
                  <a:pt x="722509" y="153097"/>
                </a:lnTo>
                <a:lnTo>
                  <a:pt x="722197" y="152662"/>
                </a:lnTo>
                <a:lnTo>
                  <a:pt x="721906" y="152222"/>
                </a:lnTo>
                <a:lnTo>
                  <a:pt x="721636" y="151777"/>
                </a:lnTo>
                <a:lnTo>
                  <a:pt x="721388" y="151327"/>
                </a:lnTo>
                <a:lnTo>
                  <a:pt x="721162" y="150872"/>
                </a:lnTo>
                <a:lnTo>
                  <a:pt x="720957" y="150412"/>
                </a:lnTo>
                <a:lnTo>
                  <a:pt x="720774" y="149947"/>
                </a:lnTo>
                <a:lnTo>
                  <a:pt x="720612" y="149476"/>
                </a:lnTo>
                <a:lnTo>
                  <a:pt x="720472" y="149001"/>
                </a:lnTo>
                <a:lnTo>
                  <a:pt x="720354" y="148520"/>
                </a:lnTo>
                <a:lnTo>
                  <a:pt x="720257" y="148034"/>
                </a:lnTo>
                <a:lnTo>
                  <a:pt x="720181" y="147543"/>
                </a:lnTo>
                <a:lnTo>
                  <a:pt x="720127" y="147047"/>
                </a:lnTo>
                <a:lnTo>
                  <a:pt x="720095" y="146546"/>
                </a:lnTo>
                <a:lnTo>
                  <a:pt x="720084" y="146040"/>
                </a:lnTo>
                <a:lnTo>
                  <a:pt x="720091" y="145584"/>
                </a:lnTo>
                <a:lnTo>
                  <a:pt x="720110" y="145133"/>
                </a:lnTo>
                <a:lnTo>
                  <a:pt x="720141" y="144686"/>
                </a:lnTo>
                <a:lnTo>
                  <a:pt x="720185" y="144244"/>
                </a:lnTo>
                <a:lnTo>
                  <a:pt x="720242" y="143807"/>
                </a:lnTo>
                <a:lnTo>
                  <a:pt x="720312" y="143374"/>
                </a:lnTo>
                <a:lnTo>
                  <a:pt x="720394" y="142946"/>
                </a:lnTo>
                <a:lnTo>
                  <a:pt x="720489" y="142522"/>
                </a:lnTo>
                <a:lnTo>
                  <a:pt x="720597" y="142103"/>
                </a:lnTo>
                <a:lnTo>
                  <a:pt x="720717" y="141689"/>
                </a:lnTo>
                <a:lnTo>
                  <a:pt x="720850" y="141279"/>
                </a:lnTo>
                <a:lnTo>
                  <a:pt x="720996" y="140874"/>
                </a:lnTo>
                <a:lnTo>
                  <a:pt x="721154" y="140473"/>
                </a:lnTo>
                <a:lnTo>
                  <a:pt x="721325" y="140077"/>
                </a:lnTo>
                <a:lnTo>
                  <a:pt x="721508" y="139686"/>
                </a:lnTo>
                <a:lnTo>
                  <a:pt x="721705" y="139299"/>
                </a:lnTo>
                <a:lnTo>
                  <a:pt x="721914" y="138917"/>
                </a:lnTo>
                <a:lnTo>
                  <a:pt x="722135" y="138539"/>
                </a:lnTo>
                <a:lnTo>
                  <a:pt x="722369" y="138166"/>
                </a:lnTo>
                <a:lnTo>
                  <a:pt x="722616" y="137798"/>
                </a:lnTo>
                <a:lnTo>
                  <a:pt x="722876" y="137434"/>
                </a:lnTo>
                <a:lnTo>
                  <a:pt x="723148" y="137075"/>
                </a:lnTo>
                <a:lnTo>
                  <a:pt x="723433" y="136720"/>
                </a:lnTo>
                <a:lnTo>
                  <a:pt x="723730" y="136370"/>
                </a:lnTo>
                <a:lnTo>
                  <a:pt x="724039" y="136027"/>
                </a:lnTo>
                <a:lnTo>
                  <a:pt x="724359" y="135692"/>
                </a:lnTo>
                <a:lnTo>
                  <a:pt x="724689" y="135365"/>
                </a:lnTo>
                <a:lnTo>
                  <a:pt x="725030" y="135047"/>
                </a:lnTo>
                <a:lnTo>
                  <a:pt x="725382" y="134738"/>
                </a:lnTo>
                <a:lnTo>
                  <a:pt x="725744" y="134437"/>
                </a:lnTo>
                <a:lnTo>
                  <a:pt x="726117" y="134144"/>
                </a:lnTo>
                <a:lnTo>
                  <a:pt x="726500" y="133860"/>
                </a:lnTo>
                <a:lnTo>
                  <a:pt x="726894" y="133584"/>
                </a:lnTo>
                <a:lnTo>
                  <a:pt x="727299" y="133317"/>
                </a:lnTo>
                <a:lnTo>
                  <a:pt x="727714" y="133059"/>
                </a:lnTo>
                <a:lnTo>
                  <a:pt x="728140" y="132808"/>
                </a:lnTo>
                <a:lnTo>
                  <a:pt x="728576" y="132567"/>
                </a:lnTo>
                <a:lnTo>
                  <a:pt x="729023" y="132333"/>
                </a:lnTo>
                <a:lnTo>
                  <a:pt x="729481" y="132109"/>
                </a:lnTo>
                <a:lnTo>
                  <a:pt x="729949" y="131892"/>
                </a:lnTo>
                <a:lnTo>
                  <a:pt x="730428" y="131685"/>
                </a:lnTo>
                <a:lnTo>
                  <a:pt x="730917" y="131485"/>
                </a:lnTo>
                <a:lnTo>
                  <a:pt x="731418" y="131294"/>
                </a:lnTo>
                <a:lnTo>
                  <a:pt x="731928" y="131112"/>
                </a:lnTo>
                <a:lnTo>
                  <a:pt x="732449" y="130938"/>
                </a:lnTo>
                <a:lnTo>
                  <a:pt x="732981" y="130773"/>
                </a:lnTo>
                <a:lnTo>
                  <a:pt x="733524" y="130616"/>
                </a:lnTo>
                <a:lnTo>
                  <a:pt x="734077" y="130467"/>
                </a:lnTo>
                <a:lnTo>
                  <a:pt x="748661" y="130467"/>
                </a:lnTo>
                <a:lnTo>
                  <a:pt x="749612" y="130470"/>
                </a:lnTo>
                <a:lnTo>
                  <a:pt x="750546" y="130479"/>
                </a:lnTo>
                <a:lnTo>
                  <a:pt x="751461" y="130494"/>
                </a:lnTo>
                <a:lnTo>
                  <a:pt x="752357" y="130515"/>
                </a:lnTo>
                <a:lnTo>
                  <a:pt x="753236" y="130542"/>
                </a:lnTo>
                <a:lnTo>
                  <a:pt x="754096" y="130575"/>
                </a:lnTo>
                <a:lnTo>
                  <a:pt x="754938" y="130614"/>
                </a:lnTo>
                <a:lnTo>
                  <a:pt x="755761" y="130660"/>
                </a:lnTo>
                <a:lnTo>
                  <a:pt x="756566" y="130711"/>
                </a:lnTo>
                <a:lnTo>
                  <a:pt x="757353" y="130768"/>
                </a:lnTo>
                <a:lnTo>
                  <a:pt x="758122" y="130831"/>
                </a:lnTo>
                <a:lnTo>
                  <a:pt x="758872" y="130900"/>
                </a:lnTo>
                <a:lnTo>
                  <a:pt x="759604" y="130975"/>
                </a:lnTo>
                <a:lnTo>
                  <a:pt x="760318" y="131056"/>
                </a:lnTo>
                <a:lnTo>
                  <a:pt x="761013" y="131143"/>
                </a:lnTo>
                <a:lnTo>
                  <a:pt x="761690" y="131236"/>
                </a:lnTo>
                <a:lnTo>
                  <a:pt x="762349" y="131336"/>
                </a:lnTo>
                <a:lnTo>
                  <a:pt x="762989" y="131441"/>
                </a:lnTo>
                <a:lnTo>
                  <a:pt x="763611" y="131552"/>
                </a:lnTo>
                <a:lnTo>
                  <a:pt x="764215" y="131669"/>
                </a:lnTo>
                <a:lnTo>
                  <a:pt x="764801" y="131792"/>
                </a:lnTo>
                <a:lnTo>
                  <a:pt x="765368" y="131921"/>
                </a:lnTo>
                <a:lnTo>
                  <a:pt x="765917" y="132057"/>
                </a:lnTo>
                <a:lnTo>
                  <a:pt x="766447" y="132198"/>
                </a:lnTo>
                <a:lnTo>
                  <a:pt x="766962" y="132344"/>
                </a:lnTo>
                <a:lnTo>
                  <a:pt x="767463" y="132496"/>
                </a:lnTo>
                <a:lnTo>
                  <a:pt x="767950" y="132652"/>
                </a:lnTo>
                <a:lnTo>
                  <a:pt x="768424" y="132813"/>
                </a:lnTo>
                <a:lnTo>
                  <a:pt x="768884" y="132979"/>
                </a:lnTo>
                <a:lnTo>
                  <a:pt x="769330" y="133149"/>
                </a:lnTo>
                <a:lnTo>
                  <a:pt x="769762" y="133324"/>
                </a:lnTo>
                <a:lnTo>
                  <a:pt x="770181" y="133504"/>
                </a:lnTo>
                <a:lnTo>
                  <a:pt x="770586" y="133689"/>
                </a:lnTo>
                <a:lnTo>
                  <a:pt x="770977" y="133878"/>
                </a:lnTo>
                <a:lnTo>
                  <a:pt x="771355" y="134073"/>
                </a:lnTo>
                <a:lnTo>
                  <a:pt x="771719" y="134272"/>
                </a:lnTo>
                <a:lnTo>
                  <a:pt x="772070" y="134476"/>
                </a:lnTo>
                <a:lnTo>
                  <a:pt x="772406" y="134684"/>
                </a:lnTo>
                <a:lnTo>
                  <a:pt x="772729" y="134898"/>
                </a:lnTo>
                <a:lnTo>
                  <a:pt x="773039" y="135116"/>
                </a:lnTo>
                <a:lnTo>
                  <a:pt x="773334" y="135339"/>
                </a:lnTo>
                <a:lnTo>
                  <a:pt x="773616" y="135566"/>
                </a:lnTo>
                <a:lnTo>
                  <a:pt x="773884" y="135799"/>
                </a:lnTo>
                <a:lnTo>
                  <a:pt x="774139" y="136036"/>
                </a:lnTo>
                <a:lnTo>
                  <a:pt x="774380" y="136278"/>
                </a:lnTo>
                <a:lnTo>
                  <a:pt x="774607" y="136525"/>
                </a:lnTo>
                <a:lnTo>
                  <a:pt x="774821" y="136776"/>
                </a:lnTo>
                <a:lnTo>
                  <a:pt x="775020" y="137032"/>
                </a:lnTo>
                <a:lnTo>
                  <a:pt x="775209" y="137293"/>
                </a:lnTo>
                <a:lnTo>
                  <a:pt x="775390" y="137558"/>
                </a:lnTo>
                <a:lnTo>
                  <a:pt x="775563" y="137827"/>
                </a:lnTo>
                <a:lnTo>
                  <a:pt x="775728" y="138100"/>
                </a:lnTo>
                <a:lnTo>
                  <a:pt x="775885" y="138377"/>
                </a:lnTo>
                <a:lnTo>
                  <a:pt x="776033" y="138658"/>
                </a:lnTo>
                <a:lnTo>
                  <a:pt x="776174" y="138943"/>
                </a:lnTo>
                <a:lnTo>
                  <a:pt x="776307" y="139232"/>
                </a:lnTo>
                <a:lnTo>
                  <a:pt x="776432" y="139525"/>
                </a:lnTo>
                <a:lnTo>
                  <a:pt x="776548" y="139822"/>
                </a:lnTo>
                <a:lnTo>
                  <a:pt x="776657" y="140124"/>
                </a:lnTo>
                <a:lnTo>
                  <a:pt x="776757" y="140429"/>
                </a:lnTo>
                <a:lnTo>
                  <a:pt x="776850" y="140739"/>
                </a:lnTo>
                <a:lnTo>
                  <a:pt x="776934" y="141052"/>
                </a:lnTo>
                <a:lnTo>
                  <a:pt x="777010" y="141370"/>
                </a:lnTo>
                <a:lnTo>
                  <a:pt x="777079" y="141691"/>
                </a:lnTo>
                <a:lnTo>
                  <a:pt x="777139" y="142017"/>
                </a:lnTo>
                <a:lnTo>
                  <a:pt x="777191" y="142347"/>
                </a:lnTo>
                <a:lnTo>
                  <a:pt x="777236" y="142681"/>
                </a:lnTo>
                <a:lnTo>
                  <a:pt x="777272" y="143018"/>
                </a:lnTo>
                <a:lnTo>
                  <a:pt x="777300" y="143360"/>
                </a:lnTo>
                <a:lnTo>
                  <a:pt x="777320" y="143706"/>
                </a:lnTo>
                <a:lnTo>
                  <a:pt x="777332" y="144057"/>
                </a:lnTo>
                <a:lnTo>
                  <a:pt x="777336" y="144411"/>
                </a:lnTo>
                <a:lnTo>
                  <a:pt x="777324" y="145009"/>
                </a:lnTo>
                <a:lnTo>
                  <a:pt x="777289" y="145599"/>
                </a:lnTo>
                <a:lnTo>
                  <a:pt x="777229" y="146181"/>
                </a:lnTo>
                <a:lnTo>
                  <a:pt x="777146" y="146755"/>
                </a:lnTo>
                <a:lnTo>
                  <a:pt x="777039" y="147320"/>
                </a:lnTo>
                <a:lnTo>
                  <a:pt x="776908" y="147878"/>
                </a:lnTo>
                <a:lnTo>
                  <a:pt x="776753" y="148427"/>
                </a:lnTo>
                <a:lnTo>
                  <a:pt x="776575" y="148969"/>
                </a:lnTo>
                <a:lnTo>
                  <a:pt x="776373" y="149502"/>
                </a:lnTo>
                <a:lnTo>
                  <a:pt x="776147" y="150027"/>
                </a:lnTo>
                <a:lnTo>
                  <a:pt x="775897" y="150543"/>
                </a:lnTo>
                <a:lnTo>
                  <a:pt x="775624" y="151052"/>
                </a:lnTo>
                <a:lnTo>
                  <a:pt x="775327" y="151553"/>
                </a:lnTo>
                <a:lnTo>
                  <a:pt x="775006" y="152045"/>
                </a:lnTo>
                <a:lnTo>
                  <a:pt x="774661" y="152529"/>
                </a:lnTo>
                <a:lnTo>
                  <a:pt x="774292" y="153006"/>
                </a:lnTo>
                <a:lnTo>
                  <a:pt x="773900" y="153474"/>
                </a:lnTo>
                <a:lnTo>
                  <a:pt x="773484" y="153933"/>
                </a:lnTo>
                <a:lnTo>
                  <a:pt x="773044" y="154385"/>
                </a:lnTo>
                <a:lnTo>
                  <a:pt x="772580" y="154829"/>
                </a:lnTo>
                <a:lnTo>
                  <a:pt x="772093" y="155264"/>
                </a:lnTo>
                <a:lnTo>
                  <a:pt x="771581" y="155692"/>
                </a:lnTo>
                <a:lnTo>
                  <a:pt x="771046" y="156111"/>
                </a:lnTo>
                <a:lnTo>
                  <a:pt x="770488" y="156522"/>
                </a:lnTo>
                <a:lnTo>
                  <a:pt x="769900" y="156921"/>
                </a:lnTo>
                <a:lnTo>
                  <a:pt x="769277" y="157302"/>
                </a:lnTo>
                <a:lnTo>
                  <a:pt x="768621" y="157667"/>
                </a:lnTo>
                <a:lnTo>
                  <a:pt x="767930" y="158015"/>
                </a:lnTo>
                <a:lnTo>
                  <a:pt x="767204" y="158346"/>
                </a:lnTo>
                <a:lnTo>
                  <a:pt x="766444" y="158660"/>
                </a:lnTo>
                <a:lnTo>
                  <a:pt x="765650" y="158957"/>
                </a:lnTo>
                <a:lnTo>
                  <a:pt x="764821" y="159237"/>
                </a:lnTo>
                <a:lnTo>
                  <a:pt x="763958" y="159500"/>
                </a:lnTo>
                <a:lnTo>
                  <a:pt x="763061" y="159746"/>
                </a:lnTo>
                <a:lnTo>
                  <a:pt x="762129" y="159975"/>
                </a:lnTo>
                <a:lnTo>
                  <a:pt x="761163" y="160187"/>
                </a:lnTo>
                <a:lnTo>
                  <a:pt x="760163" y="160382"/>
                </a:lnTo>
                <a:lnTo>
                  <a:pt x="759128" y="160560"/>
                </a:lnTo>
                <a:lnTo>
                  <a:pt x="758058" y="160722"/>
                </a:lnTo>
                <a:lnTo>
                  <a:pt x="756955" y="160866"/>
                </a:lnTo>
                <a:lnTo>
                  <a:pt x="755817" y="160993"/>
                </a:lnTo>
                <a:lnTo>
                  <a:pt x="754644" y="161103"/>
                </a:lnTo>
                <a:lnTo>
                  <a:pt x="753437" y="161197"/>
                </a:lnTo>
                <a:lnTo>
                  <a:pt x="752196" y="161273"/>
                </a:lnTo>
                <a:lnTo>
                  <a:pt x="750920" y="161333"/>
                </a:lnTo>
                <a:lnTo>
                  <a:pt x="749610" y="161375"/>
                </a:lnTo>
                <a:lnTo>
                  <a:pt x="748266" y="161400"/>
                </a:lnTo>
                <a:lnTo>
                  <a:pt x="746887" y="161409"/>
                </a:lnTo>
                <a:lnTo>
                  <a:pt x="745702" y="161401"/>
                </a:lnTo>
                <a:lnTo>
                  <a:pt x="744546" y="161377"/>
                </a:lnTo>
                <a:lnTo>
                  <a:pt x="743418" y="161337"/>
                </a:lnTo>
                <a:lnTo>
                  <a:pt x="742319" y="161280"/>
                </a:lnTo>
                <a:close/>
                <a:moveTo>
                  <a:pt x="28342" y="122748"/>
                </a:moveTo>
                <a:lnTo>
                  <a:pt x="27667" y="122707"/>
                </a:lnTo>
                <a:lnTo>
                  <a:pt x="27015" y="122650"/>
                </a:lnTo>
                <a:lnTo>
                  <a:pt x="26385" y="122576"/>
                </a:lnTo>
                <a:lnTo>
                  <a:pt x="25778" y="122485"/>
                </a:lnTo>
                <a:lnTo>
                  <a:pt x="25192" y="122379"/>
                </a:lnTo>
                <a:lnTo>
                  <a:pt x="24630" y="122256"/>
                </a:lnTo>
                <a:lnTo>
                  <a:pt x="24089" y="122116"/>
                </a:lnTo>
                <a:lnTo>
                  <a:pt x="23571" y="121960"/>
                </a:lnTo>
                <a:lnTo>
                  <a:pt x="23076" y="121788"/>
                </a:lnTo>
                <a:lnTo>
                  <a:pt x="22603" y="121599"/>
                </a:lnTo>
                <a:lnTo>
                  <a:pt x="22152" y="121393"/>
                </a:lnTo>
                <a:lnTo>
                  <a:pt x="21724" y="121172"/>
                </a:lnTo>
                <a:lnTo>
                  <a:pt x="21318" y="120933"/>
                </a:lnTo>
                <a:lnTo>
                  <a:pt x="20934" y="120679"/>
                </a:lnTo>
                <a:lnTo>
                  <a:pt x="20573" y="120408"/>
                </a:lnTo>
                <a:lnTo>
                  <a:pt x="20235" y="120121"/>
                </a:lnTo>
                <a:lnTo>
                  <a:pt x="19918" y="119817"/>
                </a:lnTo>
                <a:lnTo>
                  <a:pt x="19625" y="119496"/>
                </a:lnTo>
                <a:lnTo>
                  <a:pt x="19353" y="119160"/>
                </a:lnTo>
                <a:lnTo>
                  <a:pt x="19104" y="118807"/>
                </a:lnTo>
                <a:lnTo>
                  <a:pt x="18878" y="118437"/>
                </a:lnTo>
                <a:lnTo>
                  <a:pt x="18673" y="118051"/>
                </a:lnTo>
                <a:lnTo>
                  <a:pt x="18484" y="117650"/>
                </a:lnTo>
                <a:lnTo>
                  <a:pt x="18304" y="117233"/>
                </a:lnTo>
                <a:lnTo>
                  <a:pt x="18131" y="116802"/>
                </a:lnTo>
                <a:lnTo>
                  <a:pt x="17966" y="116357"/>
                </a:lnTo>
                <a:lnTo>
                  <a:pt x="17809" y="115896"/>
                </a:lnTo>
                <a:lnTo>
                  <a:pt x="17660" y="115421"/>
                </a:lnTo>
                <a:lnTo>
                  <a:pt x="17520" y="114932"/>
                </a:lnTo>
                <a:lnTo>
                  <a:pt x="17387" y="114427"/>
                </a:lnTo>
                <a:lnTo>
                  <a:pt x="17262" y="113908"/>
                </a:lnTo>
                <a:lnTo>
                  <a:pt x="17146" y="113374"/>
                </a:lnTo>
                <a:lnTo>
                  <a:pt x="17037" y="112825"/>
                </a:lnTo>
                <a:lnTo>
                  <a:pt x="16937" y="112262"/>
                </a:lnTo>
                <a:lnTo>
                  <a:pt x="16844" y="111684"/>
                </a:lnTo>
                <a:lnTo>
                  <a:pt x="16760" y="111091"/>
                </a:lnTo>
                <a:lnTo>
                  <a:pt x="16683" y="110484"/>
                </a:lnTo>
                <a:lnTo>
                  <a:pt x="16615" y="109861"/>
                </a:lnTo>
                <a:lnTo>
                  <a:pt x="16555" y="109224"/>
                </a:lnTo>
                <a:lnTo>
                  <a:pt x="16502" y="108573"/>
                </a:lnTo>
                <a:lnTo>
                  <a:pt x="16458" y="107907"/>
                </a:lnTo>
                <a:lnTo>
                  <a:pt x="16422" y="107225"/>
                </a:lnTo>
                <a:lnTo>
                  <a:pt x="16394" y="106530"/>
                </a:lnTo>
                <a:lnTo>
                  <a:pt x="16374" y="105819"/>
                </a:lnTo>
                <a:lnTo>
                  <a:pt x="16362" y="105094"/>
                </a:lnTo>
                <a:lnTo>
                  <a:pt x="16358" y="104354"/>
                </a:lnTo>
                <a:lnTo>
                  <a:pt x="16358" y="3547"/>
                </a:lnTo>
                <a:lnTo>
                  <a:pt x="0" y="3547"/>
                </a:lnTo>
                <a:lnTo>
                  <a:pt x="0" y="105142"/>
                </a:lnTo>
                <a:lnTo>
                  <a:pt x="4" y="105950"/>
                </a:lnTo>
                <a:lnTo>
                  <a:pt x="16" y="106749"/>
                </a:lnTo>
                <a:lnTo>
                  <a:pt x="35" y="107537"/>
                </a:lnTo>
                <a:lnTo>
                  <a:pt x="63" y="108316"/>
                </a:lnTo>
                <a:lnTo>
                  <a:pt x="98" y="109085"/>
                </a:lnTo>
                <a:lnTo>
                  <a:pt x="142" y="109845"/>
                </a:lnTo>
                <a:lnTo>
                  <a:pt x="193" y="110594"/>
                </a:lnTo>
                <a:lnTo>
                  <a:pt x="252" y="111334"/>
                </a:lnTo>
                <a:lnTo>
                  <a:pt x="319" y="112064"/>
                </a:lnTo>
                <a:lnTo>
                  <a:pt x="393" y="112784"/>
                </a:lnTo>
                <a:lnTo>
                  <a:pt x="476" y="113495"/>
                </a:lnTo>
                <a:lnTo>
                  <a:pt x="567" y="114196"/>
                </a:lnTo>
                <a:lnTo>
                  <a:pt x="665" y="114887"/>
                </a:lnTo>
                <a:lnTo>
                  <a:pt x="771" y="115568"/>
                </a:lnTo>
                <a:lnTo>
                  <a:pt x="885" y="116240"/>
                </a:lnTo>
                <a:lnTo>
                  <a:pt x="1007" y="116902"/>
                </a:lnTo>
                <a:lnTo>
                  <a:pt x="1137" y="117554"/>
                </a:lnTo>
                <a:lnTo>
                  <a:pt x="1275" y="118196"/>
                </a:lnTo>
                <a:lnTo>
                  <a:pt x="1420" y="118828"/>
                </a:lnTo>
                <a:lnTo>
                  <a:pt x="1574" y="119451"/>
                </a:lnTo>
                <a:lnTo>
                  <a:pt x="1735" y="120064"/>
                </a:lnTo>
                <a:lnTo>
                  <a:pt x="1904" y="120668"/>
                </a:lnTo>
                <a:lnTo>
                  <a:pt x="2081" y="121261"/>
                </a:lnTo>
                <a:lnTo>
                  <a:pt x="2266" y="121845"/>
                </a:lnTo>
                <a:lnTo>
                  <a:pt x="2462" y="122418"/>
                </a:lnTo>
                <a:lnTo>
                  <a:pt x="2672" y="122980"/>
                </a:lnTo>
                <a:lnTo>
                  <a:pt x="2895" y="123531"/>
                </a:lnTo>
                <a:lnTo>
                  <a:pt x="3131" y="124070"/>
                </a:lnTo>
                <a:lnTo>
                  <a:pt x="3382" y="124598"/>
                </a:lnTo>
                <a:lnTo>
                  <a:pt x="3646" y="125115"/>
                </a:lnTo>
                <a:lnTo>
                  <a:pt x="3924" y="125621"/>
                </a:lnTo>
                <a:lnTo>
                  <a:pt x="4215" y="126115"/>
                </a:lnTo>
                <a:lnTo>
                  <a:pt x="4521" y="126598"/>
                </a:lnTo>
                <a:lnTo>
                  <a:pt x="4839" y="127070"/>
                </a:lnTo>
                <a:lnTo>
                  <a:pt x="5172" y="127530"/>
                </a:lnTo>
                <a:lnTo>
                  <a:pt x="5518" y="127979"/>
                </a:lnTo>
                <a:lnTo>
                  <a:pt x="5878" y="128417"/>
                </a:lnTo>
                <a:lnTo>
                  <a:pt x="6252" y="128843"/>
                </a:lnTo>
                <a:lnTo>
                  <a:pt x="6639" y="129259"/>
                </a:lnTo>
                <a:lnTo>
                  <a:pt x="7040" y="129663"/>
                </a:lnTo>
                <a:lnTo>
                  <a:pt x="7455" y="130055"/>
                </a:lnTo>
                <a:lnTo>
                  <a:pt x="7883" y="130436"/>
                </a:lnTo>
                <a:lnTo>
                  <a:pt x="8325" y="130806"/>
                </a:lnTo>
                <a:lnTo>
                  <a:pt x="8781" y="131165"/>
                </a:lnTo>
                <a:lnTo>
                  <a:pt x="9250" y="131513"/>
                </a:lnTo>
                <a:lnTo>
                  <a:pt x="9734" y="131849"/>
                </a:lnTo>
                <a:lnTo>
                  <a:pt x="10230" y="132174"/>
                </a:lnTo>
                <a:lnTo>
                  <a:pt x="10741" y="132487"/>
                </a:lnTo>
                <a:lnTo>
                  <a:pt x="11268" y="132789"/>
                </a:lnTo>
                <a:lnTo>
                  <a:pt x="11814" y="133078"/>
                </a:lnTo>
                <a:lnTo>
                  <a:pt x="12379" y="133353"/>
                </a:lnTo>
                <a:lnTo>
                  <a:pt x="12964" y="133616"/>
                </a:lnTo>
                <a:lnTo>
                  <a:pt x="13567" y="133867"/>
                </a:lnTo>
                <a:lnTo>
                  <a:pt x="14190" y="134104"/>
                </a:lnTo>
                <a:lnTo>
                  <a:pt x="14832" y="134329"/>
                </a:lnTo>
                <a:lnTo>
                  <a:pt x="15493" y="134540"/>
                </a:lnTo>
                <a:lnTo>
                  <a:pt x="16173" y="134739"/>
                </a:lnTo>
                <a:lnTo>
                  <a:pt x="16872" y="134925"/>
                </a:lnTo>
                <a:lnTo>
                  <a:pt x="17591" y="135098"/>
                </a:lnTo>
                <a:lnTo>
                  <a:pt x="18328" y="135259"/>
                </a:lnTo>
                <a:lnTo>
                  <a:pt x="19085" y="135406"/>
                </a:lnTo>
                <a:lnTo>
                  <a:pt x="19861" y="135541"/>
                </a:lnTo>
                <a:lnTo>
                  <a:pt x="20656" y="135663"/>
                </a:lnTo>
                <a:lnTo>
                  <a:pt x="21471" y="135772"/>
                </a:lnTo>
                <a:lnTo>
                  <a:pt x="22304" y="135868"/>
                </a:lnTo>
                <a:lnTo>
                  <a:pt x="23157" y="135952"/>
                </a:lnTo>
                <a:lnTo>
                  <a:pt x="24029" y="136022"/>
                </a:lnTo>
                <a:lnTo>
                  <a:pt x="24920" y="136080"/>
                </a:lnTo>
                <a:lnTo>
                  <a:pt x="25830" y="136125"/>
                </a:lnTo>
                <a:lnTo>
                  <a:pt x="26759" y="136157"/>
                </a:lnTo>
                <a:lnTo>
                  <a:pt x="27708" y="136176"/>
                </a:lnTo>
                <a:lnTo>
                  <a:pt x="28675" y="136183"/>
                </a:lnTo>
                <a:lnTo>
                  <a:pt x="34193" y="136183"/>
                </a:lnTo>
                <a:lnTo>
                  <a:pt x="34193" y="122781"/>
                </a:lnTo>
                <a:lnTo>
                  <a:pt x="29759" y="122781"/>
                </a:lnTo>
                <a:lnTo>
                  <a:pt x="29040" y="122773"/>
                </a:lnTo>
                <a:lnTo>
                  <a:pt x="28342" y="122748"/>
                </a:lnTo>
                <a:close/>
                <a:moveTo>
                  <a:pt x="285567" y="37248"/>
                </a:moveTo>
                <a:lnTo>
                  <a:pt x="285567" y="32589"/>
                </a:lnTo>
                <a:lnTo>
                  <a:pt x="285571" y="31941"/>
                </a:lnTo>
                <a:lnTo>
                  <a:pt x="285583" y="31307"/>
                </a:lnTo>
                <a:lnTo>
                  <a:pt x="285603" y="30685"/>
                </a:lnTo>
                <a:lnTo>
                  <a:pt x="285631" y="30076"/>
                </a:lnTo>
                <a:lnTo>
                  <a:pt x="285667" y="29479"/>
                </a:lnTo>
                <a:lnTo>
                  <a:pt x="285712" y="28896"/>
                </a:lnTo>
                <a:lnTo>
                  <a:pt x="285764" y="28326"/>
                </a:lnTo>
                <a:lnTo>
                  <a:pt x="285824" y="27768"/>
                </a:lnTo>
                <a:lnTo>
                  <a:pt x="285892" y="27223"/>
                </a:lnTo>
                <a:lnTo>
                  <a:pt x="285969" y="26692"/>
                </a:lnTo>
                <a:lnTo>
                  <a:pt x="286053" y="26173"/>
                </a:lnTo>
                <a:lnTo>
                  <a:pt x="286146" y="25667"/>
                </a:lnTo>
                <a:lnTo>
                  <a:pt x="286246" y="25173"/>
                </a:lnTo>
                <a:lnTo>
                  <a:pt x="286355" y="24693"/>
                </a:lnTo>
                <a:lnTo>
                  <a:pt x="286471" y="24226"/>
                </a:lnTo>
                <a:lnTo>
                  <a:pt x="286596" y="23771"/>
                </a:lnTo>
                <a:lnTo>
                  <a:pt x="286729" y="23329"/>
                </a:lnTo>
                <a:lnTo>
                  <a:pt x="286869" y="22901"/>
                </a:lnTo>
                <a:lnTo>
                  <a:pt x="287018" y="22485"/>
                </a:lnTo>
                <a:lnTo>
                  <a:pt x="287175" y="22082"/>
                </a:lnTo>
                <a:lnTo>
                  <a:pt x="287340" y="21691"/>
                </a:lnTo>
                <a:lnTo>
                  <a:pt x="287513" y="21314"/>
                </a:lnTo>
                <a:lnTo>
                  <a:pt x="287694" y="20950"/>
                </a:lnTo>
                <a:lnTo>
                  <a:pt x="287882" y="20598"/>
                </a:lnTo>
                <a:lnTo>
                  <a:pt x="288087" y="20260"/>
                </a:lnTo>
                <a:lnTo>
                  <a:pt x="288313" y="19936"/>
                </a:lnTo>
                <a:lnTo>
                  <a:pt x="288562" y="19627"/>
                </a:lnTo>
                <a:lnTo>
                  <a:pt x="288834" y="19332"/>
                </a:lnTo>
                <a:lnTo>
                  <a:pt x="289127" y="19052"/>
                </a:lnTo>
                <a:lnTo>
                  <a:pt x="289444" y="18786"/>
                </a:lnTo>
                <a:lnTo>
                  <a:pt x="289782" y="18534"/>
                </a:lnTo>
                <a:lnTo>
                  <a:pt x="290143" y="18297"/>
                </a:lnTo>
                <a:lnTo>
                  <a:pt x="290527" y="18074"/>
                </a:lnTo>
                <a:lnTo>
                  <a:pt x="290933" y="17866"/>
                </a:lnTo>
                <a:lnTo>
                  <a:pt x="291361" y="17671"/>
                </a:lnTo>
                <a:lnTo>
                  <a:pt x="291812" y="17492"/>
                </a:lnTo>
                <a:lnTo>
                  <a:pt x="292285" y="17326"/>
                </a:lnTo>
                <a:lnTo>
                  <a:pt x="292780" y="17175"/>
                </a:lnTo>
                <a:lnTo>
                  <a:pt x="293298" y="17039"/>
                </a:lnTo>
                <a:lnTo>
                  <a:pt x="293839" y="16916"/>
                </a:lnTo>
                <a:lnTo>
                  <a:pt x="294401" y="16809"/>
                </a:lnTo>
                <a:lnTo>
                  <a:pt x="294987" y="16715"/>
                </a:lnTo>
                <a:lnTo>
                  <a:pt x="295594" y="16636"/>
                </a:lnTo>
                <a:lnTo>
                  <a:pt x="296224" y="16571"/>
                </a:lnTo>
                <a:lnTo>
                  <a:pt x="296877" y="16521"/>
                </a:lnTo>
                <a:lnTo>
                  <a:pt x="297551" y="16485"/>
                </a:lnTo>
                <a:lnTo>
                  <a:pt x="298249" y="16463"/>
                </a:lnTo>
                <a:lnTo>
                  <a:pt x="298968" y="16456"/>
                </a:lnTo>
                <a:lnTo>
                  <a:pt x="307837" y="16456"/>
                </a:lnTo>
                <a:lnTo>
                  <a:pt x="307837" y="3547"/>
                </a:lnTo>
                <a:lnTo>
                  <a:pt x="297884" y="3547"/>
                </a:lnTo>
                <a:lnTo>
                  <a:pt x="297151" y="3551"/>
                </a:lnTo>
                <a:lnTo>
                  <a:pt x="296429" y="3561"/>
                </a:lnTo>
                <a:lnTo>
                  <a:pt x="295719" y="3578"/>
                </a:lnTo>
                <a:lnTo>
                  <a:pt x="295020" y="3602"/>
                </a:lnTo>
                <a:lnTo>
                  <a:pt x="294332" y="3632"/>
                </a:lnTo>
                <a:lnTo>
                  <a:pt x="293656" y="3669"/>
                </a:lnTo>
                <a:lnTo>
                  <a:pt x="292992" y="3713"/>
                </a:lnTo>
                <a:lnTo>
                  <a:pt x="292339" y="3764"/>
                </a:lnTo>
                <a:lnTo>
                  <a:pt x="291697" y="3822"/>
                </a:lnTo>
                <a:lnTo>
                  <a:pt x="291067" y="3886"/>
                </a:lnTo>
                <a:lnTo>
                  <a:pt x="290448" y="3957"/>
                </a:lnTo>
                <a:lnTo>
                  <a:pt x="289841" y="4035"/>
                </a:lnTo>
                <a:lnTo>
                  <a:pt x="289245" y="4119"/>
                </a:lnTo>
                <a:lnTo>
                  <a:pt x="288661" y="4211"/>
                </a:lnTo>
                <a:lnTo>
                  <a:pt x="288088" y="4309"/>
                </a:lnTo>
                <a:lnTo>
                  <a:pt x="287527" y="4414"/>
                </a:lnTo>
                <a:lnTo>
                  <a:pt x="286977" y="4525"/>
                </a:lnTo>
                <a:lnTo>
                  <a:pt x="286438" y="4644"/>
                </a:lnTo>
                <a:lnTo>
                  <a:pt x="285911" y="4769"/>
                </a:lnTo>
                <a:lnTo>
                  <a:pt x="285396" y="4901"/>
                </a:lnTo>
                <a:lnTo>
                  <a:pt x="284892" y="5040"/>
                </a:lnTo>
                <a:lnTo>
                  <a:pt x="284399" y="5185"/>
                </a:lnTo>
                <a:lnTo>
                  <a:pt x="283918" y="5338"/>
                </a:lnTo>
                <a:lnTo>
                  <a:pt x="283448" y="5497"/>
                </a:lnTo>
                <a:lnTo>
                  <a:pt x="282988" y="5662"/>
                </a:lnTo>
                <a:lnTo>
                  <a:pt x="282537" y="5833"/>
                </a:lnTo>
                <a:lnTo>
                  <a:pt x="282095" y="6010"/>
                </a:lnTo>
                <a:lnTo>
                  <a:pt x="281661" y="6193"/>
                </a:lnTo>
                <a:lnTo>
                  <a:pt x="281235" y="6382"/>
                </a:lnTo>
                <a:lnTo>
                  <a:pt x="280818" y="6578"/>
                </a:lnTo>
                <a:lnTo>
                  <a:pt x="280410" y="6779"/>
                </a:lnTo>
                <a:lnTo>
                  <a:pt x="280010" y="6986"/>
                </a:lnTo>
                <a:lnTo>
                  <a:pt x="279619" y="7199"/>
                </a:lnTo>
                <a:lnTo>
                  <a:pt x="279236" y="7418"/>
                </a:lnTo>
                <a:lnTo>
                  <a:pt x="278862" y="7643"/>
                </a:lnTo>
                <a:lnTo>
                  <a:pt x="278497" y="7874"/>
                </a:lnTo>
                <a:lnTo>
                  <a:pt x="278139" y="8111"/>
                </a:lnTo>
                <a:lnTo>
                  <a:pt x="277791" y="8354"/>
                </a:lnTo>
                <a:lnTo>
                  <a:pt x="277451" y="8603"/>
                </a:lnTo>
                <a:lnTo>
                  <a:pt x="277120" y="8858"/>
                </a:lnTo>
                <a:lnTo>
                  <a:pt x="276797" y="9119"/>
                </a:lnTo>
                <a:lnTo>
                  <a:pt x="276483" y="9386"/>
                </a:lnTo>
                <a:lnTo>
                  <a:pt x="276177" y="9659"/>
                </a:lnTo>
                <a:lnTo>
                  <a:pt x="275880" y="9938"/>
                </a:lnTo>
                <a:lnTo>
                  <a:pt x="275591" y="10223"/>
                </a:lnTo>
                <a:lnTo>
                  <a:pt x="275311" y="10514"/>
                </a:lnTo>
                <a:lnTo>
                  <a:pt x="275040" y="10811"/>
                </a:lnTo>
                <a:lnTo>
                  <a:pt x="274777" y="11113"/>
                </a:lnTo>
                <a:lnTo>
                  <a:pt x="274521" y="11422"/>
                </a:lnTo>
                <a:lnTo>
                  <a:pt x="274272" y="11736"/>
                </a:lnTo>
                <a:lnTo>
                  <a:pt x="274030" y="12057"/>
                </a:lnTo>
                <a:lnTo>
                  <a:pt x="273794" y="12383"/>
                </a:lnTo>
                <a:lnTo>
                  <a:pt x="273565" y="12714"/>
                </a:lnTo>
                <a:lnTo>
                  <a:pt x="273342" y="13052"/>
                </a:lnTo>
                <a:lnTo>
                  <a:pt x="273125" y="13396"/>
                </a:lnTo>
                <a:lnTo>
                  <a:pt x="272915" y="13745"/>
                </a:lnTo>
                <a:lnTo>
                  <a:pt x="272712" y="14100"/>
                </a:lnTo>
                <a:lnTo>
                  <a:pt x="272515" y="14461"/>
                </a:lnTo>
                <a:lnTo>
                  <a:pt x="272325" y="14828"/>
                </a:lnTo>
                <a:lnTo>
                  <a:pt x="272141" y="15201"/>
                </a:lnTo>
                <a:lnTo>
                  <a:pt x="271963" y="15579"/>
                </a:lnTo>
                <a:lnTo>
                  <a:pt x="271792" y="15963"/>
                </a:lnTo>
                <a:lnTo>
                  <a:pt x="271628" y="16353"/>
                </a:lnTo>
                <a:lnTo>
                  <a:pt x="271470" y="16749"/>
                </a:lnTo>
                <a:lnTo>
                  <a:pt x="271319" y="17151"/>
                </a:lnTo>
                <a:lnTo>
                  <a:pt x="271174" y="17559"/>
                </a:lnTo>
                <a:lnTo>
                  <a:pt x="271035" y="17972"/>
                </a:lnTo>
                <a:lnTo>
                  <a:pt x="270903" y="18392"/>
                </a:lnTo>
                <a:lnTo>
                  <a:pt x="270778" y="18817"/>
                </a:lnTo>
                <a:lnTo>
                  <a:pt x="270659" y="19248"/>
                </a:lnTo>
                <a:lnTo>
                  <a:pt x="270547" y="19684"/>
                </a:lnTo>
                <a:lnTo>
                  <a:pt x="270441" y="20127"/>
                </a:lnTo>
                <a:lnTo>
                  <a:pt x="270340" y="20574"/>
                </a:lnTo>
                <a:lnTo>
                  <a:pt x="270244" y="21027"/>
                </a:lnTo>
                <a:lnTo>
                  <a:pt x="270152" y="21484"/>
                </a:lnTo>
                <a:lnTo>
                  <a:pt x="270065" y="21946"/>
                </a:lnTo>
                <a:lnTo>
                  <a:pt x="269981" y="22412"/>
                </a:lnTo>
                <a:lnTo>
                  <a:pt x="269902" y="22883"/>
                </a:lnTo>
                <a:lnTo>
                  <a:pt x="269827" y="23359"/>
                </a:lnTo>
                <a:lnTo>
                  <a:pt x="269757" y="23840"/>
                </a:lnTo>
                <a:lnTo>
                  <a:pt x="269690" y="24326"/>
                </a:lnTo>
                <a:lnTo>
                  <a:pt x="269628" y="24816"/>
                </a:lnTo>
                <a:lnTo>
                  <a:pt x="269571" y="25311"/>
                </a:lnTo>
                <a:lnTo>
                  <a:pt x="269517" y="25811"/>
                </a:lnTo>
                <a:lnTo>
                  <a:pt x="269468" y="26315"/>
                </a:lnTo>
                <a:lnTo>
                  <a:pt x="269423" y="26824"/>
                </a:lnTo>
                <a:lnTo>
                  <a:pt x="269382" y="27338"/>
                </a:lnTo>
                <a:lnTo>
                  <a:pt x="269346" y="27857"/>
                </a:lnTo>
                <a:lnTo>
                  <a:pt x="269314" y="28380"/>
                </a:lnTo>
                <a:lnTo>
                  <a:pt x="269286" y="28908"/>
                </a:lnTo>
                <a:lnTo>
                  <a:pt x="269263" y="29441"/>
                </a:lnTo>
                <a:lnTo>
                  <a:pt x="269243" y="29979"/>
                </a:lnTo>
                <a:lnTo>
                  <a:pt x="269228" y="30521"/>
                </a:lnTo>
                <a:lnTo>
                  <a:pt x="269218" y="31068"/>
                </a:lnTo>
                <a:lnTo>
                  <a:pt x="269211" y="31620"/>
                </a:lnTo>
                <a:lnTo>
                  <a:pt x="269209" y="32176"/>
                </a:lnTo>
                <a:lnTo>
                  <a:pt x="269209" y="37248"/>
                </a:lnTo>
                <a:lnTo>
                  <a:pt x="253147" y="37248"/>
                </a:lnTo>
                <a:lnTo>
                  <a:pt x="253147" y="50551"/>
                </a:lnTo>
                <a:lnTo>
                  <a:pt x="269209" y="50551"/>
                </a:lnTo>
                <a:lnTo>
                  <a:pt x="269209" y="136183"/>
                </a:lnTo>
                <a:lnTo>
                  <a:pt x="285567" y="136183"/>
                </a:lnTo>
                <a:lnTo>
                  <a:pt x="285567" y="50551"/>
                </a:lnTo>
                <a:lnTo>
                  <a:pt x="307935" y="50551"/>
                </a:lnTo>
                <a:lnTo>
                  <a:pt x="307935" y="37248"/>
                </a:lnTo>
                <a:lnTo>
                  <a:pt x="285567" y="37248"/>
                </a:lnTo>
                <a:close/>
                <a:moveTo>
                  <a:pt x="441234" y="48685"/>
                </a:moveTo>
                <a:lnTo>
                  <a:pt x="440736" y="47786"/>
                </a:lnTo>
                <a:lnTo>
                  <a:pt x="440214" y="46914"/>
                </a:lnTo>
                <a:lnTo>
                  <a:pt x="439667" y="46068"/>
                </a:lnTo>
                <a:lnTo>
                  <a:pt x="439096" y="45248"/>
                </a:lnTo>
                <a:lnTo>
                  <a:pt x="438498" y="44459"/>
                </a:lnTo>
                <a:lnTo>
                  <a:pt x="437868" y="43703"/>
                </a:lnTo>
                <a:lnTo>
                  <a:pt x="437207" y="42981"/>
                </a:lnTo>
                <a:lnTo>
                  <a:pt x="436515" y="42292"/>
                </a:lnTo>
                <a:lnTo>
                  <a:pt x="435792" y="41637"/>
                </a:lnTo>
                <a:lnTo>
                  <a:pt x="435038" y="41015"/>
                </a:lnTo>
                <a:lnTo>
                  <a:pt x="434252" y="40428"/>
                </a:lnTo>
                <a:lnTo>
                  <a:pt x="433436" y="39873"/>
                </a:lnTo>
                <a:lnTo>
                  <a:pt x="432588" y="39352"/>
                </a:lnTo>
                <a:lnTo>
                  <a:pt x="431709" y="38865"/>
                </a:lnTo>
                <a:lnTo>
                  <a:pt x="430799" y="38412"/>
                </a:lnTo>
                <a:lnTo>
                  <a:pt x="429858" y="37992"/>
                </a:lnTo>
                <a:lnTo>
                  <a:pt x="428886" y="37606"/>
                </a:lnTo>
                <a:lnTo>
                  <a:pt x="427883" y="37253"/>
                </a:lnTo>
                <a:lnTo>
                  <a:pt x="426848" y="36934"/>
                </a:lnTo>
                <a:lnTo>
                  <a:pt x="425782" y="36648"/>
                </a:lnTo>
                <a:lnTo>
                  <a:pt x="424686" y="36396"/>
                </a:lnTo>
                <a:lnTo>
                  <a:pt x="423558" y="36178"/>
                </a:lnTo>
                <a:lnTo>
                  <a:pt x="422399" y="35993"/>
                </a:lnTo>
                <a:lnTo>
                  <a:pt x="421208" y="35842"/>
                </a:lnTo>
                <a:lnTo>
                  <a:pt x="419987" y="35724"/>
                </a:lnTo>
                <a:lnTo>
                  <a:pt x="418735" y="35640"/>
                </a:lnTo>
                <a:lnTo>
                  <a:pt x="417451" y="35590"/>
                </a:lnTo>
                <a:lnTo>
                  <a:pt x="416136" y="35573"/>
                </a:lnTo>
                <a:lnTo>
                  <a:pt x="415125" y="35582"/>
                </a:lnTo>
                <a:lnTo>
                  <a:pt x="414128" y="35609"/>
                </a:lnTo>
                <a:lnTo>
                  <a:pt x="413145" y="35654"/>
                </a:lnTo>
                <a:lnTo>
                  <a:pt x="412176" y="35717"/>
                </a:lnTo>
                <a:lnTo>
                  <a:pt x="411220" y="35798"/>
                </a:lnTo>
                <a:lnTo>
                  <a:pt x="410279" y="35896"/>
                </a:lnTo>
                <a:lnTo>
                  <a:pt x="409352" y="36013"/>
                </a:lnTo>
                <a:lnTo>
                  <a:pt x="408439" y="36148"/>
                </a:lnTo>
                <a:lnTo>
                  <a:pt x="407540" y="36301"/>
                </a:lnTo>
                <a:lnTo>
                  <a:pt x="406655" y="36471"/>
                </a:lnTo>
                <a:lnTo>
                  <a:pt x="405784" y="36660"/>
                </a:lnTo>
                <a:lnTo>
                  <a:pt x="404927" y="36866"/>
                </a:lnTo>
                <a:lnTo>
                  <a:pt x="404085" y="37091"/>
                </a:lnTo>
                <a:lnTo>
                  <a:pt x="403256" y="37333"/>
                </a:lnTo>
                <a:lnTo>
                  <a:pt x="402441" y="37594"/>
                </a:lnTo>
                <a:lnTo>
                  <a:pt x="401640" y="37872"/>
                </a:lnTo>
                <a:lnTo>
                  <a:pt x="400853" y="38169"/>
                </a:lnTo>
                <a:lnTo>
                  <a:pt x="400080" y="38483"/>
                </a:lnTo>
                <a:lnTo>
                  <a:pt x="399322" y="38815"/>
                </a:lnTo>
                <a:lnTo>
                  <a:pt x="398577" y="39166"/>
                </a:lnTo>
                <a:lnTo>
                  <a:pt x="397846" y="39534"/>
                </a:lnTo>
                <a:lnTo>
                  <a:pt x="397130" y="39920"/>
                </a:lnTo>
                <a:lnTo>
                  <a:pt x="396427" y="40324"/>
                </a:lnTo>
                <a:lnTo>
                  <a:pt x="395739" y="40746"/>
                </a:lnTo>
                <a:lnTo>
                  <a:pt x="395064" y="41179"/>
                </a:lnTo>
                <a:lnTo>
                  <a:pt x="394403" y="41613"/>
                </a:lnTo>
                <a:lnTo>
                  <a:pt x="393755" y="42050"/>
                </a:lnTo>
                <a:lnTo>
                  <a:pt x="393122" y="42489"/>
                </a:lnTo>
                <a:lnTo>
                  <a:pt x="392502" y="42930"/>
                </a:lnTo>
                <a:lnTo>
                  <a:pt x="391895" y="43373"/>
                </a:lnTo>
                <a:lnTo>
                  <a:pt x="391303" y="43819"/>
                </a:lnTo>
                <a:lnTo>
                  <a:pt x="390724" y="44266"/>
                </a:lnTo>
                <a:lnTo>
                  <a:pt x="390159" y="44716"/>
                </a:lnTo>
                <a:lnTo>
                  <a:pt x="389607" y="45169"/>
                </a:lnTo>
                <a:lnTo>
                  <a:pt x="389069" y="45623"/>
                </a:lnTo>
                <a:lnTo>
                  <a:pt x="388545" y="46080"/>
                </a:lnTo>
                <a:lnTo>
                  <a:pt x="388035" y="46539"/>
                </a:lnTo>
                <a:lnTo>
                  <a:pt x="387538" y="47000"/>
                </a:lnTo>
                <a:lnTo>
                  <a:pt x="387055" y="47463"/>
                </a:lnTo>
                <a:lnTo>
                  <a:pt x="386585" y="47929"/>
                </a:lnTo>
                <a:lnTo>
                  <a:pt x="386130" y="48397"/>
                </a:lnTo>
                <a:lnTo>
                  <a:pt x="385687" y="48867"/>
                </a:lnTo>
                <a:lnTo>
                  <a:pt x="385259" y="49339"/>
                </a:lnTo>
                <a:lnTo>
                  <a:pt x="384844" y="49813"/>
                </a:lnTo>
                <a:lnTo>
                  <a:pt x="384443" y="50290"/>
                </a:lnTo>
                <a:lnTo>
                  <a:pt x="384056" y="50769"/>
                </a:lnTo>
                <a:lnTo>
                  <a:pt x="383682" y="51250"/>
                </a:lnTo>
                <a:lnTo>
                  <a:pt x="383322" y="51734"/>
                </a:lnTo>
                <a:lnTo>
                  <a:pt x="382731" y="37248"/>
                </a:lnTo>
                <a:lnTo>
                  <a:pt x="366965" y="37248"/>
                </a:lnTo>
                <a:lnTo>
                  <a:pt x="366965" y="136183"/>
                </a:lnTo>
                <a:lnTo>
                  <a:pt x="383421" y="136183"/>
                </a:lnTo>
                <a:lnTo>
                  <a:pt x="383421" y="65545"/>
                </a:lnTo>
                <a:lnTo>
                  <a:pt x="383779" y="65043"/>
                </a:lnTo>
                <a:lnTo>
                  <a:pt x="384146" y="64544"/>
                </a:lnTo>
                <a:lnTo>
                  <a:pt x="384523" y="64049"/>
                </a:lnTo>
                <a:lnTo>
                  <a:pt x="384910" y="63558"/>
                </a:lnTo>
                <a:lnTo>
                  <a:pt x="385306" y="63070"/>
                </a:lnTo>
                <a:lnTo>
                  <a:pt x="385712" y="62585"/>
                </a:lnTo>
                <a:lnTo>
                  <a:pt x="386127" y="62103"/>
                </a:lnTo>
                <a:lnTo>
                  <a:pt x="386552" y="61625"/>
                </a:lnTo>
                <a:lnTo>
                  <a:pt x="386987" y="61151"/>
                </a:lnTo>
                <a:lnTo>
                  <a:pt x="387431" y="60679"/>
                </a:lnTo>
                <a:lnTo>
                  <a:pt x="387885" y="60211"/>
                </a:lnTo>
                <a:lnTo>
                  <a:pt x="388348" y="59747"/>
                </a:lnTo>
                <a:lnTo>
                  <a:pt x="388821" y="59286"/>
                </a:lnTo>
                <a:lnTo>
                  <a:pt x="389303" y="58828"/>
                </a:lnTo>
                <a:lnTo>
                  <a:pt x="389795" y="58374"/>
                </a:lnTo>
                <a:lnTo>
                  <a:pt x="390297" y="57923"/>
                </a:lnTo>
                <a:lnTo>
                  <a:pt x="390808" y="57475"/>
                </a:lnTo>
                <a:lnTo>
                  <a:pt x="391329" y="57031"/>
                </a:lnTo>
                <a:lnTo>
                  <a:pt x="391859" y="56590"/>
                </a:lnTo>
                <a:lnTo>
                  <a:pt x="392399" y="56153"/>
                </a:lnTo>
                <a:lnTo>
                  <a:pt x="392949" y="55719"/>
                </a:lnTo>
                <a:lnTo>
                  <a:pt x="393508" y="55288"/>
                </a:lnTo>
                <a:lnTo>
                  <a:pt x="394076" y="54861"/>
                </a:lnTo>
                <a:lnTo>
                  <a:pt x="394655" y="54437"/>
                </a:lnTo>
                <a:lnTo>
                  <a:pt x="395243" y="54024"/>
                </a:lnTo>
                <a:lnTo>
                  <a:pt x="395843" y="53628"/>
                </a:lnTo>
                <a:lnTo>
                  <a:pt x="396453" y="53249"/>
                </a:lnTo>
                <a:lnTo>
                  <a:pt x="397074" y="52889"/>
                </a:lnTo>
                <a:lnTo>
                  <a:pt x="397707" y="52545"/>
                </a:lnTo>
                <a:lnTo>
                  <a:pt x="398350" y="52220"/>
                </a:lnTo>
                <a:lnTo>
                  <a:pt x="399004" y="51912"/>
                </a:lnTo>
                <a:lnTo>
                  <a:pt x="399669" y="51621"/>
                </a:lnTo>
                <a:lnTo>
                  <a:pt x="400345" y="51349"/>
                </a:lnTo>
                <a:lnTo>
                  <a:pt x="401032" y="51093"/>
                </a:lnTo>
                <a:lnTo>
                  <a:pt x="401730" y="50856"/>
                </a:lnTo>
                <a:lnTo>
                  <a:pt x="402439" y="50636"/>
                </a:lnTo>
                <a:lnTo>
                  <a:pt x="403159" y="50433"/>
                </a:lnTo>
                <a:lnTo>
                  <a:pt x="403890" y="50249"/>
                </a:lnTo>
                <a:lnTo>
                  <a:pt x="404632" y="50081"/>
                </a:lnTo>
                <a:lnTo>
                  <a:pt x="405385" y="49932"/>
                </a:lnTo>
                <a:lnTo>
                  <a:pt x="406148" y="49800"/>
                </a:lnTo>
                <a:lnTo>
                  <a:pt x="406923" y="49685"/>
                </a:lnTo>
                <a:lnTo>
                  <a:pt x="407708" y="49589"/>
                </a:lnTo>
                <a:lnTo>
                  <a:pt x="408505" y="49509"/>
                </a:lnTo>
                <a:lnTo>
                  <a:pt x="409312" y="49448"/>
                </a:lnTo>
                <a:lnTo>
                  <a:pt x="410131" y="49404"/>
                </a:lnTo>
                <a:lnTo>
                  <a:pt x="410960" y="49377"/>
                </a:lnTo>
                <a:lnTo>
                  <a:pt x="411801" y="49369"/>
                </a:lnTo>
                <a:lnTo>
                  <a:pt x="412394" y="49374"/>
                </a:lnTo>
                <a:lnTo>
                  <a:pt x="412976" y="49391"/>
                </a:lnTo>
                <a:lnTo>
                  <a:pt x="413547" y="49419"/>
                </a:lnTo>
                <a:lnTo>
                  <a:pt x="414105" y="49458"/>
                </a:lnTo>
                <a:lnTo>
                  <a:pt x="414652" y="49509"/>
                </a:lnTo>
                <a:lnTo>
                  <a:pt x="415188" y="49570"/>
                </a:lnTo>
                <a:lnTo>
                  <a:pt x="415712" y="49643"/>
                </a:lnTo>
                <a:lnTo>
                  <a:pt x="416224" y="49727"/>
                </a:lnTo>
                <a:lnTo>
                  <a:pt x="416725" y="49822"/>
                </a:lnTo>
                <a:lnTo>
                  <a:pt x="417213" y="49928"/>
                </a:lnTo>
                <a:lnTo>
                  <a:pt x="417691" y="50046"/>
                </a:lnTo>
                <a:lnTo>
                  <a:pt x="418156" y="50175"/>
                </a:lnTo>
                <a:lnTo>
                  <a:pt x="418610" y="50315"/>
                </a:lnTo>
                <a:lnTo>
                  <a:pt x="419053" y="50466"/>
                </a:lnTo>
                <a:lnTo>
                  <a:pt x="419484" y="50628"/>
                </a:lnTo>
                <a:lnTo>
                  <a:pt x="419903" y="50802"/>
                </a:lnTo>
                <a:lnTo>
                  <a:pt x="420310" y="50986"/>
                </a:lnTo>
                <a:lnTo>
                  <a:pt x="420706" y="51182"/>
                </a:lnTo>
                <a:lnTo>
                  <a:pt x="421090" y="51389"/>
                </a:lnTo>
                <a:lnTo>
                  <a:pt x="421463" y="51608"/>
                </a:lnTo>
                <a:lnTo>
                  <a:pt x="421824" y="51837"/>
                </a:lnTo>
                <a:lnTo>
                  <a:pt x="422173" y="52078"/>
                </a:lnTo>
                <a:lnTo>
                  <a:pt x="422511" y="52330"/>
                </a:lnTo>
                <a:lnTo>
                  <a:pt x="422837" y="52593"/>
                </a:lnTo>
                <a:lnTo>
                  <a:pt x="423153" y="52866"/>
                </a:lnTo>
                <a:lnTo>
                  <a:pt x="423461" y="53147"/>
                </a:lnTo>
                <a:lnTo>
                  <a:pt x="423760" y="53436"/>
                </a:lnTo>
                <a:lnTo>
                  <a:pt x="424051" y="53734"/>
                </a:lnTo>
                <a:lnTo>
                  <a:pt x="424334" y="54041"/>
                </a:lnTo>
                <a:lnTo>
                  <a:pt x="424608" y="54355"/>
                </a:lnTo>
                <a:lnTo>
                  <a:pt x="424874" y="54678"/>
                </a:lnTo>
                <a:lnTo>
                  <a:pt x="425131" y="55010"/>
                </a:lnTo>
                <a:lnTo>
                  <a:pt x="425380" y="55349"/>
                </a:lnTo>
                <a:lnTo>
                  <a:pt x="425621" y="55698"/>
                </a:lnTo>
                <a:lnTo>
                  <a:pt x="425853" y="56054"/>
                </a:lnTo>
                <a:lnTo>
                  <a:pt x="426077" y="56419"/>
                </a:lnTo>
                <a:lnTo>
                  <a:pt x="426292" y="56792"/>
                </a:lnTo>
                <a:lnTo>
                  <a:pt x="426499" y="57174"/>
                </a:lnTo>
                <a:lnTo>
                  <a:pt x="426698" y="57564"/>
                </a:lnTo>
                <a:lnTo>
                  <a:pt x="426888" y="57962"/>
                </a:lnTo>
                <a:lnTo>
                  <a:pt x="427070" y="58368"/>
                </a:lnTo>
                <a:lnTo>
                  <a:pt x="427244" y="58783"/>
                </a:lnTo>
                <a:lnTo>
                  <a:pt x="427409" y="59207"/>
                </a:lnTo>
                <a:lnTo>
                  <a:pt x="427566" y="59639"/>
                </a:lnTo>
                <a:lnTo>
                  <a:pt x="427714" y="60079"/>
                </a:lnTo>
                <a:lnTo>
                  <a:pt x="427854" y="60527"/>
                </a:lnTo>
                <a:lnTo>
                  <a:pt x="427986" y="60984"/>
                </a:lnTo>
                <a:lnTo>
                  <a:pt x="428109" y="61449"/>
                </a:lnTo>
                <a:lnTo>
                  <a:pt x="428226" y="61921"/>
                </a:lnTo>
                <a:lnTo>
                  <a:pt x="428337" y="62399"/>
                </a:lnTo>
                <a:lnTo>
                  <a:pt x="428444" y="62882"/>
                </a:lnTo>
                <a:lnTo>
                  <a:pt x="428546" y="63371"/>
                </a:lnTo>
                <a:lnTo>
                  <a:pt x="428642" y="63866"/>
                </a:lnTo>
                <a:lnTo>
                  <a:pt x="428734" y="64366"/>
                </a:lnTo>
                <a:lnTo>
                  <a:pt x="428821" y="64872"/>
                </a:lnTo>
                <a:lnTo>
                  <a:pt x="428903" y="65384"/>
                </a:lnTo>
                <a:lnTo>
                  <a:pt x="428980" y="65902"/>
                </a:lnTo>
                <a:lnTo>
                  <a:pt x="429052" y="66425"/>
                </a:lnTo>
                <a:lnTo>
                  <a:pt x="429119" y="66954"/>
                </a:lnTo>
                <a:lnTo>
                  <a:pt x="429181" y="67489"/>
                </a:lnTo>
                <a:lnTo>
                  <a:pt x="429238" y="68029"/>
                </a:lnTo>
                <a:lnTo>
                  <a:pt x="429290" y="68575"/>
                </a:lnTo>
                <a:lnTo>
                  <a:pt x="429337" y="69127"/>
                </a:lnTo>
                <a:lnTo>
                  <a:pt x="429379" y="69684"/>
                </a:lnTo>
                <a:lnTo>
                  <a:pt x="429416" y="70247"/>
                </a:lnTo>
                <a:lnTo>
                  <a:pt x="429449" y="70816"/>
                </a:lnTo>
                <a:lnTo>
                  <a:pt x="429476" y="71390"/>
                </a:lnTo>
                <a:lnTo>
                  <a:pt x="429498" y="71971"/>
                </a:lnTo>
                <a:lnTo>
                  <a:pt x="429516" y="72557"/>
                </a:lnTo>
                <a:lnTo>
                  <a:pt x="429528" y="73148"/>
                </a:lnTo>
                <a:lnTo>
                  <a:pt x="429535" y="73746"/>
                </a:lnTo>
                <a:lnTo>
                  <a:pt x="429538" y="74349"/>
                </a:lnTo>
                <a:lnTo>
                  <a:pt x="429538" y="136183"/>
                </a:lnTo>
                <a:lnTo>
                  <a:pt x="446093" y="136183"/>
                </a:lnTo>
                <a:lnTo>
                  <a:pt x="446093" y="72233"/>
                </a:lnTo>
                <a:lnTo>
                  <a:pt x="446080" y="70804"/>
                </a:lnTo>
                <a:lnTo>
                  <a:pt x="446044" y="69401"/>
                </a:lnTo>
                <a:lnTo>
                  <a:pt x="445983" y="68024"/>
                </a:lnTo>
                <a:lnTo>
                  <a:pt x="445898" y="66675"/>
                </a:lnTo>
                <a:lnTo>
                  <a:pt x="445789" y="65351"/>
                </a:lnTo>
                <a:lnTo>
                  <a:pt x="445700" y="64490"/>
                </a:lnTo>
                <a:lnTo>
                  <a:pt x="445883" y="64258"/>
                </a:lnTo>
                <a:lnTo>
                  <a:pt x="446274" y="63779"/>
                </a:lnTo>
                <a:lnTo>
                  <a:pt x="446673" y="63304"/>
                </a:lnTo>
                <a:lnTo>
                  <a:pt x="447081" y="62832"/>
                </a:lnTo>
                <a:lnTo>
                  <a:pt x="447497" y="62363"/>
                </a:lnTo>
                <a:lnTo>
                  <a:pt x="447922" y="61899"/>
                </a:lnTo>
                <a:lnTo>
                  <a:pt x="448355" y="61438"/>
                </a:lnTo>
                <a:lnTo>
                  <a:pt x="448797" y="60980"/>
                </a:lnTo>
                <a:lnTo>
                  <a:pt x="449247" y="60526"/>
                </a:lnTo>
                <a:lnTo>
                  <a:pt x="449706" y="60076"/>
                </a:lnTo>
                <a:lnTo>
                  <a:pt x="450174" y="59629"/>
                </a:lnTo>
                <a:lnTo>
                  <a:pt x="450650" y="59186"/>
                </a:lnTo>
                <a:lnTo>
                  <a:pt x="451135" y="58746"/>
                </a:lnTo>
                <a:lnTo>
                  <a:pt x="451628" y="58310"/>
                </a:lnTo>
                <a:lnTo>
                  <a:pt x="452130" y="57878"/>
                </a:lnTo>
                <a:lnTo>
                  <a:pt x="452640" y="57449"/>
                </a:lnTo>
                <a:lnTo>
                  <a:pt x="453159" y="57024"/>
                </a:lnTo>
                <a:lnTo>
                  <a:pt x="453686" y="56602"/>
                </a:lnTo>
                <a:lnTo>
                  <a:pt x="454222" y="56184"/>
                </a:lnTo>
                <a:lnTo>
                  <a:pt x="454767" y="55770"/>
                </a:lnTo>
                <a:lnTo>
                  <a:pt x="455320" y="55359"/>
                </a:lnTo>
                <a:lnTo>
                  <a:pt x="455882" y="54952"/>
                </a:lnTo>
                <a:lnTo>
                  <a:pt x="456452" y="54548"/>
                </a:lnTo>
                <a:lnTo>
                  <a:pt x="457031" y="54148"/>
                </a:lnTo>
                <a:lnTo>
                  <a:pt x="457619" y="53758"/>
                </a:lnTo>
                <a:lnTo>
                  <a:pt x="458219" y="53385"/>
                </a:lnTo>
                <a:lnTo>
                  <a:pt x="458830" y="53028"/>
                </a:lnTo>
                <a:lnTo>
                  <a:pt x="459453" y="52688"/>
                </a:lnTo>
                <a:lnTo>
                  <a:pt x="460087" y="52364"/>
                </a:lnTo>
                <a:lnTo>
                  <a:pt x="460732" y="52057"/>
                </a:lnTo>
                <a:lnTo>
                  <a:pt x="461388" y="51767"/>
                </a:lnTo>
                <a:lnTo>
                  <a:pt x="462056" y="51493"/>
                </a:lnTo>
                <a:lnTo>
                  <a:pt x="462735" y="51236"/>
                </a:lnTo>
                <a:lnTo>
                  <a:pt x="463425" y="50995"/>
                </a:lnTo>
                <a:lnTo>
                  <a:pt x="464127" y="50771"/>
                </a:lnTo>
                <a:lnTo>
                  <a:pt x="464840" y="50563"/>
                </a:lnTo>
                <a:lnTo>
                  <a:pt x="465564" y="50373"/>
                </a:lnTo>
                <a:lnTo>
                  <a:pt x="466300" y="50198"/>
                </a:lnTo>
                <a:lnTo>
                  <a:pt x="467046" y="50041"/>
                </a:lnTo>
                <a:lnTo>
                  <a:pt x="467804" y="49900"/>
                </a:lnTo>
                <a:lnTo>
                  <a:pt x="468574" y="49775"/>
                </a:lnTo>
                <a:lnTo>
                  <a:pt x="469354" y="49667"/>
                </a:lnTo>
                <a:lnTo>
                  <a:pt x="470146" y="49576"/>
                </a:lnTo>
                <a:lnTo>
                  <a:pt x="470949" y="49501"/>
                </a:lnTo>
                <a:lnTo>
                  <a:pt x="471764" y="49443"/>
                </a:lnTo>
                <a:lnTo>
                  <a:pt x="472590" y="49402"/>
                </a:lnTo>
                <a:lnTo>
                  <a:pt x="473427" y="49377"/>
                </a:lnTo>
                <a:lnTo>
                  <a:pt x="474275" y="49369"/>
                </a:lnTo>
                <a:lnTo>
                  <a:pt x="474861" y="49374"/>
                </a:lnTo>
                <a:lnTo>
                  <a:pt x="475435" y="49391"/>
                </a:lnTo>
                <a:lnTo>
                  <a:pt x="475998" y="49419"/>
                </a:lnTo>
                <a:lnTo>
                  <a:pt x="476550" y="49458"/>
                </a:lnTo>
                <a:lnTo>
                  <a:pt x="477090" y="49509"/>
                </a:lnTo>
                <a:lnTo>
                  <a:pt x="477619" y="49570"/>
                </a:lnTo>
                <a:lnTo>
                  <a:pt x="478137" y="49643"/>
                </a:lnTo>
                <a:lnTo>
                  <a:pt x="478644" y="49727"/>
                </a:lnTo>
                <a:lnTo>
                  <a:pt x="479139" y="49822"/>
                </a:lnTo>
                <a:lnTo>
                  <a:pt x="479623" y="49928"/>
                </a:lnTo>
                <a:lnTo>
                  <a:pt x="480096" y="50046"/>
                </a:lnTo>
                <a:lnTo>
                  <a:pt x="480557" y="50175"/>
                </a:lnTo>
                <a:lnTo>
                  <a:pt x="481007" y="50315"/>
                </a:lnTo>
                <a:lnTo>
                  <a:pt x="481446" y="50466"/>
                </a:lnTo>
                <a:lnTo>
                  <a:pt x="481873" y="50628"/>
                </a:lnTo>
                <a:lnTo>
                  <a:pt x="482290" y="50802"/>
                </a:lnTo>
                <a:lnTo>
                  <a:pt x="482695" y="50986"/>
                </a:lnTo>
                <a:lnTo>
                  <a:pt x="483088" y="51182"/>
                </a:lnTo>
                <a:lnTo>
                  <a:pt x="483471" y="51389"/>
                </a:lnTo>
                <a:lnTo>
                  <a:pt x="483842" y="51608"/>
                </a:lnTo>
                <a:lnTo>
                  <a:pt x="484202" y="51837"/>
                </a:lnTo>
                <a:lnTo>
                  <a:pt x="484550" y="52078"/>
                </a:lnTo>
                <a:lnTo>
                  <a:pt x="484887" y="52330"/>
                </a:lnTo>
                <a:lnTo>
                  <a:pt x="485213" y="52593"/>
                </a:lnTo>
                <a:lnTo>
                  <a:pt x="485529" y="52866"/>
                </a:lnTo>
                <a:lnTo>
                  <a:pt x="485837" y="53147"/>
                </a:lnTo>
                <a:lnTo>
                  <a:pt x="486136" y="53436"/>
                </a:lnTo>
                <a:lnTo>
                  <a:pt x="486427" y="53734"/>
                </a:lnTo>
                <a:lnTo>
                  <a:pt x="486710" y="54041"/>
                </a:lnTo>
                <a:lnTo>
                  <a:pt x="486984" y="54355"/>
                </a:lnTo>
                <a:lnTo>
                  <a:pt x="487249" y="54678"/>
                </a:lnTo>
                <a:lnTo>
                  <a:pt x="487507" y="55010"/>
                </a:lnTo>
                <a:lnTo>
                  <a:pt x="487756" y="55349"/>
                </a:lnTo>
                <a:lnTo>
                  <a:pt x="487996" y="55698"/>
                </a:lnTo>
                <a:lnTo>
                  <a:pt x="488229" y="56054"/>
                </a:lnTo>
                <a:lnTo>
                  <a:pt x="488453" y="56419"/>
                </a:lnTo>
                <a:lnTo>
                  <a:pt x="488668" y="56792"/>
                </a:lnTo>
                <a:lnTo>
                  <a:pt x="488875" y="57174"/>
                </a:lnTo>
                <a:lnTo>
                  <a:pt x="489074" y="57564"/>
                </a:lnTo>
                <a:lnTo>
                  <a:pt x="489264" y="57962"/>
                </a:lnTo>
                <a:lnTo>
                  <a:pt x="489446" y="58368"/>
                </a:lnTo>
                <a:lnTo>
                  <a:pt x="489620" y="58783"/>
                </a:lnTo>
                <a:lnTo>
                  <a:pt x="489785" y="59207"/>
                </a:lnTo>
                <a:lnTo>
                  <a:pt x="489942" y="59639"/>
                </a:lnTo>
                <a:lnTo>
                  <a:pt x="490090" y="60079"/>
                </a:lnTo>
                <a:lnTo>
                  <a:pt x="490230" y="60527"/>
                </a:lnTo>
                <a:lnTo>
                  <a:pt x="490362" y="60984"/>
                </a:lnTo>
                <a:lnTo>
                  <a:pt x="490485" y="61449"/>
                </a:lnTo>
                <a:lnTo>
                  <a:pt x="490602" y="61921"/>
                </a:lnTo>
                <a:lnTo>
                  <a:pt x="490713" y="62399"/>
                </a:lnTo>
                <a:lnTo>
                  <a:pt x="490820" y="62882"/>
                </a:lnTo>
                <a:lnTo>
                  <a:pt x="490922" y="63371"/>
                </a:lnTo>
                <a:lnTo>
                  <a:pt x="491018" y="63866"/>
                </a:lnTo>
                <a:lnTo>
                  <a:pt x="491110" y="64366"/>
                </a:lnTo>
                <a:lnTo>
                  <a:pt x="491197" y="64872"/>
                </a:lnTo>
                <a:lnTo>
                  <a:pt x="491279" y="65384"/>
                </a:lnTo>
                <a:lnTo>
                  <a:pt x="491356" y="65902"/>
                </a:lnTo>
                <a:lnTo>
                  <a:pt x="491428" y="66425"/>
                </a:lnTo>
                <a:lnTo>
                  <a:pt x="491495" y="66954"/>
                </a:lnTo>
                <a:lnTo>
                  <a:pt x="491557" y="67489"/>
                </a:lnTo>
                <a:lnTo>
                  <a:pt x="491614" y="68029"/>
                </a:lnTo>
                <a:lnTo>
                  <a:pt x="491666" y="68575"/>
                </a:lnTo>
                <a:lnTo>
                  <a:pt x="491713" y="69127"/>
                </a:lnTo>
                <a:lnTo>
                  <a:pt x="491755" y="69684"/>
                </a:lnTo>
                <a:lnTo>
                  <a:pt x="491792" y="70247"/>
                </a:lnTo>
                <a:lnTo>
                  <a:pt x="491825" y="70816"/>
                </a:lnTo>
                <a:lnTo>
                  <a:pt x="491852" y="71390"/>
                </a:lnTo>
                <a:lnTo>
                  <a:pt x="491874" y="71971"/>
                </a:lnTo>
                <a:lnTo>
                  <a:pt x="491891" y="72557"/>
                </a:lnTo>
                <a:lnTo>
                  <a:pt x="491904" y="73148"/>
                </a:lnTo>
                <a:lnTo>
                  <a:pt x="491911" y="73746"/>
                </a:lnTo>
                <a:lnTo>
                  <a:pt x="491914" y="74349"/>
                </a:lnTo>
                <a:lnTo>
                  <a:pt x="491914" y="136183"/>
                </a:lnTo>
                <a:lnTo>
                  <a:pt x="508370" y="136183"/>
                </a:lnTo>
                <a:lnTo>
                  <a:pt x="508370" y="72233"/>
                </a:lnTo>
                <a:lnTo>
                  <a:pt x="508358" y="70804"/>
                </a:lnTo>
                <a:lnTo>
                  <a:pt x="508321" y="69401"/>
                </a:lnTo>
                <a:lnTo>
                  <a:pt x="508261" y="68024"/>
                </a:lnTo>
                <a:lnTo>
                  <a:pt x="508176" y="66675"/>
                </a:lnTo>
                <a:lnTo>
                  <a:pt x="508066" y="65351"/>
                </a:lnTo>
                <a:lnTo>
                  <a:pt x="507933" y="64054"/>
                </a:lnTo>
                <a:lnTo>
                  <a:pt x="507775" y="62784"/>
                </a:lnTo>
                <a:lnTo>
                  <a:pt x="507593" y="61540"/>
                </a:lnTo>
                <a:lnTo>
                  <a:pt x="507386" y="60323"/>
                </a:lnTo>
                <a:lnTo>
                  <a:pt x="507155" y="59133"/>
                </a:lnTo>
                <a:lnTo>
                  <a:pt x="506900" y="57968"/>
                </a:lnTo>
                <a:lnTo>
                  <a:pt x="506621" y="56831"/>
                </a:lnTo>
                <a:lnTo>
                  <a:pt x="506317" y="55720"/>
                </a:lnTo>
                <a:lnTo>
                  <a:pt x="505989" y="54635"/>
                </a:lnTo>
                <a:lnTo>
                  <a:pt x="505637" y="53577"/>
                </a:lnTo>
                <a:lnTo>
                  <a:pt x="505261" y="52546"/>
                </a:lnTo>
                <a:lnTo>
                  <a:pt x="504860" y="51541"/>
                </a:lnTo>
                <a:lnTo>
                  <a:pt x="504435" y="50562"/>
                </a:lnTo>
                <a:lnTo>
                  <a:pt x="503985" y="49610"/>
                </a:lnTo>
                <a:lnTo>
                  <a:pt x="503511" y="48685"/>
                </a:lnTo>
                <a:lnTo>
                  <a:pt x="503013" y="47786"/>
                </a:lnTo>
                <a:lnTo>
                  <a:pt x="502491" y="46914"/>
                </a:lnTo>
                <a:lnTo>
                  <a:pt x="501945" y="46068"/>
                </a:lnTo>
                <a:lnTo>
                  <a:pt x="501374" y="45248"/>
                </a:lnTo>
                <a:lnTo>
                  <a:pt x="500775" y="44459"/>
                </a:lnTo>
                <a:lnTo>
                  <a:pt x="500145" y="43703"/>
                </a:lnTo>
                <a:lnTo>
                  <a:pt x="499484" y="42981"/>
                </a:lnTo>
                <a:lnTo>
                  <a:pt x="498792" y="42292"/>
                </a:lnTo>
                <a:lnTo>
                  <a:pt x="498069" y="41637"/>
                </a:lnTo>
                <a:lnTo>
                  <a:pt x="497315" y="41015"/>
                </a:lnTo>
                <a:lnTo>
                  <a:pt x="496530" y="40428"/>
                </a:lnTo>
                <a:lnTo>
                  <a:pt x="495713" y="39873"/>
                </a:lnTo>
                <a:lnTo>
                  <a:pt x="494865" y="39352"/>
                </a:lnTo>
                <a:lnTo>
                  <a:pt x="493987" y="38865"/>
                </a:lnTo>
                <a:lnTo>
                  <a:pt x="493077" y="38412"/>
                </a:lnTo>
                <a:lnTo>
                  <a:pt x="492136" y="37992"/>
                </a:lnTo>
                <a:lnTo>
                  <a:pt x="491163" y="37606"/>
                </a:lnTo>
                <a:lnTo>
                  <a:pt x="490160" y="37253"/>
                </a:lnTo>
                <a:lnTo>
                  <a:pt x="489125" y="36934"/>
                </a:lnTo>
                <a:lnTo>
                  <a:pt x="488060" y="36648"/>
                </a:lnTo>
                <a:lnTo>
                  <a:pt x="486963" y="36396"/>
                </a:lnTo>
                <a:lnTo>
                  <a:pt x="485835" y="36178"/>
                </a:lnTo>
                <a:lnTo>
                  <a:pt x="484676" y="35993"/>
                </a:lnTo>
                <a:lnTo>
                  <a:pt x="483486" y="35842"/>
                </a:lnTo>
                <a:lnTo>
                  <a:pt x="482265" y="35724"/>
                </a:lnTo>
                <a:lnTo>
                  <a:pt x="481012" y="35640"/>
                </a:lnTo>
                <a:lnTo>
                  <a:pt x="479729" y="35590"/>
                </a:lnTo>
                <a:lnTo>
                  <a:pt x="478414" y="35573"/>
                </a:lnTo>
                <a:lnTo>
                  <a:pt x="477402" y="35582"/>
                </a:lnTo>
                <a:lnTo>
                  <a:pt x="476402" y="35611"/>
                </a:lnTo>
                <a:lnTo>
                  <a:pt x="475414" y="35658"/>
                </a:lnTo>
                <a:lnTo>
                  <a:pt x="474438" y="35724"/>
                </a:lnTo>
                <a:lnTo>
                  <a:pt x="473474" y="35808"/>
                </a:lnTo>
                <a:lnTo>
                  <a:pt x="472523" y="35912"/>
                </a:lnTo>
                <a:lnTo>
                  <a:pt x="471584" y="36034"/>
                </a:lnTo>
                <a:lnTo>
                  <a:pt x="470656" y="36175"/>
                </a:lnTo>
                <a:lnTo>
                  <a:pt x="469741" y="36335"/>
                </a:lnTo>
                <a:lnTo>
                  <a:pt x="468839" y="36514"/>
                </a:lnTo>
                <a:lnTo>
                  <a:pt x="467948" y="36712"/>
                </a:lnTo>
                <a:lnTo>
                  <a:pt x="467069" y="36928"/>
                </a:lnTo>
                <a:lnTo>
                  <a:pt x="466203" y="37163"/>
                </a:lnTo>
                <a:lnTo>
                  <a:pt x="465349" y="37417"/>
                </a:lnTo>
                <a:lnTo>
                  <a:pt x="464507" y="37690"/>
                </a:lnTo>
                <a:lnTo>
                  <a:pt x="463677" y="37982"/>
                </a:lnTo>
                <a:lnTo>
                  <a:pt x="462859" y="38292"/>
                </a:lnTo>
                <a:lnTo>
                  <a:pt x="462053" y="38622"/>
                </a:lnTo>
                <a:lnTo>
                  <a:pt x="461260" y="38970"/>
                </a:lnTo>
                <a:lnTo>
                  <a:pt x="460478" y="39337"/>
                </a:lnTo>
                <a:lnTo>
                  <a:pt x="459709" y="39722"/>
                </a:lnTo>
                <a:lnTo>
                  <a:pt x="458952" y="40127"/>
                </a:lnTo>
                <a:lnTo>
                  <a:pt x="458207" y="40550"/>
                </a:lnTo>
                <a:lnTo>
                  <a:pt x="457474" y="40993"/>
                </a:lnTo>
                <a:lnTo>
                  <a:pt x="456752" y="41446"/>
                </a:lnTo>
                <a:lnTo>
                  <a:pt x="456041" y="41902"/>
                </a:lnTo>
                <a:lnTo>
                  <a:pt x="455341" y="42362"/>
                </a:lnTo>
                <a:lnTo>
                  <a:pt x="454651" y="42824"/>
                </a:lnTo>
                <a:lnTo>
                  <a:pt x="453971" y="43289"/>
                </a:lnTo>
                <a:lnTo>
                  <a:pt x="453301" y="43758"/>
                </a:lnTo>
                <a:lnTo>
                  <a:pt x="452643" y="44230"/>
                </a:lnTo>
                <a:lnTo>
                  <a:pt x="451994" y="44704"/>
                </a:lnTo>
                <a:lnTo>
                  <a:pt x="451356" y="45182"/>
                </a:lnTo>
                <a:lnTo>
                  <a:pt x="450728" y="45663"/>
                </a:lnTo>
                <a:lnTo>
                  <a:pt x="450111" y="46147"/>
                </a:lnTo>
                <a:lnTo>
                  <a:pt x="449505" y="46634"/>
                </a:lnTo>
                <a:lnTo>
                  <a:pt x="448908" y="47124"/>
                </a:lnTo>
                <a:lnTo>
                  <a:pt x="448322" y="47618"/>
                </a:lnTo>
                <a:lnTo>
                  <a:pt x="447747" y="48114"/>
                </a:lnTo>
                <a:lnTo>
                  <a:pt x="447182" y="48613"/>
                </a:lnTo>
                <a:lnTo>
                  <a:pt x="446627" y="49116"/>
                </a:lnTo>
                <a:lnTo>
                  <a:pt x="446083" y="49621"/>
                </a:lnTo>
                <a:lnTo>
                  <a:pt x="445550" y="50130"/>
                </a:lnTo>
                <a:lnTo>
                  <a:pt x="445026" y="50641"/>
                </a:lnTo>
                <a:lnTo>
                  <a:pt x="444514" y="51156"/>
                </a:lnTo>
                <a:lnTo>
                  <a:pt x="444011" y="51674"/>
                </a:lnTo>
                <a:lnTo>
                  <a:pt x="443519" y="52195"/>
                </a:lnTo>
                <a:lnTo>
                  <a:pt x="443044" y="52712"/>
                </a:lnTo>
                <a:lnTo>
                  <a:pt x="442983" y="52546"/>
                </a:lnTo>
                <a:lnTo>
                  <a:pt x="442582" y="51541"/>
                </a:lnTo>
                <a:lnTo>
                  <a:pt x="442157" y="50562"/>
                </a:lnTo>
                <a:lnTo>
                  <a:pt x="441708" y="49610"/>
                </a:lnTo>
                <a:lnTo>
                  <a:pt x="441234" y="48685"/>
                </a:lnTo>
                <a:close/>
                <a:moveTo>
                  <a:pt x="667698" y="65203"/>
                </a:moveTo>
                <a:lnTo>
                  <a:pt x="667968" y="64836"/>
                </a:lnTo>
                <a:lnTo>
                  <a:pt x="668242" y="64472"/>
                </a:lnTo>
                <a:lnTo>
                  <a:pt x="668519" y="64113"/>
                </a:lnTo>
                <a:lnTo>
                  <a:pt x="668798" y="63757"/>
                </a:lnTo>
                <a:lnTo>
                  <a:pt x="669081" y="63405"/>
                </a:lnTo>
                <a:lnTo>
                  <a:pt x="669367" y="63056"/>
                </a:lnTo>
                <a:lnTo>
                  <a:pt x="669656" y="62712"/>
                </a:lnTo>
                <a:lnTo>
                  <a:pt x="669948" y="62371"/>
                </a:lnTo>
                <a:lnTo>
                  <a:pt x="670243" y="62033"/>
                </a:lnTo>
                <a:lnTo>
                  <a:pt x="670541" y="61700"/>
                </a:lnTo>
                <a:lnTo>
                  <a:pt x="670842" y="61370"/>
                </a:lnTo>
                <a:lnTo>
                  <a:pt x="671147" y="61044"/>
                </a:lnTo>
                <a:lnTo>
                  <a:pt x="671454" y="60722"/>
                </a:lnTo>
                <a:lnTo>
                  <a:pt x="671765" y="60404"/>
                </a:lnTo>
                <a:lnTo>
                  <a:pt x="672078" y="60089"/>
                </a:lnTo>
                <a:lnTo>
                  <a:pt x="672395" y="59778"/>
                </a:lnTo>
                <a:lnTo>
                  <a:pt x="672715" y="59471"/>
                </a:lnTo>
                <a:lnTo>
                  <a:pt x="673038" y="59167"/>
                </a:lnTo>
                <a:lnTo>
                  <a:pt x="673363" y="58868"/>
                </a:lnTo>
                <a:lnTo>
                  <a:pt x="673692" y="58572"/>
                </a:lnTo>
                <a:lnTo>
                  <a:pt x="674025" y="58279"/>
                </a:lnTo>
                <a:lnTo>
                  <a:pt x="674360" y="57991"/>
                </a:lnTo>
                <a:lnTo>
                  <a:pt x="674699" y="57707"/>
                </a:lnTo>
                <a:lnTo>
                  <a:pt x="675043" y="57428"/>
                </a:lnTo>
                <a:lnTo>
                  <a:pt x="675391" y="57154"/>
                </a:lnTo>
                <a:lnTo>
                  <a:pt x="675745" y="56886"/>
                </a:lnTo>
                <a:lnTo>
                  <a:pt x="676103" y="56622"/>
                </a:lnTo>
                <a:lnTo>
                  <a:pt x="676466" y="56364"/>
                </a:lnTo>
                <a:lnTo>
                  <a:pt x="676834" y="56111"/>
                </a:lnTo>
                <a:lnTo>
                  <a:pt x="677206" y="55863"/>
                </a:lnTo>
                <a:lnTo>
                  <a:pt x="677584" y="55621"/>
                </a:lnTo>
                <a:lnTo>
                  <a:pt x="677966" y="55383"/>
                </a:lnTo>
                <a:lnTo>
                  <a:pt x="678353" y="55151"/>
                </a:lnTo>
                <a:lnTo>
                  <a:pt x="678745" y="54924"/>
                </a:lnTo>
                <a:lnTo>
                  <a:pt x="679141" y="54702"/>
                </a:lnTo>
                <a:lnTo>
                  <a:pt x="679543" y="54485"/>
                </a:lnTo>
                <a:lnTo>
                  <a:pt x="679949" y="54274"/>
                </a:lnTo>
                <a:lnTo>
                  <a:pt x="680360" y="54067"/>
                </a:lnTo>
                <a:lnTo>
                  <a:pt x="680775" y="53866"/>
                </a:lnTo>
                <a:lnTo>
                  <a:pt x="681196" y="53670"/>
                </a:lnTo>
                <a:lnTo>
                  <a:pt x="681621" y="53479"/>
                </a:lnTo>
                <a:lnTo>
                  <a:pt x="682051" y="53293"/>
                </a:lnTo>
                <a:lnTo>
                  <a:pt x="682486" y="53113"/>
                </a:lnTo>
                <a:lnTo>
                  <a:pt x="682926" y="52937"/>
                </a:lnTo>
                <a:lnTo>
                  <a:pt x="683370" y="52767"/>
                </a:lnTo>
                <a:lnTo>
                  <a:pt x="683820" y="52602"/>
                </a:lnTo>
                <a:lnTo>
                  <a:pt x="684274" y="52443"/>
                </a:lnTo>
                <a:lnTo>
                  <a:pt x="684735" y="52290"/>
                </a:lnTo>
                <a:lnTo>
                  <a:pt x="685202" y="52144"/>
                </a:lnTo>
                <a:lnTo>
                  <a:pt x="685675" y="52005"/>
                </a:lnTo>
                <a:lnTo>
                  <a:pt x="686155" y="51873"/>
                </a:lnTo>
                <a:lnTo>
                  <a:pt x="686640" y="51748"/>
                </a:lnTo>
                <a:lnTo>
                  <a:pt x="687132" y="51629"/>
                </a:lnTo>
                <a:lnTo>
                  <a:pt x="687630" y="51517"/>
                </a:lnTo>
                <a:lnTo>
                  <a:pt x="688134" y="51412"/>
                </a:lnTo>
                <a:lnTo>
                  <a:pt x="688644" y="51314"/>
                </a:lnTo>
                <a:lnTo>
                  <a:pt x="689160" y="51222"/>
                </a:lnTo>
                <a:lnTo>
                  <a:pt x="689683" y="51138"/>
                </a:lnTo>
                <a:lnTo>
                  <a:pt x="690211" y="51060"/>
                </a:lnTo>
                <a:lnTo>
                  <a:pt x="690746" y="50989"/>
                </a:lnTo>
                <a:lnTo>
                  <a:pt x="691287" y="50924"/>
                </a:lnTo>
                <a:lnTo>
                  <a:pt x="691834" y="50867"/>
                </a:lnTo>
                <a:lnTo>
                  <a:pt x="692387" y="50816"/>
                </a:lnTo>
                <a:lnTo>
                  <a:pt x="692947" y="50772"/>
                </a:lnTo>
                <a:lnTo>
                  <a:pt x="693512" y="50734"/>
                </a:lnTo>
                <a:lnTo>
                  <a:pt x="694084" y="50704"/>
                </a:lnTo>
                <a:lnTo>
                  <a:pt x="694662" y="50680"/>
                </a:lnTo>
                <a:lnTo>
                  <a:pt x="695246" y="50663"/>
                </a:lnTo>
                <a:lnTo>
                  <a:pt x="695836" y="50653"/>
                </a:lnTo>
                <a:lnTo>
                  <a:pt x="696433" y="50650"/>
                </a:lnTo>
                <a:lnTo>
                  <a:pt x="698699" y="50650"/>
                </a:lnTo>
                <a:lnTo>
                  <a:pt x="698699" y="35573"/>
                </a:lnTo>
                <a:lnTo>
                  <a:pt x="696728" y="35573"/>
                </a:lnTo>
                <a:lnTo>
                  <a:pt x="695775" y="35582"/>
                </a:lnTo>
                <a:lnTo>
                  <a:pt x="694837" y="35608"/>
                </a:lnTo>
                <a:lnTo>
                  <a:pt x="693914" y="35652"/>
                </a:lnTo>
                <a:lnTo>
                  <a:pt x="693006" y="35713"/>
                </a:lnTo>
                <a:lnTo>
                  <a:pt x="692113" y="35791"/>
                </a:lnTo>
                <a:lnTo>
                  <a:pt x="691235" y="35887"/>
                </a:lnTo>
                <a:lnTo>
                  <a:pt x="690372" y="36001"/>
                </a:lnTo>
                <a:lnTo>
                  <a:pt x="689524" y="36131"/>
                </a:lnTo>
                <a:lnTo>
                  <a:pt x="688691" y="36280"/>
                </a:lnTo>
                <a:lnTo>
                  <a:pt x="687873" y="36446"/>
                </a:lnTo>
                <a:lnTo>
                  <a:pt x="687071" y="36629"/>
                </a:lnTo>
                <a:lnTo>
                  <a:pt x="686283" y="36829"/>
                </a:lnTo>
                <a:lnTo>
                  <a:pt x="685510" y="37048"/>
                </a:lnTo>
                <a:lnTo>
                  <a:pt x="684753" y="37283"/>
                </a:lnTo>
                <a:lnTo>
                  <a:pt x="684010" y="37536"/>
                </a:lnTo>
                <a:lnTo>
                  <a:pt x="683283" y="37807"/>
                </a:lnTo>
                <a:lnTo>
                  <a:pt x="682571" y="38095"/>
                </a:lnTo>
                <a:lnTo>
                  <a:pt x="681873" y="38400"/>
                </a:lnTo>
                <a:lnTo>
                  <a:pt x="681191" y="38723"/>
                </a:lnTo>
                <a:lnTo>
                  <a:pt x="680524" y="39063"/>
                </a:lnTo>
                <a:lnTo>
                  <a:pt x="679872" y="39421"/>
                </a:lnTo>
                <a:lnTo>
                  <a:pt x="679235" y="39796"/>
                </a:lnTo>
                <a:lnTo>
                  <a:pt x="678613" y="40189"/>
                </a:lnTo>
                <a:lnTo>
                  <a:pt x="678006" y="40599"/>
                </a:lnTo>
                <a:lnTo>
                  <a:pt x="677412" y="41022"/>
                </a:lnTo>
                <a:lnTo>
                  <a:pt x="676829" y="41453"/>
                </a:lnTo>
                <a:lnTo>
                  <a:pt x="676257" y="41893"/>
                </a:lnTo>
                <a:lnTo>
                  <a:pt x="675695" y="42342"/>
                </a:lnTo>
                <a:lnTo>
                  <a:pt x="675145" y="42799"/>
                </a:lnTo>
                <a:lnTo>
                  <a:pt x="674606" y="43265"/>
                </a:lnTo>
                <a:lnTo>
                  <a:pt x="674078" y="43740"/>
                </a:lnTo>
                <a:lnTo>
                  <a:pt x="673560" y="44223"/>
                </a:lnTo>
                <a:lnTo>
                  <a:pt x="673054" y="44714"/>
                </a:lnTo>
                <a:lnTo>
                  <a:pt x="672559" y="45214"/>
                </a:lnTo>
                <a:lnTo>
                  <a:pt x="672074" y="45723"/>
                </a:lnTo>
                <a:lnTo>
                  <a:pt x="671601" y="46240"/>
                </a:lnTo>
                <a:lnTo>
                  <a:pt x="671138" y="46766"/>
                </a:lnTo>
                <a:lnTo>
                  <a:pt x="670686" y="47300"/>
                </a:lnTo>
                <a:lnTo>
                  <a:pt x="670246" y="47843"/>
                </a:lnTo>
                <a:lnTo>
                  <a:pt x="669816" y="48394"/>
                </a:lnTo>
                <a:lnTo>
                  <a:pt x="669397" y="48954"/>
                </a:lnTo>
                <a:lnTo>
                  <a:pt x="668989" y="49523"/>
                </a:lnTo>
                <a:lnTo>
                  <a:pt x="668592" y="50100"/>
                </a:lnTo>
                <a:lnTo>
                  <a:pt x="668206" y="50685"/>
                </a:lnTo>
                <a:lnTo>
                  <a:pt x="667831" y="51279"/>
                </a:lnTo>
                <a:lnTo>
                  <a:pt x="667467" y="51882"/>
                </a:lnTo>
                <a:lnTo>
                  <a:pt x="667114" y="52493"/>
                </a:lnTo>
                <a:lnTo>
                  <a:pt x="666772" y="53113"/>
                </a:lnTo>
                <a:lnTo>
                  <a:pt x="666181" y="37248"/>
                </a:lnTo>
                <a:lnTo>
                  <a:pt x="650710" y="37248"/>
                </a:lnTo>
                <a:lnTo>
                  <a:pt x="650710" y="136183"/>
                </a:lnTo>
                <a:lnTo>
                  <a:pt x="667166" y="136183"/>
                </a:lnTo>
                <a:lnTo>
                  <a:pt x="667166" y="65948"/>
                </a:lnTo>
                <a:lnTo>
                  <a:pt x="667431" y="65573"/>
                </a:lnTo>
                <a:lnTo>
                  <a:pt x="667698" y="65203"/>
                </a:lnTo>
                <a:close/>
                <a:moveTo>
                  <a:pt x="96354" y="137778"/>
                </a:moveTo>
                <a:lnTo>
                  <a:pt x="97302" y="137699"/>
                </a:lnTo>
                <a:lnTo>
                  <a:pt x="98239" y="137606"/>
                </a:lnTo>
                <a:lnTo>
                  <a:pt x="99164" y="137499"/>
                </a:lnTo>
                <a:lnTo>
                  <a:pt x="100078" y="137378"/>
                </a:lnTo>
                <a:lnTo>
                  <a:pt x="100981" y="137242"/>
                </a:lnTo>
                <a:lnTo>
                  <a:pt x="101873" y="137092"/>
                </a:lnTo>
                <a:lnTo>
                  <a:pt x="102753" y="136928"/>
                </a:lnTo>
                <a:lnTo>
                  <a:pt x="103622" y="136749"/>
                </a:lnTo>
                <a:lnTo>
                  <a:pt x="104479" y="136556"/>
                </a:lnTo>
                <a:lnTo>
                  <a:pt x="105326" y="136349"/>
                </a:lnTo>
                <a:lnTo>
                  <a:pt x="106161" y="136128"/>
                </a:lnTo>
                <a:lnTo>
                  <a:pt x="106984" y="135892"/>
                </a:lnTo>
                <a:lnTo>
                  <a:pt x="107797" y="135642"/>
                </a:lnTo>
                <a:lnTo>
                  <a:pt x="108598" y="135378"/>
                </a:lnTo>
                <a:lnTo>
                  <a:pt x="109388" y="135099"/>
                </a:lnTo>
                <a:lnTo>
                  <a:pt x="110166" y="134806"/>
                </a:lnTo>
                <a:lnTo>
                  <a:pt x="110934" y="134499"/>
                </a:lnTo>
                <a:lnTo>
                  <a:pt x="111690" y="134178"/>
                </a:lnTo>
                <a:lnTo>
                  <a:pt x="112434" y="133842"/>
                </a:lnTo>
                <a:lnTo>
                  <a:pt x="113167" y="133493"/>
                </a:lnTo>
                <a:lnTo>
                  <a:pt x="113885" y="133132"/>
                </a:lnTo>
                <a:lnTo>
                  <a:pt x="114590" y="132759"/>
                </a:lnTo>
                <a:lnTo>
                  <a:pt x="115281" y="132374"/>
                </a:lnTo>
                <a:lnTo>
                  <a:pt x="115959" y="131977"/>
                </a:lnTo>
                <a:lnTo>
                  <a:pt x="116622" y="131568"/>
                </a:lnTo>
                <a:lnTo>
                  <a:pt x="117272" y="131147"/>
                </a:lnTo>
                <a:lnTo>
                  <a:pt x="117909" y="130714"/>
                </a:lnTo>
                <a:lnTo>
                  <a:pt x="118532" y="130269"/>
                </a:lnTo>
                <a:lnTo>
                  <a:pt x="119141" y="129811"/>
                </a:lnTo>
                <a:lnTo>
                  <a:pt x="119736" y="129342"/>
                </a:lnTo>
                <a:lnTo>
                  <a:pt x="120318" y="128861"/>
                </a:lnTo>
                <a:lnTo>
                  <a:pt x="120886" y="128368"/>
                </a:lnTo>
                <a:lnTo>
                  <a:pt x="121440" y="127863"/>
                </a:lnTo>
                <a:lnTo>
                  <a:pt x="121980" y="127346"/>
                </a:lnTo>
                <a:lnTo>
                  <a:pt x="122507" y="126817"/>
                </a:lnTo>
                <a:lnTo>
                  <a:pt x="123021" y="126276"/>
                </a:lnTo>
                <a:lnTo>
                  <a:pt x="123520" y="125723"/>
                </a:lnTo>
                <a:lnTo>
                  <a:pt x="124006" y="125158"/>
                </a:lnTo>
                <a:lnTo>
                  <a:pt x="124478" y="124581"/>
                </a:lnTo>
                <a:lnTo>
                  <a:pt x="124937" y="123992"/>
                </a:lnTo>
                <a:lnTo>
                  <a:pt x="125381" y="123391"/>
                </a:lnTo>
                <a:lnTo>
                  <a:pt x="125813" y="122778"/>
                </a:lnTo>
                <a:lnTo>
                  <a:pt x="126230" y="122153"/>
                </a:lnTo>
                <a:lnTo>
                  <a:pt x="126633" y="121517"/>
                </a:lnTo>
                <a:lnTo>
                  <a:pt x="127019" y="120871"/>
                </a:lnTo>
                <a:lnTo>
                  <a:pt x="127389" y="120215"/>
                </a:lnTo>
                <a:lnTo>
                  <a:pt x="127744" y="119548"/>
                </a:lnTo>
                <a:lnTo>
                  <a:pt x="128082" y="118872"/>
                </a:lnTo>
                <a:lnTo>
                  <a:pt x="128404" y="118186"/>
                </a:lnTo>
                <a:lnTo>
                  <a:pt x="128710" y="117490"/>
                </a:lnTo>
                <a:lnTo>
                  <a:pt x="129000" y="116783"/>
                </a:lnTo>
                <a:lnTo>
                  <a:pt x="129274" y="116067"/>
                </a:lnTo>
                <a:lnTo>
                  <a:pt x="129532" y="115340"/>
                </a:lnTo>
                <a:lnTo>
                  <a:pt x="129774" y="114604"/>
                </a:lnTo>
                <a:lnTo>
                  <a:pt x="129999" y="113857"/>
                </a:lnTo>
                <a:lnTo>
                  <a:pt x="130209" y="113100"/>
                </a:lnTo>
                <a:lnTo>
                  <a:pt x="130402" y="112334"/>
                </a:lnTo>
                <a:lnTo>
                  <a:pt x="130580" y="111557"/>
                </a:lnTo>
                <a:lnTo>
                  <a:pt x="130741" y="110770"/>
                </a:lnTo>
                <a:lnTo>
                  <a:pt x="130886" y="109973"/>
                </a:lnTo>
                <a:lnTo>
                  <a:pt x="131015" y="109166"/>
                </a:lnTo>
                <a:lnTo>
                  <a:pt x="131128" y="108349"/>
                </a:lnTo>
                <a:lnTo>
                  <a:pt x="131225" y="107522"/>
                </a:lnTo>
                <a:lnTo>
                  <a:pt x="131306" y="106685"/>
                </a:lnTo>
                <a:lnTo>
                  <a:pt x="131371" y="105838"/>
                </a:lnTo>
                <a:lnTo>
                  <a:pt x="131420" y="104981"/>
                </a:lnTo>
                <a:lnTo>
                  <a:pt x="131453" y="104114"/>
                </a:lnTo>
                <a:lnTo>
                  <a:pt x="115194" y="104114"/>
                </a:lnTo>
                <a:lnTo>
                  <a:pt x="115159" y="104960"/>
                </a:lnTo>
                <a:lnTo>
                  <a:pt x="115103" y="105790"/>
                </a:lnTo>
                <a:lnTo>
                  <a:pt x="115027" y="106602"/>
                </a:lnTo>
                <a:lnTo>
                  <a:pt x="114931" y="107398"/>
                </a:lnTo>
                <a:lnTo>
                  <a:pt x="114814" y="108178"/>
                </a:lnTo>
                <a:lnTo>
                  <a:pt x="114676" y="108940"/>
                </a:lnTo>
                <a:lnTo>
                  <a:pt x="114518" y="109686"/>
                </a:lnTo>
                <a:lnTo>
                  <a:pt x="114339" y="110415"/>
                </a:lnTo>
                <a:lnTo>
                  <a:pt x="114140" y="111127"/>
                </a:lnTo>
                <a:lnTo>
                  <a:pt x="113921" y="111823"/>
                </a:lnTo>
                <a:lnTo>
                  <a:pt x="113681" y="112502"/>
                </a:lnTo>
                <a:lnTo>
                  <a:pt x="113420" y="113164"/>
                </a:lnTo>
                <a:lnTo>
                  <a:pt x="113139" y="113810"/>
                </a:lnTo>
                <a:lnTo>
                  <a:pt x="112837" y="114438"/>
                </a:lnTo>
                <a:lnTo>
                  <a:pt x="112514" y="115051"/>
                </a:lnTo>
                <a:lnTo>
                  <a:pt x="112172" y="115646"/>
                </a:lnTo>
                <a:lnTo>
                  <a:pt x="111808" y="116224"/>
                </a:lnTo>
                <a:lnTo>
                  <a:pt x="111424" y="116786"/>
                </a:lnTo>
                <a:lnTo>
                  <a:pt x="111020" y="117331"/>
                </a:lnTo>
                <a:lnTo>
                  <a:pt x="110595" y="117860"/>
                </a:lnTo>
                <a:lnTo>
                  <a:pt x="110149" y="118372"/>
                </a:lnTo>
                <a:lnTo>
                  <a:pt x="109683" y="118867"/>
                </a:lnTo>
                <a:lnTo>
                  <a:pt x="109197" y="119345"/>
                </a:lnTo>
                <a:lnTo>
                  <a:pt x="108690" y="119806"/>
                </a:lnTo>
                <a:lnTo>
                  <a:pt x="108164" y="120250"/>
                </a:lnTo>
                <a:lnTo>
                  <a:pt x="107622" y="120675"/>
                </a:lnTo>
                <a:lnTo>
                  <a:pt x="107062" y="121081"/>
                </a:lnTo>
                <a:lnTo>
                  <a:pt x="106486" y="121468"/>
                </a:lnTo>
                <a:lnTo>
                  <a:pt x="105894" y="121836"/>
                </a:lnTo>
                <a:lnTo>
                  <a:pt x="105284" y="122186"/>
                </a:lnTo>
                <a:lnTo>
                  <a:pt x="104658" y="122516"/>
                </a:lnTo>
                <a:lnTo>
                  <a:pt x="104015" y="122828"/>
                </a:lnTo>
                <a:lnTo>
                  <a:pt x="103355" y="123120"/>
                </a:lnTo>
                <a:lnTo>
                  <a:pt x="102678" y="123394"/>
                </a:lnTo>
                <a:lnTo>
                  <a:pt x="101985" y="123649"/>
                </a:lnTo>
                <a:lnTo>
                  <a:pt x="101275" y="123885"/>
                </a:lnTo>
                <a:lnTo>
                  <a:pt x="100548" y="124102"/>
                </a:lnTo>
                <a:lnTo>
                  <a:pt x="99804" y="124300"/>
                </a:lnTo>
                <a:lnTo>
                  <a:pt x="99044" y="124480"/>
                </a:lnTo>
                <a:lnTo>
                  <a:pt x="98266" y="124640"/>
                </a:lnTo>
                <a:lnTo>
                  <a:pt x="97473" y="124782"/>
                </a:lnTo>
                <a:lnTo>
                  <a:pt x="96662" y="124905"/>
                </a:lnTo>
                <a:lnTo>
                  <a:pt x="95834" y="125009"/>
                </a:lnTo>
                <a:lnTo>
                  <a:pt x="94990" y="125094"/>
                </a:lnTo>
                <a:lnTo>
                  <a:pt x="94129" y="125160"/>
                </a:lnTo>
                <a:lnTo>
                  <a:pt x="93251" y="125207"/>
                </a:lnTo>
                <a:lnTo>
                  <a:pt x="92357" y="125235"/>
                </a:lnTo>
                <a:lnTo>
                  <a:pt x="91445" y="125245"/>
                </a:lnTo>
                <a:lnTo>
                  <a:pt x="90590" y="125236"/>
                </a:lnTo>
                <a:lnTo>
                  <a:pt x="89749" y="125210"/>
                </a:lnTo>
                <a:lnTo>
                  <a:pt x="88922" y="125168"/>
                </a:lnTo>
                <a:lnTo>
                  <a:pt x="88109" y="125108"/>
                </a:lnTo>
                <a:lnTo>
                  <a:pt x="87310" y="125031"/>
                </a:lnTo>
                <a:lnTo>
                  <a:pt x="86524" y="124936"/>
                </a:lnTo>
                <a:lnTo>
                  <a:pt x="85753" y="124825"/>
                </a:lnTo>
                <a:lnTo>
                  <a:pt x="84996" y="124696"/>
                </a:lnTo>
                <a:lnTo>
                  <a:pt x="84253" y="124551"/>
                </a:lnTo>
                <a:lnTo>
                  <a:pt x="83524" y="124388"/>
                </a:lnTo>
                <a:lnTo>
                  <a:pt x="82810" y="124208"/>
                </a:lnTo>
                <a:lnTo>
                  <a:pt x="82109" y="124011"/>
                </a:lnTo>
                <a:lnTo>
                  <a:pt x="81422" y="123797"/>
                </a:lnTo>
                <a:lnTo>
                  <a:pt x="80749" y="123566"/>
                </a:lnTo>
                <a:lnTo>
                  <a:pt x="80090" y="123318"/>
                </a:lnTo>
                <a:lnTo>
                  <a:pt x="79445" y="123052"/>
                </a:lnTo>
                <a:lnTo>
                  <a:pt x="78815" y="122769"/>
                </a:lnTo>
                <a:lnTo>
                  <a:pt x="78198" y="122470"/>
                </a:lnTo>
                <a:lnTo>
                  <a:pt x="77595" y="122153"/>
                </a:lnTo>
                <a:lnTo>
                  <a:pt x="77006" y="121819"/>
                </a:lnTo>
                <a:lnTo>
                  <a:pt x="76432" y="121468"/>
                </a:lnTo>
                <a:lnTo>
                  <a:pt x="75871" y="121099"/>
                </a:lnTo>
                <a:lnTo>
                  <a:pt x="75325" y="120714"/>
                </a:lnTo>
                <a:lnTo>
                  <a:pt x="74792" y="120311"/>
                </a:lnTo>
                <a:lnTo>
                  <a:pt x="74272" y="119895"/>
                </a:lnTo>
                <a:lnTo>
                  <a:pt x="73765" y="119467"/>
                </a:lnTo>
                <a:lnTo>
                  <a:pt x="73269" y="119028"/>
                </a:lnTo>
                <a:lnTo>
                  <a:pt x="72784" y="118577"/>
                </a:lnTo>
                <a:lnTo>
                  <a:pt x="72312" y="118115"/>
                </a:lnTo>
                <a:lnTo>
                  <a:pt x="71851" y="117643"/>
                </a:lnTo>
                <a:lnTo>
                  <a:pt x="71402" y="117158"/>
                </a:lnTo>
                <a:lnTo>
                  <a:pt x="70965" y="116663"/>
                </a:lnTo>
                <a:lnTo>
                  <a:pt x="70540" y="116156"/>
                </a:lnTo>
                <a:lnTo>
                  <a:pt x="70127" y="115639"/>
                </a:lnTo>
                <a:lnTo>
                  <a:pt x="69725" y="115110"/>
                </a:lnTo>
                <a:lnTo>
                  <a:pt x="69335" y="114569"/>
                </a:lnTo>
                <a:lnTo>
                  <a:pt x="68957" y="114018"/>
                </a:lnTo>
                <a:lnTo>
                  <a:pt x="68591" y="113455"/>
                </a:lnTo>
                <a:lnTo>
                  <a:pt x="68237" y="112881"/>
                </a:lnTo>
                <a:lnTo>
                  <a:pt x="67894" y="112295"/>
                </a:lnTo>
                <a:lnTo>
                  <a:pt x="67563" y="111699"/>
                </a:lnTo>
                <a:lnTo>
                  <a:pt x="67244" y="111091"/>
                </a:lnTo>
                <a:lnTo>
                  <a:pt x="66937" y="110472"/>
                </a:lnTo>
                <a:lnTo>
                  <a:pt x="66642" y="109842"/>
                </a:lnTo>
                <a:lnTo>
                  <a:pt x="66358" y="109201"/>
                </a:lnTo>
                <a:lnTo>
                  <a:pt x="66087" y="108548"/>
                </a:lnTo>
                <a:lnTo>
                  <a:pt x="65827" y="107884"/>
                </a:lnTo>
                <a:lnTo>
                  <a:pt x="65579" y="107209"/>
                </a:lnTo>
                <a:lnTo>
                  <a:pt x="65341" y="106525"/>
                </a:lnTo>
                <a:lnTo>
                  <a:pt x="65114" y="105836"/>
                </a:lnTo>
                <a:lnTo>
                  <a:pt x="64896" y="105141"/>
                </a:lnTo>
                <a:lnTo>
                  <a:pt x="64688" y="104441"/>
                </a:lnTo>
                <a:lnTo>
                  <a:pt x="64489" y="103736"/>
                </a:lnTo>
                <a:lnTo>
                  <a:pt x="64301" y="103024"/>
                </a:lnTo>
                <a:lnTo>
                  <a:pt x="64122" y="102308"/>
                </a:lnTo>
                <a:lnTo>
                  <a:pt x="63953" y="101585"/>
                </a:lnTo>
                <a:lnTo>
                  <a:pt x="63793" y="100858"/>
                </a:lnTo>
                <a:lnTo>
                  <a:pt x="63644" y="100124"/>
                </a:lnTo>
                <a:lnTo>
                  <a:pt x="63504" y="99385"/>
                </a:lnTo>
                <a:lnTo>
                  <a:pt x="63374" y="98641"/>
                </a:lnTo>
                <a:lnTo>
                  <a:pt x="63253" y="97891"/>
                </a:lnTo>
                <a:lnTo>
                  <a:pt x="63143" y="97136"/>
                </a:lnTo>
                <a:lnTo>
                  <a:pt x="63042" y="96375"/>
                </a:lnTo>
                <a:lnTo>
                  <a:pt x="62951" y="95608"/>
                </a:lnTo>
                <a:lnTo>
                  <a:pt x="62869" y="94836"/>
                </a:lnTo>
                <a:lnTo>
                  <a:pt x="62798" y="94059"/>
                </a:lnTo>
                <a:lnTo>
                  <a:pt x="62736" y="93276"/>
                </a:lnTo>
                <a:lnTo>
                  <a:pt x="62684" y="92487"/>
                </a:lnTo>
                <a:lnTo>
                  <a:pt x="62642" y="91693"/>
                </a:lnTo>
                <a:lnTo>
                  <a:pt x="62609" y="90893"/>
                </a:lnTo>
                <a:lnTo>
                  <a:pt x="62586" y="90088"/>
                </a:lnTo>
                <a:lnTo>
                  <a:pt x="62573" y="89277"/>
                </a:lnTo>
                <a:lnTo>
                  <a:pt x="130960" y="89277"/>
                </a:lnTo>
                <a:lnTo>
                  <a:pt x="130976" y="89199"/>
                </a:lnTo>
                <a:lnTo>
                  <a:pt x="130992" y="89117"/>
                </a:lnTo>
                <a:lnTo>
                  <a:pt x="131008" y="89031"/>
                </a:lnTo>
                <a:lnTo>
                  <a:pt x="131023" y="88941"/>
                </a:lnTo>
                <a:lnTo>
                  <a:pt x="131038" y="88847"/>
                </a:lnTo>
                <a:lnTo>
                  <a:pt x="131052" y="88749"/>
                </a:lnTo>
                <a:lnTo>
                  <a:pt x="131067" y="88647"/>
                </a:lnTo>
                <a:lnTo>
                  <a:pt x="131080" y="88540"/>
                </a:lnTo>
                <a:lnTo>
                  <a:pt x="131094" y="88430"/>
                </a:lnTo>
                <a:lnTo>
                  <a:pt x="131107" y="88316"/>
                </a:lnTo>
                <a:lnTo>
                  <a:pt x="131120" y="88197"/>
                </a:lnTo>
                <a:lnTo>
                  <a:pt x="131132" y="88075"/>
                </a:lnTo>
                <a:lnTo>
                  <a:pt x="131145" y="87948"/>
                </a:lnTo>
                <a:lnTo>
                  <a:pt x="131156" y="87818"/>
                </a:lnTo>
                <a:lnTo>
                  <a:pt x="131168" y="87683"/>
                </a:lnTo>
                <a:lnTo>
                  <a:pt x="131179" y="87545"/>
                </a:lnTo>
                <a:lnTo>
                  <a:pt x="131190" y="87402"/>
                </a:lnTo>
                <a:lnTo>
                  <a:pt x="131200" y="87255"/>
                </a:lnTo>
                <a:lnTo>
                  <a:pt x="131210" y="87105"/>
                </a:lnTo>
                <a:lnTo>
                  <a:pt x="131220" y="86950"/>
                </a:lnTo>
                <a:lnTo>
                  <a:pt x="131229" y="86791"/>
                </a:lnTo>
                <a:lnTo>
                  <a:pt x="131238" y="86628"/>
                </a:lnTo>
                <a:lnTo>
                  <a:pt x="131247" y="86461"/>
                </a:lnTo>
                <a:lnTo>
                  <a:pt x="131256" y="86290"/>
                </a:lnTo>
                <a:lnTo>
                  <a:pt x="131264" y="86118"/>
                </a:lnTo>
                <a:lnTo>
                  <a:pt x="131271" y="85948"/>
                </a:lnTo>
                <a:lnTo>
                  <a:pt x="131279" y="85780"/>
                </a:lnTo>
                <a:lnTo>
                  <a:pt x="131286" y="85613"/>
                </a:lnTo>
                <a:lnTo>
                  <a:pt x="131292" y="85449"/>
                </a:lnTo>
                <a:lnTo>
                  <a:pt x="131299" y="85286"/>
                </a:lnTo>
                <a:lnTo>
                  <a:pt x="131305" y="85125"/>
                </a:lnTo>
                <a:lnTo>
                  <a:pt x="131310" y="84967"/>
                </a:lnTo>
                <a:lnTo>
                  <a:pt x="131316" y="84810"/>
                </a:lnTo>
                <a:lnTo>
                  <a:pt x="131321" y="84655"/>
                </a:lnTo>
                <a:lnTo>
                  <a:pt x="131325" y="84502"/>
                </a:lnTo>
                <a:lnTo>
                  <a:pt x="131329" y="84351"/>
                </a:lnTo>
                <a:lnTo>
                  <a:pt x="131333" y="84202"/>
                </a:lnTo>
                <a:lnTo>
                  <a:pt x="131337" y="84055"/>
                </a:lnTo>
                <a:lnTo>
                  <a:pt x="131340" y="83910"/>
                </a:lnTo>
                <a:lnTo>
                  <a:pt x="131343" y="83767"/>
                </a:lnTo>
                <a:lnTo>
                  <a:pt x="131346" y="83625"/>
                </a:lnTo>
                <a:lnTo>
                  <a:pt x="131348" y="83486"/>
                </a:lnTo>
                <a:lnTo>
                  <a:pt x="131350" y="83349"/>
                </a:lnTo>
                <a:lnTo>
                  <a:pt x="131351" y="83213"/>
                </a:lnTo>
                <a:lnTo>
                  <a:pt x="131353" y="83080"/>
                </a:lnTo>
                <a:lnTo>
                  <a:pt x="131353" y="82948"/>
                </a:lnTo>
                <a:lnTo>
                  <a:pt x="131354" y="82818"/>
                </a:lnTo>
                <a:lnTo>
                  <a:pt x="131354" y="82691"/>
                </a:lnTo>
                <a:lnTo>
                  <a:pt x="131335" y="80809"/>
                </a:lnTo>
                <a:lnTo>
                  <a:pt x="131277" y="78965"/>
                </a:lnTo>
                <a:lnTo>
                  <a:pt x="131180" y="77157"/>
                </a:lnTo>
                <a:lnTo>
                  <a:pt x="131045" y="75386"/>
                </a:lnTo>
                <a:lnTo>
                  <a:pt x="130871" y="73653"/>
                </a:lnTo>
                <a:lnTo>
                  <a:pt x="130658" y="71956"/>
                </a:lnTo>
                <a:lnTo>
                  <a:pt x="130407" y="70296"/>
                </a:lnTo>
                <a:lnTo>
                  <a:pt x="130117" y="68673"/>
                </a:lnTo>
                <a:lnTo>
                  <a:pt x="129788" y="67087"/>
                </a:lnTo>
                <a:lnTo>
                  <a:pt x="129421" y="65538"/>
                </a:lnTo>
                <a:lnTo>
                  <a:pt x="129015" y="64027"/>
                </a:lnTo>
                <a:lnTo>
                  <a:pt x="128570" y="62551"/>
                </a:lnTo>
                <a:lnTo>
                  <a:pt x="128087" y="61113"/>
                </a:lnTo>
                <a:lnTo>
                  <a:pt x="127565" y="59712"/>
                </a:lnTo>
                <a:lnTo>
                  <a:pt x="127004" y="58348"/>
                </a:lnTo>
                <a:lnTo>
                  <a:pt x="126405" y="57021"/>
                </a:lnTo>
                <a:lnTo>
                  <a:pt x="125767" y="55731"/>
                </a:lnTo>
                <a:lnTo>
                  <a:pt x="125091" y="54477"/>
                </a:lnTo>
                <a:lnTo>
                  <a:pt x="124375" y="53261"/>
                </a:lnTo>
                <a:lnTo>
                  <a:pt x="123621" y="52082"/>
                </a:lnTo>
                <a:lnTo>
                  <a:pt x="122829" y="50939"/>
                </a:lnTo>
                <a:lnTo>
                  <a:pt x="121998" y="49834"/>
                </a:lnTo>
                <a:lnTo>
                  <a:pt x="121128" y="48765"/>
                </a:lnTo>
                <a:lnTo>
                  <a:pt x="120219" y="47733"/>
                </a:lnTo>
                <a:lnTo>
                  <a:pt x="119276" y="46741"/>
                </a:lnTo>
                <a:lnTo>
                  <a:pt x="118304" y="45791"/>
                </a:lnTo>
                <a:lnTo>
                  <a:pt x="117303" y="44883"/>
                </a:lnTo>
                <a:lnTo>
                  <a:pt x="116272" y="44018"/>
                </a:lnTo>
                <a:lnTo>
                  <a:pt x="115212" y="43194"/>
                </a:lnTo>
                <a:lnTo>
                  <a:pt x="114122" y="42413"/>
                </a:lnTo>
                <a:lnTo>
                  <a:pt x="113003" y="41674"/>
                </a:lnTo>
                <a:lnTo>
                  <a:pt x="111854" y="40978"/>
                </a:lnTo>
                <a:lnTo>
                  <a:pt x="110676" y="40323"/>
                </a:lnTo>
                <a:lnTo>
                  <a:pt x="109469" y="39711"/>
                </a:lnTo>
                <a:lnTo>
                  <a:pt x="108232" y="39141"/>
                </a:lnTo>
                <a:lnTo>
                  <a:pt x="106965" y="38613"/>
                </a:lnTo>
                <a:lnTo>
                  <a:pt x="105670" y="38128"/>
                </a:lnTo>
                <a:lnTo>
                  <a:pt x="104345" y="37684"/>
                </a:lnTo>
                <a:lnTo>
                  <a:pt x="102990" y="37283"/>
                </a:lnTo>
                <a:lnTo>
                  <a:pt x="101606" y="36924"/>
                </a:lnTo>
                <a:lnTo>
                  <a:pt x="100192" y="36608"/>
                </a:lnTo>
                <a:lnTo>
                  <a:pt x="98750" y="36333"/>
                </a:lnTo>
                <a:lnTo>
                  <a:pt x="97277" y="36101"/>
                </a:lnTo>
                <a:lnTo>
                  <a:pt x="95776" y="35911"/>
                </a:lnTo>
                <a:lnTo>
                  <a:pt x="94244" y="35763"/>
                </a:lnTo>
                <a:lnTo>
                  <a:pt x="92684" y="35657"/>
                </a:lnTo>
                <a:lnTo>
                  <a:pt x="91094" y="35594"/>
                </a:lnTo>
                <a:lnTo>
                  <a:pt x="89475" y="35573"/>
                </a:lnTo>
                <a:lnTo>
                  <a:pt x="88252" y="35584"/>
                </a:lnTo>
                <a:lnTo>
                  <a:pt x="87047" y="35618"/>
                </a:lnTo>
                <a:lnTo>
                  <a:pt x="85860" y="35674"/>
                </a:lnTo>
                <a:lnTo>
                  <a:pt x="84691" y="35753"/>
                </a:lnTo>
                <a:lnTo>
                  <a:pt x="83540" y="35855"/>
                </a:lnTo>
                <a:lnTo>
                  <a:pt x="82407" y="35979"/>
                </a:lnTo>
                <a:lnTo>
                  <a:pt x="81292" y="36125"/>
                </a:lnTo>
                <a:lnTo>
                  <a:pt x="80195" y="36295"/>
                </a:lnTo>
                <a:lnTo>
                  <a:pt x="79116" y="36486"/>
                </a:lnTo>
                <a:lnTo>
                  <a:pt x="78055" y="36701"/>
                </a:lnTo>
                <a:lnTo>
                  <a:pt x="77012" y="36937"/>
                </a:lnTo>
                <a:lnTo>
                  <a:pt x="75987" y="37197"/>
                </a:lnTo>
                <a:lnTo>
                  <a:pt x="74980" y="37478"/>
                </a:lnTo>
                <a:lnTo>
                  <a:pt x="73990" y="37783"/>
                </a:lnTo>
                <a:lnTo>
                  <a:pt x="73019" y="38110"/>
                </a:lnTo>
                <a:lnTo>
                  <a:pt x="72066" y="38459"/>
                </a:lnTo>
                <a:lnTo>
                  <a:pt x="71130" y="38832"/>
                </a:lnTo>
                <a:lnTo>
                  <a:pt x="70213" y="39226"/>
                </a:lnTo>
                <a:lnTo>
                  <a:pt x="69314" y="39643"/>
                </a:lnTo>
                <a:lnTo>
                  <a:pt x="68432" y="40083"/>
                </a:lnTo>
                <a:lnTo>
                  <a:pt x="67569" y="40545"/>
                </a:lnTo>
                <a:lnTo>
                  <a:pt x="66723" y="41030"/>
                </a:lnTo>
                <a:lnTo>
                  <a:pt x="65895" y="41538"/>
                </a:lnTo>
                <a:lnTo>
                  <a:pt x="65086" y="42067"/>
                </a:lnTo>
                <a:lnTo>
                  <a:pt x="64294" y="42617"/>
                </a:lnTo>
                <a:lnTo>
                  <a:pt x="63519" y="43185"/>
                </a:lnTo>
                <a:lnTo>
                  <a:pt x="62761" y="43770"/>
                </a:lnTo>
                <a:lnTo>
                  <a:pt x="62020" y="44372"/>
                </a:lnTo>
                <a:lnTo>
                  <a:pt x="61296" y="44991"/>
                </a:lnTo>
                <a:lnTo>
                  <a:pt x="60590" y="45629"/>
                </a:lnTo>
                <a:lnTo>
                  <a:pt x="59900" y="46283"/>
                </a:lnTo>
                <a:lnTo>
                  <a:pt x="59228" y="46955"/>
                </a:lnTo>
                <a:lnTo>
                  <a:pt x="58573" y="47645"/>
                </a:lnTo>
                <a:lnTo>
                  <a:pt x="57935" y="48351"/>
                </a:lnTo>
                <a:lnTo>
                  <a:pt x="57314" y="49076"/>
                </a:lnTo>
                <a:lnTo>
                  <a:pt x="56710" y="49817"/>
                </a:lnTo>
                <a:lnTo>
                  <a:pt x="56123" y="50577"/>
                </a:lnTo>
                <a:lnTo>
                  <a:pt x="55553" y="51353"/>
                </a:lnTo>
                <a:lnTo>
                  <a:pt x="55001" y="52147"/>
                </a:lnTo>
                <a:lnTo>
                  <a:pt x="54465" y="52959"/>
                </a:lnTo>
                <a:lnTo>
                  <a:pt x="53947" y="53788"/>
                </a:lnTo>
                <a:lnTo>
                  <a:pt x="53446" y="54634"/>
                </a:lnTo>
                <a:lnTo>
                  <a:pt x="52962" y="55498"/>
                </a:lnTo>
                <a:lnTo>
                  <a:pt x="52495" y="56379"/>
                </a:lnTo>
                <a:lnTo>
                  <a:pt x="52045" y="57278"/>
                </a:lnTo>
                <a:lnTo>
                  <a:pt x="51612" y="58194"/>
                </a:lnTo>
                <a:lnTo>
                  <a:pt x="51196" y="59128"/>
                </a:lnTo>
                <a:lnTo>
                  <a:pt x="50797" y="60079"/>
                </a:lnTo>
                <a:lnTo>
                  <a:pt x="50416" y="61045"/>
                </a:lnTo>
                <a:lnTo>
                  <a:pt x="50050" y="62023"/>
                </a:lnTo>
                <a:lnTo>
                  <a:pt x="49700" y="63014"/>
                </a:lnTo>
                <a:lnTo>
                  <a:pt x="49367" y="64018"/>
                </a:lnTo>
                <a:lnTo>
                  <a:pt x="49050" y="65034"/>
                </a:lnTo>
                <a:lnTo>
                  <a:pt x="48750" y="66062"/>
                </a:lnTo>
                <a:lnTo>
                  <a:pt x="48465" y="67103"/>
                </a:lnTo>
                <a:lnTo>
                  <a:pt x="48197" y="68157"/>
                </a:lnTo>
                <a:lnTo>
                  <a:pt x="47945" y="69223"/>
                </a:lnTo>
                <a:lnTo>
                  <a:pt x="47710" y="70302"/>
                </a:lnTo>
                <a:lnTo>
                  <a:pt x="47490" y="71393"/>
                </a:lnTo>
                <a:lnTo>
                  <a:pt x="47287" y="72496"/>
                </a:lnTo>
                <a:lnTo>
                  <a:pt x="47100" y="73612"/>
                </a:lnTo>
                <a:lnTo>
                  <a:pt x="46929" y="74741"/>
                </a:lnTo>
                <a:lnTo>
                  <a:pt x="46775" y="75882"/>
                </a:lnTo>
                <a:lnTo>
                  <a:pt x="46637" y="77036"/>
                </a:lnTo>
                <a:lnTo>
                  <a:pt x="46515" y="78202"/>
                </a:lnTo>
                <a:lnTo>
                  <a:pt x="46409" y="79381"/>
                </a:lnTo>
                <a:lnTo>
                  <a:pt x="46320" y="80572"/>
                </a:lnTo>
                <a:lnTo>
                  <a:pt x="46247" y="81776"/>
                </a:lnTo>
                <a:lnTo>
                  <a:pt x="46190" y="82992"/>
                </a:lnTo>
                <a:lnTo>
                  <a:pt x="46149" y="84220"/>
                </a:lnTo>
                <a:lnTo>
                  <a:pt x="46125" y="85462"/>
                </a:lnTo>
                <a:lnTo>
                  <a:pt x="46117" y="86715"/>
                </a:lnTo>
                <a:lnTo>
                  <a:pt x="46125" y="87920"/>
                </a:lnTo>
                <a:lnTo>
                  <a:pt x="46150" y="89114"/>
                </a:lnTo>
                <a:lnTo>
                  <a:pt x="46192" y="90298"/>
                </a:lnTo>
                <a:lnTo>
                  <a:pt x="46251" y="91472"/>
                </a:lnTo>
                <a:lnTo>
                  <a:pt x="46326" y="92636"/>
                </a:lnTo>
                <a:lnTo>
                  <a:pt x="46419" y="93790"/>
                </a:lnTo>
                <a:lnTo>
                  <a:pt x="46528" y="94934"/>
                </a:lnTo>
                <a:lnTo>
                  <a:pt x="46653" y="96067"/>
                </a:lnTo>
                <a:lnTo>
                  <a:pt x="46796" y="97191"/>
                </a:lnTo>
                <a:lnTo>
                  <a:pt x="46955" y="98305"/>
                </a:lnTo>
                <a:lnTo>
                  <a:pt x="47131" y="99409"/>
                </a:lnTo>
                <a:lnTo>
                  <a:pt x="47324" y="100503"/>
                </a:lnTo>
                <a:lnTo>
                  <a:pt x="47534" y="101586"/>
                </a:lnTo>
                <a:lnTo>
                  <a:pt x="47760" y="102660"/>
                </a:lnTo>
                <a:lnTo>
                  <a:pt x="48003" y="103723"/>
                </a:lnTo>
                <a:lnTo>
                  <a:pt x="48263" y="104777"/>
                </a:lnTo>
                <a:lnTo>
                  <a:pt x="48539" y="105821"/>
                </a:lnTo>
                <a:lnTo>
                  <a:pt x="48833" y="106854"/>
                </a:lnTo>
                <a:lnTo>
                  <a:pt x="49143" y="107877"/>
                </a:lnTo>
                <a:lnTo>
                  <a:pt x="49470" y="108891"/>
                </a:lnTo>
                <a:lnTo>
                  <a:pt x="49814" y="109894"/>
                </a:lnTo>
                <a:lnTo>
                  <a:pt x="50174" y="110887"/>
                </a:lnTo>
                <a:lnTo>
                  <a:pt x="50551" y="111871"/>
                </a:lnTo>
                <a:lnTo>
                  <a:pt x="50945" y="112844"/>
                </a:lnTo>
                <a:lnTo>
                  <a:pt x="51357" y="113803"/>
                </a:lnTo>
                <a:lnTo>
                  <a:pt x="51786" y="114746"/>
                </a:lnTo>
                <a:lnTo>
                  <a:pt x="52233" y="115672"/>
                </a:lnTo>
                <a:lnTo>
                  <a:pt x="52698" y="116581"/>
                </a:lnTo>
                <a:lnTo>
                  <a:pt x="53182" y="117473"/>
                </a:lnTo>
                <a:lnTo>
                  <a:pt x="53683" y="118348"/>
                </a:lnTo>
                <a:lnTo>
                  <a:pt x="54202" y="119206"/>
                </a:lnTo>
                <a:lnTo>
                  <a:pt x="54739" y="120047"/>
                </a:lnTo>
                <a:lnTo>
                  <a:pt x="55294" y="120871"/>
                </a:lnTo>
                <a:lnTo>
                  <a:pt x="55867" y="121679"/>
                </a:lnTo>
                <a:lnTo>
                  <a:pt x="56458" y="122469"/>
                </a:lnTo>
                <a:lnTo>
                  <a:pt x="57067" y="123243"/>
                </a:lnTo>
                <a:lnTo>
                  <a:pt x="57694" y="124000"/>
                </a:lnTo>
                <a:lnTo>
                  <a:pt x="58339" y="124740"/>
                </a:lnTo>
                <a:lnTo>
                  <a:pt x="59002" y="125463"/>
                </a:lnTo>
                <a:lnTo>
                  <a:pt x="59683" y="126169"/>
                </a:lnTo>
                <a:lnTo>
                  <a:pt x="60381" y="126858"/>
                </a:lnTo>
                <a:lnTo>
                  <a:pt x="61098" y="127530"/>
                </a:lnTo>
                <a:lnTo>
                  <a:pt x="61833" y="128186"/>
                </a:lnTo>
                <a:lnTo>
                  <a:pt x="62585" y="128824"/>
                </a:lnTo>
                <a:lnTo>
                  <a:pt x="63356" y="129446"/>
                </a:lnTo>
                <a:lnTo>
                  <a:pt x="64145" y="130051"/>
                </a:lnTo>
                <a:lnTo>
                  <a:pt x="64951" y="130638"/>
                </a:lnTo>
                <a:lnTo>
                  <a:pt x="65776" y="131209"/>
                </a:lnTo>
                <a:lnTo>
                  <a:pt x="66619" y="131760"/>
                </a:lnTo>
                <a:lnTo>
                  <a:pt x="67482" y="132287"/>
                </a:lnTo>
                <a:lnTo>
                  <a:pt x="68365" y="132791"/>
                </a:lnTo>
                <a:lnTo>
                  <a:pt x="69267" y="133271"/>
                </a:lnTo>
                <a:lnTo>
                  <a:pt x="70189" y="133728"/>
                </a:lnTo>
                <a:lnTo>
                  <a:pt x="71131" y="134161"/>
                </a:lnTo>
                <a:lnTo>
                  <a:pt x="72092" y="134571"/>
                </a:lnTo>
                <a:lnTo>
                  <a:pt x="73073" y="134958"/>
                </a:lnTo>
                <a:lnTo>
                  <a:pt x="74074" y="135321"/>
                </a:lnTo>
                <a:lnTo>
                  <a:pt x="75094" y="135660"/>
                </a:lnTo>
                <a:lnTo>
                  <a:pt x="76134" y="135977"/>
                </a:lnTo>
                <a:lnTo>
                  <a:pt x="77194" y="136270"/>
                </a:lnTo>
                <a:lnTo>
                  <a:pt x="78273" y="136539"/>
                </a:lnTo>
                <a:lnTo>
                  <a:pt x="79372" y="136785"/>
                </a:lnTo>
                <a:lnTo>
                  <a:pt x="80491" y="137008"/>
                </a:lnTo>
                <a:lnTo>
                  <a:pt x="81630" y="137207"/>
                </a:lnTo>
                <a:lnTo>
                  <a:pt x="82788" y="137382"/>
                </a:lnTo>
                <a:lnTo>
                  <a:pt x="83966" y="137535"/>
                </a:lnTo>
                <a:lnTo>
                  <a:pt x="85163" y="137663"/>
                </a:lnTo>
                <a:lnTo>
                  <a:pt x="86380" y="137769"/>
                </a:lnTo>
                <a:lnTo>
                  <a:pt x="87617" y="137851"/>
                </a:lnTo>
                <a:lnTo>
                  <a:pt x="88873" y="137909"/>
                </a:lnTo>
                <a:lnTo>
                  <a:pt x="90150" y="137945"/>
                </a:lnTo>
                <a:lnTo>
                  <a:pt x="91445" y="137956"/>
                </a:lnTo>
                <a:lnTo>
                  <a:pt x="92450" y="137949"/>
                </a:lnTo>
                <a:lnTo>
                  <a:pt x="93443" y="137928"/>
                </a:lnTo>
                <a:lnTo>
                  <a:pt x="94425" y="137892"/>
                </a:lnTo>
                <a:lnTo>
                  <a:pt x="95395" y="137842"/>
                </a:lnTo>
                <a:lnTo>
                  <a:pt x="96354" y="137778"/>
                </a:lnTo>
                <a:close/>
                <a:moveTo>
                  <a:pt x="63373" y="71624"/>
                </a:moveTo>
                <a:lnTo>
                  <a:pt x="63574" y="70569"/>
                </a:lnTo>
                <a:lnTo>
                  <a:pt x="63794" y="69537"/>
                </a:lnTo>
                <a:lnTo>
                  <a:pt x="64035" y="68529"/>
                </a:lnTo>
                <a:lnTo>
                  <a:pt x="64295" y="67544"/>
                </a:lnTo>
                <a:lnTo>
                  <a:pt x="64576" y="66583"/>
                </a:lnTo>
                <a:lnTo>
                  <a:pt x="64876" y="65646"/>
                </a:lnTo>
                <a:lnTo>
                  <a:pt x="65197" y="64732"/>
                </a:lnTo>
                <a:lnTo>
                  <a:pt x="65537" y="63842"/>
                </a:lnTo>
                <a:lnTo>
                  <a:pt x="65898" y="62976"/>
                </a:lnTo>
                <a:lnTo>
                  <a:pt x="66278" y="62133"/>
                </a:lnTo>
                <a:lnTo>
                  <a:pt x="66679" y="61314"/>
                </a:lnTo>
                <a:lnTo>
                  <a:pt x="67099" y="60518"/>
                </a:lnTo>
                <a:lnTo>
                  <a:pt x="67540" y="59746"/>
                </a:lnTo>
                <a:lnTo>
                  <a:pt x="68001" y="58998"/>
                </a:lnTo>
                <a:lnTo>
                  <a:pt x="68481" y="58273"/>
                </a:lnTo>
                <a:lnTo>
                  <a:pt x="68982" y="57572"/>
                </a:lnTo>
                <a:lnTo>
                  <a:pt x="69503" y="56895"/>
                </a:lnTo>
                <a:lnTo>
                  <a:pt x="70043" y="56241"/>
                </a:lnTo>
                <a:lnTo>
                  <a:pt x="70604" y="55611"/>
                </a:lnTo>
                <a:lnTo>
                  <a:pt x="71184" y="55005"/>
                </a:lnTo>
                <a:lnTo>
                  <a:pt x="71781" y="54425"/>
                </a:lnTo>
                <a:lnTo>
                  <a:pt x="72397" y="53870"/>
                </a:lnTo>
                <a:lnTo>
                  <a:pt x="73031" y="53342"/>
                </a:lnTo>
                <a:lnTo>
                  <a:pt x="73682" y="52839"/>
                </a:lnTo>
                <a:lnTo>
                  <a:pt x="74352" y="52362"/>
                </a:lnTo>
                <a:lnTo>
                  <a:pt x="75039" y="51911"/>
                </a:lnTo>
                <a:lnTo>
                  <a:pt x="75745" y="51486"/>
                </a:lnTo>
                <a:lnTo>
                  <a:pt x="76468" y="51086"/>
                </a:lnTo>
                <a:lnTo>
                  <a:pt x="77209" y="50713"/>
                </a:lnTo>
                <a:lnTo>
                  <a:pt x="77969" y="50365"/>
                </a:lnTo>
                <a:lnTo>
                  <a:pt x="78746" y="50042"/>
                </a:lnTo>
                <a:lnTo>
                  <a:pt x="79541" y="49746"/>
                </a:lnTo>
                <a:lnTo>
                  <a:pt x="80354" y="49475"/>
                </a:lnTo>
                <a:lnTo>
                  <a:pt x="81186" y="49230"/>
                </a:lnTo>
                <a:lnTo>
                  <a:pt x="82035" y="49011"/>
                </a:lnTo>
                <a:lnTo>
                  <a:pt x="82902" y="48818"/>
                </a:lnTo>
                <a:lnTo>
                  <a:pt x="83787" y="48650"/>
                </a:lnTo>
                <a:lnTo>
                  <a:pt x="84690" y="48508"/>
                </a:lnTo>
                <a:lnTo>
                  <a:pt x="85611" y="48392"/>
                </a:lnTo>
                <a:lnTo>
                  <a:pt x="86550" y="48302"/>
                </a:lnTo>
                <a:lnTo>
                  <a:pt x="87507" y="48238"/>
                </a:lnTo>
                <a:lnTo>
                  <a:pt x="88482" y="48199"/>
                </a:lnTo>
                <a:lnTo>
                  <a:pt x="89475" y="48186"/>
                </a:lnTo>
                <a:lnTo>
                  <a:pt x="90459" y="48199"/>
                </a:lnTo>
                <a:lnTo>
                  <a:pt x="91425" y="48238"/>
                </a:lnTo>
                <a:lnTo>
                  <a:pt x="92374" y="48303"/>
                </a:lnTo>
                <a:lnTo>
                  <a:pt x="93304" y="48394"/>
                </a:lnTo>
                <a:lnTo>
                  <a:pt x="94216" y="48511"/>
                </a:lnTo>
                <a:lnTo>
                  <a:pt x="95110" y="48653"/>
                </a:lnTo>
                <a:lnTo>
                  <a:pt x="95986" y="48822"/>
                </a:lnTo>
                <a:lnTo>
                  <a:pt x="96843" y="49017"/>
                </a:lnTo>
                <a:lnTo>
                  <a:pt x="97683" y="49238"/>
                </a:lnTo>
                <a:lnTo>
                  <a:pt x="98504" y="49484"/>
                </a:lnTo>
                <a:lnTo>
                  <a:pt x="99307" y="49757"/>
                </a:lnTo>
                <a:lnTo>
                  <a:pt x="100092" y="50055"/>
                </a:lnTo>
                <a:lnTo>
                  <a:pt x="100859" y="50380"/>
                </a:lnTo>
                <a:lnTo>
                  <a:pt x="101608" y="50730"/>
                </a:lnTo>
                <a:lnTo>
                  <a:pt x="102339" y="51107"/>
                </a:lnTo>
                <a:lnTo>
                  <a:pt x="103051" y="51509"/>
                </a:lnTo>
                <a:lnTo>
                  <a:pt x="103746" y="51938"/>
                </a:lnTo>
                <a:lnTo>
                  <a:pt x="104422" y="52392"/>
                </a:lnTo>
                <a:lnTo>
                  <a:pt x="105080" y="52872"/>
                </a:lnTo>
                <a:lnTo>
                  <a:pt x="105720" y="53378"/>
                </a:lnTo>
                <a:lnTo>
                  <a:pt x="106342" y="53911"/>
                </a:lnTo>
                <a:lnTo>
                  <a:pt x="106946" y="54469"/>
                </a:lnTo>
                <a:lnTo>
                  <a:pt x="107531" y="55053"/>
                </a:lnTo>
                <a:lnTo>
                  <a:pt x="108099" y="55663"/>
                </a:lnTo>
                <a:lnTo>
                  <a:pt x="108646" y="56297"/>
                </a:lnTo>
                <a:lnTo>
                  <a:pt x="109171" y="56955"/>
                </a:lnTo>
                <a:lnTo>
                  <a:pt x="109674" y="57635"/>
                </a:lnTo>
                <a:lnTo>
                  <a:pt x="110154" y="58339"/>
                </a:lnTo>
                <a:lnTo>
                  <a:pt x="110613" y="59065"/>
                </a:lnTo>
                <a:lnTo>
                  <a:pt x="111049" y="59815"/>
                </a:lnTo>
                <a:lnTo>
                  <a:pt x="111463" y="60588"/>
                </a:lnTo>
                <a:lnTo>
                  <a:pt x="111854" y="61384"/>
                </a:lnTo>
                <a:lnTo>
                  <a:pt x="112223" y="62203"/>
                </a:lnTo>
                <a:lnTo>
                  <a:pt x="112571" y="63045"/>
                </a:lnTo>
                <a:lnTo>
                  <a:pt x="112895" y="63910"/>
                </a:lnTo>
                <a:lnTo>
                  <a:pt x="113198" y="64798"/>
                </a:lnTo>
                <a:lnTo>
                  <a:pt x="113478" y="65709"/>
                </a:lnTo>
                <a:lnTo>
                  <a:pt x="113737" y="66643"/>
                </a:lnTo>
                <a:lnTo>
                  <a:pt x="113973" y="67601"/>
                </a:lnTo>
                <a:lnTo>
                  <a:pt x="114186" y="68581"/>
                </a:lnTo>
                <a:lnTo>
                  <a:pt x="114378" y="69585"/>
                </a:lnTo>
                <a:lnTo>
                  <a:pt x="114547" y="70611"/>
                </a:lnTo>
                <a:lnTo>
                  <a:pt x="114694" y="71661"/>
                </a:lnTo>
                <a:lnTo>
                  <a:pt x="114819" y="72734"/>
                </a:lnTo>
                <a:lnTo>
                  <a:pt x="114921" y="73830"/>
                </a:lnTo>
                <a:lnTo>
                  <a:pt x="115001" y="74949"/>
                </a:lnTo>
                <a:lnTo>
                  <a:pt x="115059" y="76090"/>
                </a:lnTo>
                <a:lnTo>
                  <a:pt x="115095" y="77256"/>
                </a:lnTo>
                <a:lnTo>
                  <a:pt x="62672" y="77256"/>
                </a:lnTo>
                <a:lnTo>
                  <a:pt x="62772" y="76082"/>
                </a:lnTo>
                <a:lnTo>
                  <a:pt x="62892" y="74932"/>
                </a:lnTo>
                <a:lnTo>
                  <a:pt x="63033" y="73806"/>
                </a:lnTo>
                <a:lnTo>
                  <a:pt x="63193" y="72703"/>
                </a:lnTo>
                <a:lnTo>
                  <a:pt x="63373" y="71624"/>
                </a:lnTo>
                <a:close/>
                <a:moveTo>
                  <a:pt x="188149" y="137762"/>
                </a:moveTo>
                <a:lnTo>
                  <a:pt x="189063" y="137676"/>
                </a:lnTo>
                <a:lnTo>
                  <a:pt x="189966" y="137575"/>
                </a:lnTo>
                <a:lnTo>
                  <a:pt x="190860" y="137458"/>
                </a:lnTo>
                <a:lnTo>
                  <a:pt x="191743" y="137326"/>
                </a:lnTo>
                <a:lnTo>
                  <a:pt x="192616" y="137178"/>
                </a:lnTo>
                <a:lnTo>
                  <a:pt x="193479" y="137014"/>
                </a:lnTo>
                <a:lnTo>
                  <a:pt x="194332" y="136835"/>
                </a:lnTo>
                <a:lnTo>
                  <a:pt x="195174" y="136641"/>
                </a:lnTo>
                <a:lnTo>
                  <a:pt x="196007" y="136431"/>
                </a:lnTo>
                <a:lnTo>
                  <a:pt x="196830" y="136205"/>
                </a:lnTo>
                <a:lnTo>
                  <a:pt x="197642" y="135964"/>
                </a:lnTo>
                <a:lnTo>
                  <a:pt x="198445" y="135707"/>
                </a:lnTo>
                <a:lnTo>
                  <a:pt x="199237" y="135434"/>
                </a:lnTo>
                <a:lnTo>
                  <a:pt x="200019" y="135146"/>
                </a:lnTo>
                <a:lnTo>
                  <a:pt x="200792" y="134843"/>
                </a:lnTo>
                <a:lnTo>
                  <a:pt x="201554" y="134524"/>
                </a:lnTo>
                <a:lnTo>
                  <a:pt x="202306" y="134189"/>
                </a:lnTo>
                <a:lnTo>
                  <a:pt x="203047" y="133839"/>
                </a:lnTo>
                <a:lnTo>
                  <a:pt x="203779" y="133473"/>
                </a:lnTo>
                <a:lnTo>
                  <a:pt x="204502" y="133094"/>
                </a:lnTo>
                <a:lnTo>
                  <a:pt x="205218" y="132705"/>
                </a:lnTo>
                <a:lnTo>
                  <a:pt x="205926" y="132306"/>
                </a:lnTo>
                <a:lnTo>
                  <a:pt x="206627" y="131897"/>
                </a:lnTo>
                <a:lnTo>
                  <a:pt x="207321" y="131478"/>
                </a:lnTo>
                <a:lnTo>
                  <a:pt x="208007" y="131049"/>
                </a:lnTo>
                <a:lnTo>
                  <a:pt x="208686" y="130610"/>
                </a:lnTo>
                <a:lnTo>
                  <a:pt x="209358" y="130161"/>
                </a:lnTo>
                <a:lnTo>
                  <a:pt x="210022" y="129701"/>
                </a:lnTo>
                <a:lnTo>
                  <a:pt x="210679" y="129232"/>
                </a:lnTo>
                <a:lnTo>
                  <a:pt x="211328" y="128752"/>
                </a:lnTo>
                <a:lnTo>
                  <a:pt x="211970" y="128262"/>
                </a:lnTo>
                <a:lnTo>
                  <a:pt x="212605" y="127763"/>
                </a:lnTo>
                <a:lnTo>
                  <a:pt x="213233" y="127253"/>
                </a:lnTo>
                <a:lnTo>
                  <a:pt x="213853" y="126733"/>
                </a:lnTo>
                <a:lnTo>
                  <a:pt x="214465" y="126203"/>
                </a:lnTo>
                <a:lnTo>
                  <a:pt x="215071" y="125662"/>
                </a:lnTo>
                <a:lnTo>
                  <a:pt x="215669" y="125112"/>
                </a:lnTo>
                <a:lnTo>
                  <a:pt x="216259" y="124552"/>
                </a:lnTo>
                <a:lnTo>
                  <a:pt x="216843" y="123981"/>
                </a:lnTo>
                <a:lnTo>
                  <a:pt x="217419" y="123401"/>
                </a:lnTo>
                <a:lnTo>
                  <a:pt x="217987" y="122810"/>
                </a:lnTo>
                <a:lnTo>
                  <a:pt x="218548" y="122209"/>
                </a:lnTo>
                <a:lnTo>
                  <a:pt x="219102" y="121599"/>
                </a:lnTo>
                <a:lnTo>
                  <a:pt x="219792" y="136183"/>
                </a:lnTo>
                <a:lnTo>
                  <a:pt x="235164" y="136183"/>
                </a:lnTo>
                <a:lnTo>
                  <a:pt x="235164" y="70090"/>
                </a:lnTo>
                <a:lnTo>
                  <a:pt x="235159" y="69208"/>
                </a:lnTo>
                <a:lnTo>
                  <a:pt x="235142" y="68341"/>
                </a:lnTo>
                <a:lnTo>
                  <a:pt x="235115" y="67486"/>
                </a:lnTo>
                <a:lnTo>
                  <a:pt x="235077" y="66646"/>
                </a:lnTo>
                <a:lnTo>
                  <a:pt x="235027" y="65819"/>
                </a:lnTo>
                <a:lnTo>
                  <a:pt x="234967" y="65005"/>
                </a:lnTo>
                <a:lnTo>
                  <a:pt x="234896" y="64205"/>
                </a:lnTo>
                <a:lnTo>
                  <a:pt x="234814" y="63419"/>
                </a:lnTo>
                <a:lnTo>
                  <a:pt x="234721" y="62646"/>
                </a:lnTo>
                <a:lnTo>
                  <a:pt x="234617" y="61887"/>
                </a:lnTo>
                <a:lnTo>
                  <a:pt x="234502" y="61141"/>
                </a:lnTo>
                <a:lnTo>
                  <a:pt x="234376" y="60409"/>
                </a:lnTo>
                <a:lnTo>
                  <a:pt x="234239" y="59690"/>
                </a:lnTo>
                <a:lnTo>
                  <a:pt x="234091" y="58985"/>
                </a:lnTo>
                <a:lnTo>
                  <a:pt x="233933" y="58294"/>
                </a:lnTo>
                <a:lnTo>
                  <a:pt x="233763" y="57616"/>
                </a:lnTo>
                <a:lnTo>
                  <a:pt x="233582" y="56952"/>
                </a:lnTo>
                <a:lnTo>
                  <a:pt x="233391" y="56301"/>
                </a:lnTo>
                <a:lnTo>
                  <a:pt x="233188" y="55664"/>
                </a:lnTo>
                <a:lnTo>
                  <a:pt x="232974" y="55041"/>
                </a:lnTo>
                <a:lnTo>
                  <a:pt x="232750" y="54431"/>
                </a:lnTo>
                <a:lnTo>
                  <a:pt x="232515" y="53834"/>
                </a:lnTo>
                <a:lnTo>
                  <a:pt x="232268" y="53251"/>
                </a:lnTo>
                <a:lnTo>
                  <a:pt x="232011" y="52682"/>
                </a:lnTo>
                <a:lnTo>
                  <a:pt x="231744" y="52125"/>
                </a:lnTo>
                <a:lnTo>
                  <a:pt x="231470" y="51577"/>
                </a:lnTo>
                <a:lnTo>
                  <a:pt x="231188" y="51041"/>
                </a:lnTo>
                <a:lnTo>
                  <a:pt x="230898" y="50514"/>
                </a:lnTo>
                <a:lnTo>
                  <a:pt x="230601" y="49998"/>
                </a:lnTo>
                <a:lnTo>
                  <a:pt x="230296" y="49493"/>
                </a:lnTo>
                <a:lnTo>
                  <a:pt x="229983" y="48998"/>
                </a:lnTo>
                <a:lnTo>
                  <a:pt x="229662" y="48513"/>
                </a:lnTo>
                <a:lnTo>
                  <a:pt x="229334" y="48039"/>
                </a:lnTo>
                <a:lnTo>
                  <a:pt x="228998" y="47575"/>
                </a:lnTo>
                <a:lnTo>
                  <a:pt x="228655" y="47121"/>
                </a:lnTo>
                <a:lnTo>
                  <a:pt x="228303" y="46678"/>
                </a:lnTo>
                <a:lnTo>
                  <a:pt x="227944" y="46245"/>
                </a:lnTo>
                <a:lnTo>
                  <a:pt x="227578" y="45823"/>
                </a:lnTo>
                <a:lnTo>
                  <a:pt x="227203" y="45411"/>
                </a:lnTo>
                <a:lnTo>
                  <a:pt x="226821" y="45010"/>
                </a:lnTo>
                <a:lnTo>
                  <a:pt x="226431" y="44619"/>
                </a:lnTo>
                <a:lnTo>
                  <a:pt x="226034" y="44238"/>
                </a:lnTo>
                <a:lnTo>
                  <a:pt x="225629" y="43868"/>
                </a:lnTo>
                <a:lnTo>
                  <a:pt x="225216" y="43508"/>
                </a:lnTo>
                <a:lnTo>
                  <a:pt x="224795" y="43158"/>
                </a:lnTo>
                <a:lnTo>
                  <a:pt x="224367" y="42819"/>
                </a:lnTo>
                <a:lnTo>
                  <a:pt x="223931" y="42490"/>
                </a:lnTo>
                <a:lnTo>
                  <a:pt x="223487" y="42172"/>
                </a:lnTo>
                <a:lnTo>
                  <a:pt x="223037" y="41863"/>
                </a:lnTo>
                <a:lnTo>
                  <a:pt x="222583" y="41562"/>
                </a:lnTo>
                <a:lnTo>
                  <a:pt x="222123" y="41269"/>
                </a:lnTo>
                <a:lnTo>
                  <a:pt x="221659" y="40985"/>
                </a:lnTo>
                <a:lnTo>
                  <a:pt x="221190" y="40708"/>
                </a:lnTo>
                <a:lnTo>
                  <a:pt x="220716" y="40440"/>
                </a:lnTo>
                <a:lnTo>
                  <a:pt x="220237" y="40179"/>
                </a:lnTo>
                <a:lnTo>
                  <a:pt x="219754" y="39927"/>
                </a:lnTo>
                <a:lnTo>
                  <a:pt x="219265" y="39683"/>
                </a:lnTo>
                <a:lnTo>
                  <a:pt x="218772" y="39447"/>
                </a:lnTo>
                <a:lnTo>
                  <a:pt x="218275" y="39219"/>
                </a:lnTo>
                <a:lnTo>
                  <a:pt x="217772" y="39000"/>
                </a:lnTo>
                <a:lnTo>
                  <a:pt x="217265" y="38788"/>
                </a:lnTo>
                <a:lnTo>
                  <a:pt x="216752" y="38584"/>
                </a:lnTo>
                <a:lnTo>
                  <a:pt x="216235" y="38389"/>
                </a:lnTo>
                <a:lnTo>
                  <a:pt x="215714" y="38202"/>
                </a:lnTo>
                <a:lnTo>
                  <a:pt x="215187" y="38023"/>
                </a:lnTo>
                <a:lnTo>
                  <a:pt x="214656" y="37852"/>
                </a:lnTo>
                <a:lnTo>
                  <a:pt x="214119" y="37689"/>
                </a:lnTo>
                <a:lnTo>
                  <a:pt x="213578" y="37534"/>
                </a:lnTo>
                <a:lnTo>
                  <a:pt x="213033" y="37387"/>
                </a:lnTo>
                <a:lnTo>
                  <a:pt x="212482" y="37249"/>
                </a:lnTo>
                <a:lnTo>
                  <a:pt x="211927" y="37118"/>
                </a:lnTo>
                <a:lnTo>
                  <a:pt x="211367" y="36996"/>
                </a:lnTo>
                <a:lnTo>
                  <a:pt x="210803" y="36880"/>
                </a:lnTo>
                <a:lnTo>
                  <a:pt x="210237" y="36768"/>
                </a:lnTo>
                <a:lnTo>
                  <a:pt x="209669" y="36662"/>
                </a:lnTo>
                <a:lnTo>
                  <a:pt x="209099" y="36561"/>
                </a:lnTo>
                <a:lnTo>
                  <a:pt x="208527" y="36465"/>
                </a:lnTo>
                <a:lnTo>
                  <a:pt x="207952" y="36373"/>
                </a:lnTo>
                <a:lnTo>
                  <a:pt x="207375" y="36287"/>
                </a:lnTo>
                <a:lnTo>
                  <a:pt x="206796" y="36205"/>
                </a:lnTo>
                <a:lnTo>
                  <a:pt x="206214" y="36129"/>
                </a:lnTo>
                <a:lnTo>
                  <a:pt x="205631" y="36057"/>
                </a:lnTo>
                <a:lnTo>
                  <a:pt x="205045" y="35990"/>
                </a:lnTo>
                <a:lnTo>
                  <a:pt x="204457" y="35929"/>
                </a:lnTo>
                <a:lnTo>
                  <a:pt x="203866" y="35872"/>
                </a:lnTo>
                <a:lnTo>
                  <a:pt x="203274" y="35820"/>
                </a:lnTo>
                <a:lnTo>
                  <a:pt x="202679" y="35773"/>
                </a:lnTo>
                <a:lnTo>
                  <a:pt x="202082" y="35731"/>
                </a:lnTo>
                <a:lnTo>
                  <a:pt x="201483" y="35694"/>
                </a:lnTo>
                <a:lnTo>
                  <a:pt x="200882" y="35662"/>
                </a:lnTo>
                <a:lnTo>
                  <a:pt x="200278" y="35635"/>
                </a:lnTo>
                <a:lnTo>
                  <a:pt x="199672" y="35613"/>
                </a:lnTo>
                <a:lnTo>
                  <a:pt x="199064" y="35595"/>
                </a:lnTo>
                <a:lnTo>
                  <a:pt x="198454" y="35583"/>
                </a:lnTo>
                <a:lnTo>
                  <a:pt x="197841" y="35575"/>
                </a:lnTo>
                <a:lnTo>
                  <a:pt x="197226" y="35573"/>
                </a:lnTo>
                <a:lnTo>
                  <a:pt x="196270" y="35579"/>
                </a:lnTo>
                <a:lnTo>
                  <a:pt x="195323" y="35597"/>
                </a:lnTo>
                <a:lnTo>
                  <a:pt x="194385" y="35627"/>
                </a:lnTo>
                <a:lnTo>
                  <a:pt x="193456" y="35669"/>
                </a:lnTo>
                <a:lnTo>
                  <a:pt x="192536" y="35723"/>
                </a:lnTo>
                <a:lnTo>
                  <a:pt x="191625" y="35789"/>
                </a:lnTo>
                <a:lnTo>
                  <a:pt x="190723" y="35867"/>
                </a:lnTo>
                <a:lnTo>
                  <a:pt x="189830" y="35957"/>
                </a:lnTo>
                <a:lnTo>
                  <a:pt x="188947" y="36058"/>
                </a:lnTo>
                <a:lnTo>
                  <a:pt x="188072" y="36172"/>
                </a:lnTo>
                <a:lnTo>
                  <a:pt x="187206" y="36298"/>
                </a:lnTo>
                <a:lnTo>
                  <a:pt x="186350" y="36436"/>
                </a:lnTo>
                <a:lnTo>
                  <a:pt x="185502" y="36586"/>
                </a:lnTo>
                <a:lnTo>
                  <a:pt x="184664" y="36748"/>
                </a:lnTo>
                <a:lnTo>
                  <a:pt x="183835" y="36921"/>
                </a:lnTo>
                <a:lnTo>
                  <a:pt x="183015" y="37107"/>
                </a:lnTo>
                <a:lnTo>
                  <a:pt x="182203" y="37305"/>
                </a:lnTo>
                <a:lnTo>
                  <a:pt x="181401" y="37515"/>
                </a:lnTo>
                <a:lnTo>
                  <a:pt x="180608" y="37737"/>
                </a:lnTo>
                <a:lnTo>
                  <a:pt x="179824" y="37970"/>
                </a:lnTo>
                <a:lnTo>
                  <a:pt x="179049" y="38216"/>
                </a:lnTo>
                <a:lnTo>
                  <a:pt x="178284" y="38474"/>
                </a:lnTo>
                <a:lnTo>
                  <a:pt x="177527" y="38743"/>
                </a:lnTo>
                <a:lnTo>
                  <a:pt x="176779" y="39025"/>
                </a:lnTo>
                <a:lnTo>
                  <a:pt x="176043" y="39319"/>
                </a:lnTo>
                <a:lnTo>
                  <a:pt x="175320" y="39628"/>
                </a:lnTo>
                <a:lnTo>
                  <a:pt x="174610" y="39951"/>
                </a:lnTo>
                <a:lnTo>
                  <a:pt x="173913" y="40287"/>
                </a:lnTo>
                <a:lnTo>
                  <a:pt x="173230" y="40638"/>
                </a:lnTo>
                <a:lnTo>
                  <a:pt x="172560" y="41003"/>
                </a:lnTo>
                <a:lnTo>
                  <a:pt x="171904" y="41382"/>
                </a:lnTo>
                <a:lnTo>
                  <a:pt x="171261" y="41776"/>
                </a:lnTo>
                <a:lnTo>
                  <a:pt x="170631" y="42183"/>
                </a:lnTo>
                <a:lnTo>
                  <a:pt x="170015" y="42604"/>
                </a:lnTo>
                <a:lnTo>
                  <a:pt x="169412" y="43040"/>
                </a:lnTo>
                <a:lnTo>
                  <a:pt x="168822" y="43489"/>
                </a:lnTo>
                <a:lnTo>
                  <a:pt x="168246" y="43953"/>
                </a:lnTo>
                <a:lnTo>
                  <a:pt x="167683" y="44431"/>
                </a:lnTo>
                <a:lnTo>
                  <a:pt x="167133" y="44923"/>
                </a:lnTo>
                <a:lnTo>
                  <a:pt x="166597" y="45429"/>
                </a:lnTo>
                <a:lnTo>
                  <a:pt x="166074" y="45949"/>
                </a:lnTo>
                <a:lnTo>
                  <a:pt x="165564" y="46483"/>
                </a:lnTo>
                <a:lnTo>
                  <a:pt x="165068" y="47031"/>
                </a:lnTo>
                <a:lnTo>
                  <a:pt x="164585" y="47594"/>
                </a:lnTo>
                <a:lnTo>
                  <a:pt x="164115" y="48170"/>
                </a:lnTo>
                <a:lnTo>
                  <a:pt x="163659" y="48761"/>
                </a:lnTo>
                <a:lnTo>
                  <a:pt x="163216" y="49366"/>
                </a:lnTo>
                <a:lnTo>
                  <a:pt x="162786" y="49985"/>
                </a:lnTo>
                <a:lnTo>
                  <a:pt x="162372" y="50618"/>
                </a:lnTo>
                <a:lnTo>
                  <a:pt x="161976" y="51268"/>
                </a:lnTo>
                <a:lnTo>
                  <a:pt x="161597" y="51934"/>
                </a:lnTo>
                <a:lnTo>
                  <a:pt x="161236" y="52617"/>
                </a:lnTo>
                <a:lnTo>
                  <a:pt x="160892" y="53315"/>
                </a:lnTo>
                <a:lnTo>
                  <a:pt x="160566" y="54030"/>
                </a:lnTo>
                <a:lnTo>
                  <a:pt x="160258" y="54761"/>
                </a:lnTo>
                <a:lnTo>
                  <a:pt x="159967" y="55508"/>
                </a:lnTo>
                <a:lnTo>
                  <a:pt x="159694" y="56272"/>
                </a:lnTo>
                <a:lnTo>
                  <a:pt x="159439" y="57051"/>
                </a:lnTo>
                <a:lnTo>
                  <a:pt x="159201" y="57847"/>
                </a:lnTo>
                <a:lnTo>
                  <a:pt x="158980" y="58659"/>
                </a:lnTo>
                <a:lnTo>
                  <a:pt x="158778" y="59487"/>
                </a:lnTo>
                <a:lnTo>
                  <a:pt x="158593" y="60332"/>
                </a:lnTo>
                <a:lnTo>
                  <a:pt x="158425" y="61193"/>
                </a:lnTo>
                <a:lnTo>
                  <a:pt x="158276" y="62069"/>
                </a:lnTo>
                <a:lnTo>
                  <a:pt x="158143" y="62962"/>
                </a:lnTo>
                <a:lnTo>
                  <a:pt x="158029" y="63872"/>
                </a:lnTo>
                <a:lnTo>
                  <a:pt x="157932" y="64797"/>
                </a:lnTo>
                <a:lnTo>
                  <a:pt x="157853" y="65739"/>
                </a:lnTo>
                <a:lnTo>
                  <a:pt x="157791" y="66697"/>
                </a:lnTo>
                <a:lnTo>
                  <a:pt x="157747" y="67671"/>
                </a:lnTo>
                <a:lnTo>
                  <a:pt x="157720" y="68661"/>
                </a:lnTo>
                <a:lnTo>
                  <a:pt x="157712" y="69668"/>
                </a:lnTo>
                <a:lnTo>
                  <a:pt x="173675" y="69668"/>
                </a:lnTo>
                <a:lnTo>
                  <a:pt x="173687" y="68733"/>
                </a:lnTo>
                <a:lnTo>
                  <a:pt x="173722" y="67818"/>
                </a:lnTo>
                <a:lnTo>
                  <a:pt x="173781" y="66925"/>
                </a:lnTo>
                <a:lnTo>
                  <a:pt x="173864" y="66054"/>
                </a:lnTo>
                <a:lnTo>
                  <a:pt x="173970" y="65203"/>
                </a:lnTo>
                <a:lnTo>
                  <a:pt x="174100" y="64373"/>
                </a:lnTo>
                <a:lnTo>
                  <a:pt x="174254" y="63565"/>
                </a:lnTo>
                <a:lnTo>
                  <a:pt x="174431" y="62777"/>
                </a:lnTo>
                <a:lnTo>
                  <a:pt x="174631" y="62011"/>
                </a:lnTo>
                <a:lnTo>
                  <a:pt x="174856" y="61266"/>
                </a:lnTo>
                <a:lnTo>
                  <a:pt x="175104" y="60542"/>
                </a:lnTo>
                <a:lnTo>
                  <a:pt x="175375" y="59839"/>
                </a:lnTo>
                <a:lnTo>
                  <a:pt x="175670" y="59158"/>
                </a:lnTo>
                <a:lnTo>
                  <a:pt x="175989" y="58497"/>
                </a:lnTo>
                <a:lnTo>
                  <a:pt x="176331" y="57858"/>
                </a:lnTo>
                <a:lnTo>
                  <a:pt x="176697" y="57240"/>
                </a:lnTo>
                <a:lnTo>
                  <a:pt x="177087" y="56642"/>
                </a:lnTo>
                <a:lnTo>
                  <a:pt x="177500" y="56067"/>
                </a:lnTo>
                <a:lnTo>
                  <a:pt x="177937" y="55512"/>
                </a:lnTo>
                <a:lnTo>
                  <a:pt x="178397" y="54978"/>
                </a:lnTo>
                <a:lnTo>
                  <a:pt x="178881" y="54465"/>
                </a:lnTo>
                <a:lnTo>
                  <a:pt x="179388" y="53974"/>
                </a:lnTo>
                <a:lnTo>
                  <a:pt x="179920" y="53504"/>
                </a:lnTo>
                <a:lnTo>
                  <a:pt x="180474" y="53055"/>
                </a:lnTo>
                <a:lnTo>
                  <a:pt x="181047" y="52625"/>
                </a:lnTo>
                <a:lnTo>
                  <a:pt x="181630" y="52214"/>
                </a:lnTo>
                <a:lnTo>
                  <a:pt x="182224" y="51821"/>
                </a:lnTo>
                <a:lnTo>
                  <a:pt x="182828" y="51447"/>
                </a:lnTo>
                <a:lnTo>
                  <a:pt x="183444" y="51090"/>
                </a:lnTo>
                <a:lnTo>
                  <a:pt x="184071" y="50752"/>
                </a:lnTo>
                <a:lnTo>
                  <a:pt x="184709" y="50432"/>
                </a:lnTo>
                <a:lnTo>
                  <a:pt x="185358" y="50131"/>
                </a:lnTo>
                <a:lnTo>
                  <a:pt x="186017" y="49848"/>
                </a:lnTo>
                <a:lnTo>
                  <a:pt x="186688" y="49583"/>
                </a:lnTo>
                <a:lnTo>
                  <a:pt x="187370" y="49336"/>
                </a:lnTo>
                <a:lnTo>
                  <a:pt x="188062" y="49108"/>
                </a:lnTo>
                <a:lnTo>
                  <a:pt x="188766" y="48898"/>
                </a:lnTo>
                <a:lnTo>
                  <a:pt x="189480" y="48706"/>
                </a:lnTo>
                <a:lnTo>
                  <a:pt x="190205" y="48532"/>
                </a:lnTo>
                <a:lnTo>
                  <a:pt x="190942" y="48377"/>
                </a:lnTo>
                <a:lnTo>
                  <a:pt x="191689" y="48240"/>
                </a:lnTo>
                <a:lnTo>
                  <a:pt x="192447" y="48121"/>
                </a:lnTo>
                <a:lnTo>
                  <a:pt x="193216" y="48020"/>
                </a:lnTo>
                <a:lnTo>
                  <a:pt x="193996" y="47938"/>
                </a:lnTo>
                <a:lnTo>
                  <a:pt x="194787" y="47874"/>
                </a:lnTo>
                <a:lnTo>
                  <a:pt x="195589" y="47829"/>
                </a:lnTo>
                <a:lnTo>
                  <a:pt x="196402" y="47801"/>
                </a:lnTo>
                <a:lnTo>
                  <a:pt x="197226" y="47792"/>
                </a:lnTo>
                <a:lnTo>
                  <a:pt x="198001" y="47800"/>
                </a:lnTo>
                <a:lnTo>
                  <a:pt x="198764" y="47826"/>
                </a:lnTo>
                <a:lnTo>
                  <a:pt x="199516" y="47867"/>
                </a:lnTo>
                <a:lnTo>
                  <a:pt x="200256" y="47926"/>
                </a:lnTo>
                <a:lnTo>
                  <a:pt x="200986" y="48002"/>
                </a:lnTo>
                <a:lnTo>
                  <a:pt x="201704" y="48094"/>
                </a:lnTo>
                <a:lnTo>
                  <a:pt x="202410" y="48203"/>
                </a:lnTo>
                <a:lnTo>
                  <a:pt x="203106" y="48329"/>
                </a:lnTo>
                <a:lnTo>
                  <a:pt x="203790" y="48471"/>
                </a:lnTo>
                <a:lnTo>
                  <a:pt x="204463" y="48630"/>
                </a:lnTo>
                <a:lnTo>
                  <a:pt x="205124" y="48806"/>
                </a:lnTo>
                <a:lnTo>
                  <a:pt x="205775" y="48999"/>
                </a:lnTo>
                <a:lnTo>
                  <a:pt x="206414" y="49209"/>
                </a:lnTo>
                <a:lnTo>
                  <a:pt x="207041" y="49435"/>
                </a:lnTo>
                <a:lnTo>
                  <a:pt x="207658" y="49678"/>
                </a:lnTo>
                <a:lnTo>
                  <a:pt x="208263" y="49938"/>
                </a:lnTo>
                <a:lnTo>
                  <a:pt x="208857" y="50215"/>
                </a:lnTo>
                <a:lnTo>
                  <a:pt x="209439" y="50508"/>
                </a:lnTo>
                <a:lnTo>
                  <a:pt x="210010" y="50818"/>
                </a:lnTo>
                <a:lnTo>
                  <a:pt x="210570" y="51145"/>
                </a:lnTo>
                <a:lnTo>
                  <a:pt x="211119" y="51489"/>
                </a:lnTo>
                <a:lnTo>
                  <a:pt x="211656" y="51849"/>
                </a:lnTo>
                <a:lnTo>
                  <a:pt x="212182" y="52226"/>
                </a:lnTo>
                <a:lnTo>
                  <a:pt x="212697" y="52620"/>
                </a:lnTo>
                <a:lnTo>
                  <a:pt x="213196" y="53037"/>
                </a:lnTo>
                <a:lnTo>
                  <a:pt x="213673" y="53482"/>
                </a:lnTo>
                <a:lnTo>
                  <a:pt x="214129" y="53955"/>
                </a:lnTo>
                <a:lnTo>
                  <a:pt x="214564" y="54456"/>
                </a:lnTo>
                <a:lnTo>
                  <a:pt x="214978" y="54986"/>
                </a:lnTo>
                <a:lnTo>
                  <a:pt x="215370" y="55544"/>
                </a:lnTo>
                <a:lnTo>
                  <a:pt x="215741" y="56130"/>
                </a:lnTo>
                <a:lnTo>
                  <a:pt x="216091" y="56745"/>
                </a:lnTo>
                <a:lnTo>
                  <a:pt x="216420" y="57388"/>
                </a:lnTo>
                <a:lnTo>
                  <a:pt x="216728" y="58059"/>
                </a:lnTo>
                <a:lnTo>
                  <a:pt x="217014" y="58759"/>
                </a:lnTo>
                <a:lnTo>
                  <a:pt x="217279" y="59487"/>
                </a:lnTo>
                <a:lnTo>
                  <a:pt x="217523" y="60243"/>
                </a:lnTo>
                <a:lnTo>
                  <a:pt x="217746" y="61027"/>
                </a:lnTo>
                <a:lnTo>
                  <a:pt x="217947" y="61840"/>
                </a:lnTo>
                <a:lnTo>
                  <a:pt x="218128" y="62681"/>
                </a:lnTo>
                <a:lnTo>
                  <a:pt x="218287" y="63551"/>
                </a:lnTo>
                <a:lnTo>
                  <a:pt x="218425" y="64448"/>
                </a:lnTo>
                <a:lnTo>
                  <a:pt x="218541" y="65374"/>
                </a:lnTo>
                <a:lnTo>
                  <a:pt x="218637" y="66328"/>
                </a:lnTo>
                <a:lnTo>
                  <a:pt x="218711" y="67311"/>
                </a:lnTo>
                <a:lnTo>
                  <a:pt x="218764" y="68322"/>
                </a:lnTo>
                <a:lnTo>
                  <a:pt x="218796" y="69361"/>
                </a:lnTo>
                <a:lnTo>
                  <a:pt x="218807" y="70429"/>
                </a:lnTo>
                <a:lnTo>
                  <a:pt x="218807" y="77490"/>
                </a:lnTo>
                <a:lnTo>
                  <a:pt x="217165" y="77510"/>
                </a:lnTo>
                <a:lnTo>
                  <a:pt x="215540" y="77539"/>
                </a:lnTo>
                <a:lnTo>
                  <a:pt x="213933" y="77576"/>
                </a:lnTo>
                <a:lnTo>
                  <a:pt x="212344" y="77620"/>
                </a:lnTo>
                <a:lnTo>
                  <a:pt x="210772" y="77673"/>
                </a:lnTo>
                <a:lnTo>
                  <a:pt x="209217" y="77733"/>
                </a:lnTo>
                <a:lnTo>
                  <a:pt x="207680" y="77801"/>
                </a:lnTo>
                <a:lnTo>
                  <a:pt x="206161" y="77877"/>
                </a:lnTo>
                <a:lnTo>
                  <a:pt x="204658" y="77961"/>
                </a:lnTo>
                <a:lnTo>
                  <a:pt x="203174" y="78053"/>
                </a:lnTo>
                <a:lnTo>
                  <a:pt x="201706" y="78153"/>
                </a:lnTo>
                <a:lnTo>
                  <a:pt x="200256" y="78260"/>
                </a:lnTo>
                <a:lnTo>
                  <a:pt x="198824" y="78376"/>
                </a:lnTo>
                <a:lnTo>
                  <a:pt x="197409" y="78499"/>
                </a:lnTo>
                <a:lnTo>
                  <a:pt x="196011" y="78630"/>
                </a:lnTo>
                <a:lnTo>
                  <a:pt x="194631" y="78769"/>
                </a:lnTo>
                <a:lnTo>
                  <a:pt x="193269" y="78916"/>
                </a:lnTo>
                <a:lnTo>
                  <a:pt x="191924" y="79071"/>
                </a:lnTo>
                <a:lnTo>
                  <a:pt x="190596" y="79234"/>
                </a:lnTo>
                <a:lnTo>
                  <a:pt x="189286" y="79404"/>
                </a:lnTo>
                <a:lnTo>
                  <a:pt x="187993" y="79583"/>
                </a:lnTo>
                <a:lnTo>
                  <a:pt x="186717" y="79769"/>
                </a:lnTo>
                <a:lnTo>
                  <a:pt x="185459" y="79963"/>
                </a:lnTo>
                <a:lnTo>
                  <a:pt x="184219" y="80166"/>
                </a:lnTo>
                <a:lnTo>
                  <a:pt x="182999" y="80379"/>
                </a:lnTo>
                <a:lnTo>
                  <a:pt x="181802" y="80608"/>
                </a:lnTo>
                <a:lnTo>
                  <a:pt x="180628" y="80852"/>
                </a:lnTo>
                <a:lnTo>
                  <a:pt x="179478" y="81112"/>
                </a:lnTo>
                <a:lnTo>
                  <a:pt x="178351" y="81386"/>
                </a:lnTo>
                <a:lnTo>
                  <a:pt x="177247" y="81676"/>
                </a:lnTo>
                <a:lnTo>
                  <a:pt x="176167" y="81982"/>
                </a:lnTo>
                <a:lnTo>
                  <a:pt x="175109" y="82302"/>
                </a:lnTo>
                <a:lnTo>
                  <a:pt x="174076" y="82638"/>
                </a:lnTo>
                <a:lnTo>
                  <a:pt x="173065" y="82989"/>
                </a:lnTo>
                <a:lnTo>
                  <a:pt x="172077" y="83355"/>
                </a:lnTo>
                <a:lnTo>
                  <a:pt x="171113" y="83736"/>
                </a:lnTo>
                <a:lnTo>
                  <a:pt x="170172" y="84133"/>
                </a:lnTo>
                <a:lnTo>
                  <a:pt x="169255" y="84545"/>
                </a:lnTo>
                <a:lnTo>
                  <a:pt x="168360" y="84972"/>
                </a:lnTo>
                <a:lnTo>
                  <a:pt x="167489" y="85414"/>
                </a:lnTo>
                <a:lnTo>
                  <a:pt x="166641" y="85872"/>
                </a:lnTo>
                <a:lnTo>
                  <a:pt x="165817" y="86345"/>
                </a:lnTo>
                <a:lnTo>
                  <a:pt x="165015" y="86833"/>
                </a:lnTo>
                <a:lnTo>
                  <a:pt x="164237" y="87336"/>
                </a:lnTo>
                <a:lnTo>
                  <a:pt x="163482" y="87855"/>
                </a:lnTo>
                <a:lnTo>
                  <a:pt x="162751" y="88389"/>
                </a:lnTo>
                <a:lnTo>
                  <a:pt x="162043" y="88938"/>
                </a:lnTo>
                <a:lnTo>
                  <a:pt x="161358" y="89502"/>
                </a:lnTo>
                <a:lnTo>
                  <a:pt x="160698" y="90085"/>
                </a:lnTo>
                <a:lnTo>
                  <a:pt x="160067" y="90690"/>
                </a:lnTo>
                <a:lnTo>
                  <a:pt x="159464" y="91318"/>
                </a:lnTo>
                <a:lnTo>
                  <a:pt x="158889" y="91967"/>
                </a:lnTo>
                <a:lnTo>
                  <a:pt x="158342" y="92638"/>
                </a:lnTo>
                <a:lnTo>
                  <a:pt x="157823" y="93332"/>
                </a:lnTo>
                <a:lnTo>
                  <a:pt x="157332" y="94047"/>
                </a:lnTo>
                <a:lnTo>
                  <a:pt x="156869" y="94785"/>
                </a:lnTo>
                <a:lnTo>
                  <a:pt x="156434" y="95544"/>
                </a:lnTo>
                <a:lnTo>
                  <a:pt x="156027" y="96326"/>
                </a:lnTo>
                <a:lnTo>
                  <a:pt x="155648" y="97130"/>
                </a:lnTo>
                <a:lnTo>
                  <a:pt x="155297" y="97956"/>
                </a:lnTo>
                <a:lnTo>
                  <a:pt x="154975" y="98804"/>
                </a:lnTo>
                <a:lnTo>
                  <a:pt x="154680" y="99674"/>
                </a:lnTo>
                <a:lnTo>
                  <a:pt x="154414" y="100566"/>
                </a:lnTo>
                <a:lnTo>
                  <a:pt x="154175" y="101480"/>
                </a:lnTo>
                <a:lnTo>
                  <a:pt x="153965" y="102417"/>
                </a:lnTo>
                <a:lnTo>
                  <a:pt x="153782" y="103375"/>
                </a:lnTo>
                <a:lnTo>
                  <a:pt x="153628" y="104356"/>
                </a:lnTo>
                <a:lnTo>
                  <a:pt x="153502" y="105358"/>
                </a:lnTo>
                <a:lnTo>
                  <a:pt x="153404" y="106383"/>
                </a:lnTo>
                <a:lnTo>
                  <a:pt x="153333" y="107429"/>
                </a:lnTo>
                <a:lnTo>
                  <a:pt x="153291" y="108498"/>
                </a:lnTo>
                <a:lnTo>
                  <a:pt x="153277" y="109589"/>
                </a:lnTo>
                <a:lnTo>
                  <a:pt x="153284" y="110358"/>
                </a:lnTo>
                <a:lnTo>
                  <a:pt x="153306" y="111116"/>
                </a:lnTo>
                <a:lnTo>
                  <a:pt x="153341" y="111864"/>
                </a:lnTo>
                <a:lnTo>
                  <a:pt x="153391" y="112602"/>
                </a:lnTo>
                <a:lnTo>
                  <a:pt x="153455" y="113330"/>
                </a:lnTo>
                <a:lnTo>
                  <a:pt x="153533" y="114047"/>
                </a:lnTo>
                <a:lnTo>
                  <a:pt x="153625" y="114753"/>
                </a:lnTo>
                <a:lnTo>
                  <a:pt x="153732" y="115450"/>
                </a:lnTo>
                <a:lnTo>
                  <a:pt x="153852" y="116136"/>
                </a:lnTo>
                <a:lnTo>
                  <a:pt x="153987" y="116812"/>
                </a:lnTo>
                <a:lnTo>
                  <a:pt x="154136" y="117477"/>
                </a:lnTo>
                <a:lnTo>
                  <a:pt x="154300" y="118132"/>
                </a:lnTo>
                <a:lnTo>
                  <a:pt x="154477" y="118777"/>
                </a:lnTo>
                <a:lnTo>
                  <a:pt x="154669" y="119411"/>
                </a:lnTo>
                <a:lnTo>
                  <a:pt x="154875" y="120035"/>
                </a:lnTo>
                <a:lnTo>
                  <a:pt x="155095" y="120649"/>
                </a:lnTo>
                <a:lnTo>
                  <a:pt x="155329" y="121252"/>
                </a:lnTo>
                <a:lnTo>
                  <a:pt x="155578" y="121845"/>
                </a:lnTo>
                <a:lnTo>
                  <a:pt x="155840" y="122428"/>
                </a:lnTo>
                <a:lnTo>
                  <a:pt x="156117" y="123000"/>
                </a:lnTo>
                <a:lnTo>
                  <a:pt x="156408" y="123562"/>
                </a:lnTo>
                <a:lnTo>
                  <a:pt x="156714" y="124114"/>
                </a:lnTo>
                <a:lnTo>
                  <a:pt x="157033" y="124655"/>
                </a:lnTo>
                <a:lnTo>
                  <a:pt x="157367" y="125186"/>
                </a:lnTo>
                <a:lnTo>
                  <a:pt x="157712" y="125707"/>
                </a:lnTo>
                <a:lnTo>
                  <a:pt x="158068" y="126216"/>
                </a:lnTo>
                <a:lnTo>
                  <a:pt x="158432" y="126715"/>
                </a:lnTo>
                <a:lnTo>
                  <a:pt x="158807" y="127204"/>
                </a:lnTo>
                <a:lnTo>
                  <a:pt x="159190" y="127681"/>
                </a:lnTo>
                <a:lnTo>
                  <a:pt x="159584" y="128148"/>
                </a:lnTo>
                <a:lnTo>
                  <a:pt x="159987" y="128605"/>
                </a:lnTo>
                <a:lnTo>
                  <a:pt x="160400" y="129050"/>
                </a:lnTo>
                <a:lnTo>
                  <a:pt x="160822" y="129485"/>
                </a:lnTo>
                <a:lnTo>
                  <a:pt x="161254" y="129910"/>
                </a:lnTo>
                <a:lnTo>
                  <a:pt x="161695" y="130323"/>
                </a:lnTo>
                <a:lnTo>
                  <a:pt x="162146" y="130726"/>
                </a:lnTo>
                <a:lnTo>
                  <a:pt x="162607" y="131118"/>
                </a:lnTo>
                <a:lnTo>
                  <a:pt x="163077" y="131500"/>
                </a:lnTo>
                <a:lnTo>
                  <a:pt x="163556" y="131870"/>
                </a:lnTo>
                <a:lnTo>
                  <a:pt x="164046" y="132230"/>
                </a:lnTo>
                <a:lnTo>
                  <a:pt x="164544" y="132580"/>
                </a:lnTo>
                <a:lnTo>
                  <a:pt x="165053" y="132918"/>
                </a:lnTo>
                <a:lnTo>
                  <a:pt x="165571" y="133246"/>
                </a:lnTo>
                <a:lnTo>
                  <a:pt x="166099" y="133564"/>
                </a:lnTo>
                <a:lnTo>
                  <a:pt x="166636" y="133870"/>
                </a:lnTo>
                <a:lnTo>
                  <a:pt x="167182" y="134166"/>
                </a:lnTo>
                <a:lnTo>
                  <a:pt x="167739" y="134452"/>
                </a:lnTo>
                <a:lnTo>
                  <a:pt x="168305" y="134726"/>
                </a:lnTo>
                <a:lnTo>
                  <a:pt x="168878" y="134990"/>
                </a:lnTo>
                <a:lnTo>
                  <a:pt x="169456" y="135242"/>
                </a:lnTo>
                <a:lnTo>
                  <a:pt x="170039" y="135483"/>
                </a:lnTo>
                <a:lnTo>
                  <a:pt x="170627" y="135713"/>
                </a:lnTo>
                <a:lnTo>
                  <a:pt x="171220" y="135932"/>
                </a:lnTo>
                <a:lnTo>
                  <a:pt x="171818" y="136139"/>
                </a:lnTo>
                <a:lnTo>
                  <a:pt x="172421" y="136336"/>
                </a:lnTo>
                <a:lnTo>
                  <a:pt x="173029" y="136521"/>
                </a:lnTo>
                <a:lnTo>
                  <a:pt x="173642" y="136694"/>
                </a:lnTo>
                <a:lnTo>
                  <a:pt x="174260" y="136857"/>
                </a:lnTo>
                <a:lnTo>
                  <a:pt x="174883" y="137009"/>
                </a:lnTo>
                <a:lnTo>
                  <a:pt x="175510" y="137149"/>
                </a:lnTo>
                <a:lnTo>
                  <a:pt x="176143" y="137278"/>
                </a:lnTo>
                <a:lnTo>
                  <a:pt x="176781" y="137395"/>
                </a:lnTo>
                <a:lnTo>
                  <a:pt x="177424" y="137502"/>
                </a:lnTo>
                <a:lnTo>
                  <a:pt x="178071" y="137597"/>
                </a:lnTo>
                <a:lnTo>
                  <a:pt x="178724" y="137682"/>
                </a:lnTo>
                <a:lnTo>
                  <a:pt x="179381" y="137754"/>
                </a:lnTo>
                <a:lnTo>
                  <a:pt x="180044" y="137816"/>
                </a:lnTo>
                <a:lnTo>
                  <a:pt x="180711" y="137867"/>
                </a:lnTo>
                <a:lnTo>
                  <a:pt x="181384" y="137906"/>
                </a:lnTo>
                <a:lnTo>
                  <a:pt x="182061" y="137934"/>
                </a:lnTo>
                <a:lnTo>
                  <a:pt x="182743" y="137951"/>
                </a:lnTo>
                <a:lnTo>
                  <a:pt x="183431" y="137956"/>
                </a:lnTo>
                <a:lnTo>
                  <a:pt x="184395" y="137949"/>
                </a:lnTo>
                <a:lnTo>
                  <a:pt x="185348" y="137925"/>
                </a:lnTo>
                <a:lnTo>
                  <a:pt x="186292" y="137886"/>
                </a:lnTo>
                <a:lnTo>
                  <a:pt x="187226" y="137832"/>
                </a:lnTo>
                <a:lnTo>
                  <a:pt x="188149" y="137762"/>
                </a:lnTo>
                <a:close/>
                <a:moveTo>
                  <a:pt x="184257" y="125150"/>
                </a:moveTo>
                <a:lnTo>
                  <a:pt x="183600" y="125064"/>
                </a:lnTo>
                <a:lnTo>
                  <a:pt x="182958" y="124964"/>
                </a:lnTo>
                <a:lnTo>
                  <a:pt x="182330" y="124848"/>
                </a:lnTo>
                <a:lnTo>
                  <a:pt x="181718" y="124716"/>
                </a:lnTo>
                <a:lnTo>
                  <a:pt x="181120" y="124569"/>
                </a:lnTo>
                <a:lnTo>
                  <a:pt x="180537" y="124406"/>
                </a:lnTo>
                <a:lnTo>
                  <a:pt x="179969" y="124228"/>
                </a:lnTo>
                <a:lnTo>
                  <a:pt x="179416" y="124035"/>
                </a:lnTo>
                <a:lnTo>
                  <a:pt x="178878" y="123826"/>
                </a:lnTo>
                <a:lnTo>
                  <a:pt x="178355" y="123601"/>
                </a:lnTo>
                <a:lnTo>
                  <a:pt x="177847" y="123361"/>
                </a:lnTo>
                <a:lnTo>
                  <a:pt x="177353" y="123106"/>
                </a:lnTo>
                <a:lnTo>
                  <a:pt x="176875" y="122835"/>
                </a:lnTo>
                <a:lnTo>
                  <a:pt x="176411" y="122549"/>
                </a:lnTo>
                <a:lnTo>
                  <a:pt x="175962" y="122247"/>
                </a:lnTo>
                <a:lnTo>
                  <a:pt x="175528" y="121929"/>
                </a:lnTo>
                <a:lnTo>
                  <a:pt x="175109" y="121596"/>
                </a:lnTo>
                <a:lnTo>
                  <a:pt x="174705" y="121248"/>
                </a:lnTo>
                <a:lnTo>
                  <a:pt x="174316" y="120884"/>
                </a:lnTo>
                <a:lnTo>
                  <a:pt x="173942" y="120507"/>
                </a:lnTo>
                <a:lnTo>
                  <a:pt x="173584" y="120120"/>
                </a:lnTo>
                <a:lnTo>
                  <a:pt x="173242" y="119722"/>
                </a:lnTo>
                <a:lnTo>
                  <a:pt x="172916" y="119314"/>
                </a:lnTo>
                <a:lnTo>
                  <a:pt x="172605" y="118895"/>
                </a:lnTo>
                <a:lnTo>
                  <a:pt x="172311" y="118466"/>
                </a:lnTo>
                <a:lnTo>
                  <a:pt x="172033" y="118026"/>
                </a:lnTo>
                <a:lnTo>
                  <a:pt x="171770" y="117576"/>
                </a:lnTo>
                <a:lnTo>
                  <a:pt x="171523" y="117115"/>
                </a:lnTo>
                <a:lnTo>
                  <a:pt x="171293" y="116643"/>
                </a:lnTo>
                <a:lnTo>
                  <a:pt x="171078" y="116162"/>
                </a:lnTo>
                <a:lnTo>
                  <a:pt x="170879" y="115669"/>
                </a:lnTo>
                <a:lnTo>
                  <a:pt x="170696" y="115166"/>
                </a:lnTo>
                <a:lnTo>
                  <a:pt x="170529" y="114653"/>
                </a:lnTo>
                <a:lnTo>
                  <a:pt x="170378" y="114129"/>
                </a:lnTo>
                <a:lnTo>
                  <a:pt x="170243" y="113595"/>
                </a:lnTo>
                <a:lnTo>
                  <a:pt x="170123" y="113050"/>
                </a:lnTo>
                <a:lnTo>
                  <a:pt x="170020" y="112495"/>
                </a:lnTo>
                <a:lnTo>
                  <a:pt x="169932" y="111929"/>
                </a:lnTo>
                <a:lnTo>
                  <a:pt x="169861" y="111353"/>
                </a:lnTo>
                <a:lnTo>
                  <a:pt x="169805" y="110766"/>
                </a:lnTo>
                <a:lnTo>
                  <a:pt x="169765" y="110169"/>
                </a:lnTo>
                <a:lnTo>
                  <a:pt x="169742" y="109561"/>
                </a:lnTo>
                <a:lnTo>
                  <a:pt x="169734" y="108942"/>
                </a:lnTo>
                <a:lnTo>
                  <a:pt x="169753" y="108039"/>
                </a:lnTo>
                <a:lnTo>
                  <a:pt x="169813" y="107157"/>
                </a:lnTo>
                <a:lnTo>
                  <a:pt x="169911" y="106297"/>
                </a:lnTo>
                <a:lnTo>
                  <a:pt x="170050" y="105458"/>
                </a:lnTo>
                <a:lnTo>
                  <a:pt x="170228" y="104640"/>
                </a:lnTo>
                <a:lnTo>
                  <a:pt x="170445" y="103844"/>
                </a:lnTo>
                <a:lnTo>
                  <a:pt x="170702" y="103069"/>
                </a:lnTo>
                <a:lnTo>
                  <a:pt x="170998" y="102315"/>
                </a:lnTo>
                <a:lnTo>
                  <a:pt x="171334" y="101583"/>
                </a:lnTo>
                <a:lnTo>
                  <a:pt x="171710" y="100872"/>
                </a:lnTo>
                <a:lnTo>
                  <a:pt x="172124" y="100182"/>
                </a:lnTo>
                <a:lnTo>
                  <a:pt x="172579" y="99514"/>
                </a:lnTo>
                <a:lnTo>
                  <a:pt x="173073" y="98867"/>
                </a:lnTo>
                <a:lnTo>
                  <a:pt x="173606" y="98242"/>
                </a:lnTo>
                <a:lnTo>
                  <a:pt x="174179" y="97637"/>
                </a:lnTo>
                <a:lnTo>
                  <a:pt x="174792" y="97055"/>
                </a:lnTo>
                <a:lnTo>
                  <a:pt x="175444" y="96493"/>
                </a:lnTo>
                <a:lnTo>
                  <a:pt x="176136" y="95953"/>
                </a:lnTo>
                <a:lnTo>
                  <a:pt x="176867" y="95434"/>
                </a:lnTo>
                <a:lnTo>
                  <a:pt x="177637" y="94937"/>
                </a:lnTo>
                <a:lnTo>
                  <a:pt x="178447" y="94461"/>
                </a:lnTo>
                <a:lnTo>
                  <a:pt x="179297" y="94006"/>
                </a:lnTo>
                <a:lnTo>
                  <a:pt x="180186" y="93573"/>
                </a:lnTo>
                <a:lnTo>
                  <a:pt x="181115" y="93161"/>
                </a:lnTo>
                <a:lnTo>
                  <a:pt x="182089" y="92767"/>
                </a:lnTo>
                <a:lnTo>
                  <a:pt x="183115" y="92389"/>
                </a:lnTo>
                <a:lnTo>
                  <a:pt x="184192" y="92026"/>
                </a:lnTo>
                <a:lnTo>
                  <a:pt x="185321" y="91679"/>
                </a:lnTo>
                <a:lnTo>
                  <a:pt x="186501" y="91348"/>
                </a:lnTo>
                <a:lnTo>
                  <a:pt x="187733" y="91033"/>
                </a:lnTo>
                <a:lnTo>
                  <a:pt x="189016" y="90733"/>
                </a:lnTo>
                <a:lnTo>
                  <a:pt x="190350" y="90449"/>
                </a:lnTo>
                <a:lnTo>
                  <a:pt x="191737" y="90181"/>
                </a:lnTo>
                <a:lnTo>
                  <a:pt x="193174" y="89928"/>
                </a:lnTo>
                <a:lnTo>
                  <a:pt x="194663" y="89691"/>
                </a:lnTo>
                <a:lnTo>
                  <a:pt x="196204" y="89469"/>
                </a:lnTo>
                <a:lnTo>
                  <a:pt x="197796" y="89263"/>
                </a:lnTo>
                <a:lnTo>
                  <a:pt x="199440" y="89073"/>
                </a:lnTo>
                <a:lnTo>
                  <a:pt x="201135" y="88899"/>
                </a:lnTo>
                <a:lnTo>
                  <a:pt x="202881" y="88740"/>
                </a:lnTo>
                <a:lnTo>
                  <a:pt x="204680" y="88597"/>
                </a:lnTo>
                <a:lnTo>
                  <a:pt x="206529" y="88469"/>
                </a:lnTo>
                <a:lnTo>
                  <a:pt x="208430" y="88357"/>
                </a:lnTo>
                <a:lnTo>
                  <a:pt x="210383" y="88261"/>
                </a:lnTo>
                <a:lnTo>
                  <a:pt x="212387" y="88181"/>
                </a:lnTo>
                <a:lnTo>
                  <a:pt x="214442" y="88116"/>
                </a:lnTo>
                <a:lnTo>
                  <a:pt x="216550" y="88067"/>
                </a:lnTo>
                <a:lnTo>
                  <a:pt x="218708" y="88033"/>
                </a:lnTo>
                <a:lnTo>
                  <a:pt x="218708" y="108330"/>
                </a:lnTo>
                <a:lnTo>
                  <a:pt x="218260" y="108940"/>
                </a:lnTo>
                <a:lnTo>
                  <a:pt x="217803" y="109542"/>
                </a:lnTo>
                <a:lnTo>
                  <a:pt x="217338" y="110134"/>
                </a:lnTo>
                <a:lnTo>
                  <a:pt x="216863" y="110718"/>
                </a:lnTo>
                <a:lnTo>
                  <a:pt x="216380" y="111293"/>
                </a:lnTo>
                <a:lnTo>
                  <a:pt x="215887" y="111859"/>
                </a:lnTo>
                <a:lnTo>
                  <a:pt x="215386" y="112416"/>
                </a:lnTo>
                <a:lnTo>
                  <a:pt x="214876" y="112964"/>
                </a:lnTo>
                <a:lnTo>
                  <a:pt x="214357" y="113503"/>
                </a:lnTo>
                <a:lnTo>
                  <a:pt x="213829" y="114034"/>
                </a:lnTo>
                <a:lnTo>
                  <a:pt x="213292" y="114555"/>
                </a:lnTo>
                <a:lnTo>
                  <a:pt x="212746" y="115068"/>
                </a:lnTo>
                <a:lnTo>
                  <a:pt x="212192" y="115572"/>
                </a:lnTo>
                <a:lnTo>
                  <a:pt x="211628" y="116067"/>
                </a:lnTo>
                <a:lnTo>
                  <a:pt x="211056" y="116553"/>
                </a:lnTo>
                <a:lnTo>
                  <a:pt x="210474" y="117030"/>
                </a:lnTo>
                <a:lnTo>
                  <a:pt x="209884" y="117498"/>
                </a:lnTo>
                <a:lnTo>
                  <a:pt x="209285" y="117957"/>
                </a:lnTo>
                <a:lnTo>
                  <a:pt x="208677" y="118408"/>
                </a:lnTo>
                <a:lnTo>
                  <a:pt x="208060" y="118850"/>
                </a:lnTo>
                <a:lnTo>
                  <a:pt x="207434" y="119282"/>
                </a:lnTo>
                <a:lnTo>
                  <a:pt x="206800" y="119706"/>
                </a:lnTo>
                <a:lnTo>
                  <a:pt x="206156" y="120121"/>
                </a:lnTo>
                <a:lnTo>
                  <a:pt x="205504" y="120527"/>
                </a:lnTo>
                <a:lnTo>
                  <a:pt x="204843" y="120920"/>
                </a:lnTo>
                <a:lnTo>
                  <a:pt x="204176" y="121296"/>
                </a:lnTo>
                <a:lnTo>
                  <a:pt x="203502" y="121656"/>
                </a:lnTo>
                <a:lnTo>
                  <a:pt x="202821" y="121999"/>
                </a:lnTo>
                <a:lnTo>
                  <a:pt x="202133" y="122325"/>
                </a:lnTo>
                <a:lnTo>
                  <a:pt x="201439" y="122634"/>
                </a:lnTo>
                <a:lnTo>
                  <a:pt x="200737" y="122927"/>
                </a:lnTo>
                <a:lnTo>
                  <a:pt x="200029" y="123203"/>
                </a:lnTo>
                <a:lnTo>
                  <a:pt x="199314" y="123462"/>
                </a:lnTo>
                <a:lnTo>
                  <a:pt x="198592" y="123704"/>
                </a:lnTo>
                <a:lnTo>
                  <a:pt x="197863" y="123930"/>
                </a:lnTo>
                <a:lnTo>
                  <a:pt x="197128" y="124139"/>
                </a:lnTo>
                <a:lnTo>
                  <a:pt x="196385" y="124331"/>
                </a:lnTo>
                <a:lnTo>
                  <a:pt x="195636" y="124507"/>
                </a:lnTo>
                <a:lnTo>
                  <a:pt x="194880" y="124666"/>
                </a:lnTo>
                <a:lnTo>
                  <a:pt x="194117" y="124808"/>
                </a:lnTo>
                <a:lnTo>
                  <a:pt x="193347" y="124933"/>
                </a:lnTo>
                <a:lnTo>
                  <a:pt x="192570" y="125042"/>
                </a:lnTo>
                <a:lnTo>
                  <a:pt x="191787" y="125134"/>
                </a:lnTo>
                <a:lnTo>
                  <a:pt x="190996" y="125209"/>
                </a:lnTo>
                <a:lnTo>
                  <a:pt x="190199" y="125268"/>
                </a:lnTo>
                <a:lnTo>
                  <a:pt x="189395" y="125310"/>
                </a:lnTo>
                <a:lnTo>
                  <a:pt x="188584" y="125335"/>
                </a:lnTo>
                <a:lnTo>
                  <a:pt x="187766" y="125343"/>
                </a:lnTo>
                <a:lnTo>
                  <a:pt x="187035" y="125335"/>
                </a:lnTo>
                <a:lnTo>
                  <a:pt x="186318" y="125312"/>
                </a:lnTo>
                <a:lnTo>
                  <a:pt x="185616" y="125273"/>
                </a:lnTo>
                <a:lnTo>
                  <a:pt x="184929" y="125219"/>
                </a:lnTo>
                <a:lnTo>
                  <a:pt x="184257" y="125150"/>
                </a:lnTo>
                <a:close/>
                <a:moveTo>
                  <a:pt x="588367" y="137778"/>
                </a:moveTo>
                <a:lnTo>
                  <a:pt x="589315" y="137699"/>
                </a:lnTo>
                <a:lnTo>
                  <a:pt x="590252" y="137606"/>
                </a:lnTo>
                <a:lnTo>
                  <a:pt x="591177" y="137499"/>
                </a:lnTo>
                <a:lnTo>
                  <a:pt x="592091" y="137378"/>
                </a:lnTo>
                <a:lnTo>
                  <a:pt x="592994" y="137242"/>
                </a:lnTo>
                <a:lnTo>
                  <a:pt x="593886" y="137092"/>
                </a:lnTo>
                <a:lnTo>
                  <a:pt x="594766" y="136928"/>
                </a:lnTo>
                <a:lnTo>
                  <a:pt x="595635" y="136749"/>
                </a:lnTo>
                <a:lnTo>
                  <a:pt x="596492" y="136556"/>
                </a:lnTo>
                <a:lnTo>
                  <a:pt x="597339" y="136349"/>
                </a:lnTo>
                <a:lnTo>
                  <a:pt x="598174" y="136128"/>
                </a:lnTo>
                <a:lnTo>
                  <a:pt x="598997" y="135892"/>
                </a:lnTo>
                <a:lnTo>
                  <a:pt x="599810" y="135642"/>
                </a:lnTo>
                <a:lnTo>
                  <a:pt x="600611" y="135378"/>
                </a:lnTo>
                <a:lnTo>
                  <a:pt x="601401" y="135099"/>
                </a:lnTo>
                <a:lnTo>
                  <a:pt x="602179" y="134806"/>
                </a:lnTo>
                <a:lnTo>
                  <a:pt x="602947" y="134499"/>
                </a:lnTo>
                <a:lnTo>
                  <a:pt x="603703" y="134178"/>
                </a:lnTo>
                <a:lnTo>
                  <a:pt x="604447" y="133842"/>
                </a:lnTo>
                <a:lnTo>
                  <a:pt x="605180" y="133493"/>
                </a:lnTo>
                <a:lnTo>
                  <a:pt x="605898" y="133132"/>
                </a:lnTo>
                <a:lnTo>
                  <a:pt x="606603" y="132759"/>
                </a:lnTo>
                <a:lnTo>
                  <a:pt x="607294" y="132374"/>
                </a:lnTo>
                <a:lnTo>
                  <a:pt x="607971" y="131977"/>
                </a:lnTo>
                <a:lnTo>
                  <a:pt x="608635" y="131568"/>
                </a:lnTo>
                <a:lnTo>
                  <a:pt x="609285" y="131147"/>
                </a:lnTo>
                <a:lnTo>
                  <a:pt x="609922" y="130714"/>
                </a:lnTo>
                <a:lnTo>
                  <a:pt x="610544" y="130269"/>
                </a:lnTo>
                <a:lnTo>
                  <a:pt x="611154" y="129811"/>
                </a:lnTo>
                <a:lnTo>
                  <a:pt x="611749" y="129342"/>
                </a:lnTo>
                <a:lnTo>
                  <a:pt x="612331" y="128861"/>
                </a:lnTo>
                <a:lnTo>
                  <a:pt x="612899" y="128368"/>
                </a:lnTo>
                <a:lnTo>
                  <a:pt x="613453" y="127863"/>
                </a:lnTo>
                <a:lnTo>
                  <a:pt x="613993" y="127346"/>
                </a:lnTo>
                <a:lnTo>
                  <a:pt x="614520" y="126817"/>
                </a:lnTo>
                <a:lnTo>
                  <a:pt x="615034" y="126276"/>
                </a:lnTo>
                <a:lnTo>
                  <a:pt x="615533" y="125723"/>
                </a:lnTo>
                <a:lnTo>
                  <a:pt x="616019" y="125158"/>
                </a:lnTo>
                <a:lnTo>
                  <a:pt x="616491" y="124581"/>
                </a:lnTo>
                <a:lnTo>
                  <a:pt x="616950" y="123992"/>
                </a:lnTo>
                <a:lnTo>
                  <a:pt x="617394" y="123391"/>
                </a:lnTo>
                <a:lnTo>
                  <a:pt x="617826" y="122778"/>
                </a:lnTo>
                <a:lnTo>
                  <a:pt x="618243" y="122153"/>
                </a:lnTo>
                <a:lnTo>
                  <a:pt x="618645" y="121517"/>
                </a:lnTo>
                <a:lnTo>
                  <a:pt x="619032" y="120871"/>
                </a:lnTo>
                <a:lnTo>
                  <a:pt x="619402" y="120215"/>
                </a:lnTo>
                <a:lnTo>
                  <a:pt x="619757" y="119548"/>
                </a:lnTo>
                <a:lnTo>
                  <a:pt x="620095" y="118872"/>
                </a:lnTo>
                <a:lnTo>
                  <a:pt x="620417" y="118186"/>
                </a:lnTo>
                <a:lnTo>
                  <a:pt x="620723" y="117490"/>
                </a:lnTo>
                <a:lnTo>
                  <a:pt x="621013" y="116783"/>
                </a:lnTo>
                <a:lnTo>
                  <a:pt x="621287" y="116067"/>
                </a:lnTo>
                <a:lnTo>
                  <a:pt x="621545" y="115340"/>
                </a:lnTo>
                <a:lnTo>
                  <a:pt x="621786" y="114604"/>
                </a:lnTo>
                <a:lnTo>
                  <a:pt x="622012" y="113857"/>
                </a:lnTo>
                <a:lnTo>
                  <a:pt x="622222" y="113100"/>
                </a:lnTo>
                <a:lnTo>
                  <a:pt x="622415" y="112334"/>
                </a:lnTo>
                <a:lnTo>
                  <a:pt x="622593" y="111557"/>
                </a:lnTo>
                <a:lnTo>
                  <a:pt x="622754" y="110770"/>
                </a:lnTo>
                <a:lnTo>
                  <a:pt x="622899" y="109973"/>
                </a:lnTo>
                <a:lnTo>
                  <a:pt x="623028" y="109166"/>
                </a:lnTo>
                <a:lnTo>
                  <a:pt x="623141" y="108349"/>
                </a:lnTo>
                <a:lnTo>
                  <a:pt x="623238" y="107522"/>
                </a:lnTo>
                <a:lnTo>
                  <a:pt x="623319" y="106685"/>
                </a:lnTo>
                <a:lnTo>
                  <a:pt x="623384" y="105838"/>
                </a:lnTo>
                <a:lnTo>
                  <a:pt x="623433" y="104981"/>
                </a:lnTo>
                <a:lnTo>
                  <a:pt x="623466" y="104114"/>
                </a:lnTo>
                <a:lnTo>
                  <a:pt x="607206" y="104114"/>
                </a:lnTo>
                <a:lnTo>
                  <a:pt x="607172" y="104960"/>
                </a:lnTo>
                <a:lnTo>
                  <a:pt x="607116" y="105790"/>
                </a:lnTo>
                <a:lnTo>
                  <a:pt x="607040" y="106602"/>
                </a:lnTo>
                <a:lnTo>
                  <a:pt x="606944" y="107398"/>
                </a:lnTo>
                <a:lnTo>
                  <a:pt x="606827" y="108178"/>
                </a:lnTo>
                <a:lnTo>
                  <a:pt x="606689" y="108940"/>
                </a:lnTo>
                <a:lnTo>
                  <a:pt x="606531" y="109686"/>
                </a:lnTo>
                <a:lnTo>
                  <a:pt x="606352" y="110415"/>
                </a:lnTo>
                <a:lnTo>
                  <a:pt x="606153" y="111127"/>
                </a:lnTo>
                <a:lnTo>
                  <a:pt x="605934" y="111823"/>
                </a:lnTo>
                <a:lnTo>
                  <a:pt x="605693" y="112502"/>
                </a:lnTo>
                <a:lnTo>
                  <a:pt x="605433" y="113164"/>
                </a:lnTo>
                <a:lnTo>
                  <a:pt x="605151" y="113810"/>
                </a:lnTo>
                <a:lnTo>
                  <a:pt x="604850" y="114438"/>
                </a:lnTo>
                <a:lnTo>
                  <a:pt x="604527" y="115051"/>
                </a:lnTo>
                <a:lnTo>
                  <a:pt x="604185" y="115646"/>
                </a:lnTo>
                <a:lnTo>
                  <a:pt x="603821" y="116224"/>
                </a:lnTo>
                <a:lnTo>
                  <a:pt x="603437" y="116786"/>
                </a:lnTo>
                <a:lnTo>
                  <a:pt x="603033" y="117331"/>
                </a:lnTo>
                <a:lnTo>
                  <a:pt x="602608" y="117860"/>
                </a:lnTo>
                <a:lnTo>
                  <a:pt x="602162" y="118372"/>
                </a:lnTo>
                <a:lnTo>
                  <a:pt x="601696" y="118867"/>
                </a:lnTo>
                <a:lnTo>
                  <a:pt x="601210" y="119345"/>
                </a:lnTo>
                <a:lnTo>
                  <a:pt x="600703" y="119806"/>
                </a:lnTo>
                <a:lnTo>
                  <a:pt x="600177" y="120250"/>
                </a:lnTo>
                <a:lnTo>
                  <a:pt x="599635" y="120675"/>
                </a:lnTo>
                <a:lnTo>
                  <a:pt x="599075" y="121081"/>
                </a:lnTo>
                <a:lnTo>
                  <a:pt x="598499" y="121468"/>
                </a:lnTo>
                <a:lnTo>
                  <a:pt x="597907" y="121836"/>
                </a:lnTo>
                <a:lnTo>
                  <a:pt x="597297" y="122186"/>
                </a:lnTo>
                <a:lnTo>
                  <a:pt x="596671" y="122516"/>
                </a:lnTo>
                <a:lnTo>
                  <a:pt x="596028" y="122828"/>
                </a:lnTo>
                <a:lnTo>
                  <a:pt x="595368" y="123120"/>
                </a:lnTo>
                <a:lnTo>
                  <a:pt x="594691" y="123394"/>
                </a:lnTo>
                <a:lnTo>
                  <a:pt x="593998" y="123649"/>
                </a:lnTo>
                <a:lnTo>
                  <a:pt x="593288" y="123885"/>
                </a:lnTo>
                <a:lnTo>
                  <a:pt x="592561" y="124102"/>
                </a:lnTo>
                <a:lnTo>
                  <a:pt x="591817" y="124300"/>
                </a:lnTo>
                <a:lnTo>
                  <a:pt x="591057" y="124480"/>
                </a:lnTo>
                <a:lnTo>
                  <a:pt x="590279" y="124640"/>
                </a:lnTo>
                <a:lnTo>
                  <a:pt x="589485" y="124782"/>
                </a:lnTo>
                <a:lnTo>
                  <a:pt x="588675" y="124905"/>
                </a:lnTo>
                <a:lnTo>
                  <a:pt x="587847" y="125009"/>
                </a:lnTo>
                <a:lnTo>
                  <a:pt x="587003" y="125094"/>
                </a:lnTo>
                <a:lnTo>
                  <a:pt x="586142" y="125160"/>
                </a:lnTo>
                <a:lnTo>
                  <a:pt x="585264" y="125207"/>
                </a:lnTo>
                <a:lnTo>
                  <a:pt x="584370" y="125235"/>
                </a:lnTo>
                <a:lnTo>
                  <a:pt x="583458" y="125245"/>
                </a:lnTo>
                <a:lnTo>
                  <a:pt x="582603" y="125236"/>
                </a:lnTo>
                <a:lnTo>
                  <a:pt x="581762" y="125210"/>
                </a:lnTo>
                <a:lnTo>
                  <a:pt x="580935" y="125168"/>
                </a:lnTo>
                <a:lnTo>
                  <a:pt x="580122" y="125108"/>
                </a:lnTo>
                <a:lnTo>
                  <a:pt x="579322" y="125031"/>
                </a:lnTo>
                <a:lnTo>
                  <a:pt x="578537" y="124936"/>
                </a:lnTo>
                <a:lnTo>
                  <a:pt x="577766" y="124825"/>
                </a:lnTo>
                <a:lnTo>
                  <a:pt x="577009" y="124696"/>
                </a:lnTo>
                <a:lnTo>
                  <a:pt x="576266" y="124551"/>
                </a:lnTo>
                <a:lnTo>
                  <a:pt x="575537" y="124388"/>
                </a:lnTo>
                <a:lnTo>
                  <a:pt x="574822" y="124208"/>
                </a:lnTo>
                <a:lnTo>
                  <a:pt x="574122" y="124011"/>
                </a:lnTo>
                <a:lnTo>
                  <a:pt x="573435" y="123797"/>
                </a:lnTo>
                <a:lnTo>
                  <a:pt x="572762" y="123566"/>
                </a:lnTo>
                <a:lnTo>
                  <a:pt x="572103" y="123318"/>
                </a:lnTo>
                <a:lnTo>
                  <a:pt x="571458" y="123052"/>
                </a:lnTo>
                <a:lnTo>
                  <a:pt x="570827" y="122769"/>
                </a:lnTo>
                <a:lnTo>
                  <a:pt x="570211" y="122470"/>
                </a:lnTo>
                <a:lnTo>
                  <a:pt x="569608" y="122153"/>
                </a:lnTo>
                <a:lnTo>
                  <a:pt x="569019" y="121819"/>
                </a:lnTo>
                <a:lnTo>
                  <a:pt x="568445" y="121468"/>
                </a:lnTo>
                <a:lnTo>
                  <a:pt x="567884" y="121099"/>
                </a:lnTo>
                <a:lnTo>
                  <a:pt x="567338" y="120714"/>
                </a:lnTo>
                <a:lnTo>
                  <a:pt x="566805" y="120311"/>
                </a:lnTo>
                <a:lnTo>
                  <a:pt x="566285" y="119895"/>
                </a:lnTo>
                <a:lnTo>
                  <a:pt x="565777" y="119467"/>
                </a:lnTo>
                <a:lnTo>
                  <a:pt x="565281" y="119028"/>
                </a:lnTo>
                <a:lnTo>
                  <a:pt x="564797" y="118577"/>
                </a:lnTo>
                <a:lnTo>
                  <a:pt x="564325" y="118115"/>
                </a:lnTo>
                <a:lnTo>
                  <a:pt x="563864" y="117643"/>
                </a:lnTo>
                <a:lnTo>
                  <a:pt x="563415" y="117158"/>
                </a:lnTo>
                <a:lnTo>
                  <a:pt x="562978" y="116663"/>
                </a:lnTo>
                <a:lnTo>
                  <a:pt x="562553" y="116156"/>
                </a:lnTo>
                <a:lnTo>
                  <a:pt x="562140" y="115639"/>
                </a:lnTo>
                <a:lnTo>
                  <a:pt x="561738" y="115110"/>
                </a:lnTo>
                <a:lnTo>
                  <a:pt x="561348" y="114569"/>
                </a:lnTo>
                <a:lnTo>
                  <a:pt x="560970" y="114018"/>
                </a:lnTo>
                <a:lnTo>
                  <a:pt x="560604" y="113455"/>
                </a:lnTo>
                <a:lnTo>
                  <a:pt x="560250" y="112881"/>
                </a:lnTo>
                <a:lnTo>
                  <a:pt x="559907" y="112295"/>
                </a:lnTo>
                <a:lnTo>
                  <a:pt x="559576" y="111699"/>
                </a:lnTo>
                <a:lnTo>
                  <a:pt x="559257" y="111091"/>
                </a:lnTo>
                <a:lnTo>
                  <a:pt x="558950" y="110472"/>
                </a:lnTo>
                <a:lnTo>
                  <a:pt x="558655" y="109842"/>
                </a:lnTo>
                <a:lnTo>
                  <a:pt x="558371" y="109201"/>
                </a:lnTo>
                <a:lnTo>
                  <a:pt x="558100" y="108548"/>
                </a:lnTo>
                <a:lnTo>
                  <a:pt x="557840" y="107884"/>
                </a:lnTo>
                <a:lnTo>
                  <a:pt x="557591" y="107209"/>
                </a:lnTo>
                <a:lnTo>
                  <a:pt x="557354" y="106525"/>
                </a:lnTo>
                <a:lnTo>
                  <a:pt x="557126" y="105836"/>
                </a:lnTo>
                <a:lnTo>
                  <a:pt x="556909" y="105141"/>
                </a:lnTo>
                <a:lnTo>
                  <a:pt x="556700" y="104441"/>
                </a:lnTo>
                <a:lnTo>
                  <a:pt x="556502" y="103736"/>
                </a:lnTo>
                <a:lnTo>
                  <a:pt x="556313" y="103024"/>
                </a:lnTo>
                <a:lnTo>
                  <a:pt x="556135" y="102308"/>
                </a:lnTo>
                <a:lnTo>
                  <a:pt x="555966" y="101585"/>
                </a:lnTo>
                <a:lnTo>
                  <a:pt x="555806" y="100858"/>
                </a:lnTo>
                <a:lnTo>
                  <a:pt x="555657" y="100124"/>
                </a:lnTo>
                <a:lnTo>
                  <a:pt x="555517" y="99385"/>
                </a:lnTo>
                <a:lnTo>
                  <a:pt x="555387" y="98641"/>
                </a:lnTo>
                <a:lnTo>
                  <a:pt x="555266" y="97891"/>
                </a:lnTo>
                <a:lnTo>
                  <a:pt x="555156" y="97136"/>
                </a:lnTo>
                <a:lnTo>
                  <a:pt x="555055" y="96375"/>
                </a:lnTo>
                <a:lnTo>
                  <a:pt x="554964" y="95608"/>
                </a:lnTo>
                <a:lnTo>
                  <a:pt x="554882" y="94836"/>
                </a:lnTo>
                <a:lnTo>
                  <a:pt x="554811" y="94059"/>
                </a:lnTo>
                <a:lnTo>
                  <a:pt x="554749" y="93276"/>
                </a:lnTo>
                <a:lnTo>
                  <a:pt x="554697" y="92487"/>
                </a:lnTo>
                <a:lnTo>
                  <a:pt x="554654" y="91693"/>
                </a:lnTo>
                <a:lnTo>
                  <a:pt x="554622" y="90893"/>
                </a:lnTo>
                <a:lnTo>
                  <a:pt x="554599" y="90088"/>
                </a:lnTo>
                <a:lnTo>
                  <a:pt x="554586" y="89277"/>
                </a:lnTo>
                <a:lnTo>
                  <a:pt x="622973" y="89277"/>
                </a:lnTo>
                <a:lnTo>
                  <a:pt x="622989" y="89199"/>
                </a:lnTo>
                <a:lnTo>
                  <a:pt x="623005" y="89117"/>
                </a:lnTo>
                <a:lnTo>
                  <a:pt x="623021" y="89031"/>
                </a:lnTo>
                <a:lnTo>
                  <a:pt x="623036" y="88941"/>
                </a:lnTo>
                <a:lnTo>
                  <a:pt x="623051" y="88847"/>
                </a:lnTo>
                <a:lnTo>
                  <a:pt x="623065" y="88749"/>
                </a:lnTo>
                <a:lnTo>
                  <a:pt x="623079" y="88647"/>
                </a:lnTo>
                <a:lnTo>
                  <a:pt x="623093" y="88540"/>
                </a:lnTo>
                <a:lnTo>
                  <a:pt x="623107" y="88430"/>
                </a:lnTo>
                <a:lnTo>
                  <a:pt x="623120" y="88316"/>
                </a:lnTo>
                <a:lnTo>
                  <a:pt x="623133" y="88197"/>
                </a:lnTo>
                <a:lnTo>
                  <a:pt x="623145" y="88075"/>
                </a:lnTo>
                <a:lnTo>
                  <a:pt x="623157" y="87948"/>
                </a:lnTo>
                <a:lnTo>
                  <a:pt x="623169" y="87818"/>
                </a:lnTo>
                <a:lnTo>
                  <a:pt x="623181" y="87683"/>
                </a:lnTo>
                <a:lnTo>
                  <a:pt x="623192" y="87545"/>
                </a:lnTo>
                <a:lnTo>
                  <a:pt x="623203" y="87402"/>
                </a:lnTo>
                <a:lnTo>
                  <a:pt x="623213" y="87255"/>
                </a:lnTo>
                <a:lnTo>
                  <a:pt x="623223" y="87105"/>
                </a:lnTo>
                <a:lnTo>
                  <a:pt x="623233" y="86950"/>
                </a:lnTo>
                <a:lnTo>
                  <a:pt x="623242" y="86791"/>
                </a:lnTo>
                <a:lnTo>
                  <a:pt x="623251" y="86628"/>
                </a:lnTo>
                <a:lnTo>
                  <a:pt x="623260" y="86461"/>
                </a:lnTo>
                <a:lnTo>
                  <a:pt x="623268" y="86290"/>
                </a:lnTo>
                <a:lnTo>
                  <a:pt x="623277" y="86118"/>
                </a:lnTo>
                <a:lnTo>
                  <a:pt x="623284" y="85948"/>
                </a:lnTo>
                <a:lnTo>
                  <a:pt x="623292" y="85780"/>
                </a:lnTo>
                <a:lnTo>
                  <a:pt x="623299" y="85613"/>
                </a:lnTo>
                <a:lnTo>
                  <a:pt x="623305" y="85449"/>
                </a:lnTo>
                <a:lnTo>
                  <a:pt x="623312" y="85286"/>
                </a:lnTo>
                <a:lnTo>
                  <a:pt x="623318" y="85125"/>
                </a:lnTo>
                <a:lnTo>
                  <a:pt x="623323" y="84967"/>
                </a:lnTo>
                <a:lnTo>
                  <a:pt x="623329" y="84810"/>
                </a:lnTo>
                <a:lnTo>
                  <a:pt x="623334" y="84655"/>
                </a:lnTo>
                <a:lnTo>
                  <a:pt x="623338" y="84502"/>
                </a:lnTo>
                <a:lnTo>
                  <a:pt x="623342" y="84351"/>
                </a:lnTo>
                <a:lnTo>
                  <a:pt x="623346" y="84202"/>
                </a:lnTo>
                <a:lnTo>
                  <a:pt x="623350" y="84055"/>
                </a:lnTo>
                <a:lnTo>
                  <a:pt x="623353" y="83910"/>
                </a:lnTo>
                <a:lnTo>
                  <a:pt x="623356" y="83767"/>
                </a:lnTo>
                <a:lnTo>
                  <a:pt x="623359" y="83625"/>
                </a:lnTo>
                <a:lnTo>
                  <a:pt x="623361" y="83486"/>
                </a:lnTo>
                <a:lnTo>
                  <a:pt x="623363" y="83349"/>
                </a:lnTo>
                <a:lnTo>
                  <a:pt x="623364" y="83213"/>
                </a:lnTo>
                <a:lnTo>
                  <a:pt x="623365" y="83080"/>
                </a:lnTo>
                <a:lnTo>
                  <a:pt x="623366" y="82948"/>
                </a:lnTo>
                <a:lnTo>
                  <a:pt x="623367" y="82818"/>
                </a:lnTo>
                <a:lnTo>
                  <a:pt x="623367" y="82691"/>
                </a:lnTo>
                <a:lnTo>
                  <a:pt x="623348" y="80809"/>
                </a:lnTo>
                <a:lnTo>
                  <a:pt x="623290" y="78965"/>
                </a:lnTo>
                <a:lnTo>
                  <a:pt x="623193" y="77157"/>
                </a:lnTo>
                <a:lnTo>
                  <a:pt x="623058" y="75386"/>
                </a:lnTo>
                <a:lnTo>
                  <a:pt x="622884" y="73653"/>
                </a:lnTo>
                <a:lnTo>
                  <a:pt x="622671" y="71956"/>
                </a:lnTo>
                <a:lnTo>
                  <a:pt x="622420" y="70296"/>
                </a:lnTo>
                <a:lnTo>
                  <a:pt x="622130" y="68673"/>
                </a:lnTo>
                <a:lnTo>
                  <a:pt x="621801" y="67087"/>
                </a:lnTo>
                <a:lnTo>
                  <a:pt x="621434" y="65538"/>
                </a:lnTo>
                <a:lnTo>
                  <a:pt x="621028" y="64027"/>
                </a:lnTo>
                <a:lnTo>
                  <a:pt x="620583" y="62551"/>
                </a:lnTo>
                <a:lnTo>
                  <a:pt x="620100" y="61113"/>
                </a:lnTo>
                <a:lnTo>
                  <a:pt x="619578" y="59712"/>
                </a:lnTo>
                <a:lnTo>
                  <a:pt x="619017" y="58348"/>
                </a:lnTo>
                <a:lnTo>
                  <a:pt x="618418" y="57021"/>
                </a:lnTo>
                <a:lnTo>
                  <a:pt x="617780" y="55731"/>
                </a:lnTo>
                <a:lnTo>
                  <a:pt x="617104" y="54477"/>
                </a:lnTo>
                <a:lnTo>
                  <a:pt x="616388" y="53261"/>
                </a:lnTo>
                <a:lnTo>
                  <a:pt x="615634" y="52082"/>
                </a:lnTo>
                <a:lnTo>
                  <a:pt x="614842" y="50939"/>
                </a:lnTo>
                <a:lnTo>
                  <a:pt x="614010" y="49834"/>
                </a:lnTo>
                <a:lnTo>
                  <a:pt x="613141" y="48765"/>
                </a:lnTo>
                <a:lnTo>
                  <a:pt x="612232" y="47733"/>
                </a:lnTo>
                <a:lnTo>
                  <a:pt x="611289" y="46741"/>
                </a:lnTo>
                <a:lnTo>
                  <a:pt x="610317" y="45791"/>
                </a:lnTo>
                <a:lnTo>
                  <a:pt x="609316" y="44883"/>
                </a:lnTo>
                <a:lnTo>
                  <a:pt x="608285" y="44018"/>
                </a:lnTo>
                <a:lnTo>
                  <a:pt x="607225" y="43194"/>
                </a:lnTo>
                <a:lnTo>
                  <a:pt x="606135" y="42413"/>
                </a:lnTo>
                <a:lnTo>
                  <a:pt x="605016" y="41674"/>
                </a:lnTo>
                <a:lnTo>
                  <a:pt x="603867" y="40978"/>
                </a:lnTo>
                <a:lnTo>
                  <a:pt x="602689" y="40323"/>
                </a:lnTo>
                <a:lnTo>
                  <a:pt x="601482" y="39711"/>
                </a:lnTo>
                <a:lnTo>
                  <a:pt x="600245" y="39141"/>
                </a:lnTo>
                <a:lnTo>
                  <a:pt x="598978" y="38613"/>
                </a:lnTo>
                <a:lnTo>
                  <a:pt x="597683" y="38128"/>
                </a:lnTo>
                <a:lnTo>
                  <a:pt x="596357" y="37684"/>
                </a:lnTo>
                <a:lnTo>
                  <a:pt x="595003" y="37283"/>
                </a:lnTo>
                <a:lnTo>
                  <a:pt x="593619" y="36924"/>
                </a:lnTo>
                <a:lnTo>
                  <a:pt x="592205" y="36608"/>
                </a:lnTo>
                <a:lnTo>
                  <a:pt x="590763" y="36333"/>
                </a:lnTo>
                <a:lnTo>
                  <a:pt x="589290" y="36101"/>
                </a:lnTo>
                <a:lnTo>
                  <a:pt x="587789" y="35911"/>
                </a:lnTo>
                <a:lnTo>
                  <a:pt x="586257" y="35763"/>
                </a:lnTo>
                <a:lnTo>
                  <a:pt x="584697" y="35657"/>
                </a:lnTo>
                <a:lnTo>
                  <a:pt x="583107" y="35594"/>
                </a:lnTo>
                <a:lnTo>
                  <a:pt x="581487" y="35573"/>
                </a:lnTo>
                <a:lnTo>
                  <a:pt x="580265" y="35584"/>
                </a:lnTo>
                <a:lnTo>
                  <a:pt x="579060" y="35618"/>
                </a:lnTo>
                <a:lnTo>
                  <a:pt x="577873" y="35674"/>
                </a:lnTo>
                <a:lnTo>
                  <a:pt x="576704" y="35753"/>
                </a:lnTo>
                <a:lnTo>
                  <a:pt x="575553" y="35855"/>
                </a:lnTo>
                <a:lnTo>
                  <a:pt x="574420" y="35979"/>
                </a:lnTo>
                <a:lnTo>
                  <a:pt x="573305" y="36125"/>
                </a:lnTo>
                <a:lnTo>
                  <a:pt x="572208" y="36295"/>
                </a:lnTo>
                <a:lnTo>
                  <a:pt x="571129" y="36486"/>
                </a:lnTo>
                <a:lnTo>
                  <a:pt x="570068" y="36701"/>
                </a:lnTo>
                <a:lnTo>
                  <a:pt x="569025" y="36937"/>
                </a:lnTo>
                <a:lnTo>
                  <a:pt x="568000" y="37197"/>
                </a:lnTo>
                <a:lnTo>
                  <a:pt x="566993" y="37478"/>
                </a:lnTo>
                <a:lnTo>
                  <a:pt x="566003" y="37783"/>
                </a:lnTo>
                <a:lnTo>
                  <a:pt x="565032" y="38110"/>
                </a:lnTo>
                <a:lnTo>
                  <a:pt x="564079" y="38459"/>
                </a:lnTo>
                <a:lnTo>
                  <a:pt x="563143" y="38832"/>
                </a:lnTo>
                <a:lnTo>
                  <a:pt x="562226" y="39226"/>
                </a:lnTo>
                <a:lnTo>
                  <a:pt x="561326" y="39643"/>
                </a:lnTo>
                <a:lnTo>
                  <a:pt x="560445" y="40083"/>
                </a:lnTo>
                <a:lnTo>
                  <a:pt x="559581" y="40545"/>
                </a:lnTo>
                <a:lnTo>
                  <a:pt x="558736" y="41030"/>
                </a:lnTo>
                <a:lnTo>
                  <a:pt x="557908" y="41538"/>
                </a:lnTo>
                <a:lnTo>
                  <a:pt x="557099" y="42067"/>
                </a:lnTo>
                <a:lnTo>
                  <a:pt x="556307" y="42617"/>
                </a:lnTo>
                <a:lnTo>
                  <a:pt x="555532" y="43185"/>
                </a:lnTo>
                <a:lnTo>
                  <a:pt x="554774" y="43770"/>
                </a:lnTo>
                <a:lnTo>
                  <a:pt x="554033" y="44372"/>
                </a:lnTo>
                <a:lnTo>
                  <a:pt x="553309" y="44991"/>
                </a:lnTo>
                <a:lnTo>
                  <a:pt x="552603" y="45629"/>
                </a:lnTo>
                <a:lnTo>
                  <a:pt x="551913" y="46283"/>
                </a:lnTo>
                <a:lnTo>
                  <a:pt x="551241" y="46955"/>
                </a:lnTo>
                <a:lnTo>
                  <a:pt x="550586" y="47645"/>
                </a:lnTo>
                <a:lnTo>
                  <a:pt x="549948" y="48351"/>
                </a:lnTo>
                <a:lnTo>
                  <a:pt x="549327" y="49076"/>
                </a:lnTo>
                <a:lnTo>
                  <a:pt x="548723" y="49817"/>
                </a:lnTo>
                <a:lnTo>
                  <a:pt x="548136" y="50577"/>
                </a:lnTo>
                <a:lnTo>
                  <a:pt x="547566" y="51353"/>
                </a:lnTo>
                <a:lnTo>
                  <a:pt x="547014" y="52147"/>
                </a:lnTo>
                <a:lnTo>
                  <a:pt x="546478" y="52959"/>
                </a:lnTo>
                <a:lnTo>
                  <a:pt x="545960" y="53788"/>
                </a:lnTo>
                <a:lnTo>
                  <a:pt x="545459" y="54634"/>
                </a:lnTo>
                <a:lnTo>
                  <a:pt x="544975" y="55498"/>
                </a:lnTo>
                <a:lnTo>
                  <a:pt x="544507" y="56379"/>
                </a:lnTo>
                <a:lnTo>
                  <a:pt x="544058" y="57278"/>
                </a:lnTo>
                <a:lnTo>
                  <a:pt x="543625" y="58194"/>
                </a:lnTo>
                <a:lnTo>
                  <a:pt x="543209" y="59128"/>
                </a:lnTo>
                <a:lnTo>
                  <a:pt x="542810" y="60079"/>
                </a:lnTo>
                <a:lnTo>
                  <a:pt x="542428" y="61045"/>
                </a:lnTo>
                <a:lnTo>
                  <a:pt x="542063" y="62023"/>
                </a:lnTo>
                <a:lnTo>
                  <a:pt x="541713" y="63014"/>
                </a:lnTo>
                <a:lnTo>
                  <a:pt x="541380" y="64018"/>
                </a:lnTo>
                <a:lnTo>
                  <a:pt x="541063" y="65034"/>
                </a:lnTo>
                <a:lnTo>
                  <a:pt x="540763" y="66062"/>
                </a:lnTo>
                <a:lnTo>
                  <a:pt x="540478" y="67103"/>
                </a:lnTo>
                <a:lnTo>
                  <a:pt x="540210" y="68157"/>
                </a:lnTo>
                <a:lnTo>
                  <a:pt x="539958" y="69223"/>
                </a:lnTo>
                <a:lnTo>
                  <a:pt x="539722" y="70302"/>
                </a:lnTo>
                <a:lnTo>
                  <a:pt x="539503" y="71393"/>
                </a:lnTo>
                <a:lnTo>
                  <a:pt x="539300" y="72496"/>
                </a:lnTo>
                <a:lnTo>
                  <a:pt x="539113" y="73612"/>
                </a:lnTo>
                <a:lnTo>
                  <a:pt x="538942" y="74741"/>
                </a:lnTo>
                <a:lnTo>
                  <a:pt x="538788" y="75882"/>
                </a:lnTo>
                <a:lnTo>
                  <a:pt x="538650" y="77036"/>
                </a:lnTo>
                <a:lnTo>
                  <a:pt x="538528" y="78202"/>
                </a:lnTo>
                <a:lnTo>
                  <a:pt x="538422" y="79381"/>
                </a:lnTo>
                <a:lnTo>
                  <a:pt x="538333" y="80572"/>
                </a:lnTo>
                <a:lnTo>
                  <a:pt x="538260" y="81776"/>
                </a:lnTo>
                <a:lnTo>
                  <a:pt x="538203" y="82992"/>
                </a:lnTo>
                <a:lnTo>
                  <a:pt x="538162" y="84220"/>
                </a:lnTo>
                <a:lnTo>
                  <a:pt x="538138" y="85462"/>
                </a:lnTo>
                <a:lnTo>
                  <a:pt x="538130" y="86715"/>
                </a:lnTo>
                <a:lnTo>
                  <a:pt x="538138" y="87920"/>
                </a:lnTo>
                <a:lnTo>
                  <a:pt x="538163" y="89114"/>
                </a:lnTo>
                <a:lnTo>
                  <a:pt x="538205" y="90298"/>
                </a:lnTo>
                <a:lnTo>
                  <a:pt x="538264" y="91472"/>
                </a:lnTo>
                <a:lnTo>
                  <a:pt x="538339" y="92636"/>
                </a:lnTo>
                <a:lnTo>
                  <a:pt x="538432" y="93790"/>
                </a:lnTo>
                <a:lnTo>
                  <a:pt x="538540" y="94934"/>
                </a:lnTo>
                <a:lnTo>
                  <a:pt x="538666" y="96067"/>
                </a:lnTo>
                <a:lnTo>
                  <a:pt x="538809" y="97191"/>
                </a:lnTo>
                <a:lnTo>
                  <a:pt x="538968" y="98305"/>
                </a:lnTo>
                <a:lnTo>
                  <a:pt x="539144" y="99409"/>
                </a:lnTo>
                <a:lnTo>
                  <a:pt x="539337" y="100503"/>
                </a:lnTo>
                <a:lnTo>
                  <a:pt x="539546" y="101586"/>
                </a:lnTo>
                <a:lnTo>
                  <a:pt x="539773" y="102660"/>
                </a:lnTo>
                <a:lnTo>
                  <a:pt x="540016" y="103723"/>
                </a:lnTo>
                <a:lnTo>
                  <a:pt x="540276" y="104777"/>
                </a:lnTo>
                <a:lnTo>
                  <a:pt x="540552" y="105821"/>
                </a:lnTo>
                <a:lnTo>
                  <a:pt x="540846" y="106854"/>
                </a:lnTo>
                <a:lnTo>
                  <a:pt x="541156" y="107877"/>
                </a:lnTo>
                <a:lnTo>
                  <a:pt x="541483" y="108891"/>
                </a:lnTo>
                <a:lnTo>
                  <a:pt x="541827" y="109894"/>
                </a:lnTo>
                <a:lnTo>
                  <a:pt x="542187" y="110887"/>
                </a:lnTo>
                <a:lnTo>
                  <a:pt x="542564" y="111871"/>
                </a:lnTo>
                <a:lnTo>
                  <a:pt x="542958" y="112844"/>
                </a:lnTo>
                <a:lnTo>
                  <a:pt x="543370" y="113803"/>
                </a:lnTo>
                <a:lnTo>
                  <a:pt x="543799" y="114746"/>
                </a:lnTo>
                <a:lnTo>
                  <a:pt x="544246" y="115672"/>
                </a:lnTo>
                <a:lnTo>
                  <a:pt x="544711" y="116581"/>
                </a:lnTo>
                <a:lnTo>
                  <a:pt x="545195" y="117473"/>
                </a:lnTo>
                <a:lnTo>
                  <a:pt x="545696" y="118348"/>
                </a:lnTo>
                <a:lnTo>
                  <a:pt x="546215" y="119206"/>
                </a:lnTo>
                <a:lnTo>
                  <a:pt x="546752" y="120047"/>
                </a:lnTo>
                <a:lnTo>
                  <a:pt x="547307" y="120871"/>
                </a:lnTo>
                <a:lnTo>
                  <a:pt x="547880" y="121679"/>
                </a:lnTo>
                <a:lnTo>
                  <a:pt x="548471" y="122469"/>
                </a:lnTo>
                <a:lnTo>
                  <a:pt x="549080" y="123243"/>
                </a:lnTo>
                <a:lnTo>
                  <a:pt x="549707" y="124000"/>
                </a:lnTo>
                <a:lnTo>
                  <a:pt x="550352" y="124740"/>
                </a:lnTo>
                <a:lnTo>
                  <a:pt x="551015" y="125463"/>
                </a:lnTo>
                <a:lnTo>
                  <a:pt x="551695" y="126169"/>
                </a:lnTo>
                <a:lnTo>
                  <a:pt x="552394" y="126858"/>
                </a:lnTo>
                <a:lnTo>
                  <a:pt x="553111" y="127530"/>
                </a:lnTo>
                <a:lnTo>
                  <a:pt x="553846" y="128186"/>
                </a:lnTo>
                <a:lnTo>
                  <a:pt x="554598" y="128824"/>
                </a:lnTo>
                <a:lnTo>
                  <a:pt x="555369" y="129446"/>
                </a:lnTo>
                <a:lnTo>
                  <a:pt x="556157" y="130051"/>
                </a:lnTo>
                <a:lnTo>
                  <a:pt x="556964" y="130638"/>
                </a:lnTo>
                <a:lnTo>
                  <a:pt x="557789" y="131209"/>
                </a:lnTo>
                <a:lnTo>
                  <a:pt x="558632" y="131760"/>
                </a:lnTo>
                <a:lnTo>
                  <a:pt x="559495" y="132287"/>
                </a:lnTo>
                <a:lnTo>
                  <a:pt x="560378" y="132791"/>
                </a:lnTo>
                <a:lnTo>
                  <a:pt x="561280" y="133271"/>
                </a:lnTo>
                <a:lnTo>
                  <a:pt x="562202" y="133728"/>
                </a:lnTo>
                <a:lnTo>
                  <a:pt x="563144" y="134161"/>
                </a:lnTo>
                <a:lnTo>
                  <a:pt x="564105" y="134571"/>
                </a:lnTo>
                <a:lnTo>
                  <a:pt x="565086" y="134958"/>
                </a:lnTo>
                <a:lnTo>
                  <a:pt x="566087" y="135321"/>
                </a:lnTo>
                <a:lnTo>
                  <a:pt x="567107" y="135660"/>
                </a:lnTo>
                <a:lnTo>
                  <a:pt x="568147" y="135977"/>
                </a:lnTo>
                <a:lnTo>
                  <a:pt x="569207" y="136270"/>
                </a:lnTo>
                <a:lnTo>
                  <a:pt x="570286" y="136539"/>
                </a:lnTo>
                <a:lnTo>
                  <a:pt x="571385" y="136785"/>
                </a:lnTo>
                <a:lnTo>
                  <a:pt x="572504" y="137008"/>
                </a:lnTo>
                <a:lnTo>
                  <a:pt x="573643" y="137207"/>
                </a:lnTo>
                <a:lnTo>
                  <a:pt x="574801" y="137382"/>
                </a:lnTo>
                <a:lnTo>
                  <a:pt x="575978" y="137535"/>
                </a:lnTo>
                <a:lnTo>
                  <a:pt x="577176" y="137663"/>
                </a:lnTo>
                <a:lnTo>
                  <a:pt x="578393" y="137769"/>
                </a:lnTo>
                <a:lnTo>
                  <a:pt x="579630" y="137851"/>
                </a:lnTo>
                <a:lnTo>
                  <a:pt x="580886" y="137909"/>
                </a:lnTo>
                <a:lnTo>
                  <a:pt x="582162" y="137945"/>
                </a:lnTo>
                <a:lnTo>
                  <a:pt x="583458" y="137956"/>
                </a:lnTo>
                <a:lnTo>
                  <a:pt x="584463" y="137949"/>
                </a:lnTo>
                <a:lnTo>
                  <a:pt x="585456" y="137928"/>
                </a:lnTo>
                <a:lnTo>
                  <a:pt x="586438" y="137892"/>
                </a:lnTo>
                <a:lnTo>
                  <a:pt x="587408" y="137842"/>
                </a:lnTo>
                <a:lnTo>
                  <a:pt x="588367" y="137778"/>
                </a:lnTo>
                <a:close/>
                <a:moveTo>
                  <a:pt x="555386" y="71624"/>
                </a:moveTo>
                <a:lnTo>
                  <a:pt x="555587" y="70569"/>
                </a:lnTo>
                <a:lnTo>
                  <a:pt x="555807" y="69537"/>
                </a:lnTo>
                <a:lnTo>
                  <a:pt x="556048" y="68529"/>
                </a:lnTo>
                <a:lnTo>
                  <a:pt x="556308" y="67544"/>
                </a:lnTo>
                <a:lnTo>
                  <a:pt x="556589" y="66583"/>
                </a:lnTo>
                <a:lnTo>
                  <a:pt x="556889" y="65646"/>
                </a:lnTo>
                <a:lnTo>
                  <a:pt x="557210" y="64732"/>
                </a:lnTo>
                <a:lnTo>
                  <a:pt x="557550" y="63842"/>
                </a:lnTo>
                <a:lnTo>
                  <a:pt x="557911" y="62976"/>
                </a:lnTo>
                <a:lnTo>
                  <a:pt x="558291" y="62133"/>
                </a:lnTo>
                <a:lnTo>
                  <a:pt x="558692" y="61314"/>
                </a:lnTo>
                <a:lnTo>
                  <a:pt x="559112" y="60518"/>
                </a:lnTo>
                <a:lnTo>
                  <a:pt x="559553" y="59746"/>
                </a:lnTo>
                <a:lnTo>
                  <a:pt x="560014" y="58998"/>
                </a:lnTo>
                <a:lnTo>
                  <a:pt x="560494" y="58273"/>
                </a:lnTo>
                <a:lnTo>
                  <a:pt x="560995" y="57572"/>
                </a:lnTo>
                <a:lnTo>
                  <a:pt x="561516" y="56895"/>
                </a:lnTo>
                <a:lnTo>
                  <a:pt x="562056" y="56241"/>
                </a:lnTo>
                <a:lnTo>
                  <a:pt x="562617" y="55611"/>
                </a:lnTo>
                <a:lnTo>
                  <a:pt x="563197" y="55005"/>
                </a:lnTo>
                <a:lnTo>
                  <a:pt x="563794" y="54425"/>
                </a:lnTo>
                <a:lnTo>
                  <a:pt x="564410" y="53870"/>
                </a:lnTo>
                <a:lnTo>
                  <a:pt x="565044" y="53342"/>
                </a:lnTo>
                <a:lnTo>
                  <a:pt x="565695" y="52839"/>
                </a:lnTo>
                <a:lnTo>
                  <a:pt x="566365" y="52362"/>
                </a:lnTo>
                <a:lnTo>
                  <a:pt x="567052" y="51911"/>
                </a:lnTo>
                <a:lnTo>
                  <a:pt x="567758" y="51486"/>
                </a:lnTo>
                <a:lnTo>
                  <a:pt x="568481" y="51086"/>
                </a:lnTo>
                <a:lnTo>
                  <a:pt x="569222" y="50713"/>
                </a:lnTo>
                <a:lnTo>
                  <a:pt x="569982" y="50365"/>
                </a:lnTo>
                <a:lnTo>
                  <a:pt x="570759" y="50042"/>
                </a:lnTo>
                <a:lnTo>
                  <a:pt x="571554" y="49746"/>
                </a:lnTo>
                <a:lnTo>
                  <a:pt x="572367" y="49475"/>
                </a:lnTo>
                <a:lnTo>
                  <a:pt x="573199" y="49230"/>
                </a:lnTo>
                <a:lnTo>
                  <a:pt x="574048" y="49011"/>
                </a:lnTo>
                <a:lnTo>
                  <a:pt x="574915" y="48818"/>
                </a:lnTo>
                <a:lnTo>
                  <a:pt x="575800" y="48650"/>
                </a:lnTo>
                <a:lnTo>
                  <a:pt x="576703" y="48508"/>
                </a:lnTo>
                <a:lnTo>
                  <a:pt x="577624" y="48392"/>
                </a:lnTo>
                <a:lnTo>
                  <a:pt x="578563" y="48302"/>
                </a:lnTo>
                <a:lnTo>
                  <a:pt x="579520" y="48238"/>
                </a:lnTo>
                <a:lnTo>
                  <a:pt x="580495" y="48199"/>
                </a:lnTo>
                <a:lnTo>
                  <a:pt x="581487" y="48186"/>
                </a:lnTo>
                <a:lnTo>
                  <a:pt x="582472" y="48199"/>
                </a:lnTo>
                <a:lnTo>
                  <a:pt x="583438" y="48238"/>
                </a:lnTo>
                <a:lnTo>
                  <a:pt x="584387" y="48303"/>
                </a:lnTo>
                <a:lnTo>
                  <a:pt x="585317" y="48394"/>
                </a:lnTo>
                <a:lnTo>
                  <a:pt x="586229" y="48511"/>
                </a:lnTo>
                <a:lnTo>
                  <a:pt x="587123" y="48653"/>
                </a:lnTo>
                <a:lnTo>
                  <a:pt x="587998" y="48822"/>
                </a:lnTo>
                <a:lnTo>
                  <a:pt x="588856" y="49017"/>
                </a:lnTo>
                <a:lnTo>
                  <a:pt x="589696" y="49238"/>
                </a:lnTo>
                <a:lnTo>
                  <a:pt x="590517" y="49484"/>
                </a:lnTo>
                <a:lnTo>
                  <a:pt x="591320" y="49757"/>
                </a:lnTo>
                <a:lnTo>
                  <a:pt x="592105" y="50055"/>
                </a:lnTo>
                <a:lnTo>
                  <a:pt x="592872" y="50380"/>
                </a:lnTo>
                <a:lnTo>
                  <a:pt x="593621" y="50730"/>
                </a:lnTo>
                <a:lnTo>
                  <a:pt x="594352" y="51107"/>
                </a:lnTo>
                <a:lnTo>
                  <a:pt x="595064" y="51509"/>
                </a:lnTo>
                <a:lnTo>
                  <a:pt x="595758" y="51938"/>
                </a:lnTo>
                <a:lnTo>
                  <a:pt x="596435" y="52392"/>
                </a:lnTo>
                <a:lnTo>
                  <a:pt x="597093" y="52872"/>
                </a:lnTo>
                <a:lnTo>
                  <a:pt x="597733" y="53378"/>
                </a:lnTo>
                <a:lnTo>
                  <a:pt x="598355" y="53911"/>
                </a:lnTo>
                <a:lnTo>
                  <a:pt x="598958" y="54469"/>
                </a:lnTo>
                <a:lnTo>
                  <a:pt x="599544" y="55053"/>
                </a:lnTo>
                <a:lnTo>
                  <a:pt x="600112" y="55663"/>
                </a:lnTo>
                <a:lnTo>
                  <a:pt x="600659" y="56297"/>
                </a:lnTo>
                <a:lnTo>
                  <a:pt x="601184" y="56955"/>
                </a:lnTo>
                <a:lnTo>
                  <a:pt x="601687" y="57635"/>
                </a:lnTo>
                <a:lnTo>
                  <a:pt x="602167" y="58339"/>
                </a:lnTo>
                <a:lnTo>
                  <a:pt x="602626" y="59065"/>
                </a:lnTo>
                <a:lnTo>
                  <a:pt x="603062" y="59815"/>
                </a:lnTo>
                <a:lnTo>
                  <a:pt x="603475" y="60588"/>
                </a:lnTo>
                <a:lnTo>
                  <a:pt x="603867" y="61384"/>
                </a:lnTo>
                <a:lnTo>
                  <a:pt x="604236" y="62203"/>
                </a:lnTo>
                <a:lnTo>
                  <a:pt x="604583" y="63045"/>
                </a:lnTo>
                <a:lnTo>
                  <a:pt x="604908" y="63910"/>
                </a:lnTo>
                <a:lnTo>
                  <a:pt x="605211" y="64798"/>
                </a:lnTo>
                <a:lnTo>
                  <a:pt x="605491" y="65709"/>
                </a:lnTo>
                <a:lnTo>
                  <a:pt x="605750" y="66643"/>
                </a:lnTo>
                <a:lnTo>
                  <a:pt x="605985" y="67601"/>
                </a:lnTo>
                <a:lnTo>
                  <a:pt x="606199" y="68581"/>
                </a:lnTo>
                <a:lnTo>
                  <a:pt x="606391" y="69585"/>
                </a:lnTo>
                <a:lnTo>
                  <a:pt x="606560" y="70611"/>
                </a:lnTo>
                <a:lnTo>
                  <a:pt x="606707" y="71661"/>
                </a:lnTo>
                <a:lnTo>
                  <a:pt x="606831" y="72734"/>
                </a:lnTo>
                <a:lnTo>
                  <a:pt x="606934" y="73830"/>
                </a:lnTo>
                <a:lnTo>
                  <a:pt x="607014" y="74949"/>
                </a:lnTo>
                <a:lnTo>
                  <a:pt x="607072" y="76090"/>
                </a:lnTo>
                <a:lnTo>
                  <a:pt x="607108" y="77256"/>
                </a:lnTo>
                <a:lnTo>
                  <a:pt x="554684" y="77256"/>
                </a:lnTo>
                <a:lnTo>
                  <a:pt x="554785" y="76082"/>
                </a:lnTo>
                <a:lnTo>
                  <a:pt x="554905" y="74932"/>
                </a:lnTo>
                <a:lnTo>
                  <a:pt x="555046" y="73806"/>
                </a:lnTo>
                <a:lnTo>
                  <a:pt x="555206" y="72703"/>
                </a:lnTo>
                <a:lnTo>
                  <a:pt x="555386" y="71624"/>
                </a:lnTo>
                <a:close/>
                <a:moveTo>
                  <a:pt x="818556" y="18999"/>
                </a:moveTo>
                <a:lnTo>
                  <a:pt x="818909" y="18947"/>
                </a:lnTo>
                <a:lnTo>
                  <a:pt x="819254" y="18886"/>
                </a:lnTo>
                <a:lnTo>
                  <a:pt x="819594" y="18816"/>
                </a:lnTo>
                <a:lnTo>
                  <a:pt x="819928" y="18736"/>
                </a:lnTo>
                <a:lnTo>
                  <a:pt x="820255" y="18646"/>
                </a:lnTo>
                <a:lnTo>
                  <a:pt x="820577" y="18548"/>
                </a:lnTo>
                <a:lnTo>
                  <a:pt x="820892" y="18439"/>
                </a:lnTo>
                <a:lnTo>
                  <a:pt x="821201" y="18322"/>
                </a:lnTo>
                <a:lnTo>
                  <a:pt x="821503" y="18195"/>
                </a:lnTo>
                <a:lnTo>
                  <a:pt x="821800" y="18058"/>
                </a:lnTo>
                <a:lnTo>
                  <a:pt x="822091" y="17912"/>
                </a:lnTo>
                <a:lnTo>
                  <a:pt x="822375" y="17757"/>
                </a:lnTo>
                <a:lnTo>
                  <a:pt x="822653" y="17593"/>
                </a:lnTo>
                <a:lnTo>
                  <a:pt x="822925" y="17418"/>
                </a:lnTo>
                <a:lnTo>
                  <a:pt x="823191" y="17235"/>
                </a:lnTo>
                <a:lnTo>
                  <a:pt x="823451" y="17042"/>
                </a:lnTo>
                <a:lnTo>
                  <a:pt x="823704" y="16840"/>
                </a:lnTo>
                <a:lnTo>
                  <a:pt x="823952" y="16628"/>
                </a:lnTo>
                <a:lnTo>
                  <a:pt x="824193" y="16407"/>
                </a:lnTo>
                <a:lnTo>
                  <a:pt x="824426" y="16179"/>
                </a:lnTo>
                <a:lnTo>
                  <a:pt x="824649" y="15945"/>
                </a:lnTo>
                <a:lnTo>
                  <a:pt x="824863" y="15707"/>
                </a:lnTo>
                <a:lnTo>
                  <a:pt x="825066" y="15464"/>
                </a:lnTo>
                <a:lnTo>
                  <a:pt x="825259" y="15216"/>
                </a:lnTo>
                <a:lnTo>
                  <a:pt x="825443" y="14963"/>
                </a:lnTo>
                <a:lnTo>
                  <a:pt x="825617" y="14705"/>
                </a:lnTo>
                <a:lnTo>
                  <a:pt x="825780" y="14442"/>
                </a:lnTo>
                <a:lnTo>
                  <a:pt x="825934" y="14174"/>
                </a:lnTo>
                <a:lnTo>
                  <a:pt x="826078" y="13901"/>
                </a:lnTo>
                <a:lnTo>
                  <a:pt x="826212" y="13623"/>
                </a:lnTo>
                <a:lnTo>
                  <a:pt x="826336" y="13340"/>
                </a:lnTo>
                <a:lnTo>
                  <a:pt x="826450" y="13052"/>
                </a:lnTo>
                <a:lnTo>
                  <a:pt x="826554" y="12759"/>
                </a:lnTo>
                <a:lnTo>
                  <a:pt x="826649" y="12461"/>
                </a:lnTo>
                <a:lnTo>
                  <a:pt x="826733" y="12159"/>
                </a:lnTo>
                <a:lnTo>
                  <a:pt x="826807" y="11851"/>
                </a:lnTo>
                <a:lnTo>
                  <a:pt x="826872" y="11538"/>
                </a:lnTo>
                <a:lnTo>
                  <a:pt x="826926" y="11221"/>
                </a:lnTo>
                <a:lnTo>
                  <a:pt x="826971" y="10898"/>
                </a:lnTo>
                <a:lnTo>
                  <a:pt x="827006" y="10571"/>
                </a:lnTo>
                <a:lnTo>
                  <a:pt x="827031" y="10238"/>
                </a:lnTo>
                <a:lnTo>
                  <a:pt x="827045" y="9901"/>
                </a:lnTo>
                <a:lnTo>
                  <a:pt x="827050" y="9558"/>
                </a:lnTo>
                <a:lnTo>
                  <a:pt x="827045" y="9216"/>
                </a:lnTo>
                <a:lnTo>
                  <a:pt x="827031" y="8879"/>
                </a:lnTo>
                <a:lnTo>
                  <a:pt x="827006" y="8546"/>
                </a:lnTo>
                <a:lnTo>
                  <a:pt x="826971" y="8219"/>
                </a:lnTo>
                <a:lnTo>
                  <a:pt x="826926" y="7896"/>
                </a:lnTo>
                <a:lnTo>
                  <a:pt x="826872" y="7578"/>
                </a:lnTo>
                <a:lnTo>
                  <a:pt x="826807" y="7266"/>
                </a:lnTo>
                <a:lnTo>
                  <a:pt x="826733" y="6958"/>
                </a:lnTo>
                <a:lnTo>
                  <a:pt x="826649" y="6655"/>
                </a:lnTo>
                <a:lnTo>
                  <a:pt x="826554" y="6358"/>
                </a:lnTo>
                <a:lnTo>
                  <a:pt x="826450" y="6065"/>
                </a:lnTo>
                <a:lnTo>
                  <a:pt x="826336" y="5777"/>
                </a:lnTo>
                <a:lnTo>
                  <a:pt x="826212" y="5494"/>
                </a:lnTo>
                <a:lnTo>
                  <a:pt x="826078" y="5216"/>
                </a:lnTo>
                <a:lnTo>
                  <a:pt x="825934" y="4943"/>
                </a:lnTo>
                <a:lnTo>
                  <a:pt x="825780" y="4675"/>
                </a:lnTo>
                <a:lnTo>
                  <a:pt x="825617" y="4412"/>
                </a:lnTo>
                <a:lnTo>
                  <a:pt x="825443" y="4154"/>
                </a:lnTo>
                <a:lnTo>
                  <a:pt x="825259" y="3901"/>
                </a:lnTo>
                <a:lnTo>
                  <a:pt x="825066" y="3653"/>
                </a:lnTo>
                <a:lnTo>
                  <a:pt x="824863" y="3410"/>
                </a:lnTo>
                <a:lnTo>
                  <a:pt x="824649" y="3171"/>
                </a:lnTo>
                <a:lnTo>
                  <a:pt x="824426" y="2938"/>
                </a:lnTo>
                <a:lnTo>
                  <a:pt x="824193" y="2710"/>
                </a:lnTo>
                <a:lnTo>
                  <a:pt x="823952" y="2489"/>
                </a:lnTo>
                <a:lnTo>
                  <a:pt x="823704" y="2277"/>
                </a:lnTo>
                <a:lnTo>
                  <a:pt x="823451" y="2075"/>
                </a:lnTo>
                <a:lnTo>
                  <a:pt x="823191" y="1882"/>
                </a:lnTo>
                <a:lnTo>
                  <a:pt x="822925" y="1698"/>
                </a:lnTo>
                <a:lnTo>
                  <a:pt x="822653" y="1524"/>
                </a:lnTo>
                <a:lnTo>
                  <a:pt x="822375" y="1360"/>
                </a:lnTo>
                <a:lnTo>
                  <a:pt x="822091" y="1204"/>
                </a:lnTo>
                <a:lnTo>
                  <a:pt x="821800" y="1059"/>
                </a:lnTo>
                <a:lnTo>
                  <a:pt x="821503" y="922"/>
                </a:lnTo>
                <a:lnTo>
                  <a:pt x="821201" y="795"/>
                </a:lnTo>
                <a:lnTo>
                  <a:pt x="820892" y="677"/>
                </a:lnTo>
                <a:lnTo>
                  <a:pt x="820577" y="569"/>
                </a:lnTo>
                <a:lnTo>
                  <a:pt x="820255" y="470"/>
                </a:lnTo>
                <a:lnTo>
                  <a:pt x="819928" y="381"/>
                </a:lnTo>
                <a:lnTo>
                  <a:pt x="819594" y="301"/>
                </a:lnTo>
                <a:lnTo>
                  <a:pt x="819254" y="231"/>
                </a:lnTo>
                <a:lnTo>
                  <a:pt x="818909" y="169"/>
                </a:lnTo>
                <a:lnTo>
                  <a:pt x="818556" y="118"/>
                </a:lnTo>
                <a:lnTo>
                  <a:pt x="818198" y="75"/>
                </a:lnTo>
                <a:lnTo>
                  <a:pt x="817834" y="42"/>
                </a:lnTo>
                <a:lnTo>
                  <a:pt x="817463" y="19"/>
                </a:lnTo>
                <a:lnTo>
                  <a:pt x="817087" y="5"/>
                </a:lnTo>
                <a:lnTo>
                  <a:pt x="816704" y="0"/>
                </a:lnTo>
                <a:lnTo>
                  <a:pt x="816321" y="5"/>
                </a:lnTo>
                <a:lnTo>
                  <a:pt x="815944" y="19"/>
                </a:lnTo>
                <a:lnTo>
                  <a:pt x="815574" y="42"/>
                </a:lnTo>
                <a:lnTo>
                  <a:pt x="815211" y="75"/>
                </a:lnTo>
                <a:lnTo>
                  <a:pt x="814853" y="118"/>
                </a:lnTo>
                <a:lnTo>
                  <a:pt x="814502" y="169"/>
                </a:lnTo>
                <a:lnTo>
                  <a:pt x="814157" y="231"/>
                </a:lnTo>
                <a:lnTo>
                  <a:pt x="813819" y="301"/>
                </a:lnTo>
                <a:lnTo>
                  <a:pt x="813487" y="381"/>
                </a:lnTo>
                <a:lnTo>
                  <a:pt x="813161" y="470"/>
                </a:lnTo>
                <a:lnTo>
                  <a:pt x="812841" y="569"/>
                </a:lnTo>
                <a:lnTo>
                  <a:pt x="812528" y="677"/>
                </a:lnTo>
                <a:lnTo>
                  <a:pt x="812221" y="795"/>
                </a:lnTo>
                <a:lnTo>
                  <a:pt x="811921" y="922"/>
                </a:lnTo>
                <a:lnTo>
                  <a:pt x="811627" y="1059"/>
                </a:lnTo>
                <a:lnTo>
                  <a:pt x="811339" y="1204"/>
                </a:lnTo>
                <a:lnTo>
                  <a:pt x="811057" y="1360"/>
                </a:lnTo>
                <a:lnTo>
                  <a:pt x="810782" y="1524"/>
                </a:lnTo>
                <a:lnTo>
                  <a:pt x="810513" y="1698"/>
                </a:lnTo>
                <a:lnTo>
                  <a:pt x="810251" y="1882"/>
                </a:lnTo>
                <a:lnTo>
                  <a:pt x="809994" y="2075"/>
                </a:lnTo>
                <a:lnTo>
                  <a:pt x="809745" y="2277"/>
                </a:lnTo>
                <a:lnTo>
                  <a:pt x="809501" y="2489"/>
                </a:lnTo>
                <a:lnTo>
                  <a:pt x="809264" y="2710"/>
                </a:lnTo>
                <a:lnTo>
                  <a:pt x="809035" y="2938"/>
                </a:lnTo>
                <a:lnTo>
                  <a:pt x="808815" y="3171"/>
                </a:lnTo>
                <a:lnTo>
                  <a:pt x="808606" y="3410"/>
                </a:lnTo>
                <a:lnTo>
                  <a:pt x="808406" y="3653"/>
                </a:lnTo>
                <a:lnTo>
                  <a:pt x="808216" y="3901"/>
                </a:lnTo>
                <a:lnTo>
                  <a:pt x="808035" y="4154"/>
                </a:lnTo>
                <a:lnTo>
                  <a:pt x="807865" y="4412"/>
                </a:lnTo>
                <a:lnTo>
                  <a:pt x="807704" y="4675"/>
                </a:lnTo>
                <a:lnTo>
                  <a:pt x="807553" y="4943"/>
                </a:lnTo>
                <a:lnTo>
                  <a:pt x="807411" y="5216"/>
                </a:lnTo>
                <a:lnTo>
                  <a:pt x="807280" y="5494"/>
                </a:lnTo>
                <a:lnTo>
                  <a:pt x="807158" y="5777"/>
                </a:lnTo>
                <a:lnTo>
                  <a:pt x="807045" y="6065"/>
                </a:lnTo>
                <a:lnTo>
                  <a:pt x="806943" y="6358"/>
                </a:lnTo>
                <a:lnTo>
                  <a:pt x="806850" y="6655"/>
                </a:lnTo>
                <a:lnTo>
                  <a:pt x="806768" y="6958"/>
                </a:lnTo>
                <a:lnTo>
                  <a:pt x="806694" y="7266"/>
                </a:lnTo>
                <a:lnTo>
                  <a:pt x="806631" y="7578"/>
                </a:lnTo>
                <a:lnTo>
                  <a:pt x="806577" y="7896"/>
                </a:lnTo>
                <a:lnTo>
                  <a:pt x="806534" y="8219"/>
                </a:lnTo>
                <a:lnTo>
                  <a:pt x="806499" y="8546"/>
                </a:lnTo>
                <a:lnTo>
                  <a:pt x="806475" y="8879"/>
                </a:lnTo>
                <a:lnTo>
                  <a:pt x="806460" y="9216"/>
                </a:lnTo>
                <a:lnTo>
                  <a:pt x="806456" y="9558"/>
                </a:lnTo>
                <a:lnTo>
                  <a:pt x="806460" y="9901"/>
                </a:lnTo>
                <a:lnTo>
                  <a:pt x="806475" y="10238"/>
                </a:lnTo>
                <a:lnTo>
                  <a:pt x="806499" y="10571"/>
                </a:lnTo>
                <a:lnTo>
                  <a:pt x="806534" y="10898"/>
                </a:lnTo>
                <a:lnTo>
                  <a:pt x="806577" y="11221"/>
                </a:lnTo>
                <a:lnTo>
                  <a:pt x="806631" y="11538"/>
                </a:lnTo>
                <a:lnTo>
                  <a:pt x="806694" y="11851"/>
                </a:lnTo>
                <a:lnTo>
                  <a:pt x="806768" y="12159"/>
                </a:lnTo>
                <a:lnTo>
                  <a:pt x="806850" y="12461"/>
                </a:lnTo>
                <a:lnTo>
                  <a:pt x="806943" y="12759"/>
                </a:lnTo>
                <a:lnTo>
                  <a:pt x="807045" y="13052"/>
                </a:lnTo>
                <a:lnTo>
                  <a:pt x="807158" y="13340"/>
                </a:lnTo>
                <a:lnTo>
                  <a:pt x="807280" y="13623"/>
                </a:lnTo>
                <a:lnTo>
                  <a:pt x="807411" y="13901"/>
                </a:lnTo>
                <a:lnTo>
                  <a:pt x="807553" y="14174"/>
                </a:lnTo>
                <a:lnTo>
                  <a:pt x="807704" y="14442"/>
                </a:lnTo>
                <a:lnTo>
                  <a:pt x="807865" y="14705"/>
                </a:lnTo>
                <a:lnTo>
                  <a:pt x="808035" y="14963"/>
                </a:lnTo>
                <a:lnTo>
                  <a:pt x="808216" y="15216"/>
                </a:lnTo>
                <a:lnTo>
                  <a:pt x="808406" y="15464"/>
                </a:lnTo>
                <a:lnTo>
                  <a:pt x="808606" y="15707"/>
                </a:lnTo>
                <a:lnTo>
                  <a:pt x="808815" y="15945"/>
                </a:lnTo>
                <a:lnTo>
                  <a:pt x="809035" y="16179"/>
                </a:lnTo>
                <a:lnTo>
                  <a:pt x="809264" y="16407"/>
                </a:lnTo>
                <a:lnTo>
                  <a:pt x="809501" y="16628"/>
                </a:lnTo>
                <a:lnTo>
                  <a:pt x="809745" y="16840"/>
                </a:lnTo>
                <a:lnTo>
                  <a:pt x="809994" y="17042"/>
                </a:lnTo>
                <a:lnTo>
                  <a:pt x="810251" y="17235"/>
                </a:lnTo>
                <a:lnTo>
                  <a:pt x="810513" y="17418"/>
                </a:lnTo>
                <a:lnTo>
                  <a:pt x="810782" y="17593"/>
                </a:lnTo>
                <a:lnTo>
                  <a:pt x="811057" y="17757"/>
                </a:lnTo>
                <a:lnTo>
                  <a:pt x="811339" y="17912"/>
                </a:lnTo>
                <a:lnTo>
                  <a:pt x="811627" y="18058"/>
                </a:lnTo>
                <a:lnTo>
                  <a:pt x="811921" y="18195"/>
                </a:lnTo>
                <a:lnTo>
                  <a:pt x="812221" y="18322"/>
                </a:lnTo>
                <a:lnTo>
                  <a:pt x="812528" y="18439"/>
                </a:lnTo>
                <a:lnTo>
                  <a:pt x="812841" y="18548"/>
                </a:lnTo>
                <a:lnTo>
                  <a:pt x="813161" y="18646"/>
                </a:lnTo>
                <a:lnTo>
                  <a:pt x="813487" y="18736"/>
                </a:lnTo>
                <a:lnTo>
                  <a:pt x="813819" y="18816"/>
                </a:lnTo>
                <a:lnTo>
                  <a:pt x="814157" y="18886"/>
                </a:lnTo>
                <a:lnTo>
                  <a:pt x="814502" y="18947"/>
                </a:lnTo>
                <a:lnTo>
                  <a:pt x="814853" y="18999"/>
                </a:lnTo>
                <a:lnTo>
                  <a:pt x="815211" y="19042"/>
                </a:lnTo>
                <a:lnTo>
                  <a:pt x="815574" y="19074"/>
                </a:lnTo>
                <a:lnTo>
                  <a:pt x="815944" y="19098"/>
                </a:lnTo>
                <a:lnTo>
                  <a:pt x="816321" y="19112"/>
                </a:lnTo>
                <a:lnTo>
                  <a:pt x="816704" y="19117"/>
                </a:lnTo>
                <a:lnTo>
                  <a:pt x="817087" y="19112"/>
                </a:lnTo>
                <a:lnTo>
                  <a:pt x="817463" y="19098"/>
                </a:lnTo>
                <a:lnTo>
                  <a:pt x="817834" y="19074"/>
                </a:lnTo>
                <a:lnTo>
                  <a:pt x="818198" y="19042"/>
                </a:lnTo>
                <a:lnTo>
                  <a:pt x="818556" y="18999"/>
                </a:lnTo>
                <a:close/>
                <a:moveTo>
                  <a:pt x="1026422" y="44108"/>
                </a:moveTo>
                <a:lnTo>
                  <a:pt x="1026796" y="43773"/>
                </a:lnTo>
                <a:lnTo>
                  <a:pt x="1027177" y="43453"/>
                </a:lnTo>
                <a:lnTo>
                  <a:pt x="1027565" y="43148"/>
                </a:lnTo>
                <a:lnTo>
                  <a:pt x="1027961" y="42858"/>
                </a:lnTo>
                <a:lnTo>
                  <a:pt x="1028364" y="42583"/>
                </a:lnTo>
                <a:lnTo>
                  <a:pt x="1028775" y="42322"/>
                </a:lnTo>
                <a:lnTo>
                  <a:pt x="1029193" y="42077"/>
                </a:lnTo>
                <a:lnTo>
                  <a:pt x="1029618" y="41846"/>
                </a:lnTo>
                <a:lnTo>
                  <a:pt x="1030051" y="41630"/>
                </a:lnTo>
                <a:lnTo>
                  <a:pt x="1030490" y="41429"/>
                </a:lnTo>
                <a:lnTo>
                  <a:pt x="1030938" y="41243"/>
                </a:lnTo>
                <a:lnTo>
                  <a:pt x="1031392" y="41072"/>
                </a:lnTo>
                <a:lnTo>
                  <a:pt x="1031854" y="40916"/>
                </a:lnTo>
                <a:lnTo>
                  <a:pt x="1032324" y="40774"/>
                </a:lnTo>
                <a:lnTo>
                  <a:pt x="1032800" y="40648"/>
                </a:lnTo>
                <a:lnTo>
                  <a:pt x="1033283" y="40531"/>
                </a:lnTo>
                <a:lnTo>
                  <a:pt x="1033769" y="40420"/>
                </a:lnTo>
                <a:lnTo>
                  <a:pt x="1034259" y="40313"/>
                </a:lnTo>
                <a:lnTo>
                  <a:pt x="1034753" y="40211"/>
                </a:lnTo>
                <a:lnTo>
                  <a:pt x="1035252" y="40115"/>
                </a:lnTo>
                <a:lnTo>
                  <a:pt x="1035754" y="40023"/>
                </a:lnTo>
                <a:lnTo>
                  <a:pt x="1036260" y="39936"/>
                </a:lnTo>
                <a:lnTo>
                  <a:pt x="1036769" y="39854"/>
                </a:lnTo>
                <a:lnTo>
                  <a:pt x="1037283" y="39777"/>
                </a:lnTo>
                <a:lnTo>
                  <a:pt x="1037801" y="39705"/>
                </a:lnTo>
                <a:lnTo>
                  <a:pt x="1038323" y="39638"/>
                </a:lnTo>
                <a:lnTo>
                  <a:pt x="1038848" y="39576"/>
                </a:lnTo>
                <a:lnTo>
                  <a:pt x="1039378" y="39519"/>
                </a:lnTo>
                <a:lnTo>
                  <a:pt x="1039911" y="39467"/>
                </a:lnTo>
                <a:lnTo>
                  <a:pt x="1040449" y="39420"/>
                </a:lnTo>
                <a:lnTo>
                  <a:pt x="1040990" y="39378"/>
                </a:lnTo>
                <a:lnTo>
                  <a:pt x="1041536" y="39341"/>
                </a:lnTo>
                <a:lnTo>
                  <a:pt x="1042085" y="39308"/>
                </a:lnTo>
                <a:lnTo>
                  <a:pt x="1042638" y="39281"/>
                </a:lnTo>
                <a:lnTo>
                  <a:pt x="1043195" y="39259"/>
                </a:lnTo>
                <a:lnTo>
                  <a:pt x="1043756" y="39241"/>
                </a:lnTo>
                <a:lnTo>
                  <a:pt x="1044321" y="39229"/>
                </a:lnTo>
                <a:lnTo>
                  <a:pt x="1044890" y="39221"/>
                </a:lnTo>
                <a:lnTo>
                  <a:pt x="1045463" y="39219"/>
                </a:lnTo>
                <a:lnTo>
                  <a:pt x="1045463" y="25325"/>
                </a:lnTo>
                <a:lnTo>
                  <a:pt x="1044567" y="25355"/>
                </a:lnTo>
                <a:lnTo>
                  <a:pt x="1043684" y="25395"/>
                </a:lnTo>
                <a:lnTo>
                  <a:pt x="1042815" y="25446"/>
                </a:lnTo>
                <a:lnTo>
                  <a:pt x="1041961" y="25508"/>
                </a:lnTo>
                <a:lnTo>
                  <a:pt x="1041120" y="25581"/>
                </a:lnTo>
                <a:lnTo>
                  <a:pt x="1040293" y="25664"/>
                </a:lnTo>
                <a:lnTo>
                  <a:pt x="1039479" y="25757"/>
                </a:lnTo>
                <a:lnTo>
                  <a:pt x="1038680" y="25861"/>
                </a:lnTo>
                <a:lnTo>
                  <a:pt x="1037895" y="25976"/>
                </a:lnTo>
                <a:lnTo>
                  <a:pt x="1037123" y="26102"/>
                </a:lnTo>
                <a:lnTo>
                  <a:pt x="1036365" y="26238"/>
                </a:lnTo>
                <a:lnTo>
                  <a:pt x="1035621" y="26384"/>
                </a:lnTo>
                <a:lnTo>
                  <a:pt x="1034891" y="26541"/>
                </a:lnTo>
                <a:lnTo>
                  <a:pt x="1034175" y="26709"/>
                </a:lnTo>
                <a:lnTo>
                  <a:pt x="1033473" y="26888"/>
                </a:lnTo>
                <a:lnTo>
                  <a:pt x="1032784" y="27077"/>
                </a:lnTo>
                <a:lnTo>
                  <a:pt x="1032109" y="27276"/>
                </a:lnTo>
                <a:lnTo>
                  <a:pt x="1031449" y="27487"/>
                </a:lnTo>
                <a:lnTo>
                  <a:pt x="1030802" y="27707"/>
                </a:lnTo>
                <a:lnTo>
                  <a:pt x="1030169" y="27939"/>
                </a:lnTo>
                <a:lnTo>
                  <a:pt x="1029549" y="28181"/>
                </a:lnTo>
                <a:lnTo>
                  <a:pt x="1028944" y="28434"/>
                </a:lnTo>
                <a:lnTo>
                  <a:pt x="1028353" y="28697"/>
                </a:lnTo>
                <a:lnTo>
                  <a:pt x="1027775" y="28971"/>
                </a:lnTo>
                <a:lnTo>
                  <a:pt x="1027209" y="29260"/>
                </a:lnTo>
                <a:lnTo>
                  <a:pt x="1026652" y="29570"/>
                </a:lnTo>
                <a:lnTo>
                  <a:pt x="1026104" y="29901"/>
                </a:lnTo>
                <a:lnTo>
                  <a:pt x="1025565" y="30252"/>
                </a:lnTo>
                <a:lnTo>
                  <a:pt x="1025035" y="30623"/>
                </a:lnTo>
                <a:lnTo>
                  <a:pt x="1024514" y="31016"/>
                </a:lnTo>
                <a:lnTo>
                  <a:pt x="1024002" y="31428"/>
                </a:lnTo>
                <a:lnTo>
                  <a:pt x="1023499" y="31861"/>
                </a:lnTo>
                <a:lnTo>
                  <a:pt x="1023006" y="32315"/>
                </a:lnTo>
                <a:lnTo>
                  <a:pt x="1022521" y="32789"/>
                </a:lnTo>
                <a:lnTo>
                  <a:pt x="1022046" y="33284"/>
                </a:lnTo>
                <a:lnTo>
                  <a:pt x="1021579" y="33799"/>
                </a:lnTo>
                <a:lnTo>
                  <a:pt x="1021122" y="34335"/>
                </a:lnTo>
                <a:lnTo>
                  <a:pt x="1020674" y="34891"/>
                </a:lnTo>
                <a:lnTo>
                  <a:pt x="1020234" y="35468"/>
                </a:lnTo>
                <a:lnTo>
                  <a:pt x="1019804" y="36066"/>
                </a:lnTo>
                <a:lnTo>
                  <a:pt x="1019383" y="36684"/>
                </a:lnTo>
                <a:lnTo>
                  <a:pt x="1018971" y="37322"/>
                </a:lnTo>
                <a:lnTo>
                  <a:pt x="1018568" y="37981"/>
                </a:lnTo>
                <a:lnTo>
                  <a:pt x="1018174" y="38661"/>
                </a:lnTo>
                <a:lnTo>
                  <a:pt x="1017789" y="39361"/>
                </a:lnTo>
                <a:lnTo>
                  <a:pt x="1017413" y="40081"/>
                </a:lnTo>
                <a:lnTo>
                  <a:pt x="1017131" y="40652"/>
                </a:lnTo>
                <a:lnTo>
                  <a:pt x="1016508" y="40379"/>
                </a:lnTo>
                <a:lnTo>
                  <a:pt x="1015762" y="40074"/>
                </a:lnTo>
                <a:lnTo>
                  <a:pt x="1015002" y="39784"/>
                </a:lnTo>
                <a:lnTo>
                  <a:pt x="1014227" y="39510"/>
                </a:lnTo>
                <a:lnTo>
                  <a:pt x="1013437" y="39252"/>
                </a:lnTo>
                <a:lnTo>
                  <a:pt x="1012634" y="39009"/>
                </a:lnTo>
                <a:lnTo>
                  <a:pt x="1011815" y="38782"/>
                </a:lnTo>
                <a:lnTo>
                  <a:pt x="1010983" y="38571"/>
                </a:lnTo>
                <a:lnTo>
                  <a:pt x="1010136" y="38375"/>
                </a:lnTo>
                <a:lnTo>
                  <a:pt x="1009275" y="38195"/>
                </a:lnTo>
                <a:lnTo>
                  <a:pt x="1008399" y="38031"/>
                </a:lnTo>
                <a:lnTo>
                  <a:pt x="1007509" y="37882"/>
                </a:lnTo>
                <a:lnTo>
                  <a:pt x="1006605" y="37749"/>
                </a:lnTo>
                <a:lnTo>
                  <a:pt x="1005686" y="37632"/>
                </a:lnTo>
                <a:lnTo>
                  <a:pt x="1004753" y="37530"/>
                </a:lnTo>
                <a:lnTo>
                  <a:pt x="1003806" y="37444"/>
                </a:lnTo>
                <a:lnTo>
                  <a:pt x="1002844" y="37373"/>
                </a:lnTo>
                <a:lnTo>
                  <a:pt x="1001868" y="37319"/>
                </a:lnTo>
                <a:lnTo>
                  <a:pt x="1000878" y="37280"/>
                </a:lnTo>
                <a:lnTo>
                  <a:pt x="999873" y="37256"/>
                </a:lnTo>
                <a:lnTo>
                  <a:pt x="998853" y="37248"/>
                </a:lnTo>
                <a:lnTo>
                  <a:pt x="997858" y="37256"/>
                </a:lnTo>
                <a:lnTo>
                  <a:pt x="996875" y="37280"/>
                </a:lnTo>
                <a:lnTo>
                  <a:pt x="995906" y="37319"/>
                </a:lnTo>
                <a:lnTo>
                  <a:pt x="994949" y="37373"/>
                </a:lnTo>
                <a:lnTo>
                  <a:pt x="994005" y="37444"/>
                </a:lnTo>
                <a:lnTo>
                  <a:pt x="993073" y="37530"/>
                </a:lnTo>
                <a:lnTo>
                  <a:pt x="992155" y="37632"/>
                </a:lnTo>
                <a:lnTo>
                  <a:pt x="991249" y="37749"/>
                </a:lnTo>
                <a:lnTo>
                  <a:pt x="990357" y="37882"/>
                </a:lnTo>
                <a:lnTo>
                  <a:pt x="989477" y="38031"/>
                </a:lnTo>
                <a:lnTo>
                  <a:pt x="988610" y="38195"/>
                </a:lnTo>
                <a:lnTo>
                  <a:pt x="987755" y="38375"/>
                </a:lnTo>
                <a:lnTo>
                  <a:pt x="986914" y="38571"/>
                </a:lnTo>
                <a:lnTo>
                  <a:pt x="986085" y="38782"/>
                </a:lnTo>
                <a:lnTo>
                  <a:pt x="985269" y="39009"/>
                </a:lnTo>
                <a:lnTo>
                  <a:pt x="984466" y="39252"/>
                </a:lnTo>
                <a:lnTo>
                  <a:pt x="983676" y="39510"/>
                </a:lnTo>
                <a:lnTo>
                  <a:pt x="982899" y="39784"/>
                </a:lnTo>
                <a:lnTo>
                  <a:pt x="982135" y="40074"/>
                </a:lnTo>
                <a:lnTo>
                  <a:pt x="981383" y="40379"/>
                </a:lnTo>
                <a:lnTo>
                  <a:pt x="980644" y="40700"/>
                </a:lnTo>
                <a:lnTo>
                  <a:pt x="979918" y="41036"/>
                </a:lnTo>
                <a:lnTo>
                  <a:pt x="979205" y="41389"/>
                </a:lnTo>
                <a:lnTo>
                  <a:pt x="978505" y="41756"/>
                </a:lnTo>
                <a:lnTo>
                  <a:pt x="977818" y="42137"/>
                </a:lnTo>
                <a:lnTo>
                  <a:pt x="977145" y="42529"/>
                </a:lnTo>
                <a:lnTo>
                  <a:pt x="976486" y="42931"/>
                </a:lnTo>
                <a:lnTo>
                  <a:pt x="975841" y="43345"/>
                </a:lnTo>
                <a:lnTo>
                  <a:pt x="975211" y="43769"/>
                </a:lnTo>
                <a:lnTo>
                  <a:pt x="974594" y="44203"/>
                </a:lnTo>
                <a:lnTo>
                  <a:pt x="973991" y="44649"/>
                </a:lnTo>
                <a:lnTo>
                  <a:pt x="973403" y="45105"/>
                </a:lnTo>
                <a:lnTo>
                  <a:pt x="972828" y="45573"/>
                </a:lnTo>
                <a:lnTo>
                  <a:pt x="972267" y="46051"/>
                </a:lnTo>
                <a:lnTo>
                  <a:pt x="971721" y="46539"/>
                </a:lnTo>
                <a:lnTo>
                  <a:pt x="971188" y="47039"/>
                </a:lnTo>
                <a:lnTo>
                  <a:pt x="970670" y="47550"/>
                </a:lnTo>
                <a:lnTo>
                  <a:pt x="970165" y="48071"/>
                </a:lnTo>
                <a:lnTo>
                  <a:pt x="969675" y="48603"/>
                </a:lnTo>
                <a:lnTo>
                  <a:pt x="969198" y="49146"/>
                </a:lnTo>
                <a:lnTo>
                  <a:pt x="968736" y="49699"/>
                </a:lnTo>
                <a:lnTo>
                  <a:pt x="968287" y="50264"/>
                </a:lnTo>
                <a:lnTo>
                  <a:pt x="967853" y="50839"/>
                </a:lnTo>
                <a:lnTo>
                  <a:pt x="967433" y="51425"/>
                </a:lnTo>
                <a:lnTo>
                  <a:pt x="967026" y="52022"/>
                </a:lnTo>
                <a:lnTo>
                  <a:pt x="966634" y="52629"/>
                </a:lnTo>
                <a:lnTo>
                  <a:pt x="966256" y="53248"/>
                </a:lnTo>
                <a:lnTo>
                  <a:pt x="965892" y="53877"/>
                </a:lnTo>
                <a:lnTo>
                  <a:pt x="965542" y="54514"/>
                </a:lnTo>
                <a:lnTo>
                  <a:pt x="965207" y="55157"/>
                </a:lnTo>
                <a:lnTo>
                  <a:pt x="964887" y="55807"/>
                </a:lnTo>
                <a:lnTo>
                  <a:pt x="964582" y="56462"/>
                </a:lnTo>
                <a:lnTo>
                  <a:pt x="964292" y="57123"/>
                </a:lnTo>
                <a:lnTo>
                  <a:pt x="964016" y="57789"/>
                </a:lnTo>
                <a:lnTo>
                  <a:pt x="963756" y="58462"/>
                </a:lnTo>
                <a:lnTo>
                  <a:pt x="963510" y="59141"/>
                </a:lnTo>
                <a:lnTo>
                  <a:pt x="963280" y="59826"/>
                </a:lnTo>
                <a:lnTo>
                  <a:pt x="963064" y="60516"/>
                </a:lnTo>
                <a:lnTo>
                  <a:pt x="962863" y="61212"/>
                </a:lnTo>
                <a:lnTo>
                  <a:pt x="962677" y="61915"/>
                </a:lnTo>
                <a:lnTo>
                  <a:pt x="962506" y="62623"/>
                </a:lnTo>
                <a:lnTo>
                  <a:pt x="962349" y="63337"/>
                </a:lnTo>
                <a:lnTo>
                  <a:pt x="962208" y="64057"/>
                </a:lnTo>
                <a:lnTo>
                  <a:pt x="962081" y="64783"/>
                </a:lnTo>
                <a:lnTo>
                  <a:pt x="961970" y="65515"/>
                </a:lnTo>
                <a:lnTo>
                  <a:pt x="961873" y="66253"/>
                </a:lnTo>
                <a:lnTo>
                  <a:pt x="961791" y="66997"/>
                </a:lnTo>
                <a:lnTo>
                  <a:pt x="961724" y="67746"/>
                </a:lnTo>
                <a:lnTo>
                  <a:pt x="961672" y="68502"/>
                </a:lnTo>
                <a:lnTo>
                  <a:pt x="961635" y="69264"/>
                </a:lnTo>
                <a:lnTo>
                  <a:pt x="961613" y="70031"/>
                </a:lnTo>
                <a:lnTo>
                  <a:pt x="961605" y="70804"/>
                </a:lnTo>
                <a:lnTo>
                  <a:pt x="961612" y="71536"/>
                </a:lnTo>
                <a:lnTo>
                  <a:pt x="961635" y="72264"/>
                </a:lnTo>
                <a:lnTo>
                  <a:pt x="961671" y="72988"/>
                </a:lnTo>
                <a:lnTo>
                  <a:pt x="961723" y="73707"/>
                </a:lnTo>
                <a:lnTo>
                  <a:pt x="961789" y="74422"/>
                </a:lnTo>
                <a:lnTo>
                  <a:pt x="961870" y="75133"/>
                </a:lnTo>
                <a:lnTo>
                  <a:pt x="961966" y="75839"/>
                </a:lnTo>
                <a:lnTo>
                  <a:pt x="962076" y="76541"/>
                </a:lnTo>
                <a:lnTo>
                  <a:pt x="962201" y="77238"/>
                </a:lnTo>
                <a:lnTo>
                  <a:pt x="962341" y="77931"/>
                </a:lnTo>
                <a:lnTo>
                  <a:pt x="962495" y="78620"/>
                </a:lnTo>
                <a:lnTo>
                  <a:pt x="962664" y="79305"/>
                </a:lnTo>
                <a:lnTo>
                  <a:pt x="962848" y="79985"/>
                </a:lnTo>
                <a:lnTo>
                  <a:pt x="963047" y="80661"/>
                </a:lnTo>
                <a:lnTo>
                  <a:pt x="963260" y="81332"/>
                </a:lnTo>
                <a:lnTo>
                  <a:pt x="963488" y="81999"/>
                </a:lnTo>
                <a:lnTo>
                  <a:pt x="963731" y="82662"/>
                </a:lnTo>
                <a:lnTo>
                  <a:pt x="963989" y="83321"/>
                </a:lnTo>
                <a:lnTo>
                  <a:pt x="964261" y="83975"/>
                </a:lnTo>
                <a:lnTo>
                  <a:pt x="964548" y="84625"/>
                </a:lnTo>
                <a:lnTo>
                  <a:pt x="964849" y="85270"/>
                </a:lnTo>
                <a:lnTo>
                  <a:pt x="965166" y="85911"/>
                </a:lnTo>
                <a:lnTo>
                  <a:pt x="965497" y="86548"/>
                </a:lnTo>
                <a:lnTo>
                  <a:pt x="965842" y="87180"/>
                </a:lnTo>
                <a:lnTo>
                  <a:pt x="966202" y="87806"/>
                </a:lnTo>
                <a:lnTo>
                  <a:pt x="966576" y="88421"/>
                </a:lnTo>
                <a:lnTo>
                  <a:pt x="966964" y="89026"/>
                </a:lnTo>
                <a:lnTo>
                  <a:pt x="967366" y="89621"/>
                </a:lnTo>
                <a:lnTo>
                  <a:pt x="967781" y="90206"/>
                </a:lnTo>
                <a:lnTo>
                  <a:pt x="968210" y="90780"/>
                </a:lnTo>
                <a:lnTo>
                  <a:pt x="968654" y="91345"/>
                </a:lnTo>
                <a:lnTo>
                  <a:pt x="969111" y="91900"/>
                </a:lnTo>
                <a:lnTo>
                  <a:pt x="969582" y="92444"/>
                </a:lnTo>
                <a:lnTo>
                  <a:pt x="970066" y="92979"/>
                </a:lnTo>
                <a:lnTo>
                  <a:pt x="970565" y="93503"/>
                </a:lnTo>
                <a:lnTo>
                  <a:pt x="971077" y="94017"/>
                </a:lnTo>
                <a:lnTo>
                  <a:pt x="971604" y="94522"/>
                </a:lnTo>
                <a:lnTo>
                  <a:pt x="972144" y="95016"/>
                </a:lnTo>
                <a:lnTo>
                  <a:pt x="972698" y="95500"/>
                </a:lnTo>
                <a:lnTo>
                  <a:pt x="973266" y="95974"/>
                </a:lnTo>
                <a:lnTo>
                  <a:pt x="973847" y="96438"/>
                </a:lnTo>
                <a:lnTo>
                  <a:pt x="974443" y="96891"/>
                </a:lnTo>
                <a:lnTo>
                  <a:pt x="974767" y="97127"/>
                </a:lnTo>
                <a:lnTo>
                  <a:pt x="974582" y="97198"/>
                </a:lnTo>
                <a:lnTo>
                  <a:pt x="973938" y="97458"/>
                </a:lnTo>
                <a:lnTo>
                  <a:pt x="973311" y="97723"/>
                </a:lnTo>
                <a:lnTo>
                  <a:pt x="972702" y="97994"/>
                </a:lnTo>
                <a:lnTo>
                  <a:pt x="972110" y="98270"/>
                </a:lnTo>
                <a:lnTo>
                  <a:pt x="971535" y="98551"/>
                </a:lnTo>
                <a:lnTo>
                  <a:pt x="970977" y="98837"/>
                </a:lnTo>
                <a:lnTo>
                  <a:pt x="970437" y="99129"/>
                </a:lnTo>
                <a:lnTo>
                  <a:pt x="969914" y="99426"/>
                </a:lnTo>
                <a:lnTo>
                  <a:pt x="969408" y="99729"/>
                </a:lnTo>
                <a:lnTo>
                  <a:pt x="968919" y="100036"/>
                </a:lnTo>
                <a:lnTo>
                  <a:pt x="968448" y="100350"/>
                </a:lnTo>
                <a:lnTo>
                  <a:pt x="967994" y="100668"/>
                </a:lnTo>
                <a:lnTo>
                  <a:pt x="967558" y="100992"/>
                </a:lnTo>
                <a:lnTo>
                  <a:pt x="967138" y="101321"/>
                </a:lnTo>
                <a:lnTo>
                  <a:pt x="966736" y="101655"/>
                </a:lnTo>
                <a:lnTo>
                  <a:pt x="966351" y="101995"/>
                </a:lnTo>
                <a:lnTo>
                  <a:pt x="965984" y="102340"/>
                </a:lnTo>
                <a:lnTo>
                  <a:pt x="965633" y="102690"/>
                </a:lnTo>
                <a:lnTo>
                  <a:pt x="965300" y="103045"/>
                </a:lnTo>
                <a:lnTo>
                  <a:pt x="964983" y="103405"/>
                </a:lnTo>
                <a:lnTo>
                  <a:pt x="964679" y="103766"/>
                </a:lnTo>
                <a:lnTo>
                  <a:pt x="964388" y="104129"/>
                </a:lnTo>
                <a:lnTo>
                  <a:pt x="964111" y="104493"/>
                </a:lnTo>
                <a:lnTo>
                  <a:pt x="963848" y="104860"/>
                </a:lnTo>
                <a:lnTo>
                  <a:pt x="963597" y="105229"/>
                </a:lnTo>
                <a:lnTo>
                  <a:pt x="963361" y="105599"/>
                </a:lnTo>
                <a:lnTo>
                  <a:pt x="963138" y="105971"/>
                </a:lnTo>
                <a:lnTo>
                  <a:pt x="962929" y="106346"/>
                </a:lnTo>
                <a:lnTo>
                  <a:pt x="962733" y="106722"/>
                </a:lnTo>
                <a:lnTo>
                  <a:pt x="962550" y="107100"/>
                </a:lnTo>
                <a:lnTo>
                  <a:pt x="962381" y="107480"/>
                </a:lnTo>
                <a:lnTo>
                  <a:pt x="962226" y="107861"/>
                </a:lnTo>
                <a:lnTo>
                  <a:pt x="962084" y="108245"/>
                </a:lnTo>
                <a:lnTo>
                  <a:pt x="961955" y="108631"/>
                </a:lnTo>
                <a:lnTo>
                  <a:pt x="961841" y="109018"/>
                </a:lnTo>
                <a:lnTo>
                  <a:pt x="961739" y="109407"/>
                </a:lnTo>
                <a:lnTo>
                  <a:pt x="961651" y="109798"/>
                </a:lnTo>
                <a:lnTo>
                  <a:pt x="961577" y="110191"/>
                </a:lnTo>
                <a:lnTo>
                  <a:pt x="961516" y="110586"/>
                </a:lnTo>
                <a:lnTo>
                  <a:pt x="961469" y="110983"/>
                </a:lnTo>
                <a:lnTo>
                  <a:pt x="961435" y="111382"/>
                </a:lnTo>
                <a:lnTo>
                  <a:pt x="961415" y="111783"/>
                </a:lnTo>
                <a:lnTo>
                  <a:pt x="961408" y="112185"/>
                </a:lnTo>
                <a:lnTo>
                  <a:pt x="961412" y="112466"/>
                </a:lnTo>
                <a:lnTo>
                  <a:pt x="961424" y="112747"/>
                </a:lnTo>
                <a:lnTo>
                  <a:pt x="961443" y="113029"/>
                </a:lnTo>
                <a:lnTo>
                  <a:pt x="961471" y="113313"/>
                </a:lnTo>
                <a:lnTo>
                  <a:pt x="961506" y="113597"/>
                </a:lnTo>
                <a:lnTo>
                  <a:pt x="961550" y="113882"/>
                </a:lnTo>
                <a:lnTo>
                  <a:pt x="961601" y="114167"/>
                </a:lnTo>
                <a:lnTo>
                  <a:pt x="961660" y="114454"/>
                </a:lnTo>
                <a:lnTo>
                  <a:pt x="961727" y="114742"/>
                </a:lnTo>
                <a:lnTo>
                  <a:pt x="961802" y="115030"/>
                </a:lnTo>
                <a:lnTo>
                  <a:pt x="961884" y="115319"/>
                </a:lnTo>
                <a:lnTo>
                  <a:pt x="961975" y="115609"/>
                </a:lnTo>
                <a:lnTo>
                  <a:pt x="962073" y="115900"/>
                </a:lnTo>
                <a:lnTo>
                  <a:pt x="962179" y="116192"/>
                </a:lnTo>
                <a:lnTo>
                  <a:pt x="962293" y="116485"/>
                </a:lnTo>
                <a:lnTo>
                  <a:pt x="962415" y="116778"/>
                </a:lnTo>
                <a:lnTo>
                  <a:pt x="962545" y="117072"/>
                </a:lnTo>
                <a:lnTo>
                  <a:pt x="962683" y="117368"/>
                </a:lnTo>
                <a:lnTo>
                  <a:pt x="962829" y="117664"/>
                </a:lnTo>
                <a:lnTo>
                  <a:pt x="962982" y="117961"/>
                </a:lnTo>
                <a:lnTo>
                  <a:pt x="963143" y="118258"/>
                </a:lnTo>
                <a:lnTo>
                  <a:pt x="963312" y="118557"/>
                </a:lnTo>
                <a:lnTo>
                  <a:pt x="963490" y="118856"/>
                </a:lnTo>
                <a:lnTo>
                  <a:pt x="963674" y="119157"/>
                </a:lnTo>
                <a:lnTo>
                  <a:pt x="963869" y="119456"/>
                </a:lnTo>
                <a:lnTo>
                  <a:pt x="964074" y="119753"/>
                </a:lnTo>
                <a:lnTo>
                  <a:pt x="964290" y="120047"/>
                </a:lnTo>
                <a:lnTo>
                  <a:pt x="964516" y="120340"/>
                </a:lnTo>
                <a:lnTo>
                  <a:pt x="964754" y="120629"/>
                </a:lnTo>
                <a:lnTo>
                  <a:pt x="965002" y="120917"/>
                </a:lnTo>
                <a:lnTo>
                  <a:pt x="965261" y="121201"/>
                </a:lnTo>
                <a:lnTo>
                  <a:pt x="965530" y="121484"/>
                </a:lnTo>
                <a:lnTo>
                  <a:pt x="965811" y="121764"/>
                </a:lnTo>
                <a:lnTo>
                  <a:pt x="966102" y="122042"/>
                </a:lnTo>
                <a:lnTo>
                  <a:pt x="966404" y="122317"/>
                </a:lnTo>
                <a:lnTo>
                  <a:pt x="966717" y="122590"/>
                </a:lnTo>
                <a:lnTo>
                  <a:pt x="967041" y="122861"/>
                </a:lnTo>
                <a:lnTo>
                  <a:pt x="967375" y="123129"/>
                </a:lnTo>
                <a:lnTo>
                  <a:pt x="967720" y="123395"/>
                </a:lnTo>
                <a:lnTo>
                  <a:pt x="968076" y="123658"/>
                </a:lnTo>
                <a:lnTo>
                  <a:pt x="968443" y="123919"/>
                </a:lnTo>
                <a:lnTo>
                  <a:pt x="968820" y="124178"/>
                </a:lnTo>
                <a:lnTo>
                  <a:pt x="969208" y="124434"/>
                </a:lnTo>
                <a:lnTo>
                  <a:pt x="969607" y="124688"/>
                </a:lnTo>
                <a:lnTo>
                  <a:pt x="970017" y="124939"/>
                </a:lnTo>
                <a:lnTo>
                  <a:pt x="970438" y="125188"/>
                </a:lnTo>
                <a:lnTo>
                  <a:pt x="970869" y="125435"/>
                </a:lnTo>
                <a:lnTo>
                  <a:pt x="971311" y="125679"/>
                </a:lnTo>
                <a:lnTo>
                  <a:pt x="971766" y="125918"/>
                </a:lnTo>
                <a:lnTo>
                  <a:pt x="972234" y="126151"/>
                </a:lnTo>
                <a:lnTo>
                  <a:pt x="972716" y="126377"/>
                </a:lnTo>
                <a:lnTo>
                  <a:pt x="972880" y="126450"/>
                </a:lnTo>
                <a:lnTo>
                  <a:pt x="972390" y="126664"/>
                </a:lnTo>
                <a:lnTo>
                  <a:pt x="971513" y="127073"/>
                </a:lnTo>
                <a:lnTo>
                  <a:pt x="970662" y="127496"/>
                </a:lnTo>
                <a:lnTo>
                  <a:pt x="969839" y="127932"/>
                </a:lnTo>
                <a:lnTo>
                  <a:pt x="969042" y="128382"/>
                </a:lnTo>
                <a:lnTo>
                  <a:pt x="968272" y="128846"/>
                </a:lnTo>
                <a:lnTo>
                  <a:pt x="967529" y="129323"/>
                </a:lnTo>
                <a:lnTo>
                  <a:pt x="966813" y="129813"/>
                </a:lnTo>
                <a:lnTo>
                  <a:pt x="966123" y="130317"/>
                </a:lnTo>
                <a:lnTo>
                  <a:pt x="965461" y="130835"/>
                </a:lnTo>
                <a:lnTo>
                  <a:pt x="964825" y="131367"/>
                </a:lnTo>
                <a:lnTo>
                  <a:pt x="964216" y="131911"/>
                </a:lnTo>
                <a:lnTo>
                  <a:pt x="963634" y="132466"/>
                </a:lnTo>
                <a:lnTo>
                  <a:pt x="963075" y="133028"/>
                </a:lnTo>
                <a:lnTo>
                  <a:pt x="962542" y="133596"/>
                </a:lnTo>
                <a:lnTo>
                  <a:pt x="962034" y="134170"/>
                </a:lnTo>
                <a:lnTo>
                  <a:pt x="961550" y="134752"/>
                </a:lnTo>
                <a:lnTo>
                  <a:pt x="961091" y="135340"/>
                </a:lnTo>
                <a:lnTo>
                  <a:pt x="960657" y="135934"/>
                </a:lnTo>
                <a:lnTo>
                  <a:pt x="960247" y="136535"/>
                </a:lnTo>
                <a:lnTo>
                  <a:pt x="959863" y="137143"/>
                </a:lnTo>
                <a:lnTo>
                  <a:pt x="959503" y="137758"/>
                </a:lnTo>
                <a:lnTo>
                  <a:pt x="959168" y="138379"/>
                </a:lnTo>
                <a:lnTo>
                  <a:pt x="958858" y="139006"/>
                </a:lnTo>
                <a:lnTo>
                  <a:pt x="958573" y="139641"/>
                </a:lnTo>
                <a:lnTo>
                  <a:pt x="958313" y="140282"/>
                </a:lnTo>
                <a:lnTo>
                  <a:pt x="958077" y="140929"/>
                </a:lnTo>
                <a:lnTo>
                  <a:pt x="957866" y="141583"/>
                </a:lnTo>
                <a:lnTo>
                  <a:pt x="957680" y="142244"/>
                </a:lnTo>
                <a:lnTo>
                  <a:pt x="957519" y="142912"/>
                </a:lnTo>
                <a:lnTo>
                  <a:pt x="957382" y="143586"/>
                </a:lnTo>
                <a:lnTo>
                  <a:pt x="957271" y="144267"/>
                </a:lnTo>
                <a:lnTo>
                  <a:pt x="957184" y="144954"/>
                </a:lnTo>
                <a:lnTo>
                  <a:pt x="957122" y="145648"/>
                </a:lnTo>
                <a:lnTo>
                  <a:pt x="957085" y="146349"/>
                </a:lnTo>
                <a:lnTo>
                  <a:pt x="957072" y="147056"/>
                </a:lnTo>
                <a:lnTo>
                  <a:pt x="957079" y="147639"/>
                </a:lnTo>
                <a:lnTo>
                  <a:pt x="957101" y="148219"/>
                </a:lnTo>
                <a:lnTo>
                  <a:pt x="957137" y="148795"/>
                </a:lnTo>
                <a:lnTo>
                  <a:pt x="957187" y="149367"/>
                </a:lnTo>
                <a:lnTo>
                  <a:pt x="957252" y="149937"/>
                </a:lnTo>
                <a:lnTo>
                  <a:pt x="957331" y="150502"/>
                </a:lnTo>
                <a:lnTo>
                  <a:pt x="957424" y="151065"/>
                </a:lnTo>
                <a:lnTo>
                  <a:pt x="957532" y="151623"/>
                </a:lnTo>
                <a:lnTo>
                  <a:pt x="957654" y="152179"/>
                </a:lnTo>
                <a:lnTo>
                  <a:pt x="957791" y="152730"/>
                </a:lnTo>
                <a:lnTo>
                  <a:pt x="957942" y="153279"/>
                </a:lnTo>
                <a:lnTo>
                  <a:pt x="958107" y="153824"/>
                </a:lnTo>
                <a:lnTo>
                  <a:pt x="958287" y="154365"/>
                </a:lnTo>
                <a:lnTo>
                  <a:pt x="958481" y="154903"/>
                </a:lnTo>
                <a:lnTo>
                  <a:pt x="958689" y="155437"/>
                </a:lnTo>
                <a:lnTo>
                  <a:pt x="958912" y="155968"/>
                </a:lnTo>
                <a:lnTo>
                  <a:pt x="959149" y="156496"/>
                </a:lnTo>
                <a:lnTo>
                  <a:pt x="959400" y="157020"/>
                </a:lnTo>
                <a:lnTo>
                  <a:pt x="959666" y="157540"/>
                </a:lnTo>
                <a:lnTo>
                  <a:pt x="959946" y="158057"/>
                </a:lnTo>
                <a:lnTo>
                  <a:pt x="960241" y="158571"/>
                </a:lnTo>
                <a:lnTo>
                  <a:pt x="960550" y="159081"/>
                </a:lnTo>
                <a:lnTo>
                  <a:pt x="960873" y="159588"/>
                </a:lnTo>
                <a:lnTo>
                  <a:pt x="961211" y="160091"/>
                </a:lnTo>
                <a:lnTo>
                  <a:pt x="961565" y="160588"/>
                </a:lnTo>
                <a:lnTo>
                  <a:pt x="961937" y="161078"/>
                </a:lnTo>
                <a:lnTo>
                  <a:pt x="962326" y="161558"/>
                </a:lnTo>
                <a:lnTo>
                  <a:pt x="962734" y="162031"/>
                </a:lnTo>
                <a:lnTo>
                  <a:pt x="963160" y="162495"/>
                </a:lnTo>
                <a:lnTo>
                  <a:pt x="963604" y="162950"/>
                </a:lnTo>
                <a:lnTo>
                  <a:pt x="964065" y="163398"/>
                </a:lnTo>
                <a:lnTo>
                  <a:pt x="964545" y="163836"/>
                </a:lnTo>
                <a:lnTo>
                  <a:pt x="965042" y="164267"/>
                </a:lnTo>
                <a:lnTo>
                  <a:pt x="965558" y="164689"/>
                </a:lnTo>
                <a:lnTo>
                  <a:pt x="966092" y="165103"/>
                </a:lnTo>
                <a:lnTo>
                  <a:pt x="966643" y="165508"/>
                </a:lnTo>
                <a:lnTo>
                  <a:pt x="967212" y="165905"/>
                </a:lnTo>
                <a:lnTo>
                  <a:pt x="967800" y="166294"/>
                </a:lnTo>
                <a:lnTo>
                  <a:pt x="968405" y="166674"/>
                </a:lnTo>
                <a:lnTo>
                  <a:pt x="969029" y="167046"/>
                </a:lnTo>
                <a:lnTo>
                  <a:pt x="969670" y="167410"/>
                </a:lnTo>
                <a:lnTo>
                  <a:pt x="970329" y="167765"/>
                </a:lnTo>
                <a:lnTo>
                  <a:pt x="971006" y="168112"/>
                </a:lnTo>
                <a:lnTo>
                  <a:pt x="971701" y="168450"/>
                </a:lnTo>
                <a:lnTo>
                  <a:pt x="972415" y="168780"/>
                </a:lnTo>
                <a:lnTo>
                  <a:pt x="973146" y="169102"/>
                </a:lnTo>
                <a:lnTo>
                  <a:pt x="973895" y="169415"/>
                </a:lnTo>
                <a:lnTo>
                  <a:pt x="974662" y="169720"/>
                </a:lnTo>
                <a:lnTo>
                  <a:pt x="975449" y="170015"/>
                </a:lnTo>
                <a:lnTo>
                  <a:pt x="976257" y="170297"/>
                </a:lnTo>
                <a:lnTo>
                  <a:pt x="977087" y="170567"/>
                </a:lnTo>
                <a:lnTo>
                  <a:pt x="977940" y="170824"/>
                </a:lnTo>
                <a:lnTo>
                  <a:pt x="978813" y="171068"/>
                </a:lnTo>
                <a:lnTo>
                  <a:pt x="979709" y="171300"/>
                </a:lnTo>
                <a:lnTo>
                  <a:pt x="980626" y="171520"/>
                </a:lnTo>
                <a:lnTo>
                  <a:pt x="981565" y="171727"/>
                </a:lnTo>
                <a:lnTo>
                  <a:pt x="982526" y="171921"/>
                </a:lnTo>
                <a:lnTo>
                  <a:pt x="983508" y="172103"/>
                </a:lnTo>
                <a:lnTo>
                  <a:pt x="984512" y="172272"/>
                </a:lnTo>
                <a:lnTo>
                  <a:pt x="985538" y="172429"/>
                </a:lnTo>
                <a:lnTo>
                  <a:pt x="986586" y="172573"/>
                </a:lnTo>
                <a:lnTo>
                  <a:pt x="987655" y="172705"/>
                </a:lnTo>
                <a:lnTo>
                  <a:pt x="988746" y="172824"/>
                </a:lnTo>
                <a:lnTo>
                  <a:pt x="989859" y="172931"/>
                </a:lnTo>
                <a:lnTo>
                  <a:pt x="990993" y="173025"/>
                </a:lnTo>
                <a:lnTo>
                  <a:pt x="992150" y="173106"/>
                </a:lnTo>
                <a:lnTo>
                  <a:pt x="993327" y="173175"/>
                </a:lnTo>
                <a:lnTo>
                  <a:pt x="994527" y="173232"/>
                </a:lnTo>
                <a:lnTo>
                  <a:pt x="995749" y="173276"/>
                </a:lnTo>
                <a:lnTo>
                  <a:pt x="996992" y="173307"/>
                </a:lnTo>
                <a:lnTo>
                  <a:pt x="998257" y="173326"/>
                </a:lnTo>
                <a:lnTo>
                  <a:pt x="999543" y="173332"/>
                </a:lnTo>
                <a:lnTo>
                  <a:pt x="1001421" y="173318"/>
                </a:lnTo>
                <a:lnTo>
                  <a:pt x="1003259" y="173273"/>
                </a:lnTo>
                <a:lnTo>
                  <a:pt x="1005059" y="173200"/>
                </a:lnTo>
                <a:lnTo>
                  <a:pt x="1006820" y="173097"/>
                </a:lnTo>
                <a:lnTo>
                  <a:pt x="1008542" y="172964"/>
                </a:lnTo>
                <a:lnTo>
                  <a:pt x="1010225" y="172803"/>
                </a:lnTo>
                <a:lnTo>
                  <a:pt x="1011870" y="172611"/>
                </a:lnTo>
                <a:lnTo>
                  <a:pt x="1013476" y="172391"/>
                </a:lnTo>
                <a:lnTo>
                  <a:pt x="1015042" y="172141"/>
                </a:lnTo>
                <a:lnTo>
                  <a:pt x="1016570" y="171861"/>
                </a:lnTo>
                <a:lnTo>
                  <a:pt x="1018060" y="171552"/>
                </a:lnTo>
                <a:lnTo>
                  <a:pt x="1019510" y="171214"/>
                </a:lnTo>
                <a:lnTo>
                  <a:pt x="1020921" y="170846"/>
                </a:lnTo>
                <a:lnTo>
                  <a:pt x="1022294" y="170449"/>
                </a:lnTo>
                <a:lnTo>
                  <a:pt x="1023628" y="170022"/>
                </a:lnTo>
                <a:lnTo>
                  <a:pt x="1024923" y="169566"/>
                </a:lnTo>
                <a:lnTo>
                  <a:pt x="1026179" y="169080"/>
                </a:lnTo>
                <a:lnTo>
                  <a:pt x="1027396" y="168565"/>
                </a:lnTo>
                <a:lnTo>
                  <a:pt x="1028575" y="168021"/>
                </a:lnTo>
                <a:lnTo>
                  <a:pt x="1029714" y="167447"/>
                </a:lnTo>
                <a:lnTo>
                  <a:pt x="1030815" y="166844"/>
                </a:lnTo>
                <a:lnTo>
                  <a:pt x="1031877" y="166211"/>
                </a:lnTo>
                <a:lnTo>
                  <a:pt x="1032900" y="165549"/>
                </a:lnTo>
                <a:lnTo>
                  <a:pt x="1033884" y="164858"/>
                </a:lnTo>
                <a:lnTo>
                  <a:pt x="1034829" y="164143"/>
                </a:lnTo>
                <a:lnTo>
                  <a:pt x="1035734" y="163412"/>
                </a:lnTo>
                <a:lnTo>
                  <a:pt x="1036598" y="162665"/>
                </a:lnTo>
                <a:lnTo>
                  <a:pt x="1037422" y="161901"/>
                </a:lnTo>
                <a:lnTo>
                  <a:pt x="1038206" y="161120"/>
                </a:lnTo>
                <a:lnTo>
                  <a:pt x="1038950" y="160323"/>
                </a:lnTo>
                <a:lnTo>
                  <a:pt x="1039654" y="159509"/>
                </a:lnTo>
                <a:lnTo>
                  <a:pt x="1040317" y="158678"/>
                </a:lnTo>
                <a:lnTo>
                  <a:pt x="1040940" y="157832"/>
                </a:lnTo>
                <a:lnTo>
                  <a:pt x="1041523" y="156968"/>
                </a:lnTo>
                <a:lnTo>
                  <a:pt x="1042066" y="156088"/>
                </a:lnTo>
                <a:lnTo>
                  <a:pt x="1042568" y="155192"/>
                </a:lnTo>
                <a:lnTo>
                  <a:pt x="1043031" y="154279"/>
                </a:lnTo>
                <a:lnTo>
                  <a:pt x="1043453" y="153349"/>
                </a:lnTo>
                <a:lnTo>
                  <a:pt x="1043835" y="152403"/>
                </a:lnTo>
                <a:lnTo>
                  <a:pt x="1044176" y="151440"/>
                </a:lnTo>
                <a:lnTo>
                  <a:pt x="1044478" y="150461"/>
                </a:lnTo>
                <a:lnTo>
                  <a:pt x="1044739" y="149465"/>
                </a:lnTo>
                <a:lnTo>
                  <a:pt x="1044960" y="148452"/>
                </a:lnTo>
                <a:lnTo>
                  <a:pt x="1045141" y="147423"/>
                </a:lnTo>
                <a:lnTo>
                  <a:pt x="1045282" y="146378"/>
                </a:lnTo>
                <a:lnTo>
                  <a:pt x="1045382" y="145316"/>
                </a:lnTo>
                <a:lnTo>
                  <a:pt x="1045443" y="144237"/>
                </a:lnTo>
                <a:lnTo>
                  <a:pt x="1045463" y="143142"/>
                </a:lnTo>
                <a:lnTo>
                  <a:pt x="1045445" y="142042"/>
                </a:lnTo>
                <a:lnTo>
                  <a:pt x="1045392" y="140967"/>
                </a:lnTo>
                <a:lnTo>
                  <a:pt x="1045304" y="139916"/>
                </a:lnTo>
                <a:lnTo>
                  <a:pt x="1045181" y="138889"/>
                </a:lnTo>
                <a:lnTo>
                  <a:pt x="1045022" y="137886"/>
                </a:lnTo>
                <a:lnTo>
                  <a:pt x="1044829" y="136908"/>
                </a:lnTo>
                <a:lnTo>
                  <a:pt x="1044599" y="135953"/>
                </a:lnTo>
                <a:lnTo>
                  <a:pt x="1044335" y="135023"/>
                </a:lnTo>
                <a:lnTo>
                  <a:pt x="1044036" y="134117"/>
                </a:lnTo>
                <a:lnTo>
                  <a:pt x="1043701" y="133236"/>
                </a:lnTo>
                <a:lnTo>
                  <a:pt x="1043331" y="132378"/>
                </a:lnTo>
                <a:lnTo>
                  <a:pt x="1042925" y="131545"/>
                </a:lnTo>
                <a:lnTo>
                  <a:pt x="1042485" y="130736"/>
                </a:lnTo>
                <a:lnTo>
                  <a:pt x="1042009" y="129951"/>
                </a:lnTo>
                <a:lnTo>
                  <a:pt x="1041498" y="129190"/>
                </a:lnTo>
                <a:lnTo>
                  <a:pt x="1040952" y="128454"/>
                </a:lnTo>
                <a:lnTo>
                  <a:pt x="1040370" y="127742"/>
                </a:lnTo>
                <a:lnTo>
                  <a:pt x="1039754" y="127054"/>
                </a:lnTo>
                <a:lnTo>
                  <a:pt x="1039102" y="126390"/>
                </a:lnTo>
                <a:lnTo>
                  <a:pt x="1038415" y="125750"/>
                </a:lnTo>
                <a:lnTo>
                  <a:pt x="1037692" y="125135"/>
                </a:lnTo>
                <a:lnTo>
                  <a:pt x="1036934" y="124544"/>
                </a:lnTo>
                <a:lnTo>
                  <a:pt x="1036141" y="123977"/>
                </a:lnTo>
                <a:lnTo>
                  <a:pt x="1035313" y="123434"/>
                </a:lnTo>
                <a:lnTo>
                  <a:pt x="1034444" y="122914"/>
                </a:lnTo>
                <a:lnTo>
                  <a:pt x="1033528" y="122417"/>
                </a:lnTo>
                <a:lnTo>
                  <a:pt x="1032565" y="121941"/>
                </a:lnTo>
                <a:lnTo>
                  <a:pt x="1031555" y="121488"/>
                </a:lnTo>
                <a:lnTo>
                  <a:pt x="1030498" y="121057"/>
                </a:lnTo>
                <a:lnTo>
                  <a:pt x="1029395" y="120648"/>
                </a:lnTo>
                <a:lnTo>
                  <a:pt x="1028244" y="120261"/>
                </a:lnTo>
                <a:lnTo>
                  <a:pt x="1027047" y="119896"/>
                </a:lnTo>
                <a:lnTo>
                  <a:pt x="1025803" y="119553"/>
                </a:lnTo>
                <a:lnTo>
                  <a:pt x="1024511" y="119233"/>
                </a:lnTo>
                <a:lnTo>
                  <a:pt x="1023173" y="118934"/>
                </a:lnTo>
                <a:lnTo>
                  <a:pt x="1021789" y="118658"/>
                </a:lnTo>
                <a:lnTo>
                  <a:pt x="1020357" y="118404"/>
                </a:lnTo>
                <a:lnTo>
                  <a:pt x="1018878" y="118171"/>
                </a:lnTo>
                <a:lnTo>
                  <a:pt x="1017353" y="117961"/>
                </a:lnTo>
                <a:lnTo>
                  <a:pt x="1015780" y="117773"/>
                </a:lnTo>
                <a:lnTo>
                  <a:pt x="1014161" y="117608"/>
                </a:lnTo>
                <a:lnTo>
                  <a:pt x="1012495" y="117464"/>
                </a:lnTo>
                <a:lnTo>
                  <a:pt x="1010782" y="117342"/>
                </a:lnTo>
                <a:lnTo>
                  <a:pt x="1009022" y="117243"/>
                </a:lnTo>
                <a:lnTo>
                  <a:pt x="1007215" y="117165"/>
                </a:lnTo>
                <a:lnTo>
                  <a:pt x="1005362" y="117110"/>
                </a:lnTo>
                <a:lnTo>
                  <a:pt x="1003461" y="117077"/>
                </a:lnTo>
                <a:lnTo>
                  <a:pt x="1001514" y="117066"/>
                </a:lnTo>
                <a:lnTo>
                  <a:pt x="995109" y="117066"/>
                </a:lnTo>
                <a:lnTo>
                  <a:pt x="994466" y="117064"/>
                </a:lnTo>
                <a:lnTo>
                  <a:pt x="993835" y="117059"/>
                </a:lnTo>
                <a:lnTo>
                  <a:pt x="993216" y="117051"/>
                </a:lnTo>
                <a:lnTo>
                  <a:pt x="992608" y="117040"/>
                </a:lnTo>
                <a:lnTo>
                  <a:pt x="992013" y="117025"/>
                </a:lnTo>
                <a:lnTo>
                  <a:pt x="991429" y="117007"/>
                </a:lnTo>
                <a:lnTo>
                  <a:pt x="990857" y="116986"/>
                </a:lnTo>
                <a:lnTo>
                  <a:pt x="990297" y="116961"/>
                </a:lnTo>
                <a:lnTo>
                  <a:pt x="989748" y="116933"/>
                </a:lnTo>
                <a:lnTo>
                  <a:pt x="989212" y="116902"/>
                </a:lnTo>
                <a:lnTo>
                  <a:pt x="988687" y="116868"/>
                </a:lnTo>
                <a:lnTo>
                  <a:pt x="988174" y="116830"/>
                </a:lnTo>
                <a:lnTo>
                  <a:pt x="987673" y="116789"/>
                </a:lnTo>
                <a:lnTo>
                  <a:pt x="987184" y="116745"/>
                </a:lnTo>
                <a:lnTo>
                  <a:pt x="986706" y="116698"/>
                </a:lnTo>
                <a:lnTo>
                  <a:pt x="986240" y="116647"/>
                </a:lnTo>
                <a:lnTo>
                  <a:pt x="985786" y="116593"/>
                </a:lnTo>
                <a:lnTo>
                  <a:pt x="985344" y="116536"/>
                </a:lnTo>
                <a:lnTo>
                  <a:pt x="984914" y="116475"/>
                </a:lnTo>
                <a:lnTo>
                  <a:pt x="984495" y="116411"/>
                </a:lnTo>
                <a:lnTo>
                  <a:pt x="984088" y="116344"/>
                </a:lnTo>
                <a:lnTo>
                  <a:pt x="983694" y="116274"/>
                </a:lnTo>
                <a:lnTo>
                  <a:pt x="983310" y="116200"/>
                </a:lnTo>
                <a:lnTo>
                  <a:pt x="982939" y="116123"/>
                </a:lnTo>
                <a:lnTo>
                  <a:pt x="982578" y="116044"/>
                </a:lnTo>
                <a:lnTo>
                  <a:pt x="982226" y="115962"/>
                </a:lnTo>
                <a:lnTo>
                  <a:pt x="981883" y="115879"/>
                </a:lnTo>
                <a:lnTo>
                  <a:pt x="981549" y="115793"/>
                </a:lnTo>
                <a:lnTo>
                  <a:pt x="981223" y="115705"/>
                </a:lnTo>
                <a:lnTo>
                  <a:pt x="980907" y="115615"/>
                </a:lnTo>
                <a:lnTo>
                  <a:pt x="980599" y="115523"/>
                </a:lnTo>
                <a:lnTo>
                  <a:pt x="980300" y="115429"/>
                </a:lnTo>
                <a:lnTo>
                  <a:pt x="980011" y="115333"/>
                </a:lnTo>
                <a:lnTo>
                  <a:pt x="979730" y="115235"/>
                </a:lnTo>
                <a:lnTo>
                  <a:pt x="979458" y="115135"/>
                </a:lnTo>
                <a:lnTo>
                  <a:pt x="979195" y="115033"/>
                </a:lnTo>
                <a:lnTo>
                  <a:pt x="978940" y="114928"/>
                </a:lnTo>
                <a:lnTo>
                  <a:pt x="978695" y="114822"/>
                </a:lnTo>
                <a:lnTo>
                  <a:pt x="978459" y="114713"/>
                </a:lnTo>
                <a:lnTo>
                  <a:pt x="978231" y="114603"/>
                </a:lnTo>
                <a:lnTo>
                  <a:pt x="978012" y="114490"/>
                </a:lnTo>
                <a:lnTo>
                  <a:pt x="977803" y="114376"/>
                </a:lnTo>
                <a:lnTo>
                  <a:pt x="977602" y="114259"/>
                </a:lnTo>
                <a:lnTo>
                  <a:pt x="977410" y="114140"/>
                </a:lnTo>
                <a:lnTo>
                  <a:pt x="977227" y="114019"/>
                </a:lnTo>
                <a:lnTo>
                  <a:pt x="977053" y="113897"/>
                </a:lnTo>
                <a:lnTo>
                  <a:pt x="976887" y="113772"/>
                </a:lnTo>
                <a:lnTo>
                  <a:pt x="976731" y="113645"/>
                </a:lnTo>
                <a:lnTo>
                  <a:pt x="976582" y="113516"/>
                </a:lnTo>
                <a:lnTo>
                  <a:pt x="976440" y="113385"/>
                </a:lnTo>
                <a:lnTo>
                  <a:pt x="976304" y="113253"/>
                </a:lnTo>
                <a:lnTo>
                  <a:pt x="976174" y="113120"/>
                </a:lnTo>
                <a:lnTo>
                  <a:pt x="976051" y="112985"/>
                </a:lnTo>
                <a:lnTo>
                  <a:pt x="975934" y="112848"/>
                </a:lnTo>
                <a:lnTo>
                  <a:pt x="975823" y="112710"/>
                </a:lnTo>
                <a:lnTo>
                  <a:pt x="975718" y="112571"/>
                </a:lnTo>
                <a:lnTo>
                  <a:pt x="975620" y="112429"/>
                </a:lnTo>
                <a:lnTo>
                  <a:pt x="975528" y="112287"/>
                </a:lnTo>
                <a:lnTo>
                  <a:pt x="975443" y="112142"/>
                </a:lnTo>
                <a:lnTo>
                  <a:pt x="975364" y="111996"/>
                </a:lnTo>
                <a:lnTo>
                  <a:pt x="975291" y="111849"/>
                </a:lnTo>
                <a:lnTo>
                  <a:pt x="975225" y="111700"/>
                </a:lnTo>
                <a:lnTo>
                  <a:pt x="975164" y="111549"/>
                </a:lnTo>
                <a:lnTo>
                  <a:pt x="975111" y="111397"/>
                </a:lnTo>
                <a:lnTo>
                  <a:pt x="975063" y="111244"/>
                </a:lnTo>
                <a:lnTo>
                  <a:pt x="975022" y="111089"/>
                </a:lnTo>
                <a:lnTo>
                  <a:pt x="974987" y="110932"/>
                </a:lnTo>
                <a:lnTo>
                  <a:pt x="974959" y="110773"/>
                </a:lnTo>
                <a:lnTo>
                  <a:pt x="974937" y="110614"/>
                </a:lnTo>
                <a:lnTo>
                  <a:pt x="974921" y="110452"/>
                </a:lnTo>
                <a:lnTo>
                  <a:pt x="974911" y="110289"/>
                </a:lnTo>
                <a:lnTo>
                  <a:pt x="974908" y="110125"/>
                </a:lnTo>
                <a:lnTo>
                  <a:pt x="974913" y="109886"/>
                </a:lnTo>
                <a:lnTo>
                  <a:pt x="974929" y="109649"/>
                </a:lnTo>
                <a:lnTo>
                  <a:pt x="974956" y="109414"/>
                </a:lnTo>
                <a:lnTo>
                  <a:pt x="974993" y="109181"/>
                </a:lnTo>
                <a:lnTo>
                  <a:pt x="975041" y="108950"/>
                </a:lnTo>
                <a:lnTo>
                  <a:pt x="975099" y="108721"/>
                </a:lnTo>
                <a:lnTo>
                  <a:pt x="975168" y="108494"/>
                </a:lnTo>
                <a:lnTo>
                  <a:pt x="975247" y="108268"/>
                </a:lnTo>
                <a:lnTo>
                  <a:pt x="975338" y="108045"/>
                </a:lnTo>
                <a:lnTo>
                  <a:pt x="975438" y="107823"/>
                </a:lnTo>
                <a:lnTo>
                  <a:pt x="975550" y="107604"/>
                </a:lnTo>
                <a:lnTo>
                  <a:pt x="975672" y="107386"/>
                </a:lnTo>
                <a:lnTo>
                  <a:pt x="975804" y="107170"/>
                </a:lnTo>
                <a:lnTo>
                  <a:pt x="975948" y="106956"/>
                </a:lnTo>
                <a:lnTo>
                  <a:pt x="976101" y="106744"/>
                </a:lnTo>
                <a:lnTo>
                  <a:pt x="976266" y="106534"/>
                </a:lnTo>
                <a:lnTo>
                  <a:pt x="976441" y="106325"/>
                </a:lnTo>
                <a:lnTo>
                  <a:pt x="976626" y="106119"/>
                </a:lnTo>
                <a:lnTo>
                  <a:pt x="976823" y="105914"/>
                </a:lnTo>
                <a:lnTo>
                  <a:pt x="977029" y="105712"/>
                </a:lnTo>
                <a:lnTo>
                  <a:pt x="977247" y="105511"/>
                </a:lnTo>
                <a:lnTo>
                  <a:pt x="977475" y="105313"/>
                </a:lnTo>
                <a:lnTo>
                  <a:pt x="977714" y="105116"/>
                </a:lnTo>
                <a:lnTo>
                  <a:pt x="977963" y="104921"/>
                </a:lnTo>
                <a:lnTo>
                  <a:pt x="978221" y="104728"/>
                </a:lnTo>
                <a:lnTo>
                  <a:pt x="978487" y="104538"/>
                </a:lnTo>
                <a:lnTo>
                  <a:pt x="978760" y="104351"/>
                </a:lnTo>
                <a:lnTo>
                  <a:pt x="979041" y="104167"/>
                </a:lnTo>
                <a:lnTo>
                  <a:pt x="979330" y="103986"/>
                </a:lnTo>
                <a:lnTo>
                  <a:pt x="979626" y="103808"/>
                </a:lnTo>
                <a:lnTo>
                  <a:pt x="979929" y="103633"/>
                </a:lnTo>
                <a:lnTo>
                  <a:pt x="980240" y="103460"/>
                </a:lnTo>
                <a:lnTo>
                  <a:pt x="980559" y="103291"/>
                </a:lnTo>
                <a:lnTo>
                  <a:pt x="980885" y="103125"/>
                </a:lnTo>
                <a:lnTo>
                  <a:pt x="981218" y="102961"/>
                </a:lnTo>
                <a:lnTo>
                  <a:pt x="981560" y="102801"/>
                </a:lnTo>
                <a:lnTo>
                  <a:pt x="981908" y="102643"/>
                </a:lnTo>
                <a:lnTo>
                  <a:pt x="982264" y="102488"/>
                </a:lnTo>
                <a:lnTo>
                  <a:pt x="982628" y="102336"/>
                </a:lnTo>
                <a:lnTo>
                  <a:pt x="982999" y="102188"/>
                </a:lnTo>
                <a:lnTo>
                  <a:pt x="983378" y="102042"/>
                </a:lnTo>
                <a:lnTo>
                  <a:pt x="983764" y="101899"/>
                </a:lnTo>
                <a:lnTo>
                  <a:pt x="983845" y="101870"/>
                </a:lnTo>
                <a:lnTo>
                  <a:pt x="984193" y="101989"/>
                </a:lnTo>
                <a:lnTo>
                  <a:pt x="984985" y="102240"/>
                </a:lnTo>
                <a:lnTo>
                  <a:pt x="985789" y="102474"/>
                </a:lnTo>
                <a:lnTo>
                  <a:pt x="986606" y="102692"/>
                </a:lnTo>
                <a:lnTo>
                  <a:pt x="987435" y="102894"/>
                </a:lnTo>
                <a:lnTo>
                  <a:pt x="988277" y="103080"/>
                </a:lnTo>
                <a:lnTo>
                  <a:pt x="989131" y="103250"/>
                </a:lnTo>
                <a:lnTo>
                  <a:pt x="989998" y="103404"/>
                </a:lnTo>
                <a:lnTo>
                  <a:pt x="990877" y="103541"/>
                </a:lnTo>
                <a:lnTo>
                  <a:pt x="991769" y="103662"/>
                </a:lnTo>
                <a:lnTo>
                  <a:pt x="992673" y="103767"/>
                </a:lnTo>
                <a:lnTo>
                  <a:pt x="993590" y="103856"/>
                </a:lnTo>
                <a:lnTo>
                  <a:pt x="994519" y="103929"/>
                </a:lnTo>
                <a:lnTo>
                  <a:pt x="995461" y="103986"/>
                </a:lnTo>
                <a:lnTo>
                  <a:pt x="996415" y="104026"/>
                </a:lnTo>
                <a:lnTo>
                  <a:pt x="997381" y="104050"/>
                </a:lnTo>
                <a:lnTo>
                  <a:pt x="998361" y="104058"/>
                </a:lnTo>
                <a:lnTo>
                  <a:pt x="999396" y="104051"/>
                </a:lnTo>
                <a:lnTo>
                  <a:pt x="1000417" y="104027"/>
                </a:lnTo>
                <a:lnTo>
                  <a:pt x="1001423" y="103987"/>
                </a:lnTo>
                <a:lnTo>
                  <a:pt x="1002414" y="103932"/>
                </a:lnTo>
                <a:lnTo>
                  <a:pt x="1003391" y="103861"/>
                </a:lnTo>
                <a:lnTo>
                  <a:pt x="1004353" y="103774"/>
                </a:lnTo>
                <a:lnTo>
                  <a:pt x="1005300" y="103671"/>
                </a:lnTo>
                <a:lnTo>
                  <a:pt x="1006233" y="103552"/>
                </a:lnTo>
                <a:lnTo>
                  <a:pt x="1007151" y="103418"/>
                </a:lnTo>
                <a:lnTo>
                  <a:pt x="1008054" y="103267"/>
                </a:lnTo>
                <a:lnTo>
                  <a:pt x="1008942" y="103101"/>
                </a:lnTo>
                <a:lnTo>
                  <a:pt x="1009816" y="102919"/>
                </a:lnTo>
                <a:lnTo>
                  <a:pt x="1010675" y="102721"/>
                </a:lnTo>
                <a:lnTo>
                  <a:pt x="1011519" y="102508"/>
                </a:lnTo>
                <a:lnTo>
                  <a:pt x="1012349" y="102278"/>
                </a:lnTo>
                <a:lnTo>
                  <a:pt x="1013164" y="102033"/>
                </a:lnTo>
                <a:lnTo>
                  <a:pt x="1013964" y="101772"/>
                </a:lnTo>
                <a:lnTo>
                  <a:pt x="1014749" y="101495"/>
                </a:lnTo>
                <a:lnTo>
                  <a:pt x="1015520" y="101202"/>
                </a:lnTo>
                <a:lnTo>
                  <a:pt x="1016276" y="100894"/>
                </a:lnTo>
                <a:lnTo>
                  <a:pt x="1017017" y="100569"/>
                </a:lnTo>
                <a:lnTo>
                  <a:pt x="1017744" y="100229"/>
                </a:lnTo>
                <a:lnTo>
                  <a:pt x="1018455" y="99873"/>
                </a:lnTo>
                <a:lnTo>
                  <a:pt x="1019153" y="99501"/>
                </a:lnTo>
                <a:lnTo>
                  <a:pt x="1019835" y="99116"/>
                </a:lnTo>
                <a:lnTo>
                  <a:pt x="1020503" y="98721"/>
                </a:lnTo>
                <a:lnTo>
                  <a:pt x="1021157" y="98315"/>
                </a:lnTo>
                <a:lnTo>
                  <a:pt x="1021795" y="97898"/>
                </a:lnTo>
                <a:lnTo>
                  <a:pt x="1022420" y="97472"/>
                </a:lnTo>
                <a:lnTo>
                  <a:pt x="1023030" y="97034"/>
                </a:lnTo>
                <a:lnTo>
                  <a:pt x="1023625" y="96587"/>
                </a:lnTo>
                <a:lnTo>
                  <a:pt x="1024206" y="96129"/>
                </a:lnTo>
                <a:lnTo>
                  <a:pt x="1024772" y="95660"/>
                </a:lnTo>
                <a:lnTo>
                  <a:pt x="1025323" y="95181"/>
                </a:lnTo>
                <a:lnTo>
                  <a:pt x="1025860" y="94692"/>
                </a:lnTo>
                <a:lnTo>
                  <a:pt x="1026383" y="94192"/>
                </a:lnTo>
                <a:lnTo>
                  <a:pt x="1026891" y="93682"/>
                </a:lnTo>
                <a:lnTo>
                  <a:pt x="1027384" y="93161"/>
                </a:lnTo>
                <a:lnTo>
                  <a:pt x="1027863" y="92630"/>
                </a:lnTo>
                <a:lnTo>
                  <a:pt x="1028328" y="92089"/>
                </a:lnTo>
                <a:lnTo>
                  <a:pt x="1028778" y="91537"/>
                </a:lnTo>
                <a:lnTo>
                  <a:pt x="1029213" y="90974"/>
                </a:lnTo>
                <a:lnTo>
                  <a:pt x="1029634" y="90401"/>
                </a:lnTo>
                <a:lnTo>
                  <a:pt x="1030040" y="89818"/>
                </a:lnTo>
                <a:lnTo>
                  <a:pt x="1030432" y="89224"/>
                </a:lnTo>
                <a:lnTo>
                  <a:pt x="1030809" y="88620"/>
                </a:lnTo>
                <a:lnTo>
                  <a:pt x="1031171" y="88006"/>
                </a:lnTo>
                <a:lnTo>
                  <a:pt x="1031519" y="87381"/>
                </a:lnTo>
                <a:lnTo>
                  <a:pt x="1031853" y="86748"/>
                </a:lnTo>
                <a:lnTo>
                  <a:pt x="1032173" y="86110"/>
                </a:lnTo>
                <a:lnTo>
                  <a:pt x="1032478" y="85467"/>
                </a:lnTo>
                <a:lnTo>
                  <a:pt x="1032769" y="84819"/>
                </a:lnTo>
                <a:lnTo>
                  <a:pt x="1033046" y="84166"/>
                </a:lnTo>
                <a:lnTo>
                  <a:pt x="1033309" y="83508"/>
                </a:lnTo>
                <a:lnTo>
                  <a:pt x="1033557" y="82845"/>
                </a:lnTo>
                <a:lnTo>
                  <a:pt x="1033791" y="82177"/>
                </a:lnTo>
                <a:lnTo>
                  <a:pt x="1034011" y="81504"/>
                </a:lnTo>
                <a:lnTo>
                  <a:pt x="1034217" y="80826"/>
                </a:lnTo>
                <a:lnTo>
                  <a:pt x="1034409" y="80143"/>
                </a:lnTo>
                <a:lnTo>
                  <a:pt x="1034586" y="79455"/>
                </a:lnTo>
                <a:lnTo>
                  <a:pt x="1034750" y="78762"/>
                </a:lnTo>
                <a:lnTo>
                  <a:pt x="1034899" y="78064"/>
                </a:lnTo>
                <a:lnTo>
                  <a:pt x="1035034" y="77360"/>
                </a:lnTo>
                <a:lnTo>
                  <a:pt x="1035154" y="76652"/>
                </a:lnTo>
                <a:lnTo>
                  <a:pt x="1035261" y="75939"/>
                </a:lnTo>
                <a:lnTo>
                  <a:pt x="1035353" y="75220"/>
                </a:lnTo>
                <a:lnTo>
                  <a:pt x="1035431" y="74497"/>
                </a:lnTo>
                <a:lnTo>
                  <a:pt x="1035495" y="73768"/>
                </a:lnTo>
                <a:lnTo>
                  <a:pt x="1035545" y="73035"/>
                </a:lnTo>
                <a:lnTo>
                  <a:pt x="1035580" y="72296"/>
                </a:lnTo>
                <a:lnTo>
                  <a:pt x="1035602" y="71553"/>
                </a:lnTo>
                <a:lnTo>
                  <a:pt x="1035609" y="70804"/>
                </a:lnTo>
                <a:lnTo>
                  <a:pt x="1035602" y="70031"/>
                </a:lnTo>
                <a:lnTo>
                  <a:pt x="1035581" y="69264"/>
                </a:lnTo>
                <a:lnTo>
                  <a:pt x="1035546" y="68502"/>
                </a:lnTo>
                <a:lnTo>
                  <a:pt x="1035497" y="67746"/>
                </a:lnTo>
                <a:lnTo>
                  <a:pt x="1035433" y="66997"/>
                </a:lnTo>
                <a:lnTo>
                  <a:pt x="1035356" y="66253"/>
                </a:lnTo>
                <a:lnTo>
                  <a:pt x="1035265" y="65515"/>
                </a:lnTo>
                <a:lnTo>
                  <a:pt x="1035160" y="64783"/>
                </a:lnTo>
                <a:lnTo>
                  <a:pt x="1035041" y="64057"/>
                </a:lnTo>
                <a:lnTo>
                  <a:pt x="1034907" y="63337"/>
                </a:lnTo>
                <a:lnTo>
                  <a:pt x="1034760" y="62623"/>
                </a:lnTo>
                <a:lnTo>
                  <a:pt x="1034599" y="61915"/>
                </a:lnTo>
                <a:lnTo>
                  <a:pt x="1034423" y="61212"/>
                </a:lnTo>
                <a:lnTo>
                  <a:pt x="1034234" y="60516"/>
                </a:lnTo>
                <a:lnTo>
                  <a:pt x="1034031" y="59826"/>
                </a:lnTo>
                <a:lnTo>
                  <a:pt x="1033813" y="59141"/>
                </a:lnTo>
                <a:lnTo>
                  <a:pt x="1033582" y="58462"/>
                </a:lnTo>
                <a:lnTo>
                  <a:pt x="1033336" y="57789"/>
                </a:lnTo>
                <a:lnTo>
                  <a:pt x="1033077" y="57123"/>
                </a:lnTo>
                <a:lnTo>
                  <a:pt x="1032803" y="56462"/>
                </a:lnTo>
                <a:lnTo>
                  <a:pt x="1032516" y="55807"/>
                </a:lnTo>
                <a:lnTo>
                  <a:pt x="1032214" y="55157"/>
                </a:lnTo>
                <a:lnTo>
                  <a:pt x="1031898" y="54514"/>
                </a:lnTo>
                <a:lnTo>
                  <a:pt x="1031569" y="53877"/>
                </a:lnTo>
                <a:lnTo>
                  <a:pt x="1031225" y="53248"/>
                </a:lnTo>
                <a:lnTo>
                  <a:pt x="1030867" y="52629"/>
                </a:lnTo>
                <a:lnTo>
                  <a:pt x="1030494" y="52022"/>
                </a:lnTo>
                <a:lnTo>
                  <a:pt x="1030107" y="51425"/>
                </a:lnTo>
                <a:lnTo>
                  <a:pt x="1029706" y="50839"/>
                </a:lnTo>
                <a:lnTo>
                  <a:pt x="1029290" y="50264"/>
                </a:lnTo>
                <a:lnTo>
                  <a:pt x="1028860" y="49699"/>
                </a:lnTo>
                <a:lnTo>
                  <a:pt x="1028415" y="49146"/>
                </a:lnTo>
                <a:lnTo>
                  <a:pt x="1027957" y="48603"/>
                </a:lnTo>
                <a:lnTo>
                  <a:pt x="1027483" y="48071"/>
                </a:lnTo>
                <a:lnTo>
                  <a:pt x="1026996" y="47550"/>
                </a:lnTo>
                <a:lnTo>
                  <a:pt x="1026494" y="47039"/>
                </a:lnTo>
                <a:lnTo>
                  <a:pt x="1025978" y="46539"/>
                </a:lnTo>
                <a:lnTo>
                  <a:pt x="1025447" y="46051"/>
                </a:lnTo>
                <a:lnTo>
                  <a:pt x="1024971" y="45633"/>
                </a:lnTo>
                <a:lnTo>
                  <a:pt x="1025001" y="45597"/>
                </a:lnTo>
                <a:lnTo>
                  <a:pt x="1025345" y="45202"/>
                </a:lnTo>
                <a:lnTo>
                  <a:pt x="1025697" y="44823"/>
                </a:lnTo>
                <a:lnTo>
                  <a:pt x="1026056" y="44458"/>
                </a:lnTo>
                <a:lnTo>
                  <a:pt x="1026422" y="44108"/>
                </a:lnTo>
                <a:close/>
                <a:moveTo>
                  <a:pt x="994860" y="92586"/>
                </a:moveTo>
                <a:lnTo>
                  <a:pt x="994200" y="92481"/>
                </a:lnTo>
                <a:lnTo>
                  <a:pt x="993548" y="92357"/>
                </a:lnTo>
                <a:lnTo>
                  <a:pt x="992903" y="92213"/>
                </a:lnTo>
                <a:lnTo>
                  <a:pt x="992264" y="92051"/>
                </a:lnTo>
                <a:lnTo>
                  <a:pt x="991633" y="91870"/>
                </a:lnTo>
                <a:lnTo>
                  <a:pt x="991009" y="91669"/>
                </a:lnTo>
                <a:lnTo>
                  <a:pt x="990391" y="91449"/>
                </a:lnTo>
                <a:lnTo>
                  <a:pt x="989781" y="91210"/>
                </a:lnTo>
                <a:lnTo>
                  <a:pt x="989178" y="90952"/>
                </a:lnTo>
                <a:lnTo>
                  <a:pt x="988581" y="90675"/>
                </a:lnTo>
                <a:lnTo>
                  <a:pt x="987992" y="90379"/>
                </a:lnTo>
                <a:lnTo>
                  <a:pt x="987410" y="90064"/>
                </a:lnTo>
                <a:lnTo>
                  <a:pt x="986835" y="89730"/>
                </a:lnTo>
                <a:lnTo>
                  <a:pt x="986266" y="89376"/>
                </a:lnTo>
                <a:lnTo>
                  <a:pt x="985705" y="89003"/>
                </a:lnTo>
                <a:lnTo>
                  <a:pt x="985151" y="88612"/>
                </a:lnTo>
                <a:lnTo>
                  <a:pt x="984604" y="88201"/>
                </a:lnTo>
                <a:lnTo>
                  <a:pt x="984063" y="87771"/>
                </a:lnTo>
                <a:lnTo>
                  <a:pt x="983530" y="87322"/>
                </a:lnTo>
                <a:lnTo>
                  <a:pt x="983012" y="86853"/>
                </a:lnTo>
                <a:lnTo>
                  <a:pt x="982515" y="86365"/>
                </a:lnTo>
                <a:lnTo>
                  <a:pt x="982041" y="85858"/>
                </a:lnTo>
                <a:lnTo>
                  <a:pt x="981588" y="85331"/>
                </a:lnTo>
                <a:lnTo>
                  <a:pt x="981158" y="84785"/>
                </a:lnTo>
                <a:lnTo>
                  <a:pt x="980750" y="84219"/>
                </a:lnTo>
                <a:lnTo>
                  <a:pt x="980363" y="83633"/>
                </a:lnTo>
                <a:lnTo>
                  <a:pt x="979999" y="83029"/>
                </a:lnTo>
                <a:lnTo>
                  <a:pt x="979657" y="82404"/>
                </a:lnTo>
                <a:lnTo>
                  <a:pt x="979337" y="81761"/>
                </a:lnTo>
                <a:lnTo>
                  <a:pt x="979039" y="81098"/>
                </a:lnTo>
                <a:lnTo>
                  <a:pt x="978763" y="80415"/>
                </a:lnTo>
                <a:lnTo>
                  <a:pt x="978510" y="79713"/>
                </a:lnTo>
                <a:lnTo>
                  <a:pt x="978278" y="78991"/>
                </a:lnTo>
                <a:lnTo>
                  <a:pt x="978068" y="78250"/>
                </a:lnTo>
                <a:lnTo>
                  <a:pt x="977881" y="77490"/>
                </a:lnTo>
                <a:lnTo>
                  <a:pt x="977715" y="76710"/>
                </a:lnTo>
                <a:lnTo>
                  <a:pt x="977572" y="75911"/>
                </a:lnTo>
                <a:lnTo>
                  <a:pt x="977450" y="75092"/>
                </a:lnTo>
                <a:lnTo>
                  <a:pt x="977351" y="74253"/>
                </a:lnTo>
                <a:lnTo>
                  <a:pt x="977274" y="73396"/>
                </a:lnTo>
                <a:lnTo>
                  <a:pt x="977219" y="72519"/>
                </a:lnTo>
                <a:lnTo>
                  <a:pt x="977186" y="71622"/>
                </a:lnTo>
                <a:lnTo>
                  <a:pt x="977174" y="70706"/>
                </a:lnTo>
                <a:lnTo>
                  <a:pt x="977185" y="69798"/>
                </a:lnTo>
                <a:lnTo>
                  <a:pt x="977217" y="68908"/>
                </a:lnTo>
                <a:lnTo>
                  <a:pt x="977271" y="68037"/>
                </a:lnTo>
                <a:lnTo>
                  <a:pt x="977346" y="67185"/>
                </a:lnTo>
                <a:lnTo>
                  <a:pt x="977442" y="66351"/>
                </a:lnTo>
                <a:lnTo>
                  <a:pt x="977559" y="65536"/>
                </a:lnTo>
                <a:lnTo>
                  <a:pt x="977698" y="64739"/>
                </a:lnTo>
                <a:lnTo>
                  <a:pt x="977859" y="63961"/>
                </a:lnTo>
                <a:lnTo>
                  <a:pt x="978041" y="63202"/>
                </a:lnTo>
                <a:lnTo>
                  <a:pt x="978244" y="62461"/>
                </a:lnTo>
                <a:lnTo>
                  <a:pt x="978468" y="61739"/>
                </a:lnTo>
                <a:lnTo>
                  <a:pt x="978714" y="61035"/>
                </a:lnTo>
                <a:lnTo>
                  <a:pt x="978981" y="60350"/>
                </a:lnTo>
                <a:lnTo>
                  <a:pt x="979270" y="59683"/>
                </a:lnTo>
                <a:lnTo>
                  <a:pt x="979580" y="59035"/>
                </a:lnTo>
                <a:lnTo>
                  <a:pt x="979912" y="58406"/>
                </a:lnTo>
                <a:lnTo>
                  <a:pt x="980265" y="57795"/>
                </a:lnTo>
                <a:lnTo>
                  <a:pt x="980639" y="57203"/>
                </a:lnTo>
                <a:lnTo>
                  <a:pt x="981034" y="56629"/>
                </a:lnTo>
                <a:lnTo>
                  <a:pt x="981451" y="56074"/>
                </a:lnTo>
                <a:lnTo>
                  <a:pt x="981890" y="55538"/>
                </a:lnTo>
                <a:lnTo>
                  <a:pt x="982350" y="55020"/>
                </a:lnTo>
                <a:lnTo>
                  <a:pt x="982831" y="54521"/>
                </a:lnTo>
                <a:lnTo>
                  <a:pt x="983333" y="54040"/>
                </a:lnTo>
                <a:lnTo>
                  <a:pt x="983852" y="53578"/>
                </a:lnTo>
                <a:lnTo>
                  <a:pt x="984382" y="53137"/>
                </a:lnTo>
                <a:lnTo>
                  <a:pt x="984923" y="52714"/>
                </a:lnTo>
                <a:lnTo>
                  <a:pt x="985475" y="52312"/>
                </a:lnTo>
                <a:lnTo>
                  <a:pt x="986038" y="51929"/>
                </a:lnTo>
                <a:lnTo>
                  <a:pt x="986613" y="51565"/>
                </a:lnTo>
                <a:lnTo>
                  <a:pt x="987198" y="51221"/>
                </a:lnTo>
                <a:lnTo>
                  <a:pt x="987795" y="50897"/>
                </a:lnTo>
                <a:lnTo>
                  <a:pt x="988403" y="50593"/>
                </a:lnTo>
                <a:lnTo>
                  <a:pt x="989022" y="50308"/>
                </a:lnTo>
                <a:lnTo>
                  <a:pt x="989652" y="50043"/>
                </a:lnTo>
                <a:lnTo>
                  <a:pt x="990293" y="49797"/>
                </a:lnTo>
                <a:lnTo>
                  <a:pt x="990945" y="49572"/>
                </a:lnTo>
                <a:lnTo>
                  <a:pt x="991608" y="49365"/>
                </a:lnTo>
                <a:lnTo>
                  <a:pt x="992283" y="49179"/>
                </a:lnTo>
                <a:lnTo>
                  <a:pt x="992968" y="49012"/>
                </a:lnTo>
                <a:lnTo>
                  <a:pt x="993665" y="48864"/>
                </a:lnTo>
                <a:lnTo>
                  <a:pt x="994373" y="48737"/>
                </a:lnTo>
                <a:lnTo>
                  <a:pt x="995092" y="48629"/>
                </a:lnTo>
                <a:lnTo>
                  <a:pt x="995822" y="48540"/>
                </a:lnTo>
                <a:lnTo>
                  <a:pt x="996563" y="48472"/>
                </a:lnTo>
                <a:lnTo>
                  <a:pt x="997315" y="48423"/>
                </a:lnTo>
                <a:lnTo>
                  <a:pt x="998079" y="48393"/>
                </a:lnTo>
                <a:lnTo>
                  <a:pt x="998853" y="48383"/>
                </a:lnTo>
                <a:lnTo>
                  <a:pt x="999643" y="48393"/>
                </a:lnTo>
                <a:lnTo>
                  <a:pt x="1000420" y="48421"/>
                </a:lnTo>
                <a:lnTo>
                  <a:pt x="1001184" y="48469"/>
                </a:lnTo>
                <a:lnTo>
                  <a:pt x="1001935" y="48536"/>
                </a:lnTo>
                <a:lnTo>
                  <a:pt x="1002673" y="48622"/>
                </a:lnTo>
                <a:lnTo>
                  <a:pt x="1003399" y="48727"/>
                </a:lnTo>
                <a:lnTo>
                  <a:pt x="1004111" y="48852"/>
                </a:lnTo>
                <a:lnTo>
                  <a:pt x="1004810" y="48995"/>
                </a:lnTo>
                <a:lnTo>
                  <a:pt x="1005496" y="49158"/>
                </a:lnTo>
                <a:lnTo>
                  <a:pt x="1006169" y="49339"/>
                </a:lnTo>
                <a:lnTo>
                  <a:pt x="1006829" y="49540"/>
                </a:lnTo>
                <a:lnTo>
                  <a:pt x="1007476" y="49760"/>
                </a:lnTo>
                <a:lnTo>
                  <a:pt x="1008110" y="49999"/>
                </a:lnTo>
                <a:lnTo>
                  <a:pt x="1008731" y="50257"/>
                </a:lnTo>
                <a:lnTo>
                  <a:pt x="1009339" y="50534"/>
                </a:lnTo>
                <a:lnTo>
                  <a:pt x="1009934" y="50830"/>
                </a:lnTo>
                <a:lnTo>
                  <a:pt x="1010516" y="51146"/>
                </a:lnTo>
                <a:lnTo>
                  <a:pt x="1011085" y="51480"/>
                </a:lnTo>
                <a:lnTo>
                  <a:pt x="1011641" y="51834"/>
                </a:lnTo>
                <a:lnTo>
                  <a:pt x="1012184" y="52207"/>
                </a:lnTo>
                <a:lnTo>
                  <a:pt x="1012714" y="52599"/>
                </a:lnTo>
                <a:lnTo>
                  <a:pt x="1013231" y="53010"/>
                </a:lnTo>
                <a:lnTo>
                  <a:pt x="1013735" y="53440"/>
                </a:lnTo>
                <a:lnTo>
                  <a:pt x="1014226" y="53889"/>
                </a:lnTo>
                <a:lnTo>
                  <a:pt x="1014700" y="54358"/>
                </a:lnTo>
                <a:lnTo>
                  <a:pt x="1015154" y="54847"/>
                </a:lnTo>
                <a:lnTo>
                  <a:pt x="1015588" y="55357"/>
                </a:lnTo>
                <a:lnTo>
                  <a:pt x="1016002" y="55888"/>
                </a:lnTo>
                <a:lnTo>
                  <a:pt x="1016396" y="56439"/>
                </a:lnTo>
                <a:lnTo>
                  <a:pt x="1016769" y="57010"/>
                </a:lnTo>
                <a:lnTo>
                  <a:pt x="1017122" y="57602"/>
                </a:lnTo>
                <a:lnTo>
                  <a:pt x="1017456" y="58215"/>
                </a:lnTo>
                <a:lnTo>
                  <a:pt x="1017768" y="58848"/>
                </a:lnTo>
                <a:lnTo>
                  <a:pt x="1018061" y="59501"/>
                </a:lnTo>
                <a:lnTo>
                  <a:pt x="1018334" y="60175"/>
                </a:lnTo>
                <a:lnTo>
                  <a:pt x="1018586" y="60870"/>
                </a:lnTo>
                <a:lnTo>
                  <a:pt x="1018818" y="61585"/>
                </a:lnTo>
                <a:lnTo>
                  <a:pt x="1019030" y="62321"/>
                </a:lnTo>
                <a:lnTo>
                  <a:pt x="1019222" y="63077"/>
                </a:lnTo>
                <a:lnTo>
                  <a:pt x="1019394" y="63854"/>
                </a:lnTo>
                <a:lnTo>
                  <a:pt x="1019545" y="64651"/>
                </a:lnTo>
                <a:lnTo>
                  <a:pt x="1019676" y="65469"/>
                </a:lnTo>
                <a:lnTo>
                  <a:pt x="1019787" y="66308"/>
                </a:lnTo>
                <a:lnTo>
                  <a:pt x="1019878" y="67166"/>
                </a:lnTo>
                <a:lnTo>
                  <a:pt x="1019949" y="68046"/>
                </a:lnTo>
                <a:lnTo>
                  <a:pt x="1019999" y="68946"/>
                </a:lnTo>
                <a:lnTo>
                  <a:pt x="1020029" y="69866"/>
                </a:lnTo>
                <a:lnTo>
                  <a:pt x="1020039" y="70807"/>
                </a:lnTo>
                <a:lnTo>
                  <a:pt x="1020029" y="71707"/>
                </a:lnTo>
                <a:lnTo>
                  <a:pt x="1019997" y="72588"/>
                </a:lnTo>
                <a:lnTo>
                  <a:pt x="1019943" y="73450"/>
                </a:lnTo>
                <a:lnTo>
                  <a:pt x="1019868" y="74294"/>
                </a:lnTo>
                <a:lnTo>
                  <a:pt x="1019772" y="75120"/>
                </a:lnTo>
                <a:lnTo>
                  <a:pt x="1019655" y="75926"/>
                </a:lnTo>
                <a:lnTo>
                  <a:pt x="1019516" y="76715"/>
                </a:lnTo>
                <a:lnTo>
                  <a:pt x="1019355" y="77484"/>
                </a:lnTo>
                <a:lnTo>
                  <a:pt x="1019173" y="78235"/>
                </a:lnTo>
                <a:lnTo>
                  <a:pt x="1018970" y="78967"/>
                </a:lnTo>
                <a:lnTo>
                  <a:pt x="1018746" y="79681"/>
                </a:lnTo>
                <a:lnTo>
                  <a:pt x="1018500" y="80376"/>
                </a:lnTo>
                <a:lnTo>
                  <a:pt x="1018232" y="81053"/>
                </a:lnTo>
                <a:lnTo>
                  <a:pt x="1017944" y="81711"/>
                </a:lnTo>
                <a:lnTo>
                  <a:pt x="1017634" y="82351"/>
                </a:lnTo>
                <a:lnTo>
                  <a:pt x="1017302" y="82972"/>
                </a:lnTo>
                <a:lnTo>
                  <a:pt x="1016949" y="83574"/>
                </a:lnTo>
                <a:lnTo>
                  <a:pt x="1016575" y="84158"/>
                </a:lnTo>
                <a:lnTo>
                  <a:pt x="1016180" y="84723"/>
                </a:lnTo>
                <a:lnTo>
                  <a:pt x="1015763" y="85269"/>
                </a:lnTo>
                <a:lnTo>
                  <a:pt x="1015324" y="85797"/>
                </a:lnTo>
                <a:lnTo>
                  <a:pt x="1014864" y="86307"/>
                </a:lnTo>
                <a:lnTo>
                  <a:pt x="1014383" y="86797"/>
                </a:lnTo>
                <a:lnTo>
                  <a:pt x="1013881" y="87270"/>
                </a:lnTo>
                <a:lnTo>
                  <a:pt x="1013362" y="87723"/>
                </a:lnTo>
                <a:lnTo>
                  <a:pt x="1012831" y="88157"/>
                </a:lnTo>
                <a:lnTo>
                  <a:pt x="1012289" y="88572"/>
                </a:lnTo>
                <a:lnTo>
                  <a:pt x="1011736" y="88967"/>
                </a:lnTo>
                <a:lnTo>
                  <a:pt x="1011171" y="89343"/>
                </a:lnTo>
                <a:lnTo>
                  <a:pt x="1010595" y="89700"/>
                </a:lnTo>
                <a:lnTo>
                  <a:pt x="1010007" y="90038"/>
                </a:lnTo>
                <a:lnTo>
                  <a:pt x="1009408" y="90356"/>
                </a:lnTo>
                <a:lnTo>
                  <a:pt x="1008797" y="90655"/>
                </a:lnTo>
                <a:lnTo>
                  <a:pt x="1008175" y="90935"/>
                </a:lnTo>
                <a:lnTo>
                  <a:pt x="1007542" y="91195"/>
                </a:lnTo>
                <a:lnTo>
                  <a:pt x="1006897" y="91436"/>
                </a:lnTo>
                <a:lnTo>
                  <a:pt x="1006240" y="91658"/>
                </a:lnTo>
                <a:lnTo>
                  <a:pt x="1005572" y="91860"/>
                </a:lnTo>
                <a:lnTo>
                  <a:pt x="1004893" y="92044"/>
                </a:lnTo>
                <a:lnTo>
                  <a:pt x="1004202" y="92208"/>
                </a:lnTo>
                <a:lnTo>
                  <a:pt x="1003500" y="92352"/>
                </a:lnTo>
                <a:lnTo>
                  <a:pt x="1002786" y="92478"/>
                </a:lnTo>
                <a:lnTo>
                  <a:pt x="1002060" y="92584"/>
                </a:lnTo>
                <a:lnTo>
                  <a:pt x="1001324" y="92671"/>
                </a:lnTo>
                <a:lnTo>
                  <a:pt x="1000575" y="92738"/>
                </a:lnTo>
                <a:lnTo>
                  <a:pt x="999816" y="92786"/>
                </a:lnTo>
                <a:lnTo>
                  <a:pt x="999045" y="92815"/>
                </a:lnTo>
                <a:lnTo>
                  <a:pt x="998262" y="92825"/>
                </a:lnTo>
                <a:lnTo>
                  <a:pt x="997568" y="92815"/>
                </a:lnTo>
                <a:lnTo>
                  <a:pt x="996880" y="92787"/>
                </a:lnTo>
                <a:lnTo>
                  <a:pt x="996200" y="92739"/>
                </a:lnTo>
                <a:lnTo>
                  <a:pt x="995526" y="92672"/>
                </a:lnTo>
                <a:lnTo>
                  <a:pt x="994860" y="92586"/>
                </a:lnTo>
                <a:close/>
                <a:moveTo>
                  <a:pt x="993509" y="161208"/>
                </a:moveTo>
                <a:lnTo>
                  <a:pt x="992467" y="161119"/>
                </a:lnTo>
                <a:lnTo>
                  <a:pt x="991452" y="161015"/>
                </a:lnTo>
                <a:lnTo>
                  <a:pt x="990466" y="160894"/>
                </a:lnTo>
                <a:lnTo>
                  <a:pt x="989509" y="160758"/>
                </a:lnTo>
                <a:lnTo>
                  <a:pt x="988580" y="160605"/>
                </a:lnTo>
                <a:lnTo>
                  <a:pt x="987679" y="160436"/>
                </a:lnTo>
                <a:lnTo>
                  <a:pt x="986807" y="160251"/>
                </a:lnTo>
                <a:lnTo>
                  <a:pt x="985963" y="160050"/>
                </a:lnTo>
                <a:lnTo>
                  <a:pt x="985147" y="159833"/>
                </a:lnTo>
                <a:lnTo>
                  <a:pt x="984360" y="159600"/>
                </a:lnTo>
                <a:lnTo>
                  <a:pt x="983602" y="159350"/>
                </a:lnTo>
                <a:lnTo>
                  <a:pt x="982871" y="159085"/>
                </a:lnTo>
                <a:lnTo>
                  <a:pt x="982169" y="158804"/>
                </a:lnTo>
                <a:lnTo>
                  <a:pt x="981496" y="158506"/>
                </a:lnTo>
                <a:lnTo>
                  <a:pt x="980851" y="158193"/>
                </a:lnTo>
                <a:lnTo>
                  <a:pt x="980234" y="157863"/>
                </a:lnTo>
                <a:lnTo>
                  <a:pt x="979646" y="157517"/>
                </a:lnTo>
                <a:lnTo>
                  <a:pt x="979086" y="157155"/>
                </a:lnTo>
                <a:lnTo>
                  <a:pt x="978554" y="156777"/>
                </a:lnTo>
                <a:lnTo>
                  <a:pt x="978047" y="156389"/>
                </a:lnTo>
                <a:lnTo>
                  <a:pt x="977562" y="155995"/>
                </a:lnTo>
                <a:lnTo>
                  <a:pt x="977099" y="155597"/>
                </a:lnTo>
                <a:lnTo>
                  <a:pt x="976657" y="155193"/>
                </a:lnTo>
                <a:lnTo>
                  <a:pt x="976237" y="154784"/>
                </a:lnTo>
                <a:lnTo>
                  <a:pt x="975838" y="154370"/>
                </a:lnTo>
                <a:lnTo>
                  <a:pt x="975461" y="153950"/>
                </a:lnTo>
                <a:lnTo>
                  <a:pt x="975105" y="153526"/>
                </a:lnTo>
                <a:lnTo>
                  <a:pt x="974771" y="153097"/>
                </a:lnTo>
                <a:lnTo>
                  <a:pt x="974458" y="152662"/>
                </a:lnTo>
                <a:lnTo>
                  <a:pt x="974167" y="152222"/>
                </a:lnTo>
                <a:lnTo>
                  <a:pt x="973898" y="151777"/>
                </a:lnTo>
                <a:lnTo>
                  <a:pt x="973650" y="151327"/>
                </a:lnTo>
                <a:lnTo>
                  <a:pt x="973424" y="150872"/>
                </a:lnTo>
                <a:lnTo>
                  <a:pt x="973219" y="150412"/>
                </a:lnTo>
                <a:lnTo>
                  <a:pt x="973036" y="149947"/>
                </a:lnTo>
                <a:lnTo>
                  <a:pt x="972874" y="149476"/>
                </a:lnTo>
                <a:lnTo>
                  <a:pt x="972734" y="149001"/>
                </a:lnTo>
                <a:lnTo>
                  <a:pt x="972615" y="148520"/>
                </a:lnTo>
                <a:lnTo>
                  <a:pt x="972518" y="148034"/>
                </a:lnTo>
                <a:lnTo>
                  <a:pt x="972443" y="147543"/>
                </a:lnTo>
                <a:lnTo>
                  <a:pt x="972389" y="147047"/>
                </a:lnTo>
                <a:lnTo>
                  <a:pt x="972357" y="146546"/>
                </a:lnTo>
                <a:lnTo>
                  <a:pt x="972346" y="146040"/>
                </a:lnTo>
                <a:lnTo>
                  <a:pt x="972352" y="145584"/>
                </a:lnTo>
                <a:lnTo>
                  <a:pt x="972371" y="145133"/>
                </a:lnTo>
                <a:lnTo>
                  <a:pt x="972403" y="144686"/>
                </a:lnTo>
                <a:lnTo>
                  <a:pt x="972447" y="144244"/>
                </a:lnTo>
                <a:lnTo>
                  <a:pt x="972504" y="143807"/>
                </a:lnTo>
                <a:lnTo>
                  <a:pt x="972574" y="143374"/>
                </a:lnTo>
                <a:lnTo>
                  <a:pt x="972656" y="142946"/>
                </a:lnTo>
                <a:lnTo>
                  <a:pt x="972751" y="142522"/>
                </a:lnTo>
                <a:lnTo>
                  <a:pt x="972859" y="142103"/>
                </a:lnTo>
                <a:lnTo>
                  <a:pt x="972979" y="141689"/>
                </a:lnTo>
                <a:lnTo>
                  <a:pt x="973112" y="141279"/>
                </a:lnTo>
                <a:lnTo>
                  <a:pt x="973258" y="140874"/>
                </a:lnTo>
                <a:lnTo>
                  <a:pt x="973416" y="140473"/>
                </a:lnTo>
                <a:lnTo>
                  <a:pt x="973587" y="140077"/>
                </a:lnTo>
                <a:lnTo>
                  <a:pt x="973770" y="139686"/>
                </a:lnTo>
                <a:lnTo>
                  <a:pt x="973966" y="139299"/>
                </a:lnTo>
                <a:lnTo>
                  <a:pt x="974175" y="138917"/>
                </a:lnTo>
                <a:lnTo>
                  <a:pt x="974397" y="138539"/>
                </a:lnTo>
                <a:lnTo>
                  <a:pt x="974631" y="138166"/>
                </a:lnTo>
                <a:lnTo>
                  <a:pt x="974878" y="137798"/>
                </a:lnTo>
                <a:lnTo>
                  <a:pt x="975137" y="137434"/>
                </a:lnTo>
                <a:lnTo>
                  <a:pt x="975410" y="137075"/>
                </a:lnTo>
                <a:lnTo>
                  <a:pt x="975695" y="136720"/>
                </a:lnTo>
                <a:lnTo>
                  <a:pt x="975992" y="136370"/>
                </a:lnTo>
                <a:lnTo>
                  <a:pt x="976301" y="136027"/>
                </a:lnTo>
                <a:lnTo>
                  <a:pt x="976621" y="135692"/>
                </a:lnTo>
                <a:lnTo>
                  <a:pt x="976951" y="135365"/>
                </a:lnTo>
                <a:lnTo>
                  <a:pt x="977292" y="135047"/>
                </a:lnTo>
                <a:lnTo>
                  <a:pt x="977644" y="134738"/>
                </a:lnTo>
                <a:lnTo>
                  <a:pt x="978006" y="134437"/>
                </a:lnTo>
                <a:lnTo>
                  <a:pt x="978379" y="134144"/>
                </a:lnTo>
                <a:lnTo>
                  <a:pt x="978762" y="133860"/>
                </a:lnTo>
                <a:lnTo>
                  <a:pt x="979156" y="133584"/>
                </a:lnTo>
                <a:lnTo>
                  <a:pt x="979561" y="133317"/>
                </a:lnTo>
                <a:lnTo>
                  <a:pt x="979976" y="133059"/>
                </a:lnTo>
                <a:lnTo>
                  <a:pt x="980402" y="132808"/>
                </a:lnTo>
                <a:lnTo>
                  <a:pt x="980838" y="132567"/>
                </a:lnTo>
                <a:lnTo>
                  <a:pt x="981285" y="132333"/>
                </a:lnTo>
                <a:lnTo>
                  <a:pt x="981743" y="132109"/>
                </a:lnTo>
                <a:lnTo>
                  <a:pt x="982211" y="131892"/>
                </a:lnTo>
                <a:lnTo>
                  <a:pt x="982690" y="131685"/>
                </a:lnTo>
                <a:lnTo>
                  <a:pt x="983179" y="131485"/>
                </a:lnTo>
                <a:lnTo>
                  <a:pt x="983679" y="131294"/>
                </a:lnTo>
                <a:lnTo>
                  <a:pt x="984190" y="131112"/>
                </a:lnTo>
                <a:lnTo>
                  <a:pt x="984711" y="130938"/>
                </a:lnTo>
                <a:lnTo>
                  <a:pt x="985243" y="130773"/>
                </a:lnTo>
                <a:lnTo>
                  <a:pt x="985786" y="130616"/>
                </a:lnTo>
                <a:lnTo>
                  <a:pt x="986339" y="130467"/>
                </a:lnTo>
                <a:lnTo>
                  <a:pt x="1000923" y="130467"/>
                </a:lnTo>
                <a:lnTo>
                  <a:pt x="1001874" y="130470"/>
                </a:lnTo>
                <a:lnTo>
                  <a:pt x="1002808" y="130479"/>
                </a:lnTo>
                <a:lnTo>
                  <a:pt x="1003723" y="130494"/>
                </a:lnTo>
                <a:lnTo>
                  <a:pt x="1004619" y="130515"/>
                </a:lnTo>
                <a:lnTo>
                  <a:pt x="1005498" y="130542"/>
                </a:lnTo>
                <a:lnTo>
                  <a:pt x="1006358" y="130575"/>
                </a:lnTo>
                <a:lnTo>
                  <a:pt x="1007200" y="130614"/>
                </a:lnTo>
                <a:lnTo>
                  <a:pt x="1008023" y="130660"/>
                </a:lnTo>
                <a:lnTo>
                  <a:pt x="1008828" y="130711"/>
                </a:lnTo>
                <a:lnTo>
                  <a:pt x="1009615" y="130768"/>
                </a:lnTo>
                <a:lnTo>
                  <a:pt x="1010384" y="130831"/>
                </a:lnTo>
                <a:lnTo>
                  <a:pt x="1011134" y="130900"/>
                </a:lnTo>
                <a:lnTo>
                  <a:pt x="1011866" y="130975"/>
                </a:lnTo>
                <a:lnTo>
                  <a:pt x="1012580" y="131056"/>
                </a:lnTo>
                <a:lnTo>
                  <a:pt x="1013275" y="131143"/>
                </a:lnTo>
                <a:lnTo>
                  <a:pt x="1013952" y="131236"/>
                </a:lnTo>
                <a:lnTo>
                  <a:pt x="1014611" y="131336"/>
                </a:lnTo>
                <a:lnTo>
                  <a:pt x="1015251" y="131441"/>
                </a:lnTo>
                <a:lnTo>
                  <a:pt x="1015873" y="131552"/>
                </a:lnTo>
                <a:lnTo>
                  <a:pt x="1016477" y="131669"/>
                </a:lnTo>
                <a:lnTo>
                  <a:pt x="1017062" y="131792"/>
                </a:lnTo>
                <a:lnTo>
                  <a:pt x="1017630" y="131921"/>
                </a:lnTo>
                <a:lnTo>
                  <a:pt x="1018179" y="132057"/>
                </a:lnTo>
                <a:lnTo>
                  <a:pt x="1018709" y="132198"/>
                </a:lnTo>
                <a:lnTo>
                  <a:pt x="1019224" y="132344"/>
                </a:lnTo>
                <a:lnTo>
                  <a:pt x="1019725" y="132496"/>
                </a:lnTo>
                <a:lnTo>
                  <a:pt x="1020212" y="132652"/>
                </a:lnTo>
                <a:lnTo>
                  <a:pt x="1020685" y="132813"/>
                </a:lnTo>
                <a:lnTo>
                  <a:pt x="1021145" y="132979"/>
                </a:lnTo>
                <a:lnTo>
                  <a:pt x="1021591" y="133149"/>
                </a:lnTo>
                <a:lnTo>
                  <a:pt x="1022024" y="133324"/>
                </a:lnTo>
                <a:lnTo>
                  <a:pt x="1022443" y="133504"/>
                </a:lnTo>
                <a:lnTo>
                  <a:pt x="1022848" y="133689"/>
                </a:lnTo>
                <a:lnTo>
                  <a:pt x="1023239" y="133878"/>
                </a:lnTo>
                <a:lnTo>
                  <a:pt x="1023617" y="134073"/>
                </a:lnTo>
                <a:lnTo>
                  <a:pt x="1023981" y="134272"/>
                </a:lnTo>
                <a:lnTo>
                  <a:pt x="1024331" y="134476"/>
                </a:lnTo>
                <a:lnTo>
                  <a:pt x="1024668" y="134684"/>
                </a:lnTo>
                <a:lnTo>
                  <a:pt x="1024991" y="134898"/>
                </a:lnTo>
                <a:lnTo>
                  <a:pt x="1025300" y="135116"/>
                </a:lnTo>
                <a:lnTo>
                  <a:pt x="1025596" y="135339"/>
                </a:lnTo>
                <a:lnTo>
                  <a:pt x="1025878" y="135566"/>
                </a:lnTo>
                <a:lnTo>
                  <a:pt x="1026146" y="135799"/>
                </a:lnTo>
                <a:lnTo>
                  <a:pt x="1026401" y="136036"/>
                </a:lnTo>
                <a:lnTo>
                  <a:pt x="1026642" y="136278"/>
                </a:lnTo>
                <a:lnTo>
                  <a:pt x="1026869" y="136525"/>
                </a:lnTo>
                <a:lnTo>
                  <a:pt x="1027082" y="136776"/>
                </a:lnTo>
                <a:lnTo>
                  <a:pt x="1027282" y="137032"/>
                </a:lnTo>
                <a:lnTo>
                  <a:pt x="1027471" y="137293"/>
                </a:lnTo>
                <a:lnTo>
                  <a:pt x="1027652" y="137558"/>
                </a:lnTo>
                <a:lnTo>
                  <a:pt x="1027825" y="137827"/>
                </a:lnTo>
                <a:lnTo>
                  <a:pt x="1027990" y="138100"/>
                </a:lnTo>
                <a:lnTo>
                  <a:pt x="1028147" y="138377"/>
                </a:lnTo>
                <a:lnTo>
                  <a:pt x="1028295" y="138658"/>
                </a:lnTo>
                <a:lnTo>
                  <a:pt x="1028436" y="138943"/>
                </a:lnTo>
                <a:lnTo>
                  <a:pt x="1028569" y="139232"/>
                </a:lnTo>
                <a:lnTo>
                  <a:pt x="1028693" y="139525"/>
                </a:lnTo>
                <a:lnTo>
                  <a:pt x="1028810" y="139822"/>
                </a:lnTo>
                <a:lnTo>
                  <a:pt x="1028918" y="140124"/>
                </a:lnTo>
                <a:lnTo>
                  <a:pt x="1029019" y="140429"/>
                </a:lnTo>
                <a:lnTo>
                  <a:pt x="1029111" y="140739"/>
                </a:lnTo>
                <a:lnTo>
                  <a:pt x="1029196" y="141052"/>
                </a:lnTo>
                <a:lnTo>
                  <a:pt x="1029272" y="141370"/>
                </a:lnTo>
                <a:lnTo>
                  <a:pt x="1029341" y="141691"/>
                </a:lnTo>
                <a:lnTo>
                  <a:pt x="1029401" y="142017"/>
                </a:lnTo>
                <a:lnTo>
                  <a:pt x="1029453" y="142347"/>
                </a:lnTo>
                <a:lnTo>
                  <a:pt x="1029497" y="142681"/>
                </a:lnTo>
                <a:lnTo>
                  <a:pt x="1029534" y="143018"/>
                </a:lnTo>
                <a:lnTo>
                  <a:pt x="1029562" y="143360"/>
                </a:lnTo>
                <a:lnTo>
                  <a:pt x="1029582" y="143706"/>
                </a:lnTo>
                <a:lnTo>
                  <a:pt x="1029594" y="144057"/>
                </a:lnTo>
                <a:lnTo>
                  <a:pt x="1029598" y="144411"/>
                </a:lnTo>
                <a:lnTo>
                  <a:pt x="1029586" y="145009"/>
                </a:lnTo>
                <a:lnTo>
                  <a:pt x="1029550" y="145599"/>
                </a:lnTo>
                <a:lnTo>
                  <a:pt x="1029491" y="146181"/>
                </a:lnTo>
                <a:lnTo>
                  <a:pt x="1029408" y="146755"/>
                </a:lnTo>
                <a:lnTo>
                  <a:pt x="1029301" y="147320"/>
                </a:lnTo>
                <a:lnTo>
                  <a:pt x="1029170" y="147878"/>
                </a:lnTo>
                <a:lnTo>
                  <a:pt x="1029015" y="148427"/>
                </a:lnTo>
                <a:lnTo>
                  <a:pt x="1028837" y="148969"/>
                </a:lnTo>
                <a:lnTo>
                  <a:pt x="1028635" y="149502"/>
                </a:lnTo>
                <a:lnTo>
                  <a:pt x="1028409" y="150027"/>
                </a:lnTo>
                <a:lnTo>
                  <a:pt x="1028159" y="150543"/>
                </a:lnTo>
                <a:lnTo>
                  <a:pt x="1027886" y="151052"/>
                </a:lnTo>
                <a:lnTo>
                  <a:pt x="1027589" y="151553"/>
                </a:lnTo>
                <a:lnTo>
                  <a:pt x="1027267" y="152045"/>
                </a:lnTo>
                <a:lnTo>
                  <a:pt x="1026923" y="152529"/>
                </a:lnTo>
                <a:lnTo>
                  <a:pt x="1026554" y="153006"/>
                </a:lnTo>
                <a:lnTo>
                  <a:pt x="1026162" y="153474"/>
                </a:lnTo>
                <a:lnTo>
                  <a:pt x="1025746" y="153933"/>
                </a:lnTo>
                <a:lnTo>
                  <a:pt x="1025306" y="154385"/>
                </a:lnTo>
                <a:lnTo>
                  <a:pt x="1024842" y="154829"/>
                </a:lnTo>
                <a:lnTo>
                  <a:pt x="1024354" y="155264"/>
                </a:lnTo>
                <a:lnTo>
                  <a:pt x="1023843" y="155692"/>
                </a:lnTo>
                <a:lnTo>
                  <a:pt x="1023308" y="156111"/>
                </a:lnTo>
                <a:lnTo>
                  <a:pt x="1022749" y="156522"/>
                </a:lnTo>
                <a:lnTo>
                  <a:pt x="1022161" y="156921"/>
                </a:lnTo>
                <a:lnTo>
                  <a:pt x="1021539" y="157302"/>
                </a:lnTo>
                <a:lnTo>
                  <a:pt x="1020882" y="157667"/>
                </a:lnTo>
                <a:lnTo>
                  <a:pt x="1020191" y="158015"/>
                </a:lnTo>
                <a:lnTo>
                  <a:pt x="1019466" y="158346"/>
                </a:lnTo>
                <a:lnTo>
                  <a:pt x="1018706" y="158660"/>
                </a:lnTo>
                <a:lnTo>
                  <a:pt x="1017912" y="158957"/>
                </a:lnTo>
                <a:lnTo>
                  <a:pt x="1017083" y="159237"/>
                </a:lnTo>
                <a:lnTo>
                  <a:pt x="1016220" y="159500"/>
                </a:lnTo>
                <a:lnTo>
                  <a:pt x="1015323" y="159746"/>
                </a:lnTo>
                <a:lnTo>
                  <a:pt x="1014391" y="159975"/>
                </a:lnTo>
                <a:lnTo>
                  <a:pt x="1013425" y="160187"/>
                </a:lnTo>
                <a:lnTo>
                  <a:pt x="1012424" y="160382"/>
                </a:lnTo>
                <a:lnTo>
                  <a:pt x="1011390" y="160560"/>
                </a:lnTo>
                <a:lnTo>
                  <a:pt x="1010320" y="160722"/>
                </a:lnTo>
                <a:lnTo>
                  <a:pt x="1009216" y="160866"/>
                </a:lnTo>
                <a:lnTo>
                  <a:pt x="1008078" y="160993"/>
                </a:lnTo>
                <a:lnTo>
                  <a:pt x="1006906" y="161103"/>
                </a:lnTo>
                <a:lnTo>
                  <a:pt x="1005699" y="161197"/>
                </a:lnTo>
                <a:lnTo>
                  <a:pt x="1004458" y="161273"/>
                </a:lnTo>
                <a:lnTo>
                  <a:pt x="1003182" y="161333"/>
                </a:lnTo>
                <a:lnTo>
                  <a:pt x="1001872" y="161375"/>
                </a:lnTo>
                <a:lnTo>
                  <a:pt x="1000528" y="161400"/>
                </a:lnTo>
                <a:lnTo>
                  <a:pt x="999149" y="161409"/>
                </a:lnTo>
                <a:lnTo>
                  <a:pt x="997964" y="161401"/>
                </a:lnTo>
                <a:lnTo>
                  <a:pt x="996808" y="161377"/>
                </a:lnTo>
                <a:lnTo>
                  <a:pt x="995680" y="161337"/>
                </a:lnTo>
                <a:lnTo>
                  <a:pt x="994581" y="161280"/>
                </a:lnTo>
                <a:lnTo>
                  <a:pt x="993509" y="161208"/>
                </a:lnTo>
                <a:close/>
                <a:moveTo>
                  <a:pt x="876385" y="64049"/>
                </a:moveTo>
                <a:lnTo>
                  <a:pt x="876789" y="63558"/>
                </a:lnTo>
                <a:lnTo>
                  <a:pt x="877203" y="63070"/>
                </a:lnTo>
                <a:lnTo>
                  <a:pt x="877627" y="62585"/>
                </a:lnTo>
                <a:lnTo>
                  <a:pt x="878061" y="62103"/>
                </a:lnTo>
                <a:lnTo>
                  <a:pt x="878505" y="61625"/>
                </a:lnTo>
                <a:lnTo>
                  <a:pt x="878959" y="61151"/>
                </a:lnTo>
                <a:lnTo>
                  <a:pt x="879423" y="60679"/>
                </a:lnTo>
                <a:lnTo>
                  <a:pt x="879896" y="60211"/>
                </a:lnTo>
                <a:lnTo>
                  <a:pt x="880380" y="59747"/>
                </a:lnTo>
                <a:lnTo>
                  <a:pt x="880874" y="59286"/>
                </a:lnTo>
                <a:lnTo>
                  <a:pt x="881377" y="58828"/>
                </a:lnTo>
                <a:lnTo>
                  <a:pt x="881891" y="58374"/>
                </a:lnTo>
                <a:lnTo>
                  <a:pt x="882414" y="57923"/>
                </a:lnTo>
                <a:lnTo>
                  <a:pt x="882947" y="57475"/>
                </a:lnTo>
                <a:lnTo>
                  <a:pt x="883490" y="57031"/>
                </a:lnTo>
                <a:lnTo>
                  <a:pt x="884043" y="56590"/>
                </a:lnTo>
                <a:lnTo>
                  <a:pt x="884606" y="56153"/>
                </a:lnTo>
                <a:lnTo>
                  <a:pt x="885179" y="55719"/>
                </a:lnTo>
                <a:lnTo>
                  <a:pt x="885762" y="55288"/>
                </a:lnTo>
                <a:lnTo>
                  <a:pt x="886355" y="54861"/>
                </a:lnTo>
                <a:lnTo>
                  <a:pt x="886958" y="54437"/>
                </a:lnTo>
                <a:lnTo>
                  <a:pt x="887571" y="54024"/>
                </a:lnTo>
                <a:lnTo>
                  <a:pt x="888197" y="53628"/>
                </a:lnTo>
                <a:lnTo>
                  <a:pt x="888835" y="53249"/>
                </a:lnTo>
                <a:lnTo>
                  <a:pt x="889484" y="52889"/>
                </a:lnTo>
                <a:lnTo>
                  <a:pt x="890146" y="52545"/>
                </a:lnTo>
                <a:lnTo>
                  <a:pt x="890819" y="52220"/>
                </a:lnTo>
                <a:lnTo>
                  <a:pt x="891505" y="51912"/>
                </a:lnTo>
                <a:lnTo>
                  <a:pt x="892202" y="51621"/>
                </a:lnTo>
                <a:lnTo>
                  <a:pt x="892912" y="51349"/>
                </a:lnTo>
                <a:lnTo>
                  <a:pt x="893633" y="51093"/>
                </a:lnTo>
                <a:lnTo>
                  <a:pt x="894366" y="50856"/>
                </a:lnTo>
                <a:lnTo>
                  <a:pt x="895112" y="50636"/>
                </a:lnTo>
                <a:lnTo>
                  <a:pt x="895869" y="50433"/>
                </a:lnTo>
                <a:lnTo>
                  <a:pt x="896639" y="50249"/>
                </a:lnTo>
                <a:lnTo>
                  <a:pt x="897420" y="50081"/>
                </a:lnTo>
                <a:lnTo>
                  <a:pt x="898213" y="49932"/>
                </a:lnTo>
                <a:lnTo>
                  <a:pt x="899018" y="49800"/>
                </a:lnTo>
                <a:lnTo>
                  <a:pt x="899836" y="49685"/>
                </a:lnTo>
                <a:lnTo>
                  <a:pt x="900665" y="49589"/>
                </a:lnTo>
                <a:lnTo>
                  <a:pt x="901506" y="49509"/>
                </a:lnTo>
                <a:lnTo>
                  <a:pt x="902359" y="49448"/>
                </a:lnTo>
                <a:lnTo>
                  <a:pt x="903224" y="49404"/>
                </a:lnTo>
                <a:lnTo>
                  <a:pt x="904101" y="49377"/>
                </a:lnTo>
                <a:lnTo>
                  <a:pt x="904991" y="49369"/>
                </a:lnTo>
                <a:lnTo>
                  <a:pt x="905584" y="49374"/>
                </a:lnTo>
                <a:lnTo>
                  <a:pt x="906166" y="49391"/>
                </a:lnTo>
                <a:lnTo>
                  <a:pt x="906736" y="49419"/>
                </a:lnTo>
                <a:lnTo>
                  <a:pt x="907294" y="49458"/>
                </a:lnTo>
                <a:lnTo>
                  <a:pt x="907840" y="49509"/>
                </a:lnTo>
                <a:lnTo>
                  <a:pt x="908375" y="49570"/>
                </a:lnTo>
                <a:lnTo>
                  <a:pt x="908897" y="49643"/>
                </a:lnTo>
                <a:lnTo>
                  <a:pt x="909408" y="49727"/>
                </a:lnTo>
                <a:lnTo>
                  <a:pt x="909908" y="49822"/>
                </a:lnTo>
                <a:lnTo>
                  <a:pt x="910395" y="49928"/>
                </a:lnTo>
                <a:lnTo>
                  <a:pt x="910870" y="50046"/>
                </a:lnTo>
                <a:lnTo>
                  <a:pt x="911334" y="50175"/>
                </a:lnTo>
                <a:lnTo>
                  <a:pt x="911786" y="50315"/>
                </a:lnTo>
                <a:lnTo>
                  <a:pt x="912226" y="50466"/>
                </a:lnTo>
                <a:lnTo>
                  <a:pt x="912654" y="50628"/>
                </a:lnTo>
                <a:lnTo>
                  <a:pt x="913071" y="50802"/>
                </a:lnTo>
                <a:lnTo>
                  <a:pt x="913475" y="50986"/>
                </a:lnTo>
                <a:lnTo>
                  <a:pt x="913868" y="51182"/>
                </a:lnTo>
                <a:lnTo>
                  <a:pt x="914249" y="51389"/>
                </a:lnTo>
                <a:lnTo>
                  <a:pt x="914619" y="51608"/>
                </a:lnTo>
                <a:lnTo>
                  <a:pt x="914976" y="51837"/>
                </a:lnTo>
                <a:lnTo>
                  <a:pt x="915322" y="52078"/>
                </a:lnTo>
                <a:lnTo>
                  <a:pt x="915656" y="52330"/>
                </a:lnTo>
                <a:lnTo>
                  <a:pt x="915978" y="52593"/>
                </a:lnTo>
                <a:lnTo>
                  <a:pt x="916290" y="52866"/>
                </a:lnTo>
                <a:lnTo>
                  <a:pt x="916594" y="53147"/>
                </a:lnTo>
                <a:lnTo>
                  <a:pt x="916890" y="53436"/>
                </a:lnTo>
                <a:lnTo>
                  <a:pt x="917178" y="53734"/>
                </a:lnTo>
                <a:lnTo>
                  <a:pt x="917458" y="54041"/>
                </a:lnTo>
                <a:lnTo>
                  <a:pt x="917730" y="54355"/>
                </a:lnTo>
                <a:lnTo>
                  <a:pt x="917994" y="54678"/>
                </a:lnTo>
                <a:lnTo>
                  <a:pt x="918250" y="55010"/>
                </a:lnTo>
                <a:lnTo>
                  <a:pt x="918497" y="55349"/>
                </a:lnTo>
                <a:lnTo>
                  <a:pt x="918737" y="55698"/>
                </a:lnTo>
                <a:lnTo>
                  <a:pt x="918969" y="56054"/>
                </a:lnTo>
                <a:lnTo>
                  <a:pt x="919193" y="56419"/>
                </a:lnTo>
                <a:lnTo>
                  <a:pt x="919408" y="56792"/>
                </a:lnTo>
                <a:lnTo>
                  <a:pt x="919616" y="57174"/>
                </a:lnTo>
                <a:lnTo>
                  <a:pt x="919815" y="57564"/>
                </a:lnTo>
                <a:lnTo>
                  <a:pt x="920007" y="57962"/>
                </a:lnTo>
                <a:lnTo>
                  <a:pt x="920190" y="58368"/>
                </a:lnTo>
                <a:lnTo>
                  <a:pt x="920366" y="58783"/>
                </a:lnTo>
                <a:lnTo>
                  <a:pt x="920533" y="59207"/>
                </a:lnTo>
                <a:lnTo>
                  <a:pt x="920693" y="59639"/>
                </a:lnTo>
                <a:lnTo>
                  <a:pt x="920844" y="60079"/>
                </a:lnTo>
                <a:lnTo>
                  <a:pt x="920987" y="60527"/>
                </a:lnTo>
                <a:lnTo>
                  <a:pt x="921122" y="60984"/>
                </a:lnTo>
                <a:lnTo>
                  <a:pt x="921250" y="61449"/>
                </a:lnTo>
                <a:lnTo>
                  <a:pt x="921370" y="61921"/>
                </a:lnTo>
                <a:lnTo>
                  <a:pt x="921486" y="62399"/>
                </a:lnTo>
                <a:lnTo>
                  <a:pt x="921596" y="62882"/>
                </a:lnTo>
                <a:lnTo>
                  <a:pt x="921701" y="63371"/>
                </a:lnTo>
                <a:lnTo>
                  <a:pt x="921801" y="63866"/>
                </a:lnTo>
                <a:lnTo>
                  <a:pt x="921896" y="64366"/>
                </a:lnTo>
                <a:lnTo>
                  <a:pt x="921986" y="64872"/>
                </a:lnTo>
                <a:lnTo>
                  <a:pt x="922071" y="65384"/>
                </a:lnTo>
                <a:lnTo>
                  <a:pt x="922150" y="65902"/>
                </a:lnTo>
                <a:lnTo>
                  <a:pt x="922225" y="66425"/>
                </a:lnTo>
                <a:lnTo>
                  <a:pt x="922294" y="66954"/>
                </a:lnTo>
                <a:lnTo>
                  <a:pt x="922358" y="67489"/>
                </a:lnTo>
                <a:lnTo>
                  <a:pt x="922417" y="68029"/>
                </a:lnTo>
                <a:lnTo>
                  <a:pt x="922471" y="68575"/>
                </a:lnTo>
                <a:lnTo>
                  <a:pt x="922520" y="69127"/>
                </a:lnTo>
                <a:lnTo>
                  <a:pt x="922564" y="69684"/>
                </a:lnTo>
                <a:lnTo>
                  <a:pt x="922602" y="70247"/>
                </a:lnTo>
                <a:lnTo>
                  <a:pt x="922635" y="70816"/>
                </a:lnTo>
                <a:lnTo>
                  <a:pt x="922664" y="71390"/>
                </a:lnTo>
                <a:lnTo>
                  <a:pt x="922687" y="71971"/>
                </a:lnTo>
                <a:lnTo>
                  <a:pt x="922705" y="72557"/>
                </a:lnTo>
                <a:lnTo>
                  <a:pt x="922717" y="73148"/>
                </a:lnTo>
                <a:lnTo>
                  <a:pt x="922725" y="73746"/>
                </a:lnTo>
                <a:lnTo>
                  <a:pt x="922728" y="74349"/>
                </a:lnTo>
                <a:lnTo>
                  <a:pt x="922728" y="136183"/>
                </a:lnTo>
                <a:lnTo>
                  <a:pt x="939184" y="136183"/>
                </a:lnTo>
                <a:lnTo>
                  <a:pt x="939184" y="72233"/>
                </a:lnTo>
                <a:lnTo>
                  <a:pt x="939171" y="70795"/>
                </a:lnTo>
                <a:lnTo>
                  <a:pt x="939134" y="69385"/>
                </a:lnTo>
                <a:lnTo>
                  <a:pt x="939072" y="68001"/>
                </a:lnTo>
                <a:lnTo>
                  <a:pt x="938984" y="66645"/>
                </a:lnTo>
                <a:lnTo>
                  <a:pt x="938872" y="65315"/>
                </a:lnTo>
                <a:lnTo>
                  <a:pt x="938734" y="64013"/>
                </a:lnTo>
                <a:lnTo>
                  <a:pt x="938572" y="62738"/>
                </a:lnTo>
                <a:lnTo>
                  <a:pt x="938385" y="61489"/>
                </a:lnTo>
                <a:lnTo>
                  <a:pt x="938172" y="60268"/>
                </a:lnTo>
                <a:lnTo>
                  <a:pt x="937935" y="59074"/>
                </a:lnTo>
                <a:lnTo>
                  <a:pt x="937673" y="57907"/>
                </a:lnTo>
                <a:lnTo>
                  <a:pt x="937386" y="56767"/>
                </a:lnTo>
                <a:lnTo>
                  <a:pt x="937073" y="55654"/>
                </a:lnTo>
                <a:lnTo>
                  <a:pt x="936736" y="54568"/>
                </a:lnTo>
                <a:lnTo>
                  <a:pt x="936374" y="53509"/>
                </a:lnTo>
                <a:lnTo>
                  <a:pt x="935987" y="52477"/>
                </a:lnTo>
                <a:lnTo>
                  <a:pt x="935575" y="51472"/>
                </a:lnTo>
                <a:lnTo>
                  <a:pt x="935138" y="50495"/>
                </a:lnTo>
                <a:lnTo>
                  <a:pt x="934676" y="49544"/>
                </a:lnTo>
                <a:lnTo>
                  <a:pt x="934189" y="48620"/>
                </a:lnTo>
                <a:lnTo>
                  <a:pt x="933676" y="47724"/>
                </a:lnTo>
                <a:lnTo>
                  <a:pt x="933139" y="46854"/>
                </a:lnTo>
                <a:lnTo>
                  <a:pt x="932577" y="46012"/>
                </a:lnTo>
                <a:lnTo>
                  <a:pt x="931991" y="45196"/>
                </a:lnTo>
                <a:lnTo>
                  <a:pt x="931376" y="44411"/>
                </a:lnTo>
                <a:lnTo>
                  <a:pt x="930732" y="43659"/>
                </a:lnTo>
                <a:lnTo>
                  <a:pt x="930058" y="42941"/>
                </a:lnTo>
                <a:lnTo>
                  <a:pt x="929355" y="42256"/>
                </a:lnTo>
                <a:lnTo>
                  <a:pt x="928621" y="41604"/>
                </a:lnTo>
                <a:lnTo>
                  <a:pt x="927858" y="40986"/>
                </a:lnTo>
                <a:lnTo>
                  <a:pt x="927065" y="40401"/>
                </a:lnTo>
                <a:lnTo>
                  <a:pt x="926242" y="39850"/>
                </a:lnTo>
                <a:lnTo>
                  <a:pt x="925390" y="39332"/>
                </a:lnTo>
                <a:lnTo>
                  <a:pt x="924508" y="38848"/>
                </a:lnTo>
                <a:lnTo>
                  <a:pt x="923596" y="38396"/>
                </a:lnTo>
                <a:lnTo>
                  <a:pt x="922654" y="37979"/>
                </a:lnTo>
                <a:lnTo>
                  <a:pt x="921682" y="37595"/>
                </a:lnTo>
                <a:lnTo>
                  <a:pt x="920681" y="37244"/>
                </a:lnTo>
                <a:lnTo>
                  <a:pt x="919650" y="36926"/>
                </a:lnTo>
                <a:lnTo>
                  <a:pt x="918589" y="36642"/>
                </a:lnTo>
                <a:lnTo>
                  <a:pt x="917498" y="36392"/>
                </a:lnTo>
                <a:lnTo>
                  <a:pt x="916378" y="36174"/>
                </a:lnTo>
                <a:lnTo>
                  <a:pt x="915228" y="35991"/>
                </a:lnTo>
                <a:lnTo>
                  <a:pt x="914048" y="35840"/>
                </a:lnTo>
                <a:lnTo>
                  <a:pt x="912838" y="35723"/>
                </a:lnTo>
                <a:lnTo>
                  <a:pt x="911599" y="35640"/>
                </a:lnTo>
                <a:lnTo>
                  <a:pt x="910330" y="35590"/>
                </a:lnTo>
                <a:lnTo>
                  <a:pt x="909031" y="35573"/>
                </a:lnTo>
                <a:lnTo>
                  <a:pt x="907963" y="35582"/>
                </a:lnTo>
                <a:lnTo>
                  <a:pt x="906911" y="35609"/>
                </a:lnTo>
                <a:lnTo>
                  <a:pt x="905876" y="35654"/>
                </a:lnTo>
                <a:lnTo>
                  <a:pt x="904856" y="35717"/>
                </a:lnTo>
                <a:lnTo>
                  <a:pt x="903853" y="35798"/>
                </a:lnTo>
                <a:lnTo>
                  <a:pt x="902866" y="35896"/>
                </a:lnTo>
                <a:lnTo>
                  <a:pt x="901895" y="36013"/>
                </a:lnTo>
                <a:lnTo>
                  <a:pt x="900939" y="36148"/>
                </a:lnTo>
                <a:lnTo>
                  <a:pt x="900000" y="36301"/>
                </a:lnTo>
                <a:lnTo>
                  <a:pt x="899077" y="36471"/>
                </a:lnTo>
                <a:lnTo>
                  <a:pt x="898171" y="36660"/>
                </a:lnTo>
                <a:lnTo>
                  <a:pt x="897280" y="36866"/>
                </a:lnTo>
                <a:lnTo>
                  <a:pt x="896405" y="37091"/>
                </a:lnTo>
                <a:lnTo>
                  <a:pt x="895546" y="37333"/>
                </a:lnTo>
                <a:lnTo>
                  <a:pt x="894704" y="37594"/>
                </a:lnTo>
                <a:lnTo>
                  <a:pt x="893877" y="37872"/>
                </a:lnTo>
                <a:lnTo>
                  <a:pt x="893067" y="38169"/>
                </a:lnTo>
                <a:lnTo>
                  <a:pt x="892273" y="38483"/>
                </a:lnTo>
                <a:lnTo>
                  <a:pt x="891494" y="38815"/>
                </a:lnTo>
                <a:lnTo>
                  <a:pt x="890732" y="39166"/>
                </a:lnTo>
                <a:lnTo>
                  <a:pt x="889986" y="39534"/>
                </a:lnTo>
                <a:lnTo>
                  <a:pt x="889256" y="39920"/>
                </a:lnTo>
                <a:lnTo>
                  <a:pt x="888542" y="40324"/>
                </a:lnTo>
                <a:lnTo>
                  <a:pt x="887845" y="40746"/>
                </a:lnTo>
                <a:lnTo>
                  <a:pt x="887161" y="41179"/>
                </a:lnTo>
                <a:lnTo>
                  <a:pt x="886492" y="41613"/>
                </a:lnTo>
                <a:lnTo>
                  <a:pt x="885835" y="42050"/>
                </a:lnTo>
                <a:lnTo>
                  <a:pt x="885192" y="42489"/>
                </a:lnTo>
                <a:lnTo>
                  <a:pt x="884562" y="42930"/>
                </a:lnTo>
                <a:lnTo>
                  <a:pt x="883946" y="43373"/>
                </a:lnTo>
                <a:lnTo>
                  <a:pt x="883343" y="43819"/>
                </a:lnTo>
                <a:lnTo>
                  <a:pt x="882753" y="44266"/>
                </a:lnTo>
                <a:lnTo>
                  <a:pt x="882177" y="44716"/>
                </a:lnTo>
                <a:lnTo>
                  <a:pt x="881614" y="45169"/>
                </a:lnTo>
                <a:lnTo>
                  <a:pt x="881064" y="45623"/>
                </a:lnTo>
                <a:lnTo>
                  <a:pt x="880528" y="46080"/>
                </a:lnTo>
                <a:lnTo>
                  <a:pt x="880005" y="46539"/>
                </a:lnTo>
                <a:lnTo>
                  <a:pt x="879495" y="47000"/>
                </a:lnTo>
                <a:lnTo>
                  <a:pt x="878999" y="47463"/>
                </a:lnTo>
                <a:lnTo>
                  <a:pt x="878516" y="47929"/>
                </a:lnTo>
                <a:lnTo>
                  <a:pt x="878046" y="48397"/>
                </a:lnTo>
                <a:lnTo>
                  <a:pt x="877590" y="48867"/>
                </a:lnTo>
                <a:lnTo>
                  <a:pt x="877147" y="49339"/>
                </a:lnTo>
                <a:lnTo>
                  <a:pt x="876718" y="49813"/>
                </a:lnTo>
                <a:lnTo>
                  <a:pt x="876301" y="50290"/>
                </a:lnTo>
                <a:lnTo>
                  <a:pt x="875899" y="50769"/>
                </a:lnTo>
                <a:lnTo>
                  <a:pt x="875509" y="51250"/>
                </a:lnTo>
                <a:lnTo>
                  <a:pt x="875133" y="51734"/>
                </a:lnTo>
                <a:lnTo>
                  <a:pt x="874542" y="37248"/>
                </a:lnTo>
                <a:lnTo>
                  <a:pt x="858775" y="37248"/>
                </a:lnTo>
                <a:lnTo>
                  <a:pt x="858775" y="136183"/>
                </a:lnTo>
                <a:lnTo>
                  <a:pt x="875231" y="136183"/>
                </a:lnTo>
                <a:lnTo>
                  <a:pt x="875231" y="65545"/>
                </a:lnTo>
                <a:lnTo>
                  <a:pt x="875606" y="65043"/>
                </a:lnTo>
                <a:lnTo>
                  <a:pt x="875990" y="64544"/>
                </a:lnTo>
                <a:lnTo>
                  <a:pt x="876385" y="64049"/>
                </a:lnTo>
                <a:close/>
                <a:moveTo>
                  <a:pt x="824981" y="136183"/>
                </a:moveTo>
                <a:lnTo>
                  <a:pt x="824981" y="37248"/>
                </a:lnTo>
                <a:lnTo>
                  <a:pt x="808525" y="37248"/>
                </a:lnTo>
                <a:lnTo>
                  <a:pt x="808525" y="136183"/>
                </a:lnTo>
                <a:lnTo>
                  <a:pt x="824981" y="136183"/>
                </a:lnTo>
                <a:close/>
                <a:moveTo>
                  <a:pt x="1082347" y="136026"/>
                </a:moveTo>
                <a:lnTo>
                  <a:pt x="1082762" y="135958"/>
                </a:lnTo>
                <a:lnTo>
                  <a:pt x="1083172" y="135877"/>
                </a:lnTo>
                <a:lnTo>
                  <a:pt x="1083575" y="135783"/>
                </a:lnTo>
                <a:lnTo>
                  <a:pt x="1083971" y="135677"/>
                </a:lnTo>
                <a:lnTo>
                  <a:pt x="1084361" y="135558"/>
                </a:lnTo>
                <a:lnTo>
                  <a:pt x="1084744" y="135427"/>
                </a:lnTo>
                <a:lnTo>
                  <a:pt x="1085121" y="135283"/>
                </a:lnTo>
                <a:lnTo>
                  <a:pt x="1085492" y="135127"/>
                </a:lnTo>
                <a:lnTo>
                  <a:pt x="1085856" y="134959"/>
                </a:lnTo>
                <a:lnTo>
                  <a:pt x="1086213" y="134778"/>
                </a:lnTo>
                <a:lnTo>
                  <a:pt x="1086564" y="134584"/>
                </a:lnTo>
                <a:lnTo>
                  <a:pt x="1086908" y="134378"/>
                </a:lnTo>
                <a:lnTo>
                  <a:pt x="1087246" y="134159"/>
                </a:lnTo>
                <a:lnTo>
                  <a:pt x="1087577" y="133928"/>
                </a:lnTo>
                <a:lnTo>
                  <a:pt x="1087902" y="133685"/>
                </a:lnTo>
                <a:lnTo>
                  <a:pt x="1088221" y="133429"/>
                </a:lnTo>
                <a:lnTo>
                  <a:pt x="1088533" y="133160"/>
                </a:lnTo>
                <a:lnTo>
                  <a:pt x="1088838" y="132879"/>
                </a:lnTo>
                <a:lnTo>
                  <a:pt x="1089137" y="132586"/>
                </a:lnTo>
                <a:lnTo>
                  <a:pt x="1089426" y="132283"/>
                </a:lnTo>
                <a:lnTo>
                  <a:pt x="1089703" y="131975"/>
                </a:lnTo>
                <a:lnTo>
                  <a:pt x="1089968" y="131661"/>
                </a:lnTo>
                <a:lnTo>
                  <a:pt x="1090221" y="131342"/>
                </a:lnTo>
                <a:lnTo>
                  <a:pt x="1090461" y="131017"/>
                </a:lnTo>
                <a:lnTo>
                  <a:pt x="1090689" y="130686"/>
                </a:lnTo>
                <a:lnTo>
                  <a:pt x="1090904" y="130349"/>
                </a:lnTo>
                <a:lnTo>
                  <a:pt x="1091108" y="130007"/>
                </a:lnTo>
                <a:lnTo>
                  <a:pt x="1091298" y="129660"/>
                </a:lnTo>
                <a:lnTo>
                  <a:pt x="1091477" y="129306"/>
                </a:lnTo>
                <a:lnTo>
                  <a:pt x="1091643" y="128947"/>
                </a:lnTo>
                <a:lnTo>
                  <a:pt x="1091797" y="128583"/>
                </a:lnTo>
                <a:lnTo>
                  <a:pt x="1091939" y="128212"/>
                </a:lnTo>
                <a:lnTo>
                  <a:pt x="1092068" y="127836"/>
                </a:lnTo>
                <a:lnTo>
                  <a:pt x="1092185" y="127455"/>
                </a:lnTo>
                <a:lnTo>
                  <a:pt x="1092290" y="127068"/>
                </a:lnTo>
                <a:lnTo>
                  <a:pt x="1092382" y="126675"/>
                </a:lnTo>
                <a:lnTo>
                  <a:pt x="1092462" y="126276"/>
                </a:lnTo>
                <a:lnTo>
                  <a:pt x="1092530" y="125872"/>
                </a:lnTo>
                <a:lnTo>
                  <a:pt x="1092586" y="125462"/>
                </a:lnTo>
                <a:lnTo>
                  <a:pt x="1092629" y="125047"/>
                </a:lnTo>
                <a:lnTo>
                  <a:pt x="1092660" y="124626"/>
                </a:lnTo>
                <a:lnTo>
                  <a:pt x="1092678" y="124199"/>
                </a:lnTo>
                <a:lnTo>
                  <a:pt x="1092684" y="123767"/>
                </a:lnTo>
                <a:lnTo>
                  <a:pt x="1092678" y="123318"/>
                </a:lnTo>
                <a:lnTo>
                  <a:pt x="1092660" y="122877"/>
                </a:lnTo>
                <a:lnTo>
                  <a:pt x="1092629" y="122442"/>
                </a:lnTo>
                <a:lnTo>
                  <a:pt x="1092586" y="122013"/>
                </a:lnTo>
                <a:lnTo>
                  <a:pt x="1092530" y="121592"/>
                </a:lnTo>
                <a:lnTo>
                  <a:pt x="1092462" y="121177"/>
                </a:lnTo>
                <a:lnTo>
                  <a:pt x="1092382" y="120768"/>
                </a:lnTo>
                <a:lnTo>
                  <a:pt x="1092290" y="120367"/>
                </a:lnTo>
                <a:lnTo>
                  <a:pt x="1092185" y="119972"/>
                </a:lnTo>
                <a:lnTo>
                  <a:pt x="1092068" y="119584"/>
                </a:lnTo>
                <a:lnTo>
                  <a:pt x="1091939" y="119202"/>
                </a:lnTo>
                <a:lnTo>
                  <a:pt x="1091797" y="118827"/>
                </a:lnTo>
                <a:lnTo>
                  <a:pt x="1091643" y="118459"/>
                </a:lnTo>
                <a:lnTo>
                  <a:pt x="1091477" y="118097"/>
                </a:lnTo>
                <a:lnTo>
                  <a:pt x="1091298" y="117742"/>
                </a:lnTo>
                <a:lnTo>
                  <a:pt x="1091108" y="117394"/>
                </a:lnTo>
                <a:lnTo>
                  <a:pt x="1090904" y="117053"/>
                </a:lnTo>
                <a:lnTo>
                  <a:pt x="1090689" y="116718"/>
                </a:lnTo>
                <a:lnTo>
                  <a:pt x="1090461" y="116390"/>
                </a:lnTo>
                <a:lnTo>
                  <a:pt x="1090221" y="116068"/>
                </a:lnTo>
                <a:lnTo>
                  <a:pt x="1089968" y="115753"/>
                </a:lnTo>
                <a:lnTo>
                  <a:pt x="1089703" y="115445"/>
                </a:lnTo>
                <a:lnTo>
                  <a:pt x="1089426" y="115143"/>
                </a:lnTo>
                <a:lnTo>
                  <a:pt x="1089137" y="114849"/>
                </a:lnTo>
                <a:lnTo>
                  <a:pt x="1088838" y="114563"/>
                </a:lnTo>
                <a:lnTo>
                  <a:pt x="1088533" y="114290"/>
                </a:lnTo>
                <a:lnTo>
                  <a:pt x="1088221" y="114029"/>
                </a:lnTo>
                <a:lnTo>
                  <a:pt x="1087902" y="113780"/>
                </a:lnTo>
                <a:lnTo>
                  <a:pt x="1087577" y="113543"/>
                </a:lnTo>
                <a:lnTo>
                  <a:pt x="1087246" y="113318"/>
                </a:lnTo>
                <a:lnTo>
                  <a:pt x="1086908" y="113106"/>
                </a:lnTo>
                <a:lnTo>
                  <a:pt x="1086564" y="112905"/>
                </a:lnTo>
                <a:lnTo>
                  <a:pt x="1086213" y="112717"/>
                </a:lnTo>
                <a:lnTo>
                  <a:pt x="1085856" y="112541"/>
                </a:lnTo>
                <a:lnTo>
                  <a:pt x="1085492" y="112377"/>
                </a:lnTo>
                <a:lnTo>
                  <a:pt x="1085121" y="112225"/>
                </a:lnTo>
                <a:lnTo>
                  <a:pt x="1084744" y="112085"/>
                </a:lnTo>
                <a:lnTo>
                  <a:pt x="1084361" y="111958"/>
                </a:lnTo>
                <a:lnTo>
                  <a:pt x="1083971" y="111842"/>
                </a:lnTo>
                <a:lnTo>
                  <a:pt x="1083575" y="111739"/>
                </a:lnTo>
                <a:lnTo>
                  <a:pt x="1083172" y="111648"/>
                </a:lnTo>
                <a:lnTo>
                  <a:pt x="1082762" y="111569"/>
                </a:lnTo>
                <a:lnTo>
                  <a:pt x="1082347" y="111502"/>
                </a:lnTo>
                <a:lnTo>
                  <a:pt x="1081924" y="111448"/>
                </a:lnTo>
                <a:lnTo>
                  <a:pt x="1081495" y="111405"/>
                </a:lnTo>
                <a:lnTo>
                  <a:pt x="1081060" y="111375"/>
                </a:lnTo>
                <a:lnTo>
                  <a:pt x="1080618" y="111357"/>
                </a:lnTo>
                <a:lnTo>
                  <a:pt x="1080170" y="111350"/>
                </a:lnTo>
                <a:lnTo>
                  <a:pt x="1079713" y="111357"/>
                </a:lnTo>
                <a:lnTo>
                  <a:pt x="1079263" y="111375"/>
                </a:lnTo>
                <a:lnTo>
                  <a:pt x="1078819" y="111405"/>
                </a:lnTo>
                <a:lnTo>
                  <a:pt x="1078382" y="111448"/>
                </a:lnTo>
                <a:lnTo>
                  <a:pt x="1077952" y="111502"/>
                </a:lnTo>
                <a:lnTo>
                  <a:pt x="1077527" y="111569"/>
                </a:lnTo>
                <a:lnTo>
                  <a:pt x="1077110" y="111648"/>
                </a:lnTo>
                <a:lnTo>
                  <a:pt x="1076699" y="111739"/>
                </a:lnTo>
                <a:lnTo>
                  <a:pt x="1076294" y="111842"/>
                </a:lnTo>
                <a:lnTo>
                  <a:pt x="1075896" y="111958"/>
                </a:lnTo>
                <a:lnTo>
                  <a:pt x="1075505" y="112085"/>
                </a:lnTo>
                <a:lnTo>
                  <a:pt x="1075119" y="112225"/>
                </a:lnTo>
                <a:lnTo>
                  <a:pt x="1074741" y="112377"/>
                </a:lnTo>
                <a:lnTo>
                  <a:pt x="1074369" y="112541"/>
                </a:lnTo>
                <a:lnTo>
                  <a:pt x="1074003" y="112717"/>
                </a:lnTo>
                <a:lnTo>
                  <a:pt x="1073644" y="112905"/>
                </a:lnTo>
                <a:lnTo>
                  <a:pt x="1073291" y="113106"/>
                </a:lnTo>
                <a:lnTo>
                  <a:pt x="1072945" y="113318"/>
                </a:lnTo>
                <a:lnTo>
                  <a:pt x="1072606" y="113543"/>
                </a:lnTo>
                <a:lnTo>
                  <a:pt x="1072273" y="113780"/>
                </a:lnTo>
                <a:lnTo>
                  <a:pt x="1071946" y="114029"/>
                </a:lnTo>
                <a:lnTo>
                  <a:pt x="1071626" y="114290"/>
                </a:lnTo>
                <a:lnTo>
                  <a:pt x="1071312" y="114563"/>
                </a:lnTo>
                <a:lnTo>
                  <a:pt x="1071005" y="114849"/>
                </a:lnTo>
                <a:lnTo>
                  <a:pt x="1070708" y="115143"/>
                </a:lnTo>
                <a:lnTo>
                  <a:pt x="1070423" y="115445"/>
                </a:lnTo>
                <a:lnTo>
                  <a:pt x="1070151" y="115753"/>
                </a:lnTo>
                <a:lnTo>
                  <a:pt x="1069891" y="116068"/>
                </a:lnTo>
                <a:lnTo>
                  <a:pt x="1069644" y="116390"/>
                </a:lnTo>
                <a:lnTo>
                  <a:pt x="1069410" y="116718"/>
                </a:lnTo>
                <a:lnTo>
                  <a:pt x="1069189" y="117053"/>
                </a:lnTo>
                <a:lnTo>
                  <a:pt x="1068980" y="117394"/>
                </a:lnTo>
                <a:lnTo>
                  <a:pt x="1068784" y="117742"/>
                </a:lnTo>
                <a:lnTo>
                  <a:pt x="1068600" y="118097"/>
                </a:lnTo>
                <a:lnTo>
                  <a:pt x="1068429" y="118459"/>
                </a:lnTo>
                <a:lnTo>
                  <a:pt x="1068271" y="118827"/>
                </a:lnTo>
                <a:lnTo>
                  <a:pt x="1068125" y="119202"/>
                </a:lnTo>
                <a:lnTo>
                  <a:pt x="1067992" y="119584"/>
                </a:lnTo>
                <a:lnTo>
                  <a:pt x="1067872" y="119972"/>
                </a:lnTo>
                <a:lnTo>
                  <a:pt x="1067764" y="120367"/>
                </a:lnTo>
                <a:lnTo>
                  <a:pt x="1067670" y="120768"/>
                </a:lnTo>
                <a:lnTo>
                  <a:pt x="1067587" y="121177"/>
                </a:lnTo>
                <a:lnTo>
                  <a:pt x="1067518" y="121592"/>
                </a:lnTo>
                <a:lnTo>
                  <a:pt x="1067461" y="122013"/>
                </a:lnTo>
                <a:lnTo>
                  <a:pt x="1067416" y="122442"/>
                </a:lnTo>
                <a:lnTo>
                  <a:pt x="1067385" y="122877"/>
                </a:lnTo>
                <a:lnTo>
                  <a:pt x="1067366" y="123318"/>
                </a:lnTo>
                <a:lnTo>
                  <a:pt x="1067359" y="123767"/>
                </a:lnTo>
                <a:lnTo>
                  <a:pt x="1067366" y="124199"/>
                </a:lnTo>
                <a:lnTo>
                  <a:pt x="1067385" y="124626"/>
                </a:lnTo>
                <a:lnTo>
                  <a:pt x="1067416" y="125047"/>
                </a:lnTo>
                <a:lnTo>
                  <a:pt x="1067461" y="125462"/>
                </a:lnTo>
                <a:lnTo>
                  <a:pt x="1067518" y="125872"/>
                </a:lnTo>
                <a:lnTo>
                  <a:pt x="1067587" y="126276"/>
                </a:lnTo>
                <a:lnTo>
                  <a:pt x="1067670" y="126675"/>
                </a:lnTo>
                <a:lnTo>
                  <a:pt x="1067764" y="127068"/>
                </a:lnTo>
                <a:lnTo>
                  <a:pt x="1067872" y="127455"/>
                </a:lnTo>
                <a:lnTo>
                  <a:pt x="1067992" y="127836"/>
                </a:lnTo>
                <a:lnTo>
                  <a:pt x="1068125" y="128212"/>
                </a:lnTo>
                <a:lnTo>
                  <a:pt x="1068271" y="128583"/>
                </a:lnTo>
                <a:lnTo>
                  <a:pt x="1068429" y="128947"/>
                </a:lnTo>
                <a:lnTo>
                  <a:pt x="1068600" y="129306"/>
                </a:lnTo>
                <a:lnTo>
                  <a:pt x="1068784" y="129660"/>
                </a:lnTo>
                <a:lnTo>
                  <a:pt x="1068980" y="130007"/>
                </a:lnTo>
                <a:lnTo>
                  <a:pt x="1069189" y="130349"/>
                </a:lnTo>
                <a:lnTo>
                  <a:pt x="1069410" y="130686"/>
                </a:lnTo>
                <a:lnTo>
                  <a:pt x="1069644" y="131017"/>
                </a:lnTo>
                <a:lnTo>
                  <a:pt x="1069891" y="131342"/>
                </a:lnTo>
                <a:lnTo>
                  <a:pt x="1070151" y="131661"/>
                </a:lnTo>
                <a:lnTo>
                  <a:pt x="1070423" y="131975"/>
                </a:lnTo>
                <a:lnTo>
                  <a:pt x="1070708" y="132283"/>
                </a:lnTo>
                <a:lnTo>
                  <a:pt x="1071005" y="132586"/>
                </a:lnTo>
                <a:lnTo>
                  <a:pt x="1071312" y="132879"/>
                </a:lnTo>
                <a:lnTo>
                  <a:pt x="1071626" y="133160"/>
                </a:lnTo>
                <a:lnTo>
                  <a:pt x="1071946" y="133429"/>
                </a:lnTo>
                <a:lnTo>
                  <a:pt x="1072273" y="133685"/>
                </a:lnTo>
                <a:lnTo>
                  <a:pt x="1072606" y="133928"/>
                </a:lnTo>
                <a:lnTo>
                  <a:pt x="1072945" y="134159"/>
                </a:lnTo>
                <a:lnTo>
                  <a:pt x="1073291" y="134378"/>
                </a:lnTo>
                <a:lnTo>
                  <a:pt x="1073644" y="134584"/>
                </a:lnTo>
                <a:lnTo>
                  <a:pt x="1074003" y="134778"/>
                </a:lnTo>
                <a:lnTo>
                  <a:pt x="1074369" y="134959"/>
                </a:lnTo>
                <a:lnTo>
                  <a:pt x="1074741" y="135127"/>
                </a:lnTo>
                <a:lnTo>
                  <a:pt x="1075119" y="135283"/>
                </a:lnTo>
                <a:lnTo>
                  <a:pt x="1075505" y="135427"/>
                </a:lnTo>
                <a:lnTo>
                  <a:pt x="1075896" y="135558"/>
                </a:lnTo>
                <a:lnTo>
                  <a:pt x="1076294" y="135677"/>
                </a:lnTo>
                <a:lnTo>
                  <a:pt x="1076699" y="135783"/>
                </a:lnTo>
                <a:lnTo>
                  <a:pt x="1077110" y="135877"/>
                </a:lnTo>
                <a:lnTo>
                  <a:pt x="1077527" y="135958"/>
                </a:lnTo>
                <a:lnTo>
                  <a:pt x="1077952" y="136026"/>
                </a:lnTo>
                <a:lnTo>
                  <a:pt x="1078382" y="136083"/>
                </a:lnTo>
                <a:lnTo>
                  <a:pt x="1078819" y="136126"/>
                </a:lnTo>
                <a:lnTo>
                  <a:pt x="1079263" y="136158"/>
                </a:lnTo>
                <a:lnTo>
                  <a:pt x="1079713" y="136176"/>
                </a:lnTo>
                <a:lnTo>
                  <a:pt x="1080170" y="136183"/>
                </a:lnTo>
                <a:lnTo>
                  <a:pt x="1080618" y="136176"/>
                </a:lnTo>
                <a:lnTo>
                  <a:pt x="1081060" y="136158"/>
                </a:lnTo>
                <a:lnTo>
                  <a:pt x="1081495" y="136126"/>
                </a:lnTo>
                <a:lnTo>
                  <a:pt x="1081924" y="136083"/>
                </a:lnTo>
                <a:lnTo>
                  <a:pt x="1082347" y="136026"/>
                </a:lnTo>
                <a:close/>
                <a:moveTo>
                  <a:pt x="1136150" y="136026"/>
                </a:moveTo>
                <a:lnTo>
                  <a:pt x="1136565" y="135958"/>
                </a:lnTo>
                <a:lnTo>
                  <a:pt x="1136975" y="135877"/>
                </a:lnTo>
                <a:lnTo>
                  <a:pt x="1137378" y="135783"/>
                </a:lnTo>
                <a:lnTo>
                  <a:pt x="1137774" y="135677"/>
                </a:lnTo>
                <a:lnTo>
                  <a:pt x="1138164" y="135558"/>
                </a:lnTo>
                <a:lnTo>
                  <a:pt x="1138547" y="135427"/>
                </a:lnTo>
                <a:lnTo>
                  <a:pt x="1138924" y="135283"/>
                </a:lnTo>
                <a:lnTo>
                  <a:pt x="1139295" y="135127"/>
                </a:lnTo>
                <a:lnTo>
                  <a:pt x="1139658" y="134959"/>
                </a:lnTo>
                <a:lnTo>
                  <a:pt x="1140016" y="134778"/>
                </a:lnTo>
                <a:lnTo>
                  <a:pt x="1140367" y="134584"/>
                </a:lnTo>
                <a:lnTo>
                  <a:pt x="1140711" y="134378"/>
                </a:lnTo>
                <a:lnTo>
                  <a:pt x="1141049" y="134159"/>
                </a:lnTo>
                <a:lnTo>
                  <a:pt x="1141380" y="133928"/>
                </a:lnTo>
                <a:lnTo>
                  <a:pt x="1141705" y="133685"/>
                </a:lnTo>
                <a:lnTo>
                  <a:pt x="1142024" y="133429"/>
                </a:lnTo>
                <a:lnTo>
                  <a:pt x="1142335" y="133160"/>
                </a:lnTo>
                <a:lnTo>
                  <a:pt x="1142641" y="132879"/>
                </a:lnTo>
                <a:lnTo>
                  <a:pt x="1142940" y="132586"/>
                </a:lnTo>
                <a:lnTo>
                  <a:pt x="1143229" y="132283"/>
                </a:lnTo>
                <a:lnTo>
                  <a:pt x="1143506" y="131975"/>
                </a:lnTo>
                <a:lnTo>
                  <a:pt x="1143771" y="131661"/>
                </a:lnTo>
                <a:lnTo>
                  <a:pt x="1144024" y="131342"/>
                </a:lnTo>
                <a:lnTo>
                  <a:pt x="1144264" y="131017"/>
                </a:lnTo>
                <a:lnTo>
                  <a:pt x="1144492" y="130686"/>
                </a:lnTo>
                <a:lnTo>
                  <a:pt x="1144707" y="130349"/>
                </a:lnTo>
                <a:lnTo>
                  <a:pt x="1144911" y="130007"/>
                </a:lnTo>
                <a:lnTo>
                  <a:pt x="1145101" y="129660"/>
                </a:lnTo>
                <a:lnTo>
                  <a:pt x="1145280" y="129306"/>
                </a:lnTo>
                <a:lnTo>
                  <a:pt x="1145446" y="128947"/>
                </a:lnTo>
                <a:lnTo>
                  <a:pt x="1145600" y="128583"/>
                </a:lnTo>
                <a:lnTo>
                  <a:pt x="1145742" y="128212"/>
                </a:lnTo>
                <a:lnTo>
                  <a:pt x="1145871" y="127836"/>
                </a:lnTo>
                <a:lnTo>
                  <a:pt x="1145988" y="127455"/>
                </a:lnTo>
                <a:lnTo>
                  <a:pt x="1146093" y="127068"/>
                </a:lnTo>
                <a:lnTo>
                  <a:pt x="1146185" y="126675"/>
                </a:lnTo>
                <a:lnTo>
                  <a:pt x="1146265" y="126276"/>
                </a:lnTo>
                <a:lnTo>
                  <a:pt x="1146333" y="125872"/>
                </a:lnTo>
                <a:lnTo>
                  <a:pt x="1146389" y="125462"/>
                </a:lnTo>
                <a:lnTo>
                  <a:pt x="1146432" y="125047"/>
                </a:lnTo>
                <a:lnTo>
                  <a:pt x="1146463" y="124626"/>
                </a:lnTo>
                <a:lnTo>
                  <a:pt x="1146481" y="124199"/>
                </a:lnTo>
                <a:lnTo>
                  <a:pt x="1146487" y="123767"/>
                </a:lnTo>
                <a:lnTo>
                  <a:pt x="1146481" y="123318"/>
                </a:lnTo>
                <a:lnTo>
                  <a:pt x="1146463" y="122877"/>
                </a:lnTo>
                <a:lnTo>
                  <a:pt x="1146432" y="122442"/>
                </a:lnTo>
                <a:lnTo>
                  <a:pt x="1146389" y="122013"/>
                </a:lnTo>
                <a:lnTo>
                  <a:pt x="1146333" y="121592"/>
                </a:lnTo>
                <a:lnTo>
                  <a:pt x="1146265" y="121177"/>
                </a:lnTo>
                <a:lnTo>
                  <a:pt x="1146185" y="120768"/>
                </a:lnTo>
                <a:lnTo>
                  <a:pt x="1146093" y="120367"/>
                </a:lnTo>
                <a:lnTo>
                  <a:pt x="1145988" y="119972"/>
                </a:lnTo>
                <a:lnTo>
                  <a:pt x="1145871" y="119584"/>
                </a:lnTo>
                <a:lnTo>
                  <a:pt x="1145742" y="119202"/>
                </a:lnTo>
                <a:lnTo>
                  <a:pt x="1145600" y="118827"/>
                </a:lnTo>
                <a:lnTo>
                  <a:pt x="1145446" y="118459"/>
                </a:lnTo>
                <a:lnTo>
                  <a:pt x="1145280" y="118097"/>
                </a:lnTo>
                <a:lnTo>
                  <a:pt x="1145101" y="117742"/>
                </a:lnTo>
                <a:lnTo>
                  <a:pt x="1144911" y="117394"/>
                </a:lnTo>
                <a:lnTo>
                  <a:pt x="1144707" y="117053"/>
                </a:lnTo>
                <a:lnTo>
                  <a:pt x="1144492" y="116718"/>
                </a:lnTo>
                <a:lnTo>
                  <a:pt x="1144264" y="116390"/>
                </a:lnTo>
                <a:lnTo>
                  <a:pt x="1144024" y="116068"/>
                </a:lnTo>
                <a:lnTo>
                  <a:pt x="1143771" y="115753"/>
                </a:lnTo>
                <a:lnTo>
                  <a:pt x="1143506" y="115445"/>
                </a:lnTo>
                <a:lnTo>
                  <a:pt x="1143229" y="115143"/>
                </a:lnTo>
                <a:lnTo>
                  <a:pt x="1142940" y="114849"/>
                </a:lnTo>
                <a:lnTo>
                  <a:pt x="1142641" y="114563"/>
                </a:lnTo>
                <a:lnTo>
                  <a:pt x="1142335" y="114290"/>
                </a:lnTo>
                <a:lnTo>
                  <a:pt x="1142024" y="114029"/>
                </a:lnTo>
                <a:lnTo>
                  <a:pt x="1141705" y="113780"/>
                </a:lnTo>
                <a:lnTo>
                  <a:pt x="1141380" y="113543"/>
                </a:lnTo>
                <a:lnTo>
                  <a:pt x="1141049" y="113318"/>
                </a:lnTo>
                <a:lnTo>
                  <a:pt x="1140711" y="113106"/>
                </a:lnTo>
                <a:lnTo>
                  <a:pt x="1140367" y="112905"/>
                </a:lnTo>
                <a:lnTo>
                  <a:pt x="1140016" y="112717"/>
                </a:lnTo>
                <a:lnTo>
                  <a:pt x="1139658" y="112541"/>
                </a:lnTo>
                <a:lnTo>
                  <a:pt x="1139295" y="112377"/>
                </a:lnTo>
                <a:lnTo>
                  <a:pt x="1138924" y="112225"/>
                </a:lnTo>
                <a:lnTo>
                  <a:pt x="1138547" y="112085"/>
                </a:lnTo>
                <a:lnTo>
                  <a:pt x="1138164" y="111958"/>
                </a:lnTo>
                <a:lnTo>
                  <a:pt x="1137774" y="111842"/>
                </a:lnTo>
                <a:lnTo>
                  <a:pt x="1137378" y="111739"/>
                </a:lnTo>
                <a:lnTo>
                  <a:pt x="1136975" y="111648"/>
                </a:lnTo>
                <a:lnTo>
                  <a:pt x="1136565" y="111569"/>
                </a:lnTo>
                <a:lnTo>
                  <a:pt x="1136150" y="111502"/>
                </a:lnTo>
                <a:lnTo>
                  <a:pt x="1135727" y="111448"/>
                </a:lnTo>
                <a:lnTo>
                  <a:pt x="1135298" y="111405"/>
                </a:lnTo>
                <a:lnTo>
                  <a:pt x="1134863" y="111375"/>
                </a:lnTo>
                <a:lnTo>
                  <a:pt x="1134421" y="111357"/>
                </a:lnTo>
                <a:lnTo>
                  <a:pt x="1133973" y="111350"/>
                </a:lnTo>
                <a:lnTo>
                  <a:pt x="1133516" y="111357"/>
                </a:lnTo>
                <a:lnTo>
                  <a:pt x="1133066" y="111375"/>
                </a:lnTo>
                <a:lnTo>
                  <a:pt x="1132622" y="111405"/>
                </a:lnTo>
                <a:lnTo>
                  <a:pt x="1132185" y="111448"/>
                </a:lnTo>
                <a:lnTo>
                  <a:pt x="1131755" y="111502"/>
                </a:lnTo>
                <a:lnTo>
                  <a:pt x="1131330" y="111569"/>
                </a:lnTo>
                <a:lnTo>
                  <a:pt x="1130913" y="111648"/>
                </a:lnTo>
                <a:lnTo>
                  <a:pt x="1130502" y="111739"/>
                </a:lnTo>
                <a:lnTo>
                  <a:pt x="1130097" y="111842"/>
                </a:lnTo>
                <a:lnTo>
                  <a:pt x="1129699" y="111958"/>
                </a:lnTo>
                <a:lnTo>
                  <a:pt x="1129307" y="112085"/>
                </a:lnTo>
                <a:lnTo>
                  <a:pt x="1128922" y="112225"/>
                </a:lnTo>
                <a:lnTo>
                  <a:pt x="1128544" y="112377"/>
                </a:lnTo>
                <a:lnTo>
                  <a:pt x="1128172" y="112541"/>
                </a:lnTo>
                <a:lnTo>
                  <a:pt x="1127806" y="112717"/>
                </a:lnTo>
                <a:lnTo>
                  <a:pt x="1127447" y="112905"/>
                </a:lnTo>
                <a:lnTo>
                  <a:pt x="1127094" y="113106"/>
                </a:lnTo>
                <a:lnTo>
                  <a:pt x="1126748" y="113318"/>
                </a:lnTo>
                <a:lnTo>
                  <a:pt x="1126409" y="113543"/>
                </a:lnTo>
                <a:lnTo>
                  <a:pt x="1126076" y="113780"/>
                </a:lnTo>
                <a:lnTo>
                  <a:pt x="1125749" y="114029"/>
                </a:lnTo>
                <a:lnTo>
                  <a:pt x="1125429" y="114290"/>
                </a:lnTo>
                <a:lnTo>
                  <a:pt x="1125115" y="114563"/>
                </a:lnTo>
                <a:lnTo>
                  <a:pt x="1124808" y="114849"/>
                </a:lnTo>
                <a:lnTo>
                  <a:pt x="1124511" y="115143"/>
                </a:lnTo>
                <a:lnTo>
                  <a:pt x="1124226" y="115445"/>
                </a:lnTo>
                <a:lnTo>
                  <a:pt x="1123954" y="115753"/>
                </a:lnTo>
                <a:lnTo>
                  <a:pt x="1123694" y="116068"/>
                </a:lnTo>
                <a:lnTo>
                  <a:pt x="1123447" y="116390"/>
                </a:lnTo>
                <a:lnTo>
                  <a:pt x="1123213" y="116718"/>
                </a:lnTo>
                <a:lnTo>
                  <a:pt x="1122992" y="117053"/>
                </a:lnTo>
                <a:lnTo>
                  <a:pt x="1122783" y="117394"/>
                </a:lnTo>
                <a:lnTo>
                  <a:pt x="1122587" y="117742"/>
                </a:lnTo>
                <a:lnTo>
                  <a:pt x="1122403" y="118097"/>
                </a:lnTo>
                <a:lnTo>
                  <a:pt x="1122232" y="118459"/>
                </a:lnTo>
                <a:lnTo>
                  <a:pt x="1122074" y="118827"/>
                </a:lnTo>
                <a:lnTo>
                  <a:pt x="1121928" y="119202"/>
                </a:lnTo>
                <a:lnTo>
                  <a:pt x="1121795" y="119584"/>
                </a:lnTo>
                <a:lnTo>
                  <a:pt x="1121675" y="119972"/>
                </a:lnTo>
                <a:lnTo>
                  <a:pt x="1121567" y="120367"/>
                </a:lnTo>
                <a:lnTo>
                  <a:pt x="1121472" y="120768"/>
                </a:lnTo>
                <a:lnTo>
                  <a:pt x="1121390" y="121177"/>
                </a:lnTo>
                <a:lnTo>
                  <a:pt x="1121321" y="121592"/>
                </a:lnTo>
                <a:lnTo>
                  <a:pt x="1121264" y="122013"/>
                </a:lnTo>
                <a:lnTo>
                  <a:pt x="1121219" y="122442"/>
                </a:lnTo>
                <a:lnTo>
                  <a:pt x="1121188" y="122877"/>
                </a:lnTo>
                <a:lnTo>
                  <a:pt x="1121169" y="123318"/>
                </a:lnTo>
                <a:lnTo>
                  <a:pt x="1121162" y="123767"/>
                </a:lnTo>
                <a:lnTo>
                  <a:pt x="1121169" y="124199"/>
                </a:lnTo>
                <a:lnTo>
                  <a:pt x="1121188" y="124626"/>
                </a:lnTo>
                <a:lnTo>
                  <a:pt x="1121219" y="125047"/>
                </a:lnTo>
                <a:lnTo>
                  <a:pt x="1121264" y="125462"/>
                </a:lnTo>
                <a:lnTo>
                  <a:pt x="1121321" y="125872"/>
                </a:lnTo>
                <a:lnTo>
                  <a:pt x="1121390" y="126276"/>
                </a:lnTo>
                <a:lnTo>
                  <a:pt x="1121472" y="126675"/>
                </a:lnTo>
                <a:lnTo>
                  <a:pt x="1121567" y="127068"/>
                </a:lnTo>
                <a:lnTo>
                  <a:pt x="1121675" y="127455"/>
                </a:lnTo>
                <a:lnTo>
                  <a:pt x="1121795" y="127836"/>
                </a:lnTo>
                <a:lnTo>
                  <a:pt x="1121928" y="128212"/>
                </a:lnTo>
                <a:lnTo>
                  <a:pt x="1122074" y="128583"/>
                </a:lnTo>
                <a:lnTo>
                  <a:pt x="1122232" y="128947"/>
                </a:lnTo>
                <a:lnTo>
                  <a:pt x="1122403" y="129306"/>
                </a:lnTo>
                <a:lnTo>
                  <a:pt x="1122587" y="129660"/>
                </a:lnTo>
                <a:lnTo>
                  <a:pt x="1122783" y="130007"/>
                </a:lnTo>
                <a:lnTo>
                  <a:pt x="1122992" y="130349"/>
                </a:lnTo>
                <a:lnTo>
                  <a:pt x="1123213" y="130686"/>
                </a:lnTo>
                <a:lnTo>
                  <a:pt x="1123447" y="131017"/>
                </a:lnTo>
                <a:lnTo>
                  <a:pt x="1123694" y="131342"/>
                </a:lnTo>
                <a:lnTo>
                  <a:pt x="1123954" y="131661"/>
                </a:lnTo>
                <a:lnTo>
                  <a:pt x="1124226" y="131975"/>
                </a:lnTo>
                <a:lnTo>
                  <a:pt x="1124511" y="132283"/>
                </a:lnTo>
                <a:lnTo>
                  <a:pt x="1124808" y="132586"/>
                </a:lnTo>
                <a:lnTo>
                  <a:pt x="1125115" y="132879"/>
                </a:lnTo>
                <a:lnTo>
                  <a:pt x="1125429" y="133160"/>
                </a:lnTo>
                <a:lnTo>
                  <a:pt x="1125749" y="133429"/>
                </a:lnTo>
                <a:lnTo>
                  <a:pt x="1126076" y="133685"/>
                </a:lnTo>
                <a:lnTo>
                  <a:pt x="1126409" y="133928"/>
                </a:lnTo>
                <a:lnTo>
                  <a:pt x="1126748" y="134159"/>
                </a:lnTo>
                <a:lnTo>
                  <a:pt x="1127094" y="134378"/>
                </a:lnTo>
                <a:lnTo>
                  <a:pt x="1127447" y="134584"/>
                </a:lnTo>
                <a:lnTo>
                  <a:pt x="1127806" y="134778"/>
                </a:lnTo>
                <a:lnTo>
                  <a:pt x="1128172" y="134959"/>
                </a:lnTo>
                <a:lnTo>
                  <a:pt x="1128544" y="135127"/>
                </a:lnTo>
                <a:lnTo>
                  <a:pt x="1128922" y="135283"/>
                </a:lnTo>
                <a:lnTo>
                  <a:pt x="1129307" y="135427"/>
                </a:lnTo>
                <a:lnTo>
                  <a:pt x="1129699" y="135558"/>
                </a:lnTo>
                <a:lnTo>
                  <a:pt x="1130097" y="135677"/>
                </a:lnTo>
                <a:lnTo>
                  <a:pt x="1130502" y="135783"/>
                </a:lnTo>
                <a:lnTo>
                  <a:pt x="1130913" y="135877"/>
                </a:lnTo>
                <a:lnTo>
                  <a:pt x="1131330" y="135958"/>
                </a:lnTo>
                <a:lnTo>
                  <a:pt x="1131755" y="136026"/>
                </a:lnTo>
                <a:lnTo>
                  <a:pt x="1132185" y="136083"/>
                </a:lnTo>
                <a:lnTo>
                  <a:pt x="1132622" y="136126"/>
                </a:lnTo>
                <a:lnTo>
                  <a:pt x="1133066" y="136158"/>
                </a:lnTo>
                <a:lnTo>
                  <a:pt x="1133516" y="136176"/>
                </a:lnTo>
                <a:lnTo>
                  <a:pt x="1133973" y="136183"/>
                </a:lnTo>
                <a:lnTo>
                  <a:pt x="1134421" y="136176"/>
                </a:lnTo>
                <a:lnTo>
                  <a:pt x="1134863" y="136158"/>
                </a:lnTo>
                <a:lnTo>
                  <a:pt x="1135298" y="136126"/>
                </a:lnTo>
                <a:lnTo>
                  <a:pt x="1135727" y="136083"/>
                </a:lnTo>
                <a:lnTo>
                  <a:pt x="1136150" y="136026"/>
                </a:lnTo>
                <a:close/>
                <a:moveTo>
                  <a:pt x="1189755" y="136026"/>
                </a:moveTo>
                <a:lnTo>
                  <a:pt x="1190171" y="135958"/>
                </a:lnTo>
                <a:lnTo>
                  <a:pt x="1190581" y="135877"/>
                </a:lnTo>
                <a:lnTo>
                  <a:pt x="1190984" y="135783"/>
                </a:lnTo>
                <a:lnTo>
                  <a:pt x="1191380" y="135677"/>
                </a:lnTo>
                <a:lnTo>
                  <a:pt x="1191770" y="135558"/>
                </a:lnTo>
                <a:lnTo>
                  <a:pt x="1192153" y="135427"/>
                </a:lnTo>
                <a:lnTo>
                  <a:pt x="1192530" y="135283"/>
                </a:lnTo>
                <a:lnTo>
                  <a:pt x="1192900" y="135127"/>
                </a:lnTo>
                <a:lnTo>
                  <a:pt x="1193264" y="134959"/>
                </a:lnTo>
                <a:lnTo>
                  <a:pt x="1193622" y="134778"/>
                </a:lnTo>
                <a:lnTo>
                  <a:pt x="1193973" y="134584"/>
                </a:lnTo>
                <a:lnTo>
                  <a:pt x="1194317" y="134378"/>
                </a:lnTo>
                <a:lnTo>
                  <a:pt x="1194655" y="134159"/>
                </a:lnTo>
                <a:lnTo>
                  <a:pt x="1194986" y="133928"/>
                </a:lnTo>
                <a:lnTo>
                  <a:pt x="1195311" y="133685"/>
                </a:lnTo>
                <a:lnTo>
                  <a:pt x="1195629" y="133429"/>
                </a:lnTo>
                <a:lnTo>
                  <a:pt x="1195941" y="133160"/>
                </a:lnTo>
                <a:lnTo>
                  <a:pt x="1196247" y="132879"/>
                </a:lnTo>
                <a:lnTo>
                  <a:pt x="1196546" y="132586"/>
                </a:lnTo>
                <a:lnTo>
                  <a:pt x="1196835" y="132283"/>
                </a:lnTo>
                <a:lnTo>
                  <a:pt x="1197112" y="131975"/>
                </a:lnTo>
                <a:lnTo>
                  <a:pt x="1197377" y="131661"/>
                </a:lnTo>
                <a:lnTo>
                  <a:pt x="1197630" y="131342"/>
                </a:lnTo>
                <a:lnTo>
                  <a:pt x="1197870" y="131017"/>
                </a:lnTo>
                <a:lnTo>
                  <a:pt x="1198098" y="130686"/>
                </a:lnTo>
                <a:lnTo>
                  <a:pt x="1198313" y="130349"/>
                </a:lnTo>
                <a:lnTo>
                  <a:pt x="1198516" y="130007"/>
                </a:lnTo>
                <a:lnTo>
                  <a:pt x="1198707" y="129660"/>
                </a:lnTo>
                <a:lnTo>
                  <a:pt x="1198886" y="129306"/>
                </a:lnTo>
                <a:lnTo>
                  <a:pt x="1199052" y="128947"/>
                </a:lnTo>
                <a:lnTo>
                  <a:pt x="1199206" y="128583"/>
                </a:lnTo>
                <a:lnTo>
                  <a:pt x="1199348" y="128212"/>
                </a:lnTo>
                <a:lnTo>
                  <a:pt x="1199477" y="127836"/>
                </a:lnTo>
                <a:lnTo>
                  <a:pt x="1199594" y="127455"/>
                </a:lnTo>
                <a:lnTo>
                  <a:pt x="1199699" y="127068"/>
                </a:lnTo>
                <a:lnTo>
                  <a:pt x="1199791" y="126675"/>
                </a:lnTo>
                <a:lnTo>
                  <a:pt x="1199871" y="126276"/>
                </a:lnTo>
                <a:lnTo>
                  <a:pt x="1199939" y="125872"/>
                </a:lnTo>
                <a:lnTo>
                  <a:pt x="1199995" y="125462"/>
                </a:lnTo>
                <a:lnTo>
                  <a:pt x="1200038" y="125047"/>
                </a:lnTo>
                <a:lnTo>
                  <a:pt x="1200068" y="124626"/>
                </a:lnTo>
                <a:lnTo>
                  <a:pt x="1200087" y="124199"/>
                </a:lnTo>
                <a:lnTo>
                  <a:pt x="1200093" y="123767"/>
                </a:lnTo>
                <a:lnTo>
                  <a:pt x="1200087" y="123318"/>
                </a:lnTo>
                <a:lnTo>
                  <a:pt x="1200068" y="122877"/>
                </a:lnTo>
                <a:lnTo>
                  <a:pt x="1200038" y="122442"/>
                </a:lnTo>
                <a:lnTo>
                  <a:pt x="1199995" y="122013"/>
                </a:lnTo>
                <a:lnTo>
                  <a:pt x="1199939" y="121592"/>
                </a:lnTo>
                <a:lnTo>
                  <a:pt x="1199871" y="121177"/>
                </a:lnTo>
                <a:lnTo>
                  <a:pt x="1199791" y="120768"/>
                </a:lnTo>
                <a:lnTo>
                  <a:pt x="1199699" y="120367"/>
                </a:lnTo>
                <a:lnTo>
                  <a:pt x="1199594" y="119972"/>
                </a:lnTo>
                <a:lnTo>
                  <a:pt x="1199477" y="119584"/>
                </a:lnTo>
                <a:lnTo>
                  <a:pt x="1199348" y="119202"/>
                </a:lnTo>
                <a:lnTo>
                  <a:pt x="1199206" y="118827"/>
                </a:lnTo>
                <a:lnTo>
                  <a:pt x="1199052" y="118459"/>
                </a:lnTo>
                <a:lnTo>
                  <a:pt x="1198886" y="118097"/>
                </a:lnTo>
                <a:lnTo>
                  <a:pt x="1198707" y="117742"/>
                </a:lnTo>
                <a:lnTo>
                  <a:pt x="1198516" y="117394"/>
                </a:lnTo>
                <a:lnTo>
                  <a:pt x="1198313" y="117053"/>
                </a:lnTo>
                <a:lnTo>
                  <a:pt x="1198098" y="116718"/>
                </a:lnTo>
                <a:lnTo>
                  <a:pt x="1197870" y="116390"/>
                </a:lnTo>
                <a:lnTo>
                  <a:pt x="1197630" y="116068"/>
                </a:lnTo>
                <a:lnTo>
                  <a:pt x="1197377" y="115753"/>
                </a:lnTo>
                <a:lnTo>
                  <a:pt x="1197112" y="115445"/>
                </a:lnTo>
                <a:lnTo>
                  <a:pt x="1196835" y="115143"/>
                </a:lnTo>
                <a:lnTo>
                  <a:pt x="1196546" y="114849"/>
                </a:lnTo>
                <a:lnTo>
                  <a:pt x="1196247" y="114563"/>
                </a:lnTo>
                <a:lnTo>
                  <a:pt x="1195941" y="114290"/>
                </a:lnTo>
                <a:lnTo>
                  <a:pt x="1195629" y="114029"/>
                </a:lnTo>
                <a:lnTo>
                  <a:pt x="1195311" y="113780"/>
                </a:lnTo>
                <a:lnTo>
                  <a:pt x="1194986" y="113543"/>
                </a:lnTo>
                <a:lnTo>
                  <a:pt x="1194655" y="113318"/>
                </a:lnTo>
                <a:lnTo>
                  <a:pt x="1194317" y="113106"/>
                </a:lnTo>
                <a:lnTo>
                  <a:pt x="1193973" y="112905"/>
                </a:lnTo>
                <a:lnTo>
                  <a:pt x="1193622" y="112717"/>
                </a:lnTo>
                <a:lnTo>
                  <a:pt x="1193264" y="112541"/>
                </a:lnTo>
                <a:lnTo>
                  <a:pt x="1192900" y="112377"/>
                </a:lnTo>
                <a:lnTo>
                  <a:pt x="1192530" y="112225"/>
                </a:lnTo>
                <a:lnTo>
                  <a:pt x="1192153" y="112085"/>
                </a:lnTo>
                <a:lnTo>
                  <a:pt x="1191770" y="111958"/>
                </a:lnTo>
                <a:lnTo>
                  <a:pt x="1191380" y="111842"/>
                </a:lnTo>
                <a:lnTo>
                  <a:pt x="1190984" y="111739"/>
                </a:lnTo>
                <a:lnTo>
                  <a:pt x="1190581" y="111648"/>
                </a:lnTo>
                <a:lnTo>
                  <a:pt x="1190171" y="111569"/>
                </a:lnTo>
                <a:lnTo>
                  <a:pt x="1189755" y="111502"/>
                </a:lnTo>
                <a:lnTo>
                  <a:pt x="1189333" y="111448"/>
                </a:lnTo>
                <a:lnTo>
                  <a:pt x="1188904" y="111405"/>
                </a:lnTo>
                <a:lnTo>
                  <a:pt x="1188469" y="111375"/>
                </a:lnTo>
                <a:lnTo>
                  <a:pt x="1188027" y="111357"/>
                </a:lnTo>
                <a:lnTo>
                  <a:pt x="1187578" y="111350"/>
                </a:lnTo>
                <a:lnTo>
                  <a:pt x="1187122" y="111357"/>
                </a:lnTo>
                <a:lnTo>
                  <a:pt x="1186672" y="111375"/>
                </a:lnTo>
                <a:lnTo>
                  <a:pt x="1186228" y="111405"/>
                </a:lnTo>
                <a:lnTo>
                  <a:pt x="1185791" y="111448"/>
                </a:lnTo>
                <a:lnTo>
                  <a:pt x="1185360" y="111502"/>
                </a:lnTo>
                <a:lnTo>
                  <a:pt x="1184936" y="111569"/>
                </a:lnTo>
                <a:lnTo>
                  <a:pt x="1184519" y="111648"/>
                </a:lnTo>
                <a:lnTo>
                  <a:pt x="1184108" y="111739"/>
                </a:lnTo>
                <a:lnTo>
                  <a:pt x="1183703" y="111842"/>
                </a:lnTo>
                <a:lnTo>
                  <a:pt x="1183305" y="111958"/>
                </a:lnTo>
                <a:lnTo>
                  <a:pt x="1182913" y="112085"/>
                </a:lnTo>
                <a:lnTo>
                  <a:pt x="1182528" y="112225"/>
                </a:lnTo>
                <a:lnTo>
                  <a:pt x="1182150" y="112377"/>
                </a:lnTo>
                <a:lnTo>
                  <a:pt x="1181778" y="112541"/>
                </a:lnTo>
                <a:lnTo>
                  <a:pt x="1181412" y="112717"/>
                </a:lnTo>
                <a:lnTo>
                  <a:pt x="1181053" y="112905"/>
                </a:lnTo>
                <a:lnTo>
                  <a:pt x="1180700" y="113106"/>
                </a:lnTo>
                <a:lnTo>
                  <a:pt x="1180354" y="113318"/>
                </a:lnTo>
                <a:lnTo>
                  <a:pt x="1180015" y="113543"/>
                </a:lnTo>
                <a:lnTo>
                  <a:pt x="1179682" y="113780"/>
                </a:lnTo>
                <a:lnTo>
                  <a:pt x="1179355" y="114029"/>
                </a:lnTo>
                <a:lnTo>
                  <a:pt x="1179035" y="114290"/>
                </a:lnTo>
                <a:lnTo>
                  <a:pt x="1178721" y="114563"/>
                </a:lnTo>
                <a:lnTo>
                  <a:pt x="1178414" y="114849"/>
                </a:lnTo>
                <a:lnTo>
                  <a:pt x="1178117" y="115143"/>
                </a:lnTo>
                <a:lnTo>
                  <a:pt x="1177832" y="115445"/>
                </a:lnTo>
                <a:lnTo>
                  <a:pt x="1177560" y="115753"/>
                </a:lnTo>
                <a:lnTo>
                  <a:pt x="1177300" y="116068"/>
                </a:lnTo>
                <a:lnTo>
                  <a:pt x="1177053" y="116390"/>
                </a:lnTo>
                <a:lnTo>
                  <a:pt x="1176819" y="116718"/>
                </a:lnTo>
                <a:lnTo>
                  <a:pt x="1176598" y="117053"/>
                </a:lnTo>
                <a:lnTo>
                  <a:pt x="1176389" y="117394"/>
                </a:lnTo>
                <a:lnTo>
                  <a:pt x="1176192" y="117742"/>
                </a:lnTo>
                <a:lnTo>
                  <a:pt x="1176009" y="118097"/>
                </a:lnTo>
                <a:lnTo>
                  <a:pt x="1175838" y="118459"/>
                </a:lnTo>
                <a:lnTo>
                  <a:pt x="1175680" y="118827"/>
                </a:lnTo>
                <a:lnTo>
                  <a:pt x="1175534" y="119202"/>
                </a:lnTo>
                <a:lnTo>
                  <a:pt x="1175401" y="119584"/>
                </a:lnTo>
                <a:lnTo>
                  <a:pt x="1175281" y="119972"/>
                </a:lnTo>
                <a:lnTo>
                  <a:pt x="1175173" y="120367"/>
                </a:lnTo>
                <a:lnTo>
                  <a:pt x="1175078" y="120768"/>
                </a:lnTo>
                <a:lnTo>
                  <a:pt x="1174996" y="121177"/>
                </a:lnTo>
                <a:lnTo>
                  <a:pt x="1174926" y="121592"/>
                </a:lnTo>
                <a:lnTo>
                  <a:pt x="1174869" y="122013"/>
                </a:lnTo>
                <a:lnTo>
                  <a:pt x="1174825" y="122442"/>
                </a:lnTo>
                <a:lnTo>
                  <a:pt x="1174794" y="122877"/>
                </a:lnTo>
                <a:lnTo>
                  <a:pt x="1174775" y="123318"/>
                </a:lnTo>
                <a:lnTo>
                  <a:pt x="1174768" y="123767"/>
                </a:lnTo>
                <a:lnTo>
                  <a:pt x="1174775" y="124199"/>
                </a:lnTo>
                <a:lnTo>
                  <a:pt x="1174794" y="124626"/>
                </a:lnTo>
                <a:lnTo>
                  <a:pt x="1174825" y="125047"/>
                </a:lnTo>
                <a:lnTo>
                  <a:pt x="1174869" y="125462"/>
                </a:lnTo>
                <a:lnTo>
                  <a:pt x="1174926" y="125872"/>
                </a:lnTo>
                <a:lnTo>
                  <a:pt x="1174996" y="126276"/>
                </a:lnTo>
                <a:lnTo>
                  <a:pt x="1175078" y="126675"/>
                </a:lnTo>
                <a:lnTo>
                  <a:pt x="1175173" y="127068"/>
                </a:lnTo>
                <a:lnTo>
                  <a:pt x="1175281" y="127455"/>
                </a:lnTo>
                <a:lnTo>
                  <a:pt x="1175401" y="127836"/>
                </a:lnTo>
                <a:lnTo>
                  <a:pt x="1175534" y="128212"/>
                </a:lnTo>
                <a:lnTo>
                  <a:pt x="1175680" y="128583"/>
                </a:lnTo>
                <a:lnTo>
                  <a:pt x="1175838" y="128947"/>
                </a:lnTo>
                <a:lnTo>
                  <a:pt x="1176009" y="129306"/>
                </a:lnTo>
                <a:lnTo>
                  <a:pt x="1176192" y="129660"/>
                </a:lnTo>
                <a:lnTo>
                  <a:pt x="1176389" y="130007"/>
                </a:lnTo>
                <a:lnTo>
                  <a:pt x="1176598" y="130349"/>
                </a:lnTo>
                <a:lnTo>
                  <a:pt x="1176819" y="130686"/>
                </a:lnTo>
                <a:lnTo>
                  <a:pt x="1177053" y="131017"/>
                </a:lnTo>
                <a:lnTo>
                  <a:pt x="1177300" y="131342"/>
                </a:lnTo>
                <a:lnTo>
                  <a:pt x="1177560" y="131661"/>
                </a:lnTo>
                <a:lnTo>
                  <a:pt x="1177832" y="131975"/>
                </a:lnTo>
                <a:lnTo>
                  <a:pt x="1178117" y="132283"/>
                </a:lnTo>
                <a:lnTo>
                  <a:pt x="1178414" y="132586"/>
                </a:lnTo>
                <a:lnTo>
                  <a:pt x="1178721" y="132879"/>
                </a:lnTo>
                <a:lnTo>
                  <a:pt x="1179035" y="133160"/>
                </a:lnTo>
                <a:lnTo>
                  <a:pt x="1179355" y="133429"/>
                </a:lnTo>
                <a:lnTo>
                  <a:pt x="1179682" y="133685"/>
                </a:lnTo>
                <a:lnTo>
                  <a:pt x="1180015" y="133928"/>
                </a:lnTo>
                <a:lnTo>
                  <a:pt x="1180354" y="134159"/>
                </a:lnTo>
                <a:lnTo>
                  <a:pt x="1180700" y="134378"/>
                </a:lnTo>
                <a:lnTo>
                  <a:pt x="1181053" y="134584"/>
                </a:lnTo>
                <a:lnTo>
                  <a:pt x="1181412" y="134778"/>
                </a:lnTo>
                <a:lnTo>
                  <a:pt x="1181778" y="134959"/>
                </a:lnTo>
                <a:lnTo>
                  <a:pt x="1182150" y="135127"/>
                </a:lnTo>
                <a:lnTo>
                  <a:pt x="1182528" y="135283"/>
                </a:lnTo>
                <a:lnTo>
                  <a:pt x="1182913" y="135427"/>
                </a:lnTo>
                <a:lnTo>
                  <a:pt x="1183305" y="135558"/>
                </a:lnTo>
                <a:lnTo>
                  <a:pt x="1183703" y="135677"/>
                </a:lnTo>
                <a:lnTo>
                  <a:pt x="1184108" y="135783"/>
                </a:lnTo>
                <a:lnTo>
                  <a:pt x="1184519" y="135877"/>
                </a:lnTo>
                <a:lnTo>
                  <a:pt x="1184936" y="135958"/>
                </a:lnTo>
                <a:lnTo>
                  <a:pt x="1185360" y="136026"/>
                </a:lnTo>
                <a:lnTo>
                  <a:pt x="1185791" y="136083"/>
                </a:lnTo>
                <a:lnTo>
                  <a:pt x="1186228" y="136126"/>
                </a:lnTo>
                <a:lnTo>
                  <a:pt x="1186672" y="136158"/>
                </a:lnTo>
                <a:lnTo>
                  <a:pt x="1187122" y="136176"/>
                </a:lnTo>
                <a:lnTo>
                  <a:pt x="1187578" y="136183"/>
                </a:lnTo>
                <a:lnTo>
                  <a:pt x="1188027" y="136176"/>
                </a:lnTo>
                <a:lnTo>
                  <a:pt x="1188469" y="136158"/>
                </a:lnTo>
                <a:lnTo>
                  <a:pt x="1188904" y="136126"/>
                </a:lnTo>
                <a:lnTo>
                  <a:pt x="1189333" y="136083"/>
                </a:lnTo>
                <a:lnTo>
                  <a:pt x="1189755" y="13602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27742-AF7F-4134-A7CE-1E96E5060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5979" y="2296024"/>
            <a:ext cx="4805609" cy="2030885"/>
          </a:xfrm>
          <a:custGeom xmlns:a="http://schemas.openxmlformats.org/drawingml/2006/main">
            <a:pathLst>
              <a:path w="4805609" h="2030885">
                <a:moveTo>
                  <a:pt x="0" y="338537"/>
                </a:moveTo>
                <a:cubicBezTo>
                  <a:pt x="0" y="151526"/>
                  <a:pt x="151526" y="0"/>
                  <a:pt x="338453" y="0"/>
                </a:cubicBezTo>
                <a:lnTo>
                  <a:pt x="4467072" y="0"/>
                </a:lnTo>
                <a:cubicBezTo>
                  <a:pt x="4653999" y="0"/>
                  <a:pt x="4805609" y="151526"/>
                  <a:pt x="4805609" y="338537"/>
                </a:cubicBezTo>
                <a:lnTo>
                  <a:pt x="4805609" y="1692348"/>
                </a:lnTo>
                <a:cubicBezTo>
                  <a:pt x="4805609" y="1879275"/>
                  <a:pt x="4653999" y="2030885"/>
                  <a:pt x="4467072" y="2030885"/>
                </a:cubicBezTo>
                <a:lnTo>
                  <a:pt x="338453" y="2030885"/>
                </a:lnTo>
                <a:cubicBezTo>
                  <a:pt x="151526" y="2030885"/>
                  <a:pt x="0" y="1879275"/>
                  <a:pt x="0" y="1692348"/>
                </a:cubicBezTo>
                <a:lnTo>
                  <a:pt x="0" y="338537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B61384-52D1-45FD-8182-01D058D50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5979" y="2296024"/>
            <a:ext cx="4805609" cy="2030885"/>
          </a:xfrm>
          <a:custGeom xmlns:a="http://schemas.openxmlformats.org/drawingml/2006/main">
            <a:pathLst>
              <a:path w="4805609" h="2030885" fill="none">
                <a:moveTo>
                  <a:pt x="0" y="338537"/>
                </a:moveTo>
                <a:cubicBezTo>
                  <a:pt x="0" y="151526"/>
                  <a:pt x="151526" y="0"/>
                  <a:pt x="338453" y="0"/>
                </a:cubicBezTo>
                <a:lnTo>
                  <a:pt x="4467072" y="0"/>
                </a:lnTo>
                <a:cubicBezTo>
                  <a:pt x="4653999" y="0"/>
                  <a:pt x="4805609" y="151526"/>
                  <a:pt x="4805609" y="338537"/>
                </a:cubicBezTo>
                <a:lnTo>
                  <a:pt x="4805609" y="1692348"/>
                </a:lnTo>
                <a:cubicBezTo>
                  <a:pt x="4805609" y="1879275"/>
                  <a:pt x="4653999" y="2030885"/>
                  <a:pt x="4467072" y="2030885"/>
                </a:cubicBezTo>
                <a:lnTo>
                  <a:pt x="338453" y="2030885"/>
                </a:lnTo>
                <a:cubicBezTo>
                  <a:pt x="151526" y="2030885"/>
                  <a:pt x="0" y="1879275"/>
                  <a:pt x="0" y="1692348"/>
                </a:cubicBezTo>
                <a:lnTo>
                  <a:pt x="0" y="33853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42433"/>
            </a:solidFill>
            <a:miter/>
          </a:ln>
        </p:spPr>
      </p:sp>
      <p:sp>
        <p:nvSpPr>
          <p:cNvPr id="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7E588-A4FB-4210-AFEE-B13A52D61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6404" y="2097392"/>
            <a:ext cx="2377578" cy="384718"/>
          </a:xfrm>
          <a:custGeom xmlns:a="http://schemas.openxmlformats.org/drawingml/2006/main">
            <a:pathLst>
              <a:path w="2377578" h="384718">
                <a:moveTo>
                  <a:pt x="0" y="384718"/>
                </a:moveTo>
                <a:lnTo>
                  <a:pt x="0" y="0"/>
                </a:lnTo>
                <a:lnTo>
                  <a:pt x="2377578" y="0"/>
                </a:lnTo>
                <a:lnTo>
                  <a:pt x="2377578" y="384718"/>
                </a:lnTo>
                <a:lnTo>
                  <a:pt x="0" y="38471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" name="Text CodePerturbation">
            <a:extLst xmlns:a="http://schemas.openxmlformats.org/drawingml/2006/main">
              <a:ext uri="{FF2B5EF4-FFF2-40B4-BE49-F238E27FC236}">
                <a16:creationId xmlns:a16="http://schemas.microsoft.com/office/drawing/2014/main" id="{A7D523DA-FFD1-4AA7-9537-9E58D9235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12353" y="2192013"/>
            <a:ext cx="2093882" cy="185523"/>
          </a:xfrm>
          <a:custGeom xmlns:a="http://schemas.openxmlformats.org/drawingml/2006/main">
            <a:pathLst>
              <a:path w="2093882" h="185523">
                <a:moveTo>
                  <a:pt x="85075" y="185523"/>
                </a:moveTo>
                <a:cubicBezTo>
                  <a:pt x="66611" y="185523"/>
                  <a:pt x="51063" y="181635"/>
                  <a:pt x="38430" y="173861"/>
                </a:cubicBezTo>
                <a:cubicBezTo>
                  <a:pt x="25796" y="166087"/>
                  <a:pt x="16233" y="155353"/>
                  <a:pt x="9740" y="141660"/>
                </a:cubicBezTo>
                <a:cubicBezTo>
                  <a:pt x="3247" y="127966"/>
                  <a:pt x="0" y="112109"/>
                  <a:pt x="0" y="94086"/>
                </a:cubicBezTo>
                <a:cubicBezTo>
                  <a:pt x="0" y="76064"/>
                  <a:pt x="3247" y="60162"/>
                  <a:pt x="9740" y="46381"/>
                </a:cubicBezTo>
                <a:cubicBezTo>
                  <a:pt x="16233" y="32599"/>
                  <a:pt x="25796" y="21821"/>
                  <a:pt x="38430" y="14047"/>
                </a:cubicBezTo>
                <a:cubicBezTo>
                  <a:pt x="51063" y="6272"/>
                  <a:pt x="66611" y="2385"/>
                  <a:pt x="85075" y="2385"/>
                </a:cubicBezTo>
                <a:cubicBezTo>
                  <a:pt x="97267" y="2385"/>
                  <a:pt x="108774" y="4506"/>
                  <a:pt x="119596" y="8746"/>
                </a:cubicBezTo>
                <a:cubicBezTo>
                  <a:pt x="130418" y="12987"/>
                  <a:pt x="139429" y="19458"/>
                  <a:pt x="146629" y="28160"/>
                </a:cubicBezTo>
                <a:cubicBezTo>
                  <a:pt x="153829" y="36862"/>
                  <a:pt x="158047" y="47838"/>
                  <a:pt x="159284" y="61090"/>
                </a:cubicBezTo>
                <a:lnTo>
                  <a:pt x="135299" y="61090"/>
                </a:lnTo>
                <a:cubicBezTo>
                  <a:pt x="134239" y="52167"/>
                  <a:pt x="131257" y="44813"/>
                  <a:pt x="126354" y="39026"/>
                </a:cubicBezTo>
                <a:cubicBezTo>
                  <a:pt x="121451" y="33239"/>
                  <a:pt x="115399" y="28933"/>
                  <a:pt x="108199" y="26106"/>
                </a:cubicBezTo>
                <a:cubicBezTo>
                  <a:pt x="100999" y="23279"/>
                  <a:pt x="93291" y="21865"/>
                  <a:pt x="85075" y="21865"/>
                </a:cubicBezTo>
                <a:cubicBezTo>
                  <a:pt x="70764" y="21865"/>
                  <a:pt x="59168" y="25134"/>
                  <a:pt x="50290" y="31671"/>
                </a:cubicBezTo>
                <a:cubicBezTo>
                  <a:pt x="41411" y="38209"/>
                  <a:pt x="34940" y="46911"/>
                  <a:pt x="30876" y="57777"/>
                </a:cubicBezTo>
                <a:cubicBezTo>
                  <a:pt x="26812" y="68643"/>
                  <a:pt x="24781" y="80746"/>
                  <a:pt x="24781" y="94086"/>
                </a:cubicBezTo>
                <a:cubicBezTo>
                  <a:pt x="24781" y="107338"/>
                  <a:pt x="26812" y="119397"/>
                  <a:pt x="30876" y="130263"/>
                </a:cubicBezTo>
                <a:cubicBezTo>
                  <a:pt x="34940" y="141130"/>
                  <a:pt x="41411" y="149765"/>
                  <a:pt x="50290" y="156170"/>
                </a:cubicBezTo>
                <a:cubicBezTo>
                  <a:pt x="59168" y="162575"/>
                  <a:pt x="70764" y="165778"/>
                  <a:pt x="85075" y="165778"/>
                </a:cubicBezTo>
                <a:cubicBezTo>
                  <a:pt x="99564" y="165778"/>
                  <a:pt x="111314" y="162200"/>
                  <a:pt x="120325" y="155044"/>
                </a:cubicBezTo>
                <a:cubicBezTo>
                  <a:pt x="129336" y="147888"/>
                  <a:pt x="134548" y="137198"/>
                  <a:pt x="135961" y="122975"/>
                </a:cubicBezTo>
                <a:lnTo>
                  <a:pt x="160079" y="122975"/>
                </a:lnTo>
                <a:cubicBezTo>
                  <a:pt x="158666" y="137022"/>
                  <a:pt x="154558" y="148661"/>
                  <a:pt x="147755" y="157893"/>
                </a:cubicBezTo>
                <a:cubicBezTo>
                  <a:pt x="140953" y="167125"/>
                  <a:pt x="132163" y="174038"/>
                  <a:pt x="121385" y="178632"/>
                </a:cubicBezTo>
                <a:cubicBezTo>
                  <a:pt x="110607" y="183226"/>
                  <a:pt x="98504" y="185523"/>
                  <a:pt x="85075" y="185523"/>
                </a:cubicBezTo>
                <a:close/>
                <a:moveTo>
                  <a:pt x="248786" y="185523"/>
                </a:moveTo>
                <a:cubicBezTo>
                  <a:pt x="236153" y="185523"/>
                  <a:pt x="225331" y="182771"/>
                  <a:pt x="216320" y="177269"/>
                </a:cubicBezTo>
                <a:cubicBezTo>
                  <a:pt x="207309" y="171764"/>
                  <a:pt x="200440" y="163895"/>
                  <a:pt x="195714" y="153661"/>
                </a:cubicBezTo>
                <a:cubicBezTo>
                  <a:pt x="190987" y="143427"/>
                  <a:pt x="188624" y="131259"/>
                  <a:pt x="188624" y="117157"/>
                </a:cubicBezTo>
                <a:cubicBezTo>
                  <a:pt x="188624" y="102693"/>
                  <a:pt x="190987" y="90299"/>
                  <a:pt x="195714" y="79973"/>
                </a:cubicBezTo>
                <a:cubicBezTo>
                  <a:pt x="200440" y="69648"/>
                  <a:pt x="207309" y="61711"/>
                  <a:pt x="216320" y="56162"/>
                </a:cubicBezTo>
                <a:cubicBezTo>
                  <a:pt x="225331" y="50613"/>
                  <a:pt x="236153" y="47838"/>
                  <a:pt x="248786" y="47838"/>
                </a:cubicBezTo>
                <a:cubicBezTo>
                  <a:pt x="261685" y="47838"/>
                  <a:pt x="272705" y="50613"/>
                  <a:pt x="281849" y="56162"/>
                </a:cubicBezTo>
                <a:cubicBezTo>
                  <a:pt x="290993" y="61711"/>
                  <a:pt x="298016" y="69648"/>
                  <a:pt x="302919" y="79973"/>
                </a:cubicBezTo>
                <a:cubicBezTo>
                  <a:pt x="307822" y="90299"/>
                  <a:pt x="310274" y="102693"/>
                  <a:pt x="310274" y="117157"/>
                </a:cubicBezTo>
                <a:cubicBezTo>
                  <a:pt x="310274" y="131259"/>
                  <a:pt x="307822" y="143427"/>
                  <a:pt x="302919" y="153661"/>
                </a:cubicBezTo>
                <a:cubicBezTo>
                  <a:pt x="298016" y="163895"/>
                  <a:pt x="290993" y="171764"/>
                  <a:pt x="281849" y="177269"/>
                </a:cubicBezTo>
                <a:cubicBezTo>
                  <a:pt x="272705" y="182771"/>
                  <a:pt x="261685" y="185523"/>
                  <a:pt x="248786" y="185523"/>
                </a:cubicBezTo>
                <a:moveTo>
                  <a:pt x="248786" y="167898"/>
                </a:moveTo>
                <a:cubicBezTo>
                  <a:pt x="258327" y="167898"/>
                  <a:pt x="265925" y="165715"/>
                  <a:pt x="271579" y="161351"/>
                </a:cubicBezTo>
                <a:cubicBezTo>
                  <a:pt x="277233" y="156983"/>
                  <a:pt x="281297" y="150962"/>
                  <a:pt x="283771" y="143287"/>
                </a:cubicBezTo>
                <a:cubicBezTo>
                  <a:pt x="286244" y="135612"/>
                  <a:pt x="287481" y="126905"/>
                  <a:pt x="287481" y="117165"/>
                </a:cubicBezTo>
                <a:cubicBezTo>
                  <a:pt x="287481" y="107237"/>
                  <a:pt x="286244" y="98367"/>
                  <a:pt x="283771" y="90554"/>
                </a:cubicBezTo>
                <a:cubicBezTo>
                  <a:pt x="281297" y="82741"/>
                  <a:pt x="277233" y="76607"/>
                  <a:pt x="271579" y="72151"/>
                </a:cubicBezTo>
                <a:cubicBezTo>
                  <a:pt x="265925" y="67692"/>
                  <a:pt x="258327" y="65463"/>
                  <a:pt x="248786" y="65463"/>
                </a:cubicBezTo>
                <a:cubicBezTo>
                  <a:pt x="239510" y="65463"/>
                  <a:pt x="232156" y="67692"/>
                  <a:pt x="226722" y="72151"/>
                </a:cubicBezTo>
                <a:cubicBezTo>
                  <a:pt x="221289" y="76607"/>
                  <a:pt x="217380" y="82741"/>
                  <a:pt x="214995" y="90554"/>
                </a:cubicBezTo>
                <a:cubicBezTo>
                  <a:pt x="212609" y="98367"/>
                  <a:pt x="211417" y="107237"/>
                  <a:pt x="211417" y="117165"/>
                </a:cubicBezTo>
                <a:cubicBezTo>
                  <a:pt x="211417" y="126905"/>
                  <a:pt x="212609" y="135612"/>
                  <a:pt x="214995" y="143287"/>
                </a:cubicBezTo>
                <a:cubicBezTo>
                  <a:pt x="217380" y="150962"/>
                  <a:pt x="221289" y="156983"/>
                  <a:pt x="226722" y="161351"/>
                </a:cubicBezTo>
                <a:cubicBezTo>
                  <a:pt x="232156" y="165715"/>
                  <a:pt x="239510" y="167898"/>
                  <a:pt x="248786" y="167898"/>
                </a:cubicBezTo>
                <a:close/>
                <a:moveTo>
                  <a:pt x="384964" y="185523"/>
                </a:moveTo>
                <a:cubicBezTo>
                  <a:pt x="374451" y="185523"/>
                  <a:pt x="365352" y="182930"/>
                  <a:pt x="357666" y="177745"/>
                </a:cubicBezTo>
                <a:cubicBezTo>
                  <a:pt x="349980" y="172561"/>
                  <a:pt x="344039" y="164806"/>
                  <a:pt x="339843" y="154481"/>
                </a:cubicBezTo>
                <a:cubicBezTo>
                  <a:pt x="335646" y="144155"/>
                  <a:pt x="333548" y="131397"/>
                  <a:pt x="333548" y="116204"/>
                </a:cubicBezTo>
                <a:cubicBezTo>
                  <a:pt x="333548" y="101103"/>
                  <a:pt x="335779" y="88504"/>
                  <a:pt x="340240" y="78408"/>
                </a:cubicBezTo>
                <a:cubicBezTo>
                  <a:pt x="344702" y="68309"/>
                  <a:pt x="350996" y="60690"/>
                  <a:pt x="359124" y="55549"/>
                </a:cubicBezTo>
                <a:cubicBezTo>
                  <a:pt x="367251" y="50409"/>
                  <a:pt x="376837" y="47838"/>
                  <a:pt x="387880" y="47838"/>
                </a:cubicBezTo>
                <a:cubicBezTo>
                  <a:pt x="397067" y="47838"/>
                  <a:pt x="405063" y="49848"/>
                  <a:pt x="411865" y="53868"/>
                </a:cubicBezTo>
                <a:cubicBezTo>
                  <a:pt x="418668" y="57887"/>
                  <a:pt x="424145" y="63343"/>
                  <a:pt x="428297" y="70234"/>
                </a:cubicBezTo>
                <a:lnTo>
                  <a:pt x="428297" y="4771"/>
                </a:lnTo>
                <a:lnTo>
                  <a:pt x="450427" y="4771"/>
                </a:lnTo>
                <a:lnTo>
                  <a:pt x="450427" y="183137"/>
                </a:lnTo>
                <a:lnTo>
                  <a:pt x="429490" y="183137"/>
                </a:lnTo>
                <a:lnTo>
                  <a:pt x="428297" y="164320"/>
                </a:lnTo>
                <a:cubicBezTo>
                  <a:pt x="423703" y="170592"/>
                  <a:pt x="417784" y="175694"/>
                  <a:pt x="410540" y="179626"/>
                </a:cubicBezTo>
                <a:cubicBezTo>
                  <a:pt x="403296" y="183557"/>
                  <a:pt x="394771" y="185523"/>
                  <a:pt x="384964" y="185523"/>
                </a:cubicBezTo>
                <a:moveTo>
                  <a:pt x="389470" y="167368"/>
                </a:moveTo>
                <a:cubicBezTo>
                  <a:pt x="398923" y="167368"/>
                  <a:pt x="406785" y="165046"/>
                  <a:pt x="413058" y="160402"/>
                </a:cubicBezTo>
                <a:cubicBezTo>
                  <a:pt x="419330" y="155759"/>
                  <a:pt x="424410" y="150174"/>
                  <a:pt x="428297" y="143647"/>
                </a:cubicBezTo>
                <a:lnTo>
                  <a:pt x="428297" y="91929"/>
                </a:lnTo>
                <a:cubicBezTo>
                  <a:pt x="424675" y="84389"/>
                  <a:pt x="419927" y="78160"/>
                  <a:pt x="414052" y="73240"/>
                </a:cubicBezTo>
                <a:cubicBezTo>
                  <a:pt x="408177" y="68320"/>
                  <a:pt x="400778" y="65860"/>
                  <a:pt x="391855" y="65860"/>
                </a:cubicBezTo>
                <a:cubicBezTo>
                  <a:pt x="380105" y="65860"/>
                  <a:pt x="371249" y="70228"/>
                  <a:pt x="365286" y="78963"/>
                </a:cubicBezTo>
                <a:cubicBezTo>
                  <a:pt x="359322" y="87698"/>
                  <a:pt x="356341" y="100110"/>
                  <a:pt x="356341" y="116200"/>
                </a:cubicBezTo>
                <a:cubicBezTo>
                  <a:pt x="356341" y="132842"/>
                  <a:pt x="359146" y="145530"/>
                  <a:pt x="364756" y="154265"/>
                </a:cubicBezTo>
                <a:cubicBezTo>
                  <a:pt x="370366" y="163000"/>
                  <a:pt x="378604" y="167368"/>
                  <a:pt x="389470" y="167368"/>
                </a:cubicBezTo>
                <a:close/>
                <a:moveTo>
                  <a:pt x="545943" y="185523"/>
                </a:moveTo>
                <a:cubicBezTo>
                  <a:pt x="531896" y="185523"/>
                  <a:pt x="520389" y="182498"/>
                  <a:pt x="511423" y="176449"/>
                </a:cubicBezTo>
                <a:cubicBezTo>
                  <a:pt x="502456" y="170398"/>
                  <a:pt x="495808" y="162165"/>
                  <a:pt x="491479" y="151752"/>
                </a:cubicBezTo>
                <a:cubicBezTo>
                  <a:pt x="487150" y="141335"/>
                  <a:pt x="484986" y="129623"/>
                  <a:pt x="484986" y="116614"/>
                </a:cubicBezTo>
                <a:cubicBezTo>
                  <a:pt x="484986" y="103059"/>
                  <a:pt x="487084" y="91119"/>
                  <a:pt x="491280" y="80793"/>
                </a:cubicBezTo>
                <a:cubicBezTo>
                  <a:pt x="495476" y="70468"/>
                  <a:pt x="501881" y="62394"/>
                  <a:pt x="510495" y="56572"/>
                </a:cubicBezTo>
                <a:cubicBezTo>
                  <a:pt x="519109" y="50750"/>
                  <a:pt x="530041" y="47838"/>
                  <a:pt x="543293" y="47838"/>
                </a:cubicBezTo>
                <a:cubicBezTo>
                  <a:pt x="560873" y="47838"/>
                  <a:pt x="574655" y="53289"/>
                  <a:pt x="584638" y="64192"/>
                </a:cubicBezTo>
                <a:cubicBezTo>
                  <a:pt x="594621" y="75091"/>
                  <a:pt x="599612" y="90761"/>
                  <a:pt x="599612" y="111202"/>
                </a:cubicBezTo>
                <a:cubicBezTo>
                  <a:pt x="599612" y="112566"/>
                  <a:pt x="599568" y="114179"/>
                  <a:pt x="599480" y="116043"/>
                </a:cubicBezTo>
                <a:cubicBezTo>
                  <a:pt x="599391" y="117903"/>
                  <a:pt x="599259" y="119242"/>
                  <a:pt x="599082" y="120060"/>
                </a:cubicBezTo>
                <a:lnTo>
                  <a:pt x="507116" y="120060"/>
                </a:lnTo>
                <a:cubicBezTo>
                  <a:pt x="507204" y="128811"/>
                  <a:pt x="508551" y="136849"/>
                  <a:pt x="511158" y="144173"/>
                </a:cubicBezTo>
                <a:cubicBezTo>
                  <a:pt x="513764" y="151498"/>
                  <a:pt x="517894" y="157371"/>
                  <a:pt x="523548" y="161794"/>
                </a:cubicBezTo>
                <a:cubicBezTo>
                  <a:pt x="529202" y="166217"/>
                  <a:pt x="536667" y="168428"/>
                  <a:pt x="545943" y="168428"/>
                </a:cubicBezTo>
                <a:cubicBezTo>
                  <a:pt x="555838" y="168428"/>
                  <a:pt x="563568" y="165990"/>
                  <a:pt x="569133" y="161115"/>
                </a:cubicBezTo>
                <a:cubicBezTo>
                  <a:pt x="574699" y="156239"/>
                  <a:pt x="577614" y="149205"/>
                  <a:pt x="577879" y="140012"/>
                </a:cubicBezTo>
                <a:lnTo>
                  <a:pt x="599745" y="140012"/>
                </a:lnTo>
                <a:cubicBezTo>
                  <a:pt x="599480" y="149395"/>
                  <a:pt x="597138" y="157482"/>
                  <a:pt x="592721" y="164270"/>
                </a:cubicBezTo>
                <a:cubicBezTo>
                  <a:pt x="588304" y="171059"/>
                  <a:pt x="582120" y="176299"/>
                  <a:pt x="574169" y="179990"/>
                </a:cubicBezTo>
                <a:cubicBezTo>
                  <a:pt x="566218" y="183678"/>
                  <a:pt x="556809" y="185523"/>
                  <a:pt x="545943" y="185523"/>
                </a:cubicBezTo>
                <a:moveTo>
                  <a:pt x="507248" y="103893"/>
                </a:moveTo>
                <a:lnTo>
                  <a:pt x="577747" y="103893"/>
                </a:lnTo>
                <a:cubicBezTo>
                  <a:pt x="577482" y="91235"/>
                  <a:pt x="574346" y="81555"/>
                  <a:pt x="568338" y="74855"/>
                </a:cubicBezTo>
                <a:cubicBezTo>
                  <a:pt x="562331" y="68152"/>
                  <a:pt x="553982" y="64800"/>
                  <a:pt x="543293" y="64800"/>
                </a:cubicBezTo>
                <a:cubicBezTo>
                  <a:pt x="532515" y="64800"/>
                  <a:pt x="524056" y="68128"/>
                  <a:pt x="517916" y="74785"/>
                </a:cubicBezTo>
                <a:cubicBezTo>
                  <a:pt x="511776" y="81438"/>
                  <a:pt x="508220" y="91141"/>
                  <a:pt x="507248" y="103893"/>
                </a:cubicBezTo>
                <a:close/>
                <a:moveTo>
                  <a:pt x="689393" y="183137"/>
                </a:moveTo>
                <a:lnTo>
                  <a:pt x="689393" y="4771"/>
                </a:lnTo>
                <a:lnTo>
                  <a:pt x="753796" y="4771"/>
                </a:lnTo>
                <a:cubicBezTo>
                  <a:pt x="764839" y="4771"/>
                  <a:pt x="774778" y="6866"/>
                  <a:pt x="783612" y="11057"/>
                </a:cubicBezTo>
                <a:cubicBezTo>
                  <a:pt x="792447" y="15248"/>
                  <a:pt x="799426" y="21425"/>
                  <a:pt x="804550" y="29588"/>
                </a:cubicBezTo>
                <a:cubicBezTo>
                  <a:pt x="809674" y="37749"/>
                  <a:pt x="812236" y="47742"/>
                  <a:pt x="812236" y="59566"/>
                </a:cubicBezTo>
                <a:cubicBezTo>
                  <a:pt x="812236" y="71125"/>
                  <a:pt x="809674" y="80832"/>
                  <a:pt x="804550" y="88686"/>
                </a:cubicBezTo>
                <a:cubicBezTo>
                  <a:pt x="799426" y="96538"/>
                  <a:pt x="792447" y="102493"/>
                  <a:pt x="783612" y="106551"/>
                </a:cubicBezTo>
                <a:cubicBezTo>
                  <a:pt x="774778" y="110610"/>
                  <a:pt x="764839" y="112639"/>
                  <a:pt x="753796" y="112639"/>
                </a:cubicBezTo>
                <a:lnTo>
                  <a:pt x="713246" y="112639"/>
                </a:lnTo>
                <a:lnTo>
                  <a:pt x="713246" y="183137"/>
                </a:lnTo>
                <a:lnTo>
                  <a:pt x="689393" y="183137"/>
                </a:lnTo>
                <a:moveTo>
                  <a:pt x="713246" y="92894"/>
                </a:moveTo>
                <a:lnTo>
                  <a:pt x="751941" y="92894"/>
                </a:lnTo>
                <a:cubicBezTo>
                  <a:pt x="762719" y="92894"/>
                  <a:pt x="771443" y="90139"/>
                  <a:pt x="778113" y="84628"/>
                </a:cubicBezTo>
                <a:cubicBezTo>
                  <a:pt x="784783" y="79118"/>
                  <a:pt x="788118" y="70764"/>
                  <a:pt x="788118" y="59566"/>
                </a:cubicBezTo>
                <a:cubicBezTo>
                  <a:pt x="788118" y="47573"/>
                  <a:pt x="784761" y="38711"/>
                  <a:pt x="778047" y="32980"/>
                </a:cubicBezTo>
                <a:cubicBezTo>
                  <a:pt x="771332" y="27249"/>
                  <a:pt x="762630" y="24383"/>
                  <a:pt x="751941" y="24383"/>
                </a:cubicBezTo>
                <a:lnTo>
                  <a:pt x="713246" y="24383"/>
                </a:lnTo>
                <a:lnTo>
                  <a:pt x="713246" y="92894"/>
                </a:lnTo>
                <a:close/>
                <a:moveTo>
                  <a:pt x="885998" y="185523"/>
                </a:moveTo>
                <a:cubicBezTo>
                  <a:pt x="871952" y="185523"/>
                  <a:pt x="860445" y="182498"/>
                  <a:pt x="851478" y="176449"/>
                </a:cubicBezTo>
                <a:cubicBezTo>
                  <a:pt x="842511" y="170398"/>
                  <a:pt x="835863" y="162165"/>
                  <a:pt x="831534" y="151752"/>
                </a:cubicBezTo>
                <a:cubicBezTo>
                  <a:pt x="827205" y="141335"/>
                  <a:pt x="825041" y="129623"/>
                  <a:pt x="825041" y="116614"/>
                </a:cubicBezTo>
                <a:cubicBezTo>
                  <a:pt x="825041" y="103059"/>
                  <a:pt x="827139" y="91119"/>
                  <a:pt x="831335" y="80793"/>
                </a:cubicBezTo>
                <a:cubicBezTo>
                  <a:pt x="835532" y="70468"/>
                  <a:pt x="841937" y="62394"/>
                  <a:pt x="850550" y="56572"/>
                </a:cubicBezTo>
                <a:cubicBezTo>
                  <a:pt x="859164" y="50750"/>
                  <a:pt x="870096" y="47838"/>
                  <a:pt x="883348" y="47838"/>
                </a:cubicBezTo>
                <a:cubicBezTo>
                  <a:pt x="900929" y="47838"/>
                  <a:pt x="914710" y="53289"/>
                  <a:pt x="924693" y="64192"/>
                </a:cubicBezTo>
                <a:cubicBezTo>
                  <a:pt x="934676" y="75091"/>
                  <a:pt x="939667" y="90761"/>
                  <a:pt x="939667" y="111202"/>
                </a:cubicBezTo>
                <a:cubicBezTo>
                  <a:pt x="939667" y="112566"/>
                  <a:pt x="939623" y="114179"/>
                  <a:pt x="939535" y="116043"/>
                </a:cubicBezTo>
                <a:cubicBezTo>
                  <a:pt x="939447" y="117903"/>
                  <a:pt x="939314" y="119242"/>
                  <a:pt x="939137" y="120060"/>
                </a:cubicBezTo>
                <a:lnTo>
                  <a:pt x="847171" y="120060"/>
                </a:lnTo>
                <a:cubicBezTo>
                  <a:pt x="847260" y="128811"/>
                  <a:pt x="848607" y="136849"/>
                  <a:pt x="851213" y="144173"/>
                </a:cubicBezTo>
                <a:cubicBezTo>
                  <a:pt x="853819" y="151498"/>
                  <a:pt x="857949" y="157371"/>
                  <a:pt x="863603" y="161794"/>
                </a:cubicBezTo>
                <a:cubicBezTo>
                  <a:pt x="869257" y="166217"/>
                  <a:pt x="876722" y="168428"/>
                  <a:pt x="885998" y="168428"/>
                </a:cubicBezTo>
                <a:cubicBezTo>
                  <a:pt x="895893" y="168428"/>
                  <a:pt x="903623" y="165990"/>
                  <a:pt x="909189" y="161115"/>
                </a:cubicBezTo>
                <a:cubicBezTo>
                  <a:pt x="914754" y="156239"/>
                  <a:pt x="917670" y="149205"/>
                  <a:pt x="917935" y="140012"/>
                </a:cubicBezTo>
                <a:lnTo>
                  <a:pt x="939800" y="140012"/>
                </a:lnTo>
                <a:cubicBezTo>
                  <a:pt x="939535" y="149395"/>
                  <a:pt x="937194" y="157482"/>
                  <a:pt x="932777" y="164270"/>
                </a:cubicBezTo>
                <a:cubicBezTo>
                  <a:pt x="928359" y="171059"/>
                  <a:pt x="922175" y="176299"/>
                  <a:pt x="914224" y="179990"/>
                </a:cubicBezTo>
                <a:cubicBezTo>
                  <a:pt x="906273" y="183678"/>
                  <a:pt x="896865" y="185523"/>
                  <a:pt x="885998" y="185523"/>
                </a:cubicBezTo>
                <a:moveTo>
                  <a:pt x="847304" y="103893"/>
                </a:moveTo>
                <a:lnTo>
                  <a:pt x="917802" y="103893"/>
                </a:lnTo>
                <a:cubicBezTo>
                  <a:pt x="917537" y="91235"/>
                  <a:pt x="914401" y="81555"/>
                  <a:pt x="908394" y="74855"/>
                </a:cubicBezTo>
                <a:cubicBezTo>
                  <a:pt x="902386" y="68152"/>
                  <a:pt x="894038" y="64800"/>
                  <a:pt x="883348" y="64800"/>
                </a:cubicBezTo>
                <a:cubicBezTo>
                  <a:pt x="872570" y="64800"/>
                  <a:pt x="864111" y="68128"/>
                  <a:pt x="857971" y="74785"/>
                </a:cubicBezTo>
                <a:cubicBezTo>
                  <a:pt x="851831" y="81438"/>
                  <a:pt x="848275" y="91141"/>
                  <a:pt x="847304" y="103893"/>
                </a:cubicBezTo>
                <a:close/>
                <a:moveTo>
                  <a:pt x="976982" y="183137"/>
                </a:moveTo>
                <a:lnTo>
                  <a:pt x="976982" y="50091"/>
                </a:lnTo>
                <a:lnTo>
                  <a:pt x="997787" y="50091"/>
                </a:lnTo>
                <a:lnTo>
                  <a:pt x="998582" y="71426"/>
                </a:lnTo>
                <a:cubicBezTo>
                  <a:pt x="1002204" y="64712"/>
                  <a:pt x="1007240" y="59102"/>
                  <a:pt x="1013689" y="54597"/>
                </a:cubicBezTo>
                <a:cubicBezTo>
                  <a:pt x="1020138" y="50091"/>
                  <a:pt x="1028530" y="47838"/>
                  <a:pt x="1038867" y="47838"/>
                </a:cubicBezTo>
                <a:lnTo>
                  <a:pt x="1041517" y="47838"/>
                </a:lnTo>
                <a:lnTo>
                  <a:pt x="1041517" y="68113"/>
                </a:lnTo>
                <a:lnTo>
                  <a:pt x="1038469" y="68113"/>
                </a:lnTo>
                <a:cubicBezTo>
                  <a:pt x="1032020" y="68113"/>
                  <a:pt x="1026366" y="68988"/>
                  <a:pt x="1021507" y="70739"/>
                </a:cubicBezTo>
                <a:cubicBezTo>
                  <a:pt x="1016648" y="72486"/>
                  <a:pt x="1012408" y="74902"/>
                  <a:pt x="1008786" y="77986"/>
                </a:cubicBezTo>
                <a:cubicBezTo>
                  <a:pt x="1005163" y="81069"/>
                  <a:pt x="1001939" y="84636"/>
                  <a:pt x="999112" y="88686"/>
                </a:cubicBezTo>
                <a:lnTo>
                  <a:pt x="999112" y="183137"/>
                </a:lnTo>
                <a:lnTo>
                  <a:pt x="976982" y="183137"/>
                </a:lnTo>
                <a:close/>
                <a:moveTo>
                  <a:pt x="1108252" y="183137"/>
                </a:moveTo>
                <a:cubicBezTo>
                  <a:pt x="1097827" y="183137"/>
                  <a:pt x="1089832" y="181421"/>
                  <a:pt x="1084266" y="177990"/>
                </a:cubicBezTo>
                <a:cubicBezTo>
                  <a:pt x="1078701" y="174558"/>
                  <a:pt x="1074880" y="169618"/>
                  <a:pt x="1072804" y="163169"/>
                </a:cubicBezTo>
                <a:cubicBezTo>
                  <a:pt x="1070728" y="156717"/>
                  <a:pt x="1069690" y="148962"/>
                  <a:pt x="1069690" y="139904"/>
                </a:cubicBezTo>
                <a:lnTo>
                  <a:pt x="1069690" y="67981"/>
                </a:lnTo>
                <a:lnTo>
                  <a:pt x="1048090" y="67981"/>
                </a:lnTo>
                <a:lnTo>
                  <a:pt x="1048090" y="50091"/>
                </a:lnTo>
                <a:lnTo>
                  <a:pt x="1069690" y="50091"/>
                </a:lnTo>
                <a:lnTo>
                  <a:pt x="1069690" y="20540"/>
                </a:lnTo>
                <a:lnTo>
                  <a:pt x="1091687" y="20540"/>
                </a:lnTo>
                <a:lnTo>
                  <a:pt x="1091687" y="50091"/>
                </a:lnTo>
                <a:lnTo>
                  <a:pt x="1123491" y="50091"/>
                </a:lnTo>
                <a:lnTo>
                  <a:pt x="1123491" y="67981"/>
                </a:lnTo>
                <a:lnTo>
                  <a:pt x="1091687" y="67981"/>
                </a:lnTo>
                <a:lnTo>
                  <a:pt x="1091687" y="139274"/>
                </a:lnTo>
                <a:cubicBezTo>
                  <a:pt x="1091687" y="147656"/>
                  <a:pt x="1092725" y="154080"/>
                  <a:pt x="1094802" y="158547"/>
                </a:cubicBezTo>
                <a:cubicBezTo>
                  <a:pt x="1096878" y="163014"/>
                  <a:pt x="1101847" y="165248"/>
                  <a:pt x="1109710" y="165248"/>
                </a:cubicBezTo>
                <a:lnTo>
                  <a:pt x="1123756" y="165248"/>
                </a:lnTo>
                <a:lnTo>
                  <a:pt x="1123756" y="183137"/>
                </a:lnTo>
                <a:lnTo>
                  <a:pt x="1108252" y="183137"/>
                </a:lnTo>
                <a:close/>
                <a:moveTo>
                  <a:pt x="1193792" y="185523"/>
                </a:moveTo>
                <a:cubicBezTo>
                  <a:pt x="1178862" y="185523"/>
                  <a:pt x="1168084" y="181232"/>
                  <a:pt x="1161458" y="172652"/>
                </a:cubicBezTo>
                <a:cubicBezTo>
                  <a:pt x="1154832" y="164069"/>
                  <a:pt x="1151519" y="152246"/>
                  <a:pt x="1151519" y="137183"/>
                </a:cubicBezTo>
                <a:lnTo>
                  <a:pt x="1151519" y="50091"/>
                </a:lnTo>
                <a:lnTo>
                  <a:pt x="1173782" y="50091"/>
                </a:lnTo>
                <a:lnTo>
                  <a:pt x="1173782" y="134512"/>
                </a:lnTo>
                <a:cubicBezTo>
                  <a:pt x="1173782" y="140572"/>
                  <a:pt x="1174445" y="145989"/>
                  <a:pt x="1175770" y="150762"/>
                </a:cubicBezTo>
                <a:cubicBezTo>
                  <a:pt x="1177095" y="155535"/>
                  <a:pt x="1179613" y="159254"/>
                  <a:pt x="1183323" y="161918"/>
                </a:cubicBezTo>
                <a:cubicBezTo>
                  <a:pt x="1187034" y="164579"/>
                  <a:pt x="1192379" y="165910"/>
                  <a:pt x="1199358" y="165910"/>
                </a:cubicBezTo>
                <a:cubicBezTo>
                  <a:pt x="1209076" y="165910"/>
                  <a:pt x="1217203" y="163822"/>
                  <a:pt x="1223741" y="159645"/>
                </a:cubicBezTo>
                <a:cubicBezTo>
                  <a:pt x="1230278" y="155468"/>
                  <a:pt x="1235535" y="150624"/>
                  <a:pt x="1239510" y="145113"/>
                </a:cubicBezTo>
                <a:lnTo>
                  <a:pt x="1239510" y="50091"/>
                </a:lnTo>
                <a:lnTo>
                  <a:pt x="1261773" y="50091"/>
                </a:lnTo>
                <a:lnTo>
                  <a:pt x="1261773" y="183137"/>
                </a:lnTo>
                <a:lnTo>
                  <a:pt x="1240438" y="183137"/>
                </a:lnTo>
                <a:lnTo>
                  <a:pt x="1239775" y="163657"/>
                </a:lnTo>
                <a:cubicBezTo>
                  <a:pt x="1235623" y="168781"/>
                  <a:pt x="1229770" y="173706"/>
                  <a:pt x="1222217" y="178433"/>
                </a:cubicBezTo>
                <a:cubicBezTo>
                  <a:pt x="1214663" y="183159"/>
                  <a:pt x="1205188" y="185523"/>
                  <a:pt x="1193792" y="185523"/>
                </a:cubicBezTo>
                <a:close/>
                <a:moveTo>
                  <a:pt x="1304553" y="183137"/>
                </a:moveTo>
                <a:lnTo>
                  <a:pt x="1304553" y="50091"/>
                </a:lnTo>
                <a:lnTo>
                  <a:pt x="1325358" y="50091"/>
                </a:lnTo>
                <a:lnTo>
                  <a:pt x="1326153" y="71426"/>
                </a:lnTo>
                <a:cubicBezTo>
                  <a:pt x="1329775" y="64712"/>
                  <a:pt x="1334811" y="59102"/>
                  <a:pt x="1341260" y="54597"/>
                </a:cubicBezTo>
                <a:cubicBezTo>
                  <a:pt x="1347709" y="50091"/>
                  <a:pt x="1356102" y="47838"/>
                  <a:pt x="1366438" y="47838"/>
                </a:cubicBezTo>
                <a:lnTo>
                  <a:pt x="1369089" y="47838"/>
                </a:lnTo>
                <a:lnTo>
                  <a:pt x="1369089" y="68113"/>
                </a:lnTo>
                <a:lnTo>
                  <a:pt x="1366041" y="68113"/>
                </a:lnTo>
                <a:cubicBezTo>
                  <a:pt x="1359592" y="68113"/>
                  <a:pt x="1353938" y="68988"/>
                  <a:pt x="1349079" y="70739"/>
                </a:cubicBezTo>
                <a:cubicBezTo>
                  <a:pt x="1344220" y="72486"/>
                  <a:pt x="1339979" y="74902"/>
                  <a:pt x="1336357" y="77986"/>
                </a:cubicBezTo>
                <a:cubicBezTo>
                  <a:pt x="1332735" y="81069"/>
                  <a:pt x="1329510" y="84636"/>
                  <a:pt x="1326683" y="88686"/>
                </a:cubicBezTo>
                <a:lnTo>
                  <a:pt x="1326683" y="183137"/>
                </a:lnTo>
                <a:lnTo>
                  <a:pt x="1304553" y="183137"/>
                </a:lnTo>
                <a:close/>
                <a:moveTo>
                  <a:pt x="1455708" y="185523"/>
                </a:moveTo>
                <a:cubicBezTo>
                  <a:pt x="1446166" y="185523"/>
                  <a:pt x="1438039" y="183689"/>
                  <a:pt x="1431325" y="180023"/>
                </a:cubicBezTo>
                <a:cubicBezTo>
                  <a:pt x="1424610" y="176357"/>
                  <a:pt x="1419133" y="171299"/>
                  <a:pt x="1414893" y="164850"/>
                </a:cubicBezTo>
                <a:lnTo>
                  <a:pt x="1413700" y="183137"/>
                </a:lnTo>
                <a:lnTo>
                  <a:pt x="1393027" y="183137"/>
                </a:lnTo>
                <a:lnTo>
                  <a:pt x="1393027" y="4771"/>
                </a:lnTo>
                <a:lnTo>
                  <a:pt x="1415158" y="4771"/>
                </a:lnTo>
                <a:lnTo>
                  <a:pt x="1415158" y="70764"/>
                </a:lnTo>
                <a:cubicBezTo>
                  <a:pt x="1419663" y="63961"/>
                  <a:pt x="1425560" y="58440"/>
                  <a:pt x="1432849" y="54199"/>
                </a:cubicBezTo>
                <a:cubicBezTo>
                  <a:pt x="1440137" y="49959"/>
                  <a:pt x="1448684" y="47838"/>
                  <a:pt x="1458490" y="47838"/>
                </a:cubicBezTo>
                <a:cubicBezTo>
                  <a:pt x="1469003" y="47838"/>
                  <a:pt x="1478103" y="50409"/>
                  <a:pt x="1485789" y="55549"/>
                </a:cubicBezTo>
                <a:cubicBezTo>
                  <a:pt x="1493475" y="60690"/>
                  <a:pt x="1499416" y="68355"/>
                  <a:pt x="1503612" y="78545"/>
                </a:cubicBezTo>
                <a:cubicBezTo>
                  <a:pt x="1507808" y="88732"/>
                  <a:pt x="1509907" y="101422"/>
                  <a:pt x="1509907" y="116614"/>
                </a:cubicBezTo>
                <a:cubicBezTo>
                  <a:pt x="1509907" y="131713"/>
                  <a:pt x="1507676" y="144380"/>
                  <a:pt x="1503215" y="154617"/>
                </a:cubicBezTo>
                <a:cubicBezTo>
                  <a:pt x="1498753" y="164851"/>
                  <a:pt x="1492459" y="172561"/>
                  <a:pt x="1484331" y="177745"/>
                </a:cubicBezTo>
                <a:cubicBezTo>
                  <a:pt x="1476203" y="182930"/>
                  <a:pt x="1466662" y="185523"/>
                  <a:pt x="1455708" y="185523"/>
                </a:cubicBezTo>
                <a:moveTo>
                  <a:pt x="1451600" y="167368"/>
                </a:moveTo>
                <a:cubicBezTo>
                  <a:pt x="1463261" y="167368"/>
                  <a:pt x="1472095" y="162978"/>
                  <a:pt x="1478103" y="154199"/>
                </a:cubicBezTo>
                <a:cubicBezTo>
                  <a:pt x="1484110" y="145420"/>
                  <a:pt x="1487114" y="132985"/>
                  <a:pt x="1487114" y="116896"/>
                </a:cubicBezTo>
                <a:cubicBezTo>
                  <a:pt x="1487114" y="100348"/>
                  <a:pt x="1484309" y="87661"/>
                  <a:pt x="1478699" y="78835"/>
                </a:cubicBezTo>
                <a:cubicBezTo>
                  <a:pt x="1473089" y="70009"/>
                  <a:pt x="1464807" y="65595"/>
                  <a:pt x="1453852" y="65595"/>
                </a:cubicBezTo>
                <a:cubicBezTo>
                  <a:pt x="1444576" y="65595"/>
                  <a:pt x="1436736" y="68170"/>
                  <a:pt x="1430331" y="73319"/>
                </a:cubicBezTo>
                <a:cubicBezTo>
                  <a:pt x="1423926" y="78467"/>
                  <a:pt x="1418868" y="84719"/>
                  <a:pt x="1415158" y="92074"/>
                </a:cubicBezTo>
                <a:lnTo>
                  <a:pt x="1415158" y="143788"/>
                </a:lnTo>
                <a:cubicBezTo>
                  <a:pt x="1418603" y="150591"/>
                  <a:pt x="1423329" y="156221"/>
                  <a:pt x="1429337" y="160680"/>
                </a:cubicBezTo>
                <a:cubicBezTo>
                  <a:pt x="1435344" y="165138"/>
                  <a:pt x="1442765" y="167368"/>
                  <a:pt x="1451600" y="167368"/>
                </a:cubicBezTo>
                <a:close/>
                <a:moveTo>
                  <a:pt x="1577726" y="185523"/>
                </a:moveTo>
                <a:cubicBezTo>
                  <a:pt x="1570305" y="185523"/>
                  <a:pt x="1563525" y="184074"/>
                  <a:pt x="1557385" y="181178"/>
                </a:cubicBezTo>
                <a:cubicBezTo>
                  <a:pt x="1551245" y="178282"/>
                  <a:pt x="1546342" y="174006"/>
                  <a:pt x="1542675" y="168349"/>
                </a:cubicBezTo>
                <a:cubicBezTo>
                  <a:pt x="1539009" y="162692"/>
                  <a:pt x="1537176" y="155701"/>
                  <a:pt x="1537176" y="147374"/>
                </a:cubicBezTo>
                <a:cubicBezTo>
                  <a:pt x="1537176" y="135520"/>
                  <a:pt x="1540798" y="126516"/>
                  <a:pt x="1548042" y="120362"/>
                </a:cubicBezTo>
                <a:cubicBezTo>
                  <a:pt x="1555287" y="114208"/>
                  <a:pt x="1565534" y="110023"/>
                  <a:pt x="1578786" y="107806"/>
                </a:cubicBezTo>
                <a:cubicBezTo>
                  <a:pt x="1592038" y="105589"/>
                  <a:pt x="1607542" y="104390"/>
                  <a:pt x="1625299" y="104207"/>
                </a:cubicBezTo>
                <a:lnTo>
                  <a:pt x="1625299" y="94712"/>
                </a:lnTo>
                <a:cubicBezTo>
                  <a:pt x="1625299" y="83075"/>
                  <a:pt x="1622561" y="75092"/>
                  <a:pt x="1617083" y="70764"/>
                </a:cubicBezTo>
                <a:cubicBezTo>
                  <a:pt x="1611606" y="66435"/>
                  <a:pt x="1604671" y="64270"/>
                  <a:pt x="1596278" y="64270"/>
                </a:cubicBezTo>
                <a:cubicBezTo>
                  <a:pt x="1587355" y="64270"/>
                  <a:pt x="1579846" y="66629"/>
                  <a:pt x="1573750" y="71347"/>
                </a:cubicBezTo>
                <a:cubicBezTo>
                  <a:pt x="1567655" y="76066"/>
                  <a:pt x="1564607" y="83513"/>
                  <a:pt x="1564607" y="93689"/>
                </a:cubicBezTo>
                <a:lnTo>
                  <a:pt x="1543139" y="93689"/>
                </a:lnTo>
                <a:cubicBezTo>
                  <a:pt x="1543139" y="82773"/>
                  <a:pt x="1545414" y="73949"/>
                  <a:pt x="1549964" y="67219"/>
                </a:cubicBezTo>
                <a:cubicBezTo>
                  <a:pt x="1554513" y="60485"/>
                  <a:pt x="1560786" y="55573"/>
                  <a:pt x="1568781" y="52481"/>
                </a:cubicBezTo>
                <a:cubicBezTo>
                  <a:pt x="1576776" y="49386"/>
                  <a:pt x="1585942" y="47838"/>
                  <a:pt x="1596278" y="47838"/>
                </a:cubicBezTo>
                <a:cubicBezTo>
                  <a:pt x="1602904" y="47838"/>
                  <a:pt x="1609243" y="48476"/>
                  <a:pt x="1615294" y="49752"/>
                </a:cubicBezTo>
                <a:cubicBezTo>
                  <a:pt x="1621346" y="51024"/>
                  <a:pt x="1626779" y="53345"/>
                  <a:pt x="1631594" y="56713"/>
                </a:cubicBezTo>
                <a:cubicBezTo>
                  <a:pt x="1636408" y="60081"/>
                  <a:pt x="1640229" y="64792"/>
                  <a:pt x="1643056" y="70846"/>
                </a:cubicBezTo>
                <a:cubicBezTo>
                  <a:pt x="1645883" y="76898"/>
                  <a:pt x="1647297" y="84701"/>
                  <a:pt x="1647297" y="94256"/>
                </a:cubicBezTo>
                <a:lnTo>
                  <a:pt x="1647297" y="183137"/>
                </a:lnTo>
                <a:lnTo>
                  <a:pt x="1626624" y="183137"/>
                </a:lnTo>
                <a:lnTo>
                  <a:pt x="1625697" y="163525"/>
                </a:lnTo>
                <a:cubicBezTo>
                  <a:pt x="1619778" y="170151"/>
                  <a:pt x="1612909" y="175473"/>
                  <a:pt x="1605090" y="179493"/>
                </a:cubicBezTo>
                <a:cubicBezTo>
                  <a:pt x="1597272" y="183513"/>
                  <a:pt x="1588150" y="185523"/>
                  <a:pt x="1577726" y="185523"/>
                </a:cubicBezTo>
                <a:moveTo>
                  <a:pt x="1583557" y="168560"/>
                </a:moveTo>
                <a:cubicBezTo>
                  <a:pt x="1592391" y="168560"/>
                  <a:pt x="1600342" y="166402"/>
                  <a:pt x="1607410" y="162084"/>
                </a:cubicBezTo>
                <a:cubicBezTo>
                  <a:pt x="1614477" y="157763"/>
                  <a:pt x="1620396" y="152295"/>
                  <a:pt x="1625167" y="145681"/>
                </a:cubicBezTo>
                <a:lnTo>
                  <a:pt x="1625167" y="118387"/>
                </a:lnTo>
                <a:cubicBezTo>
                  <a:pt x="1601667" y="118663"/>
                  <a:pt x="1584816" y="120961"/>
                  <a:pt x="1574612" y="125282"/>
                </a:cubicBezTo>
                <a:cubicBezTo>
                  <a:pt x="1564408" y="129599"/>
                  <a:pt x="1559306" y="136674"/>
                  <a:pt x="1559306" y="146505"/>
                </a:cubicBezTo>
                <a:cubicBezTo>
                  <a:pt x="1559306" y="153213"/>
                  <a:pt x="1561360" y="158567"/>
                  <a:pt x="1565468" y="162564"/>
                </a:cubicBezTo>
                <a:cubicBezTo>
                  <a:pt x="1569576" y="166562"/>
                  <a:pt x="1575606" y="168560"/>
                  <a:pt x="1583557" y="168560"/>
                </a:cubicBezTo>
                <a:close/>
                <a:moveTo>
                  <a:pt x="1726214" y="183137"/>
                </a:moveTo>
                <a:cubicBezTo>
                  <a:pt x="1715789" y="183137"/>
                  <a:pt x="1707794" y="181421"/>
                  <a:pt x="1702229" y="177990"/>
                </a:cubicBezTo>
                <a:cubicBezTo>
                  <a:pt x="1696663" y="174558"/>
                  <a:pt x="1692842" y="169618"/>
                  <a:pt x="1690766" y="163169"/>
                </a:cubicBezTo>
                <a:cubicBezTo>
                  <a:pt x="1688690" y="156717"/>
                  <a:pt x="1687652" y="148962"/>
                  <a:pt x="1687652" y="139904"/>
                </a:cubicBezTo>
                <a:lnTo>
                  <a:pt x="1687652" y="67981"/>
                </a:lnTo>
                <a:lnTo>
                  <a:pt x="1666052" y="67981"/>
                </a:lnTo>
                <a:lnTo>
                  <a:pt x="1666052" y="50091"/>
                </a:lnTo>
                <a:lnTo>
                  <a:pt x="1687652" y="50091"/>
                </a:lnTo>
                <a:lnTo>
                  <a:pt x="1687652" y="20540"/>
                </a:lnTo>
                <a:lnTo>
                  <a:pt x="1709649" y="20540"/>
                </a:lnTo>
                <a:lnTo>
                  <a:pt x="1709649" y="50091"/>
                </a:lnTo>
                <a:lnTo>
                  <a:pt x="1741453" y="50091"/>
                </a:lnTo>
                <a:lnTo>
                  <a:pt x="1741453" y="67981"/>
                </a:lnTo>
                <a:lnTo>
                  <a:pt x="1709649" y="67981"/>
                </a:lnTo>
                <a:lnTo>
                  <a:pt x="1709649" y="139274"/>
                </a:lnTo>
                <a:cubicBezTo>
                  <a:pt x="1709649" y="147656"/>
                  <a:pt x="1710688" y="154080"/>
                  <a:pt x="1712764" y="158547"/>
                </a:cubicBezTo>
                <a:cubicBezTo>
                  <a:pt x="1714840" y="163014"/>
                  <a:pt x="1719809" y="165248"/>
                  <a:pt x="1727672" y="165248"/>
                </a:cubicBezTo>
                <a:lnTo>
                  <a:pt x="1741718" y="165248"/>
                </a:lnTo>
                <a:lnTo>
                  <a:pt x="1741718" y="183137"/>
                </a:lnTo>
                <a:lnTo>
                  <a:pt x="1726214" y="183137"/>
                </a:lnTo>
                <a:close/>
                <a:moveTo>
                  <a:pt x="1770806" y="183137"/>
                </a:moveTo>
                <a:lnTo>
                  <a:pt x="1770806" y="50091"/>
                </a:lnTo>
                <a:lnTo>
                  <a:pt x="1792936" y="50091"/>
                </a:lnTo>
                <a:lnTo>
                  <a:pt x="1792936" y="183137"/>
                </a:lnTo>
                <a:lnTo>
                  <a:pt x="1770806" y="183137"/>
                </a:lnTo>
                <a:moveTo>
                  <a:pt x="1781805" y="25708"/>
                </a:moveTo>
                <a:cubicBezTo>
                  <a:pt x="1777652" y="25708"/>
                  <a:pt x="1774317" y="24493"/>
                  <a:pt x="1771800" y="22064"/>
                </a:cubicBezTo>
                <a:cubicBezTo>
                  <a:pt x="1769282" y="19634"/>
                  <a:pt x="1768023" y="16565"/>
                  <a:pt x="1768023" y="12854"/>
                </a:cubicBezTo>
                <a:cubicBezTo>
                  <a:pt x="1768023" y="9144"/>
                  <a:pt x="1769282" y="6074"/>
                  <a:pt x="1771800" y="3644"/>
                </a:cubicBezTo>
                <a:cubicBezTo>
                  <a:pt x="1774317" y="1215"/>
                  <a:pt x="1777652" y="0"/>
                  <a:pt x="1781805" y="0"/>
                </a:cubicBezTo>
                <a:cubicBezTo>
                  <a:pt x="1785957" y="0"/>
                  <a:pt x="1789314" y="1215"/>
                  <a:pt x="1791876" y="3644"/>
                </a:cubicBezTo>
                <a:cubicBezTo>
                  <a:pt x="1794438" y="6074"/>
                  <a:pt x="1795719" y="9144"/>
                  <a:pt x="1795719" y="12854"/>
                </a:cubicBezTo>
                <a:cubicBezTo>
                  <a:pt x="1795719" y="16565"/>
                  <a:pt x="1794438" y="19634"/>
                  <a:pt x="1791876" y="22064"/>
                </a:cubicBezTo>
                <a:cubicBezTo>
                  <a:pt x="1789314" y="24493"/>
                  <a:pt x="1785957" y="25708"/>
                  <a:pt x="1781805" y="25708"/>
                </a:cubicBezTo>
                <a:close/>
                <a:moveTo>
                  <a:pt x="1887457" y="185523"/>
                </a:moveTo>
                <a:cubicBezTo>
                  <a:pt x="1874824" y="185523"/>
                  <a:pt x="1864002" y="182771"/>
                  <a:pt x="1854991" y="177269"/>
                </a:cubicBezTo>
                <a:cubicBezTo>
                  <a:pt x="1845980" y="171764"/>
                  <a:pt x="1839111" y="163895"/>
                  <a:pt x="1834384" y="153661"/>
                </a:cubicBezTo>
                <a:cubicBezTo>
                  <a:pt x="1829658" y="143427"/>
                  <a:pt x="1827295" y="131259"/>
                  <a:pt x="1827295" y="117157"/>
                </a:cubicBezTo>
                <a:cubicBezTo>
                  <a:pt x="1827295" y="102693"/>
                  <a:pt x="1829658" y="90299"/>
                  <a:pt x="1834384" y="79973"/>
                </a:cubicBezTo>
                <a:cubicBezTo>
                  <a:pt x="1839111" y="69648"/>
                  <a:pt x="1845980" y="61711"/>
                  <a:pt x="1854991" y="56162"/>
                </a:cubicBezTo>
                <a:cubicBezTo>
                  <a:pt x="1864002" y="50613"/>
                  <a:pt x="1874824" y="47838"/>
                  <a:pt x="1887457" y="47838"/>
                </a:cubicBezTo>
                <a:cubicBezTo>
                  <a:pt x="1900355" y="47838"/>
                  <a:pt x="1911376" y="50613"/>
                  <a:pt x="1920520" y="56162"/>
                </a:cubicBezTo>
                <a:cubicBezTo>
                  <a:pt x="1929663" y="61711"/>
                  <a:pt x="1936687" y="69648"/>
                  <a:pt x="1941590" y="79973"/>
                </a:cubicBezTo>
                <a:cubicBezTo>
                  <a:pt x="1946493" y="90299"/>
                  <a:pt x="1948945" y="102693"/>
                  <a:pt x="1948945" y="117157"/>
                </a:cubicBezTo>
                <a:cubicBezTo>
                  <a:pt x="1948945" y="131259"/>
                  <a:pt x="1946493" y="143427"/>
                  <a:pt x="1941590" y="153661"/>
                </a:cubicBezTo>
                <a:cubicBezTo>
                  <a:pt x="1936687" y="163895"/>
                  <a:pt x="1929663" y="171764"/>
                  <a:pt x="1920520" y="177269"/>
                </a:cubicBezTo>
                <a:cubicBezTo>
                  <a:pt x="1911376" y="182771"/>
                  <a:pt x="1900355" y="185523"/>
                  <a:pt x="1887457" y="185523"/>
                </a:cubicBezTo>
                <a:moveTo>
                  <a:pt x="1887457" y="167898"/>
                </a:moveTo>
                <a:cubicBezTo>
                  <a:pt x="1896998" y="167898"/>
                  <a:pt x="1904596" y="165715"/>
                  <a:pt x="1910250" y="161351"/>
                </a:cubicBezTo>
                <a:cubicBezTo>
                  <a:pt x="1915904" y="156983"/>
                  <a:pt x="1919968" y="150962"/>
                  <a:pt x="1922441" y="143287"/>
                </a:cubicBezTo>
                <a:cubicBezTo>
                  <a:pt x="1924915" y="135612"/>
                  <a:pt x="1926152" y="126905"/>
                  <a:pt x="1926152" y="117165"/>
                </a:cubicBezTo>
                <a:cubicBezTo>
                  <a:pt x="1926152" y="107237"/>
                  <a:pt x="1924915" y="98367"/>
                  <a:pt x="1922441" y="90554"/>
                </a:cubicBezTo>
                <a:cubicBezTo>
                  <a:pt x="1919968" y="82741"/>
                  <a:pt x="1915904" y="76607"/>
                  <a:pt x="1910250" y="72151"/>
                </a:cubicBezTo>
                <a:cubicBezTo>
                  <a:pt x="1904596" y="67692"/>
                  <a:pt x="1896998" y="65463"/>
                  <a:pt x="1887457" y="65463"/>
                </a:cubicBezTo>
                <a:cubicBezTo>
                  <a:pt x="1878181" y="65463"/>
                  <a:pt x="1870826" y="67692"/>
                  <a:pt x="1865393" y="72151"/>
                </a:cubicBezTo>
                <a:cubicBezTo>
                  <a:pt x="1859960" y="76607"/>
                  <a:pt x="1856051" y="82741"/>
                  <a:pt x="1853666" y="90554"/>
                </a:cubicBezTo>
                <a:cubicBezTo>
                  <a:pt x="1851280" y="98367"/>
                  <a:pt x="1850088" y="107237"/>
                  <a:pt x="1850088" y="117165"/>
                </a:cubicBezTo>
                <a:cubicBezTo>
                  <a:pt x="1850088" y="126905"/>
                  <a:pt x="1851280" y="135612"/>
                  <a:pt x="1853666" y="143287"/>
                </a:cubicBezTo>
                <a:cubicBezTo>
                  <a:pt x="1856051" y="150962"/>
                  <a:pt x="1859960" y="156983"/>
                  <a:pt x="1865393" y="161351"/>
                </a:cubicBezTo>
                <a:cubicBezTo>
                  <a:pt x="1870826" y="165715"/>
                  <a:pt x="1878181" y="167898"/>
                  <a:pt x="1887457" y="167898"/>
                </a:cubicBezTo>
                <a:close/>
                <a:moveTo>
                  <a:pt x="1985749" y="183137"/>
                </a:moveTo>
                <a:lnTo>
                  <a:pt x="1985749" y="50091"/>
                </a:lnTo>
                <a:lnTo>
                  <a:pt x="2006952" y="50091"/>
                </a:lnTo>
                <a:lnTo>
                  <a:pt x="2007747" y="69571"/>
                </a:lnTo>
                <a:cubicBezTo>
                  <a:pt x="2011722" y="64359"/>
                  <a:pt x="2017421" y="59433"/>
                  <a:pt x="2024841" y="54795"/>
                </a:cubicBezTo>
                <a:cubicBezTo>
                  <a:pt x="2032262" y="50157"/>
                  <a:pt x="2041759" y="47838"/>
                  <a:pt x="2053332" y="47838"/>
                </a:cubicBezTo>
                <a:cubicBezTo>
                  <a:pt x="2067467" y="47838"/>
                  <a:pt x="2077760" y="52152"/>
                  <a:pt x="2084209" y="60779"/>
                </a:cubicBezTo>
                <a:cubicBezTo>
                  <a:pt x="2090658" y="69407"/>
                  <a:pt x="2093882" y="81526"/>
                  <a:pt x="2093882" y="97138"/>
                </a:cubicBezTo>
                <a:lnTo>
                  <a:pt x="2093882" y="183137"/>
                </a:lnTo>
                <a:lnTo>
                  <a:pt x="2071752" y="183137"/>
                </a:lnTo>
                <a:lnTo>
                  <a:pt x="2071752" y="99983"/>
                </a:lnTo>
                <a:cubicBezTo>
                  <a:pt x="2071752" y="93465"/>
                  <a:pt x="2071090" y="87683"/>
                  <a:pt x="2069764" y="82636"/>
                </a:cubicBezTo>
                <a:cubicBezTo>
                  <a:pt x="2068439" y="77587"/>
                  <a:pt x="2066076" y="73617"/>
                  <a:pt x="2062675" y="70726"/>
                </a:cubicBezTo>
                <a:cubicBezTo>
                  <a:pt x="2059274" y="67836"/>
                  <a:pt x="2054348" y="66391"/>
                  <a:pt x="2047899" y="66391"/>
                </a:cubicBezTo>
                <a:cubicBezTo>
                  <a:pt x="2038270" y="66391"/>
                  <a:pt x="2030186" y="68663"/>
                  <a:pt x="2023649" y="73207"/>
                </a:cubicBezTo>
                <a:cubicBezTo>
                  <a:pt x="2017111" y="77748"/>
                  <a:pt x="2011855" y="82727"/>
                  <a:pt x="2007879" y="88144"/>
                </a:cubicBezTo>
                <a:lnTo>
                  <a:pt x="2007879" y="183137"/>
                </a:lnTo>
                <a:lnTo>
                  <a:pt x="1985749" y="18313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11A81-CCB7-4AAD-939E-5569744BA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3540" y="1914518"/>
            <a:ext cx="939680" cy="264876"/>
          </a:xfrm>
          <a:custGeom xmlns:a="http://schemas.openxmlformats.org/drawingml/2006/main">
            <a:pathLst>
              <a:path w="939680" h="264876" fill="none">
                <a:moveTo>
                  <a:pt x="0" y="44146"/>
                </a:moveTo>
                <a:cubicBezTo>
                  <a:pt x="0" y="19761"/>
                  <a:pt x="19761" y="0"/>
                  <a:pt x="44146" y="0"/>
                </a:cubicBezTo>
                <a:lnTo>
                  <a:pt x="895533" y="0"/>
                </a:lnTo>
                <a:cubicBezTo>
                  <a:pt x="919919" y="0"/>
                  <a:pt x="939680" y="19761"/>
                  <a:pt x="939680" y="44146"/>
                </a:cubicBezTo>
                <a:lnTo>
                  <a:pt x="939680" y="220730"/>
                </a:lnTo>
                <a:cubicBezTo>
                  <a:pt x="939680" y="245116"/>
                  <a:pt x="919919" y="264876"/>
                  <a:pt x="895533" y="264876"/>
                </a:cubicBezTo>
                <a:lnTo>
                  <a:pt x="44146" y="264876"/>
                </a:lnTo>
                <a:cubicBezTo>
                  <a:pt x="19761" y="264876"/>
                  <a:pt x="0" y="245116"/>
                  <a:pt x="0" y="220730"/>
                </a:cubicBezTo>
                <a:lnTo>
                  <a:pt x="0" y="441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7334" cap="flat">
            <a:solidFill>
              <a:srgbClr val="D45D3B"/>
            </a:solidFill>
            <a:custDash>
              <a:ds d="300003" sp="100000"/>
            </a:custDash>
            <a:miter/>
          </a:ln>
        </p:spPr>
      </p:sp>
      <p:sp>
        <p:nvSpPr>
          <p:cNvPr id="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F3408-6CF6-4D23-91C2-B01BC483E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623" y="914800"/>
            <a:ext cx="2884963" cy="1130643"/>
          </a:xfrm>
          <a:custGeom xmlns:a="http://schemas.openxmlformats.org/drawingml/2006/main">
            <a:pathLst>
              <a:path w="2884963" h="1130643">
                <a:moveTo>
                  <a:pt x="2121616" y="1109621"/>
                </a:moveTo>
                <a:lnTo>
                  <a:pt x="2060484" y="1109621"/>
                </a:lnTo>
                <a:lnTo>
                  <a:pt x="2060484" y="1130643"/>
                </a:lnTo>
                <a:lnTo>
                  <a:pt x="2142637" y="1130643"/>
                </a:lnTo>
                <a:lnTo>
                  <a:pt x="2142637" y="1107687"/>
                </a:lnTo>
                <a:lnTo>
                  <a:pt x="2121616" y="1107687"/>
                </a:lnTo>
                <a:lnTo>
                  <a:pt x="2121616" y="1109621"/>
                </a:lnTo>
                <a:close/>
                <a:moveTo>
                  <a:pt x="84172" y="1130643"/>
                </a:moveTo>
                <a:lnTo>
                  <a:pt x="84172" y="1109621"/>
                </a:lnTo>
                <a:lnTo>
                  <a:pt x="0" y="1109621"/>
                </a:lnTo>
                <a:lnTo>
                  <a:pt x="0" y="1130643"/>
                </a:lnTo>
                <a:lnTo>
                  <a:pt x="84172" y="1130643"/>
                </a:lnTo>
                <a:close/>
                <a:moveTo>
                  <a:pt x="231325" y="1130643"/>
                </a:moveTo>
                <a:lnTo>
                  <a:pt x="231325" y="1109621"/>
                </a:lnTo>
                <a:lnTo>
                  <a:pt x="147237" y="1109621"/>
                </a:lnTo>
                <a:lnTo>
                  <a:pt x="147237" y="1130643"/>
                </a:lnTo>
                <a:lnTo>
                  <a:pt x="231325" y="1130643"/>
                </a:lnTo>
                <a:close/>
                <a:moveTo>
                  <a:pt x="378479" y="1130643"/>
                </a:moveTo>
                <a:lnTo>
                  <a:pt x="378479" y="1109621"/>
                </a:lnTo>
                <a:lnTo>
                  <a:pt x="294391" y="1109621"/>
                </a:lnTo>
                <a:lnTo>
                  <a:pt x="294391" y="1130643"/>
                </a:lnTo>
                <a:lnTo>
                  <a:pt x="378479" y="1130643"/>
                </a:lnTo>
                <a:close/>
                <a:moveTo>
                  <a:pt x="525632" y="1130643"/>
                </a:moveTo>
                <a:lnTo>
                  <a:pt x="525632" y="1109621"/>
                </a:lnTo>
                <a:lnTo>
                  <a:pt x="441544" y="1109621"/>
                </a:lnTo>
                <a:lnTo>
                  <a:pt x="441544" y="1130643"/>
                </a:lnTo>
                <a:lnTo>
                  <a:pt x="525632" y="1130643"/>
                </a:lnTo>
                <a:close/>
                <a:moveTo>
                  <a:pt x="672869" y="1130643"/>
                </a:moveTo>
                <a:lnTo>
                  <a:pt x="672869" y="1109621"/>
                </a:lnTo>
                <a:lnTo>
                  <a:pt x="588698" y="1109621"/>
                </a:lnTo>
                <a:lnTo>
                  <a:pt x="588698" y="1130643"/>
                </a:lnTo>
                <a:lnTo>
                  <a:pt x="672869" y="1130643"/>
                </a:lnTo>
                <a:close/>
                <a:moveTo>
                  <a:pt x="820023" y="1130643"/>
                </a:moveTo>
                <a:lnTo>
                  <a:pt x="820023" y="1109621"/>
                </a:lnTo>
                <a:lnTo>
                  <a:pt x="735935" y="1109621"/>
                </a:lnTo>
                <a:lnTo>
                  <a:pt x="735935" y="1130643"/>
                </a:lnTo>
                <a:lnTo>
                  <a:pt x="820023" y="1130643"/>
                </a:lnTo>
                <a:close/>
                <a:moveTo>
                  <a:pt x="967176" y="1130643"/>
                </a:moveTo>
                <a:lnTo>
                  <a:pt x="967176" y="1109621"/>
                </a:lnTo>
                <a:lnTo>
                  <a:pt x="883089" y="1109621"/>
                </a:lnTo>
                <a:lnTo>
                  <a:pt x="883089" y="1130643"/>
                </a:lnTo>
                <a:lnTo>
                  <a:pt x="967176" y="1130643"/>
                </a:lnTo>
                <a:close/>
                <a:moveTo>
                  <a:pt x="1114330" y="1130643"/>
                </a:moveTo>
                <a:lnTo>
                  <a:pt x="1114330" y="1109621"/>
                </a:lnTo>
                <a:lnTo>
                  <a:pt x="1030242" y="1109621"/>
                </a:lnTo>
                <a:lnTo>
                  <a:pt x="1030242" y="1130643"/>
                </a:lnTo>
                <a:lnTo>
                  <a:pt x="1114330" y="1130643"/>
                </a:lnTo>
                <a:close/>
                <a:moveTo>
                  <a:pt x="1261567" y="1130643"/>
                </a:moveTo>
                <a:lnTo>
                  <a:pt x="1261567" y="1109621"/>
                </a:lnTo>
                <a:lnTo>
                  <a:pt x="1177479" y="1109621"/>
                </a:lnTo>
                <a:lnTo>
                  <a:pt x="1177479" y="1130643"/>
                </a:lnTo>
                <a:lnTo>
                  <a:pt x="1261567" y="1130643"/>
                </a:lnTo>
                <a:close/>
                <a:moveTo>
                  <a:pt x="1408720" y="1130643"/>
                </a:moveTo>
                <a:lnTo>
                  <a:pt x="1408720" y="1109621"/>
                </a:lnTo>
                <a:lnTo>
                  <a:pt x="1324633" y="1109621"/>
                </a:lnTo>
                <a:lnTo>
                  <a:pt x="1324633" y="1130643"/>
                </a:lnTo>
                <a:lnTo>
                  <a:pt x="1408720" y="1130643"/>
                </a:lnTo>
                <a:close/>
                <a:moveTo>
                  <a:pt x="1555874" y="1130643"/>
                </a:moveTo>
                <a:lnTo>
                  <a:pt x="1555874" y="1109621"/>
                </a:lnTo>
                <a:lnTo>
                  <a:pt x="1471786" y="1109621"/>
                </a:lnTo>
                <a:lnTo>
                  <a:pt x="1471786" y="1130643"/>
                </a:lnTo>
                <a:lnTo>
                  <a:pt x="1555874" y="1130643"/>
                </a:lnTo>
                <a:close/>
                <a:moveTo>
                  <a:pt x="1703027" y="1130643"/>
                </a:moveTo>
                <a:lnTo>
                  <a:pt x="1703027" y="1109621"/>
                </a:lnTo>
                <a:lnTo>
                  <a:pt x="1618940" y="1109621"/>
                </a:lnTo>
                <a:lnTo>
                  <a:pt x="1618940" y="1130643"/>
                </a:lnTo>
                <a:lnTo>
                  <a:pt x="1703027" y="1130643"/>
                </a:lnTo>
                <a:close/>
                <a:moveTo>
                  <a:pt x="1850265" y="1130643"/>
                </a:moveTo>
                <a:lnTo>
                  <a:pt x="1850265" y="1109621"/>
                </a:lnTo>
                <a:lnTo>
                  <a:pt x="1766177" y="1109621"/>
                </a:lnTo>
                <a:lnTo>
                  <a:pt x="1766177" y="1130643"/>
                </a:lnTo>
                <a:lnTo>
                  <a:pt x="1850265" y="1130643"/>
                </a:lnTo>
                <a:close/>
                <a:moveTo>
                  <a:pt x="1997418" y="1130643"/>
                </a:moveTo>
                <a:lnTo>
                  <a:pt x="1997418" y="1109621"/>
                </a:lnTo>
                <a:lnTo>
                  <a:pt x="1913330" y="1109621"/>
                </a:lnTo>
                <a:lnTo>
                  <a:pt x="1913330" y="1130643"/>
                </a:lnTo>
                <a:lnTo>
                  <a:pt x="1997418" y="1130643"/>
                </a:lnTo>
                <a:close/>
                <a:moveTo>
                  <a:pt x="2149364" y="42128"/>
                </a:moveTo>
                <a:lnTo>
                  <a:pt x="2233452" y="42128"/>
                </a:lnTo>
                <a:lnTo>
                  <a:pt x="2233452" y="21022"/>
                </a:lnTo>
                <a:lnTo>
                  <a:pt x="2149364" y="21022"/>
                </a:lnTo>
                <a:lnTo>
                  <a:pt x="2149364" y="42128"/>
                </a:lnTo>
                <a:close/>
                <a:moveTo>
                  <a:pt x="2380606" y="42128"/>
                </a:moveTo>
                <a:lnTo>
                  <a:pt x="2380606" y="21022"/>
                </a:lnTo>
                <a:lnTo>
                  <a:pt x="2296518" y="21022"/>
                </a:lnTo>
                <a:lnTo>
                  <a:pt x="2296518" y="42128"/>
                </a:lnTo>
                <a:lnTo>
                  <a:pt x="2380606" y="42128"/>
                </a:lnTo>
                <a:close/>
                <a:moveTo>
                  <a:pt x="2527759" y="42128"/>
                </a:moveTo>
                <a:lnTo>
                  <a:pt x="2527759" y="21022"/>
                </a:lnTo>
                <a:lnTo>
                  <a:pt x="2443671" y="21022"/>
                </a:lnTo>
                <a:lnTo>
                  <a:pt x="2443671" y="42128"/>
                </a:lnTo>
                <a:lnTo>
                  <a:pt x="2527759" y="42128"/>
                </a:lnTo>
                <a:close/>
                <a:moveTo>
                  <a:pt x="2674996" y="42128"/>
                </a:moveTo>
                <a:lnTo>
                  <a:pt x="2674996" y="21022"/>
                </a:lnTo>
                <a:lnTo>
                  <a:pt x="2590909" y="21022"/>
                </a:lnTo>
                <a:lnTo>
                  <a:pt x="2590909" y="42128"/>
                </a:lnTo>
                <a:lnTo>
                  <a:pt x="2674996" y="42128"/>
                </a:lnTo>
                <a:close/>
                <a:moveTo>
                  <a:pt x="2821898" y="63150"/>
                </a:moveTo>
                <a:lnTo>
                  <a:pt x="2884963" y="31533"/>
                </a:lnTo>
                <a:lnTo>
                  <a:pt x="2821898" y="0"/>
                </a:lnTo>
                <a:lnTo>
                  <a:pt x="2821898" y="21022"/>
                </a:lnTo>
                <a:lnTo>
                  <a:pt x="2738062" y="21022"/>
                </a:lnTo>
                <a:lnTo>
                  <a:pt x="2738062" y="42128"/>
                </a:lnTo>
                <a:lnTo>
                  <a:pt x="2821898" y="42128"/>
                </a:lnTo>
                <a:lnTo>
                  <a:pt x="2821898" y="63150"/>
                </a:lnTo>
                <a:close/>
                <a:moveTo>
                  <a:pt x="2142637" y="77445"/>
                </a:moveTo>
                <a:lnTo>
                  <a:pt x="2121616" y="77445"/>
                </a:lnTo>
                <a:lnTo>
                  <a:pt x="2121616" y="161532"/>
                </a:lnTo>
                <a:lnTo>
                  <a:pt x="2142637" y="161532"/>
                </a:lnTo>
                <a:lnTo>
                  <a:pt x="2142637" y="77445"/>
                </a:lnTo>
                <a:close/>
                <a:moveTo>
                  <a:pt x="2142637" y="224598"/>
                </a:moveTo>
                <a:lnTo>
                  <a:pt x="2121616" y="224598"/>
                </a:lnTo>
                <a:lnTo>
                  <a:pt x="2121616" y="308686"/>
                </a:lnTo>
                <a:lnTo>
                  <a:pt x="2142637" y="308686"/>
                </a:lnTo>
                <a:lnTo>
                  <a:pt x="2142637" y="224598"/>
                </a:lnTo>
                <a:close/>
                <a:moveTo>
                  <a:pt x="2142637" y="371752"/>
                </a:moveTo>
                <a:lnTo>
                  <a:pt x="2121616" y="371752"/>
                </a:lnTo>
                <a:lnTo>
                  <a:pt x="2121616" y="455839"/>
                </a:lnTo>
                <a:lnTo>
                  <a:pt x="2142637" y="455839"/>
                </a:lnTo>
                <a:lnTo>
                  <a:pt x="2142637" y="371752"/>
                </a:lnTo>
                <a:close/>
                <a:moveTo>
                  <a:pt x="2142637" y="518989"/>
                </a:moveTo>
                <a:lnTo>
                  <a:pt x="2121616" y="518989"/>
                </a:lnTo>
                <a:lnTo>
                  <a:pt x="2121616" y="603077"/>
                </a:lnTo>
                <a:lnTo>
                  <a:pt x="2142637" y="603077"/>
                </a:lnTo>
                <a:lnTo>
                  <a:pt x="2142637" y="518989"/>
                </a:lnTo>
                <a:close/>
                <a:moveTo>
                  <a:pt x="2142637" y="666142"/>
                </a:moveTo>
                <a:lnTo>
                  <a:pt x="2121616" y="666142"/>
                </a:lnTo>
                <a:lnTo>
                  <a:pt x="2121616" y="750230"/>
                </a:lnTo>
                <a:lnTo>
                  <a:pt x="2142637" y="750230"/>
                </a:lnTo>
                <a:lnTo>
                  <a:pt x="2142637" y="666142"/>
                </a:lnTo>
                <a:close/>
                <a:moveTo>
                  <a:pt x="2142637" y="813296"/>
                </a:moveTo>
                <a:lnTo>
                  <a:pt x="2121616" y="813296"/>
                </a:lnTo>
                <a:lnTo>
                  <a:pt x="2121616" y="897383"/>
                </a:lnTo>
                <a:lnTo>
                  <a:pt x="2142637" y="897383"/>
                </a:lnTo>
                <a:lnTo>
                  <a:pt x="2142637" y="813296"/>
                </a:lnTo>
                <a:close/>
                <a:moveTo>
                  <a:pt x="2142637" y="960533"/>
                </a:moveTo>
                <a:lnTo>
                  <a:pt x="2121616" y="960533"/>
                </a:lnTo>
                <a:lnTo>
                  <a:pt x="2121616" y="1044621"/>
                </a:lnTo>
                <a:lnTo>
                  <a:pt x="2142637" y="1044621"/>
                </a:lnTo>
                <a:lnTo>
                  <a:pt x="2142637" y="960533"/>
                </a:lnTo>
                <a:close/>
              </a:path>
            </a:pathLst>
          </a:custGeom>
          <a:solidFill xmlns:a="http://schemas.openxmlformats.org/drawingml/2006/main">
            <a:srgbClr val="D45D3B"/>
          </a:solidFill>
          <a:ln xmlns:a="http://schemas.openxmlformats.org/drawingml/2006/main" w="0" cap="flat">
            <a:noFill/>
            <a:miter/>
          </a:ln>
        </p:spPr>
      </p:sp>
      <p:pic>
        <p:nvPicPr>
          <p:cNvPr id="192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bae7c960f0441d7"/>
          <a:stretch xmlns:a="http://schemas.openxmlformats.org/drawingml/2006/main"/>
        </p:blipFill>
        <p:spPr>
          <a:xfrm xmlns:a="http://schemas.openxmlformats.org/drawingml/2006/main">
            <a:off x="8978944" y="2810052"/>
            <a:ext cx="2161353" cy="1904669"/>
          </a:xfrm>
          <a:prstGeom xmlns:a="http://schemas.openxmlformats.org/drawingml/2006/main" prst="rect">
            <a:avLst/>
          </a:prstGeom>
        </p:spPr>
      </p:pic>
      <p:sp>
        <p:nvSpPr>
          <p:cNvPr id="45" name="Text Augmented">
            <a:extLst xmlns:a="http://schemas.openxmlformats.org/drawingml/2006/main">
              <a:ext uri="{FF2B5EF4-FFF2-40B4-BE49-F238E27FC236}">
                <a16:creationId xmlns:a16="http://schemas.microsoft.com/office/drawing/2014/main" id="{0B142B4E-49F9-42B6-A0E5-EF1913936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3222" y="2949011"/>
            <a:ext cx="1218125" cy="196491"/>
          </a:xfrm>
          <a:custGeom xmlns:a="http://schemas.openxmlformats.org/drawingml/2006/main">
            <a:pathLst>
              <a:path w="1218125" h="196491">
                <a:moveTo>
                  <a:pt x="379417" y="51374"/>
                </a:moveTo>
                <a:lnTo>
                  <a:pt x="379920" y="51090"/>
                </a:lnTo>
                <a:lnTo>
                  <a:pt x="380437" y="50823"/>
                </a:lnTo>
                <a:lnTo>
                  <a:pt x="380966" y="50573"/>
                </a:lnTo>
                <a:lnTo>
                  <a:pt x="381508" y="50341"/>
                </a:lnTo>
                <a:lnTo>
                  <a:pt x="382063" y="50125"/>
                </a:lnTo>
                <a:lnTo>
                  <a:pt x="382631" y="49927"/>
                </a:lnTo>
                <a:lnTo>
                  <a:pt x="383212" y="49746"/>
                </a:lnTo>
                <a:lnTo>
                  <a:pt x="383806" y="49583"/>
                </a:lnTo>
                <a:lnTo>
                  <a:pt x="384412" y="49436"/>
                </a:lnTo>
                <a:lnTo>
                  <a:pt x="385028" y="49301"/>
                </a:lnTo>
                <a:lnTo>
                  <a:pt x="385649" y="49172"/>
                </a:lnTo>
                <a:lnTo>
                  <a:pt x="386275" y="49049"/>
                </a:lnTo>
                <a:lnTo>
                  <a:pt x="386907" y="48931"/>
                </a:lnTo>
                <a:lnTo>
                  <a:pt x="387544" y="48819"/>
                </a:lnTo>
                <a:lnTo>
                  <a:pt x="388186" y="48713"/>
                </a:lnTo>
                <a:lnTo>
                  <a:pt x="388834" y="48612"/>
                </a:lnTo>
                <a:lnTo>
                  <a:pt x="389487" y="48518"/>
                </a:lnTo>
                <a:lnTo>
                  <a:pt x="390145" y="48429"/>
                </a:lnTo>
                <a:lnTo>
                  <a:pt x="390809" y="48345"/>
                </a:lnTo>
                <a:lnTo>
                  <a:pt x="391478" y="48268"/>
                </a:lnTo>
                <a:lnTo>
                  <a:pt x="392153" y="48196"/>
                </a:lnTo>
                <a:lnTo>
                  <a:pt x="392832" y="48130"/>
                </a:lnTo>
                <a:lnTo>
                  <a:pt x="393517" y="48070"/>
                </a:lnTo>
                <a:lnTo>
                  <a:pt x="394208" y="48015"/>
                </a:lnTo>
                <a:lnTo>
                  <a:pt x="394904" y="47966"/>
                </a:lnTo>
                <a:lnTo>
                  <a:pt x="395605" y="47923"/>
                </a:lnTo>
                <a:lnTo>
                  <a:pt x="396311" y="47886"/>
                </a:lnTo>
                <a:lnTo>
                  <a:pt x="397023" y="47854"/>
                </a:lnTo>
                <a:lnTo>
                  <a:pt x="397740" y="47829"/>
                </a:lnTo>
                <a:lnTo>
                  <a:pt x="398463" y="47809"/>
                </a:lnTo>
                <a:lnTo>
                  <a:pt x="399191" y="47794"/>
                </a:lnTo>
                <a:lnTo>
                  <a:pt x="399924" y="47786"/>
                </a:lnTo>
                <a:lnTo>
                  <a:pt x="400663" y="47783"/>
                </a:lnTo>
                <a:lnTo>
                  <a:pt x="400663" y="25773"/>
                </a:lnTo>
                <a:lnTo>
                  <a:pt x="399577" y="25790"/>
                </a:lnTo>
                <a:lnTo>
                  <a:pt x="398504" y="25821"/>
                </a:lnTo>
                <a:lnTo>
                  <a:pt x="397444" y="25867"/>
                </a:lnTo>
                <a:lnTo>
                  <a:pt x="396397" y="25928"/>
                </a:lnTo>
                <a:lnTo>
                  <a:pt x="395364" y="26004"/>
                </a:lnTo>
                <a:lnTo>
                  <a:pt x="394344" y="26094"/>
                </a:lnTo>
                <a:lnTo>
                  <a:pt x="393338" y="26198"/>
                </a:lnTo>
                <a:lnTo>
                  <a:pt x="392344" y="26318"/>
                </a:lnTo>
                <a:lnTo>
                  <a:pt x="391364" y="26452"/>
                </a:lnTo>
                <a:lnTo>
                  <a:pt x="390397" y="26601"/>
                </a:lnTo>
                <a:lnTo>
                  <a:pt x="389444" y="26764"/>
                </a:lnTo>
                <a:lnTo>
                  <a:pt x="388503" y="26942"/>
                </a:lnTo>
                <a:lnTo>
                  <a:pt x="387576" y="27135"/>
                </a:lnTo>
                <a:lnTo>
                  <a:pt x="386662" y="27342"/>
                </a:lnTo>
                <a:lnTo>
                  <a:pt x="385762" y="27564"/>
                </a:lnTo>
                <a:lnTo>
                  <a:pt x="384875" y="27800"/>
                </a:lnTo>
                <a:lnTo>
                  <a:pt x="384001" y="28052"/>
                </a:lnTo>
                <a:lnTo>
                  <a:pt x="383140" y="28317"/>
                </a:lnTo>
                <a:lnTo>
                  <a:pt x="382292" y="28598"/>
                </a:lnTo>
                <a:lnTo>
                  <a:pt x="381458" y="28893"/>
                </a:lnTo>
                <a:lnTo>
                  <a:pt x="380637" y="29203"/>
                </a:lnTo>
                <a:lnTo>
                  <a:pt x="379830" y="29528"/>
                </a:lnTo>
                <a:lnTo>
                  <a:pt x="379035" y="29867"/>
                </a:lnTo>
                <a:lnTo>
                  <a:pt x="378254" y="30221"/>
                </a:lnTo>
                <a:lnTo>
                  <a:pt x="377488" y="30595"/>
                </a:lnTo>
                <a:lnTo>
                  <a:pt x="376739" y="30995"/>
                </a:lnTo>
                <a:lnTo>
                  <a:pt x="376006" y="31422"/>
                </a:lnTo>
                <a:lnTo>
                  <a:pt x="375290" y="31874"/>
                </a:lnTo>
                <a:lnTo>
                  <a:pt x="374592" y="32353"/>
                </a:lnTo>
                <a:lnTo>
                  <a:pt x="373910" y="32858"/>
                </a:lnTo>
                <a:lnTo>
                  <a:pt x="373245" y="33389"/>
                </a:lnTo>
                <a:lnTo>
                  <a:pt x="372596" y="33946"/>
                </a:lnTo>
                <a:lnTo>
                  <a:pt x="371965" y="34529"/>
                </a:lnTo>
                <a:lnTo>
                  <a:pt x="371350" y="35139"/>
                </a:lnTo>
                <a:lnTo>
                  <a:pt x="370752" y="35774"/>
                </a:lnTo>
                <a:lnTo>
                  <a:pt x="370171" y="36436"/>
                </a:lnTo>
                <a:lnTo>
                  <a:pt x="369607" y="37124"/>
                </a:lnTo>
                <a:lnTo>
                  <a:pt x="369060" y="37837"/>
                </a:lnTo>
                <a:lnTo>
                  <a:pt x="368529" y="38578"/>
                </a:lnTo>
                <a:lnTo>
                  <a:pt x="368016" y="39344"/>
                </a:lnTo>
                <a:lnTo>
                  <a:pt x="367519" y="40136"/>
                </a:lnTo>
                <a:lnTo>
                  <a:pt x="367039" y="40955"/>
                </a:lnTo>
                <a:lnTo>
                  <a:pt x="366576" y="41799"/>
                </a:lnTo>
                <a:lnTo>
                  <a:pt x="366129" y="42670"/>
                </a:lnTo>
                <a:lnTo>
                  <a:pt x="365700" y="43567"/>
                </a:lnTo>
                <a:lnTo>
                  <a:pt x="365287" y="44490"/>
                </a:lnTo>
                <a:lnTo>
                  <a:pt x="365246" y="44589"/>
                </a:lnTo>
                <a:lnTo>
                  <a:pt x="364932" y="44464"/>
                </a:lnTo>
                <a:lnTo>
                  <a:pt x="363978" y="44110"/>
                </a:lnTo>
                <a:lnTo>
                  <a:pt x="363005" y="43773"/>
                </a:lnTo>
                <a:lnTo>
                  <a:pt x="362013" y="43455"/>
                </a:lnTo>
                <a:lnTo>
                  <a:pt x="361002" y="43155"/>
                </a:lnTo>
                <a:lnTo>
                  <a:pt x="359973" y="42873"/>
                </a:lnTo>
                <a:lnTo>
                  <a:pt x="358925" y="42609"/>
                </a:lnTo>
                <a:lnTo>
                  <a:pt x="357858" y="42363"/>
                </a:lnTo>
                <a:lnTo>
                  <a:pt x="356772" y="42136"/>
                </a:lnTo>
                <a:lnTo>
                  <a:pt x="355667" y="41927"/>
                </a:lnTo>
                <a:lnTo>
                  <a:pt x="354544" y="41736"/>
                </a:lnTo>
                <a:lnTo>
                  <a:pt x="353401" y="41563"/>
                </a:lnTo>
                <a:lnTo>
                  <a:pt x="352240" y="41408"/>
                </a:lnTo>
                <a:lnTo>
                  <a:pt x="351060" y="41272"/>
                </a:lnTo>
                <a:lnTo>
                  <a:pt x="349862" y="41154"/>
                </a:lnTo>
                <a:lnTo>
                  <a:pt x="348644" y="41054"/>
                </a:lnTo>
                <a:lnTo>
                  <a:pt x="347408" y="40972"/>
                </a:lnTo>
                <a:lnTo>
                  <a:pt x="346153" y="40908"/>
                </a:lnTo>
                <a:lnTo>
                  <a:pt x="344879" y="40863"/>
                </a:lnTo>
                <a:lnTo>
                  <a:pt x="343586" y="40835"/>
                </a:lnTo>
                <a:lnTo>
                  <a:pt x="342274" y="40826"/>
                </a:lnTo>
                <a:lnTo>
                  <a:pt x="341000" y="40835"/>
                </a:lnTo>
                <a:lnTo>
                  <a:pt x="339741" y="40863"/>
                </a:lnTo>
                <a:lnTo>
                  <a:pt x="338499" y="40908"/>
                </a:lnTo>
                <a:lnTo>
                  <a:pt x="337272" y="40972"/>
                </a:lnTo>
                <a:lnTo>
                  <a:pt x="336063" y="41054"/>
                </a:lnTo>
                <a:lnTo>
                  <a:pt x="334869" y="41154"/>
                </a:lnTo>
                <a:lnTo>
                  <a:pt x="333692" y="41272"/>
                </a:lnTo>
                <a:lnTo>
                  <a:pt x="332530" y="41408"/>
                </a:lnTo>
                <a:lnTo>
                  <a:pt x="331385" y="41563"/>
                </a:lnTo>
                <a:lnTo>
                  <a:pt x="330257" y="41736"/>
                </a:lnTo>
                <a:lnTo>
                  <a:pt x="329144" y="41927"/>
                </a:lnTo>
                <a:lnTo>
                  <a:pt x="328048" y="42136"/>
                </a:lnTo>
                <a:lnTo>
                  <a:pt x="326968" y="42363"/>
                </a:lnTo>
                <a:lnTo>
                  <a:pt x="325904" y="42609"/>
                </a:lnTo>
                <a:lnTo>
                  <a:pt x="324857" y="42873"/>
                </a:lnTo>
                <a:lnTo>
                  <a:pt x="323825" y="43155"/>
                </a:lnTo>
                <a:lnTo>
                  <a:pt x="322810" y="43455"/>
                </a:lnTo>
                <a:lnTo>
                  <a:pt x="321811" y="43773"/>
                </a:lnTo>
                <a:lnTo>
                  <a:pt x="320829" y="44110"/>
                </a:lnTo>
                <a:lnTo>
                  <a:pt x="319862" y="44464"/>
                </a:lnTo>
                <a:lnTo>
                  <a:pt x="318912" y="44837"/>
                </a:lnTo>
                <a:lnTo>
                  <a:pt x="317978" y="45228"/>
                </a:lnTo>
                <a:lnTo>
                  <a:pt x="317061" y="45637"/>
                </a:lnTo>
                <a:lnTo>
                  <a:pt x="316159" y="46065"/>
                </a:lnTo>
                <a:lnTo>
                  <a:pt x="315275" y="46508"/>
                </a:lnTo>
                <a:lnTo>
                  <a:pt x="314409" y="46962"/>
                </a:lnTo>
                <a:lnTo>
                  <a:pt x="313560" y="47429"/>
                </a:lnTo>
                <a:lnTo>
                  <a:pt x="312730" y="47908"/>
                </a:lnTo>
                <a:lnTo>
                  <a:pt x="311918" y="48398"/>
                </a:lnTo>
                <a:lnTo>
                  <a:pt x="311124" y="48901"/>
                </a:lnTo>
                <a:lnTo>
                  <a:pt x="310348" y="49416"/>
                </a:lnTo>
                <a:lnTo>
                  <a:pt x="309589" y="49943"/>
                </a:lnTo>
                <a:lnTo>
                  <a:pt x="308849" y="50482"/>
                </a:lnTo>
                <a:lnTo>
                  <a:pt x="308127" y="51033"/>
                </a:lnTo>
                <a:lnTo>
                  <a:pt x="307423" y="51596"/>
                </a:lnTo>
                <a:lnTo>
                  <a:pt x="306737" y="52171"/>
                </a:lnTo>
                <a:lnTo>
                  <a:pt x="306069" y="52759"/>
                </a:lnTo>
                <a:lnTo>
                  <a:pt x="305419" y="53358"/>
                </a:lnTo>
                <a:lnTo>
                  <a:pt x="304786" y="53969"/>
                </a:lnTo>
                <a:lnTo>
                  <a:pt x="304172" y="54593"/>
                </a:lnTo>
                <a:lnTo>
                  <a:pt x="303576" y="55228"/>
                </a:lnTo>
                <a:lnTo>
                  <a:pt x="302998" y="55875"/>
                </a:lnTo>
                <a:lnTo>
                  <a:pt x="302438" y="56535"/>
                </a:lnTo>
                <a:lnTo>
                  <a:pt x="301896" y="57207"/>
                </a:lnTo>
                <a:lnTo>
                  <a:pt x="301372" y="57890"/>
                </a:lnTo>
                <a:lnTo>
                  <a:pt x="300866" y="58586"/>
                </a:lnTo>
                <a:lnTo>
                  <a:pt x="300379" y="59294"/>
                </a:lnTo>
                <a:lnTo>
                  <a:pt x="299909" y="60013"/>
                </a:lnTo>
                <a:lnTo>
                  <a:pt x="299457" y="60743"/>
                </a:lnTo>
                <a:lnTo>
                  <a:pt x="299025" y="61480"/>
                </a:lnTo>
                <a:lnTo>
                  <a:pt x="298612" y="62224"/>
                </a:lnTo>
                <a:lnTo>
                  <a:pt x="298219" y="62975"/>
                </a:lnTo>
                <a:lnTo>
                  <a:pt x="297844" y="63734"/>
                </a:lnTo>
                <a:lnTo>
                  <a:pt x="297489" y="64500"/>
                </a:lnTo>
                <a:lnTo>
                  <a:pt x="297153" y="65274"/>
                </a:lnTo>
                <a:lnTo>
                  <a:pt x="296836" y="66054"/>
                </a:lnTo>
                <a:lnTo>
                  <a:pt x="296538" y="66842"/>
                </a:lnTo>
                <a:lnTo>
                  <a:pt x="296260" y="67638"/>
                </a:lnTo>
                <a:lnTo>
                  <a:pt x="296000" y="68441"/>
                </a:lnTo>
                <a:lnTo>
                  <a:pt x="295760" y="69251"/>
                </a:lnTo>
                <a:lnTo>
                  <a:pt x="295540" y="70068"/>
                </a:lnTo>
                <a:lnTo>
                  <a:pt x="295338" y="70893"/>
                </a:lnTo>
                <a:lnTo>
                  <a:pt x="295155" y="71725"/>
                </a:lnTo>
                <a:lnTo>
                  <a:pt x="294992" y="72564"/>
                </a:lnTo>
                <a:lnTo>
                  <a:pt x="294848" y="73411"/>
                </a:lnTo>
                <a:lnTo>
                  <a:pt x="294723" y="74265"/>
                </a:lnTo>
                <a:lnTo>
                  <a:pt x="294618" y="75126"/>
                </a:lnTo>
                <a:lnTo>
                  <a:pt x="294531" y="75995"/>
                </a:lnTo>
                <a:lnTo>
                  <a:pt x="294464" y="76871"/>
                </a:lnTo>
                <a:lnTo>
                  <a:pt x="294416" y="77754"/>
                </a:lnTo>
                <a:lnTo>
                  <a:pt x="294387" y="78645"/>
                </a:lnTo>
                <a:lnTo>
                  <a:pt x="294378" y="79543"/>
                </a:lnTo>
                <a:lnTo>
                  <a:pt x="294387" y="80385"/>
                </a:lnTo>
                <a:lnTo>
                  <a:pt x="294416" y="81222"/>
                </a:lnTo>
                <a:lnTo>
                  <a:pt x="294463" y="82055"/>
                </a:lnTo>
                <a:lnTo>
                  <a:pt x="294530" y="82883"/>
                </a:lnTo>
                <a:lnTo>
                  <a:pt x="294615" y="83706"/>
                </a:lnTo>
                <a:lnTo>
                  <a:pt x="294720" y="84525"/>
                </a:lnTo>
                <a:lnTo>
                  <a:pt x="294843" y="85339"/>
                </a:lnTo>
                <a:lnTo>
                  <a:pt x="294986" y="86148"/>
                </a:lnTo>
                <a:lnTo>
                  <a:pt x="295147" y="86952"/>
                </a:lnTo>
                <a:lnTo>
                  <a:pt x="295328" y="87751"/>
                </a:lnTo>
                <a:lnTo>
                  <a:pt x="295528" y="88546"/>
                </a:lnTo>
                <a:lnTo>
                  <a:pt x="295746" y="89336"/>
                </a:lnTo>
                <a:lnTo>
                  <a:pt x="295984" y="90121"/>
                </a:lnTo>
                <a:lnTo>
                  <a:pt x="296240" y="90902"/>
                </a:lnTo>
                <a:lnTo>
                  <a:pt x="296516" y="91677"/>
                </a:lnTo>
                <a:lnTo>
                  <a:pt x="296811" y="92448"/>
                </a:lnTo>
                <a:lnTo>
                  <a:pt x="297124" y="93214"/>
                </a:lnTo>
                <a:lnTo>
                  <a:pt x="297457" y="93976"/>
                </a:lnTo>
                <a:lnTo>
                  <a:pt x="297808" y="94733"/>
                </a:lnTo>
                <a:lnTo>
                  <a:pt x="298179" y="95485"/>
                </a:lnTo>
                <a:lnTo>
                  <a:pt x="298569" y="96232"/>
                </a:lnTo>
                <a:lnTo>
                  <a:pt x="298977" y="96974"/>
                </a:lnTo>
                <a:lnTo>
                  <a:pt x="299405" y="97712"/>
                </a:lnTo>
                <a:lnTo>
                  <a:pt x="299852" y="98445"/>
                </a:lnTo>
                <a:lnTo>
                  <a:pt x="300317" y="99169"/>
                </a:lnTo>
                <a:lnTo>
                  <a:pt x="300800" y="99882"/>
                </a:lnTo>
                <a:lnTo>
                  <a:pt x="301300" y="100583"/>
                </a:lnTo>
                <a:lnTo>
                  <a:pt x="301819" y="101272"/>
                </a:lnTo>
                <a:lnTo>
                  <a:pt x="302355" y="101949"/>
                </a:lnTo>
                <a:lnTo>
                  <a:pt x="302909" y="102615"/>
                </a:lnTo>
                <a:lnTo>
                  <a:pt x="303481" y="103268"/>
                </a:lnTo>
                <a:lnTo>
                  <a:pt x="304071" y="103910"/>
                </a:lnTo>
                <a:lnTo>
                  <a:pt x="304679" y="104540"/>
                </a:lnTo>
                <a:lnTo>
                  <a:pt x="305304" y="105158"/>
                </a:lnTo>
                <a:lnTo>
                  <a:pt x="305947" y="105764"/>
                </a:lnTo>
                <a:lnTo>
                  <a:pt x="306608" y="106358"/>
                </a:lnTo>
                <a:lnTo>
                  <a:pt x="307287" y="106941"/>
                </a:lnTo>
                <a:lnTo>
                  <a:pt x="307984" y="107511"/>
                </a:lnTo>
                <a:lnTo>
                  <a:pt x="308699" y="108070"/>
                </a:lnTo>
                <a:lnTo>
                  <a:pt x="309431" y="108617"/>
                </a:lnTo>
                <a:lnTo>
                  <a:pt x="310181" y="109152"/>
                </a:lnTo>
                <a:lnTo>
                  <a:pt x="310949" y="109675"/>
                </a:lnTo>
                <a:lnTo>
                  <a:pt x="311655" y="110134"/>
                </a:lnTo>
                <a:lnTo>
                  <a:pt x="311358" y="110252"/>
                </a:lnTo>
                <a:lnTo>
                  <a:pt x="310568" y="110579"/>
                </a:lnTo>
                <a:lnTo>
                  <a:pt x="309797" y="110911"/>
                </a:lnTo>
                <a:lnTo>
                  <a:pt x="309044" y="111246"/>
                </a:lnTo>
                <a:lnTo>
                  <a:pt x="308311" y="111585"/>
                </a:lnTo>
                <a:lnTo>
                  <a:pt x="307596" y="111929"/>
                </a:lnTo>
                <a:lnTo>
                  <a:pt x="306901" y="112277"/>
                </a:lnTo>
                <a:lnTo>
                  <a:pt x="306224" y="112629"/>
                </a:lnTo>
                <a:lnTo>
                  <a:pt x="305565" y="112985"/>
                </a:lnTo>
                <a:lnTo>
                  <a:pt x="304926" y="113345"/>
                </a:lnTo>
                <a:lnTo>
                  <a:pt x="304305" y="113709"/>
                </a:lnTo>
                <a:lnTo>
                  <a:pt x="303704" y="114078"/>
                </a:lnTo>
                <a:lnTo>
                  <a:pt x="303121" y="114450"/>
                </a:lnTo>
                <a:lnTo>
                  <a:pt x="302556" y="114827"/>
                </a:lnTo>
                <a:lnTo>
                  <a:pt x="302011" y="115208"/>
                </a:lnTo>
                <a:lnTo>
                  <a:pt x="301485" y="115594"/>
                </a:lnTo>
                <a:lnTo>
                  <a:pt x="300977" y="115983"/>
                </a:lnTo>
                <a:lnTo>
                  <a:pt x="300488" y="116376"/>
                </a:lnTo>
                <a:lnTo>
                  <a:pt x="300018" y="116774"/>
                </a:lnTo>
                <a:lnTo>
                  <a:pt x="299566" y="117176"/>
                </a:lnTo>
                <a:lnTo>
                  <a:pt x="299134" y="117583"/>
                </a:lnTo>
                <a:lnTo>
                  <a:pt x="298720" y="117998"/>
                </a:lnTo>
                <a:lnTo>
                  <a:pt x="298324" y="118421"/>
                </a:lnTo>
                <a:lnTo>
                  <a:pt x="297946" y="118850"/>
                </a:lnTo>
                <a:lnTo>
                  <a:pt x="297587" y="119287"/>
                </a:lnTo>
                <a:lnTo>
                  <a:pt x="297246" y="119731"/>
                </a:lnTo>
                <a:lnTo>
                  <a:pt x="296924" y="120183"/>
                </a:lnTo>
                <a:lnTo>
                  <a:pt x="296620" y="120641"/>
                </a:lnTo>
                <a:lnTo>
                  <a:pt x="296335" y="121108"/>
                </a:lnTo>
                <a:lnTo>
                  <a:pt x="296068" y="121581"/>
                </a:lnTo>
                <a:lnTo>
                  <a:pt x="295820" y="122062"/>
                </a:lnTo>
                <a:lnTo>
                  <a:pt x="295589" y="122550"/>
                </a:lnTo>
                <a:lnTo>
                  <a:pt x="295378" y="123045"/>
                </a:lnTo>
                <a:lnTo>
                  <a:pt x="295184" y="123548"/>
                </a:lnTo>
                <a:lnTo>
                  <a:pt x="295009" y="124058"/>
                </a:lnTo>
                <a:lnTo>
                  <a:pt x="294853" y="124576"/>
                </a:lnTo>
                <a:lnTo>
                  <a:pt x="294715" y="125101"/>
                </a:lnTo>
                <a:lnTo>
                  <a:pt x="294595" y="125633"/>
                </a:lnTo>
                <a:lnTo>
                  <a:pt x="294494" y="126172"/>
                </a:lnTo>
                <a:lnTo>
                  <a:pt x="294411" y="126719"/>
                </a:lnTo>
                <a:lnTo>
                  <a:pt x="294347" y="127273"/>
                </a:lnTo>
                <a:lnTo>
                  <a:pt x="294300" y="127834"/>
                </a:lnTo>
                <a:lnTo>
                  <a:pt x="294273" y="128403"/>
                </a:lnTo>
                <a:lnTo>
                  <a:pt x="294264" y="128979"/>
                </a:lnTo>
                <a:lnTo>
                  <a:pt x="294270" y="129350"/>
                </a:lnTo>
                <a:lnTo>
                  <a:pt x="294287" y="129721"/>
                </a:lnTo>
                <a:lnTo>
                  <a:pt x="294317" y="130093"/>
                </a:lnTo>
                <a:lnTo>
                  <a:pt x="294359" y="130465"/>
                </a:lnTo>
                <a:lnTo>
                  <a:pt x="294412" y="130837"/>
                </a:lnTo>
                <a:lnTo>
                  <a:pt x="294477" y="131210"/>
                </a:lnTo>
                <a:lnTo>
                  <a:pt x="294555" y="131583"/>
                </a:lnTo>
                <a:lnTo>
                  <a:pt x="294644" y="131957"/>
                </a:lnTo>
                <a:lnTo>
                  <a:pt x="294745" y="132331"/>
                </a:lnTo>
                <a:lnTo>
                  <a:pt x="294858" y="132705"/>
                </a:lnTo>
                <a:lnTo>
                  <a:pt x="294982" y="133080"/>
                </a:lnTo>
                <a:lnTo>
                  <a:pt x="295119" y="133455"/>
                </a:lnTo>
                <a:lnTo>
                  <a:pt x="295267" y="133831"/>
                </a:lnTo>
                <a:lnTo>
                  <a:pt x="295428" y="134207"/>
                </a:lnTo>
                <a:lnTo>
                  <a:pt x="295600" y="134583"/>
                </a:lnTo>
                <a:lnTo>
                  <a:pt x="295784" y="134960"/>
                </a:lnTo>
                <a:lnTo>
                  <a:pt x="295980" y="135337"/>
                </a:lnTo>
                <a:lnTo>
                  <a:pt x="296188" y="135714"/>
                </a:lnTo>
                <a:lnTo>
                  <a:pt x="296408" y="136092"/>
                </a:lnTo>
                <a:lnTo>
                  <a:pt x="296639" y="136471"/>
                </a:lnTo>
                <a:lnTo>
                  <a:pt x="296883" y="136850"/>
                </a:lnTo>
                <a:lnTo>
                  <a:pt x="297138" y="137229"/>
                </a:lnTo>
                <a:lnTo>
                  <a:pt x="297406" y="137608"/>
                </a:lnTo>
                <a:lnTo>
                  <a:pt x="297685" y="137988"/>
                </a:lnTo>
                <a:lnTo>
                  <a:pt x="297977" y="138366"/>
                </a:lnTo>
                <a:lnTo>
                  <a:pt x="298283" y="138741"/>
                </a:lnTo>
                <a:lnTo>
                  <a:pt x="298603" y="139112"/>
                </a:lnTo>
                <a:lnTo>
                  <a:pt x="298936" y="139479"/>
                </a:lnTo>
                <a:lnTo>
                  <a:pt x="299284" y="139842"/>
                </a:lnTo>
                <a:lnTo>
                  <a:pt x="299645" y="140201"/>
                </a:lnTo>
                <a:lnTo>
                  <a:pt x="300020" y="140557"/>
                </a:lnTo>
                <a:lnTo>
                  <a:pt x="300409" y="140909"/>
                </a:lnTo>
                <a:lnTo>
                  <a:pt x="300812" y="141257"/>
                </a:lnTo>
                <a:lnTo>
                  <a:pt x="301229" y="141601"/>
                </a:lnTo>
                <a:lnTo>
                  <a:pt x="301659" y="141942"/>
                </a:lnTo>
                <a:lnTo>
                  <a:pt x="302104" y="142279"/>
                </a:lnTo>
                <a:lnTo>
                  <a:pt x="302562" y="142612"/>
                </a:lnTo>
                <a:lnTo>
                  <a:pt x="303034" y="142941"/>
                </a:lnTo>
                <a:lnTo>
                  <a:pt x="303520" y="143267"/>
                </a:lnTo>
                <a:lnTo>
                  <a:pt x="304020" y="143589"/>
                </a:lnTo>
                <a:lnTo>
                  <a:pt x="304534" y="143907"/>
                </a:lnTo>
                <a:lnTo>
                  <a:pt x="305062" y="144221"/>
                </a:lnTo>
                <a:lnTo>
                  <a:pt x="305603" y="144532"/>
                </a:lnTo>
                <a:lnTo>
                  <a:pt x="306159" y="144838"/>
                </a:lnTo>
                <a:lnTo>
                  <a:pt x="306728" y="145141"/>
                </a:lnTo>
                <a:lnTo>
                  <a:pt x="307311" y="145441"/>
                </a:lnTo>
                <a:lnTo>
                  <a:pt x="307598" y="145583"/>
                </a:lnTo>
                <a:lnTo>
                  <a:pt x="307172" y="145759"/>
                </a:lnTo>
                <a:lnTo>
                  <a:pt x="306111" y="146228"/>
                </a:lnTo>
                <a:lnTo>
                  <a:pt x="305087" y="146711"/>
                </a:lnTo>
                <a:lnTo>
                  <a:pt x="304100" y="147210"/>
                </a:lnTo>
                <a:lnTo>
                  <a:pt x="303148" y="147723"/>
                </a:lnTo>
                <a:lnTo>
                  <a:pt x="302234" y="148251"/>
                </a:lnTo>
                <a:lnTo>
                  <a:pt x="301355" y="148793"/>
                </a:lnTo>
                <a:lnTo>
                  <a:pt x="300514" y="149351"/>
                </a:lnTo>
                <a:lnTo>
                  <a:pt x="299708" y="149924"/>
                </a:lnTo>
                <a:lnTo>
                  <a:pt x="298939" y="150511"/>
                </a:lnTo>
                <a:lnTo>
                  <a:pt x="298204" y="151110"/>
                </a:lnTo>
                <a:lnTo>
                  <a:pt x="297500" y="151717"/>
                </a:lnTo>
                <a:lnTo>
                  <a:pt x="296828" y="152332"/>
                </a:lnTo>
                <a:lnTo>
                  <a:pt x="296186" y="152956"/>
                </a:lnTo>
                <a:lnTo>
                  <a:pt x="295576" y="153587"/>
                </a:lnTo>
                <a:lnTo>
                  <a:pt x="294998" y="154227"/>
                </a:lnTo>
                <a:lnTo>
                  <a:pt x="294450" y="154875"/>
                </a:lnTo>
                <a:lnTo>
                  <a:pt x="293934" y="155530"/>
                </a:lnTo>
                <a:lnTo>
                  <a:pt x="293449" y="156195"/>
                </a:lnTo>
                <a:lnTo>
                  <a:pt x="292996" y="156867"/>
                </a:lnTo>
                <a:lnTo>
                  <a:pt x="292573" y="157547"/>
                </a:lnTo>
                <a:lnTo>
                  <a:pt x="292182" y="158236"/>
                </a:lnTo>
                <a:lnTo>
                  <a:pt x="291823" y="158932"/>
                </a:lnTo>
                <a:lnTo>
                  <a:pt x="291494" y="159637"/>
                </a:lnTo>
                <a:lnTo>
                  <a:pt x="291197" y="160350"/>
                </a:lnTo>
                <a:lnTo>
                  <a:pt x="290931" y="161071"/>
                </a:lnTo>
                <a:lnTo>
                  <a:pt x="290697" y="161800"/>
                </a:lnTo>
                <a:lnTo>
                  <a:pt x="290493" y="162537"/>
                </a:lnTo>
                <a:lnTo>
                  <a:pt x="290321" y="163283"/>
                </a:lnTo>
                <a:lnTo>
                  <a:pt x="290180" y="164037"/>
                </a:lnTo>
                <a:lnTo>
                  <a:pt x="290071" y="164798"/>
                </a:lnTo>
                <a:lnTo>
                  <a:pt x="289993" y="165568"/>
                </a:lnTo>
                <a:lnTo>
                  <a:pt x="289946" y="166346"/>
                </a:lnTo>
                <a:lnTo>
                  <a:pt x="289930" y="167132"/>
                </a:lnTo>
                <a:lnTo>
                  <a:pt x="289939" y="167778"/>
                </a:lnTo>
                <a:lnTo>
                  <a:pt x="289966" y="168420"/>
                </a:lnTo>
                <a:lnTo>
                  <a:pt x="290010" y="169058"/>
                </a:lnTo>
                <a:lnTo>
                  <a:pt x="290073" y="169692"/>
                </a:lnTo>
                <a:lnTo>
                  <a:pt x="290153" y="170322"/>
                </a:lnTo>
                <a:lnTo>
                  <a:pt x="290251" y="170949"/>
                </a:lnTo>
                <a:lnTo>
                  <a:pt x="290367" y="171572"/>
                </a:lnTo>
                <a:lnTo>
                  <a:pt x="290500" y="172191"/>
                </a:lnTo>
                <a:lnTo>
                  <a:pt x="290652" y="172806"/>
                </a:lnTo>
                <a:lnTo>
                  <a:pt x="290821" y="173418"/>
                </a:lnTo>
                <a:lnTo>
                  <a:pt x="291008" y="174026"/>
                </a:lnTo>
                <a:lnTo>
                  <a:pt x="291213" y="174630"/>
                </a:lnTo>
                <a:lnTo>
                  <a:pt x="291436" y="175230"/>
                </a:lnTo>
                <a:lnTo>
                  <a:pt x="291676" y="175826"/>
                </a:lnTo>
                <a:lnTo>
                  <a:pt x="291935" y="176419"/>
                </a:lnTo>
                <a:lnTo>
                  <a:pt x="292211" y="177008"/>
                </a:lnTo>
                <a:lnTo>
                  <a:pt x="292505" y="177593"/>
                </a:lnTo>
                <a:lnTo>
                  <a:pt x="292817" y="178174"/>
                </a:lnTo>
                <a:lnTo>
                  <a:pt x="293146" y="178752"/>
                </a:lnTo>
                <a:lnTo>
                  <a:pt x="293494" y="179326"/>
                </a:lnTo>
                <a:lnTo>
                  <a:pt x="293859" y="179896"/>
                </a:lnTo>
                <a:lnTo>
                  <a:pt x="294242" y="180462"/>
                </a:lnTo>
                <a:lnTo>
                  <a:pt x="294643" y="181025"/>
                </a:lnTo>
                <a:lnTo>
                  <a:pt x="295062" y="181583"/>
                </a:lnTo>
                <a:lnTo>
                  <a:pt x="295501" y="182136"/>
                </a:lnTo>
                <a:lnTo>
                  <a:pt x="295963" y="182679"/>
                </a:lnTo>
                <a:lnTo>
                  <a:pt x="296448" y="183214"/>
                </a:lnTo>
                <a:lnTo>
                  <a:pt x="296956" y="183739"/>
                </a:lnTo>
                <a:lnTo>
                  <a:pt x="297487" y="184256"/>
                </a:lnTo>
                <a:lnTo>
                  <a:pt x="298041" y="184764"/>
                </a:lnTo>
                <a:lnTo>
                  <a:pt x="298618" y="185263"/>
                </a:lnTo>
                <a:lnTo>
                  <a:pt x="299218" y="185753"/>
                </a:lnTo>
                <a:lnTo>
                  <a:pt x="299841" y="186234"/>
                </a:lnTo>
                <a:lnTo>
                  <a:pt x="300487" y="186706"/>
                </a:lnTo>
                <a:lnTo>
                  <a:pt x="301156" y="187169"/>
                </a:lnTo>
                <a:lnTo>
                  <a:pt x="301847" y="187623"/>
                </a:lnTo>
                <a:lnTo>
                  <a:pt x="302562" y="188068"/>
                </a:lnTo>
                <a:lnTo>
                  <a:pt x="303300" y="188505"/>
                </a:lnTo>
                <a:lnTo>
                  <a:pt x="304060" y="188932"/>
                </a:lnTo>
                <a:lnTo>
                  <a:pt x="304844" y="189351"/>
                </a:lnTo>
                <a:lnTo>
                  <a:pt x="305651" y="189760"/>
                </a:lnTo>
                <a:lnTo>
                  <a:pt x="306480" y="190161"/>
                </a:lnTo>
                <a:lnTo>
                  <a:pt x="307333" y="190553"/>
                </a:lnTo>
                <a:lnTo>
                  <a:pt x="308208" y="190936"/>
                </a:lnTo>
                <a:lnTo>
                  <a:pt x="309107" y="191310"/>
                </a:lnTo>
                <a:lnTo>
                  <a:pt x="310028" y="191675"/>
                </a:lnTo>
                <a:lnTo>
                  <a:pt x="310972" y="192031"/>
                </a:lnTo>
                <a:lnTo>
                  <a:pt x="311940" y="192378"/>
                </a:lnTo>
                <a:lnTo>
                  <a:pt x="312933" y="192714"/>
                </a:lnTo>
                <a:lnTo>
                  <a:pt x="313955" y="193035"/>
                </a:lnTo>
                <a:lnTo>
                  <a:pt x="315005" y="193342"/>
                </a:lnTo>
                <a:lnTo>
                  <a:pt x="316083" y="193635"/>
                </a:lnTo>
                <a:lnTo>
                  <a:pt x="317190" y="193913"/>
                </a:lnTo>
                <a:lnTo>
                  <a:pt x="318326" y="194177"/>
                </a:lnTo>
                <a:lnTo>
                  <a:pt x="319490" y="194427"/>
                </a:lnTo>
                <a:lnTo>
                  <a:pt x="320683" y="194663"/>
                </a:lnTo>
                <a:lnTo>
                  <a:pt x="321904" y="194884"/>
                </a:lnTo>
                <a:lnTo>
                  <a:pt x="323154" y="195091"/>
                </a:lnTo>
                <a:lnTo>
                  <a:pt x="324432" y="195284"/>
                </a:lnTo>
                <a:lnTo>
                  <a:pt x="325739" y="195462"/>
                </a:lnTo>
                <a:lnTo>
                  <a:pt x="327074" y="195627"/>
                </a:lnTo>
                <a:lnTo>
                  <a:pt x="328438" y="195777"/>
                </a:lnTo>
                <a:lnTo>
                  <a:pt x="329830" y="195912"/>
                </a:lnTo>
                <a:lnTo>
                  <a:pt x="331251" y="196034"/>
                </a:lnTo>
                <a:lnTo>
                  <a:pt x="332700" y="196141"/>
                </a:lnTo>
                <a:lnTo>
                  <a:pt x="334178" y="196233"/>
                </a:lnTo>
                <a:lnTo>
                  <a:pt x="335684" y="196312"/>
                </a:lnTo>
                <a:lnTo>
                  <a:pt x="337219" y="196376"/>
                </a:lnTo>
                <a:lnTo>
                  <a:pt x="338782" y="196426"/>
                </a:lnTo>
                <a:lnTo>
                  <a:pt x="340374" y="196462"/>
                </a:lnTo>
                <a:lnTo>
                  <a:pt x="341994" y="196483"/>
                </a:lnTo>
                <a:lnTo>
                  <a:pt x="343643" y="196491"/>
                </a:lnTo>
                <a:lnTo>
                  <a:pt x="345939" y="196473"/>
                </a:lnTo>
                <a:lnTo>
                  <a:pt x="348189" y="196422"/>
                </a:lnTo>
                <a:lnTo>
                  <a:pt x="350393" y="196337"/>
                </a:lnTo>
                <a:lnTo>
                  <a:pt x="352551" y="196218"/>
                </a:lnTo>
                <a:lnTo>
                  <a:pt x="354663" y="196064"/>
                </a:lnTo>
                <a:lnTo>
                  <a:pt x="356729" y="195876"/>
                </a:lnTo>
                <a:lnTo>
                  <a:pt x="358749" y="195655"/>
                </a:lnTo>
                <a:lnTo>
                  <a:pt x="360723" y="195399"/>
                </a:lnTo>
                <a:lnTo>
                  <a:pt x="362652" y="195109"/>
                </a:lnTo>
                <a:lnTo>
                  <a:pt x="364534" y="194785"/>
                </a:lnTo>
                <a:lnTo>
                  <a:pt x="366371" y="194427"/>
                </a:lnTo>
                <a:lnTo>
                  <a:pt x="368161" y="194034"/>
                </a:lnTo>
                <a:lnTo>
                  <a:pt x="369906" y="193608"/>
                </a:lnTo>
                <a:lnTo>
                  <a:pt x="371605" y="193147"/>
                </a:lnTo>
                <a:lnTo>
                  <a:pt x="373258" y="192653"/>
                </a:lnTo>
                <a:lnTo>
                  <a:pt x="374864" y="192124"/>
                </a:lnTo>
                <a:lnTo>
                  <a:pt x="376425" y="191561"/>
                </a:lnTo>
                <a:lnTo>
                  <a:pt x="377940" y="190964"/>
                </a:lnTo>
                <a:lnTo>
                  <a:pt x="379409" y="190333"/>
                </a:lnTo>
                <a:lnTo>
                  <a:pt x="380833" y="189667"/>
                </a:lnTo>
                <a:lnTo>
                  <a:pt x="382210" y="188968"/>
                </a:lnTo>
                <a:lnTo>
                  <a:pt x="383541" y="188235"/>
                </a:lnTo>
                <a:lnTo>
                  <a:pt x="384826" y="187467"/>
                </a:lnTo>
                <a:lnTo>
                  <a:pt x="386066" y="186665"/>
                </a:lnTo>
                <a:lnTo>
                  <a:pt x="387257" y="185836"/>
                </a:lnTo>
                <a:lnTo>
                  <a:pt x="388397" y="184985"/>
                </a:lnTo>
                <a:lnTo>
                  <a:pt x="389487" y="184113"/>
                </a:lnTo>
                <a:lnTo>
                  <a:pt x="390526" y="183220"/>
                </a:lnTo>
                <a:lnTo>
                  <a:pt x="391514" y="182305"/>
                </a:lnTo>
                <a:lnTo>
                  <a:pt x="392452" y="181369"/>
                </a:lnTo>
                <a:lnTo>
                  <a:pt x="393339" y="180411"/>
                </a:lnTo>
                <a:lnTo>
                  <a:pt x="394175" y="179432"/>
                </a:lnTo>
                <a:lnTo>
                  <a:pt x="394961" y="178431"/>
                </a:lnTo>
                <a:lnTo>
                  <a:pt x="395696" y="177409"/>
                </a:lnTo>
                <a:lnTo>
                  <a:pt x="396380" y="176365"/>
                </a:lnTo>
                <a:lnTo>
                  <a:pt x="397013" y="175301"/>
                </a:lnTo>
                <a:lnTo>
                  <a:pt x="397596" y="174214"/>
                </a:lnTo>
                <a:lnTo>
                  <a:pt x="398129" y="173106"/>
                </a:lnTo>
                <a:lnTo>
                  <a:pt x="398610" y="171977"/>
                </a:lnTo>
                <a:lnTo>
                  <a:pt x="399041" y="170826"/>
                </a:lnTo>
                <a:lnTo>
                  <a:pt x="399421" y="169654"/>
                </a:lnTo>
                <a:lnTo>
                  <a:pt x="399750" y="168461"/>
                </a:lnTo>
                <a:lnTo>
                  <a:pt x="400029" y="167246"/>
                </a:lnTo>
                <a:lnTo>
                  <a:pt x="400257" y="166009"/>
                </a:lnTo>
                <a:lnTo>
                  <a:pt x="400435" y="164752"/>
                </a:lnTo>
                <a:lnTo>
                  <a:pt x="400561" y="163472"/>
                </a:lnTo>
                <a:lnTo>
                  <a:pt x="400637" y="162172"/>
                </a:lnTo>
                <a:lnTo>
                  <a:pt x="400663" y="160850"/>
                </a:lnTo>
                <a:lnTo>
                  <a:pt x="400641" y="159550"/>
                </a:lnTo>
                <a:lnTo>
                  <a:pt x="400574" y="158278"/>
                </a:lnTo>
                <a:lnTo>
                  <a:pt x="400464" y="157035"/>
                </a:lnTo>
                <a:lnTo>
                  <a:pt x="400310" y="155820"/>
                </a:lnTo>
                <a:lnTo>
                  <a:pt x="400111" y="154633"/>
                </a:lnTo>
                <a:lnTo>
                  <a:pt x="399868" y="153474"/>
                </a:lnTo>
                <a:lnTo>
                  <a:pt x="399581" y="152343"/>
                </a:lnTo>
                <a:lnTo>
                  <a:pt x="399250" y="151240"/>
                </a:lnTo>
                <a:lnTo>
                  <a:pt x="398875" y="150166"/>
                </a:lnTo>
                <a:lnTo>
                  <a:pt x="398455" y="149120"/>
                </a:lnTo>
                <a:lnTo>
                  <a:pt x="397992" y="148102"/>
                </a:lnTo>
                <a:lnTo>
                  <a:pt x="397484" y="147112"/>
                </a:lnTo>
                <a:lnTo>
                  <a:pt x="396932" y="146151"/>
                </a:lnTo>
                <a:lnTo>
                  <a:pt x="396336" y="145217"/>
                </a:lnTo>
                <a:lnTo>
                  <a:pt x="395696" y="144312"/>
                </a:lnTo>
                <a:lnTo>
                  <a:pt x="395011" y="143435"/>
                </a:lnTo>
                <a:lnTo>
                  <a:pt x="394283" y="142586"/>
                </a:lnTo>
                <a:lnTo>
                  <a:pt x="393510" y="141765"/>
                </a:lnTo>
                <a:lnTo>
                  <a:pt x="392694" y="140972"/>
                </a:lnTo>
                <a:lnTo>
                  <a:pt x="391833" y="140208"/>
                </a:lnTo>
                <a:lnTo>
                  <a:pt x="390927" y="139472"/>
                </a:lnTo>
                <a:lnTo>
                  <a:pt x="389978" y="138764"/>
                </a:lnTo>
                <a:lnTo>
                  <a:pt x="388985" y="138084"/>
                </a:lnTo>
                <a:lnTo>
                  <a:pt x="387947" y="137432"/>
                </a:lnTo>
                <a:lnTo>
                  <a:pt x="386862" y="136808"/>
                </a:lnTo>
                <a:lnTo>
                  <a:pt x="385724" y="136210"/>
                </a:lnTo>
                <a:lnTo>
                  <a:pt x="384534" y="135638"/>
                </a:lnTo>
                <a:lnTo>
                  <a:pt x="383292" y="135093"/>
                </a:lnTo>
                <a:lnTo>
                  <a:pt x="381998" y="134575"/>
                </a:lnTo>
                <a:lnTo>
                  <a:pt x="380652" y="134083"/>
                </a:lnTo>
                <a:lnTo>
                  <a:pt x="379254" y="133618"/>
                </a:lnTo>
                <a:lnTo>
                  <a:pt x="377804" y="133179"/>
                </a:lnTo>
                <a:lnTo>
                  <a:pt x="376302" y="132767"/>
                </a:lnTo>
                <a:lnTo>
                  <a:pt x="374748" y="132382"/>
                </a:lnTo>
                <a:lnTo>
                  <a:pt x="373141" y="132023"/>
                </a:lnTo>
                <a:lnTo>
                  <a:pt x="371483" y="131691"/>
                </a:lnTo>
                <a:lnTo>
                  <a:pt x="369772" y="131385"/>
                </a:lnTo>
                <a:lnTo>
                  <a:pt x="368010" y="131106"/>
                </a:lnTo>
                <a:lnTo>
                  <a:pt x="366195" y="130854"/>
                </a:lnTo>
                <a:lnTo>
                  <a:pt x="364328" y="130628"/>
                </a:lnTo>
                <a:lnTo>
                  <a:pt x="362410" y="130428"/>
                </a:lnTo>
                <a:lnTo>
                  <a:pt x="360439" y="130256"/>
                </a:lnTo>
                <a:lnTo>
                  <a:pt x="358416" y="130110"/>
                </a:lnTo>
                <a:lnTo>
                  <a:pt x="356341" y="129990"/>
                </a:lnTo>
                <a:lnTo>
                  <a:pt x="354214" y="129897"/>
                </a:lnTo>
                <a:lnTo>
                  <a:pt x="352035" y="129830"/>
                </a:lnTo>
                <a:lnTo>
                  <a:pt x="349803" y="129791"/>
                </a:lnTo>
                <a:lnTo>
                  <a:pt x="347520" y="129777"/>
                </a:lnTo>
                <a:lnTo>
                  <a:pt x="344783" y="129777"/>
                </a:lnTo>
                <a:lnTo>
                  <a:pt x="343898" y="129776"/>
                </a:lnTo>
                <a:lnTo>
                  <a:pt x="343029" y="129772"/>
                </a:lnTo>
                <a:lnTo>
                  <a:pt x="342175" y="129766"/>
                </a:lnTo>
                <a:lnTo>
                  <a:pt x="341338" y="129757"/>
                </a:lnTo>
                <a:lnTo>
                  <a:pt x="340517" y="129745"/>
                </a:lnTo>
                <a:lnTo>
                  <a:pt x="339712" y="129731"/>
                </a:lnTo>
                <a:lnTo>
                  <a:pt x="338923" y="129714"/>
                </a:lnTo>
                <a:lnTo>
                  <a:pt x="338150" y="129695"/>
                </a:lnTo>
                <a:lnTo>
                  <a:pt x="337393" y="129673"/>
                </a:lnTo>
                <a:lnTo>
                  <a:pt x="336652" y="129649"/>
                </a:lnTo>
                <a:lnTo>
                  <a:pt x="335927" y="129622"/>
                </a:lnTo>
                <a:lnTo>
                  <a:pt x="335218" y="129592"/>
                </a:lnTo>
                <a:lnTo>
                  <a:pt x="334525" y="129560"/>
                </a:lnTo>
                <a:lnTo>
                  <a:pt x="333849" y="129525"/>
                </a:lnTo>
                <a:lnTo>
                  <a:pt x="333188" y="129488"/>
                </a:lnTo>
                <a:lnTo>
                  <a:pt x="332543" y="129448"/>
                </a:lnTo>
                <a:lnTo>
                  <a:pt x="331914" y="129405"/>
                </a:lnTo>
                <a:lnTo>
                  <a:pt x="331302" y="129360"/>
                </a:lnTo>
                <a:lnTo>
                  <a:pt x="330705" y="129313"/>
                </a:lnTo>
                <a:lnTo>
                  <a:pt x="330124" y="129263"/>
                </a:lnTo>
                <a:lnTo>
                  <a:pt x="329560" y="129210"/>
                </a:lnTo>
                <a:lnTo>
                  <a:pt x="329011" y="129154"/>
                </a:lnTo>
                <a:lnTo>
                  <a:pt x="328479" y="129096"/>
                </a:lnTo>
                <a:lnTo>
                  <a:pt x="327962" y="129036"/>
                </a:lnTo>
                <a:lnTo>
                  <a:pt x="327460" y="128973"/>
                </a:lnTo>
                <a:lnTo>
                  <a:pt x="326971" y="128907"/>
                </a:lnTo>
                <a:lnTo>
                  <a:pt x="326494" y="128839"/>
                </a:lnTo>
                <a:lnTo>
                  <a:pt x="326030" y="128768"/>
                </a:lnTo>
                <a:lnTo>
                  <a:pt x="325579" y="128695"/>
                </a:lnTo>
                <a:lnTo>
                  <a:pt x="325140" y="128619"/>
                </a:lnTo>
                <a:lnTo>
                  <a:pt x="324714" y="128541"/>
                </a:lnTo>
                <a:lnTo>
                  <a:pt x="324300" y="128459"/>
                </a:lnTo>
                <a:lnTo>
                  <a:pt x="323900" y="128376"/>
                </a:lnTo>
                <a:lnTo>
                  <a:pt x="323512" y="128290"/>
                </a:lnTo>
                <a:lnTo>
                  <a:pt x="323136" y="128201"/>
                </a:lnTo>
                <a:lnTo>
                  <a:pt x="322774" y="128109"/>
                </a:lnTo>
                <a:lnTo>
                  <a:pt x="322424" y="128015"/>
                </a:lnTo>
                <a:lnTo>
                  <a:pt x="322086" y="127919"/>
                </a:lnTo>
                <a:lnTo>
                  <a:pt x="321761" y="127820"/>
                </a:lnTo>
                <a:lnTo>
                  <a:pt x="321449" y="127718"/>
                </a:lnTo>
                <a:lnTo>
                  <a:pt x="321150" y="127614"/>
                </a:lnTo>
                <a:lnTo>
                  <a:pt x="320863" y="127507"/>
                </a:lnTo>
                <a:lnTo>
                  <a:pt x="320589" y="127398"/>
                </a:lnTo>
                <a:lnTo>
                  <a:pt x="320328" y="127286"/>
                </a:lnTo>
                <a:lnTo>
                  <a:pt x="320079" y="127171"/>
                </a:lnTo>
                <a:lnTo>
                  <a:pt x="319843" y="127054"/>
                </a:lnTo>
                <a:lnTo>
                  <a:pt x="319620" y="126934"/>
                </a:lnTo>
                <a:lnTo>
                  <a:pt x="319409" y="126812"/>
                </a:lnTo>
                <a:lnTo>
                  <a:pt x="319209" y="126687"/>
                </a:lnTo>
                <a:lnTo>
                  <a:pt x="319018" y="126560"/>
                </a:lnTo>
                <a:lnTo>
                  <a:pt x="318835" y="126431"/>
                </a:lnTo>
                <a:lnTo>
                  <a:pt x="318660" y="126299"/>
                </a:lnTo>
                <a:lnTo>
                  <a:pt x="318494" y="126165"/>
                </a:lnTo>
                <a:lnTo>
                  <a:pt x="318337" y="126028"/>
                </a:lnTo>
                <a:lnTo>
                  <a:pt x="318188" y="125889"/>
                </a:lnTo>
                <a:lnTo>
                  <a:pt x="318047" y="125748"/>
                </a:lnTo>
                <a:lnTo>
                  <a:pt x="317915" y="125604"/>
                </a:lnTo>
                <a:lnTo>
                  <a:pt x="317792" y="125458"/>
                </a:lnTo>
                <a:lnTo>
                  <a:pt x="317677" y="125310"/>
                </a:lnTo>
                <a:lnTo>
                  <a:pt x="317571" y="125159"/>
                </a:lnTo>
                <a:lnTo>
                  <a:pt x="317473" y="125005"/>
                </a:lnTo>
                <a:lnTo>
                  <a:pt x="317383" y="124850"/>
                </a:lnTo>
                <a:lnTo>
                  <a:pt x="317302" y="124692"/>
                </a:lnTo>
                <a:lnTo>
                  <a:pt x="317230" y="124531"/>
                </a:lnTo>
                <a:lnTo>
                  <a:pt x="317166" y="124369"/>
                </a:lnTo>
                <a:lnTo>
                  <a:pt x="317111" y="124204"/>
                </a:lnTo>
                <a:lnTo>
                  <a:pt x="317064" y="124036"/>
                </a:lnTo>
                <a:lnTo>
                  <a:pt x="317026" y="123866"/>
                </a:lnTo>
                <a:lnTo>
                  <a:pt x="316996" y="123694"/>
                </a:lnTo>
                <a:lnTo>
                  <a:pt x="316975" y="123519"/>
                </a:lnTo>
                <a:lnTo>
                  <a:pt x="316962" y="123342"/>
                </a:lnTo>
                <a:lnTo>
                  <a:pt x="316958" y="123163"/>
                </a:lnTo>
                <a:lnTo>
                  <a:pt x="316965" y="122908"/>
                </a:lnTo>
                <a:lnTo>
                  <a:pt x="316986" y="122657"/>
                </a:lnTo>
                <a:lnTo>
                  <a:pt x="317022" y="122408"/>
                </a:lnTo>
                <a:lnTo>
                  <a:pt x="317072" y="122164"/>
                </a:lnTo>
                <a:lnTo>
                  <a:pt x="317136" y="121922"/>
                </a:lnTo>
                <a:lnTo>
                  <a:pt x="317214" y="121684"/>
                </a:lnTo>
                <a:lnTo>
                  <a:pt x="317307" y="121449"/>
                </a:lnTo>
                <a:lnTo>
                  <a:pt x="317414" y="121218"/>
                </a:lnTo>
                <a:lnTo>
                  <a:pt x="317535" y="120990"/>
                </a:lnTo>
                <a:lnTo>
                  <a:pt x="317670" y="120765"/>
                </a:lnTo>
                <a:lnTo>
                  <a:pt x="317820" y="120544"/>
                </a:lnTo>
                <a:lnTo>
                  <a:pt x="317984" y="120326"/>
                </a:lnTo>
                <a:lnTo>
                  <a:pt x="318162" y="120112"/>
                </a:lnTo>
                <a:lnTo>
                  <a:pt x="318355" y="119901"/>
                </a:lnTo>
                <a:lnTo>
                  <a:pt x="318561" y="119693"/>
                </a:lnTo>
                <a:lnTo>
                  <a:pt x="318782" y="119488"/>
                </a:lnTo>
                <a:lnTo>
                  <a:pt x="319017" y="119287"/>
                </a:lnTo>
                <a:lnTo>
                  <a:pt x="319267" y="119090"/>
                </a:lnTo>
                <a:lnTo>
                  <a:pt x="319531" y="118895"/>
                </a:lnTo>
                <a:lnTo>
                  <a:pt x="319809" y="118704"/>
                </a:lnTo>
                <a:lnTo>
                  <a:pt x="320101" y="118517"/>
                </a:lnTo>
                <a:lnTo>
                  <a:pt x="320407" y="118333"/>
                </a:lnTo>
                <a:lnTo>
                  <a:pt x="320728" y="118152"/>
                </a:lnTo>
                <a:lnTo>
                  <a:pt x="321063" y="117974"/>
                </a:lnTo>
                <a:lnTo>
                  <a:pt x="321409" y="117799"/>
                </a:lnTo>
                <a:lnTo>
                  <a:pt x="321761" y="117627"/>
                </a:lnTo>
                <a:lnTo>
                  <a:pt x="322121" y="117457"/>
                </a:lnTo>
                <a:lnTo>
                  <a:pt x="322488" y="117288"/>
                </a:lnTo>
                <a:lnTo>
                  <a:pt x="322863" y="117122"/>
                </a:lnTo>
                <a:lnTo>
                  <a:pt x="323244" y="116958"/>
                </a:lnTo>
                <a:lnTo>
                  <a:pt x="323632" y="116797"/>
                </a:lnTo>
                <a:lnTo>
                  <a:pt x="324028" y="116637"/>
                </a:lnTo>
                <a:lnTo>
                  <a:pt x="324431" y="116480"/>
                </a:lnTo>
                <a:lnTo>
                  <a:pt x="324841" y="116325"/>
                </a:lnTo>
                <a:lnTo>
                  <a:pt x="325258" y="116172"/>
                </a:lnTo>
                <a:lnTo>
                  <a:pt x="325501" y="116085"/>
                </a:lnTo>
                <a:lnTo>
                  <a:pt x="325541" y="116096"/>
                </a:lnTo>
                <a:lnTo>
                  <a:pt x="326587" y="116347"/>
                </a:lnTo>
                <a:lnTo>
                  <a:pt x="327649" y="116579"/>
                </a:lnTo>
                <a:lnTo>
                  <a:pt x="328726" y="116793"/>
                </a:lnTo>
                <a:lnTo>
                  <a:pt x="329818" y="116988"/>
                </a:lnTo>
                <a:lnTo>
                  <a:pt x="330926" y="117164"/>
                </a:lnTo>
                <a:lnTo>
                  <a:pt x="332049" y="117322"/>
                </a:lnTo>
                <a:lnTo>
                  <a:pt x="333187" y="117462"/>
                </a:lnTo>
                <a:lnTo>
                  <a:pt x="334341" y="117583"/>
                </a:lnTo>
                <a:lnTo>
                  <a:pt x="335511" y="117685"/>
                </a:lnTo>
                <a:lnTo>
                  <a:pt x="336696" y="117768"/>
                </a:lnTo>
                <a:lnTo>
                  <a:pt x="337896" y="117833"/>
                </a:lnTo>
                <a:lnTo>
                  <a:pt x="339112" y="117880"/>
                </a:lnTo>
                <a:lnTo>
                  <a:pt x="340343" y="117908"/>
                </a:lnTo>
                <a:lnTo>
                  <a:pt x="341590" y="117917"/>
                </a:lnTo>
                <a:lnTo>
                  <a:pt x="342921" y="117908"/>
                </a:lnTo>
                <a:lnTo>
                  <a:pt x="344232" y="117881"/>
                </a:lnTo>
                <a:lnTo>
                  <a:pt x="345524" y="117835"/>
                </a:lnTo>
                <a:lnTo>
                  <a:pt x="346796" y="117772"/>
                </a:lnTo>
                <a:lnTo>
                  <a:pt x="348050" y="117690"/>
                </a:lnTo>
                <a:lnTo>
                  <a:pt x="349284" y="117590"/>
                </a:lnTo>
                <a:lnTo>
                  <a:pt x="350499" y="117471"/>
                </a:lnTo>
                <a:lnTo>
                  <a:pt x="351695" y="117335"/>
                </a:lnTo>
                <a:lnTo>
                  <a:pt x="352872" y="117180"/>
                </a:lnTo>
                <a:lnTo>
                  <a:pt x="354030" y="117008"/>
                </a:lnTo>
                <a:lnTo>
                  <a:pt x="355168" y="116817"/>
                </a:lnTo>
                <a:lnTo>
                  <a:pt x="356287" y="116607"/>
                </a:lnTo>
                <a:lnTo>
                  <a:pt x="357387" y="116380"/>
                </a:lnTo>
                <a:lnTo>
                  <a:pt x="358468" y="116135"/>
                </a:lnTo>
                <a:lnTo>
                  <a:pt x="359529" y="115871"/>
                </a:lnTo>
                <a:lnTo>
                  <a:pt x="360571" y="115589"/>
                </a:lnTo>
                <a:lnTo>
                  <a:pt x="361595" y="115289"/>
                </a:lnTo>
                <a:lnTo>
                  <a:pt x="362598" y="114970"/>
                </a:lnTo>
                <a:lnTo>
                  <a:pt x="363583" y="114634"/>
                </a:lnTo>
                <a:lnTo>
                  <a:pt x="364549" y="114279"/>
                </a:lnTo>
                <a:lnTo>
                  <a:pt x="365495" y="113906"/>
                </a:lnTo>
                <a:lnTo>
                  <a:pt x="366422" y="113515"/>
                </a:lnTo>
                <a:lnTo>
                  <a:pt x="367330" y="113106"/>
                </a:lnTo>
                <a:lnTo>
                  <a:pt x="368218" y="112678"/>
                </a:lnTo>
                <a:lnTo>
                  <a:pt x="369088" y="112236"/>
                </a:lnTo>
                <a:lnTo>
                  <a:pt x="369940" y="111781"/>
                </a:lnTo>
                <a:lnTo>
                  <a:pt x="370774" y="111314"/>
                </a:lnTo>
                <a:lnTo>
                  <a:pt x="371589" y="110834"/>
                </a:lnTo>
                <a:lnTo>
                  <a:pt x="372386" y="110343"/>
                </a:lnTo>
                <a:lnTo>
                  <a:pt x="373165" y="109839"/>
                </a:lnTo>
                <a:lnTo>
                  <a:pt x="373926" y="109322"/>
                </a:lnTo>
                <a:lnTo>
                  <a:pt x="374668" y="108794"/>
                </a:lnTo>
                <a:lnTo>
                  <a:pt x="375392" y="108253"/>
                </a:lnTo>
                <a:lnTo>
                  <a:pt x="376098" y="107700"/>
                </a:lnTo>
                <a:lnTo>
                  <a:pt x="376786" y="107135"/>
                </a:lnTo>
                <a:lnTo>
                  <a:pt x="377456" y="106558"/>
                </a:lnTo>
                <a:lnTo>
                  <a:pt x="378107" y="105968"/>
                </a:lnTo>
                <a:lnTo>
                  <a:pt x="378740" y="105366"/>
                </a:lnTo>
                <a:lnTo>
                  <a:pt x="379355" y="104752"/>
                </a:lnTo>
                <a:lnTo>
                  <a:pt x="379952" y="104125"/>
                </a:lnTo>
                <a:lnTo>
                  <a:pt x="380530" y="103487"/>
                </a:lnTo>
                <a:lnTo>
                  <a:pt x="381091" y="102836"/>
                </a:lnTo>
                <a:lnTo>
                  <a:pt x="381633" y="102173"/>
                </a:lnTo>
                <a:lnTo>
                  <a:pt x="382157" y="101497"/>
                </a:lnTo>
                <a:lnTo>
                  <a:pt x="382662" y="100809"/>
                </a:lnTo>
                <a:lnTo>
                  <a:pt x="383150" y="100110"/>
                </a:lnTo>
                <a:lnTo>
                  <a:pt x="383619" y="99397"/>
                </a:lnTo>
                <a:lnTo>
                  <a:pt x="384070" y="98673"/>
                </a:lnTo>
                <a:lnTo>
                  <a:pt x="384503" y="97940"/>
                </a:lnTo>
                <a:lnTo>
                  <a:pt x="384917" y="97201"/>
                </a:lnTo>
                <a:lnTo>
                  <a:pt x="385313" y="96456"/>
                </a:lnTo>
                <a:lnTo>
                  <a:pt x="385690" y="95706"/>
                </a:lnTo>
                <a:lnTo>
                  <a:pt x="386049" y="94951"/>
                </a:lnTo>
                <a:lnTo>
                  <a:pt x="386390" y="94190"/>
                </a:lnTo>
                <a:lnTo>
                  <a:pt x="386712" y="93423"/>
                </a:lnTo>
                <a:lnTo>
                  <a:pt x="387016" y="92651"/>
                </a:lnTo>
                <a:lnTo>
                  <a:pt x="387301" y="91873"/>
                </a:lnTo>
                <a:lnTo>
                  <a:pt x="387568" y="91090"/>
                </a:lnTo>
                <a:lnTo>
                  <a:pt x="387817" y="90301"/>
                </a:lnTo>
                <a:lnTo>
                  <a:pt x="388047" y="89507"/>
                </a:lnTo>
                <a:lnTo>
                  <a:pt x="388259" y="88707"/>
                </a:lnTo>
                <a:lnTo>
                  <a:pt x="388452" y="87902"/>
                </a:lnTo>
                <a:lnTo>
                  <a:pt x="388627" y="87091"/>
                </a:lnTo>
                <a:lnTo>
                  <a:pt x="388784" y="86274"/>
                </a:lnTo>
                <a:lnTo>
                  <a:pt x="388922" y="85452"/>
                </a:lnTo>
                <a:lnTo>
                  <a:pt x="389041" y="84625"/>
                </a:lnTo>
                <a:lnTo>
                  <a:pt x="389143" y="83792"/>
                </a:lnTo>
                <a:lnTo>
                  <a:pt x="389226" y="82953"/>
                </a:lnTo>
                <a:lnTo>
                  <a:pt x="389290" y="82109"/>
                </a:lnTo>
                <a:lnTo>
                  <a:pt x="389336" y="81259"/>
                </a:lnTo>
                <a:lnTo>
                  <a:pt x="389364" y="80404"/>
                </a:lnTo>
                <a:lnTo>
                  <a:pt x="389373" y="79543"/>
                </a:lnTo>
                <a:lnTo>
                  <a:pt x="389364" y="78645"/>
                </a:lnTo>
                <a:lnTo>
                  <a:pt x="389337" y="77754"/>
                </a:lnTo>
                <a:lnTo>
                  <a:pt x="389292" y="76871"/>
                </a:lnTo>
                <a:lnTo>
                  <a:pt x="389229" y="75995"/>
                </a:lnTo>
                <a:lnTo>
                  <a:pt x="389148" y="75126"/>
                </a:lnTo>
                <a:lnTo>
                  <a:pt x="389049" y="74265"/>
                </a:lnTo>
                <a:lnTo>
                  <a:pt x="388931" y="73411"/>
                </a:lnTo>
                <a:lnTo>
                  <a:pt x="388796" y="72564"/>
                </a:lnTo>
                <a:lnTo>
                  <a:pt x="388643" y="71725"/>
                </a:lnTo>
                <a:lnTo>
                  <a:pt x="388472" y="70893"/>
                </a:lnTo>
                <a:lnTo>
                  <a:pt x="388283" y="70068"/>
                </a:lnTo>
                <a:lnTo>
                  <a:pt x="388076" y="69251"/>
                </a:lnTo>
                <a:lnTo>
                  <a:pt x="387850" y="68441"/>
                </a:lnTo>
                <a:lnTo>
                  <a:pt x="387607" y="67638"/>
                </a:lnTo>
                <a:lnTo>
                  <a:pt x="387346" y="66842"/>
                </a:lnTo>
                <a:lnTo>
                  <a:pt x="387067" y="66054"/>
                </a:lnTo>
                <a:lnTo>
                  <a:pt x="386769" y="65274"/>
                </a:lnTo>
                <a:lnTo>
                  <a:pt x="386454" y="64500"/>
                </a:lnTo>
                <a:lnTo>
                  <a:pt x="386121" y="63734"/>
                </a:lnTo>
                <a:lnTo>
                  <a:pt x="385769" y="62975"/>
                </a:lnTo>
                <a:lnTo>
                  <a:pt x="385400" y="62224"/>
                </a:lnTo>
                <a:lnTo>
                  <a:pt x="385013" y="61480"/>
                </a:lnTo>
                <a:lnTo>
                  <a:pt x="384607" y="60743"/>
                </a:lnTo>
                <a:lnTo>
                  <a:pt x="384184" y="60013"/>
                </a:lnTo>
                <a:lnTo>
                  <a:pt x="383742" y="59294"/>
                </a:lnTo>
                <a:lnTo>
                  <a:pt x="383283" y="58586"/>
                </a:lnTo>
                <a:lnTo>
                  <a:pt x="382805" y="57890"/>
                </a:lnTo>
                <a:lnTo>
                  <a:pt x="382309" y="57207"/>
                </a:lnTo>
                <a:lnTo>
                  <a:pt x="381794" y="56535"/>
                </a:lnTo>
                <a:lnTo>
                  <a:pt x="381262" y="55875"/>
                </a:lnTo>
                <a:lnTo>
                  <a:pt x="380711" y="55228"/>
                </a:lnTo>
                <a:lnTo>
                  <a:pt x="380142" y="54593"/>
                </a:lnTo>
                <a:lnTo>
                  <a:pt x="379555" y="53969"/>
                </a:lnTo>
                <a:lnTo>
                  <a:pt x="378949" y="53358"/>
                </a:lnTo>
                <a:lnTo>
                  <a:pt x="378326" y="52759"/>
                </a:lnTo>
                <a:lnTo>
                  <a:pt x="377915" y="52383"/>
                </a:lnTo>
                <a:lnTo>
                  <a:pt x="377983" y="52330"/>
                </a:lnTo>
                <a:lnTo>
                  <a:pt x="378448" y="51994"/>
                </a:lnTo>
                <a:lnTo>
                  <a:pt x="378926" y="51675"/>
                </a:lnTo>
                <a:lnTo>
                  <a:pt x="379417" y="51374"/>
                </a:lnTo>
                <a:close/>
                <a:moveTo>
                  <a:pt x="339165" y="99643"/>
                </a:moveTo>
                <a:lnTo>
                  <a:pt x="338573" y="99563"/>
                </a:lnTo>
                <a:lnTo>
                  <a:pt x="337987" y="99465"/>
                </a:lnTo>
                <a:lnTo>
                  <a:pt x="337407" y="99349"/>
                </a:lnTo>
                <a:lnTo>
                  <a:pt x="336832" y="99216"/>
                </a:lnTo>
                <a:lnTo>
                  <a:pt x="336263" y="99065"/>
                </a:lnTo>
                <a:lnTo>
                  <a:pt x="335700" y="98896"/>
                </a:lnTo>
                <a:lnTo>
                  <a:pt x="335143" y="98710"/>
                </a:lnTo>
                <a:lnTo>
                  <a:pt x="334591" y="98505"/>
                </a:lnTo>
                <a:lnTo>
                  <a:pt x="334045" y="98283"/>
                </a:lnTo>
                <a:lnTo>
                  <a:pt x="333505" y="98043"/>
                </a:lnTo>
                <a:lnTo>
                  <a:pt x="332970" y="97786"/>
                </a:lnTo>
                <a:lnTo>
                  <a:pt x="332442" y="97510"/>
                </a:lnTo>
                <a:lnTo>
                  <a:pt x="331919" y="97217"/>
                </a:lnTo>
                <a:lnTo>
                  <a:pt x="331401" y="96906"/>
                </a:lnTo>
                <a:lnTo>
                  <a:pt x="330890" y="96577"/>
                </a:lnTo>
                <a:lnTo>
                  <a:pt x="330384" y="96231"/>
                </a:lnTo>
                <a:lnTo>
                  <a:pt x="329884" y="95867"/>
                </a:lnTo>
                <a:lnTo>
                  <a:pt x="329390" y="95485"/>
                </a:lnTo>
                <a:lnTo>
                  <a:pt x="328901" y="95085"/>
                </a:lnTo>
                <a:lnTo>
                  <a:pt x="328419" y="94667"/>
                </a:lnTo>
                <a:lnTo>
                  <a:pt x="327949" y="94232"/>
                </a:lnTo>
                <a:lnTo>
                  <a:pt x="327499" y="93780"/>
                </a:lnTo>
                <a:lnTo>
                  <a:pt x="327069" y="93311"/>
                </a:lnTo>
                <a:lnTo>
                  <a:pt x="326659" y="92826"/>
                </a:lnTo>
                <a:lnTo>
                  <a:pt x="326269" y="92323"/>
                </a:lnTo>
                <a:lnTo>
                  <a:pt x="325899" y="91803"/>
                </a:lnTo>
                <a:lnTo>
                  <a:pt x="325549" y="91266"/>
                </a:lnTo>
                <a:lnTo>
                  <a:pt x="325219" y="90712"/>
                </a:lnTo>
                <a:lnTo>
                  <a:pt x="324909" y="90142"/>
                </a:lnTo>
                <a:lnTo>
                  <a:pt x="324619" y="89554"/>
                </a:lnTo>
                <a:lnTo>
                  <a:pt x="324349" y="88949"/>
                </a:lnTo>
                <a:lnTo>
                  <a:pt x="324099" y="88327"/>
                </a:lnTo>
                <a:lnTo>
                  <a:pt x="323869" y="87689"/>
                </a:lnTo>
                <a:lnTo>
                  <a:pt x="323659" y="87033"/>
                </a:lnTo>
                <a:lnTo>
                  <a:pt x="323469" y="86360"/>
                </a:lnTo>
                <a:lnTo>
                  <a:pt x="323299" y="85671"/>
                </a:lnTo>
                <a:lnTo>
                  <a:pt x="323149" y="84964"/>
                </a:lnTo>
                <a:lnTo>
                  <a:pt x="323019" y="84241"/>
                </a:lnTo>
                <a:lnTo>
                  <a:pt x="322910" y="83500"/>
                </a:lnTo>
                <a:lnTo>
                  <a:pt x="322820" y="82743"/>
                </a:lnTo>
                <a:lnTo>
                  <a:pt x="322750" y="81968"/>
                </a:lnTo>
                <a:lnTo>
                  <a:pt x="322700" y="81177"/>
                </a:lnTo>
                <a:lnTo>
                  <a:pt x="322670" y="80368"/>
                </a:lnTo>
                <a:lnTo>
                  <a:pt x="322660" y="79543"/>
                </a:lnTo>
                <a:lnTo>
                  <a:pt x="322669" y="78708"/>
                </a:lnTo>
                <a:lnTo>
                  <a:pt x="322698" y="77889"/>
                </a:lnTo>
                <a:lnTo>
                  <a:pt x="322747" y="77088"/>
                </a:lnTo>
                <a:lnTo>
                  <a:pt x="322815" y="76303"/>
                </a:lnTo>
                <a:lnTo>
                  <a:pt x="322902" y="75535"/>
                </a:lnTo>
                <a:lnTo>
                  <a:pt x="323009" y="74784"/>
                </a:lnTo>
                <a:lnTo>
                  <a:pt x="323135" y="74050"/>
                </a:lnTo>
                <a:lnTo>
                  <a:pt x="323280" y="73332"/>
                </a:lnTo>
                <a:lnTo>
                  <a:pt x="323445" y="72632"/>
                </a:lnTo>
                <a:lnTo>
                  <a:pt x="323630" y="71948"/>
                </a:lnTo>
                <a:lnTo>
                  <a:pt x="323833" y="71280"/>
                </a:lnTo>
                <a:lnTo>
                  <a:pt x="324057" y="70630"/>
                </a:lnTo>
                <a:lnTo>
                  <a:pt x="324299" y="69996"/>
                </a:lnTo>
                <a:lnTo>
                  <a:pt x="324561" y="69379"/>
                </a:lnTo>
                <a:lnTo>
                  <a:pt x="324842" y="68779"/>
                </a:lnTo>
                <a:lnTo>
                  <a:pt x="325143" y="68196"/>
                </a:lnTo>
                <a:lnTo>
                  <a:pt x="325463" y="67629"/>
                </a:lnTo>
                <a:lnTo>
                  <a:pt x="325803" y="67079"/>
                </a:lnTo>
                <a:lnTo>
                  <a:pt x="326162" y="66546"/>
                </a:lnTo>
                <a:lnTo>
                  <a:pt x="326540" y="66030"/>
                </a:lnTo>
                <a:lnTo>
                  <a:pt x="326938" y="65531"/>
                </a:lnTo>
                <a:lnTo>
                  <a:pt x="327355" y="65048"/>
                </a:lnTo>
                <a:lnTo>
                  <a:pt x="327792" y="64582"/>
                </a:lnTo>
                <a:lnTo>
                  <a:pt x="328247" y="64133"/>
                </a:lnTo>
                <a:lnTo>
                  <a:pt x="328718" y="63702"/>
                </a:lnTo>
                <a:lnTo>
                  <a:pt x="329199" y="63288"/>
                </a:lnTo>
                <a:lnTo>
                  <a:pt x="329691" y="62894"/>
                </a:lnTo>
                <a:lnTo>
                  <a:pt x="330193" y="62517"/>
                </a:lnTo>
                <a:lnTo>
                  <a:pt x="330705" y="62159"/>
                </a:lnTo>
                <a:lnTo>
                  <a:pt x="331227" y="61819"/>
                </a:lnTo>
                <a:lnTo>
                  <a:pt x="331759" y="61498"/>
                </a:lnTo>
                <a:lnTo>
                  <a:pt x="332302" y="61195"/>
                </a:lnTo>
                <a:lnTo>
                  <a:pt x="332855" y="60910"/>
                </a:lnTo>
                <a:lnTo>
                  <a:pt x="333419" y="60644"/>
                </a:lnTo>
                <a:lnTo>
                  <a:pt x="333993" y="60396"/>
                </a:lnTo>
                <a:lnTo>
                  <a:pt x="334577" y="60167"/>
                </a:lnTo>
                <a:lnTo>
                  <a:pt x="335171" y="59955"/>
                </a:lnTo>
                <a:lnTo>
                  <a:pt x="335776" y="59763"/>
                </a:lnTo>
                <a:lnTo>
                  <a:pt x="336391" y="59588"/>
                </a:lnTo>
                <a:lnTo>
                  <a:pt x="337016" y="59432"/>
                </a:lnTo>
                <a:lnTo>
                  <a:pt x="337651" y="59294"/>
                </a:lnTo>
                <a:lnTo>
                  <a:pt x="338297" y="59175"/>
                </a:lnTo>
                <a:lnTo>
                  <a:pt x="338953" y="59074"/>
                </a:lnTo>
                <a:lnTo>
                  <a:pt x="339620" y="58991"/>
                </a:lnTo>
                <a:lnTo>
                  <a:pt x="340297" y="58927"/>
                </a:lnTo>
                <a:lnTo>
                  <a:pt x="340984" y="58881"/>
                </a:lnTo>
                <a:lnTo>
                  <a:pt x="341681" y="58854"/>
                </a:lnTo>
                <a:lnTo>
                  <a:pt x="342388" y="58845"/>
                </a:lnTo>
                <a:lnTo>
                  <a:pt x="343086" y="58853"/>
                </a:lnTo>
                <a:lnTo>
                  <a:pt x="343773" y="58880"/>
                </a:lnTo>
                <a:lnTo>
                  <a:pt x="344448" y="58924"/>
                </a:lnTo>
                <a:lnTo>
                  <a:pt x="345113" y="58987"/>
                </a:lnTo>
                <a:lnTo>
                  <a:pt x="345766" y="59067"/>
                </a:lnTo>
                <a:lnTo>
                  <a:pt x="346408" y="59164"/>
                </a:lnTo>
                <a:lnTo>
                  <a:pt x="347040" y="59280"/>
                </a:lnTo>
                <a:lnTo>
                  <a:pt x="347660" y="59413"/>
                </a:lnTo>
                <a:lnTo>
                  <a:pt x="348269" y="59564"/>
                </a:lnTo>
                <a:lnTo>
                  <a:pt x="348867" y="59733"/>
                </a:lnTo>
                <a:lnTo>
                  <a:pt x="349453" y="59920"/>
                </a:lnTo>
                <a:lnTo>
                  <a:pt x="350029" y="60124"/>
                </a:lnTo>
                <a:lnTo>
                  <a:pt x="350594" y="60346"/>
                </a:lnTo>
                <a:lnTo>
                  <a:pt x="351147" y="60586"/>
                </a:lnTo>
                <a:lnTo>
                  <a:pt x="351690" y="60844"/>
                </a:lnTo>
                <a:lnTo>
                  <a:pt x="352221" y="61119"/>
                </a:lnTo>
                <a:lnTo>
                  <a:pt x="352741" y="61412"/>
                </a:lnTo>
                <a:lnTo>
                  <a:pt x="353251" y="61723"/>
                </a:lnTo>
                <a:lnTo>
                  <a:pt x="353749" y="62052"/>
                </a:lnTo>
                <a:lnTo>
                  <a:pt x="354236" y="62398"/>
                </a:lnTo>
                <a:lnTo>
                  <a:pt x="354712" y="62763"/>
                </a:lnTo>
                <a:lnTo>
                  <a:pt x="355177" y="63145"/>
                </a:lnTo>
                <a:lnTo>
                  <a:pt x="355631" y="63544"/>
                </a:lnTo>
                <a:lnTo>
                  <a:pt x="356073" y="63962"/>
                </a:lnTo>
                <a:lnTo>
                  <a:pt x="356501" y="64398"/>
                </a:lnTo>
                <a:lnTo>
                  <a:pt x="356911" y="64852"/>
                </a:lnTo>
                <a:lnTo>
                  <a:pt x="357303" y="65325"/>
                </a:lnTo>
                <a:lnTo>
                  <a:pt x="357676" y="65816"/>
                </a:lnTo>
                <a:lnTo>
                  <a:pt x="358031" y="66326"/>
                </a:lnTo>
                <a:lnTo>
                  <a:pt x="358368" y="66855"/>
                </a:lnTo>
                <a:lnTo>
                  <a:pt x="358687" y="67402"/>
                </a:lnTo>
                <a:lnTo>
                  <a:pt x="358988" y="67968"/>
                </a:lnTo>
                <a:lnTo>
                  <a:pt x="359270" y="68552"/>
                </a:lnTo>
                <a:lnTo>
                  <a:pt x="359534" y="69155"/>
                </a:lnTo>
                <a:lnTo>
                  <a:pt x="359780" y="69776"/>
                </a:lnTo>
                <a:lnTo>
                  <a:pt x="360008" y="70416"/>
                </a:lnTo>
                <a:lnTo>
                  <a:pt x="360217" y="71074"/>
                </a:lnTo>
                <a:lnTo>
                  <a:pt x="360408" y="71752"/>
                </a:lnTo>
                <a:lnTo>
                  <a:pt x="360581" y="72447"/>
                </a:lnTo>
                <a:lnTo>
                  <a:pt x="360736" y="73161"/>
                </a:lnTo>
                <a:lnTo>
                  <a:pt x="360873" y="73894"/>
                </a:lnTo>
                <a:lnTo>
                  <a:pt x="360991" y="74645"/>
                </a:lnTo>
                <a:lnTo>
                  <a:pt x="361091" y="75415"/>
                </a:lnTo>
                <a:lnTo>
                  <a:pt x="361173" y="76204"/>
                </a:lnTo>
                <a:lnTo>
                  <a:pt x="361237" y="77010"/>
                </a:lnTo>
                <a:lnTo>
                  <a:pt x="361283" y="77836"/>
                </a:lnTo>
                <a:lnTo>
                  <a:pt x="361310" y="78680"/>
                </a:lnTo>
                <a:lnTo>
                  <a:pt x="361319" y="79543"/>
                </a:lnTo>
                <a:lnTo>
                  <a:pt x="361309" y="80359"/>
                </a:lnTo>
                <a:lnTo>
                  <a:pt x="361280" y="81159"/>
                </a:lnTo>
                <a:lnTo>
                  <a:pt x="361231" y="81942"/>
                </a:lnTo>
                <a:lnTo>
                  <a:pt x="361162" y="82709"/>
                </a:lnTo>
                <a:lnTo>
                  <a:pt x="361074" y="83460"/>
                </a:lnTo>
                <a:lnTo>
                  <a:pt x="360966" y="84194"/>
                </a:lnTo>
                <a:lnTo>
                  <a:pt x="360839" y="84912"/>
                </a:lnTo>
                <a:lnTo>
                  <a:pt x="360692" y="85614"/>
                </a:lnTo>
                <a:lnTo>
                  <a:pt x="360525" y="86299"/>
                </a:lnTo>
                <a:lnTo>
                  <a:pt x="360339" y="86968"/>
                </a:lnTo>
                <a:lnTo>
                  <a:pt x="360133" y="87620"/>
                </a:lnTo>
                <a:lnTo>
                  <a:pt x="359908" y="88256"/>
                </a:lnTo>
                <a:lnTo>
                  <a:pt x="359663" y="88876"/>
                </a:lnTo>
                <a:lnTo>
                  <a:pt x="359398" y="89479"/>
                </a:lnTo>
                <a:lnTo>
                  <a:pt x="359114" y="90066"/>
                </a:lnTo>
                <a:lnTo>
                  <a:pt x="358810" y="90636"/>
                </a:lnTo>
                <a:lnTo>
                  <a:pt x="358487" y="91190"/>
                </a:lnTo>
                <a:lnTo>
                  <a:pt x="358144" y="91728"/>
                </a:lnTo>
                <a:lnTo>
                  <a:pt x="357781" y="92249"/>
                </a:lnTo>
                <a:lnTo>
                  <a:pt x="357399" y="92754"/>
                </a:lnTo>
                <a:lnTo>
                  <a:pt x="356997" y="93243"/>
                </a:lnTo>
                <a:lnTo>
                  <a:pt x="356576" y="93715"/>
                </a:lnTo>
                <a:lnTo>
                  <a:pt x="356135" y="94171"/>
                </a:lnTo>
                <a:lnTo>
                  <a:pt x="355674" y="94610"/>
                </a:lnTo>
                <a:lnTo>
                  <a:pt x="355199" y="95032"/>
                </a:lnTo>
                <a:lnTo>
                  <a:pt x="354714" y="95437"/>
                </a:lnTo>
                <a:lnTo>
                  <a:pt x="354219" y="95823"/>
                </a:lnTo>
                <a:lnTo>
                  <a:pt x="353715" y="96191"/>
                </a:lnTo>
                <a:lnTo>
                  <a:pt x="353201" y="96542"/>
                </a:lnTo>
                <a:lnTo>
                  <a:pt x="352677" y="96874"/>
                </a:lnTo>
                <a:lnTo>
                  <a:pt x="352143" y="97189"/>
                </a:lnTo>
                <a:lnTo>
                  <a:pt x="351600" y="97485"/>
                </a:lnTo>
                <a:lnTo>
                  <a:pt x="351047" y="97763"/>
                </a:lnTo>
                <a:lnTo>
                  <a:pt x="350485" y="98024"/>
                </a:lnTo>
                <a:lnTo>
                  <a:pt x="349913" y="98267"/>
                </a:lnTo>
                <a:lnTo>
                  <a:pt x="349331" y="98491"/>
                </a:lnTo>
                <a:lnTo>
                  <a:pt x="348739" y="98698"/>
                </a:lnTo>
                <a:lnTo>
                  <a:pt x="348138" y="98886"/>
                </a:lnTo>
                <a:lnTo>
                  <a:pt x="347526" y="99057"/>
                </a:lnTo>
                <a:lnTo>
                  <a:pt x="346906" y="99210"/>
                </a:lnTo>
                <a:lnTo>
                  <a:pt x="346275" y="99345"/>
                </a:lnTo>
                <a:lnTo>
                  <a:pt x="345635" y="99461"/>
                </a:lnTo>
                <a:lnTo>
                  <a:pt x="344985" y="99560"/>
                </a:lnTo>
                <a:lnTo>
                  <a:pt x="344326" y="99641"/>
                </a:lnTo>
                <a:lnTo>
                  <a:pt x="343656" y="99704"/>
                </a:lnTo>
                <a:lnTo>
                  <a:pt x="342977" y="99749"/>
                </a:lnTo>
                <a:lnTo>
                  <a:pt x="342289" y="99776"/>
                </a:lnTo>
                <a:lnTo>
                  <a:pt x="341590" y="99785"/>
                </a:lnTo>
                <a:lnTo>
                  <a:pt x="340975" y="99776"/>
                </a:lnTo>
                <a:lnTo>
                  <a:pt x="340366" y="99749"/>
                </a:lnTo>
                <a:lnTo>
                  <a:pt x="339763" y="99705"/>
                </a:lnTo>
                <a:lnTo>
                  <a:pt x="339165" y="99643"/>
                </a:lnTo>
                <a:close/>
                <a:moveTo>
                  <a:pt x="338945" y="177445"/>
                </a:moveTo>
                <a:lnTo>
                  <a:pt x="337949" y="177381"/>
                </a:lnTo>
                <a:lnTo>
                  <a:pt x="336979" y="177302"/>
                </a:lnTo>
                <a:lnTo>
                  <a:pt x="336034" y="177209"/>
                </a:lnTo>
                <a:lnTo>
                  <a:pt x="335115" y="177102"/>
                </a:lnTo>
                <a:lnTo>
                  <a:pt x="334222" y="176980"/>
                </a:lnTo>
                <a:lnTo>
                  <a:pt x="333355" y="176844"/>
                </a:lnTo>
                <a:lnTo>
                  <a:pt x="332513" y="176694"/>
                </a:lnTo>
                <a:lnTo>
                  <a:pt x="331697" y="176529"/>
                </a:lnTo>
                <a:lnTo>
                  <a:pt x="330907" y="176350"/>
                </a:lnTo>
                <a:lnTo>
                  <a:pt x="330143" y="176157"/>
                </a:lnTo>
                <a:lnTo>
                  <a:pt x="329404" y="175949"/>
                </a:lnTo>
                <a:lnTo>
                  <a:pt x="328691" y="175727"/>
                </a:lnTo>
                <a:lnTo>
                  <a:pt x="328004" y="175491"/>
                </a:lnTo>
                <a:lnTo>
                  <a:pt x="327342" y="175241"/>
                </a:lnTo>
                <a:lnTo>
                  <a:pt x="326707" y="174976"/>
                </a:lnTo>
                <a:lnTo>
                  <a:pt x="326097" y="174697"/>
                </a:lnTo>
                <a:lnTo>
                  <a:pt x="325512" y="174403"/>
                </a:lnTo>
                <a:lnTo>
                  <a:pt x="324954" y="174095"/>
                </a:lnTo>
                <a:lnTo>
                  <a:pt x="324421" y="173773"/>
                </a:lnTo>
                <a:lnTo>
                  <a:pt x="323914" y="173437"/>
                </a:lnTo>
                <a:lnTo>
                  <a:pt x="323430" y="173092"/>
                </a:lnTo>
                <a:lnTo>
                  <a:pt x="322967" y="172745"/>
                </a:lnTo>
                <a:lnTo>
                  <a:pt x="322524" y="172395"/>
                </a:lnTo>
                <a:lnTo>
                  <a:pt x="322102" y="172043"/>
                </a:lnTo>
                <a:lnTo>
                  <a:pt x="321701" y="171689"/>
                </a:lnTo>
                <a:lnTo>
                  <a:pt x="321320" y="171332"/>
                </a:lnTo>
                <a:lnTo>
                  <a:pt x="320959" y="170973"/>
                </a:lnTo>
                <a:lnTo>
                  <a:pt x="320620" y="170611"/>
                </a:lnTo>
                <a:lnTo>
                  <a:pt x="320300" y="170247"/>
                </a:lnTo>
                <a:lnTo>
                  <a:pt x="320002" y="169881"/>
                </a:lnTo>
                <a:lnTo>
                  <a:pt x="319724" y="169512"/>
                </a:lnTo>
                <a:lnTo>
                  <a:pt x="319466" y="169141"/>
                </a:lnTo>
                <a:lnTo>
                  <a:pt x="319230" y="168767"/>
                </a:lnTo>
                <a:lnTo>
                  <a:pt x="319013" y="168391"/>
                </a:lnTo>
                <a:lnTo>
                  <a:pt x="318818" y="168013"/>
                </a:lnTo>
                <a:lnTo>
                  <a:pt x="318643" y="167632"/>
                </a:lnTo>
                <a:lnTo>
                  <a:pt x="318488" y="167249"/>
                </a:lnTo>
                <a:lnTo>
                  <a:pt x="318355" y="166863"/>
                </a:lnTo>
                <a:lnTo>
                  <a:pt x="318241" y="166475"/>
                </a:lnTo>
                <a:lnTo>
                  <a:pt x="318149" y="166084"/>
                </a:lnTo>
                <a:lnTo>
                  <a:pt x="318077" y="165692"/>
                </a:lnTo>
                <a:lnTo>
                  <a:pt x="318025" y="165296"/>
                </a:lnTo>
                <a:lnTo>
                  <a:pt x="317994" y="164899"/>
                </a:lnTo>
                <a:lnTo>
                  <a:pt x="317984" y="164499"/>
                </a:lnTo>
                <a:lnTo>
                  <a:pt x="317989" y="164157"/>
                </a:lnTo>
                <a:lnTo>
                  <a:pt x="318003" y="163818"/>
                </a:lnTo>
                <a:lnTo>
                  <a:pt x="318028" y="163483"/>
                </a:lnTo>
                <a:lnTo>
                  <a:pt x="318062" y="163151"/>
                </a:lnTo>
                <a:lnTo>
                  <a:pt x="318105" y="162823"/>
                </a:lnTo>
                <a:lnTo>
                  <a:pt x="318159" y="162498"/>
                </a:lnTo>
                <a:lnTo>
                  <a:pt x="318222" y="162176"/>
                </a:lnTo>
                <a:lnTo>
                  <a:pt x="318294" y="161858"/>
                </a:lnTo>
                <a:lnTo>
                  <a:pt x="318377" y="161543"/>
                </a:lnTo>
                <a:lnTo>
                  <a:pt x="318469" y="161232"/>
                </a:lnTo>
                <a:lnTo>
                  <a:pt x="318571" y="160924"/>
                </a:lnTo>
                <a:lnTo>
                  <a:pt x="318682" y="160619"/>
                </a:lnTo>
                <a:lnTo>
                  <a:pt x="318804" y="160317"/>
                </a:lnTo>
                <a:lnTo>
                  <a:pt x="318935" y="160019"/>
                </a:lnTo>
                <a:lnTo>
                  <a:pt x="319075" y="159725"/>
                </a:lnTo>
                <a:lnTo>
                  <a:pt x="319226" y="159434"/>
                </a:lnTo>
                <a:lnTo>
                  <a:pt x="319386" y="159146"/>
                </a:lnTo>
                <a:lnTo>
                  <a:pt x="319556" y="158861"/>
                </a:lnTo>
                <a:lnTo>
                  <a:pt x="319735" y="158580"/>
                </a:lnTo>
                <a:lnTo>
                  <a:pt x="319924" y="158302"/>
                </a:lnTo>
                <a:lnTo>
                  <a:pt x="320123" y="158028"/>
                </a:lnTo>
                <a:lnTo>
                  <a:pt x="320332" y="157757"/>
                </a:lnTo>
                <a:lnTo>
                  <a:pt x="320550" y="157489"/>
                </a:lnTo>
                <a:lnTo>
                  <a:pt x="320778" y="157225"/>
                </a:lnTo>
                <a:lnTo>
                  <a:pt x="321014" y="156965"/>
                </a:lnTo>
                <a:lnTo>
                  <a:pt x="321255" y="156710"/>
                </a:lnTo>
                <a:lnTo>
                  <a:pt x="321502" y="156460"/>
                </a:lnTo>
                <a:lnTo>
                  <a:pt x="321755" y="156215"/>
                </a:lnTo>
                <a:lnTo>
                  <a:pt x="322014" y="155975"/>
                </a:lnTo>
                <a:lnTo>
                  <a:pt x="322278" y="155740"/>
                </a:lnTo>
                <a:lnTo>
                  <a:pt x="322548" y="155509"/>
                </a:lnTo>
                <a:lnTo>
                  <a:pt x="322824" y="155284"/>
                </a:lnTo>
                <a:lnTo>
                  <a:pt x="323106" y="155064"/>
                </a:lnTo>
                <a:lnTo>
                  <a:pt x="323393" y="154849"/>
                </a:lnTo>
                <a:lnTo>
                  <a:pt x="323686" y="154638"/>
                </a:lnTo>
                <a:lnTo>
                  <a:pt x="323985" y="154433"/>
                </a:lnTo>
                <a:lnTo>
                  <a:pt x="324290" y="154233"/>
                </a:lnTo>
                <a:lnTo>
                  <a:pt x="324600" y="154037"/>
                </a:lnTo>
                <a:lnTo>
                  <a:pt x="324916" y="153847"/>
                </a:lnTo>
                <a:lnTo>
                  <a:pt x="325238" y="153661"/>
                </a:lnTo>
                <a:lnTo>
                  <a:pt x="325566" y="153481"/>
                </a:lnTo>
                <a:lnTo>
                  <a:pt x="325899" y="153306"/>
                </a:lnTo>
                <a:lnTo>
                  <a:pt x="326238" y="153135"/>
                </a:lnTo>
                <a:lnTo>
                  <a:pt x="326583" y="152970"/>
                </a:lnTo>
                <a:lnTo>
                  <a:pt x="326933" y="152809"/>
                </a:lnTo>
                <a:lnTo>
                  <a:pt x="327290" y="152653"/>
                </a:lnTo>
                <a:lnTo>
                  <a:pt x="327652" y="152503"/>
                </a:lnTo>
                <a:lnTo>
                  <a:pt x="328019" y="152357"/>
                </a:lnTo>
                <a:lnTo>
                  <a:pt x="348318" y="152357"/>
                </a:lnTo>
                <a:lnTo>
                  <a:pt x="349006" y="152360"/>
                </a:lnTo>
                <a:lnTo>
                  <a:pt x="349683" y="152367"/>
                </a:lnTo>
                <a:lnTo>
                  <a:pt x="350348" y="152379"/>
                </a:lnTo>
                <a:lnTo>
                  <a:pt x="351002" y="152395"/>
                </a:lnTo>
                <a:lnTo>
                  <a:pt x="351644" y="152417"/>
                </a:lnTo>
                <a:lnTo>
                  <a:pt x="352274" y="152443"/>
                </a:lnTo>
                <a:lnTo>
                  <a:pt x="352893" y="152474"/>
                </a:lnTo>
                <a:lnTo>
                  <a:pt x="353501" y="152510"/>
                </a:lnTo>
                <a:lnTo>
                  <a:pt x="354097" y="152550"/>
                </a:lnTo>
                <a:lnTo>
                  <a:pt x="354682" y="152595"/>
                </a:lnTo>
                <a:lnTo>
                  <a:pt x="355255" y="152645"/>
                </a:lnTo>
                <a:lnTo>
                  <a:pt x="355817" y="152700"/>
                </a:lnTo>
                <a:lnTo>
                  <a:pt x="356367" y="152760"/>
                </a:lnTo>
                <a:lnTo>
                  <a:pt x="356906" y="152824"/>
                </a:lnTo>
                <a:lnTo>
                  <a:pt x="357433" y="152893"/>
                </a:lnTo>
                <a:lnTo>
                  <a:pt x="357949" y="152967"/>
                </a:lnTo>
                <a:lnTo>
                  <a:pt x="358453" y="153046"/>
                </a:lnTo>
                <a:lnTo>
                  <a:pt x="358946" y="153129"/>
                </a:lnTo>
                <a:lnTo>
                  <a:pt x="359427" y="153217"/>
                </a:lnTo>
                <a:lnTo>
                  <a:pt x="359897" y="153310"/>
                </a:lnTo>
                <a:lnTo>
                  <a:pt x="360355" y="153408"/>
                </a:lnTo>
                <a:lnTo>
                  <a:pt x="360802" y="153510"/>
                </a:lnTo>
                <a:lnTo>
                  <a:pt x="361237" y="153617"/>
                </a:lnTo>
                <a:lnTo>
                  <a:pt x="361661" y="153729"/>
                </a:lnTo>
                <a:lnTo>
                  <a:pt x="362074" y="153846"/>
                </a:lnTo>
                <a:lnTo>
                  <a:pt x="362478" y="153966"/>
                </a:lnTo>
                <a:lnTo>
                  <a:pt x="362871" y="154091"/>
                </a:lnTo>
                <a:lnTo>
                  <a:pt x="363255" y="154219"/>
                </a:lnTo>
                <a:lnTo>
                  <a:pt x="363628" y="154352"/>
                </a:lnTo>
                <a:lnTo>
                  <a:pt x="363992" y="154488"/>
                </a:lnTo>
                <a:lnTo>
                  <a:pt x="364346" y="154629"/>
                </a:lnTo>
                <a:lnTo>
                  <a:pt x="364690" y="154773"/>
                </a:lnTo>
                <a:lnTo>
                  <a:pt x="365024" y="154922"/>
                </a:lnTo>
                <a:lnTo>
                  <a:pt x="365348" y="155074"/>
                </a:lnTo>
                <a:lnTo>
                  <a:pt x="365662" y="155230"/>
                </a:lnTo>
                <a:lnTo>
                  <a:pt x="365966" y="155391"/>
                </a:lnTo>
                <a:lnTo>
                  <a:pt x="366261" y="155555"/>
                </a:lnTo>
                <a:lnTo>
                  <a:pt x="366545" y="155723"/>
                </a:lnTo>
                <a:lnTo>
                  <a:pt x="366820" y="155896"/>
                </a:lnTo>
                <a:lnTo>
                  <a:pt x="367084" y="156072"/>
                </a:lnTo>
                <a:lnTo>
                  <a:pt x="367339" y="156252"/>
                </a:lnTo>
                <a:lnTo>
                  <a:pt x="367584" y="156436"/>
                </a:lnTo>
                <a:lnTo>
                  <a:pt x="367819" y="156624"/>
                </a:lnTo>
                <a:lnTo>
                  <a:pt x="368044" y="156816"/>
                </a:lnTo>
                <a:lnTo>
                  <a:pt x="368259" y="157012"/>
                </a:lnTo>
                <a:lnTo>
                  <a:pt x="368465" y="157212"/>
                </a:lnTo>
                <a:lnTo>
                  <a:pt x="368660" y="157416"/>
                </a:lnTo>
                <a:lnTo>
                  <a:pt x="368846" y="157624"/>
                </a:lnTo>
                <a:lnTo>
                  <a:pt x="369022" y="157837"/>
                </a:lnTo>
                <a:lnTo>
                  <a:pt x="369192" y="158053"/>
                </a:lnTo>
                <a:lnTo>
                  <a:pt x="369353" y="158273"/>
                </a:lnTo>
                <a:lnTo>
                  <a:pt x="369508" y="158497"/>
                </a:lnTo>
                <a:lnTo>
                  <a:pt x="369654" y="158725"/>
                </a:lnTo>
                <a:lnTo>
                  <a:pt x="369794" y="158957"/>
                </a:lnTo>
                <a:lnTo>
                  <a:pt x="369925" y="159193"/>
                </a:lnTo>
                <a:lnTo>
                  <a:pt x="370049" y="159434"/>
                </a:lnTo>
                <a:lnTo>
                  <a:pt x="370166" y="159678"/>
                </a:lnTo>
                <a:lnTo>
                  <a:pt x="370275" y="159926"/>
                </a:lnTo>
                <a:lnTo>
                  <a:pt x="370377" y="160178"/>
                </a:lnTo>
                <a:lnTo>
                  <a:pt x="370471" y="160433"/>
                </a:lnTo>
                <a:lnTo>
                  <a:pt x="370557" y="160693"/>
                </a:lnTo>
                <a:lnTo>
                  <a:pt x="370636" y="160957"/>
                </a:lnTo>
                <a:lnTo>
                  <a:pt x="370708" y="161225"/>
                </a:lnTo>
                <a:lnTo>
                  <a:pt x="370772" y="161497"/>
                </a:lnTo>
                <a:lnTo>
                  <a:pt x="370828" y="161773"/>
                </a:lnTo>
                <a:lnTo>
                  <a:pt x="370877" y="162053"/>
                </a:lnTo>
                <a:lnTo>
                  <a:pt x="370918" y="162336"/>
                </a:lnTo>
                <a:lnTo>
                  <a:pt x="370952" y="162624"/>
                </a:lnTo>
                <a:lnTo>
                  <a:pt x="370979" y="162916"/>
                </a:lnTo>
                <a:lnTo>
                  <a:pt x="370997" y="163211"/>
                </a:lnTo>
                <a:lnTo>
                  <a:pt x="371009" y="163511"/>
                </a:lnTo>
                <a:lnTo>
                  <a:pt x="371012" y="163815"/>
                </a:lnTo>
                <a:lnTo>
                  <a:pt x="371002" y="164289"/>
                </a:lnTo>
                <a:lnTo>
                  <a:pt x="370969" y="164757"/>
                </a:lnTo>
                <a:lnTo>
                  <a:pt x="370914" y="165219"/>
                </a:lnTo>
                <a:lnTo>
                  <a:pt x="370838" y="165676"/>
                </a:lnTo>
                <a:lnTo>
                  <a:pt x="370740" y="166126"/>
                </a:lnTo>
                <a:lnTo>
                  <a:pt x="370620" y="166571"/>
                </a:lnTo>
                <a:lnTo>
                  <a:pt x="370479" y="167009"/>
                </a:lnTo>
                <a:lnTo>
                  <a:pt x="370316" y="167442"/>
                </a:lnTo>
                <a:lnTo>
                  <a:pt x="370130" y="167868"/>
                </a:lnTo>
                <a:lnTo>
                  <a:pt x="369923" y="168289"/>
                </a:lnTo>
                <a:lnTo>
                  <a:pt x="369695" y="168703"/>
                </a:lnTo>
                <a:lnTo>
                  <a:pt x="369444" y="169112"/>
                </a:lnTo>
                <a:lnTo>
                  <a:pt x="369172" y="169515"/>
                </a:lnTo>
                <a:lnTo>
                  <a:pt x="368878" y="169911"/>
                </a:lnTo>
                <a:lnTo>
                  <a:pt x="368562" y="170302"/>
                </a:lnTo>
                <a:lnTo>
                  <a:pt x="368225" y="170687"/>
                </a:lnTo>
                <a:lnTo>
                  <a:pt x="367865" y="171066"/>
                </a:lnTo>
                <a:lnTo>
                  <a:pt x="367484" y="171439"/>
                </a:lnTo>
                <a:lnTo>
                  <a:pt x="367081" y="171806"/>
                </a:lnTo>
                <a:lnTo>
                  <a:pt x="366657" y="172167"/>
                </a:lnTo>
                <a:lnTo>
                  <a:pt x="366210" y="172522"/>
                </a:lnTo>
                <a:lnTo>
                  <a:pt x="365742" y="172871"/>
                </a:lnTo>
                <a:lnTo>
                  <a:pt x="365252" y="173214"/>
                </a:lnTo>
                <a:lnTo>
                  <a:pt x="364740" y="173551"/>
                </a:lnTo>
                <a:lnTo>
                  <a:pt x="364202" y="173878"/>
                </a:lnTo>
                <a:lnTo>
                  <a:pt x="363632" y="174191"/>
                </a:lnTo>
                <a:lnTo>
                  <a:pt x="363031" y="174490"/>
                </a:lnTo>
                <a:lnTo>
                  <a:pt x="362399" y="174776"/>
                </a:lnTo>
                <a:lnTo>
                  <a:pt x="361736" y="175047"/>
                </a:lnTo>
                <a:lnTo>
                  <a:pt x="361041" y="175305"/>
                </a:lnTo>
                <a:lnTo>
                  <a:pt x="360315" y="175548"/>
                </a:lnTo>
                <a:lnTo>
                  <a:pt x="359558" y="175778"/>
                </a:lnTo>
                <a:lnTo>
                  <a:pt x="358769" y="175994"/>
                </a:lnTo>
                <a:lnTo>
                  <a:pt x="357949" y="176196"/>
                </a:lnTo>
                <a:lnTo>
                  <a:pt x="357098" y="176384"/>
                </a:lnTo>
                <a:lnTo>
                  <a:pt x="356216" y="176558"/>
                </a:lnTo>
                <a:lnTo>
                  <a:pt x="355302" y="176718"/>
                </a:lnTo>
                <a:lnTo>
                  <a:pt x="354357" y="176864"/>
                </a:lnTo>
                <a:lnTo>
                  <a:pt x="353381" y="176996"/>
                </a:lnTo>
                <a:lnTo>
                  <a:pt x="352373" y="177114"/>
                </a:lnTo>
                <a:lnTo>
                  <a:pt x="351334" y="177219"/>
                </a:lnTo>
                <a:lnTo>
                  <a:pt x="350264" y="177309"/>
                </a:lnTo>
                <a:lnTo>
                  <a:pt x="349163" y="177386"/>
                </a:lnTo>
                <a:lnTo>
                  <a:pt x="348030" y="177449"/>
                </a:lnTo>
                <a:lnTo>
                  <a:pt x="346866" y="177497"/>
                </a:lnTo>
                <a:lnTo>
                  <a:pt x="345671" y="177532"/>
                </a:lnTo>
                <a:lnTo>
                  <a:pt x="344445" y="177553"/>
                </a:lnTo>
                <a:lnTo>
                  <a:pt x="343187" y="177560"/>
                </a:lnTo>
                <a:lnTo>
                  <a:pt x="342088" y="177553"/>
                </a:lnTo>
                <a:lnTo>
                  <a:pt x="341014" y="177531"/>
                </a:lnTo>
                <a:lnTo>
                  <a:pt x="339967" y="177496"/>
                </a:lnTo>
                <a:lnTo>
                  <a:pt x="338945" y="177445"/>
                </a:lnTo>
                <a:close/>
                <a:moveTo>
                  <a:pt x="110733" y="153498"/>
                </a:moveTo>
                <a:lnTo>
                  <a:pt x="144146" y="153498"/>
                </a:lnTo>
                <a:lnTo>
                  <a:pt x="88837" y="0"/>
                </a:lnTo>
                <a:lnTo>
                  <a:pt x="55195" y="0"/>
                </a:lnTo>
                <a:lnTo>
                  <a:pt x="0" y="153498"/>
                </a:lnTo>
                <a:lnTo>
                  <a:pt x="33072" y="153498"/>
                </a:lnTo>
                <a:lnTo>
                  <a:pt x="44361" y="119742"/>
                </a:lnTo>
                <a:lnTo>
                  <a:pt x="99785" y="119742"/>
                </a:lnTo>
                <a:lnTo>
                  <a:pt x="110733" y="153498"/>
                </a:lnTo>
                <a:close/>
                <a:moveTo>
                  <a:pt x="71959" y="31703"/>
                </a:moveTo>
                <a:lnTo>
                  <a:pt x="91916" y="93170"/>
                </a:lnTo>
                <a:lnTo>
                  <a:pt x="52002" y="93170"/>
                </a:lnTo>
                <a:lnTo>
                  <a:pt x="71959" y="31703"/>
                </a:lnTo>
                <a:close/>
                <a:moveTo>
                  <a:pt x="199674" y="155395"/>
                </a:moveTo>
                <a:lnTo>
                  <a:pt x="200806" y="155308"/>
                </a:lnTo>
                <a:lnTo>
                  <a:pt x="201921" y="155201"/>
                </a:lnTo>
                <a:lnTo>
                  <a:pt x="203020" y="155075"/>
                </a:lnTo>
                <a:lnTo>
                  <a:pt x="204102" y="154929"/>
                </a:lnTo>
                <a:lnTo>
                  <a:pt x="205168" y="154764"/>
                </a:lnTo>
                <a:lnTo>
                  <a:pt x="206217" y="154580"/>
                </a:lnTo>
                <a:lnTo>
                  <a:pt x="207249" y="154376"/>
                </a:lnTo>
                <a:lnTo>
                  <a:pt x="208265" y="154153"/>
                </a:lnTo>
                <a:lnTo>
                  <a:pt x="209264" y="153911"/>
                </a:lnTo>
                <a:lnTo>
                  <a:pt x="210246" y="153649"/>
                </a:lnTo>
                <a:lnTo>
                  <a:pt x="211212" y="153367"/>
                </a:lnTo>
                <a:lnTo>
                  <a:pt x="212161" y="153067"/>
                </a:lnTo>
                <a:lnTo>
                  <a:pt x="213094" y="152747"/>
                </a:lnTo>
                <a:lnTo>
                  <a:pt x="214010" y="152407"/>
                </a:lnTo>
                <a:lnTo>
                  <a:pt x="214909" y="152048"/>
                </a:lnTo>
                <a:lnTo>
                  <a:pt x="215792" y="151670"/>
                </a:lnTo>
                <a:lnTo>
                  <a:pt x="216658" y="151272"/>
                </a:lnTo>
                <a:lnTo>
                  <a:pt x="217507" y="150855"/>
                </a:lnTo>
                <a:lnTo>
                  <a:pt x="218340" y="150418"/>
                </a:lnTo>
                <a:lnTo>
                  <a:pt x="219156" y="149962"/>
                </a:lnTo>
                <a:lnTo>
                  <a:pt x="219956" y="149494"/>
                </a:lnTo>
                <a:lnTo>
                  <a:pt x="220743" y="149021"/>
                </a:lnTo>
                <a:lnTo>
                  <a:pt x="221515" y="148542"/>
                </a:lnTo>
                <a:lnTo>
                  <a:pt x="222273" y="148058"/>
                </a:lnTo>
                <a:lnTo>
                  <a:pt x="223016" y="147570"/>
                </a:lnTo>
                <a:lnTo>
                  <a:pt x="223746" y="147076"/>
                </a:lnTo>
                <a:lnTo>
                  <a:pt x="224461" y="146577"/>
                </a:lnTo>
                <a:lnTo>
                  <a:pt x="225162" y="146072"/>
                </a:lnTo>
                <a:lnTo>
                  <a:pt x="225848" y="145563"/>
                </a:lnTo>
                <a:lnTo>
                  <a:pt x="226521" y="145048"/>
                </a:lnTo>
                <a:lnTo>
                  <a:pt x="227179" y="144529"/>
                </a:lnTo>
                <a:lnTo>
                  <a:pt x="227823" y="144004"/>
                </a:lnTo>
                <a:lnTo>
                  <a:pt x="228452" y="143474"/>
                </a:lnTo>
                <a:lnTo>
                  <a:pt x="229068" y="142939"/>
                </a:lnTo>
                <a:lnTo>
                  <a:pt x="229669" y="142398"/>
                </a:lnTo>
                <a:lnTo>
                  <a:pt x="230256" y="141853"/>
                </a:lnTo>
                <a:lnTo>
                  <a:pt x="230828" y="141302"/>
                </a:lnTo>
                <a:lnTo>
                  <a:pt x="231387" y="140746"/>
                </a:lnTo>
                <a:lnTo>
                  <a:pt x="231931" y="140186"/>
                </a:lnTo>
                <a:lnTo>
                  <a:pt x="232460" y="139620"/>
                </a:lnTo>
                <a:lnTo>
                  <a:pt x="232976" y="139048"/>
                </a:lnTo>
                <a:lnTo>
                  <a:pt x="233477" y="138472"/>
                </a:lnTo>
                <a:lnTo>
                  <a:pt x="233964" y="137891"/>
                </a:lnTo>
                <a:lnTo>
                  <a:pt x="234437" y="137304"/>
                </a:lnTo>
                <a:lnTo>
                  <a:pt x="234893" y="153498"/>
                </a:lnTo>
                <a:lnTo>
                  <a:pt x="264087" y="153498"/>
                </a:lnTo>
                <a:lnTo>
                  <a:pt x="264087" y="40826"/>
                </a:lnTo>
                <a:lnTo>
                  <a:pt x="233867" y="40826"/>
                </a:lnTo>
                <a:lnTo>
                  <a:pt x="233867" y="116812"/>
                </a:lnTo>
                <a:lnTo>
                  <a:pt x="233465" y="117305"/>
                </a:lnTo>
                <a:lnTo>
                  <a:pt x="233057" y="117791"/>
                </a:lnTo>
                <a:lnTo>
                  <a:pt x="232644" y="118270"/>
                </a:lnTo>
                <a:lnTo>
                  <a:pt x="232224" y="118744"/>
                </a:lnTo>
                <a:lnTo>
                  <a:pt x="231799" y="119211"/>
                </a:lnTo>
                <a:lnTo>
                  <a:pt x="231369" y="119672"/>
                </a:lnTo>
                <a:lnTo>
                  <a:pt x="230932" y="120126"/>
                </a:lnTo>
                <a:lnTo>
                  <a:pt x="230490" y="120574"/>
                </a:lnTo>
                <a:lnTo>
                  <a:pt x="230042" y="121017"/>
                </a:lnTo>
                <a:lnTo>
                  <a:pt x="229588" y="121452"/>
                </a:lnTo>
                <a:lnTo>
                  <a:pt x="229129" y="121882"/>
                </a:lnTo>
                <a:lnTo>
                  <a:pt x="228664" y="122305"/>
                </a:lnTo>
                <a:lnTo>
                  <a:pt x="228193" y="122722"/>
                </a:lnTo>
                <a:lnTo>
                  <a:pt x="227716" y="123133"/>
                </a:lnTo>
                <a:lnTo>
                  <a:pt x="227234" y="123537"/>
                </a:lnTo>
                <a:lnTo>
                  <a:pt x="226746" y="123935"/>
                </a:lnTo>
                <a:lnTo>
                  <a:pt x="226252" y="124327"/>
                </a:lnTo>
                <a:lnTo>
                  <a:pt x="225752" y="124713"/>
                </a:lnTo>
                <a:lnTo>
                  <a:pt x="225247" y="125092"/>
                </a:lnTo>
                <a:lnTo>
                  <a:pt x="224736" y="125465"/>
                </a:lnTo>
                <a:lnTo>
                  <a:pt x="224219" y="125832"/>
                </a:lnTo>
                <a:lnTo>
                  <a:pt x="223696" y="126192"/>
                </a:lnTo>
                <a:lnTo>
                  <a:pt x="223168" y="126546"/>
                </a:lnTo>
                <a:lnTo>
                  <a:pt x="222634" y="126894"/>
                </a:lnTo>
                <a:lnTo>
                  <a:pt x="222092" y="127232"/>
                </a:lnTo>
                <a:lnTo>
                  <a:pt x="221541" y="127555"/>
                </a:lnTo>
                <a:lnTo>
                  <a:pt x="220981" y="127864"/>
                </a:lnTo>
                <a:lnTo>
                  <a:pt x="220412" y="128158"/>
                </a:lnTo>
                <a:lnTo>
                  <a:pt x="219833" y="128439"/>
                </a:lnTo>
                <a:lnTo>
                  <a:pt x="219245" y="128704"/>
                </a:lnTo>
                <a:lnTo>
                  <a:pt x="218647" y="128956"/>
                </a:lnTo>
                <a:lnTo>
                  <a:pt x="218041" y="129193"/>
                </a:lnTo>
                <a:lnTo>
                  <a:pt x="217425" y="129415"/>
                </a:lnTo>
                <a:lnTo>
                  <a:pt x="216799" y="129624"/>
                </a:lnTo>
                <a:lnTo>
                  <a:pt x="216165" y="129818"/>
                </a:lnTo>
                <a:lnTo>
                  <a:pt x="215521" y="129997"/>
                </a:lnTo>
                <a:lnTo>
                  <a:pt x="214867" y="130163"/>
                </a:lnTo>
                <a:lnTo>
                  <a:pt x="214205" y="130313"/>
                </a:lnTo>
                <a:lnTo>
                  <a:pt x="213533" y="130450"/>
                </a:lnTo>
                <a:lnTo>
                  <a:pt x="212852" y="130572"/>
                </a:lnTo>
                <a:lnTo>
                  <a:pt x="212161" y="130680"/>
                </a:lnTo>
                <a:lnTo>
                  <a:pt x="211462" y="130773"/>
                </a:lnTo>
                <a:lnTo>
                  <a:pt x="210753" y="130852"/>
                </a:lnTo>
                <a:lnTo>
                  <a:pt x="210034" y="130917"/>
                </a:lnTo>
                <a:lnTo>
                  <a:pt x="209306" y="130967"/>
                </a:lnTo>
                <a:lnTo>
                  <a:pt x="208569" y="131003"/>
                </a:lnTo>
                <a:lnTo>
                  <a:pt x="207823" y="131025"/>
                </a:lnTo>
                <a:lnTo>
                  <a:pt x="207068" y="131032"/>
                </a:lnTo>
                <a:lnTo>
                  <a:pt x="206549" y="131027"/>
                </a:lnTo>
                <a:lnTo>
                  <a:pt x="206039" y="131015"/>
                </a:lnTo>
                <a:lnTo>
                  <a:pt x="205538" y="130993"/>
                </a:lnTo>
                <a:lnTo>
                  <a:pt x="205045" y="130964"/>
                </a:lnTo>
                <a:lnTo>
                  <a:pt x="204561" y="130925"/>
                </a:lnTo>
                <a:lnTo>
                  <a:pt x="204085" y="130879"/>
                </a:lnTo>
                <a:lnTo>
                  <a:pt x="203617" y="130823"/>
                </a:lnTo>
                <a:lnTo>
                  <a:pt x="203158" y="130760"/>
                </a:lnTo>
                <a:lnTo>
                  <a:pt x="202708" y="130687"/>
                </a:lnTo>
                <a:lnTo>
                  <a:pt x="202266" y="130607"/>
                </a:lnTo>
                <a:lnTo>
                  <a:pt x="201833" y="130517"/>
                </a:lnTo>
                <a:lnTo>
                  <a:pt x="201408" y="130420"/>
                </a:lnTo>
                <a:lnTo>
                  <a:pt x="200992" y="130313"/>
                </a:lnTo>
                <a:lnTo>
                  <a:pt x="200584" y="130199"/>
                </a:lnTo>
                <a:lnTo>
                  <a:pt x="200185" y="130075"/>
                </a:lnTo>
                <a:lnTo>
                  <a:pt x="199794" y="129944"/>
                </a:lnTo>
                <a:lnTo>
                  <a:pt x="199412" y="129803"/>
                </a:lnTo>
                <a:lnTo>
                  <a:pt x="199038" y="129655"/>
                </a:lnTo>
                <a:lnTo>
                  <a:pt x="198673" y="129497"/>
                </a:lnTo>
                <a:lnTo>
                  <a:pt x="198317" y="129331"/>
                </a:lnTo>
                <a:lnTo>
                  <a:pt x="197968" y="129157"/>
                </a:lnTo>
                <a:lnTo>
                  <a:pt x="197629" y="128974"/>
                </a:lnTo>
                <a:lnTo>
                  <a:pt x="197298" y="128783"/>
                </a:lnTo>
                <a:lnTo>
                  <a:pt x="196975" y="128583"/>
                </a:lnTo>
                <a:lnTo>
                  <a:pt x="196660" y="128376"/>
                </a:lnTo>
                <a:lnTo>
                  <a:pt x="196353" y="128161"/>
                </a:lnTo>
                <a:lnTo>
                  <a:pt x="196054" y="127939"/>
                </a:lnTo>
                <a:lnTo>
                  <a:pt x="195762" y="127711"/>
                </a:lnTo>
                <a:lnTo>
                  <a:pt x="195477" y="127475"/>
                </a:lnTo>
                <a:lnTo>
                  <a:pt x="195200" y="127232"/>
                </a:lnTo>
                <a:lnTo>
                  <a:pt x="194931" y="126982"/>
                </a:lnTo>
                <a:lnTo>
                  <a:pt x="194669" y="126725"/>
                </a:lnTo>
                <a:lnTo>
                  <a:pt x="194414" y="126461"/>
                </a:lnTo>
                <a:lnTo>
                  <a:pt x="194168" y="126189"/>
                </a:lnTo>
                <a:lnTo>
                  <a:pt x="193928" y="125911"/>
                </a:lnTo>
                <a:lnTo>
                  <a:pt x="193696" y="125626"/>
                </a:lnTo>
                <a:lnTo>
                  <a:pt x="193472" y="125333"/>
                </a:lnTo>
                <a:lnTo>
                  <a:pt x="193255" y="125033"/>
                </a:lnTo>
                <a:lnTo>
                  <a:pt x="193046" y="124727"/>
                </a:lnTo>
                <a:lnTo>
                  <a:pt x="192844" y="124413"/>
                </a:lnTo>
                <a:lnTo>
                  <a:pt x="192650" y="124092"/>
                </a:lnTo>
                <a:lnTo>
                  <a:pt x="192463" y="123764"/>
                </a:lnTo>
                <a:lnTo>
                  <a:pt x="192284" y="123429"/>
                </a:lnTo>
                <a:lnTo>
                  <a:pt x="192112" y="123087"/>
                </a:lnTo>
                <a:lnTo>
                  <a:pt x="191948" y="122738"/>
                </a:lnTo>
                <a:lnTo>
                  <a:pt x="191792" y="122382"/>
                </a:lnTo>
                <a:lnTo>
                  <a:pt x="191643" y="122019"/>
                </a:lnTo>
                <a:lnTo>
                  <a:pt x="191501" y="121648"/>
                </a:lnTo>
                <a:lnTo>
                  <a:pt x="191366" y="121272"/>
                </a:lnTo>
                <a:lnTo>
                  <a:pt x="191237" y="120891"/>
                </a:lnTo>
                <a:lnTo>
                  <a:pt x="191114" y="120506"/>
                </a:lnTo>
                <a:lnTo>
                  <a:pt x="190996" y="120116"/>
                </a:lnTo>
                <a:lnTo>
                  <a:pt x="190884" y="119721"/>
                </a:lnTo>
                <a:lnTo>
                  <a:pt x="190778" y="119321"/>
                </a:lnTo>
                <a:lnTo>
                  <a:pt x="190677" y="118917"/>
                </a:lnTo>
                <a:lnTo>
                  <a:pt x="190582" y="118508"/>
                </a:lnTo>
                <a:lnTo>
                  <a:pt x="190493" y="118095"/>
                </a:lnTo>
                <a:lnTo>
                  <a:pt x="190410" y="117677"/>
                </a:lnTo>
                <a:lnTo>
                  <a:pt x="190333" y="117254"/>
                </a:lnTo>
                <a:lnTo>
                  <a:pt x="190261" y="116827"/>
                </a:lnTo>
                <a:lnTo>
                  <a:pt x="190195" y="116395"/>
                </a:lnTo>
                <a:lnTo>
                  <a:pt x="190135" y="115958"/>
                </a:lnTo>
                <a:lnTo>
                  <a:pt x="190080" y="115517"/>
                </a:lnTo>
                <a:lnTo>
                  <a:pt x="190031" y="115070"/>
                </a:lnTo>
                <a:lnTo>
                  <a:pt x="189988" y="114620"/>
                </a:lnTo>
                <a:lnTo>
                  <a:pt x="189951" y="114165"/>
                </a:lnTo>
                <a:lnTo>
                  <a:pt x="189919" y="113705"/>
                </a:lnTo>
                <a:lnTo>
                  <a:pt x="189893" y="113240"/>
                </a:lnTo>
                <a:lnTo>
                  <a:pt x="189873" y="112771"/>
                </a:lnTo>
                <a:lnTo>
                  <a:pt x="189859" y="112297"/>
                </a:lnTo>
                <a:lnTo>
                  <a:pt x="189850" y="111818"/>
                </a:lnTo>
                <a:lnTo>
                  <a:pt x="189848" y="111335"/>
                </a:lnTo>
                <a:lnTo>
                  <a:pt x="189848" y="40826"/>
                </a:lnTo>
                <a:lnTo>
                  <a:pt x="159627" y="40826"/>
                </a:lnTo>
                <a:lnTo>
                  <a:pt x="159627" y="114717"/>
                </a:lnTo>
                <a:lnTo>
                  <a:pt x="159643" y="116335"/>
                </a:lnTo>
                <a:lnTo>
                  <a:pt x="159691" y="117922"/>
                </a:lnTo>
                <a:lnTo>
                  <a:pt x="159771" y="119477"/>
                </a:lnTo>
                <a:lnTo>
                  <a:pt x="159884" y="121002"/>
                </a:lnTo>
                <a:lnTo>
                  <a:pt x="160028" y="122495"/>
                </a:lnTo>
                <a:lnTo>
                  <a:pt x="160204" y="123957"/>
                </a:lnTo>
                <a:lnTo>
                  <a:pt x="160413" y="125388"/>
                </a:lnTo>
                <a:lnTo>
                  <a:pt x="160653" y="126788"/>
                </a:lnTo>
                <a:lnTo>
                  <a:pt x="160926" y="128156"/>
                </a:lnTo>
                <a:lnTo>
                  <a:pt x="161231" y="129493"/>
                </a:lnTo>
                <a:lnTo>
                  <a:pt x="161567" y="130799"/>
                </a:lnTo>
                <a:lnTo>
                  <a:pt x="161936" y="132074"/>
                </a:lnTo>
                <a:lnTo>
                  <a:pt x="162337" y="133318"/>
                </a:lnTo>
                <a:lnTo>
                  <a:pt x="162770" y="134530"/>
                </a:lnTo>
                <a:lnTo>
                  <a:pt x="163235" y="135711"/>
                </a:lnTo>
                <a:lnTo>
                  <a:pt x="163732" y="136861"/>
                </a:lnTo>
                <a:lnTo>
                  <a:pt x="164262" y="137980"/>
                </a:lnTo>
                <a:lnTo>
                  <a:pt x="164823" y="139067"/>
                </a:lnTo>
                <a:lnTo>
                  <a:pt x="165416" y="140124"/>
                </a:lnTo>
                <a:lnTo>
                  <a:pt x="166042" y="141149"/>
                </a:lnTo>
                <a:lnTo>
                  <a:pt x="166699" y="142143"/>
                </a:lnTo>
                <a:lnTo>
                  <a:pt x="167389" y="143106"/>
                </a:lnTo>
                <a:lnTo>
                  <a:pt x="168110" y="144037"/>
                </a:lnTo>
                <a:lnTo>
                  <a:pt x="168864" y="144937"/>
                </a:lnTo>
                <a:lnTo>
                  <a:pt x="169647" y="145803"/>
                </a:lnTo>
                <a:lnTo>
                  <a:pt x="170457" y="146633"/>
                </a:lnTo>
                <a:lnTo>
                  <a:pt x="171293" y="147425"/>
                </a:lnTo>
                <a:lnTo>
                  <a:pt x="172156" y="148180"/>
                </a:lnTo>
                <a:lnTo>
                  <a:pt x="173045" y="148899"/>
                </a:lnTo>
                <a:lnTo>
                  <a:pt x="173960" y="149581"/>
                </a:lnTo>
                <a:lnTo>
                  <a:pt x="174903" y="150225"/>
                </a:lnTo>
                <a:lnTo>
                  <a:pt x="175871" y="150833"/>
                </a:lnTo>
                <a:lnTo>
                  <a:pt x="176867" y="151405"/>
                </a:lnTo>
                <a:lnTo>
                  <a:pt x="177888" y="151939"/>
                </a:lnTo>
                <a:lnTo>
                  <a:pt x="178937" y="152436"/>
                </a:lnTo>
                <a:lnTo>
                  <a:pt x="180012" y="152897"/>
                </a:lnTo>
                <a:lnTo>
                  <a:pt x="181113" y="153321"/>
                </a:lnTo>
                <a:lnTo>
                  <a:pt x="182241" y="153708"/>
                </a:lnTo>
                <a:lnTo>
                  <a:pt x="183395" y="154058"/>
                </a:lnTo>
                <a:lnTo>
                  <a:pt x="184576" y="154371"/>
                </a:lnTo>
                <a:lnTo>
                  <a:pt x="185784" y="154647"/>
                </a:lnTo>
                <a:lnTo>
                  <a:pt x="187018" y="154887"/>
                </a:lnTo>
                <a:lnTo>
                  <a:pt x="188278" y="155090"/>
                </a:lnTo>
                <a:lnTo>
                  <a:pt x="189566" y="155255"/>
                </a:lnTo>
                <a:lnTo>
                  <a:pt x="190879" y="155384"/>
                </a:lnTo>
                <a:lnTo>
                  <a:pt x="192219" y="155477"/>
                </a:lnTo>
                <a:lnTo>
                  <a:pt x="193586" y="155532"/>
                </a:lnTo>
                <a:lnTo>
                  <a:pt x="194979" y="155550"/>
                </a:lnTo>
                <a:lnTo>
                  <a:pt x="196178" y="155541"/>
                </a:lnTo>
                <a:lnTo>
                  <a:pt x="197360" y="155511"/>
                </a:lnTo>
                <a:lnTo>
                  <a:pt x="198525" y="155463"/>
                </a:lnTo>
                <a:lnTo>
                  <a:pt x="199674" y="155395"/>
                </a:lnTo>
                <a:close/>
                <a:moveTo>
                  <a:pt x="1155945" y="155417"/>
                </a:moveTo>
                <a:lnTo>
                  <a:pt x="1156932" y="155342"/>
                </a:lnTo>
                <a:lnTo>
                  <a:pt x="1157905" y="155251"/>
                </a:lnTo>
                <a:lnTo>
                  <a:pt x="1158866" y="155143"/>
                </a:lnTo>
                <a:lnTo>
                  <a:pt x="1159813" y="155018"/>
                </a:lnTo>
                <a:lnTo>
                  <a:pt x="1160747" y="154877"/>
                </a:lnTo>
                <a:lnTo>
                  <a:pt x="1161669" y="154719"/>
                </a:lnTo>
                <a:lnTo>
                  <a:pt x="1162577" y="154544"/>
                </a:lnTo>
                <a:lnTo>
                  <a:pt x="1163472" y="154353"/>
                </a:lnTo>
                <a:lnTo>
                  <a:pt x="1164354" y="154145"/>
                </a:lnTo>
                <a:lnTo>
                  <a:pt x="1165223" y="153920"/>
                </a:lnTo>
                <a:lnTo>
                  <a:pt x="1166079" y="153679"/>
                </a:lnTo>
                <a:lnTo>
                  <a:pt x="1166922" y="153422"/>
                </a:lnTo>
                <a:lnTo>
                  <a:pt x="1167751" y="153147"/>
                </a:lnTo>
                <a:lnTo>
                  <a:pt x="1168568" y="152856"/>
                </a:lnTo>
                <a:lnTo>
                  <a:pt x="1169372" y="152548"/>
                </a:lnTo>
                <a:lnTo>
                  <a:pt x="1170162" y="152224"/>
                </a:lnTo>
                <a:lnTo>
                  <a:pt x="1170940" y="151883"/>
                </a:lnTo>
                <a:lnTo>
                  <a:pt x="1171704" y="151526"/>
                </a:lnTo>
                <a:lnTo>
                  <a:pt x="1172456" y="151151"/>
                </a:lnTo>
                <a:lnTo>
                  <a:pt x="1173194" y="150761"/>
                </a:lnTo>
                <a:lnTo>
                  <a:pt x="1173921" y="150356"/>
                </a:lnTo>
                <a:lnTo>
                  <a:pt x="1174638" y="149939"/>
                </a:lnTo>
                <a:lnTo>
                  <a:pt x="1175345" y="149510"/>
                </a:lnTo>
                <a:lnTo>
                  <a:pt x="1176042" y="149069"/>
                </a:lnTo>
                <a:lnTo>
                  <a:pt x="1176729" y="148616"/>
                </a:lnTo>
                <a:lnTo>
                  <a:pt x="1177406" y="148152"/>
                </a:lnTo>
                <a:lnTo>
                  <a:pt x="1178074" y="147676"/>
                </a:lnTo>
                <a:lnTo>
                  <a:pt x="1178731" y="147187"/>
                </a:lnTo>
                <a:lnTo>
                  <a:pt x="1179379" y="146687"/>
                </a:lnTo>
                <a:lnTo>
                  <a:pt x="1180016" y="146175"/>
                </a:lnTo>
                <a:lnTo>
                  <a:pt x="1180644" y="145651"/>
                </a:lnTo>
                <a:lnTo>
                  <a:pt x="1181262" y="145116"/>
                </a:lnTo>
                <a:lnTo>
                  <a:pt x="1181870" y="144568"/>
                </a:lnTo>
                <a:lnTo>
                  <a:pt x="1182468" y="144008"/>
                </a:lnTo>
                <a:lnTo>
                  <a:pt x="1183056" y="143437"/>
                </a:lnTo>
                <a:lnTo>
                  <a:pt x="1183635" y="142854"/>
                </a:lnTo>
                <a:lnTo>
                  <a:pt x="1184203" y="142259"/>
                </a:lnTo>
                <a:lnTo>
                  <a:pt x="1184762" y="141652"/>
                </a:lnTo>
                <a:lnTo>
                  <a:pt x="1185310" y="141033"/>
                </a:lnTo>
                <a:lnTo>
                  <a:pt x="1185849" y="140402"/>
                </a:lnTo>
                <a:lnTo>
                  <a:pt x="1186378" y="139759"/>
                </a:lnTo>
                <a:lnTo>
                  <a:pt x="1186897" y="139105"/>
                </a:lnTo>
                <a:lnTo>
                  <a:pt x="1187406" y="138438"/>
                </a:lnTo>
                <a:lnTo>
                  <a:pt x="1187905" y="137760"/>
                </a:lnTo>
                <a:lnTo>
                  <a:pt x="1189159" y="153498"/>
                </a:lnTo>
                <a:lnTo>
                  <a:pt x="1218125" y="153498"/>
                </a:lnTo>
                <a:lnTo>
                  <a:pt x="1218125" y="0"/>
                </a:lnTo>
                <a:lnTo>
                  <a:pt x="1187905" y="0"/>
                </a:lnTo>
                <a:lnTo>
                  <a:pt x="1187905" y="56450"/>
                </a:lnTo>
                <a:lnTo>
                  <a:pt x="1187490" y="55809"/>
                </a:lnTo>
                <a:lnTo>
                  <a:pt x="1187064" y="55178"/>
                </a:lnTo>
                <a:lnTo>
                  <a:pt x="1186626" y="54557"/>
                </a:lnTo>
                <a:lnTo>
                  <a:pt x="1186175" y="53947"/>
                </a:lnTo>
                <a:lnTo>
                  <a:pt x="1185713" y="53347"/>
                </a:lnTo>
                <a:lnTo>
                  <a:pt x="1185239" y="52758"/>
                </a:lnTo>
                <a:lnTo>
                  <a:pt x="1184753" y="52178"/>
                </a:lnTo>
                <a:lnTo>
                  <a:pt x="1184256" y="51609"/>
                </a:lnTo>
                <a:lnTo>
                  <a:pt x="1183746" y="51051"/>
                </a:lnTo>
                <a:lnTo>
                  <a:pt x="1183225" y="50502"/>
                </a:lnTo>
                <a:lnTo>
                  <a:pt x="1182691" y="49964"/>
                </a:lnTo>
                <a:lnTo>
                  <a:pt x="1182146" y="49436"/>
                </a:lnTo>
                <a:lnTo>
                  <a:pt x="1181589" y="48919"/>
                </a:lnTo>
                <a:lnTo>
                  <a:pt x="1181020" y="48411"/>
                </a:lnTo>
                <a:lnTo>
                  <a:pt x="1180439" y="47915"/>
                </a:lnTo>
                <a:lnTo>
                  <a:pt x="1179846" y="47428"/>
                </a:lnTo>
                <a:lnTo>
                  <a:pt x="1179241" y="46952"/>
                </a:lnTo>
                <a:lnTo>
                  <a:pt x="1178625" y="46485"/>
                </a:lnTo>
                <a:lnTo>
                  <a:pt x="1177997" y="46030"/>
                </a:lnTo>
                <a:lnTo>
                  <a:pt x="1177356" y="45584"/>
                </a:lnTo>
                <a:lnTo>
                  <a:pt x="1176704" y="45149"/>
                </a:lnTo>
                <a:lnTo>
                  <a:pt x="1176040" y="44724"/>
                </a:lnTo>
                <a:lnTo>
                  <a:pt x="1175364" y="44310"/>
                </a:lnTo>
                <a:lnTo>
                  <a:pt x="1174676" y="43905"/>
                </a:lnTo>
                <a:lnTo>
                  <a:pt x="1173977" y="43514"/>
                </a:lnTo>
                <a:lnTo>
                  <a:pt x="1173266" y="43140"/>
                </a:lnTo>
                <a:lnTo>
                  <a:pt x="1172543" y="42783"/>
                </a:lnTo>
                <a:lnTo>
                  <a:pt x="1171809" y="42442"/>
                </a:lnTo>
                <a:lnTo>
                  <a:pt x="1171064" y="42118"/>
                </a:lnTo>
                <a:lnTo>
                  <a:pt x="1170307" y="41810"/>
                </a:lnTo>
                <a:lnTo>
                  <a:pt x="1169539" y="41519"/>
                </a:lnTo>
                <a:lnTo>
                  <a:pt x="1168759" y="41244"/>
                </a:lnTo>
                <a:lnTo>
                  <a:pt x="1167968" y="40987"/>
                </a:lnTo>
                <a:lnTo>
                  <a:pt x="1167165" y="40745"/>
                </a:lnTo>
                <a:lnTo>
                  <a:pt x="1166350" y="40521"/>
                </a:lnTo>
                <a:lnTo>
                  <a:pt x="1165525" y="40313"/>
                </a:lnTo>
                <a:lnTo>
                  <a:pt x="1164687" y="40122"/>
                </a:lnTo>
                <a:lnTo>
                  <a:pt x="1163839" y="39947"/>
                </a:lnTo>
                <a:lnTo>
                  <a:pt x="1162978" y="39789"/>
                </a:lnTo>
                <a:lnTo>
                  <a:pt x="1162107" y="39648"/>
                </a:lnTo>
                <a:lnTo>
                  <a:pt x="1161223" y="39523"/>
                </a:lnTo>
                <a:lnTo>
                  <a:pt x="1160329" y="39415"/>
                </a:lnTo>
                <a:lnTo>
                  <a:pt x="1159423" y="39324"/>
                </a:lnTo>
                <a:lnTo>
                  <a:pt x="1158505" y="39249"/>
                </a:lnTo>
                <a:lnTo>
                  <a:pt x="1157576" y="39190"/>
                </a:lnTo>
                <a:lnTo>
                  <a:pt x="1156635" y="39149"/>
                </a:lnTo>
                <a:lnTo>
                  <a:pt x="1155683" y="39124"/>
                </a:lnTo>
                <a:lnTo>
                  <a:pt x="1154719" y="39116"/>
                </a:lnTo>
                <a:lnTo>
                  <a:pt x="1153622" y="39126"/>
                </a:lnTo>
                <a:lnTo>
                  <a:pt x="1152533" y="39159"/>
                </a:lnTo>
                <a:lnTo>
                  <a:pt x="1151453" y="39213"/>
                </a:lnTo>
                <a:lnTo>
                  <a:pt x="1150383" y="39289"/>
                </a:lnTo>
                <a:lnTo>
                  <a:pt x="1149321" y="39386"/>
                </a:lnTo>
                <a:lnTo>
                  <a:pt x="1148269" y="39505"/>
                </a:lnTo>
                <a:lnTo>
                  <a:pt x="1147226" y="39646"/>
                </a:lnTo>
                <a:lnTo>
                  <a:pt x="1146192" y="39808"/>
                </a:lnTo>
                <a:lnTo>
                  <a:pt x="1145167" y="39992"/>
                </a:lnTo>
                <a:lnTo>
                  <a:pt x="1144151" y="40198"/>
                </a:lnTo>
                <a:lnTo>
                  <a:pt x="1143144" y="40425"/>
                </a:lnTo>
                <a:lnTo>
                  <a:pt x="1142146" y="40674"/>
                </a:lnTo>
                <a:lnTo>
                  <a:pt x="1141158" y="40944"/>
                </a:lnTo>
                <a:lnTo>
                  <a:pt x="1140179" y="41237"/>
                </a:lnTo>
                <a:lnTo>
                  <a:pt x="1139208" y="41550"/>
                </a:lnTo>
                <a:lnTo>
                  <a:pt x="1138247" y="41886"/>
                </a:lnTo>
                <a:lnTo>
                  <a:pt x="1137295" y="42243"/>
                </a:lnTo>
                <a:lnTo>
                  <a:pt x="1136352" y="42622"/>
                </a:lnTo>
                <a:lnTo>
                  <a:pt x="1135418" y="43022"/>
                </a:lnTo>
                <a:lnTo>
                  <a:pt x="1134493" y="43444"/>
                </a:lnTo>
                <a:lnTo>
                  <a:pt x="1133577" y="43888"/>
                </a:lnTo>
                <a:lnTo>
                  <a:pt x="1132671" y="44353"/>
                </a:lnTo>
                <a:lnTo>
                  <a:pt x="1131773" y="44840"/>
                </a:lnTo>
                <a:lnTo>
                  <a:pt x="1130885" y="45349"/>
                </a:lnTo>
                <a:lnTo>
                  <a:pt x="1130009" y="45879"/>
                </a:lnTo>
                <a:lnTo>
                  <a:pt x="1129148" y="46432"/>
                </a:lnTo>
                <a:lnTo>
                  <a:pt x="1128302" y="47007"/>
                </a:lnTo>
                <a:lnTo>
                  <a:pt x="1127472" y="47605"/>
                </a:lnTo>
                <a:lnTo>
                  <a:pt x="1126657" y="48225"/>
                </a:lnTo>
                <a:lnTo>
                  <a:pt x="1125857" y="48867"/>
                </a:lnTo>
                <a:lnTo>
                  <a:pt x="1125072" y="49532"/>
                </a:lnTo>
                <a:lnTo>
                  <a:pt x="1124302" y="50220"/>
                </a:lnTo>
                <a:lnTo>
                  <a:pt x="1123548" y="50930"/>
                </a:lnTo>
                <a:lnTo>
                  <a:pt x="1122809" y="51662"/>
                </a:lnTo>
                <a:lnTo>
                  <a:pt x="1122085" y="52417"/>
                </a:lnTo>
                <a:lnTo>
                  <a:pt x="1121377" y="53194"/>
                </a:lnTo>
                <a:lnTo>
                  <a:pt x="1120684" y="53994"/>
                </a:lnTo>
                <a:lnTo>
                  <a:pt x="1120006" y="54816"/>
                </a:lnTo>
                <a:lnTo>
                  <a:pt x="1119343" y="55661"/>
                </a:lnTo>
                <a:lnTo>
                  <a:pt x="1118695" y="56528"/>
                </a:lnTo>
                <a:lnTo>
                  <a:pt x="1118063" y="57417"/>
                </a:lnTo>
                <a:lnTo>
                  <a:pt x="1117446" y="58329"/>
                </a:lnTo>
                <a:lnTo>
                  <a:pt x="1116844" y="59264"/>
                </a:lnTo>
                <a:lnTo>
                  <a:pt x="1116258" y="60220"/>
                </a:lnTo>
                <a:lnTo>
                  <a:pt x="1115687" y="61200"/>
                </a:lnTo>
                <a:lnTo>
                  <a:pt x="1115131" y="62201"/>
                </a:lnTo>
                <a:lnTo>
                  <a:pt x="1114590" y="63225"/>
                </a:lnTo>
                <a:lnTo>
                  <a:pt x="1114064" y="64272"/>
                </a:lnTo>
                <a:lnTo>
                  <a:pt x="1113557" y="65342"/>
                </a:lnTo>
                <a:lnTo>
                  <a:pt x="1113071" y="66435"/>
                </a:lnTo>
                <a:lnTo>
                  <a:pt x="1112608" y="67552"/>
                </a:lnTo>
                <a:lnTo>
                  <a:pt x="1112165" y="68693"/>
                </a:lnTo>
                <a:lnTo>
                  <a:pt x="1111744" y="69857"/>
                </a:lnTo>
                <a:lnTo>
                  <a:pt x="1111345" y="71045"/>
                </a:lnTo>
                <a:lnTo>
                  <a:pt x="1110967" y="72256"/>
                </a:lnTo>
                <a:lnTo>
                  <a:pt x="1110611" y="73491"/>
                </a:lnTo>
                <a:lnTo>
                  <a:pt x="1110277" y="74750"/>
                </a:lnTo>
                <a:lnTo>
                  <a:pt x="1109964" y="76032"/>
                </a:lnTo>
                <a:lnTo>
                  <a:pt x="1109673" y="77338"/>
                </a:lnTo>
                <a:lnTo>
                  <a:pt x="1109403" y="78668"/>
                </a:lnTo>
                <a:lnTo>
                  <a:pt x="1109155" y="80021"/>
                </a:lnTo>
                <a:lnTo>
                  <a:pt x="1108928" y="81398"/>
                </a:lnTo>
                <a:lnTo>
                  <a:pt x="1108723" y="82799"/>
                </a:lnTo>
                <a:lnTo>
                  <a:pt x="1108540" y="84223"/>
                </a:lnTo>
                <a:lnTo>
                  <a:pt x="1108378" y="85671"/>
                </a:lnTo>
                <a:lnTo>
                  <a:pt x="1108237" y="87142"/>
                </a:lnTo>
                <a:lnTo>
                  <a:pt x="1108119" y="88637"/>
                </a:lnTo>
                <a:lnTo>
                  <a:pt x="1108022" y="90156"/>
                </a:lnTo>
                <a:lnTo>
                  <a:pt x="1107946" y="91698"/>
                </a:lnTo>
                <a:lnTo>
                  <a:pt x="1107892" y="93264"/>
                </a:lnTo>
                <a:lnTo>
                  <a:pt x="1107860" y="94854"/>
                </a:lnTo>
                <a:lnTo>
                  <a:pt x="1107849" y="96467"/>
                </a:lnTo>
                <a:lnTo>
                  <a:pt x="1107859" y="98138"/>
                </a:lnTo>
                <a:lnTo>
                  <a:pt x="1107889" y="99784"/>
                </a:lnTo>
                <a:lnTo>
                  <a:pt x="1107939" y="101405"/>
                </a:lnTo>
                <a:lnTo>
                  <a:pt x="1108009" y="103002"/>
                </a:lnTo>
                <a:lnTo>
                  <a:pt x="1108099" y="104574"/>
                </a:lnTo>
                <a:lnTo>
                  <a:pt x="1108209" y="106121"/>
                </a:lnTo>
                <a:lnTo>
                  <a:pt x="1108339" y="107644"/>
                </a:lnTo>
                <a:lnTo>
                  <a:pt x="1108489" y="109142"/>
                </a:lnTo>
                <a:lnTo>
                  <a:pt x="1108659" y="110615"/>
                </a:lnTo>
                <a:lnTo>
                  <a:pt x="1108849" y="112064"/>
                </a:lnTo>
                <a:lnTo>
                  <a:pt x="1109059" y="113488"/>
                </a:lnTo>
                <a:lnTo>
                  <a:pt x="1109289" y="114888"/>
                </a:lnTo>
                <a:lnTo>
                  <a:pt x="1109539" y="116263"/>
                </a:lnTo>
                <a:lnTo>
                  <a:pt x="1109809" y="117613"/>
                </a:lnTo>
                <a:lnTo>
                  <a:pt x="1110099" y="118939"/>
                </a:lnTo>
                <a:lnTo>
                  <a:pt x="1110409" y="120239"/>
                </a:lnTo>
                <a:lnTo>
                  <a:pt x="1110739" y="121516"/>
                </a:lnTo>
                <a:lnTo>
                  <a:pt x="1111088" y="122767"/>
                </a:lnTo>
                <a:lnTo>
                  <a:pt x="1111458" y="123994"/>
                </a:lnTo>
                <a:lnTo>
                  <a:pt x="1111848" y="125197"/>
                </a:lnTo>
                <a:lnTo>
                  <a:pt x="1112258" y="126374"/>
                </a:lnTo>
                <a:lnTo>
                  <a:pt x="1112688" y="127527"/>
                </a:lnTo>
                <a:lnTo>
                  <a:pt x="1113138" y="128656"/>
                </a:lnTo>
                <a:lnTo>
                  <a:pt x="1113608" y="129759"/>
                </a:lnTo>
                <a:lnTo>
                  <a:pt x="1114095" y="130839"/>
                </a:lnTo>
                <a:lnTo>
                  <a:pt x="1114597" y="131895"/>
                </a:lnTo>
                <a:lnTo>
                  <a:pt x="1115114" y="132928"/>
                </a:lnTo>
                <a:lnTo>
                  <a:pt x="1115645" y="133938"/>
                </a:lnTo>
                <a:lnTo>
                  <a:pt x="1116191" y="134923"/>
                </a:lnTo>
                <a:lnTo>
                  <a:pt x="1116751" y="135886"/>
                </a:lnTo>
                <a:lnTo>
                  <a:pt x="1117326" y="136825"/>
                </a:lnTo>
                <a:lnTo>
                  <a:pt x="1117916" y="137741"/>
                </a:lnTo>
                <a:lnTo>
                  <a:pt x="1118521" y="138633"/>
                </a:lnTo>
                <a:lnTo>
                  <a:pt x="1119140" y="139502"/>
                </a:lnTo>
                <a:lnTo>
                  <a:pt x="1119774" y="140347"/>
                </a:lnTo>
                <a:lnTo>
                  <a:pt x="1120422" y="141169"/>
                </a:lnTo>
                <a:lnTo>
                  <a:pt x="1121085" y="141967"/>
                </a:lnTo>
                <a:lnTo>
                  <a:pt x="1121763" y="142742"/>
                </a:lnTo>
                <a:lnTo>
                  <a:pt x="1122455" y="143494"/>
                </a:lnTo>
                <a:lnTo>
                  <a:pt x="1123162" y="144222"/>
                </a:lnTo>
                <a:lnTo>
                  <a:pt x="1123884" y="144927"/>
                </a:lnTo>
                <a:lnTo>
                  <a:pt x="1124620" y="145608"/>
                </a:lnTo>
                <a:lnTo>
                  <a:pt x="1125371" y="146266"/>
                </a:lnTo>
                <a:lnTo>
                  <a:pt x="1126137" y="146900"/>
                </a:lnTo>
                <a:lnTo>
                  <a:pt x="1126917" y="147511"/>
                </a:lnTo>
                <a:lnTo>
                  <a:pt x="1127712" y="148099"/>
                </a:lnTo>
                <a:lnTo>
                  <a:pt x="1128521" y="148663"/>
                </a:lnTo>
                <a:lnTo>
                  <a:pt x="1129346" y="149203"/>
                </a:lnTo>
                <a:lnTo>
                  <a:pt x="1130182" y="149721"/>
                </a:lnTo>
                <a:lnTo>
                  <a:pt x="1131026" y="150217"/>
                </a:lnTo>
                <a:lnTo>
                  <a:pt x="1131880" y="150691"/>
                </a:lnTo>
                <a:lnTo>
                  <a:pt x="1132743" y="151143"/>
                </a:lnTo>
                <a:lnTo>
                  <a:pt x="1133615" y="151572"/>
                </a:lnTo>
                <a:lnTo>
                  <a:pt x="1134495" y="151980"/>
                </a:lnTo>
                <a:lnTo>
                  <a:pt x="1135385" y="152366"/>
                </a:lnTo>
                <a:lnTo>
                  <a:pt x="1136283" y="152729"/>
                </a:lnTo>
                <a:lnTo>
                  <a:pt x="1137190" y="153071"/>
                </a:lnTo>
                <a:lnTo>
                  <a:pt x="1138106" y="153391"/>
                </a:lnTo>
                <a:lnTo>
                  <a:pt x="1139031" y="153688"/>
                </a:lnTo>
                <a:lnTo>
                  <a:pt x="1139965" y="153963"/>
                </a:lnTo>
                <a:lnTo>
                  <a:pt x="1140908" y="154217"/>
                </a:lnTo>
                <a:lnTo>
                  <a:pt x="1141860" y="154448"/>
                </a:lnTo>
                <a:lnTo>
                  <a:pt x="1142821" y="154658"/>
                </a:lnTo>
                <a:lnTo>
                  <a:pt x="1143791" y="154845"/>
                </a:lnTo>
                <a:lnTo>
                  <a:pt x="1144769" y="155010"/>
                </a:lnTo>
                <a:lnTo>
                  <a:pt x="1145757" y="155154"/>
                </a:lnTo>
                <a:lnTo>
                  <a:pt x="1146753" y="155275"/>
                </a:lnTo>
                <a:lnTo>
                  <a:pt x="1147758" y="155374"/>
                </a:lnTo>
                <a:lnTo>
                  <a:pt x="1148772" y="155451"/>
                </a:lnTo>
                <a:lnTo>
                  <a:pt x="1149795" y="155506"/>
                </a:lnTo>
                <a:lnTo>
                  <a:pt x="1150827" y="155539"/>
                </a:lnTo>
                <a:lnTo>
                  <a:pt x="1151868" y="155550"/>
                </a:lnTo>
                <a:lnTo>
                  <a:pt x="1152907" y="155542"/>
                </a:lnTo>
                <a:lnTo>
                  <a:pt x="1153933" y="155517"/>
                </a:lnTo>
                <a:lnTo>
                  <a:pt x="1154946" y="155475"/>
                </a:lnTo>
                <a:lnTo>
                  <a:pt x="1155945" y="155417"/>
                </a:lnTo>
                <a:close/>
                <a:moveTo>
                  <a:pt x="1157464" y="132269"/>
                </a:moveTo>
                <a:lnTo>
                  <a:pt x="1156678" y="132131"/>
                </a:lnTo>
                <a:lnTo>
                  <a:pt x="1155906" y="131962"/>
                </a:lnTo>
                <a:lnTo>
                  <a:pt x="1155150" y="131762"/>
                </a:lnTo>
                <a:lnTo>
                  <a:pt x="1154409" y="131532"/>
                </a:lnTo>
                <a:lnTo>
                  <a:pt x="1153683" y="131271"/>
                </a:lnTo>
                <a:lnTo>
                  <a:pt x="1152973" y="130980"/>
                </a:lnTo>
                <a:lnTo>
                  <a:pt x="1152278" y="130658"/>
                </a:lnTo>
                <a:lnTo>
                  <a:pt x="1151598" y="130305"/>
                </a:lnTo>
                <a:lnTo>
                  <a:pt x="1150933" y="129921"/>
                </a:lnTo>
                <a:lnTo>
                  <a:pt x="1150283" y="129507"/>
                </a:lnTo>
                <a:lnTo>
                  <a:pt x="1149649" y="129062"/>
                </a:lnTo>
                <a:lnTo>
                  <a:pt x="1149030" y="128586"/>
                </a:lnTo>
                <a:lnTo>
                  <a:pt x="1148426" y="128080"/>
                </a:lnTo>
                <a:lnTo>
                  <a:pt x="1147838" y="127543"/>
                </a:lnTo>
                <a:lnTo>
                  <a:pt x="1147265" y="126975"/>
                </a:lnTo>
                <a:lnTo>
                  <a:pt x="1146706" y="126377"/>
                </a:lnTo>
                <a:lnTo>
                  <a:pt x="1146164" y="125748"/>
                </a:lnTo>
                <a:lnTo>
                  <a:pt x="1145636" y="125088"/>
                </a:lnTo>
                <a:lnTo>
                  <a:pt x="1145124" y="124397"/>
                </a:lnTo>
                <a:lnTo>
                  <a:pt x="1144627" y="123676"/>
                </a:lnTo>
                <a:lnTo>
                  <a:pt x="1144148" y="122923"/>
                </a:lnTo>
                <a:lnTo>
                  <a:pt x="1143689" y="122137"/>
                </a:lnTo>
                <a:lnTo>
                  <a:pt x="1143250" y="121318"/>
                </a:lnTo>
                <a:lnTo>
                  <a:pt x="1142832" y="120465"/>
                </a:lnTo>
                <a:lnTo>
                  <a:pt x="1142435" y="119580"/>
                </a:lnTo>
                <a:lnTo>
                  <a:pt x="1142057" y="118661"/>
                </a:lnTo>
                <a:lnTo>
                  <a:pt x="1141701" y="117709"/>
                </a:lnTo>
                <a:lnTo>
                  <a:pt x="1141364" y="116724"/>
                </a:lnTo>
                <a:lnTo>
                  <a:pt x="1141048" y="115706"/>
                </a:lnTo>
                <a:lnTo>
                  <a:pt x="1140752" y="114655"/>
                </a:lnTo>
                <a:lnTo>
                  <a:pt x="1140477" y="113571"/>
                </a:lnTo>
                <a:lnTo>
                  <a:pt x="1140222" y="112454"/>
                </a:lnTo>
                <a:lnTo>
                  <a:pt x="1139988" y="111303"/>
                </a:lnTo>
                <a:lnTo>
                  <a:pt x="1139773" y="110120"/>
                </a:lnTo>
                <a:lnTo>
                  <a:pt x="1139580" y="108903"/>
                </a:lnTo>
                <a:lnTo>
                  <a:pt x="1139406" y="107654"/>
                </a:lnTo>
                <a:lnTo>
                  <a:pt x="1139253" y="106371"/>
                </a:lnTo>
                <a:lnTo>
                  <a:pt x="1139121" y="105055"/>
                </a:lnTo>
                <a:lnTo>
                  <a:pt x="1139009" y="103706"/>
                </a:lnTo>
                <a:lnTo>
                  <a:pt x="1138917" y="102323"/>
                </a:lnTo>
                <a:lnTo>
                  <a:pt x="1138846" y="100908"/>
                </a:lnTo>
                <a:lnTo>
                  <a:pt x="1138795" y="99460"/>
                </a:lnTo>
                <a:lnTo>
                  <a:pt x="1138764" y="97978"/>
                </a:lnTo>
                <a:lnTo>
                  <a:pt x="1138754" y="96463"/>
                </a:lnTo>
                <a:lnTo>
                  <a:pt x="1138764" y="95081"/>
                </a:lnTo>
                <a:lnTo>
                  <a:pt x="1138797" y="93727"/>
                </a:lnTo>
                <a:lnTo>
                  <a:pt x="1138850" y="92400"/>
                </a:lnTo>
                <a:lnTo>
                  <a:pt x="1138925" y="91100"/>
                </a:lnTo>
                <a:lnTo>
                  <a:pt x="1139021" y="89828"/>
                </a:lnTo>
                <a:lnTo>
                  <a:pt x="1139139" y="88583"/>
                </a:lnTo>
                <a:lnTo>
                  <a:pt x="1139278" y="87366"/>
                </a:lnTo>
                <a:lnTo>
                  <a:pt x="1139438" y="86176"/>
                </a:lnTo>
                <a:lnTo>
                  <a:pt x="1139620" y="85014"/>
                </a:lnTo>
                <a:lnTo>
                  <a:pt x="1139823" y="83879"/>
                </a:lnTo>
                <a:lnTo>
                  <a:pt x="1140047" y="82772"/>
                </a:lnTo>
                <a:lnTo>
                  <a:pt x="1140293" y="81692"/>
                </a:lnTo>
                <a:lnTo>
                  <a:pt x="1140561" y="80639"/>
                </a:lnTo>
                <a:lnTo>
                  <a:pt x="1140849" y="79614"/>
                </a:lnTo>
                <a:lnTo>
                  <a:pt x="1141159" y="78617"/>
                </a:lnTo>
                <a:lnTo>
                  <a:pt x="1141491" y="77647"/>
                </a:lnTo>
                <a:lnTo>
                  <a:pt x="1141844" y="76704"/>
                </a:lnTo>
                <a:lnTo>
                  <a:pt x="1142218" y="75789"/>
                </a:lnTo>
                <a:lnTo>
                  <a:pt x="1142613" y="74902"/>
                </a:lnTo>
                <a:lnTo>
                  <a:pt x="1143030" y="74042"/>
                </a:lnTo>
                <a:lnTo>
                  <a:pt x="1143469" y="73209"/>
                </a:lnTo>
                <a:lnTo>
                  <a:pt x="1143928" y="72404"/>
                </a:lnTo>
                <a:lnTo>
                  <a:pt x="1144409" y="71626"/>
                </a:lnTo>
                <a:lnTo>
                  <a:pt x="1144912" y="70876"/>
                </a:lnTo>
                <a:lnTo>
                  <a:pt x="1145434" y="70155"/>
                </a:lnTo>
                <a:lnTo>
                  <a:pt x="1145973" y="69464"/>
                </a:lnTo>
                <a:lnTo>
                  <a:pt x="1146530" y="68804"/>
                </a:lnTo>
                <a:lnTo>
                  <a:pt x="1147104" y="68175"/>
                </a:lnTo>
                <a:lnTo>
                  <a:pt x="1147696" y="67577"/>
                </a:lnTo>
                <a:lnTo>
                  <a:pt x="1148305" y="67009"/>
                </a:lnTo>
                <a:lnTo>
                  <a:pt x="1148931" y="66472"/>
                </a:lnTo>
                <a:lnTo>
                  <a:pt x="1149575" y="65966"/>
                </a:lnTo>
                <a:lnTo>
                  <a:pt x="1150236" y="65490"/>
                </a:lnTo>
                <a:lnTo>
                  <a:pt x="1150915" y="65045"/>
                </a:lnTo>
                <a:lnTo>
                  <a:pt x="1151611" y="64631"/>
                </a:lnTo>
                <a:lnTo>
                  <a:pt x="1152325" y="64247"/>
                </a:lnTo>
                <a:lnTo>
                  <a:pt x="1153055" y="63894"/>
                </a:lnTo>
                <a:lnTo>
                  <a:pt x="1153804" y="63572"/>
                </a:lnTo>
                <a:lnTo>
                  <a:pt x="1154570" y="63280"/>
                </a:lnTo>
                <a:lnTo>
                  <a:pt x="1155353" y="63020"/>
                </a:lnTo>
                <a:lnTo>
                  <a:pt x="1156154" y="62789"/>
                </a:lnTo>
                <a:lnTo>
                  <a:pt x="1156972" y="62590"/>
                </a:lnTo>
                <a:lnTo>
                  <a:pt x="1157807" y="62421"/>
                </a:lnTo>
                <a:lnTo>
                  <a:pt x="1158660" y="62283"/>
                </a:lnTo>
                <a:lnTo>
                  <a:pt x="1159530" y="62176"/>
                </a:lnTo>
                <a:lnTo>
                  <a:pt x="1160418" y="62099"/>
                </a:lnTo>
                <a:lnTo>
                  <a:pt x="1161323" y="62053"/>
                </a:lnTo>
                <a:lnTo>
                  <a:pt x="1162246" y="62038"/>
                </a:lnTo>
                <a:lnTo>
                  <a:pt x="1163020" y="62048"/>
                </a:lnTo>
                <a:lnTo>
                  <a:pt x="1163784" y="62077"/>
                </a:lnTo>
                <a:lnTo>
                  <a:pt x="1164537" y="62127"/>
                </a:lnTo>
                <a:lnTo>
                  <a:pt x="1165281" y="62196"/>
                </a:lnTo>
                <a:lnTo>
                  <a:pt x="1166014" y="62285"/>
                </a:lnTo>
                <a:lnTo>
                  <a:pt x="1166736" y="62394"/>
                </a:lnTo>
                <a:lnTo>
                  <a:pt x="1167449" y="62522"/>
                </a:lnTo>
                <a:lnTo>
                  <a:pt x="1168151" y="62671"/>
                </a:lnTo>
                <a:lnTo>
                  <a:pt x="1168842" y="62839"/>
                </a:lnTo>
                <a:lnTo>
                  <a:pt x="1169524" y="63027"/>
                </a:lnTo>
                <a:lnTo>
                  <a:pt x="1170195" y="63235"/>
                </a:lnTo>
                <a:lnTo>
                  <a:pt x="1170856" y="63462"/>
                </a:lnTo>
                <a:lnTo>
                  <a:pt x="1171507" y="63710"/>
                </a:lnTo>
                <a:lnTo>
                  <a:pt x="1172147" y="63977"/>
                </a:lnTo>
                <a:lnTo>
                  <a:pt x="1172777" y="64264"/>
                </a:lnTo>
                <a:lnTo>
                  <a:pt x="1173397" y="64570"/>
                </a:lnTo>
                <a:lnTo>
                  <a:pt x="1174006" y="64897"/>
                </a:lnTo>
                <a:lnTo>
                  <a:pt x="1174605" y="65243"/>
                </a:lnTo>
                <a:lnTo>
                  <a:pt x="1175194" y="65609"/>
                </a:lnTo>
                <a:lnTo>
                  <a:pt x="1175772" y="65995"/>
                </a:lnTo>
                <a:lnTo>
                  <a:pt x="1176341" y="66400"/>
                </a:lnTo>
                <a:lnTo>
                  <a:pt x="1176899" y="66826"/>
                </a:lnTo>
                <a:lnTo>
                  <a:pt x="1177446" y="67271"/>
                </a:lnTo>
                <a:lnTo>
                  <a:pt x="1177983" y="67736"/>
                </a:lnTo>
                <a:lnTo>
                  <a:pt x="1178511" y="68214"/>
                </a:lnTo>
                <a:lnTo>
                  <a:pt x="1179028" y="68700"/>
                </a:lnTo>
                <a:lnTo>
                  <a:pt x="1179535" y="69192"/>
                </a:lnTo>
                <a:lnTo>
                  <a:pt x="1180033" y="69690"/>
                </a:lnTo>
                <a:lnTo>
                  <a:pt x="1180521" y="70196"/>
                </a:lnTo>
                <a:lnTo>
                  <a:pt x="1180998" y="70709"/>
                </a:lnTo>
                <a:lnTo>
                  <a:pt x="1181466" y="71228"/>
                </a:lnTo>
                <a:lnTo>
                  <a:pt x="1181924" y="71755"/>
                </a:lnTo>
                <a:lnTo>
                  <a:pt x="1182372" y="72288"/>
                </a:lnTo>
                <a:lnTo>
                  <a:pt x="1182810" y="72828"/>
                </a:lnTo>
                <a:lnTo>
                  <a:pt x="1183239" y="73375"/>
                </a:lnTo>
                <a:lnTo>
                  <a:pt x="1183657" y="73929"/>
                </a:lnTo>
                <a:lnTo>
                  <a:pt x="1184065" y="74490"/>
                </a:lnTo>
                <a:lnTo>
                  <a:pt x="1184464" y="75057"/>
                </a:lnTo>
                <a:lnTo>
                  <a:pt x="1184853" y="75632"/>
                </a:lnTo>
                <a:lnTo>
                  <a:pt x="1185231" y="76213"/>
                </a:lnTo>
                <a:lnTo>
                  <a:pt x="1185600" y="76801"/>
                </a:lnTo>
                <a:lnTo>
                  <a:pt x="1185959" y="77396"/>
                </a:lnTo>
                <a:lnTo>
                  <a:pt x="1186308" y="77998"/>
                </a:lnTo>
                <a:lnTo>
                  <a:pt x="1186647" y="78607"/>
                </a:lnTo>
                <a:lnTo>
                  <a:pt x="1186977" y="79223"/>
                </a:lnTo>
                <a:lnTo>
                  <a:pt x="1187296" y="79845"/>
                </a:lnTo>
                <a:lnTo>
                  <a:pt x="1187605" y="80475"/>
                </a:lnTo>
                <a:lnTo>
                  <a:pt x="1187905" y="81111"/>
                </a:lnTo>
                <a:lnTo>
                  <a:pt x="1187905" y="114257"/>
                </a:lnTo>
                <a:lnTo>
                  <a:pt x="1187595" y="114864"/>
                </a:lnTo>
                <a:lnTo>
                  <a:pt x="1187274" y="115465"/>
                </a:lnTo>
                <a:lnTo>
                  <a:pt x="1186941" y="116059"/>
                </a:lnTo>
                <a:lnTo>
                  <a:pt x="1186597" y="116647"/>
                </a:lnTo>
                <a:lnTo>
                  <a:pt x="1186241" y="117228"/>
                </a:lnTo>
                <a:lnTo>
                  <a:pt x="1185874" y="117803"/>
                </a:lnTo>
                <a:lnTo>
                  <a:pt x="1185495" y="118371"/>
                </a:lnTo>
                <a:lnTo>
                  <a:pt x="1185105" y="118933"/>
                </a:lnTo>
                <a:lnTo>
                  <a:pt x="1184703" y="119489"/>
                </a:lnTo>
                <a:lnTo>
                  <a:pt x="1184290" y="120038"/>
                </a:lnTo>
                <a:lnTo>
                  <a:pt x="1183865" y="120580"/>
                </a:lnTo>
                <a:lnTo>
                  <a:pt x="1183429" y="121116"/>
                </a:lnTo>
                <a:lnTo>
                  <a:pt x="1182981" y="121646"/>
                </a:lnTo>
                <a:lnTo>
                  <a:pt x="1182522" y="122169"/>
                </a:lnTo>
                <a:lnTo>
                  <a:pt x="1182051" y="122686"/>
                </a:lnTo>
                <a:lnTo>
                  <a:pt x="1181569" y="123197"/>
                </a:lnTo>
                <a:lnTo>
                  <a:pt x="1181076" y="123701"/>
                </a:lnTo>
                <a:lnTo>
                  <a:pt x="1180571" y="124198"/>
                </a:lnTo>
                <a:lnTo>
                  <a:pt x="1180054" y="124689"/>
                </a:lnTo>
                <a:lnTo>
                  <a:pt x="1179526" y="125174"/>
                </a:lnTo>
                <a:lnTo>
                  <a:pt x="1178987" y="125652"/>
                </a:lnTo>
                <a:lnTo>
                  <a:pt x="1178436" y="126123"/>
                </a:lnTo>
                <a:lnTo>
                  <a:pt x="1177873" y="126589"/>
                </a:lnTo>
                <a:lnTo>
                  <a:pt x="1177299" y="127047"/>
                </a:lnTo>
                <a:lnTo>
                  <a:pt x="1176715" y="127494"/>
                </a:lnTo>
                <a:lnTo>
                  <a:pt x="1176122" y="127921"/>
                </a:lnTo>
                <a:lnTo>
                  <a:pt x="1175519" y="128329"/>
                </a:lnTo>
                <a:lnTo>
                  <a:pt x="1174908" y="128718"/>
                </a:lnTo>
                <a:lnTo>
                  <a:pt x="1174287" y="129088"/>
                </a:lnTo>
                <a:lnTo>
                  <a:pt x="1173657" y="129439"/>
                </a:lnTo>
                <a:lnTo>
                  <a:pt x="1173018" y="129771"/>
                </a:lnTo>
                <a:lnTo>
                  <a:pt x="1172370" y="130085"/>
                </a:lnTo>
                <a:lnTo>
                  <a:pt x="1171713" y="130379"/>
                </a:lnTo>
                <a:lnTo>
                  <a:pt x="1171047" y="130654"/>
                </a:lnTo>
                <a:lnTo>
                  <a:pt x="1170372" y="130910"/>
                </a:lnTo>
                <a:lnTo>
                  <a:pt x="1169687" y="131148"/>
                </a:lnTo>
                <a:lnTo>
                  <a:pt x="1168994" y="131366"/>
                </a:lnTo>
                <a:lnTo>
                  <a:pt x="1168291" y="131565"/>
                </a:lnTo>
                <a:lnTo>
                  <a:pt x="1167579" y="131745"/>
                </a:lnTo>
                <a:lnTo>
                  <a:pt x="1166858" y="131907"/>
                </a:lnTo>
                <a:lnTo>
                  <a:pt x="1166128" y="132049"/>
                </a:lnTo>
                <a:lnTo>
                  <a:pt x="1165389" y="132173"/>
                </a:lnTo>
                <a:lnTo>
                  <a:pt x="1164641" y="132277"/>
                </a:lnTo>
                <a:lnTo>
                  <a:pt x="1163884" y="132362"/>
                </a:lnTo>
                <a:lnTo>
                  <a:pt x="1163117" y="132429"/>
                </a:lnTo>
                <a:lnTo>
                  <a:pt x="1162342" y="132476"/>
                </a:lnTo>
                <a:lnTo>
                  <a:pt x="1161557" y="132505"/>
                </a:lnTo>
                <a:lnTo>
                  <a:pt x="1160763" y="132514"/>
                </a:lnTo>
                <a:lnTo>
                  <a:pt x="1159916" y="132499"/>
                </a:lnTo>
                <a:lnTo>
                  <a:pt x="1159083" y="132453"/>
                </a:lnTo>
                <a:lnTo>
                  <a:pt x="1158266" y="132376"/>
                </a:lnTo>
                <a:lnTo>
                  <a:pt x="1157464" y="132269"/>
                </a:lnTo>
                <a:close/>
                <a:moveTo>
                  <a:pt x="947019" y="130112"/>
                </a:moveTo>
                <a:lnTo>
                  <a:pt x="946329" y="130089"/>
                </a:lnTo>
                <a:lnTo>
                  <a:pt x="945661" y="130052"/>
                </a:lnTo>
                <a:lnTo>
                  <a:pt x="945014" y="130000"/>
                </a:lnTo>
                <a:lnTo>
                  <a:pt x="944389" y="129932"/>
                </a:lnTo>
                <a:lnTo>
                  <a:pt x="943786" y="129850"/>
                </a:lnTo>
                <a:lnTo>
                  <a:pt x="943204" y="129753"/>
                </a:lnTo>
                <a:lnTo>
                  <a:pt x="942643" y="129641"/>
                </a:lnTo>
                <a:lnTo>
                  <a:pt x="942104" y="129513"/>
                </a:lnTo>
                <a:lnTo>
                  <a:pt x="941587" y="129371"/>
                </a:lnTo>
                <a:lnTo>
                  <a:pt x="941091" y="129214"/>
                </a:lnTo>
                <a:lnTo>
                  <a:pt x="940617" y="129042"/>
                </a:lnTo>
                <a:lnTo>
                  <a:pt x="940165" y="128855"/>
                </a:lnTo>
                <a:lnTo>
                  <a:pt x="939734" y="128653"/>
                </a:lnTo>
                <a:lnTo>
                  <a:pt x="939325" y="128436"/>
                </a:lnTo>
                <a:lnTo>
                  <a:pt x="938937" y="128204"/>
                </a:lnTo>
                <a:lnTo>
                  <a:pt x="938571" y="127958"/>
                </a:lnTo>
                <a:lnTo>
                  <a:pt x="938226" y="127696"/>
                </a:lnTo>
                <a:lnTo>
                  <a:pt x="937903" y="127419"/>
                </a:lnTo>
                <a:lnTo>
                  <a:pt x="937602" y="127127"/>
                </a:lnTo>
                <a:lnTo>
                  <a:pt x="937322" y="126821"/>
                </a:lnTo>
                <a:lnTo>
                  <a:pt x="937064" y="126499"/>
                </a:lnTo>
                <a:lnTo>
                  <a:pt x="936827" y="126162"/>
                </a:lnTo>
                <a:lnTo>
                  <a:pt x="936612" y="125811"/>
                </a:lnTo>
                <a:lnTo>
                  <a:pt x="936412" y="125444"/>
                </a:lnTo>
                <a:lnTo>
                  <a:pt x="936220" y="125060"/>
                </a:lnTo>
                <a:lnTo>
                  <a:pt x="936037" y="124661"/>
                </a:lnTo>
                <a:lnTo>
                  <a:pt x="935863" y="124245"/>
                </a:lnTo>
                <a:lnTo>
                  <a:pt x="935697" y="123813"/>
                </a:lnTo>
                <a:lnTo>
                  <a:pt x="935539" y="123365"/>
                </a:lnTo>
                <a:lnTo>
                  <a:pt x="935390" y="122901"/>
                </a:lnTo>
                <a:lnTo>
                  <a:pt x="935250" y="122421"/>
                </a:lnTo>
                <a:lnTo>
                  <a:pt x="935118" y="121924"/>
                </a:lnTo>
                <a:lnTo>
                  <a:pt x="934994" y="121412"/>
                </a:lnTo>
                <a:lnTo>
                  <a:pt x="934879" y="120883"/>
                </a:lnTo>
                <a:lnTo>
                  <a:pt x="934773" y="120338"/>
                </a:lnTo>
                <a:lnTo>
                  <a:pt x="934675" y="119777"/>
                </a:lnTo>
                <a:lnTo>
                  <a:pt x="934586" y="119199"/>
                </a:lnTo>
                <a:lnTo>
                  <a:pt x="934505" y="118606"/>
                </a:lnTo>
                <a:lnTo>
                  <a:pt x="934432" y="117996"/>
                </a:lnTo>
                <a:lnTo>
                  <a:pt x="934368" y="117370"/>
                </a:lnTo>
                <a:lnTo>
                  <a:pt x="934313" y="116728"/>
                </a:lnTo>
                <a:lnTo>
                  <a:pt x="934266" y="116070"/>
                </a:lnTo>
                <a:lnTo>
                  <a:pt x="934228" y="115395"/>
                </a:lnTo>
                <a:lnTo>
                  <a:pt x="934198" y="114705"/>
                </a:lnTo>
                <a:lnTo>
                  <a:pt x="934177" y="113998"/>
                </a:lnTo>
                <a:lnTo>
                  <a:pt x="934164" y="113275"/>
                </a:lnTo>
                <a:lnTo>
                  <a:pt x="934160" y="112536"/>
                </a:lnTo>
                <a:lnTo>
                  <a:pt x="934160" y="64090"/>
                </a:lnTo>
                <a:lnTo>
                  <a:pt x="958450" y="64090"/>
                </a:lnTo>
                <a:lnTo>
                  <a:pt x="958450" y="40826"/>
                </a:lnTo>
                <a:lnTo>
                  <a:pt x="934160" y="40826"/>
                </a:lnTo>
                <a:lnTo>
                  <a:pt x="934160" y="14597"/>
                </a:lnTo>
                <a:lnTo>
                  <a:pt x="903939" y="14597"/>
                </a:lnTo>
                <a:lnTo>
                  <a:pt x="903939" y="40826"/>
                </a:lnTo>
                <a:lnTo>
                  <a:pt x="885465" y="40826"/>
                </a:lnTo>
                <a:lnTo>
                  <a:pt x="885465" y="64090"/>
                </a:lnTo>
                <a:lnTo>
                  <a:pt x="903939" y="64090"/>
                </a:lnTo>
                <a:lnTo>
                  <a:pt x="903939" y="114122"/>
                </a:lnTo>
                <a:lnTo>
                  <a:pt x="903946" y="115271"/>
                </a:lnTo>
                <a:lnTo>
                  <a:pt x="903965" y="116402"/>
                </a:lnTo>
                <a:lnTo>
                  <a:pt x="903996" y="117514"/>
                </a:lnTo>
                <a:lnTo>
                  <a:pt x="904041" y="118608"/>
                </a:lnTo>
                <a:lnTo>
                  <a:pt x="904098" y="119684"/>
                </a:lnTo>
                <a:lnTo>
                  <a:pt x="904167" y="120742"/>
                </a:lnTo>
                <a:lnTo>
                  <a:pt x="904250" y="121781"/>
                </a:lnTo>
                <a:lnTo>
                  <a:pt x="904345" y="122802"/>
                </a:lnTo>
                <a:lnTo>
                  <a:pt x="904452" y="123804"/>
                </a:lnTo>
                <a:lnTo>
                  <a:pt x="904573" y="124789"/>
                </a:lnTo>
                <a:lnTo>
                  <a:pt x="904706" y="125755"/>
                </a:lnTo>
                <a:lnTo>
                  <a:pt x="904852" y="126703"/>
                </a:lnTo>
                <a:lnTo>
                  <a:pt x="905010" y="127632"/>
                </a:lnTo>
                <a:lnTo>
                  <a:pt x="905181" y="128543"/>
                </a:lnTo>
                <a:lnTo>
                  <a:pt x="905365" y="129436"/>
                </a:lnTo>
                <a:lnTo>
                  <a:pt x="905561" y="130311"/>
                </a:lnTo>
                <a:lnTo>
                  <a:pt x="905770" y="131167"/>
                </a:lnTo>
                <a:lnTo>
                  <a:pt x="905992" y="132005"/>
                </a:lnTo>
                <a:lnTo>
                  <a:pt x="906226" y="132824"/>
                </a:lnTo>
                <a:lnTo>
                  <a:pt x="906474" y="133626"/>
                </a:lnTo>
                <a:lnTo>
                  <a:pt x="906733" y="134409"/>
                </a:lnTo>
                <a:lnTo>
                  <a:pt x="907006" y="135174"/>
                </a:lnTo>
                <a:lnTo>
                  <a:pt x="907291" y="135920"/>
                </a:lnTo>
                <a:lnTo>
                  <a:pt x="907589" y="136648"/>
                </a:lnTo>
                <a:lnTo>
                  <a:pt x="907902" y="137359"/>
                </a:lnTo>
                <a:lnTo>
                  <a:pt x="908236" y="138055"/>
                </a:lnTo>
                <a:lnTo>
                  <a:pt x="908589" y="138735"/>
                </a:lnTo>
                <a:lnTo>
                  <a:pt x="908962" y="139399"/>
                </a:lnTo>
                <a:lnTo>
                  <a:pt x="909354" y="140047"/>
                </a:lnTo>
                <a:lnTo>
                  <a:pt x="909766" y="140680"/>
                </a:lnTo>
                <a:lnTo>
                  <a:pt x="910198" y="141297"/>
                </a:lnTo>
                <a:lnTo>
                  <a:pt x="910649" y="141898"/>
                </a:lnTo>
                <a:lnTo>
                  <a:pt x="911119" y="142484"/>
                </a:lnTo>
                <a:lnTo>
                  <a:pt x="911610" y="143054"/>
                </a:lnTo>
                <a:lnTo>
                  <a:pt x="912120" y="143608"/>
                </a:lnTo>
                <a:lnTo>
                  <a:pt x="912649" y="144147"/>
                </a:lnTo>
                <a:lnTo>
                  <a:pt x="913198" y="144670"/>
                </a:lnTo>
                <a:lnTo>
                  <a:pt x="913767" y="145178"/>
                </a:lnTo>
                <a:lnTo>
                  <a:pt x="914355" y="145669"/>
                </a:lnTo>
                <a:lnTo>
                  <a:pt x="914963" y="146145"/>
                </a:lnTo>
                <a:lnTo>
                  <a:pt x="915591" y="146605"/>
                </a:lnTo>
                <a:lnTo>
                  <a:pt x="916238" y="147050"/>
                </a:lnTo>
                <a:lnTo>
                  <a:pt x="916905" y="147479"/>
                </a:lnTo>
                <a:lnTo>
                  <a:pt x="917591" y="147892"/>
                </a:lnTo>
                <a:lnTo>
                  <a:pt x="918297" y="148290"/>
                </a:lnTo>
                <a:lnTo>
                  <a:pt x="919022" y="148672"/>
                </a:lnTo>
                <a:lnTo>
                  <a:pt x="919767" y="149038"/>
                </a:lnTo>
                <a:lnTo>
                  <a:pt x="920532" y="149389"/>
                </a:lnTo>
                <a:lnTo>
                  <a:pt x="921320" y="149724"/>
                </a:lnTo>
                <a:lnTo>
                  <a:pt x="922134" y="150045"/>
                </a:lnTo>
                <a:lnTo>
                  <a:pt x="922974" y="150352"/>
                </a:lnTo>
                <a:lnTo>
                  <a:pt x="923841" y="150644"/>
                </a:lnTo>
                <a:lnTo>
                  <a:pt x="924734" y="150922"/>
                </a:lnTo>
                <a:lnTo>
                  <a:pt x="925653" y="151186"/>
                </a:lnTo>
                <a:lnTo>
                  <a:pt x="926599" y="151436"/>
                </a:lnTo>
                <a:lnTo>
                  <a:pt x="927571" y="151671"/>
                </a:lnTo>
                <a:lnTo>
                  <a:pt x="928569" y="151892"/>
                </a:lnTo>
                <a:lnTo>
                  <a:pt x="929594" y="152099"/>
                </a:lnTo>
                <a:lnTo>
                  <a:pt x="930645" y="152292"/>
                </a:lnTo>
                <a:lnTo>
                  <a:pt x="931722" y="152470"/>
                </a:lnTo>
                <a:lnTo>
                  <a:pt x="932826" y="152634"/>
                </a:lnTo>
                <a:lnTo>
                  <a:pt x="933956" y="152784"/>
                </a:lnTo>
                <a:lnTo>
                  <a:pt x="935112" y="152920"/>
                </a:lnTo>
                <a:lnTo>
                  <a:pt x="936295" y="153041"/>
                </a:lnTo>
                <a:lnTo>
                  <a:pt x="937504" y="153148"/>
                </a:lnTo>
                <a:lnTo>
                  <a:pt x="938739" y="153241"/>
                </a:lnTo>
                <a:lnTo>
                  <a:pt x="940001" y="153319"/>
                </a:lnTo>
                <a:lnTo>
                  <a:pt x="941289" y="153383"/>
                </a:lnTo>
                <a:lnTo>
                  <a:pt x="942603" y="153433"/>
                </a:lnTo>
                <a:lnTo>
                  <a:pt x="943944" y="153469"/>
                </a:lnTo>
                <a:lnTo>
                  <a:pt x="945311" y="153490"/>
                </a:lnTo>
                <a:lnTo>
                  <a:pt x="946704" y="153498"/>
                </a:lnTo>
                <a:lnTo>
                  <a:pt x="958450" y="153498"/>
                </a:lnTo>
                <a:lnTo>
                  <a:pt x="958450" y="130119"/>
                </a:lnTo>
                <a:lnTo>
                  <a:pt x="947731" y="130119"/>
                </a:lnTo>
                <a:lnTo>
                  <a:pt x="947019" y="130112"/>
                </a:lnTo>
                <a:close/>
                <a:moveTo>
                  <a:pt x="516792" y="54645"/>
                </a:moveTo>
                <a:lnTo>
                  <a:pt x="516186" y="53615"/>
                </a:lnTo>
                <a:lnTo>
                  <a:pt x="515549" y="52615"/>
                </a:lnTo>
                <a:lnTo>
                  <a:pt x="514881" y="51647"/>
                </a:lnTo>
                <a:lnTo>
                  <a:pt x="514181" y="50709"/>
                </a:lnTo>
                <a:lnTo>
                  <a:pt x="513451" y="49803"/>
                </a:lnTo>
                <a:lnTo>
                  <a:pt x="512691" y="48931"/>
                </a:lnTo>
                <a:lnTo>
                  <a:pt x="511905" y="48096"/>
                </a:lnTo>
                <a:lnTo>
                  <a:pt x="511091" y="47298"/>
                </a:lnTo>
                <a:lnTo>
                  <a:pt x="510250" y="46538"/>
                </a:lnTo>
                <a:lnTo>
                  <a:pt x="509382" y="45814"/>
                </a:lnTo>
                <a:lnTo>
                  <a:pt x="508487" y="45127"/>
                </a:lnTo>
                <a:lnTo>
                  <a:pt x="507564" y="44478"/>
                </a:lnTo>
                <a:lnTo>
                  <a:pt x="506615" y="43866"/>
                </a:lnTo>
                <a:lnTo>
                  <a:pt x="505638" y="43291"/>
                </a:lnTo>
                <a:lnTo>
                  <a:pt x="504635" y="42752"/>
                </a:lnTo>
                <a:lnTo>
                  <a:pt x="503604" y="42251"/>
                </a:lnTo>
                <a:lnTo>
                  <a:pt x="502546" y="41788"/>
                </a:lnTo>
                <a:lnTo>
                  <a:pt x="501461" y="41361"/>
                </a:lnTo>
                <a:lnTo>
                  <a:pt x="500349" y="40971"/>
                </a:lnTo>
                <a:lnTo>
                  <a:pt x="499209" y="40619"/>
                </a:lnTo>
                <a:lnTo>
                  <a:pt x="498043" y="40303"/>
                </a:lnTo>
                <a:lnTo>
                  <a:pt x="496849" y="40025"/>
                </a:lnTo>
                <a:lnTo>
                  <a:pt x="495629" y="39784"/>
                </a:lnTo>
                <a:lnTo>
                  <a:pt x="494381" y="39580"/>
                </a:lnTo>
                <a:lnTo>
                  <a:pt x="493106" y="39413"/>
                </a:lnTo>
                <a:lnTo>
                  <a:pt x="491804" y="39283"/>
                </a:lnTo>
                <a:lnTo>
                  <a:pt x="490475" y="39190"/>
                </a:lnTo>
                <a:lnTo>
                  <a:pt x="489118" y="39134"/>
                </a:lnTo>
                <a:lnTo>
                  <a:pt x="487735" y="39116"/>
                </a:lnTo>
                <a:lnTo>
                  <a:pt x="486564" y="39125"/>
                </a:lnTo>
                <a:lnTo>
                  <a:pt x="485409" y="39154"/>
                </a:lnTo>
                <a:lnTo>
                  <a:pt x="484270" y="39202"/>
                </a:lnTo>
                <a:lnTo>
                  <a:pt x="483146" y="39269"/>
                </a:lnTo>
                <a:lnTo>
                  <a:pt x="482038" y="39356"/>
                </a:lnTo>
                <a:lnTo>
                  <a:pt x="480946" y="39461"/>
                </a:lnTo>
                <a:lnTo>
                  <a:pt x="479869" y="39586"/>
                </a:lnTo>
                <a:lnTo>
                  <a:pt x="478808" y="39730"/>
                </a:lnTo>
                <a:lnTo>
                  <a:pt x="477763" y="39893"/>
                </a:lnTo>
                <a:lnTo>
                  <a:pt x="476733" y="40076"/>
                </a:lnTo>
                <a:lnTo>
                  <a:pt x="475719" y="40278"/>
                </a:lnTo>
                <a:lnTo>
                  <a:pt x="474720" y="40498"/>
                </a:lnTo>
                <a:lnTo>
                  <a:pt x="473737" y="40738"/>
                </a:lnTo>
                <a:lnTo>
                  <a:pt x="472770" y="40998"/>
                </a:lnTo>
                <a:lnTo>
                  <a:pt x="471818" y="41276"/>
                </a:lnTo>
                <a:lnTo>
                  <a:pt x="470882" y="41574"/>
                </a:lnTo>
                <a:lnTo>
                  <a:pt x="469962" y="41891"/>
                </a:lnTo>
                <a:lnTo>
                  <a:pt x="469057" y="42227"/>
                </a:lnTo>
                <a:lnTo>
                  <a:pt x="468168" y="42582"/>
                </a:lnTo>
                <a:lnTo>
                  <a:pt x="467295" y="42957"/>
                </a:lnTo>
                <a:lnTo>
                  <a:pt x="466437" y="43350"/>
                </a:lnTo>
                <a:lnTo>
                  <a:pt x="465595" y="43763"/>
                </a:lnTo>
                <a:lnTo>
                  <a:pt x="464769" y="44195"/>
                </a:lnTo>
                <a:lnTo>
                  <a:pt x="463958" y="44647"/>
                </a:lnTo>
                <a:lnTo>
                  <a:pt x="463162" y="45110"/>
                </a:lnTo>
                <a:lnTo>
                  <a:pt x="462381" y="45580"/>
                </a:lnTo>
                <a:lnTo>
                  <a:pt x="461614" y="46055"/>
                </a:lnTo>
                <a:lnTo>
                  <a:pt x="460861" y="46536"/>
                </a:lnTo>
                <a:lnTo>
                  <a:pt x="460123" y="47023"/>
                </a:lnTo>
                <a:lnTo>
                  <a:pt x="459400" y="47515"/>
                </a:lnTo>
                <a:lnTo>
                  <a:pt x="458691" y="48014"/>
                </a:lnTo>
                <a:lnTo>
                  <a:pt x="457996" y="48518"/>
                </a:lnTo>
                <a:lnTo>
                  <a:pt x="457316" y="49027"/>
                </a:lnTo>
                <a:lnTo>
                  <a:pt x="456650" y="49543"/>
                </a:lnTo>
                <a:lnTo>
                  <a:pt x="455999" y="50064"/>
                </a:lnTo>
                <a:lnTo>
                  <a:pt x="455362" y="50591"/>
                </a:lnTo>
                <a:lnTo>
                  <a:pt x="454740" y="51124"/>
                </a:lnTo>
                <a:lnTo>
                  <a:pt x="454132" y="51662"/>
                </a:lnTo>
                <a:lnTo>
                  <a:pt x="453538" y="52206"/>
                </a:lnTo>
                <a:lnTo>
                  <a:pt x="452959" y="52756"/>
                </a:lnTo>
                <a:lnTo>
                  <a:pt x="452395" y="53312"/>
                </a:lnTo>
                <a:lnTo>
                  <a:pt x="451845" y="53873"/>
                </a:lnTo>
                <a:lnTo>
                  <a:pt x="451309" y="54440"/>
                </a:lnTo>
                <a:lnTo>
                  <a:pt x="450788" y="55013"/>
                </a:lnTo>
                <a:lnTo>
                  <a:pt x="450281" y="55592"/>
                </a:lnTo>
                <a:lnTo>
                  <a:pt x="449789" y="56176"/>
                </a:lnTo>
                <a:lnTo>
                  <a:pt x="449311" y="56766"/>
                </a:lnTo>
                <a:lnTo>
                  <a:pt x="448847" y="57362"/>
                </a:lnTo>
                <a:lnTo>
                  <a:pt x="448277" y="40826"/>
                </a:lnTo>
                <a:lnTo>
                  <a:pt x="419197" y="40826"/>
                </a:lnTo>
                <a:lnTo>
                  <a:pt x="419197" y="153498"/>
                </a:lnTo>
                <a:lnTo>
                  <a:pt x="449418" y="153498"/>
                </a:lnTo>
                <a:lnTo>
                  <a:pt x="449418" y="78017"/>
                </a:lnTo>
                <a:lnTo>
                  <a:pt x="449819" y="77509"/>
                </a:lnTo>
                <a:lnTo>
                  <a:pt x="450226" y="77006"/>
                </a:lnTo>
                <a:lnTo>
                  <a:pt x="450638" y="76510"/>
                </a:lnTo>
                <a:lnTo>
                  <a:pt x="451055" y="76021"/>
                </a:lnTo>
                <a:lnTo>
                  <a:pt x="451478" y="75538"/>
                </a:lnTo>
                <a:lnTo>
                  <a:pt x="451905" y="75061"/>
                </a:lnTo>
                <a:lnTo>
                  <a:pt x="452338" y="74591"/>
                </a:lnTo>
                <a:lnTo>
                  <a:pt x="452775" y="74127"/>
                </a:lnTo>
                <a:lnTo>
                  <a:pt x="453218" y="73670"/>
                </a:lnTo>
                <a:lnTo>
                  <a:pt x="453666" y="73219"/>
                </a:lnTo>
                <a:lnTo>
                  <a:pt x="454120" y="72775"/>
                </a:lnTo>
                <a:lnTo>
                  <a:pt x="454578" y="72337"/>
                </a:lnTo>
                <a:lnTo>
                  <a:pt x="455041" y="71905"/>
                </a:lnTo>
                <a:lnTo>
                  <a:pt x="455510" y="71480"/>
                </a:lnTo>
                <a:lnTo>
                  <a:pt x="455984" y="71061"/>
                </a:lnTo>
                <a:lnTo>
                  <a:pt x="456463" y="70649"/>
                </a:lnTo>
                <a:lnTo>
                  <a:pt x="456947" y="70243"/>
                </a:lnTo>
                <a:lnTo>
                  <a:pt x="457436" y="69844"/>
                </a:lnTo>
                <a:lnTo>
                  <a:pt x="457930" y="69451"/>
                </a:lnTo>
                <a:lnTo>
                  <a:pt x="458430" y="69065"/>
                </a:lnTo>
                <a:lnTo>
                  <a:pt x="458935" y="68684"/>
                </a:lnTo>
                <a:lnTo>
                  <a:pt x="459444" y="68311"/>
                </a:lnTo>
                <a:lnTo>
                  <a:pt x="459959" y="67944"/>
                </a:lnTo>
                <a:lnTo>
                  <a:pt x="460479" y="67583"/>
                </a:lnTo>
                <a:lnTo>
                  <a:pt x="461007" y="67233"/>
                </a:lnTo>
                <a:lnTo>
                  <a:pt x="461542" y="66897"/>
                </a:lnTo>
                <a:lnTo>
                  <a:pt x="462087" y="66577"/>
                </a:lnTo>
                <a:lnTo>
                  <a:pt x="462640" y="66272"/>
                </a:lnTo>
                <a:lnTo>
                  <a:pt x="463202" y="65981"/>
                </a:lnTo>
                <a:lnTo>
                  <a:pt x="463772" y="65706"/>
                </a:lnTo>
                <a:lnTo>
                  <a:pt x="464352" y="65445"/>
                </a:lnTo>
                <a:lnTo>
                  <a:pt x="464940" y="65199"/>
                </a:lnTo>
                <a:lnTo>
                  <a:pt x="465536" y="64968"/>
                </a:lnTo>
                <a:lnTo>
                  <a:pt x="466142" y="64752"/>
                </a:lnTo>
                <a:lnTo>
                  <a:pt x="466756" y="64551"/>
                </a:lnTo>
                <a:lnTo>
                  <a:pt x="467379" y="64365"/>
                </a:lnTo>
                <a:lnTo>
                  <a:pt x="468010" y="64193"/>
                </a:lnTo>
                <a:lnTo>
                  <a:pt x="468651" y="64037"/>
                </a:lnTo>
                <a:lnTo>
                  <a:pt x="469300" y="63895"/>
                </a:lnTo>
                <a:lnTo>
                  <a:pt x="469957" y="63769"/>
                </a:lnTo>
                <a:lnTo>
                  <a:pt x="470624" y="63657"/>
                </a:lnTo>
                <a:lnTo>
                  <a:pt x="471299" y="63560"/>
                </a:lnTo>
                <a:lnTo>
                  <a:pt x="471983" y="63478"/>
                </a:lnTo>
                <a:lnTo>
                  <a:pt x="472675" y="63411"/>
                </a:lnTo>
                <a:lnTo>
                  <a:pt x="473377" y="63359"/>
                </a:lnTo>
                <a:lnTo>
                  <a:pt x="474087" y="63322"/>
                </a:lnTo>
                <a:lnTo>
                  <a:pt x="474805" y="63300"/>
                </a:lnTo>
                <a:lnTo>
                  <a:pt x="475533" y="63292"/>
                </a:lnTo>
                <a:lnTo>
                  <a:pt x="476023" y="63297"/>
                </a:lnTo>
                <a:lnTo>
                  <a:pt x="476506" y="63310"/>
                </a:lnTo>
                <a:lnTo>
                  <a:pt x="476981" y="63332"/>
                </a:lnTo>
                <a:lnTo>
                  <a:pt x="477448" y="63363"/>
                </a:lnTo>
                <a:lnTo>
                  <a:pt x="477907" y="63403"/>
                </a:lnTo>
                <a:lnTo>
                  <a:pt x="478359" y="63452"/>
                </a:lnTo>
                <a:lnTo>
                  <a:pt x="478803" y="63509"/>
                </a:lnTo>
                <a:lnTo>
                  <a:pt x="479239" y="63576"/>
                </a:lnTo>
                <a:lnTo>
                  <a:pt x="479668" y="63651"/>
                </a:lnTo>
                <a:lnTo>
                  <a:pt x="480088" y="63735"/>
                </a:lnTo>
                <a:lnTo>
                  <a:pt x="480501" y="63828"/>
                </a:lnTo>
                <a:lnTo>
                  <a:pt x="480907" y="63930"/>
                </a:lnTo>
                <a:lnTo>
                  <a:pt x="481305" y="64041"/>
                </a:lnTo>
                <a:lnTo>
                  <a:pt x="481694" y="64160"/>
                </a:lnTo>
                <a:lnTo>
                  <a:pt x="482077" y="64289"/>
                </a:lnTo>
                <a:lnTo>
                  <a:pt x="482451" y="64426"/>
                </a:lnTo>
                <a:lnTo>
                  <a:pt x="482818" y="64572"/>
                </a:lnTo>
                <a:lnTo>
                  <a:pt x="483177" y="64727"/>
                </a:lnTo>
                <a:lnTo>
                  <a:pt x="483528" y="64891"/>
                </a:lnTo>
                <a:lnTo>
                  <a:pt x="483872" y="65064"/>
                </a:lnTo>
                <a:lnTo>
                  <a:pt x="484208" y="65246"/>
                </a:lnTo>
                <a:lnTo>
                  <a:pt x="484536" y="65436"/>
                </a:lnTo>
                <a:lnTo>
                  <a:pt x="484856" y="65636"/>
                </a:lnTo>
                <a:lnTo>
                  <a:pt x="485169" y="65844"/>
                </a:lnTo>
                <a:lnTo>
                  <a:pt x="485474" y="66060"/>
                </a:lnTo>
                <a:lnTo>
                  <a:pt x="485773" y="66283"/>
                </a:lnTo>
                <a:lnTo>
                  <a:pt x="486064" y="66514"/>
                </a:lnTo>
                <a:lnTo>
                  <a:pt x="486348" y="66752"/>
                </a:lnTo>
                <a:lnTo>
                  <a:pt x="486624" y="66997"/>
                </a:lnTo>
                <a:lnTo>
                  <a:pt x="486894" y="67250"/>
                </a:lnTo>
                <a:lnTo>
                  <a:pt x="487156" y="67510"/>
                </a:lnTo>
                <a:lnTo>
                  <a:pt x="487412" y="67776"/>
                </a:lnTo>
                <a:lnTo>
                  <a:pt x="487660" y="68051"/>
                </a:lnTo>
                <a:lnTo>
                  <a:pt x="487901" y="68332"/>
                </a:lnTo>
                <a:lnTo>
                  <a:pt x="488135" y="68621"/>
                </a:lnTo>
                <a:lnTo>
                  <a:pt x="488362" y="68917"/>
                </a:lnTo>
                <a:lnTo>
                  <a:pt x="488582" y="69220"/>
                </a:lnTo>
                <a:lnTo>
                  <a:pt x="488795" y="69530"/>
                </a:lnTo>
                <a:lnTo>
                  <a:pt x="489000" y="69848"/>
                </a:lnTo>
                <a:lnTo>
                  <a:pt x="489198" y="70172"/>
                </a:lnTo>
                <a:lnTo>
                  <a:pt x="489390" y="70505"/>
                </a:lnTo>
                <a:lnTo>
                  <a:pt x="489574" y="70844"/>
                </a:lnTo>
                <a:lnTo>
                  <a:pt x="489751" y="71190"/>
                </a:lnTo>
                <a:lnTo>
                  <a:pt x="489921" y="71544"/>
                </a:lnTo>
                <a:lnTo>
                  <a:pt x="490083" y="71905"/>
                </a:lnTo>
                <a:lnTo>
                  <a:pt x="490239" y="72274"/>
                </a:lnTo>
                <a:lnTo>
                  <a:pt x="490388" y="72649"/>
                </a:lnTo>
                <a:lnTo>
                  <a:pt x="490529" y="73032"/>
                </a:lnTo>
                <a:lnTo>
                  <a:pt x="490664" y="73421"/>
                </a:lnTo>
                <a:lnTo>
                  <a:pt x="490793" y="73815"/>
                </a:lnTo>
                <a:lnTo>
                  <a:pt x="490917" y="74215"/>
                </a:lnTo>
                <a:lnTo>
                  <a:pt x="491034" y="74619"/>
                </a:lnTo>
                <a:lnTo>
                  <a:pt x="491146" y="75029"/>
                </a:lnTo>
                <a:lnTo>
                  <a:pt x="491252" y="75444"/>
                </a:lnTo>
                <a:lnTo>
                  <a:pt x="491353" y="75865"/>
                </a:lnTo>
                <a:lnTo>
                  <a:pt x="491448" y="76291"/>
                </a:lnTo>
                <a:lnTo>
                  <a:pt x="491537" y="76722"/>
                </a:lnTo>
                <a:lnTo>
                  <a:pt x="491620" y="77158"/>
                </a:lnTo>
                <a:lnTo>
                  <a:pt x="491697" y="77599"/>
                </a:lnTo>
                <a:lnTo>
                  <a:pt x="491769" y="78046"/>
                </a:lnTo>
                <a:lnTo>
                  <a:pt x="491835" y="78498"/>
                </a:lnTo>
                <a:lnTo>
                  <a:pt x="491895" y="78955"/>
                </a:lnTo>
                <a:lnTo>
                  <a:pt x="491950" y="79418"/>
                </a:lnTo>
                <a:lnTo>
                  <a:pt x="491999" y="79885"/>
                </a:lnTo>
                <a:lnTo>
                  <a:pt x="492042" y="80358"/>
                </a:lnTo>
                <a:lnTo>
                  <a:pt x="492079" y="80836"/>
                </a:lnTo>
                <a:lnTo>
                  <a:pt x="492111" y="81320"/>
                </a:lnTo>
                <a:lnTo>
                  <a:pt x="492137" y="81808"/>
                </a:lnTo>
                <a:lnTo>
                  <a:pt x="492157" y="82302"/>
                </a:lnTo>
                <a:lnTo>
                  <a:pt x="492171" y="82802"/>
                </a:lnTo>
                <a:lnTo>
                  <a:pt x="492180" y="83306"/>
                </a:lnTo>
                <a:lnTo>
                  <a:pt x="492183" y="83816"/>
                </a:lnTo>
                <a:lnTo>
                  <a:pt x="492183" y="153498"/>
                </a:lnTo>
                <a:lnTo>
                  <a:pt x="522403" y="153498"/>
                </a:lnTo>
                <a:lnTo>
                  <a:pt x="522403" y="80131"/>
                </a:lnTo>
                <a:lnTo>
                  <a:pt x="522388" y="78510"/>
                </a:lnTo>
                <a:lnTo>
                  <a:pt x="522341" y="76920"/>
                </a:lnTo>
                <a:lnTo>
                  <a:pt x="522329" y="76686"/>
                </a:lnTo>
                <a:lnTo>
                  <a:pt x="522595" y="76382"/>
                </a:lnTo>
                <a:lnTo>
                  <a:pt x="523020" y="75907"/>
                </a:lnTo>
                <a:lnTo>
                  <a:pt x="523450" y="75439"/>
                </a:lnTo>
                <a:lnTo>
                  <a:pt x="523884" y="74978"/>
                </a:lnTo>
                <a:lnTo>
                  <a:pt x="524323" y="74524"/>
                </a:lnTo>
                <a:lnTo>
                  <a:pt x="524766" y="74076"/>
                </a:lnTo>
                <a:lnTo>
                  <a:pt x="525214" y="73635"/>
                </a:lnTo>
                <a:lnTo>
                  <a:pt x="525666" y="73201"/>
                </a:lnTo>
                <a:lnTo>
                  <a:pt x="526123" y="72773"/>
                </a:lnTo>
                <a:lnTo>
                  <a:pt x="526584" y="72353"/>
                </a:lnTo>
                <a:lnTo>
                  <a:pt x="527050" y="71939"/>
                </a:lnTo>
                <a:lnTo>
                  <a:pt x="527521" y="71531"/>
                </a:lnTo>
                <a:lnTo>
                  <a:pt x="527996" y="71131"/>
                </a:lnTo>
                <a:lnTo>
                  <a:pt x="528475" y="70737"/>
                </a:lnTo>
                <a:lnTo>
                  <a:pt x="528959" y="70350"/>
                </a:lnTo>
                <a:lnTo>
                  <a:pt x="529448" y="69970"/>
                </a:lnTo>
                <a:lnTo>
                  <a:pt x="529941" y="69596"/>
                </a:lnTo>
                <a:lnTo>
                  <a:pt x="530439" y="69229"/>
                </a:lnTo>
                <a:lnTo>
                  <a:pt x="530942" y="68869"/>
                </a:lnTo>
                <a:lnTo>
                  <a:pt x="531449" y="68516"/>
                </a:lnTo>
                <a:lnTo>
                  <a:pt x="531960" y="68169"/>
                </a:lnTo>
                <a:lnTo>
                  <a:pt x="532476" y="67829"/>
                </a:lnTo>
                <a:lnTo>
                  <a:pt x="532997" y="67496"/>
                </a:lnTo>
                <a:lnTo>
                  <a:pt x="533522" y="67169"/>
                </a:lnTo>
                <a:lnTo>
                  <a:pt x="534054" y="66853"/>
                </a:lnTo>
                <a:lnTo>
                  <a:pt x="534594" y="66550"/>
                </a:lnTo>
                <a:lnTo>
                  <a:pt x="535143" y="66261"/>
                </a:lnTo>
                <a:lnTo>
                  <a:pt x="535700" y="65985"/>
                </a:lnTo>
                <a:lnTo>
                  <a:pt x="536266" y="65722"/>
                </a:lnTo>
                <a:lnTo>
                  <a:pt x="536840" y="65473"/>
                </a:lnTo>
                <a:lnTo>
                  <a:pt x="537423" y="65237"/>
                </a:lnTo>
                <a:lnTo>
                  <a:pt x="538014" y="65015"/>
                </a:lnTo>
                <a:lnTo>
                  <a:pt x="538614" y="64807"/>
                </a:lnTo>
                <a:lnTo>
                  <a:pt x="539222" y="64611"/>
                </a:lnTo>
                <a:lnTo>
                  <a:pt x="539839" y="64430"/>
                </a:lnTo>
                <a:lnTo>
                  <a:pt x="540464" y="64261"/>
                </a:lnTo>
                <a:lnTo>
                  <a:pt x="541098" y="64107"/>
                </a:lnTo>
                <a:lnTo>
                  <a:pt x="541740" y="63965"/>
                </a:lnTo>
                <a:lnTo>
                  <a:pt x="542391" y="63837"/>
                </a:lnTo>
                <a:lnTo>
                  <a:pt x="543051" y="63723"/>
                </a:lnTo>
                <a:lnTo>
                  <a:pt x="543719" y="63622"/>
                </a:lnTo>
                <a:lnTo>
                  <a:pt x="544395" y="63534"/>
                </a:lnTo>
                <a:lnTo>
                  <a:pt x="545080" y="63460"/>
                </a:lnTo>
                <a:lnTo>
                  <a:pt x="545773" y="63400"/>
                </a:lnTo>
                <a:lnTo>
                  <a:pt x="546475" y="63353"/>
                </a:lnTo>
                <a:lnTo>
                  <a:pt x="547186" y="63319"/>
                </a:lnTo>
                <a:lnTo>
                  <a:pt x="547905" y="63299"/>
                </a:lnTo>
                <a:lnTo>
                  <a:pt x="548632" y="63292"/>
                </a:lnTo>
                <a:lnTo>
                  <a:pt x="549123" y="63297"/>
                </a:lnTo>
                <a:lnTo>
                  <a:pt x="549605" y="63310"/>
                </a:lnTo>
                <a:lnTo>
                  <a:pt x="550080" y="63332"/>
                </a:lnTo>
                <a:lnTo>
                  <a:pt x="550547" y="63363"/>
                </a:lnTo>
                <a:lnTo>
                  <a:pt x="551007" y="63403"/>
                </a:lnTo>
                <a:lnTo>
                  <a:pt x="551458" y="63452"/>
                </a:lnTo>
                <a:lnTo>
                  <a:pt x="551902" y="63509"/>
                </a:lnTo>
                <a:lnTo>
                  <a:pt x="552339" y="63576"/>
                </a:lnTo>
                <a:lnTo>
                  <a:pt x="552767" y="63651"/>
                </a:lnTo>
                <a:lnTo>
                  <a:pt x="553188" y="63735"/>
                </a:lnTo>
                <a:lnTo>
                  <a:pt x="553601" y="63828"/>
                </a:lnTo>
                <a:lnTo>
                  <a:pt x="554006" y="63930"/>
                </a:lnTo>
                <a:lnTo>
                  <a:pt x="554404" y="64041"/>
                </a:lnTo>
                <a:lnTo>
                  <a:pt x="554794" y="64160"/>
                </a:lnTo>
                <a:lnTo>
                  <a:pt x="555176" y="64289"/>
                </a:lnTo>
                <a:lnTo>
                  <a:pt x="555551" y="64426"/>
                </a:lnTo>
                <a:lnTo>
                  <a:pt x="555917" y="64572"/>
                </a:lnTo>
                <a:lnTo>
                  <a:pt x="556276" y="64727"/>
                </a:lnTo>
                <a:lnTo>
                  <a:pt x="556628" y="64891"/>
                </a:lnTo>
                <a:lnTo>
                  <a:pt x="556971" y="65064"/>
                </a:lnTo>
                <a:lnTo>
                  <a:pt x="557307" y="65246"/>
                </a:lnTo>
                <a:lnTo>
                  <a:pt x="557635" y="65436"/>
                </a:lnTo>
                <a:lnTo>
                  <a:pt x="557956" y="65636"/>
                </a:lnTo>
                <a:lnTo>
                  <a:pt x="558269" y="65844"/>
                </a:lnTo>
                <a:lnTo>
                  <a:pt x="558574" y="66060"/>
                </a:lnTo>
                <a:lnTo>
                  <a:pt x="558872" y="66283"/>
                </a:lnTo>
                <a:lnTo>
                  <a:pt x="559163" y="66514"/>
                </a:lnTo>
                <a:lnTo>
                  <a:pt x="559447" y="66752"/>
                </a:lnTo>
                <a:lnTo>
                  <a:pt x="559724" y="66997"/>
                </a:lnTo>
                <a:lnTo>
                  <a:pt x="559993" y="67250"/>
                </a:lnTo>
                <a:lnTo>
                  <a:pt x="560256" y="67510"/>
                </a:lnTo>
                <a:lnTo>
                  <a:pt x="560511" y="67776"/>
                </a:lnTo>
                <a:lnTo>
                  <a:pt x="560760" y="68051"/>
                </a:lnTo>
                <a:lnTo>
                  <a:pt x="561001" y="68332"/>
                </a:lnTo>
                <a:lnTo>
                  <a:pt x="561235" y="68621"/>
                </a:lnTo>
                <a:lnTo>
                  <a:pt x="561462" y="68917"/>
                </a:lnTo>
                <a:lnTo>
                  <a:pt x="561681" y="69220"/>
                </a:lnTo>
                <a:lnTo>
                  <a:pt x="561894" y="69530"/>
                </a:lnTo>
                <a:lnTo>
                  <a:pt x="562100" y="69848"/>
                </a:lnTo>
                <a:lnTo>
                  <a:pt x="562298" y="70172"/>
                </a:lnTo>
                <a:lnTo>
                  <a:pt x="562489" y="70505"/>
                </a:lnTo>
                <a:lnTo>
                  <a:pt x="562673" y="70844"/>
                </a:lnTo>
                <a:lnTo>
                  <a:pt x="562850" y="71190"/>
                </a:lnTo>
                <a:lnTo>
                  <a:pt x="563020" y="71544"/>
                </a:lnTo>
                <a:lnTo>
                  <a:pt x="563183" y="71905"/>
                </a:lnTo>
                <a:lnTo>
                  <a:pt x="563339" y="72274"/>
                </a:lnTo>
                <a:lnTo>
                  <a:pt x="563487" y="72649"/>
                </a:lnTo>
                <a:lnTo>
                  <a:pt x="563628" y="73032"/>
                </a:lnTo>
                <a:lnTo>
                  <a:pt x="563763" y="73421"/>
                </a:lnTo>
                <a:lnTo>
                  <a:pt x="563893" y="73815"/>
                </a:lnTo>
                <a:lnTo>
                  <a:pt x="564016" y="74215"/>
                </a:lnTo>
                <a:lnTo>
                  <a:pt x="564134" y="74619"/>
                </a:lnTo>
                <a:lnTo>
                  <a:pt x="564246" y="75029"/>
                </a:lnTo>
                <a:lnTo>
                  <a:pt x="564352" y="75444"/>
                </a:lnTo>
                <a:lnTo>
                  <a:pt x="564452" y="75865"/>
                </a:lnTo>
                <a:lnTo>
                  <a:pt x="564547" y="76291"/>
                </a:lnTo>
                <a:lnTo>
                  <a:pt x="564636" y="76722"/>
                </a:lnTo>
                <a:lnTo>
                  <a:pt x="564719" y="77158"/>
                </a:lnTo>
                <a:lnTo>
                  <a:pt x="564797" y="77599"/>
                </a:lnTo>
                <a:lnTo>
                  <a:pt x="564869" y="78046"/>
                </a:lnTo>
                <a:lnTo>
                  <a:pt x="564935" y="78498"/>
                </a:lnTo>
                <a:lnTo>
                  <a:pt x="564995" y="78955"/>
                </a:lnTo>
                <a:lnTo>
                  <a:pt x="565049" y="79418"/>
                </a:lnTo>
                <a:lnTo>
                  <a:pt x="565098" y="79885"/>
                </a:lnTo>
                <a:lnTo>
                  <a:pt x="565141" y="80358"/>
                </a:lnTo>
                <a:lnTo>
                  <a:pt x="565179" y="80836"/>
                </a:lnTo>
                <a:lnTo>
                  <a:pt x="565210" y="81320"/>
                </a:lnTo>
                <a:lnTo>
                  <a:pt x="565236" y="81808"/>
                </a:lnTo>
                <a:lnTo>
                  <a:pt x="565256" y="82302"/>
                </a:lnTo>
                <a:lnTo>
                  <a:pt x="565271" y="82802"/>
                </a:lnTo>
                <a:lnTo>
                  <a:pt x="565279" y="83306"/>
                </a:lnTo>
                <a:lnTo>
                  <a:pt x="565282" y="83816"/>
                </a:lnTo>
                <a:lnTo>
                  <a:pt x="565282" y="153498"/>
                </a:lnTo>
                <a:lnTo>
                  <a:pt x="595503" y="153498"/>
                </a:lnTo>
                <a:lnTo>
                  <a:pt x="595503" y="80131"/>
                </a:lnTo>
                <a:lnTo>
                  <a:pt x="595487" y="78510"/>
                </a:lnTo>
                <a:lnTo>
                  <a:pt x="595440" y="76920"/>
                </a:lnTo>
                <a:lnTo>
                  <a:pt x="595361" y="75361"/>
                </a:lnTo>
                <a:lnTo>
                  <a:pt x="595251" y="73833"/>
                </a:lnTo>
                <a:lnTo>
                  <a:pt x="595109" y="72336"/>
                </a:lnTo>
                <a:lnTo>
                  <a:pt x="594936" y="70870"/>
                </a:lnTo>
                <a:lnTo>
                  <a:pt x="594731" y="69436"/>
                </a:lnTo>
                <a:lnTo>
                  <a:pt x="594495" y="68032"/>
                </a:lnTo>
                <a:lnTo>
                  <a:pt x="594228" y="66660"/>
                </a:lnTo>
                <a:lnTo>
                  <a:pt x="593929" y="65318"/>
                </a:lnTo>
                <a:lnTo>
                  <a:pt x="593598" y="64008"/>
                </a:lnTo>
                <a:lnTo>
                  <a:pt x="593236" y="62729"/>
                </a:lnTo>
                <a:lnTo>
                  <a:pt x="592843" y="61481"/>
                </a:lnTo>
                <a:lnTo>
                  <a:pt x="592418" y="60264"/>
                </a:lnTo>
                <a:lnTo>
                  <a:pt x="591961" y="59078"/>
                </a:lnTo>
                <a:lnTo>
                  <a:pt x="591473" y="57923"/>
                </a:lnTo>
                <a:lnTo>
                  <a:pt x="590954" y="56799"/>
                </a:lnTo>
                <a:lnTo>
                  <a:pt x="590403" y="55707"/>
                </a:lnTo>
                <a:lnTo>
                  <a:pt x="589820" y="54645"/>
                </a:lnTo>
                <a:lnTo>
                  <a:pt x="589207" y="53615"/>
                </a:lnTo>
                <a:lnTo>
                  <a:pt x="588561" y="52615"/>
                </a:lnTo>
                <a:lnTo>
                  <a:pt x="587884" y="51647"/>
                </a:lnTo>
                <a:lnTo>
                  <a:pt x="587176" y="50709"/>
                </a:lnTo>
                <a:lnTo>
                  <a:pt x="586436" y="49803"/>
                </a:lnTo>
                <a:lnTo>
                  <a:pt x="585668" y="48931"/>
                </a:lnTo>
                <a:lnTo>
                  <a:pt x="584873" y="48096"/>
                </a:lnTo>
                <a:lnTo>
                  <a:pt x="584051" y="47298"/>
                </a:lnTo>
                <a:lnTo>
                  <a:pt x="583204" y="46538"/>
                </a:lnTo>
                <a:lnTo>
                  <a:pt x="582330" y="45814"/>
                </a:lnTo>
                <a:lnTo>
                  <a:pt x="581429" y="45127"/>
                </a:lnTo>
                <a:lnTo>
                  <a:pt x="580503" y="44478"/>
                </a:lnTo>
                <a:lnTo>
                  <a:pt x="579550" y="43866"/>
                </a:lnTo>
                <a:lnTo>
                  <a:pt x="578570" y="43291"/>
                </a:lnTo>
                <a:lnTo>
                  <a:pt x="577565" y="42752"/>
                </a:lnTo>
                <a:lnTo>
                  <a:pt x="576533" y="42251"/>
                </a:lnTo>
                <a:lnTo>
                  <a:pt x="575474" y="41788"/>
                </a:lnTo>
                <a:lnTo>
                  <a:pt x="574390" y="41361"/>
                </a:lnTo>
                <a:lnTo>
                  <a:pt x="573279" y="40971"/>
                </a:lnTo>
                <a:lnTo>
                  <a:pt x="572141" y="40619"/>
                </a:lnTo>
                <a:lnTo>
                  <a:pt x="570978" y="40303"/>
                </a:lnTo>
                <a:lnTo>
                  <a:pt x="569788" y="40025"/>
                </a:lnTo>
                <a:lnTo>
                  <a:pt x="568571" y="39784"/>
                </a:lnTo>
                <a:lnTo>
                  <a:pt x="567329" y="39580"/>
                </a:lnTo>
                <a:lnTo>
                  <a:pt x="566060" y="39413"/>
                </a:lnTo>
                <a:lnTo>
                  <a:pt x="564764" y="39283"/>
                </a:lnTo>
                <a:lnTo>
                  <a:pt x="563443" y="39190"/>
                </a:lnTo>
                <a:lnTo>
                  <a:pt x="562095" y="39134"/>
                </a:lnTo>
                <a:lnTo>
                  <a:pt x="560720" y="39116"/>
                </a:lnTo>
                <a:lnTo>
                  <a:pt x="559548" y="39126"/>
                </a:lnTo>
                <a:lnTo>
                  <a:pt x="558389" y="39155"/>
                </a:lnTo>
                <a:lnTo>
                  <a:pt x="557243" y="39205"/>
                </a:lnTo>
                <a:lnTo>
                  <a:pt x="556110" y="39274"/>
                </a:lnTo>
                <a:lnTo>
                  <a:pt x="554989" y="39363"/>
                </a:lnTo>
                <a:lnTo>
                  <a:pt x="553882" y="39472"/>
                </a:lnTo>
                <a:lnTo>
                  <a:pt x="552787" y="39601"/>
                </a:lnTo>
                <a:lnTo>
                  <a:pt x="551705" y="39749"/>
                </a:lnTo>
                <a:lnTo>
                  <a:pt x="550636" y="39917"/>
                </a:lnTo>
                <a:lnTo>
                  <a:pt x="549580" y="40106"/>
                </a:lnTo>
                <a:lnTo>
                  <a:pt x="548536" y="40313"/>
                </a:lnTo>
                <a:lnTo>
                  <a:pt x="547506" y="40541"/>
                </a:lnTo>
                <a:lnTo>
                  <a:pt x="546489" y="40789"/>
                </a:lnTo>
                <a:lnTo>
                  <a:pt x="545484" y="41056"/>
                </a:lnTo>
                <a:lnTo>
                  <a:pt x="544492" y="41343"/>
                </a:lnTo>
                <a:lnTo>
                  <a:pt x="543513" y="41650"/>
                </a:lnTo>
                <a:lnTo>
                  <a:pt x="542547" y="41977"/>
                </a:lnTo>
                <a:lnTo>
                  <a:pt x="541594" y="42323"/>
                </a:lnTo>
                <a:lnTo>
                  <a:pt x="540653" y="42689"/>
                </a:lnTo>
                <a:lnTo>
                  <a:pt x="539726" y="43075"/>
                </a:lnTo>
                <a:lnTo>
                  <a:pt x="538811" y="43481"/>
                </a:lnTo>
                <a:lnTo>
                  <a:pt x="537910" y="43907"/>
                </a:lnTo>
                <a:lnTo>
                  <a:pt x="537021" y="44352"/>
                </a:lnTo>
                <a:lnTo>
                  <a:pt x="536145" y="44818"/>
                </a:lnTo>
                <a:lnTo>
                  <a:pt x="535281" y="45296"/>
                </a:lnTo>
                <a:lnTo>
                  <a:pt x="534428" y="45781"/>
                </a:lnTo>
                <a:lnTo>
                  <a:pt x="533587" y="46273"/>
                </a:lnTo>
                <a:lnTo>
                  <a:pt x="532757" y="46772"/>
                </a:lnTo>
                <a:lnTo>
                  <a:pt x="531938" y="47278"/>
                </a:lnTo>
                <a:lnTo>
                  <a:pt x="531131" y="47790"/>
                </a:lnTo>
                <a:lnTo>
                  <a:pt x="530334" y="48309"/>
                </a:lnTo>
                <a:lnTo>
                  <a:pt x="529550" y="48834"/>
                </a:lnTo>
                <a:lnTo>
                  <a:pt x="528776" y="49367"/>
                </a:lnTo>
                <a:lnTo>
                  <a:pt x="528014" y="49906"/>
                </a:lnTo>
                <a:lnTo>
                  <a:pt x="527263" y="50452"/>
                </a:lnTo>
                <a:lnTo>
                  <a:pt x="526523" y="51004"/>
                </a:lnTo>
                <a:lnTo>
                  <a:pt x="525794" y="51564"/>
                </a:lnTo>
                <a:lnTo>
                  <a:pt x="525077" y="52130"/>
                </a:lnTo>
                <a:lnTo>
                  <a:pt x="524371" y="52702"/>
                </a:lnTo>
                <a:lnTo>
                  <a:pt x="523677" y="53282"/>
                </a:lnTo>
                <a:lnTo>
                  <a:pt x="522993" y="53868"/>
                </a:lnTo>
                <a:lnTo>
                  <a:pt x="522321" y="54461"/>
                </a:lnTo>
                <a:lnTo>
                  <a:pt x="521660" y="55061"/>
                </a:lnTo>
                <a:lnTo>
                  <a:pt x="521011" y="55667"/>
                </a:lnTo>
                <a:lnTo>
                  <a:pt x="520373" y="56280"/>
                </a:lnTo>
                <a:lnTo>
                  <a:pt x="519746" y="56900"/>
                </a:lnTo>
                <a:lnTo>
                  <a:pt x="519130" y="57527"/>
                </a:lnTo>
                <a:lnTo>
                  <a:pt x="518526" y="58160"/>
                </a:lnTo>
                <a:lnTo>
                  <a:pt x="518528" y="58171"/>
                </a:lnTo>
                <a:lnTo>
                  <a:pt x="518424" y="57923"/>
                </a:lnTo>
                <a:lnTo>
                  <a:pt x="517911" y="56799"/>
                </a:lnTo>
                <a:lnTo>
                  <a:pt x="517368" y="55707"/>
                </a:lnTo>
                <a:lnTo>
                  <a:pt x="516792" y="54645"/>
                </a:lnTo>
                <a:close/>
                <a:moveTo>
                  <a:pt x="791450" y="77006"/>
                </a:moveTo>
                <a:lnTo>
                  <a:pt x="791863" y="76510"/>
                </a:lnTo>
                <a:lnTo>
                  <a:pt x="792282" y="76021"/>
                </a:lnTo>
                <a:lnTo>
                  <a:pt x="792707" y="75538"/>
                </a:lnTo>
                <a:lnTo>
                  <a:pt x="793138" y="75061"/>
                </a:lnTo>
                <a:lnTo>
                  <a:pt x="793575" y="74591"/>
                </a:lnTo>
                <a:lnTo>
                  <a:pt x="794017" y="74127"/>
                </a:lnTo>
                <a:lnTo>
                  <a:pt x="794465" y="73670"/>
                </a:lnTo>
                <a:lnTo>
                  <a:pt x="794918" y="73219"/>
                </a:lnTo>
                <a:lnTo>
                  <a:pt x="795378" y="72775"/>
                </a:lnTo>
                <a:lnTo>
                  <a:pt x="795843" y="72337"/>
                </a:lnTo>
                <a:lnTo>
                  <a:pt x="796314" y="71905"/>
                </a:lnTo>
                <a:lnTo>
                  <a:pt x="796791" y="71480"/>
                </a:lnTo>
                <a:lnTo>
                  <a:pt x="797273" y="71061"/>
                </a:lnTo>
                <a:lnTo>
                  <a:pt x="797761" y="70649"/>
                </a:lnTo>
                <a:lnTo>
                  <a:pt x="798255" y="70243"/>
                </a:lnTo>
                <a:lnTo>
                  <a:pt x="798755" y="69844"/>
                </a:lnTo>
                <a:lnTo>
                  <a:pt x="799260" y="69451"/>
                </a:lnTo>
                <a:lnTo>
                  <a:pt x="799771" y="69065"/>
                </a:lnTo>
                <a:lnTo>
                  <a:pt x="800288" y="68684"/>
                </a:lnTo>
                <a:lnTo>
                  <a:pt x="800811" y="68311"/>
                </a:lnTo>
                <a:lnTo>
                  <a:pt x="801339" y="67944"/>
                </a:lnTo>
                <a:lnTo>
                  <a:pt x="801873" y="67583"/>
                </a:lnTo>
                <a:lnTo>
                  <a:pt x="802414" y="67233"/>
                </a:lnTo>
                <a:lnTo>
                  <a:pt x="802965" y="66897"/>
                </a:lnTo>
                <a:lnTo>
                  <a:pt x="803524" y="66577"/>
                </a:lnTo>
                <a:lnTo>
                  <a:pt x="804092" y="66272"/>
                </a:lnTo>
                <a:lnTo>
                  <a:pt x="804669" y="65981"/>
                </a:lnTo>
                <a:lnTo>
                  <a:pt x="805255" y="65706"/>
                </a:lnTo>
                <a:lnTo>
                  <a:pt x="805850" y="65445"/>
                </a:lnTo>
                <a:lnTo>
                  <a:pt x="806453" y="65199"/>
                </a:lnTo>
                <a:lnTo>
                  <a:pt x="807066" y="64968"/>
                </a:lnTo>
                <a:lnTo>
                  <a:pt x="807688" y="64752"/>
                </a:lnTo>
                <a:lnTo>
                  <a:pt x="808318" y="64551"/>
                </a:lnTo>
                <a:lnTo>
                  <a:pt x="808958" y="64365"/>
                </a:lnTo>
                <a:lnTo>
                  <a:pt x="809606" y="64193"/>
                </a:lnTo>
                <a:lnTo>
                  <a:pt x="810263" y="64037"/>
                </a:lnTo>
                <a:lnTo>
                  <a:pt x="810929" y="63895"/>
                </a:lnTo>
                <a:lnTo>
                  <a:pt x="811604" y="63769"/>
                </a:lnTo>
                <a:lnTo>
                  <a:pt x="812288" y="63657"/>
                </a:lnTo>
                <a:lnTo>
                  <a:pt x="812981" y="63560"/>
                </a:lnTo>
                <a:lnTo>
                  <a:pt x="813683" y="63478"/>
                </a:lnTo>
                <a:lnTo>
                  <a:pt x="814394" y="63411"/>
                </a:lnTo>
                <a:lnTo>
                  <a:pt x="815113" y="63359"/>
                </a:lnTo>
                <a:lnTo>
                  <a:pt x="815842" y="63322"/>
                </a:lnTo>
                <a:lnTo>
                  <a:pt x="816579" y="63300"/>
                </a:lnTo>
                <a:lnTo>
                  <a:pt x="817325" y="63292"/>
                </a:lnTo>
                <a:lnTo>
                  <a:pt x="817825" y="63297"/>
                </a:lnTo>
                <a:lnTo>
                  <a:pt x="818316" y="63310"/>
                </a:lnTo>
                <a:lnTo>
                  <a:pt x="818800" y="63332"/>
                </a:lnTo>
                <a:lnTo>
                  <a:pt x="819275" y="63363"/>
                </a:lnTo>
                <a:lnTo>
                  <a:pt x="819742" y="63403"/>
                </a:lnTo>
                <a:lnTo>
                  <a:pt x="820201" y="63452"/>
                </a:lnTo>
                <a:lnTo>
                  <a:pt x="820652" y="63509"/>
                </a:lnTo>
                <a:lnTo>
                  <a:pt x="821095" y="63576"/>
                </a:lnTo>
                <a:lnTo>
                  <a:pt x="821530" y="63651"/>
                </a:lnTo>
                <a:lnTo>
                  <a:pt x="821956" y="63735"/>
                </a:lnTo>
                <a:lnTo>
                  <a:pt x="822375" y="63828"/>
                </a:lnTo>
                <a:lnTo>
                  <a:pt x="822785" y="63930"/>
                </a:lnTo>
                <a:lnTo>
                  <a:pt x="823187" y="64041"/>
                </a:lnTo>
                <a:lnTo>
                  <a:pt x="823581" y="64160"/>
                </a:lnTo>
                <a:lnTo>
                  <a:pt x="823967" y="64289"/>
                </a:lnTo>
                <a:lnTo>
                  <a:pt x="824345" y="64426"/>
                </a:lnTo>
                <a:lnTo>
                  <a:pt x="824715" y="64572"/>
                </a:lnTo>
                <a:lnTo>
                  <a:pt x="825076" y="64727"/>
                </a:lnTo>
                <a:lnTo>
                  <a:pt x="825430" y="64891"/>
                </a:lnTo>
                <a:lnTo>
                  <a:pt x="825775" y="65064"/>
                </a:lnTo>
                <a:lnTo>
                  <a:pt x="826113" y="65246"/>
                </a:lnTo>
                <a:lnTo>
                  <a:pt x="826442" y="65436"/>
                </a:lnTo>
                <a:lnTo>
                  <a:pt x="826763" y="65636"/>
                </a:lnTo>
                <a:lnTo>
                  <a:pt x="827076" y="65844"/>
                </a:lnTo>
                <a:lnTo>
                  <a:pt x="827381" y="66060"/>
                </a:lnTo>
                <a:lnTo>
                  <a:pt x="827680" y="66283"/>
                </a:lnTo>
                <a:lnTo>
                  <a:pt x="827971" y="66514"/>
                </a:lnTo>
                <a:lnTo>
                  <a:pt x="828256" y="66752"/>
                </a:lnTo>
                <a:lnTo>
                  <a:pt x="828533" y="66997"/>
                </a:lnTo>
                <a:lnTo>
                  <a:pt x="828804" y="67250"/>
                </a:lnTo>
                <a:lnTo>
                  <a:pt x="829068" y="67510"/>
                </a:lnTo>
                <a:lnTo>
                  <a:pt x="829325" y="67776"/>
                </a:lnTo>
                <a:lnTo>
                  <a:pt x="829575" y="68051"/>
                </a:lnTo>
                <a:lnTo>
                  <a:pt x="829818" y="68332"/>
                </a:lnTo>
                <a:lnTo>
                  <a:pt x="830054" y="68621"/>
                </a:lnTo>
                <a:lnTo>
                  <a:pt x="830283" y="68917"/>
                </a:lnTo>
                <a:lnTo>
                  <a:pt x="830505" y="69220"/>
                </a:lnTo>
                <a:lnTo>
                  <a:pt x="830721" y="69530"/>
                </a:lnTo>
                <a:lnTo>
                  <a:pt x="830929" y="69848"/>
                </a:lnTo>
                <a:lnTo>
                  <a:pt x="831130" y="70172"/>
                </a:lnTo>
                <a:lnTo>
                  <a:pt x="831325" y="70505"/>
                </a:lnTo>
                <a:lnTo>
                  <a:pt x="831513" y="70844"/>
                </a:lnTo>
                <a:lnTo>
                  <a:pt x="831693" y="71190"/>
                </a:lnTo>
                <a:lnTo>
                  <a:pt x="831867" y="71544"/>
                </a:lnTo>
                <a:lnTo>
                  <a:pt x="832034" y="71905"/>
                </a:lnTo>
                <a:lnTo>
                  <a:pt x="832194" y="72274"/>
                </a:lnTo>
                <a:lnTo>
                  <a:pt x="832347" y="72649"/>
                </a:lnTo>
                <a:lnTo>
                  <a:pt x="832493" y="73032"/>
                </a:lnTo>
                <a:lnTo>
                  <a:pt x="832632" y="73421"/>
                </a:lnTo>
                <a:lnTo>
                  <a:pt x="832766" y="73815"/>
                </a:lnTo>
                <a:lnTo>
                  <a:pt x="832894" y="74215"/>
                </a:lnTo>
                <a:lnTo>
                  <a:pt x="833015" y="74619"/>
                </a:lnTo>
                <a:lnTo>
                  <a:pt x="833131" y="75029"/>
                </a:lnTo>
                <a:lnTo>
                  <a:pt x="833241" y="75444"/>
                </a:lnTo>
                <a:lnTo>
                  <a:pt x="833345" y="75865"/>
                </a:lnTo>
                <a:lnTo>
                  <a:pt x="833443" y="76291"/>
                </a:lnTo>
                <a:lnTo>
                  <a:pt x="833535" y="76722"/>
                </a:lnTo>
                <a:lnTo>
                  <a:pt x="833621" y="77158"/>
                </a:lnTo>
                <a:lnTo>
                  <a:pt x="833701" y="77599"/>
                </a:lnTo>
                <a:lnTo>
                  <a:pt x="833776" y="78046"/>
                </a:lnTo>
                <a:lnTo>
                  <a:pt x="833844" y="78498"/>
                </a:lnTo>
                <a:lnTo>
                  <a:pt x="833906" y="78955"/>
                </a:lnTo>
                <a:lnTo>
                  <a:pt x="833963" y="79418"/>
                </a:lnTo>
                <a:lnTo>
                  <a:pt x="834013" y="79885"/>
                </a:lnTo>
                <a:lnTo>
                  <a:pt x="834058" y="80358"/>
                </a:lnTo>
                <a:lnTo>
                  <a:pt x="834096" y="80836"/>
                </a:lnTo>
                <a:lnTo>
                  <a:pt x="834129" y="81320"/>
                </a:lnTo>
                <a:lnTo>
                  <a:pt x="834156" y="81808"/>
                </a:lnTo>
                <a:lnTo>
                  <a:pt x="834176" y="82302"/>
                </a:lnTo>
                <a:lnTo>
                  <a:pt x="834191" y="82802"/>
                </a:lnTo>
                <a:lnTo>
                  <a:pt x="834200" y="83306"/>
                </a:lnTo>
                <a:lnTo>
                  <a:pt x="834203" y="83816"/>
                </a:lnTo>
                <a:lnTo>
                  <a:pt x="834203" y="153498"/>
                </a:lnTo>
                <a:lnTo>
                  <a:pt x="864196" y="153498"/>
                </a:lnTo>
                <a:lnTo>
                  <a:pt x="864196" y="80131"/>
                </a:lnTo>
                <a:lnTo>
                  <a:pt x="864179" y="78472"/>
                </a:lnTo>
                <a:lnTo>
                  <a:pt x="864131" y="76847"/>
                </a:lnTo>
                <a:lnTo>
                  <a:pt x="864050" y="75256"/>
                </a:lnTo>
                <a:lnTo>
                  <a:pt x="863936" y="73698"/>
                </a:lnTo>
                <a:lnTo>
                  <a:pt x="863790" y="72173"/>
                </a:lnTo>
                <a:lnTo>
                  <a:pt x="863611" y="70682"/>
                </a:lnTo>
                <a:lnTo>
                  <a:pt x="863400" y="69225"/>
                </a:lnTo>
                <a:lnTo>
                  <a:pt x="863157" y="67801"/>
                </a:lnTo>
                <a:lnTo>
                  <a:pt x="862881" y="66410"/>
                </a:lnTo>
                <a:lnTo>
                  <a:pt x="862572" y="65053"/>
                </a:lnTo>
                <a:lnTo>
                  <a:pt x="862231" y="63729"/>
                </a:lnTo>
                <a:lnTo>
                  <a:pt x="861858" y="62439"/>
                </a:lnTo>
                <a:lnTo>
                  <a:pt x="861452" y="61183"/>
                </a:lnTo>
                <a:lnTo>
                  <a:pt x="861014" y="59960"/>
                </a:lnTo>
                <a:lnTo>
                  <a:pt x="860543" y="58770"/>
                </a:lnTo>
                <a:lnTo>
                  <a:pt x="860040" y="57614"/>
                </a:lnTo>
                <a:lnTo>
                  <a:pt x="859504" y="56492"/>
                </a:lnTo>
                <a:lnTo>
                  <a:pt x="858936" y="55403"/>
                </a:lnTo>
                <a:lnTo>
                  <a:pt x="858335" y="54347"/>
                </a:lnTo>
                <a:lnTo>
                  <a:pt x="857702" y="53325"/>
                </a:lnTo>
                <a:lnTo>
                  <a:pt x="857036" y="52336"/>
                </a:lnTo>
                <a:lnTo>
                  <a:pt x="856338" y="51381"/>
                </a:lnTo>
                <a:lnTo>
                  <a:pt x="855607" y="50460"/>
                </a:lnTo>
                <a:lnTo>
                  <a:pt x="854844" y="49572"/>
                </a:lnTo>
                <a:lnTo>
                  <a:pt x="854052" y="48718"/>
                </a:lnTo>
                <a:lnTo>
                  <a:pt x="853233" y="47902"/>
                </a:lnTo>
                <a:lnTo>
                  <a:pt x="852387" y="47121"/>
                </a:lnTo>
                <a:lnTo>
                  <a:pt x="851515" y="46377"/>
                </a:lnTo>
                <a:lnTo>
                  <a:pt x="850616" y="45669"/>
                </a:lnTo>
                <a:lnTo>
                  <a:pt x="849691" y="44997"/>
                </a:lnTo>
                <a:lnTo>
                  <a:pt x="848739" y="44362"/>
                </a:lnTo>
                <a:lnTo>
                  <a:pt x="847761" y="43763"/>
                </a:lnTo>
                <a:lnTo>
                  <a:pt x="846756" y="43200"/>
                </a:lnTo>
                <a:lnTo>
                  <a:pt x="845725" y="42674"/>
                </a:lnTo>
                <a:lnTo>
                  <a:pt x="844667" y="42183"/>
                </a:lnTo>
                <a:lnTo>
                  <a:pt x="843583" y="41730"/>
                </a:lnTo>
                <a:lnTo>
                  <a:pt x="842472" y="41312"/>
                </a:lnTo>
                <a:lnTo>
                  <a:pt x="841335" y="40931"/>
                </a:lnTo>
                <a:lnTo>
                  <a:pt x="840171" y="40586"/>
                </a:lnTo>
                <a:lnTo>
                  <a:pt x="838980" y="40277"/>
                </a:lnTo>
                <a:lnTo>
                  <a:pt x="837763" y="40005"/>
                </a:lnTo>
                <a:lnTo>
                  <a:pt x="836520" y="39769"/>
                </a:lnTo>
                <a:lnTo>
                  <a:pt x="835250" y="39569"/>
                </a:lnTo>
                <a:lnTo>
                  <a:pt x="833953" y="39406"/>
                </a:lnTo>
                <a:lnTo>
                  <a:pt x="832630" y="39279"/>
                </a:lnTo>
                <a:lnTo>
                  <a:pt x="831280" y="39188"/>
                </a:lnTo>
                <a:lnTo>
                  <a:pt x="829904" y="39134"/>
                </a:lnTo>
                <a:lnTo>
                  <a:pt x="828501" y="39116"/>
                </a:lnTo>
                <a:lnTo>
                  <a:pt x="827294" y="39125"/>
                </a:lnTo>
                <a:lnTo>
                  <a:pt x="826106" y="39154"/>
                </a:lnTo>
                <a:lnTo>
                  <a:pt x="824937" y="39202"/>
                </a:lnTo>
                <a:lnTo>
                  <a:pt x="823788" y="39269"/>
                </a:lnTo>
                <a:lnTo>
                  <a:pt x="822657" y="39356"/>
                </a:lnTo>
                <a:lnTo>
                  <a:pt x="821545" y="39461"/>
                </a:lnTo>
                <a:lnTo>
                  <a:pt x="820452" y="39586"/>
                </a:lnTo>
                <a:lnTo>
                  <a:pt x="819378" y="39730"/>
                </a:lnTo>
                <a:lnTo>
                  <a:pt x="818323" y="39893"/>
                </a:lnTo>
                <a:lnTo>
                  <a:pt x="817287" y="40076"/>
                </a:lnTo>
                <a:lnTo>
                  <a:pt x="816270" y="40278"/>
                </a:lnTo>
                <a:lnTo>
                  <a:pt x="815273" y="40498"/>
                </a:lnTo>
                <a:lnTo>
                  <a:pt x="814294" y="40738"/>
                </a:lnTo>
                <a:lnTo>
                  <a:pt x="813334" y="40998"/>
                </a:lnTo>
                <a:lnTo>
                  <a:pt x="812393" y="41276"/>
                </a:lnTo>
                <a:lnTo>
                  <a:pt x="811471" y="41574"/>
                </a:lnTo>
                <a:lnTo>
                  <a:pt x="810568" y="41891"/>
                </a:lnTo>
                <a:lnTo>
                  <a:pt x="809685" y="42227"/>
                </a:lnTo>
                <a:lnTo>
                  <a:pt x="808820" y="42582"/>
                </a:lnTo>
                <a:lnTo>
                  <a:pt x="807974" y="42957"/>
                </a:lnTo>
                <a:lnTo>
                  <a:pt x="807147" y="43350"/>
                </a:lnTo>
                <a:lnTo>
                  <a:pt x="806339" y="43763"/>
                </a:lnTo>
                <a:lnTo>
                  <a:pt x="805551" y="44195"/>
                </a:lnTo>
                <a:lnTo>
                  <a:pt x="804781" y="44647"/>
                </a:lnTo>
                <a:lnTo>
                  <a:pt x="804027" y="45110"/>
                </a:lnTo>
                <a:lnTo>
                  <a:pt x="803285" y="45580"/>
                </a:lnTo>
                <a:lnTo>
                  <a:pt x="802555" y="46055"/>
                </a:lnTo>
                <a:lnTo>
                  <a:pt x="801838" y="46536"/>
                </a:lnTo>
                <a:lnTo>
                  <a:pt x="801133" y="47023"/>
                </a:lnTo>
                <a:lnTo>
                  <a:pt x="800440" y="47515"/>
                </a:lnTo>
                <a:lnTo>
                  <a:pt x="799760" y="48014"/>
                </a:lnTo>
                <a:lnTo>
                  <a:pt x="799092" y="48518"/>
                </a:lnTo>
                <a:lnTo>
                  <a:pt x="798436" y="49027"/>
                </a:lnTo>
                <a:lnTo>
                  <a:pt x="797792" y="49543"/>
                </a:lnTo>
                <a:lnTo>
                  <a:pt x="797161" y="50064"/>
                </a:lnTo>
                <a:lnTo>
                  <a:pt x="796542" y="50591"/>
                </a:lnTo>
                <a:lnTo>
                  <a:pt x="795935" y="51124"/>
                </a:lnTo>
                <a:lnTo>
                  <a:pt x="795340" y="51662"/>
                </a:lnTo>
                <a:lnTo>
                  <a:pt x="794758" y="52206"/>
                </a:lnTo>
                <a:lnTo>
                  <a:pt x="794188" y="52756"/>
                </a:lnTo>
                <a:lnTo>
                  <a:pt x="793630" y="53312"/>
                </a:lnTo>
                <a:lnTo>
                  <a:pt x="793085" y="53873"/>
                </a:lnTo>
                <a:lnTo>
                  <a:pt x="792552" y="54440"/>
                </a:lnTo>
                <a:lnTo>
                  <a:pt x="792031" y="55013"/>
                </a:lnTo>
                <a:lnTo>
                  <a:pt x="791522" y="55592"/>
                </a:lnTo>
                <a:lnTo>
                  <a:pt x="791026" y="56176"/>
                </a:lnTo>
                <a:lnTo>
                  <a:pt x="790542" y="56766"/>
                </a:lnTo>
                <a:lnTo>
                  <a:pt x="790070" y="57362"/>
                </a:lnTo>
                <a:lnTo>
                  <a:pt x="789500" y="40826"/>
                </a:lnTo>
                <a:lnTo>
                  <a:pt x="760419" y="40826"/>
                </a:lnTo>
                <a:lnTo>
                  <a:pt x="760419" y="153498"/>
                </a:lnTo>
                <a:lnTo>
                  <a:pt x="790640" y="153498"/>
                </a:lnTo>
                <a:lnTo>
                  <a:pt x="790640" y="78017"/>
                </a:lnTo>
                <a:lnTo>
                  <a:pt x="791042" y="77509"/>
                </a:lnTo>
                <a:lnTo>
                  <a:pt x="791450" y="77006"/>
                </a:lnTo>
                <a:close/>
                <a:moveTo>
                  <a:pt x="685352" y="155362"/>
                </a:moveTo>
                <a:lnTo>
                  <a:pt x="686543" y="155279"/>
                </a:lnTo>
                <a:lnTo>
                  <a:pt x="687721" y="155182"/>
                </a:lnTo>
                <a:lnTo>
                  <a:pt x="688886" y="155069"/>
                </a:lnTo>
                <a:lnTo>
                  <a:pt x="690037" y="154941"/>
                </a:lnTo>
                <a:lnTo>
                  <a:pt x="691175" y="154798"/>
                </a:lnTo>
                <a:lnTo>
                  <a:pt x="692299" y="154640"/>
                </a:lnTo>
                <a:lnTo>
                  <a:pt x="693411" y="154467"/>
                </a:lnTo>
                <a:lnTo>
                  <a:pt x="694509" y="154279"/>
                </a:lnTo>
                <a:lnTo>
                  <a:pt x="695594" y="154076"/>
                </a:lnTo>
                <a:lnTo>
                  <a:pt x="696665" y="153857"/>
                </a:lnTo>
                <a:lnTo>
                  <a:pt x="697724" y="153624"/>
                </a:lnTo>
                <a:lnTo>
                  <a:pt x="698769" y="153376"/>
                </a:lnTo>
                <a:lnTo>
                  <a:pt x="699800" y="153113"/>
                </a:lnTo>
                <a:lnTo>
                  <a:pt x="700819" y="152834"/>
                </a:lnTo>
                <a:lnTo>
                  <a:pt x="701824" y="152541"/>
                </a:lnTo>
                <a:lnTo>
                  <a:pt x="702816" y="152232"/>
                </a:lnTo>
                <a:lnTo>
                  <a:pt x="703795" y="151909"/>
                </a:lnTo>
                <a:lnTo>
                  <a:pt x="704760" y="151570"/>
                </a:lnTo>
                <a:lnTo>
                  <a:pt x="705713" y="151217"/>
                </a:lnTo>
                <a:lnTo>
                  <a:pt x="706650" y="150848"/>
                </a:lnTo>
                <a:lnTo>
                  <a:pt x="707571" y="150464"/>
                </a:lnTo>
                <a:lnTo>
                  <a:pt x="708475" y="150064"/>
                </a:lnTo>
                <a:lnTo>
                  <a:pt x="709362" y="149649"/>
                </a:lnTo>
                <a:lnTo>
                  <a:pt x="710233" y="149218"/>
                </a:lnTo>
                <a:lnTo>
                  <a:pt x="711087" y="148772"/>
                </a:lnTo>
                <a:lnTo>
                  <a:pt x="711924" y="148311"/>
                </a:lnTo>
                <a:lnTo>
                  <a:pt x="712745" y="147834"/>
                </a:lnTo>
                <a:lnTo>
                  <a:pt x="713549" y="147341"/>
                </a:lnTo>
                <a:lnTo>
                  <a:pt x="714337" y="146833"/>
                </a:lnTo>
                <a:lnTo>
                  <a:pt x="715108" y="146310"/>
                </a:lnTo>
                <a:lnTo>
                  <a:pt x="715862" y="145771"/>
                </a:lnTo>
                <a:lnTo>
                  <a:pt x="716600" y="145217"/>
                </a:lnTo>
                <a:lnTo>
                  <a:pt x="717321" y="144648"/>
                </a:lnTo>
                <a:lnTo>
                  <a:pt x="718025" y="144063"/>
                </a:lnTo>
                <a:lnTo>
                  <a:pt x="718713" y="143462"/>
                </a:lnTo>
                <a:lnTo>
                  <a:pt x="719384" y="142846"/>
                </a:lnTo>
                <a:lnTo>
                  <a:pt x="720039" y="142215"/>
                </a:lnTo>
                <a:lnTo>
                  <a:pt x="720677" y="141568"/>
                </a:lnTo>
                <a:lnTo>
                  <a:pt x="721298" y="140906"/>
                </a:lnTo>
                <a:lnTo>
                  <a:pt x="721903" y="140228"/>
                </a:lnTo>
                <a:lnTo>
                  <a:pt x="722491" y="139535"/>
                </a:lnTo>
                <a:lnTo>
                  <a:pt x="723062" y="138826"/>
                </a:lnTo>
                <a:lnTo>
                  <a:pt x="723617" y="138102"/>
                </a:lnTo>
                <a:lnTo>
                  <a:pt x="724153" y="137363"/>
                </a:lnTo>
                <a:lnTo>
                  <a:pt x="724668" y="136608"/>
                </a:lnTo>
                <a:lnTo>
                  <a:pt x="725163" y="135838"/>
                </a:lnTo>
                <a:lnTo>
                  <a:pt x="725636" y="135053"/>
                </a:lnTo>
                <a:lnTo>
                  <a:pt x="726089" y="134253"/>
                </a:lnTo>
                <a:lnTo>
                  <a:pt x="726521" y="133437"/>
                </a:lnTo>
                <a:lnTo>
                  <a:pt x="726933" y="132606"/>
                </a:lnTo>
                <a:lnTo>
                  <a:pt x="727323" y="131760"/>
                </a:lnTo>
                <a:lnTo>
                  <a:pt x="727693" y="130899"/>
                </a:lnTo>
                <a:lnTo>
                  <a:pt x="728042" y="130022"/>
                </a:lnTo>
                <a:lnTo>
                  <a:pt x="728370" y="129131"/>
                </a:lnTo>
                <a:lnTo>
                  <a:pt x="728677" y="128223"/>
                </a:lnTo>
                <a:lnTo>
                  <a:pt x="728964" y="127301"/>
                </a:lnTo>
                <a:lnTo>
                  <a:pt x="729230" y="126364"/>
                </a:lnTo>
                <a:lnTo>
                  <a:pt x="729475" y="125411"/>
                </a:lnTo>
                <a:lnTo>
                  <a:pt x="729699" y="124443"/>
                </a:lnTo>
                <a:lnTo>
                  <a:pt x="729903" y="123459"/>
                </a:lnTo>
                <a:lnTo>
                  <a:pt x="730085" y="122461"/>
                </a:lnTo>
                <a:lnTo>
                  <a:pt x="730247" y="121447"/>
                </a:lnTo>
                <a:lnTo>
                  <a:pt x="730388" y="120418"/>
                </a:lnTo>
                <a:lnTo>
                  <a:pt x="730508" y="119374"/>
                </a:lnTo>
                <a:lnTo>
                  <a:pt x="730608" y="118314"/>
                </a:lnTo>
                <a:lnTo>
                  <a:pt x="730687" y="117240"/>
                </a:lnTo>
                <a:lnTo>
                  <a:pt x="730744" y="116150"/>
                </a:lnTo>
                <a:lnTo>
                  <a:pt x="700980" y="116150"/>
                </a:lnTo>
                <a:lnTo>
                  <a:pt x="700960" y="116867"/>
                </a:lnTo>
                <a:lnTo>
                  <a:pt x="700921" y="117569"/>
                </a:lnTo>
                <a:lnTo>
                  <a:pt x="700861" y="118256"/>
                </a:lnTo>
                <a:lnTo>
                  <a:pt x="700780" y="118929"/>
                </a:lnTo>
                <a:lnTo>
                  <a:pt x="700680" y="119586"/>
                </a:lnTo>
                <a:lnTo>
                  <a:pt x="700560" y="120229"/>
                </a:lnTo>
                <a:lnTo>
                  <a:pt x="700419" y="120857"/>
                </a:lnTo>
                <a:lnTo>
                  <a:pt x="700258" y="121470"/>
                </a:lnTo>
                <a:lnTo>
                  <a:pt x="700077" y="122068"/>
                </a:lnTo>
                <a:lnTo>
                  <a:pt x="699875" y="122651"/>
                </a:lnTo>
                <a:lnTo>
                  <a:pt x="699654" y="123219"/>
                </a:lnTo>
                <a:lnTo>
                  <a:pt x="699412" y="123772"/>
                </a:lnTo>
                <a:lnTo>
                  <a:pt x="699150" y="124311"/>
                </a:lnTo>
                <a:lnTo>
                  <a:pt x="698868" y="124834"/>
                </a:lnTo>
                <a:lnTo>
                  <a:pt x="698566" y="125343"/>
                </a:lnTo>
                <a:lnTo>
                  <a:pt x="698243" y="125837"/>
                </a:lnTo>
                <a:lnTo>
                  <a:pt x="697900" y="126315"/>
                </a:lnTo>
                <a:lnTo>
                  <a:pt x="697537" y="126779"/>
                </a:lnTo>
                <a:lnTo>
                  <a:pt x="697154" y="127228"/>
                </a:lnTo>
                <a:lnTo>
                  <a:pt x="696751" y="127662"/>
                </a:lnTo>
                <a:lnTo>
                  <a:pt x="696328" y="128082"/>
                </a:lnTo>
                <a:lnTo>
                  <a:pt x="695884" y="128486"/>
                </a:lnTo>
                <a:lnTo>
                  <a:pt x="695420" y="128875"/>
                </a:lnTo>
                <a:lnTo>
                  <a:pt x="694936" y="129250"/>
                </a:lnTo>
                <a:lnTo>
                  <a:pt x="694435" y="129609"/>
                </a:lnTo>
                <a:lnTo>
                  <a:pt x="693921" y="129953"/>
                </a:lnTo>
                <a:lnTo>
                  <a:pt x="693393" y="130282"/>
                </a:lnTo>
                <a:lnTo>
                  <a:pt x="692852" y="130596"/>
                </a:lnTo>
                <a:lnTo>
                  <a:pt x="692297" y="130894"/>
                </a:lnTo>
                <a:lnTo>
                  <a:pt x="691729" y="131177"/>
                </a:lnTo>
                <a:lnTo>
                  <a:pt x="691147" y="131445"/>
                </a:lnTo>
                <a:lnTo>
                  <a:pt x="690552" y="131697"/>
                </a:lnTo>
                <a:lnTo>
                  <a:pt x="689943" y="131934"/>
                </a:lnTo>
                <a:lnTo>
                  <a:pt x="689321" y="132156"/>
                </a:lnTo>
                <a:lnTo>
                  <a:pt x="688686" y="132362"/>
                </a:lnTo>
                <a:lnTo>
                  <a:pt x="688037" y="132553"/>
                </a:lnTo>
                <a:lnTo>
                  <a:pt x="687374" y="132729"/>
                </a:lnTo>
                <a:lnTo>
                  <a:pt x="686698" y="132890"/>
                </a:lnTo>
                <a:lnTo>
                  <a:pt x="686009" y="133035"/>
                </a:lnTo>
                <a:lnTo>
                  <a:pt x="685306" y="133165"/>
                </a:lnTo>
                <a:lnTo>
                  <a:pt x="684590" y="133280"/>
                </a:lnTo>
                <a:lnTo>
                  <a:pt x="683860" y="133379"/>
                </a:lnTo>
                <a:lnTo>
                  <a:pt x="683117" y="133463"/>
                </a:lnTo>
                <a:lnTo>
                  <a:pt x="682360" y="133532"/>
                </a:lnTo>
                <a:lnTo>
                  <a:pt x="681590" y="133586"/>
                </a:lnTo>
                <a:lnTo>
                  <a:pt x="680806" y="133624"/>
                </a:lnTo>
                <a:lnTo>
                  <a:pt x="680009" y="133647"/>
                </a:lnTo>
                <a:lnTo>
                  <a:pt x="679198" y="133655"/>
                </a:lnTo>
                <a:lnTo>
                  <a:pt x="678416" y="133647"/>
                </a:lnTo>
                <a:lnTo>
                  <a:pt x="677646" y="133625"/>
                </a:lnTo>
                <a:lnTo>
                  <a:pt x="676889" y="133588"/>
                </a:lnTo>
                <a:lnTo>
                  <a:pt x="676145" y="133536"/>
                </a:lnTo>
                <a:lnTo>
                  <a:pt x="675413" y="133470"/>
                </a:lnTo>
                <a:lnTo>
                  <a:pt x="674694" y="133389"/>
                </a:lnTo>
                <a:lnTo>
                  <a:pt x="673987" y="133293"/>
                </a:lnTo>
                <a:lnTo>
                  <a:pt x="673294" y="133182"/>
                </a:lnTo>
                <a:lnTo>
                  <a:pt x="672613" y="133056"/>
                </a:lnTo>
                <a:lnTo>
                  <a:pt x="671944" y="132916"/>
                </a:lnTo>
                <a:lnTo>
                  <a:pt x="671289" y="132761"/>
                </a:lnTo>
                <a:lnTo>
                  <a:pt x="670645" y="132591"/>
                </a:lnTo>
                <a:lnTo>
                  <a:pt x="670015" y="132406"/>
                </a:lnTo>
                <a:lnTo>
                  <a:pt x="669397" y="132207"/>
                </a:lnTo>
                <a:lnTo>
                  <a:pt x="668792" y="131992"/>
                </a:lnTo>
                <a:lnTo>
                  <a:pt x="668200" y="131763"/>
                </a:lnTo>
                <a:lnTo>
                  <a:pt x="667620" y="131520"/>
                </a:lnTo>
                <a:lnTo>
                  <a:pt x="667053" y="131261"/>
                </a:lnTo>
                <a:lnTo>
                  <a:pt x="666499" y="130988"/>
                </a:lnTo>
                <a:lnTo>
                  <a:pt x="665957" y="130700"/>
                </a:lnTo>
                <a:lnTo>
                  <a:pt x="665428" y="130397"/>
                </a:lnTo>
                <a:lnTo>
                  <a:pt x="664912" y="130079"/>
                </a:lnTo>
                <a:lnTo>
                  <a:pt x="664408" y="129747"/>
                </a:lnTo>
                <a:lnTo>
                  <a:pt x="663917" y="129400"/>
                </a:lnTo>
                <a:lnTo>
                  <a:pt x="663438" y="129040"/>
                </a:lnTo>
                <a:lnTo>
                  <a:pt x="662970" y="128671"/>
                </a:lnTo>
                <a:lnTo>
                  <a:pt x="662512" y="128292"/>
                </a:lnTo>
                <a:lnTo>
                  <a:pt x="662066" y="127904"/>
                </a:lnTo>
                <a:lnTo>
                  <a:pt x="661630" y="127506"/>
                </a:lnTo>
                <a:lnTo>
                  <a:pt x="661205" y="127099"/>
                </a:lnTo>
                <a:lnTo>
                  <a:pt x="660791" y="126682"/>
                </a:lnTo>
                <a:lnTo>
                  <a:pt x="660388" y="126256"/>
                </a:lnTo>
                <a:lnTo>
                  <a:pt x="659996" y="125820"/>
                </a:lnTo>
                <a:lnTo>
                  <a:pt x="659615" y="125375"/>
                </a:lnTo>
                <a:lnTo>
                  <a:pt x="659245" y="124920"/>
                </a:lnTo>
                <a:lnTo>
                  <a:pt x="658885" y="124456"/>
                </a:lnTo>
                <a:lnTo>
                  <a:pt x="658537" y="123982"/>
                </a:lnTo>
                <a:lnTo>
                  <a:pt x="658199" y="123499"/>
                </a:lnTo>
                <a:lnTo>
                  <a:pt x="657872" y="123006"/>
                </a:lnTo>
                <a:lnTo>
                  <a:pt x="657556" y="122503"/>
                </a:lnTo>
                <a:lnTo>
                  <a:pt x="657251" y="121991"/>
                </a:lnTo>
                <a:lnTo>
                  <a:pt x="656957" y="121470"/>
                </a:lnTo>
                <a:lnTo>
                  <a:pt x="656674" y="120939"/>
                </a:lnTo>
                <a:lnTo>
                  <a:pt x="656402" y="120399"/>
                </a:lnTo>
                <a:lnTo>
                  <a:pt x="656140" y="119849"/>
                </a:lnTo>
                <a:lnTo>
                  <a:pt x="655890" y="119289"/>
                </a:lnTo>
                <a:lnTo>
                  <a:pt x="655650" y="118720"/>
                </a:lnTo>
                <a:lnTo>
                  <a:pt x="655421" y="118142"/>
                </a:lnTo>
                <a:lnTo>
                  <a:pt x="655202" y="117557"/>
                </a:lnTo>
                <a:lnTo>
                  <a:pt x="654992" y="116968"/>
                </a:lnTo>
                <a:lnTo>
                  <a:pt x="654789" y="116375"/>
                </a:lnTo>
                <a:lnTo>
                  <a:pt x="654596" y="115779"/>
                </a:lnTo>
                <a:lnTo>
                  <a:pt x="654411" y="115180"/>
                </a:lnTo>
                <a:lnTo>
                  <a:pt x="654234" y="114576"/>
                </a:lnTo>
                <a:lnTo>
                  <a:pt x="654066" y="113969"/>
                </a:lnTo>
                <a:lnTo>
                  <a:pt x="653907" y="113359"/>
                </a:lnTo>
                <a:lnTo>
                  <a:pt x="653756" y="112744"/>
                </a:lnTo>
                <a:lnTo>
                  <a:pt x="653614" y="112126"/>
                </a:lnTo>
                <a:lnTo>
                  <a:pt x="653480" y="111505"/>
                </a:lnTo>
                <a:lnTo>
                  <a:pt x="653354" y="110880"/>
                </a:lnTo>
                <a:lnTo>
                  <a:pt x="653237" y="110251"/>
                </a:lnTo>
                <a:lnTo>
                  <a:pt x="653129" y="109618"/>
                </a:lnTo>
                <a:lnTo>
                  <a:pt x="653029" y="108982"/>
                </a:lnTo>
                <a:lnTo>
                  <a:pt x="652938" y="108342"/>
                </a:lnTo>
                <a:lnTo>
                  <a:pt x="652855" y="107699"/>
                </a:lnTo>
                <a:lnTo>
                  <a:pt x="652780" y="107051"/>
                </a:lnTo>
                <a:lnTo>
                  <a:pt x="652715" y="106401"/>
                </a:lnTo>
                <a:lnTo>
                  <a:pt x="652657" y="105746"/>
                </a:lnTo>
                <a:lnTo>
                  <a:pt x="652608" y="105088"/>
                </a:lnTo>
                <a:lnTo>
                  <a:pt x="652568" y="104426"/>
                </a:lnTo>
                <a:lnTo>
                  <a:pt x="652536" y="103761"/>
                </a:lnTo>
                <a:lnTo>
                  <a:pt x="652513" y="103092"/>
                </a:lnTo>
                <a:lnTo>
                  <a:pt x="730630" y="103092"/>
                </a:lnTo>
                <a:lnTo>
                  <a:pt x="730649" y="102984"/>
                </a:lnTo>
                <a:lnTo>
                  <a:pt x="730668" y="102873"/>
                </a:lnTo>
                <a:lnTo>
                  <a:pt x="730686" y="102758"/>
                </a:lnTo>
                <a:lnTo>
                  <a:pt x="730703" y="102639"/>
                </a:lnTo>
                <a:lnTo>
                  <a:pt x="730720" y="102516"/>
                </a:lnTo>
                <a:lnTo>
                  <a:pt x="730737" y="102389"/>
                </a:lnTo>
                <a:lnTo>
                  <a:pt x="730754" y="102259"/>
                </a:lnTo>
                <a:lnTo>
                  <a:pt x="730770" y="102125"/>
                </a:lnTo>
                <a:lnTo>
                  <a:pt x="730785" y="101987"/>
                </a:lnTo>
                <a:lnTo>
                  <a:pt x="730801" y="101845"/>
                </a:lnTo>
                <a:lnTo>
                  <a:pt x="730816" y="101699"/>
                </a:lnTo>
                <a:lnTo>
                  <a:pt x="730830" y="101550"/>
                </a:lnTo>
                <a:lnTo>
                  <a:pt x="730844" y="101397"/>
                </a:lnTo>
                <a:lnTo>
                  <a:pt x="730858" y="101240"/>
                </a:lnTo>
                <a:lnTo>
                  <a:pt x="730871" y="101079"/>
                </a:lnTo>
                <a:lnTo>
                  <a:pt x="730884" y="100914"/>
                </a:lnTo>
                <a:lnTo>
                  <a:pt x="730896" y="100746"/>
                </a:lnTo>
                <a:lnTo>
                  <a:pt x="730908" y="100574"/>
                </a:lnTo>
                <a:lnTo>
                  <a:pt x="730920" y="100398"/>
                </a:lnTo>
                <a:lnTo>
                  <a:pt x="730931" y="100218"/>
                </a:lnTo>
                <a:lnTo>
                  <a:pt x="730942" y="100034"/>
                </a:lnTo>
                <a:lnTo>
                  <a:pt x="730953" y="99847"/>
                </a:lnTo>
                <a:lnTo>
                  <a:pt x="730963" y="99656"/>
                </a:lnTo>
                <a:lnTo>
                  <a:pt x="730973" y="99461"/>
                </a:lnTo>
                <a:lnTo>
                  <a:pt x="730982" y="99265"/>
                </a:lnTo>
                <a:lnTo>
                  <a:pt x="730991" y="99074"/>
                </a:lnTo>
                <a:lnTo>
                  <a:pt x="730999" y="98885"/>
                </a:lnTo>
                <a:lnTo>
                  <a:pt x="731007" y="98700"/>
                </a:lnTo>
                <a:lnTo>
                  <a:pt x="731015" y="98519"/>
                </a:lnTo>
                <a:lnTo>
                  <a:pt x="731022" y="98340"/>
                </a:lnTo>
                <a:lnTo>
                  <a:pt x="731029" y="98166"/>
                </a:lnTo>
                <a:lnTo>
                  <a:pt x="731036" y="97994"/>
                </a:lnTo>
                <a:lnTo>
                  <a:pt x="731042" y="97826"/>
                </a:lnTo>
                <a:lnTo>
                  <a:pt x="731048" y="97662"/>
                </a:lnTo>
                <a:lnTo>
                  <a:pt x="731053" y="97501"/>
                </a:lnTo>
                <a:lnTo>
                  <a:pt x="731058" y="97343"/>
                </a:lnTo>
                <a:lnTo>
                  <a:pt x="731063" y="97188"/>
                </a:lnTo>
                <a:lnTo>
                  <a:pt x="731067" y="97037"/>
                </a:lnTo>
                <a:lnTo>
                  <a:pt x="731071" y="96890"/>
                </a:lnTo>
                <a:lnTo>
                  <a:pt x="731074" y="96746"/>
                </a:lnTo>
                <a:lnTo>
                  <a:pt x="731077" y="96605"/>
                </a:lnTo>
                <a:lnTo>
                  <a:pt x="731079" y="96468"/>
                </a:lnTo>
                <a:lnTo>
                  <a:pt x="731082" y="96334"/>
                </a:lnTo>
                <a:lnTo>
                  <a:pt x="731083" y="96203"/>
                </a:lnTo>
                <a:lnTo>
                  <a:pt x="731085" y="96076"/>
                </a:lnTo>
                <a:lnTo>
                  <a:pt x="731086" y="95952"/>
                </a:lnTo>
                <a:lnTo>
                  <a:pt x="731086" y="95832"/>
                </a:lnTo>
                <a:lnTo>
                  <a:pt x="731087" y="95715"/>
                </a:lnTo>
                <a:lnTo>
                  <a:pt x="731062" y="93470"/>
                </a:lnTo>
                <a:lnTo>
                  <a:pt x="730986" y="91268"/>
                </a:lnTo>
                <a:lnTo>
                  <a:pt x="730861" y="89109"/>
                </a:lnTo>
                <a:lnTo>
                  <a:pt x="730686" y="86994"/>
                </a:lnTo>
                <a:lnTo>
                  <a:pt x="730460" y="84922"/>
                </a:lnTo>
                <a:lnTo>
                  <a:pt x="730185" y="82894"/>
                </a:lnTo>
                <a:lnTo>
                  <a:pt x="729859" y="80909"/>
                </a:lnTo>
                <a:lnTo>
                  <a:pt x="729484" y="78968"/>
                </a:lnTo>
                <a:lnTo>
                  <a:pt x="729058" y="77070"/>
                </a:lnTo>
                <a:lnTo>
                  <a:pt x="728582" y="75215"/>
                </a:lnTo>
                <a:lnTo>
                  <a:pt x="728056" y="73404"/>
                </a:lnTo>
                <a:lnTo>
                  <a:pt x="727480" y="71637"/>
                </a:lnTo>
                <a:lnTo>
                  <a:pt x="726854" y="69912"/>
                </a:lnTo>
                <a:lnTo>
                  <a:pt x="726178" y="68232"/>
                </a:lnTo>
                <a:lnTo>
                  <a:pt x="725451" y="66594"/>
                </a:lnTo>
                <a:lnTo>
                  <a:pt x="724675" y="65000"/>
                </a:lnTo>
                <a:lnTo>
                  <a:pt x="723848" y="63450"/>
                </a:lnTo>
                <a:lnTo>
                  <a:pt x="722972" y="61943"/>
                </a:lnTo>
                <a:lnTo>
                  <a:pt x="722045" y="60479"/>
                </a:lnTo>
                <a:lnTo>
                  <a:pt x="721068" y="59059"/>
                </a:lnTo>
                <a:lnTo>
                  <a:pt x="720042" y="57682"/>
                </a:lnTo>
                <a:lnTo>
                  <a:pt x="718965" y="56349"/>
                </a:lnTo>
                <a:lnTo>
                  <a:pt x="717838" y="55059"/>
                </a:lnTo>
                <a:lnTo>
                  <a:pt x="716661" y="53813"/>
                </a:lnTo>
                <a:lnTo>
                  <a:pt x="715440" y="52613"/>
                </a:lnTo>
                <a:lnTo>
                  <a:pt x="714184" y="51465"/>
                </a:lnTo>
                <a:lnTo>
                  <a:pt x="712891" y="50368"/>
                </a:lnTo>
                <a:lnTo>
                  <a:pt x="711562" y="49322"/>
                </a:lnTo>
                <a:lnTo>
                  <a:pt x="710197" y="48327"/>
                </a:lnTo>
                <a:lnTo>
                  <a:pt x="708795" y="47383"/>
                </a:lnTo>
                <a:lnTo>
                  <a:pt x="707358" y="46490"/>
                </a:lnTo>
                <a:lnTo>
                  <a:pt x="705884" y="45648"/>
                </a:lnTo>
                <a:lnTo>
                  <a:pt x="704374" y="44857"/>
                </a:lnTo>
                <a:lnTo>
                  <a:pt x="702827" y="44117"/>
                </a:lnTo>
                <a:lnTo>
                  <a:pt x="701245" y="43428"/>
                </a:lnTo>
                <a:lnTo>
                  <a:pt x="699626" y="42790"/>
                </a:lnTo>
                <a:lnTo>
                  <a:pt x="697971" y="42203"/>
                </a:lnTo>
                <a:lnTo>
                  <a:pt x="696279" y="41667"/>
                </a:lnTo>
                <a:lnTo>
                  <a:pt x="694552" y="41182"/>
                </a:lnTo>
                <a:lnTo>
                  <a:pt x="692788" y="40749"/>
                </a:lnTo>
                <a:lnTo>
                  <a:pt x="690988" y="40366"/>
                </a:lnTo>
                <a:lnTo>
                  <a:pt x="689152" y="40034"/>
                </a:lnTo>
                <a:lnTo>
                  <a:pt x="687280" y="39754"/>
                </a:lnTo>
                <a:lnTo>
                  <a:pt x="685371" y="39524"/>
                </a:lnTo>
                <a:lnTo>
                  <a:pt x="683426" y="39345"/>
                </a:lnTo>
                <a:lnTo>
                  <a:pt x="681445" y="39218"/>
                </a:lnTo>
                <a:lnTo>
                  <a:pt x="679427" y="39141"/>
                </a:lnTo>
                <a:lnTo>
                  <a:pt x="677374" y="39116"/>
                </a:lnTo>
                <a:lnTo>
                  <a:pt x="675892" y="39128"/>
                </a:lnTo>
                <a:lnTo>
                  <a:pt x="674429" y="39164"/>
                </a:lnTo>
                <a:lnTo>
                  <a:pt x="672986" y="39225"/>
                </a:lnTo>
                <a:lnTo>
                  <a:pt x="671563" y="39310"/>
                </a:lnTo>
                <a:lnTo>
                  <a:pt x="670159" y="39419"/>
                </a:lnTo>
                <a:lnTo>
                  <a:pt x="668775" y="39552"/>
                </a:lnTo>
                <a:lnTo>
                  <a:pt x="667410" y="39710"/>
                </a:lnTo>
                <a:lnTo>
                  <a:pt x="666065" y="39891"/>
                </a:lnTo>
                <a:lnTo>
                  <a:pt x="664739" y="40097"/>
                </a:lnTo>
                <a:lnTo>
                  <a:pt x="663434" y="40328"/>
                </a:lnTo>
                <a:lnTo>
                  <a:pt x="662147" y="40582"/>
                </a:lnTo>
                <a:lnTo>
                  <a:pt x="660881" y="40861"/>
                </a:lnTo>
                <a:lnTo>
                  <a:pt x="659634" y="41164"/>
                </a:lnTo>
                <a:lnTo>
                  <a:pt x="658406" y="41491"/>
                </a:lnTo>
                <a:lnTo>
                  <a:pt x="657199" y="41843"/>
                </a:lnTo>
                <a:lnTo>
                  <a:pt x="656010" y="42218"/>
                </a:lnTo>
                <a:lnTo>
                  <a:pt x="654842" y="42618"/>
                </a:lnTo>
                <a:lnTo>
                  <a:pt x="653693" y="43043"/>
                </a:lnTo>
                <a:lnTo>
                  <a:pt x="652563" y="43491"/>
                </a:lnTo>
                <a:lnTo>
                  <a:pt x="651454" y="43964"/>
                </a:lnTo>
                <a:lnTo>
                  <a:pt x="650363" y="44461"/>
                </a:lnTo>
                <a:lnTo>
                  <a:pt x="649293" y="44982"/>
                </a:lnTo>
                <a:lnTo>
                  <a:pt x="648242" y="45527"/>
                </a:lnTo>
                <a:lnTo>
                  <a:pt x="647210" y="46097"/>
                </a:lnTo>
                <a:lnTo>
                  <a:pt x="646199" y="46689"/>
                </a:lnTo>
                <a:lnTo>
                  <a:pt x="645208" y="47302"/>
                </a:lnTo>
                <a:lnTo>
                  <a:pt x="644238" y="47935"/>
                </a:lnTo>
                <a:lnTo>
                  <a:pt x="643289" y="48589"/>
                </a:lnTo>
                <a:lnTo>
                  <a:pt x="642360" y="49264"/>
                </a:lnTo>
                <a:lnTo>
                  <a:pt x="641451" y="49959"/>
                </a:lnTo>
                <a:lnTo>
                  <a:pt x="640564" y="50675"/>
                </a:lnTo>
                <a:lnTo>
                  <a:pt x="639696" y="51412"/>
                </a:lnTo>
                <a:lnTo>
                  <a:pt x="638850" y="52169"/>
                </a:lnTo>
                <a:lnTo>
                  <a:pt x="638024" y="52947"/>
                </a:lnTo>
                <a:lnTo>
                  <a:pt x="637218" y="53745"/>
                </a:lnTo>
                <a:lnTo>
                  <a:pt x="636434" y="54564"/>
                </a:lnTo>
                <a:lnTo>
                  <a:pt x="635669" y="55404"/>
                </a:lnTo>
                <a:lnTo>
                  <a:pt x="634926" y="56265"/>
                </a:lnTo>
                <a:lnTo>
                  <a:pt x="634203" y="57146"/>
                </a:lnTo>
                <a:lnTo>
                  <a:pt x="633500" y="58047"/>
                </a:lnTo>
                <a:lnTo>
                  <a:pt x="632818" y="58970"/>
                </a:lnTo>
                <a:lnTo>
                  <a:pt x="632157" y="59913"/>
                </a:lnTo>
                <a:lnTo>
                  <a:pt x="631516" y="60876"/>
                </a:lnTo>
                <a:lnTo>
                  <a:pt x="630896" y="61861"/>
                </a:lnTo>
                <a:lnTo>
                  <a:pt x="630297" y="62866"/>
                </a:lnTo>
                <a:lnTo>
                  <a:pt x="629718" y="63891"/>
                </a:lnTo>
                <a:lnTo>
                  <a:pt x="629160" y="64937"/>
                </a:lnTo>
                <a:lnTo>
                  <a:pt x="628622" y="66004"/>
                </a:lnTo>
                <a:lnTo>
                  <a:pt x="628105" y="67090"/>
                </a:lnTo>
                <a:lnTo>
                  <a:pt x="627611" y="68192"/>
                </a:lnTo>
                <a:lnTo>
                  <a:pt x="627138" y="69312"/>
                </a:lnTo>
                <a:lnTo>
                  <a:pt x="626688" y="70449"/>
                </a:lnTo>
                <a:lnTo>
                  <a:pt x="626259" y="71604"/>
                </a:lnTo>
                <a:lnTo>
                  <a:pt x="625853" y="72775"/>
                </a:lnTo>
                <a:lnTo>
                  <a:pt x="625468" y="73964"/>
                </a:lnTo>
                <a:lnTo>
                  <a:pt x="625106" y="75170"/>
                </a:lnTo>
                <a:lnTo>
                  <a:pt x="624765" y="76394"/>
                </a:lnTo>
                <a:lnTo>
                  <a:pt x="624446" y="77634"/>
                </a:lnTo>
                <a:lnTo>
                  <a:pt x="624150" y="78892"/>
                </a:lnTo>
                <a:lnTo>
                  <a:pt x="623875" y="80167"/>
                </a:lnTo>
                <a:lnTo>
                  <a:pt x="623622" y="81460"/>
                </a:lnTo>
                <a:lnTo>
                  <a:pt x="623391" y="82769"/>
                </a:lnTo>
                <a:lnTo>
                  <a:pt x="623183" y="84096"/>
                </a:lnTo>
                <a:lnTo>
                  <a:pt x="622996" y="85440"/>
                </a:lnTo>
                <a:lnTo>
                  <a:pt x="622831" y="86801"/>
                </a:lnTo>
                <a:lnTo>
                  <a:pt x="622688" y="88180"/>
                </a:lnTo>
                <a:lnTo>
                  <a:pt x="622567" y="89575"/>
                </a:lnTo>
                <a:lnTo>
                  <a:pt x="622468" y="90988"/>
                </a:lnTo>
                <a:lnTo>
                  <a:pt x="622392" y="92419"/>
                </a:lnTo>
                <a:lnTo>
                  <a:pt x="622337" y="93866"/>
                </a:lnTo>
                <a:lnTo>
                  <a:pt x="622304" y="95331"/>
                </a:lnTo>
                <a:lnTo>
                  <a:pt x="622293" y="96813"/>
                </a:lnTo>
                <a:lnTo>
                  <a:pt x="622304" y="98342"/>
                </a:lnTo>
                <a:lnTo>
                  <a:pt x="622338" y="99853"/>
                </a:lnTo>
                <a:lnTo>
                  <a:pt x="622394" y="101346"/>
                </a:lnTo>
                <a:lnTo>
                  <a:pt x="622473" y="102820"/>
                </a:lnTo>
                <a:lnTo>
                  <a:pt x="622575" y="104276"/>
                </a:lnTo>
                <a:lnTo>
                  <a:pt x="622699" y="105713"/>
                </a:lnTo>
                <a:lnTo>
                  <a:pt x="622846" y="107132"/>
                </a:lnTo>
                <a:lnTo>
                  <a:pt x="623015" y="108532"/>
                </a:lnTo>
                <a:lnTo>
                  <a:pt x="623207" y="109914"/>
                </a:lnTo>
                <a:lnTo>
                  <a:pt x="623421" y="111278"/>
                </a:lnTo>
                <a:lnTo>
                  <a:pt x="623658" y="112623"/>
                </a:lnTo>
                <a:lnTo>
                  <a:pt x="623918" y="113950"/>
                </a:lnTo>
                <a:lnTo>
                  <a:pt x="624200" y="115258"/>
                </a:lnTo>
                <a:lnTo>
                  <a:pt x="624505" y="116548"/>
                </a:lnTo>
                <a:lnTo>
                  <a:pt x="624832" y="117820"/>
                </a:lnTo>
                <a:lnTo>
                  <a:pt x="625182" y="119073"/>
                </a:lnTo>
                <a:lnTo>
                  <a:pt x="625554" y="120307"/>
                </a:lnTo>
                <a:lnTo>
                  <a:pt x="625949" y="121523"/>
                </a:lnTo>
                <a:lnTo>
                  <a:pt x="626367" y="122721"/>
                </a:lnTo>
                <a:lnTo>
                  <a:pt x="626807" y="123901"/>
                </a:lnTo>
                <a:lnTo>
                  <a:pt x="627269" y="125061"/>
                </a:lnTo>
                <a:lnTo>
                  <a:pt x="627755" y="126204"/>
                </a:lnTo>
                <a:lnTo>
                  <a:pt x="628262" y="127328"/>
                </a:lnTo>
                <a:lnTo>
                  <a:pt x="628793" y="128434"/>
                </a:lnTo>
                <a:lnTo>
                  <a:pt x="629345" y="129519"/>
                </a:lnTo>
                <a:lnTo>
                  <a:pt x="629919" y="130583"/>
                </a:lnTo>
                <a:lnTo>
                  <a:pt x="630514" y="131626"/>
                </a:lnTo>
                <a:lnTo>
                  <a:pt x="631131" y="132647"/>
                </a:lnTo>
                <a:lnTo>
                  <a:pt x="631769" y="133647"/>
                </a:lnTo>
                <a:lnTo>
                  <a:pt x="632428" y="134625"/>
                </a:lnTo>
                <a:lnTo>
                  <a:pt x="633109" y="135582"/>
                </a:lnTo>
                <a:lnTo>
                  <a:pt x="633811" y="136517"/>
                </a:lnTo>
                <a:lnTo>
                  <a:pt x="634534" y="137431"/>
                </a:lnTo>
                <a:lnTo>
                  <a:pt x="635279" y="138324"/>
                </a:lnTo>
                <a:lnTo>
                  <a:pt x="636045" y="139195"/>
                </a:lnTo>
                <a:lnTo>
                  <a:pt x="636833" y="140044"/>
                </a:lnTo>
                <a:lnTo>
                  <a:pt x="637642" y="140873"/>
                </a:lnTo>
                <a:lnTo>
                  <a:pt x="638472" y="141679"/>
                </a:lnTo>
                <a:lnTo>
                  <a:pt x="639324" y="142465"/>
                </a:lnTo>
                <a:lnTo>
                  <a:pt x="640197" y="143229"/>
                </a:lnTo>
                <a:lnTo>
                  <a:pt x="641091" y="143971"/>
                </a:lnTo>
                <a:lnTo>
                  <a:pt x="642007" y="144692"/>
                </a:lnTo>
                <a:lnTo>
                  <a:pt x="642945" y="145392"/>
                </a:lnTo>
                <a:lnTo>
                  <a:pt x="643903" y="146070"/>
                </a:lnTo>
                <a:lnTo>
                  <a:pt x="644883" y="146727"/>
                </a:lnTo>
                <a:lnTo>
                  <a:pt x="645885" y="147362"/>
                </a:lnTo>
                <a:lnTo>
                  <a:pt x="646907" y="147976"/>
                </a:lnTo>
                <a:lnTo>
                  <a:pt x="647952" y="148569"/>
                </a:lnTo>
                <a:lnTo>
                  <a:pt x="649017" y="149139"/>
                </a:lnTo>
                <a:lnTo>
                  <a:pt x="650102" y="149684"/>
                </a:lnTo>
                <a:lnTo>
                  <a:pt x="651209" y="150205"/>
                </a:lnTo>
                <a:lnTo>
                  <a:pt x="652336" y="150702"/>
                </a:lnTo>
                <a:lnTo>
                  <a:pt x="653483" y="151175"/>
                </a:lnTo>
                <a:lnTo>
                  <a:pt x="654651" y="151623"/>
                </a:lnTo>
                <a:lnTo>
                  <a:pt x="655840" y="152047"/>
                </a:lnTo>
                <a:lnTo>
                  <a:pt x="657049" y="152447"/>
                </a:lnTo>
                <a:lnTo>
                  <a:pt x="658279" y="152823"/>
                </a:lnTo>
                <a:lnTo>
                  <a:pt x="659530" y="153175"/>
                </a:lnTo>
                <a:lnTo>
                  <a:pt x="660801" y="153502"/>
                </a:lnTo>
                <a:lnTo>
                  <a:pt x="662092" y="153805"/>
                </a:lnTo>
                <a:lnTo>
                  <a:pt x="663405" y="154084"/>
                </a:lnTo>
                <a:lnTo>
                  <a:pt x="664738" y="154338"/>
                </a:lnTo>
                <a:lnTo>
                  <a:pt x="666091" y="154568"/>
                </a:lnTo>
                <a:lnTo>
                  <a:pt x="667465" y="154775"/>
                </a:lnTo>
                <a:lnTo>
                  <a:pt x="668860" y="154956"/>
                </a:lnTo>
                <a:lnTo>
                  <a:pt x="670275" y="155114"/>
                </a:lnTo>
                <a:lnTo>
                  <a:pt x="671711" y="155247"/>
                </a:lnTo>
                <a:lnTo>
                  <a:pt x="673167" y="155356"/>
                </a:lnTo>
                <a:lnTo>
                  <a:pt x="674644" y="155441"/>
                </a:lnTo>
                <a:lnTo>
                  <a:pt x="676142" y="155502"/>
                </a:lnTo>
                <a:lnTo>
                  <a:pt x="677660" y="155538"/>
                </a:lnTo>
                <a:lnTo>
                  <a:pt x="679198" y="155550"/>
                </a:lnTo>
                <a:lnTo>
                  <a:pt x="680456" y="155543"/>
                </a:lnTo>
                <a:lnTo>
                  <a:pt x="681700" y="155520"/>
                </a:lnTo>
                <a:lnTo>
                  <a:pt x="682931" y="155483"/>
                </a:lnTo>
                <a:lnTo>
                  <a:pt x="684148" y="155430"/>
                </a:lnTo>
                <a:lnTo>
                  <a:pt x="685352" y="155362"/>
                </a:lnTo>
                <a:close/>
                <a:moveTo>
                  <a:pt x="653400" y="79329"/>
                </a:moveTo>
                <a:lnTo>
                  <a:pt x="653572" y="78466"/>
                </a:lnTo>
                <a:lnTo>
                  <a:pt x="653764" y="77622"/>
                </a:lnTo>
                <a:lnTo>
                  <a:pt x="653977" y="76797"/>
                </a:lnTo>
                <a:lnTo>
                  <a:pt x="654210" y="75991"/>
                </a:lnTo>
                <a:lnTo>
                  <a:pt x="654465" y="75204"/>
                </a:lnTo>
                <a:lnTo>
                  <a:pt x="654740" y="74437"/>
                </a:lnTo>
                <a:lnTo>
                  <a:pt x="655036" y="73688"/>
                </a:lnTo>
                <a:lnTo>
                  <a:pt x="655353" y="72959"/>
                </a:lnTo>
                <a:lnTo>
                  <a:pt x="655691" y="72249"/>
                </a:lnTo>
                <a:lnTo>
                  <a:pt x="656049" y="71558"/>
                </a:lnTo>
                <a:lnTo>
                  <a:pt x="656429" y="70887"/>
                </a:lnTo>
                <a:lnTo>
                  <a:pt x="656829" y="70234"/>
                </a:lnTo>
                <a:lnTo>
                  <a:pt x="657249" y="69601"/>
                </a:lnTo>
                <a:lnTo>
                  <a:pt x="657691" y="68987"/>
                </a:lnTo>
                <a:lnTo>
                  <a:pt x="658153" y="68392"/>
                </a:lnTo>
                <a:lnTo>
                  <a:pt x="658637" y="67816"/>
                </a:lnTo>
                <a:lnTo>
                  <a:pt x="659141" y="67259"/>
                </a:lnTo>
                <a:lnTo>
                  <a:pt x="659665" y="66722"/>
                </a:lnTo>
                <a:lnTo>
                  <a:pt x="660211" y="66204"/>
                </a:lnTo>
                <a:lnTo>
                  <a:pt x="660773" y="65706"/>
                </a:lnTo>
                <a:lnTo>
                  <a:pt x="661349" y="65229"/>
                </a:lnTo>
                <a:lnTo>
                  <a:pt x="661938" y="64773"/>
                </a:lnTo>
                <a:lnTo>
                  <a:pt x="662541" y="64338"/>
                </a:lnTo>
                <a:lnTo>
                  <a:pt x="663156" y="63925"/>
                </a:lnTo>
                <a:lnTo>
                  <a:pt x="663785" y="63533"/>
                </a:lnTo>
                <a:lnTo>
                  <a:pt x="664427" y="63162"/>
                </a:lnTo>
                <a:lnTo>
                  <a:pt x="665083" y="62812"/>
                </a:lnTo>
                <a:lnTo>
                  <a:pt x="665752" y="62484"/>
                </a:lnTo>
                <a:lnTo>
                  <a:pt x="666434" y="62176"/>
                </a:lnTo>
                <a:lnTo>
                  <a:pt x="667129" y="61890"/>
                </a:lnTo>
                <a:lnTo>
                  <a:pt x="667837" y="61625"/>
                </a:lnTo>
                <a:lnTo>
                  <a:pt x="668559" y="61381"/>
                </a:lnTo>
                <a:lnTo>
                  <a:pt x="669294" y="61159"/>
                </a:lnTo>
                <a:lnTo>
                  <a:pt x="670042" y="60957"/>
                </a:lnTo>
                <a:lnTo>
                  <a:pt x="670804" y="60777"/>
                </a:lnTo>
                <a:lnTo>
                  <a:pt x="671579" y="60618"/>
                </a:lnTo>
                <a:lnTo>
                  <a:pt x="672367" y="60481"/>
                </a:lnTo>
                <a:lnTo>
                  <a:pt x="673168" y="60364"/>
                </a:lnTo>
                <a:lnTo>
                  <a:pt x="673983" y="60269"/>
                </a:lnTo>
                <a:lnTo>
                  <a:pt x="674811" y="60194"/>
                </a:lnTo>
                <a:lnTo>
                  <a:pt x="675652" y="60141"/>
                </a:lnTo>
                <a:lnTo>
                  <a:pt x="676506" y="60110"/>
                </a:lnTo>
                <a:lnTo>
                  <a:pt x="677374" y="60099"/>
                </a:lnTo>
                <a:lnTo>
                  <a:pt x="678223" y="60109"/>
                </a:lnTo>
                <a:lnTo>
                  <a:pt x="679059" y="60140"/>
                </a:lnTo>
                <a:lnTo>
                  <a:pt x="679882" y="60192"/>
                </a:lnTo>
                <a:lnTo>
                  <a:pt x="680692" y="60264"/>
                </a:lnTo>
                <a:lnTo>
                  <a:pt x="681489" y="60356"/>
                </a:lnTo>
                <a:lnTo>
                  <a:pt x="682274" y="60470"/>
                </a:lnTo>
                <a:lnTo>
                  <a:pt x="683046" y="60603"/>
                </a:lnTo>
                <a:lnTo>
                  <a:pt x="683804" y="60758"/>
                </a:lnTo>
                <a:lnTo>
                  <a:pt x="684550" y="60933"/>
                </a:lnTo>
                <a:lnTo>
                  <a:pt x="685283" y="61128"/>
                </a:lnTo>
                <a:lnTo>
                  <a:pt x="686004" y="61345"/>
                </a:lnTo>
                <a:lnTo>
                  <a:pt x="686711" y="61581"/>
                </a:lnTo>
                <a:lnTo>
                  <a:pt x="687405" y="61839"/>
                </a:lnTo>
                <a:lnTo>
                  <a:pt x="688087" y="62117"/>
                </a:lnTo>
                <a:lnTo>
                  <a:pt x="688756" y="62415"/>
                </a:lnTo>
                <a:lnTo>
                  <a:pt x="689411" y="62735"/>
                </a:lnTo>
                <a:lnTo>
                  <a:pt x="690054" y="63074"/>
                </a:lnTo>
                <a:lnTo>
                  <a:pt x="690684" y="63435"/>
                </a:lnTo>
                <a:lnTo>
                  <a:pt x="691302" y="63816"/>
                </a:lnTo>
                <a:lnTo>
                  <a:pt x="691906" y="64217"/>
                </a:lnTo>
                <a:lnTo>
                  <a:pt x="692497" y="64639"/>
                </a:lnTo>
                <a:lnTo>
                  <a:pt x="693076" y="65082"/>
                </a:lnTo>
                <a:lnTo>
                  <a:pt x="693642" y="65545"/>
                </a:lnTo>
                <a:lnTo>
                  <a:pt x="694195" y="66029"/>
                </a:lnTo>
                <a:lnTo>
                  <a:pt x="694730" y="66534"/>
                </a:lnTo>
                <a:lnTo>
                  <a:pt x="695244" y="67059"/>
                </a:lnTo>
                <a:lnTo>
                  <a:pt x="695737" y="67606"/>
                </a:lnTo>
                <a:lnTo>
                  <a:pt x="696208" y="68174"/>
                </a:lnTo>
                <a:lnTo>
                  <a:pt x="696657" y="68762"/>
                </a:lnTo>
                <a:lnTo>
                  <a:pt x="697085" y="69372"/>
                </a:lnTo>
                <a:lnTo>
                  <a:pt x="697491" y="70002"/>
                </a:lnTo>
                <a:lnTo>
                  <a:pt x="697876" y="70654"/>
                </a:lnTo>
                <a:lnTo>
                  <a:pt x="698239" y="71327"/>
                </a:lnTo>
                <a:lnTo>
                  <a:pt x="698580" y="72020"/>
                </a:lnTo>
                <a:lnTo>
                  <a:pt x="698900" y="72735"/>
                </a:lnTo>
                <a:lnTo>
                  <a:pt x="699198" y="73470"/>
                </a:lnTo>
                <a:lnTo>
                  <a:pt x="699475" y="74227"/>
                </a:lnTo>
                <a:lnTo>
                  <a:pt x="699730" y="75004"/>
                </a:lnTo>
                <a:lnTo>
                  <a:pt x="699964" y="75803"/>
                </a:lnTo>
                <a:lnTo>
                  <a:pt x="700175" y="76622"/>
                </a:lnTo>
                <a:lnTo>
                  <a:pt x="700366" y="77463"/>
                </a:lnTo>
                <a:lnTo>
                  <a:pt x="700535" y="78324"/>
                </a:lnTo>
                <a:lnTo>
                  <a:pt x="700682" y="79206"/>
                </a:lnTo>
                <a:lnTo>
                  <a:pt x="700807" y="80110"/>
                </a:lnTo>
                <a:lnTo>
                  <a:pt x="700911" y="81034"/>
                </a:lnTo>
                <a:lnTo>
                  <a:pt x="700994" y="81980"/>
                </a:lnTo>
                <a:lnTo>
                  <a:pt x="701055" y="82946"/>
                </a:lnTo>
                <a:lnTo>
                  <a:pt x="701094" y="83933"/>
                </a:lnTo>
                <a:lnTo>
                  <a:pt x="652855" y="83933"/>
                </a:lnTo>
                <a:lnTo>
                  <a:pt x="652923" y="82974"/>
                </a:lnTo>
                <a:lnTo>
                  <a:pt x="653011" y="82034"/>
                </a:lnTo>
                <a:lnTo>
                  <a:pt x="653120" y="81113"/>
                </a:lnTo>
                <a:lnTo>
                  <a:pt x="653250" y="80212"/>
                </a:lnTo>
                <a:lnTo>
                  <a:pt x="653400" y="79329"/>
                </a:lnTo>
                <a:close/>
                <a:moveTo>
                  <a:pt x="1038484" y="155362"/>
                </a:moveTo>
                <a:lnTo>
                  <a:pt x="1039675" y="155279"/>
                </a:lnTo>
                <a:lnTo>
                  <a:pt x="1040853" y="155182"/>
                </a:lnTo>
                <a:lnTo>
                  <a:pt x="1042017" y="155069"/>
                </a:lnTo>
                <a:lnTo>
                  <a:pt x="1043169" y="154941"/>
                </a:lnTo>
                <a:lnTo>
                  <a:pt x="1044306" y="154798"/>
                </a:lnTo>
                <a:lnTo>
                  <a:pt x="1045431" y="154640"/>
                </a:lnTo>
                <a:lnTo>
                  <a:pt x="1046543" y="154467"/>
                </a:lnTo>
                <a:lnTo>
                  <a:pt x="1047641" y="154279"/>
                </a:lnTo>
                <a:lnTo>
                  <a:pt x="1048726" y="154076"/>
                </a:lnTo>
                <a:lnTo>
                  <a:pt x="1049797" y="153857"/>
                </a:lnTo>
                <a:lnTo>
                  <a:pt x="1050855" y="153624"/>
                </a:lnTo>
                <a:lnTo>
                  <a:pt x="1051901" y="153376"/>
                </a:lnTo>
                <a:lnTo>
                  <a:pt x="1052932" y="153113"/>
                </a:lnTo>
                <a:lnTo>
                  <a:pt x="1053951" y="152834"/>
                </a:lnTo>
                <a:lnTo>
                  <a:pt x="1054956" y="152541"/>
                </a:lnTo>
                <a:lnTo>
                  <a:pt x="1055948" y="152232"/>
                </a:lnTo>
                <a:lnTo>
                  <a:pt x="1056927" y="151909"/>
                </a:lnTo>
                <a:lnTo>
                  <a:pt x="1057892" y="151570"/>
                </a:lnTo>
                <a:lnTo>
                  <a:pt x="1058845" y="151217"/>
                </a:lnTo>
                <a:lnTo>
                  <a:pt x="1059782" y="150848"/>
                </a:lnTo>
                <a:lnTo>
                  <a:pt x="1060702" y="150464"/>
                </a:lnTo>
                <a:lnTo>
                  <a:pt x="1061606" y="150064"/>
                </a:lnTo>
                <a:lnTo>
                  <a:pt x="1062494" y="149649"/>
                </a:lnTo>
                <a:lnTo>
                  <a:pt x="1063365" y="149218"/>
                </a:lnTo>
                <a:lnTo>
                  <a:pt x="1064219" y="148772"/>
                </a:lnTo>
                <a:lnTo>
                  <a:pt x="1065056" y="148311"/>
                </a:lnTo>
                <a:lnTo>
                  <a:pt x="1065877" y="147834"/>
                </a:lnTo>
                <a:lnTo>
                  <a:pt x="1066681" y="147341"/>
                </a:lnTo>
                <a:lnTo>
                  <a:pt x="1067469" y="146833"/>
                </a:lnTo>
                <a:lnTo>
                  <a:pt x="1068240" y="146310"/>
                </a:lnTo>
                <a:lnTo>
                  <a:pt x="1068994" y="145771"/>
                </a:lnTo>
                <a:lnTo>
                  <a:pt x="1069732" y="145217"/>
                </a:lnTo>
                <a:lnTo>
                  <a:pt x="1070453" y="144648"/>
                </a:lnTo>
                <a:lnTo>
                  <a:pt x="1071157" y="144063"/>
                </a:lnTo>
                <a:lnTo>
                  <a:pt x="1071845" y="143462"/>
                </a:lnTo>
                <a:lnTo>
                  <a:pt x="1072516" y="142846"/>
                </a:lnTo>
                <a:lnTo>
                  <a:pt x="1073171" y="142215"/>
                </a:lnTo>
                <a:lnTo>
                  <a:pt x="1073809" y="141568"/>
                </a:lnTo>
                <a:lnTo>
                  <a:pt x="1074430" y="140906"/>
                </a:lnTo>
                <a:lnTo>
                  <a:pt x="1075035" y="140228"/>
                </a:lnTo>
                <a:lnTo>
                  <a:pt x="1075623" y="139535"/>
                </a:lnTo>
                <a:lnTo>
                  <a:pt x="1076194" y="138826"/>
                </a:lnTo>
                <a:lnTo>
                  <a:pt x="1076749" y="138102"/>
                </a:lnTo>
                <a:lnTo>
                  <a:pt x="1077285" y="137363"/>
                </a:lnTo>
                <a:lnTo>
                  <a:pt x="1077800" y="136608"/>
                </a:lnTo>
                <a:lnTo>
                  <a:pt x="1078295" y="135838"/>
                </a:lnTo>
                <a:lnTo>
                  <a:pt x="1078768" y="135053"/>
                </a:lnTo>
                <a:lnTo>
                  <a:pt x="1079221" y="134253"/>
                </a:lnTo>
                <a:lnTo>
                  <a:pt x="1079653" y="133437"/>
                </a:lnTo>
                <a:lnTo>
                  <a:pt x="1080065" y="132606"/>
                </a:lnTo>
                <a:lnTo>
                  <a:pt x="1080455" y="131760"/>
                </a:lnTo>
                <a:lnTo>
                  <a:pt x="1080825" y="130899"/>
                </a:lnTo>
                <a:lnTo>
                  <a:pt x="1081174" y="130022"/>
                </a:lnTo>
                <a:lnTo>
                  <a:pt x="1081502" y="129131"/>
                </a:lnTo>
                <a:lnTo>
                  <a:pt x="1081809" y="128223"/>
                </a:lnTo>
                <a:lnTo>
                  <a:pt x="1082096" y="127301"/>
                </a:lnTo>
                <a:lnTo>
                  <a:pt x="1082362" y="126364"/>
                </a:lnTo>
                <a:lnTo>
                  <a:pt x="1082607" y="125411"/>
                </a:lnTo>
                <a:lnTo>
                  <a:pt x="1082831" y="124443"/>
                </a:lnTo>
                <a:lnTo>
                  <a:pt x="1083034" y="123459"/>
                </a:lnTo>
                <a:lnTo>
                  <a:pt x="1083217" y="122461"/>
                </a:lnTo>
                <a:lnTo>
                  <a:pt x="1083379" y="121447"/>
                </a:lnTo>
                <a:lnTo>
                  <a:pt x="1083520" y="120418"/>
                </a:lnTo>
                <a:lnTo>
                  <a:pt x="1083640" y="119374"/>
                </a:lnTo>
                <a:lnTo>
                  <a:pt x="1083740" y="118314"/>
                </a:lnTo>
                <a:lnTo>
                  <a:pt x="1083818" y="117240"/>
                </a:lnTo>
                <a:lnTo>
                  <a:pt x="1083876" y="116150"/>
                </a:lnTo>
                <a:lnTo>
                  <a:pt x="1054112" y="116150"/>
                </a:lnTo>
                <a:lnTo>
                  <a:pt x="1054092" y="116867"/>
                </a:lnTo>
                <a:lnTo>
                  <a:pt x="1054053" y="117569"/>
                </a:lnTo>
                <a:lnTo>
                  <a:pt x="1053993" y="118256"/>
                </a:lnTo>
                <a:lnTo>
                  <a:pt x="1053912" y="118929"/>
                </a:lnTo>
                <a:lnTo>
                  <a:pt x="1053812" y="119586"/>
                </a:lnTo>
                <a:lnTo>
                  <a:pt x="1053691" y="120229"/>
                </a:lnTo>
                <a:lnTo>
                  <a:pt x="1053551" y="120857"/>
                </a:lnTo>
                <a:lnTo>
                  <a:pt x="1053390" y="121470"/>
                </a:lnTo>
                <a:lnTo>
                  <a:pt x="1053209" y="122068"/>
                </a:lnTo>
                <a:lnTo>
                  <a:pt x="1053007" y="122651"/>
                </a:lnTo>
                <a:lnTo>
                  <a:pt x="1052786" y="123219"/>
                </a:lnTo>
                <a:lnTo>
                  <a:pt x="1052544" y="123772"/>
                </a:lnTo>
                <a:lnTo>
                  <a:pt x="1052282" y="124311"/>
                </a:lnTo>
                <a:lnTo>
                  <a:pt x="1052000" y="124834"/>
                </a:lnTo>
                <a:lnTo>
                  <a:pt x="1051697" y="125343"/>
                </a:lnTo>
                <a:lnTo>
                  <a:pt x="1051375" y="125837"/>
                </a:lnTo>
                <a:lnTo>
                  <a:pt x="1051032" y="126315"/>
                </a:lnTo>
                <a:lnTo>
                  <a:pt x="1050669" y="126779"/>
                </a:lnTo>
                <a:lnTo>
                  <a:pt x="1050286" y="127228"/>
                </a:lnTo>
                <a:lnTo>
                  <a:pt x="1049883" y="127662"/>
                </a:lnTo>
                <a:lnTo>
                  <a:pt x="1049459" y="128082"/>
                </a:lnTo>
                <a:lnTo>
                  <a:pt x="1049016" y="128486"/>
                </a:lnTo>
                <a:lnTo>
                  <a:pt x="1048552" y="128875"/>
                </a:lnTo>
                <a:lnTo>
                  <a:pt x="1048068" y="129250"/>
                </a:lnTo>
                <a:lnTo>
                  <a:pt x="1047567" y="129609"/>
                </a:lnTo>
                <a:lnTo>
                  <a:pt x="1047053" y="129953"/>
                </a:lnTo>
                <a:lnTo>
                  <a:pt x="1046525" y="130282"/>
                </a:lnTo>
                <a:lnTo>
                  <a:pt x="1045983" y="130596"/>
                </a:lnTo>
                <a:lnTo>
                  <a:pt x="1045429" y="130894"/>
                </a:lnTo>
                <a:lnTo>
                  <a:pt x="1044860" y="131177"/>
                </a:lnTo>
                <a:lnTo>
                  <a:pt x="1044279" y="131445"/>
                </a:lnTo>
                <a:lnTo>
                  <a:pt x="1043684" y="131697"/>
                </a:lnTo>
                <a:lnTo>
                  <a:pt x="1043075" y="131934"/>
                </a:lnTo>
                <a:lnTo>
                  <a:pt x="1042453" y="132156"/>
                </a:lnTo>
                <a:lnTo>
                  <a:pt x="1041817" y="132362"/>
                </a:lnTo>
                <a:lnTo>
                  <a:pt x="1041168" y="132553"/>
                </a:lnTo>
                <a:lnTo>
                  <a:pt x="1040506" y="132729"/>
                </a:lnTo>
                <a:lnTo>
                  <a:pt x="1039830" y="132890"/>
                </a:lnTo>
                <a:lnTo>
                  <a:pt x="1039141" y="133035"/>
                </a:lnTo>
                <a:lnTo>
                  <a:pt x="1038438" y="133165"/>
                </a:lnTo>
                <a:lnTo>
                  <a:pt x="1037721" y="133280"/>
                </a:lnTo>
                <a:lnTo>
                  <a:pt x="1036992" y="133379"/>
                </a:lnTo>
                <a:lnTo>
                  <a:pt x="1036248" y="133463"/>
                </a:lnTo>
                <a:lnTo>
                  <a:pt x="1035492" y="133532"/>
                </a:lnTo>
                <a:lnTo>
                  <a:pt x="1034722" y="133586"/>
                </a:lnTo>
                <a:lnTo>
                  <a:pt x="1033938" y="133624"/>
                </a:lnTo>
                <a:lnTo>
                  <a:pt x="1033141" y="133647"/>
                </a:lnTo>
                <a:lnTo>
                  <a:pt x="1032330" y="133655"/>
                </a:lnTo>
                <a:lnTo>
                  <a:pt x="1031548" y="133647"/>
                </a:lnTo>
                <a:lnTo>
                  <a:pt x="1030778" y="133625"/>
                </a:lnTo>
                <a:lnTo>
                  <a:pt x="1030021" y="133588"/>
                </a:lnTo>
                <a:lnTo>
                  <a:pt x="1029277" y="133536"/>
                </a:lnTo>
                <a:lnTo>
                  <a:pt x="1028545" y="133470"/>
                </a:lnTo>
                <a:lnTo>
                  <a:pt x="1027826" y="133389"/>
                </a:lnTo>
                <a:lnTo>
                  <a:pt x="1027119" y="133293"/>
                </a:lnTo>
                <a:lnTo>
                  <a:pt x="1026426" y="133182"/>
                </a:lnTo>
                <a:lnTo>
                  <a:pt x="1025745" y="133056"/>
                </a:lnTo>
                <a:lnTo>
                  <a:pt x="1025076" y="132916"/>
                </a:lnTo>
                <a:lnTo>
                  <a:pt x="1024420" y="132761"/>
                </a:lnTo>
                <a:lnTo>
                  <a:pt x="1023777" y="132591"/>
                </a:lnTo>
                <a:lnTo>
                  <a:pt x="1023147" y="132406"/>
                </a:lnTo>
                <a:lnTo>
                  <a:pt x="1022529" y="132207"/>
                </a:lnTo>
                <a:lnTo>
                  <a:pt x="1021924" y="131992"/>
                </a:lnTo>
                <a:lnTo>
                  <a:pt x="1021332" y="131763"/>
                </a:lnTo>
                <a:lnTo>
                  <a:pt x="1020752" y="131520"/>
                </a:lnTo>
                <a:lnTo>
                  <a:pt x="1020185" y="131261"/>
                </a:lnTo>
                <a:lnTo>
                  <a:pt x="1019631" y="130988"/>
                </a:lnTo>
                <a:lnTo>
                  <a:pt x="1019089" y="130700"/>
                </a:lnTo>
                <a:lnTo>
                  <a:pt x="1018560" y="130397"/>
                </a:lnTo>
                <a:lnTo>
                  <a:pt x="1018044" y="130079"/>
                </a:lnTo>
                <a:lnTo>
                  <a:pt x="1017540" y="129747"/>
                </a:lnTo>
                <a:lnTo>
                  <a:pt x="1017049" y="129400"/>
                </a:lnTo>
                <a:lnTo>
                  <a:pt x="1016570" y="129040"/>
                </a:lnTo>
                <a:lnTo>
                  <a:pt x="1016101" y="128671"/>
                </a:lnTo>
                <a:lnTo>
                  <a:pt x="1015644" y="128292"/>
                </a:lnTo>
                <a:lnTo>
                  <a:pt x="1015197" y="127904"/>
                </a:lnTo>
                <a:lnTo>
                  <a:pt x="1014762" y="127506"/>
                </a:lnTo>
                <a:lnTo>
                  <a:pt x="1014337" y="127099"/>
                </a:lnTo>
                <a:lnTo>
                  <a:pt x="1013923" y="126682"/>
                </a:lnTo>
                <a:lnTo>
                  <a:pt x="1013520" y="126256"/>
                </a:lnTo>
                <a:lnTo>
                  <a:pt x="1013128" y="125820"/>
                </a:lnTo>
                <a:lnTo>
                  <a:pt x="1012747" y="125375"/>
                </a:lnTo>
                <a:lnTo>
                  <a:pt x="1012376" y="124920"/>
                </a:lnTo>
                <a:lnTo>
                  <a:pt x="1012017" y="124456"/>
                </a:lnTo>
                <a:lnTo>
                  <a:pt x="1011668" y="123982"/>
                </a:lnTo>
                <a:lnTo>
                  <a:pt x="1011331" y="123499"/>
                </a:lnTo>
                <a:lnTo>
                  <a:pt x="1011004" y="123006"/>
                </a:lnTo>
                <a:lnTo>
                  <a:pt x="1010688" y="122503"/>
                </a:lnTo>
                <a:lnTo>
                  <a:pt x="1010383" y="121991"/>
                </a:lnTo>
                <a:lnTo>
                  <a:pt x="1010089" y="121470"/>
                </a:lnTo>
                <a:lnTo>
                  <a:pt x="1009806" y="120939"/>
                </a:lnTo>
                <a:lnTo>
                  <a:pt x="1009533" y="120399"/>
                </a:lnTo>
                <a:lnTo>
                  <a:pt x="1009272" y="119849"/>
                </a:lnTo>
                <a:lnTo>
                  <a:pt x="1009021" y="119289"/>
                </a:lnTo>
                <a:lnTo>
                  <a:pt x="1008782" y="118720"/>
                </a:lnTo>
                <a:lnTo>
                  <a:pt x="1008553" y="118142"/>
                </a:lnTo>
                <a:lnTo>
                  <a:pt x="1008334" y="117557"/>
                </a:lnTo>
                <a:lnTo>
                  <a:pt x="1008123" y="116968"/>
                </a:lnTo>
                <a:lnTo>
                  <a:pt x="1007921" y="116375"/>
                </a:lnTo>
                <a:lnTo>
                  <a:pt x="1007728" y="115779"/>
                </a:lnTo>
                <a:lnTo>
                  <a:pt x="1007543" y="115180"/>
                </a:lnTo>
                <a:lnTo>
                  <a:pt x="1007366" y="114576"/>
                </a:lnTo>
                <a:lnTo>
                  <a:pt x="1007198" y="113969"/>
                </a:lnTo>
                <a:lnTo>
                  <a:pt x="1007039" y="113359"/>
                </a:lnTo>
                <a:lnTo>
                  <a:pt x="1006888" y="112744"/>
                </a:lnTo>
                <a:lnTo>
                  <a:pt x="1006745" y="112126"/>
                </a:lnTo>
                <a:lnTo>
                  <a:pt x="1006611" y="111505"/>
                </a:lnTo>
                <a:lnTo>
                  <a:pt x="1006486" y="110880"/>
                </a:lnTo>
                <a:lnTo>
                  <a:pt x="1006369" y="110251"/>
                </a:lnTo>
                <a:lnTo>
                  <a:pt x="1006261" y="109618"/>
                </a:lnTo>
                <a:lnTo>
                  <a:pt x="1006161" y="108982"/>
                </a:lnTo>
                <a:lnTo>
                  <a:pt x="1006069" y="108342"/>
                </a:lnTo>
                <a:lnTo>
                  <a:pt x="1005987" y="107699"/>
                </a:lnTo>
                <a:lnTo>
                  <a:pt x="1005912" y="107051"/>
                </a:lnTo>
                <a:lnTo>
                  <a:pt x="1005846" y="106401"/>
                </a:lnTo>
                <a:lnTo>
                  <a:pt x="1005789" y="105746"/>
                </a:lnTo>
                <a:lnTo>
                  <a:pt x="1005740" y="105088"/>
                </a:lnTo>
                <a:lnTo>
                  <a:pt x="1005700" y="104426"/>
                </a:lnTo>
                <a:lnTo>
                  <a:pt x="1005668" y="103761"/>
                </a:lnTo>
                <a:lnTo>
                  <a:pt x="1005645" y="103092"/>
                </a:lnTo>
                <a:lnTo>
                  <a:pt x="1083762" y="103092"/>
                </a:lnTo>
                <a:lnTo>
                  <a:pt x="1083781" y="102984"/>
                </a:lnTo>
                <a:lnTo>
                  <a:pt x="1083799" y="102873"/>
                </a:lnTo>
                <a:lnTo>
                  <a:pt x="1083817" y="102758"/>
                </a:lnTo>
                <a:lnTo>
                  <a:pt x="1083835" y="102639"/>
                </a:lnTo>
                <a:lnTo>
                  <a:pt x="1083852" y="102516"/>
                </a:lnTo>
                <a:lnTo>
                  <a:pt x="1083869" y="102389"/>
                </a:lnTo>
                <a:lnTo>
                  <a:pt x="1083886" y="102259"/>
                </a:lnTo>
                <a:lnTo>
                  <a:pt x="1083902" y="102125"/>
                </a:lnTo>
                <a:lnTo>
                  <a:pt x="1083917" y="101987"/>
                </a:lnTo>
                <a:lnTo>
                  <a:pt x="1083933" y="101845"/>
                </a:lnTo>
                <a:lnTo>
                  <a:pt x="1083947" y="101699"/>
                </a:lnTo>
                <a:lnTo>
                  <a:pt x="1083962" y="101550"/>
                </a:lnTo>
                <a:lnTo>
                  <a:pt x="1083976" y="101397"/>
                </a:lnTo>
                <a:lnTo>
                  <a:pt x="1083990" y="101240"/>
                </a:lnTo>
                <a:lnTo>
                  <a:pt x="1084003" y="101079"/>
                </a:lnTo>
                <a:lnTo>
                  <a:pt x="1084016" y="100914"/>
                </a:lnTo>
                <a:lnTo>
                  <a:pt x="1084028" y="100746"/>
                </a:lnTo>
                <a:lnTo>
                  <a:pt x="1084040" y="100574"/>
                </a:lnTo>
                <a:lnTo>
                  <a:pt x="1084052" y="100398"/>
                </a:lnTo>
                <a:lnTo>
                  <a:pt x="1084063" y="100218"/>
                </a:lnTo>
                <a:lnTo>
                  <a:pt x="1084074" y="100034"/>
                </a:lnTo>
                <a:lnTo>
                  <a:pt x="1084085" y="99847"/>
                </a:lnTo>
                <a:lnTo>
                  <a:pt x="1084095" y="99656"/>
                </a:lnTo>
                <a:lnTo>
                  <a:pt x="1084104" y="99461"/>
                </a:lnTo>
                <a:lnTo>
                  <a:pt x="1084114" y="99265"/>
                </a:lnTo>
                <a:lnTo>
                  <a:pt x="1084123" y="99074"/>
                </a:lnTo>
                <a:lnTo>
                  <a:pt x="1084131" y="98885"/>
                </a:lnTo>
                <a:lnTo>
                  <a:pt x="1084139" y="98700"/>
                </a:lnTo>
                <a:lnTo>
                  <a:pt x="1084147" y="98519"/>
                </a:lnTo>
                <a:lnTo>
                  <a:pt x="1084154" y="98340"/>
                </a:lnTo>
                <a:lnTo>
                  <a:pt x="1084161" y="98166"/>
                </a:lnTo>
                <a:lnTo>
                  <a:pt x="1084168" y="97994"/>
                </a:lnTo>
                <a:lnTo>
                  <a:pt x="1084174" y="97826"/>
                </a:lnTo>
                <a:lnTo>
                  <a:pt x="1084180" y="97662"/>
                </a:lnTo>
                <a:lnTo>
                  <a:pt x="1084185" y="97501"/>
                </a:lnTo>
                <a:lnTo>
                  <a:pt x="1084190" y="97343"/>
                </a:lnTo>
                <a:lnTo>
                  <a:pt x="1084194" y="97188"/>
                </a:lnTo>
                <a:lnTo>
                  <a:pt x="1084199" y="97037"/>
                </a:lnTo>
                <a:lnTo>
                  <a:pt x="1084202" y="96890"/>
                </a:lnTo>
                <a:lnTo>
                  <a:pt x="1084206" y="96746"/>
                </a:lnTo>
                <a:lnTo>
                  <a:pt x="1084209" y="96605"/>
                </a:lnTo>
                <a:lnTo>
                  <a:pt x="1084211" y="96468"/>
                </a:lnTo>
                <a:lnTo>
                  <a:pt x="1084213" y="96334"/>
                </a:lnTo>
                <a:lnTo>
                  <a:pt x="1084215" y="96203"/>
                </a:lnTo>
                <a:lnTo>
                  <a:pt x="1084217" y="96076"/>
                </a:lnTo>
                <a:lnTo>
                  <a:pt x="1084218" y="95952"/>
                </a:lnTo>
                <a:lnTo>
                  <a:pt x="1084218" y="95832"/>
                </a:lnTo>
                <a:lnTo>
                  <a:pt x="1084218" y="95715"/>
                </a:lnTo>
                <a:lnTo>
                  <a:pt x="1084193" y="93470"/>
                </a:lnTo>
                <a:lnTo>
                  <a:pt x="1084118" y="91268"/>
                </a:lnTo>
                <a:lnTo>
                  <a:pt x="1083993" y="89109"/>
                </a:lnTo>
                <a:lnTo>
                  <a:pt x="1083818" y="86994"/>
                </a:lnTo>
                <a:lnTo>
                  <a:pt x="1083592" y="84922"/>
                </a:lnTo>
                <a:lnTo>
                  <a:pt x="1083317" y="82894"/>
                </a:lnTo>
                <a:lnTo>
                  <a:pt x="1082991" y="80909"/>
                </a:lnTo>
                <a:lnTo>
                  <a:pt x="1082616" y="78968"/>
                </a:lnTo>
                <a:lnTo>
                  <a:pt x="1082190" y="77070"/>
                </a:lnTo>
                <a:lnTo>
                  <a:pt x="1081714" y="75215"/>
                </a:lnTo>
                <a:lnTo>
                  <a:pt x="1081188" y="73404"/>
                </a:lnTo>
                <a:lnTo>
                  <a:pt x="1080612" y="71637"/>
                </a:lnTo>
                <a:lnTo>
                  <a:pt x="1079986" y="69912"/>
                </a:lnTo>
                <a:lnTo>
                  <a:pt x="1079310" y="68232"/>
                </a:lnTo>
                <a:lnTo>
                  <a:pt x="1078583" y="66594"/>
                </a:lnTo>
                <a:lnTo>
                  <a:pt x="1077807" y="65000"/>
                </a:lnTo>
                <a:lnTo>
                  <a:pt x="1076980" y="63450"/>
                </a:lnTo>
                <a:lnTo>
                  <a:pt x="1076104" y="61943"/>
                </a:lnTo>
                <a:lnTo>
                  <a:pt x="1075177" y="60479"/>
                </a:lnTo>
                <a:lnTo>
                  <a:pt x="1074200" y="59059"/>
                </a:lnTo>
                <a:lnTo>
                  <a:pt x="1073173" y="57682"/>
                </a:lnTo>
                <a:lnTo>
                  <a:pt x="1072097" y="56349"/>
                </a:lnTo>
                <a:lnTo>
                  <a:pt x="1070970" y="55059"/>
                </a:lnTo>
                <a:lnTo>
                  <a:pt x="1069792" y="53813"/>
                </a:lnTo>
                <a:lnTo>
                  <a:pt x="1068572" y="52613"/>
                </a:lnTo>
                <a:lnTo>
                  <a:pt x="1067316" y="51465"/>
                </a:lnTo>
                <a:lnTo>
                  <a:pt x="1066023" y="50368"/>
                </a:lnTo>
                <a:lnTo>
                  <a:pt x="1064694" y="49322"/>
                </a:lnTo>
                <a:lnTo>
                  <a:pt x="1063329" y="48327"/>
                </a:lnTo>
                <a:lnTo>
                  <a:pt x="1061927" y="47383"/>
                </a:lnTo>
                <a:lnTo>
                  <a:pt x="1060490" y="46490"/>
                </a:lnTo>
                <a:lnTo>
                  <a:pt x="1059016" y="45648"/>
                </a:lnTo>
                <a:lnTo>
                  <a:pt x="1057505" y="44857"/>
                </a:lnTo>
                <a:lnTo>
                  <a:pt x="1055959" y="44117"/>
                </a:lnTo>
                <a:lnTo>
                  <a:pt x="1054377" y="43428"/>
                </a:lnTo>
                <a:lnTo>
                  <a:pt x="1052758" y="42790"/>
                </a:lnTo>
                <a:lnTo>
                  <a:pt x="1051103" y="42203"/>
                </a:lnTo>
                <a:lnTo>
                  <a:pt x="1049411" y="41667"/>
                </a:lnTo>
                <a:lnTo>
                  <a:pt x="1047684" y="41182"/>
                </a:lnTo>
                <a:lnTo>
                  <a:pt x="1045920" y="40749"/>
                </a:lnTo>
                <a:lnTo>
                  <a:pt x="1044120" y="40366"/>
                </a:lnTo>
                <a:lnTo>
                  <a:pt x="1042284" y="40034"/>
                </a:lnTo>
                <a:lnTo>
                  <a:pt x="1040411" y="39754"/>
                </a:lnTo>
                <a:lnTo>
                  <a:pt x="1038503" y="39524"/>
                </a:lnTo>
                <a:lnTo>
                  <a:pt x="1036558" y="39345"/>
                </a:lnTo>
                <a:lnTo>
                  <a:pt x="1034577" y="39218"/>
                </a:lnTo>
                <a:lnTo>
                  <a:pt x="1032559" y="39141"/>
                </a:lnTo>
                <a:lnTo>
                  <a:pt x="1030506" y="39116"/>
                </a:lnTo>
                <a:lnTo>
                  <a:pt x="1029023" y="39128"/>
                </a:lnTo>
                <a:lnTo>
                  <a:pt x="1027561" y="39164"/>
                </a:lnTo>
                <a:lnTo>
                  <a:pt x="1026118" y="39225"/>
                </a:lnTo>
                <a:lnTo>
                  <a:pt x="1024694" y="39310"/>
                </a:lnTo>
                <a:lnTo>
                  <a:pt x="1023291" y="39419"/>
                </a:lnTo>
                <a:lnTo>
                  <a:pt x="1021906" y="39552"/>
                </a:lnTo>
                <a:lnTo>
                  <a:pt x="1020542" y="39710"/>
                </a:lnTo>
                <a:lnTo>
                  <a:pt x="1019197" y="39891"/>
                </a:lnTo>
                <a:lnTo>
                  <a:pt x="1017871" y="40097"/>
                </a:lnTo>
                <a:lnTo>
                  <a:pt x="1016566" y="40328"/>
                </a:lnTo>
                <a:lnTo>
                  <a:pt x="1015279" y="40582"/>
                </a:lnTo>
                <a:lnTo>
                  <a:pt x="1014013" y="40861"/>
                </a:lnTo>
                <a:lnTo>
                  <a:pt x="1012766" y="41164"/>
                </a:lnTo>
                <a:lnTo>
                  <a:pt x="1011538" y="41491"/>
                </a:lnTo>
                <a:lnTo>
                  <a:pt x="1010330" y="41843"/>
                </a:lnTo>
                <a:lnTo>
                  <a:pt x="1009142" y="42218"/>
                </a:lnTo>
                <a:lnTo>
                  <a:pt x="1007974" y="42618"/>
                </a:lnTo>
                <a:lnTo>
                  <a:pt x="1006825" y="43043"/>
                </a:lnTo>
                <a:lnTo>
                  <a:pt x="1005695" y="43491"/>
                </a:lnTo>
                <a:lnTo>
                  <a:pt x="1004585" y="43964"/>
                </a:lnTo>
                <a:lnTo>
                  <a:pt x="1003495" y="44461"/>
                </a:lnTo>
                <a:lnTo>
                  <a:pt x="1002425" y="44982"/>
                </a:lnTo>
                <a:lnTo>
                  <a:pt x="1001374" y="45527"/>
                </a:lnTo>
                <a:lnTo>
                  <a:pt x="1000342" y="46097"/>
                </a:lnTo>
                <a:lnTo>
                  <a:pt x="999331" y="46689"/>
                </a:lnTo>
                <a:lnTo>
                  <a:pt x="998340" y="47302"/>
                </a:lnTo>
                <a:lnTo>
                  <a:pt x="997370" y="47935"/>
                </a:lnTo>
                <a:lnTo>
                  <a:pt x="996420" y="48589"/>
                </a:lnTo>
                <a:lnTo>
                  <a:pt x="995492" y="49264"/>
                </a:lnTo>
                <a:lnTo>
                  <a:pt x="994583" y="49959"/>
                </a:lnTo>
                <a:lnTo>
                  <a:pt x="993695" y="50675"/>
                </a:lnTo>
                <a:lnTo>
                  <a:pt x="992828" y="51412"/>
                </a:lnTo>
                <a:lnTo>
                  <a:pt x="991982" y="52169"/>
                </a:lnTo>
                <a:lnTo>
                  <a:pt x="991156" y="52947"/>
                </a:lnTo>
                <a:lnTo>
                  <a:pt x="990350" y="53745"/>
                </a:lnTo>
                <a:lnTo>
                  <a:pt x="989565" y="54564"/>
                </a:lnTo>
                <a:lnTo>
                  <a:pt x="988801" y="55404"/>
                </a:lnTo>
                <a:lnTo>
                  <a:pt x="988058" y="56265"/>
                </a:lnTo>
                <a:lnTo>
                  <a:pt x="987334" y="57146"/>
                </a:lnTo>
                <a:lnTo>
                  <a:pt x="986632" y="58047"/>
                </a:lnTo>
                <a:lnTo>
                  <a:pt x="985950" y="58970"/>
                </a:lnTo>
                <a:lnTo>
                  <a:pt x="985289" y="59913"/>
                </a:lnTo>
                <a:lnTo>
                  <a:pt x="984648" y="60876"/>
                </a:lnTo>
                <a:lnTo>
                  <a:pt x="984028" y="61861"/>
                </a:lnTo>
                <a:lnTo>
                  <a:pt x="983429" y="62866"/>
                </a:lnTo>
                <a:lnTo>
                  <a:pt x="982850" y="63891"/>
                </a:lnTo>
                <a:lnTo>
                  <a:pt x="982291" y="64937"/>
                </a:lnTo>
                <a:lnTo>
                  <a:pt x="981754" y="66004"/>
                </a:lnTo>
                <a:lnTo>
                  <a:pt x="981237" y="67090"/>
                </a:lnTo>
                <a:lnTo>
                  <a:pt x="980743" y="68192"/>
                </a:lnTo>
                <a:lnTo>
                  <a:pt x="980270" y="69312"/>
                </a:lnTo>
                <a:lnTo>
                  <a:pt x="979820" y="70449"/>
                </a:lnTo>
                <a:lnTo>
                  <a:pt x="979391" y="71604"/>
                </a:lnTo>
                <a:lnTo>
                  <a:pt x="978985" y="72775"/>
                </a:lnTo>
                <a:lnTo>
                  <a:pt x="978600" y="73964"/>
                </a:lnTo>
                <a:lnTo>
                  <a:pt x="978237" y="75170"/>
                </a:lnTo>
                <a:lnTo>
                  <a:pt x="977897" y="76394"/>
                </a:lnTo>
                <a:lnTo>
                  <a:pt x="977578" y="77634"/>
                </a:lnTo>
                <a:lnTo>
                  <a:pt x="977281" y="78892"/>
                </a:lnTo>
                <a:lnTo>
                  <a:pt x="977007" y="80167"/>
                </a:lnTo>
                <a:lnTo>
                  <a:pt x="976754" y="81460"/>
                </a:lnTo>
                <a:lnTo>
                  <a:pt x="976523" y="82769"/>
                </a:lnTo>
                <a:lnTo>
                  <a:pt x="976315" y="84096"/>
                </a:lnTo>
                <a:lnTo>
                  <a:pt x="976128" y="85440"/>
                </a:lnTo>
                <a:lnTo>
                  <a:pt x="975963" y="86801"/>
                </a:lnTo>
                <a:lnTo>
                  <a:pt x="975820" y="88180"/>
                </a:lnTo>
                <a:lnTo>
                  <a:pt x="975699" y="89575"/>
                </a:lnTo>
                <a:lnTo>
                  <a:pt x="975600" y="90988"/>
                </a:lnTo>
                <a:lnTo>
                  <a:pt x="975523" y="92419"/>
                </a:lnTo>
                <a:lnTo>
                  <a:pt x="975468" y="93866"/>
                </a:lnTo>
                <a:lnTo>
                  <a:pt x="975435" y="95331"/>
                </a:lnTo>
                <a:lnTo>
                  <a:pt x="975424" y="96813"/>
                </a:lnTo>
                <a:lnTo>
                  <a:pt x="975436" y="98342"/>
                </a:lnTo>
                <a:lnTo>
                  <a:pt x="975470" y="99853"/>
                </a:lnTo>
                <a:lnTo>
                  <a:pt x="975526" y="101346"/>
                </a:lnTo>
                <a:lnTo>
                  <a:pt x="975605" y="102820"/>
                </a:lnTo>
                <a:lnTo>
                  <a:pt x="975707" y="104276"/>
                </a:lnTo>
                <a:lnTo>
                  <a:pt x="975831" y="105713"/>
                </a:lnTo>
                <a:lnTo>
                  <a:pt x="975977" y="107132"/>
                </a:lnTo>
                <a:lnTo>
                  <a:pt x="976147" y="108532"/>
                </a:lnTo>
                <a:lnTo>
                  <a:pt x="976339" y="109914"/>
                </a:lnTo>
                <a:lnTo>
                  <a:pt x="976553" y="111278"/>
                </a:lnTo>
                <a:lnTo>
                  <a:pt x="976790" y="112623"/>
                </a:lnTo>
                <a:lnTo>
                  <a:pt x="977050" y="113950"/>
                </a:lnTo>
                <a:lnTo>
                  <a:pt x="977332" y="115258"/>
                </a:lnTo>
                <a:lnTo>
                  <a:pt x="977636" y="116548"/>
                </a:lnTo>
                <a:lnTo>
                  <a:pt x="977964" y="117820"/>
                </a:lnTo>
                <a:lnTo>
                  <a:pt x="978313" y="119073"/>
                </a:lnTo>
                <a:lnTo>
                  <a:pt x="978686" y="120307"/>
                </a:lnTo>
                <a:lnTo>
                  <a:pt x="979081" y="121523"/>
                </a:lnTo>
                <a:lnTo>
                  <a:pt x="979498" y="122721"/>
                </a:lnTo>
                <a:lnTo>
                  <a:pt x="979939" y="123901"/>
                </a:lnTo>
                <a:lnTo>
                  <a:pt x="980401" y="125061"/>
                </a:lnTo>
                <a:lnTo>
                  <a:pt x="980886" y="126204"/>
                </a:lnTo>
                <a:lnTo>
                  <a:pt x="981394" y="127328"/>
                </a:lnTo>
                <a:lnTo>
                  <a:pt x="981925" y="128434"/>
                </a:lnTo>
                <a:lnTo>
                  <a:pt x="982477" y="129519"/>
                </a:lnTo>
                <a:lnTo>
                  <a:pt x="983051" y="130583"/>
                </a:lnTo>
                <a:lnTo>
                  <a:pt x="983646" y="131626"/>
                </a:lnTo>
                <a:lnTo>
                  <a:pt x="984263" y="132647"/>
                </a:lnTo>
                <a:lnTo>
                  <a:pt x="984900" y="133647"/>
                </a:lnTo>
                <a:lnTo>
                  <a:pt x="985560" y="134625"/>
                </a:lnTo>
                <a:lnTo>
                  <a:pt x="986240" y="135582"/>
                </a:lnTo>
                <a:lnTo>
                  <a:pt x="986942" y="136517"/>
                </a:lnTo>
                <a:lnTo>
                  <a:pt x="987666" y="137431"/>
                </a:lnTo>
                <a:lnTo>
                  <a:pt x="988411" y="138324"/>
                </a:lnTo>
                <a:lnTo>
                  <a:pt x="989177" y="139195"/>
                </a:lnTo>
                <a:lnTo>
                  <a:pt x="989965" y="140044"/>
                </a:lnTo>
                <a:lnTo>
                  <a:pt x="990774" y="140873"/>
                </a:lnTo>
                <a:lnTo>
                  <a:pt x="991604" y="141679"/>
                </a:lnTo>
                <a:lnTo>
                  <a:pt x="992456" y="142465"/>
                </a:lnTo>
                <a:lnTo>
                  <a:pt x="993329" y="143229"/>
                </a:lnTo>
                <a:lnTo>
                  <a:pt x="994223" y="143971"/>
                </a:lnTo>
                <a:lnTo>
                  <a:pt x="995139" y="144692"/>
                </a:lnTo>
                <a:lnTo>
                  <a:pt x="996076" y="145392"/>
                </a:lnTo>
                <a:lnTo>
                  <a:pt x="997035" y="146070"/>
                </a:lnTo>
                <a:lnTo>
                  <a:pt x="998015" y="146727"/>
                </a:lnTo>
                <a:lnTo>
                  <a:pt x="999016" y="147362"/>
                </a:lnTo>
                <a:lnTo>
                  <a:pt x="1000039" y="147976"/>
                </a:lnTo>
                <a:lnTo>
                  <a:pt x="1001083" y="148569"/>
                </a:lnTo>
                <a:lnTo>
                  <a:pt x="1002149" y="149139"/>
                </a:lnTo>
                <a:lnTo>
                  <a:pt x="1003234" y="149684"/>
                </a:lnTo>
                <a:lnTo>
                  <a:pt x="1004341" y="150205"/>
                </a:lnTo>
                <a:lnTo>
                  <a:pt x="1005468" y="150702"/>
                </a:lnTo>
                <a:lnTo>
                  <a:pt x="1006615" y="151175"/>
                </a:lnTo>
                <a:lnTo>
                  <a:pt x="1007783" y="151623"/>
                </a:lnTo>
                <a:lnTo>
                  <a:pt x="1008972" y="152047"/>
                </a:lnTo>
                <a:lnTo>
                  <a:pt x="1010181" y="152447"/>
                </a:lnTo>
                <a:lnTo>
                  <a:pt x="1011411" y="152823"/>
                </a:lnTo>
                <a:lnTo>
                  <a:pt x="1012662" y="153175"/>
                </a:lnTo>
                <a:lnTo>
                  <a:pt x="1013933" y="153502"/>
                </a:lnTo>
                <a:lnTo>
                  <a:pt x="1015224" y="153805"/>
                </a:lnTo>
                <a:lnTo>
                  <a:pt x="1016537" y="154084"/>
                </a:lnTo>
                <a:lnTo>
                  <a:pt x="1017869" y="154338"/>
                </a:lnTo>
                <a:lnTo>
                  <a:pt x="1019223" y="154568"/>
                </a:lnTo>
                <a:lnTo>
                  <a:pt x="1020597" y="154775"/>
                </a:lnTo>
                <a:lnTo>
                  <a:pt x="1021992" y="154956"/>
                </a:lnTo>
                <a:lnTo>
                  <a:pt x="1023407" y="155114"/>
                </a:lnTo>
                <a:lnTo>
                  <a:pt x="1024842" y="155247"/>
                </a:lnTo>
                <a:lnTo>
                  <a:pt x="1026299" y="155356"/>
                </a:lnTo>
                <a:lnTo>
                  <a:pt x="1027776" y="155441"/>
                </a:lnTo>
                <a:lnTo>
                  <a:pt x="1029273" y="155502"/>
                </a:lnTo>
                <a:lnTo>
                  <a:pt x="1030792" y="155538"/>
                </a:lnTo>
                <a:lnTo>
                  <a:pt x="1032330" y="155550"/>
                </a:lnTo>
                <a:lnTo>
                  <a:pt x="1033588" y="155543"/>
                </a:lnTo>
                <a:lnTo>
                  <a:pt x="1034832" y="155520"/>
                </a:lnTo>
                <a:lnTo>
                  <a:pt x="1036062" y="155483"/>
                </a:lnTo>
                <a:lnTo>
                  <a:pt x="1037280" y="155430"/>
                </a:lnTo>
                <a:lnTo>
                  <a:pt x="1038484" y="155362"/>
                </a:lnTo>
                <a:close/>
                <a:moveTo>
                  <a:pt x="1006532" y="79329"/>
                </a:moveTo>
                <a:lnTo>
                  <a:pt x="1006703" y="78466"/>
                </a:lnTo>
                <a:lnTo>
                  <a:pt x="1006896" y="77622"/>
                </a:lnTo>
                <a:lnTo>
                  <a:pt x="1007109" y="76797"/>
                </a:lnTo>
                <a:lnTo>
                  <a:pt x="1007342" y="75991"/>
                </a:lnTo>
                <a:lnTo>
                  <a:pt x="1007597" y="75204"/>
                </a:lnTo>
                <a:lnTo>
                  <a:pt x="1007872" y="74437"/>
                </a:lnTo>
                <a:lnTo>
                  <a:pt x="1008168" y="73688"/>
                </a:lnTo>
                <a:lnTo>
                  <a:pt x="1008485" y="72959"/>
                </a:lnTo>
                <a:lnTo>
                  <a:pt x="1008823" y="72249"/>
                </a:lnTo>
                <a:lnTo>
                  <a:pt x="1009181" y="71558"/>
                </a:lnTo>
                <a:lnTo>
                  <a:pt x="1009560" y="70887"/>
                </a:lnTo>
                <a:lnTo>
                  <a:pt x="1009960" y="70234"/>
                </a:lnTo>
                <a:lnTo>
                  <a:pt x="1010381" y="69601"/>
                </a:lnTo>
                <a:lnTo>
                  <a:pt x="1010823" y="68987"/>
                </a:lnTo>
                <a:lnTo>
                  <a:pt x="1011285" y="68392"/>
                </a:lnTo>
                <a:lnTo>
                  <a:pt x="1011768" y="67816"/>
                </a:lnTo>
                <a:lnTo>
                  <a:pt x="1012272" y="67259"/>
                </a:lnTo>
                <a:lnTo>
                  <a:pt x="1012797" y="66722"/>
                </a:lnTo>
                <a:lnTo>
                  <a:pt x="1013343" y="66204"/>
                </a:lnTo>
                <a:lnTo>
                  <a:pt x="1013905" y="65706"/>
                </a:lnTo>
                <a:lnTo>
                  <a:pt x="1014481" y="65229"/>
                </a:lnTo>
                <a:lnTo>
                  <a:pt x="1015070" y="64773"/>
                </a:lnTo>
                <a:lnTo>
                  <a:pt x="1015673" y="64338"/>
                </a:lnTo>
                <a:lnTo>
                  <a:pt x="1016288" y="63925"/>
                </a:lnTo>
                <a:lnTo>
                  <a:pt x="1016917" y="63533"/>
                </a:lnTo>
                <a:lnTo>
                  <a:pt x="1017559" y="63162"/>
                </a:lnTo>
                <a:lnTo>
                  <a:pt x="1018215" y="62812"/>
                </a:lnTo>
                <a:lnTo>
                  <a:pt x="1018883" y="62484"/>
                </a:lnTo>
                <a:lnTo>
                  <a:pt x="1019565" y="62176"/>
                </a:lnTo>
                <a:lnTo>
                  <a:pt x="1020261" y="61890"/>
                </a:lnTo>
                <a:lnTo>
                  <a:pt x="1020969" y="61625"/>
                </a:lnTo>
                <a:lnTo>
                  <a:pt x="1021691" y="61381"/>
                </a:lnTo>
                <a:lnTo>
                  <a:pt x="1022426" y="61159"/>
                </a:lnTo>
                <a:lnTo>
                  <a:pt x="1023174" y="60957"/>
                </a:lnTo>
                <a:lnTo>
                  <a:pt x="1023936" y="60777"/>
                </a:lnTo>
                <a:lnTo>
                  <a:pt x="1024711" y="60618"/>
                </a:lnTo>
                <a:lnTo>
                  <a:pt x="1025499" y="60481"/>
                </a:lnTo>
                <a:lnTo>
                  <a:pt x="1026300" y="60364"/>
                </a:lnTo>
                <a:lnTo>
                  <a:pt x="1027115" y="60269"/>
                </a:lnTo>
                <a:lnTo>
                  <a:pt x="1027942" y="60194"/>
                </a:lnTo>
                <a:lnTo>
                  <a:pt x="1028784" y="60141"/>
                </a:lnTo>
                <a:lnTo>
                  <a:pt x="1029638" y="60110"/>
                </a:lnTo>
                <a:lnTo>
                  <a:pt x="1030506" y="60099"/>
                </a:lnTo>
                <a:lnTo>
                  <a:pt x="1031355" y="60109"/>
                </a:lnTo>
                <a:lnTo>
                  <a:pt x="1032191" y="60140"/>
                </a:lnTo>
                <a:lnTo>
                  <a:pt x="1033014" y="60192"/>
                </a:lnTo>
                <a:lnTo>
                  <a:pt x="1033824" y="60264"/>
                </a:lnTo>
                <a:lnTo>
                  <a:pt x="1034621" y="60356"/>
                </a:lnTo>
                <a:lnTo>
                  <a:pt x="1035406" y="60470"/>
                </a:lnTo>
                <a:lnTo>
                  <a:pt x="1036177" y="60603"/>
                </a:lnTo>
                <a:lnTo>
                  <a:pt x="1036936" y="60758"/>
                </a:lnTo>
                <a:lnTo>
                  <a:pt x="1037682" y="60933"/>
                </a:lnTo>
                <a:lnTo>
                  <a:pt x="1038415" y="61128"/>
                </a:lnTo>
                <a:lnTo>
                  <a:pt x="1039135" y="61345"/>
                </a:lnTo>
                <a:lnTo>
                  <a:pt x="1039843" y="61581"/>
                </a:lnTo>
                <a:lnTo>
                  <a:pt x="1040537" y="61839"/>
                </a:lnTo>
                <a:lnTo>
                  <a:pt x="1041219" y="62117"/>
                </a:lnTo>
                <a:lnTo>
                  <a:pt x="1041887" y="62415"/>
                </a:lnTo>
                <a:lnTo>
                  <a:pt x="1042543" y="62735"/>
                </a:lnTo>
                <a:lnTo>
                  <a:pt x="1043186" y="63074"/>
                </a:lnTo>
                <a:lnTo>
                  <a:pt x="1043816" y="63435"/>
                </a:lnTo>
                <a:lnTo>
                  <a:pt x="1044433" y="63816"/>
                </a:lnTo>
                <a:lnTo>
                  <a:pt x="1045038" y="64217"/>
                </a:lnTo>
                <a:lnTo>
                  <a:pt x="1045629" y="64639"/>
                </a:lnTo>
                <a:lnTo>
                  <a:pt x="1046208" y="65082"/>
                </a:lnTo>
                <a:lnTo>
                  <a:pt x="1046774" y="65545"/>
                </a:lnTo>
                <a:lnTo>
                  <a:pt x="1047327" y="66029"/>
                </a:lnTo>
                <a:lnTo>
                  <a:pt x="1047862" y="66534"/>
                </a:lnTo>
                <a:lnTo>
                  <a:pt x="1048376" y="67059"/>
                </a:lnTo>
                <a:lnTo>
                  <a:pt x="1048869" y="67606"/>
                </a:lnTo>
                <a:lnTo>
                  <a:pt x="1049340" y="68174"/>
                </a:lnTo>
                <a:lnTo>
                  <a:pt x="1049789" y="68762"/>
                </a:lnTo>
                <a:lnTo>
                  <a:pt x="1050217" y="69372"/>
                </a:lnTo>
                <a:lnTo>
                  <a:pt x="1050623" y="70002"/>
                </a:lnTo>
                <a:lnTo>
                  <a:pt x="1051007" y="70654"/>
                </a:lnTo>
                <a:lnTo>
                  <a:pt x="1051371" y="71327"/>
                </a:lnTo>
                <a:lnTo>
                  <a:pt x="1051712" y="72020"/>
                </a:lnTo>
                <a:lnTo>
                  <a:pt x="1052032" y="72735"/>
                </a:lnTo>
                <a:lnTo>
                  <a:pt x="1052330" y="73470"/>
                </a:lnTo>
                <a:lnTo>
                  <a:pt x="1052607" y="74227"/>
                </a:lnTo>
                <a:lnTo>
                  <a:pt x="1052862" y="75004"/>
                </a:lnTo>
                <a:lnTo>
                  <a:pt x="1053095" y="75803"/>
                </a:lnTo>
                <a:lnTo>
                  <a:pt x="1053307" y="76622"/>
                </a:lnTo>
                <a:lnTo>
                  <a:pt x="1053498" y="77463"/>
                </a:lnTo>
                <a:lnTo>
                  <a:pt x="1053666" y="78324"/>
                </a:lnTo>
                <a:lnTo>
                  <a:pt x="1053814" y="79206"/>
                </a:lnTo>
                <a:lnTo>
                  <a:pt x="1053939" y="80110"/>
                </a:lnTo>
                <a:lnTo>
                  <a:pt x="1054043" y="81034"/>
                </a:lnTo>
                <a:lnTo>
                  <a:pt x="1054126" y="81980"/>
                </a:lnTo>
                <a:lnTo>
                  <a:pt x="1054187" y="82946"/>
                </a:lnTo>
                <a:lnTo>
                  <a:pt x="1054226" y="83933"/>
                </a:lnTo>
                <a:lnTo>
                  <a:pt x="1005987" y="83933"/>
                </a:lnTo>
                <a:lnTo>
                  <a:pt x="1006055" y="82974"/>
                </a:lnTo>
                <a:lnTo>
                  <a:pt x="1006143" y="82034"/>
                </a:lnTo>
                <a:lnTo>
                  <a:pt x="1006252" y="81113"/>
                </a:lnTo>
                <a:lnTo>
                  <a:pt x="1006382" y="80212"/>
                </a:lnTo>
                <a:lnTo>
                  <a:pt x="1006532" y="7932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" name="Text UserDiscussion">
            <a:extLst xmlns:a="http://schemas.openxmlformats.org/drawingml/2006/main">
              <a:ext uri="{FF2B5EF4-FFF2-40B4-BE49-F238E27FC236}">
                <a16:creationId xmlns:a16="http://schemas.microsoft.com/office/drawing/2014/main" id="{7FFB7650-DE19-4494-ABB9-9FF09F571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9416" y="3229866"/>
            <a:ext cx="1712385" cy="158743"/>
          </a:xfrm>
          <a:custGeom xmlns:a="http://schemas.openxmlformats.org/drawingml/2006/main">
            <a:pathLst>
              <a:path w="1712385" h="158743">
                <a:moveTo>
                  <a:pt x="64775" y="158743"/>
                </a:moveTo>
                <a:cubicBezTo>
                  <a:pt x="49721" y="158743"/>
                  <a:pt x="37405" y="156330"/>
                  <a:pt x="27826" y="151502"/>
                </a:cubicBezTo>
                <a:cubicBezTo>
                  <a:pt x="18246" y="146674"/>
                  <a:pt x="11214" y="139547"/>
                  <a:pt x="6728" y="130119"/>
                </a:cubicBezTo>
                <a:cubicBezTo>
                  <a:pt x="2243" y="120692"/>
                  <a:pt x="0" y="109212"/>
                  <a:pt x="0" y="95679"/>
                </a:cubicBezTo>
                <a:lnTo>
                  <a:pt x="0" y="3193"/>
                </a:lnTo>
                <a:lnTo>
                  <a:pt x="32843" y="3193"/>
                </a:lnTo>
                <a:lnTo>
                  <a:pt x="32843" y="94881"/>
                </a:lnTo>
                <a:cubicBezTo>
                  <a:pt x="32843" y="107501"/>
                  <a:pt x="35428" y="116891"/>
                  <a:pt x="40598" y="123049"/>
                </a:cubicBezTo>
                <a:cubicBezTo>
                  <a:pt x="45768" y="129207"/>
                  <a:pt x="53903" y="132286"/>
                  <a:pt x="65003" y="132286"/>
                </a:cubicBezTo>
                <a:cubicBezTo>
                  <a:pt x="76179" y="132286"/>
                  <a:pt x="84256" y="129207"/>
                  <a:pt x="89236" y="123049"/>
                </a:cubicBezTo>
                <a:cubicBezTo>
                  <a:pt x="94216" y="116891"/>
                  <a:pt x="96706" y="107501"/>
                  <a:pt x="96706" y="94881"/>
                </a:cubicBezTo>
                <a:lnTo>
                  <a:pt x="96706" y="3193"/>
                </a:lnTo>
                <a:lnTo>
                  <a:pt x="129663" y="3193"/>
                </a:lnTo>
                <a:lnTo>
                  <a:pt x="129663" y="95679"/>
                </a:lnTo>
                <a:cubicBezTo>
                  <a:pt x="129663" y="109212"/>
                  <a:pt x="127420" y="120692"/>
                  <a:pt x="122935" y="130119"/>
                </a:cubicBezTo>
                <a:cubicBezTo>
                  <a:pt x="118449" y="139547"/>
                  <a:pt x="111436" y="146674"/>
                  <a:pt x="101895" y="151502"/>
                </a:cubicBezTo>
                <a:cubicBezTo>
                  <a:pt x="92353" y="156330"/>
                  <a:pt x="79980" y="158743"/>
                  <a:pt x="64775" y="158743"/>
                </a:cubicBezTo>
                <a:close/>
                <a:moveTo>
                  <a:pt x="208316" y="158743"/>
                </a:moveTo>
                <a:cubicBezTo>
                  <a:pt x="202158" y="158743"/>
                  <a:pt x="196113" y="158167"/>
                  <a:pt x="190183" y="157015"/>
                </a:cubicBezTo>
                <a:cubicBezTo>
                  <a:pt x="184253" y="155863"/>
                  <a:pt x="178893" y="153884"/>
                  <a:pt x="174104" y="151078"/>
                </a:cubicBezTo>
                <a:cubicBezTo>
                  <a:pt x="169314" y="148272"/>
                  <a:pt x="165513" y="144448"/>
                  <a:pt x="162700" y="139606"/>
                </a:cubicBezTo>
                <a:cubicBezTo>
                  <a:pt x="159887" y="134764"/>
                  <a:pt x="158480" y="128731"/>
                  <a:pt x="158480" y="121506"/>
                </a:cubicBezTo>
                <a:lnTo>
                  <a:pt x="186534" y="121506"/>
                </a:lnTo>
                <a:cubicBezTo>
                  <a:pt x="186534" y="127890"/>
                  <a:pt x="188720" y="132328"/>
                  <a:pt x="193091" y="134820"/>
                </a:cubicBezTo>
                <a:cubicBezTo>
                  <a:pt x="197463" y="137312"/>
                  <a:pt x="202576" y="138558"/>
                  <a:pt x="208430" y="138558"/>
                </a:cubicBezTo>
                <a:cubicBezTo>
                  <a:pt x="214208" y="138558"/>
                  <a:pt x="218693" y="137601"/>
                  <a:pt x="221886" y="135686"/>
                </a:cubicBezTo>
                <a:cubicBezTo>
                  <a:pt x="225080" y="133769"/>
                  <a:pt x="226676" y="130541"/>
                  <a:pt x="226676" y="126003"/>
                </a:cubicBezTo>
                <a:cubicBezTo>
                  <a:pt x="226676" y="121777"/>
                  <a:pt x="224794" y="118626"/>
                  <a:pt x="221031" y="116552"/>
                </a:cubicBezTo>
                <a:cubicBezTo>
                  <a:pt x="217268" y="114476"/>
                  <a:pt x="210673" y="112361"/>
                  <a:pt x="201245" y="110209"/>
                </a:cubicBezTo>
                <a:cubicBezTo>
                  <a:pt x="193338" y="108287"/>
                  <a:pt x="186287" y="105962"/>
                  <a:pt x="180091" y="103235"/>
                </a:cubicBezTo>
                <a:cubicBezTo>
                  <a:pt x="173895" y="100507"/>
                  <a:pt x="169048" y="96858"/>
                  <a:pt x="165551" y="92287"/>
                </a:cubicBezTo>
                <a:cubicBezTo>
                  <a:pt x="162054" y="87713"/>
                  <a:pt x="160305" y="81699"/>
                  <a:pt x="160305" y="74243"/>
                </a:cubicBezTo>
                <a:cubicBezTo>
                  <a:pt x="160305" y="68401"/>
                  <a:pt x="161635" y="63444"/>
                  <a:pt x="164296" y="59372"/>
                </a:cubicBezTo>
                <a:cubicBezTo>
                  <a:pt x="166957" y="55297"/>
                  <a:pt x="170511" y="52012"/>
                  <a:pt x="174959" y="49515"/>
                </a:cubicBezTo>
                <a:cubicBezTo>
                  <a:pt x="179407" y="47018"/>
                  <a:pt x="184424" y="45193"/>
                  <a:pt x="190012" y="44041"/>
                </a:cubicBezTo>
                <a:cubicBezTo>
                  <a:pt x="195600" y="42886"/>
                  <a:pt x="201321" y="42309"/>
                  <a:pt x="207175" y="42309"/>
                </a:cubicBezTo>
                <a:cubicBezTo>
                  <a:pt x="212877" y="42309"/>
                  <a:pt x="218465" y="42885"/>
                  <a:pt x="223939" y="44037"/>
                </a:cubicBezTo>
                <a:cubicBezTo>
                  <a:pt x="229413" y="45189"/>
                  <a:pt x="234355" y="47131"/>
                  <a:pt x="238764" y="49860"/>
                </a:cubicBezTo>
                <a:cubicBezTo>
                  <a:pt x="243174" y="52588"/>
                  <a:pt x="246709" y="56257"/>
                  <a:pt x="249370" y="60869"/>
                </a:cubicBezTo>
                <a:cubicBezTo>
                  <a:pt x="252031" y="65480"/>
                  <a:pt x="253361" y="71244"/>
                  <a:pt x="253361" y="78160"/>
                </a:cubicBezTo>
                <a:lnTo>
                  <a:pt x="225308" y="78160"/>
                </a:lnTo>
                <a:cubicBezTo>
                  <a:pt x="225308" y="72313"/>
                  <a:pt x="223502" y="68260"/>
                  <a:pt x="219891" y="66001"/>
                </a:cubicBezTo>
                <a:cubicBezTo>
                  <a:pt x="216279" y="63739"/>
                  <a:pt x="212041" y="62608"/>
                  <a:pt x="207175" y="62608"/>
                </a:cubicBezTo>
                <a:cubicBezTo>
                  <a:pt x="201929" y="62608"/>
                  <a:pt x="197805" y="63394"/>
                  <a:pt x="194802" y="64967"/>
                </a:cubicBezTo>
                <a:cubicBezTo>
                  <a:pt x="191799" y="66537"/>
                  <a:pt x="190297" y="69129"/>
                  <a:pt x="190297" y="72743"/>
                </a:cubicBezTo>
                <a:cubicBezTo>
                  <a:pt x="190297" y="74817"/>
                  <a:pt x="191248" y="76643"/>
                  <a:pt x="193148" y="78221"/>
                </a:cubicBezTo>
                <a:cubicBezTo>
                  <a:pt x="195049" y="79796"/>
                  <a:pt x="198090" y="81256"/>
                  <a:pt x="202272" y="82600"/>
                </a:cubicBezTo>
                <a:cubicBezTo>
                  <a:pt x="206453" y="83945"/>
                  <a:pt x="211965" y="85386"/>
                  <a:pt x="218807" y="86923"/>
                </a:cubicBezTo>
                <a:cubicBezTo>
                  <a:pt x="226030" y="88615"/>
                  <a:pt x="232492" y="90805"/>
                  <a:pt x="238194" y="93495"/>
                </a:cubicBezTo>
                <a:cubicBezTo>
                  <a:pt x="243896" y="96184"/>
                  <a:pt x="248420" y="99797"/>
                  <a:pt x="251765" y="104332"/>
                </a:cubicBezTo>
                <a:cubicBezTo>
                  <a:pt x="255110" y="108865"/>
                  <a:pt x="256783" y="114744"/>
                  <a:pt x="256783" y="121969"/>
                </a:cubicBezTo>
                <a:cubicBezTo>
                  <a:pt x="256783" y="128733"/>
                  <a:pt x="255433" y="134459"/>
                  <a:pt x="252734" y="139146"/>
                </a:cubicBezTo>
                <a:cubicBezTo>
                  <a:pt x="250035" y="143834"/>
                  <a:pt x="246424" y="147619"/>
                  <a:pt x="241900" y="150500"/>
                </a:cubicBezTo>
                <a:cubicBezTo>
                  <a:pt x="237377" y="153382"/>
                  <a:pt x="232207" y="155477"/>
                  <a:pt x="226391" y="156783"/>
                </a:cubicBezTo>
                <a:cubicBezTo>
                  <a:pt x="220575" y="158090"/>
                  <a:pt x="214550" y="158743"/>
                  <a:pt x="208316" y="158743"/>
                </a:cubicBezTo>
                <a:close/>
                <a:moveTo>
                  <a:pt x="335330" y="158743"/>
                </a:moveTo>
                <a:cubicBezTo>
                  <a:pt x="322937" y="158743"/>
                  <a:pt x="312522" y="156416"/>
                  <a:pt x="304083" y="151762"/>
                </a:cubicBezTo>
                <a:cubicBezTo>
                  <a:pt x="295644" y="147108"/>
                  <a:pt x="289258" y="140396"/>
                  <a:pt x="284924" y="131627"/>
                </a:cubicBezTo>
                <a:cubicBezTo>
                  <a:pt x="280590" y="122855"/>
                  <a:pt x="278424" y="112315"/>
                  <a:pt x="278424" y="100006"/>
                </a:cubicBezTo>
                <a:cubicBezTo>
                  <a:pt x="278424" y="88081"/>
                  <a:pt x="280533" y="77812"/>
                  <a:pt x="284753" y="69197"/>
                </a:cubicBezTo>
                <a:cubicBezTo>
                  <a:pt x="288972" y="60580"/>
                  <a:pt x="295169" y="53944"/>
                  <a:pt x="303341" y="49290"/>
                </a:cubicBezTo>
                <a:cubicBezTo>
                  <a:pt x="311514" y="44636"/>
                  <a:pt x="321569" y="42309"/>
                  <a:pt x="333505" y="42309"/>
                </a:cubicBezTo>
                <a:cubicBezTo>
                  <a:pt x="350079" y="42309"/>
                  <a:pt x="363174" y="47208"/>
                  <a:pt x="372792" y="57006"/>
                </a:cubicBezTo>
                <a:cubicBezTo>
                  <a:pt x="382409" y="66804"/>
                  <a:pt x="387218" y="80771"/>
                  <a:pt x="387218" y="98908"/>
                </a:cubicBezTo>
                <a:cubicBezTo>
                  <a:pt x="387218" y="99830"/>
                  <a:pt x="387180" y="101078"/>
                  <a:pt x="387104" y="102654"/>
                </a:cubicBezTo>
                <a:cubicBezTo>
                  <a:pt x="387028" y="104229"/>
                  <a:pt x="386914" y="105439"/>
                  <a:pt x="386762" y="106285"/>
                </a:cubicBezTo>
                <a:lnTo>
                  <a:pt x="308644" y="106285"/>
                </a:lnTo>
                <a:cubicBezTo>
                  <a:pt x="308796" y="111652"/>
                  <a:pt x="309766" y="116669"/>
                  <a:pt x="311552" y="121335"/>
                </a:cubicBezTo>
                <a:cubicBezTo>
                  <a:pt x="313339" y="126001"/>
                  <a:pt x="316171" y="129754"/>
                  <a:pt x="320048" y="132593"/>
                </a:cubicBezTo>
                <a:cubicBezTo>
                  <a:pt x="323926" y="135429"/>
                  <a:pt x="329019" y="136848"/>
                  <a:pt x="335330" y="136848"/>
                </a:cubicBezTo>
                <a:cubicBezTo>
                  <a:pt x="341868" y="136848"/>
                  <a:pt x="347114" y="135379"/>
                  <a:pt x="351067" y="132443"/>
                </a:cubicBezTo>
                <a:cubicBezTo>
                  <a:pt x="355020" y="129506"/>
                  <a:pt x="357035" y="125140"/>
                  <a:pt x="357111" y="119343"/>
                </a:cubicBezTo>
                <a:lnTo>
                  <a:pt x="386876" y="119343"/>
                </a:lnTo>
                <a:cubicBezTo>
                  <a:pt x="386495" y="128124"/>
                  <a:pt x="384120" y="135441"/>
                  <a:pt x="379748" y="141295"/>
                </a:cubicBezTo>
                <a:cubicBezTo>
                  <a:pt x="375377" y="147149"/>
                  <a:pt x="369408" y="151521"/>
                  <a:pt x="361844" y="154410"/>
                </a:cubicBezTo>
                <a:cubicBezTo>
                  <a:pt x="354279" y="157299"/>
                  <a:pt x="345441" y="158743"/>
                  <a:pt x="335330" y="158743"/>
                </a:cubicBezTo>
                <a:moveTo>
                  <a:pt x="308986" y="87126"/>
                </a:moveTo>
                <a:lnTo>
                  <a:pt x="357225" y="87126"/>
                </a:lnTo>
                <a:cubicBezTo>
                  <a:pt x="356997" y="79144"/>
                  <a:pt x="354697" y="73176"/>
                  <a:pt x="350326" y="69222"/>
                </a:cubicBezTo>
                <a:cubicBezTo>
                  <a:pt x="345954" y="65269"/>
                  <a:pt x="340347" y="63292"/>
                  <a:pt x="333505" y="63292"/>
                </a:cubicBezTo>
                <a:cubicBezTo>
                  <a:pt x="326511" y="63292"/>
                  <a:pt x="320790" y="65327"/>
                  <a:pt x="316342" y="69397"/>
                </a:cubicBezTo>
                <a:cubicBezTo>
                  <a:pt x="311894" y="73467"/>
                  <a:pt x="309443" y="79376"/>
                  <a:pt x="308986" y="87126"/>
                </a:cubicBezTo>
                <a:close/>
                <a:moveTo>
                  <a:pt x="416083" y="156691"/>
                </a:moveTo>
                <a:lnTo>
                  <a:pt x="416083" y="44019"/>
                </a:lnTo>
                <a:lnTo>
                  <a:pt x="445049" y="44019"/>
                </a:lnTo>
                <a:lnTo>
                  <a:pt x="445619" y="63064"/>
                </a:lnTo>
                <a:cubicBezTo>
                  <a:pt x="448508" y="56374"/>
                  <a:pt x="452842" y="51242"/>
                  <a:pt x="458620" y="47669"/>
                </a:cubicBezTo>
                <a:cubicBezTo>
                  <a:pt x="464398" y="44095"/>
                  <a:pt x="471392" y="42309"/>
                  <a:pt x="479603" y="42309"/>
                </a:cubicBezTo>
                <a:lnTo>
                  <a:pt x="481884" y="42309"/>
                </a:lnTo>
                <a:lnTo>
                  <a:pt x="481884" y="67740"/>
                </a:lnTo>
                <a:lnTo>
                  <a:pt x="479033" y="67740"/>
                </a:lnTo>
                <a:cubicBezTo>
                  <a:pt x="474547" y="67740"/>
                  <a:pt x="470252" y="68146"/>
                  <a:pt x="466147" y="68958"/>
                </a:cubicBezTo>
                <a:cubicBezTo>
                  <a:pt x="462041" y="69771"/>
                  <a:pt x="458316" y="71164"/>
                  <a:pt x="454971" y="73139"/>
                </a:cubicBezTo>
                <a:cubicBezTo>
                  <a:pt x="451625" y="75113"/>
                  <a:pt x="448736" y="77842"/>
                  <a:pt x="446304" y="81325"/>
                </a:cubicBezTo>
                <a:lnTo>
                  <a:pt x="446304" y="156691"/>
                </a:lnTo>
                <a:lnTo>
                  <a:pt x="416083" y="156691"/>
                </a:lnTo>
                <a:close/>
                <a:moveTo>
                  <a:pt x="556514" y="156691"/>
                </a:moveTo>
                <a:lnTo>
                  <a:pt x="556514" y="3193"/>
                </a:lnTo>
                <a:lnTo>
                  <a:pt x="613648" y="3193"/>
                </a:lnTo>
                <a:cubicBezTo>
                  <a:pt x="630069" y="3193"/>
                  <a:pt x="644115" y="6234"/>
                  <a:pt x="655785" y="12316"/>
                </a:cubicBezTo>
                <a:cubicBezTo>
                  <a:pt x="667455" y="18398"/>
                  <a:pt x="676369" y="27141"/>
                  <a:pt x="682528" y="38545"/>
                </a:cubicBezTo>
                <a:cubicBezTo>
                  <a:pt x="688686" y="49949"/>
                  <a:pt x="691765" y="63634"/>
                  <a:pt x="691765" y="79600"/>
                </a:cubicBezTo>
                <a:cubicBezTo>
                  <a:pt x="691765" y="96098"/>
                  <a:pt x="688648" y="110086"/>
                  <a:pt x="682414" y="121566"/>
                </a:cubicBezTo>
                <a:cubicBezTo>
                  <a:pt x="676179" y="133046"/>
                  <a:pt x="667227" y="141770"/>
                  <a:pt x="655557" y="147739"/>
                </a:cubicBezTo>
                <a:cubicBezTo>
                  <a:pt x="643887" y="153707"/>
                  <a:pt x="629917" y="156691"/>
                  <a:pt x="613648" y="156691"/>
                </a:cubicBezTo>
                <a:lnTo>
                  <a:pt x="556514" y="156691"/>
                </a:lnTo>
                <a:moveTo>
                  <a:pt x="588559" y="130005"/>
                </a:moveTo>
                <a:lnTo>
                  <a:pt x="610226" y="130005"/>
                </a:lnTo>
                <a:cubicBezTo>
                  <a:pt x="621098" y="130005"/>
                  <a:pt x="630126" y="128162"/>
                  <a:pt x="637311" y="124474"/>
                </a:cubicBezTo>
                <a:cubicBezTo>
                  <a:pt x="644495" y="120787"/>
                  <a:pt x="649874" y="115199"/>
                  <a:pt x="653447" y="107711"/>
                </a:cubicBezTo>
                <a:cubicBezTo>
                  <a:pt x="657021" y="100222"/>
                  <a:pt x="658807" y="90776"/>
                  <a:pt x="658807" y="79372"/>
                </a:cubicBezTo>
                <a:cubicBezTo>
                  <a:pt x="658807" y="68500"/>
                  <a:pt x="656888" y="59396"/>
                  <a:pt x="653048" y="52059"/>
                </a:cubicBezTo>
                <a:cubicBezTo>
                  <a:pt x="649209" y="44723"/>
                  <a:pt x="643678" y="39192"/>
                  <a:pt x="636456" y="35466"/>
                </a:cubicBezTo>
                <a:cubicBezTo>
                  <a:pt x="629233" y="31741"/>
                  <a:pt x="620490" y="29878"/>
                  <a:pt x="610226" y="29878"/>
                </a:cubicBezTo>
                <a:lnTo>
                  <a:pt x="588559" y="29878"/>
                </a:lnTo>
                <a:lnTo>
                  <a:pt x="588559" y="130005"/>
                </a:lnTo>
                <a:close/>
                <a:moveTo>
                  <a:pt x="718535" y="156691"/>
                </a:moveTo>
                <a:lnTo>
                  <a:pt x="718535" y="44019"/>
                </a:lnTo>
                <a:lnTo>
                  <a:pt x="748756" y="44019"/>
                </a:lnTo>
                <a:lnTo>
                  <a:pt x="748756" y="156691"/>
                </a:lnTo>
                <a:lnTo>
                  <a:pt x="718535" y="156691"/>
                </a:lnTo>
                <a:moveTo>
                  <a:pt x="733703" y="29422"/>
                </a:moveTo>
                <a:cubicBezTo>
                  <a:pt x="728153" y="29422"/>
                  <a:pt x="723914" y="28016"/>
                  <a:pt x="720987" y="25203"/>
                </a:cubicBezTo>
                <a:cubicBezTo>
                  <a:pt x="718060" y="22390"/>
                  <a:pt x="716597" y="18893"/>
                  <a:pt x="716597" y="14711"/>
                </a:cubicBezTo>
                <a:cubicBezTo>
                  <a:pt x="716597" y="10454"/>
                  <a:pt x="718060" y="6937"/>
                  <a:pt x="720987" y="4162"/>
                </a:cubicBezTo>
                <a:cubicBezTo>
                  <a:pt x="723914" y="1387"/>
                  <a:pt x="728153" y="0"/>
                  <a:pt x="733703" y="0"/>
                </a:cubicBezTo>
                <a:cubicBezTo>
                  <a:pt x="739253" y="0"/>
                  <a:pt x="743491" y="1387"/>
                  <a:pt x="746418" y="4162"/>
                </a:cubicBezTo>
                <a:cubicBezTo>
                  <a:pt x="749345" y="6937"/>
                  <a:pt x="750809" y="10454"/>
                  <a:pt x="750809" y="14711"/>
                </a:cubicBezTo>
                <a:cubicBezTo>
                  <a:pt x="750809" y="18893"/>
                  <a:pt x="749345" y="22390"/>
                  <a:pt x="746418" y="25203"/>
                </a:cubicBezTo>
                <a:cubicBezTo>
                  <a:pt x="743491" y="28016"/>
                  <a:pt x="739253" y="29422"/>
                  <a:pt x="733703" y="29422"/>
                </a:cubicBezTo>
                <a:close/>
                <a:moveTo>
                  <a:pt x="825831" y="158743"/>
                </a:moveTo>
                <a:cubicBezTo>
                  <a:pt x="819673" y="158743"/>
                  <a:pt x="813629" y="158167"/>
                  <a:pt x="807699" y="157015"/>
                </a:cubicBezTo>
                <a:cubicBezTo>
                  <a:pt x="801769" y="155863"/>
                  <a:pt x="796409" y="153884"/>
                  <a:pt x="791619" y="151078"/>
                </a:cubicBezTo>
                <a:cubicBezTo>
                  <a:pt x="786830" y="148272"/>
                  <a:pt x="783029" y="144448"/>
                  <a:pt x="780216" y="139606"/>
                </a:cubicBezTo>
                <a:cubicBezTo>
                  <a:pt x="777403" y="134764"/>
                  <a:pt x="775996" y="128731"/>
                  <a:pt x="775996" y="121506"/>
                </a:cubicBezTo>
                <a:lnTo>
                  <a:pt x="804050" y="121506"/>
                </a:lnTo>
                <a:cubicBezTo>
                  <a:pt x="804050" y="127890"/>
                  <a:pt x="806236" y="132328"/>
                  <a:pt x="810607" y="134820"/>
                </a:cubicBezTo>
                <a:cubicBezTo>
                  <a:pt x="814979" y="137312"/>
                  <a:pt x="820091" y="138558"/>
                  <a:pt x="825945" y="138558"/>
                </a:cubicBezTo>
                <a:cubicBezTo>
                  <a:pt x="831723" y="138558"/>
                  <a:pt x="836209" y="137601"/>
                  <a:pt x="839402" y="135686"/>
                </a:cubicBezTo>
                <a:cubicBezTo>
                  <a:pt x="842595" y="133769"/>
                  <a:pt x="844192" y="130541"/>
                  <a:pt x="844192" y="126003"/>
                </a:cubicBezTo>
                <a:cubicBezTo>
                  <a:pt x="844192" y="121777"/>
                  <a:pt x="842310" y="118626"/>
                  <a:pt x="838547" y="116552"/>
                </a:cubicBezTo>
                <a:cubicBezTo>
                  <a:pt x="834784" y="114476"/>
                  <a:pt x="828188" y="112361"/>
                  <a:pt x="818761" y="110209"/>
                </a:cubicBezTo>
                <a:cubicBezTo>
                  <a:pt x="810854" y="108287"/>
                  <a:pt x="803803" y="105962"/>
                  <a:pt x="797607" y="103235"/>
                </a:cubicBezTo>
                <a:cubicBezTo>
                  <a:pt x="791410" y="100507"/>
                  <a:pt x="786564" y="96858"/>
                  <a:pt x="783067" y="92287"/>
                </a:cubicBezTo>
                <a:cubicBezTo>
                  <a:pt x="779569" y="87713"/>
                  <a:pt x="777821" y="81699"/>
                  <a:pt x="777821" y="74243"/>
                </a:cubicBezTo>
                <a:cubicBezTo>
                  <a:pt x="777821" y="68401"/>
                  <a:pt x="779151" y="63444"/>
                  <a:pt x="781812" y="59372"/>
                </a:cubicBezTo>
                <a:cubicBezTo>
                  <a:pt x="784473" y="55297"/>
                  <a:pt x="788027" y="52012"/>
                  <a:pt x="792475" y="49515"/>
                </a:cubicBezTo>
                <a:cubicBezTo>
                  <a:pt x="796922" y="47018"/>
                  <a:pt x="801940" y="45193"/>
                  <a:pt x="807528" y="44041"/>
                </a:cubicBezTo>
                <a:cubicBezTo>
                  <a:pt x="813116" y="42886"/>
                  <a:pt x="818837" y="42309"/>
                  <a:pt x="824691" y="42309"/>
                </a:cubicBezTo>
                <a:cubicBezTo>
                  <a:pt x="830393" y="42309"/>
                  <a:pt x="835981" y="42885"/>
                  <a:pt x="841455" y="44037"/>
                </a:cubicBezTo>
                <a:cubicBezTo>
                  <a:pt x="846929" y="45189"/>
                  <a:pt x="851871" y="47131"/>
                  <a:pt x="856280" y="49860"/>
                </a:cubicBezTo>
                <a:cubicBezTo>
                  <a:pt x="860690" y="52588"/>
                  <a:pt x="864225" y="56257"/>
                  <a:pt x="866886" y="60869"/>
                </a:cubicBezTo>
                <a:cubicBezTo>
                  <a:pt x="869547" y="65480"/>
                  <a:pt x="870877" y="71244"/>
                  <a:pt x="870877" y="78160"/>
                </a:cubicBezTo>
                <a:lnTo>
                  <a:pt x="842823" y="78160"/>
                </a:lnTo>
                <a:cubicBezTo>
                  <a:pt x="842823" y="72313"/>
                  <a:pt x="841018" y="68260"/>
                  <a:pt x="837406" y="66001"/>
                </a:cubicBezTo>
                <a:cubicBezTo>
                  <a:pt x="833795" y="63739"/>
                  <a:pt x="829557" y="62608"/>
                  <a:pt x="824691" y="62608"/>
                </a:cubicBezTo>
                <a:cubicBezTo>
                  <a:pt x="819445" y="62608"/>
                  <a:pt x="815321" y="63394"/>
                  <a:pt x="812318" y="64967"/>
                </a:cubicBezTo>
                <a:cubicBezTo>
                  <a:pt x="809315" y="66537"/>
                  <a:pt x="807813" y="69129"/>
                  <a:pt x="807813" y="72743"/>
                </a:cubicBezTo>
                <a:cubicBezTo>
                  <a:pt x="807813" y="74817"/>
                  <a:pt x="808763" y="76643"/>
                  <a:pt x="810664" y="78221"/>
                </a:cubicBezTo>
                <a:cubicBezTo>
                  <a:pt x="812565" y="79796"/>
                  <a:pt x="815606" y="81256"/>
                  <a:pt x="819787" y="82600"/>
                </a:cubicBezTo>
                <a:cubicBezTo>
                  <a:pt x="823969" y="83945"/>
                  <a:pt x="829481" y="85386"/>
                  <a:pt x="836323" y="86923"/>
                </a:cubicBezTo>
                <a:cubicBezTo>
                  <a:pt x="843546" y="88615"/>
                  <a:pt x="850008" y="90805"/>
                  <a:pt x="855710" y="93495"/>
                </a:cubicBezTo>
                <a:cubicBezTo>
                  <a:pt x="861412" y="96184"/>
                  <a:pt x="865935" y="99797"/>
                  <a:pt x="869281" y="104332"/>
                </a:cubicBezTo>
                <a:cubicBezTo>
                  <a:pt x="872626" y="108865"/>
                  <a:pt x="874298" y="114744"/>
                  <a:pt x="874298" y="121969"/>
                </a:cubicBezTo>
                <a:cubicBezTo>
                  <a:pt x="874298" y="128733"/>
                  <a:pt x="872949" y="134459"/>
                  <a:pt x="870250" y="139146"/>
                </a:cubicBezTo>
                <a:cubicBezTo>
                  <a:pt x="867551" y="143834"/>
                  <a:pt x="863940" y="147619"/>
                  <a:pt x="859416" y="150500"/>
                </a:cubicBezTo>
                <a:cubicBezTo>
                  <a:pt x="854893" y="153382"/>
                  <a:pt x="849723" y="155477"/>
                  <a:pt x="843907" y="156783"/>
                </a:cubicBezTo>
                <a:cubicBezTo>
                  <a:pt x="838091" y="158090"/>
                  <a:pt x="832066" y="158743"/>
                  <a:pt x="825831" y="158743"/>
                </a:cubicBezTo>
                <a:close/>
                <a:moveTo>
                  <a:pt x="951591" y="158743"/>
                </a:moveTo>
                <a:cubicBezTo>
                  <a:pt x="941251" y="158743"/>
                  <a:pt x="931862" y="156736"/>
                  <a:pt x="923423" y="152721"/>
                </a:cubicBezTo>
                <a:cubicBezTo>
                  <a:pt x="914984" y="148703"/>
                  <a:pt x="908294" y="142446"/>
                  <a:pt x="903352" y="133950"/>
                </a:cubicBezTo>
                <a:cubicBezTo>
                  <a:pt x="898410" y="125454"/>
                  <a:pt x="895939" y="114486"/>
                  <a:pt x="895939" y="101046"/>
                </a:cubicBezTo>
                <a:cubicBezTo>
                  <a:pt x="895939" y="87609"/>
                  <a:pt x="898296" y="76565"/>
                  <a:pt x="903010" y="67914"/>
                </a:cubicBezTo>
                <a:cubicBezTo>
                  <a:pt x="907723" y="59264"/>
                  <a:pt x="914281" y="52834"/>
                  <a:pt x="922682" y="48624"/>
                </a:cubicBezTo>
                <a:cubicBezTo>
                  <a:pt x="931082" y="44414"/>
                  <a:pt x="940719" y="42309"/>
                  <a:pt x="951591" y="42309"/>
                </a:cubicBezTo>
                <a:cubicBezTo>
                  <a:pt x="961018" y="42309"/>
                  <a:pt x="969533" y="43893"/>
                  <a:pt x="977136" y="47063"/>
                </a:cubicBezTo>
                <a:cubicBezTo>
                  <a:pt x="984738" y="50230"/>
                  <a:pt x="990782" y="54961"/>
                  <a:pt x="995268" y="61257"/>
                </a:cubicBezTo>
                <a:cubicBezTo>
                  <a:pt x="999753" y="67553"/>
                  <a:pt x="1002034" y="75492"/>
                  <a:pt x="1002110" y="85074"/>
                </a:cubicBezTo>
                <a:lnTo>
                  <a:pt x="972802" y="85074"/>
                </a:lnTo>
                <a:cubicBezTo>
                  <a:pt x="972650" y="79163"/>
                  <a:pt x="970749" y="74454"/>
                  <a:pt x="967100" y="70947"/>
                </a:cubicBezTo>
                <a:cubicBezTo>
                  <a:pt x="963451" y="67440"/>
                  <a:pt x="958319" y="65687"/>
                  <a:pt x="951705" y="65687"/>
                </a:cubicBezTo>
                <a:cubicBezTo>
                  <a:pt x="942962" y="65687"/>
                  <a:pt x="936632" y="68771"/>
                  <a:pt x="932717" y="74938"/>
                </a:cubicBezTo>
                <a:cubicBezTo>
                  <a:pt x="928802" y="81106"/>
                  <a:pt x="926844" y="89811"/>
                  <a:pt x="926844" y="101053"/>
                </a:cubicBezTo>
                <a:cubicBezTo>
                  <a:pt x="926844" y="108314"/>
                  <a:pt x="927699" y="114502"/>
                  <a:pt x="929410" y="119617"/>
                </a:cubicBezTo>
                <a:cubicBezTo>
                  <a:pt x="931120" y="124730"/>
                  <a:pt x="933819" y="128633"/>
                  <a:pt x="937507" y="131327"/>
                </a:cubicBezTo>
                <a:cubicBezTo>
                  <a:pt x="941194" y="134019"/>
                  <a:pt x="945927" y="135365"/>
                  <a:pt x="951705" y="135365"/>
                </a:cubicBezTo>
                <a:cubicBezTo>
                  <a:pt x="958471" y="135365"/>
                  <a:pt x="963812" y="133453"/>
                  <a:pt x="967727" y="129628"/>
                </a:cubicBezTo>
                <a:cubicBezTo>
                  <a:pt x="971643" y="125800"/>
                  <a:pt x="973676" y="120376"/>
                  <a:pt x="973828" y="113356"/>
                </a:cubicBezTo>
                <a:lnTo>
                  <a:pt x="1003137" y="113356"/>
                </a:lnTo>
                <a:cubicBezTo>
                  <a:pt x="1002909" y="123184"/>
                  <a:pt x="1000571" y="131465"/>
                  <a:pt x="996123" y="138198"/>
                </a:cubicBezTo>
                <a:cubicBezTo>
                  <a:pt x="991676" y="144929"/>
                  <a:pt x="985612" y="150036"/>
                  <a:pt x="977934" y="153519"/>
                </a:cubicBezTo>
                <a:cubicBezTo>
                  <a:pt x="970255" y="157002"/>
                  <a:pt x="961474" y="158743"/>
                  <a:pt x="951591" y="158743"/>
                </a:cubicBezTo>
                <a:close/>
                <a:moveTo>
                  <a:pt x="1068393" y="158743"/>
                </a:moveTo>
                <a:cubicBezTo>
                  <a:pt x="1057141" y="158743"/>
                  <a:pt x="1048436" y="155206"/>
                  <a:pt x="1042278" y="148131"/>
                </a:cubicBezTo>
                <a:cubicBezTo>
                  <a:pt x="1036120" y="141053"/>
                  <a:pt x="1033041" y="130979"/>
                  <a:pt x="1033041" y="117910"/>
                </a:cubicBezTo>
                <a:lnTo>
                  <a:pt x="1033041" y="44019"/>
                </a:lnTo>
                <a:lnTo>
                  <a:pt x="1063261" y="44019"/>
                </a:lnTo>
                <a:lnTo>
                  <a:pt x="1063261" y="114528"/>
                </a:lnTo>
                <a:cubicBezTo>
                  <a:pt x="1063261" y="118412"/>
                  <a:pt x="1063813" y="121850"/>
                  <a:pt x="1064915" y="124841"/>
                </a:cubicBezTo>
                <a:cubicBezTo>
                  <a:pt x="1066017" y="127833"/>
                  <a:pt x="1067842" y="130144"/>
                  <a:pt x="1070389" y="131777"/>
                </a:cubicBezTo>
                <a:cubicBezTo>
                  <a:pt x="1072936" y="133409"/>
                  <a:pt x="1076300" y="134225"/>
                  <a:pt x="1080481" y="134225"/>
                </a:cubicBezTo>
                <a:cubicBezTo>
                  <a:pt x="1086563" y="134225"/>
                  <a:pt x="1091752" y="132846"/>
                  <a:pt x="1096048" y="130087"/>
                </a:cubicBezTo>
                <a:cubicBezTo>
                  <a:pt x="1100343" y="127329"/>
                  <a:pt x="1104088" y="123968"/>
                  <a:pt x="1107281" y="120005"/>
                </a:cubicBezTo>
                <a:lnTo>
                  <a:pt x="1107281" y="44019"/>
                </a:lnTo>
                <a:lnTo>
                  <a:pt x="1137501" y="44019"/>
                </a:lnTo>
                <a:lnTo>
                  <a:pt x="1137501" y="156691"/>
                </a:lnTo>
                <a:lnTo>
                  <a:pt x="1108307" y="156691"/>
                </a:lnTo>
                <a:lnTo>
                  <a:pt x="1107851" y="140497"/>
                </a:lnTo>
                <a:cubicBezTo>
                  <a:pt x="1104126" y="145211"/>
                  <a:pt x="1099032" y="149430"/>
                  <a:pt x="1092570" y="153155"/>
                </a:cubicBezTo>
                <a:cubicBezTo>
                  <a:pt x="1086107" y="156881"/>
                  <a:pt x="1078049" y="158743"/>
                  <a:pt x="1068393" y="158743"/>
                </a:cubicBezTo>
                <a:close/>
                <a:moveTo>
                  <a:pt x="1211430" y="158743"/>
                </a:moveTo>
                <a:cubicBezTo>
                  <a:pt x="1205272" y="158743"/>
                  <a:pt x="1199228" y="158167"/>
                  <a:pt x="1193298" y="157015"/>
                </a:cubicBezTo>
                <a:cubicBezTo>
                  <a:pt x="1187368" y="155863"/>
                  <a:pt x="1182008" y="153884"/>
                  <a:pt x="1177218" y="151078"/>
                </a:cubicBezTo>
                <a:cubicBezTo>
                  <a:pt x="1172428" y="148272"/>
                  <a:pt x="1168627" y="144448"/>
                  <a:pt x="1165814" y="139606"/>
                </a:cubicBezTo>
                <a:cubicBezTo>
                  <a:pt x="1163001" y="134764"/>
                  <a:pt x="1161595" y="128731"/>
                  <a:pt x="1161595" y="121506"/>
                </a:cubicBezTo>
                <a:lnTo>
                  <a:pt x="1189648" y="121506"/>
                </a:lnTo>
                <a:cubicBezTo>
                  <a:pt x="1189648" y="127890"/>
                  <a:pt x="1191834" y="132328"/>
                  <a:pt x="1196206" y="134820"/>
                </a:cubicBezTo>
                <a:cubicBezTo>
                  <a:pt x="1200577" y="137312"/>
                  <a:pt x="1205690" y="138558"/>
                  <a:pt x="1211544" y="138558"/>
                </a:cubicBezTo>
                <a:cubicBezTo>
                  <a:pt x="1217322" y="138558"/>
                  <a:pt x="1221808" y="137601"/>
                  <a:pt x="1225001" y="135686"/>
                </a:cubicBezTo>
                <a:cubicBezTo>
                  <a:pt x="1228194" y="133769"/>
                  <a:pt x="1229790" y="130541"/>
                  <a:pt x="1229790" y="126003"/>
                </a:cubicBezTo>
                <a:cubicBezTo>
                  <a:pt x="1229790" y="121777"/>
                  <a:pt x="1227909" y="118626"/>
                  <a:pt x="1224145" y="116552"/>
                </a:cubicBezTo>
                <a:cubicBezTo>
                  <a:pt x="1220382" y="114476"/>
                  <a:pt x="1213787" y="112361"/>
                  <a:pt x="1204359" y="110209"/>
                </a:cubicBezTo>
                <a:cubicBezTo>
                  <a:pt x="1196453" y="108287"/>
                  <a:pt x="1189401" y="105962"/>
                  <a:pt x="1183205" y="103235"/>
                </a:cubicBezTo>
                <a:cubicBezTo>
                  <a:pt x="1177009" y="100507"/>
                  <a:pt x="1172162" y="96858"/>
                  <a:pt x="1168665" y="92287"/>
                </a:cubicBezTo>
                <a:cubicBezTo>
                  <a:pt x="1165168" y="87713"/>
                  <a:pt x="1163419" y="81699"/>
                  <a:pt x="1163419" y="74243"/>
                </a:cubicBezTo>
                <a:cubicBezTo>
                  <a:pt x="1163419" y="68401"/>
                  <a:pt x="1164750" y="63444"/>
                  <a:pt x="1167411" y="59372"/>
                </a:cubicBezTo>
                <a:cubicBezTo>
                  <a:pt x="1170071" y="55297"/>
                  <a:pt x="1173626" y="52012"/>
                  <a:pt x="1178073" y="49515"/>
                </a:cubicBezTo>
                <a:cubicBezTo>
                  <a:pt x="1182521" y="47018"/>
                  <a:pt x="1187539" y="45193"/>
                  <a:pt x="1193127" y="44041"/>
                </a:cubicBezTo>
                <a:cubicBezTo>
                  <a:pt x="1198714" y="42886"/>
                  <a:pt x="1204435" y="42309"/>
                  <a:pt x="1210290" y="42309"/>
                </a:cubicBezTo>
                <a:cubicBezTo>
                  <a:pt x="1215992" y="42309"/>
                  <a:pt x="1221579" y="42885"/>
                  <a:pt x="1227053" y="44037"/>
                </a:cubicBezTo>
                <a:cubicBezTo>
                  <a:pt x="1232527" y="45189"/>
                  <a:pt x="1237469" y="47131"/>
                  <a:pt x="1241879" y="49860"/>
                </a:cubicBezTo>
                <a:cubicBezTo>
                  <a:pt x="1246288" y="52588"/>
                  <a:pt x="1249823" y="56257"/>
                  <a:pt x="1252484" y="60869"/>
                </a:cubicBezTo>
                <a:cubicBezTo>
                  <a:pt x="1255145" y="65480"/>
                  <a:pt x="1256476" y="71244"/>
                  <a:pt x="1256476" y="78160"/>
                </a:cubicBezTo>
                <a:lnTo>
                  <a:pt x="1228422" y="78160"/>
                </a:lnTo>
                <a:cubicBezTo>
                  <a:pt x="1228422" y="72313"/>
                  <a:pt x="1226616" y="68260"/>
                  <a:pt x="1223005" y="66001"/>
                </a:cubicBezTo>
                <a:cubicBezTo>
                  <a:pt x="1219394" y="63739"/>
                  <a:pt x="1215155" y="62608"/>
                  <a:pt x="1210290" y="62608"/>
                </a:cubicBezTo>
                <a:cubicBezTo>
                  <a:pt x="1205044" y="62608"/>
                  <a:pt x="1200919" y="63394"/>
                  <a:pt x="1197916" y="64967"/>
                </a:cubicBezTo>
                <a:cubicBezTo>
                  <a:pt x="1194913" y="66537"/>
                  <a:pt x="1193412" y="69129"/>
                  <a:pt x="1193412" y="72743"/>
                </a:cubicBezTo>
                <a:cubicBezTo>
                  <a:pt x="1193412" y="74817"/>
                  <a:pt x="1194362" y="76643"/>
                  <a:pt x="1196263" y="78221"/>
                </a:cubicBezTo>
                <a:cubicBezTo>
                  <a:pt x="1198163" y="79796"/>
                  <a:pt x="1201204" y="81256"/>
                  <a:pt x="1205386" y="82600"/>
                </a:cubicBezTo>
                <a:cubicBezTo>
                  <a:pt x="1209567" y="83945"/>
                  <a:pt x="1215079" y="85386"/>
                  <a:pt x="1221922" y="86923"/>
                </a:cubicBezTo>
                <a:cubicBezTo>
                  <a:pt x="1229144" y="88615"/>
                  <a:pt x="1235606" y="90805"/>
                  <a:pt x="1241308" y="93495"/>
                </a:cubicBezTo>
                <a:cubicBezTo>
                  <a:pt x="1247010" y="96184"/>
                  <a:pt x="1251534" y="99797"/>
                  <a:pt x="1254879" y="104332"/>
                </a:cubicBezTo>
                <a:cubicBezTo>
                  <a:pt x="1258224" y="108865"/>
                  <a:pt x="1259897" y="114744"/>
                  <a:pt x="1259897" y="121969"/>
                </a:cubicBezTo>
                <a:cubicBezTo>
                  <a:pt x="1259897" y="128733"/>
                  <a:pt x="1258547" y="134459"/>
                  <a:pt x="1255848" y="139146"/>
                </a:cubicBezTo>
                <a:cubicBezTo>
                  <a:pt x="1253149" y="143834"/>
                  <a:pt x="1249538" y="147619"/>
                  <a:pt x="1245015" y="150500"/>
                </a:cubicBezTo>
                <a:cubicBezTo>
                  <a:pt x="1240491" y="153382"/>
                  <a:pt x="1235321" y="155477"/>
                  <a:pt x="1229505" y="156783"/>
                </a:cubicBezTo>
                <a:cubicBezTo>
                  <a:pt x="1223689" y="158090"/>
                  <a:pt x="1217664" y="158743"/>
                  <a:pt x="1211430" y="158743"/>
                </a:cubicBezTo>
                <a:close/>
                <a:moveTo>
                  <a:pt x="1337549" y="158743"/>
                </a:moveTo>
                <a:cubicBezTo>
                  <a:pt x="1331390" y="158743"/>
                  <a:pt x="1325346" y="158167"/>
                  <a:pt x="1319416" y="157015"/>
                </a:cubicBezTo>
                <a:cubicBezTo>
                  <a:pt x="1313486" y="155863"/>
                  <a:pt x="1308126" y="153884"/>
                  <a:pt x="1303337" y="151078"/>
                </a:cubicBezTo>
                <a:cubicBezTo>
                  <a:pt x="1298547" y="148272"/>
                  <a:pt x="1294746" y="144448"/>
                  <a:pt x="1291933" y="139606"/>
                </a:cubicBezTo>
                <a:cubicBezTo>
                  <a:pt x="1289120" y="134764"/>
                  <a:pt x="1287713" y="128731"/>
                  <a:pt x="1287713" y="121506"/>
                </a:cubicBezTo>
                <a:lnTo>
                  <a:pt x="1315767" y="121506"/>
                </a:lnTo>
                <a:cubicBezTo>
                  <a:pt x="1315767" y="127890"/>
                  <a:pt x="1317953" y="132328"/>
                  <a:pt x="1322324" y="134820"/>
                </a:cubicBezTo>
                <a:cubicBezTo>
                  <a:pt x="1326696" y="137312"/>
                  <a:pt x="1331809" y="138558"/>
                  <a:pt x="1337663" y="138558"/>
                </a:cubicBezTo>
                <a:cubicBezTo>
                  <a:pt x="1343441" y="138558"/>
                  <a:pt x="1347926" y="137601"/>
                  <a:pt x="1351119" y="135686"/>
                </a:cubicBezTo>
                <a:cubicBezTo>
                  <a:pt x="1354312" y="133769"/>
                  <a:pt x="1355909" y="130541"/>
                  <a:pt x="1355909" y="126003"/>
                </a:cubicBezTo>
                <a:cubicBezTo>
                  <a:pt x="1355909" y="121777"/>
                  <a:pt x="1354027" y="118626"/>
                  <a:pt x="1350264" y="116552"/>
                </a:cubicBezTo>
                <a:cubicBezTo>
                  <a:pt x="1346501" y="114476"/>
                  <a:pt x="1339905" y="112361"/>
                  <a:pt x="1330478" y="110209"/>
                </a:cubicBezTo>
                <a:cubicBezTo>
                  <a:pt x="1322571" y="108287"/>
                  <a:pt x="1315520" y="105962"/>
                  <a:pt x="1309324" y="103235"/>
                </a:cubicBezTo>
                <a:cubicBezTo>
                  <a:pt x="1303128" y="100507"/>
                  <a:pt x="1298281" y="96858"/>
                  <a:pt x="1294784" y="92287"/>
                </a:cubicBezTo>
                <a:cubicBezTo>
                  <a:pt x="1291286" y="87713"/>
                  <a:pt x="1289538" y="81699"/>
                  <a:pt x="1289538" y="74243"/>
                </a:cubicBezTo>
                <a:cubicBezTo>
                  <a:pt x="1289538" y="68401"/>
                  <a:pt x="1290868" y="63444"/>
                  <a:pt x="1293529" y="59372"/>
                </a:cubicBezTo>
                <a:cubicBezTo>
                  <a:pt x="1296190" y="55297"/>
                  <a:pt x="1299744" y="52012"/>
                  <a:pt x="1304192" y="49515"/>
                </a:cubicBezTo>
                <a:cubicBezTo>
                  <a:pt x="1308639" y="47018"/>
                  <a:pt x="1313657" y="45193"/>
                  <a:pt x="1319245" y="44041"/>
                </a:cubicBezTo>
                <a:cubicBezTo>
                  <a:pt x="1324833" y="42886"/>
                  <a:pt x="1330554" y="42309"/>
                  <a:pt x="1336408" y="42309"/>
                </a:cubicBezTo>
                <a:cubicBezTo>
                  <a:pt x="1342110" y="42309"/>
                  <a:pt x="1347698" y="42885"/>
                  <a:pt x="1353172" y="44037"/>
                </a:cubicBezTo>
                <a:cubicBezTo>
                  <a:pt x="1358646" y="45189"/>
                  <a:pt x="1363588" y="47131"/>
                  <a:pt x="1367997" y="49860"/>
                </a:cubicBezTo>
                <a:cubicBezTo>
                  <a:pt x="1372407" y="52588"/>
                  <a:pt x="1375942" y="56257"/>
                  <a:pt x="1378603" y="60869"/>
                </a:cubicBezTo>
                <a:cubicBezTo>
                  <a:pt x="1381264" y="65480"/>
                  <a:pt x="1382594" y="71244"/>
                  <a:pt x="1382594" y="78160"/>
                </a:cubicBezTo>
                <a:lnTo>
                  <a:pt x="1354540" y="78160"/>
                </a:lnTo>
                <a:cubicBezTo>
                  <a:pt x="1354540" y="72313"/>
                  <a:pt x="1352735" y="68260"/>
                  <a:pt x="1349124" y="66001"/>
                </a:cubicBezTo>
                <a:cubicBezTo>
                  <a:pt x="1345512" y="63739"/>
                  <a:pt x="1341274" y="62608"/>
                  <a:pt x="1336408" y="62608"/>
                </a:cubicBezTo>
                <a:cubicBezTo>
                  <a:pt x="1331162" y="62608"/>
                  <a:pt x="1327038" y="63394"/>
                  <a:pt x="1324035" y="64967"/>
                </a:cubicBezTo>
                <a:cubicBezTo>
                  <a:pt x="1321032" y="66537"/>
                  <a:pt x="1319530" y="69129"/>
                  <a:pt x="1319530" y="72743"/>
                </a:cubicBezTo>
                <a:cubicBezTo>
                  <a:pt x="1319530" y="74817"/>
                  <a:pt x="1320481" y="76643"/>
                  <a:pt x="1322381" y="78221"/>
                </a:cubicBezTo>
                <a:cubicBezTo>
                  <a:pt x="1324282" y="79796"/>
                  <a:pt x="1327323" y="81256"/>
                  <a:pt x="1331504" y="82600"/>
                </a:cubicBezTo>
                <a:cubicBezTo>
                  <a:pt x="1335686" y="83945"/>
                  <a:pt x="1341198" y="85386"/>
                  <a:pt x="1348040" y="86923"/>
                </a:cubicBezTo>
                <a:cubicBezTo>
                  <a:pt x="1355263" y="88615"/>
                  <a:pt x="1361725" y="90805"/>
                  <a:pt x="1367427" y="93495"/>
                </a:cubicBezTo>
                <a:cubicBezTo>
                  <a:pt x="1373129" y="96184"/>
                  <a:pt x="1377653" y="99797"/>
                  <a:pt x="1380998" y="104332"/>
                </a:cubicBezTo>
                <a:cubicBezTo>
                  <a:pt x="1384343" y="108865"/>
                  <a:pt x="1386015" y="114744"/>
                  <a:pt x="1386015" y="121969"/>
                </a:cubicBezTo>
                <a:cubicBezTo>
                  <a:pt x="1386015" y="128733"/>
                  <a:pt x="1384666" y="134459"/>
                  <a:pt x="1381967" y="139146"/>
                </a:cubicBezTo>
                <a:cubicBezTo>
                  <a:pt x="1379268" y="143834"/>
                  <a:pt x="1375657" y="147619"/>
                  <a:pt x="1371133" y="150500"/>
                </a:cubicBezTo>
                <a:cubicBezTo>
                  <a:pt x="1366610" y="153382"/>
                  <a:pt x="1361440" y="155477"/>
                  <a:pt x="1355624" y="156783"/>
                </a:cubicBezTo>
                <a:cubicBezTo>
                  <a:pt x="1349808" y="158090"/>
                  <a:pt x="1343783" y="158743"/>
                  <a:pt x="1337549" y="158743"/>
                </a:cubicBezTo>
                <a:close/>
                <a:moveTo>
                  <a:pt x="1413358" y="156691"/>
                </a:moveTo>
                <a:lnTo>
                  <a:pt x="1413358" y="44019"/>
                </a:lnTo>
                <a:lnTo>
                  <a:pt x="1443579" y="44019"/>
                </a:lnTo>
                <a:lnTo>
                  <a:pt x="1443579" y="156691"/>
                </a:lnTo>
                <a:lnTo>
                  <a:pt x="1413358" y="156691"/>
                </a:lnTo>
                <a:moveTo>
                  <a:pt x="1428526" y="29422"/>
                </a:moveTo>
                <a:cubicBezTo>
                  <a:pt x="1422976" y="29422"/>
                  <a:pt x="1418737" y="28016"/>
                  <a:pt x="1415810" y="25203"/>
                </a:cubicBezTo>
                <a:cubicBezTo>
                  <a:pt x="1412883" y="22390"/>
                  <a:pt x="1411420" y="18893"/>
                  <a:pt x="1411420" y="14711"/>
                </a:cubicBezTo>
                <a:cubicBezTo>
                  <a:pt x="1411420" y="10454"/>
                  <a:pt x="1412883" y="6937"/>
                  <a:pt x="1415810" y="4162"/>
                </a:cubicBezTo>
                <a:cubicBezTo>
                  <a:pt x="1418737" y="1387"/>
                  <a:pt x="1422976" y="0"/>
                  <a:pt x="1428526" y="0"/>
                </a:cubicBezTo>
                <a:cubicBezTo>
                  <a:pt x="1434076" y="0"/>
                  <a:pt x="1438314" y="1387"/>
                  <a:pt x="1441241" y="4162"/>
                </a:cubicBezTo>
                <a:cubicBezTo>
                  <a:pt x="1444168" y="6937"/>
                  <a:pt x="1445632" y="10454"/>
                  <a:pt x="1445632" y="14711"/>
                </a:cubicBezTo>
                <a:cubicBezTo>
                  <a:pt x="1445632" y="18893"/>
                  <a:pt x="1444168" y="22390"/>
                  <a:pt x="1441241" y="25203"/>
                </a:cubicBezTo>
                <a:cubicBezTo>
                  <a:pt x="1438314" y="28016"/>
                  <a:pt x="1434076" y="29422"/>
                  <a:pt x="1428526" y="29422"/>
                </a:cubicBezTo>
                <a:close/>
                <a:moveTo>
                  <a:pt x="1526471" y="158743"/>
                </a:moveTo>
                <a:cubicBezTo>
                  <a:pt x="1515219" y="158743"/>
                  <a:pt x="1505355" y="156474"/>
                  <a:pt x="1496878" y="151937"/>
                </a:cubicBezTo>
                <a:cubicBezTo>
                  <a:pt x="1488401" y="147396"/>
                  <a:pt x="1481844" y="140819"/>
                  <a:pt x="1477206" y="132204"/>
                </a:cubicBezTo>
                <a:cubicBezTo>
                  <a:pt x="1472568" y="123587"/>
                  <a:pt x="1470250" y="113162"/>
                  <a:pt x="1470250" y="100929"/>
                </a:cubicBezTo>
                <a:cubicBezTo>
                  <a:pt x="1470250" y="88468"/>
                  <a:pt x="1472568" y="77871"/>
                  <a:pt x="1477206" y="69140"/>
                </a:cubicBezTo>
                <a:cubicBezTo>
                  <a:pt x="1481844" y="60407"/>
                  <a:pt x="1488401" y="53752"/>
                  <a:pt x="1496878" y="49176"/>
                </a:cubicBezTo>
                <a:cubicBezTo>
                  <a:pt x="1505355" y="44598"/>
                  <a:pt x="1515219" y="42309"/>
                  <a:pt x="1526471" y="42309"/>
                </a:cubicBezTo>
                <a:cubicBezTo>
                  <a:pt x="1537875" y="42309"/>
                  <a:pt x="1547816" y="44598"/>
                  <a:pt x="1556293" y="49176"/>
                </a:cubicBezTo>
                <a:cubicBezTo>
                  <a:pt x="1564770" y="53752"/>
                  <a:pt x="1571365" y="60407"/>
                  <a:pt x="1576078" y="69140"/>
                </a:cubicBezTo>
                <a:cubicBezTo>
                  <a:pt x="1580792" y="77871"/>
                  <a:pt x="1583149" y="88468"/>
                  <a:pt x="1583149" y="100929"/>
                </a:cubicBezTo>
                <a:cubicBezTo>
                  <a:pt x="1583149" y="113162"/>
                  <a:pt x="1580792" y="123587"/>
                  <a:pt x="1576078" y="132204"/>
                </a:cubicBezTo>
                <a:cubicBezTo>
                  <a:pt x="1571365" y="140819"/>
                  <a:pt x="1564770" y="147396"/>
                  <a:pt x="1556293" y="151937"/>
                </a:cubicBezTo>
                <a:cubicBezTo>
                  <a:pt x="1547816" y="156474"/>
                  <a:pt x="1537875" y="158743"/>
                  <a:pt x="1526471" y="158743"/>
                </a:cubicBezTo>
                <a:moveTo>
                  <a:pt x="1526471" y="135707"/>
                </a:moveTo>
                <a:cubicBezTo>
                  <a:pt x="1533085" y="135707"/>
                  <a:pt x="1538274" y="134137"/>
                  <a:pt x="1542038" y="130996"/>
                </a:cubicBezTo>
                <a:cubicBezTo>
                  <a:pt x="1545801" y="127855"/>
                  <a:pt x="1548462" y="123649"/>
                  <a:pt x="1550020" y="118377"/>
                </a:cubicBezTo>
                <a:cubicBezTo>
                  <a:pt x="1551579" y="113105"/>
                  <a:pt x="1552358" y="107290"/>
                  <a:pt x="1552358" y="100932"/>
                </a:cubicBezTo>
                <a:cubicBezTo>
                  <a:pt x="1552358" y="94418"/>
                  <a:pt x="1551579" y="88485"/>
                  <a:pt x="1550020" y="83135"/>
                </a:cubicBezTo>
                <a:cubicBezTo>
                  <a:pt x="1548462" y="77785"/>
                  <a:pt x="1545801" y="73520"/>
                  <a:pt x="1542038" y="70341"/>
                </a:cubicBezTo>
                <a:cubicBezTo>
                  <a:pt x="1538274" y="67162"/>
                  <a:pt x="1533085" y="65573"/>
                  <a:pt x="1526471" y="65573"/>
                </a:cubicBezTo>
                <a:cubicBezTo>
                  <a:pt x="1520009" y="65573"/>
                  <a:pt x="1514934" y="67162"/>
                  <a:pt x="1511247" y="70341"/>
                </a:cubicBezTo>
                <a:cubicBezTo>
                  <a:pt x="1507560" y="73520"/>
                  <a:pt x="1504956" y="77785"/>
                  <a:pt x="1503435" y="83135"/>
                </a:cubicBezTo>
                <a:cubicBezTo>
                  <a:pt x="1501915" y="88485"/>
                  <a:pt x="1501154" y="94418"/>
                  <a:pt x="1501154" y="100932"/>
                </a:cubicBezTo>
                <a:cubicBezTo>
                  <a:pt x="1501154" y="107290"/>
                  <a:pt x="1501915" y="113105"/>
                  <a:pt x="1503435" y="118377"/>
                </a:cubicBezTo>
                <a:cubicBezTo>
                  <a:pt x="1504956" y="123649"/>
                  <a:pt x="1507560" y="127855"/>
                  <a:pt x="1511247" y="130996"/>
                </a:cubicBezTo>
                <a:cubicBezTo>
                  <a:pt x="1514934" y="134137"/>
                  <a:pt x="1520009" y="135707"/>
                  <a:pt x="1526471" y="135707"/>
                </a:cubicBezTo>
                <a:close/>
                <a:moveTo>
                  <a:pt x="1608608" y="156691"/>
                </a:moveTo>
                <a:lnTo>
                  <a:pt x="1608608" y="44019"/>
                </a:lnTo>
                <a:lnTo>
                  <a:pt x="1637689" y="44019"/>
                </a:lnTo>
                <a:lnTo>
                  <a:pt x="1638259" y="60555"/>
                </a:lnTo>
                <a:cubicBezTo>
                  <a:pt x="1641984" y="55765"/>
                  <a:pt x="1646888" y="51527"/>
                  <a:pt x="1652970" y="47840"/>
                </a:cubicBezTo>
                <a:cubicBezTo>
                  <a:pt x="1659052" y="44152"/>
                  <a:pt x="1666959" y="42309"/>
                  <a:pt x="1676690" y="42309"/>
                </a:cubicBezTo>
                <a:cubicBezTo>
                  <a:pt x="1688018" y="42309"/>
                  <a:pt x="1696799" y="45794"/>
                  <a:pt x="1703033" y="52765"/>
                </a:cubicBezTo>
                <a:cubicBezTo>
                  <a:pt x="1709268" y="59735"/>
                  <a:pt x="1712385" y="69922"/>
                  <a:pt x="1712385" y="83324"/>
                </a:cubicBezTo>
                <a:lnTo>
                  <a:pt x="1712385" y="156691"/>
                </a:lnTo>
                <a:lnTo>
                  <a:pt x="1682392" y="156691"/>
                </a:lnTo>
                <a:lnTo>
                  <a:pt x="1682392" y="87009"/>
                </a:lnTo>
                <a:cubicBezTo>
                  <a:pt x="1682392" y="82910"/>
                  <a:pt x="1681822" y="79316"/>
                  <a:pt x="1680682" y="76225"/>
                </a:cubicBezTo>
                <a:cubicBezTo>
                  <a:pt x="1679541" y="73134"/>
                  <a:pt x="1677736" y="70738"/>
                  <a:pt x="1675265" y="69037"/>
                </a:cubicBezTo>
                <a:cubicBezTo>
                  <a:pt x="1672794" y="67336"/>
                  <a:pt x="1669544" y="66485"/>
                  <a:pt x="1665514" y="66485"/>
                </a:cubicBezTo>
                <a:cubicBezTo>
                  <a:pt x="1659508" y="66485"/>
                  <a:pt x="1654357" y="67915"/>
                  <a:pt x="1650062" y="70776"/>
                </a:cubicBezTo>
                <a:cubicBezTo>
                  <a:pt x="1645766" y="73636"/>
                  <a:pt x="1642022" y="77115"/>
                  <a:pt x="1638829" y="81211"/>
                </a:cubicBezTo>
                <a:lnTo>
                  <a:pt x="1638829" y="156691"/>
                </a:lnTo>
                <a:lnTo>
                  <a:pt x="1608608" y="15669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" name="Text #Intuition…">
            <a:extLst xmlns:a="http://schemas.openxmlformats.org/drawingml/2006/main">
              <a:ext uri="{FF2B5EF4-FFF2-40B4-BE49-F238E27FC236}">
                <a16:creationId xmlns:a16="http://schemas.microsoft.com/office/drawing/2014/main" id="{FB2F41D4-9897-44D4-9103-39141C38C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6727" y="3585438"/>
            <a:ext cx="1119325" cy="137311"/>
          </a:xfrm>
          <a:custGeom xmlns:a="http://schemas.openxmlformats.org/drawingml/2006/main">
            <a:pathLst>
              <a:path w="1119325" h="137311">
                <a:moveTo>
                  <a:pt x="13711" y="135535"/>
                </a:moveTo>
                <a:lnTo>
                  <a:pt x="18841" y="98446"/>
                </a:lnTo>
                <a:lnTo>
                  <a:pt x="0" y="98446"/>
                </a:lnTo>
                <a:lnTo>
                  <a:pt x="0" y="82071"/>
                </a:lnTo>
                <a:lnTo>
                  <a:pt x="21208" y="82071"/>
                </a:lnTo>
                <a:lnTo>
                  <a:pt x="24365" y="59186"/>
                </a:lnTo>
                <a:lnTo>
                  <a:pt x="5425" y="59186"/>
                </a:lnTo>
                <a:lnTo>
                  <a:pt x="5425" y="42910"/>
                </a:lnTo>
                <a:lnTo>
                  <a:pt x="26732" y="42910"/>
                </a:lnTo>
                <a:lnTo>
                  <a:pt x="31862" y="6313"/>
                </a:lnTo>
                <a:lnTo>
                  <a:pt x="49716" y="6313"/>
                </a:lnTo>
                <a:lnTo>
                  <a:pt x="44685" y="42910"/>
                </a:lnTo>
                <a:lnTo>
                  <a:pt x="64315" y="42910"/>
                </a:lnTo>
                <a:lnTo>
                  <a:pt x="69346" y="6313"/>
                </a:lnTo>
                <a:lnTo>
                  <a:pt x="87398" y="6313"/>
                </a:lnTo>
                <a:lnTo>
                  <a:pt x="82268" y="42910"/>
                </a:lnTo>
                <a:lnTo>
                  <a:pt x="100813" y="42910"/>
                </a:lnTo>
                <a:lnTo>
                  <a:pt x="100813" y="59186"/>
                </a:lnTo>
                <a:lnTo>
                  <a:pt x="79901" y="59186"/>
                </a:lnTo>
                <a:lnTo>
                  <a:pt x="76843" y="82071"/>
                </a:lnTo>
                <a:lnTo>
                  <a:pt x="95190" y="82071"/>
                </a:lnTo>
                <a:lnTo>
                  <a:pt x="95190" y="98446"/>
                </a:lnTo>
                <a:lnTo>
                  <a:pt x="74574" y="98446"/>
                </a:lnTo>
                <a:lnTo>
                  <a:pt x="69445" y="135535"/>
                </a:lnTo>
                <a:lnTo>
                  <a:pt x="51492" y="135535"/>
                </a:lnTo>
                <a:lnTo>
                  <a:pt x="56522" y="98446"/>
                </a:lnTo>
                <a:lnTo>
                  <a:pt x="36892" y="98446"/>
                </a:lnTo>
                <a:lnTo>
                  <a:pt x="31763" y="135535"/>
                </a:lnTo>
                <a:lnTo>
                  <a:pt x="13711" y="135535"/>
                </a:lnTo>
                <a:moveTo>
                  <a:pt x="39260" y="82071"/>
                </a:moveTo>
                <a:lnTo>
                  <a:pt x="58988" y="82071"/>
                </a:lnTo>
                <a:lnTo>
                  <a:pt x="61948" y="59186"/>
                </a:lnTo>
                <a:lnTo>
                  <a:pt x="42416" y="59186"/>
                </a:lnTo>
                <a:lnTo>
                  <a:pt x="39260" y="82071"/>
                </a:lnTo>
                <a:close/>
                <a:moveTo>
                  <a:pt x="163549" y="135535"/>
                </a:moveTo>
                <a:lnTo>
                  <a:pt x="163549" y="2762"/>
                </a:lnTo>
                <a:lnTo>
                  <a:pt x="191267" y="2762"/>
                </a:lnTo>
                <a:lnTo>
                  <a:pt x="191267" y="135535"/>
                </a:lnTo>
                <a:lnTo>
                  <a:pt x="163549" y="135535"/>
                </a:lnTo>
                <a:close/>
                <a:moveTo>
                  <a:pt x="218441" y="135535"/>
                </a:moveTo>
                <a:lnTo>
                  <a:pt x="218441" y="38076"/>
                </a:lnTo>
                <a:lnTo>
                  <a:pt x="243595" y="38076"/>
                </a:lnTo>
                <a:lnTo>
                  <a:pt x="244089" y="52379"/>
                </a:lnTo>
                <a:cubicBezTo>
                  <a:pt x="247311" y="48236"/>
                  <a:pt x="251553" y="44570"/>
                  <a:pt x="256813" y="41381"/>
                </a:cubicBezTo>
                <a:cubicBezTo>
                  <a:pt x="262074" y="38191"/>
                  <a:pt x="268914" y="36597"/>
                  <a:pt x="277331" y="36597"/>
                </a:cubicBezTo>
                <a:cubicBezTo>
                  <a:pt x="287130" y="36597"/>
                  <a:pt x="294725" y="39611"/>
                  <a:pt x="300118" y="45641"/>
                </a:cubicBezTo>
                <a:cubicBezTo>
                  <a:pt x="305510" y="51670"/>
                  <a:pt x="308206" y="60481"/>
                  <a:pt x="308206" y="72074"/>
                </a:cubicBezTo>
                <a:lnTo>
                  <a:pt x="308206" y="135535"/>
                </a:lnTo>
                <a:lnTo>
                  <a:pt x="282263" y="135535"/>
                </a:lnTo>
                <a:lnTo>
                  <a:pt x="282263" y="75261"/>
                </a:lnTo>
                <a:cubicBezTo>
                  <a:pt x="282263" y="71716"/>
                  <a:pt x="281770" y="68607"/>
                  <a:pt x="280784" y="65934"/>
                </a:cubicBezTo>
                <a:cubicBezTo>
                  <a:pt x="279797" y="63260"/>
                  <a:pt x="278235" y="61187"/>
                  <a:pt x="276098" y="59716"/>
                </a:cubicBezTo>
                <a:cubicBezTo>
                  <a:pt x="273961" y="58245"/>
                  <a:pt x="271150" y="57509"/>
                  <a:pt x="267664" y="57509"/>
                </a:cubicBezTo>
                <a:cubicBezTo>
                  <a:pt x="262469" y="57509"/>
                  <a:pt x="258014" y="58746"/>
                  <a:pt x="254298" y="61220"/>
                </a:cubicBezTo>
                <a:cubicBezTo>
                  <a:pt x="250583" y="63695"/>
                  <a:pt x="247344" y="66703"/>
                  <a:pt x="244582" y="70246"/>
                </a:cubicBezTo>
                <a:lnTo>
                  <a:pt x="244582" y="135535"/>
                </a:lnTo>
                <a:lnTo>
                  <a:pt x="218441" y="135535"/>
                </a:lnTo>
                <a:close/>
                <a:moveTo>
                  <a:pt x="379374" y="135535"/>
                </a:moveTo>
                <a:cubicBezTo>
                  <a:pt x="369641" y="135535"/>
                  <a:pt x="362095" y="134351"/>
                  <a:pt x="356736" y="131981"/>
                </a:cubicBezTo>
                <a:cubicBezTo>
                  <a:pt x="351376" y="129610"/>
                  <a:pt x="347644" y="125936"/>
                  <a:pt x="345540" y="120961"/>
                </a:cubicBezTo>
                <a:cubicBezTo>
                  <a:pt x="343435" y="115986"/>
                  <a:pt x="342383" y="109491"/>
                  <a:pt x="342383" y="101476"/>
                </a:cubicBezTo>
                <a:lnTo>
                  <a:pt x="342383" y="58199"/>
                </a:lnTo>
                <a:lnTo>
                  <a:pt x="326403" y="58199"/>
                </a:lnTo>
                <a:lnTo>
                  <a:pt x="326403" y="38076"/>
                </a:lnTo>
                <a:lnTo>
                  <a:pt x="342383" y="38076"/>
                </a:lnTo>
                <a:lnTo>
                  <a:pt x="342383" y="15388"/>
                </a:lnTo>
                <a:lnTo>
                  <a:pt x="368523" y="15388"/>
                </a:lnTo>
                <a:lnTo>
                  <a:pt x="368523" y="38076"/>
                </a:lnTo>
                <a:lnTo>
                  <a:pt x="389534" y="38076"/>
                </a:lnTo>
                <a:lnTo>
                  <a:pt x="389534" y="58199"/>
                </a:lnTo>
                <a:lnTo>
                  <a:pt x="368523" y="58199"/>
                </a:lnTo>
                <a:lnTo>
                  <a:pt x="368523" y="100104"/>
                </a:lnTo>
                <a:cubicBezTo>
                  <a:pt x="368523" y="105275"/>
                  <a:pt x="369230" y="109102"/>
                  <a:pt x="370644" y="111587"/>
                </a:cubicBezTo>
                <a:cubicBezTo>
                  <a:pt x="372058" y="114071"/>
                  <a:pt x="375264" y="115314"/>
                  <a:pt x="380262" y="115314"/>
                </a:cubicBezTo>
                <a:lnTo>
                  <a:pt x="389534" y="115314"/>
                </a:lnTo>
                <a:lnTo>
                  <a:pt x="389534" y="135535"/>
                </a:lnTo>
                <a:lnTo>
                  <a:pt x="379374" y="135535"/>
                </a:lnTo>
                <a:close/>
                <a:moveTo>
                  <a:pt x="437225" y="137311"/>
                </a:moveTo>
                <a:cubicBezTo>
                  <a:pt x="427492" y="137311"/>
                  <a:pt x="419963" y="134251"/>
                  <a:pt x="414636" y="128131"/>
                </a:cubicBezTo>
                <a:cubicBezTo>
                  <a:pt x="409309" y="122009"/>
                  <a:pt x="406646" y="113295"/>
                  <a:pt x="406646" y="101991"/>
                </a:cubicBezTo>
                <a:lnTo>
                  <a:pt x="406646" y="38076"/>
                </a:lnTo>
                <a:lnTo>
                  <a:pt x="432786" y="38076"/>
                </a:lnTo>
                <a:lnTo>
                  <a:pt x="432786" y="99065"/>
                </a:lnTo>
                <a:cubicBezTo>
                  <a:pt x="432786" y="102425"/>
                  <a:pt x="433263" y="105399"/>
                  <a:pt x="434216" y="107986"/>
                </a:cubicBezTo>
                <a:cubicBezTo>
                  <a:pt x="435170" y="110574"/>
                  <a:pt x="436748" y="112573"/>
                  <a:pt x="438951" y="113985"/>
                </a:cubicBezTo>
                <a:cubicBezTo>
                  <a:pt x="441154" y="115397"/>
                  <a:pt x="444064" y="116103"/>
                  <a:pt x="447681" y="116103"/>
                </a:cubicBezTo>
                <a:cubicBezTo>
                  <a:pt x="452942" y="116103"/>
                  <a:pt x="457430" y="114910"/>
                  <a:pt x="461146" y="112524"/>
                </a:cubicBezTo>
                <a:cubicBezTo>
                  <a:pt x="464862" y="110138"/>
                  <a:pt x="468100" y="107231"/>
                  <a:pt x="470862" y="103803"/>
                </a:cubicBezTo>
                <a:lnTo>
                  <a:pt x="470862" y="38076"/>
                </a:lnTo>
                <a:lnTo>
                  <a:pt x="497003" y="38076"/>
                </a:lnTo>
                <a:lnTo>
                  <a:pt x="497003" y="135535"/>
                </a:lnTo>
                <a:lnTo>
                  <a:pt x="471750" y="135535"/>
                </a:lnTo>
                <a:lnTo>
                  <a:pt x="471356" y="121528"/>
                </a:lnTo>
                <a:cubicBezTo>
                  <a:pt x="468133" y="125605"/>
                  <a:pt x="463727" y="129255"/>
                  <a:pt x="458137" y="132477"/>
                </a:cubicBezTo>
                <a:cubicBezTo>
                  <a:pt x="452548" y="135700"/>
                  <a:pt x="445577" y="137311"/>
                  <a:pt x="437225" y="137311"/>
                </a:cubicBezTo>
                <a:close/>
                <a:moveTo>
                  <a:pt x="527332" y="135535"/>
                </a:moveTo>
                <a:lnTo>
                  <a:pt x="527332" y="38076"/>
                </a:lnTo>
                <a:lnTo>
                  <a:pt x="553473" y="38076"/>
                </a:lnTo>
                <a:lnTo>
                  <a:pt x="553473" y="135535"/>
                </a:lnTo>
                <a:lnTo>
                  <a:pt x="527332" y="135535"/>
                </a:lnTo>
                <a:moveTo>
                  <a:pt x="540452" y="25450"/>
                </a:moveTo>
                <a:cubicBezTo>
                  <a:pt x="535651" y="25450"/>
                  <a:pt x="531985" y="24233"/>
                  <a:pt x="529453" y="21800"/>
                </a:cubicBezTo>
                <a:cubicBezTo>
                  <a:pt x="526921" y="19367"/>
                  <a:pt x="525655" y="16342"/>
                  <a:pt x="525655" y="12725"/>
                </a:cubicBezTo>
                <a:cubicBezTo>
                  <a:pt x="525655" y="9042"/>
                  <a:pt x="526921" y="6001"/>
                  <a:pt x="529453" y="3600"/>
                </a:cubicBezTo>
                <a:cubicBezTo>
                  <a:pt x="531985" y="1200"/>
                  <a:pt x="535651" y="0"/>
                  <a:pt x="540452" y="0"/>
                </a:cubicBezTo>
                <a:cubicBezTo>
                  <a:pt x="545252" y="0"/>
                  <a:pt x="548919" y="1200"/>
                  <a:pt x="551450" y="3600"/>
                </a:cubicBezTo>
                <a:cubicBezTo>
                  <a:pt x="553982" y="6001"/>
                  <a:pt x="555248" y="9042"/>
                  <a:pt x="555248" y="12725"/>
                </a:cubicBezTo>
                <a:cubicBezTo>
                  <a:pt x="555248" y="16342"/>
                  <a:pt x="553982" y="19367"/>
                  <a:pt x="551450" y="21800"/>
                </a:cubicBezTo>
                <a:cubicBezTo>
                  <a:pt x="548919" y="24233"/>
                  <a:pt x="545252" y="25450"/>
                  <a:pt x="540452" y="25450"/>
                </a:cubicBezTo>
                <a:close/>
                <a:moveTo>
                  <a:pt x="618971" y="135535"/>
                </a:moveTo>
                <a:cubicBezTo>
                  <a:pt x="609238" y="135535"/>
                  <a:pt x="601692" y="134351"/>
                  <a:pt x="596332" y="131981"/>
                </a:cubicBezTo>
                <a:cubicBezTo>
                  <a:pt x="590973" y="129610"/>
                  <a:pt x="587241" y="125936"/>
                  <a:pt x="585136" y="120961"/>
                </a:cubicBezTo>
                <a:cubicBezTo>
                  <a:pt x="583032" y="115986"/>
                  <a:pt x="581980" y="109491"/>
                  <a:pt x="581980" y="101476"/>
                </a:cubicBezTo>
                <a:lnTo>
                  <a:pt x="581980" y="58199"/>
                </a:lnTo>
                <a:lnTo>
                  <a:pt x="565999" y="58199"/>
                </a:lnTo>
                <a:lnTo>
                  <a:pt x="565999" y="38076"/>
                </a:lnTo>
                <a:lnTo>
                  <a:pt x="581980" y="38076"/>
                </a:lnTo>
                <a:lnTo>
                  <a:pt x="581980" y="15388"/>
                </a:lnTo>
                <a:lnTo>
                  <a:pt x="608120" y="15388"/>
                </a:lnTo>
                <a:lnTo>
                  <a:pt x="608120" y="38076"/>
                </a:lnTo>
                <a:lnTo>
                  <a:pt x="629131" y="38076"/>
                </a:lnTo>
                <a:lnTo>
                  <a:pt x="629131" y="58199"/>
                </a:lnTo>
                <a:lnTo>
                  <a:pt x="608120" y="58199"/>
                </a:lnTo>
                <a:lnTo>
                  <a:pt x="608120" y="100104"/>
                </a:lnTo>
                <a:cubicBezTo>
                  <a:pt x="608120" y="105275"/>
                  <a:pt x="608827" y="109102"/>
                  <a:pt x="610241" y="111587"/>
                </a:cubicBezTo>
                <a:cubicBezTo>
                  <a:pt x="611655" y="114071"/>
                  <a:pt x="614861" y="115314"/>
                  <a:pt x="619858" y="115314"/>
                </a:cubicBezTo>
                <a:lnTo>
                  <a:pt x="629131" y="115314"/>
                </a:lnTo>
                <a:lnTo>
                  <a:pt x="629131" y="135535"/>
                </a:lnTo>
                <a:lnTo>
                  <a:pt x="618971" y="135535"/>
                </a:lnTo>
                <a:close/>
                <a:moveTo>
                  <a:pt x="647130" y="135535"/>
                </a:moveTo>
                <a:lnTo>
                  <a:pt x="647130" y="38076"/>
                </a:lnTo>
                <a:lnTo>
                  <a:pt x="673271" y="38076"/>
                </a:lnTo>
                <a:lnTo>
                  <a:pt x="673271" y="135535"/>
                </a:lnTo>
                <a:lnTo>
                  <a:pt x="647130" y="135535"/>
                </a:lnTo>
                <a:moveTo>
                  <a:pt x="660250" y="25450"/>
                </a:moveTo>
                <a:cubicBezTo>
                  <a:pt x="655449" y="25450"/>
                  <a:pt x="651783" y="24233"/>
                  <a:pt x="649251" y="21800"/>
                </a:cubicBezTo>
                <a:cubicBezTo>
                  <a:pt x="646719" y="19367"/>
                  <a:pt x="645453" y="16342"/>
                  <a:pt x="645453" y="12725"/>
                </a:cubicBezTo>
                <a:cubicBezTo>
                  <a:pt x="645453" y="9042"/>
                  <a:pt x="646719" y="6001"/>
                  <a:pt x="649251" y="3600"/>
                </a:cubicBezTo>
                <a:cubicBezTo>
                  <a:pt x="651783" y="1200"/>
                  <a:pt x="655449" y="0"/>
                  <a:pt x="660250" y="0"/>
                </a:cubicBezTo>
                <a:cubicBezTo>
                  <a:pt x="665051" y="0"/>
                  <a:pt x="668717" y="1200"/>
                  <a:pt x="671249" y="3600"/>
                </a:cubicBezTo>
                <a:cubicBezTo>
                  <a:pt x="673780" y="6001"/>
                  <a:pt x="675046" y="9042"/>
                  <a:pt x="675046" y="12725"/>
                </a:cubicBezTo>
                <a:cubicBezTo>
                  <a:pt x="675046" y="16342"/>
                  <a:pt x="673780" y="19367"/>
                  <a:pt x="671249" y="21800"/>
                </a:cubicBezTo>
                <a:cubicBezTo>
                  <a:pt x="668717" y="24233"/>
                  <a:pt x="665051" y="25450"/>
                  <a:pt x="660250" y="25450"/>
                </a:cubicBezTo>
                <a:close/>
                <a:moveTo>
                  <a:pt x="747395" y="137311"/>
                </a:moveTo>
                <a:cubicBezTo>
                  <a:pt x="737662" y="137311"/>
                  <a:pt x="729130" y="135348"/>
                  <a:pt x="721797" y="131423"/>
                </a:cubicBezTo>
                <a:cubicBezTo>
                  <a:pt x="714465" y="127496"/>
                  <a:pt x="708793" y="121806"/>
                  <a:pt x="704781" y="114355"/>
                </a:cubicBezTo>
                <a:cubicBezTo>
                  <a:pt x="700770" y="106901"/>
                  <a:pt x="698764" y="97884"/>
                  <a:pt x="698764" y="87302"/>
                </a:cubicBezTo>
                <a:cubicBezTo>
                  <a:pt x="698764" y="76523"/>
                  <a:pt x="700770" y="67358"/>
                  <a:pt x="704781" y="59805"/>
                </a:cubicBezTo>
                <a:cubicBezTo>
                  <a:pt x="708793" y="52251"/>
                  <a:pt x="714465" y="46495"/>
                  <a:pt x="721797" y="42537"/>
                </a:cubicBezTo>
                <a:cubicBezTo>
                  <a:pt x="729130" y="38577"/>
                  <a:pt x="737662" y="36597"/>
                  <a:pt x="747395" y="36597"/>
                </a:cubicBezTo>
                <a:cubicBezTo>
                  <a:pt x="757259" y="36597"/>
                  <a:pt x="765858" y="38577"/>
                  <a:pt x="773190" y="42537"/>
                </a:cubicBezTo>
                <a:cubicBezTo>
                  <a:pt x="780523" y="46495"/>
                  <a:pt x="786228" y="52251"/>
                  <a:pt x="790305" y="59805"/>
                </a:cubicBezTo>
                <a:cubicBezTo>
                  <a:pt x="794382" y="67358"/>
                  <a:pt x="796421" y="76523"/>
                  <a:pt x="796421" y="87302"/>
                </a:cubicBezTo>
                <a:cubicBezTo>
                  <a:pt x="796421" y="97884"/>
                  <a:pt x="794382" y="106901"/>
                  <a:pt x="790305" y="114355"/>
                </a:cubicBezTo>
                <a:cubicBezTo>
                  <a:pt x="786228" y="121806"/>
                  <a:pt x="780523" y="127496"/>
                  <a:pt x="773190" y="131423"/>
                </a:cubicBezTo>
                <a:cubicBezTo>
                  <a:pt x="765858" y="135348"/>
                  <a:pt x="757259" y="137311"/>
                  <a:pt x="747395" y="137311"/>
                </a:cubicBezTo>
                <a:moveTo>
                  <a:pt x="747395" y="117385"/>
                </a:moveTo>
                <a:cubicBezTo>
                  <a:pt x="753116" y="117385"/>
                  <a:pt x="757605" y="116027"/>
                  <a:pt x="760860" y="113310"/>
                </a:cubicBezTo>
                <a:cubicBezTo>
                  <a:pt x="764115" y="110593"/>
                  <a:pt x="766417" y="106955"/>
                  <a:pt x="767765" y="102394"/>
                </a:cubicBezTo>
                <a:cubicBezTo>
                  <a:pt x="769113" y="97834"/>
                  <a:pt x="769787" y="92804"/>
                  <a:pt x="769787" y="87305"/>
                </a:cubicBezTo>
                <a:cubicBezTo>
                  <a:pt x="769787" y="81670"/>
                  <a:pt x="769113" y="76539"/>
                  <a:pt x="767765" y="71911"/>
                </a:cubicBezTo>
                <a:cubicBezTo>
                  <a:pt x="766417" y="67283"/>
                  <a:pt x="764115" y="63594"/>
                  <a:pt x="760860" y="60844"/>
                </a:cubicBezTo>
                <a:cubicBezTo>
                  <a:pt x="757605" y="58094"/>
                  <a:pt x="753116" y="56720"/>
                  <a:pt x="747395" y="56720"/>
                </a:cubicBezTo>
                <a:cubicBezTo>
                  <a:pt x="741805" y="56720"/>
                  <a:pt x="737416" y="58094"/>
                  <a:pt x="734226" y="60844"/>
                </a:cubicBezTo>
                <a:cubicBezTo>
                  <a:pt x="731037" y="63594"/>
                  <a:pt x="728784" y="67283"/>
                  <a:pt x="727469" y="71911"/>
                </a:cubicBezTo>
                <a:cubicBezTo>
                  <a:pt x="726154" y="76539"/>
                  <a:pt x="725496" y="81670"/>
                  <a:pt x="725496" y="87305"/>
                </a:cubicBezTo>
                <a:cubicBezTo>
                  <a:pt x="725496" y="92804"/>
                  <a:pt x="726154" y="97834"/>
                  <a:pt x="727469" y="102394"/>
                </a:cubicBezTo>
                <a:cubicBezTo>
                  <a:pt x="728784" y="106955"/>
                  <a:pt x="731037" y="110593"/>
                  <a:pt x="734226" y="113310"/>
                </a:cubicBezTo>
                <a:cubicBezTo>
                  <a:pt x="737416" y="116027"/>
                  <a:pt x="741805" y="117385"/>
                  <a:pt x="747395" y="117385"/>
                </a:cubicBezTo>
                <a:close/>
                <a:moveTo>
                  <a:pt x="817435" y="135535"/>
                </a:moveTo>
                <a:lnTo>
                  <a:pt x="817435" y="38076"/>
                </a:lnTo>
                <a:lnTo>
                  <a:pt x="842588" y="38076"/>
                </a:lnTo>
                <a:lnTo>
                  <a:pt x="843082" y="52379"/>
                </a:lnTo>
                <a:cubicBezTo>
                  <a:pt x="846304" y="48236"/>
                  <a:pt x="850546" y="44570"/>
                  <a:pt x="855807" y="41381"/>
                </a:cubicBezTo>
                <a:cubicBezTo>
                  <a:pt x="861068" y="38191"/>
                  <a:pt x="867907" y="36597"/>
                  <a:pt x="876324" y="36597"/>
                </a:cubicBezTo>
                <a:cubicBezTo>
                  <a:pt x="886123" y="36597"/>
                  <a:pt x="893718" y="39611"/>
                  <a:pt x="899111" y="45641"/>
                </a:cubicBezTo>
                <a:cubicBezTo>
                  <a:pt x="904503" y="51670"/>
                  <a:pt x="907200" y="60481"/>
                  <a:pt x="907200" y="72074"/>
                </a:cubicBezTo>
                <a:lnTo>
                  <a:pt x="907200" y="135535"/>
                </a:lnTo>
                <a:lnTo>
                  <a:pt x="881256" y="135535"/>
                </a:lnTo>
                <a:lnTo>
                  <a:pt x="881256" y="75261"/>
                </a:lnTo>
                <a:cubicBezTo>
                  <a:pt x="881256" y="71716"/>
                  <a:pt x="880763" y="68607"/>
                  <a:pt x="879777" y="65934"/>
                </a:cubicBezTo>
                <a:cubicBezTo>
                  <a:pt x="878790" y="63260"/>
                  <a:pt x="877229" y="61187"/>
                  <a:pt x="875091" y="59716"/>
                </a:cubicBezTo>
                <a:cubicBezTo>
                  <a:pt x="872954" y="58245"/>
                  <a:pt x="870143" y="57509"/>
                  <a:pt x="866657" y="57509"/>
                </a:cubicBezTo>
                <a:cubicBezTo>
                  <a:pt x="861462" y="57509"/>
                  <a:pt x="857007" y="58746"/>
                  <a:pt x="853291" y="61220"/>
                </a:cubicBezTo>
                <a:cubicBezTo>
                  <a:pt x="849576" y="63695"/>
                  <a:pt x="846337" y="66703"/>
                  <a:pt x="843575" y="70246"/>
                </a:cubicBezTo>
                <a:lnTo>
                  <a:pt x="843575" y="135535"/>
                </a:lnTo>
                <a:lnTo>
                  <a:pt x="817435" y="135535"/>
                </a:lnTo>
                <a:close/>
                <a:moveTo>
                  <a:pt x="1047118" y="135535"/>
                </a:moveTo>
                <a:cubicBezTo>
                  <a:pt x="1042055" y="135535"/>
                  <a:pt x="1037961" y="133973"/>
                  <a:pt x="1034837" y="130850"/>
                </a:cubicBezTo>
                <a:cubicBezTo>
                  <a:pt x="1031713" y="127726"/>
                  <a:pt x="1030152" y="123928"/>
                  <a:pt x="1030152" y="119457"/>
                </a:cubicBezTo>
                <a:cubicBezTo>
                  <a:pt x="1030152" y="114590"/>
                  <a:pt x="1031713" y="110710"/>
                  <a:pt x="1034837" y="107817"/>
                </a:cubicBezTo>
                <a:cubicBezTo>
                  <a:pt x="1037961" y="104923"/>
                  <a:pt x="1042055" y="103476"/>
                  <a:pt x="1047118" y="103476"/>
                </a:cubicBezTo>
                <a:cubicBezTo>
                  <a:pt x="1052050" y="103476"/>
                  <a:pt x="1056045" y="104923"/>
                  <a:pt x="1059103" y="107817"/>
                </a:cubicBezTo>
                <a:cubicBezTo>
                  <a:pt x="1062161" y="110710"/>
                  <a:pt x="1063690" y="114590"/>
                  <a:pt x="1063690" y="119457"/>
                </a:cubicBezTo>
                <a:cubicBezTo>
                  <a:pt x="1063690" y="123928"/>
                  <a:pt x="1062161" y="127726"/>
                  <a:pt x="1059103" y="130850"/>
                </a:cubicBezTo>
                <a:cubicBezTo>
                  <a:pt x="1056045" y="133973"/>
                  <a:pt x="1052050" y="135535"/>
                  <a:pt x="1047118" y="135535"/>
                </a:cubicBezTo>
                <a:moveTo>
                  <a:pt x="991484" y="135535"/>
                </a:moveTo>
                <a:cubicBezTo>
                  <a:pt x="986420" y="135535"/>
                  <a:pt x="982326" y="133973"/>
                  <a:pt x="979203" y="130850"/>
                </a:cubicBezTo>
                <a:cubicBezTo>
                  <a:pt x="976079" y="127726"/>
                  <a:pt x="974517" y="123928"/>
                  <a:pt x="974517" y="119457"/>
                </a:cubicBezTo>
                <a:cubicBezTo>
                  <a:pt x="974517" y="114590"/>
                  <a:pt x="976079" y="110710"/>
                  <a:pt x="979203" y="107817"/>
                </a:cubicBezTo>
                <a:cubicBezTo>
                  <a:pt x="982326" y="104923"/>
                  <a:pt x="986420" y="103476"/>
                  <a:pt x="991484" y="103476"/>
                </a:cubicBezTo>
                <a:cubicBezTo>
                  <a:pt x="996416" y="103476"/>
                  <a:pt x="1000411" y="104923"/>
                  <a:pt x="1003469" y="107817"/>
                </a:cubicBezTo>
                <a:cubicBezTo>
                  <a:pt x="1006527" y="110710"/>
                  <a:pt x="1008056" y="114590"/>
                  <a:pt x="1008056" y="119457"/>
                </a:cubicBezTo>
                <a:cubicBezTo>
                  <a:pt x="1008056" y="123928"/>
                  <a:pt x="1006527" y="127726"/>
                  <a:pt x="1003469" y="130850"/>
                </a:cubicBezTo>
                <a:cubicBezTo>
                  <a:pt x="1000411" y="133973"/>
                  <a:pt x="996416" y="135535"/>
                  <a:pt x="991484" y="135535"/>
                </a:cubicBezTo>
                <a:moveTo>
                  <a:pt x="1102753" y="135535"/>
                </a:moveTo>
                <a:cubicBezTo>
                  <a:pt x="1097689" y="135535"/>
                  <a:pt x="1093595" y="133973"/>
                  <a:pt x="1090472" y="130850"/>
                </a:cubicBezTo>
                <a:cubicBezTo>
                  <a:pt x="1087348" y="127726"/>
                  <a:pt x="1085786" y="123928"/>
                  <a:pt x="1085786" y="119457"/>
                </a:cubicBezTo>
                <a:cubicBezTo>
                  <a:pt x="1085786" y="114590"/>
                  <a:pt x="1087348" y="110710"/>
                  <a:pt x="1090472" y="107817"/>
                </a:cubicBezTo>
                <a:cubicBezTo>
                  <a:pt x="1093595" y="104923"/>
                  <a:pt x="1097689" y="103476"/>
                  <a:pt x="1102753" y="103476"/>
                </a:cubicBezTo>
                <a:cubicBezTo>
                  <a:pt x="1107685" y="103476"/>
                  <a:pt x="1111680" y="104923"/>
                  <a:pt x="1114738" y="107817"/>
                </a:cubicBezTo>
                <a:cubicBezTo>
                  <a:pt x="1117796" y="110710"/>
                  <a:pt x="1119325" y="114590"/>
                  <a:pt x="1119325" y="119457"/>
                </a:cubicBezTo>
                <a:cubicBezTo>
                  <a:pt x="1119325" y="123928"/>
                  <a:pt x="1117796" y="127726"/>
                  <a:pt x="1114738" y="130850"/>
                </a:cubicBezTo>
                <a:cubicBezTo>
                  <a:pt x="1111680" y="133973"/>
                  <a:pt x="1107685" y="135535"/>
                  <a:pt x="1102753" y="1355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" name="Text #Approach…">
            <a:extLst xmlns:a="http://schemas.openxmlformats.org/drawingml/2006/main">
              <a:ext uri="{FF2B5EF4-FFF2-40B4-BE49-F238E27FC236}">
                <a16:creationId xmlns:a16="http://schemas.microsoft.com/office/drawing/2014/main" id="{CFF93DA7-1198-49ED-B33A-0A8EF287E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6727" y="3828018"/>
            <a:ext cx="1233465" cy="168087"/>
          </a:xfrm>
          <a:custGeom xmlns:a="http://schemas.openxmlformats.org/drawingml/2006/main">
            <a:pathLst>
              <a:path w="1233465" h="168087">
                <a:moveTo>
                  <a:pt x="13711" y="132773"/>
                </a:moveTo>
                <a:lnTo>
                  <a:pt x="18841" y="95684"/>
                </a:lnTo>
                <a:lnTo>
                  <a:pt x="0" y="95684"/>
                </a:lnTo>
                <a:lnTo>
                  <a:pt x="0" y="79309"/>
                </a:lnTo>
                <a:lnTo>
                  <a:pt x="21208" y="79309"/>
                </a:lnTo>
                <a:lnTo>
                  <a:pt x="24365" y="56424"/>
                </a:lnTo>
                <a:lnTo>
                  <a:pt x="5425" y="56424"/>
                </a:lnTo>
                <a:lnTo>
                  <a:pt x="5425" y="40148"/>
                </a:lnTo>
                <a:lnTo>
                  <a:pt x="26732" y="40148"/>
                </a:lnTo>
                <a:lnTo>
                  <a:pt x="31862" y="3551"/>
                </a:lnTo>
                <a:lnTo>
                  <a:pt x="49716" y="3551"/>
                </a:lnTo>
                <a:lnTo>
                  <a:pt x="44685" y="40148"/>
                </a:lnTo>
                <a:lnTo>
                  <a:pt x="64315" y="40148"/>
                </a:lnTo>
                <a:lnTo>
                  <a:pt x="69346" y="3551"/>
                </a:lnTo>
                <a:lnTo>
                  <a:pt x="87398" y="3551"/>
                </a:lnTo>
                <a:lnTo>
                  <a:pt x="82268" y="40148"/>
                </a:lnTo>
                <a:lnTo>
                  <a:pt x="100813" y="40148"/>
                </a:lnTo>
                <a:lnTo>
                  <a:pt x="100813" y="56424"/>
                </a:lnTo>
                <a:lnTo>
                  <a:pt x="79901" y="56424"/>
                </a:lnTo>
                <a:lnTo>
                  <a:pt x="76843" y="79309"/>
                </a:lnTo>
                <a:lnTo>
                  <a:pt x="95190" y="79309"/>
                </a:lnTo>
                <a:lnTo>
                  <a:pt x="95190" y="95684"/>
                </a:lnTo>
                <a:lnTo>
                  <a:pt x="74574" y="95684"/>
                </a:lnTo>
                <a:lnTo>
                  <a:pt x="69445" y="132773"/>
                </a:lnTo>
                <a:lnTo>
                  <a:pt x="51492" y="132773"/>
                </a:lnTo>
                <a:lnTo>
                  <a:pt x="56522" y="95684"/>
                </a:lnTo>
                <a:lnTo>
                  <a:pt x="36892" y="95684"/>
                </a:lnTo>
                <a:lnTo>
                  <a:pt x="31763" y="132773"/>
                </a:lnTo>
                <a:lnTo>
                  <a:pt x="13711" y="132773"/>
                </a:lnTo>
                <a:moveTo>
                  <a:pt x="39260" y="79309"/>
                </a:moveTo>
                <a:lnTo>
                  <a:pt x="58988" y="79309"/>
                </a:lnTo>
                <a:lnTo>
                  <a:pt x="61948" y="56424"/>
                </a:lnTo>
                <a:lnTo>
                  <a:pt x="42416" y="56424"/>
                </a:lnTo>
                <a:lnTo>
                  <a:pt x="39260" y="79309"/>
                </a:lnTo>
                <a:close/>
                <a:moveTo>
                  <a:pt x="147963" y="132773"/>
                </a:moveTo>
                <a:lnTo>
                  <a:pt x="195706" y="0"/>
                </a:lnTo>
                <a:lnTo>
                  <a:pt x="224806" y="0"/>
                </a:lnTo>
                <a:lnTo>
                  <a:pt x="272648" y="132773"/>
                </a:lnTo>
                <a:lnTo>
                  <a:pt x="243745" y="132773"/>
                </a:lnTo>
                <a:lnTo>
                  <a:pt x="234275" y="103575"/>
                </a:lnTo>
                <a:lnTo>
                  <a:pt x="186335" y="103575"/>
                </a:lnTo>
                <a:lnTo>
                  <a:pt x="176569" y="132773"/>
                </a:lnTo>
                <a:lnTo>
                  <a:pt x="147963" y="132773"/>
                </a:lnTo>
                <a:moveTo>
                  <a:pt x="192944" y="80591"/>
                </a:moveTo>
                <a:lnTo>
                  <a:pt x="227469" y="80591"/>
                </a:lnTo>
                <a:lnTo>
                  <a:pt x="210207" y="27423"/>
                </a:lnTo>
                <a:lnTo>
                  <a:pt x="192944" y="80591"/>
                </a:lnTo>
                <a:close/>
                <a:moveTo>
                  <a:pt x="287736" y="168087"/>
                </a:moveTo>
                <a:lnTo>
                  <a:pt x="287736" y="35314"/>
                </a:lnTo>
                <a:lnTo>
                  <a:pt x="312396" y="35314"/>
                </a:lnTo>
                <a:lnTo>
                  <a:pt x="313876" y="50012"/>
                </a:lnTo>
                <a:cubicBezTo>
                  <a:pt x="317427" y="44817"/>
                  <a:pt x="321702" y="40822"/>
                  <a:pt x="326700" y="38027"/>
                </a:cubicBezTo>
                <a:cubicBezTo>
                  <a:pt x="331698" y="35232"/>
                  <a:pt x="337616" y="33835"/>
                  <a:pt x="344455" y="33835"/>
                </a:cubicBezTo>
                <a:cubicBezTo>
                  <a:pt x="351952" y="33835"/>
                  <a:pt x="358611" y="35665"/>
                  <a:pt x="364431" y="39325"/>
                </a:cubicBezTo>
                <a:cubicBezTo>
                  <a:pt x="370251" y="42985"/>
                  <a:pt x="374821" y="48542"/>
                  <a:pt x="378142" y="55995"/>
                </a:cubicBezTo>
                <a:cubicBezTo>
                  <a:pt x="381463" y="63447"/>
                  <a:pt x="383123" y="72996"/>
                  <a:pt x="383123" y="84642"/>
                </a:cubicBezTo>
                <a:cubicBezTo>
                  <a:pt x="383123" y="95887"/>
                  <a:pt x="381331" y="105170"/>
                  <a:pt x="377747" y="112490"/>
                </a:cubicBezTo>
                <a:cubicBezTo>
                  <a:pt x="374163" y="119810"/>
                  <a:pt x="369313" y="125300"/>
                  <a:pt x="363198" y="128960"/>
                </a:cubicBezTo>
                <a:cubicBezTo>
                  <a:pt x="357082" y="132620"/>
                  <a:pt x="350210" y="134483"/>
                  <a:pt x="342581" y="134549"/>
                </a:cubicBezTo>
                <a:cubicBezTo>
                  <a:pt x="336334" y="134615"/>
                  <a:pt x="330760" y="133332"/>
                  <a:pt x="325861" y="130702"/>
                </a:cubicBezTo>
                <a:cubicBezTo>
                  <a:pt x="320962" y="128071"/>
                  <a:pt x="316967" y="124389"/>
                  <a:pt x="313876" y="119654"/>
                </a:cubicBezTo>
                <a:lnTo>
                  <a:pt x="313876" y="168087"/>
                </a:lnTo>
                <a:lnTo>
                  <a:pt x="287736" y="168087"/>
                </a:lnTo>
                <a:moveTo>
                  <a:pt x="336071" y="114524"/>
                </a:moveTo>
                <a:cubicBezTo>
                  <a:pt x="342647" y="114524"/>
                  <a:pt x="347678" y="111942"/>
                  <a:pt x="351163" y="106778"/>
                </a:cubicBezTo>
                <a:cubicBezTo>
                  <a:pt x="354649" y="101613"/>
                  <a:pt x="356391" y="94136"/>
                  <a:pt x="356391" y="84346"/>
                </a:cubicBezTo>
                <a:cubicBezTo>
                  <a:pt x="356391" y="73949"/>
                  <a:pt x="354764" y="66237"/>
                  <a:pt x="351508" y="61208"/>
                </a:cubicBezTo>
                <a:cubicBezTo>
                  <a:pt x="348253" y="56177"/>
                  <a:pt x="343798" y="53662"/>
                  <a:pt x="338142" y="53662"/>
                </a:cubicBezTo>
                <a:cubicBezTo>
                  <a:pt x="332224" y="53662"/>
                  <a:pt x="327160" y="55355"/>
                  <a:pt x="322951" y="58742"/>
                </a:cubicBezTo>
                <a:cubicBezTo>
                  <a:pt x="318743" y="62129"/>
                  <a:pt x="315717" y="65834"/>
                  <a:pt x="313876" y="69858"/>
                </a:cubicBezTo>
                <a:lnTo>
                  <a:pt x="313876" y="98831"/>
                </a:lnTo>
                <a:cubicBezTo>
                  <a:pt x="315981" y="103124"/>
                  <a:pt x="318923" y="106813"/>
                  <a:pt x="322705" y="109897"/>
                </a:cubicBezTo>
                <a:cubicBezTo>
                  <a:pt x="326486" y="112982"/>
                  <a:pt x="330941" y="114524"/>
                  <a:pt x="336071" y="114524"/>
                </a:cubicBezTo>
                <a:close/>
                <a:moveTo>
                  <a:pt x="401473" y="168087"/>
                </a:moveTo>
                <a:lnTo>
                  <a:pt x="401473" y="35314"/>
                </a:lnTo>
                <a:lnTo>
                  <a:pt x="426133" y="35314"/>
                </a:lnTo>
                <a:lnTo>
                  <a:pt x="427613" y="50012"/>
                </a:lnTo>
                <a:cubicBezTo>
                  <a:pt x="431164" y="44817"/>
                  <a:pt x="435439" y="40822"/>
                  <a:pt x="440436" y="38027"/>
                </a:cubicBezTo>
                <a:cubicBezTo>
                  <a:pt x="445434" y="35232"/>
                  <a:pt x="451353" y="33835"/>
                  <a:pt x="458192" y="33835"/>
                </a:cubicBezTo>
                <a:cubicBezTo>
                  <a:pt x="465689" y="33835"/>
                  <a:pt x="472347" y="35665"/>
                  <a:pt x="478167" y="39325"/>
                </a:cubicBezTo>
                <a:cubicBezTo>
                  <a:pt x="483987" y="42985"/>
                  <a:pt x="488558" y="48542"/>
                  <a:pt x="491879" y="55995"/>
                </a:cubicBezTo>
                <a:cubicBezTo>
                  <a:pt x="495200" y="63447"/>
                  <a:pt x="496860" y="72996"/>
                  <a:pt x="496860" y="84642"/>
                </a:cubicBezTo>
                <a:cubicBezTo>
                  <a:pt x="496860" y="95887"/>
                  <a:pt x="495068" y="105170"/>
                  <a:pt x="491484" y="112490"/>
                </a:cubicBezTo>
                <a:cubicBezTo>
                  <a:pt x="487900" y="119810"/>
                  <a:pt x="483050" y="125300"/>
                  <a:pt x="476934" y="128960"/>
                </a:cubicBezTo>
                <a:cubicBezTo>
                  <a:pt x="470818" y="132620"/>
                  <a:pt x="463946" y="134483"/>
                  <a:pt x="456318" y="134549"/>
                </a:cubicBezTo>
                <a:cubicBezTo>
                  <a:pt x="450071" y="134615"/>
                  <a:pt x="444497" y="133332"/>
                  <a:pt x="439598" y="130702"/>
                </a:cubicBezTo>
                <a:cubicBezTo>
                  <a:pt x="434699" y="128071"/>
                  <a:pt x="430704" y="124389"/>
                  <a:pt x="427613" y="119654"/>
                </a:cubicBezTo>
                <a:lnTo>
                  <a:pt x="427613" y="168087"/>
                </a:lnTo>
                <a:lnTo>
                  <a:pt x="401473" y="168087"/>
                </a:lnTo>
                <a:moveTo>
                  <a:pt x="449808" y="114524"/>
                </a:moveTo>
                <a:cubicBezTo>
                  <a:pt x="456384" y="114524"/>
                  <a:pt x="461415" y="111942"/>
                  <a:pt x="464900" y="106778"/>
                </a:cubicBezTo>
                <a:cubicBezTo>
                  <a:pt x="468385" y="101613"/>
                  <a:pt x="470128" y="94136"/>
                  <a:pt x="470128" y="84346"/>
                </a:cubicBezTo>
                <a:cubicBezTo>
                  <a:pt x="470128" y="73949"/>
                  <a:pt x="468500" y="66237"/>
                  <a:pt x="465245" y="61208"/>
                </a:cubicBezTo>
                <a:cubicBezTo>
                  <a:pt x="461990" y="56177"/>
                  <a:pt x="457535" y="53662"/>
                  <a:pt x="451879" y="53662"/>
                </a:cubicBezTo>
                <a:cubicBezTo>
                  <a:pt x="445960" y="53662"/>
                  <a:pt x="440897" y="55355"/>
                  <a:pt x="436688" y="58742"/>
                </a:cubicBezTo>
                <a:cubicBezTo>
                  <a:pt x="432479" y="62129"/>
                  <a:pt x="429454" y="65834"/>
                  <a:pt x="427613" y="69858"/>
                </a:cubicBezTo>
                <a:lnTo>
                  <a:pt x="427613" y="98831"/>
                </a:lnTo>
                <a:cubicBezTo>
                  <a:pt x="429717" y="103124"/>
                  <a:pt x="432660" y="106813"/>
                  <a:pt x="436441" y="109897"/>
                </a:cubicBezTo>
                <a:cubicBezTo>
                  <a:pt x="440223" y="112982"/>
                  <a:pt x="444678" y="114524"/>
                  <a:pt x="449808" y="114524"/>
                </a:cubicBezTo>
                <a:close/>
                <a:moveTo>
                  <a:pt x="521271" y="132773"/>
                </a:moveTo>
                <a:lnTo>
                  <a:pt x="521271" y="35314"/>
                </a:lnTo>
                <a:lnTo>
                  <a:pt x="546326" y="35314"/>
                </a:lnTo>
                <a:lnTo>
                  <a:pt x="546819" y="51788"/>
                </a:lnTo>
                <a:cubicBezTo>
                  <a:pt x="549318" y="46000"/>
                  <a:pt x="553067" y="41562"/>
                  <a:pt x="558064" y="38471"/>
                </a:cubicBezTo>
                <a:cubicBezTo>
                  <a:pt x="563062" y="35380"/>
                  <a:pt x="569112" y="33835"/>
                  <a:pt x="576215" y="33835"/>
                </a:cubicBezTo>
                <a:lnTo>
                  <a:pt x="578188" y="33835"/>
                </a:lnTo>
                <a:lnTo>
                  <a:pt x="578188" y="55832"/>
                </a:lnTo>
                <a:lnTo>
                  <a:pt x="575722" y="55832"/>
                </a:lnTo>
                <a:cubicBezTo>
                  <a:pt x="571842" y="55832"/>
                  <a:pt x="568126" y="56183"/>
                  <a:pt x="564575" y="56886"/>
                </a:cubicBezTo>
                <a:cubicBezTo>
                  <a:pt x="561024" y="57589"/>
                  <a:pt x="557801" y="58794"/>
                  <a:pt x="554908" y="60502"/>
                </a:cubicBezTo>
                <a:cubicBezTo>
                  <a:pt x="552014" y="62210"/>
                  <a:pt x="549515" y="64570"/>
                  <a:pt x="547411" y="67583"/>
                </a:cubicBezTo>
                <a:lnTo>
                  <a:pt x="547411" y="132773"/>
                </a:lnTo>
                <a:lnTo>
                  <a:pt x="521271" y="132773"/>
                </a:lnTo>
                <a:close/>
                <a:moveTo>
                  <a:pt x="640525" y="134549"/>
                </a:moveTo>
                <a:cubicBezTo>
                  <a:pt x="630792" y="134549"/>
                  <a:pt x="622259" y="132586"/>
                  <a:pt x="614927" y="128661"/>
                </a:cubicBezTo>
                <a:cubicBezTo>
                  <a:pt x="607594" y="124734"/>
                  <a:pt x="601922" y="119044"/>
                  <a:pt x="597911" y="111593"/>
                </a:cubicBezTo>
                <a:cubicBezTo>
                  <a:pt x="593899" y="104139"/>
                  <a:pt x="591894" y="95122"/>
                  <a:pt x="591894" y="84540"/>
                </a:cubicBezTo>
                <a:cubicBezTo>
                  <a:pt x="591894" y="73761"/>
                  <a:pt x="593899" y="64596"/>
                  <a:pt x="597911" y="57043"/>
                </a:cubicBezTo>
                <a:cubicBezTo>
                  <a:pt x="601922" y="49489"/>
                  <a:pt x="607594" y="43733"/>
                  <a:pt x="614927" y="39775"/>
                </a:cubicBezTo>
                <a:cubicBezTo>
                  <a:pt x="622259" y="35815"/>
                  <a:pt x="630792" y="33835"/>
                  <a:pt x="640525" y="33835"/>
                </a:cubicBezTo>
                <a:cubicBezTo>
                  <a:pt x="650389" y="33835"/>
                  <a:pt x="658987" y="35815"/>
                  <a:pt x="666320" y="39775"/>
                </a:cubicBezTo>
                <a:cubicBezTo>
                  <a:pt x="673652" y="43733"/>
                  <a:pt x="679357" y="49489"/>
                  <a:pt x="683434" y="57043"/>
                </a:cubicBezTo>
                <a:cubicBezTo>
                  <a:pt x="687512" y="64596"/>
                  <a:pt x="689550" y="73761"/>
                  <a:pt x="689550" y="84540"/>
                </a:cubicBezTo>
                <a:cubicBezTo>
                  <a:pt x="689550" y="95122"/>
                  <a:pt x="687512" y="104139"/>
                  <a:pt x="683434" y="111593"/>
                </a:cubicBezTo>
                <a:cubicBezTo>
                  <a:pt x="679357" y="119044"/>
                  <a:pt x="673652" y="124734"/>
                  <a:pt x="666320" y="128661"/>
                </a:cubicBezTo>
                <a:cubicBezTo>
                  <a:pt x="658987" y="132586"/>
                  <a:pt x="650389" y="134549"/>
                  <a:pt x="640525" y="134549"/>
                </a:cubicBezTo>
                <a:moveTo>
                  <a:pt x="640525" y="114623"/>
                </a:moveTo>
                <a:cubicBezTo>
                  <a:pt x="646246" y="114623"/>
                  <a:pt x="650734" y="113265"/>
                  <a:pt x="653989" y="110548"/>
                </a:cubicBezTo>
                <a:cubicBezTo>
                  <a:pt x="657245" y="107831"/>
                  <a:pt x="659546" y="104193"/>
                  <a:pt x="660894" y="99632"/>
                </a:cubicBezTo>
                <a:cubicBezTo>
                  <a:pt x="662242" y="95072"/>
                  <a:pt x="662917" y="90042"/>
                  <a:pt x="662917" y="84543"/>
                </a:cubicBezTo>
                <a:cubicBezTo>
                  <a:pt x="662917" y="78908"/>
                  <a:pt x="662242" y="73777"/>
                  <a:pt x="660894" y="69149"/>
                </a:cubicBezTo>
                <a:cubicBezTo>
                  <a:pt x="659546" y="64521"/>
                  <a:pt x="657245" y="60832"/>
                  <a:pt x="653989" y="58082"/>
                </a:cubicBezTo>
                <a:cubicBezTo>
                  <a:pt x="650734" y="55332"/>
                  <a:pt x="646246" y="53958"/>
                  <a:pt x="640525" y="53958"/>
                </a:cubicBezTo>
                <a:cubicBezTo>
                  <a:pt x="634935" y="53958"/>
                  <a:pt x="630545" y="55332"/>
                  <a:pt x="627356" y="58082"/>
                </a:cubicBezTo>
                <a:cubicBezTo>
                  <a:pt x="624166" y="60832"/>
                  <a:pt x="621914" y="64521"/>
                  <a:pt x="620599" y="69149"/>
                </a:cubicBezTo>
                <a:cubicBezTo>
                  <a:pt x="619284" y="73777"/>
                  <a:pt x="618626" y="78908"/>
                  <a:pt x="618626" y="84543"/>
                </a:cubicBezTo>
                <a:cubicBezTo>
                  <a:pt x="618626" y="90042"/>
                  <a:pt x="619284" y="95072"/>
                  <a:pt x="620599" y="99632"/>
                </a:cubicBezTo>
                <a:cubicBezTo>
                  <a:pt x="621914" y="104193"/>
                  <a:pt x="624166" y="107831"/>
                  <a:pt x="627356" y="110548"/>
                </a:cubicBezTo>
                <a:cubicBezTo>
                  <a:pt x="630545" y="113265"/>
                  <a:pt x="634935" y="114623"/>
                  <a:pt x="640525" y="114623"/>
                </a:cubicBezTo>
                <a:close/>
                <a:moveTo>
                  <a:pt x="736803" y="134549"/>
                </a:moveTo>
                <a:cubicBezTo>
                  <a:pt x="731345" y="134549"/>
                  <a:pt x="726249" y="133486"/>
                  <a:pt x="721514" y="131361"/>
                </a:cubicBezTo>
                <a:cubicBezTo>
                  <a:pt x="716779" y="129237"/>
                  <a:pt x="712948" y="126033"/>
                  <a:pt x="710022" y="121750"/>
                </a:cubicBezTo>
                <a:cubicBezTo>
                  <a:pt x="707095" y="117465"/>
                  <a:pt x="705632" y="112102"/>
                  <a:pt x="705632" y="105662"/>
                </a:cubicBezTo>
                <a:cubicBezTo>
                  <a:pt x="705632" y="96698"/>
                  <a:pt x="708296" y="89942"/>
                  <a:pt x="713622" y="85394"/>
                </a:cubicBezTo>
                <a:cubicBezTo>
                  <a:pt x="718949" y="80844"/>
                  <a:pt x="726397" y="77755"/>
                  <a:pt x="735965" y="76128"/>
                </a:cubicBezTo>
                <a:cubicBezTo>
                  <a:pt x="745533" y="74500"/>
                  <a:pt x="756663" y="73554"/>
                  <a:pt x="769355" y="73289"/>
                </a:cubicBezTo>
                <a:lnTo>
                  <a:pt x="769355" y="67996"/>
                </a:lnTo>
                <a:cubicBezTo>
                  <a:pt x="769355" y="61547"/>
                  <a:pt x="767859" y="57135"/>
                  <a:pt x="764867" y="54759"/>
                </a:cubicBezTo>
                <a:cubicBezTo>
                  <a:pt x="761875" y="52383"/>
                  <a:pt x="758012" y="51196"/>
                  <a:pt x="753277" y="51196"/>
                </a:cubicBezTo>
                <a:cubicBezTo>
                  <a:pt x="748081" y="51196"/>
                  <a:pt x="743807" y="52463"/>
                  <a:pt x="740453" y="54996"/>
                </a:cubicBezTo>
                <a:cubicBezTo>
                  <a:pt x="737099" y="57528"/>
                  <a:pt x="735422" y="61631"/>
                  <a:pt x="735422" y="67305"/>
                </a:cubicBezTo>
                <a:lnTo>
                  <a:pt x="710959" y="67305"/>
                </a:lnTo>
                <a:cubicBezTo>
                  <a:pt x="710959" y="58980"/>
                  <a:pt x="712751" y="52387"/>
                  <a:pt x="716335" y="47524"/>
                </a:cubicBezTo>
                <a:cubicBezTo>
                  <a:pt x="719919" y="42660"/>
                  <a:pt x="724884" y="39162"/>
                  <a:pt x="731230" y="37031"/>
                </a:cubicBezTo>
                <a:cubicBezTo>
                  <a:pt x="737576" y="34900"/>
                  <a:pt x="744925" y="33835"/>
                  <a:pt x="753277" y="33835"/>
                </a:cubicBezTo>
                <a:cubicBezTo>
                  <a:pt x="759393" y="33835"/>
                  <a:pt x="764982" y="34350"/>
                  <a:pt x="770046" y="35382"/>
                </a:cubicBezTo>
                <a:cubicBezTo>
                  <a:pt x="775110" y="36414"/>
                  <a:pt x="779499" y="38194"/>
                  <a:pt x="783215" y="40724"/>
                </a:cubicBezTo>
                <a:cubicBezTo>
                  <a:pt x="786930" y="43252"/>
                  <a:pt x="789807" y="46696"/>
                  <a:pt x="791846" y="51057"/>
                </a:cubicBezTo>
                <a:cubicBezTo>
                  <a:pt x="793885" y="55416"/>
                  <a:pt x="794904" y="60856"/>
                  <a:pt x="794904" y="67379"/>
                </a:cubicBezTo>
                <a:lnTo>
                  <a:pt x="794904" y="132773"/>
                </a:lnTo>
                <a:lnTo>
                  <a:pt x="770441" y="132773"/>
                </a:lnTo>
                <a:lnTo>
                  <a:pt x="769651" y="120344"/>
                </a:lnTo>
                <a:cubicBezTo>
                  <a:pt x="765574" y="125013"/>
                  <a:pt x="760839" y="128548"/>
                  <a:pt x="755447" y="130948"/>
                </a:cubicBezTo>
                <a:cubicBezTo>
                  <a:pt x="750054" y="133349"/>
                  <a:pt x="743840" y="134549"/>
                  <a:pt x="736803" y="134549"/>
                </a:cubicBezTo>
                <a:moveTo>
                  <a:pt x="745385" y="116596"/>
                </a:moveTo>
                <a:cubicBezTo>
                  <a:pt x="750317" y="116596"/>
                  <a:pt x="754871" y="115287"/>
                  <a:pt x="759047" y="112669"/>
                </a:cubicBezTo>
                <a:cubicBezTo>
                  <a:pt x="763223" y="110048"/>
                  <a:pt x="766561" y="107060"/>
                  <a:pt x="769060" y="103704"/>
                </a:cubicBezTo>
                <a:lnTo>
                  <a:pt x="769060" y="87789"/>
                </a:lnTo>
                <a:cubicBezTo>
                  <a:pt x="755250" y="87857"/>
                  <a:pt x="745583" y="89183"/>
                  <a:pt x="740059" y="91769"/>
                </a:cubicBezTo>
                <a:cubicBezTo>
                  <a:pt x="734535" y="94354"/>
                  <a:pt x="731773" y="98534"/>
                  <a:pt x="731773" y="104309"/>
                </a:cubicBezTo>
                <a:cubicBezTo>
                  <a:pt x="731773" y="108472"/>
                  <a:pt x="733038" y="111561"/>
                  <a:pt x="735570" y="113575"/>
                </a:cubicBezTo>
                <a:cubicBezTo>
                  <a:pt x="738102" y="115589"/>
                  <a:pt x="741374" y="116596"/>
                  <a:pt x="745385" y="116596"/>
                </a:cubicBezTo>
                <a:close/>
                <a:moveTo>
                  <a:pt x="867306" y="134549"/>
                </a:moveTo>
                <a:cubicBezTo>
                  <a:pt x="858362" y="134549"/>
                  <a:pt x="850240" y="132812"/>
                  <a:pt x="842941" y="129339"/>
                </a:cubicBezTo>
                <a:cubicBezTo>
                  <a:pt x="835641" y="125864"/>
                  <a:pt x="829854" y="120452"/>
                  <a:pt x="825580" y="113103"/>
                </a:cubicBezTo>
                <a:cubicBezTo>
                  <a:pt x="821305" y="105754"/>
                  <a:pt x="819168" y="96267"/>
                  <a:pt x="819168" y="84642"/>
                </a:cubicBezTo>
                <a:cubicBezTo>
                  <a:pt x="819168" y="73018"/>
                  <a:pt x="821206" y="63465"/>
                  <a:pt x="825284" y="55983"/>
                </a:cubicBezTo>
                <a:cubicBezTo>
                  <a:pt x="829361" y="48500"/>
                  <a:pt x="835033" y="42938"/>
                  <a:pt x="842300" y="39297"/>
                </a:cubicBezTo>
                <a:cubicBezTo>
                  <a:pt x="849566" y="35655"/>
                  <a:pt x="857902" y="33835"/>
                  <a:pt x="867306" y="33835"/>
                </a:cubicBezTo>
                <a:cubicBezTo>
                  <a:pt x="875460" y="33835"/>
                  <a:pt x="882825" y="35205"/>
                  <a:pt x="889402" y="37947"/>
                </a:cubicBezTo>
                <a:cubicBezTo>
                  <a:pt x="895978" y="40686"/>
                  <a:pt x="901206" y="44779"/>
                  <a:pt x="905086" y="50225"/>
                </a:cubicBezTo>
                <a:cubicBezTo>
                  <a:pt x="908966" y="55671"/>
                  <a:pt x="910939" y="62538"/>
                  <a:pt x="911004" y="70826"/>
                </a:cubicBezTo>
                <a:lnTo>
                  <a:pt x="885653" y="70826"/>
                </a:lnTo>
                <a:cubicBezTo>
                  <a:pt x="885522" y="65713"/>
                  <a:pt x="883878" y="61639"/>
                  <a:pt x="880721" y="58606"/>
                </a:cubicBezTo>
                <a:cubicBezTo>
                  <a:pt x="877564" y="55573"/>
                  <a:pt x="873125" y="54056"/>
                  <a:pt x="867404" y="54056"/>
                </a:cubicBezTo>
                <a:cubicBezTo>
                  <a:pt x="859842" y="54056"/>
                  <a:pt x="854367" y="56724"/>
                  <a:pt x="850980" y="62059"/>
                </a:cubicBezTo>
                <a:cubicBezTo>
                  <a:pt x="847593" y="67394"/>
                  <a:pt x="845900" y="74923"/>
                  <a:pt x="845900" y="84648"/>
                </a:cubicBezTo>
                <a:cubicBezTo>
                  <a:pt x="845900" y="90928"/>
                  <a:pt x="846640" y="96281"/>
                  <a:pt x="848119" y="100705"/>
                </a:cubicBezTo>
                <a:cubicBezTo>
                  <a:pt x="849599" y="105128"/>
                  <a:pt x="851934" y="108504"/>
                  <a:pt x="855123" y="110835"/>
                </a:cubicBezTo>
                <a:cubicBezTo>
                  <a:pt x="858313" y="113163"/>
                  <a:pt x="862406" y="114327"/>
                  <a:pt x="867404" y="114327"/>
                </a:cubicBezTo>
                <a:cubicBezTo>
                  <a:pt x="873257" y="114327"/>
                  <a:pt x="877877" y="112673"/>
                  <a:pt x="881263" y="109364"/>
                </a:cubicBezTo>
                <a:cubicBezTo>
                  <a:pt x="884650" y="106053"/>
                  <a:pt x="886409" y="101362"/>
                  <a:pt x="886541" y="95289"/>
                </a:cubicBezTo>
                <a:lnTo>
                  <a:pt x="911892" y="95289"/>
                </a:lnTo>
                <a:cubicBezTo>
                  <a:pt x="911695" y="103791"/>
                  <a:pt x="909673" y="110954"/>
                  <a:pt x="905826" y="116778"/>
                </a:cubicBezTo>
                <a:cubicBezTo>
                  <a:pt x="901978" y="122600"/>
                  <a:pt x="896734" y="127017"/>
                  <a:pt x="890092" y="130030"/>
                </a:cubicBezTo>
                <a:cubicBezTo>
                  <a:pt x="883450" y="133043"/>
                  <a:pt x="875855" y="134549"/>
                  <a:pt x="867306" y="134549"/>
                </a:cubicBezTo>
                <a:close/>
                <a:moveTo>
                  <a:pt x="931575" y="132773"/>
                </a:moveTo>
                <a:lnTo>
                  <a:pt x="931575" y="0"/>
                </a:lnTo>
                <a:lnTo>
                  <a:pt x="957222" y="0"/>
                </a:lnTo>
                <a:lnTo>
                  <a:pt x="957222" y="49617"/>
                </a:lnTo>
                <a:cubicBezTo>
                  <a:pt x="960445" y="45474"/>
                  <a:pt x="964686" y="41808"/>
                  <a:pt x="969947" y="38619"/>
                </a:cubicBezTo>
                <a:cubicBezTo>
                  <a:pt x="975208" y="35429"/>
                  <a:pt x="981982" y="33835"/>
                  <a:pt x="990268" y="33835"/>
                </a:cubicBezTo>
                <a:cubicBezTo>
                  <a:pt x="1000263" y="33835"/>
                  <a:pt x="1007941" y="36816"/>
                  <a:pt x="1013301" y="42780"/>
                </a:cubicBezTo>
                <a:cubicBezTo>
                  <a:pt x="1018660" y="48742"/>
                  <a:pt x="1021340" y="57586"/>
                  <a:pt x="1021340" y="69312"/>
                </a:cubicBezTo>
                <a:lnTo>
                  <a:pt x="1021340" y="132773"/>
                </a:lnTo>
                <a:lnTo>
                  <a:pt x="995200" y="132773"/>
                </a:lnTo>
                <a:lnTo>
                  <a:pt x="995200" y="72398"/>
                </a:lnTo>
                <a:cubicBezTo>
                  <a:pt x="995200" y="68921"/>
                  <a:pt x="994723" y="65845"/>
                  <a:pt x="993769" y="63172"/>
                </a:cubicBezTo>
                <a:cubicBezTo>
                  <a:pt x="992816" y="60498"/>
                  <a:pt x="991287" y="58425"/>
                  <a:pt x="989183" y="56954"/>
                </a:cubicBezTo>
                <a:cubicBezTo>
                  <a:pt x="987078" y="55483"/>
                  <a:pt x="984283" y="54747"/>
                  <a:pt x="980798" y="54747"/>
                </a:cubicBezTo>
                <a:cubicBezTo>
                  <a:pt x="975603" y="54747"/>
                  <a:pt x="971147" y="55984"/>
                  <a:pt x="967432" y="58458"/>
                </a:cubicBezTo>
                <a:cubicBezTo>
                  <a:pt x="963716" y="60933"/>
                  <a:pt x="960477" y="63941"/>
                  <a:pt x="957715" y="67484"/>
                </a:cubicBezTo>
                <a:lnTo>
                  <a:pt x="957715" y="132773"/>
                </a:lnTo>
                <a:lnTo>
                  <a:pt x="931575" y="132773"/>
                </a:lnTo>
                <a:close/>
                <a:moveTo>
                  <a:pt x="1161258" y="132773"/>
                </a:moveTo>
                <a:cubicBezTo>
                  <a:pt x="1156194" y="132773"/>
                  <a:pt x="1152101" y="131211"/>
                  <a:pt x="1148977" y="128088"/>
                </a:cubicBezTo>
                <a:cubicBezTo>
                  <a:pt x="1145853" y="124964"/>
                  <a:pt x="1144292" y="121166"/>
                  <a:pt x="1144292" y="116695"/>
                </a:cubicBezTo>
                <a:cubicBezTo>
                  <a:pt x="1144292" y="111828"/>
                  <a:pt x="1145853" y="107948"/>
                  <a:pt x="1148977" y="105055"/>
                </a:cubicBezTo>
                <a:cubicBezTo>
                  <a:pt x="1152101" y="102161"/>
                  <a:pt x="1156194" y="100714"/>
                  <a:pt x="1161258" y="100714"/>
                </a:cubicBezTo>
                <a:cubicBezTo>
                  <a:pt x="1166190" y="100714"/>
                  <a:pt x="1170185" y="102161"/>
                  <a:pt x="1173243" y="105055"/>
                </a:cubicBezTo>
                <a:cubicBezTo>
                  <a:pt x="1176301" y="107948"/>
                  <a:pt x="1177830" y="111828"/>
                  <a:pt x="1177830" y="116695"/>
                </a:cubicBezTo>
                <a:cubicBezTo>
                  <a:pt x="1177830" y="121166"/>
                  <a:pt x="1176301" y="124964"/>
                  <a:pt x="1173243" y="128088"/>
                </a:cubicBezTo>
                <a:cubicBezTo>
                  <a:pt x="1170185" y="131211"/>
                  <a:pt x="1166190" y="132773"/>
                  <a:pt x="1161258" y="132773"/>
                </a:cubicBezTo>
                <a:moveTo>
                  <a:pt x="1105624" y="132773"/>
                </a:moveTo>
                <a:cubicBezTo>
                  <a:pt x="1100560" y="132773"/>
                  <a:pt x="1096466" y="131211"/>
                  <a:pt x="1093343" y="128088"/>
                </a:cubicBezTo>
                <a:cubicBezTo>
                  <a:pt x="1090219" y="124964"/>
                  <a:pt x="1088657" y="121166"/>
                  <a:pt x="1088657" y="116695"/>
                </a:cubicBezTo>
                <a:cubicBezTo>
                  <a:pt x="1088657" y="111828"/>
                  <a:pt x="1090219" y="107948"/>
                  <a:pt x="1093343" y="105055"/>
                </a:cubicBezTo>
                <a:cubicBezTo>
                  <a:pt x="1096466" y="102161"/>
                  <a:pt x="1100560" y="100714"/>
                  <a:pt x="1105624" y="100714"/>
                </a:cubicBezTo>
                <a:cubicBezTo>
                  <a:pt x="1110556" y="100714"/>
                  <a:pt x="1114551" y="102161"/>
                  <a:pt x="1117609" y="105055"/>
                </a:cubicBezTo>
                <a:cubicBezTo>
                  <a:pt x="1120667" y="107948"/>
                  <a:pt x="1122196" y="111828"/>
                  <a:pt x="1122196" y="116695"/>
                </a:cubicBezTo>
                <a:cubicBezTo>
                  <a:pt x="1122196" y="121166"/>
                  <a:pt x="1120667" y="124964"/>
                  <a:pt x="1117609" y="128088"/>
                </a:cubicBezTo>
                <a:cubicBezTo>
                  <a:pt x="1114551" y="131211"/>
                  <a:pt x="1110556" y="132773"/>
                  <a:pt x="1105624" y="132773"/>
                </a:cubicBezTo>
                <a:moveTo>
                  <a:pt x="1216893" y="132773"/>
                </a:moveTo>
                <a:cubicBezTo>
                  <a:pt x="1211829" y="132773"/>
                  <a:pt x="1207735" y="131211"/>
                  <a:pt x="1204612" y="128088"/>
                </a:cubicBezTo>
                <a:cubicBezTo>
                  <a:pt x="1201488" y="124964"/>
                  <a:pt x="1199926" y="121166"/>
                  <a:pt x="1199926" y="116695"/>
                </a:cubicBezTo>
                <a:cubicBezTo>
                  <a:pt x="1199926" y="111828"/>
                  <a:pt x="1201488" y="107948"/>
                  <a:pt x="1204612" y="105055"/>
                </a:cubicBezTo>
                <a:cubicBezTo>
                  <a:pt x="1207735" y="102161"/>
                  <a:pt x="1211829" y="100714"/>
                  <a:pt x="1216893" y="100714"/>
                </a:cubicBezTo>
                <a:cubicBezTo>
                  <a:pt x="1221825" y="100714"/>
                  <a:pt x="1225820" y="102161"/>
                  <a:pt x="1228878" y="105055"/>
                </a:cubicBezTo>
                <a:cubicBezTo>
                  <a:pt x="1231936" y="107948"/>
                  <a:pt x="1233465" y="111828"/>
                  <a:pt x="1233465" y="116695"/>
                </a:cubicBezTo>
                <a:cubicBezTo>
                  <a:pt x="1233465" y="121166"/>
                  <a:pt x="1231936" y="124964"/>
                  <a:pt x="1228878" y="128088"/>
                </a:cubicBezTo>
                <a:cubicBezTo>
                  <a:pt x="1225820" y="131211"/>
                  <a:pt x="1221825" y="132773"/>
                  <a:pt x="1216893" y="13277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" name="Text #Complexity…">
            <a:extLst xmlns:a="http://schemas.openxmlformats.org/drawingml/2006/main">
              <a:ext uri="{FF2B5EF4-FFF2-40B4-BE49-F238E27FC236}">
                <a16:creationId xmlns:a16="http://schemas.microsoft.com/office/drawing/2014/main" id="{C8000128-6E38-4F52-9966-7CF2842F3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6723" y="4071606"/>
            <a:ext cx="1396658" cy="170672"/>
          </a:xfrm>
          <a:custGeom xmlns:a="http://schemas.openxmlformats.org/drawingml/2006/main">
            <a:pathLst>
              <a:path w="1396658" h="170672">
                <a:moveTo>
                  <a:pt x="904659" y="38037"/>
                </a:moveTo>
                <a:lnTo>
                  <a:pt x="876772" y="38037"/>
                </a:lnTo>
                <a:lnTo>
                  <a:pt x="907397" y="84408"/>
                </a:lnTo>
                <a:lnTo>
                  <a:pt x="873520" y="135394"/>
                </a:lnTo>
                <a:lnTo>
                  <a:pt x="901308" y="135394"/>
                </a:lnTo>
                <a:lnTo>
                  <a:pt x="923090" y="100512"/>
                </a:lnTo>
                <a:lnTo>
                  <a:pt x="944962" y="135394"/>
                </a:lnTo>
                <a:lnTo>
                  <a:pt x="972848" y="135394"/>
                </a:lnTo>
                <a:lnTo>
                  <a:pt x="939076" y="84830"/>
                </a:lnTo>
                <a:lnTo>
                  <a:pt x="969892" y="38037"/>
                </a:lnTo>
                <a:lnTo>
                  <a:pt x="942005" y="38037"/>
                </a:lnTo>
                <a:lnTo>
                  <a:pt x="923449" y="69376"/>
                </a:lnTo>
                <a:lnTo>
                  <a:pt x="904659" y="38037"/>
                </a:lnTo>
                <a:close/>
                <a:moveTo>
                  <a:pt x="753323" y="114990"/>
                </a:moveTo>
                <a:lnTo>
                  <a:pt x="752719" y="114972"/>
                </a:lnTo>
                <a:lnTo>
                  <a:pt x="752135" y="114941"/>
                </a:lnTo>
                <a:lnTo>
                  <a:pt x="751570" y="114898"/>
                </a:lnTo>
                <a:lnTo>
                  <a:pt x="751023" y="114842"/>
                </a:lnTo>
                <a:lnTo>
                  <a:pt x="750497" y="114775"/>
                </a:lnTo>
                <a:lnTo>
                  <a:pt x="749989" y="114695"/>
                </a:lnTo>
                <a:lnTo>
                  <a:pt x="749500" y="114602"/>
                </a:lnTo>
                <a:lnTo>
                  <a:pt x="749031" y="114498"/>
                </a:lnTo>
                <a:lnTo>
                  <a:pt x="748581" y="114381"/>
                </a:lnTo>
                <a:lnTo>
                  <a:pt x="748149" y="114251"/>
                </a:lnTo>
                <a:lnTo>
                  <a:pt x="747737" y="114110"/>
                </a:lnTo>
                <a:lnTo>
                  <a:pt x="747345" y="113956"/>
                </a:lnTo>
                <a:lnTo>
                  <a:pt x="746971" y="113789"/>
                </a:lnTo>
                <a:lnTo>
                  <a:pt x="746617" y="113611"/>
                </a:lnTo>
                <a:lnTo>
                  <a:pt x="746281" y="113420"/>
                </a:lnTo>
                <a:lnTo>
                  <a:pt x="745965" y="113217"/>
                </a:lnTo>
                <a:lnTo>
                  <a:pt x="745668" y="113001"/>
                </a:lnTo>
                <a:lnTo>
                  <a:pt x="745390" y="112773"/>
                </a:lnTo>
                <a:lnTo>
                  <a:pt x="745132" y="112533"/>
                </a:lnTo>
                <a:lnTo>
                  <a:pt x="744892" y="112280"/>
                </a:lnTo>
                <a:lnTo>
                  <a:pt x="744672" y="112016"/>
                </a:lnTo>
                <a:lnTo>
                  <a:pt x="744471" y="111738"/>
                </a:lnTo>
                <a:lnTo>
                  <a:pt x="744289" y="111449"/>
                </a:lnTo>
                <a:lnTo>
                  <a:pt x="744120" y="111146"/>
                </a:lnTo>
                <a:lnTo>
                  <a:pt x="743958" y="110830"/>
                </a:lnTo>
                <a:lnTo>
                  <a:pt x="743804" y="110499"/>
                </a:lnTo>
                <a:lnTo>
                  <a:pt x="743656" y="110154"/>
                </a:lnTo>
                <a:lnTo>
                  <a:pt x="743516" y="109796"/>
                </a:lnTo>
                <a:lnTo>
                  <a:pt x="743383" y="109423"/>
                </a:lnTo>
                <a:lnTo>
                  <a:pt x="743257" y="109036"/>
                </a:lnTo>
                <a:lnTo>
                  <a:pt x="743139" y="108635"/>
                </a:lnTo>
                <a:lnTo>
                  <a:pt x="743028" y="108220"/>
                </a:lnTo>
                <a:lnTo>
                  <a:pt x="742923" y="107791"/>
                </a:lnTo>
                <a:lnTo>
                  <a:pt x="742826" y="107348"/>
                </a:lnTo>
                <a:lnTo>
                  <a:pt x="742737" y="106892"/>
                </a:lnTo>
                <a:lnTo>
                  <a:pt x="742654" y="106421"/>
                </a:lnTo>
                <a:lnTo>
                  <a:pt x="742578" y="105936"/>
                </a:lnTo>
                <a:lnTo>
                  <a:pt x="742510" y="105436"/>
                </a:lnTo>
                <a:lnTo>
                  <a:pt x="742449" y="104923"/>
                </a:lnTo>
                <a:lnTo>
                  <a:pt x="742395" y="104396"/>
                </a:lnTo>
                <a:lnTo>
                  <a:pt x="742349" y="103855"/>
                </a:lnTo>
                <a:lnTo>
                  <a:pt x="742309" y="103300"/>
                </a:lnTo>
                <a:lnTo>
                  <a:pt x="742277" y="102731"/>
                </a:lnTo>
                <a:lnTo>
                  <a:pt x="742252" y="102148"/>
                </a:lnTo>
                <a:lnTo>
                  <a:pt x="742234" y="101550"/>
                </a:lnTo>
                <a:lnTo>
                  <a:pt x="742223" y="100939"/>
                </a:lnTo>
                <a:lnTo>
                  <a:pt x="742219" y="100314"/>
                </a:lnTo>
                <a:lnTo>
                  <a:pt x="742219" y="2759"/>
                </a:lnTo>
                <a:lnTo>
                  <a:pt x="716205" y="2759"/>
                </a:lnTo>
                <a:lnTo>
                  <a:pt x="716205" y="101891"/>
                </a:lnTo>
                <a:lnTo>
                  <a:pt x="716210" y="102868"/>
                </a:lnTo>
                <a:lnTo>
                  <a:pt x="716226" y="103830"/>
                </a:lnTo>
                <a:lnTo>
                  <a:pt x="716254" y="104777"/>
                </a:lnTo>
                <a:lnTo>
                  <a:pt x="716292" y="105708"/>
                </a:lnTo>
                <a:lnTo>
                  <a:pt x="716341" y="106623"/>
                </a:lnTo>
                <a:lnTo>
                  <a:pt x="716402" y="107523"/>
                </a:lnTo>
                <a:lnTo>
                  <a:pt x="716473" y="108407"/>
                </a:lnTo>
                <a:lnTo>
                  <a:pt x="716555" y="109276"/>
                </a:lnTo>
                <a:lnTo>
                  <a:pt x="716648" y="110129"/>
                </a:lnTo>
                <a:lnTo>
                  <a:pt x="716752" y="110966"/>
                </a:lnTo>
                <a:lnTo>
                  <a:pt x="716867" y="111788"/>
                </a:lnTo>
                <a:lnTo>
                  <a:pt x="716993" y="112595"/>
                </a:lnTo>
                <a:lnTo>
                  <a:pt x="717130" y="113385"/>
                </a:lnTo>
                <a:lnTo>
                  <a:pt x="717278" y="114161"/>
                </a:lnTo>
                <a:lnTo>
                  <a:pt x="717436" y="114920"/>
                </a:lnTo>
                <a:lnTo>
                  <a:pt x="717606" y="115664"/>
                </a:lnTo>
                <a:lnTo>
                  <a:pt x="717787" y="116393"/>
                </a:lnTo>
                <a:lnTo>
                  <a:pt x="717978" y="117106"/>
                </a:lnTo>
                <a:lnTo>
                  <a:pt x="718181" y="117803"/>
                </a:lnTo>
                <a:lnTo>
                  <a:pt x="718394" y="118485"/>
                </a:lnTo>
                <a:lnTo>
                  <a:pt x="718619" y="119151"/>
                </a:lnTo>
                <a:lnTo>
                  <a:pt x="718854" y="119802"/>
                </a:lnTo>
                <a:lnTo>
                  <a:pt x="719101" y="120437"/>
                </a:lnTo>
                <a:lnTo>
                  <a:pt x="719358" y="121057"/>
                </a:lnTo>
                <a:lnTo>
                  <a:pt x="719629" y="121662"/>
                </a:lnTo>
                <a:lnTo>
                  <a:pt x="719917" y="122254"/>
                </a:lnTo>
                <a:lnTo>
                  <a:pt x="720222" y="122832"/>
                </a:lnTo>
                <a:lnTo>
                  <a:pt x="720543" y="123397"/>
                </a:lnTo>
                <a:lnTo>
                  <a:pt x="720881" y="123949"/>
                </a:lnTo>
                <a:lnTo>
                  <a:pt x="721236" y="124487"/>
                </a:lnTo>
                <a:lnTo>
                  <a:pt x="721608" y="125012"/>
                </a:lnTo>
                <a:lnTo>
                  <a:pt x="721997" y="125524"/>
                </a:lnTo>
                <a:lnTo>
                  <a:pt x="722402" y="126022"/>
                </a:lnTo>
                <a:lnTo>
                  <a:pt x="722824" y="126507"/>
                </a:lnTo>
                <a:lnTo>
                  <a:pt x="723263" y="126979"/>
                </a:lnTo>
                <a:lnTo>
                  <a:pt x="723718" y="127437"/>
                </a:lnTo>
                <a:lnTo>
                  <a:pt x="724191" y="127882"/>
                </a:lnTo>
                <a:lnTo>
                  <a:pt x="724680" y="128314"/>
                </a:lnTo>
                <a:lnTo>
                  <a:pt x="725186" y="128732"/>
                </a:lnTo>
                <a:lnTo>
                  <a:pt x="725708" y="129137"/>
                </a:lnTo>
                <a:lnTo>
                  <a:pt x="726248" y="129529"/>
                </a:lnTo>
                <a:lnTo>
                  <a:pt x="726804" y="129907"/>
                </a:lnTo>
                <a:lnTo>
                  <a:pt x="727377" y="130272"/>
                </a:lnTo>
                <a:lnTo>
                  <a:pt x="727966" y="130623"/>
                </a:lnTo>
                <a:lnTo>
                  <a:pt x="728573" y="130961"/>
                </a:lnTo>
                <a:lnTo>
                  <a:pt x="729196" y="131286"/>
                </a:lnTo>
                <a:lnTo>
                  <a:pt x="729836" y="131598"/>
                </a:lnTo>
                <a:lnTo>
                  <a:pt x="730493" y="131896"/>
                </a:lnTo>
                <a:lnTo>
                  <a:pt x="731170" y="132182"/>
                </a:lnTo>
                <a:lnTo>
                  <a:pt x="731870" y="132455"/>
                </a:lnTo>
                <a:lnTo>
                  <a:pt x="732593" y="132716"/>
                </a:lnTo>
                <a:lnTo>
                  <a:pt x="733340" y="132965"/>
                </a:lnTo>
                <a:lnTo>
                  <a:pt x="734109" y="133202"/>
                </a:lnTo>
                <a:lnTo>
                  <a:pt x="734903" y="133427"/>
                </a:lnTo>
                <a:lnTo>
                  <a:pt x="735719" y="133639"/>
                </a:lnTo>
                <a:lnTo>
                  <a:pt x="736559" y="133840"/>
                </a:lnTo>
                <a:lnTo>
                  <a:pt x="737422" y="134028"/>
                </a:lnTo>
                <a:lnTo>
                  <a:pt x="738308" y="134204"/>
                </a:lnTo>
                <a:lnTo>
                  <a:pt x="739217" y="134368"/>
                </a:lnTo>
                <a:lnTo>
                  <a:pt x="740150" y="134520"/>
                </a:lnTo>
                <a:lnTo>
                  <a:pt x="741106" y="134659"/>
                </a:lnTo>
                <a:lnTo>
                  <a:pt x="742085" y="134787"/>
                </a:lnTo>
                <a:lnTo>
                  <a:pt x="743088" y="134902"/>
                </a:lnTo>
                <a:lnTo>
                  <a:pt x="744113" y="135006"/>
                </a:lnTo>
                <a:lnTo>
                  <a:pt x="745162" y="135097"/>
                </a:lnTo>
                <a:lnTo>
                  <a:pt x="746235" y="135176"/>
                </a:lnTo>
                <a:lnTo>
                  <a:pt x="747330" y="135242"/>
                </a:lnTo>
                <a:lnTo>
                  <a:pt x="748449" y="135297"/>
                </a:lnTo>
                <a:lnTo>
                  <a:pt x="749591" y="135340"/>
                </a:lnTo>
                <a:lnTo>
                  <a:pt x="750757" y="135370"/>
                </a:lnTo>
                <a:lnTo>
                  <a:pt x="751945" y="135388"/>
                </a:lnTo>
                <a:lnTo>
                  <a:pt x="753157" y="135394"/>
                </a:lnTo>
                <a:lnTo>
                  <a:pt x="759956" y="135394"/>
                </a:lnTo>
                <a:lnTo>
                  <a:pt x="759956" y="114996"/>
                </a:lnTo>
                <a:lnTo>
                  <a:pt x="753945" y="114996"/>
                </a:lnTo>
                <a:lnTo>
                  <a:pt x="753323" y="114990"/>
                </a:lnTo>
                <a:close/>
                <a:moveTo>
                  <a:pt x="229015" y="136918"/>
                </a:moveTo>
                <a:lnTo>
                  <a:pt x="230386" y="136808"/>
                </a:lnTo>
                <a:lnTo>
                  <a:pt x="231741" y="136678"/>
                </a:lnTo>
                <a:lnTo>
                  <a:pt x="233080" y="136527"/>
                </a:lnTo>
                <a:lnTo>
                  <a:pt x="234402" y="136357"/>
                </a:lnTo>
                <a:lnTo>
                  <a:pt x="235707" y="136167"/>
                </a:lnTo>
                <a:lnTo>
                  <a:pt x="236997" y="135957"/>
                </a:lnTo>
                <a:lnTo>
                  <a:pt x="238269" y="135727"/>
                </a:lnTo>
                <a:lnTo>
                  <a:pt x="239526" y="135477"/>
                </a:lnTo>
                <a:lnTo>
                  <a:pt x="240766" y="135206"/>
                </a:lnTo>
                <a:lnTo>
                  <a:pt x="241989" y="134916"/>
                </a:lnTo>
                <a:lnTo>
                  <a:pt x="243196" y="134606"/>
                </a:lnTo>
                <a:lnTo>
                  <a:pt x="244387" y="134276"/>
                </a:lnTo>
                <a:lnTo>
                  <a:pt x="245561" y="133925"/>
                </a:lnTo>
                <a:lnTo>
                  <a:pt x="246719" y="133555"/>
                </a:lnTo>
                <a:lnTo>
                  <a:pt x="247861" y="133165"/>
                </a:lnTo>
                <a:lnTo>
                  <a:pt x="248986" y="132754"/>
                </a:lnTo>
                <a:lnTo>
                  <a:pt x="250094" y="132324"/>
                </a:lnTo>
                <a:lnTo>
                  <a:pt x="251186" y="131874"/>
                </a:lnTo>
                <a:lnTo>
                  <a:pt x="252262" y="131403"/>
                </a:lnTo>
                <a:lnTo>
                  <a:pt x="253320" y="130914"/>
                </a:lnTo>
                <a:lnTo>
                  <a:pt x="254360" y="130405"/>
                </a:lnTo>
                <a:lnTo>
                  <a:pt x="255380" y="129878"/>
                </a:lnTo>
                <a:lnTo>
                  <a:pt x="256382" y="129331"/>
                </a:lnTo>
                <a:lnTo>
                  <a:pt x="257364" y="128766"/>
                </a:lnTo>
                <a:lnTo>
                  <a:pt x="258328" y="128182"/>
                </a:lnTo>
                <a:lnTo>
                  <a:pt x="259274" y="127580"/>
                </a:lnTo>
                <a:lnTo>
                  <a:pt x="260200" y="126958"/>
                </a:lnTo>
                <a:lnTo>
                  <a:pt x="261108" y="126318"/>
                </a:lnTo>
                <a:lnTo>
                  <a:pt x="261996" y="125659"/>
                </a:lnTo>
                <a:lnTo>
                  <a:pt x="262866" y="124981"/>
                </a:lnTo>
                <a:lnTo>
                  <a:pt x="263717" y="124284"/>
                </a:lnTo>
                <a:lnTo>
                  <a:pt x="264550" y="123568"/>
                </a:lnTo>
                <a:lnTo>
                  <a:pt x="265363" y="122834"/>
                </a:lnTo>
                <a:lnTo>
                  <a:pt x="266158" y="122081"/>
                </a:lnTo>
                <a:lnTo>
                  <a:pt x="266934" y="121308"/>
                </a:lnTo>
                <a:lnTo>
                  <a:pt x="267691" y="120518"/>
                </a:lnTo>
                <a:lnTo>
                  <a:pt x="268429" y="119708"/>
                </a:lnTo>
                <a:lnTo>
                  <a:pt x="269148" y="118879"/>
                </a:lnTo>
                <a:lnTo>
                  <a:pt x="269849" y="118032"/>
                </a:lnTo>
                <a:lnTo>
                  <a:pt x="270531" y="117166"/>
                </a:lnTo>
                <a:lnTo>
                  <a:pt x="271193" y="116281"/>
                </a:lnTo>
                <a:lnTo>
                  <a:pt x="271838" y="115377"/>
                </a:lnTo>
                <a:lnTo>
                  <a:pt x="272463" y="114454"/>
                </a:lnTo>
                <a:lnTo>
                  <a:pt x="273068" y="113514"/>
                </a:lnTo>
                <a:lnTo>
                  <a:pt x="273651" y="112555"/>
                </a:lnTo>
                <a:lnTo>
                  <a:pt x="274213" y="111579"/>
                </a:lnTo>
                <a:lnTo>
                  <a:pt x="274754" y="110585"/>
                </a:lnTo>
                <a:lnTo>
                  <a:pt x="275273" y="109574"/>
                </a:lnTo>
                <a:lnTo>
                  <a:pt x="275770" y="108545"/>
                </a:lnTo>
                <a:lnTo>
                  <a:pt x="276246" y="107499"/>
                </a:lnTo>
                <a:lnTo>
                  <a:pt x="276700" y="106434"/>
                </a:lnTo>
                <a:lnTo>
                  <a:pt x="277133" y="105353"/>
                </a:lnTo>
                <a:lnTo>
                  <a:pt x="277544" y="104253"/>
                </a:lnTo>
                <a:lnTo>
                  <a:pt x="277933" y="103136"/>
                </a:lnTo>
                <a:lnTo>
                  <a:pt x="278301" y="102001"/>
                </a:lnTo>
                <a:lnTo>
                  <a:pt x="278648" y="100849"/>
                </a:lnTo>
                <a:lnTo>
                  <a:pt x="278973" y="99679"/>
                </a:lnTo>
                <a:lnTo>
                  <a:pt x="279276" y="98492"/>
                </a:lnTo>
                <a:lnTo>
                  <a:pt x="279558" y="97287"/>
                </a:lnTo>
                <a:lnTo>
                  <a:pt x="279818" y="96064"/>
                </a:lnTo>
                <a:lnTo>
                  <a:pt x="280057" y="94823"/>
                </a:lnTo>
                <a:lnTo>
                  <a:pt x="280274" y="93565"/>
                </a:lnTo>
                <a:lnTo>
                  <a:pt x="280469" y="92290"/>
                </a:lnTo>
                <a:lnTo>
                  <a:pt x="280643" y="90997"/>
                </a:lnTo>
                <a:lnTo>
                  <a:pt x="280796" y="89686"/>
                </a:lnTo>
                <a:lnTo>
                  <a:pt x="280927" y="88357"/>
                </a:lnTo>
                <a:lnTo>
                  <a:pt x="281036" y="87011"/>
                </a:lnTo>
                <a:lnTo>
                  <a:pt x="252656" y="87011"/>
                </a:lnTo>
                <a:lnTo>
                  <a:pt x="252546" y="88085"/>
                </a:lnTo>
                <a:lnTo>
                  <a:pt x="252412" y="89137"/>
                </a:lnTo>
                <a:lnTo>
                  <a:pt x="252255" y="90170"/>
                </a:lnTo>
                <a:lnTo>
                  <a:pt x="252075" y="91181"/>
                </a:lnTo>
                <a:lnTo>
                  <a:pt x="251871" y="92172"/>
                </a:lnTo>
                <a:lnTo>
                  <a:pt x="251643" y="93142"/>
                </a:lnTo>
                <a:lnTo>
                  <a:pt x="251392" y="94091"/>
                </a:lnTo>
                <a:lnTo>
                  <a:pt x="251118" y="95020"/>
                </a:lnTo>
                <a:lnTo>
                  <a:pt x="250820" y="95928"/>
                </a:lnTo>
                <a:lnTo>
                  <a:pt x="250499" y="96815"/>
                </a:lnTo>
                <a:lnTo>
                  <a:pt x="250154" y="97682"/>
                </a:lnTo>
                <a:lnTo>
                  <a:pt x="249786" y="98528"/>
                </a:lnTo>
                <a:lnTo>
                  <a:pt x="249395" y="99353"/>
                </a:lnTo>
                <a:lnTo>
                  <a:pt x="248980" y="100158"/>
                </a:lnTo>
                <a:lnTo>
                  <a:pt x="248541" y="100941"/>
                </a:lnTo>
                <a:lnTo>
                  <a:pt x="248080" y="101704"/>
                </a:lnTo>
                <a:lnTo>
                  <a:pt x="247594" y="102447"/>
                </a:lnTo>
                <a:lnTo>
                  <a:pt x="247086" y="103169"/>
                </a:lnTo>
                <a:lnTo>
                  <a:pt x="246554" y="103870"/>
                </a:lnTo>
                <a:lnTo>
                  <a:pt x="245998" y="104550"/>
                </a:lnTo>
                <a:lnTo>
                  <a:pt x="245419" y="105209"/>
                </a:lnTo>
                <a:lnTo>
                  <a:pt x="244816" y="105848"/>
                </a:lnTo>
                <a:lnTo>
                  <a:pt x="244191" y="106466"/>
                </a:lnTo>
                <a:lnTo>
                  <a:pt x="243541" y="107064"/>
                </a:lnTo>
                <a:lnTo>
                  <a:pt x="242870" y="107639"/>
                </a:lnTo>
                <a:lnTo>
                  <a:pt x="242179" y="108189"/>
                </a:lnTo>
                <a:lnTo>
                  <a:pt x="241468" y="108715"/>
                </a:lnTo>
                <a:lnTo>
                  <a:pt x="240737" y="109217"/>
                </a:lnTo>
                <a:lnTo>
                  <a:pt x="239986" y="109694"/>
                </a:lnTo>
                <a:lnTo>
                  <a:pt x="239215" y="110146"/>
                </a:lnTo>
                <a:lnTo>
                  <a:pt x="238424" y="110575"/>
                </a:lnTo>
                <a:lnTo>
                  <a:pt x="237612" y="110978"/>
                </a:lnTo>
                <a:lnTo>
                  <a:pt x="236781" y="111357"/>
                </a:lnTo>
                <a:lnTo>
                  <a:pt x="235930" y="111712"/>
                </a:lnTo>
                <a:lnTo>
                  <a:pt x="235059" y="112042"/>
                </a:lnTo>
                <a:lnTo>
                  <a:pt x="234168" y="112348"/>
                </a:lnTo>
                <a:lnTo>
                  <a:pt x="233256" y="112630"/>
                </a:lnTo>
                <a:lnTo>
                  <a:pt x="232325" y="112886"/>
                </a:lnTo>
                <a:lnTo>
                  <a:pt x="231374" y="113119"/>
                </a:lnTo>
                <a:lnTo>
                  <a:pt x="230403" y="113327"/>
                </a:lnTo>
                <a:lnTo>
                  <a:pt x="229411" y="113510"/>
                </a:lnTo>
                <a:lnTo>
                  <a:pt x="228400" y="113669"/>
                </a:lnTo>
                <a:lnTo>
                  <a:pt x="227369" y="113804"/>
                </a:lnTo>
                <a:lnTo>
                  <a:pt x="226317" y="113914"/>
                </a:lnTo>
                <a:lnTo>
                  <a:pt x="225246" y="113999"/>
                </a:lnTo>
                <a:lnTo>
                  <a:pt x="224155" y="114061"/>
                </a:lnTo>
                <a:lnTo>
                  <a:pt x="223043" y="114097"/>
                </a:lnTo>
                <a:lnTo>
                  <a:pt x="221912" y="114110"/>
                </a:lnTo>
                <a:lnTo>
                  <a:pt x="220837" y="114099"/>
                </a:lnTo>
                <a:lnTo>
                  <a:pt x="219779" y="114066"/>
                </a:lnTo>
                <a:lnTo>
                  <a:pt x="218739" y="114013"/>
                </a:lnTo>
                <a:lnTo>
                  <a:pt x="217717" y="113937"/>
                </a:lnTo>
                <a:lnTo>
                  <a:pt x="216712" y="113840"/>
                </a:lnTo>
                <a:lnTo>
                  <a:pt x="215725" y="113722"/>
                </a:lnTo>
                <a:lnTo>
                  <a:pt x="214756" y="113581"/>
                </a:lnTo>
                <a:lnTo>
                  <a:pt x="213804" y="113420"/>
                </a:lnTo>
                <a:lnTo>
                  <a:pt x="212870" y="113237"/>
                </a:lnTo>
                <a:lnTo>
                  <a:pt x="211953" y="113032"/>
                </a:lnTo>
                <a:lnTo>
                  <a:pt x="211054" y="112805"/>
                </a:lnTo>
                <a:lnTo>
                  <a:pt x="210173" y="112558"/>
                </a:lnTo>
                <a:lnTo>
                  <a:pt x="209309" y="112288"/>
                </a:lnTo>
                <a:lnTo>
                  <a:pt x="208463" y="111997"/>
                </a:lnTo>
                <a:lnTo>
                  <a:pt x="207635" y="111685"/>
                </a:lnTo>
                <a:lnTo>
                  <a:pt x="206824" y="111350"/>
                </a:lnTo>
                <a:lnTo>
                  <a:pt x="206031" y="110995"/>
                </a:lnTo>
                <a:lnTo>
                  <a:pt x="205255" y="110618"/>
                </a:lnTo>
                <a:lnTo>
                  <a:pt x="204497" y="110219"/>
                </a:lnTo>
                <a:lnTo>
                  <a:pt x="203757" y="109798"/>
                </a:lnTo>
                <a:lnTo>
                  <a:pt x="203034" y="109357"/>
                </a:lnTo>
                <a:lnTo>
                  <a:pt x="202329" y="108893"/>
                </a:lnTo>
                <a:lnTo>
                  <a:pt x="201642" y="108408"/>
                </a:lnTo>
                <a:lnTo>
                  <a:pt x="200972" y="107902"/>
                </a:lnTo>
                <a:lnTo>
                  <a:pt x="200318" y="107377"/>
                </a:lnTo>
                <a:lnTo>
                  <a:pt x="199680" y="106839"/>
                </a:lnTo>
                <a:lnTo>
                  <a:pt x="199057" y="106286"/>
                </a:lnTo>
                <a:lnTo>
                  <a:pt x="198448" y="105720"/>
                </a:lnTo>
                <a:lnTo>
                  <a:pt x="197855" y="105140"/>
                </a:lnTo>
                <a:lnTo>
                  <a:pt x="197277" y="104545"/>
                </a:lnTo>
                <a:lnTo>
                  <a:pt x="196713" y="103936"/>
                </a:lnTo>
                <a:lnTo>
                  <a:pt x="196165" y="103314"/>
                </a:lnTo>
                <a:lnTo>
                  <a:pt x="195632" y="102677"/>
                </a:lnTo>
                <a:lnTo>
                  <a:pt x="195114" y="102027"/>
                </a:lnTo>
                <a:lnTo>
                  <a:pt x="194611" y="101362"/>
                </a:lnTo>
                <a:lnTo>
                  <a:pt x="194123" y="100683"/>
                </a:lnTo>
                <a:lnTo>
                  <a:pt x="193651" y="99991"/>
                </a:lnTo>
                <a:lnTo>
                  <a:pt x="193193" y="99284"/>
                </a:lnTo>
                <a:lnTo>
                  <a:pt x="192750" y="98563"/>
                </a:lnTo>
                <a:lnTo>
                  <a:pt x="192322" y="97829"/>
                </a:lnTo>
                <a:lnTo>
                  <a:pt x="191910" y="97080"/>
                </a:lnTo>
                <a:lnTo>
                  <a:pt x="191512" y="96317"/>
                </a:lnTo>
                <a:lnTo>
                  <a:pt x="191130" y="95540"/>
                </a:lnTo>
                <a:lnTo>
                  <a:pt x="190762" y="94749"/>
                </a:lnTo>
                <a:lnTo>
                  <a:pt x="190410" y="93944"/>
                </a:lnTo>
                <a:lnTo>
                  <a:pt x="190072" y="93125"/>
                </a:lnTo>
                <a:lnTo>
                  <a:pt x="189750" y="92292"/>
                </a:lnTo>
                <a:lnTo>
                  <a:pt x="189443" y="91445"/>
                </a:lnTo>
                <a:lnTo>
                  <a:pt x="189149" y="90588"/>
                </a:lnTo>
                <a:lnTo>
                  <a:pt x="188868" y="89725"/>
                </a:lnTo>
                <a:lnTo>
                  <a:pt x="188600" y="88856"/>
                </a:lnTo>
                <a:lnTo>
                  <a:pt x="188344" y="87980"/>
                </a:lnTo>
                <a:lnTo>
                  <a:pt x="188100" y="87098"/>
                </a:lnTo>
                <a:lnTo>
                  <a:pt x="187869" y="86210"/>
                </a:lnTo>
                <a:lnTo>
                  <a:pt x="187651" y="85316"/>
                </a:lnTo>
                <a:lnTo>
                  <a:pt x="187445" y="84416"/>
                </a:lnTo>
                <a:lnTo>
                  <a:pt x="187251" y="83510"/>
                </a:lnTo>
                <a:lnTo>
                  <a:pt x="187070" y="82597"/>
                </a:lnTo>
                <a:lnTo>
                  <a:pt x="186901" y="81679"/>
                </a:lnTo>
                <a:lnTo>
                  <a:pt x="186745" y="80754"/>
                </a:lnTo>
                <a:lnTo>
                  <a:pt x="186602" y="79823"/>
                </a:lnTo>
                <a:lnTo>
                  <a:pt x="186470" y="78886"/>
                </a:lnTo>
                <a:lnTo>
                  <a:pt x="186352" y="77942"/>
                </a:lnTo>
                <a:lnTo>
                  <a:pt x="186246" y="76993"/>
                </a:lnTo>
                <a:lnTo>
                  <a:pt x="186152" y="76037"/>
                </a:lnTo>
                <a:lnTo>
                  <a:pt x="186071" y="75075"/>
                </a:lnTo>
                <a:lnTo>
                  <a:pt x="186002" y="74107"/>
                </a:lnTo>
                <a:lnTo>
                  <a:pt x="185946" y="73133"/>
                </a:lnTo>
                <a:lnTo>
                  <a:pt x="185902" y="72153"/>
                </a:lnTo>
                <a:lnTo>
                  <a:pt x="185871" y="71167"/>
                </a:lnTo>
                <a:lnTo>
                  <a:pt x="185852" y="70174"/>
                </a:lnTo>
                <a:lnTo>
                  <a:pt x="185846" y="69175"/>
                </a:lnTo>
                <a:lnTo>
                  <a:pt x="185852" y="68169"/>
                </a:lnTo>
                <a:lnTo>
                  <a:pt x="185871" y="67169"/>
                </a:lnTo>
                <a:lnTo>
                  <a:pt x="185902" y="66175"/>
                </a:lnTo>
                <a:lnTo>
                  <a:pt x="185946" y="65188"/>
                </a:lnTo>
                <a:lnTo>
                  <a:pt x="186002" y="64208"/>
                </a:lnTo>
                <a:lnTo>
                  <a:pt x="186071" y="63235"/>
                </a:lnTo>
                <a:lnTo>
                  <a:pt x="186152" y="62268"/>
                </a:lnTo>
                <a:lnTo>
                  <a:pt x="186246" y="61308"/>
                </a:lnTo>
                <a:lnTo>
                  <a:pt x="186352" y="60355"/>
                </a:lnTo>
                <a:lnTo>
                  <a:pt x="186470" y="59408"/>
                </a:lnTo>
                <a:lnTo>
                  <a:pt x="186602" y="58468"/>
                </a:lnTo>
                <a:lnTo>
                  <a:pt x="186745" y="57535"/>
                </a:lnTo>
                <a:lnTo>
                  <a:pt x="186901" y="56609"/>
                </a:lnTo>
                <a:lnTo>
                  <a:pt x="187070" y="55689"/>
                </a:lnTo>
                <a:lnTo>
                  <a:pt x="187251" y="54775"/>
                </a:lnTo>
                <a:lnTo>
                  <a:pt x="187445" y="53869"/>
                </a:lnTo>
                <a:lnTo>
                  <a:pt x="187651" y="52969"/>
                </a:lnTo>
                <a:lnTo>
                  <a:pt x="187869" y="52075"/>
                </a:lnTo>
                <a:lnTo>
                  <a:pt x="188100" y="51189"/>
                </a:lnTo>
                <a:lnTo>
                  <a:pt x="188344" y="50309"/>
                </a:lnTo>
                <a:lnTo>
                  <a:pt x="188600" y="49436"/>
                </a:lnTo>
                <a:lnTo>
                  <a:pt x="188868" y="48569"/>
                </a:lnTo>
                <a:lnTo>
                  <a:pt x="189149" y="47709"/>
                </a:lnTo>
                <a:lnTo>
                  <a:pt x="189443" y="46856"/>
                </a:lnTo>
                <a:lnTo>
                  <a:pt x="189750" y="46013"/>
                </a:lnTo>
                <a:lnTo>
                  <a:pt x="190072" y="45183"/>
                </a:lnTo>
                <a:lnTo>
                  <a:pt x="190410" y="44367"/>
                </a:lnTo>
                <a:lnTo>
                  <a:pt x="190762" y="43564"/>
                </a:lnTo>
                <a:lnTo>
                  <a:pt x="191130" y="42775"/>
                </a:lnTo>
                <a:lnTo>
                  <a:pt x="191512" y="42000"/>
                </a:lnTo>
                <a:lnTo>
                  <a:pt x="191910" y="41238"/>
                </a:lnTo>
                <a:lnTo>
                  <a:pt x="192322" y="40489"/>
                </a:lnTo>
                <a:lnTo>
                  <a:pt x="192750" y="39754"/>
                </a:lnTo>
                <a:lnTo>
                  <a:pt x="193193" y="39033"/>
                </a:lnTo>
                <a:lnTo>
                  <a:pt x="193651" y="38325"/>
                </a:lnTo>
                <a:lnTo>
                  <a:pt x="194123" y="37630"/>
                </a:lnTo>
                <a:lnTo>
                  <a:pt x="194611" y="36949"/>
                </a:lnTo>
                <a:lnTo>
                  <a:pt x="195114" y="36282"/>
                </a:lnTo>
                <a:lnTo>
                  <a:pt x="195632" y="35628"/>
                </a:lnTo>
                <a:lnTo>
                  <a:pt x="196165" y="34987"/>
                </a:lnTo>
                <a:lnTo>
                  <a:pt x="196713" y="34360"/>
                </a:lnTo>
                <a:lnTo>
                  <a:pt x="197277" y="33747"/>
                </a:lnTo>
                <a:lnTo>
                  <a:pt x="197855" y="33147"/>
                </a:lnTo>
                <a:lnTo>
                  <a:pt x="198448" y="32561"/>
                </a:lnTo>
                <a:lnTo>
                  <a:pt x="199057" y="31988"/>
                </a:lnTo>
                <a:lnTo>
                  <a:pt x="199680" y="31429"/>
                </a:lnTo>
                <a:lnTo>
                  <a:pt x="200318" y="30883"/>
                </a:lnTo>
                <a:lnTo>
                  <a:pt x="200972" y="30350"/>
                </a:lnTo>
                <a:lnTo>
                  <a:pt x="201642" y="29836"/>
                </a:lnTo>
                <a:lnTo>
                  <a:pt x="202329" y="29343"/>
                </a:lnTo>
                <a:lnTo>
                  <a:pt x="203034" y="28872"/>
                </a:lnTo>
                <a:lnTo>
                  <a:pt x="203757" y="28423"/>
                </a:lnTo>
                <a:lnTo>
                  <a:pt x="204497" y="27996"/>
                </a:lnTo>
                <a:lnTo>
                  <a:pt x="205255" y="27591"/>
                </a:lnTo>
                <a:lnTo>
                  <a:pt x="206031" y="27208"/>
                </a:lnTo>
                <a:lnTo>
                  <a:pt x="206824" y="26847"/>
                </a:lnTo>
                <a:lnTo>
                  <a:pt x="207635" y="26507"/>
                </a:lnTo>
                <a:lnTo>
                  <a:pt x="208463" y="26190"/>
                </a:lnTo>
                <a:lnTo>
                  <a:pt x="209309" y="25894"/>
                </a:lnTo>
                <a:lnTo>
                  <a:pt x="210173" y="25620"/>
                </a:lnTo>
                <a:lnTo>
                  <a:pt x="211054" y="25369"/>
                </a:lnTo>
                <a:lnTo>
                  <a:pt x="211953" y="25139"/>
                </a:lnTo>
                <a:lnTo>
                  <a:pt x="212870" y="24931"/>
                </a:lnTo>
                <a:lnTo>
                  <a:pt x="213804" y="24745"/>
                </a:lnTo>
                <a:lnTo>
                  <a:pt x="214756" y="24580"/>
                </a:lnTo>
                <a:lnTo>
                  <a:pt x="215725" y="24438"/>
                </a:lnTo>
                <a:lnTo>
                  <a:pt x="216712" y="24318"/>
                </a:lnTo>
                <a:lnTo>
                  <a:pt x="217717" y="24219"/>
                </a:lnTo>
                <a:lnTo>
                  <a:pt x="218739" y="24142"/>
                </a:lnTo>
                <a:lnTo>
                  <a:pt x="219779" y="24088"/>
                </a:lnTo>
                <a:lnTo>
                  <a:pt x="220837" y="24055"/>
                </a:lnTo>
                <a:lnTo>
                  <a:pt x="221912" y="24044"/>
                </a:lnTo>
                <a:lnTo>
                  <a:pt x="222582" y="24048"/>
                </a:lnTo>
                <a:lnTo>
                  <a:pt x="223247" y="24062"/>
                </a:lnTo>
                <a:lnTo>
                  <a:pt x="223907" y="24085"/>
                </a:lnTo>
                <a:lnTo>
                  <a:pt x="224561" y="24118"/>
                </a:lnTo>
                <a:lnTo>
                  <a:pt x="225210" y="24159"/>
                </a:lnTo>
                <a:lnTo>
                  <a:pt x="225853" y="24210"/>
                </a:lnTo>
                <a:lnTo>
                  <a:pt x="226491" y="24270"/>
                </a:lnTo>
                <a:lnTo>
                  <a:pt x="227123" y="24339"/>
                </a:lnTo>
                <a:lnTo>
                  <a:pt x="227750" y="24418"/>
                </a:lnTo>
                <a:lnTo>
                  <a:pt x="228372" y="24506"/>
                </a:lnTo>
                <a:lnTo>
                  <a:pt x="228987" y="24603"/>
                </a:lnTo>
                <a:lnTo>
                  <a:pt x="229598" y="24709"/>
                </a:lnTo>
                <a:lnTo>
                  <a:pt x="230203" y="24824"/>
                </a:lnTo>
                <a:lnTo>
                  <a:pt x="230802" y="24949"/>
                </a:lnTo>
                <a:lnTo>
                  <a:pt x="231396" y="25083"/>
                </a:lnTo>
                <a:lnTo>
                  <a:pt x="231985" y="25226"/>
                </a:lnTo>
                <a:lnTo>
                  <a:pt x="232568" y="25379"/>
                </a:lnTo>
                <a:lnTo>
                  <a:pt x="233145" y="25540"/>
                </a:lnTo>
                <a:lnTo>
                  <a:pt x="233717" y="25711"/>
                </a:lnTo>
                <a:lnTo>
                  <a:pt x="234284" y="25891"/>
                </a:lnTo>
                <a:lnTo>
                  <a:pt x="234845" y="26081"/>
                </a:lnTo>
                <a:lnTo>
                  <a:pt x="235401" y="26279"/>
                </a:lnTo>
                <a:lnTo>
                  <a:pt x="235951" y="26487"/>
                </a:lnTo>
                <a:lnTo>
                  <a:pt x="236496" y="26704"/>
                </a:lnTo>
                <a:lnTo>
                  <a:pt x="237034" y="26931"/>
                </a:lnTo>
                <a:lnTo>
                  <a:pt x="237564" y="27166"/>
                </a:lnTo>
                <a:lnTo>
                  <a:pt x="238085" y="27411"/>
                </a:lnTo>
                <a:lnTo>
                  <a:pt x="238599" y="27665"/>
                </a:lnTo>
                <a:lnTo>
                  <a:pt x="239105" y="27928"/>
                </a:lnTo>
                <a:lnTo>
                  <a:pt x="239603" y="28201"/>
                </a:lnTo>
                <a:lnTo>
                  <a:pt x="240092" y="28483"/>
                </a:lnTo>
                <a:lnTo>
                  <a:pt x="240574" y="28774"/>
                </a:lnTo>
                <a:lnTo>
                  <a:pt x="241048" y="29074"/>
                </a:lnTo>
                <a:lnTo>
                  <a:pt x="241513" y="29383"/>
                </a:lnTo>
                <a:lnTo>
                  <a:pt x="241971" y="29702"/>
                </a:lnTo>
                <a:lnTo>
                  <a:pt x="242420" y="30030"/>
                </a:lnTo>
                <a:lnTo>
                  <a:pt x="242862" y="30367"/>
                </a:lnTo>
                <a:lnTo>
                  <a:pt x="243295" y="30714"/>
                </a:lnTo>
                <a:lnTo>
                  <a:pt x="243721" y="31069"/>
                </a:lnTo>
                <a:lnTo>
                  <a:pt x="244138" y="31434"/>
                </a:lnTo>
                <a:lnTo>
                  <a:pt x="244547" y="31808"/>
                </a:lnTo>
                <a:lnTo>
                  <a:pt x="244949" y="32192"/>
                </a:lnTo>
                <a:lnTo>
                  <a:pt x="245342" y="32584"/>
                </a:lnTo>
                <a:lnTo>
                  <a:pt x="245727" y="32986"/>
                </a:lnTo>
                <a:lnTo>
                  <a:pt x="246104" y="33397"/>
                </a:lnTo>
                <a:lnTo>
                  <a:pt x="246473" y="33818"/>
                </a:lnTo>
                <a:lnTo>
                  <a:pt x="246834" y="34247"/>
                </a:lnTo>
                <a:lnTo>
                  <a:pt x="247187" y="34686"/>
                </a:lnTo>
                <a:lnTo>
                  <a:pt x="247531" y="35134"/>
                </a:lnTo>
                <a:lnTo>
                  <a:pt x="247864" y="35592"/>
                </a:lnTo>
                <a:lnTo>
                  <a:pt x="248186" y="36060"/>
                </a:lnTo>
                <a:lnTo>
                  <a:pt x="248497" y="36537"/>
                </a:lnTo>
                <a:lnTo>
                  <a:pt x="248798" y="37023"/>
                </a:lnTo>
                <a:lnTo>
                  <a:pt x="249087" y="37519"/>
                </a:lnTo>
                <a:lnTo>
                  <a:pt x="249366" y="38025"/>
                </a:lnTo>
                <a:lnTo>
                  <a:pt x="249634" y="38540"/>
                </a:lnTo>
                <a:lnTo>
                  <a:pt x="249892" y="39065"/>
                </a:lnTo>
                <a:lnTo>
                  <a:pt x="250138" y="39599"/>
                </a:lnTo>
                <a:lnTo>
                  <a:pt x="250374" y="40144"/>
                </a:lnTo>
                <a:lnTo>
                  <a:pt x="250599" y="40697"/>
                </a:lnTo>
                <a:lnTo>
                  <a:pt x="250814" y="41260"/>
                </a:lnTo>
                <a:lnTo>
                  <a:pt x="251017" y="41833"/>
                </a:lnTo>
                <a:lnTo>
                  <a:pt x="251210" y="42415"/>
                </a:lnTo>
                <a:lnTo>
                  <a:pt x="251392" y="43007"/>
                </a:lnTo>
                <a:lnTo>
                  <a:pt x="251563" y="43609"/>
                </a:lnTo>
                <a:lnTo>
                  <a:pt x="251723" y="44220"/>
                </a:lnTo>
                <a:lnTo>
                  <a:pt x="251873" y="44841"/>
                </a:lnTo>
                <a:lnTo>
                  <a:pt x="252012" y="45471"/>
                </a:lnTo>
                <a:lnTo>
                  <a:pt x="252140" y="46111"/>
                </a:lnTo>
                <a:lnTo>
                  <a:pt x="252257" y="46760"/>
                </a:lnTo>
                <a:lnTo>
                  <a:pt x="252363" y="47419"/>
                </a:lnTo>
                <a:lnTo>
                  <a:pt x="252459" y="48088"/>
                </a:lnTo>
                <a:lnTo>
                  <a:pt x="280839" y="48088"/>
                </a:lnTo>
                <a:lnTo>
                  <a:pt x="280760" y="46815"/>
                </a:lnTo>
                <a:lnTo>
                  <a:pt x="280656" y="45559"/>
                </a:lnTo>
                <a:lnTo>
                  <a:pt x="280526" y="44321"/>
                </a:lnTo>
                <a:lnTo>
                  <a:pt x="280371" y="43099"/>
                </a:lnTo>
                <a:lnTo>
                  <a:pt x="280190" y="41894"/>
                </a:lnTo>
                <a:lnTo>
                  <a:pt x="279983" y="40706"/>
                </a:lnTo>
                <a:lnTo>
                  <a:pt x="279750" y="39535"/>
                </a:lnTo>
                <a:lnTo>
                  <a:pt x="279492" y="38381"/>
                </a:lnTo>
                <a:lnTo>
                  <a:pt x="279208" y="37244"/>
                </a:lnTo>
                <a:lnTo>
                  <a:pt x="278899" y="36124"/>
                </a:lnTo>
                <a:lnTo>
                  <a:pt x="278564" y="35021"/>
                </a:lnTo>
                <a:lnTo>
                  <a:pt x="278203" y="33935"/>
                </a:lnTo>
                <a:lnTo>
                  <a:pt x="277816" y="32865"/>
                </a:lnTo>
                <a:lnTo>
                  <a:pt x="277404" y="31813"/>
                </a:lnTo>
                <a:lnTo>
                  <a:pt x="276966" y="30778"/>
                </a:lnTo>
                <a:lnTo>
                  <a:pt x="276503" y="29759"/>
                </a:lnTo>
                <a:lnTo>
                  <a:pt x="276014" y="28758"/>
                </a:lnTo>
                <a:lnTo>
                  <a:pt x="275499" y="27773"/>
                </a:lnTo>
                <a:lnTo>
                  <a:pt x="274959" y="26805"/>
                </a:lnTo>
                <a:lnTo>
                  <a:pt x="274393" y="25854"/>
                </a:lnTo>
                <a:lnTo>
                  <a:pt x="273801" y="24921"/>
                </a:lnTo>
                <a:lnTo>
                  <a:pt x="273183" y="24004"/>
                </a:lnTo>
                <a:lnTo>
                  <a:pt x="272540" y="23104"/>
                </a:lnTo>
                <a:lnTo>
                  <a:pt x="271872" y="22221"/>
                </a:lnTo>
                <a:lnTo>
                  <a:pt x="271181" y="21355"/>
                </a:lnTo>
                <a:lnTo>
                  <a:pt x="270474" y="20507"/>
                </a:lnTo>
                <a:lnTo>
                  <a:pt x="269750" y="19677"/>
                </a:lnTo>
                <a:lnTo>
                  <a:pt x="269008" y="18865"/>
                </a:lnTo>
                <a:lnTo>
                  <a:pt x="268250" y="18071"/>
                </a:lnTo>
                <a:lnTo>
                  <a:pt x="267474" y="17294"/>
                </a:lnTo>
                <a:lnTo>
                  <a:pt x="266681" y="16535"/>
                </a:lnTo>
                <a:lnTo>
                  <a:pt x="265872" y="15794"/>
                </a:lnTo>
                <a:lnTo>
                  <a:pt x="265045" y="15070"/>
                </a:lnTo>
                <a:lnTo>
                  <a:pt x="264201" y="14365"/>
                </a:lnTo>
                <a:lnTo>
                  <a:pt x="263339" y="13677"/>
                </a:lnTo>
                <a:lnTo>
                  <a:pt x="262461" y="13007"/>
                </a:lnTo>
                <a:lnTo>
                  <a:pt x="261566" y="12355"/>
                </a:lnTo>
                <a:lnTo>
                  <a:pt x="260653" y="11721"/>
                </a:lnTo>
                <a:lnTo>
                  <a:pt x="259723" y="11104"/>
                </a:lnTo>
                <a:lnTo>
                  <a:pt x="258777" y="10505"/>
                </a:lnTo>
                <a:lnTo>
                  <a:pt x="257813" y="9925"/>
                </a:lnTo>
                <a:lnTo>
                  <a:pt x="256832" y="9361"/>
                </a:lnTo>
                <a:lnTo>
                  <a:pt x="255834" y="8816"/>
                </a:lnTo>
                <a:lnTo>
                  <a:pt x="254819" y="8288"/>
                </a:lnTo>
                <a:lnTo>
                  <a:pt x="253786" y="7779"/>
                </a:lnTo>
                <a:lnTo>
                  <a:pt x="252737" y="7287"/>
                </a:lnTo>
                <a:lnTo>
                  <a:pt x="251671" y="6812"/>
                </a:lnTo>
                <a:lnTo>
                  <a:pt x="250587" y="6356"/>
                </a:lnTo>
                <a:lnTo>
                  <a:pt x="249490" y="5918"/>
                </a:lnTo>
                <a:lnTo>
                  <a:pt x="248386" y="5498"/>
                </a:lnTo>
                <a:lnTo>
                  <a:pt x="247272" y="5097"/>
                </a:lnTo>
                <a:lnTo>
                  <a:pt x="246150" y="4715"/>
                </a:lnTo>
                <a:lnTo>
                  <a:pt x="245019" y="4351"/>
                </a:lnTo>
                <a:lnTo>
                  <a:pt x="243880" y="4006"/>
                </a:lnTo>
                <a:lnTo>
                  <a:pt x="242732" y="3680"/>
                </a:lnTo>
                <a:lnTo>
                  <a:pt x="241576" y="3372"/>
                </a:lnTo>
                <a:lnTo>
                  <a:pt x="240411" y="3083"/>
                </a:lnTo>
                <a:lnTo>
                  <a:pt x="239238" y="2813"/>
                </a:lnTo>
                <a:lnTo>
                  <a:pt x="238056" y="2561"/>
                </a:lnTo>
                <a:lnTo>
                  <a:pt x="236865" y="2328"/>
                </a:lnTo>
                <a:lnTo>
                  <a:pt x="235666" y="2114"/>
                </a:lnTo>
                <a:lnTo>
                  <a:pt x="234458" y="1918"/>
                </a:lnTo>
                <a:lnTo>
                  <a:pt x="233242" y="1741"/>
                </a:lnTo>
                <a:lnTo>
                  <a:pt x="232018" y="1582"/>
                </a:lnTo>
                <a:lnTo>
                  <a:pt x="230784" y="1442"/>
                </a:lnTo>
                <a:lnTo>
                  <a:pt x="229542" y="1321"/>
                </a:lnTo>
                <a:lnTo>
                  <a:pt x="228292" y="1219"/>
                </a:lnTo>
                <a:lnTo>
                  <a:pt x="227033" y="1135"/>
                </a:lnTo>
                <a:lnTo>
                  <a:pt x="225766" y="1069"/>
                </a:lnTo>
                <a:lnTo>
                  <a:pt x="224489" y="1023"/>
                </a:lnTo>
                <a:lnTo>
                  <a:pt x="223205" y="995"/>
                </a:lnTo>
                <a:lnTo>
                  <a:pt x="221912" y="985"/>
                </a:lnTo>
                <a:lnTo>
                  <a:pt x="220246" y="1000"/>
                </a:lnTo>
                <a:lnTo>
                  <a:pt x="218600" y="1044"/>
                </a:lnTo>
                <a:lnTo>
                  <a:pt x="216974" y="1117"/>
                </a:lnTo>
                <a:lnTo>
                  <a:pt x="215367" y="1219"/>
                </a:lnTo>
                <a:lnTo>
                  <a:pt x="213780" y="1351"/>
                </a:lnTo>
                <a:lnTo>
                  <a:pt x="212212" y="1512"/>
                </a:lnTo>
                <a:lnTo>
                  <a:pt x="210663" y="1702"/>
                </a:lnTo>
                <a:lnTo>
                  <a:pt x="209134" y="1922"/>
                </a:lnTo>
                <a:lnTo>
                  <a:pt x="207625" y="2170"/>
                </a:lnTo>
                <a:lnTo>
                  <a:pt x="206135" y="2448"/>
                </a:lnTo>
                <a:lnTo>
                  <a:pt x="204665" y="2755"/>
                </a:lnTo>
                <a:lnTo>
                  <a:pt x="203214" y="3092"/>
                </a:lnTo>
                <a:lnTo>
                  <a:pt x="201782" y="3457"/>
                </a:lnTo>
                <a:lnTo>
                  <a:pt x="200370" y="3852"/>
                </a:lnTo>
                <a:lnTo>
                  <a:pt x="198978" y="4276"/>
                </a:lnTo>
                <a:lnTo>
                  <a:pt x="197605" y="4730"/>
                </a:lnTo>
                <a:lnTo>
                  <a:pt x="196252" y="5213"/>
                </a:lnTo>
                <a:lnTo>
                  <a:pt x="194918" y="5725"/>
                </a:lnTo>
                <a:lnTo>
                  <a:pt x="193603" y="6266"/>
                </a:lnTo>
                <a:lnTo>
                  <a:pt x="192309" y="6836"/>
                </a:lnTo>
                <a:lnTo>
                  <a:pt x="191033" y="7436"/>
                </a:lnTo>
                <a:lnTo>
                  <a:pt x="189777" y="8065"/>
                </a:lnTo>
                <a:lnTo>
                  <a:pt x="188541" y="8723"/>
                </a:lnTo>
                <a:lnTo>
                  <a:pt x="187324" y="9411"/>
                </a:lnTo>
                <a:lnTo>
                  <a:pt x="186129" y="10125"/>
                </a:lnTo>
                <a:lnTo>
                  <a:pt x="184956" y="10863"/>
                </a:lnTo>
                <a:lnTo>
                  <a:pt x="183807" y="11625"/>
                </a:lnTo>
                <a:lnTo>
                  <a:pt x="182682" y="12411"/>
                </a:lnTo>
                <a:lnTo>
                  <a:pt x="181579" y="13220"/>
                </a:lnTo>
                <a:lnTo>
                  <a:pt x="180500" y="14054"/>
                </a:lnTo>
                <a:lnTo>
                  <a:pt x="179444" y="14912"/>
                </a:lnTo>
                <a:lnTo>
                  <a:pt x="178412" y="15794"/>
                </a:lnTo>
                <a:lnTo>
                  <a:pt x="177402" y="16699"/>
                </a:lnTo>
                <a:lnTo>
                  <a:pt x="176416" y="17629"/>
                </a:lnTo>
                <a:lnTo>
                  <a:pt x="175453" y="18583"/>
                </a:lnTo>
                <a:lnTo>
                  <a:pt x="174514" y="19560"/>
                </a:lnTo>
                <a:lnTo>
                  <a:pt x="173598" y="20562"/>
                </a:lnTo>
                <a:lnTo>
                  <a:pt x="172705" y="21587"/>
                </a:lnTo>
                <a:lnTo>
                  <a:pt x="171835" y="22637"/>
                </a:lnTo>
                <a:lnTo>
                  <a:pt x="170988" y="23710"/>
                </a:lnTo>
                <a:lnTo>
                  <a:pt x="170165" y="24807"/>
                </a:lnTo>
                <a:lnTo>
                  <a:pt x="169365" y="25928"/>
                </a:lnTo>
                <a:lnTo>
                  <a:pt x="168588" y="27074"/>
                </a:lnTo>
                <a:lnTo>
                  <a:pt x="167835" y="28243"/>
                </a:lnTo>
                <a:lnTo>
                  <a:pt x="167105" y="29436"/>
                </a:lnTo>
                <a:lnTo>
                  <a:pt x="166398" y="30653"/>
                </a:lnTo>
                <a:lnTo>
                  <a:pt x="165714" y="31894"/>
                </a:lnTo>
                <a:lnTo>
                  <a:pt x="165054" y="33159"/>
                </a:lnTo>
                <a:lnTo>
                  <a:pt x="164419" y="34445"/>
                </a:lnTo>
                <a:lnTo>
                  <a:pt x="163811" y="35750"/>
                </a:lnTo>
                <a:lnTo>
                  <a:pt x="163229" y="37073"/>
                </a:lnTo>
                <a:lnTo>
                  <a:pt x="162675" y="38416"/>
                </a:lnTo>
                <a:lnTo>
                  <a:pt x="162148" y="39776"/>
                </a:lnTo>
                <a:lnTo>
                  <a:pt x="161648" y="41156"/>
                </a:lnTo>
                <a:lnTo>
                  <a:pt x="161175" y="42554"/>
                </a:lnTo>
                <a:lnTo>
                  <a:pt x="160729" y="43971"/>
                </a:lnTo>
                <a:lnTo>
                  <a:pt x="160310" y="45406"/>
                </a:lnTo>
                <a:lnTo>
                  <a:pt x="159918" y="46860"/>
                </a:lnTo>
                <a:lnTo>
                  <a:pt x="159553" y="48333"/>
                </a:lnTo>
                <a:lnTo>
                  <a:pt x="159215" y="49824"/>
                </a:lnTo>
                <a:lnTo>
                  <a:pt x="158905" y="51334"/>
                </a:lnTo>
                <a:lnTo>
                  <a:pt x="158621" y="52863"/>
                </a:lnTo>
                <a:lnTo>
                  <a:pt x="158364" y="54410"/>
                </a:lnTo>
                <a:lnTo>
                  <a:pt x="158134" y="55976"/>
                </a:lnTo>
                <a:lnTo>
                  <a:pt x="157932" y="57561"/>
                </a:lnTo>
                <a:lnTo>
                  <a:pt x="157756" y="59164"/>
                </a:lnTo>
                <a:lnTo>
                  <a:pt x="157607" y="60786"/>
                </a:lnTo>
                <a:lnTo>
                  <a:pt x="157486" y="62427"/>
                </a:lnTo>
                <a:lnTo>
                  <a:pt x="157391" y="64086"/>
                </a:lnTo>
                <a:lnTo>
                  <a:pt x="157323" y="65764"/>
                </a:lnTo>
                <a:lnTo>
                  <a:pt x="157283" y="67460"/>
                </a:lnTo>
                <a:lnTo>
                  <a:pt x="157269" y="69175"/>
                </a:lnTo>
                <a:lnTo>
                  <a:pt x="157283" y="70890"/>
                </a:lnTo>
                <a:lnTo>
                  <a:pt x="157323" y="72586"/>
                </a:lnTo>
                <a:lnTo>
                  <a:pt x="157391" y="74263"/>
                </a:lnTo>
                <a:lnTo>
                  <a:pt x="157486" y="75921"/>
                </a:lnTo>
                <a:lnTo>
                  <a:pt x="157607" y="77560"/>
                </a:lnTo>
                <a:lnTo>
                  <a:pt x="157756" y="79180"/>
                </a:lnTo>
                <a:lnTo>
                  <a:pt x="157932" y="80781"/>
                </a:lnTo>
                <a:lnTo>
                  <a:pt x="158134" y="82363"/>
                </a:lnTo>
                <a:lnTo>
                  <a:pt x="158364" y="83926"/>
                </a:lnTo>
                <a:lnTo>
                  <a:pt x="158621" y="85470"/>
                </a:lnTo>
                <a:lnTo>
                  <a:pt x="158905" y="86995"/>
                </a:lnTo>
                <a:lnTo>
                  <a:pt x="159215" y="88501"/>
                </a:lnTo>
                <a:lnTo>
                  <a:pt x="159553" y="89989"/>
                </a:lnTo>
                <a:lnTo>
                  <a:pt x="159918" y="91457"/>
                </a:lnTo>
                <a:lnTo>
                  <a:pt x="160310" y="92906"/>
                </a:lnTo>
                <a:lnTo>
                  <a:pt x="160729" y="94336"/>
                </a:lnTo>
                <a:lnTo>
                  <a:pt x="161175" y="95747"/>
                </a:lnTo>
                <a:lnTo>
                  <a:pt x="161648" y="97139"/>
                </a:lnTo>
                <a:lnTo>
                  <a:pt x="162148" y="98512"/>
                </a:lnTo>
                <a:lnTo>
                  <a:pt x="162675" y="99866"/>
                </a:lnTo>
                <a:lnTo>
                  <a:pt x="163229" y="101202"/>
                </a:lnTo>
                <a:lnTo>
                  <a:pt x="163811" y="102518"/>
                </a:lnTo>
                <a:lnTo>
                  <a:pt x="164419" y="103815"/>
                </a:lnTo>
                <a:lnTo>
                  <a:pt x="165054" y="105093"/>
                </a:lnTo>
                <a:lnTo>
                  <a:pt x="165714" y="106350"/>
                </a:lnTo>
                <a:lnTo>
                  <a:pt x="166398" y="107583"/>
                </a:lnTo>
                <a:lnTo>
                  <a:pt x="167105" y="108793"/>
                </a:lnTo>
                <a:lnTo>
                  <a:pt x="167835" y="109979"/>
                </a:lnTo>
                <a:lnTo>
                  <a:pt x="168588" y="111142"/>
                </a:lnTo>
                <a:lnTo>
                  <a:pt x="169365" y="112280"/>
                </a:lnTo>
                <a:lnTo>
                  <a:pt x="170165" y="113396"/>
                </a:lnTo>
                <a:lnTo>
                  <a:pt x="170988" y="114487"/>
                </a:lnTo>
                <a:lnTo>
                  <a:pt x="171835" y="115555"/>
                </a:lnTo>
                <a:lnTo>
                  <a:pt x="172705" y="116600"/>
                </a:lnTo>
                <a:lnTo>
                  <a:pt x="173598" y="117621"/>
                </a:lnTo>
                <a:lnTo>
                  <a:pt x="174514" y="118618"/>
                </a:lnTo>
                <a:lnTo>
                  <a:pt x="175453" y="119591"/>
                </a:lnTo>
                <a:lnTo>
                  <a:pt x="176416" y="120541"/>
                </a:lnTo>
                <a:lnTo>
                  <a:pt x="177402" y="121468"/>
                </a:lnTo>
                <a:lnTo>
                  <a:pt x="178412" y="122371"/>
                </a:lnTo>
                <a:lnTo>
                  <a:pt x="179444" y="123250"/>
                </a:lnTo>
                <a:lnTo>
                  <a:pt x="180500" y="124105"/>
                </a:lnTo>
                <a:lnTo>
                  <a:pt x="181579" y="124937"/>
                </a:lnTo>
                <a:lnTo>
                  <a:pt x="182682" y="125746"/>
                </a:lnTo>
                <a:lnTo>
                  <a:pt x="183807" y="126530"/>
                </a:lnTo>
                <a:lnTo>
                  <a:pt x="184956" y="127291"/>
                </a:lnTo>
                <a:lnTo>
                  <a:pt x="186129" y="128029"/>
                </a:lnTo>
                <a:lnTo>
                  <a:pt x="187324" y="128743"/>
                </a:lnTo>
                <a:lnTo>
                  <a:pt x="188541" y="129430"/>
                </a:lnTo>
                <a:lnTo>
                  <a:pt x="189777" y="130088"/>
                </a:lnTo>
                <a:lnTo>
                  <a:pt x="191033" y="130717"/>
                </a:lnTo>
                <a:lnTo>
                  <a:pt x="192309" y="131317"/>
                </a:lnTo>
                <a:lnTo>
                  <a:pt x="193603" y="131888"/>
                </a:lnTo>
                <a:lnTo>
                  <a:pt x="194918" y="132429"/>
                </a:lnTo>
                <a:lnTo>
                  <a:pt x="196252" y="132941"/>
                </a:lnTo>
                <a:lnTo>
                  <a:pt x="197605" y="133423"/>
                </a:lnTo>
                <a:lnTo>
                  <a:pt x="198978" y="133877"/>
                </a:lnTo>
                <a:lnTo>
                  <a:pt x="200370" y="134301"/>
                </a:lnTo>
                <a:lnTo>
                  <a:pt x="201782" y="134696"/>
                </a:lnTo>
                <a:lnTo>
                  <a:pt x="203214" y="135062"/>
                </a:lnTo>
                <a:lnTo>
                  <a:pt x="204665" y="135398"/>
                </a:lnTo>
                <a:lnTo>
                  <a:pt x="206135" y="135705"/>
                </a:lnTo>
                <a:lnTo>
                  <a:pt x="207625" y="135983"/>
                </a:lnTo>
                <a:lnTo>
                  <a:pt x="209134" y="136232"/>
                </a:lnTo>
                <a:lnTo>
                  <a:pt x="210663" y="136451"/>
                </a:lnTo>
                <a:lnTo>
                  <a:pt x="212212" y="136641"/>
                </a:lnTo>
                <a:lnTo>
                  <a:pt x="213780" y="136802"/>
                </a:lnTo>
                <a:lnTo>
                  <a:pt x="215367" y="136934"/>
                </a:lnTo>
                <a:lnTo>
                  <a:pt x="216974" y="137036"/>
                </a:lnTo>
                <a:lnTo>
                  <a:pt x="218600" y="137109"/>
                </a:lnTo>
                <a:lnTo>
                  <a:pt x="220246" y="137153"/>
                </a:lnTo>
                <a:lnTo>
                  <a:pt x="221912" y="137168"/>
                </a:lnTo>
                <a:lnTo>
                  <a:pt x="223365" y="137158"/>
                </a:lnTo>
                <a:lnTo>
                  <a:pt x="224802" y="137128"/>
                </a:lnTo>
                <a:lnTo>
                  <a:pt x="226223" y="137078"/>
                </a:lnTo>
                <a:lnTo>
                  <a:pt x="227627" y="137008"/>
                </a:lnTo>
                <a:lnTo>
                  <a:pt x="229015" y="136918"/>
                </a:lnTo>
                <a:close/>
                <a:moveTo>
                  <a:pt x="69372" y="135394"/>
                </a:moveTo>
                <a:lnTo>
                  <a:pt x="74496" y="98343"/>
                </a:lnTo>
                <a:lnTo>
                  <a:pt x="95091" y="98343"/>
                </a:lnTo>
                <a:lnTo>
                  <a:pt x="95091" y="81985"/>
                </a:lnTo>
                <a:lnTo>
                  <a:pt x="76763" y="81985"/>
                </a:lnTo>
                <a:lnTo>
                  <a:pt x="79818" y="59124"/>
                </a:lnTo>
                <a:lnTo>
                  <a:pt x="100708" y="59124"/>
                </a:lnTo>
                <a:lnTo>
                  <a:pt x="100708" y="42865"/>
                </a:lnTo>
                <a:lnTo>
                  <a:pt x="82183" y="42865"/>
                </a:lnTo>
                <a:lnTo>
                  <a:pt x="87307" y="6307"/>
                </a:lnTo>
                <a:lnTo>
                  <a:pt x="69274" y="6307"/>
                </a:lnTo>
                <a:lnTo>
                  <a:pt x="64248" y="42865"/>
                </a:lnTo>
                <a:lnTo>
                  <a:pt x="44639" y="42865"/>
                </a:lnTo>
                <a:lnTo>
                  <a:pt x="49664" y="6307"/>
                </a:lnTo>
                <a:lnTo>
                  <a:pt x="31828" y="6307"/>
                </a:lnTo>
                <a:lnTo>
                  <a:pt x="26704" y="42865"/>
                </a:lnTo>
                <a:lnTo>
                  <a:pt x="5420" y="42865"/>
                </a:lnTo>
                <a:lnTo>
                  <a:pt x="5420" y="59124"/>
                </a:lnTo>
                <a:lnTo>
                  <a:pt x="24339" y="59124"/>
                </a:lnTo>
                <a:lnTo>
                  <a:pt x="21186" y="81985"/>
                </a:lnTo>
                <a:lnTo>
                  <a:pt x="0" y="81985"/>
                </a:lnTo>
                <a:lnTo>
                  <a:pt x="0" y="98343"/>
                </a:lnTo>
                <a:lnTo>
                  <a:pt x="18821" y="98343"/>
                </a:lnTo>
                <a:lnTo>
                  <a:pt x="13697" y="135394"/>
                </a:lnTo>
                <a:lnTo>
                  <a:pt x="31730" y="135394"/>
                </a:lnTo>
                <a:lnTo>
                  <a:pt x="36854" y="98343"/>
                </a:lnTo>
                <a:lnTo>
                  <a:pt x="56464" y="98343"/>
                </a:lnTo>
                <a:lnTo>
                  <a:pt x="51438" y="135394"/>
                </a:lnTo>
                <a:lnTo>
                  <a:pt x="69372" y="135394"/>
                </a:lnTo>
                <a:close/>
                <a:moveTo>
                  <a:pt x="42372" y="59124"/>
                </a:moveTo>
                <a:lnTo>
                  <a:pt x="61883" y="59124"/>
                </a:lnTo>
                <a:lnTo>
                  <a:pt x="58927" y="81985"/>
                </a:lnTo>
                <a:lnTo>
                  <a:pt x="39219" y="81985"/>
                </a:lnTo>
                <a:lnTo>
                  <a:pt x="42372" y="59124"/>
                </a:lnTo>
                <a:close/>
                <a:moveTo>
                  <a:pt x="504761" y="49977"/>
                </a:moveTo>
                <a:lnTo>
                  <a:pt x="504237" y="49087"/>
                </a:lnTo>
                <a:lnTo>
                  <a:pt x="503686" y="48223"/>
                </a:lnTo>
                <a:lnTo>
                  <a:pt x="503109" y="47386"/>
                </a:lnTo>
                <a:lnTo>
                  <a:pt x="502504" y="46577"/>
                </a:lnTo>
                <a:lnTo>
                  <a:pt x="501873" y="45793"/>
                </a:lnTo>
                <a:lnTo>
                  <a:pt x="501217" y="45040"/>
                </a:lnTo>
                <a:lnTo>
                  <a:pt x="500537" y="44318"/>
                </a:lnTo>
                <a:lnTo>
                  <a:pt x="499834" y="43629"/>
                </a:lnTo>
                <a:lnTo>
                  <a:pt x="499107" y="42972"/>
                </a:lnTo>
                <a:lnTo>
                  <a:pt x="498357" y="42346"/>
                </a:lnTo>
                <a:lnTo>
                  <a:pt x="497584" y="41753"/>
                </a:lnTo>
                <a:lnTo>
                  <a:pt x="496787" y="41192"/>
                </a:lnTo>
                <a:lnTo>
                  <a:pt x="495966" y="40663"/>
                </a:lnTo>
                <a:lnTo>
                  <a:pt x="495122" y="40166"/>
                </a:lnTo>
                <a:lnTo>
                  <a:pt x="494255" y="39701"/>
                </a:lnTo>
                <a:lnTo>
                  <a:pt x="493365" y="39268"/>
                </a:lnTo>
                <a:lnTo>
                  <a:pt x="492450" y="38867"/>
                </a:lnTo>
                <a:lnTo>
                  <a:pt x="491513" y="38498"/>
                </a:lnTo>
                <a:lnTo>
                  <a:pt x="490552" y="38162"/>
                </a:lnTo>
                <a:lnTo>
                  <a:pt x="489567" y="37857"/>
                </a:lnTo>
                <a:lnTo>
                  <a:pt x="488559" y="37585"/>
                </a:lnTo>
                <a:lnTo>
                  <a:pt x="487528" y="37344"/>
                </a:lnTo>
                <a:lnTo>
                  <a:pt x="486473" y="37136"/>
                </a:lnTo>
                <a:lnTo>
                  <a:pt x="485395" y="36959"/>
                </a:lnTo>
                <a:lnTo>
                  <a:pt x="484293" y="36815"/>
                </a:lnTo>
                <a:lnTo>
                  <a:pt x="483168" y="36703"/>
                </a:lnTo>
                <a:lnTo>
                  <a:pt x="482020" y="36623"/>
                </a:lnTo>
                <a:lnTo>
                  <a:pt x="480848" y="36574"/>
                </a:lnTo>
                <a:lnTo>
                  <a:pt x="479652" y="36558"/>
                </a:lnTo>
                <a:lnTo>
                  <a:pt x="478641" y="36567"/>
                </a:lnTo>
                <a:lnTo>
                  <a:pt x="477643" y="36592"/>
                </a:lnTo>
                <a:lnTo>
                  <a:pt x="476659" y="36633"/>
                </a:lnTo>
                <a:lnTo>
                  <a:pt x="475688" y="36691"/>
                </a:lnTo>
                <a:lnTo>
                  <a:pt x="474730" y="36766"/>
                </a:lnTo>
                <a:lnTo>
                  <a:pt x="473786" y="36857"/>
                </a:lnTo>
                <a:lnTo>
                  <a:pt x="472856" y="36965"/>
                </a:lnTo>
                <a:lnTo>
                  <a:pt x="471939" y="37089"/>
                </a:lnTo>
                <a:lnTo>
                  <a:pt x="471036" y="37231"/>
                </a:lnTo>
                <a:lnTo>
                  <a:pt x="470146" y="37388"/>
                </a:lnTo>
                <a:lnTo>
                  <a:pt x="469269" y="37562"/>
                </a:lnTo>
                <a:lnTo>
                  <a:pt x="468407" y="37753"/>
                </a:lnTo>
                <a:lnTo>
                  <a:pt x="467557" y="37961"/>
                </a:lnTo>
                <a:lnTo>
                  <a:pt x="466721" y="38185"/>
                </a:lnTo>
                <a:lnTo>
                  <a:pt x="465899" y="38425"/>
                </a:lnTo>
                <a:lnTo>
                  <a:pt x="465090" y="38683"/>
                </a:lnTo>
                <a:lnTo>
                  <a:pt x="464295" y="38956"/>
                </a:lnTo>
                <a:lnTo>
                  <a:pt x="463513" y="39247"/>
                </a:lnTo>
                <a:lnTo>
                  <a:pt x="462745" y="39554"/>
                </a:lnTo>
                <a:lnTo>
                  <a:pt x="461990" y="39877"/>
                </a:lnTo>
                <a:lnTo>
                  <a:pt x="461249" y="40218"/>
                </a:lnTo>
                <a:lnTo>
                  <a:pt x="460522" y="40574"/>
                </a:lnTo>
                <a:lnTo>
                  <a:pt x="459807" y="40948"/>
                </a:lnTo>
                <a:lnTo>
                  <a:pt x="459107" y="41338"/>
                </a:lnTo>
                <a:lnTo>
                  <a:pt x="458419" y="41738"/>
                </a:lnTo>
                <a:lnTo>
                  <a:pt x="457744" y="42144"/>
                </a:lnTo>
                <a:lnTo>
                  <a:pt x="457081" y="42555"/>
                </a:lnTo>
                <a:lnTo>
                  <a:pt x="456431" y="42970"/>
                </a:lnTo>
                <a:lnTo>
                  <a:pt x="455793" y="43391"/>
                </a:lnTo>
                <a:lnTo>
                  <a:pt x="455168" y="43817"/>
                </a:lnTo>
                <a:lnTo>
                  <a:pt x="454556" y="44247"/>
                </a:lnTo>
                <a:lnTo>
                  <a:pt x="453955" y="44683"/>
                </a:lnTo>
                <a:lnTo>
                  <a:pt x="453368" y="45123"/>
                </a:lnTo>
                <a:lnTo>
                  <a:pt x="452792" y="45568"/>
                </a:lnTo>
                <a:lnTo>
                  <a:pt x="452230" y="46019"/>
                </a:lnTo>
                <a:lnTo>
                  <a:pt x="451679" y="46474"/>
                </a:lnTo>
                <a:lnTo>
                  <a:pt x="451142" y="46934"/>
                </a:lnTo>
                <a:lnTo>
                  <a:pt x="450616" y="47400"/>
                </a:lnTo>
                <a:lnTo>
                  <a:pt x="450103" y="47870"/>
                </a:lnTo>
                <a:lnTo>
                  <a:pt x="449603" y="48345"/>
                </a:lnTo>
                <a:lnTo>
                  <a:pt x="449115" y="48825"/>
                </a:lnTo>
                <a:lnTo>
                  <a:pt x="448640" y="49310"/>
                </a:lnTo>
                <a:lnTo>
                  <a:pt x="448177" y="49800"/>
                </a:lnTo>
                <a:lnTo>
                  <a:pt x="447727" y="50295"/>
                </a:lnTo>
                <a:lnTo>
                  <a:pt x="447289" y="50795"/>
                </a:lnTo>
                <a:lnTo>
                  <a:pt x="446864" y="51300"/>
                </a:lnTo>
                <a:lnTo>
                  <a:pt x="446451" y="51810"/>
                </a:lnTo>
                <a:lnTo>
                  <a:pt x="446050" y="52325"/>
                </a:lnTo>
                <a:lnTo>
                  <a:pt x="445558" y="38037"/>
                </a:lnTo>
                <a:lnTo>
                  <a:pt x="420430" y="38037"/>
                </a:lnTo>
                <a:lnTo>
                  <a:pt x="420430" y="135394"/>
                </a:lnTo>
                <a:lnTo>
                  <a:pt x="446543" y="135394"/>
                </a:lnTo>
                <a:lnTo>
                  <a:pt x="446543" y="70173"/>
                </a:lnTo>
                <a:lnTo>
                  <a:pt x="446890" y="69733"/>
                </a:lnTo>
                <a:lnTo>
                  <a:pt x="447242" y="69299"/>
                </a:lnTo>
                <a:lnTo>
                  <a:pt x="447598" y="68871"/>
                </a:lnTo>
                <a:lnTo>
                  <a:pt x="447958" y="68448"/>
                </a:lnTo>
                <a:lnTo>
                  <a:pt x="448323" y="68030"/>
                </a:lnTo>
                <a:lnTo>
                  <a:pt x="448692" y="67619"/>
                </a:lnTo>
                <a:lnTo>
                  <a:pt x="449066" y="67212"/>
                </a:lnTo>
                <a:lnTo>
                  <a:pt x="449444" y="66812"/>
                </a:lnTo>
                <a:lnTo>
                  <a:pt x="449827" y="66416"/>
                </a:lnTo>
                <a:lnTo>
                  <a:pt x="450214" y="66027"/>
                </a:lnTo>
                <a:lnTo>
                  <a:pt x="450606" y="65643"/>
                </a:lnTo>
                <a:lnTo>
                  <a:pt x="451002" y="65264"/>
                </a:lnTo>
                <a:lnTo>
                  <a:pt x="451402" y="64892"/>
                </a:lnTo>
                <a:lnTo>
                  <a:pt x="451807" y="64524"/>
                </a:lnTo>
                <a:lnTo>
                  <a:pt x="452217" y="64162"/>
                </a:lnTo>
                <a:lnTo>
                  <a:pt x="452631" y="63806"/>
                </a:lnTo>
                <a:lnTo>
                  <a:pt x="453049" y="63455"/>
                </a:lnTo>
                <a:lnTo>
                  <a:pt x="453472" y="63110"/>
                </a:lnTo>
                <a:lnTo>
                  <a:pt x="453899" y="62771"/>
                </a:lnTo>
                <a:lnTo>
                  <a:pt x="454330" y="62437"/>
                </a:lnTo>
                <a:lnTo>
                  <a:pt x="454766" y="62108"/>
                </a:lnTo>
                <a:lnTo>
                  <a:pt x="455207" y="61786"/>
                </a:lnTo>
                <a:lnTo>
                  <a:pt x="455652" y="61468"/>
                </a:lnTo>
                <a:lnTo>
                  <a:pt x="456101" y="61157"/>
                </a:lnTo>
                <a:lnTo>
                  <a:pt x="456557" y="60854"/>
                </a:lnTo>
                <a:lnTo>
                  <a:pt x="457020" y="60564"/>
                </a:lnTo>
                <a:lnTo>
                  <a:pt x="457490" y="60288"/>
                </a:lnTo>
                <a:lnTo>
                  <a:pt x="457968" y="60024"/>
                </a:lnTo>
                <a:lnTo>
                  <a:pt x="458454" y="59773"/>
                </a:lnTo>
                <a:lnTo>
                  <a:pt x="458947" y="59534"/>
                </a:lnTo>
                <a:lnTo>
                  <a:pt x="459447" y="59309"/>
                </a:lnTo>
                <a:lnTo>
                  <a:pt x="459955" y="59097"/>
                </a:lnTo>
                <a:lnTo>
                  <a:pt x="460471" y="58897"/>
                </a:lnTo>
                <a:lnTo>
                  <a:pt x="460994" y="58711"/>
                </a:lnTo>
                <a:lnTo>
                  <a:pt x="461525" y="58537"/>
                </a:lnTo>
                <a:lnTo>
                  <a:pt x="462063" y="58376"/>
                </a:lnTo>
                <a:lnTo>
                  <a:pt x="462609" y="58228"/>
                </a:lnTo>
                <a:lnTo>
                  <a:pt x="463162" y="58093"/>
                </a:lnTo>
                <a:lnTo>
                  <a:pt x="463723" y="57970"/>
                </a:lnTo>
                <a:lnTo>
                  <a:pt x="464291" y="57861"/>
                </a:lnTo>
                <a:lnTo>
                  <a:pt x="464867" y="57764"/>
                </a:lnTo>
                <a:lnTo>
                  <a:pt x="465450" y="57681"/>
                </a:lnTo>
                <a:lnTo>
                  <a:pt x="466041" y="57610"/>
                </a:lnTo>
                <a:lnTo>
                  <a:pt x="466640" y="57552"/>
                </a:lnTo>
                <a:lnTo>
                  <a:pt x="467246" y="57507"/>
                </a:lnTo>
                <a:lnTo>
                  <a:pt x="467859" y="57475"/>
                </a:lnTo>
                <a:lnTo>
                  <a:pt x="468480" y="57455"/>
                </a:lnTo>
                <a:lnTo>
                  <a:pt x="469109" y="57449"/>
                </a:lnTo>
                <a:lnTo>
                  <a:pt x="469532" y="57453"/>
                </a:lnTo>
                <a:lnTo>
                  <a:pt x="469949" y="57464"/>
                </a:lnTo>
                <a:lnTo>
                  <a:pt x="470360" y="57483"/>
                </a:lnTo>
                <a:lnTo>
                  <a:pt x="470763" y="57510"/>
                </a:lnTo>
                <a:lnTo>
                  <a:pt x="471160" y="57545"/>
                </a:lnTo>
                <a:lnTo>
                  <a:pt x="471551" y="57587"/>
                </a:lnTo>
                <a:lnTo>
                  <a:pt x="471934" y="57637"/>
                </a:lnTo>
                <a:lnTo>
                  <a:pt x="472311" y="57694"/>
                </a:lnTo>
                <a:lnTo>
                  <a:pt x="472681" y="57759"/>
                </a:lnTo>
                <a:lnTo>
                  <a:pt x="473045" y="57832"/>
                </a:lnTo>
                <a:lnTo>
                  <a:pt x="473402" y="57912"/>
                </a:lnTo>
                <a:lnTo>
                  <a:pt x="473752" y="58000"/>
                </a:lnTo>
                <a:lnTo>
                  <a:pt x="474096" y="58096"/>
                </a:lnTo>
                <a:lnTo>
                  <a:pt x="474433" y="58199"/>
                </a:lnTo>
                <a:lnTo>
                  <a:pt x="474763" y="58310"/>
                </a:lnTo>
                <a:lnTo>
                  <a:pt x="475087" y="58429"/>
                </a:lnTo>
                <a:lnTo>
                  <a:pt x="475404" y="58555"/>
                </a:lnTo>
                <a:lnTo>
                  <a:pt x="475714" y="58689"/>
                </a:lnTo>
                <a:lnTo>
                  <a:pt x="476017" y="58831"/>
                </a:lnTo>
                <a:lnTo>
                  <a:pt x="476314" y="58980"/>
                </a:lnTo>
                <a:lnTo>
                  <a:pt x="476605" y="59137"/>
                </a:lnTo>
                <a:lnTo>
                  <a:pt x="476888" y="59302"/>
                </a:lnTo>
                <a:lnTo>
                  <a:pt x="477165" y="59474"/>
                </a:lnTo>
                <a:lnTo>
                  <a:pt x="477435" y="59654"/>
                </a:lnTo>
                <a:lnTo>
                  <a:pt x="477699" y="59841"/>
                </a:lnTo>
                <a:lnTo>
                  <a:pt x="477957" y="60034"/>
                </a:lnTo>
                <a:lnTo>
                  <a:pt x="478208" y="60233"/>
                </a:lnTo>
                <a:lnTo>
                  <a:pt x="478454" y="60439"/>
                </a:lnTo>
                <a:lnTo>
                  <a:pt x="478693" y="60651"/>
                </a:lnTo>
                <a:lnTo>
                  <a:pt x="478926" y="60869"/>
                </a:lnTo>
                <a:lnTo>
                  <a:pt x="479153" y="61093"/>
                </a:lnTo>
                <a:lnTo>
                  <a:pt x="479373" y="61324"/>
                </a:lnTo>
                <a:lnTo>
                  <a:pt x="479588" y="61561"/>
                </a:lnTo>
                <a:lnTo>
                  <a:pt x="479796" y="61804"/>
                </a:lnTo>
                <a:lnTo>
                  <a:pt x="479998" y="62053"/>
                </a:lnTo>
                <a:lnTo>
                  <a:pt x="480194" y="62309"/>
                </a:lnTo>
                <a:lnTo>
                  <a:pt x="480384" y="62571"/>
                </a:lnTo>
                <a:lnTo>
                  <a:pt x="480568" y="62839"/>
                </a:lnTo>
                <a:lnTo>
                  <a:pt x="480746" y="63114"/>
                </a:lnTo>
                <a:lnTo>
                  <a:pt x="480917" y="63394"/>
                </a:lnTo>
                <a:lnTo>
                  <a:pt x="481082" y="63681"/>
                </a:lnTo>
                <a:lnTo>
                  <a:pt x="481241" y="63974"/>
                </a:lnTo>
                <a:lnTo>
                  <a:pt x="481394" y="64274"/>
                </a:lnTo>
                <a:lnTo>
                  <a:pt x="481541" y="64580"/>
                </a:lnTo>
                <a:lnTo>
                  <a:pt x="481682" y="64891"/>
                </a:lnTo>
                <a:lnTo>
                  <a:pt x="481816" y="65210"/>
                </a:lnTo>
                <a:lnTo>
                  <a:pt x="481945" y="65534"/>
                </a:lnTo>
                <a:lnTo>
                  <a:pt x="482067" y="65865"/>
                </a:lnTo>
                <a:lnTo>
                  <a:pt x="482183" y="66201"/>
                </a:lnTo>
                <a:lnTo>
                  <a:pt x="482295" y="66542"/>
                </a:lnTo>
                <a:lnTo>
                  <a:pt x="482402" y="66887"/>
                </a:lnTo>
                <a:lnTo>
                  <a:pt x="482503" y="67237"/>
                </a:lnTo>
                <a:lnTo>
                  <a:pt x="482600" y="67591"/>
                </a:lnTo>
                <a:lnTo>
                  <a:pt x="482692" y="67950"/>
                </a:lnTo>
                <a:lnTo>
                  <a:pt x="482779" y="68313"/>
                </a:lnTo>
                <a:lnTo>
                  <a:pt x="482860" y="68681"/>
                </a:lnTo>
                <a:lnTo>
                  <a:pt x="482937" y="69053"/>
                </a:lnTo>
                <a:lnTo>
                  <a:pt x="483009" y="69430"/>
                </a:lnTo>
                <a:lnTo>
                  <a:pt x="483076" y="69812"/>
                </a:lnTo>
                <a:lnTo>
                  <a:pt x="483138" y="70198"/>
                </a:lnTo>
                <a:lnTo>
                  <a:pt x="483195" y="70588"/>
                </a:lnTo>
                <a:lnTo>
                  <a:pt x="483247" y="70983"/>
                </a:lnTo>
                <a:lnTo>
                  <a:pt x="483295" y="71383"/>
                </a:lnTo>
                <a:lnTo>
                  <a:pt x="483337" y="71787"/>
                </a:lnTo>
                <a:lnTo>
                  <a:pt x="483374" y="72196"/>
                </a:lnTo>
                <a:lnTo>
                  <a:pt x="483406" y="72609"/>
                </a:lnTo>
                <a:lnTo>
                  <a:pt x="483434" y="73026"/>
                </a:lnTo>
                <a:lnTo>
                  <a:pt x="483456" y="73449"/>
                </a:lnTo>
                <a:lnTo>
                  <a:pt x="483473" y="73876"/>
                </a:lnTo>
                <a:lnTo>
                  <a:pt x="483486" y="74307"/>
                </a:lnTo>
                <a:lnTo>
                  <a:pt x="483493" y="74743"/>
                </a:lnTo>
                <a:lnTo>
                  <a:pt x="483496" y="75183"/>
                </a:lnTo>
                <a:lnTo>
                  <a:pt x="483496" y="135394"/>
                </a:lnTo>
                <a:lnTo>
                  <a:pt x="509609" y="135394"/>
                </a:lnTo>
                <a:lnTo>
                  <a:pt x="509609" y="71999"/>
                </a:lnTo>
                <a:lnTo>
                  <a:pt x="509595" y="70598"/>
                </a:lnTo>
                <a:lnTo>
                  <a:pt x="509555" y="69224"/>
                </a:lnTo>
                <a:lnTo>
                  <a:pt x="509545" y="69023"/>
                </a:lnTo>
                <a:lnTo>
                  <a:pt x="509775" y="68759"/>
                </a:lnTo>
                <a:lnTo>
                  <a:pt x="510142" y="68349"/>
                </a:lnTo>
                <a:lnTo>
                  <a:pt x="510513" y="67945"/>
                </a:lnTo>
                <a:lnTo>
                  <a:pt x="510888" y="67547"/>
                </a:lnTo>
                <a:lnTo>
                  <a:pt x="511267" y="67154"/>
                </a:lnTo>
                <a:lnTo>
                  <a:pt x="511650" y="66767"/>
                </a:lnTo>
                <a:lnTo>
                  <a:pt x="512037" y="66386"/>
                </a:lnTo>
                <a:lnTo>
                  <a:pt x="512428" y="66011"/>
                </a:lnTo>
                <a:lnTo>
                  <a:pt x="512823" y="65642"/>
                </a:lnTo>
                <a:lnTo>
                  <a:pt x="513221" y="65278"/>
                </a:lnTo>
                <a:lnTo>
                  <a:pt x="513624" y="64920"/>
                </a:lnTo>
                <a:lnTo>
                  <a:pt x="514031" y="64568"/>
                </a:lnTo>
                <a:lnTo>
                  <a:pt x="514441" y="64222"/>
                </a:lnTo>
                <a:lnTo>
                  <a:pt x="514856" y="63882"/>
                </a:lnTo>
                <a:lnTo>
                  <a:pt x="515274" y="63548"/>
                </a:lnTo>
                <a:lnTo>
                  <a:pt x="515696" y="63219"/>
                </a:lnTo>
                <a:lnTo>
                  <a:pt x="516123" y="62896"/>
                </a:lnTo>
                <a:lnTo>
                  <a:pt x="516553" y="62579"/>
                </a:lnTo>
                <a:lnTo>
                  <a:pt x="516987" y="62268"/>
                </a:lnTo>
                <a:lnTo>
                  <a:pt x="517425" y="61963"/>
                </a:lnTo>
                <a:lnTo>
                  <a:pt x="517867" y="61663"/>
                </a:lnTo>
                <a:lnTo>
                  <a:pt x="518313" y="61369"/>
                </a:lnTo>
                <a:lnTo>
                  <a:pt x="518763" y="61081"/>
                </a:lnTo>
                <a:lnTo>
                  <a:pt x="519216" y="60799"/>
                </a:lnTo>
                <a:lnTo>
                  <a:pt x="519676" y="60526"/>
                </a:lnTo>
                <a:lnTo>
                  <a:pt x="520143" y="60264"/>
                </a:lnTo>
                <a:lnTo>
                  <a:pt x="520617" y="60014"/>
                </a:lnTo>
                <a:lnTo>
                  <a:pt x="521098" y="59776"/>
                </a:lnTo>
                <a:lnTo>
                  <a:pt x="521587" y="59549"/>
                </a:lnTo>
                <a:lnTo>
                  <a:pt x="522083" y="59334"/>
                </a:lnTo>
                <a:lnTo>
                  <a:pt x="522587" y="59130"/>
                </a:lnTo>
                <a:lnTo>
                  <a:pt x="523098" y="58938"/>
                </a:lnTo>
                <a:lnTo>
                  <a:pt x="523616" y="58758"/>
                </a:lnTo>
                <a:lnTo>
                  <a:pt x="524142" y="58589"/>
                </a:lnTo>
                <a:lnTo>
                  <a:pt x="524675" y="58432"/>
                </a:lnTo>
                <a:lnTo>
                  <a:pt x="525215" y="58287"/>
                </a:lnTo>
                <a:lnTo>
                  <a:pt x="525763" y="58153"/>
                </a:lnTo>
                <a:lnTo>
                  <a:pt x="526318" y="58031"/>
                </a:lnTo>
                <a:lnTo>
                  <a:pt x="526880" y="57920"/>
                </a:lnTo>
                <a:lnTo>
                  <a:pt x="527450" y="57821"/>
                </a:lnTo>
                <a:lnTo>
                  <a:pt x="528027" y="57734"/>
                </a:lnTo>
                <a:lnTo>
                  <a:pt x="528612" y="57658"/>
                </a:lnTo>
                <a:lnTo>
                  <a:pt x="529203" y="57594"/>
                </a:lnTo>
                <a:lnTo>
                  <a:pt x="529803" y="57542"/>
                </a:lnTo>
                <a:lnTo>
                  <a:pt x="530409" y="57501"/>
                </a:lnTo>
                <a:lnTo>
                  <a:pt x="531023" y="57472"/>
                </a:lnTo>
                <a:lnTo>
                  <a:pt x="531644" y="57455"/>
                </a:lnTo>
                <a:lnTo>
                  <a:pt x="532273" y="57449"/>
                </a:lnTo>
                <a:lnTo>
                  <a:pt x="532697" y="57453"/>
                </a:lnTo>
                <a:lnTo>
                  <a:pt x="533114" y="57464"/>
                </a:lnTo>
                <a:lnTo>
                  <a:pt x="533524" y="57483"/>
                </a:lnTo>
                <a:lnTo>
                  <a:pt x="533928" y="57510"/>
                </a:lnTo>
                <a:lnTo>
                  <a:pt x="534325" y="57545"/>
                </a:lnTo>
                <a:lnTo>
                  <a:pt x="534715" y="57587"/>
                </a:lnTo>
                <a:lnTo>
                  <a:pt x="535099" y="57637"/>
                </a:lnTo>
                <a:lnTo>
                  <a:pt x="535475" y="57694"/>
                </a:lnTo>
                <a:lnTo>
                  <a:pt x="535846" y="57759"/>
                </a:lnTo>
                <a:lnTo>
                  <a:pt x="536209" y="57832"/>
                </a:lnTo>
                <a:lnTo>
                  <a:pt x="536566" y="57912"/>
                </a:lnTo>
                <a:lnTo>
                  <a:pt x="536917" y="58000"/>
                </a:lnTo>
                <a:lnTo>
                  <a:pt x="537260" y="58096"/>
                </a:lnTo>
                <a:lnTo>
                  <a:pt x="537597" y="58199"/>
                </a:lnTo>
                <a:lnTo>
                  <a:pt x="537927" y="58310"/>
                </a:lnTo>
                <a:lnTo>
                  <a:pt x="538251" y="58429"/>
                </a:lnTo>
                <a:lnTo>
                  <a:pt x="538568" y="58555"/>
                </a:lnTo>
                <a:lnTo>
                  <a:pt x="538878" y="58689"/>
                </a:lnTo>
                <a:lnTo>
                  <a:pt x="539182" y="58831"/>
                </a:lnTo>
                <a:lnTo>
                  <a:pt x="539479" y="58980"/>
                </a:lnTo>
                <a:lnTo>
                  <a:pt x="539769" y="59137"/>
                </a:lnTo>
                <a:lnTo>
                  <a:pt x="540052" y="59302"/>
                </a:lnTo>
                <a:lnTo>
                  <a:pt x="540329" y="59474"/>
                </a:lnTo>
                <a:lnTo>
                  <a:pt x="540600" y="59654"/>
                </a:lnTo>
                <a:lnTo>
                  <a:pt x="540863" y="59841"/>
                </a:lnTo>
                <a:lnTo>
                  <a:pt x="541121" y="60034"/>
                </a:lnTo>
                <a:lnTo>
                  <a:pt x="541372" y="60233"/>
                </a:lnTo>
                <a:lnTo>
                  <a:pt x="541618" y="60439"/>
                </a:lnTo>
                <a:lnTo>
                  <a:pt x="541857" y="60651"/>
                </a:lnTo>
                <a:lnTo>
                  <a:pt x="542090" y="60869"/>
                </a:lnTo>
                <a:lnTo>
                  <a:pt x="542317" y="61093"/>
                </a:lnTo>
                <a:lnTo>
                  <a:pt x="542538" y="61324"/>
                </a:lnTo>
                <a:lnTo>
                  <a:pt x="542752" y="61561"/>
                </a:lnTo>
                <a:lnTo>
                  <a:pt x="542960" y="61804"/>
                </a:lnTo>
                <a:lnTo>
                  <a:pt x="543163" y="62053"/>
                </a:lnTo>
                <a:lnTo>
                  <a:pt x="543359" y="62309"/>
                </a:lnTo>
                <a:lnTo>
                  <a:pt x="543549" y="62571"/>
                </a:lnTo>
                <a:lnTo>
                  <a:pt x="543732" y="62839"/>
                </a:lnTo>
                <a:lnTo>
                  <a:pt x="543910" y="63114"/>
                </a:lnTo>
                <a:lnTo>
                  <a:pt x="544081" y="63394"/>
                </a:lnTo>
                <a:lnTo>
                  <a:pt x="544247" y="63681"/>
                </a:lnTo>
                <a:lnTo>
                  <a:pt x="544406" y="63974"/>
                </a:lnTo>
                <a:lnTo>
                  <a:pt x="544559" y="64274"/>
                </a:lnTo>
                <a:lnTo>
                  <a:pt x="544705" y="64580"/>
                </a:lnTo>
                <a:lnTo>
                  <a:pt x="544846" y="64891"/>
                </a:lnTo>
                <a:lnTo>
                  <a:pt x="544981" y="65210"/>
                </a:lnTo>
                <a:lnTo>
                  <a:pt x="545109" y="65534"/>
                </a:lnTo>
                <a:lnTo>
                  <a:pt x="545231" y="65865"/>
                </a:lnTo>
                <a:lnTo>
                  <a:pt x="545348" y="66201"/>
                </a:lnTo>
                <a:lnTo>
                  <a:pt x="545459" y="66542"/>
                </a:lnTo>
                <a:lnTo>
                  <a:pt x="545566" y="66887"/>
                </a:lnTo>
                <a:lnTo>
                  <a:pt x="545668" y="67237"/>
                </a:lnTo>
                <a:lnTo>
                  <a:pt x="545764" y="67591"/>
                </a:lnTo>
                <a:lnTo>
                  <a:pt x="545856" y="67950"/>
                </a:lnTo>
                <a:lnTo>
                  <a:pt x="545943" y="68313"/>
                </a:lnTo>
                <a:lnTo>
                  <a:pt x="546025" y="68681"/>
                </a:lnTo>
                <a:lnTo>
                  <a:pt x="546102" y="69053"/>
                </a:lnTo>
                <a:lnTo>
                  <a:pt x="546174" y="69430"/>
                </a:lnTo>
                <a:lnTo>
                  <a:pt x="546241" y="69812"/>
                </a:lnTo>
                <a:lnTo>
                  <a:pt x="546303" y="70198"/>
                </a:lnTo>
                <a:lnTo>
                  <a:pt x="546360" y="70588"/>
                </a:lnTo>
                <a:lnTo>
                  <a:pt x="546412" y="70983"/>
                </a:lnTo>
                <a:lnTo>
                  <a:pt x="546459" y="71383"/>
                </a:lnTo>
                <a:lnTo>
                  <a:pt x="546501" y="71787"/>
                </a:lnTo>
                <a:lnTo>
                  <a:pt x="546538" y="72196"/>
                </a:lnTo>
                <a:lnTo>
                  <a:pt x="546570" y="72609"/>
                </a:lnTo>
                <a:lnTo>
                  <a:pt x="546598" y="73026"/>
                </a:lnTo>
                <a:lnTo>
                  <a:pt x="546620" y="73449"/>
                </a:lnTo>
                <a:lnTo>
                  <a:pt x="546637" y="73876"/>
                </a:lnTo>
                <a:lnTo>
                  <a:pt x="546650" y="74307"/>
                </a:lnTo>
                <a:lnTo>
                  <a:pt x="546657" y="74743"/>
                </a:lnTo>
                <a:lnTo>
                  <a:pt x="546660" y="75183"/>
                </a:lnTo>
                <a:lnTo>
                  <a:pt x="546660" y="135394"/>
                </a:lnTo>
                <a:lnTo>
                  <a:pt x="572773" y="135394"/>
                </a:lnTo>
                <a:lnTo>
                  <a:pt x="572773" y="71999"/>
                </a:lnTo>
                <a:lnTo>
                  <a:pt x="572759" y="70598"/>
                </a:lnTo>
                <a:lnTo>
                  <a:pt x="572719" y="69224"/>
                </a:lnTo>
                <a:lnTo>
                  <a:pt x="572651" y="67877"/>
                </a:lnTo>
                <a:lnTo>
                  <a:pt x="572555" y="66557"/>
                </a:lnTo>
                <a:lnTo>
                  <a:pt x="572433" y="65264"/>
                </a:lnTo>
                <a:lnTo>
                  <a:pt x="572283" y="63997"/>
                </a:lnTo>
                <a:lnTo>
                  <a:pt x="572107" y="62758"/>
                </a:lnTo>
                <a:lnTo>
                  <a:pt x="571903" y="61545"/>
                </a:lnTo>
                <a:lnTo>
                  <a:pt x="571671" y="60359"/>
                </a:lnTo>
                <a:lnTo>
                  <a:pt x="571413" y="59200"/>
                </a:lnTo>
                <a:lnTo>
                  <a:pt x="571127" y="58068"/>
                </a:lnTo>
                <a:lnTo>
                  <a:pt x="570814" y="56962"/>
                </a:lnTo>
                <a:lnTo>
                  <a:pt x="570474" y="55884"/>
                </a:lnTo>
                <a:lnTo>
                  <a:pt x="570107" y="54832"/>
                </a:lnTo>
                <a:lnTo>
                  <a:pt x="569713" y="53808"/>
                </a:lnTo>
                <a:lnTo>
                  <a:pt x="569291" y="52810"/>
                </a:lnTo>
                <a:lnTo>
                  <a:pt x="568842" y="51839"/>
                </a:lnTo>
                <a:lnTo>
                  <a:pt x="568366" y="50894"/>
                </a:lnTo>
                <a:lnTo>
                  <a:pt x="567863" y="49977"/>
                </a:lnTo>
                <a:lnTo>
                  <a:pt x="567333" y="49087"/>
                </a:lnTo>
                <a:lnTo>
                  <a:pt x="566775" y="48223"/>
                </a:lnTo>
                <a:lnTo>
                  <a:pt x="566190" y="47386"/>
                </a:lnTo>
                <a:lnTo>
                  <a:pt x="565578" y="46577"/>
                </a:lnTo>
                <a:lnTo>
                  <a:pt x="564939" y="45793"/>
                </a:lnTo>
                <a:lnTo>
                  <a:pt x="564275" y="45040"/>
                </a:lnTo>
                <a:lnTo>
                  <a:pt x="563588" y="44318"/>
                </a:lnTo>
                <a:lnTo>
                  <a:pt x="562878" y="43629"/>
                </a:lnTo>
                <a:lnTo>
                  <a:pt x="562146" y="42972"/>
                </a:lnTo>
                <a:lnTo>
                  <a:pt x="561390" y="42346"/>
                </a:lnTo>
                <a:lnTo>
                  <a:pt x="560612" y="41753"/>
                </a:lnTo>
                <a:lnTo>
                  <a:pt x="559812" y="41192"/>
                </a:lnTo>
                <a:lnTo>
                  <a:pt x="558988" y="40663"/>
                </a:lnTo>
                <a:lnTo>
                  <a:pt x="558142" y="40166"/>
                </a:lnTo>
                <a:lnTo>
                  <a:pt x="557273" y="39701"/>
                </a:lnTo>
                <a:lnTo>
                  <a:pt x="556381" y="39268"/>
                </a:lnTo>
                <a:lnTo>
                  <a:pt x="555467" y="38867"/>
                </a:lnTo>
                <a:lnTo>
                  <a:pt x="554530" y="38498"/>
                </a:lnTo>
                <a:lnTo>
                  <a:pt x="553570" y="38162"/>
                </a:lnTo>
                <a:lnTo>
                  <a:pt x="552587" y="37857"/>
                </a:lnTo>
                <a:lnTo>
                  <a:pt x="551581" y="37585"/>
                </a:lnTo>
                <a:lnTo>
                  <a:pt x="550553" y="37344"/>
                </a:lnTo>
                <a:lnTo>
                  <a:pt x="549502" y="37136"/>
                </a:lnTo>
                <a:lnTo>
                  <a:pt x="548428" y="36959"/>
                </a:lnTo>
                <a:lnTo>
                  <a:pt x="547332" y="36815"/>
                </a:lnTo>
                <a:lnTo>
                  <a:pt x="546213" y="36703"/>
                </a:lnTo>
                <a:lnTo>
                  <a:pt x="545070" y="36623"/>
                </a:lnTo>
                <a:lnTo>
                  <a:pt x="543906" y="36574"/>
                </a:lnTo>
                <a:lnTo>
                  <a:pt x="542718" y="36558"/>
                </a:lnTo>
                <a:lnTo>
                  <a:pt x="541706" y="36567"/>
                </a:lnTo>
                <a:lnTo>
                  <a:pt x="540704" y="36593"/>
                </a:lnTo>
                <a:lnTo>
                  <a:pt x="539713" y="36635"/>
                </a:lnTo>
                <a:lnTo>
                  <a:pt x="538734" y="36695"/>
                </a:lnTo>
                <a:lnTo>
                  <a:pt x="537766" y="36772"/>
                </a:lnTo>
                <a:lnTo>
                  <a:pt x="536809" y="36866"/>
                </a:lnTo>
                <a:lnTo>
                  <a:pt x="535863" y="36978"/>
                </a:lnTo>
                <a:lnTo>
                  <a:pt x="534928" y="37106"/>
                </a:lnTo>
                <a:lnTo>
                  <a:pt x="534004" y="37251"/>
                </a:lnTo>
                <a:lnTo>
                  <a:pt x="533092" y="37414"/>
                </a:lnTo>
                <a:lnTo>
                  <a:pt x="532190" y="37593"/>
                </a:lnTo>
                <a:lnTo>
                  <a:pt x="531300" y="37790"/>
                </a:lnTo>
                <a:lnTo>
                  <a:pt x="530421" y="38004"/>
                </a:lnTo>
                <a:lnTo>
                  <a:pt x="529552" y="38235"/>
                </a:lnTo>
                <a:lnTo>
                  <a:pt x="528695" y="38483"/>
                </a:lnTo>
                <a:lnTo>
                  <a:pt x="527850" y="38748"/>
                </a:lnTo>
                <a:lnTo>
                  <a:pt x="527015" y="39030"/>
                </a:lnTo>
                <a:lnTo>
                  <a:pt x="526191" y="39330"/>
                </a:lnTo>
                <a:lnTo>
                  <a:pt x="525379" y="39646"/>
                </a:lnTo>
                <a:lnTo>
                  <a:pt x="524577" y="39980"/>
                </a:lnTo>
                <a:lnTo>
                  <a:pt x="523787" y="40331"/>
                </a:lnTo>
                <a:lnTo>
                  <a:pt x="523008" y="40698"/>
                </a:lnTo>
                <a:lnTo>
                  <a:pt x="522240" y="41083"/>
                </a:lnTo>
                <a:lnTo>
                  <a:pt x="521483" y="41485"/>
                </a:lnTo>
                <a:lnTo>
                  <a:pt x="520736" y="41899"/>
                </a:lnTo>
                <a:lnTo>
                  <a:pt x="520000" y="42318"/>
                </a:lnTo>
                <a:lnTo>
                  <a:pt x="519273" y="42743"/>
                </a:lnTo>
                <a:lnTo>
                  <a:pt x="518555" y="43174"/>
                </a:lnTo>
                <a:lnTo>
                  <a:pt x="517848" y="43611"/>
                </a:lnTo>
                <a:lnTo>
                  <a:pt x="517150" y="44054"/>
                </a:lnTo>
                <a:lnTo>
                  <a:pt x="516462" y="44502"/>
                </a:lnTo>
                <a:lnTo>
                  <a:pt x="515784" y="44956"/>
                </a:lnTo>
                <a:lnTo>
                  <a:pt x="515115" y="45416"/>
                </a:lnTo>
                <a:lnTo>
                  <a:pt x="514457" y="45882"/>
                </a:lnTo>
                <a:lnTo>
                  <a:pt x="513808" y="46354"/>
                </a:lnTo>
                <a:lnTo>
                  <a:pt x="513168" y="46831"/>
                </a:lnTo>
                <a:lnTo>
                  <a:pt x="512539" y="47315"/>
                </a:lnTo>
                <a:lnTo>
                  <a:pt x="511919" y="47804"/>
                </a:lnTo>
                <a:lnTo>
                  <a:pt x="511309" y="48299"/>
                </a:lnTo>
                <a:lnTo>
                  <a:pt x="510709" y="48799"/>
                </a:lnTo>
                <a:lnTo>
                  <a:pt x="510119" y="49306"/>
                </a:lnTo>
                <a:lnTo>
                  <a:pt x="509538" y="49818"/>
                </a:lnTo>
                <a:lnTo>
                  <a:pt x="508967" y="50336"/>
                </a:lnTo>
                <a:lnTo>
                  <a:pt x="508406" y="50860"/>
                </a:lnTo>
                <a:lnTo>
                  <a:pt x="507854" y="51390"/>
                </a:lnTo>
                <a:lnTo>
                  <a:pt x="507312" y="51926"/>
                </a:lnTo>
                <a:lnTo>
                  <a:pt x="506781" y="52467"/>
                </a:lnTo>
                <a:lnTo>
                  <a:pt x="506258" y="53015"/>
                </a:lnTo>
                <a:lnTo>
                  <a:pt x="506260" y="53024"/>
                </a:lnTo>
                <a:lnTo>
                  <a:pt x="506171" y="52810"/>
                </a:lnTo>
                <a:lnTo>
                  <a:pt x="505728" y="51839"/>
                </a:lnTo>
                <a:lnTo>
                  <a:pt x="505258" y="50894"/>
                </a:lnTo>
                <a:lnTo>
                  <a:pt x="504761" y="49977"/>
                </a:lnTo>
                <a:close/>
                <a:moveTo>
                  <a:pt x="349030" y="137005"/>
                </a:moveTo>
                <a:lnTo>
                  <a:pt x="350202" y="136913"/>
                </a:lnTo>
                <a:lnTo>
                  <a:pt x="351362" y="136800"/>
                </a:lnTo>
                <a:lnTo>
                  <a:pt x="352508" y="136668"/>
                </a:lnTo>
                <a:lnTo>
                  <a:pt x="353641" y="136514"/>
                </a:lnTo>
                <a:lnTo>
                  <a:pt x="354760" y="136341"/>
                </a:lnTo>
                <a:lnTo>
                  <a:pt x="355867" y="136147"/>
                </a:lnTo>
                <a:lnTo>
                  <a:pt x="356960" y="135932"/>
                </a:lnTo>
                <a:lnTo>
                  <a:pt x="358041" y="135698"/>
                </a:lnTo>
                <a:lnTo>
                  <a:pt x="359108" y="135442"/>
                </a:lnTo>
                <a:lnTo>
                  <a:pt x="360162" y="135167"/>
                </a:lnTo>
                <a:lnTo>
                  <a:pt x="361202" y="134870"/>
                </a:lnTo>
                <a:lnTo>
                  <a:pt x="362230" y="134554"/>
                </a:lnTo>
                <a:lnTo>
                  <a:pt x="363244" y="134217"/>
                </a:lnTo>
                <a:lnTo>
                  <a:pt x="364246" y="133860"/>
                </a:lnTo>
                <a:lnTo>
                  <a:pt x="365234" y="133482"/>
                </a:lnTo>
                <a:lnTo>
                  <a:pt x="366209" y="133084"/>
                </a:lnTo>
                <a:lnTo>
                  <a:pt x="367170" y="132665"/>
                </a:lnTo>
                <a:lnTo>
                  <a:pt x="368119" y="132226"/>
                </a:lnTo>
                <a:lnTo>
                  <a:pt x="369054" y="131766"/>
                </a:lnTo>
                <a:lnTo>
                  <a:pt x="369976" y="131286"/>
                </a:lnTo>
                <a:lnTo>
                  <a:pt x="370884" y="130787"/>
                </a:lnTo>
                <a:lnTo>
                  <a:pt x="371774" y="130269"/>
                </a:lnTo>
                <a:lnTo>
                  <a:pt x="372647" y="129733"/>
                </a:lnTo>
                <a:lnTo>
                  <a:pt x="373503" y="129178"/>
                </a:lnTo>
                <a:lnTo>
                  <a:pt x="374343" y="128605"/>
                </a:lnTo>
                <a:lnTo>
                  <a:pt x="375165" y="128014"/>
                </a:lnTo>
                <a:lnTo>
                  <a:pt x="375971" y="127404"/>
                </a:lnTo>
                <a:lnTo>
                  <a:pt x="376759" y="126776"/>
                </a:lnTo>
                <a:lnTo>
                  <a:pt x="377531" y="126130"/>
                </a:lnTo>
                <a:lnTo>
                  <a:pt x="378286" y="125466"/>
                </a:lnTo>
                <a:lnTo>
                  <a:pt x="379023" y="124783"/>
                </a:lnTo>
                <a:lnTo>
                  <a:pt x="379744" y="124081"/>
                </a:lnTo>
                <a:lnTo>
                  <a:pt x="380448" y="123362"/>
                </a:lnTo>
                <a:lnTo>
                  <a:pt x="381135" y="122624"/>
                </a:lnTo>
                <a:lnTo>
                  <a:pt x="381805" y="121868"/>
                </a:lnTo>
                <a:lnTo>
                  <a:pt x="382458" y="121093"/>
                </a:lnTo>
                <a:lnTo>
                  <a:pt x="383094" y="120300"/>
                </a:lnTo>
                <a:lnTo>
                  <a:pt x="383714" y="119489"/>
                </a:lnTo>
                <a:lnTo>
                  <a:pt x="384316" y="118659"/>
                </a:lnTo>
                <a:lnTo>
                  <a:pt x="384901" y="117811"/>
                </a:lnTo>
                <a:lnTo>
                  <a:pt x="385470" y="116945"/>
                </a:lnTo>
                <a:lnTo>
                  <a:pt x="386021" y="116060"/>
                </a:lnTo>
                <a:lnTo>
                  <a:pt x="386556" y="115157"/>
                </a:lnTo>
                <a:lnTo>
                  <a:pt x="387073" y="114236"/>
                </a:lnTo>
                <a:lnTo>
                  <a:pt x="387572" y="113297"/>
                </a:lnTo>
                <a:lnTo>
                  <a:pt x="388049" y="112342"/>
                </a:lnTo>
                <a:lnTo>
                  <a:pt x="388505" y="111370"/>
                </a:lnTo>
                <a:lnTo>
                  <a:pt x="388940" y="110383"/>
                </a:lnTo>
                <a:lnTo>
                  <a:pt x="389354" y="109379"/>
                </a:lnTo>
                <a:lnTo>
                  <a:pt x="389746" y="108358"/>
                </a:lnTo>
                <a:lnTo>
                  <a:pt x="390117" y="107322"/>
                </a:lnTo>
                <a:lnTo>
                  <a:pt x="390467" y="106269"/>
                </a:lnTo>
                <a:lnTo>
                  <a:pt x="390796" y="105200"/>
                </a:lnTo>
                <a:lnTo>
                  <a:pt x="391104" y="104115"/>
                </a:lnTo>
                <a:lnTo>
                  <a:pt x="391390" y="103013"/>
                </a:lnTo>
                <a:lnTo>
                  <a:pt x="391655" y="101895"/>
                </a:lnTo>
                <a:lnTo>
                  <a:pt x="391899" y="100761"/>
                </a:lnTo>
                <a:lnTo>
                  <a:pt x="392122" y="99611"/>
                </a:lnTo>
                <a:lnTo>
                  <a:pt x="392323" y="98444"/>
                </a:lnTo>
                <a:lnTo>
                  <a:pt x="392504" y="97261"/>
                </a:lnTo>
                <a:lnTo>
                  <a:pt x="392663" y="96062"/>
                </a:lnTo>
                <a:lnTo>
                  <a:pt x="392801" y="94846"/>
                </a:lnTo>
                <a:lnTo>
                  <a:pt x="392917" y="93614"/>
                </a:lnTo>
                <a:lnTo>
                  <a:pt x="393013" y="92366"/>
                </a:lnTo>
                <a:lnTo>
                  <a:pt x="393087" y="91102"/>
                </a:lnTo>
                <a:lnTo>
                  <a:pt x="393140" y="89821"/>
                </a:lnTo>
                <a:lnTo>
                  <a:pt x="393172" y="88524"/>
                </a:lnTo>
                <a:lnTo>
                  <a:pt x="393183" y="87211"/>
                </a:lnTo>
                <a:lnTo>
                  <a:pt x="393172" y="85874"/>
                </a:lnTo>
                <a:lnTo>
                  <a:pt x="393140" y="84553"/>
                </a:lnTo>
                <a:lnTo>
                  <a:pt x="393087" y="83249"/>
                </a:lnTo>
                <a:lnTo>
                  <a:pt x="393013" y="81962"/>
                </a:lnTo>
                <a:lnTo>
                  <a:pt x="392917" y="80691"/>
                </a:lnTo>
                <a:lnTo>
                  <a:pt x="392801" y="79438"/>
                </a:lnTo>
                <a:lnTo>
                  <a:pt x="392663" y="78201"/>
                </a:lnTo>
                <a:lnTo>
                  <a:pt x="392504" y="76981"/>
                </a:lnTo>
                <a:lnTo>
                  <a:pt x="392323" y="75778"/>
                </a:lnTo>
                <a:lnTo>
                  <a:pt x="392122" y="74591"/>
                </a:lnTo>
                <a:lnTo>
                  <a:pt x="391899" y="73421"/>
                </a:lnTo>
                <a:lnTo>
                  <a:pt x="391655" y="72268"/>
                </a:lnTo>
                <a:lnTo>
                  <a:pt x="391390" y="71132"/>
                </a:lnTo>
                <a:lnTo>
                  <a:pt x="391104" y="70013"/>
                </a:lnTo>
                <a:lnTo>
                  <a:pt x="390796" y="68911"/>
                </a:lnTo>
                <a:lnTo>
                  <a:pt x="390467" y="67825"/>
                </a:lnTo>
                <a:lnTo>
                  <a:pt x="390117" y="66756"/>
                </a:lnTo>
                <a:lnTo>
                  <a:pt x="389746" y="65704"/>
                </a:lnTo>
                <a:lnTo>
                  <a:pt x="389354" y="64668"/>
                </a:lnTo>
                <a:lnTo>
                  <a:pt x="388940" y="63650"/>
                </a:lnTo>
                <a:lnTo>
                  <a:pt x="388505" y="62648"/>
                </a:lnTo>
                <a:lnTo>
                  <a:pt x="388049" y="61663"/>
                </a:lnTo>
                <a:lnTo>
                  <a:pt x="387572" y="60695"/>
                </a:lnTo>
                <a:lnTo>
                  <a:pt x="387073" y="59743"/>
                </a:lnTo>
                <a:lnTo>
                  <a:pt x="386556" y="58809"/>
                </a:lnTo>
                <a:lnTo>
                  <a:pt x="386021" y="57894"/>
                </a:lnTo>
                <a:lnTo>
                  <a:pt x="385470" y="56997"/>
                </a:lnTo>
                <a:lnTo>
                  <a:pt x="384901" y="56120"/>
                </a:lnTo>
                <a:lnTo>
                  <a:pt x="384316" y="55260"/>
                </a:lnTo>
                <a:lnTo>
                  <a:pt x="383714" y="54420"/>
                </a:lnTo>
                <a:lnTo>
                  <a:pt x="383094" y="53598"/>
                </a:lnTo>
                <a:lnTo>
                  <a:pt x="382458" y="52795"/>
                </a:lnTo>
                <a:lnTo>
                  <a:pt x="381805" y="52011"/>
                </a:lnTo>
                <a:lnTo>
                  <a:pt x="381135" y="51245"/>
                </a:lnTo>
                <a:lnTo>
                  <a:pt x="380448" y="50499"/>
                </a:lnTo>
                <a:lnTo>
                  <a:pt x="379744" y="49771"/>
                </a:lnTo>
                <a:lnTo>
                  <a:pt x="379023" y="49061"/>
                </a:lnTo>
                <a:lnTo>
                  <a:pt x="378286" y="48370"/>
                </a:lnTo>
                <a:lnTo>
                  <a:pt x="377531" y="47698"/>
                </a:lnTo>
                <a:lnTo>
                  <a:pt x="376759" y="47045"/>
                </a:lnTo>
                <a:lnTo>
                  <a:pt x="375971" y="46411"/>
                </a:lnTo>
                <a:lnTo>
                  <a:pt x="375165" y="45795"/>
                </a:lnTo>
                <a:lnTo>
                  <a:pt x="374343" y="45197"/>
                </a:lnTo>
                <a:lnTo>
                  <a:pt x="373503" y="44619"/>
                </a:lnTo>
                <a:lnTo>
                  <a:pt x="372647" y="44059"/>
                </a:lnTo>
                <a:lnTo>
                  <a:pt x="371774" y="43518"/>
                </a:lnTo>
                <a:lnTo>
                  <a:pt x="370884" y="42996"/>
                </a:lnTo>
                <a:lnTo>
                  <a:pt x="369976" y="42492"/>
                </a:lnTo>
                <a:lnTo>
                  <a:pt x="369054" y="42008"/>
                </a:lnTo>
                <a:lnTo>
                  <a:pt x="368119" y="41545"/>
                </a:lnTo>
                <a:lnTo>
                  <a:pt x="367170" y="41102"/>
                </a:lnTo>
                <a:lnTo>
                  <a:pt x="366209" y="40679"/>
                </a:lnTo>
                <a:lnTo>
                  <a:pt x="365234" y="40277"/>
                </a:lnTo>
                <a:lnTo>
                  <a:pt x="364246" y="39896"/>
                </a:lnTo>
                <a:lnTo>
                  <a:pt x="363244" y="39536"/>
                </a:lnTo>
                <a:lnTo>
                  <a:pt x="362230" y="39196"/>
                </a:lnTo>
                <a:lnTo>
                  <a:pt x="361202" y="38876"/>
                </a:lnTo>
                <a:lnTo>
                  <a:pt x="360162" y="38578"/>
                </a:lnTo>
                <a:lnTo>
                  <a:pt x="359108" y="38299"/>
                </a:lnTo>
                <a:lnTo>
                  <a:pt x="358041" y="38042"/>
                </a:lnTo>
                <a:lnTo>
                  <a:pt x="356960" y="37805"/>
                </a:lnTo>
                <a:lnTo>
                  <a:pt x="355867" y="37589"/>
                </a:lnTo>
                <a:lnTo>
                  <a:pt x="354760" y="37393"/>
                </a:lnTo>
                <a:lnTo>
                  <a:pt x="353641" y="37218"/>
                </a:lnTo>
                <a:lnTo>
                  <a:pt x="352508" y="37063"/>
                </a:lnTo>
                <a:lnTo>
                  <a:pt x="351362" y="36929"/>
                </a:lnTo>
                <a:lnTo>
                  <a:pt x="350202" y="36816"/>
                </a:lnTo>
                <a:lnTo>
                  <a:pt x="349030" y="36723"/>
                </a:lnTo>
                <a:lnTo>
                  <a:pt x="347844" y="36651"/>
                </a:lnTo>
                <a:lnTo>
                  <a:pt x="346645" y="36600"/>
                </a:lnTo>
                <a:lnTo>
                  <a:pt x="345433" y="36569"/>
                </a:lnTo>
                <a:lnTo>
                  <a:pt x="344208" y="36558"/>
                </a:lnTo>
                <a:lnTo>
                  <a:pt x="342999" y="36569"/>
                </a:lnTo>
                <a:lnTo>
                  <a:pt x="341802" y="36600"/>
                </a:lnTo>
                <a:lnTo>
                  <a:pt x="340618" y="36651"/>
                </a:lnTo>
                <a:lnTo>
                  <a:pt x="339447" y="36723"/>
                </a:lnTo>
                <a:lnTo>
                  <a:pt x="338288" y="36816"/>
                </a:lnTo>
                <a:lnTo>
                  <a:pt x="337141" y="36929"/>
                </a:lnTo>
                <a:lnTo>
                  <a:pt x="336007" y="37063"/>
                </a:lnTo>
                <a:lnTo>
                  <a:pt x="334885" y="37218"/>
                </a:lnTo>
                <a:lnTo>
                  <a:pt x="333776" y="37393"/>
                </a:lnTo>
                <a:lnTo>
                  <a:pt x="332679" y="37589"/>
                </a:lnTo>
                <a:lnTo>
                  <a:pt x="331595" y="37805"/>
                </a:lnTo>
                <a:lnTo>
                  <a:pt x="330523" y="38042"/>
                </a:lnTo>
                <a:lnTo>
                  <a:pt x="329464" y="38299"/>
                </a:lnTo>
                <a:lnTo>
                  <a:pt x="328417" y="38578"/>
                </a:lnTo>
                <a:lnTo>
                  <a:pt x="327383" y="38876"/>
                </a:lnTo>
                <a:lnTo>
                  <a:pt x="326361" y="39196"/>
                </a:lnTo>
                <a:lnTo>
                  <a:pt x="325352" y="39536"/>
                </a:lnTo>
                <a:lnTo>
                  <a:pt x="324355" y="39896"/>
                </a:lnTo>
                <a:lnTo>
                  <a:pt x="323371" y="40277"/>
                </a:lnTo>
                <a:lnTo>
                  <a:pt x="322399" y="40679"/>
                </a:lnTo>
                <a:lnTo>
                  <a:pt x="321440" y="41102"/>
                </a:lnTo>
                <a:lnTo>
                  <a:pt x="320493" y="41545"/>
                </a:lnTo>
                <a:lnTo>
                  <a:pt x="319559" y="42008"/>
                </a:lnTo>
                <a:lnTo>
                  <a:pt x="318637" y="42492"/>
                </a:lnTo>
                <a:lnTo>
                  <a:pt x="317730" y="42996"/>
                </a:lnTo>
                <a:lnTo>
                  <a:pt x="316840" y="43518"/>
                </a:lnTo>
                <a:lnTo>
                  <a:pt x="315968" y="44059"/>
                </a:lnTo>
                <a:lnTo>
                  <a:pt x="315113" y="44619"/>
                </a:lnTo>
                <a:lnTo>
                  <a:pt x="314275" y="45197"/>
                </a:lnTo>
                <a:lnTo>
                  <a:pt x="313454" y="45795"/>
                </a:lnTo>
                <a:lnTo>
                  <a:pt x="312651" y="46411"/>
                </a:lnTo>
                <a:lnTo>
                  <a:pt x="311865" y="47045"/>
                </a:lnTo>
                <a:lnTo>
                  <a:pt x="311096" y="47698"/>
                </a:lnTo>
                <a:lnTo>
                  <a:pt x="310345" y="48370"/>
                </a:lnTo>
                <a:lnTo>
                  <a:pt x="309611" y="49061"/>
                </a:lnTo>
                <a:lnTo>
                  <a:pt x="308894" y="49771"/>
                </a:lnTo>
                <a:lnTo>
                  <a:pt x="308194" y="50499"/>
                </a:lnTo>
                <a:lnTo>
                  <a:pt x="307512" y="51245"/>
                </a:lnTo>
                <a:lnTo>
                  <a:pt x="306847" y="52011"/>
                </a:lnTo>
                <a:lnTo>
                  <a:pt x="306199" y="52795"/>
                </a:lnTo>
                <a:lnTo>
                  <a:pt x="305568" y="53598"/>
                </a:lnTo>
                <a:lnTo>
                  <a:pt x="304955" y="54420"/>
                </a:lnTo>
                <a:lnTo>
                  <a:pt x="304359" y="55260"/>
                </a:lnTo>
                <a:lnTo>
                  <a:pt x="303781" y="56120"/>
                </a:lnTo>
                <a:lnTo>
                  <a:pt x="303219" y="56997"/>
                </a:lnTo>
                <a:lnTo>
                  <a:pt x="302675" y="57894"/>
                </a:lnTo>
                <a:lnTo>
                  <a:pt x="302148" y="58809"/>
                </a:lnTo>
                <a:lnTo>
                  <a:pt x="301639" y="59743"/>
                </a:lnTo>
                <a:lnTo>
                  <a:pt x="301148" y="60695"/>
                </a:lnTo>
                <a:lnTo>
                  <a:pt x="300679" y="61663"/>
                </a:lnTo>
                <a:lnTo>
                  <a:pt x="300230" y="62648"/>
                </a:lnTo>
                <a:lnTo>
                  <a:pt x="299802" y="63650"/>
                </a:lnTo>
                <a:lnTo>
                  <a:pt x="299395" y="64668"/>
                </a:lnTo>
                <a:lnTo>
                  <a:pt x="299009" y="65704"/>
                </a:lnTo>
                <a:lnTo>
                  <a:pt x="298644" y="66756"/>
                </a:lnTo>
                <a:lnTo>
                  <a:pt x="298299" y="67825"/>
                </a:lnTo>
                <a:lnTo>
                  <a:pt x="297976" y="68911"/>
                </a:lnTo>
                <a:lnTo>
                  <a:pt x="297673" y="70013"/>
                </a:lnTo>
                <a:lnTo>
                  <a:pt x="297391" y="71132"/>
                </a:lnTo>
                <a:lnTo>
                  <a:pt x="297131" y="72268"/>
                </a:lnTo>
                <a:lnTo>
                  <a:pt x="296891" y="73421"/>
                </a:lnTo>
                <a:lnTo>
                  <a:pt x="296671" y="74591"/>
                </a:lnTo>
                <a:lnTo>
                  <a:pt x="296473" y="75778"/>
                </a:lnTo>
                <a:lnTo>
                  <a:pt x="296296" y="76981"/>
                </a:lnTo>
                <a:lnTo>
                  <a:pt x="296139" y="78201"/>
                </a:lnTo>
                <a:lnTo>
                  <a:pt x="296003" y="79438"/>
                </a:lnTo>
                <a:lnTo>
                  <a:pt x="295889" y="80691"/>
                </a:lnTo>
                <a:lnTo>
                  <a:pt x="295795" y="81962"/>
                </a:lnTo>
                <a:lnTo>
                  <a:pt x="295722" y="83249"/>
                </a:lnTo>
                <a:lnTo>
                  <a:pt x="295670" y="84553"/>
                </a:lnTo>
                <a:lnTo>
                  <a:pt x="295638" y="85874"/>
                </a:lnTo>
                <a:lnTo>
                  <a:pt x="295628" y="87211"/>
                </a:lnTo>
                <a:lnTo>
                  <a:pt x="295638" y="88524"/>
                </a:lnTo>
                <a:lnTo>
                  <a:pt x="295670" y="89821"/>
                </a:lnTo>
                <a:lnTo>
                  <a:pt x="295722" y="91102"/>
                </a:lnTo>
                <a:lnTo>
                  <a:pt x="295795" y="92366"/>
                </a:lnTo>
                <a:lnTo>
                  <a:pt x="295889" y="93614"/>
                </a:lnTo>
                <a:lnTo>
                  <a:pt x="296003" y="94846"/>
                </a:lnTo>
                <a:lnTo>
                  <a:pt x="296139" y="96062"/>
                </a:lnTo>
                <a:lnTo>
                  <a:pt x="296296" y="97261"/>
                </a:lnTo>
                <a:lnTo>
                  <a:pt x="296473" y="98444"/>
                </a:lnTo>
                <a:lnTo>
                  <a:pt x="296671" y="99611"/>
                </a:lnTo>
                <a:lnTo>
                  <a:pt x="296891" y="100761"/>
                </a:lnTo>
                <a:lnTo>
                  <a:pt x="297131" y="101895"/>
                </a:lnTo>
                <a:lnTo>
                  <a:pt x="297391" y="103013"/>
                </a:lnTo>
                <a:lnTo>
                  <a:pt x="297673" y="104115"/>
                </a:lnTo>
                <a:lnTo>
                  <a:pt x="297976" y="105200"/>
                </a:lnTo>
                <a:lnTo>
                  <a:pt x="298299" y="106269"/>
                </a:lnTo>
                <a:lnTo>
                  <a:pt x="298644" y="107322"/>
                </a:lnTo>
                <a:lnTo>
                  <a:pt x="299009" y="108358"/>
                </a:lnTo>
                <a:lnTo>
                  <a:pt x="299395" y="109379"/>
                </a:lnTo>
                <a:lnTo>
                  <a:pt x="299802" y="110383"/>
                </a:lnTo>
                <a:lnTo>
                  <a:pt x="300230" y="111370"/>
                </a:lnTo>
                <a:lnTo>
                  <a:pt x="300679" y="112342"/>
                </a:lnTo>
                <a:lnTo>
                  <a:pt x="301148" y="113297"/>
                </a:lnTo>
                <a:lnTo>
                  <a:pt x="301639" y="114236"/>
                </a:lnTo>
                <a:lnTo>
                  <a:pt x="302148" y="115157"/>
                </a:lnTo>
                <a:lnTo>
                  <a:pt x="302675" y="116060"/>
                </a:lnTo>
                <a:lnTo>
                  <a:pt x="303219" y="116945"/>
                </a:lnTo>
                <a:lnTo>
                  <a:pt x="303781" y="117811"/>
                </a:lnTo>
                <a:lnTo>
                  <a:pt x="304359" y="118659"/>
                </a:lnTo>
                <a:lnTo>
                  <a:pt x="304955" y="119489"/>
                </a:lnTo>
                <a:lnTo>
                  <a:pt x="305568" y="120300"/>
                </a:lnTo>
                <a:lnTo>
                  <a:pt x="306199" y="121093"/>
                </a:lnTo>
                <a:lnTo>
                  <a:pt x="306847" y="121868"/>
                </a:lnTo>
                <a:lnTo>
                  <a:pt x="307512" y="122624"/>
                </a:lnTo>
                <a:lnTo>
                  <a:pt x="308194" y="123362"/>
                </a:lnTo>
                <a:lnTo>
                  <a:pt x="308894" y="124081"/>
                </a:lnTo>
                <a:lnTo>
                  <a:pt x="309611" y="124783"/>
                </a:lnTo>
                <a:lnTo>
                  <a:pt x="310345" y="125466"/>
                </a:lnTo>
                <a:lnTo>
                  <a:pt x="311096" y="126130"/>
                </a:lnTo>
                <a:lnTo>
                  <a:pt x="311865" y="126776"/>
                </a:lnTo>
                <a:lnTo>
                  <a:pt x="312651" y="127404"/>
                </a:lnTo>
                <a:lnTo>
                  <a:pt x="313454" y="128014"/>
                </a:lnTo>
                <a:lnTo>
                  <a:pt x="314275" y="128605"/>
                </a:lnTo>
                <a:lnTo>
                  <a:pt x="315113" y="129178"/>
                </a:lnTo>
                <a:lnTo>
                  <a:pt x="315968" y="129733"/>
                </a:lnTo>
                <a:lnTo>
                  <a:pt x="316840" y="130269"/>
                </a:lnTo>
                <a:lnTo>
                  <a:pt x="317730" y="130787"/>
                </a:lnTo>
                <a:lnTo>
                  <a:pt x="318637" y="131286"/>
                </a:lnTo>
                <a:lnTo>
                  <a:pt x="319559" y="131766"/>
                </a:lnTo>
                <a:lnTo>
                  <a:pt x="320493" y="132226"/>
                </a:lnTo>
                <a:lnTo>
                  <a:pt x="321440" y="132665"/>
                </a:lnTo>
                <a:lnTo>
                  <a:pt x="322399" y="133084"/>
                </a:lnTo>
                <a:lnTo>
                  <a:pt x="323371" y="133482"/>
                </a:lnTo>
                <a:lnTo>
                  <a:pt x="324355" y="133860"/>
                </a:lnTo>
                <a:lnTo>
                  <a:pt x="325352" y="134217"/>
                </a:lnTo>
                <a:lnTo>
                  <a:pt x="326361" y="134554"/>
                </a:lnTo>
                <a:lnTo>
                  <a:pt x="327383" y="134870"/>
                </a:lnTo>
                <a:lnTo>
                  <a:pt x="328417" y="135167"/>
                </a:lnTo>
                <a:lnTo>
                  <a:pt x="329464" y="135442"/>
                </a:lnTo>
                <a:lnTo>
                  <a:pt x="330523" y="135698"/>
                </a:lnTo>
                <a:lnTo>
                  <a:pt x="331595" y="135932"/>
                </a:lnTo>
                <a:lnTo>
                  <a:pt x="332679" y="136147"/>
                </a:lnTo>
                <a:lnTo>
                  <a:pt x="333776" y="136341"/>
                </a:lnTo>
                <a:lnTo>
                  <a:pt x="334885" y="136514"/>
                </a:lnTo>
                <a:lnTo>
                  <a:pt x="336007" y="136668"/>
                </a:lnTo>
                <a:lnTo>
                  <a:pt x="337141" y="136800"/>
                </a:lnTo>
                <a:lnTo>
                  <a:pt x="338288" y="136913"/>
                </a:lnTo>
                <a:lnTo>
                  <a:pt x="339447" y="137005"/>
                </a:lnTo>
                <a:lnTo>
                  <a:pt x="340618" y="137076"/>
                </a:lnTo>
                <a:lnTo>
                  <a:pt x="341802" y="137127"/>
                </a:lnTo>
                <a:lnTo>
                  <a:pt x="342999" y="137158"/>
                </a:lnTo>
                <a:lnTo>
                  <a:pt x="344208" y="137168"/>
                </a:lnTo>
                <a:lnTo>
                  <a:pt x="345433" y="137158"/>
                </a:lnTo>
                <a:lnTo>
                  <a:pt x="346645" y="137127"/>
                </a:lnTo>
                <a:lnTo>
                  <a:pt x="347844" y="137076"/>
                </a:lnTo>
                <a:lnTo>
                  <a:pt x="349030" y="137005"/>
                </a:lnTo>
                <a:close/>
                <a:moveTo>
                  <a:pt x="341516" y="117150"/>
                </a:moveTo>
                <a:lnTo>
                  <a:pt x="340874" y="117086"/>
                </a:lnTo>
                <a:lnTo>
                  <a:pt x="340245" y="117008"/>
                </a:lnTo>
                <a:lnTo>
                  <a:pt x="339628" y="116917"/>
                </a:lnTo>
                <a:lnTo>
                  <a:pt x="339024" y="116811"/>
                </a:lnTo>
                <a:lnTo>
                  <a:pt x="338432" y="116690"/>
                </a:lnTo>
                <a:lnTo>
                  <a:pt x="337853" y="116556"/>
                </a:lnTo>
                <a:lnTo>
                  <a:pt x="337286" y="116408"/>
                </a:lnTo>
                <a:lnTo>
                  <a:pt x="336731" y="116245"/>
                </a:lnTo>
                <a:lnTo>
                  <a:pt x="336189" y="116068"/>
                </a:lnTo>
                <a:lnTo>
                  <a:pt x="335660" y="115878"/>
                </a:lnTo>
                <a:lnTo>
                  <a:pt x="335143" y="115673"/>
                </a:lnTo>
                <a:lnTo>
                  <a:pt x="334639" y="115454"/>
                </a:lnTo>
                <a:lnTo>
                  <a:pt x="334147" y="115220"/>
                </a:lnTo>
                <a:lnTo>
                  <a:pt x="333667" y="114973"/>
                </a:lnTo>
                <a:lnTo>
                  <a:pt x="333200" y="114711"/>
                </a:lnTo>
                <a:lnTo>
                  <a:pt x="332746" y="114436"/>
                </a:lnTo>
                <a:lnTo>
                  <a:pt x="332304" y="114146"/>
                </a:lnTo>
                <a:lnTo>
                  <a:pt x="331875" y="113842"/>
                </a:lnTo>
                <a:lnTo>
                  <a:pt x="331458" y="113524"/>
                </a:lnTo>
                <a:lnTo>
                  <a:pt x="331053" y="113192"/>
                </a:lnTo>
                <a:lnTo>
                  <a:pt x="330660" y="112848"/>
                </a:lnTo>
                <a:lnTo>
                  <a:pt x="330276" y="112494"/>
                </a:lnTo>
                <a:lnTo>
                  <a:pt x="329902" y="112131"/>
                </a:lnTo>
                <a:lnTo>
                  <a:pt x="329538" y="111758"/>
                </a:lnTo>
                <a:lnTo>
                  <a:pt x="329184" y="111376"/>
                </a:lnTo>
                <a:lnTo>
                  <a:pt x="328839" y="110984"/>
                </a:lnTo>
                <a:lnTo>
                  <a:pt x="328504" y="110582"/>
                </a:lnTo>
                <a:lnTo>
                  <a:pt x="328179" y="110171"/>
                </a:lnTo>
                <a:lnTo>
                  <a:pt x="327864" y="109750"/>
                </a:lnTo>
                <a:lnTo>
                  <a:pt x="327558" y="109320"/>
                </a:lnTo>
                <a:lnTo>
                  <a:pt x="327262" y="108880"/>
                </a:lnTo>
                <a:lnTo>
                  <a:pt x="326976" y="108430"/>
                </a:lnTo>
                <a:lnTo>
                  <a:pt x="326700" y="107971"/>
                </a:lnTo>
                <a:lnTo>
                  <a:pt x="326433" y="107503"/>
                </a:lnTo>
                <a:lnTo>
                  <a:pt x="326176" y="107024"/>
                </a:lnTo>
                <a:lnTo>
                  <a:pt x="325929" y="106536"/>
                </a:lnTo>
                <a:lnTo>
                  <a:pt x="325692" y="106039"/>
                </a:lnTo>
                <a:lnTo>
                  <a:pt x="325464" y="105532"/>
                </a:lnTo>
                <a:lnTo>
                  <a:pt x="325246" y="105015"/>
                </a:lnTo>
                <a:lnTo>
                  <a:pt x="325038" y="104489"/>
                </a:lnTo>
                <a:lnTo>
                  <a:pt x="324840" y="103953"/>
                </a:lnTo>
                <a:lnTo>
                  <a:pt x="324651" y="103408"/>
                </a:lnTo>
                <a:lnTo>
                  <a:pt x="324472" y="102852"/>
                </a:lnTo>
                <a:lnTo>
                  <a:pt x="324303" y="102288"/>
                </a:lnTo>
                <a:lnTo>
                  <a:pt x="324142" y="101716"/>
                </a:lnTo>
                <a:lnTo>
                  <a:pt x="323988" y="101139"/>
                </a:lnTo>
                <a:lnTo>
                  <a:pt x="323841" y="100558"/>
                </a:lnTo>
                <a:lnTo>
                  <a:pt x="323701" y="99971"/>
                </a:lnTo>
                <a:lnTo>
                  <a:pt x="323567" y="99380"/>
                </a:lnTo>
                <a:lnTo>
                  <a:pt x="323441" y="98783"/>
                </a:lnTo>
                <a:lnTo>
                  <a:pt x="323321" y="98182"/>
                </a:lnTo>
                <a:lnTo>
                  <a:pt x="323208" y="97576"/>
                </a:lnTo>
                <a:lnTo>
                  <a:pt x="323102" y="96965"/>
                </a:lnTo>
                <a:lnTo>
                  <a:pt x="323003" y="96349"/>
                </a:lnTo>
                <a:lnTo>
                  <a:pt x="322910" y="95728"/>
                </a:lnTo>
                <a:lnTo>
                  <a:pt x="322825" y="95103"/>
                </a:lnTo>
                <a:lnTo>
                  <a:pt x="322746" y="94472"/>
                </a:lnTo>
                <a:lnTo>
                  <a:pt x="322674" y="93837"/>
                </a:lnTo>
                <a:lnTo>
                  <a:pt x="322609" y="93197"/>
                </a:lnTo>
                <a:lnTo>
                  <a:pt x="322551" y="92552"/>
                </a:lnTo>
                <a:lnTo>
                  <a:pt x="322500" y="91901"/>
                </a:lnTo>
                <a:lnTo>
                  <a:pt x="322455" y="91247"/>
                </a:lnTo>
                <a:lnTo>
                  <a:pt x="322418" y="90587"/>
                </a:lnTo>
                <a:lnTo>
                  <a:pt x="322387" y="89922"/>
                </a:lnTo>
                <a:lnTo>
                  <a:pt x="322363" y="89252"/>
                </a:lnTo>
                <a:lnTo>
                  <a:pt x="322346" y="88578"/>
                </a:lnTo>
                <a:lnTo>
                  <a:pt x="322336" y="87899"/>
                </a:lnTo>
                <a:lnTo>
                  <a:pt x="322332" y="87214"/>
                </a:lnTo>
                <a:lnTo>
                  <a:pt x="322336" y="86513"/>
                </a:lnTo>
                <a:lnTo>
                  <a:pt x="322346" y="85817"/>
                </a:lnTo>
                <a:lnTo>
                  <a:pt x="322363" y="85127"/>
                </a:lnTo>
                <a:lnTo>
                  <a:pt x="322387" y="84442"/>
                </a:lnTo>
                <a:lnTo>
                  <a:pt x="322418" y="83762"/>
                </a:lnTo>
                <a:lnTo>
                  <a:pt x="322455" y="83087"/>
                </a:lnTo>
                <a:lnTo>
                  <a:pt x="322500" y="82417"/>
                </a:lnTo>
                <a:lnTo>
                  <a:pt x="322551" y="81753"/>
                </a:lnTo>
                <a:lnTo>
                  <a:pt x="322609" y="81094"/>
                </a:lnTo>
                <a:lnTo>
                  <a:pt x="322674" y="80440"/>
                </a:lnTo>
                <a:lnTo>
                  <a:pt x="322746" y="79791"/>
                </a:lnTo>
                <a:lnTo>
                  <a:pt x="322825" y="79148"/>
                </a:lnTo>
                <a:lnTo>
                  <a:pt x="322910" y="78510"/>
                </a:lnTo>
                <a:lnTo>
                  <a:pt x="323003" y="77877"/>
                </a:lnTo>
                <a:lnTo>
                  <a:pt x="323102" y="77249"/>
                </a:lnTo>
                <a:lnTo>
                  <a:pt x="323208" y="76627"/>
                </a:lnTo>
                <a:lnTo>
                  <a:pt x="323321" y="76009"/>
                </a:lnTo>
                <a:lnTo>
                  <a:pt x="323441" y="75398"/>
                </a:lnTo>
                <a:lnTo>
                  <a:pt x="323567" y="74791"/>
                </a:lnTo>
                <a:lnTo>
                  <a:pt x="323701" y="74189"/>
                </a:lnTo>
                <a:lnTo>
                  <a:pt x="323841" y="73593"/>
                </a:lnTo>
                <a:lnTo>
                  <a:pt x="323988" y="73002"/>
                </a:lnTo>
                <a:lnTo>
                  <a:pt x="324142" y="72416"/>
                </a:lnTo>
                <a:lnTo>
                  <a:pt x="324303" y="71836"/>
                </a:lnTo>
                <a:lnTo>
                  <a:pt x="324472" y="71263"/>
                </a:lnTo>
                <a:lnTo>
                  <a:pt x="324651" y="70700"/>
                </a:lnTo>
                <a:lnTo>
                  <a:pt x="324840" y="70146"/>
                </a:lnTo>
                <a:lnTo>
                  <a:pt x="325038" y="69602"/>
                </a:lnTo>
                <a:lnTo>
                  <a:pt x="325246" y="69068"/>
                </a:lnTo>
                <a:lnTo>
                  <a:pt x="325464" y="68544"/>
                </a:lnTo>
                <a:lnTo>
                  <a:pt x="325692" y="68030"/>
                </a:lnTo>
                <a:lnTo>
                  <a:pt x="325929" y="67525"/>
                </a:lnTo>
                <a:lnTo>
                  <a:pt x="326176" y="67031"/>
                </a:lnTo>
                <a:lnTo>
                  <a:pt x="326433" y="66545"/>
                </a:lnTo>
                <a:lnTo>
                  <a:pt x="326700" y="66070"/>
                </a:lnTo>
                <a:lnTo>
                  <a:pt x="326976" y="65605"/>
                </a:lnTo>
                <a:lnTo>
                  <a:pt x="327262" y="65149"/>
                </a:lnTo>
                <a:lnTo>
                  <a:pt x="327558" y="64703"/>
                </a:lnTo>
                <a:lnTo>
                  <a:pt x="327864" y="64267"/>
                </a:lnTo>
                <a:lnTo>
                  <a:pt x="328179" y="63840"/>
                </a:lnTo>
                <a:lnTo>
                  <a:pt x="328504" y="63424"/>
                </a:lnTo>
                <a:lnTo>
                  <a:pt x="328839" y="63017"/>
                </a:lnTo>
                <a:lnTo>
                  <a:pt x="329184" y="62620"/>
                </a:lnTo>
                <a:lnTo>
                  <a:pt x="329538" y="62232"/>
                </a:lnTo>
                <a:lnTo>
                  <a:pt x="329902" y="61855"/>
                </a:lnTo>
                <a:lnTo>
                  <a:pt x="330276" y="61487"/>
                </a:lnTo>
                <a:lnTo>
                  <a:pt x="330660" y="61129"/>
                </a:lnTo>
                <a:lnTo>
                  <a:pt x="331053" y="60781"/>
                </a:lnTo>
                <a:lnTo>
                  <a:pt x="331458" y="60445"/>
                </a:lnTo>
                <a:lnTo>
                  <a:pt x="331875" y="60123"/>
                </a:lnTo>
                <a:lnTo>
                  <a:pt x="332304" y="59815"/>
                </a:lnTo>
                <a:lnTo>
                  <a:pt x="332746" y="59522"/>
                </a:lnTo>
                <a:lnTo>
                  <a:pt x="333200" y="59243"/>
                </a:lnTo>
                <a:lnTo>
                  <a:pt x="333667" y="58978"/>
                </a:lnTo>
                <a:lnTo>
                  <a:pt x="334147" y="58728"/>
                </a:lnTo>
                <a:lnTo>
                  <a:pt x="334639" y="58492"/>
                </a:lnTo>
                <a:lnTo>
                  <a:pt x="335143" y="58270"/>
                </a:lnTo>
                <a:lnTo>
                  <a:pt x="335660" y="58063"/>
                </a:lnTo>
                <a:lnTo>
                  <a:pt x="336189" y="57870"/>
                </a:lnTo>
                <a:lnTo>
                  <a:pt x="336731" y="57691"/>
                </a:lnTo>
                <a:lnTo>
                  <a:pt x="337286" y="57526"/>
                </a:lnTo>
                <a:lnTo>
                  <a:pt x="337853" y="57376"/>
                </a:lnTo>
                <a:lnTo>
                  <a:pt x="338432" y="57240"/>
                </a:lnTo>
                <a:lnTo>
                  <a:pt x="339024" y="57118"/>
                </a:lnTo>
                <a:lnTo>
                  <a:pt x="339628" y="57011"/>
                </a:lnTo>
                <a:lnTo>
                  <a:pt x="340245" y="56918"/>
                </a:lnTo>
                <a:lnTo>
                  <a:pt x="340874" y="56839"/>
                </a:lnTo>
                <a:lnTo>
                  <a:pt x="341516" y="56775"/>
                </a:lnTo>
                <a:lnTo>
                  <a:pt x="342170" y="56725"/>
                </a:lnTo>
                <a:lnTo>
                  <a:pt x="342837" y="56689"/>
                </a:lnTo>
                <a:lnTo>
                  <a:pt x="343516" y="56668"/>
                </a:lnTo>
                <a:lnTo>
                  <a:pt x="344208" y="56661"/>
                </a:lnTo>
                <a:lnTo>
                  <a:pt x="344916" y="56668"/>
                </a:lnTo>
                <a:lnTo>
                  <a:pt x="345611" y="56689"/>
                </a:lnTo>
                <a:lnTo>
                  <a:pt x="346294" y="56725"/>
                </a:lnTo>
                <a:lnTo>
                  <a:pt x="346963" y="56775"/>
                </a:lnTo>
                <a:lnTo>
                  <a:pt x="347620" y="56839"/>
                </a:lnTo>
                <a:lnTo>
                  <a:pt x="348264" y="56918"/>
                </a:lnTo>
                <a:lnTo>
                  <a:pt x="348895" y="57011"/>
                </a:lnTo>
                <a:lnTo>
                  <a:pt x="349513" y="57118"/>
                </a:lnTo>
                <a:lnTo>
                  <a:pt x="350118" y="57240"/>
                </a:lnTo>
                <a:lnTo>
                  <a:pt x="350711" y="57376"/>
                </a:lnTo>
                <a:lnTo>
                  <a:pt x="351290" y="57526"/>
                </a:lnTo>
                <a:lnTo>
                  <a:pt x="351857" y="57691"/>
                </a:lnTo>
                <a:lnTo>
                  <a:pt x="352411" y="57870"/>
                </a:lnTo>
                <a:lnTo>
                  <a:pt x="352953" y="58063"/>
                </a:lnTo>
                <a:lnTo>
                  <a:pt x="353481" y="58270"/>
                </a:lnTo>
                <a:lnTo>
                  <a:pt x="353996" y="58492"/>
                </a:lnTo>
                <a:lnTo>
                  <a:pt x="354499" y="58728"/>
                </a:lnTo>
                <a:lnTo>
                  <a:pt x="354989" y="58978"/>
                </a:lnTo>
                <a:lnTo>
                  <a:pt x="355466" y="59243"/>
                </a:lnTo>
                <a:lnTo>
                  <a:pt x="355930" y="59522"/>
                </a:lnTo>
                <a:lnTo>
                  <a:pt x="356382" y="59815"/>
                </a:lnTo>
                <a:lnTo>
                  <a:pt x="356820" y="60123"/>
                </a:lnTo>
                <a:lnTo>
                  <a:pt x="357246" y="60445"/>
                </a:lnTo>
                <a:lnTo>
                  <a:pt x="357659" y="60781"/>
                </a:lnTo>
                <a:lnTo>
                  <a:pt x="358060" y="61129"/>
                </a:lnTo>
                <a:lnTo>
                  <a:pt x="358452" y="61487"/>
                </a:lnTo>
                <a:lnTo>
                  <a:pt x="358834" y="61855"/>
                </a:lnTo>
                <a:lnTo>
                  <a:pt x="359205" y="62232"/>
                </a:lnTo>
                <a:lnTo>
                  <a:pt x="359567" y="62620"/>
                </a:lnTo>
                <a:lnTo>
                  <a:pt x="359919" y="63017"/>
                </a:lnTo>
                <a:lnTo>
                  <a:pt x="360261" y="63424"/>
                </a:lnTo>
                <a:lnTo>
                  <a:pt x="360593" y="63840"/>
                </a:lnTo>
                <a:lnTo>
                  <a:pt x="360915" y="64267"/>
                </a:lnTo>
                <a:lnTo>
                  <a:pt x="361228" y="64703"/>
                </a:lnTo>
                <a:lnTo>
                  <a:pt x="361530" y="65149"/>
                </a:lnTo>
                <a:lnTo>
                  <a:pt x="361822" y="65605"/>
                </a:lnTo>
                <a:lnTo>
                  <a:pt x="362105" y="66070"/>
                </a:lnTo>
                <a:lnTo>
                  <a:pt x="362377" y="66545"/>
                </a:lnTo>
                <a:lnTo>
                  <a:pt x="362640" y="67031"/>
                </a:lnTo>
                <a:lnTo>
                  <a:pt x="362892" y="67525"/>
                </a:lnTo>
                <a:lnTo>
                  <a:pt x="363135" y="68030"/>
                </a:lnTo>
                <a:lnTo>
                  <a:pt x="363368" y="68544"/>
                </a:lnTo>
                <a:lnTo>
                  <a:pt x="363591" y="69068"/>
                </a:lnTo>
                <a:lnTo>
                  <a:pt x="363804" y="69602"/>
                </a:lnTo>
                <a:lnTo>
                  <a:pt x="364007" y="70146"/>
                </a:lnTo>
                <a:lnTo>
                  <a:pt x="364200" y="70700"/>
                </a:lnTo>
                <a:lnTo>
                  <a:pt x="364383" y="71263"/>
                </a:lnTo>
                <a:lnTo>
                  <a:pt x="364557" y="71836"/>
                </a:lnTo>
                <a:lnTo>
                  <a:pt x="364721" y="72416"/>
                </a:lnTo>
                <a:lnTo>
                  <a:pt x="364879" y="73002"/>
                </a:lnTo>
                <a:lnTo>
                  <a:pt x="365030" y="73593"/>
                </a:lnTo>
                <a:lnTo>
                  <a:pt x="365174" y="74189"/>
                </a:lnTo>
                <a:lnTo>
                  <a:pt x="365311" y="74791"/>
                </a:lnTo>
                <a:lnTo>
                  <a:pt x="365440" y="75398"/>
                </a:lnTo>
                <a:lnTo>
                  <a:pt x="365563" y="76009"/>
                </a:lnTo>
                <a:lnTo>
                  <a:pt x="365679" y="76627"/>
                </a:lnTo>
                <a:lnTo>
                  <a:pt x="365788" y="77249"/>
                </a:lnTo>
                <a:lnTo>
                  <a:pt x="365889" y="77877"/>
                </a:lnTo>
                <a:lnTo>
                  <a:pt x="365984" y="78510"/>
                </a:lnTo>
                <a:lnTo>
                  <a:pt x="366072" y="79148"/>
                </a:lnTo>
                <a:lnTo>
                  <a:pt x="366152" y="79791"/>
                </a:lnTo>
                <a:lnTo>
                  <a:pt x="366226" y="80440"/>
                </a:lnTo>
                <a:lnTo>
                  <a:pt x="366293" y="81094"/>
                </a:lnTo>
                <a:lnTo>
                  <a:pt x="366352" y="81753"/>
                </a:lnTo>
                <a:lnTo>
                  <a:pt x="366405" y="82417"/>
                </a:lnTo>
                <a:lnTo>
                  <a:pt x="366450" y="83087"/>
                </a:lnTo>
                <a:lnTo>
                  <a:pt x="366489" y="83762"/>
                </a:lnTo>
                <a:lnTo>
                  <a:pt x="366521" y="84442"/>
                </a:lnTo>
                <a:lnTo>
                  <a:pt x="366545" y="85127"/>
                </a:lnTo>
                <a:lnTo>
                  <a:pt x="366563" y="85817"/>
                </a:lnTo>
                <a:lnTo>
                  <a:pt x="366573" y="86513"/>
                </a:lnTo>
                <a:lnTo>
                  <a:pt x="366577" y="87214"/>
                </a:lnTo>
                <a:lnTo>
                  <a:pt x="366573" y="87899"/>
                </a:lnTo>
                <a:lnTo>
                  <a:pt x="366563" y="88578"/>
                </a:lnTo>
                <a:lnTo>
                  <a:pt x="366545" y="89252"/>
                </a:lnTo>
                <a:lnTo>
                  <a:pt x="366521" y="89922"/>
                </a:lnTo>
                <a:lnTo>
                  <a:pt x="366489" y="90587"/>
                </a:lnTo>
                <a:lnTo>
                  <a:pt x="366450" y="91247"/>
                </a:lnTo>
                <a:lnTo>
                  <a:pt x="366405" y="91901"/>
                </a:lnTo>
                <a:lnTo>
                  <a:pt x="366352" y="92552"/>
                </a:lnTo>
                <a:lnTo>
                  <a:pt x="366293" y="93197"/>
                </a:lnTo>
                <a:lnTo>
                  <a:pt x="366226" y="93837"/>
                </a:lnTo>
                <a:lnTo>
                  <a:pt x="366152" y="94472"/>
                </a:lnTo>
                <a:lnTo>
                  <a:pt x="366072" y="95103"/>
                </a:lnTo>
                <a:lnTo>
                  <a:pt x="365984" y="95728"/>
                </a:lnTo>
                <a:lnTo>
                  <a:pt x="365889" y="96349"/>
                </a:lnTo>
                <a:lnTo>
                  <a:pt x="365788" y="96965"/>
                </a:lnTo>
                <a:lnTo>
                  <a:pt x="365679" y="97576"/>
                </a:lnTo>
                <a:lnTo>
                  <a:pt x="365563" y="98182"/>
                </a:lnTo>
                <a:lnTo>
                  <a:pt x="365440" y="98783"/>
                </a:lnTo>
                <a:lnTo>
                  <a:pt x="365311" y="99380"/>
                </a:lnTo>
                <a:lnTo>
                  <a:pt x="365174" y="99971"/>
                </a:lnTo>
                <a:lnTo>
                  <a:pt x="365030" y="100558"/>
                </a:lnTo>
                <a:lnTo>
                  <a:pt x="364879" y="101139"/>
                </a:lnTo>
                <a:lnTo>
                  <a:pt x="364721" y="101716"/>
                </a:lnTo>
                <a:lnTo>
                  <a:pt x="364557" y="102288"/>
                </a:lnTo>
                <a:lnTo>
                  <a:pt x="364383" y="102852"/>
                </a:lnTo>
                <a:lnTo>
                  <a:pt x="364200" y="103408"/>
                </a:lnTo>
                <a:lnTo>
                  <a:pt x="364007" y="103953"/>
                </a:lnTo>
                <a:lnTo>
                  <a:pt x="363804" y="104489"/>
                </a:lnTo>
                <a:lnTo>
                  <a:pt x="363591" y="105015"/>
                </a:lnTo>
                <a:lnTo>
                  <a:pt x="363368" y="105532"/>
                </a:lnTo>
                <a:lnTo>
                  <a:pt x="363135" y="106039"/>
                </a:lnTo>
                <a:lnTo>
                  <a:pt x="362892" y="106536"/>
                </a:lnTo>
                <a:lnTo>
                  <a:pt x="362640" y="107024"/>
                </a:lnTo>
                <a:lnTo>
                  <a:pt x="362377" y="107503"/>
                </a:lnTo>
                <a:lnTo>
                  <a:pt x="362105" y="107971"/>
                </a:lnTo>
                <a:lnTo>
                  <a:pt x="361822" y="108430"/>
                </a:lnTo>
                <a:lnTo>
                  <a:pt x="361530" y="108880"/>
                </a:lnTo>
                <a:lnTo>
                  <a:pt x="361228" y="109320"/>
                </a:lnTo>
                <a:lnTo>
                  <a:pt x="360915" y="109750"/>
                </a:lnTo>
                <a:lnTo>
                  <a:pt x="360593" y="110171"/>
                </a:lnTo>
                <a:lnTo>
                  <a:pt x="360261" y="110582"/>
                </a:lnTo>
                <a:lnTo>
                  <a:pt x="359919" y="110984"/>
                </a:lnTo>
                <a:lnTo>
                  <a:pt x="359567" y="111376"/>
                </a:lnTo>
                <a:lnTo>
                  <a:pt x="359205" y="111758"/>
                </a:lnTo>
                <a:lnTo>
                  <a:pt x="358834" y="112131"/>
                </a:lnTo>
                <a:lnTo>
                  <a:pt x="358452" y="112494"/>
                </a:lnTo>
                <a:lnTo>
                  <a:pt x="358060" y="112848"/>
                </a:lnTo>
                <a:lnTo>
                  <a:pt x="357659" y="113192"/>
                </a:lnTo>
                <a:lnTo>
                  <a:pt x="357246" y="113524"/>
                </a:lnTo>
                <a:lnTo>
                  <a:pt x="356820" y="113842"/>
                </a:lnTo>
                <a:lnTo>
                  <a:pt x="356382" y="114146"/>
                </a:lnTo>
                <a:lnTo>
                  <a:pt x="355930" y="114436"/>
                </a:lnTo>
                <a:lnTo>
                  <a:pt x="355466" y="114711"/>
                </a:lnTo>
                <a:lnTo>
                  <a:pt x="354989" y="114973"/>
                </a:lnTo>
                <a:lnTo>
                  <a:pt x="354499" y="115220"/>
                </a:lnTo>
                <a:lnTo>
                  <a:pt x="353996" y="115454"/>
                </a:lnTo>
                <a:lnTo>
                  <a:pt x="353481" y="115673"/>
                </a:lnTo>
                <a:lnTo>
                  <a:pt x="352953" y="115878"/>
                </a:lnTo>
                <a:lnTo>
                  <a:pt x="352411" y="116068"/>
                </a:lnTo>
                <a:lnTo>
                  <a:pt x="351857" y="116245"/>
                </a:lnTo>
                <a:lnTo>
                  <a:pt x="351290" y="116408"/>
                </a:lnTo>
                <a:lnTo>
                  <a:pt x="350711" y="116556"/>
                </a:lnTo>
                <a:lnTo>
                  <a:pt x="350118" y="116690"/>
                </a:lnTo>
                <a:lnTo>
                  <a:pt x="349513" y="116811"/>
                </a:lnTo>
                <a:lnTo>
                  <a:pt x="348895" y="116917"/>
                </a:lnTo>
                <a:lnTo>
                  <a:pt x="348264" y="117008"/>
                </a:lnTo>
                <a:lnTo>
                  <a:pt x="347620" y="117086"/>
                </a:lnTo>
                <a:lnTo>
                  <a:pt x="346963" y="117150"/>
                </a:lnTo>
                <a:lnTo>
                  <a:pt x="346294" y="117199"/>
                </a:lnTo>
                <a:lnTo>
                  <a:pt x="345611" y="117235"/>
                </a:lnTo>
                <a:lnTo>
                  <a:pt x="344916" y="117256"/>
                </a:lnTo>
                <a:lnTo>
                  <a:pt x="344208" y="117263"/>
                </a:lnTo>
                <a:lnTo>
                  <a:pt x="343516" y="117256"/>
                </a:lnTo>
                <a:lnTo>
                  <a:pt x="342837" y="117235"/>
                </a:lnTo>
                <a:lnTo>
                  <a:pt x="342170" y="117199"/>
                </a:lnTo>
                <a:lnTo>
                  <a:pt x="341516" y="117150"/>
                </a:lnTo>
                <a:close/>
                <a:moveTo>
                  <a:pt x="829416" y="137005"/>
                </a:moveTo>
                <a:lnTo>
                  <a:pt x="830445" y="136934"/>
                </a:lnTo>
                <a:lnTo>
                  <a:pt x="831463" y="136849"/>
                </a:lnTo>
                <a:lnTo>
                  <a:pt x="832469" y="136752"/>
                </a:lnTo>
                <a:lnTo>
                  <a:pt x="833464" y="136641"/>
                </a:lnTo>
                <a:lnTo>
                  <a:pt x="834447" y="136518"/>
                </a:lnTo>
                <a:lnTo>
                  <a:pt x="835419" y="136381"/>
                </a:lnTo>
                <a:lnTo>
                  <a:pt x="836379" y="136232"/>
                </a:lnTo>
                <a:lnTo>
                  <a:pt x="837328" y="136069"/>
                </a:lnTo>
                <a:lnTo>
                  <a:pt x="838265" y="135894"/>
                </a:lnTo>
                <a:lnTo>
                  <a:pt x="839191" y="135705"/>
                </a:lnTo>
                <a:lnTo>
                  <a:pt x="840106" y="135504"/>
                </a:lnTo>
                <a:lnTo>
                  <a:pt x="841009" y="135289"/>
                </a:lnTo>
                <a:lnTo>
                  <a:pt x="841900" y="135062"/>
                </a:lnTo>
                <a:lnTo>
                  <a:pt x="842780" y="134821"/>
                </a:lnTo>
                <a:lnTo>
                  <a:pt x="843649" y="134568"/>
                </a:lnTo>
                <a:lnTo>
                  <a:pt x="844506" y="134301"/>
                </a:lnTo>
                <a:lnTo>
                  <a:pt x="845352" y="134022"/>
                </a:lnTo>
                <a:lnTo>
                  <a:pt x="846186" y="133729"/>
                </a:lnTo>
                <a:lnTo>
                  <a:pt x="847009" y="133423"/>
                </a:lnTo>
                <a:lnTo>
                  <a:pt x="847819" y="133105"/>
                </a:lnTo>
                <a:lnTo>
                  <a:pt x="848614" y="132773"/>
                </a:lnTo>
                <a:lnTo>
                  <a:pt x="849396" y="132427"/>
                </a:lnTo>
                <a:lnTo>
                  <a:pt x="850162" y="132069"/>
                </a:lnTo>
                <a:lnTo>
                  <a:pt x="850915" y="131696"/>
                </a:lnTo>
                <a:lnTo>
                  <a:pt x="851653" y="131311"/>
                </a:lnTo>
                <a:lnTo>
                  <a:pt x="852376" y="130912"/>
                </a:lnTo>
                <a:lnTo>
                  <a:pt x="853086" y="130500"/>
                </a:lnTo>
                <a:lnTo>
                  <a:pt x="853781" y="130075"/>
                </a:lnTo>
                <a:lnTo>
                  <a:pt x="854461" y="129636"/>
                </a:lnTo>
                <a:lnTo>
                  <a:pt x="855127" y="129184"/>
                </a:lnTo>
                <a:lnTo>
                  <a:pt x="855779" y="128718"/>
                </a:lnTo>
                <a:lnTo>
                  <a:pt x="856417" y="128239"/>
                </a:lnTo>
                <a:lnTo>
                  <a:pt x="857040" y="127747"/>
                </a:lnTo>
                <a:lnTo>
                  <a:pt x="857648" y="127242"/>
                </a:lnTo>
                <a:lnTo>
                  <a:pt x="858243" y="126723"/>
                </a:lnTo>
                <a:lnTo>
                  <a:pt x="858823" y="126191"/>
                </a:lnTo>
                <a:lnTo>
                  <a:pt x="859388" y="125645"/>
                </a:lnTo>
                <a:lnTo>
                  <a:pt x="859939" y="125086"/>
                </a:lnTo>
                <a:lnTo>
                  <a:pt x="860476" y="124514"/>
                </a:lnTo>
                <a:lnTo>
                  <a:pt x="860999" y="123928"/>
                </a:lnTo>
                <a:lnTo>
                  <a:pt x="861507" y="123329"/>
                </a:lnTo>
                <a:lnTo>
                  <a:pt x="862000" y="122717"/>
                </a:lnTo>
                <a:lnTo>
                  <a:pt x="862480" y="122091"/>
                </a:lnTo>
                <a:lnTo>
                  <a:pt x="862943" y="121452"/>
                </a:lnTo>
                <a:lnTo>
                  <a:pt x="863388" y="120800"/>
                </a:lnTo>
                <a:lnTo>
                  <a:pt x="863815" y="120135"/>
                </a:lnTo>
                <a:lnTo>
                  <a:pt x="864225" y="119457"/>
                </a:lnTo>
                <a:lnTo>
                  <a:pt x="864616" y="118765"/>
                </a:lnTo>
                <a:lnTo>
                  <a:pt x="864990" y="118060"/>
                </a:lnTo>
                <a:lnTo>
                  <a:pt x="865345" y="117343"/>
                </a:lnTo>
                <a:lnTo>
                  <a:pt x="865682" y="116611"/>
                </a:lnTo>
                <a:lnTo>
                  <a:pt x="866002" y="115867"/>
                </a:lnTo>
                <a:lnTo>
                  <a:pt x="866303" y="115110"/>
                </a:lnTo>
                <a:lnTo>
                  <a:pt x="866587" y="114339"/>
                </a:lnTo>
                <a:lnTo>
                  <a:pt x="866853" y="113555"/>
                </a:lnTo>
                <a:lnTo>
                  <a:pt x="867100" y="112758"/>
                </a:lnTo>
                <a:lnTo>
                  <a:pt x="867330" y="111948"/>
                </a:lnTo>
                <a:lnTo>
                  <a:pt x="867542" y="111125"/>
                </a:lnTo>
                <a:lnTo>
                  <a:pt x="867735" y="110288"/>
                </a:lnTo>
                <a:lnTo>
                  <a:pt x="867911" y="109439"/>
                </a:lnTo>
                <a:lnTo>
                  <a:pt x="868069" y="108576"/>
                </a:lnTo>
                <a:lnTo>
                  <a:pt x="868209" y="107700"/>
                </a:lnTo>
                <a:lnTo>
                  <a:pt x="868331" y="106811"/>
                </a:lnTo>
                <a:lnTo>
                  <a:pt x="868435" y="105908"/>
                </a:lnTo>
                <a:lnTo>
                  <a:pt x="868521" y="104993"/>
                </a:lnTo>
                <a:lnTo>
                  <a:pt x="868589" y="104064"/>
                </a:lnTo>
                <a:lnTo>
                  <a:pt x="868639" y="103122"/>
                </a:lnTo>
                <a:lnTo>
                  <a:pt x="842920" y="103122"/>
                </a:lnTo>
                <a:lnTo>
                  <a:pt x="842903" y="103742"/>
                </a:lnTo>
                <a:lnTo>
                  <a:pt x="842868" y="104349"/>
                </a:lnTo>
                <a:lnTo>
                  <a:pt x="842816" y="104943"/>
                </a:lnTo>
                <a:lnTo>
                  <a:pt x="842747" y="105524"/>
                </a:lnTo>
                <a:lnTo>
                  <a:pt x="842660" y="106092"/>
                </a:lnTo>
                <a:lnTo>
                  <a:pt x="842556" y="106647"/>
                </a:lnTo>
                <a:lnTo>
                  <a:pt x="842435" y="107190"/>
                </a:lnTo>
                <a:lnTo>
                  <a:pt x="842295" y="107720"/>
                </a:lnTo>
                <a:lnTo>
                  <a:pt x="842139" y="108236"/>
                </a:lnTo>
                <a:lnTo>
                  <a:pt x="841965" y="108740"/>
                </a:lnTo>
                <a:lnTo>
                  <a:pt x="841774" y="109231"/>
                </a:lnTo>
                <a:lnTo>
                  <a:pt x="841565" y="109709"/>
                </a:lnTo>
                <a:lnTo>
                  <a:pt x="841338" y="110174"/>
                </a:lnTo>
                <a:lnTo>
                  <a:pt x="841095" y="110627"/>
                </a:lnTo>
                <a:lnTo>
                  <a:pt x="840833" y="111066"/>
                </a:lnTo>
                <a:lnTo>
                  <a:pt x="840555" y="111493"/>
                </a:lnTo>
                <a:lnTo>
                  <a:pt x="840258" y="111907"/>
                </a:lnTo>
                <a:lnTo>
                  <a:pt x="839945" y="112307"/>
                </a:lnTo>
                <a:lnTo>
                  <a:pt x="839614" y="112695"/>
                </a:lnTo>
                <a:lnTo>
                  <a:pt x="839265" y="113070"/>
                </a:lnTo>
                <a:lnTo>
                  <a:pt x="838899" y="113433"/>
                </a:lnTo>
                <a:lnTo>
                  <a:pt x="838516" y="113782"/>
                </a:lnTo>
                <a:lnTo>
                  <a:pt x="838115" y="114119"/>
                </a:lnTo>
                <a:lnTo>
                  <a:pt x="837697" y="114442"/>
                </a:lnTo>
                <a:lnTo>
                  <a:pt x="837264" y="114753"/>
                </a:lnTo>
                <a:lnTo>
                  <a:pt x="836820" y="115050"/>
                </a:lnTo>
                <a:lnTo>
                  <a:pt x="836364" y="115334"/>
                </a:lnTo>
                <a:lnTo>
                  <a:pt x="835896" y="115605"/>
                </a:lnTo>
                <a:lnTo>
                  <a:pt x="835416" y="115863"/>
                </a:lnTo>
                <a:lnTo>
                  <a:pt x="834926" y="116107"/>
                </a:lnTo>
                <a:lnTo>
                  <a:pt x="834423" y="116339"/>
                </a:lnTo>
                <a:lnTo>
                  <a:pt x="833909" y="116557"/>
                </a:lnTo>
                <a:lnTo>
                  <a:pt x="833383" y="116762"/>
                </a:lnTo>
                <a:lnTo>
                  <a:pt x="832845" y="116953"/>
                </a:lnTo>
                <a:lnTo>
                  <a:pt x="832296" y="117132"/>
                </a:lnTo>
                <a:lnTo>
                  <a:pt x="831735" y="117297"/>
                </a:lnTo>
                <a:lnTo>
                  <a:pt x="831163" y="117449"/>
                </a:lnTo>
                <a:lnTo>
                  <a:pt x="830579" y="117587"/>
                </a:lnTo>
                <a:lnTo>
                  <a:pt x="829983" y="117713"/>
                </a:lnTo>
                <a:lnTo>
                  <a:pt x="829376" y="117825"/>
                </a:lnTo>
                <a:lnTo>
                  <a:pt x="828757" y="117924"/>
                </a:lnTo>
                <a:lnTo>
                  <a:pt x="828126" y="118010"/>
                </a:lnTo>
                <a:lnTo>
                  <a:pt x="827484" y="118083"/>
                </a:lnTo>
                <a:lnTo>
                  <a:pt x="826830" y="118143"/>
                </a:lnTo>
                <a:lnTo>
                  <a:pt x="826165" y="118189"/>
                </a:lnTo>
                <a:lnTo>
                  <a:pt x="825488" y="118222"/>
                </a:lnTo>
                <a:lnTo>
                  <a:pt x="824799" y="118242"/>
                </a:lnTo>
                <a:lnTo>
                  <a:pt x="824098" y="118248"/>
                </a:lnTo>
                <a:lnTo>
                  <a:pt x="823422" y="118242"/>
                </a:lnTo>
                <a:lnTo>
                  <a:pt x="822757" y="118223"/>
                </a:lnTo>
                <a:lnTo>
                  <a:pt x="822103" y="118191"/>
                </a:lnTo>
                <a:lnTo>
                  <a:pt x="821460" y="118146"/>
                </a:lnTo>
                <a:lnTo>
                  <a:pt x="820827" y="118089"/>
                </a:lnTo>
                <a:lnTo>
                  <a:pt x="820206" y="118018"/>
                </a:lnTo>
                <a:lnTo>
                  <a:pt x="819596" y="117935"/>
                </a:lnTo>
                <a:lnTo>
                  <a:pt x="818996" y="117840"/>
                </a:lnTo>
                <a:lnTo>
                  <a:pt x="818408" y="117731"/>
                </a:lnTo>
                <a:lnTo>
                  <a:pt x="817830" y="117610"/>
                </a:lnTo>
                <a:lnTo>
                  <a:pt x="817264" y="117476"/>
                </a:lnTo>
                <a:lnTo>
                  <a:pt x="816708" y="117329"/>
                </a:lnTo>
                <a:lnTo>
                  <a:pt x="816163" y="117169"/>
                </a:lnTo>
                <a:lnTo>
                  <a:pt x="815629" y="116997"/>
                </a:lnTo>
                <a:lnTo>
                  <a:pt x="815107" y="116812"/>
                </a:lnTo>
                <a:lnTo>
                  <a:pt x="814595" y="116614"/>
                </a:lnTo>
                <a:lnTo>
                  <a:pt x="814094" y="116403"/>
                </a:lnTo>
                <a:lnTo>
                  <a:pt x="813604" y="116180"/>
                </a:lnTo>
                <a:lnTo>
                  <a:pt x="813125" y="115944"/>
                </a:lnTo>
                <a:lnTo>
                  <a:pt x="812657" y="115695"/>
                </a:lnTo>
                <a:lnTo>
                  <a:pt x="812200" y="115433"/>
                </a:lnTo>
                <a:lnTo>
                  <a:pt x="811754" y="115159"/>
                </a:lnTo>
                <a:lnTo>
                  <a:pt x="811318" y="114871"/>
                </a:lnTo>
                <a:lnTo>
                  <a:pt x="810894" y="114571"/>
                </a:lnTo>
                <a:lnTo>
                  <a:pt x="810480" y="114261"/>
                </a:lnTo>
                <a:lnTo>
                  <a:pt x="810075" y="113942"/>
                </a:lnTo>
                <a:lnTo>
                  <a:pt x="809680" y="113615"/>
                </a:lnTo>
                <a:lnTo>
                  <a:pt x="809294" y="113279"/>
                </a:lnTo>
                <a:lnTo>
                  <a:pt x="808918" y="112935"/>
                </a:lnTo>
                <a:lnTo>
                  <a:pt x="808551" y="112584"/>
                </a:lnTo>
                <a:lnTo>
                  <a:pt x="808193" y="112223"/>
                </a:lnTo>
                <a:lnTo>
                  <a:pt x="807845" y="111855"/>
                </a:lnTo>
                <a:lnTo>
                  <a:pt x="807506" y="111479"/>
                </a:lnTo>
                <a:lnTo>
                  <a:pt x="807177" y="111094"/>
                </a:lnTo>
                <a:lnTo>
                  <a:pt x="806857" y="110701"/>
                </a:lnTo>
                <a:lnTo>
                  <a:pt x="806546" y="110300"/>
                </a:lnTo>
                <a:lnTo>
                  <a:pt x="806245" y="109890"/>
                </a:lnTo>
                <a:lnTo>
                  <a:pt x="805953" y="109473"/>
                </a:lnTo>
                <a:lnTo>
                  <a:pt x="805671" y="109047"/>
                </a:lnTo>
                <a:lnTo>
                  <a:pt x="805398" y="108613"/>
                </a:lnTo>
                <a:lnTo>
                  <a:pt x="805134" y="108170"/>
                </a:lnTo>
                <a:lnTo>
                  <a:pt x="804880" y="107720"/>
                </a:lnTo>
                <a:lnTo>
                  <a:pt x="804635" y="107261"/>
                </a:lnTo>
                <a:lnTo>
                  <a:pt x="804400" y="106794"/>
                </a:lnTo>
                <a:lnTo>
                  <a:pt x="804174" y="106319"/>
                </a:lnTo>
                <a:lnTo>
                  <a:pt x="803958" y="105835"/>
                </a:lnTo>
                <a:lnTo>
                  <a:pt x="803750" y="105344"/>
                </a:lnTo>
                <a:lnTo>
                  <a:pt x="803553" y="104844"/>
                </a:lnTo>
                <a:lnTo>
                  <a:pt x="803363" y="104338"/>
                </a:lnTo>
                <a:lnTo>
                  <a:pt x="803182" y="103829"/>
                </a:lnTo>
                <a:lnTo>
                  <a:pt x="803007" y="103318"/>
                </a:lnTo>
                <a:lnTo>
                  <a:pt x="802840" y="102803"/>
                </a:lnTo>
                <a:lnTo>
                  <a:pt x="802680" y="102284"/>
                </a:lnTo>
                <a:lnTo>
                  <a:pt x="802527" y="101763"/>
                </a:lnTo>
                <a:lnTo>
                  <a:pt x="802382" y="101238"/>
                </a:lnTo>
                <a:lnTo>
                  <a:pt x="802244" y="100711"/>
                </a:lnTo>
                <a:lnTo>
                  <a:pt x="802114" y="100180"/>
                </a:lnTo>
                <a:lnTo>
                  <a:pt x="801991" y="99646"/>
                </a:lnTo>
                <a:lnTo>
                  <a:pt x="801875" y="99109"/>
                </a:lnTo>
                <a:lnTo>
                  <a:pt x="801767" y="98569"/>
                </a:lnTo>
                <a:lnTo>
                  <a:pt x="801666" y="98025"/>
                </a:lnTo>
                <a:lnTo>
                  <a:pt x="801572" y="97479"/>
                </a:lnTo>
                <a:lnTo>
                  <a:pt x="801486" y="96929"/>
                </a:lnTo>
                <a:lnTo>
                  <a:pt x="801407" y="96376"/>
                </a:lnTo>
                <a:lnTo>
                  <a:pt x="801335" y="95820"/>
                </a:lnTo>
                <a:lnTo>
                  <a:pt x="801271" y="95261"/>
                </a:lnTo>
                <a:lnTo>
                  <a:pt x="801214" y="94699"/>
                </a:lnTo>
                <a:lnTo>
                  <a:pt x="801165" y="94133"/>
                </a:lnTo>
                <a:lnTo>
                  <a:pt x="801122" y="93564"/>
                </a:lnTo>
                <a:lnTo>
                  <a:pt x="801088" y="92993"/>
                </a:lnTo>
                <a:lnTo>
                  <a:pt x="801060" y="92418"/>
                </a:lnTo>
                <a:lnTo>
                  <a:pt x="801040" y="91839"/>
                </a:lnTo>
                <a:lnTo>
                  <a:pt x="868540" y="91839"/>
                </a:lnTo>
                <a:lnTo>
                  <a:pt x="868556" y="91746"/>
                </a:lnTo>
                <a:lnTo>
                  <a:pt x="868572" y="91650"/>
                </a:lnTo>
                <a:lnTo>
                  <a:pt x="868588" y="91551"/>
                </a:lnTo>
                <a:lnTo>
                  <a:pt x="868603" y="91448"/>
                </a:lnTo>
                <a:lnTo>
                  <a:pt x="868618" y="91342"/>
                </a:lnTo>
                <a:lnTo>
                  <a:pt x="868632" y="91232"/>
                </a:lnTo>
                <a:lnTo>
                  <a:pt x="868647" y="91120"/>
                </a:lnTo>
                <a:lnTo>
                  <a:pt x="868660" y="91004"/>
                </a:lnTo>
                <a:lnTo>
                  <a:pt x="868674" y="90884"/>
                </a:lnTo>
                <a:lnTo>
                  <a:pt x="868687" y="90762"/>
                </a:lnTo>
                <a:lnTo>
                  <a:pt x="868700" y="90636"/>
                </a:lnTo>
                <a:lnTo>
                  <a:pt x="868712" y="90507"/>
                </a:lnTo>
                <a:lnTo>
                  <a:pt x="868725" y="90374"/>
                </a:lnTo>
                <a:lnTo>
                  <a:pt x="868736" y="90239"/>
                </a:lnTo>
                <a:lnTo>
                  <a:pt x="868748" y="90100"/>
                </a:lnTo>
                <a:lnTo>
                  <a:pt x="868759" y="89958"/>
                </a:lnTo>
                <a:lnTo>
                  <a:pt x="868770" y="89812"/>
                </a:lnTo>
                <a:lnTo>
                  <a:pt x="868780" y="89663"/>
                </a:lnTo>
                <a:lnTo>
                  <a:pt x="868790" y="89511"/>
                </a:lnTo>
                <a:lnTo>
                  <a:pt x="868800" y="89356"/>
                </a:lnTo>
                <a:lnTo>
                  <a:pt x="868809" y="89197"/>
                </a:lnTo>
                <a:lnTo>
                  <a:pt x="868819" y="89035"/>
                </a:lnTo>
                <a:lnTo>
                  <a:pt x="868827" y="88870"/>
                </a:lnTo>
                <a:lnTo>
                  <a:pt x="868836" y="88702"/>
                </a:lnTo>
                <a:lnTo>
                  <a:pt x="868844" y="88533"/>
                </a:lnTo>
                <a:lnTo>
                  <a:pt x="868851" y="88367"/>
                </a:lnTo>
                <a:lnTo>
                  <a:pt x="868859" y="88204"/>
                </a:lnTo>
                <a:lnTo>
                  <a:pt x="868866" y="88045"/>
                </a:lnTo>
                <a:lnTo>
                  <a:pt x="868872" y="87888"/>
                </a:lnTo>
                <a:lnTo>
                  <a:pt x="868879" y="87734"/>
                </a:lnTo>
                <a:lnTo>
                  <a:pt x="868885" y="87583"/>
                </a:lnTo>
                <a:lnTo>
                  <a:pt x="868890" y="87435"/>
                </a:lnTo>
                <a:lnTo>
                  <a:pt x="868896" y="87289"/>
                </a:lnTo>
                <a:lnTo>
                  <a:pt x="868901" y="87147"/>
                </a:lnTo>
                <a:lnTo>
                  <a:pt x="868905" y="87008"/>
                </a:lnTo>
                <a:lnTo>
                  <a:pt x="868910" y="86872"/>
                </a:lnTo>
                <a:lnTo>
                  <a:pt x="868913" y="86738"/>
                </a:lnTo>
                <a:lnTo>
                  <a:pt x="868917" y="86608"/>
                </a:lnTo>
                <a:lnTo>
                  <a:pt x="868920" y="86480"/>
                </a:lnTo>
                <a:lnTo>
                  <a:pt x="868923" y="86356"/>
                </a:lnTo>
                <a:lnTo>
                  <a:pt x="868926" y="86234"/>
                </a:lnTo>
                <a:lnTo>
                  <a:pt x="868928" y="86115"/>
                </a:lnTo>
                <a:lnTo>
                  <a:pt x="868930" y="86000"/>
                </a:lnTo>
                <a:lnTo>
                  <a:pt x="868931" y="85887"/>
                </a:lnTo>
                <a:lnTo>
                  <a:pt x="868933" y="85777"/>
                </a:lnTo>
                <a:lnTo>
                  <a:pt x="868934" y="85670"/>
                </a:lnTo>
                <a:lnTo>
                  <a:pt x="868934" y="85566"/>
                </a:lnTo>
                <a:lnTo>
                  <a:pt x="868934" y="85465"/>
                </a:lnTo>
                <a:lnTo>
                  <a:pt x="868913" y="83525"/>
                </a:lnTo>
                <a:lnTo>
                  <a:pt x="868848" y="81622"/>
                </a:lnTo>
                <a:lnTo>
                  <a:pt x="868739" y="79757"/>
                </a:lnTo>
                <a:lnTo>
                  <a:pt x="868588" y="77929"/>
                </a:lnTo>
                <a:lnTo>
                  <a:pt x="868393" y="76139"/>
                </a:lnTo>
                <a:lnTo>
                  <a:pt x="868155" y="74387"/>
                </a:lnTo>
                <a:lnTo>
                  <a:pt x="867874" y="72672"/>
                </a:lnTo>
                <a:lnTo>
                  <a:pt x="867549" y="70994"/>
                </a:lnTo>
                <a:lnTo>
                  <a:pt x="867181" y="69354"/>
                </a:lnTo>
                <a:lnTo>
                  <a:pt x="866770" y="67752"/>
                </a:lnTo>
                <a:lnTo>
                  <a:pt x="866316" y="66187"/>
                </a:lnTo>
                <a:lnTo>
                  <a:pt x="865818" y="64659"/>
                </a:lnTo>
                <a:lnTo>
                  <a:pt x="865277" y="63169"/>
                </a:lnTo>
                <a:lnTo>
                  <a:pt x="864693" y="61717"/>
                </a:lnTo>
                <a:lnTo>
                  <a:pt x="864065" y="60302"/>
                </a:lnTo>
                <a:lnTo>
                  <a:pt x="863394" y="58925"/>
                </a:lnTo>
                <a:lnTo>
                  <a:pt x="862680" y="57585"/>
                </a:lnTo>
                <a:lnTo>
                  <a:pt x="861922" y="56283"/>
                </a:lnTo>
                <a:lnTo>
                  <a:pt x="861122" y="55018"/>
                </a:lnTo>
                <a:lnTo>
                  <a:pt x="860278" y="53791"/>
                </a:lnTo>
                <a:lnTo>
                  <a:pt x="859390" y="52602"/>
                </a:lnTo>
                <a:lnTo>
                  <a:pt x="858460" y="51449"/>
                </a:lnTo>
                <a:lnTo>
                  <a:pt x="857486" y="50335"/>
                </a:lnTo>
                <a:lnTo>
                  <a:pt x="856469" y="49258"/>
                </a:lnTo>
                <a:lnTo>
                  <a:pt x="855414" y="48222"/>
                </a:lnTo>
                <a:lnTo>
                  <a:pt x="854329" y="47229"/>
                </a:lnTo>
                <a:lnTo>
                  <a:pt x="853212" y="46281"/>
                </a:lnTo>
                <a:lnTo>
                  <a:pt x="852063" y="45377"/>
                </a:lnTo>
                <a:lnTo>
                  <a:pt x="850884" y="44518"/>
                </a:lnTo>
                <a:lnTo>
                  <a:pt x="849673" y="43702"/>
                </a:lnTo>
                <a:lnTo>
                  <a:pt x="848430" y="42930"/>
                </a:lnTo>
                <a:lnTo>
                  <a:pt x="847157" y="42203"/>
                </a:lnTo>
                <a:lnTo>
                  <a:pt x="845852" y="41519"/>
                </a:lnTo>
                <a:lnTo>
                  <a:pt x="844516" y="40880"/>
                </a:lnTo>
                <a:lnTo>
                  <a:pt x="843148" y="40284"/>
                </a:lnTo>
                <a:lnTo>
                  <a:pt x="841749" y="39733"/>
                </a:lnTo>
                <a:lnTo>
                  <a:pt x="840319" y="39226"/>
                </a:lnTo>
                <a:lnTo>
                  <a:pt x="838858" y="38763"/>
                </a:lnTo>
                <a:lnTo>
                  <a:pt x="837365" y="38344"/>
                </a:lnTo>
                <a:lnTo>
                  <a:pt x="835841" y="37969"/>
                </a:lnTo>
                <a:lnTo>
                  <a:pt x="834286" y="37639"/>
                </a:lnTo>
                <a:lnTo>
                  <a:pt x="832699" y="37352"/>
                </a:lnTo>
                <a:lnTo>
                  <a:pt x="831081" y="37110"/>
                </a:lnTo>
                <a:lnTo>
                  <a:pt x="829432" y="36911"/>
                </a:lnTo>
                <a:lnTo>
                  <a:pt x="827751" y="36757"/>
                </a:lnTo>
                <a:lnTo>
                  <a:pt x="826039" y="36647"/>
                </a:lnTo>
                <a:lnTo>
                  <a:pt x="824296" y="36580"/>
                </a:lnTo>
                <a:lnTo>
                  <a:pt x="822522" y="36558"/>
                </a:lnTo>
                <a:lnTo>
                  <a:pt x="821241" y="36569"/>
                </a:lnTo>
                <a:lnTo>
                  <a:pt x="819977" y="36600"/>
                </a:lnTo>
                <a:lnTo>
                  <a:pt x="818730" y="36653"/>
                </a:lnTo>
                <a:lnTo>
                  <a:pt x="817500" y="36726"/>
                </a:lnTo>
                <a:lnTo>
                  <a:pt x="816287" y="36820"/>
                </a:lnTo>
                <a:lnTo>
                  <a:pt x="815091" y="36935"/>
                </a:lnTo>
                <a:lnTo>
                  <a:pt x="813912" y="37072"/>
                </a:lnTo>
                <a:lnTo>
                  <a:pt x="812750" y="37229"/>
                </a:lnTo>
                <a:lnTo>
                  <a:pt x="811605" y="37407"/>
                </a:lnTo>
                <a:lnTo>
                  <a:pt x="810476" y="37606"/>
                </a:lnTo>
                <a:lnTo>
                  <a:pt x="809365" y="37826"/>
                </a:lnTo>
                <a:lnTo>
                  <a:pt x="808270" y="38067"/>
                </a:lnTo>
                <a:lnTo>
                  <a:pt x="807193" y="38328"/>
                </a:lnTo>
                <a:lnTo>
                  <a:pt x="806132" y="38611"/>
                </a:lnTo>
                <a:lnTo>
                  <a:pt x="805089" y="38915"/>
                </a:lnTo>
                <a:lnTo>
                  <a:pt x="804062" y="39240"/>
                </a:lnTo>
                <a:lnTo>
                  <a:pt x="803052" y="39585"/>
                </a:lnTo>
                <a:lnTo>
                  <a:pt x="802059" y="39952"/>
                </a:lnTo>
                <a:lnTo>
                  <a:pt x="801083" y="40339"/>
                </a:lnTo>
                <a:lnTo>
                  <a:pt x="800124" y="40748"/>
                </a:lnTo>
                <a:lnTo>
                  <a:pt x="799182" y="41177"/>
                </a:lnTo>
                <a:lnTo>
                  <a:pt x="798257" y="41627"/>
                </a:lnTo>
                <a:lnTo>
                  <a:pt x="797349" y="42099"/>
                </a:lnTo>
                <a:lnTo>
                  <a:pt x="796458" y="42591"/>
                </a:lnTo>
                <a:lnTo>
                  <a:pt x="795584" y="43103"/>
                </a:lnTo>
                <a:lnTo>
                  <a:pt x="794728" y="43632"/>
                </a:lnTo>
                <a:lnTo>
                  <a:pt x="793890" y="44179"/>
                </a:lnTo>
                <a:lnTo>
                  <a:pt x="793069" y="44744"/>
                </a:lnTo>
                <a:lnTo>
                  <a:pt x="792266" y="45327"/>
                </a:lnTo>
                <a:lnTo>
                  <a:pt x="791482" y="45928"/>
                </a:lnTo>
                <a:lnTo>
                  <a:pt x="790714" y="46547"/>
                </a:lnTo>
                <a:lnTo>
                  <a:pt x="789965" y="47183"/>
                </a:lnTo>
                <a:lnTo>
                  <a:pt x="789234" y="47838"/>
                </a:lnTo>
                <a:lnTo>
                  <a:pt x="788520" y="48510"/>
                </a:lnTo>
                <a:lnTo>
                  <a:pt x="787824" y="49200"/>
                </a:lnTo>
                <a:lnTo>
                  <a:pt x="787146" y="49908"/>
                </a:lnTo>
                <a:lnTo>
                  <a:pt x="786485" y="50633"/>
                </a:lnTo>
                <a:lnTo>
                  <a:pt x="785843" y="51377"/>
                </a:lnTo>
                <a:lnTo>
                  <a:pt x="785218" y="52138"/>
                </a:lnTo>
                <a:lnTo>
                  <a:pt x="784611" y="52917"/>
                </a:lnTo>
                <a:lnTo>
                  <a:pt x="784022" y="53714"/>
                </a:lnTo>
                <a:lnTo>
                  <a:pt x="783451" y="54529"/>
                </a:lnTo>
                <a:lnTo>
                  <a:pt x="782897" y="55362"/>
                </a:lnTo>
                <a:lnTo>
                  <a:pt x="782361" y="56212"/>
                </a:lnTo>
                <a:lnTo>
                  <a:pt x="781843" y="57080"/>
                </a:lnTo>
                <a:lnTo>
                  <a:pt x="781343" y="57967"/>
                </a:lnTo>
                <a:lnTo>
                  <a:pt x="780860" y="58871"/>
                </a:lnTo>
                <a:lnTo>
                  <a:pt x="780396" y="59792"/>
                </a:lnTo>
                <a:lnTo>
                  <a:pt x="779950" y="60730"/>
                </a:lnTo>
                <a:lnTo>
                  <a:pt x="779522" y="61683"/>
                </a:lnTo>
                <a:lnTo>
                  <a:pt x="779114" y="62651"/>
                </a:lnTo>
                <a:lnTo>
                  <a:pt x="778725" y="63633"/>
                </a:lnTo>
                <a:lnTo>
                  <a:pt x="778354" y="64631"/>
                </a:lnTo>
                <a:lnTo>
                  <a:pt x="778003" y="65643"/>
                </a:lnTo>
                <a:lnTo>
                  <a:pt x="777671" y="66671"/>
                </a:lnTo>
                <a:lnTo>
                  <a:pt x="777357" y="67713"/>
                </a:lnTo>
                <a:lnTo>
                  <a:pt x="777063" y="68770"/>
                </a:lnTo>
                <a:lnTo>
                  <a:pt x="776788" y="69842"/>
                </a:lnTo>
                <a:lnTo>
                  <a:pt x="776531" y="70929"/>
                </a:lnTo>
                <a:lnTo>
                  <a:pt x="776294" y="72031"/>
                </a:lnTo>
                <a:lnTo>
                  <a:pt x="776076" y="73147"/>
                </a:lnTo>
                <a:lnTo>
                  <a:pt x="775876" y="74279"/>
                </a:lnTo>
                <a:lnTo>
                  <a:pt x="775696" y="75425"/>
                </a:lnTo>
                <a:lnTo>
                  <a:pt x="775534" y="76587"/>
                </a:lnTo>
                <a:lnTo>
                  <a:pt x="775392" y="77763"/>
                </a:lnTo>
                <a:lnTo>
                  <a:pt x="775269" y="78954"/>
                </a:lnTo>
                <a:lnTo>
                  <a:pt x="775164" y="80160"/>
                </a:lnTo>
                <a:lnTo>
                  <a:pt x="775079" y="81381"/>
                </a:lnTo>
                <a:lnTo>
                  <a:pt x="775012" y="82617"/>
                </a:lnTo>
                <a:lnTo>
                  <a:pt x="774965" y="83868"/>
                </a:lnTo>
                <a:lnTo>
                  <a:pt x="774936" y="85133"/>
                </a:lnTo>
                <a:lnTo>
                  <a:pt x="774927" y="86414"/>
                </a:lnTo>
                <a:lnTo>
                  <a:pt x="774937" y="87735"/>
                </a:lnTo>
                <a:lnTo>
                  <a:pt x="774966" y="89041"/>
                </a:lnTo>
                <a:lnTo>
                  <a:pt x="775015" y="90331"/>
                </a:lnTo>
                <a:lnTo>
                  <a:pt x="775083" y="91604"/>
                </a:lnTo>
                <a:lnTo>
                  <a:pt x="775171" y="92862"/>
                </a:lnTo>
                <a:lnTo>
                  <a:pt x="775278" y="94104"/>
                </a:lnTo>
                <a:lnTo>
                  <a:pt x="775405" y="95330"/>
                </a:lnTo>
                <a:lnTo>
                  <a:pt x="775551" y="96540"/>
                </a:lnTo>
                <a:lnTo>
                  <a:pt x="775717" y="97735"/>
                </a:lnTo>
                <a:lnTo>
                  <a:pt x="775902" y="98913"/>
                </a:lnTo>
                <a:lnTo>
                  <a:pt x="776107" y="100075"/>
                </a:lnTo>
                <a:lnTo>
                  <a:pt x="776331" y="101222"/>
                </a:lnTo>
                <a:lnTo>
                  <a:pt x="776575" y="102352"/>
                </a:lnTo>
                <a:lnTo>
                  <a:pt x="776838" y="103467"/>
                </a:lnTo>
                <a:lnTo>
                  <a:pt x="777121" y="104565"/>
                </a:lnTo>
                <a:lnTo>
                  <a:pt x="777423" y="105648"/>
                </a:lnTo>
                <a:lnTo>
                  <a:pt x="777745" y="106715"/>
                </a:lnTo>
                <a:lnTo>
                  <a:pt x="778086" y="107766"/>
                </a:lnTo>
                <a:lnTo>
                  <a:pt x="778447" y="108801"/>
                </a:lnTo>
                <a:lnTo>
                  <a:pt x="778827" y="109820"/>
                </a:lnTo>
                <a:lnTo>
                  <a:pt x="779227" y="110823"/>
                </a:lnTo>
                <a:lnTo>
                  <a:pt x="779646" y="111810"/>
                </a:lnTo>
                <a:lnTo>
                  <a:pt x="780085" y="112782"/>
                </a:lnTo>
                <a:lnTo>
                  <a:pt x="780544" y="113737"/>
                </a:lnTo>
                <a:lnTo>
                  <a:pt x="781021" y="114675"/>
                </a:lnTo>
                <a:lnTo>
                  <a:pt x="781517" y="115594"/>
                </a:lnTo>
                <a:lnTo>
                  <a:pt x="782031" y="116495"/>
                </a:lnTo>
                <a:lnTo>
                  <a:pt x="782564" y="117377"/>
                </a:lnTo>
                <a:lnTo>
                  <a:pt x="783115" y="118241"/>
                </a:lnTo>
                <a:lnTo>
                  <a:pt x="783685" y="119087"/>
                </a:lnTo>
                <a:lnTo>
                  <a:pt x="784273" y="119913"/>
                </a:lnTo>
                <a:lnTo>
                  <a:pt x="784879" y="120722"/>
                </a:lnTo>
                <a:lnTo>
                  <a:pt x="785505" y="121511"/>
                </a:lnTo>
                <a:lnTo>
                  <a:pt x="786148" y="122283"/>
                </a:lnTo>
                <a:lnTo>
                  <a:pt x="786810" y="123035"/>
                </a:lnTo>
                <a:lnTo>
                  <a:pt x="787491" y="123770"/>
                </a:lnTo>
                <a:lnTo>
                  <a:pt x="788190" y="124485"/>
                </a:lnTo>
                <a:lnTo>
                  <a:pt x="788907" y="125182"/>
                </a:lnTo>
                <a:lnTo>
                  <a:pt x="789643" y="125861"/>
                </a:lnTo>
                <a:lnTo>
                  <a:pt x="790398" y="126521"/>
                </a:lnTo>
                <a:lnTo>
                  <a:pt x="791171" y="127163"/>
                </a:lnTo>
                <a:lnTo>
                  <a:pt x="791962" y="127786"/>
                </a:lnTo>
                <a:lnTo>
                  <a:pt x="792772" y="128390"/>
                </a:lnTo>
                <a:lnTo>
                  <a:pt x="793600" y="128976"/>
                </a:lnTo>
                <a:lnTo>
                  <a:pt x="794447" y="129544"/>
                </a:lnTo>
                <a:lnTo>
                  <a:pt x="795312" y="130093"/>
                </a:lnTo>
                <a:lnTo>
                  <a:pt x="796196" y="130624"/>
                </a:lnTo>
                <a:lnTo>
                  <a:pt x="797098" y="131135"/>
                </a:lnTo>
                <a:lnTo>
                  <a:pt x="798019" y="131628"/>
                </a:lnTo>
                <a:lnTo>
                  <a:pt x="798957" y="132099"/>
                </a:lnTo>
                <a:lnTo>
                  <a:pt x="799913" y="132549"/>
                </a:lnTo>
                <a:lnTo>
                  <a:pt x="800887" y="132979"/>
                </a:lnTo>
                <a:lnTo>
                  <a:pt x="801878" y="133387"/>
                </a:lnTo>
                <a:lnTo>
                  <a:pt x="802888" y="133775"/>
                </a:lnTo>
                <a:lnTo>
                  <a:pt x="803915" y="134141"/>
                </a:lnTo>
                <a:lnTo>
                  <a:pt x="804960" y="134487"/>
                </a:lnTo>
                <a:lnTo>
                  <a:pt x="806022" y="134812"/>
                </a:lnTo>
                <a:lnTo>
                  <a:pt x="807103" y="135115"/>
                </a:lnTo>
                <a:lnTo>
                  <a:pt x="808201" y="135398"/>
                </a:lnTo>
                <a:lnTo>
                  <a:pt x="809317" y="135660"/>
                </a:lnTo>
                <a:lnTo>
                  <a:pt x="810451" y="135901"/>
                </a:lnTo>
                <a:lnTo>
                  <a:pt x="811603" y="136121"/>
                </a:lnTo>
                <a:lnTo>
                  <a:pt x="812772" y="136320"/>
                </a:lnTo>
                <a:lnTo>
                  <a:pt x="813960" y="136498"/>
                </a:lnTo>
                <a:lnTo>
                  <a:pt x="815165" y="136655"/>
                </a:lnTo>
                <a:lnTo>
                  <a:pt x="816388" y="136791"/>
                </a:lnTo>
                <a:lnTo>
                  <a:pt x="817628" y="136906"/>
                </a:lnTo>
                <a:lnTo>
                  <a:pt x="818887" y="137000"/>
                </a:lnTo>
                <a:lnTo>
                  <a:pt x="820163" y="137074"/>
                </a:lnTo>
                <a:lnTo>
                  <a:pt x="821457" y="137126"/>
                </a:lnTo>
                <a:lnTo>
                  <a:pt x="822769" y="137158"/>
                </a:lnTo>
                <a:lnTo>
                  <a:pt x="824098" y="137168"/>
                </a:lnTo>
                <a:lnTo>
                  <a:pt x="825185" y="137161"/>
                </a:lnTo>
                <a:lnTo>
                  <a:pt x="826260" y="137142"/>
                </a:lnTo>
                <a:lnTo>
                  <a:pt x="827323" y="137109"/>
                </a:lnTo>
                <a:lnTo>
                  <a:pt x="828375" y="137064"/>
                </a:lnTo>
                <a:lnTo>
                  <a:pt x="829416" y="137005"/>
                </a:lnTo>
                <a:close/>
                <a:moveTo>
                  <a:pt x="801807" y="71306"/>
                </a:moveTo>
                <a:lnTo>
                  <a:pt x="801955" y="70560"/>
                </a:lnTo>
                <a:lnTo>
                  <a:pt x="802121" y="69831"/>
                </a:lnTo>
                <a:lnTo>
                  <a:pt x="802305" y="69118"/>
                </a:lnTo>
                <a:lnTo>
                  <a:pt x="802507" y="68422"/>
                </a:lnTo>
                <a:lnTo>
                  <a:pt x="802726" y="67742"/>
                </a:lnTo>
                <a:lnTo>
                  <a:pt x="802964" y="67079"/>
                </a:lnTo>
                <a:lnTo>
                  <a:pt x="803220" y="66432"/>
                </a:lnTo>
                <a:lnTo>
                  <a:pt x="803494" y="65802"/>
                </a:lnTo>
                <a:lnTo>
                  <a:pt x="803786" y="65189"/>
                </a:lnTo>
                <a:lnTo>
                  <a:pt x="804096" y="64592"/>
                </a:lnTo>
                <a:lnTo>
                  <a:pt x="804423" y="64011"/>
                </a:lnTo>
                <a:lnTo>
                  <a:pt x="804769" y="63448"/>
                </a:lnTo>
                <a:lnTo>
                  <a:pt x="805132" y="62900"/>
                </a:lnTo>
                <a:lnTo>
                  <a:pt x="805514" y="62370"/>
                </a:lnTo>
                <a:lnTo>
                  <a:pt x="805914" y="61856"/>
                </a:lnTo>
                <a:lnTo>
                  <a:pt x="806331" y="61358"/>
                </a:lnTo>
                <a:lnTo>
                  <a:pt x="806767" y="60877"/>
                </a:lnTo>
                <a:lnTo>
                  <a:pt x="807220" y="60413"/>
                </a:lnTo>
                <a:lnTo>
                  <a:pt x="807691" y="59965"/>
                </a:lnTo>
                <a:lnTo>
                  <a:pt x="808178" y="59534"/>
                </a:lnTo>
                <a:lnTo>
                  <a:pt x="808675" y="59122"/>
                </a:lnTo>
                <a:lnTo>
                  <a:pt x="809184" y="58728"/>
                </a:lnTo>
                <a:lnTo>
                  <a:pt x="809705" y="58353"/>
                </a:lnTo>
                <a:lnTo>
                  <a:pt x="810237" y="57996"/>
                </a:lnTo>
                <a:lnTo>
                  <a:pt x="810780" y="57657"/>
                </a:lnTo>
                <a:lnTo>
                  <a:pt x="811335" y="57336"/>
                </a:lnTo>
                <a:lnTo>
                  <a:pt x="811901" y="57034"/>
                </a:lnTo>
                <a:lnTo>
                  <a:pt x="812479" y="56750"/>
                </a:lnTo>
                <a:lnTo>
                  <a:pt x="813068" y="56485"/>
                </a:lnTo>
                <a:lnTo>
                  <a:pt x="813669" y="56238"/>
                </a:lnTo>
                <a:lnTo>
                  <a:pt x="814281" y="56009"/>
                </a:lnTo>
                <a:lnTo>
                  <a:pt x="814905" y="55798"/>
                </a:lnTo>
                <a:lnTo>
                  <a:pt x="815540" y="55606"/>
                </a:lnTo>
                <a:lnTo>
                  <a:pt x="816187" y="55432"/>
                </a:lnTo>
                <a:lnTo>
                  <a:pt x="816845" y="55276"/>
                </a:lnTo>
                <a:lnTo>
                  <a:pt x="817514" y="55139"/>
                </a:lnTo>
                <a:lnTo>
                  <a:pt x="818195" y="55020"/>
                </a:lnTo>
                <a:lnTo>
                  <a:pt x="818888" y="54919"/>
                </a:lnTo>
                <a:lnTo>
                  <a:pt x="819592" y="54836"/>
                </a:lnTo>
                <a:lnTo>
                  <a:pt x="820307" y="54772"/>
                </a:lnTo>
                <a:lnTo>
                  <a:pt x="821034" y="54726"/>
                </a:lnTo>
                <a:lnTo>
                  <a:pt x="821772" y="54699"/>
                </a:lnTo>
                <a:lnTo>
                  <a:pt x="822522" y="54690"/>
                </a:lnTo>
                <a:lnTo>
                  <a:pt x="823255" y="54699"/>
                </a:lnTo>
                <a:lnTo>
                  <a:pt x="823978" y="54725"/>
                </a:lnTo>
                <a:lnTo>
                  <a:pt x="824689" y="54770"/>
                </a:lnTo>
                <a:lnTo>
                  <a:pt x="825389" y="54832"/>
                </a:lnTo>
                <a:lnTo>
                  <a:pt x="826078" y="54912"/>
                </a:lnTo>
                <a:lnTo>
                  <a:pt x="826756" y="55010"/>
                </a:lnTo>
                <a:lnTo>
                  <a:pt x="827423" y="55126"/>
                </a:lnTo>
                <a:lnTo>
                  <a:pt x="828078" y="55259"/>
                </a:lnTo>
                <a:lnTo>
                  <a:pt x="828723" y="55410"/>
                </a:lnTo>
                <a:lnTo>
                  <a:pt x="829356" y="55579"/>
                </a:lnTo>
                <a:lnTo>
                  <a:pt x="829979" y="55766"/>
                </a:lnTo>
                <a:lnTo>
                  <a:pt x="830590" y="55971"/>
                </a:lnTo>
                <a:lnTo>
                  <a:pt x="831190" y="56193"/>
                </a:lnTo>
                <a:lnTo>
                  <a:pt x="831779" y="56433"/>
                </a:lnTo>
                <a:lnTo>
                  <a:pt x="832357" y="56691"/>
                </a:lnTo>
                <a:lnTo>
                  <a:pt x="832923" y="56967"/>
                </a:lnTo>
                <a:lnTo>
                  <a:pt x="833479" y="57261"/>
                </a:lnTo>
                <a:lnTo>
                  <a:pt x="834023" y="57572"/>
                </a:lnTo>
                <a:lnTo>
                  <a:pt x="834557" y="57901"/>
                </a:lnTo>
                <a:lnTo>
                  <a:pt x="835079" y="58248"/>
                </a:lnTo>
                <a:lnTo>
                  <a:pt x="835590" y="58613"/>
                </a:lnTo>
                <a:lnTo>
                  <a:pt x="836090" y="58995"/>
                </a:lnTo>
                <a:lnTo>
                  <a:pt x="836579" y="59396"/>
                </a:lnTo>
                <a:lnTo>
                  <a:pt x="837056" y="59814"/>
                </a:lnTo>
                <a:lnTo>
                  <a:pt x="837519" y="60250"/>
                </a:lnTo>
                <a:lnTo>
                  <a:pt x="837963" y="60704"/>
                </a:lnTo>
                <a:lnTo>
                  <a:pt x="838389" y="61177"/>
                </a:lnTo>
                <a:lnTo>
                  <a:pt x="838796" y="61667"/>
                </a:lnTo>
                <a:lnTo>
                  <a:pt x="839184" y="62176"/>
                </a:lnTo>
                <a:lnTo>
                  <a:pt x="839554" y="62702"/>
                </a:lnTo>
                <a:lnTo>
                  <a:pt x="839905" y="63247"/>
                </a:lnTo>
                <a:lnTo>
                  <a:pt x="840237" y="63810"/>
                </a:lnTo>
                <a:lnTo>
                  <a:pt x="840551" y="64391"/>
                </a:lnTo>
                <a:lnTo>
                  <a:pt x="840846" y="64991"/>
                </a:lnTo>
                <a:lnTo>
                  <a:pt x="841122" y="65608"/>
                </a:lnTo>
                <a:lnTo>
                  <a:pt x="841380" y="66244"/>
                </a:lnTo>
                <a:lnTo>
                  <a:pt x="841619" y="66897"/>
                </a:lnTo>
                <a:lnTo>
                  <a:pt x="841839" y="67569"/>
                </a:lnTo>
                <a:lnTo>
                  <a:pt x="842041" y="68259"/>
                </a:lnTo>
                <a:lnTo>
                  <a:pt x="842224" y="68967"/>
                </a:lnTo>
                <a:lnTo>
                  <a:pt x="842389" y="69693"/>
                </a:lnTo>
                <a:lnTo>
                  <a:pt x="842535" y="70438"/>
                </a:lnTo>
                <a:lnTo>
                  <a:pt x="842662" y="71200"/>
                </a:lnTo>
                <a:lnTo>
                  <a:pt x="842770" y="71981"/>
                </a:lnTo>
                <a:lnTo>
                  <a:pt x="842860" y="72780"/>
                </a:lnTo>
                <a:lnTo>
                  <a:pt x="842932" y="73597"/>
                </a:lnTo>
                <a:lnTo>
                  <a:pt x="842984" y="74432"/>
                </a:lnTo>
                <a:lnTo>
                  <a:pt x="843018" y="75285"/>
                </a:lnTo>
                <a:lnTo>
                  <a:pt x="801336" y="75285"/>
                </a:lnTo>
                <a:lnTo>
                  <a:pt x="801394" y="74456"/>
                </a:lnTo>
                <a:lnTo>
                  <a:pt x="801470" y="73644"/>
                </a:lnTo>
                <a:lnTo>
                  <a:pt x="801564" y="72848"/>
                </a:lnTo>
                <a:lnTo>
                  <a:pt x="801676" y="72069"/>
                </a:lnTo>
                <a:lnTo>
                  <a:pt x="801807" y="71306"/>
                </a:lnTo>
                <a:close/>
                <a:moveTo>
                  <a:pt x="624529" y="124013"/>
                </a:moveTo>
                <a:lnTo>
                  <a:pt x="624948" y="124566"/>
                </a:lnTo>
                <a:lnTo>
                  <a:pt x="625376" y="125108"/>
                </a:lnTo>
                <a:lnTo>
                  <a:pt x="625814" y="125639"/>
                </a:lnTo>
                <a:lnTo>
                  <a:pt x="626261" y="126159"/>
                </a:lnTo>
                <a:lnTo>
                  <a:pt x="626717" y="126668"/>
                </a:lnTo>
                <a:lnTo>
                  <a:pt x="627183" y="127166"/>
                </a:lnTo>
                <a:lnTo>
                  <a:pt x="627658" y="127653"/>
                </a:lnTo>
                <a:lnTo>
                  <a:pt x="628143" y="128130"/>
                </a:lnTo>
                <a:lnTo>
                  <a:pt x="628637" y="128595"/>
                </a:lnTo>
                <a:lnTo>
                  <a:pt x="629141" y="129049"/>
                </a:lnTo>
                <a:lnTo>
                  <a:pt x="629654" y="129493"/>
                </a:lnTo>
                <a:lnTo>
                  <a:pt x="630176" y="129925"/>
                </a:lnTo>
                <a:lnTo>
                  <a:pt x="630708" y="130347"/>
                </a:lnTo>
                <a:lnTo>
                  <a:pt x="631249" y="130757"/>
                </a:lnTo>
                <a:lnTo>
                  <a:pt x="631800" y="131157"/>
                </a:lnTo>
                <a:lnTo>
                  <a:pt x="632360" y="131546"/>
                </a:lnTo>
                <a:lnTo>
                  <a:pt x="632929" y="131923"/>
                </a:lnTo>
                <a:lnTo>
                  <a:pt x="633508" y="132290"/>
                </a:lnTo>
                <a:lnTo>
                  <a:pt x="634096" y="132646"/>
                </a:lnTo>
                <a:lnTo>
                  <a:pt x="634694" y="132991"/>
                </a:lnTo>
                <a:lnTo>
                  <a:pt x="635301" y="133325"/>
                </a:lnTo>
                <a:lnTo>
                  <a:pt x="635916" y="133646"/>
                </a:lnTo>
                <a:lnTo>
                  <a:pt x="636539" y="133954"/>
                </a:lnTo>
                <a:lnTo>
                  <a:pt x="637168" y="134247"/>
                </a:lnTo>
                <a:lnTo>
                  <a:pt x="637804" y="134527"/>
                </a:lnTo>
                <a:lnTo>
                  <a:pt x="638448" y="134792"/>
                </a:lnTo>
                <a:lnTo>
                  <a:pt x="639098" y="135043"/>
                </a:lnTo>
                <a:lnTo>
                  <a:pt x="639755" y="135280"/>
                </a:lnTo>
                <a:lnTo>
                  <a:pt x="640420" y="135504"/>
                </a:lnTo>
                <a:lnTo>
                  <a:pt x="641091" y="135713"/>
                </a:lnTo>
                <a:lnTo>
                  <a:pt x="641770" y="135908"/>
                </a:lnTo>
                <a:lnTo>
                  <a:pt x="642455" y="136089"/>
                </a:lnTo>
                <a:lnTo>
                  <a:pt x="643147" y="136256"/>
                </a:lnTo>
                <a:lnTo>
                  <a:pt x="643847" y="136410"/>
                </a:lnTo>
                <a:lnTo>
                  <a:pt x="644553" y="136549"/>
                </a:lnTo>
                <a:lnTo>
                  <a:pt x="645267" y="136674"/>
                </a:lnTo>
                <a:lnTo>
                  <a:pt x="645987" y="136785"/>
                </a:lnTo>
                <a:lnTo>
                  <a:pt x="646715" y="136882"/>
                </a:lnTo>
                <a:lnTo>
                  <a:pt x="647449" y="136965"/>
                </a:lnTo>
                <a:lnTo>
                  <a:pt x="648191" y="137034"/>
                </a:lnTo>
                <a:lnTo>
                  <a:pt x="648939" y="137089"/>
                </a:lnTo>
                <a:lnTo>
                  <a:pt x="649695" y="137129"/>
                </a:lnTo>
                <a:lnTo>
                  <a:pt x="650457" y="137156"/>
                </a:lnTo>
                <a:lnTo>
                  <a:pt x="651227" y="137169"/>
                </a:lnTo>
                <a:lnTo>
                  <a:pt x="652004" y="137168"/>
                </a:lnTo>
                <a:lnTo>
                  <a:pt x="652952" y="137150"/>
                </a:lnTo>
                <a:lnTo>
                  <a:pt x="653893" y="137114"/>
                </a:lnTo>
                <a:lnTo>
                  <a:pt x="654826" y="137059"/>
                </a:lnTo>
                <a:lnTo>
                  <a:pt x="655751" y="136986"/>
                </a:lnTo>
                <a:lnTo>
                  <a:pt x="656668" y="136893"/>
                </a:lnTo>
                <a:lnTo>
                  <a:pt x="657577" y="136782"/>
                </a:lnTo>
                <a:lnTo>
                  <a:pt x="658479" y="136652"/>
                </a:lnTo>
                <a:lnTo>
                  <a:pt x="659372" y="136504"/>
                </a:lnTo>
                <a:lnTo>
                  <a:pt x="660258" y="136337"/>
                </a:lnTo>
                <a:lnTo>
                  <a:pt x="661136" y="136151"/>
                </a:lnTo>
                <a:lnTo>
                  <a:pt x="662006" y="135946"/>
                </a:lnTo>
                <a:lnTo>
                  <a:pt x="662868" y="135723"/>
                </a:lnTo>
                <a:lnTo>
                  <a:pt x="663722" y="135481"/>
                </a:lnTo>
                <a:lnTo>
                  <a:pt x="664568" y="135220"/>
                </a:lnTo>
                <a:lnTo>
                  <a:pt x="665407" y="134941"/>
                </a:lnTo>
                <a:lnTo>
                  <a:pt x="666237" y="134643"/>
                </a:lnTo>
                <a:lnTo>
                  <a:pt x="667060" y="134326"/>
                </a:lnTo>
                <a:lnTo>
                  <a:pt x="667875" y="133991"/>
                </a:lnTo>
                <a:lnTo>
                  <a:pt x="668682" y="133636"/>
                </a:lnTo>
                <a:lnTo>
                  <a:pt x="669481" y="133264"/>
                </a:lnTo>
                <a:lnTo>
                  <a:pt x="670272" y="132872"/>
                </a:lnTo>
                <a:lnTo>
                  <a:pt x="671055" y="132462"/>
                </a:lnTo>
                <a:lnTo>
                  <a:pt x="671831" y="132033"/>
                </a:lnTo>
                <a:lnTo>
                  <a:pt x="672599" y="131585"/>
                </a:lnTo>
                <a:lnTo>
                  <a:pt x="673356" y="131119"/>
                </a:lnTo>
                <a:lnTo>
                  <a:pt x="674100" y="130633"/>
                </a:lnTo>
                <a:lnTo>
                  <a:pt x="674830" y="130128"/>
                </a:lnTo>
                <a:lnTo>
                  <a:pt x="675548" y="129605"/>
                </a:lnTo>
                <a:lnTo>
                  <a:pt x="676252" y="129062"/>
                </a:lnTo>
                <a:lnTo>
                  <a:pt x="676944" y="128500"/>
                </a:lnTo>
                <a:lnTo>
                  <a:pt x="677622" y="127919"/>
                </a:lnTo>
                <a:lnTo>
                  <a:pt x="678287" y="127319"/>
                </a:lnTo>
                <a:lnTo>
                  <a:pt x="678938" y="126701"/>
                </a:lnTo>
                <a:lnTo>
                  <a:pt x="679577" y="126063"/>
                </a:lnTo>
                <a:lnTo>
                  <a:pt x="680202" y="125406"/>
                </a:lnTo>
                <a:lnTo>
                  <a:pt x="680814" y="124730"/>
                </a:lnTo>
                <a:lnTo>
                  <a:pt x="681413" y="124035"/>
                </a:lnTo>
                <a:lnTo>
                  <a:pt x="681999" y="123320"/>
                </a:lnTo>
                <a:lnTo>
                  <a:pt x="682572" y="122587"/>
                </a:lnTo>
                <a:lnTo>
                  <a:pt x="683131" y="121835"/>
                </a:lnTo>
                <a:lnTo>
                  <a:pt x="683678" y="121064"/>
                </a:lnTo>
                <a:lnTo>
                  <a:pt x="684211" y="120274"/>
                </a:lnTo>
                <a:lnTo>
                  <a:pt x="684731" y="119464"/>
                </a:lnTo>
                <a:lnTo>
                  <a:pt x="685238" y="118636"/>
                </a:lnTo>
                <a:lnTo>
                  <a:pt x="685731" y="117788"/>
                </a:lnTo>
                <a:lnTo>
                  <a:pt x="686212" y="116922"/>
                </a:lnTo>
                <a:lnTo>
                  <a:pt x="686679" y="116036"/>
                </a:lnTo>
                <a:lnTo>
                  <a:pt x="687133" y="115132"/>
                </a:lnTo>
                <a:lnTo>
                  <a:pt x="687571" y="114208"/>
                </a:lnTo>
                <a:lnTo>
                  <a:pt x="687991" y="113263"/>
                </a:lnTo>
                <a:lnTo>
                  <a:pt x="688392" y="112298"/>
                </a:lnTo>
                <a:lnTo>
                  <a:pt x="688774" y="111312"/>
                </a:lnTo>
                <a:lnTo>
                  <a:pt x="689138" y="110306"/>
                </a:lnTo>
                <a:lnTo>
                  <a:pt x="689483" y="109280"/>
                </a:lnTo>
                <a:lnTo>
                  <a:pt x="689809" y="108233"/>
                </a:lnTo>
                <a:lnTo>
                  <a:pt x="690117" y="107166"/>
                </a:lnTo>
                <a:lnTo>
                  <a:pt x="690406" y="106078"/>
                </a:lnTo>
                <a:lnTo>
                  <a:pt x="690676" y="104970"/>
                </a:lnTo>
                <a:lnTo>
                  <a:pt x="690928" y="103842"/>
                </a:lnTo>
                <a:lnTo>
                  <a:pt x="691161" y="102693"/>
                </a:lnTo>
                <a:lnTo>
                  <a:pt x="691376" y="101523"/>
                </a:lnTo>
                <a:lnTo>
                  <a:pt x="691571" y="100334"/>
                </a:lnTo>
                <a:lnTo>
                  <a:pt x="691748" y="99123"/>
                </a:lnTo>
                <a:lnTo>
                  <a:pt x="691907" y="97893"/>
                </a:lnTo>
                <a:lnTo>
                  <a:pt x="692047" y="96642"/>
                </a:lnTo>
                <a:lnTo>
                  <a:pt x="692168" y="95370"/>
                </a:lnTo>
                <a:lnTo>
                  <a:pt x="692271" y="94079"/>
                </a:lnTo>
                <a:lnTo>
                  <a:pt x="692355" y="92766"/>
                </a:lnTo>
                <a:lnTo>
                  <a:pt x="692420" y="91433"/>
                </a:lnTo>
                <a:lnTo>
                  <a:pt x="692466" y="90080"/>
                </a:lnTo>
                <a:lnTo>
                  <a:pt x="692494" y="88707"/>
                </a:lnTo>
                <a:lnTo>
                  <a:pt x="692504" y="87313"/>
                </a:lnTo>
                <a:lnTo>
                  <a:pt x="692495" y="85869"/>
                </a:lnTo>
                <a:lnTo>
                  <a:pt x="692469" y="84448"/>
                </a:lnTo>
                <a:lnTo>
                  <a:pt x="692426" y="83048"/>
                </a:lnTo>
                <a:lnTo>
                  <a:pt x="692365" y="81670"/>
                </a:lnTo>
                <a:lnTo>
                  <a:pt x="692288" y="80314"/>
                </a:lnTo>
                <a:lnTo>
                  <a:pt x="692193" y="78980"/>
                </a:lnTo>
                <a:lnTo>
                  <a:pt x="692080" y="77668"/>
                </a:lnTo>
                <a:lnTo>
                  <a:pt x="691951" y="76377"/>
                </a:lnTo>
                <a:lnTo>
                  <a:pt x="691804" y="75108"/>
                </a:lnTo>
                <a:lnTo>
                  <a:pt x="691640" y="73862"/>
                </a:lnTo>
                <a:lnTo>
                  <a:pt x="691458" y="72636"/>
                </a:lnTo>
                <a:lnTo>
                  <a:pt x="691260" y="71433"/>
                </a:lnTo>
                <a:lnTo>
                  <a:pt x="691044" y="70252"/>
                </a:lnTo>
                <a:lnTo>
                  <a:pt x="690810" y="69092"/>
                </a:lnTo>
                <a:lnTo>
                  <a:pt x="690560" y="67954"/>
                </a:lnTo>
                <a:lnTo>
                  <a:pt x="690292" y="66838"/>
                </a:lnTo>
                <a:lnTo>
                  <a:pt x="690007" y="65744"/>
                </a:lnTo>
                <a:lnTo>
                  <a:pt x="689705" y="64672"/>
                </a:lnTo>
                <a:lnTo>
                  <a:pt x="689385" y="63621"/>
                </a:lnTo>
                <a:lnTo>
                  <a:pt x="689048" y="62593"/>
                </a:lnTo>
                <a:lnTo>
                  <a:pt x="688694" y="61586"/>
                </a:lnTo>
                <a:lnTo>
                  <a:pt x="688322" y="60601"/>
                </a:lnTo>
                <a:lnTo>
                  <a:pt x="687933" y="59637"/>
                </a:lnTo>
                <a:lnTo>
                  <a:pt x="687527" y="58696"/>
                </a:lnTo>
                <a:lnTo>
                  <a:pt x="687106" y="57775"/>
                </a:lnTo>
                <a:lnTo>
                  <a:pt x="686672" y="56874"/>
                </a:lnTo>
                <a:lnTo>
                  <a:pt x="686225" y="55993"/>
                </a:lnTo>
                <a:lnTo>
                  <a:pt x="685765" y="55131"/>
                </a:lnTo>
                <a:lnTo>
                  <a:pt x="685291" y="54289"/>
                </a:lnTo>
                <a:lnTo>
                  <a:pt x="684805" y="53467"/>
                </a:lnTo>
                <a:lnTo>
                  <a:pt x="684306" y="52664"/>
                </a:lnTo>
                <a:lnTo>
                  <a:pt x="683794" y="51882"/>
                </a:lnTo>
                <a:lnTo>
                  <a:pt x="683269" y="51119"/>
                </a:lnTo>
                <a:lnTo>
                  <a:pt x="682730" y="50376"/>
                </a:lnTo>
                <a:lnTo>
                  <a:pt x="682179" y="49652"/>
                </a:lnTo>
                <a:lnTo>
                  <a:pt x="681615" y="48948"/>
                </a:lnTo>
                <a:lnTo>
                  <a:pt x="681038" y="48264"/>
                </a:lnTo>
                <a:lnTo>
                  <a:pt x="680448" y="47600"/>
                </a:lnTo>
                <a:lnTo>
                  <a:pt x="679844" y="46955"/>
                </a:lnTo>
                <a:lnTo>
                  <a:pt x="679228" y="46331"/>
                </a:lnTo>
                <a:lnTo>
                  <a:pt x="678599" y="45726"/>
                </a:lnTo>
                <a:lnTo>
                  <a:pt x="677957" y="45140"/>
                </a:lnTo>
                <a:lnTo>
                  <a:pt x="677301" y="44575"/>
                </a:lnTo>
                <a:lnTo>
                  <a:pt x="676633" y="44029"/>
                </a:lnTo>
                <a:lnTo>
                  <a:pt x="675952" y="43503"/>
                </a:lnTo>
                <a:lnTo>
                  <a:pt x="675258" y="42996"/>
                </a:lnTo>
                <a:lnTo>
                  <a:pt x="674551" y="42510"/>
                </a:lnTo>
                <a:lnTo>
                  <a:pt x="673830" y="42043"/>
                </a:lnTo>
                <a:lnTo>
                  <a:pt x="673099" y="41595"/>
                </a:lnTo>
                <a:lnTo>
                  <a:pt x="672359" y="41167"/>
                </a:lnTo>
                <a:lnTo>
                  <a:pt x="671611" y="40757"/>
                </a:lnTo>
                <a:lnTo>
                  <a:pt x="670854" y="40367"/>
                </a:lnTo>
                <a:lnTo>
                  <a:pt x="670088" y="39996"/>
                </a:lnTo>
                <a:lnTo>
                  <a:pt x="669313" y="39643"/>
                </a:lnTo>
                <a:lnTo>
                  <a:pt x="668529" y="39310"/>
                </a:lnTo>
                <a:lnTo>
                  <a:pt x="667737" y="38996"/>
                </a:lnTo>
                <a:lnTo>
                  <a:pt x="666936" y="38701"/>
                </a:lnTo>
                <a:lnTo>
                  <a:pt x="666127" y="38425"/>
                </a:lnTo>
                <a:lnTo>
                  <a:pt x="665308" y="38168"/>
                </a:lnTo>
                <a:lnTo>
                  <a:pt x="664481" y="37930"/>
                </a:lnTo>
                <a:lnTo>
                  <a:pt x="663646" y="37711"/>
                </a:lnTo>
                <a:lnTo>
                  <a:pt x="662801" y="37511"/>
                </a:lnTo>
                <a:lnTo>
                  <a:pt x="661948" y="37330"/>
                </a:lnTo>
                <a:lnTo>
                  <a:pt x="661086" y="37168"/>
                </a:lnTo>
                <a:lnTo>
                  <a:pt x="660215" y="37025"/>
                </a:lnTo>
                <a:lnTo>
                  <a:pt x="659336" y="36901"/>
                </a:lnTo>
                <a:lnTo>
                  <a:pt x="658448" y="36796"/>
                </a:lnTo>
                <a:lnTo>
                  <a:pt x="657551" y="36711"/>
                </a:lnTo>
                <a:lnTo>
                  <a:pt x="656645" y="36644"/>
                </a:lnTo>
                <a:lnTo>
                  <a:pt x="655731" y="36597"/>
                </a:lnTo>
                <a:lnTo>
                  <a:pt x="654808" y="36568"/>
                </a:lnTo>
                <a:lnTo>
                  <a:pt x="653876" y="36558"/>
                </a:lnTo>
                <a:lnTo>
                  <a:pt x="653027" y="36566"/>
                </a:lnTo>
                <a:lnTo>
                  <a:pt x="652187" y="36588"/>
                </a:lnTo>
                <a:lnTo>
                  <a:pt x="651357" y="36624"/>
                </a:lnTo>
                <a:lnTo>
                  <a:pt x="650537" y="36675"/>
                </a:lnTo>
                <a:lnTo>
                  <a:pt x="649726" y="36740"/>
                </a:lnTo>
                <a:lnTo>
                  <a:pt x="648924" y="36820"/>
                </a:lnTo>
                <a:lnTo>
                  <a:pt x="648133" y="36915"/>
                </a:lnTo>
                <a:lnTo>
                  <a:pt x="647350" y="37024"/>
                </a:lnTo>
                <a:lnTo>
                  <a:pt x="646578" y="37147"/>
                </a:lnTo>
                <a:lnTo>
                  <a:pt x="645815" y="37286"/>
                </a:lnTo>
                <a:lnTo>
                  <a:pt x="645061" y="37438"/>
                </a:lnTo>
                <a:lnTo>
                  <a:pt x="644318" y="37605"/>
                </a:lnTo>
                <a:lnTo>
                  <a:pt x="643583" y="37787"/>
                </a:lnTo>
                <a:lnTo>
                  <a:pt x="642859" y="37983"/>
                </a:lnTo>
                <a:lnTo>
                  <a:pt x="642143" y="38194"/>
                </a:lnTo>
                <a:lnTo>
                  <a:pt x="641438" y="38420"/>
                </a:lnTo>
                <a:lnTo>
                  <a:pt x="640742" y="38660"/>
                </a:lnTo>
                <a:lnTo>
                  <a:pt x="640056" y="38914"/>
                </a:lnTo>
                <a:lnTo>
                  <a:pt x="639379" y="39183"/>
                </a:lnTo>
                <a:lnTo>
                  <a:pt x="638712" y="39467"/>
                </a:lnTo>
                <a:lnTo>
                  <a:pt x="638054" y="39765"/>
                </a:lnTo>
                <a:lnTo>
                  <a:pt x="637406" y="40077"/>
                </a:lnTo>
                <a:lnTo>
                  <a:pt x="636768" y="40405"/>
                </a:lnTo>
                <a:lnTo>
                  <a:pt x="636139" y="40746"/>
                </a:lnTo>
                <a:lnTo>
                  <a:pt x="635518" y="41102"/>
                </a:lnTo>
                <a:lnTo>
                  <a:pt x="634906" y="41469"/>
                </a:lnTo>
                <a:lnTo>
                  <a:pt x="634300" y="41850"/>
                </a:lnTo>
                <a:lnTo>
                  <a:pt x="633703" y="42242"/>
                </a:lnTo>
                <a:lnTo>
                  <a:pt x="633112" y="42647"/>
                </a:lnTo>
                <a:lnTo>
                  <a:pt x="632530" y="43065"/>
                </a:lnTo>
                <a:lnTo>
                  <a:pt x="631954" y="43495"/>
                </a:lnTo>
                <a:lnTo>
                  <a:pt x="631387" y="43938"/>
                </a:lnTo>
                <a:lnTo>
                  <a:pt x="630827" y="44393"/>
                </a:lnTo>
                <a:lnTo>
                  <a:pt x="630274" y="44861"/>
                </a:lnTo>
                <a:lnTo>
                  <a:pt x="629729" y="45341"/>
                </a:lnTo>
                <a:lnTo>
                  <a:pt x="629192" y="45834"/>
                </a:lnTo>
                <a:lnTo>
                  <a:pt x="628662" y="46339"/>
                </a:lnTo>
                <a:lnTo>
                  <a:pt x="628139" y="46856"/>
                </a:lnTo>
                <a:lnTo>
                  <a:pt x="627624" y="47386"/>
                </a:lnTo>
                <a:lnTo>
                  <a:pt x="627117" y="47929"/>
                </a:lnTo>
                <a:lnTo>
                  <a:pt x="626617" y="48484"/>
                </a:lnTo>
                <a:lnTo>
                  <a:pt x="626125" y="49051"/>
                </a:lnTo>
                <a:lnTo>
                  <a:pt x="625640" y="49632"/>
                </a:lnTo>
                <a:lnTo>
                  <a:pt x="625162" y="50224"/>
                </a:lnTo>
                <a:lnTo>
                  <a:pt x="624693" y="50829"/>
                </a:lnTo>
                <a:lnTo>
                  <a:pt x="624230" y="51447"/>
                </a:lnTo>
                <a:lnTo>
                  <a:pt x="623776" y="52077"/>
                </a:lnTo>
                <a:lnTo>
                  <a:pt x="623328" y="52719"/>
                </a:lnTo>
                <a:lnTo>
                  <a:pt x="621850" y="38037"/>
                </a:lnTo>
                <a:lnTo>
                  <a:pt x="597215" y="38037"/>
                </a:lnTo>
                <a:lnTo>
                  <a:pt x="597215" y="170672"/>
                </a:lnTo>
                <a:lnTo>
                  <a:pt x="623328" y="170672"/>
                </a:lnTo>
                <a:lnTo>
                  <a:pt x="623328" y="122288"/>
                </a:lnTo>
                <a:lnTo>
                  <a:pt x="623719" y="122874"/>
                </a:lnTo>
                <a:lnTo>
                  <a:pt x="624119" y="123449"/>
                </a:lnTo>
                <a:lnTo>
                  <a:pt x="624529" y="124013"/>
                </a:lnTo>
                <a:close/>
                <a:moveTo>
                  <a:pt x="642385" y="116964"/>
                </a:moveTo>
                <a:lnTo>
                  <a:pt x="641783" y="116875"/>
                </a:lnTo>
                <a:lnTo>
                  <a:pt x="641188" y="116771"/>
                </a:lnTo>
                <a:lnTo>
                  <a:pt x="640600" y="116651"/>
                </a:lnTo>
                <a:lnTo>
                  <a:pt x="640019" y="116514"/>
                </a:lnTo>
                <a:lnTo>
                  <a:pt x="639446" y="116362"/>
                </a:lnTo>
                <a:lnTo>
                  <a:pt x="638879" y="116193"/>
                </a:lnTo>
                <a:lnTo>
                  <a:pt x="638319" y="116009"/>
                </a:lnTo>
                <a:lnTo>
                  <a:pt x="637766" y="115808"/>
                </a:lnTo>
                <a:lnTo>
                  <a:pt x="637220" y="115592"/>
                </a:lnTo>
                <a:lnTo>
                  <a:pt x="636681" y="115359"/>
                </a:lnTo>
                <a:lnTo>
                  <a:pt x="636150" y="115110"/>
                </a:lnTo>
                <a:lnTo>
                  <a:pt x="635625" y="114845"/>
                </a:lnTo>
                <a:lnTo>
                  <a:pt x="635107" y="114564"/>
                </a:lnTo>
                <a:lnTo>
                  <a:pt x="634596" y="114267"/>
                </a:lnTo>
                <a:lnTo>
                  <a:pt x="634093" y="113954"/>
                </a:lnTo>
                <a:lnTo>
                  <a:pt x="633596" y="113625"/>
                </a:lnTo>
                <a:lnTo>
                  <a:pt x="633106" y="113280"/>
                </a:lnTo>
                <a:lnTo>
                  <a:pt x="632623" y="112919"/>
                </a:lnTo>
                <a:lnTo>
                  <a:pt x="632148" y="112542"/>
                </a:lnTo>
                <a:lnTo>
                  <a:pt x="631680" y="112154"/>
                </a:lnTo>
                <a:lnTo>
                  <a:pt x="631221" y="111759"/>
                </a:lnTo>
                <a:lnTo>
                  <a:pt x="630771" y="111358"/>
                </a:lnTo>
                <a:lnTo>
                  <a:pt x="630329" y="110951"/>
                </a:lnTo>
                <a:lnTo>
                  <a:pt x="629896" y="110538"/>
                </a:lnTo>
                <a:lnTo>
                  <a:pt x="629472" y="110118"/>
                </a:lnTo>
                <a:lnTo>
                  <a:pt x="629056" y="109692"/>
                </a:lnTo>
                <a:lnTo>
                  <a:pt x="628650" y="109260"/>
                </a:lnTo>
                <a:lnTo>
                  <a:pt x="628252" y="108821"/>
                </a:lnTo>
                <a:lnTo>
                  <a:pt x="627862" y="108376"/>
                </a:lnTo>
                <a:lnTo>
                  <a:pt x="627482" y="107925"/>
                </a:lnTo>
                <a:lnTo>
                  <a:pt x="627110" y="107467"/>
                </a:lnTo>
                <a:lnTo>
                  <a:pt x="626747" y="107004"/>
                </a:lnTo>
                <a:lnTo>
                  <a:pt x="626392" y="106534"/>
                </a:lnTo>
                <a:lnTo>
                  <a:pt x="626047" y="106057"/>
                </a:lnTo>
                <a:lnTo>
                  <a:pt x="625710" y="105575"/>
                </a:lnTo>
                <a:lnTo>
                  <a:pt x="625382" y="105086"/>
                </a:lnTo>
                <a:lnTo>
                  <a:pt x="625062" y="104590"/>
                </a:lnTo>
                <a:lnTo>
                  <a:pt x="624751" y="104089"/>
                </a:lnTo>
                <a:lnTo>
                  <a:pt x="624449" y="103581"/>
                </a:lnTo>
                <a:lnTo>
                  <a:pt x="624156" y="103067"/>
                </a:lnTo>
                <a:lnTo>
                  <a:pt x="623871" y="102547"/>
                </a:lnTo>
                <a:lnTo>
                  <a:pt x="623596" y="102020"/>
                </a:lnTo>
                <a:lnTo>
                  <a:pt x="623328" y="101487"/>
                </a:lnTo>
                <a:lnTo>
                  <a:pt x="623328" y="72544"/>
                </a:lnTo>
                <a:lnTo>
                  <a:pt x="623565" y="72043"/>
                </a:lnTo>
                <a:lnTo>
                  <a:pt x="623813" y="71546"/>
                </a:lnTo>
                <a:lnTo>
                  <a:pt x="624074" y="71052"/>
                </a:lnTo>
                <a:lnTo>
                  <a:pt x="624347" y="70561"/>
                </a:lnTo>
                <a:lnTo>
                  <a:pt x="624632" y="70073"/>
                </a:lnTo>
                <a:lnTo>
                  <a:pt x="624930" y="69589"/>
                </a:lnTo>
                <a:lnTo>
                  <a:pt x="625240" y="69108"/>
                </a:lnTo>
                <a:lnTo>
                  <a:pt x="625562" y="68631"/>
                </a:lnTo>
                <a:lnTo>
                  <a:pt x="625897" y="68156"/>
                </a:lnTo>
                <a:lnTo>
                  <a:pt x="626244" y="67685"/>
                </a:lnTo>
                <a:lnTo>
                  <a:pt x="626603" y="67218"/>
                </a:lnTo>
                <a:lnTo>
                  <a:pt x="626974" y="66753"/>
                </a:lnTo>
                <a:lnTo>
                  <a:pt x="627358" y="66292"/>
                </a:lnTo>
                <a:lnTo>
                  <a:pt x="627755" y="65835"/>
                </a:lnTo>
                <a:lnTo>
                  <a:pt x="628163" y="65380"/>
                </a:lnTo>
                <a:lnTo>
                  <a:pt x="628584" y="64929"/>
                </a:lnTo>
                <a:lnTo>
                  <a:pt x="629017" y="64481"/>
                </a:lnTo>
                <a:lnTo>
                  <a:pt x="629463" y="64037"/>
                </a:lnTo>
                <a:lnTo>
                  <a:pt x="629920" y="63596"/>
                </a:lnTo>
                <a:lnTo>
                  <a:pt x="630391" y="63158"/>
                </a:lnTo>
                <a:lnTo>
                  <a:pt x="630873" y="62723"/>
                </a:lnTo>
                <a:lnTo>
                  <a:pt x="631368" y="62292"/>
                </a:lnTo>
                <a:lnTo>
                  <a:pt x="631875" y="61864"/>
                </a:lnTo>
                <a:lnTo>
                  <a:pt x="632394" y="61440"/>
                </a:lnTo>
                <a:lnTo>
                  <a:pt x="632924" y="61026"/>
                </a:lnTo>
                <a:lnTo>
                  <a:pt x="633463" y="60629"/>
                </a:lnTo>
                <a:lnTo>
                  <a:pt x="634011" y="60250"/>
                </a:lnTo>
                <a:lnTo>
                  <a:pt x="634568" y="59889"/>
                </a:lnTo>
                <a:lnTo>
                  <a:pt x="635133" y="59546"/>
                </a:lnTo>
                <a:lnTo>
                  <a:pt x="635708" y="59220"/>
                </a:lnTo>
                <a:lnTo>
                  <a:pt x="636291" y="58911"/>
                </a:lnTo>
                <a:lnTo>
                  <a:pt x="636883" y="58620"/>
                </a:lnTo>
                <a:lnTo>
                  <a:pt x="637484" y="58347"/>
                </a:lnTo>
                <a:lnTo>
                  <a:pt x="638094" y="58092"/>
                </a:lnTo>
                <a:lnTo>
                  <a:pt x="638713" y="57854"/>
                </a:lnTo>
                <a:lnTo>
                  <a:pt x="639341" y="57634"/>
                </a:lnTo>
                <a:lnTo>
                  <a:pt x="639978" y="57431"/>
                </a:lnTo>
                <a:lnTo>
                  <a:pt x="640624" y="57246"/>
                </a:lnTo>
                <a:lnTo>
                  <a:pt x="641278" y="57079"/>
                </a:lnTo>
                <a:lnTo>
                  <a:pt x="641942" y="56929"/>
                </a:lnTo>
                <a:lnTo>
                  <a:pt x="642614" y="56797"/>
                </a:lnTo>
                <a:lnTo>
                  <a:pt x="643295" y="56682"/>
                </a:lnTo>
                <a:lnTo>
                  <a:pt x="643985" y="56585"/>
                </a:lnTo>
                <a:lnTo>
                  <a:pt x="644684" y="56506"/>
                </a:lnTo>
                <a:lnTo>
                  <a:pt x="645392" y="56444"/>
                </a:lnTo>
                <a:lnTo>
                  <a:pt x="646109" y="56400"/>
                </a:lnTo>
                <a:lnTo>
                  <a:pt x="646835" y="56374"/>
                </a:lnTo>
                <a:lnTo>
                  <a:pt x="647569" y="56365"/>
                </a:lnTo>
                <a:lnTo>
                  <a:pt x="648269" y="56378"/>
                </a:lnTo>
                <a:lnTo>
                  <a:pt x="648957" y="56417"/>
                </a:lnTo>
                <a:lnTo>
                  <a:pt x="649632" y="56483"/>
                </a:lnTo>
                <a:lnTo>
                  <a:pt x="650294" y="56574"/>
                </a:lnTo>
                <a:lnTo>
                  <a:pt x="650944" y="56692"/>
                </a:lnTo>
                <a:lnTo>
                  <a:pt x="651582" y="56836"/>
                </a:lnTo>
                <a:lnTo>
                  <a:pt x="652207" y="57006"/>
                </a:lnTo>
                <a:lnTo>
                  <a:pt x="652819" y="57203"/>
                </a:lnTo>
                <a:lnTo>
                  <a:pt x="653419" y="57425"/>
                </a:lnTo>
                <a:lnTo>
                  <a:pt x="654007" y="57674"/>
                </a:lnTo>
                <a:lnTo>
                  <a:pt x="654582" y="57949"/>
                </a:lnTo>
                <a:lnTo>
                  <a:pt x="655145" y="58250"/>
                </a:lnTo>
                <a:lnTo>
                  <a:pt x="655695" y="58577"/>
                </a:lnTo>
                <a:lnTo>
                  <a:pt x="656232" y="58930"/>
                </a:lnTo>
                <a:lnTo>
                  <a:pt x="656757" y="59310"/>
                </a:lnTo>
                <a:lnTo>
                  <a:pt x="657270" y="59715"/>
                </a:lnTo>
                <a:lnTo>
                  <a:pt x="657770" y="60147"/>
                </a:lnTo>
                <a:lnTo>
                  <a:pt x="658258" y="60605"/>
                </a:lnTo>
                <a:lnTo>
                  <a:pt x="658733" y="61090"/>
                </a:lnTo>
                <a:lnTo>
                  <a:pt x="659196" y="61600"/>
                </a:lnTo>
                <a:lnTo>
                  <a:pt x="659646" y="62137"/>
                </a:lnTo>
                <a:lnTo>
                  <a:pt x="660084" y="62699"/>
                </a:lnTo>
                <a:lnTo>
                  <a:pt x="660509" y="63288"/>
                </a:lnTo>
                <a:lnTo>
                  <a:pt x="660922" y="63903"/>
                </a:lnTo>
                <a:lnTo>
                  <a:pt x="661320" y="64545"/>
                </a:lnTo>
                <a:lnTo>
                  <a:pt x="661701" y="65215"/>
                </a:lnTo>
                <a:lnTo>
                  <a:pt x="662065" y="65913"/>
                </a:lnTo>
                <a:lnTo>
                  <a:pt x="662412" y="66639"/>
                </a:lnTo>
                <a:lnTo>
                  <a:pt x="662742" y="67392"/>
                </a:lnTo>
                <a:lnTo>
                  <a:pt x="663056" y="68174"/>
                </a:lnTo>
                <a:lnTo>
                  <a:pt x="663352" y="68983"/>
                </a:lnTo>
                <a:lnTo>
                  <a:pt x="663631" y="69821"/>
                </a:lnTo>
                <a:lnTo>
                  <a:pt x="663894" y="70686"/>
                </a:lnTo>
                <a:lnTo>
                  <a:pt x="664140" y="71579"/>
                </a:lnTo>
                <a:lnTo>
                  <a:pt x="664368" y="72500"/>
                </a:lnTo>
                <a:lnTo>
                  <a:pt x="664580" y="73449"/>
                </a:lnTo>
                <a:lnTo>
                  <a:pt x="664775" y="74426"/>
                </a:lnTo>
                <a:lnTo>
                  <a:pt x="664952" y="75431"/>
                </a:lnTo>
                <a:lnTo>
                  <a:pt x="665113" y="76464"/>
                </a:lnTo>
                <a:lnTo>
                  <a:pt x="665257" y="77525"/>
                </a:lnTo>
                <a:lnTo>
                  <a:pt x="665384" y="78614"/>
                </a:lnTo>
                <a:lnTo>
                  <a:pt x="665494" y="79731"/>
                </a:lnTo>
                <a:lnTo>
                  <a:pt x="665588" y="80875"/>
                </a:lnTo>
                <a:lnTo>
                  <a:pt x="665664" y="82048"/>
                </a:lnTo>
                <a:lnTo>
                  <a:pt x="665723" y="83248"/>
                </a:lnTo>
                <a:lnTo>
                  <a:pt x="665765" y="84477"/>
                </a:lnTo>
                <a:lnTo>
                  <a:pt x="665791" y="85733"/>
                </a:lnTo>
                <a:lnTo>
                  <a:pt x="665799" y="87017"/>
                </a:lnTo>
                <a:lnTo>
                  <a:pt x="665790" y="88228"/>
                </a:lnTo>
                <a:lnTo>
                  <a:pt x="665763" y="89414"/>
                </a:lnTo>
                <a:lnTo>
                  <a:pt x="665718" y="90576"/>
                </a:lnTo>
                <a:lnTo>
                  <a:pt x="665654" y="91715"/>
                </a:lnTo>
                <a:lnTo>
                  <a:pt x="665573" y="92829"/>
                </a:lnTo>
                <a:lnTo>
                  <a:pt x="665473" y="93919"/>
                </a:lnTo>
                <a:lnTo>
                  <a:pt x="665355" y="94985"/>
                </a:lnTo>
                <a:lnTo>
                  <a:pt x="665219" y="96027"/>
                </a:lnTo>
                <a:lnTo>
                  <a:pt x="665065" y="97045"/>
                </a:lnTo>
                <a:lnTo>
                  <a:pt x="664893" y="98039"/>
                </a:lnTo>
                <a:lnTo>
                  <a:pt x="664702" y="99009"/>
                </a:lnTo>
                <a:lnTo>
                  <a:pt x="664494" y="99954"/>
                </a:lnTo>
                <a:lnTo>
                  <a:pt x="664267" y="100876"/>
                </a:lnTo>
                <a:lnTo>
                  <a:pt x="664022" y="101774"/>
                </a:lnTo>
                <a:lnTo>
                  <a:pt x="663759" y="102647"/>
                </a:lnTo>
                <a:lnTo>
                  <a:pt x="663478" y="103497"/>
                </a:lnTo>
                <a:lnTo>
                  <a:pt x="663179" y="104322"/>
                </a:lnTo>
                <a:lnTo>
                  <a:pt x="662862" y="105123"/>
                </a:lnTo>
                <a:lnTo>
                  <a:pt x="662526" y="105901"/>
                </a:lnTo>
                <a:lnTo>
                  <a:pt x="662172" y="106654"/>
                </a:lnTo>
                <a:lnTo>
                  <a:pt x="661801" y="107383"/>
                </a:lnTo>
                <a:lnTo>
                  <a:pt x="661411" y="108088"/>
                </a:lnTo>
                <a:lnTo>
                  <a:pt x="661003" y="108769"/>
                </a:lnTo>
                <a:lnTo>
                  <a:pt x="660577" y="109426"/>
                </a:lnTo>
                <a:lnTo>
                  <a:pt x="660133" y="110057"/>
                </a:lnTo>
                <a:lnTo>
                  <a:pt x="659674" y="110662"/>
                </a:lnTo>
                <a:lnTo>
                  <a:pt x="659199" y="111240"/>
                </a:lnTo>
                <a:lnTo>
                  <a:pt x="658707" y="111790"/>
                </a:lnTo>
                <a:lnTo>
                  <a:pt x="658200" y="112314"/>
                </a:lnTo>
                <a:lnTo>
                  <a:pt x="657676" y="112811"/>
                </a:lnTo>
                <a:lnTo>
                  <a:pt x="657136" y="113282"/>
                </a:lnTo>
                <a:lnTo>
                  <a:pt x="656580" y="113725"/>
                </a:lnTo>
                <a:lnTo>
                  <a:pt x="656008" y="114141"/>
                </a:lnTo>
                <a:lnTo>
                  <a:pt x="655420" y="114531"/>
                </a:lnTo>
                <a:lnTo>
                  <a:pt x="654816" y="114894"/>
                </a:lnTo>
                <a:lnTo>
                  <a:pt x="654196" y="115230"/>
                </a:lnTo>
                <a:lnTo>
                  <a:pt x="653560" y="115539"/>
                </a:lnTo>
                <a:lnTo>
                  <a:pt x="652908" y="115821"/>
                </a:lnTo>
                <a:lnTo>
                  <a:pt x="652239" y="116076"/>
                </a:lnTo>
                <a:lnTo>
                  <a:pt x="651555" y="116304"/>
                </a:lnTo>
                <a:lnTo>
                  <a:pt x="650854" y="116506"/>
                </a:lnTo>
                <a:lnTo>
                  <a:pt x="650138" y="116681"/>
                </a:lnTo>
                <a:lnTo>
                  <a:pt x="649405" y="116828"/>
                </a:lnTo>
                <a:lnTo>
                  <a:pt x="648656" y="116949"/>
                </a:lnTo>
                <a:lnTo>
                  <a:pt x="647891" y="117043"/>
                </a:lnTo>
                <a:lnTo>
                  <a:pt x="647110" y="117111"/>
                </a:lnTo>
                <a:lnTo>
                  <a:pt x="646313" y="117151"/>
                </a:lnTo>
                <a:lnTo>
                  <a:pt x="645500" y="117164"/>
                </a:lnTo>
                <a:lnTo>
                  <a:pt x="644863" y="117156"/>
                </a:lnTo>
                <a:lnTo>
                  <a:pt x="644233" y="117132"/>
                </a:lnTo>
                <a:lnTo>
                  <a:pt x="643610" y="117092"/>
                </a:lnTo>
                <a:lnTo>
                  <a:pt x="642994" y="117036"/>
                </a:lnTo>
                <a:lnTo>
                  <a:pt x="642385" y="116964"/>
                </a:lnTo>
                <a:close/>
                <a:moveTo>
                  <a:pt x="1003329" y="25322"/>
                </a:moveTo>
                <a:lnTo>
                  <a:pt x="1003876" y="25265"/>
                </a:lnTo>
                <a:lnTo>
                  <a:pt x="1004410" y="25196"/>
                </a:lnTo>
                <a:lnTo>
                  <a:pt x="1004933" y="25113"/>
                </a:lnTo>
                <a:lnTo>
                  <a:pt x="1005444" y="25018"/>
                </a:lnTo>
                <a:lnTo>
                  <a:pt x="1005943" y="24911"/>
                </a:lnTo>
                <a:lnTo>
                  <a:pt x="1006430" y="24790"/>
                </a:lnTo>
                <a:lnTo>
                  <a:pt x="1006906" y="24657"/>
                </a:lnTo>
                <a:lnTo>
                  <a:pt x="1007370" y="24512"/>
                </a:lnTo>
                <a:lnTo>
                  <a:pt x="1007821" y="24354"/>
                </a:lnTo>
                <a:lnTo>
                  <a:pt x="1008262" y="24183"/>
                </a:lnTo>
                <a:lnTo>
                  <a:pt x="1008690" y="23999"/>
                </a:lnTo>
                <a:lnTo>
                  <a:pt x="1009106" y="23803"/>
                </a:lnTo>
                <a:lnTo>
                  <a:pt x="1009511" y="23594"/>
                </a:lnTo>
                <a:lnTo>
                  <a:pt x="1009904" y="23373"/>
                </a:lnTo>
                <a:lnTo>
                  <a:pt x="1010285" y="23138"/>
                </a:lnTo>
                <a:lnTo>
                  <a:pt x="1010654" y="22891"/>
                </a:lnTo>
                <a:lnTo>
                  <a:pt x="1011012" y="22632"/>
                </a:lnTo>
                <a:lnTo>
                  <a:pt x="1011357" y="22360"/>
                </a:lnTo>
                <a:lnTo>
                  <a:pt x="1011691" y="22075"/>
                </a:lnTo>
                <a:lnTo>
                  <a:pt x="1012013" y="21777"/>
                </a:lnTo>
                <a:lnTo>
                  <a:pt x="1012323" y="21470"/>
                </a:lnTo>
                <a:lnTo>
                  <a:pt x="1012619" y="21157"/>
                </a:lnTo>
                <a:lnTo>
                  <a:pt x="1012902" y="20838"/>
                </a:lnTo>
                <a:lnTo>
                  <a:pt x="1013172" y="20513"/>
                </a:lnTo>
                <a:lnTo>
                  <a:pt x="1013429" y="20181"/>
                </a:lnTo>
                <a:lnTo>
                  <a:pt x="1013673" y="19844"/>
                </a:lnTo>
                <a:lnTo>
                  <a:pt x="1013904" y="19500"/>
                </a:lnTo>
                <a:lnTo>
                  <a:pt x="1014121" y="19150"/>
                </a:lnTo>
                <a:lnTo>
                  <a:pt x="1014325" y="18793"/>
                </a:lnTo>
                <a:lnTo>
                  <a:pt x="1014516" y="18431"/>
                </a:lnTo>
                <a:lnTo>
                  <a:pt x="1014694" y="18063"/>
                </a:lnTo>
                <a:lnTo>
                  <a:pt x="1014859" y="17688"/>
                </a:lnTo>
                <a:lnTo>
                  <a:pt x="1015010" y="17307"/>
                </a:lnTo>
                <a:lnTo>
                  <a:pt x="1015148" y="16920"/>
                </a:lnTo>
                <a:lnTo>
                  <a:pt x="1015274" y="16527"/>
                </a:lnTo>
                <a:lnTo>
                  <a:pt x="1015385" y="16128"/>
                </a:lnTo>
                <a:lnTo>
                  <a:pt x="1015484" y="15722"/>
                </a:lnTo>
                <a:lnTo>
                  <a:pt x="1015570" y="15311"/>
                </a:lnTo>
                <a:lnTo>
                  <a:pt x="1015642" y="14893"/>
                </a:lnTo>
                <a:lnTo>
                  <a:pt x="1015702" y="14469"/>
                </a:lnTo>
                <a:lnTo>
                  <a:pt x="1015748" y="14039"/>
                </a:lnTo>
                <a:lnTo>
                  <a:pt x="1015781" y="13603"/>
                </a:lnTo>
                <a:lnTo>
                  <a:pt x="1015800" y="13160"/>
                </a:lnTo>
                <a:lnTo>
                  <a:pt x="1015807" y="12712"/>
                </a:lnTo>
                <a:lnTo>
                  <a:pt x="1015800" y="12255"/>
                </a:lnTo>
                <a:lnTo>
                  <a:pt x="1015781" y="11805"/>
                </a:lnTo>
                <a:lnTo>
                  <a:pt x="1015748" y="11362"/>
                </a:lnTo>
                <a:lnTo>
                  <a:pt x="1015702" y="10926"/>
                </a:lnTo>
                <a:lnTo>
                  <a:pt x="1015642" y="10496"/>
                </a:lnTo>
                <a:lnTo>
                  <a:pt x="1015570" y="10073"/>
                </a:lnTo>
                <a:lnTo>
                  <a:pt x="1015484" y="9656"/>
                </a:lnTo>
                <a:lnTo>
                  <a:pt x="1015385" y="9246"/>
                </a:lnTo>
                <a:lnTo>
                  <a:pt x="1015274" y="8843"/>
                </a:lnTo>
                <a:lnTo>
                  <a:pt x="1015148" y="8447"/>
                </a:lnTo>
                <a:lnTo>
                  <a:pt x="1015010" y="8057"/>
                </a:lnTo>
                <a:lnTo>
                  <a:pt x="1014859" y="7674"/>
                </a:lnTo>
                <a:lnTo>
                  <a:pt x="1014694" y="7297"/>
                </a:lnTo>
                <a:lnTo>
                  <a:pt x="1014516" y="6928"/>
                </a:lnTo>
                <a:lnTo>
                  <a:pt x="1014325" y="6564"/>
                </a:lnTo>
                <a:lnTo>
                  <a:pt x="1014121" y="6208"/>
                </a:lnTo>
                <a:lnTo>
                  <a:pt x="1013904" y="5858"/>
                </a:lnTo>
                <a:lnTo>
                  <a:pt x="1013673" y="5515"/>
                </a:lnTo>
                <a:lnTo>
                  <a:pt x="1013429" y="5179"/>
                </a:lnTo>
                <a:lnTo>
                  <a:pt x="1013172" y="4849"/>
                </a:lnTo>
                <a:lnTo>
                  <a:pt x="1012902" y="4526"/>
                </a:lnTo>
                <a:lnTo>
                  <a:pt x="1012619" y="4210"/>
                </a:lnTo>
                <a:lnTo>
                  <a:pt x="1012323" y="3900"/>
                </a:lnTo>
                <a:lnTo>
                  <a:pt x="1012013" y="3597"/>
                </a:lnTo>
                <a:lnTo>
                  <a:pt x="1011691" y="3303"/>
                </a:lnTo>
                <a:lnTo>
                  <a:pt x="1011357" y="3022"/>
                </a:lnTo>
                <a:lnTo>
                  <a:pt x="1011012" y="2754"/>
                </a:lnTo>
                <a:lnTo>
                  <a:pt x="1010654" y="2498"/>
                </a:lnTo>
                <a:lnTo>
                  <a:pt x="1010285" y="2254"/>
                </a:lnTo>
                <a:lnTo>
                  <a:pt x="1009904" y="2023"/>
                </a:lnTo>
                <a:lnTo>
                  <a:pt x="1009511" y="1805"/>
                </a:lnTo>
                <a:lnTo>
                  <a:pt x="1009106" y="1599"/>
                </a:lnTo>
                <a:lnTo>
                  <a:pt x="1008690" y="1405"/>
                </a:lnTo>
                <a:lnTo>
                  <a:pt x="1008262" y="1224"/>
                </a:lnTo>
                <a:lnTo>
                  <a:pt x="1007821" y="1055"/>
                </a:lnTo>
                <a:lnTo>
                  <a:pt x="1007370" y="899"/>
                </a:lnTo>
                <a:lnTo>
                  <a:pt x="1006906" y="756"/>
                </a:lnTo>
                <a:lnTo>
                  <a:pt x="1006430" y="624"/>
                </a:lnTo>
                <a:lnTo>
                  <a:pt x="1005943" y="506"/>
                </a:lnTo>
                <a:lnTo>
                  <a:pt x="1005444" y="400"/>
                </a:lnTo>
                <a:lnTo>
                  <a:pt x="1004933" y="306"/>
                </a:lnTo>
                <a:lnTo>
                  <a:pt x="1004410" y="225"/>
                </a:lnTo>
                <a:lnTo>
                  <a:pt x="1003876" y="156"/>
                </a:lnTo>
                <a:lnTo>
                  <a:pt x="1003329" y="100"/>
                </a:lnTo>
                <a:lnTo>
                  <a:pt x="1002771" y="56"/>
                </a:lnTo>
                <a:lnTo>
                  <a:pt x="1002201" y="25"/>
                </a:lnTo>
                <a:lnTo>
                  <a:pt x="1001620" y="6"/>
                </a:lnTo>
                <a:lnTo>
                  <a:pt x="1001026" y="0"/>
                </a:lnTo>
                <a:lnTo>
                  <a:pt x="1000432" y="6"/>
                </a:lnTo>
                <a:lnTo>
                  <a:pt x="999851" y="25"/>
                </a:lnTo>
                <a:lnTo>
                  <a:pt x="999281" y="56"/>
                </a:lnTo>
                <a:lnTo>
                  <a:pt x="998723" y="100"/>
                </a:lnTo>
                <a:lnTo>
                  <a:pt x="998176" y="156"/>
                </a:lnTo>
                <a:lnTo>
                  <a:pt x="997642" y="225"/>
                </a:lnTo>
                <a:lnTo>
                  <a:pt x="997119" y="306"/>
                </a:lnTo>
                <a:lnTo>
                  <a:pt x="996608" y="400"/>
                </a:lnTo>
                <a:lnTo>
                  <a:pt x="996109" y="506"/>
                </a:lnTo>
                <a:lnTo>
                  <a:pt x="995622" y="624"/>
                </a:lnTo>
                <a:lnTo>
                  <a:pt x="995146" y="756"/>
                </a:lnTo>
                <a:lnTo>
                  <a:pt x="994682" y="899"/>
                </a:lnTo>
                <a:lnTo>
                  <a:pt x="994231" y="1055"/>
                </a:lnTo>
                <a:lnTo>
                  <a:pt x="993790" y="1224"/>
                </a:lnTo>
                <a:lnTo>
                  <a:pt x="993362" y="1405"/>
                </a:lnTo>
                <a:lnTo>
                  <a:pt x="992946" y="1599"/>
                </a:lnTo>
                <a:lnTo>
                  <a:pt x="992541" y="1805"/>
                </a:lnTo>
                <a:lnTo>
                  <a:pt x="992148" y="2023"/>
                </a:lnTo>
                <a:lnTo>
                  <a:pt x="991767" y="2254"/>
                </a:lnTo>
                <a:lnTo>
                  <a:pt x="991398" y="2498"/>
                </a:lnTo>
                <a:lnTo>
                  <a:pt x="991040" y="2754"/>
                </a:lnTo>
                <a:lnTo>
                  <a:pt x="990695" y="3022"/>
                </a:lnTo>
                <a:lnTo>
                  <a:pt x="990361" y="3303"/>
                </a:lnTo>
                <a:lnTo>
                  <a:pt x="990039" y="3597"/>
                </a:lnTo>
                <a:lnTo>
                  <a:pt x="989729" y="3900"/>
                </a:lnTo>
                <a:lnTo>
                  <a:pt x="989433" y="4210"/>
                </a:lnTo>
                <a:lnTo>
                  <a:pt x="989150" y="4526"/>
                </a:lnTo>
                <a:lnTo>
                  <a:pt x="988880" y="4849"/>
                </a:lnTo>
                <a:lnTo>
                  <a:pt x="988623" y="5179"/>
                </a:lnTo>
                <a:lnTo>
                  <a:pt x="988379" y="5515"/>
                </a:lnTo>
                <a:lnTo>
                  <a:pt x="988148" y="5858"/>
                </a:lnTo>
                <a:lnTo>
                  <a:pt x="987931" y="6208"/>
                </a:lnTo>
                <a:lnTo>
                  <a:pt x="987727" y="6564"/>
                </a:lnTo>
                <a:lnTo>
                  <a:pt x="987536" y="6928"/>
                </a:lnTo>
                <a:lnTo>
                  <a:pt x="987358" y="7297"/>
                </a:lnTo>
                <a:lnTo>
                  <a:pt x="987193" y="7674"/>
                </a:lnTo>
                <a:lnTo>
                  <a:pt x="987042" y="8057"/>
                </a:lnTo>
                <a:lnTo>
                  <a:pt x="986904" y="8447"/>
                </a:lnTo>
                <a:lnTo>
                  <a:pt x="986778" y="8843"/>
                </a:lnTo>
                <a:lnTo>
                  <a:pt x="986666" y="9246"/>
                </a:lnTo>
                <a:lnTo>
                  <a:pt x="986568" y="9656"/>
                </a:lnTo>
                <a:lnTo>
                  <a:pt x="986482" y="10073"/>
                </a:lnTo>
                <a:lnTo>
                  <a:pt x="986410" y="10496"/>
                </a:lnTo>
                <a:lnTo>
                  <a:pt x="986350" y="10926"/>
                </a:lnTo>
                <a:lnTo>
                  <a:pt x="986304" y="11362"/>
                </a:lnTo>
                <a:lnTo>
                  <a:pt x="986271" y="11805"/>
                </a:lnTo>
                <a:lnTo>
                  <a:pt x="986252" y="12255"/>
                </a:lnTo>
                <a:lnTo>
                  <a:pt x="986245" y="12712"/>
                </a:lnTo>
                <a:lnTo>
                  <a:pt x="986252" y="13160"/>
                </a:lnTo>
                <a:lnTo>
                  <a:pt x="986271" y="13603"/>
                </a:lnTo>
                <a:lnTo>
                  <a:pt x="986304" y="14039"/>
                </a:lnTo>
                <a:lnTo>
                  <a:pt x="986350" y="14469"/>
                </a:lnTo>
                <a:lnTo>
                  <a:pt x="986410" y="14893"/>
                </a:lnTo>
                <a:lnTo>
                  <a:pt x="986482" y="15311"/>
                </a:lnTo>
                <a:lnTo>
                  <a:pt x="986568" y="15722"/>
                </a:lnTo>
                <a:lnTo>
                  <a:pt x="986666" y="16128"/>
                </a:lnTo>
                <a:lnTo>
                  <a:pt x="986778" y="16527"/>
                </a:lnTo>
                <a:lnTo>
                  <a:pt x="986904" y="16920"/>
                </a:lnTo>
                <a:lnTo>
                  <a:pt x="987042" y="17307"/>
                </a:lnTo>
                <a:lnTo>
                  <a:pt x="987193" y="17688"/>
                </a:lnTo>
                <a:lnTo>
                  <a:pt x="987358" y="18063"/>
                </a:lnTo>
                <a:lnTo>
                  <a:pt x="987536" y="18431"/>
                </a:lnTo>
                <a:lnTo>
                  <a:pt x="987727" y="18793"/>
                </a:lnTo>
                <a:lnTo>
                  <a:pt x="987931" y="19150"/>
                </a:lnTo>
                <a:lnTo>
                  <a:pt x="988148" y="19500"/>
                </a:lnTo>
                <a:lnTo>
                  <a:pt x="988379" y="19844"/>
                </a:lnTo>
                <a:lnTo>
                  <a:pt x="988623" y="20181"/>
                </a:lnTo>
                <a:lnTo>
                  <a:pt x="988880" y="20513"/>
                </a:lnTo>
                <a:lnTo>
                  <a:pt x="989150" y="20838"/>
                </a:lnTo>
                <a:lnTo>
                  <a:pt x="989433" y="21157"/>
                </a:lnTo>
                <a:lnTo>
                  <a:pt x="989729" y="21470"/>
                </a:lnTo>
                <a:lnTo>
                  <a:pt x="990039" y="21777"/>
                </a:lnTo>
                <a:lnTo>
                  <a:pt x="990361" y="22075"/>
                </a:lnTo>
                <a:lnTo>
                  <a:pt x="990695" y="22360"/>
                </a:lnTo>
                <a:lnTo>
                  <a:pt x="991040" y="22632"/>
                </a:lnTo>
                <a:lnTo>
                  <a:pt x="991398" y="22891"/>
                </a:lnTo>
                <a:lnTo>
                  <a:pt x="991767" y="23138"/>
                </a:lnTo>
                <a:lnTo>
                  <a:pt x="992148" y="23373"/>
                </a:lnTo>
                <a:lnTo>
                  <a:pt x="992541" y="23594"/>
                </a:lnTo>
                <a:lnTo>
                  <a:pt x="992946" y="23803"/>
                </a:lnTo>
                <a:lnTo>
                  <a:pt x="993362" y="23999"/>
                </a:lnTo>
                <a:lnTo>
                  <a:pt x="993790" y="24183"/>
                </a:lnTo>
                <a:lnTo>
                  <a:pt x="994231" y="24354"/>
                </a:lnTo>
                <a:lnTo>
                  <a:pt x="994682" y="24512"/>
                </a:lnTo>
                <a:lnTo>
                  <a:pt x="995146" y="24657"/>
                </a:lnTo>
                <a:lnTo>
                  <a:pt x="995622" y="24790"/>
                </a:lnTo>
                <a:lnTo>
                  <a:pt x="996109" y="24911"/>
                </a:lnTo>
                <a:lnTo>
                  <a:pt x="996608" y="25018"/>
                </a:lnTo>
                <a:lnTo>
                  <a:pt x="997119" y="25113"/>
                </a:lnTo>
                <a:lnTo>
                  <a:pt x="997642" y="25196"/>
                </a:lnTo>
                <a:lnTo>
                  <a:pt x="998176" y="25265"/>
                </a:lnTo>
                <a:lnTo>
                  <a:pt x="998723" y="25322"/>
                </a:lnTo>
                <a:lnTo>
                  <a:pt x="999281" y="25366"/>
                </a:lnTo>
                <a:lnTo>
                  <a:pt x="999851" y="25398"/>
                </a:lnTo>
                <a:lnTo>
                  <a:pt x="1000432" y="25417"/>
                </a:lnTo>
                <a:lnTo>
                  <a:pt x="1001026" y="25423"/>
                </a:lnTo>
                <a:lnTo>
                  <a:pt x="1001620" y="25417"/>
                </a:lnTo>
                <a:lnTo>
                  <a:pt x="1002201" y="25398"/>
                </a:lnTo>
                <a:lnTo>
                  <a:pt x="1002771" y="25366"/>
                </a:lnTo>
                <a:lnTo>
                  <a:pt x="1003329" y="25322"/>
                </a:lnTo>
                <a:close/>
                <a:moveTo>
                  <a:pt x="1079140" y="115168"/>
                </a:moveTo>
                <a:lnTo>
                  <a:pt x="1078563" y="115135"/>
                </a:lnTo>
                <a:lnTo>
                  <a:pt x="1078004" y="115090"/>
                </a:lnTo>
                <a:lnTo>
                  <a:pt x="1077464" y="115032"/>
                </a:lnTo>
                <a:lnTo>
                  <a:pt x="1076942" y="114961"/>
                </a:lnTo>
                <a:lnTo>
                  <a:pt x="1076439" y="114877"/>
                </a:lnTo>
                <a:lnTo>
                  <a:pt x="1075955" y="114780"/>
                </a:lnTo>
                <a:lnTo>
                  <a:pt x="1075489" y="114670"/>
                </a:lnTo>
                <a:lnTo>
                  <a:pt x="1075042" y="114547"/>
                </a:lnTo>
                <a:lnTo>
                  <a:pt x="1074614" y="114411"/>
                </a:lnTo>
                <a:lnTo>
                  <a:pt x="1074204" y="114263"/>
                </a:lnTo>
                <a:lnTo>
                  <a:pt x="1073813" y="114101"/>
                </a:lnTo>
                <a:lnTo>
                  <a:pt x="1073441" y="113927"/>
                </a:lnTo>
                <a:lnTo>
                  <a:pt x="1073087" y="113739"/>
                </a:lnTo>
                <a:lnTo>
                  <a:pt x="1072752" y="113539"/>
                </a:lnTo>
                <a:lnTo>
                  <a:pt x="1072436" y="113326"/>
                </a:lnTo>
                <a:lnTo>
                  <a:pt x="1072138" y="113099"/>
                </a:lnTo>
                <a:lnTo>
                  <a:pt x="1071859" y="112860"/>
                </a:lnTo>
                <a:lnTo>
                  <a:pt x="1071599" y="112608"/>
                </a:lnTo>
                <a:lnTo>
                  <a:pt x="1071357" y="112343"/>
                </a:lnTo>
                <a:lnTo>
                  <a:pt x="1071134" y="112065"/>
                </a:lnTo>
                <a:lnTo>
                  <a:pt x="1070929" y="111774"/>
                </a:lnTo>
                <a:lnTo>
                  <a:pt x="1070743" y="111471"/>
                </a:lnTo>
                <a:lnTo>
                  <a:pt x="1070570" y="111153"/>
                </a:lnTo>
                <a:lnTo>
                  <a:pt x="1070405" y="110822"/>
                </a:lnTo>
                <a:lnTo>
                  <a:pt x="1070247" y="110477"/>
                </a:lnTo>
                <a:lnTo>
                  <a:pt x="1070096" y="110118"/>
                </a:lnTo>
                <a:lnTo>
                  <a:pt x="1069952" y="109745"/>
                </a:lnTo>
                <a:lnTo>
                  <a:pt x="1069816" y="109358"/>
                </a:lnTo>
                <a:lnTo>
                  <a:pt x="1069688" y="108956"/>
                </a:lnTo>
                <a:lnTo>
                  <a:pt x="1069566" y="108541"/>
                </a:lnTo>
                <a:lnTo>
                  <a:pt x="1069452" y="108112"/>
                </a:lnTo>
                <a:lnTo>
                  <a:pt x="1069345" y="107669"/>
                </a:lnTo>
                <a:lnTo>
                  <a:pt x="1069246" y="107212"/>
                </a:lnTo>
                <a:lnTo>
                  <a:pt x="1069154" y="106741"/>
                </a:lnTo>
                <a:lnTo>
                  <a:pt x="1069070" y="106256"/>
                </a:lnTo>
                <a:lnTo>
                  <a:pt x="1068992" y="105758"/>
                </a:lnTo>
                <a:lnTo>
                  <a:pt x="1068923" y="105245"/>
                </a:lnTo>
                <a:lnTo>
                  <a:pt x="1068860" y="104718"/>
                </a:lnTo>
                <a:lnTo>
                  <a:pt x="1068805" y="104177"/>
                </a:lnTo>
                <a:lnTo>
                  <a:pt x="1068757" y="103622"/>
                </a:lnTo>
                <a:lnTo>
                  <a:pt x="1068717" y="103053"/>
                </a:lnTo>
                <a:lnTo>
                  <a:pt x="1068683" y="102471"/>
                </a:lnTo>
                <a:lnTo>
                  <a:pt x="1068658" y="101874"/>
                </a:lnTo>
                <a:lnTo>
                  <a:pt x="1068639" y="101263"/>
                </a:lnTo>
                <a:lnTo>
                  <a:pt x="1068628" y="100639"/>
                </a:lnTo>
                <a:lnTo>
                  <a:pt x="1068625" y="100000"/>
                </a:lnTo>
                <a:lnTo>
                  <a:pt x="1068625" y="58139"/>
                </a:lnTo>
                <a:lnTo>
                  <a:pt x="1089614" y="58139"/>
                </a:lnTo>
                <a:lnTo>
                  <a:pt x="1089614" y="38037"/>
                </a:lnTo>
                <a:lnTo>
                  <a:pt x="1068625" y="38037"/>
                </a:lnTo>
                <a:lnTo>
                  <a:pt x="1068625" y="15372"/>
                </a:lnTo>
                <a:lnTo>
                  <a:pt x="1042511" y="15372"/>
                </a:lnTo>
                <a:lnTo>
                  <a:pt x="1042511" y="38037"/>
                </a:lnTo>
                <a:lnTo>
                  <a:pt x="1026548" y="38037"/>
                </a:lnTo>
                <a:lnTo>
                  <a:pt x="1026548" y="58139"/>
                </a:lnTo>
                <a:lnTo>
                  <a:pt x="1042511" y="58139"/>
                </a:lnTo>
                <a:lnTo>
                  <a:pt x="1042511" y="101370"/>
                </a:lnTo>
                <a:lnTo>
                  <a:pt x="1042517" y="102363"/>
                </a:lnTo>
                <a:lnTo>
                  <a:pt x="1042533" y="103340"/>
                </a:lnTo>
                <a:lnTo>
                  <a:pt x="1042561" y="104301"/>
                </a:lnTo>
                <a:lnTo>
                  <a:pt x="1042599" y="105247"/>
                </a:lnTo>
                <a:lnTo>
                  <a:pt x="1042648" y="106176"/>
                </a:lnTo>
                <a:lnTo>
                  <a:pt x="1042708" y="107090"/>
                </a:lnTo>
                <a:lnTo>
                  <a:pt x="1042780" y="107988"/>
                </a:lnTo>
                <a:lnTo>
                  <a:pt x="1042862" y="108871"/>
                </a:lnTo>
                <a:lnTo>
                  <a:pt x="1042955" y="109737"/>
                </a:lnTo>
                <a:lnTo>
                  <a:pt x="1043059" y="110587"/>
                </a:lnTo>
                <a:lnTo>
                  <a:pt x="1043174" y="111422"/>
                </a:lnTo>
                <a:lnTo>
                  <a:pt x="1043300" y="112241"/>
                </a:lnTo>
                <a:lnTo>
                  <a:pt x="1043437" y="113044"/>
                </a:lnTo>
                <a:lnTo>
                  <a:pt x="1043584" y="113832"/>
                </a:lnTo>
                <a:lnTo>
                  <a:pt x="1043743" y="114603"/>
                </a:lnTo>
                <a:lnTo>
                  <a:pt x="1043913" y="115359"/>
                </a:lnTo>
                <a:lnTo>
                  <a:pt x="1044094" y="116099"/>
                </a:lnTo>
                <a:lnTo>
                  <a:pt x="1044285" y="116823"/>
                </a:lnTo>
                <a:lnTo>
                  <a:pt x="1044488" y="117531"/>
                </a:lnTo>
                <a:lnTo>
                  <a:pt x="1044701" y="118223"/>
                </a:lnTo>
                <a:lnTo>
                  <a:pt x="1044926" y="118900"/>
                </a:lnTo>
                <a:lnTo>
                  <a:pt x="1045161" y="119561"/>
                </a:lnTo>
                <a:lnTo>
                  <a:pt x="1045407" y="120206"/>
                </a:lnTo>
                <a:lnTo>
                  <a:pt x="1045665" y="120835"/>
                </a:lnTo>
                <a:lnTo>
                  <a:pt x="1045936" y="121449"/>
                </a:lnTo>
                <a:lnTo>
                  <a:pt x="1046224" y="122050"/>
                </a:lnTo>
                <a:lnTo>
                  <a:pt x="1046529" y="122638"/>
                </a:lnTo>
                <a:lnTo>
                  <a:pt x="1046851" y="123212"/>
                </a:lnTo>
                <a:lnTo>
                  <a:pt x="1047190" y="123772"/>
                </a:lnTo>
                <a:lnTo>
                  <a:pt x="1047546" y="124319"/>
                </a:lnTo>
                <a:lnTo>
                  <a:pt x="1047919" y="124852"/>
                </a:lnTo>
                <a:lnTo>
                  <a:pt x="1048309" y="125372"/>
                </a:lnTo>
                <a:lnTo>
                  <a:pt x="1048716" y="125878"/>
                </a:lnTo>
                <a:lnTo>
                  <a:pt x="1049139" y="126370"/>
                </a:lnTo>
                <a:lnTo>
                  <a:pt x="1049580" y="126849"/>
                </a:lnTo>
                <a:lnTo>
                  <a:pt x="1050037" y="127315"/>
                </a:lnTo>
                <a:lnTo>
                  <a:pt x="1050512" y="127767"/>
                </a:lnTo>
                <a:lnTo>
                  <a:pt x="1051003" y="128205"/>
                </a:lnTo>
                <a:lnTo>
                  <a:pt x="1051512" y="128630"/>
                </a:lnTo>
                <a:lnTo>
                  <a:pt x="1052037" y="129041"/>
                </a:lnTo>
                <a:lnTo>
                  <a:pt x="1052579" y="129439"/>
                </a:lnTo>
                <a:lnTo>
                  <a:pt x="1053138" y="129823"/>
                </a:lnTo>
                <a:lnTo>
                  <a:pt x="1053714" y="130194"/>
                </a:lnTo>
                <a:lnTo>
                  <a:pt x="1054307" y="130551"/>
                </a:lnTo>
                <a:lnTo>
                  <a:pt x="1054917" y="130894"/>
                </a:lnTo>
                <a:lnTo>
                  <a:pt x="1055544" y="131224"/>
                </a:lnTo>
                <a:lnTo>
                  <a:pt x="1056188" y="131541"/>
                </a:lnTo>
                <a:lnTo>
                  <a:pt x="1056849" y="131844"/>
                </a:lnTo>
                <a:lnTo>
                  <a:pt x="1057530" y="132133"/>
                </a:lnTo>
                <a:lnTo>
                  <a:pt x="1058233" y="132411"/>
                </a:lnTo>
                <a:lnTo>
                  <a:pt x="1058959" y="132676"/>
                </a:lnTo>
                <a:lnTo>
                  <a:pt x="1059708" y="132929"/>
                </a:lnTo>
                <a:lnTo>
                  <a:pt x="1060480" y="133169"/>
                </a:lnTo>
                <a:lnTo>
                  <a:pt x="1061274" y="133397"/>
                </a:lnTo>
                <a:lnTo>
                  <a:pt x="1062091" y="133613"/>
                </a:lnTo>
                <a:lnTo>
                  <a:pt x="1062931" y="133816"/>
                </a:lnTo>
                <a:lnTo>
                  <a:pt x="1063794" y="134007"/>
                </a:lnTo>
                <a:lnTo>
                  <a:pt x="1064679" y="134186"/>
                </a:lnTo>
                <a:lnTo>
                  <a:pt x="1065587" y="134353"/>
                </a:lnTo>
                <a:lnTo>
                  <a:pt x="1066518" y="134507"/>
                </a:lnTo>
                <a:lnTo>
                  <a:pt x="1067472" y="134648"/>
                </a:lnTo>
                <a:lnTo>
                  <a:pt x="1068448" y="134778"/>
                </a:lnTo>
                <a:lnTo>
                  <a:pt x="1069448" y="134895"/>
                </a:lnTo>
                <a:lnTo>
                  <a:pt x="1070469" y="135000"/>
                </a:lnTo>
                <a:lnTo>
                  <a:pt x="1071514" y="135092"/>
                </a:lnTo>
                <a:lnTo>
                  <a:pt x="1072582" y="135172"/>
                </a:lnTo>
                <a:lnTo>
                  <a:pt x="1073672" y="135240"/>
                </a:lnTo>
                <a:lnTo>
                  <a:pt x="1074785" y="135296"/>
                </a:lnTo>
                <a:lnTo>
                  <a:pt x="1075920" y="135339"/>
                </a:lnTo>
                <a:lnTo>
                  <a:pt x="1077079" y="135370"/>
                </a:lnTo>
                <a:lnTo>
                  <a:pt x="1078260" y="135388"/>
                </a:lnTo>
                <a:lnTo>
                  <a:pt x="1079464" y="135394"/>
                </a:lnTo>
                <a:lnTo>
                  <a:pt x="1089614" y="135394"/>
                </a:lnTo>
                <a:lnTo>
                  <a:pt x="1089614" y="115194"/>
                </a:lnTo>
                <a:lnTo>
                  <a:pt x="1080351" y="115194"/>
                </a:lnTo>
                <a:lnTo>
                  <a:pt x="1079736" y="115187"/>
                </a:lnTo>
                <a:lnTo>
                  <a:pt x="1079140" y="115168"/>
                </a:lnTo>
                <a:close/>
                <a:moveTo>
                  <a:pt x="987920" y="135394"/>
                </a:moveTo>
                <a:lnTo>
                  <a:pt x="1014033" y="135394"/>
                </a:lnTo>
                <a:lnTo>
                  <a:pt x="1014033" y="38037"/>
                </a:lnTo>
                <a:lnTo>
                  <a:pt x="987920" y="38037"/>
                </a:lnTo>
                <a:lnTo>
                  <a:pt x="987920" y="135394"/>
                </a:lnTo>
                <a:close/>
                <a:moveTo>
                  <a:pt x="1126268" y="170611"/>
                </a:moveTo>
                <a:lnTo>
                  <a:pt x="1127100" y="170577"/>
                </a:lnTo>
                <a:lnTo>
                  <a:pt x="1127920" y="170535"/>
                </a:lnTo>
                <a:lnTo>
                  <a:pt x="1128728" y="170485"/>
                </a:lnTo>
                <a:lnTo>
                  <a:pt x="1129524" y="170428"/>
                </a:lnTo>
                <a:lnTo>
                  <a:pt x="1130307" y="170364"/>
                </a:lnTo>
                <a:lnTo>
                  <a:pt x="1131079" y="170292"/>
                </a:lnTo>
                <a:lnTo>
                  <a:pt x="1131838" y="170212"/>
                </a:lnTo>
                <a:lnTo>
                  <a:pt x="1132585" y="170124"/>
                </a:lnTo>
                <a:lnTo>
                  <a:pt x="1133320" y="170029"/>
                </a:lnTo>
                <a:lnTo>
                  <a:pt x="1134043" y="169927"/>
                </a:lnTo>
                <a:lnTo>
                  <a:pt x="1134754" y="169816"/>
                </a:lnTo>
                <a:lnTo>
                  <a:pt x="1135453" y="169699"/>
                </a:lnTo>
                <a:lnTo>
                  <a:pt x="1136139" y="169573"/>
                </a:lnTo>
                <a:lnTo>
                  <a:pt x="1136813" y="169440"/>
                </a:lnTo>
                <a:lnTo>
                  <a:pt x="1137476" y="169299"/>
                </a:lnTo>
                <a:lnTo>
                  <a:pt x="1138126" y="169151"/>
                </a:lnTo>
                <a:lnTo>
                  <a:pt x="1138763" y="168995"/>
                </a:lnTo>
                <a:lnTo>
                  <a:pt x="1139389" y="168832"/>
                </a:lnTo>
                <a:lnTo>
                  <a:pt x="1140003" y="168661"/>
                </a:lnTo>
                <a:lnTo>
                  <a:pt x="1140604" y="168482"/>
                </a:lnTo>
                <a:lnTo>
                  <a:pt x="1141196" y="168294"/>
                </a:lnTo>
                <a:lnTo>
                  <a:pt x="1141779" y="168094"/>
                </a:lnTo>
                <a:lnTo>
                  <a:pt x="1142356" y="167881"/>
                </a:lnTo>
                <a:lnTo>
                  <a:pt x="1142924" y="167657"/>
                </a:lnTo>
                <a:lnTo>
                  <a:pt x="1143485" y="167420"/>
                </a:lnTo>
                <a:lnTo>
                  <a:pt x="1144038" y="167172"/>
                </a:lnTo>
                <a:lnTo>
                  <a:pt x="1144583" y="166911"/>
                </a:lnTo>
                <a:lnTo>
                  <a:pt x="1145121" y="166638"/>
                </a:lnTo>
                <a:lnTo>
                  <a:pt x="1145650" y="166353"/>
                </a:lnTo>
                <a:lnTo>
                  <a:pt x="1146173" y="166056"/>
                </a:lnTo>
                <a:lnTo>
                  <a:pt x="1146687" y="165747"/>
                </a:lnTo>
                <a:lnTo>
                  <a:pt x="1147194" y="165426"/>
                </a:lnTo>
                <a:lnTo>
                  <a:pt x="1147693" y="165093"/>
                </a:lnTo>
                <a:lnTo>
                  <a:pt x="1148185" y="164747"/>
                </a:lnTo>
                <a:lnTo>
                  <a:pt x="1148668" y="164390"/>
                </a:lnTo>
                <a:lnTo>
                  <a:pt x="1149144" y="164021"/>
                </a:lnTo>
                <a:lnTo>
                  <a:pt x="1149613" y="163639"/>
                </a:lnTo>
                <a:lnTo>
                  <a:pt x="1150073" y="163245"/>
                </a:lnTo>
                <a:lnTo>
                  <a:pt x="1150526" y="162840"/>
                </a:lnTo>
                <a:lnTo>
                  <a:pt x="1150971" y="162422"/>
                </a:lnTo>
                <a:lnTo>
                  <a:pt x="1151409" y="161992"/>
                </a:lnTo>
                <a:lnTo>
                  <a:pt x="1151839" y="161550"/>
                </a:lnTo>
                <a:lnTo>
                  <a:pt x="1152261" y="161096"/>
                </a:lnTo>
                <a:lnTo>
                  <a:pt x="1152675" y="160630"/>
                </a:lnTo>
                <a:lnTo>
                  <a:pt x="1153084" y="160150"/>
                </a:lnTo>
                <a:lnTo>
                  <a:pt x="1153488" y="159654"/>
                </a:lnTo>
                <a:lnTo>
                  <a:pt x="1153889" y="159142"/>
                </a:lnTo>
                <a:lnTo>
                  <a:pt x="1154285" y="158614"/>
                </a:lnTo>
                <a:lnTo>
                  <a:pt x="1154677" y="158070"/>
                </a:lnTo>
                <a:lnTo>
                  <a:pt x="1155065" y="157511"/>
                </a:lnTo>
                <a:lnTo>
                  <a:pt x="1155449" y="156935"/>
                </a:lnTo>
                <a:lnTo>
                  <a:pt x="1155829" y="156344"/>
                </a:lnTo>
                <a:lnTo>
                  <a:pt x="1156204" y="155737"/>
                </a:lnTo>
                <a:lnTo>
                  <a:pt x="1156576" y="155114"/>
                </a:lnTo>
                <a:lnTo>
                  <a:pt x="1156943" y="154475"/>
                </a:lnTo>
                <a:lnTo>
                  <a:pt x="1157307" y="153820"/>
                </a:lnTo>
                <a:lnTo>
                  <a:pt x="1157666" y="153149"/>
                </a:lnTo>
                <a:lnTo>
                  <a:pt x="1158021" y="152462"/>
                </a:lnTo>
                <a:lnTo>
                  <a:pt x="1158372" y="151760"/>
                </a:lnTo>
                <a:lnTo>
                  <a:pt x="1158719" y="151041"/>
                </a:lnTo>
                <a:lnTo>
                  <a:pt x="1159062" y="150307"/>
                </a:lnTo>
                <a:lnTo>
                  <a:pt x="1159401" y="149557"/>
                </a:lnTo>
                <a:lnTo>
                  <a:pt x="1159735" y="148791"/>
                </a:lnTo>
                <a:lnTo>
                  <a:pt x="1160066" y="148009"/>
                </a:lnTo>
                <a:lnTo>
                  <a:pt x="1160392" y="147211"/>
                </a:lnTo>
                <a:lnTo>
                  <a:pt x="1160715" y="146397"/>
                </a:lnTo>
                <a:lnTo>
                  <a:pt x="1161033" y="145567"/>
                </a:lnTo>
                <a:lnTo>
                  <a:pt x="1161347" y="144722"/>
                </a:lnTo>
                <a:lnTo>
                  <a:pt x="1164894" y="135077"/>
                </a:lnTo>
                <a:lnTo>
                  <a:pt x="1199482" y="38037"/>
                </a:lnTo>
                <a:lnTo>
                  <a:pt x="1173073" y="38037"/>
                </a:lnTo>
                <a:lnTo>
                  <a:pt x="1151394" y="110057"/>
                </a:lnTo>
                <a:lnTo>
                  <a:pt x="1127055" y="38037"/>
                </a:lnTo>
                <a:lnTo>
                  <a:pt x="1099858" y="38037"/>
                </a:lnTo>
                <a:lnTo>
                  <a:pt x="1137303" y="135394"/>
                </a:lnTo>
                <a:lnTo>
                  <a:pt x="1135135" y="140617"/>
                </a:lnTo>
                <a:lnTo>
                  <a:pt x="1134984" y="141006"/>
                </a:lnTo>
                <a:lnTo>
                  <a:pt x="1134825" y="141387"/>
                </a:lnTo>
                <a:lnTo>
                  <a:pt x="1134659" y="141758"/>
                </a:lnTo>
                <a:lnTo>
                  <a:pt x="1134485" y="142120"/>
                </a:lnTo>
                <a:lnTo>
                  <a:pt x="1134304" y="142472"/>
                </a:lnTo>
                <a:lnTo>
                  <a:pt x="1134116" y="142816"/>
                </a:lnTo>
                <a:lnTo>
                  <a:pt x="1133920" y="143150"/>
                </a:lnTo>
                <a:lnTo>
                  <a:pt x="1133717" y="143475"/>
                </a:lnTo>
                <a:lnTo>
                  <a:pt x="1133507" y="143790"/>
                </a:lnTo>
                <a:lnTo>
                  <a:pt x="1133289" y="144097"/>
                </a:lnTo>
                <a:lnTo>
                  <a:pt x="1133064" y="144394"/>
                </a:lnTo>
                <a:lnTo>
                  <a:pt x="1132832" y="144682"/>
                </a:lnTo>
                <a:lnTo>
                  <a:pt x="1132592" y="144960"/>
                </a:lnTo>
                <a:lnTo>
                  <a:pt x="1132345" y="145230"/>
                </a:lnTo>
                <a:lnTo>
                  <a:pt x="1132090" y="145490"/>
                </a:lnTo>
                <a:lnTo>
                  <a:pt x="1131829" y="145741"/>
                </a:lnTo>
                <a:lnTo>
                  <a:pt x="1131559" y="145983"/>
                </a:lnTo>
                <a:lnTo>
                  <a:pt x="1131283" y="146215"/>
                </a:lnTo>
                <a:lnTo>
                  <a:pt x="1130999" y="146438"/>
                </a:lnTo>
                <a:lnTo>
                  <a:pt x="1130708" y="146652"/>
                </a:lnTo>
                <a:lnTo>
                  <a:pt x="1130409" y="146857"/>
                </a:lnTo>
                <a:lnTo>
                  <a:pt x="1130103" y="147053"/>
                </a:lnTo>
                <a:lnTo>
                  <a:pt x="1129790" y="147239"/>
                </a:lnTo>
                <a:lnTo>
                  <a:pt x="1129469" y="147416"/>
                </a:lnTo>
                <a:lnTo>
                  <a:pt x="1129141" y="147585"/>
                </a:lnTo>
                <a:lnTo>
                  <a:pt x="1128807" y="147747"/>
                </a:lnTo>
                <a:lnTo>
                  <a:pt x="1128466" y="147901"/>
                </a:lnTo>
                <a:lnTo>
                  <a:pt x="1128118" y="148048"/>
                </a:lnTo>
                <a:lnTo>
                  <a:pt x="1127764" y="148189"/>
                </a:lnTo>
                <a:lnTo>
                  <a:pt x="1127403" y="148322"/>
                </a:lnTo>
                <a:lnTo>
                  <a:pt x="1127035" y="148447"/>
                </a:lnTo>
                <a:lnTo>
                  <a:pt x="1126661" y="148566"/>
                </a:lnTo>
                <a:lnTo>
                  <a:pt x="1126280" y="148677"/>
                </a:lnTo>
                <a:lnTo>
                  <a:pt x="1125892" y="148781"/>
                </a:lnTo>
                <a:lnTo>
                  <a:pt x="1125497" y="148878"/>
                </a:lnTo>
                <a:lnTo>
                  <a:pt x="1125096" y="148968"/>
                </a:lnTo>
                <a:lnTo>
                  <a:pt x="1124689" y="149051"/>
                </a:lnTo>
                <a:lnTo>
                  <a:pt x="1124274" y="149126"/>
                </a:lnTo>
                <a:lnTo>
                  <a:pt x="1123853" y="149195"/>
                </a:lnTo>
                <a:lnTo>
                  <a:pt x="1123425" y="149256"/>
                </a:lnTo>
                <a:lnTo>
                  <a:pt x="1122991" y="149309"/>
                </a:lnTo>
                <a:lnTo>
                  <a:pt x="1122550" y="149356"/>
                </a:lnTo>
                <a:lnTo>
                  <a:pt x="1122102" y="149396"/>
                </a:lnTo>
                <a:lnTo>
                  <a:pt x="1121647" y="149428"/>
                </a:lnTo>
                <a:lnTo>
                  <a:pt x="1121186" y="149453"/>
                </a:lnTo>
                <a:lnTo>
                  <a:pt x="1120718" y="149471"/>
                </a:lnTo>
                <a:lnTo>
                  <a:pt x="1120244" y="149482"/>
                </a:lnTo>
                <a:lnTo>
                  <a:pt x="1119763" y="149486"/>
                </a:lnTo>
                <a:lnTo>
                  <a:pt x="1111091" y="149486"/>
                </a:lnTo>
                <a:lnTo>
                  <a:pt x="1111091" y="170672"/>
                </a:lnTo>
                <a:lnTo>
                  <a:pt x="1122818" y="170672"/>
                </a:lnTo>
                <a:lnTo>
                  <a:pt x="1123698" y="170668"/>
                </a:lnTo>
                <a:lnTo>
                  <a:pt x="1124567" y="170656"/>
                </a:lnTo>
                <a:lnTo>
                  <a:pt x="1125424" y="170637"/>
                </a:lnTo>
                <a:lnTo>
                  <a:pt x="1126268" y="170611"/>
                </a:lnTo>
                <a:close/>
                <a:moveTo>
                  <a:pt x="1271335" y="135264"/>
                </a:moveTo>
                <a:lnTo>
                  <a:pt x="1271907" y="135191"/>
                </a:lnTo>
                <a:lnTo>
                  <a:pt x="1272469" y="135102"/>
                </a:lnTo>
                <a:lnTo>
                  <a:pt x="1273022" y="134996"/>
                </a:lnTo>
                <a:lnTo>
                  <a:pt x="1273565" y="134874"/>
                </a:lnTo>
                <a:lnTo>
                  <a:pt x="1274098" y="134736"/>
                </a:lnTo>
                <a:lnTo>
                  <a:pt x="1274621" y="134582"/>
                </a:lnTo>
                <a:lnTo>
                  <a:pt x="1275134" y="134411"/>
                </a:lnTo>
                <a:lnTo>
                  <a:pt x="1275638" y="134224"/>
                </a:lnTo>
                <a:lnTo>
                  <a:pt x="1276132" y="134021"/>
                </a:lnTo>
                <a:lnTo>
                  <a:pt x="1276616" y="133802"/>
                </a:lnTo>
                <a:lnTo>
                  <a:pt x="1277091" y="133566"/>
                </a:lnTo>
                <a:lnTo>
                  <a:pt x="1277556" y="133314"/>
                </a:lnTo>
                <a:lnTo>
                  <a:pt x="1278011" y="133046"/>
                </a:lnTo>
                <a:lnTo>
                  <a:pt x="1278456" y="132761"/>
                </a:lnTo>
                <a:lnTo>
                  <a:pt x="1278891" y="132461"/>
                </a:lnTo>
                <a:lnTo>
                  <a:pt x="1279317" y="132144"/>
                </a:lnTo>
                <a:lnTo>
                  <a:pt x="1279733" y="131811"/>
                </a:lnTo>
                <a:lnTo>
                  <a:pt x="1280139" y="131461"/>
                </a:lnTo>
                <a:lnTo>
                  <a:pt x="1280536" y="131096"/>
                </a:lnTo>
                <a:lnTo>
                  <a:pt x="1280922" y="130714"/>
                </a:lnTo>
                <a:lnTo>
                  <a:pt x="1281296" y="130320"/>
                </a:lnTo>
                <a:lnTo>
                  <a:pt x="1281654" y="129919"/>
                </a:lnTo>
                <a:lnTo>
                  <a:pt x="1281996" y="129512"/>
                </a:lnTo>
                <a:lnTo>
                  <a:pt x="1282322" y="129097"/>
                </a:lnTo>
                <a:lnTo>
                  <a:pt x="1282633" y="128676"/>
                </a:lnTo>
                <a:lnTo>
                  <a:pt x="1282927" y="128247"/>
                </a:lnTo>
                <a:lnTo>
                  <a:pt x="1283205" y="127811"/>
                </a:lnTo>
                <a:lnTo>
                  <a:pt x="1283468" y="127369"/>
                </a:lnTo>
                <a:lnTo>
                  <a:pt x="1283715" y="126919"/>
                </a:lnTo>
                <a:lnTo>
                  <a:pt x="1283945" y="126462"/>
                </a:lnTo>
                <a:lnTo>
                  <a:pt x="1284160" y="125999"/>
                </a:lnTo>
                <a:lnTo>
                  <a:pt x="1284359" y="125528"/>
                </a:lnTo>
                <a:lnTo>
                  <a:pt x="1284542" y="125050"/>
                </a:lnTo>
                <a:lnTo>
                  <a:pt x="1284709" y="124565"/>
                </a:lnTo>
                <a:lnTo>
                  <a:pt x="1284860" y="124074"/>
                </a:lnTo>
                <a:lnTo>
                  <a:pt x="1284995" y="123575"/>
                </a:lnTo>
                <a:lnTo>
                  <a:pt x="1285115" y="123069"/>
                </a:lnTo>
                <a:lnTo>
                  <a:pt x="1285218" y="122556"/>
                </a:lnTo>
                <a:lnTo>
                  <a:pt x="1285306" y="122037"/>
                </a:lnTo>
                <a:lnTo>
                  <a:pt x="1285377" y="121510"/>
                </a:lnTo>
                <a:lnTo>
                  <a:pt x="1285433" y="120976"/>
                </a:lnTo>
                <a:lnTo>
                  <a:pt x="1285473" y="120435"/>
                </a:lnTo>
                <a:lnTo>
                  <a:pt x="1285497" y="119887"/>
                </a:lnTo>
                <a:lnTo>
                  <a:pt x="1285504" y="119332"/>
                </a:lnTo>
                <a:lnTo>
                  <a:pt x="1285497" y="118730"/>
                </a:lnTo>
                <a:lnTo>
                  <a:pt x="1285473" y="118137"/>
                </a:lnTo>
                <a:lnTo>
                  <a:pt x="1285433" y="117555"/>
                </a:lnTo>
                <a:lnTo>
                  <a:pt x="1285377" y="116984"/>
                </a:lnTo>
                <a:lnTo>
                  <a:pt x="1285306" y="116422"/>
                </a:lnTo>
                <a:lnTo>
                  <a:pt x="1285218" y="115871"/>
                </a:lnTo>
                <a:lnTo>
                  <a:pt x="1285115" y="115330"/>
                </a:lnTo>
                <a:lnTo>
                  <a:pt x="1284995" y="114799"/>
                </a:lnTo>
                <a:lnTo>
                  <a:pt x="1284860" y="114279"/>
                </a:lnTo>
                <a:lnTo>
                  <a:pt x="1284709" y="113769"/>
                </a:lnTo>
                <a:lnTo>
                  <a:pt x="1284542" y="113269"/>
                </a:lnTo>
                <a:lnTo>
                  <a:pt x="1284359" y="112779"/>
                </a:lnTo>
                <a:lnTo>
                  <a:pt x="1284160" y="112300"/>
                </a:lnTo>
                <a:lnTo>
                  <a:pt x="1283945" y="111831"/>
                </a:lnTo>
                <a:lnTo>
                  <a:pt x="1283715" y="111372"/>
                </a:lnTo>
                <a:lnTo>
                  <a:pt x="1283468" y="110923"/>
                </a:lnTo>
                <a:lnTo>
                  <a:pt x="1283205" y="110485"/>
                </a:lnTo>
                <a:lnTo>
                  <a:pt x="1282927" y="110057"/>
                </a:lnTo>
                <a:lnTo>
                  <a:pt x="1282633" y="109639"/>
                </a:lnTo>
                <a:lnTo>
                  <a:pt x="1282322" y="109232"/>
                </a:lnTo>
                <a:lnTo>
                  <a:pt x="1281996" y="108835"/>
                </a:lnTo>
                <a:lnTo>
                  <a:pt x="1281654" y="108448"/>
                </a:lnTo>
                <a:lnTo>
                  <a:pt x="1281296" y="108071"/>
                </a:lnTo>
                <a:lnTo>
                  <a:pt x="1280922" y="107704"/>
                </a:lnTo>
                <a:lnTo>
                  <a:pt x="1280536" y="107351"/>
                </a:lnTo>
                <a:lnTo>
                  <a:pt x="1280139" y="107012"/>
                </a:lnTo>
                <a:lnTo>
                  <a:pt x="1279733" y="106688"/>
                </a:lnTo>
                <a:lnTo>
                  <a:pt x="1279317" y="106380"/>
                </a:lnTo>
                <a:lnTo>
                  <a:pt x="1278891" y="106086"/>
                </a:lnTo>
                <a:lnTo>
                  <a:pt x="1278456" y="105808"/>
                </a:lnTo>
                <a:lnTo>
                  <a:pt x="1278011" y="105544"/>
                </a:lnTo>
                <a:lnTo>
                  <a:pt x="1277556" y="105296"/>
                </a:lnTo>
                <a:lnTo>
                  <a:pt x="1277091" y="105062"/>
                </a:lnTo>
                <a:lnTo>
                  <a:pt x="1276616" y="104844"/>
                </a:lnTo>
                <a:lnTo>
                  <a:pt x="1276132" y="104641"/>
                </a:lnTo>
                <a:lnTo>
                  <a:pt x="1275638" y="104453"/>
                </a:lnTo>
                <a:lnTo>
                  <a:pt x="1275134" y="104280"/>
                </a:lnTo>
                <a:lnTo>
                  <a:pt x="1274621" y="104121"/>
                </a:lnTo>
                <a:lnTo>
                  <a:pt x="1274098" y="103978"/>
                </a:lnTo>
                <a:lnTo>
                  <a:pt x="1273565" y="103850"/>
                </a:lnTo>
                <a:lnTo>
                  <a:pt x="1273022" y="103738"/>
                </a:lnTo>
                <a:lnTo>
                  <a:pt x="1272469" y="103640"/>
                </a:lnTo>
                <a:lnTo>
                  <a:pt x="1271907" y="103557"/>
                </a:lnTo>
                <a:lnTo>
                  <a:pt x="1271335" y="103489"/>
                </a:lnTo>
                <a:lnTo>
                  <a:pt x="1270753" y="103436"/>
                </a:lnTo>
                <a:lnTo>
                  <a:pt x="1270162" y="103399"/>
                </a:lnTo>
                <a:lnTo>
                  <a:pt x="1269561" y="103376"/>
                </a:lnTo>
                <a:lnTo>
                  <a:pt x="1268950" y="103369"/>
                </a:lnTo>
                <a:lnTo>
                  <a:pt x="1268322" y="103376"/>
                </a:lnTo>
                <a:lnTo>
                  <a:pt x="1267705" y="103399"/>
                </a:lnTo>
                <a:lnTo>
                  <a:pt x="1267098" y="103436"/>
                </a:lnTo>
                <a:lnTo>
                  <a:pt x="1266501" y="103489"/>
                </a:lnTo>
                <a:lnTo>
                  <a:pt x="1265914" y="103557"/>
                </a:lnTo>
                <a:lnTo>
                  <a:pt x="1265338" y="103640"/>
                </a:lnTo>
                <a:lnTo>
                  <a:pt x="1264771" y="103738"/>
                </a:lnTo>
                <a:lnTo>
                  <a:pt x="1264214" y="103850"/>
                </a:lnTo>
                <a:lnTo>
                  <a:pt x="1263668" y="103978"/>
                </a:lnTo>
                <a:lnTo>
                  <a:pt x="1263131" y="104121"/>
                </a:lnTo>
                <a:lnTo>
                  <a:pt x="1262605" y="104280"/>
                </a:lnTo>
                <a:lnTo>
                  <a:pt x="1262089" y="104453"/>
                </a:lnTo>
                <a:lnTo>
                  <a:pt x="1261583" y="104641"/>
                </a:lnTo>
                <a:lnTo>
                  <a:pt x="1261087" y="104844"/>
                </a:lnTo>
                <a:lnTo>
                  <a:pt x="1260601" y="105062"/>
                </a:lnTo>
                <a:lnTo>
                  <a:pt x="1260125" y="105296"/>
                </a:lnTo>
                <a:lnTo>
                  <a:pt x="1259659" y="105544"/>
                </a:lnTo>
                <a:lnTo>
                  <a:pt x="1259203" y="105808"/>
                </a:lnTo>
                <a:lnTo>
                  <a:pt x="1258758" y="106086"/>
                </a:lnTo>
                <a:lnTo>
                  <a:pt x="1258322" y="106380"/>
                </a:lnTo>
                <a:lnTo>
                  <a:pt x="1257897" y="106688"/>
                </a:lnTo>
                <a:lnTo>
                  <a:pt x="1257482" y="107012"/>
                </a:lnTo>
                <a:lnTo>
                  <a:pt x="1257077" y="107351"/>
                </a:lnTo>
                <a:lnTo>
                  <a:pt x="1256681" y="107704"/>
                </a:lnTo>
                <a:lnTo>
                  <a:pt x="1256300" y="108071"/>
                </a:lnTo>
                <a:lnTo>
                  <a:pt x="1255934" y="108448"/>
                </a:lnTo>
                <a:lnTo>
                  <a:pt x="1255584" y="108835"/>
                </a:lnTo>
                <a:lnTo>
                  <a:pt x="1255251" y="109232"/>
                </a:lnTo>
                <a:lnTo>
                  <a:pt x="1254934" y="109639"/>
                </a:lnTo>
                <a:lnTo>
                  <a:pt x="1254634" y="110057"/>
                </a:lnTo>
                <a:lnTo>
                  <a:pt x="1254349" y="110485"/>
                </a:lnTo>
                <a:lnTo>
                  <a:pt x="1254081" y="110923"/>
                </a:lnTo>
                <a:lnTo>
                  <a:pt x="1253829" y="111372"/>
                </a:lnTo>
                <a:lnTo>
                  <a:pt x="1253594" y="111831"/>
                </a:lnTo>
                <a:lnTo>
                  <a:pt x="1253374" y="112300"/>
                </a:lnTo>
                <a:lnTo>
                  <a:pt x="1253171" y="112779"/>
                </a:lnTo>
                <a:lnTo>
                  <a:pt x="1252984" y="113269"/>
                </a:lnTo>
                <a:lnTo>
                  <a:pt x="1252813" y="113769"/>
                </a:lnTo>
                <a:lnTo>
                  <a:pt x="1252659" y="114279"/>
                </a:lnTo>
                <a:lnTo>
                  <a:pt x="1252521" y="114799"/>
                </a:lnTo>
                <a:lnTo>
                  <a:pt x="1252399" y="115330"/>
                </a:lnTo>
                <a:lnTo>
                  <a:pt x="1252293" y="115871"/>
                </a:lnTo>
                <a:lnTo>
                  <a:pt x="1252204" y="116422"/>
                </a:lnTo>
                <a:lnTo>
                  <a:pt x="1252131" y="116984"/>
                </a:lnTo>
                <a:lnTo>
                  <a:pt x="1252074" y="117555"/>
                </a:lnTo>
                <a:lnTo>
                  <a:pt x="1252033" y="118137"/>
                </a:lnTo>
                <a:lnTo>
                  <a:pt x="1252009" y="118730"/>
                </a:lnTo>
                <a:lnTo>
                  <a:pt x="1252001" y="119332"/>
                </a:lnTo>
                <a:lnTo>
                  <a:pt x="1252009" y="119887"/>
                </a:lnTo>
                <a:lnTo>
                  <a:pt x="1252033" y="120435"/>
                </a:lnTo>
                <a:lnTo>
                  <a:pt x="1252074" y="120976"/>
                </a:lnTo>
                <a:lnTo>
                  <a:pt x="1252131" y="121510"/>
                </a:lnTo>
                <a:lnTo>
                  <a:pt x="1252204" y="122037"/>
                </a:lnTo>
                <a:lnTo>
                  <a:pt x="1252293" y="122556"/>
                </a:lnTo>
                <a:lnTo>
                  <a:pt x="1252399" y="123069"/>
                </a:lnTo>
                <a:lnTo>
                  <a:pt x="1252521" y="123575"/>
                </a:lnTo>
                <a:lnTo>
                  <a:pt x="1252659" y="124074"/>
                </a:lnTo>
                <a:lnTo>
                  <a:pt x="1252813" y="124565"/>
                </a:lnTo>
                <a:lnTo>
                  <a:pt x="1252984" y="125050"/>
                </a:lnTo>
                <a:lnTo>
                  <a:pt x="1253171" y="125528"/>
                </a:lnTo>
                <a:lnTo>
                  <a:pt x="1253374" y="125999"/>
                </a:lnTo>
                <a:lnTo>
                  <a:pt x="1253594" y="126462"/>
                </a:lnTo>
                <a:lnTo>
                  <a:pt x="1253829" y="126919"/>
                </a:lnTo>
                <a:lnTo>
                  <a:pt x="1254081" y="127369"/>
                </a:lnTo>
                <a:lnTo>
                  <a:pt x="1254349" y="127811"/>
                </a:lnTo>
                <a:lnTo>
                  <a:pt x="1254634" y="128247"/>
                </a:lnTo>
                <a:lnTo>
                  <a:pt x="1254934" y="128676"/>
                </a:lnTo>
                <a:lnTo>
                  <a:pt x="1255251" y="129097"/>
                </a:lnTo>
                <a:lnTo>
                  <a:pt x="1255584" y="129512"/>
                </a:lnTo>
                <a:lnTo>
                  <a:pt x="1255934" y="129919"/>
                </a:lnTo>
                <a:lnTo>
                  <a:pt x="1256300" y="130320"/>
                </a:lnTo>
                <a:lnTo>
                  <a:pt x="1256681" y="130714"/>
                </a:lnTo>
                <a:lnTo>
                  <a:pt x="1257077" y="131096"/>
                </a:lnTo>
                <a:lnTo>
                  <a:pt x="1257482" y="131461"/>
                </a:lnTo>
                <a:lnTo>
                  <a:pt x="1257897" y="131811"/>
                </a:lnTo>
                <a:lnTo>
                  <a:pt x="1258322" y="132144"/>
                </a:lnTo>
                <a:lnTo>
                  <a:pt x="1258758" y="132461"/>
                </a:lnTo>
                <a:lnTo>
                  <a:pt x="1259203" y="132761"/>
                </a:lnTo>
                <a:lnTo>
                  <a:pt x="1259659" y="133046"/>
                </a:lnTo>
                <a:lnTo>
                  <a:pt x="1260125" y="133314"/>
                </a:lnTo>
                <a:lnTo>
                  <a:pt x="1260601" y="133566"/>
                </a:lnTo>
                <a:lnTo>
                  <a:pt x="1261087" y="133802"/>
                </a:lnTo>
                <a:lnTo>
                  <a:pt x="1261583" y="134021"/>
                </a:lnTo>
                <a:lnTo>
                  <a:pt x="1262089" y="134224"/>
                </a:lnTo>
                <a:lnTo>
                  <a:pt x="1262605" y="134411"/>
                </a:lnTo>
                <a:lnTo>
                  <a:pt x="1263131" y="134582"/>
                </a:lnTo>
                <a:lnTo>
                  <a:pt x="1263668" y="134736"/>
                </a:lnTo>
                <a:lnTo>
                  <a:pt x="1264214" y="134874"/>
                </a:lnTo>
                <a:lnTo>
                  <a:pt x="1264771" y="134996"/>
                </a:lnTo>
                <a:lnTo>
                  <a:pt x="1265338" y="135102"/>
                </a:lnTo>
                <a:lnTo>
                  <a:pt x="1265914" y="135191"/>
                </a:lnTo>
                <a:lnTo>
                  <a:pt x="1266501" y="135264"/>
                </a:lnTo>
                <a:lnTo>
                  <a:pt x="1267098" y="135321"/>
                </a:lnTo>
                <a:lnTo>
                  <a:pt x="1267705" y="135362"/>
                </a:lnTo>
                <a:lnTo>
                  <a:pt x="1268322" y="135386"/>
                </a:lnTo>
                <a:lnTo>
                  <a:pt x="1268950" y="135394"/>
                </a:lnTo>
                <a:lnTo>
                  <a:pt x="1269561" y="135386"/>
                </a:lnTo>
                <a:lnTo>
                  <a:pt x="1270162" y="135362"/>
                </a:lnTo>
                <a:lnTo>
                  <a:pt x="1270753" y="135321"/>
                </a:lnTo>
                <a:lnTo>
                  <a:pt x="1271335" y="135264"/>
                </a:lnTo>
                <a:close/>
                <a:moveTo>
                  <a:pt x="1327484" y="135191"/>
                </a:moveTo>
                <a:lnTo>
                  <a:pt x="1328046" y="135102"/>
                </a:lnTo>
                <a:lnTo>
                  <a:pt x="1328599" y="134996"/>
                </a:lnTo>
                <a:lnTo>
                  <a:pt x="1329141" y="134874"/>
                </a:lnTo>
                <a:lnTo>
                  <a:pt x="1329674" y="134736"/>
                </a:lnTo>
                <a:lnTo>
                  <a:pt x="1330198" y="134582"/>
                </a:lnTo>
                <a:lnTo>
                  <a:pt x="1330711" y="134411"/>
                </a:lnTo>
                <a:lnTo>
                  <a:pt x="1331215" y="134224"/>
                </a:lnTo>
                <a:lnTo>
                  <a:pt x="1331709" y="134021"/>
                </a:lnTo>
                <a:lnTo>
                  <a:pt x="1332193" y="133802"/>
                </a:lnTo>
                <a:lnTo>
                  <a:pt x="1332668" y="133566"/>
                </a:lnTo>
                <a:lnTo>
                  <a:pt x="1333132" y="133314"/>
                </a:lnTo>
                <a:lnTo>
                  <a:pt x="1333587" y="133046"/>
                </a:lnTo>
                <a:lnTo>
                  <a:pt x="1334032" y="132761"/>
                </a:lnTo>
                <a:lnTo>
                  <a:pt x="1334468" y="132461"/>
                </a:lnTo>
                <a:lnTo>
                  <a:pt x="1334894" y="132144"/>
                </a:lnTo>
                <a:lnTo>
                  <a:pt x="1335310" y="131811"/>
                </a:lnTo>
                <a:lnTo>
                  <a:pt x="1335716" y="131461"/>
                </a:lnTo>
                <a:lnTo>
                  <a:pt x="1336112" y="131096"/>
                </a:lnTo>
                <a:lnTo>
                  <a:pt x="1336499" y="130714"/>
                </a:lnTo>
                <a:lnTo>
                  <a:pt x="1336873" y="130320"/>
                </a:lnTo>
                <a:lnTo>
                  <a:pt x="1337231" y="129919"/>
                </a:lnTo>
                <a:lnTo>
                  <a:pt x="1337573" y="129512"/>
                </a:lnTo>
                <a:lnTo>
                  <a:pt x="1337899" y="129097"/>
                </a:lnTo>
                <a:lnTo>
                  <a:pt x="1338209" y="128676"/>
                </a:lnTo>
                <a:lnTo>
                  <a:pt x="1338504" y="128247"/>
                </a:lnTo>
                <a:lnTo>
                  <a:pt x="1338782" y="127811"/>
                </a:lnTo>
                <a:lnTo>
                  <a:pt x="1339045" y="127369"/>
                </a:lnTo>
                <a:lnTo>
                  <a:pt x="1339291" y="126919"/>
                </a:lnTo>
                <a:lnTo>
                  <a:pt x="1339522" y="126462"/>
                </a:lnTo>
                <a:lnTo>
                  <a:pt x="1339737" y="125999"/>
                </a:lnTo>
                <a:lnTo>
                  <a:pt x="1339936" y="125528"/>
                </a:lnTo>
                <a:lnTo>
                  <a:pt x="1340119" y="125050"/>
                </a:lnTo>
                <a:lnTo>
                  <a:pt x="1340286" y="124565"/>
                </a:lnTo>
                <a:lnTo>
                  <a:pt x="1340437" y="124074"/>
                </a:lnTo>
                <a:lnTo>
                  <a:pt x="1340572" y="123575"/>
                </a:lnTo>
                <a:lnTo>
                  <a:pt x="1340691" y="123069"/>
                </a:lnTo>
                <a:lnTo>
                  <a:pt x="1340795" y="122556"/>
                </a:lnTo>
                <a:lnTo>
                  <a:pt x="1340882" y="122037"/>
                </a:lnTo>
                <a:lnTo>
                  <a:pt x="1340954" y="121510"/>
                </a:lnTo>
                <a:lnTo>
                  <a:pt x="1341010" y="120976"/>
                </a:lnTo>
                <a:lnTo>
                  <a:pt x="1341049" y="120435"/>
                </a:lnTo>
                <a:lnTo>
                  <a:pt x="1341073" y="119887"/>
                </a:lnTo>
                <a:lnTo>
                  <a:pt x="1341081" y="119332"/>
                </a:lnTo>
                <a:lnTo>
                  <a:pt x="1341073" y="118730"/>
                </a:lnTo>
                <a:lnTo>
                  <a:pt x="1341049" y="118137"/>
                </a:lnTo>
                <a:lnTo>
                  <a:pt x="1341010" y="117555"/>
                </a:lnTo>
                <a:lnTo>
                  <a:pt x="1340954" y="116984"/>
                </a:lnTo>
                <a:lnTo>
                  <a:pt x="1340882" y="116422"/>
                </a:lnTo>
                <a:lnTo>
                  <a:pt x="1340795" y="115871"/>
                </a:lnTo>
                <a:lnTo>
                  <a:pt x="1340691" y="115330"/>
                </a:lnTo>
                <a:lnTo>
                  <a:pt x="1340572" y="114799"/>
                </a:lnTo>
                <a:lnTo>
                  <a:pt x="1340437" y="114279"/>
                </a:lnTo>
                <a:lnTo>
                  <a:pt x="1340286" y="113769"/>
                </a:lnTo>
                <a:lnTo>
                  <a:pt x="1340119" y="113269"/>
                </a:lnTo>
                <a:lnTo>
                  <a:pt x="1339936" y="112779"/>
                </a:lnTo>
                <a:lnTo>
                  <a:pt x="1339737" y="112300"/>
                </a:lnTo>
                <a:lnTo>
                  <a:pt x="1339522" y="111831"/>
                </a:lnTo>
                <a:lnTo>
                  <a:pt x="1339291" y="111372"/>
                </a:lnTo>
                <a:lnTo>
                  <a:pt x="1339045" y="110923"/>
                </a:lnTo>
                <a:lnTo>
                  <a:pt x="1338782" y="110485"/>
                </a:lnTo>
                <a:lnTo>
                  <a:pt x="1338504" y="110057"/>
                </a:lnTo>
                <a:lnTo>
                  <a:pt x="1338209" y="109639"/>
                </a:lnTo>
                <a:lnTo>
                  <a:pt x="1337899" y="109232"/>
                </a:lnTo>
                <a:lnTo>
                  <a:pt x="1337573" y="108835"/>
                </a:lnTo>
                <a:lnTo>
                  <a:pt x="1337231" y="108448"/>
                </a:lnTo>
                <a:lnTo>
                  <a:pt x="1336873" y="108071"/>
                </a:lnTo>
                <a:lnTo>
                  <a:pt x="1336499" y="107704"/>
                </a:lnTo>
                <a:lnTo>
                  <a:pt x="1336112" y="107351"/>
                </a:lnTo>
                <a:lnTo>
                  <a:pt x="1335716" y="107012"/>
                </a:lnTo>
                <a:lnTo>
                  <a:pt x="1335310" y="106688"/>
                </a:lnTo>
                <a:lnTo>
                  <a:pt x="1334894" y="106380"/>
                </a:lnTo>
                <a:lnTo>
                  <a:pt x="1334468" y="106086"/>
                </a:lnTo>
                <a:lnTo>
                  <a:pt x="1334032" y="105808"/>
                </a:lnTo>
                <a:lnTo>
                  <a:pt x="1333587" y="105544"/>
                </a:lnTo>
                <a:lnTo>
                  <a:pt x="1333132" y="105296"/>
                </a:lnTo>
                <a:lnTo>
                  <a:pt x="1332668" y="105062"/>
                </a:lnTo>
                <a:lnTo>
                  <a:pt x="1332193" y="104844"/>
                </a:lnTo>
                <a:lnTo>
                  <a:pt x="1331709" y="104641"/>
                </a:lnTo>
                <a:lnTo>
                  <a:pt x="1331215" y="104453"/>
                </a:lnTo>
                <a:lnTo>
                  <a:pt x="1330711" y="104280"/>
                </a:lnTo>
                <a:lnTo>
                  <a:pt x="1330198" y="104121"/>
                </a:lnTo>
                <a:lnTo>
                  <a:pt x="1329674" y="103978"/>
                </a:lnTo>
                <a:lnTo>
                  <a:pt x="1329141" y="103850"/>
                </a:lnTo>
                <a:lnTo>
                  <a:pt x="1328599" y="103738"/>
                </a:lnTo>
                <a:lnTo>
                  <a:pt x="1328046" y="103640"/>
                </a:lnTo>
                <a:lnTo>
                  <a:pt x="1327484" y="103557"/>
                </a:lnTo>
                <a:lnTo>
                  <a:pt x="1326912" y="103489"/>
                </a:lnTo>
                <a:lnTo>
                  <a:pt x="1326330" y="103436"/>
                </a:lnTo>
                <a:lnTo>
                  <a:pt x="1325739" y="103399"/>
                </a:lnTo>
                <a:lnTo>
                  <a:pt x="1325137" y="103376"/>
                </a:lnTo>
                <a:lnTo>
                  <a:pt x="1324526" y="103369"/>
                </a:lnTo>
                <a:lnTo>
                  <a:pt x="1323899" y="103376"/>
                </a:lnTo>
                <a:lnTo>
                  <a:pt x="1323282" y="103399"/>
                </a:lnTo>
                <a:lnTo>
                  <a:pt x="1322675" y="103436"/>
                </a:lnTo>
                <a:lnTo>
                  <a:pt x="1322078" y="103489"/>
                </a:lnTo>
                <a:lnTo>
                  <a:pt x="1321491" y="103557"/>
                </a:lnTo>
                <a:lnTo>
                  <a:pt x="1320914" y="103640"/>
                </a:lnTo>
                <a:lnTo>
                  <a:pt x="1320348" y="103738"/>
                </a:lnTo>
                <a:lnTo>
                  <a:pt x="1319791" y="103850"/>
                </a:lnTo>
                <a:lnTo>
                  <a:pt x="1319244" y="103978"/>
                </a:lnTo>
                <a:lnTo>
                  <a:pt x="1318708" y="104121"/>
                </a:lnTo>
                <a:lnTo>
                  <a:pt x="1318182" y="104280"/>
                </a:lnTo>
                <a:lnTo>
                  <a:pt x="1317666" y="104453"/>
                </a:lnTo>
                <a:lnTo>
                  <a:pt x="1317159" y="104641"/>
                </a:lnTo>
                <a:lnTo>
                  <a:pt x="1316663" y="104844"/>
                </a:lnTo>
                <a:lnTo>
                  <a:pt x="1316177" y="105062"/>
                </a:lnTo>
                <a:lnTo>
                  <a:pt x="1315702" y="105296"/>
                </a:lnTo>
                <a:lnTo>
                  <a:pt x="1315236" y="105544"/>
                </a:lnTo>
                <a:lnTo>
                  <a:pt x="1314780" y="105808"/>
                </a:lnTo>
                <a:lnTo>
                  <a:pt x="1314335" y="106086"/>
                </a:lnTo>
                <a:lnTo>
                  <a:pt x="1313899" y="106380"/>
                </a:lnTo>
                <a:lnTo>
                  <a:pt x="1313474" y="106688"/>
                </a:lnTo>
                <a:lnTo>
                  <a:pt x="1313058" y="107012"/>
                </a:lnTo>
                <a:lnTo>
                  <a:pt x="1312653" y="107351"/>
                </a:lnTo>
                <a:lnTo>
                  <a:pt x="1312258" y="107704"/>
                </a:lnTo>
                <a:lnTo>
                  <a:pt x="1311876" y="108071"/>
                </a:lnTo>
                <a:lnTo>
                  <a:pt x="1311511" y="108448"/>
                </a:lnTo>
                <a:lnTo>
                  <a:pt x="1311161" y="108835"/>
                </a:lnTo>
                <a:lnTo>
                  <a:pt x="1310828" y="109232"/>
                </a:lnTo>
                <a:lnTo>
                  <a:pt x="1310511" y="109639"/>
                </a:lnTo>
                <a:lnTo>
                  <a:pt x="1310210" y="110057"/>
                </a:lnTo>
                <a:lnTo>
                  <a:pt x="1309926" y="110485"/>
                </a:lnTo>
                <a:lnTo>
                  <a:pt x="1309658" y="110923"/>
                </a:lnTo>
                <a:lnTo>
                  <a:pt x="1309406" y="111372"/>
                </a:lnTo>
                <a:lnTo>
                  <a:pt x="1309170" y="111831"/>
                </a:lnTo>
                <a:lnTo>
                  <a:pt x="1308951" y="112300"/>
                </a:lnTo>
                <a:lnTo>
                  <a:pt x="1308748" y="112779"/>
                </a:lnTo>
                <a:lnTo>
                  <a:pt x="1308561" y="113269"/>
                </a:lnTo>
                <a:lnTo>
                  <a:pt x="1308390" y="113769"/>
                </a:lnTo>
                <a:lnTo>
                  <a:pt x="1308236" y="114279"/>
                </a:lnTo>
                <a:lnTo>
                  <a:pt x="1308098" y="114799"/>
                </a:lnTo>
                <a:lnTo>
                  <a:pt x="1307976" y="115330"/>
                </a:lnTo>
                <a:lnTo>
                  <a:pt x="1307870" y="115871"/>
                </a:lnTo>
                <a:lnTo>
                  <a:pt x="1307781" y="116422"/>
                </a:lnTo>
                <a:lnTo>
                  <a:pt x="1307707" y="116984"/>
                </a:lnTo>
                <a:lnTo>
                  <a:pt x="1307651" y="117555"/>
                </a:lnTo>
                <a:lnTo>
                  <a:pt x="1307610" y="118137"/>
                </a:lnTo>
                <a:lnTo>
                  <a:pt x="1307586" y="118730"/>
                </a:lnTo>
                <a:lnTo>
                  <a:pt x="1307577" y="119332"/>
                </a:lnTo>
                <a:lnTo>
                  <a:pt x="1307586" y="119887"/>
                </a:lnTo>
                <a:lnTo>
                  <a:pt x="1307610" y="120435"/>
                </a:lnTo>
                <a:lnTo>
                  <a:pt x="1307651" y="120976"/>
                </a:lnTo>
                <a:lnTo>
                  <a:pt x="1307707" y="121510"/>
                </a:lnTo>
                <a:lnTo>
                  <a:pt x="1307781" y="122037"/>
                </a:lnTo>
                <a:lnTo>
                  <a:pt x="1307870" y="122556"/>
                </a:lnTo>
                <a:lnTo>
                  <a:pt x="1307976" y="123069"/>
                </a:lnTo>
                <a:lnTo>
                  <a:pt x="1308098" y="123575"/>
                </a:lnTo>
                <a:lnTo>
                  <a:pt x="1308236" y="124074"/>
                </a:lnTo>
                <a:lnTo>
                  <a:pt x="1308390" y="124565"/>
                </a:lnTo>
                <a:lnTo>
                  <a:pt x="1308561" y="125050"/>
                </a:lnTo>
                <a:lnTo>
                  <a:pt x="1308748" y="125528"/>
                </a:lnTo>
                <a:lnTo>
                  <a:pt x="1308951" y="125999"/>
                </a:lnTo>
                <a:lnTo>
                  <a:pt x="1309170" y="126462"/>
                </a:lnTo>
                <a:lnTo>
                  <a:pt x="1309406" y="126919"/>
                </a:lnTo>
                <a:lnTo>
                  <a:pt x="1309658" y="127369"/>
                </a:lnTo>
                <a:lnTo>
                  <a:pt x="1309926" y="127811"/>
                </a:lnTo>
                <a:lnTo>
                  <a:pt x="1310210" y="128247"/>
                </a:lnTo>
                <a:lnTo>
                  <a:pt x="1310511" y="128676"/>
                </a:lnTo>
                <a:lnTo>
                  <a:pt x="1310828" y="129097"/>
                </a:lnTo>
                <a:lnTo>
                  <a:pt x="1311161" y="129512"/>
                </a:lnTo>
                <a:lnTo>
                  <a:pt x="1311511" y="129919"/>
                </a:lnTo>
                <a:lnTo>
                  <a:pt x="1311876" y="130320"/>
                </a:lnTo>
                <a:lnTo>
                  <a:pt x="1312258" y="130714"/>
                </a:lnTo>
                <a:lnTo>
                  <a:pt x="1312653" y="131096"/>
                </a:lnTo>
                <a:lnTo>
                  <a:pt x="1313058" y="131461"/>
                </a:lnTo>
                <a:lnTo>
                  <a:pt x="1313474" y="131811"/>
                </a:lnTo>
                <a:lnTo>
                  <a:pt x="1313899" y="132144"/>
                </a:lnTo>
                <a:lnTo>
                  <a:pt x="1314335" y="132461"/>
                </a:lnTo>
                <a:lnTo>
                  <a:pt x="1314780" y="132761"/>
                </a:lnTo>
                <a:lnTo>
                  <a:pt x="1315236" y="133046"/>
                </a:lnTo>
                <a:lnTo>
                  <a:pt x="1315702" y="133314"/>
                </a:lnTo>
                <a:lnTo>
                  <a:pt x="1316177" y="133566"/>
                </a:lnTo>
                <a:lnTo>
                  <a:pt x="1316663" y="133802"/>
                </a:lnTo>
                <a:lnTo>
                  <a:pt x="1317159" y="134021"/>
                </a:lnTo>
                <a:lnTo>
                  <a:pt x="1317666" y="134224"/>
                </a:lnTo>
                <a:lnTo>
                  <a:pt x="1318182" y="134411"/>
                </a:lnTo>
                <a:lnTo>
                  <a:pt x="1318708" y="134582"/>
                </a:lnTo>
                <a:lnTo>
                  <a:pt x="1319244" y="134736"/>
                </a:lnTo>
                <a:lnTo>
                  <a:pt x="1319791" y="134874"/>
                </a:lnTo>
                <a:lnTo>
                  <a:pt x="1320348" y="134996"/>
                </a:lnTo>
                <a:lnTo>
                  <a:pt x="1320914" y="135102"/>
                </a:lnTo>
                <a:lnTo>
                  <a:pt x="1321491" y="135191"/>
                </a:lnTo>
                <a:lnTo>
                  <a:pt x="1322078" y="135264"/>
                </a:lnTo>
                <a:lnTo>
                  <a:pt x="1322675" y="135321"/>
                </a:lnTo>
                <a:lnTo>
                  <a:pt x="1323282" y="135362"/>
                </a:lnTo>
                <a:lnTo>
                  <a:pt x="1323899" y="135386"/>
                </a:lnTo>
                <a:lnTo>
                  <a:pt x="1324526" y="135394"/>
                </a:lnTo>
                <a:lnTo>
                  <a:pt x="1325137" y="135386"/>
                </a:lnTo>
                <a:lnTo>
                  <a:pt x="1325739" y="135362"/>
                </a:lnTo>
                <a:lnTo>
                  <a:pt x="1326330" y="135321"/>
                </a:lnTo>
                <a:lnTo>
                  <a:pt x="1326912" y="135264"/>
                </a:lnTo>
                <a:lnTo>
                  <a:pt x="1327484" y="135191"/>
                </a:lnTo>
                <a:close/>
                <a:moveTo>
                  <a:pt x="1383061" y="135191"/>
                </a:moveTo>
                <a:lnTo>
                  <a:pt x="1383623" y="135102"/>
                </a:lnTo>
                <a:lnTo>
                  <a:pt x="1384175" y="134996"/>
                </a:lnTo>
                <a:lnTo>
                  <a:pt x="1384718" y="134874"/>
                </a:lnTo>
                <a:lnTo>
                  <a:pt x="1385251" y="134736"/>
                </a:lnTo>
                <a:lnTo>
                  <a:pt x="1385774" y="134582"/>
                </a:lnTo>
                <a:lnTo>
                  <a:pt x="1386288" y="134411"/>
                </a:lnTo>
                <a:lnTo>
                  <a:pt x="1386791" y="134224"/>
                </a:lnTo>
                <a:lnTo>
                  <a:pt x="1387285" y="134021"/>
                </a:lnTo>
                <a:lnTo>
                  <a:pt x="1387770" y="133802"/>
                </a:lnTo>
                <a:lnTo>
                  <a:pt x="1388244" y="133566"/>
                </a:lnTo>
                <a:lnTo>
                  <a:pt x="1388709" y="133314"/>
                </a:lnTo>
                <a:lnTo>
                  <a:pt x="1389164" y="133046"/>
                </a:lnTo>
                <a:lnTo>
                  <a:pt x="1389609" y="132761"/>
                </a:lnTo>
                <a:lnTo>
                  <a:pt x="1390045" y="132461"/>
                </a:lnTo>
                <a:lnTo>
                  <a:pt x="1390470" y="132144"/>
                </a:lnTo>
                <a:lnTo>
                  <a:pt x="1390886" y="131811"/>
                </a:lnTo>
                <a:lnTo>
                  <a:pt x="1391293" y="131461"/>
                </a:lnTo>
                <a:lnTo>
                  <a:pt x="1391689" y="131096"/>
                </a:lnTo>
                <a:lnTo>
                  <a:pt x="1392076" y="130714"/>
                </a:lnTo>
                <a:lnTo>
                  <a:pt x="1392450" y="130320"/>
                </a:lnTo>
                <a:lnTo>
                  <a:pt x="1392808" y="129919"/>
                </a:lnTo>
                <a:lnTo>
                  <a:pt x="1393150" y="129512"/>
                </a:lnTo>
                <a:lnTo>
                  <a:pt x="1393476" y="129097"/>
                </a:lnTo>
                <a:lnTo>
                  <a:pt x="1393786" y="128676"/>
                </a:lnTo>
                <a:lnTo>
                  <a:pt x="1394080" y="128247"/>
                </a:lnTo>
                <a:lnTo>
                  <a:pt x="1394359" y="127811"/>
                </a:lnTo>
                <a:lnTo>
                  <a:pt x="1394621" y="127369"/>
                </a:lnTo>
                <a:lnTo>
                  <a:pt x="1394868" y="126919"/>
                </a:lnTo>
                <a:lnTo>
                  <a:pt x="1395099" y="126462"/>
                </a:lnTo>
                <a:lnTo>
                  <a:pt x="1395313" y="125999"/>
                </a:lnTo>
                <a:lnTo>
                  <a:pt x="1395512" y="125528"/>
                </a:lnTo>
                <a:lnTo>
                  <a:pt x="1395695" y="125050"/>
                </a:lnTo>
                <a:lnTo>
                  <a:pt x="1395862" y="124565"/>
                </a:lnTo>
                <a:lnTo>
                  <a:pt x="1396013" y="124074"/>
                </a:lnTo>
                <a:lnTo>
                  <a:pt x="1396149" y="123575"/>
                </a:lnTo>
                <a:lnTo>
                  <a:pt x="1396268" y="123069"/>
                </a:lnTo>
                <a:lnTo>
                  <a:pt x="1396371" y="122556"/>
                </a:lnTo>
                <a:lnTo>
                  <a:pt x="1396459" y="122037"/>
                </a:lnTo>
                <a:lnTo>
                  <a:pt x="1396531" y="121510"/>
                </a:lnTo>
                <a:lnTo>
                  <a:pt x="1396586" y="120976"/>
                </a:lnTo>
                <a:lnTo>
                  <a:pt x="1396626" y="120435"/>
                </a:lnTo>
                <a:lnTo>
                  <a:pt x="1396650" y="119887"/>
                </a:lnTo>
                <a:lnTo>
                  <a:pt x="1396658" y="119332"/>
                </a:lnTo>
                <a:lnTo>
                  <a:pt x="1396650" y="118730"/>
                </a:lnTo>
                <a:lnTo>
                  <a:pt x="1396626" y="118137"/>
                </a:lnTo>
                <a:lnTo>
                  <a:pt x="1396586" y="117555"/>
                </a:lnTo>
                <a:lnTo>
                  <a:pt x="1396531" y="116984"/>
                </a:lnTo>
                <a:lnTo>
                  <a:pt x="1396459" y="116422"/>
                </a:lnTo>
                <a:lnTo>
                  <a:pt x="1396371" y="115871"/>
                </a:lnTo>
                <a:lnTo>
                  <a:pt x="1396268" y="115330"/>
                </a:lnTo>
                <a:lnTo>
                  <a:pt x="1396149" y="114799"/>
                </a:lnTo>
                <a:lnTo>
                  <a:pt x="1396013" y="114279"/>
                </a:lnTo>
                <a:lnTo>
                  <a:pt x="1395862" y="113769"/>
                </a:lnTo>
                <a:lnTo>
                  <a:pt x="1395695" y="113269"/>
                </a:lnTo>
                <a:lnTo>
                  <a:pt x="1395512" y="112779"/>
                </a:lnTo>
                <a:lnTo>
                  <a:pt x="1395313" y="112300"/>
                </a:lnTo>
                <a:lnTo>
                  <a:pt x="1395099" y="111831"/>
                </a:lnTo>
                <a:lnTo>
                  <a:pt x="1394868" y="111372"/>
                </a:lnTo>
                <a:lnTo>
                  <a:pt x="1394621" y="110923"/>
                </a:lnTo>
                <a:lnTo>
                  <a:pt x="1394359" y="110485"/>
                </a:lnTo>
                <a:lnTo>
                  <a:pt x="1394080" y="110057"/>
                </a:lnTo>
                <a:lnTo>
                  <a:pt x="1393786" y="109639"/>
                </a:lnTo>
                <a:lnTo>
                  <a:pt x="1393476" y="109232"/>
                </a:lnTo>
                <a:lnTo>
                  <a:pt x="1393150" y="108835"/>
                </a:lnTo>
                <a:lnTo>
                  <a:pt x="1392808" y="108448"/>
                </a:lnTo>
                <a:lnTo>
                  <a:pt x="1392450" y="108071"/>
                </a:lnTo>
                <a:lnTo>
                  <a:pt x="1392076" y="107704"/>
                </a:lnTo>
                <a:lnTo>
                  <a:pt x="1391689" y="107351"/>
                </a:lnTo>
                <a:lnTo>
                  <a:pt x="1391293" y="107012"/>
                </a:lnTo>
                <a:lnTo>
                  <a:pt x="1390886" y="106688"/>
                </a:lnTo>
                <a:lnTo>
                  <a:pt x="1390470" y="106380"/>
                </a:lnTo>
                <a:lnTo>
                  <a:pt x="1390045" y="106086"/>
                </a:lnTo>
                <a:lnTo>
                  <a:pt x="1389609" y="105808"/>
                </a:lnTo>
                <a:lnTo>
                  <a:pt x="1389164" y="105544"/>
                </a:lnTo>
                <a:lnTo>
                  <a:pt x="1388709" y="105296"/>
                </a:lnTo>
                <a:lnTo>
                  <a:pt x="1388244" y="105062"/>
                </a:lnTo>
                <a:lnTo>
                  <a:pt x="1387770" y="104844"/>
                </a:lnTo>
                <a:lnTo>
                  <a:pt x="1387285" y="104641"/>
                </a:lnTo>
                <a:lnTo>
                  <a:pt x="1386791" y="104453"/>
                </a:lnTo>
                <a:lnTo>
                  <a:pt x="1386288" y="104280"/>
                </a:lnTo>
                <a:lnTo>
                  <a:pt x="1385774" y="104121"/>
                </a:lnTo>
                <a:lnTo>
                  <a:pt x="1385251" y="103978"/>
                </a:lnTo>
                <a:lnTo>
                  <a:pt x="1384718" y="103850"/>
                </a:lnTo>
                <a:lnTo>
                  <a:pt x="1384175" y="103738"/>
                </a:lnTo>
                <a:lnTo>
                  <a:pt x="1383623" y="103640"/>
                </a:lnTo>
                <a:lnTo>
                  <a:pt x="1383061" y="103557"/>
                </a:lnTo>
                <a:lnTo>
                  <a:pt x="1382489" y="103489"/>
                </a:lnTo>
                <a:lnTo>
                  <a:pt x="1381907" y="103436"/>
                </a:lnTo>
                <a:lnTo>
                  <a:pt x="1381315" y="103399"/>
                </a:lnTo>
                <a:lnTo>
                  <a:pt x="1380714" y="103376"/>
                </a:lnTo>
                <a:lnTo>
                  <a:pt x="1380103" y="103369"/>
                </a:lnTo>
                <a:lnTo>
                  <a:pt x="1379476" y="103376"/>
                </a:lnTo>
                <a:lnTo>
                  <a:pt x="1378859" y="103399"/>
                </a:lnTo>
                <a:lnTo>
                  <a:pt x="1378252" y="103436"/>
                </a:lnTo>
                <a:lnTo>
                  <a:pt x="1377655" y="103489"/>
                </a:lnTo>
                <a:lnTo>
                  <a:pt x="1377068" y="103557"/>
                </a:lnTo>
                <a:lnTo>
                  <a:pt x="1376491" y="103640"/>
                </a:lnTo>
                <a:lnTo>
                  <a:pt x="1375924" y="103738"/>
                </a:lnTo>
                <a:lnTo>
                  <a:pt x="1375368" y="103850"/>
                </a:lnTo>
                <a:lnTo>
                  <a:pt x="1374821" y="103978"/>
                </a:lnTo>
                <a:lnTo>
                  <a:pt x="1374285" y="104121"/>
                </a:lnTo>
                <a:lnTo>
                  <a:pt x="1373758" y="104280"/>
                </a:lnTo>
                <a:lnTo>
                  <a:pt x="1373242" y="104453"/>
                </a:lnTo>
                <a:lnTo>
                  <a:pt x="1372736" y="104641"/>
                </a:lnTo>
                <a:lnTo>
                  <a:pt x="1372240" y="104844"/>
                </a:lnTo>
                <a:lnTo>
                  <a:pt x="1371754" y="105062"/>
                </a:lnTo>
                <a:lnTo>
                  <a:pt x="1371278" y="105296"/>
                </a:lnTo>
                <a:lnTo>
                  <a:pt x="1370812" y="105544"/>
                </a:lnTo>
                <a:lnTo>
                  <a:pt x="1370357" y="105808"/>
                </a:lnTo>
                <a:lnTo>
                  <a:pt x="1369911" y="106086"/>
                </a:lnTo>
                <a:lnTo>
                  <a:pt x="1369476" y="106380"/>
                </a:lnTo>
                <a:lnTo>
                  <a:pt x="1369050" y="106688"/>
                </a:lnTo>
                <a:lnTo>
                  <a:pt x="1368635" y="107012"/>
                </a:lnTo>
                <a:lnTo>
                  <a:pt x="1368230" y="107351"/>
                </a:lnTo>
                <a:lnTo>
                  <a:pt x="1367835" y="107704"/>
                </a:lnTo>
                <a:lnTo>
                  <a:pt x="1367453" y="108071"/>
                </a:lnTo>
                <a:lnTo>
                  <a:pt x="1367087" y="108448"/>
                </a:lnTo>
                <a:lnTo>
                  <a:pt x="1366738" y="108835"/>
                </a:lnTo>
                <a:lnTo>
                  <a:pt x="1366405" y="109232"/>
                </a:lnTo>
                <a:lnTo>
                  <a:pt x="1366088" y="109639"/>
                </a:lnTo>
                <a:lnTo>
                  <a:pt x="1365787" y="110057"/>
                </a:lnTo>
                <a:lnTo>
                  <a:pt x="1365503" y="110485"/>
                </a:lnTo>
                <a:lnTo>
                  <a:pt x="1365234" y="110923"/>
                </a:lnTo>
                <a:lnTo>
                  <a:pt x="1364983" y="111372"/>
                </a:lnTo>
                <a:lnTo>
                  <a:pt x="1364747" y="111831"/>
                </a:lnTo>
                <a:lnTo>
                  <a:pt x="1364527" y="112300"/>
                </a:lnTo>
                <a:lnTo>
                  <a:pt x="1364324" y="112779"/>
                </a:lnTo>
                <a:lnTo>
                  <a:pt x="1364137" y="113269"/>
                </a:lnTo>
                <a:lnTo>
                  <a:pt x="1363967" y="113769"/>
                </a:lnTo>
                <a:lnTo>
                  <a:pt x="1363812" y="114279"/>
                </a:lnTo>
                <a:lnTo>
                  <a:pt x="1363674" y="114799"/>
                </a:lnTo>
                <a:lnTo>
                  <a:pt x="1363552" y="115330"/>
                </a:lnTo>
                <a:lnTo>
                  <a:pt x="1363447" y="115871"/>
                </a:lnTo>
                <a:lnTo>
                  <a:pt x="1363357" y="116422"/>
                </a:lnTo>
                <a:lnTo>
                  <a:pt x="1363284" y="116984"/>
                </a:lnTo>
                <a:lnTo>
                  <a:pt x="1363227" y="117555"/>
                </a:lnTo>
                <a:lnTo>
                  <a:pt x="1363187" y="118137"/>
                </a:lnTo>
                <a:lnTo>
                  <a:pt x="1363162" y="118730"/>
                </a:lnTo>
                <a:lnTo>
                  <a:pt x="1363154" y="119332"/>
                </a:lnTo>
                <a:lnTo>
                  <a:pt x="1363162" y="119887"/>
                </a:lnTo>
                <a:lnTo>
                  <a:pt x="1363187" y="120435"/>
                </a:lnTo>
                <a:lnTo>
                  <a:pt x="1363227" y="120976"/>
                </a:lnTo>
                <a:lnTo>
                  <a:pt x="1363284" y="121510"/>
                </a:lnTo>
                <a:lnTo>
                  <a:pt x="1363357" y="122037"/>
                </a:lnTo>
                <a:lnTo>
                  <a:pt x="1363447" y="122556"/>
                </a:lnTo>
                <a:lnTo>
                  <a:pt x="1363552" y="123069"/>
                </a:lnTo>
                <a:lnTo>
                  <a:pt x="1363674" y="123575"/>
                </a:lnTo>
                <a:lnTo>
                  <a:pt x="1363812" y="124074"/>
                </a:lnTo>
                <a:lnTo>
                  <a:pt x="1363967" y="124565"/>
                </a:lnTo>
                <a:lnTo>
                  <a:pt x="1364137" y="125050"/>
                </a:lnTo>
                <a:lnTo>
                  <a:pt x="1364324" y="125528"/>
                </a:lnTo>
                <a:lnTo>
                  <a:pt x="1364527" y="125999"/>
                </a:lnTo>
                <a:lnTo>
                  <a:pt x="1364747" y="126462"/>
                </a:lnTo>
                <a:lnTo>
                  <a:pt x="1364983" y="126919"/>
                </a:lnTo>
                <a:lnTo>
                  <a:pt x="1365234" y="127369"/>
                </a:lnTo>
                <a:lnTo>
                  <a:pt x="1365503" y="127811"/>
                </a:lnTo>
                <a:lnTo>
                  <a:pt x="1365787" y="128247"/>
                </a:lnTo>
                <a:lnTo>
                  <a:pt x="1366088" y="128676"/>
                </a:lnTo>
                <a:lnTo>
                  <a:pt x="1366405" y="129097"/>
                </a:lnTo>
                <a:lnTo>
                  <a:pt x="1366738" y="129512"/>
                </a:lnTo>
                <a:lnTo>
                  <a:pt x="1367087" y="129919"/>
                </a:lnTo>
                <a:lnTo>
                  <a:pt x="1367453" y="130320"/>
                </a:lnTo>
                <a:lnTo>
                  <a:pt x="1367835" y="130714"/>
                </a:lnTo>
                <a:lnTo>
                  <a:pt x="1368230" y="131096"/>
                </a:lnTo>
                <a:lnTo>
                  <a:pt x="1368635" y="131461"/>
                </a:lnTo>
                <a:lnTo>
                  <a:pt x="1369050" y="131811"/>
                </a:lnTo>
                <a:lnTo>
                  <a:pt x="1369476" y="132144"/>
                </a:lnTo>
                <a:lnTo>
                  <a:pt x="1369911" y="132461"/>
                </a:lnTo>
                <a:lnTo>
                  <a:pt x="1370357" y="132761"/>
                </a:lnTo>
                <a:lnTo>
                  <a:pt x="1370812" y="133046"/>
                </a:lnTo>
                <a:lnTo>
                  <a:pt x="1371278" y="133314"/>
                </a:lnTo>
                <a:lnTo>
                  <a:pt x="1371754" y="133566"/>
                </a:lnTo>
                <a:lnTo>
                  <a:pt x="1372240" y="133802"/>
                </a:lnTo>
                <a:lnTo>
                  <a:pt x="1372736" y="134021"/>
                </a:lnTo>
                <a:lnTo>
                  <a:pt x="1373242" y="134224"/>
                </a:lnTo>
                <a:lnTo>
                  <a:pt x="1373758" y="134411"/>
                </a:lnTo>
                <a:lnTo>
                  <a:pt x="1374285" y="134582"/>
                </a:lnTo>
                <a:lnTo>
                  <a:pt x="1374821" y="134736"/>
                </a:lnTo>
                <a:lnTo>
                  <a:pt x="1375368" y="134874"/>
                </a:lnTo>
                <a:lnTo>
                  <a:pt x="1375924" y="134996"/>
                </a:lnTo>
                <a:lnTo>
                  <a:pt x="1376491" y="135102"/>
                </a:lnTo>
                <a:lnTo>
                  <a:pt x="1377068" y="135191"/>
                </a:lnTo>
                <a:lnTo>
                  <a:pt x="1377655" y="135264"/>
                </a:lnTo>
                <a:lnTo>
                  <a:pt x="1378252" y="135321"/>
                </a:lnTo>
                <a:lnTo>
                  <a:pt x="1378859" y="135362"/>
                </a:lnTo>
                <a:lnTo>
                  <a:pt x="1379476" y="135386"/>
                </a:lnTo>
                <a:lnTo>
                  <a:pt x="1380103" y="135394"/>
                </a:lnTo>
                <a:lnTo>
                  <a:pt x="1380714" y="135386"/>
                </a:lnTo>
                <a:lnTo>
                  <a:pt x="1381315" y="135362"/>
                </a:lnTo>
                <a:lnTo>
                  <a:pt x="1381907" y="135321"/>
                </a:lnTo>
                <a:lnTo>
                  <a:pt x="1382489" y="135264"/>
                </a:lnTo>
                <a:lnTo>
                  <a:pt x="1383061" y="13519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" name="Text #CodeSolution…">
            <a:extLst xmlns:a="http://schemas.openxmlformats.org/drawingml/2006/main">
              <a:ext uri="{FF2B5EF4-FFF2-40B4-BE49-F238E27FC236}">
                <a16:creationId xmlns:a16="http://schemas.microsoft.com/office/drawing/2014/main" id="{62928888-AC23-4077-8FCB-B88BF339A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6727" y="4311115"/>
            <a:ext cx="1649831" cy="137311"/>
          </a:xfrm>
          <a:custGeom xmlns:a="http://schemas.openxmlformats.org/drawingml/2006/main">
            <a:pathLst>
              <a:path w="1649831" h="137311">
                <a:moveTo>
                  <a:pt x="13711" y="135535"/>
                </a:moveTo>
                <a:lnTo>
                  <a:pt x="18841" y="98446"/>
                </a:lnTo>
                <a:lnTo>
                  <a:pt x="0" y="98446"/>
                </a:lnTo>
                <a:lnTo>
                  <a:pt x="0" y="82071"/>
                </a:lnTo>
                <a:lnTo>
                  <a:pt x="21208" y="82071"/>
                </a:lnTo>
                <a:lnTo>
                  <a:pt x="24365" y="59186"/>
                </a:lnTo>
                <a:lnTo>
                  <a:pt x="5425" y="59186"/>
                </a:lnTo>
                <a:lnTo>
                  <a:pt x="5425" y="42910"/>
                </a:lnTo>
                <a:lnTo>
                  <a:pt x="26732" y="42910"/>
                </a:lnTo>
                <a:lnTo>
                  <a:pt x="31862" y="6313"/>
                </a:lnTo>
                <a:lnTo>
                  <a:pt x="49716" y="6313"/>
                </a:lnTo>
                <a:lnTo>
                  <a:pt x="44685" y="42910"/>
                </a:lnTo>
                <a:lnTo>
                  <a:pt x="64315" y="42910"/>
                </a:lnTo>
                <a:lnTo>
                  <a:pt x="69346" y="6313"/>
                </a:lnTo>
                <a:lnTo>
                  <a:pt x="87398" y="6313"/>
                </a:lnTo>
                <a:lnTo>
                  <a:pt x="82268" y="42910"/>
                </a:lnTo>
                <a:lnTo>
                  <a:pt x="100813" y="42910"/>
                </a:lnTo>
                <a:lnTo>
                  <a:pt x="100813" y="59186"/>
                </a:lnTo>
                <a:lnTo>
                  <a:pt x="79901" y="59186"/>
                </a:lnTo>
                <a:lnTo>
                  <a:pt x="76843" y="82071"/>
                </a:lnTo>
                <a:lnTo>
                  <a:pt x="95190" y="82071"/>
                </a:lnTo>
                <a:lnTo>
                  <a:pt x="95190" y="98446"/>
                </a:lnTo>
                <a:lnTo>
                  <a:pt x="74574" y="98446"/>
                </a:lnTo>
                <a:lnTo>
                  <a:pt x="69445" y="135535"/>
                </a:lnTo>
                <a:lnTo>
                  <a:pt x="51492" y="135535"/>
                </a:lnTo>
                <a:lnTo>
                  <a:pt x="56522" y="98446"/>
                </a:lnTo>
                <a:lnTo>
                  <a:pt x="36892" y="98446"/>
                </a:lnTo>
                <a:lnTo>
                  <a:pt x="31763" y="135535"/>
                </a:lnTo>
                <a:lnTo>
                  <a:pt x="13711" y="135535"/>
                </a:lnTo>
                <a:moveTo>
                  <a:pt x="39260" y="82071"/>
                </a:moveTo>
                <a:lnTo>
                  <a:pt x="58988" y="82071"/>
                </a:lnTo>
                <a:lnTo>
                  <a:pt x="61948" y="59186"/>
                </a:lnTo>
                <a:lnTo>
                  <a:pt x="42416" y="59186"/>
                </a:lnTo>
                <a:lnTo>
                  <a:pt x="39260" y="82071"/>
                </a:lnTo>
                <a:close/>
                <a:moveTo>
                  <a:pt x="222142" y="137311"/>
                </a:moveTo>
                <a:cubicBezTo>
                  <a:pt x="208727" y="137311"/>
                  <a:pt x="197186" y="134500"/>
                  <a:pt x="187519" y="128877"/>
                </a:cubicBezTo>
                <a:cubicBezTo>
                  <a:pt x="177852" y="123254"/>
                  <a:pt x="170421" y="115363"/>
                  <a:pt x="165225" y="105203"/>
                </a:cubicBezTo>
                <a:cubicBezTo>
                  <a:pt x="160030" y="95042"/>
                  <a:pt x="157433" y="83057"/>
                  <a:pt x="157433" y="69247"/>
                </a:cubicBezTo>
                <a:cubicBezTo>
                  <a:pt x="157433" y="55437"/>
                  <a:pt x="160030" y="43419"/>
                  <a:pt x="165225" y="33193"/>
                </a:cubicBezTo>
                <a:cubicBezTo>
                  <a:pt x="170421" y="22967"/>
                  <a:pt x="177852" y="15043"/>
                  <a:pt x="187519" y="9420"/>
                </a:cubicBezTo>
                <a:cubicBezTo>
                  <a:pt x="197186" y="3798"/>
                  <a:pt x="208727" y="986"/>
                  <a:pt x="222142" y="986"/>
                </a:cubicBezTo>
                <a:cubicBezTo>
                  <a:pt x="232533" y="986"/>
                  <a:pt x="242101" y="2778"/>
                  <a:pt x="250847" y="6362"/>
                </a:cubicBezTo>
                <a:cubicBezTo>
                  <a:pt x="259594" y="9946"/>
                  <a:pt x="266696" y="15240"/>
                  <a:pt x="272154" y="22244"/>
                </a:cubicBezTo>
                <a:cubicBezTo>
                  <a:pt x="277613" y="29248"/>
                  <a:pt x="280605" y="37879"/>
                  <a:pt x="281131" y="48138"/>
                </a:cubicBezTo>
                <a:lnTo>
                  <a:pt x="252722" y="48138"/>
                </a:lnTo>
                <a:cubicBezTo>
                  <a:pt x="251998" y="42745"/>
                  <a:pt x="250239" y="38273"/>
                  <a:pt x="247444" y="34722"/>
                </a:cubicBezTo>
                <a:cubicBezTo>
                  <a:pt x="244649" y="31171"/>
                  <a:pt x="241082" y="28508"/>
                  <a:pt x="236742" y="26732"/>
                </a:cubicBezTo>
                <a:cubicBezTo>
                  <a:pt x="232401" y="24957"/>
                  <a:pt x="227535" y="24069"/>
                  <a:pt x="222142" y="24069"/>
                </a:cubicBezTo>
                <a:cubicBezTo>
                  <a:pt x="213462" y="24069"/>
                  <a:pt x="206475" y="26173"/>
                  <a:pt x="201181" y="30382"/>
                </a:cubicBezTo>
                <a:cubicBezTo>
                  <a:pt x="195887" y="34591"/>
                  <a:pt x="192040" y="40098"/>
                  <a:pt x="189640" y="46905"/>
                </a:cubicBezTo>
                <a:cubicBezTo>
                  <a:pt x="187239" y="53711"/>
                  <a:pt x="186039" y="61159"/>
                  <a:pt x="186039" y="69247"/>
                </a:cubicBezTo>
                <a:cubicBezTo>
                  <a:pt x="186039" y="77270"/>
                  <a:pt x="187239" y="84701"/>
                  <a:pt x="189640" y="91541"/>
                </a:cubicBezTo>
                <a:cubicBezTo>
                  <a:pt x="192040" y="98380"/>
                  <a:pt x="195887" y="103871"/>
                  <a:pt x="201181" y="108014"/>
                </a:cubicBezTo>
                <a:cubicBezTo>
                  <a:pt x="206475" y="112157"/>
                  <a:pt x="213462" y="114228"/>
                  <a:pt x="222142" y="114228"/>
                </a:cubicBezTo>
                <a:cubicBezTo>
                  <a:pt x="231283" y="114228"/>
                  <a:pt x="238501" y="111877"/>
                  <a:pt x="243794" y="107175"/>
                </a:cubicBezTo>
                <a:cubicBezTo>
                  <a:pt x="249088" y="102474"/>
                  <a:pt x="252130" y="95782"/>
                  <a:pt x="252919" y="87102"/>
                </a:cubicBezTo>
                <a:lnTo>
                  <a:pt x="281328" y="87102"/>
                </a:lnTo>
                <a:cubicBezTo>
                  <a:pt x="280539" y="97952"/>
                  <a:pt x="277678" y="107110"/>
                  <a:pt x="272746" y="114574"/>
                </a:cubicBezTo>
                <a:cubicBezTo>
                  <a:pt x="267814" y="122038"/>
                  <a:pt x="261073" y="127693"/>
                  <a:pt x="252524" y="131540"/>
                </a:cubicBezTo>
                <a:cubicBezTo>
                  <a:pt x="243975" y="135387"/>
                  <a:pt x="233848" y="137311"/>
                  <a:pt x="222142" y="137311"/>
                </a:cubicBezTo>
                <a:close/>
                <a:moveTo>
                  <a:pt x="344364" y="137311"/>
                </a:moveTo>
                <a:cubicBezTo>
                  <a:pt x="334632" y="137311"/>
                  <a:pt x="326099" y="135348"/>
                  <a:pt x="318767" y="131423"/>
                </a:cubicBezTo>
                <a:cubicBezTo>
                  <a:pt x="311434" y="127496"/>
                  <a:pt x="305762" y="121806"/>
                  <a:pt x="301751" y="114355"/>
                </a:cubicBezTo>
                <a:cubicBezTo>
                  <a:pt x="297739" y="106901"/>
                  <a:pt x="295734" y="97884"/>
                  <a:pt x="295734" y="87302"/>
                </a:cubicBezTo>
                <a:cubicBezTo>
                  <a:pt x="295734" y="76523"/>
                  <a:pt x="297739" y="67358"/>
                  <a:pt x="301751" y="59805"/>
                </a:cubicBezTo>
                <a:cubicBezTo>
                  <a:pt x="305762" y="52251"/>
                  <a:pt x="311434" y="46495"/>
                  <a:pt x="318767" y="42537"/>
                </a:cubicBezTo>
                <a:cubicBezTo>
                  <a:pt x="326099" y="38577"/>
                  <a:pt x="334632" y="36597"/>
                  <a:pt x="344364" y="36597"/>
                </a:cubicBezTo>
                <a:cubicBezTo>
                  <a:pt x="354229" y="36597"/>
                  <a:pt x="362827" y="38577"/>
                  <a:pt x="370160" y="42537"/>
                </a:cubicBezTo>
                <a:cubicBezTo>
                  <a:pt x="377492" y="46495"/>
                  <a:pt x="383197" y="52251"/>
                  <a:pt x="387274" y="59805"/>
                </a:cubicBezTo>
                <a:cubicBezTo>
                  <a:pt x="391351" y="67358"/>
                  <a:pt x="393390" y="76523"/>
                  <a:pt x="393390" y="87302"/>
                </a:cubicBezTo>
                <a:cubicBezTo>
                  <a:pt x="393390" y="97884"/>
                  <a:pt x="391351" y="106901"/>
                  <a:pt x="387274" y="114355"/>
                </a:cubicBezTo>
                <a:cubicBezTo>
                  <a:pt x="383197" y="121806"/>
                  <a:pt x="377492" y="127496"/>
                  <a:pt x="370160" y="131423"/>
                </a:cubicBezTo>
                <a:cubicBezTo>
                  <a:pt x="362827" y="135348"/>
                  <a:pt x="354229" y="137311"/>
                  <a:pt x="344364" y="137311"/>
                </a:cubicBezTo>
                <a:moveTo>
                  <a:pt x="344364" y="117385"/>
                </a:moveTo>
                <a:cubicBezTo>
                  <a:pt x="350086" y="117385"/>
                  <a:pt x="354574" y="116027"/>
                  <a:pt x="357829" y="113310"/>
                </a:cubicBezTo>
                <a:cubicBezTo>
                  <a:pt x="361084" y="110593"/>
                  <a:pt x="363386" y="106955"/>
                  <a:pt x="364734" y="102394"/>
                </a:cubicBezTo>
                <a:cubicBezTo>
                  <a:pt x="366082" y="97834"/>
                  <a:pt x="366756" y="92804"/>
                  <a:pt x="366756" y="87305"/>
                </a:cubicBezTo>
                <a:cubicBezTo>
                  <a:pt x="366756" y="81670"/>
                  <a:pt x="366082" y="76539"/>
                  <a:pt x="364734" y="71911"/>
                </a:cubicBezTo>
                <a:cubicBezTo>
                  <a:pt x="363386" y="67283"/>
                  <a:pt x="361084" y="63594"/>
                  <a:pt x="357829" y="60844"/>
                </a:cubicBezTo>
                <a:cubicBezTo>
                  <a:pt x="354574" y="58094"/>
                  <a:pt x="350086" y="56720"/>
                  <a:pt x="344364" y="56720"/>
                </a:cubicBezTo>
                <a:cubicBezTo>
                  <a:pt x="338775" y="56720"/>
                  <a:pt x="334385" y="58094"/>
                  <a:pt x="331196" y="60844"/>
                </a:cubicBezTo>
                <a:cubicBezTo>
                  <a:pt x="328006" y="63594"/>
                  <a:pt x="325754" y="67283"/>
                  <a:pt x="324439" y="71911"/>
                </a:cubicBezTo>
                <a:cubicBezTo>
                  <a:pt x="323123" y="76539"/>
                  <a:pt x="322466" y="81670"/>
                  <a:pt x="322466" y="87305"/>
                </a:cubicBezTo>
                <a:cubicBezTo>
                  <a:pt x="322466" y="92804"/>
                  <a:pt x="323123" y="97834"/>
                  <a:pt x="324439" y="102394"/>
                </a:cubicBezTo>
                <a:cubicBezTo>
                  <a:pt x="325754" y="106955"/>
                  <a:pt x="328006" y="110593"/>
                  <a:pt x="331196" y="113310"/>
                </a:cubicBezTo>
                <a:cubicBezTo>
                  <a:pt x="334385" y="116027"/>
                  <a:pt x="338775" y="117385"/>
                  <a:pt x="344364" y="117385"/>
                </a:cubicBezTo>
                <a:close/>
                <a:moveTo>
                  <a:pt x="453608" y="137311"/>
                </a:moveTo>
                <a:cubicBezTo>
                  <a:pt x="446374" y="137311"/>
                  <a:pt x="439880" y="135481"/>
                  <a:pt x="434126" y="131821"/>
                </a:cubicBezTo>
                <a:cubicBezTo>
                  <a:pt x="428372" y="128161"/>
                  <a:pt x="423834" y="122555"/>
                  <a:pt x="420513" y="115002"/>
                </a:cubicBezTo>
                <a:cubicBezTo>
                  <a:pt x="417192" y="107450"/>
                  <a:pt x="415532" y="97851"/>
                  <a:pt x="415532" y="86205"/>
                </a:cubicBezTo>
                <a:cubicBezTo>
                  <a:pt x="415532" y="74959"/>
                  <a:pt x="417324" y="65677"/>
                  <a:pt x="420908" y="58357"/>
                </a:cubicBezTo>
                <a:cubicBezTo>
                  <a:pt x="424492" y="51036"/>
                  <a:pt x="429342" y="45580"/>
                  <a:pt x="435457" y="41988"/>
                </a:cubicBezTo>
                <a:cubicBezTo>
                  <a:pt x="441573" y="38394"/>
                  <a:pt x="448445" y="36597"/>
                  <a:pt x="456074" y="36597"/>
                </a:cubicBezTo>
                <a:cubicBezTo>
                  <a:pt x="462782" y="36597"/>
                  <a:pt x="468536" y="37978"/>
                  <a:pt x="473336" y="40740"/>
                </a:cubicBezTo>
                <a:cubicBezTo>
                  <a:pt x="478137" y="43502"/>
                  <a:pt x="481951" y="47118"/>
                  <a:pt x="484779" y="51590"/>
                </a:cubicBezTo>
                <a:lnTo>
                  <a:pt x="484779" y="2762"/>
                </a:lnTo>
                <a:lnTo>
                  <a:pt x="510919" y="2762"/>
                </a:lnTo>
                <a:lnTo>
                  <a:pt x="510919" y="135535"/>
                </a:lnTo>
                <a:lnTo>
                  <a:pt x="485864" y="135535"/>
                </a:lnTo>
                <a:lnTo>
                  <a:pt x="484779" y="121923"/>
                </a:lnTo>
                <a:cubicBezTo>
                  <a:pt x="481359" y="126657"/>
                  <a:pt x="477118" y="130406"/>
                  <a:pt x="472054" y="133168"/>
                </a:cubicBezTo>
                <a:cubicBezTo>
                  <a:pt x="466990" y="135930"/>
                  <a:pt x="460842" y="137311"/>
                  <a:pt x="453608" y="137311"/>
                </a:cubicBezTo>
                <a:moveTo>
                  <a:pt x="461302" y="117385"/>
                </a:moveTo>
                <a:cubicBezTo>
                  <a:pt x="466826" y="117385"/>
                  <a:pt x="471594" y="115809"/>
                  <a:pt x="475605" y="112656"/>
                </a:cubicBezTo>
                <a:cubicBezTo>
                  <a:pt x="479617" y="109504"/>
                  <a:pt x="482675" y="105816"/>
                  <a:pt x="484779" y="101593"/>
                </a:cubicBezTo>
                <a:lnTo>
                  <a:pt x="484779" y="72922"/>
                </a:lnTo>
                <a:cubicBezTo>
                  <a:pt x="482740" y="68495"/>
                  <a:pt x="479880" y="64639"/>
                  <a:pt x="476197" y="61353"/>
                </a:cubicBezTo>
                <a:cubicBezTo>
                  <a:pt x="472514" y="58067"/>
                  <a:pt x="467977" y="56424"/>
                  <a:pt x="462584" y="56424"/>
                </a:cubicBezTo>
                <a:cubicBezTo>
                  <a:pt x="456140" y="56424"/>
                  <a:pt x="451142" y="58972"/>
                  <a:pt x="447591" y="64069"/>
                </a:cubicBezTo>
                <a:cubicBezTo>
                  <a:pt x="444039" y="69165"/>
                  <a:pt x="442264" y="76543"/>
                  <a:pt x="442264" y="86202"/>
                </a:cubicBezTo>
                <a:cubicBezTo>
                  <a:pt x="442264" y="96797"/>
                  <a:pt x="443957" y="104644"/>
                  <a:pt x="447344" y="109740"/>
                </a:cubicBezTo>
                <a:cubicBezTo>
                  <a:pt x="450731" y="114837"/>
                  <a:pt x="455383" y="117385"/>
                  <a:pt x="461302" y="117385"/>
                </a:cubicBezTo>
                <a:close/>
                <a:moveTo>
                  <a:pt x="584552" y="137311"/>
                </a:moveTo>
                <a:cubicBezTo>
                  <a:pt x="573833" y="137311"/>
                  <a:pt x="564824" y="135298"/>
                  <a:pt x="557524" y="131272"/>
                </a:cubicBezTo>
                <a:cubicBezTo>
                  <a:pt x="550225" y="127246"/>
                  <a:pt x="544701" y="121441"/>
                  <a:pt x="540952" y="113855"/>
                </a:cubicBezTo>
                <a:cubicBezTo>
                  <a:pt x="537204" y="106268"/>
                  <a:pt x="535329" y="97151"/>
                  <a:pt x="535329" y="86504"/>
                </a:cubicBezTo>
                <a:cubicBezTo>
                  <a:pt x="535329" y="76189"/>
                  <a:pt x="537154" y="67306"/>
                  <a:pt x="540804" y="59855"/>
                </a:cubicBezTo>
                <a:cubicBezTo>
                  <a:pt x="544454" y="52401"/>
                  <a:pt x="549814" y="46661"/>
                  <a:pt x="556883" y="42635"/>
                </a:cubicBezTo>
                <a:cubicBezTo>
                  <a:pt x="563952" y="38609"/>
                  <a:pt x="572649" y="36597"/>
                  <a:pt x="582974" y="36597"/>
                </a:cubicBezTo>
                <a:cubicBezTo>
                  <a:pt x="597310" y="36597"/>
                  <a:pt x="608638" y="40834"/>
                  <a:pt x="616956" y="49309"/>
                </a:cubicBezTo>
                <a:cubicBezTo>
                  <a:pt x="625275" y="57784"/>
                  <a:pt x="629435" y="69866"/>
                  <a:pt x="629435" y="85554"/>
                </a:cubicBezTo>
                <a:cubicBezTo>
                  <a:pt x="629435" y="86352"/>
                  <a:pt x="629402" y="87431"/>
                  <a:pt x="629336" y="88794"/>
                </a:cubicBezTo>
                <a:cubicBezTo>
                  <a:pt x="629270" y="90156"/>
                  <a:pt x="629172" y="91204"/>
                  <a:pt x="629040" y="91935"/>
                </a:cubicBezTo>
                <a:lnTo>
                  <a:pt x="561470" y="91935"/>
                </a:lnTo>
                <a:cubicBezTo>
                  <a:pt x="561601" y="96578"/>
                  <a:pt x="562440" y="100917"/>
                  <a:pt x="563985" y="104953"/>
                </a:cubicBezTo>
                <a:cubicBezTo>
                  <a:pt x="565531" y="108989"/>
                  <a:pt x="567980" y="112235"/>
                  <a:pt x="571334" y="114691"/>
                </a:cubicBezTo>
                <a:cubicBezTo>
                  <a:pt x="574688" y="117145"/>
                  <a:pt x="579094" y="118371"/>
                  <a:pt x="584552" y="118371"/>
                </a:cubicBezTo>
                <a:cubicBezTo>
                  <a:pt x="590208" y="118371"/>
                  <a:pt x="594745" y="117101"/>
                  <a:pt x="598165" y="114561"/>
                </a:cubicBezTo>
                <a:cubicBezTo>
                  <a:pt x="601585" y="112021"/>
                  <a:pt x="603327" y="108244"/>
                  <a:pt x="603393" y="103230"/>
                </a:cubicBezTo>
                <a:lnTo>
                  <a:pt x="629139" y="103230"/>
                </a:lnTo>
                <a:cubicBezTo>
                  <a:pt x="628810" y="110825"/>
                  <a:pt x="626755" y="117155"/>
                  <a:pt x="622974" y="122219"/>
                </a:cubicBezTo>
                <a:cubicBezTo>
                  <a:pt x="619192" y="127282"/>
                  <a:pt x="614030" y="131063"/>
                  <a:pt x="607487" y="133562"/>
                </a:cubicBezTo>
                <a:cubicBezTo>
                  <a:pt x="600943" y="136061"/>
                  <a:pt x="593299" y="137311"/>
                  <a:pt x="584552" y="137311"/>
                </a:cubicBezTo>
                <a:moveTo>
                  <a:pt x="561766" y="75363"/>
                </a:moveTo>
                <a:lnTo>
                  <a:pt x="603492" y="75363"/>
                </a:lnTo>
                <a:cubicBezTo>
                  <a:pt x="603294" y="68458"/>
                  <a:pt x="601305" y="63296"/>
                  <a:pt x="597524" y="59876"/>
                </a:cubicBezTo>
                <a:cubicBezTo>
                  <a:pt x="593742" y="56457"/>
                  <a:pt x="588893" y="54747"/>
                  <a:pt x="582974" y="54747"/>
                </a:cubicBezTo>
                <a:cubicBezTo>
                  <a:pt x="576924" y="54747"/>
                  <a:pt x="571975" y="56507"/>
                  <a:pt x="568128" y="60027"/>
                </a:cubicBezTo>
                <a:cubicBezTo>
                  <a:pt x="564281" y="63548"/>
                  <a:pt x="562160" y="68660"/>
                  <a:pt x="561766" y="75363"/>
                </a:cubicBezTo>
                <a:close/>
                <a:moveTo>
                  <a:pt x="738731" y="137311"/>
                </a:moveTo>
                <a:cubicBezTo>
                  <a:pt x="728670" y="137311"/>
                  <a:pt x="719611" y="135880"/>
                  <a:pt x="711555" y="133017"/>
                </a:cubicBezTo>
                <a:cubicBezTo>
                  <a:pt x="703499" y="130154"/>
                  <a:pt x="697104" y="125597"/>
                  <a:pt x="692369" y="119346"/>
                </a:cubicBezTo>
                <a:cubicBezTo>
                  <a:pt x="687634" y="113094"/>
                  <a:pt x="685267" y="104933"/>
                  <a:pt x="685267" y="94864"/>
                </a:cubicBezTo>
                <a:lnTo>
                  <a:pt x="713676" y="94864"/>
                </a:lnTo>
                <a:cubicBezTo>
                  <a:pt x="713807" y="100001"/>
                  <a:pt x="714991" y="104035"/>
                  <a:pt x="717227" y="106966"/>
                </a:cubicBezTo>
                <a:cubicBezTo>
                  <a:pt x="719463" y="109896"/>
                  <a:pt x="722471" y="111987"/>
                  <a:pt x="726253" y="113239"/>
                </a:cubicBezTo>
                <a:cubicBezTo>
                  <a:pt x="730034" y="114490"/>
                  <a:pt x="734358" y="115116"/>
                  <a:pt x="739224" y="115116"/>
                </a:cubicBezTo>
                <a:cubicBezTo>
                  <a:pt x="743893" y="115116"/>
                  <a:pt x="748004" y="114556"/>
                  <a:pt x="751555" y="113436"/>
                </a:cubicBezTo>
                <a:cubicBezTo>
                  <a:pt x="755106" y="112316"/>
                  <a:pt x="757884" y="110587"/>
                  <a:pt x="759890" y="108248"/>
                </a:cubicBezTo>
                <a:cubicBezTo>
                  <a:pt x="761896" y="105910"/>
                  <a:pt x="762899" y="102929"/>
                  <a:pt x="762899" y="99306"/>
                </a:cubicBezTo>
                <a:cubicBezTo>
                  <a:pt x="762899" y="95818"/>
                  <a:pt x="762044" y="92939"/>
                  <a:pt x="760334" y="90668"/>
                </a:cubicBezTo>
                <a:cubicBezTo>
                  <a:pt x="758624" y="88397"/>
                  <a:pt x="755599" y="86325"/>
                  <a:pt x="751259" y="84451"/>
                </a:cubicBezTo>
                <a:cubicBezTo>
                  <a:pt x="746918" y="82574"/>
                  <a:pt x="740836" y="80550"/>
                  <a:pt x="733010" y="78378"/>
                </a:cubicBezTo>
                <a:cubicBezTo>
                  <a:pt x="723869" y="75745"/>
                  <a:pt x="715961" y="72850"/>
                  <a:pt x="709286" y="69691"/>
                </a:cubicBezTo>
                <a:cubicBezTo>
                  <a:pt x="702611" y="66533"/>
                  <a:pt x="697449" y="62453"/>
                  <a:pt x="693799" y="57453"/>
                </a:cubicBezTo>
                <a:cubicBezTo>
                  <a:pt x="690150" y="52451"/>
                  <a:pt x="688325" y="45936"/>
                  <a:pt x="688325" y="37907"/>
                </a:cubicBezTo>
                <a:cubicBezTo>
                  <a:pt x="688325" y="29286"/>
                  <a:pt x="690413" y="22260"/>
                  <a:pt x="694588" y="16831"/>
                </a:cubicBezTo>
                <a:cubicBezTo>
                  <a:pt x="698764" y="11401"/>
                  <a:pt x="704535" y="7403"/>
                  <a:pt x="711900" y="4837"/>
                </a:cubicBezTo>
                <a:cubicBezTo>
                  <a:pt x="719266" y="2270"/>
                  <a:pt x="727716" y="986"/>
                  <a:pt x="737251" y="986"/>
                </a:cubicBezTo>
                <a:cubicBezTo>
                  <a:pt x="746327" y="986"/>
                  <a:pt x="754662" y="2368"/>
                  <a:pt x="762257" y="5133"/>
                </a:cubicBezTo>
                <a:cubicBezTo>
                  <a:pt x="769853" y="7897"/>
                  <a:pt x="775919" y="12108"/>
                  <a:pt x="780457" y="17768"/>
                </a:cubicBezTo>
                <a:cubicBezTo>
                  <a:pt x="784995" y="23428"/>
                  <a:pt x="787263" y="30634"/>
                  <a:pt x="787263" y="39386"/>
                </a:cubicBezTo>
                <a:lnTo>
                  <a:pt x="758854" y="39386"/>
                </a:lnTo>
                <a:cubicBezTo>
                  <a:pt x="758920" y="33720"/>
                  <a:pt x="756816" y="29488"/>
                  <a:pt x="752541" y="26689"/>
                </a:cubicBezTo>
                <a:cubicBezTo>
                  <a:pt x="748267" y="23890"/>
                  <a:pt x="743137" y="22491"/>
                  <a:pt x="737153" y="22491"/>
                </a:cubicBezTo>
                <a:cubicBezTo>
                  <a:pt x="731234" y="22491"/>
                  <a:pt x="726335" y="23594"/>
                  <a:pt x="722455" y="25801"/>
                </a:cubicBezTo>
                <a:cubicBezTo>
                  <a:pt x="718575" y="28008"/>
                  <a:pt x="716635" y="31418"/>
                  <a:pt x="716635" y="36029"/>
                </a:cubicBezTo>
                <a:cubicBezTo>
                  <a:pt x="716635" y="38662"/>
                  <a:pt x="717457" y="40982"/>
                  <a:pt x="719101" y="42990"/>
                </a:cubicBezTo>
                <a:cubicBezTo>
                  <a:pt x="720745" y="44998"/>
                  <a:pt x="723787" y="46956"/>
                  <a:pt x="728226" y="48865"/>
                </a:cubicBezTo>
                <a:cubicBezTo>
                  <a:pt x="732665" y="50772"/>
                  <a:pt x="739093" y="52943"/>
                  <a:pt x="747510" y="55379"/>
                </a:cubicBezTo>
                <a:cubicBezTo>
                  <a:pt x="757572" y="58340"/>
                  <a:pt x="765825" y="61449"/>
                  <a:pt x="772270" y="64707"/>
                </a:cubicBezTo>
                <a:cubicBezTo>
                  <a:pt x="778714" y="67964"/>
                  <a:pt x="783499" y="72176"/>
                  <a:pt x="786622" y="77342"/>
                </a:cubicBezTo>
                <a:cubicBezTo>
                  <a:pt x="789746" y="82509"/>
                  <a:pt x="791308" y="89304"/>
                  <a:pt x="791308" y="97727"/>
                </a:cubicBezTo>
                <a:cubicBezTo>
                  <a:pt x="791308" y="107137"/>
                  <a:pt x="789006" y="114738"/>
                  <a:pt x="784403" y="120529"/>
                </a:cubicBezTo>
                <a:cubicBezTo>
                  <a:pt x="779799" y="126320"/>
                  <a:pt x="773536" y="130565"/>
                  <a:pt x="765611" y="133263"/>
                </a:cubicBezTo>
                <a:cubicBezTo>
                  <a:pt x="757687" y="135962"/>
                  <a:pt x="748727" y="137311"/>
                  <a:pt x="738731" y="137311"/>
                </a:cubicBezTo>
                <a:close/>
                <a:moveTo>
                  <a:pt x="855477" y="137311"/>
                </a:moveTo>
                <a:cubicBezTo>
                  <a:pt x="845744" y="137311"/>
                  <a:pt x="837211" y="135348"/>
                  <a:pt x="829879" y="131423"/>
                </a:cubicBezTo>
                <a:cubicBezTo>
                  <a:pt x="822546" y="127496"/>
                  <a:pt x="816874" y="121806"/>
                  <a:pt x="812863" y="114355"/>
                </a:cubicBezTo>
                <a:cubicBezTo>
                  <a:pt x="808851" y="106901"/>
                  <a:pt x="806846" y="97884"/>
                  <a:pt x="806846" y="87302"/>
                </a:cubicBezTo>
                <a:cubicBezTo>
                  <a:pt x="806846" y="76523"/>
                  <a:pt x="808851" y="67358"/>
                  <a:pt x="812863" y="59805"/>
                </a:cubicBezTo>
                <a:cubicBezTo>
                  <a:pt x="816874" y="52251"/>
                  <a:pt x="822546" y="46495"/>
                  <a:pt x="829879" y="42537"/>
                </a:cubicBezTo>
                <a:cubicBezTo>
                  <a:pt x="837211" y="38577"/>
                  <a:pt x="845744" y="36597"/>
                  <a:pt x="855477" y="36597"/>
                </a:cubicBezTo>
                <a:cubicBezTo>
                  <a:pt x="865341" y="36597"/>
                  <a:pt x="873939" y="38577"/>
                  <a:pt x="881272" y="42537"/>
                </a:cubicBezTo>
                <a:cubicBezTo>
                  <a:pt x="888604" y="46495"/>
                  <a:pt x="894309" y="52251"/>
                  <a:pt x="898386" y="59805"/>
                </a:cubicBezTo>
                <a:cubicBezTo>
                  <a:pt x="902464" y="67358"/>
                  <a:pt x="904502" y="76523"/>
                  <a:pt x="904502" y="87302"/>
                </a:cubicBezTo>
                <a:cubicBezTo>
                  <a:pt x="904502" y="97884"/>
                  <a:pt x="902464" y="106901"/>
                  <a:pt x="898386" y="114355"/>
                </a:cubicBezTo>
                <a:cubicBezTo>
                  <a:pt x="894309" y="121806"/>
                  <a:pt x="888604" y="127496"/>
                  <a:pt x="881272" y="131423"/>
                </a:cubicBezTo>
                <a:cubicBezTo>
                  <a:pt x="873939" y="135348"/>
                  <a:pt x="865341" y="137311"/>
                  <a:pt x="855477" y="137311"/>
                </a:cubicBezTo>
                <a:moveTo>
                  <a:pt x="855477" y="117385"/>
                </a:moveTo>
                <a:cubicBezTo>
                  <a:pt x="861198" y="117385"/>
                  <a:pt x="865686" y="116027"/>
                  <a:pt x="868941" y="113310"/>
                </a:cubicBezTo>
                <a:cubicBezTo>
                  <a:pt x="872197" y="110593"/>
                  <a:pt x="874498" y="106955"/>
                  <a:pt x="875846" y="102394"/>
                </a:cubicBezTo>
                <a:cubicBezTo>
                  <a:pt x="877194" y="97834"/>
                  <a:pt x="877869" y="92804"/>
                  <a:pt x="877869" y="87305"/>
                </a:cubicBezTo>
                <a:cubicBezTo>
                  <a:pt x="877869" y="81670"/>
                  <a:pt x="877194" y="76539"/>
                  <a:pt x="875846" y="71911"/>
                </a:cubicBezTo>
                <a:cubicBezTo>
                  <a:pt x="874498" y="67283"/>
                  <a:pt x="872197" y="63594"/>
                  <a:pt x="868941" y="60844"/>
                </a:cubicBezTo>
                <a:cubicBezTo>
                  <a:pt x="865686" y="58094"/>
                  <a:pt x="861198" y="56720"/>
                  <a:pt x="855477" y="56720"/>
                </a:cubicBezTo>
                <a:cubicBezTo>
                  <a:pt x="849887" y="56720"/>
                  <a:pt x="845497" y="58094"/>
                  <a:pt x="842308" y="60844"/>
                </a:cubicBezTo>
                <a:cubicBezTo>
                  <a:pt x="839118" y="63594"/>
                  <a:pt x="836866" y="67283"/>
                  <a:pt x="835551" y="71911"/>
                </a:cubicBezTo>
                <a:cubicBezTo>
                  <a:pt x="834236" y="76539"/>
                  <a:pt x="833578" y="81670"/>
                  <a:pt x="833578" y="87305"/>
                </a:cubicBezTo>
                <a:cubicBezTo>
                  <a:pt x="833578" y="92804"/>
                  <a:pt x="834236" y="97834"/>
                  <a:pt x="835551" y="102394"/>
                </a:cubicBezTo>
                <a:cubicBezTo>
                  <a:pt x="836866" y="106955"/>
                  <a:pt x="839118" y="110593"/>
                  <a:pt x="842308" y="113310"/>
                </a:cubicBezTo>
                <a:cubicBezTo>
                  <a:pt x="845497" y="116027"/>
                  <a:pt x="849887" y="117385"/>
                  <a:pt x="855477" y="117385"/>
                </a:cubicBezTo>
                <a:close/>
                <a:moveTo>
                  <a:pt x="961618" y="135535"/>
                </a:moveTo>
                <a:cubicBezTo>
                  <a:pt x="951820" y="135535"/>
                  <a:pt x="944257" y="134368"/>
                  <a:pt x="938931" y="132033"/>
                </a:cubicBezTo>
                <a:cubicBezTo>
                  <a:pt x="933604" y="129699"/>
                  <a:pt x="929888" y="126082"/>
                  <a:pt x="927784" y="121183"/>
                </a:cubicBezTo>
                <a:cubicBezTo>
                  <a:pt x="925680" y="116284"/>
                  <a:pt x="924627" y="109888"/>
                  <a:pt x="924627" y="101997"/>
                </a:cubicBezTo>
                <a:lnTo>
                  <a:pt x="924627" y="2762"/>
                </a:lnTo>
                <a:lnTo>
                  <a:pt x="950669" y="2762"/>
                </a:lnTo>
                <a:lnTo>
                  <a:pt x="950669" y="100418"/>
                </a:lnTo>
                <a:cubicBezTo>
                  <a:pt x="950669" y="105482"/>
                  <a:pt x="951360" y="109198"/>
                  <a:pt x="952741" y="111565"/>
                </a:cubicBezTo>
                <a:cubicBezTo>
                  <a:pt x="954122" y="113933"/>
                  <a:pt x="957344" y="115116"/>
                  <a:pt x="962408" y="115116"/>
                </a:cubicBezTo>
                <a:lnTo>
                  <a:pt x="968425" y="115116"/>
                </a:lnTo>
                <a:lnTo>
                  <a:pt x="968425" y="135535"/>
                </a:lnTo>
                <a:lnTo>
                  <a:pt x="961618" y="135535"/>
                </a:lnTo>
                <a:close/>
                <a:moveTo>
                  <a:pt x="1018035" y="137311"/>
                </a:moveTo>
                <a:cubicBezTo>
                  <a:pt x="1008302" y="137311"/>
                  <a:pt x="1000772" y="134251"/>
                  <a:pt x="995446" y="128131"/>
                </a:cubicBezTo>
                <a:cubicBezTo>
                  <a:pt x="990119" y="122009"/>
                  <a:pt x="987456" y="113295"/>
                  <a:pt x="987456" y="101991"/>
                </a:cubicBezTo>
                <a:lnTo>
                  <a:pt x="987456" y="38076"/>
                </a:lnTo>
                <a:lnTo>
                  <a:pt x="1013596" y="38076"/>
                </a:lnTo>
                <a:lnTo>
                  <a:pt x="1013596" y="99065"/>
                </a:lnTo>
                <a:cubicBezTo>
                  <a:pt x="1013596" y="102425"/>
                  <a:pt x="1014073" y="105399"/>
                  <a:pt x="1015026" y="107986"/>
                </a:cubicBezTo>
                <a:cubicBezTo>
                  <a:pt x="1015980" y="110574"/>
                  <a:pt x="1017558" y="112573"/>
                  <a:pt x="1019761" y="113985"/>
                </a:cubicBezTo>
                <a:cubicBezTo>
                  <a:pt x="1021964" y="115397"/>
                  <a:pt x="1024874" y="116103"/>
                  <a:pt x="1028491" y="116103"/>
                </a:cubicBezTo>
                <a:cubicBezTo>
                  <a:pt x="1033752" y="116103"/>
                  <a:pt x="1038240" y="114910"/>
                  <a:pt x="1041956" y="112524"/>
                </a:cubicBezTo>
                <a:cubicBezTo>
                  <a:pt x="1045671" y="110138"/>
                  <a:pt x="1048910" y="107231"/>
                  <a:pt x="1051672" y="103803"/>
                </a:cubicBezTo>
                <a:lnTo>
                  <a:pt x="1051672" y="38076"/>
                </a:lnTo>
                <a:lnTo>
                  <a:pt x="1077812" y="38076"/>
                </a:lnTo>
                <a:lnTo>
                  <a:pt x="1077812" y="135535"/>
                </a:lnTo>
                <a:lnTo>
                  <a:pt x="1052560" y="135535"/>
                </a:lnTo>
                <a:lnTo>
                  <a:pt x="1052165" y="121528"/>
                </a:lnTo>
                <a:cubicBezTo>
                  <a:pt x="1048943" y="125605"/>
                  <a:pt x="1044537" y="129255"/>
                  <a:pt x="1038947" y="132477"/>
                </a:cubicBezTo>
                <a:cubicBezTo>
                  <a:pt x="1033357" y="135700"/>
                  <a:pt x="1026387" y="137311"/>
                  <a:pt x="1018035" y="137311"/>
                </a:cubicBezTo>
                <a:close/>
                <a:moveTo>
                  <a:pt x="1149276" y="135535"/>
                </a:moveTo>
                <a:cubicBezTo>
                  <a:pt x="1139544" y="135535"/>
                  <a:pt x="1131997" y="134351"/>
                  <a:pt x="1126638" y="131981"/>
                </a:cubicBezTo>
                <a:cubicBezTo>
                  <a:pt x="1121278" y="129610"/>
                  <a:pt x="1117546" y="125936"/>
                  <a:pt x="1115442" y="120961"/>
                </a:cubicBezTo>
                <a:cubicBezTo>
                  <a:pt x="1113337" y="115986"/>
                  <a:pt x="1112285" y="109491"/>
                  <a:pt x="1112285" y="101476"/>
                </a:cubicBezTo>
                <a:lnTo>
                  <a:pt x="1112285" y="58199"/>
                </a:lnTo>
                <a:lnTo>
                  <a:pt x="1096305" y="58199"/>
                </a:lnTo>
                <a:lnTo>
                  <a:pt x="1096305" y="38076"/>
                </a:lnTo>
                <a:lnTo>
                  <a:pt x="1112285" y="38076"/>
                </a:lnTo>
                <a:lnTo>
                  <a:pt x="1112285" y="15388"/>
                </a:lnTo>
                <a:lnTo>
                  <a:pt x="1138426" y="15388"/>
                </a:lnTo>
                <a:lnTo>
                  <a:pt x="1138426" y="38076"/>
                </a:lnTo>
                <a:lnTo>
                  <a:pt x="1159437" y="38076"/>
                </a:lnTo>
                <a:lnTo>
                  <a:pt x="1159437" y="58199"/>
                </a:lnTo>
                <a:lnTo>
                  <a:pt x="1138426" y="58199"/>
                </a:lnTo>
                <a:lnTo>
                  <a:pt x="1138426" y="100104"/>
                </a:lnTo>
                <a:cubicBezTo>
                  <a:pt x="1138426" y="105275"/>
                  <a:pt x="1139133" y="109102"/>
                  <a:pt x="1140546" y="111587"/>
                </a:cubicBezTo>
                <a:cubicBezTo>
                  <a:pt x="1141960" y="114071"/>
                  <a:pt x="1145166" y="115314"/>
                  <a:pt x="1150164" y="115314"/>
                </a:cubicBezTo>
                <a:lnTo>
                  <a:pt x="1159437" y="115314"/>
                </a:lnTo>
                <a:lnTo>
                  <a:pt x="1159437" y="135535"/>
                </a:lnTo>
                <a:lnTo>
                  <a:pt x="1149276" y="135535"/>
                </a:lnTo>
                <a:close/>
                <a:moveTo>
                  <a:pt x="1177435" y="135535"/>
                </a:moveTo>
                <a:lnTo>
                  <a:pt x="1177435" y="38076"/>
                </a:lnTo>
                <a:lnTo>
                  <a:pt x="1203576" y="38076"/>
                </a:lnTo>
                <a:lnTo>
                  <a:pt x="1203576" y="135535"/>
                </a:lnTo>
                <a:lnTo>
                  <a:pt x="1177435" y="135535"/>
                </a:lnTo>
                <a:moveTo>
                  <a:pt x="1190555" y="25450"/>
                </a:moveTo>
                <a:cubicBezTo>
                  <a:pt x="1185754" y="25450"/>
                  <a:pt x="1182088" y="24233"/>
                  <a:pt x="1179556" y="21800"/>
                </a:cubicBezTo>
                <a:cubicBezTo>
                  <a:pt x="1177024" y="19367"/>
                  <a:pt x="1175758" y="16342"/>
                  <a:pt x="1175758" y="12725"/>
                </a:cubicBezTo>
                <a:cubicBezTo>
                  <a:pt x="1175758" y="9042"/>
                  <a:pt x="1177024" y="6001"/>
                  <a:pt x="1179556" y="3600"/>
                </a:cubicBezTo>
                <a:cubicBezTo>
                  <a:pt x="1182088" y="1200"/>
                  <a:pt x="1185754" y="0"/>
                  <a:pt x="1190555" y="0"/>
                </a:cubicBezTo>
                <a:cubicBezTo>
                  <a:pt x="1195355" y="0"/>
                  <a:pt x="1199022" y="1200"/>
                  <a:pt x="1201553" y="3600"/>
                </a:cubicBezTo>
                <a:cubicBezTo>
                  <a:pt x="1204085" y="6001"/>
                  <a:pt x="1205351" y="9042"/>
                  <a:pt x="1205351" y="12725"/>
                </a:cubicBezTo>
                <a:cubicBezTo>
                  <a:pt x="1205351" y="16342"/>
                  <a:pt x="1204085" y="19367"/>
                  <a:pt x="1201553" y="21800"/>
                </a:cubicBezTo>
                <a:cubicBezTo>
                  <a:pt x="1199022" y="24233"/>
                  <a:pt x="1195355" y="25450"/>
                  <a:pt x="1190555" y="25450"/>
                </a:cubicBezTo>
                <a:close/>
                <a:moveTo>
                  <a:pt x="1271639" y="137311"/>
                </a:moveTo>
                <a:cubicBezTo>
                  <a:pt x="1261906" y="137311"/>
                  <a:pt x="1253374" y="135348"/>
                  <a:pt x="1246041" y="131423"/>
                </a:cubicBezTo>
                <a:cubicBezTo>
                  <a:pt x="1238709" y="127496"/>
                  <a:pt x="1233037" y="121806"/>
                  <a:pt x="1229025" y="114355"/>
                </a:cubicBezTo>
                <a:cubicBezTo>
                  <a:pt x="1225014" y="106901"/>
                  <a:pt x="1223008" y="97884"/>
                  <a:pt x="1223008" y="87302"/>
                </a:cubicBezTo>
                <a:cubicBezTo>
                  <a:pt x="1223008" y="76523"/>
                  <a:pt x="1225014" y="67358"/>
                  <a:pt x="1229025" y="59805"/>
                </a:cubicBezTo>
                <a:cubicBezTo>
                  <a:pt x="1233037" y="52251"/>
                  <a:pt x="1238709" y="46495"/>
                  <a:pt x="1246041" y="42537"/>
                </a:cubicBezTo>
                <a:cubicBezTo>
                  <a:pt x="1253374" y="38577"/>
                  <a:pt x="1261906" y="36597"/>
                  <a:pt x="1271639" y="36597"/>
                </a:cubicBezTo>
                <a:cubicBezTo>
                  <a:pt x="1281503" y="36597"/>
                  <a:pt x="1290102" y="38577"/>
                  <a:pt x="1297434" y="42537"/>
                </a:cubicBezTo>
                <a:cubicBezTo>
                  <a:pt x="1304767" y="46495"/>
                  <a:pt x="1310472" y="52251"/>
                  <a:pt x="1314549" y="59805"/>
                </a:cubicBezTo>
                <a:cubicBezTo>
                  <a:pt x="1318626" y="67358"/>
                  <a:pt x="1320665" y="76523"/>
                  <a:pt x="1320665" y="87302"/>
                </a:cubicBezTo>
                <a:cubicBezTo>
                  <a:pt x="1320665" y="97884"/>
                  <a:pt x="1318626" y="106901"/>
                  <a:pt x="1314549" y="114355"/>
                </a:cubicBezTo>
                <a:cubicBezTo>
                  <a:pt x="1310472" y="121806"/>
                  <a:pt x="1304767" y="127496"/>
                  <a:pt x="1297434" y="131423"/>
                </a:cubicBezTo>
                <a:cubicBezTo>
                  <a:pt x="1290102" y="135348"/>
                  <a:pt x="1281503" y="137311"/>
                  <a:pt x="1271639" y="137311"/>
                </a:cubicBezTo>
                <a:moveTo>
                  <a:pt x="1271639" y="117385"/>
                </a:moveTo>
                <a:cubicBezTo>
                  <a:pt x="1277360" y="117385"/>
                  <a:pt x="1281849" y="116027"/>
                  <a:pt x="1285104" y="113310"/>
                </a:cubicBezTo>
                <a:cubicBezTo>
                  <a:pt x="1288359" y="110593"/>
                  <a:pt x="1290661" y="106955"/>
                  <a:pt x="1292009" y="102394"/>
                </a:cubicBezTo>
                <a:cubicBezTo>
                  <a:pt x="1293357" y="97834"/>
                  <a:pt x="1294031" y="92804"/>
                  <a:pt x="1294031" y="87305"/>
                </a:cubicBezTo>
                <a:cubicBezTo>
                  <a:pt x="1294031" y="81670"/>
                  <a:pt x="1293357" y="76539"/>
                  <a:pt x="1292009" y="71911"/>
                </a:cubicBezTo>
                <a:cubicBezTo>
                  <a:pt x="1290661" y="67283"/>
                  <a:pt x="1288359" y="63594"/>
                  <a:pt x="1285104" y="60844"/>
                </a:cubicBezTo>
                <a:cubicBezTo>
                  <a:pt x="1281849" y="58094"/>
                  <a:pt x="1277360" y="56720"/>
                  <a:pt x="1271639" y="56720"/>
                </a:cubicBezTo>
                <a:cubicBezTo>
                  <a:pt x="1266049" y="56720"/>
                  <a:pt x="1261660" y="58094"/>
                  <a:pt x="1258470" y="60844"/>
                </a:cubicBezTo>
                <a:cubicBezTo>
                  <a:pt x="1255281" y="63594"/>
                  <a:pt x="1253029" y="67283"/>
                  <a:pt x="1251713" y="71911"/>
                </a:cubicBezTo>
                <a:cubicBezTo>
                  <a:pt x="1250398" y="76539"/>
                  <a:pt x="1249740" y="81670"/>
                  <a:pt x="1249740" y="87305"/>
                </a:cubicBezTo>
                <a:cubicBezTo>
                  <a:pt x="1249740" y="92804"/>
                  <a:pt x="1250398" y="97834"/>
                  <a:pt x="1251713" y="102394"/>
                </a:cubicBezTo>
                <a:cubicBezTo>
                  <a:pt x="1253029" y="106955"/>
                  <a:pt x="1255281" y="110593"/>
                  <a:pt x="1258470" y="113310"/>
                </a:cubicBezTo>
                <a:cubicBezTo>
                  <a:pt x="1261660" y="116027"/>
                  <a:pt x="1266049" y="117385"/>
                  <a:pt x="1271639" y="117385"/>
                </a:cubicBezTo>
                <a:close/>
                <a:moveTo>
                  <a:pt x="1347739" y="135535"/>
                </a:moveTo>
                <a:lnTo>
                  <a:pt x="1347739" y="38076"/>
                </a:lnTo>
                <a:lnTo>
                  <a:pt x="1372892" y="38076"/>
                </a:lnTo>
                <a:lnTo>
                  <a:pt x="1373386" y="52379"/>
                </a:lnTo>
                <a:cubicBezTo>
                  <a:pt x="1376608" y="48236"/>
                  <a:pt x="1380850" y="44570"/>
                  <a:pt x="1386111" y="41381"/>
                </a:cubicBezTo>
                <a:cubicBezTo>
                  <a:pt x="1391372" y="38191"/>
                  <a:pt x="1398211" y="36597"/>
                  <a:pt x="1406628" y="36597"/>
                </a:cubicBezTo>
                <a:cubicBezTo>
                  <a:pt x="1416427" y="36597"/>
                  <a:pt x="1424022" y="39611"/>
                  <a:pt x="1429415" y="45641"/>
                </a:cubicBezTo>
                <a:cubicBezTo>
                  <a:pt x="1434807" y="51670"/>
                  <a:pt x="1437504" y="60481"/>
                  <a:pt x="1437504" y="72074"/>
                </a:cubicBezTo>
                <a:lnTo>
                  <a:pt x="1437504" y="135535"/>
                </a:lnTo>
                <a:lnTo>
                  <a:pt x="1411560" y="135535"/>
                </a:lnTo>
                <a:lnTo>
                  <a:pt x="1411560" y="75261"/>
                </a:lnTo>
                <a:cubicBezTo>
                  <a:pt x="1411560" y="71716"/>
                  <a:pt x="1411067" y="68607"/>
                  <a:pt x="1410081" y="65934"/>
                </a:cubicBezTo>
                <a:cubicBezTo>
                  <a:pt x="1409094" y="63260"/>
                  <a:pt x="1407533" y="61187"/>
                  <a:pt x="1405395" y="59716"/>
                </a:cubicBezTo>
                <a:cubicBezTo>
                  <a:pt x="1403258" y="58245"/>
                  <a:pt x="1400447" y="57509"/>
                  <a:pt x="1396961" y="57509"/>
                </a:cubicBezTo>
                <a:cubicBezTo>
                  <a:pt x="1391766" y="57509"/>
                  <a:pt x="1387311" y="58746"/>
                  <a:pt x="1383595" y="61220"/>
                </a:cubicBezTo>
                <a:cubicBezTo>
                  <a:pt x="1379880" y="63695"/>
                  <a:pt x="1376641" y="66703"/>
                  <a:pt x="1373879" y="70246"/>
                </a:cubicBezTo>
                <a:lnTo>
                  <a:pt x="1373879" y="135535"/>
                </a:lnTo>
                <a:lnTo>
                  <a:pt x="1347739" y="135535"/>
                </a:lnTo>
                <a:close/>
                <a:moveTo>
                  <a:pt x="1577624" y="135535"/>
                </a:moveTo>
                <a:cubicBezTo>
                  <a:pt x="1572561" y="135535"/>
                  <a:pt x="1568467" y="133973"/>
                  <a:pt x="1565343" y="130850"/>
                </a:cubicBezTo>
                <a:cubicBezTo>
                  <a:pt x="1562220" y="127726"/>
                  <a:pt x="1560658" y="123928"/>
                  <a:pt x="1560658" y="119457"/>
                </a:cubicBezTo>
                <a:cubicBezTo>
                  <a:pt x="1560658" y="114590"/>
                  <a:pt x="1562220" y="110710"/>
                  <a:pt x="1565343" y="107817"/>
                </a:cubicBezTo>
                <a:cubicBezTo>
                  <a:pt x="1568467" y="104923"/>
                  <a:pt x="1572561" y="103476"/>
                  <a:pt x="1577624" y="103476"/>
                </a:cubicBezTo>
                <a:cubicBezTo>
                  <a:pt x="1582557" y="103476"/>
                  <a:pt x="1586552" y="104923"/>
                  <a:pt x="1589610" y="107817"/>
                </a:cubicBezTo>
                <a:cubicBezTo>
                  <a:pt x="1592668" y="110710"/>
                  <a:pt x="1594196" y="114590"/>
                  <a:pt x="1594196" y="119457"/>
                </a:cubicBezTo>
                <a:cubicBezTo>
                  <a:pt x="1594196" y="123928"/>
                  <a:pt x="1592668" y="127726"/>
                  <a:pt x="1589610" y="130850"/>
                </a:cubicBezTo>
                <a:cubicBezTo>
                  <a:pt x="1586552" y="133973"/>
                  <a:pt x="1582557" y="135535"/>
                  <a:pt x="1577624" y="135535"/>
                </a:cubicBezTo>
                <a:moveTo>
                  <a:pt x="1521990" y="135535"/>
                </a:moveTo>
                <a:cubicBezTo>
                  <a:pt x="1516926" y="135535"/>
                  <a:pt x="1512833" y="133973"/>
                  <a:pt x="1509709" y="130850"/>
                </a:cubicBezTo>
                <a:cubicBezTo>
                  <a:pt x="1506585" y="127726"/>
                  <a:pt x="1505023" y="123928"/>
                  <a:pt x="1505023" y="119457"/>
                </a:cubicBezTo>
                <a:cubicBezTo>
                  <a:pt x="1505023" y="114590"/>
                  <a:pt x="1506585" y="110710"/>
                  <a:pt x="1509709" y="107817"/>
                </a:cubicBezTo>
                <a:cubicBezTo>
                  <a:pt x="1512833" y="104923"/>
                  <a:pt x="1516926" y="103476"/>
                  <a:pt x="1521990" y="103476"/>
                </a:cubicBezTo>
                <a:cubicBezTo>
                  <a:pt x="1526922" y="103476"/>
                  <a:pt x="1530917" y="104923"/>
                  <a:pt x="1533975" y="107817"/>
                </a:cubicBezTo>
                <a:cubicBezTo>
                  <a:pt x="1537033" y="110710"/>
                  <a:pt x="1538562" y="114590"/>
                  <a:pt x="1538562" y="119457"/>
                </a:cubicBezTo>
                <a:cubicBezTo>
                  <a:pt x="1538562" y="123928"/>
                  <a:pt x="1537033" y="127726"/>
                  <a:pt x="1533975" y="130850"/>
                </a:cubicBezTo>
                <a:cubicBezTo>
                  <a:pt x="1530917" y="133973"/>
                  <a:pt x="1526922" y="135535"/>
                  <a:pt x="1521990" y="135535"/>
                </a:cubicBezTo>
                <a:moveTo>
                  <a:pt x="1633259" y="135535"/>
                </a:moveTo>
                <a:cubicBezTo>
                  <a:pt x="1628195" y="135535"/>
                  <a:pt x="1624102" y="133973"/>
                  <a:pt x="1620978" y="130850"/>
                </a:cubicBezTo>
                <a:cubicBezTo>
                  <a:pt x="1617854" y="127726"/>
                  <a:pt x="1616292" y="123928"/>
                  <a:pt x="1616292" y="119457"/>
                </a:cubicBezTo>
                <a:cubicBezTo>
                  <a:pt x="1616292" y="114590"/>
                  <a:pt x="1617854" y="110710"/>
                  <a:pt x="1620978" y="107817"/>
                </a:cubicBezTo>
                <a:cubicBezTo>
                  <a:pt x="1624102" y="104923"/>
                  <a:pt x="1628195" y="103476"/>
                  <a:pt x="1633259" y="103476"/>
                </a:cubicBezTo>
                <a:cubicBezTo>
                  <a:pt x="1638191" y="103476"/>
                  <a:pt x="1642186" y="104923"/>
                  <a:pt x="1645244" y="107817"/>
                </a:cubicBezTo>
                <a:cubicBezTo>
                  <a:pt x="1648302" y="110710"/>
                  <a:pt x="1649831" y="114590"/>
                  <a:pt x="1649831" y="119457"/>
                </a:cubicBezTo>
                <a:cubicBezTo>
                  <a:pt x="1649831" y="123928"/>
                  <a:pt x="1648302" y="127726"/>
                  <a:pt x="1645244" y="130850"/>
                </a:cubicBezTo>
                <a:cubicBezTo>
                  <a:pt x="1642186" y="133973"/>
                  <a:pt x="1638191" y="135535"/>
                  <a:pt x="1633259" y="1355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3154A-EA2B-4D27-A586-2BAEE2565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5359" y="986274"/>
            <a:ext cx="1126859" cy="2693075"/>
          </a:xfrm>
          <a:custGeom xmlns:a="http://schemas.openxmlformats.org/drawingml/2006/main">
            <a:pathLst>
              <a:path w="1126859" h="2693075">
                <a:moveTo>
                  <a:pt x="628555" y="21106"/>
                </a:moveTo>
                <a:lnTo>
                  <a:pt x="628555" y="0"/>
                </a:lnTo>
                <a:lnTo>
                  <a:pt x="544468" y="0"/>
                </a:lnTo>
                <a:lnTo>
                  <a:pt x="544468" y="21106"/>
                </a:lnTo>
                <a:lnTo>
                  <a:pt x="628555" y="21106"/>
                </a:lnTo>
                <a:close/>
                <a:moveTo>
                  <a:pt x="775793" y="21106"/>
                </a:moveTo>
                <a:lnTo>
                  <a:pt x="775793" y="0"/>
                </a:lnTo>
                <a:lnTo>
                  <a:pt x="691705" y="0"/>
                </a:lnTo>
                <a:lnTo>
                  <a:pt x="691705" y="21106"/>
                </a:lnTo>
                <a:lnTo>
                  <a:pt x="775793" y="21106"/>
                </a:lnTo>
                <a:close/>
                <a:moveTo>
                  <a:pt x="922946" y="21106"/>
                </a:moveTo>
                <a:lnTo>
                  <a:pt x="922946" y="0"/>
                </a:lnTo>
                <a:lnTo>
                  <a:pt x="838858" y="0"/>
                </a:lnTo>
                <a:lnTo>
                  <a:pt x="838858" y="21106"/>
                </a:lnTo>
                <a:lnTo>
                  <a:pt x="922946" y="21106"/>
                </a:lnTo>
                <a:close/>
                <a:moveTo>
                  <a:pt x="1070099" y="21106"/>
                </a:moveTo>
                <a:lnTo>
                  <a:pt x="1070099" y="0"/>
                </a:lnTo>
                <a:lnTo>
                  <a:pt x="986012" y="0"/>
                </a:lnTo>
                <a:lnTo>
                  <a:pt x="986012" y="21106"/>
                </a:lnTo>
                <a:lnTo>
                  <a:pt x="1070099" y="21106"/>
                </a:lnTo>
                <a:close/>
                <a:moveTo>
                  <a:pt x="1105837" y="553044"/>
                </a:moveTo>
                <a:lnTo>
                  <a:pt x="1126859" y="553044"/>
                </a:lnTo>
                <a:lnTo>
                  <a:pt x="1126859" y="468957"/>
                </a:lnTo>
                <a:lnTo>
                  <a:pt x="1105837" y="468957"/>
                </a:lnTo>
                <a:lnTo>
                  <a:pt x="1105837" y="553044"/>
                </a:lnTo>
                <a:close/>
                <a:moveTo>
                  <a:pt x="1105837" y="1730524"/>
                </a:moveTo>
                <a:lnTo>
                  <a:pt x="1126859" y="1730524"/>
                </a:lnTo>
                <a:lnTo>
                  <a:pt x="1126859" y="1646352"/>
                </a:lnTo>
                <a:lnTo>
                  <a:pt x="1105837" y="1646352"/>
                </a:lnTo>
                <a:lnTo>
                  <a:pt x="1105837" y="1730524"/>
                </a:lnTo>
                <a:close/>
                <a:moveTo>
                  <a:pt x="70970" y="2672053"/>
                </a:moveTo>
                <a:lnTo>
                  <a:pt x="70970" y="2651031"/>
                </a:lnTo>
                <a:lnTo>
                  <a:pt x="63150" y="2651031"/>
                </a:lnTo>
                <a:lnTo>
                  <a:pt x="63150" y="2630010"/>
                </a:lnTo>
                <a:lnTo>
                  <a:pt x="0" y="2661542"/>
                </a:lnTo>
                <a:lnTo>
                  <a:pt x="63150" y="2693075"/>
                </a:lnTo>
                <a:lnTo>
                  <a:pt x="63150" y="2672053"/>
                </a:lnTo>
                <a:lnTo>
                  <a:pt x="70970" y="2672053"/>
                </a:lnTo>
                <a:close/>
                <a:moveTo>
                  <a:pt x="134036" y="2651031"/>
                </a:moveTo>
                <a:lnTo>
                  <a:pt x="134036" y="2672053"/>
                </a:lnTo>
                <a:lnTo>
                  <a:pt x="218207" y="2672053"/>
                </a:lnTo>
                <a:lnTo>
                  <a:pt x="218207" y="2651031"/>
                </a:lnTo>
                <a:lnTo>
                  <a:pt x="134036" y="2651031"/>
                </a:lnTo>
                <a:close/>
                <a:moveTo>
                  <a:pt x="281273" y="2651031"/>
                </a:moveTo>
                <a:lnTo>
                  <a:pt x="281273" y="2672053"/>
                </a:lnTo>
                <a:lnTo>
                  <a:pt x="365361" y="2672053"/>
                </a:lnTo>
                <a:lnTo>
                  <a:pt x="365361" y="2651031"/>
                </a:lnTo>
                <a:lnTo>
                  <a:pt x="281273" y="2651031"/>
                </a:lnTo>
                <a:close/>
                <a:moveTo>
                  <a:pt x="428427" y="2651031"/>
                </a:moveTo>
                <a:lnTo>
                  <a:pt x="428427" y="2672053"/>
                </a:lnTo>
                <a:lnTo>
                  <a:pt x="512514" y="2672053"/>
                </a:lnTo>
                <a:lnTo>
                  <a:pt x="512514" y="2651031"/>
                </a:lnTo>
                <a:lnTo>
                  <a:pt x="428427" y="2651031"/>
                </a:lnTo>
                <a:close/>
                <a:moveTo>
                  <a:pt x="575580" y="2651031"/>
                </a:moveTo>
                <a:lnTo>
                  <a:pt x="575580" y="2672053"/>
                </a:lnTo>
                <a:lnTo>
                  <a:pt x="659668" y="2672053"/>
                </a:lnTo>
                <a:lnTo>
                  <a:pt x="659668" y="2651031"/>
                </a:lnTo>
                <a:lnTo>
                  <a:pt x="575580" y="2651031"/>
                </a:lnTo>
                <a:close/>
                <a:moveTo>
                  <a:pt x="722733" y="2651031"/>
                </a:moveTo>
                <a:lnTo>
                  <a:pt x="722733" y="2672053"/>
                </a:lnTo>
                <a:lnTo>
                  <a:pt x="806905" y="2672053"/>
                </a:lnTo>
                <a:lnTo>
                  <a:pt x="806905" y="2651031"/>
                </a:lnTo>
                <a:lnTo>
                  <a:pt x="722733" y="2651031"/>
                </a:lnTo>
                <a:close/>
                <a:moveTo>
                  <a:pt x="869971" y="2651031"/>
                </a:moveTo>
                <a:lnTo>
                  <a:pt x="869971" y="2672053"/>
                </a:lnTo>
                <a:lnTo>
                  <a:pt x="954059" y="2672053"/>
                </a:lnTo>
                <a:lnTo>
                  <a:pt x="954059" y="2651031"/>
                </a:lnTo>
                <a:lnTo>
                  <a:pt x="869971" y="2651031"/>
                </a:lnTo>
                <a:close/>
                <a:moveTo>
                  <a:pt x="1017124" y="2651031"/>
                </a:moveTo>
                <a:lnTo>
                  <a:pt x="1017124" y="2672053"/>
                </a:lnTo>
                <a:lnTo>
                  <a:pt x="1101212" y="2672053"/>
                </a:lnTo>
                <a:lnTo>
                  <a:pt x="1101212" y="2651031"/>
                </a:lnTo>
                <a:lnTo>
                  <a:pt x="1017124" y="2651031"/>
                </a:lnTo>
                <a:close/>
                <a:moveTo>
                  <a:pt x="1105837" y="111500"/>
                </a:moveTo>
                <a:lnTo>
                  <a:pt x="1126859" y="111500"/>
                </a:lnTo>
                <a:lnTo>
                  <a:pt x="1126859" y="27413"/>
                </a:lnTo>
                <a:lnTo>
                  <a:pt x="1105837" y="27413"/>
                </a:lnTo>
                <a:lnTo>
                  <a:pt x="1105837" y="111500"/>
                </a:lnTo>
                <a:close/>
                <a:moveTo>
                  <a:pt x="1105837" y="258654"/>
                </a:moveTo>
                <a:lnTo>
                  <a:pt x="1126859" y="258654"/>
                </a:lnTo>
                <a:lnTo>
                  <a:pt x="1126859" y="174566"/>
                </a:lnTo>
                <a:lnTo>
                  <a:pt x="1105837" y="174566"/>
                </a:lnTo>
                <a:lnTo>
                  <a:pt x="1105837" y="258654"/>
                </a:lnTo>
                <a:close/>
                <a:moveTo>
                  <a:pt x="1105837" y="405807"/>
                </a:moveTo>
                <a:lnTo>
                  <a:pt x="1126859" y="405807"/>
                </a:lnTo>
                <a:lnTo>
                  <a:pt x="1126859" y="321719"/>
                </a:lnTo>
                <a:lnTo>
                  <a:pt x="1105837" y="321719"/>
                </a:lnTo>
                <a:lnTo>
                  <a:pt x="1105837" y="405807"/>
                </a:lnTo>
                <a:close/>
                <a:moveTo>
                  <a:pt x="1105837" y="700198"/>
                </a:moveTo>
                <a:lnTo>
                  <a:pt x="1126859" y="700198"/>
                </a:lnTo>
                <a:lnTo>
                  <a:pt x="1126859" y="616110"/>
                </a:lnTo>
                <a:lnTo>
                  <a:pt x="1105837" y="616110"/>
                </a:lnTo>
                <a:lnTo>
                  <a:pt x="1105837" y="700198"/>
                </a:lnTo>
                <a:close/>
                <a:moveTo>
                  <a:pt x="1105837" y="847435"/>
                </a:moveTo>
                <a:lnTo>
                  <a:pt x="1126859" y="847435"/>
                </a:lnTo>
                <a:lnTo>
                  <a:pt x="1126859" y="763264"/>
                </a:lnTo>
                <a:lnTo>
                  <a:pt x="1105837" y="763264"/>
                </a:lnTo>
                <a:lnTo>
                  <a:pt x="1105837" y="847435"/>
                </a:lnTo>
                <a:close/>
                <a:moveTo>
                  <a:pt x="1105837" y="994589"/>
                </a:moveTo>
                <a:lnTo>
                  <a:pt x="1126859" y="994589"/>
                </a:lnTo>
                <a:lnTo>
                  <a:pt x="1126859" y="910501"/>
                </a:lnTo>
                <a:lnTo>
                  <a:pt x="1105837" y="910501"/>
                </a:lnTo>
                <a:lnTo>
                  <a:pt x="1105837" y="994589"/>
                </a:lnTo>
                <a:close/>
                <a:moveTo>
                  <a:pt x="1105837" y="1141742"/>
                </a:moveTo>
                <a:lnTo>
                  <a:pt x="1126859" y="1141742"/>
                </a:lnTo>
                <a:lnTo>
                  <a:pt x="1126859" y="1057654"/>
                </a:lnTo>
                <a:lnTo>
                  <a:pt x="1105837" y="1057654"/>
                </a:lnTo>
                <a:lnTo>
                  <a:pt x="1105837" y="1141742"/>
                </a:lnTo>
                <a:close/>
                <a:moveTo>
                  <a:pt x="1105837" y="1288980"/>
                </a:moveTo>
                <a:lnTo>
                  <a:pt x="1126859" y="1288980"/>
                </a:lnTo>
                <a:lnTo>
                  <a:pt x="1126859" y="1204808"/>
                </a:lnTo>
                <a:lnTo>
                  <a:pt x="1105837" y="1204808"/>
                </a:lnTo>
                <a:lnTo>
                  <a:pt x="1105837" y="1288980"/>
                </a:lnTo>
                <a:close/>
                <a:moveTo>
                  <a:pt x="1105837" y="1436133"/>
                </a:moveTo>
                <a:lnTo>
                  <a:pt x="1126859" y="1436133"/>
                </a:lnTo>
                <a:lnTo>
                  <a:pt x="1126859" y="1352045"/>
                </a:lnTo>
                <a:lnTo>
                  <a:pt x="1105837" y="1352045"/>
                </a:lnTo>
                <a:lnTo>
                  <a:pt x="1105837" y="1436133"/>
                </a:lnTo>
                <a:close/>
                <a:moveTo>
                  <a:pt x="1105837" y="1583286"/>
                </a:moveTo>
                <a:lnTo>
                  <a:pt x="1126859" y="1583286"/>
                </a:lnTo>
                <a:lnTo>
                  <a:pt x="1126859" y="1499199"/>
                </a:lnTo>
                <a:lnTo>
                  <a:pt x="1105837" y="1499199"/>
                </a:lnTo>
                <a:lnTo>
                  <a:pt x="1105837" y="1583286"/>
                </a:lnTo>
                <a:close/>
                <a:moveTo>
                  <a:pt x="1105837" y="1877677"/>
                </a:moveTo>
                <a:lnTo>
                  <a:pt x="1126859" y="1877677"/>
                </a:lnTo>
                <a:lnTo>
                  <a:pt x="1126859" y="1793590"/>
                </a:lnTo>
                <a:lnTo>
                  <a:pt x="1105837" y="1793590"/>
                </a:lnTo>
                <a:lnTo>
                  <a:pt x="1105837" y="1877677"/>
                </a:lnTo>
                <a:close/>
                <a:moveTo>
                  <a:pt x="1105837" y="2024831"/>
                </a:moveTo>
                <a:lnTo>
                  <a:pt x="1126859" y="2024831"/>
                </a:lnTo>
                <a:lnTo>
                  <a:pt x="1126859" y="1940743"/>
                </a:lnTo>
                <a:lnTo>
                  <a:pt x="1105837" y="1940743"/>
                </a:lnTo>
                <a:lnTo>
                  <a:pt x="1105837" y="2024831"/>
                </a:lnTo>
                <a:close/>
                <a:moveTo>
                  <a:pt x="1105837" y="2172068"/>
                </a:moveTo>
                <a:lnTo>
                  <a:pt x="1126859" y="2172068"/>
                </a:lnTo>
                <a:lnTo>
                  <a:pt x="1126859" y="2087896"/>
                </a:lnTo>
                <a:lnTo>
                  <a:pt x="1105837" y="2087896"/>
                </a:lnTo>
                <a:lnTo>
                  <a:pt x="1105837" y="2172068"/>
                </a:lnTo>
                <a:close/>
                <a:moveTo>
                  <a:pt x="1105837" y="2319222"/>
                </a:moveTo>
                <a:lnTo>
                  <a:pt x="1126859" y="2319222"/>
                </a:lnTo>
                <a:lnTo>
                  <a:pt x="1126859" y="2235134"/>
                </a:lnTo>
                <a:lnTo>
                  <a:pt x="1105837" y="2235134"/>
                </a:lnTo>
                <a:lnTo>
                  <a:pt x="1105837" y="2319222"/>
                </a:lnTo>
                <a:close/>
                <a:moveTo>
                  <a:pt x="1105837" y="2466375"/>
                </a:moveTo>
                <a:lnTo>
                  <a:pt x="1126859" y="2466375"/>
                </a:lnTo>
                <a:lnTo>
                  <a:pt x="1126859" y="2382287"/>
                </a:lnTo>
                <a:lnTo>
                  <a:pt x="1105837" y="2382287"/>
                </a:lnTo>
                <a:lnTo>
                  <a:pt x="1105837" y="2466375"/>
                </a:lnTo>
                <a:close/>
                <a:moveTo>
                  <a:pt x="1105837" y="2613612"/>
                </a:moveTo>
                <a:lnTo>
                  <a:pt x="1126859" y="2613612"/>
                </a:lnTo>
                <a:lnTo>
                  <a:pt x="1126859" y="2529441"/>
                </a:lnTo>
                <a:lnTo>
                  <a:pt x="1105837" y="2529441"/>
                </a:lnTo>
                <a:lnTo>
                  <a:pt x="1105837" y="2613612"/>
                </a:lnTo>
                <a:close/>
              </a:path>
            </a:pathLst>
          </a:custGeom>
          <a:solidFill xmlns:a="http://schemas.openxmlformats.org/drawingml/2006/main">
            <a:srgbClr val="D45D3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0D3304-6731-411A-80FD-BA75B8529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258" y="4566558"/>
            <a:ext cx="9108038" cy="670179"/>
          </a:xfrm>
          <a:custGeom xmlns:a="http://schemas.openxmlformats.org/drawingml/2006/main">
            <a:pathLst>
              <a:path w="9108038" h="670179">
                <a:moveTo>
                  <a:pt x="105950" y="206856"/>
                </a:moveTo>
                <a:lnTo>
                  <a:pt x="105950" y="227878"/>
                </a:lnTo>
                <a:lnTo>
                  <a:pt x="190038" y="227878"/>
                </a:lnTo>
                <a:lnTo>
                  <a:pt x="190038" y="206856"/>
                </a:lnTo>
                <a:lnTo>
                  <a:pt x="105950" y="206856"/>
                </a:lnTo>
                <a:close/>
                <a:moveTo>
                  <a:pt x="253104" y="206856"/>
                </a:moveTo>
                <a:lnTo>
                  <a:pt x="253104" y="227878"/>
                </a:lnTo>
                <a:lnTo>
                  <a:pt x="337191" y="227878"/>
                </a:lnTo>
                <a:lnTo>
                  <a:pt x="337191" y="206856"/>
                </a:lnTo>
                <a:lnTo>
                  <a:pt x="253104" y="206856"/>
                </a:lnTo>
                <a:close/>
                <a:moveTo>
                  <a:pt x="400257" y="206856"/>
                </a:moveTo>
                <a:lnTo>
                  <a:pt x="400257" y="227878"/>
                </a:lnTo>
                <a:lnTo>
                  <a:pt x="484345" y="227878"/>
                </a:lnTo>
                <a:lnTo>
                  <a:pt x="484345" y="206856"/>
                </a:lnTo>
                <a:lnTo>
                  <a:pt x="400257" y="206856"/>
                </a:lnTo>
                <a:close/>
                <a:moveTo>
                  <a:pt x="547411" y="206856"/>
                </a:moveTo>
                <a:lnTo>
                  <a:pt x="547411" y="227878"/>
                </a:lnTo>
                <a:lnTo>
                  <a:pt x="631582" y="227878"/>
                </a:lnTo>
                <a:lnTo>
                  <a:pt x="631582" y="206856"/>
                </a:lnTo>
                <a:lnTo>
                  <a:pt x="547411" y="206856"/>
                </a:lnTo>
                <a:close/>
                <a:moveTo>
                  <a:pt x="694648" y="206856"/>
                </a:moveTo>
                <a:lnTo>
                  <a:pt x="694648" y="227878"/>
                </a:lnTo>
                <a:lnTo>
                  <a:pt x="778736" y="227878"/>
                </a:lnTo>
                <a:lnTo>
                  <a:pt x="778736" y="206856"/>
                </a:lnTo>
                <a:lnTo>
                  <a:pt x="694648" y="206856"/>
                </a:lnTo>
                <a:close/>
                <a:moveTo>
                  <a:pt x="841801" y="206856"/>
                </a:moveTo>
                <a:lnTo>
                  <a:pt x="841801" y="227878"/>
                </a:lnTo>
                <a:lnTo>
                  <a:pt x="925889" y="227878"/>
                </a:lnTo>
                <a:lnTo>
                  <a:pt x="925889" y="206856"/>
                </a:lnTo>
                <a:lnTo>
                  <a:pt x="841801" y="206856"/>
                </a:lnTo>
                <a:close/>
                <a:moveTo>
                  <a:pt x="988955" y="206856"/>
                </a:moveTo>
                <a:lnTo>
                  <a:pt x="988955" y="227878"/>
                </a:lnTo>
                <a:lnTo>
                  <a:pt x="1073043" y="227878"/>
                </a:lnTo>
                <a:lnTo>
                  <a:pt x="1073043" y="206856"/>
                </a:lnTo>
                <a:lnTo>
                  <a:pt x="988955" y="206856"/>
                </a:lnTo>
                <a:close/>
                <a:moveTo>
                  <a:pt x="1136108" y="206856"/>
                </a:moveTo>
                <a:lnTo>
                  <a:pt x="1136108" y="227878"/>
                </a:lnTo>
                <a:lnTo>
                  <a:pt x="1220280" y="227878"/>
                </a:lnTo>
                <a:lnTo>
                  <a:pt x="1220280" y="206856"/>
                </a:lnTo>
                <a:lnTo>
                  <a:pt x="1136108" y="206856"/>
                </a:lnTo>
                <a:close/>
                <a:moveTo>
                  <a:pt x="1283346" y="206856"/>
                </a:moveTo>
                <a:lnTo>
                  <a:pt x="1283346" y="227878"/>
                </a:lnTo>
                <a:lnTo>
                  <a:pt x="1367433" y="227878"/>
                </a:lnTo>
                <a:lnTo>
                  <a:pt x="1367433" y="206856"/>
                </a:lnTo>
                <a:lnTo>
                  <a:pt x="1283346" y="206856"/>
                </a:lnTo>
                <a:close/>
                <a:moveTo>
                  <a:pt x="1430499" y="206856"/>
                </a:moveTo>
                <a:lnTo>
                  <a:pt x="1430499" y="227878"/>
                </a:lnTo>
                <a:lnTo>
                  <a:pt x="1514587" y="227878"/>
                </a:lnTo>
                <a:lnTo>
                  <a:pt x="1514587" y="206856"/>
                </a:lnTo>
                <a:lnTo>
                  <a:pt x="1430499" y="206856"/>
                </a:lnTo>
                <a:close/>
                <a:moveTo>
                  <a:pt x="1577653" y="206856"/>
                </a:moveTo>
                <a:lnTo>
                  <a:pt x="1577653" y="227878"/>
                </a:lnTo>
                <a:lnTo>
                  <a:pt x="1661740" y="227878"/>
                </a:lnTo>
                <a:lnTo>
                  <a:pt x="1661740" y="206856"/>
                </a:lnTo>
                <a:lnTo>
                  <a:pt x="1577653" y="206856"/>
                </a:lnTo>
                <a:close/>
                <a:moveTo>
                  <a:pt x="1724806" y="206856"/>
                </a:moveTo>
                <a:lnTo>
                  <a:pt x="1724806" y="227878"/>
                </a:lnTo>
                <a:lnTo>
                  <a:pt x="1808978" y="227878"/>
                </a:lnTo>
                <a:lnTo>
                  <a:pt x="1808978" y="206856"/>
                </a:lnTo>
                <a:lnTo>
                  <a:pt x="1724806" y="206856"/>
                </a:lnTo>
                <a:close/>
                <a:moveTo>
                  <a:pt x="1872043" y="206856"/>
                </a:moveTo>
                <a:lnTo>
                  <a:pt x="1872043" y="227878"/>
                </a:lnTo>
                <a:lnTo>
                  <a:pt x="1956131" y="227878"/>
                </a:lnTo>
                <a:lnTo>
                  <a:pt x="1956131" y="206856"/>
                </a:lnTo>
                <a:lnTo>
                  <a:pt x="1872043" y="206856"/>
                </a:lnTo>
                <a:close/>
                <a:moveTo>
                  <a:pt x="2019197" y="206856"/>
                </a:moveTo>
                <a:lnTo>
                  <a:pt x="2019197" y="227878"/>
                </a:lnTo>
                <a:lnTo>
                  <a:pt x="2103284" y="227878"/>
                </a:lnTo>
                <a:lnTo>
                  <a:pt x="2103284" y="206856"/>
                </a:lnTo>
                <a:lnTo>
                  <a:pt x="2019197" y="206856"/>
                </a:lnTo>
                <a:close/>
                <a:moveTo>
                  <a:pt x="2166350" y="206856"/>
                </a:moveTo>
                <a:lnTo>
                  <a:pt x="2166350" y="227878"/>
                </a:lnTo>
                <a:lnTo>
                  <a:pt x="2250438" y="227878"/>
                </a:lnTo>
                <a:lnTo>
                  <a:pt x="2250438" y="206856"/>
                </a:lnTo>
                <a:lnTo>
                  <a:pt x="2166350" y="206856"/>
                </a:lnTo>
                <a:close/>
                <a:moveTo>
                  <a:pt x="2313504" y="227878"/>
                </a:moveTo>
                <a:lnTo>
                  <a:pt x="2397675" y="227878"/>
                </a:lnTo>
                <a:lnTo>
                  <a:pt x="2397675" y="206856"/>
                </a:lnTo>
                <a:lnTo>
                  <a:pt x="2313504" y="206856"/>
                </a:lnTo>
                <a:lnTo>
                  <a:pt x="2313504" y="227878"/>
                </a:lnTo>
                <a:close/>
                <a:moveTo>
                  <a:pt x="2460741" y="227878"/>
                </a:moveTo>
                <a:lnTo>
                  <a:pt x="2544829" y="227878"/>
                </a:lnTo>
                <a:lnTo>
                  <a:pt x="2544829" y="206856"/>
                </a:lnTo>
                <a:lnTo>
                  <a:pt x="2460741" y="206856"/>
                </a:lnTo>
                <a:lnTo>
                  <a:pt x="2460741" y="227878"/>
                </a:lnTo>
                <a:close/>
                <a:moveTo>
                  <a:pt x="2607894" y="206856"/>
                </a:moveTo>
                <a:lnTo>
                  <a:pt x="2607894" y="227878"/>
                </a:lnTo>
                <a:lnTo>
                  <a:pt x="2691982" y="227878"/>
                </a:lnTo>
                <a:lnTo>
                  <a:pt x="2691982" y="206856"/>
                </a:lnTo>
                <a:lnTo>
                  <a:pt x="2607894" y="206856"/>
                </a:lnTo>
                <a:close/>
                <a:moveTo>
                  <a:pt x="42128" y="227878"/>
                </a:moveTo>
                <a:lnTo>
                  <a:pt x="42885" y="227878"/>
                </a:lnTo>
                <a:lnTo>
                  <a:pt x="42885" y="206856"/>
                </a:lnTo>
                <a:lnTo>
                  <a:pt x="21022" y="206856"/>
                </a:lnTo>
                <a:lnTo>
                  <a:pt x="21022" y="290186"/>
                </a:lnTo>
                <a:lnTo>
                  <a:pt x="42128" y="290186"/>
                </a:lnTo>
                <a:lnTo>
                  <a:pt x="42128" y="227878"/>
                </a:lnTo>
                <a:close/>
                <a:moveTo>
                  <a:pt x="21022" y="437340"/>
                </a:moveTo>
                <a:lnTo>
                  <a:pt x="42128" y="437340"/>
                </a:lnTo>
                <a:lnTo>
                  <a:pt x="42128" y="353252"/>
                </a:lnTo>
                <a:lnTo>
                  <a:pt x="21022" y="353252"/>
                </a:lnTo>
                <a:lnTo>
                  <a:pt x="21022" y="437340"/>
                </a:lnTo>
                <a:close/>
                <a:moveTo>
                  <a:pt x="21022" y="584577"/>
                </a:moveTo>
                <a:lnTo>
                  <a:pt x="42128" y="584577"/>
                </a:lnTo>
                <a:lnTo>
                  <a:pt x="42128" y="500406"/>
                </a:lnTo>
                <a:lnTo>
                  <a:pt x="21022" y="500406"/>
                </a:lnTo>
                <a:lnTo>
                  <a:pt x="21022" y="584577"/>
                </a:lnTo>
                <a:close/>
                <a:moveTo>
                  <a:pt x="63150" y="607113"/>
                </a:moveTo>
                <a:lnTo>
                  <a:pt x="0" y="607113"/>
                </a:lnTo>
                <a:lnTo>
                  <a:pt x="31533" y="670179"/>
                </a:lnTo>
                <a:lnTo>
                  <a:pt x="63150" y="607113"/>
                </a:lnTo>
                <a:close/>
                <a:moveTo>
                  <a:pt x="2755048" y="206856"/>
                </a:moveTo>
                <a:lnTo>
                  <a:pt x="2755048" y="227878"/>
                </a:lnTo>
                <a:lnTo>
                  <a:pt x="2839135" y="227878"/>
                </a:lnTo>
                <a:lnTo>
                  <a:pt x="2839135" y="206856"/>
                </a:lnTo>
                <a:lnTo>
                  <a:pt x="2755048" y="206856"/>
                </a:lnTo>
                <a:close/>
                <a:moveTo>
                  <a:pt x="2902201" y="206856"/>
                </a:moveTo>
                <a:lnTo>
                  <a:pt x="2902201" y="227878"/>
                </a:lnTo>
                <a:lnTo>
                  <a:pt x="2986373" y="227878"/>
                </a:lnTo>
                <a:lnTo>
                  <a:pt x="2986373" y="206856"/>
                </a:lnTo>
                <a:lnTo>
                  <a:pt x="2902201" y="206856"/>
                </a:lnTo>
                <a:close/>
                <a:moveTo>
                  <a:pt x="3049439" y="206856"/>
                </a:moveTo>
                <a:lnTo>
                  <a:pt x="3049439" y="227878"/>
                </a:lnTo>
                <a:lnTo>
                  <a:pt x="3133526" y="227878"/>
                </a:lnTo>
                <a:lnTo>
                  <a:pt x="3133526" y="206856"/>
                </a:lnTo>
                <a:lnTo>
                  <a:pt x="3049439" y="206856"/>
                </a:lnTo>
                <a:close/>
                <a:moveTo>
                  <a:pt x="3196592" y="206856"/>
                </a:moveTo>
                <a:lnTo>
                  <a:pt x="3196592" y="227878"/>
                </a:lnTo>
                <a:lnTo>
                  <a:pt x="3280680" y="227878"/>
                </a:lnTo>
                <a:lnTo>
                  <a:pt x="3280680" y="206856"/>
                </a:lnTo>
                <a:lnTo>
                  <a:pt x="3196592" y="206856"/>
                </a:lnTo>
                <a:close/>
                <a:moveTo>
                  <a:pt x="3343746" y="206856"/>
                </a:moveTo>
                <a:lnTo>
                  <a:pt x="3343746" y="227878"/>
                </a:lnTo>
                <a:lnTo>
                  <a:pt x="3427833" y="227878"/>
                </a:lnTo>
                <a:lnTo>
                  <a:pt x="3427833" y="206856"/>
                </a:lnTo>
                <a:lnTo>
                  <a:pt x="3343746" y="206856"/>
                </a:lnTo>
                <a:close/>
                <a:moveTo>
                  <a:pt x="3490899" y="206856"/>
                </a:moveTo>
                <a:lnTo>
                  <a:pt x="3490899" y="227878"/>
                </a:lnTo>
                <a:lnTo>
                  <a:pt x="3575071" y="227878"/>
                </a:lnTo>
                <a:lnTo>
                  <a:pt x="3575071" y="206856"/>
                </a:lnTo>
                <a:lnTo>
                  <a:pt x="3490899" y="206856"/>
                </a:lnTo>
                <a:close/>
                <a:moveTo>
                  <a:pt x="3638136" y="206856"/>
                </a:moveTo>
                <a:lnTo>
                  <a:pt x="3638136" y="227878"/>
                </a:lnTo>
                <a:lnTo>
                  <a:pt x="3722224" y="227878"/>
                </a:lnTo>
                <a:lnTo>
                  <a:pt x="3722224" y="206856"/>
                </a:lnTo>
                <a:lnTo>
                  <a:pt x="3638136" y="206856"/>
                </a:lnTo>
                <a:close/>
                <a:moveTo>
                  <a:pt x="3785290" y="206856"/>
                </a:moveTo>
                <a:lnTo>
                  <a:pt x="3785290" y="227878"/>
                </a:lnTo>
                <a:lnTo>
                  <a:pt x="3869377" y="227878"/>
                </a:lnTo>
                <a:lnTo>
                  <a:pt x="3869377" y="206856"/>
                </a:lnTo>
                <a:lnTo>
                  <a:pt x="3785290" y="206856"/>
                </a:lnTo>
                <a:close/>
                <a:moveTo>
                  <a:pt x="3932443" y="206856"/>
                </a:moveTo>
                <a:lnTo>
                  <a:pt x="3932443" y="227878"/>
                </a:lnTo>
                <a:lnTo>
                  <a:pt x="4016531" y="227878"/>
                </a:lnTo>
                <a:lnTo>
                  <a:pt x="4016531" y="206856"/>
                </a:lnTo>
                <a:lnTo>
                  <a:pt x="3932443" y="206856"/>
                </a:lnTo>
                <a:close/>
                <a:moveTo>
                  <a:pt x="4079597" y="227878"/>
                </a:moveTo>
                <a:lnTo>
                  <a:pt x="4163768" y="227878"/>
                </a:lnTo>
                <a:lnTo>
                  <a:pt x="4163768" y="206856"/>
                </a:lnTo>
                <a:lnTo>
                  <a:pt x="4079597" y="206856"/>
                </a:lnTo>
                <a:lnTo>
                  <a:pt x="4079597" y="227878"/>
                </a:lnTo>
                <a:close/>
                <a:moveTo>
                  <a:pt x="4226834" y="227878"/>
                </a:moveTo>
                <a:lnTo>
                  <a:pt x="4310922" y="227878"/>
                </a:lnTo>
                <a:lnTo>
                  <a:pt x="4310922" y="206856"/>
                </a:lnTo>
                <a:lnTo>
                  <a:pt x="4226834" y="206856"/>
                </a:lnTo>
                <a:lnTo>
                  <a:pt x="4226834" y="227878"/>
                </a:lnTo>
                <a:close/>
                <a:moveTo>
                  <a:pt x="4373987" y="206856"/>
                </a:moveTo>
                <a:lnTo>
                  <a:pt x="4373987" y="227878"/>
                </a:lnTo>
                <a:lnTo>
                  <a:pt x="4458075" y="227878"/>
                </a:lnTo>
                <a:lnTo>
                  <a:pt x="4458075" y="206856"/>
                </a:lnTo>
                <a:lnTo>
                  <a:pt x="4373987" y="206856"/>
                </a:lnTo>
                <a:close/>
                <a:moveTo>
                  <a:pt x="4521141" y="206856"/>
                </a:moveTo>
                <a:lnTo>
                  <a:pt x="4521141" y="227878"/>
                </a:lnTo>
                <a:lnTo>
                  <a:pt x="4605228" y="227878"/>
                </a:lnTo>
                <a:lnTo>
                  <a:pt x="4605228" y="206856"/>
                </a:lnTo>
                <a:lnTo>
                  <a:pt x="4521141" y="206856"/>
                </a:lnTo>
                <a:close/>
                <a:moveTo>
                  <a:pt x="4668294" y="206856"/>
                </a:moveTo>
                <a:lnTo>
                  <a:pt x="4668294" y="227878"/>
                </a:lnTo>
                <a:lnTo>
                  <a:pt x="4752466" y="227878"/>
                </a:lnTo>
                <a:lnTo>
                  <a:pt x="4752466" y="206856"/>
                </a:lnTo>
                <a:lnTo>
                  <a:pt x="4668294" y="206856"/>
                </a:lnTo>
                <a:close/>
                <a:moveTo>
                  <a:pt x="4815532" y="206856"/>
                </a:moveTo>
                <a:lnTo>
                  <a:pt x="4815532" y="227878"/>
                </a:lnTo>
                <a:lnTo>
                  <a:pt x="4899619" y="227878"/>
                </a:lnTo>
                <a:lnTo>
                  <a:pt x="4899619" y="206856"/>
                </a:lnTo>
                <a:lnTo>
                  <a:pt x="4815532" y="206856"/>
                </a:lnTo>
                <a:close/>
                <a:moveTo>
                  <a:pt x="4962685" y="206856"/>
                </a:moveTo>
                <a:lnTo>
                  <a:pt x="4962685" y="227878"/>
                </a:lnTo>
                <a:lnTo>
                  <a:pt x="5046773" y="227878"/>
                </a:lnTo>
                <a:lnTo>
                  <a:pt x="5046773" y="206856"/>
                </a:lnTo>
                <a:lnTo>
                  <a:pt x="4962685" y="206856"/>
                </a:lnTo>
                <a:close/>
                <a:moveTo>
                  <a:pt x="5109838" y="206856"/>
                </a:moveTo>
                <a:lnTo>
                  <a:pt x="5109838" y="227878"/>
                </a:lnTo>
                <a:lnTo>
                  <a:pt x="5193926" y="227878"/>
                </a:lnTo>
                <a:lnTo>
                  <a:pt x="5193926" y="206856"/>
                </a:lnTo>
                <a:lnTo>
                  <a:pt x="5109838" y="206856"/>
                </a:lnTo>
                <a:close/>
                <a:moveTo>
                  <a:pt x="5257076" y="206856"/>
                </a:moveTo>
                <a:lnTo>
                  <a:pt x="5257076" y="227878"/>
                </a:lnTo>
                <a:lnTo>
                  <a:pt x="5341164" y="227878"/>
                </a:lnTo>
                <a:lnTo>
                  <a:pt x="5341164" y="206856"/>
                </a:lnTo>
                <a:lnTo>
                  <a:pt x="5257076" y="206856"/>
                </a:lnTo>
                <a:close/>
                <a:moveTo>
                  <a:pt x="5404229" y="206856"/>
                </a:moveTo>
                <a:lnTo>
                  <a:pt x="5404229" y="227878"/>
                </a:lnTo>
                <a:lnTo>
                  <a:pt x="5488317" y="227878"/>
                </a:lnTo>
                <a:lnTo>
                  <a:pt x="5488317" y="206856"/>
                </a:lnTo>
                <a:lnTo>
                  <a:pt x="5404229" y="206856"/>
                </a:lnTo>
                <a:close/>
                <a:moveTo>
                  <a:pt x="5551383" y="206856"/>
                </a:moveTo>
                <a:lnTo>
                  <a:pt x="5551383" y="227878"/>
                </a:lnTo>
                <a:lnTo>
                  <a:pt x="5635470" y="227878"/>
                </a:lnTo>
                <a:lnTo>
                  <a:pt x="5635470" y="206856"/>
                </a:lnTo>
                <a:lnTo>
                  <a:pt x="5551383" y="206856"/>
                </a:lnTo>
                <a:close/>
                <a:moveTo>
                  <a:pt x="5698536" y="206856"/>
                </a:moveTo>
                <a:lnTo>
                  <a:pt x="5698536" y="227878"/>
                </a:lnTo>
                <a:lnTo>
                  <a:pt x="5782624" y="227878"/>
                </a:lnTo>
                <a:lnTo>
                  <a:pt x="5782624" y="206856"/>
                </a:lnTo>
                <a:lnTo>
                  <a:pt x="5698536" y="206856"/>
                </a:lnTo>
                <a:close/>
                <a:moveTo>
                  <a:pt x="5845774" y="206856"/>
                </a:moveTo>
                <a:lnTo>
                  <a:pt x="5845774" y="227878"/>
                </a:lnTo>
                <a:lnTo>
                  <a:pt x="5929861" y="227878"/>
                </a:lnTo>
                <a:lnTo>
                  <a:pt x="5929861" y="206856"/>
                </a:lnTo>
                <a:lnTo>
                  <a:pt x="5845774" y="206856"/>
                </a:lnTo>
                <a:close/>
                <a:moveTo>
                  <a:pt x="5992927" y="206856"/>
                </a:moveTo>
                <a:lnTo>
                  <a:pt x="5992927" y="227878"/>
                </a:lnTo>
                <a:lnTo>
                  <a:pt x="6077015" y="227878"/>
                </a:lnTo>
                <a:lnTo>
                  <a:pt x="6077015" y="206856"/>
                </a:lnTo>
                <a:lnTo>
                  <a:pt x="5992927" y="206856"/>
                </a:lnTo>
                <a:close/>
                <a:moveTo>
                  <a:pt x="9087016" y="84088"/>
                </a:moveTo>
                <a:lnTo>
                  <a:pt x="9108038" y="84088"/>
                </a:lnTo>
                <a:lnTo>
                  <a:pt x="9108038" y="0"/>
                </a:lnTo>
                <a:lnTo>
                  <a:pt x="9087016" y="0"/>
                </a:lnTo>
                <a:lnTo>
                  <a:pt x="9087016" y="84088"/>
                </a:lnTo>
                <a:close/>
                <a:moveTo>
                  <a:pt x="9087016" y="206856"/>
                </a:moveTo>
                <a:lnTo>
                  <a:pt x="9083569" y="206856"/>
                </a:lnTo>
                <a:lnTo>
                  <a:pt x="9083569" y="227878"/>
                </a:lnTo>
                <a:lnTo>
                  <a:pt x="9108038" y="227878"/>
                </a:lnTo>
                <a:lnTo>
                  <a:pt x="9108038" y="147153"/>
                </a:lnTo>
                <a:lnTo>
                  <a:pt x="9087016" y="147153"/>
                </a:lnTo>
                <a:lnTo>
                  <a:pt x="9087016" y="206856"/>
                </a:lnTo>
                <a:close/>
                <a:moveTo>
                  <a:pt x="6140080" y="227878"/>
                </a:moveTo>
                <a:lnTo>
                  <a:pt x="6224168" y="227878"/>
                </a:lnTo>
                <a:lnTo>
                  <a:pt x="6224168" y="206856"/>
                </a:lnTo>
                <a:lnTo>
                  <a:pt x="6140080" y="206856"/>
                </a:lnTo>
                <a:lnTo>
                  <a:pt x="6140080" y="227878"/>
                </a:lnTo>
                <a:close/>
                <a:moveTo>
                  <a:pt x="6287234" y="227878"/>
                </a:moveTo>
                <a:lnTo>
                  <a:pt x="6371321" y="227878"/>
                </a:lnTo>
                <a:lnTo>
                  <a:pt x="6371321" y="206856"/>
                </a:lnTo>
                <a:lnTo>
                  <a:pt x="6287234" y="206856"/>
                </a:lnTo>
                <a:lnTo>
                  <a:pt x="6287234" y="227878"/>
                </a:lnTo>
                <a:close/>
                <a:moveTo>
                  <a:pt x="6434471" y="206856"/>
                </a:moveTo>
                <a:lnTo>
                  <a:pt x="6434471" y="227878"/>
                </a:lnTo>
                <a:lnTo>
                  <a:pt x="6518559" y="227878"/>
                </a:lnTo>
                <a:lnTo>
                  <a:pt x="6518559" y="206856"/>
                </a:lnTo>
                <a:lnTo>
                  <a:pt x="6434471" y="206856"/>
                </a:lnTo>
                <a:close/>
                <a:moveTo>
                  <a:pt x="6581625" y="206856"/>
                </a:moveTo>
                <a:lnTo>
                  <a:pt x="6581625" y="227878"/>
                </a:lnTo>
                <a:lnTo>
                  <a:pt x="6665712" y="227878"/>
                </a:lnTo>
                <a:lnTo>
                  <a:pt x="6665712" y="206856"/>
                </a:lnTo>
                <a:lnTo>
                  <a:pt x="6581625" y="206856"/>
                </a:lnTo>
                <a:close/>
                <a:moveTo>
                  <a:pt x="6728778" y="206856"/>
                </a:moveTo>
                <a:lnTo>
                  <a:pt x="6728778" y="227878"/>
                </a:lnTo>
                <a:lnTo>
                  <a:pt x="6812866" y="227878"/>
                </a:lnTo>
                <a:lnTo>
                  <a:pt x="6812866" y="206856"/>
                </a:lnTo>
                <a:lnTo>
                  <a:pt x="6728778" y="206856"/>
                </a:lnTo>
                <a:close/>
                <a:moveTo>
                  <a:pt x="6875931" y="206856"/>
                </a:moveTo>
                <a:lnTo>
                  <a:pt x="6875931" y="227878"/>
                </a:lnTo>
                <a:lnTo>
                  <a:pt x="6960019" y="227878"/>
                </a:lnTo>
                <a:lnTo>
                  <a:pt x="6960019" y="206856"/>
                </a:lnTo>
                <a:lnTo>
                  <a:pt x="6875931" y="206856"/>
                </a:lnTo>
                <a:close/>
                <a:moveTo>
                  <a:pt x="7023169" y="206856"/>
                </a:moveTo>
                <a:lnTo>
                  <a:pt x="7023169" y="227878"/>
                </a:lnTo>
                <a:lnTo>
                  <a:pt x="7107257" y="227878"/>
                </a:lnTo>
                <a:lnTo>
                  <a:pt x="7107257" y="206856"/>
                </a:lnTo>
                <a:lnTo>
                  <a:pt x="7023169" y="206856"/>
                </a:lnTo>
                <a:close/>
                <a:moveTo>
                  <a:pt x="7170322" y="206856"/>
                </a:moveTo>
                <a:lnTo>
                  <a:pt x="7170322" y="227878"/>
                </a:lnTo>
                <a:lnTo>
                  <a:pt x="7254410" y="227878"/>
                </a:lnTo>
                <a:lnTo>
                  <a:pt x="7254410" y="206856"/>
                </a:lnTo>
                <a:lnTo>
                  <a:pt x="7170322" y="206856"/>
                </a:lnTo>
                <a:close/>
                <a:moveTo>
                  <a:pt x="7317476" y="206856"/>
                </a:moveTo>
                <a:lnTo>
                  <a:pt x="7317476" y="227878"/>
                </a:lnTo>
                <a:lnTo>
                  <a:pt x="7401563" y="227878"/>
                </a:lnTo>
                <a:lnTo>
                  <a:pt x="7401563" y="206856"/>
                </a:lnTo>
                <a:lnTo>
                  <a:pt x="7317476" y="206856"/>
                </a:lnTo>
                <a:close/>
                <a:moveTo>
                  <a:pt x="7464629" y="227878"/>
                </a:moveTo>
                <a:lnTo>
                  <a:pt x="7548717" y="227878"/>
                </a:lnTo>
                <a:lnTo>
                  <a:pt x="7548717" y="206856"/>
                </a:lnTo>
                <a:lnTo>
                  <a:pt x="7464629" y="206856"/>
                </a:lnTo>
                <a:lnTo>
                  <a:pt x="7464629" y="227878"/>
                </a:lnTo>
                <a:close/>
                <a:moveTo>
                  <a:pt x="7611867" y="227878"/>
                </a:moveTo>
                <a:lnTo>
                  <a:pt x="7695954" y="227878"/>
                </a:lnTo>
                <a:lnTo>
                  <a:pt x="7695954" y="206856"/>
                </a:lnTo>
                <a:lnTo>
                  <a:pt x="7611867" y="206856"/>
                </a:lnTo>
                <a:lnTo>
                  <a:pt x="7611867" y="227878"/>
                </a:lnTo>
                <a:close/>
                <a:moveTo>
                  <a:pt x="7759020" y="206856"/>
                </a:moveTo>
                <a:lnTo>
                  <a:pt x="7759020" y="227878"/>
                </a:lnTo>
                <a:lnTo>
                  <a:pt x="7843108" y="227878"/>
                </a:lnTo>
                <a:lnTo>
                  <a:pt x="7843108" y="206856"/>
                </a:lnTo>
                <a:lnTo>
                  <a:pt x="7759020" y="206856"/>
                </a:lnTo>
                <a:close/>
                <a:moveTo>
                  <a:pt x="7906173" y="206856"/>
                </a:moveTo>
                <a:lnTo>
                  <a:pt x="7906173" y="227878"/>
                </a:lnTo>
                <a:lnTo>
                  <a:pt x="7990261" y="227878"/>
                </a:lnTo>
                <a:lnTo>
                  <a:pt x="7990261" y="206856"/>
                </a:lnTo>
                <a:lnTo>
                  <a:pt x="7906173" y="206856"/>
                </a:lnTo>
                <a:close/>
                <a:moveTo>
                  <a:pt x="8053327" y="206856"/>
                </a:moveTo>
                <a:lnTo>
                  <a:pt x="8053327" y="227878"/>
                </a:lnTo>
                <a:lnTo>
                  <a:pt x="8137414" y="227878"/>
                </a:lnTo>
                <a:lnTo>
                  <a:pt x="8137414" y="206856"/>
                </a:lnTo>
                <a:lnTo>
                  <a:pt x="8053327" y="206856"/>
                </a:lnTo>
                <a:close/>
                <a:moveTo>
                  <a:pt x="8200564" y="206856"/>
                </a:moveTo>
                <a:lnTo>
                  <a:pt x="8200564" y="227878"/>
                </a:lnTo>
                <a:lnTo>
                  <a:pt x="8284652" y="227878"/>
                </a:lnTo>
                <a:lnTo>
                  <a:pt x="8284652" y="206856"/>
                </a:lnTo>
                <a:lnTo>
                  <a:pt x="8200564" y="206856"/>
                </a:lnTo>
                <a:close/>
                <a:moveTo>
                  <a:pt x="8347718" y="206856"/>
                </a:moveTo>
                <a:lnTo>
                  <a:pt x="8347718" y="227878"/>
                </a:lnTo>
                <a:lnTo>
                  <a:pt x="8431805" y="227878"/>
                </a:lnTo>
                <a:lnTo>
                  <a:pt x="8431805" y="206856"/>
                </a:lnTo>
                <a:lnTo>
                  <a:pt x="8347718" y="206856"/>
                </a:lnTo>
                <a:close/>
                <a:moveTo>
                  <a:pt x="8494871" y="206856"/>
                </a:moveTo>
                <a:lnTo>
                  <a:pt x="8494871" y="227878"/>
                </a:lnTo>
                <a:lnTo>
                  <a:pt x="8578959" y="227878"/>
                </a:lnTo>
                <a:lnTo>
                  <a:pt x="8578959" y="206856"/>
                </a:lnTo>
                <a:lnTo>
                  <a:pt x="8494871" y="206856"/>
                </a:lnTo>
                <a:close/>
                <a:moveTo>
                  <a:pt x="8642024" y="206856"/>
                </a:moveTo>
                <a:lnTo>
                  <a:pt x="8642024" y="227878"/>
                </a:lnTo>
                <a:lnTo>
                  <a:pt x="8726112" y="227878"/>
                </a:lnTo>
                <a:lnTo>
                  <a:pt x="8726112" y="206856"/>
                </a:lnTo>
                <a:lnTo>
                  <a:pt x="8642024" y="206856"/>
                </a:lnTo>
                <a:close/>
                <a:moveTo>
                  <a:pt x="8789262" y="227878"/>
                </a:moveTo>
                <a:lnTo>
                  <a:pt x="8873350" y="227878"/>
                </a:lnTo>
                <a:lnTo>
                  <a:pt x="8873350" y="206856"/>
                </a:lnTo>
                <a:lnTo>
                  <a:pt x="8789262" y="206856"/>
                </a:lnTo>
                <a:lnTo>
                  <a:pt x="8789262" y="227878"/>
                </a:lnTo>
                <a:close/>
                <a:moveTo>
                  <a:pt x="8936415" y="227878"/>
                </a:moveTo>
                <a:lnTo>
                  <a:pt x="9020503" y="227878"/>
                </a:lnTo>
                <a:lnTo>
                  <a:pt x="9020503" y="206856"/>
                </a:lnTo>
                <a:lnTo>
                  <a:pt x="8936415" y="206856"/>
                </a:lnTo>
                <a:lnTo>
                  <a:pt x="8936415" y="227878"/>
                </a:lnTo>
                <a:close/>
              </a:path>
            </a:pathLst>
          </a:custGeom>
          <a:solidFill xmlns:a="http://schemas.openxmlformats.org/drawingml/2006/main">
            <a:srgbClr val="215F9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CCC16-500A-4596-AE21-97EE38EAA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2007" y="3377643"/>
            <a:ext cx="1582950" cy="788406"/>
          </a:xfrm>
          <a:custGeom xmlns:a="http://schemas.openxmlformats.org/drawingml/2006/main">
            <a:pathLst>
              <a:path w="1582950" h="788406" fill="none">
                <a:moveTo>
                  <a:pt x="0" y="131429"/>
                </a:moveTo>
                <a:cubicBezTo>
                  <a:pt x="0" y="58861"/>
                  <a:pt x="58861" y="0"/>
                  <a:pt x="131429" y="0"/>
                </a:cubicBezTo>
                <a:lnTo>
                  <a:pt x="1451521" y="0"/>
                </a:lnTo>
                <a:cubicBezTo>
                  <a:pt x="1524089" y="0"/>
                  <a:pt x="1582950" y="58861"/>
                  <a:pt x="1582950" y="131429"/>
                </a:cubicBezTo>
                <a:lnTo>
                  <a:pt x="1582950" y="656977"/>
                </a:lnTo>
                <a:cubicBezTo>
                  <a:pt x="1582950" y="729544"/>
                  <a:pt x="1524089" y="788406"/>
                  <a:pt x="1451521" y="788406"/>
                </a:cubicBezTo>
                <a:lnTo>
                  <a:pt x="131429" y="788406"/>
                </a:lnTo>
                <a:cubicBezTo>
                  <a:pt x="58861" y="788406"/>
                  <a:pt x="0" y="729544"/>
                  <a:pt x="0" y="656977"/>
                </a:cubicBezTo>
                <a:lnTo>
                  <a:pt x="0" y="131429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7334" cap="flat">
            <a:solidFill>
              <a:srgbClr val="215F9A"/>
            </a:solidFill>
            <a:custDash>
              <a:ds d="300003" sp="100000"/>
            </a:custDash>
            <a:miter/>
          </a:ln>
        </p:spPr>
      </p:sp>
      <p:pic>
        <p:nvPicPr>
          <p:cNvPr id="202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1df5c60e84d4ade"/>
          <a:stretch xmlns:a="http://schemas.openxmlformats.org/drawingml/2006/main"/>
        </p:blipFill>
        <p:spPr>
          <a:xfrm xmlns:a="http://schemas.openxmlformats.org/drawingml/2006/main">
            <a:off x="4254419" y="2961477"/>
            <a:ext cx="737869" cy="737869"/>
          </a:xfrm>
          <a:prstGeom xmlns:a="http://schemas.openxmlformats.org/drawingml/2006/main" prst="rect">
            <a:avLst/>
          </a:prstGeom>
        </p:spPr>
      </p:pic>
      <p:sp>
        <p:nvSpPr>
          <p:cNvPr id="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2A4223-A7FE-4D99-BEA2-E9BC8F6A6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8069" y="3286240"/>
            <a:ext cx="2110264" cy="496622"/>
          </a:xfrm>
          <a:custGeom xmlns:a="http://schemas.openxmlformats.org/drawingml/2006/main">
            <a:pathLst>
              <a:path w="2110264" h="496622">
                <a:moveTo>
                  <a:pt x="0" y="496622"/>
                </a:moveTo>
                <a:lnTo>
                  <a:pt x="84172" y="496622"/>
                </a:lnTo>
                <a:lnTo>
                  <a:pt x="84172" y="475600"/>
                </a:lnTo>
                <a:lnTo>
                  <a:pt x="0" y="475600"/>
                </a:lnTo>
                <a:lnTo>
                  <a:pt x="0" y="496622"/>
                </a:lnTo>
                <a:close/>
                <a:moveTo>
                  <a:pt x="147237" y="496622"/>
                </a:moveTo>
                <a:lnTo>
                  <a:pt x="231325" y="496622"/>
                </a:lnTo>
                <a:lnTo>
                  <a:pt x="231325" y="475600"/>
                </a:lnTo>
                <a:lnTo>
                  <a:pt x="147237" y="475600"/>
                </a:lnTo>
                <a:lnTo>
                  <a:pt x="147237" y="496622"/>
                </a:lnTo>
                <a:close/>
                <a:moveTo>
                  <a:pt x="294391" y="496622"/>
                </a:moveTo>
                <a:lnTo>
                  <a:pt x="378479" y="496622"/>
                </a:lnTo>
                <a:lnTo>
                  <a:pt x="378479" y="475600"/>
                </a:lnTo>
                <a:lnTo>
                  <a:pt x="294391" y="475600"/>
                </a:lnTo>
                <a:lnTo>
                  <a:pt x="294391" y="496622"/>
                </a:lnTo>
                <a:close/>
                <a:moveTo>
                  <a:pt x="525632" y="496622"/>
                </a:moveTo>
                <a:lnTo>
                  <a:pt x="525632" y="475600"/>
                </a:lnTo>
                <a:lnTo>
                  <a:pt x="441544" y="475600"/>
                </a:lnTo>
                <a:lnTo>
                  <a:pt x="441544" y="496622"/>
                </a:lnTo>
                <a:lnTo>
                  <a:pt x="525632" y="496622"/>
                </a:lnTo>
                <a:close/>
                <a:moveTo>
                  <a:pt x="672869" y="496622"/>
                </a:moveTo>
                <a:lnTo>
                  <a:pt x="672869" y="475600"/>
                </a:lnTo>
                <a:lnTo>
                  <a:pt x="588698" y="475600"/>
                </a:lnTo>
                <a:lnTo>
                  <a:pt x="588698" y="496622"/>
                </a:lnTo>
                <a:lnTo>
                  <a:pt x="672869" y="496622"/>
                </a:lnTo>
                <a:close/>
                <a:moveTo>
                  <a:pt x="735935" y="496622"/>
                </a:moveTo>
                <a:lnTo>
                  <a:pt x="820023" y="496622"/>
                </a:lnTo>
                <a:lnTo>
                  <a:pt x="820023" y="475600"/>
                </a:lnTo>
                <a:lnTo>
                  <a:pt x="735935" y="475600"/>
                </a:lnTo>
                <a:lnTo>
                  <a:pt x="735935" y="496622"/>
                </a:lnTo>
                <a:close/>
                <a:moveTo>
                  <a:pt x="883089" y="496622"/>
                </a:moveTo>
                <a:lnTo>
                  <a:pt x="967176" y="496622"/>
                </a:lnTo>
                <a:lnTo>
                  <a:pt x="967176" y="475600"/>
                </a:lnTo>
                <a:lnTo>
                  <a:pt x="883089" y="475600"/>
                </a:lnTo>
                <a:lnTo>
                  <a:pt x="883089" y="496622"/>
                </a:lnTo>
                <a:close/>
                <a:moveTo>
                  <a:pt x="1030242" y="496622"/>
                </a:moveTo>
                <a:lnTo>
                  <a:pt x="1114330" y="496622"/>
                </a:lnTo>
                <a:lnTo>
                  <a:pt x="1114330" y="475600"/>
                </a:lnTo>
                <a:lnTo>
                  <a:pt x="1030242" y="475600"/>
                </a:lnTo>
                <a:lnTo>
                  <a:pt x="1030242" y="496622"/>
                </a:lnTo>
                <a:close/>
                <a:moveTo>
                  <a:pt x="1261567" y="496622"/>
                </a:moveTo>
                <a:lnTo>
                  <a:pt x="1261567" y="475600"/>
                </a:lnTo>
                <a:lnTo>
                  <a:pt x="1177479" y="475600"/>
                </a:lnTo>
                <a:lnTo>
                  <a:pt x="1177479" y="496622"/>
                </a:lnTo>
                <a:lnTo>
                  <a:pt x="1261567" y="496622"/>
                </a:lnTo>
                <a:close/>
                <a:moveTo>
                  <a:pt x="1408720" y="496622"/>
                </a:moveTo>
                <a:lnTo>
                  <a:pt x="1408720" y="475600"/>
                </a:lnTo>
                <a:lnTo>
                  <a:pt x="1324633" y="475600"/>
                </a:lnTo>
                <a:lnTo>
                  <a:pt x="1324633" y="496622"/>
                </a:lnTo>
                <a:lnTo>
                  <a:pt x="1408720" y="496622"/>
                </a:lnTo>
                <a:close/>
                <a:moveTo>
                  <a:pt x="1605822" y="21022"/>
                </a:moveTo>
                <a:lnTo>
                  <a:pt x="1605822" y="41876"/>
                </a:lnTo>
                <a:lnTo>
                  <a:pt x="1616501" y="41876"/>
                </a:lnTo>
                <a:lnTo>
                  <a:pt x="1616333" y="42044"/>
                </a:lnTo>
                <a:lnTo>
                  <a:pt x="1690078" y="42044"/>
                </a:lnTo>
                <a:lnTo>
                  <a:pt x="1690078" y="21022"/>
                </a:lnTo>
                <a:lnTo>
                  <a:pt x="1605822" y="21022"/>
                </a:lnTo>
                <a:close/>
                <a:moveTo>
                  <a:pt x="1753143" y="42044"/>
                </a:moveTo>
                <a:lnTo>
                  <a:pt x="1837231" y="42044"/>
                </a:lnTo>
                <a:lnTo>
                  <a:pt x="1837231" y="21022"/>
                </a:lnTo>
                <a:lnTo>
                  <a:pt x="1753143" y="21022"/>
                </a:lnTo>
                <a:lnTo>
                  <a:pt x="1753143" y="42044"/>
                </a:lnTo>
                <a:close/>
                <a:moveTo>
                  <a:pt x="1900297" y="42044"/>
                </a:moveTo>
                <a:lnTo>
                  <a:pt x="1984385" y="42044"/>
                </a:lnTo>
                <a:lnTo>
                  <a:pt x="1984385" y="21022"/>
                </a:lnTo>
                <a:lnTo>
                  <a:pt x="1900297" y="21022"/>
                </a:lnTo>
                <a:lnTo>
                  <a:pt x="1900297" y="42044"/>
                </a:lnTo>
                <a:close/>
                <a:moveTo>
                  <a:pt x="2047114" y="0"/>
                </a:moveTo>
                <a:lnTo>
                  <a:pt x="2047114" y="63066"/>
                </a:lnTo>
                <a:lnTo>
                  <a:pt x="2110264" y="31533"/>
                </a:lnTo>
                <a:lnTo>
                  <a:pt x="2047114" y="0"/>
                </a:lnTo>
                <a:close/>
                <a:moveTo>
                  <a:pt x="1626844" y="189113"/>
                </a:moveTo>
                <a:lnTo>
                  <a:pt x="1626844" y="105025"/>
                </a:lnTo>
                <a:lnTo>
                  <a:pt x="1605822" y="105025"/>
                </a:lnTo>
                <a:lnTo>
                  <a:pt x="1605822" y="189113"/>
                </a:lnTo>
                <a:lnTo>
                  <a:pt x="1626844" y="189113"/>
                </a:lnTo>
                <a:close/>
                <a:moveTo>
                  <a:pt x="1626844" y="336267"/>
                </a:moveTo>
                <a:lnTo>
                  <a:pt x="1626844" y="252179"/>
                </a:lnTo>
                <a:lnTo>
                  <a:pt x="1605822" y="252179"/>
                </a:lnTo>
                <a:lnTo>
                  <a:pt x="1605822" y="336267"/>
                </a:lnTo>
                <a:lnTo>
                  <a:pt x="1626844" y="336267"/>
                </a:lnTo>
                <a:close/>
                <a:moveTo>
                  <a:pt x="1626844" y="399332"/>
                </a:moveTo>
                <a:lnTo>
                  <a:pt x="1605822" y="399332"/>
                </a:lnTo>
                <a:lnTo>
                  <a:pt x="1605822" y="483420"/>
                </a:lnTo>
                <a:lnTo>
                  <a:pt x="1626844" y="483420"/>
                </a:lnTo>
                <a:lnTo>
                  <a:pt x="1626844" y="399332"/>
                </a:lnTo>
                <a:close/>
                <a:moveTo>
                  <a:pt x="1555874" y="496622"/>
                </a:moveTo>
                <a:lnTo>
                  <a:pt x="1555874" y="475600"/>
                </a:lnTo>
                <a:lnTo>
                  <a:pt x="1471786" y="475600"/>
                </a:lnTo>
                <a:lnTo>
                  <a:pt x="1471786" y="496622"/>
                </a:lnTo>
                <a:lnTo>
                  <a:pt x="1555874" y="496622"/>
                </a:lnTo>
                <a:close/>
              </a:path>
            </a:pathLst>
          </a:custGeom>
          <a:solidFill xmlns:a="http://schemas.openxmlformats.org/drawingml/2006/main">
            <a:srgbClr val="215F9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" name="Text StructurePerturbation">
            <a:extLst xmlns:a="http://schemas.openxmlformats.org/drawingml/2006/main">
              <a:ext uri="{FF2B5EF4-FFF2-40B4-BE49-F238E27FC236}">
                <a16:creationId xmlns:a16="http://schemas.microsoft.com/office/drawing/2014/main" id="{C5D5FAF4-1A31-4B7C-AC06-CAFD76034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98296" y="2704419"/>
            <a:ext cx="1916356" cy="138100"/>
          </a:xfrm>
          <a:custGeom xmlns:a="http://schemas.openxmlformats.org/drawingml/2006/main">
            <a:pathLst>
              <a:path w="1916356" h="138100">
                <a:moveTo>
                  <a:pt x="50604" y="138100"/>
                </a:moveTo>
                <a:cubicBezTo>
                  <a:pt x="41134" y="138100"/>
                  <a:pt x="32585" y="136653"/>
                  <a:pt x="24957" y="133760"/>
                </a:cubicBezTo>
                <a:cubicBezTo>
                  <a:pt x="17328" y="130866"/>
                  <a:pt x="11262" y="126329"/>
                  <a:pt x="6757" y="120147"/>
                </a:cubicBezTo>
                <a:cubicBezTo>
                  <a:pt x="2252" y="113965"/>
                  <a:pt x="0" y="105942"/>
                  <a:pt x="0" y="96078"/>
                </a:cubicBezTo>
                <a:lnTo>
                  <a:pt x="17854" y="96078"/>
                </a:lnTo>
                <a:cubicBezTo>
                  <a:pt x="17854" y="103115"/>
                  <a:pt x="19383" y="108639"/>
                  <a:pt x="22441" y="112650"/>
                </a:cubicBezTo>
                <a:cubicBezTo>
                  <a:pt x="25499" y="116662"/>
                  <a:pt x="29560" y="119489"/>
                  <a:pt x="34624" y="121133"/>
                </a:cubicBezTo>
                <a:cubicBezTo>
                  <a:pt x="39687" y="122777"/>
                  <a:pt x="45244" y="123600"/>
                  <a:pt x="51294" y="123600"/>
                </a:cubicBezTo>
                <a:cubicBezTo>
                  <a:pt x="56884" y="123600"/>
                  <a:pt x="61997" y="122761"/>
                  <a:pt x="66633" y="121084"/>
                </a:cubicBezTo>
                <a:cubicBezTo>
                  <a:pt x="71269" y="119407"/>
                  <a:pt x="74969" y="116875"/>
                  <a:pt x="77731" y="113489"/>
                </a:cubicBezTo>
                <a:cubicBezTo>
                  <a:pt x="80493" y="110102"/>
                  <a:pt x="81874" y="105745"/>
                  <a:pt x="81874" y="100418"/>
                </a:cubicBezTo>
                <a:cubicBezTo>
                  <a:pt x="81874" y="95815"/>
                  <a:pt x="80789" y="92034"/>
                  <a:pt x="78618" y="89075"/>
                </a:cubicBezTo>
                <a:cubicBezTo>
                  <a:pt x="76448" y="86115"/>
                  <a:pt x="72848" y="83534"/>
                  <a:pt x="67817" y="81331"/>
                </a:cubicBezTo>
                <a:cubicBezTo>
                  <a:pt x="62786" y="79128"/>
                  <a:pt x="56029" y="76941"/>
                  <a:pt x="47546" y="74771"/>
                </a:cubicBezTo>
                <a:cubicBezTo>
                  <a:pt x="37550" y="72141"/>
                  <a:pt x="29330" y="69264"/>
                  <a:pt x="22885" y="66140"/>
                </a:cubicBezTo>
                <a:cubicBezTo>
                  <a:pt x="16440" y="63016"/>
                  <a:pt x="11656" y="59120"/>
                  <a:pt x="8533" y="54451"/>
                </a:cubicBezTo>
                <a:cubicBezTo>
                  <a:pt x="5409" y="49782"/>
                  <a:pt x="3847" y="43863"/>
                  <a:pt x="3847" y="36695"/>
                </a:cubicBezTo>
                <a:cubicBezTo>
                  <a:pt x="3847" y="29133"/>
                  <a:pt x="5623" y="22770"/>
                  <a:pt x="9174" y="17608"/>
                </a:cubicBezTo>
                <a:cubicBezTo>
                  <a:pt x="12725" y="12445"/>
                  <a:pt x="17821" y="8516"/>
                  <a:pt x="24463" y="5820"/>
                </a:cubicBezTo>
                <a:cubicBezTo>
                  <a:pt x="31105" y="3124"/>
                  <a:pt x="38997" y="1776"/>
                  <a:pt x="48138" y="1776"/>
                </a:cubicBezTo>
                <a:cubicBezTo>
                  <a:pt x="56687" y="1776"/>
                  <a:pt x="64512" y="3157"/>
                  <a:pt x="71615" y="5919"/>
                </a:cubicBezTo>
                <a:cubicBezTo>
                  <a:pt x="78717" y="8681"/>
                  <a:pt x="84389" y="12824"/>
                  <a:pt x="88631" y="18348"/>
                </a:cubicBezTo>
                <a:cubicBezTo>
                  <a:pt x="92872" y="23872"/>
                  <a:pt x="94993" y="30744"/>
                  <a:pt x="94993" y="38964"/>
                </a:cubicBezTo>
                <a:lnTo>
                  <a:pt x="77237" y="38964"/>
                </a:lnTo>
                <a:cubicBezTo>
                  <a:pt x="77303" y="31467"/>
                  <a:pt x="74541" y="25795"/>
                  <a:pt x="68951" y="21948"/>
                </a:cubicBezTo>
                <a:cubicBezTo>
                  <a:pt x="63362" y="18101"/>
                  <a:pt x="56457" y="16177"/>
                  <a:pt x="48236" y="16177"/>
                </a:cubicBezTo>
                <a:cubicBezTo>
                  <a:pt x="39753" y="16177"/>
                  <a:pt x="33160" y="17871"/>
                  <a:pt x="28458" y="21258"/>
                </a:cubicBezTo>
                <a:cubicBezTo>
                  <a:pt x="23756" y="24644"/>
                  <a:pt x="21406" y="29593"/>
                  <a:pt x="21406" y="36103"/>
                </a:cubicBezTo>
                <a:cubicBezTo>
                  <a:pt x="21406" y="39983"/>
                  <a:pt x="22425" y="43222"/>
                  <a:pt x="24463" y="45820"/>
                </a:cubicBezTo>
                <a:cubicBezTo>
                  <a:pt x="26502" y="48417"/>
                  <a:pt x="30004" y="50768"/>
                  <a:pt x="34969" y="52873"/>
                </a:cubicBezTo>
                <a:cubicBezTo>
                  <a:pt x="39934" y="54977"/>
                  <a:pt x="46855" y="57180"/>
                  <a:pt x="55733" y="59482"/>
                </a:cubicBezTo>
                <a:cubicBezTo>
                  <a:pt x="65992" y="62244"/>
                  <a:pt x="74327" y="65203"/>
                  <a:pt x="80739" y="68360"/>
                </a:cubicBezTo>
                <a:cubicBezTo>
                  <a:pt x="87151" y="71516"/>
                  <a:pt x="91869" y="75560"/>
                  <a:pt x="94894" y="80493"/>
                </a:cubicBezTo>
                <a:cubicBezTo>
                  <a:pt x="97919" y="85425"/>
                  <a:pt x="99432" y="91902"/>
                  <a:pt x="99432" y="99925"/>
                </a:cubicBezTo>
                <a:cubicBezTo>
                  <a:pt x="99432" y="108474"/>
                  <a:pt x="97295" y="115560"/>
                  <a:pt x="93020" y="121183"/>
                </a:cubicBezTo>
                <a:cubicBezTo>
                  <a:pt x="88746" y="126805"/>
                  <a:pt x="82926" y="131031"/>
                  <a:pt x="75560" y="133858"/>
                </a:cubicBezTo>
                <a:cubicBezTo>
                  <a:pt x="68195" y="136686"/>
                  <a:pt x="59876" y="138100"/>
                  <a:pt x="50604" y="138100"/>
                </a:cubicBezTo>
                <a:close/>
                <a:moveTo>
                  <a:pt x="153979" y="136324"/>
                </a:moveTo>
                <a:cubicBezTo>
                  <a:pt x="146219" y="136324"/>
                  <a:pt x="140268" y="135047"/>
                  <a:pt x="136125" y="132493"/>
                </a:cubicBezTo>
                <a:cubicBezTo>
                  <a:pt x="131982" y="129938"/>
                  <a:pt x="129137" y="126261"/>
                  <a:pt x="127592" y="121460"/>
                </a:cubicBezTo>
                <a:cubicBezTo>
                  <a:pt x="126047" y="116658"/>
                  <a:pt x="125274" y="110885"/>
                  <a:pt x="125274" y="104142"/>
                </a:cubicBezTo>
                <a:lnTo>
                  <a:pt x="125274" y="50604"/>
                </a:lnTo>
                <a:lnTo>
                  <a:pt x="109195" y="50604"/>
                </a:lnTo>
                <a:lnTo>
                  <a:pt x="109195" y="37287"/>
                </a:lnTo>
                <a:lnTo>
                  <a:pt x="125274" y="37287"/>
                </a:lnTo>
                <a:lnTo>
                  <a:pt x="125274" y="15290"/>
                </a:lnTo>
                <a:lnTo>
                  <a:pt x="141649" y="15290"/>
                </a:lnTo>
                <a:lnTo>
                  <a:pt x="141649" y="37287"/>
                </a:lnTo>
                <a:lnTo>
                  <a:pt x="165323" y="37287"/>
                </a:lnTo>
                <a:lnTo>
                  <a:pt x="165323" y="50604"/>
                </a:lnTo>
                <a:lnTo>
                  <a:pt x="141649" y="50604"/>
                </a:lnTo>
                <a:lnTo>
                  <a:pt x="141649" y="103674"/>
                </a:lnTo>
                <a:cubicBezTo>
                  <a:pt x="141649" y="109913"/>
                  <a:pt x="142421" y="114695"/>
                  <a:pt x="143967" y="118020"/>
                </a:cubicBezTo>
                <a:cubicBezTo>
                  <a:pt x="145512" y="121345"/>
                  <a:pt x="149211" y="123008"/>
                  <a:pt x="155064" y="123008"/>
                </a:cubicBezTo>
                <a:lnTo>
                  <a:pt x="165520" y="123008"/>
                </a:lnTo>
                <a:lnTo>
                  <a:pt x="165520" y="136324"/>
                </a:lnTo>
                <a:lnTo>
                  <a:pt x="153979" y="136324"/>
                </a:lnTo>
                <a:close/>
                <a:moveTo>
                  <a:pt x="191011" y="136324"/>
                </a:moveTo>
                <a:lnTo>
                  <a:pt x="191011" y="37287"/>
                </a:lnTo>
                <a:lnTo>
                  <a:pt x="206498" y="37287"/>
                </a:lnTo>
                <a:lnTo>
                  <a:pt x="207090" y="53169"/>
                </a:lnTo>
                <a:cubicBezTo>
                  <a:pt x="209786" y="48171"/>
                  <a:pt x="213535" y="43995"/>
                  <a:pt x="218335" y="40641"/>
                </a:cubicBezTo>
                <a:cubicBezTo>
                  <a:pt x="223136" y="37287"/>
                  <a:pt x="229383" y="35610"/>
                  <a:pt x="237077" y="35610"/>
                </a:cubicBezTo>
                <a:lnTo>
                  <a:pt x="239050" y="35610"/>
                </a:lnTo>
                <a:lnTo>
                  <a:pt x="239050" y="50702"/>
                </a:lnTo>
                <a:lnTo>
                  <a:pt x="236781" y="50702"/>
                </a:lnTo>
                <a:cubicBezTo>
                  <a:pt x="231981" y="50702"/>
                  <a:pt x="227772" y="51354"/>
                  <a:pt x="224155" y="52657"/>
                </a:cubicBezTo>
                <a:cubicBezTo>
                  <a:pt x="220538" y="53958"/>
                  <a:pt x="217382" y="55756"/>
                  <a:pt x="214685" y="58051"/>
                </a:cubicBezTo>
                <a:cubicBezTo>
                  <a:pt x="211989" y="60347"/>
                  <a:pt x="209589" y="63002"/>
                  <a:pt x="207485" y="66017"/>
                </a:cubicBezTo>
                <a:lnTo>
                  <a:pt x="207485" y="136324"/>
                </a:lnTo>
                <a:lnTo>
                  <a:pt x="191011" y="136324"/>
                </a:lnTo>
                <a:close/>
                <a:moveTo>
                  <a:pt x="284522" y="138100"/>
                </a:moveTo>
                <a:cubicBezTo>
                  <a:pt x="273408" y="138100"/>
                  <a:pt x="265385" y="134906"/>
                  <a:pt x="260453" y="128519"/>
                </a:cubicBezTo>
                <a:cubicBezTo>
                  <a:pt x="255521" y="122130"/>
                  <a:pt x="253055" y="113329"/>
                  <a:pt x="253055" y="102117"/>
                </a:cubicBezTo>
                <a:lnTo>
                  <a:pt x="253055" y="37287"/>
                </a:lnTo>
                <a:lnTo>
                  <a:pt x="269627" y="37287"/>
                </a:lnTo>
                <a:lnTo>
                  <a:pt x="269627" y="100129"/>
                </a:lnTo>
                <a:cubicBezTo>
                  <a:pt x="269627" y="104640"/>
                  <a:pt x="270120" y="108672"/>
                  <a:pt x="271107" y="112225"/>
                </a:cubicBezTo>
                <a:cubicBezTo>
                  <a:pt x="272093" y="115778"/>
                  <a:pt x="273967" y="118546"/>
                  <a:pt x="276729" y="120529"/>
                </a:cubicBezTo>
                <a:cubicBezTo>
                  <a:pt x="279491" y="122510"/>
                  <a:pt x="283470" y="123501"/>
                  <a:pt x="288665" y="123501"/>
                </a:cubicBezTo>
                <a:cubicBezTo>
                  <a:pt x="295899" y="123501"/>
                  <a:pt x="301949" y="121946"/>
                  <a:pt x="306815" y="118837"/>
                </a:cubicBezTo>
                <a:cubicBezTo>
                  <a:pt x="311682" y="115728"/>
                  <a:pt x="315594" y="112122"/>
                  <a:pt x="318554" y="108020"/>
                </a:cubicBezTo>
                <a:lnTo>
                  <a:pt x="318554" y="37287"/>
                </a:lnTo>
                <a:lnTo>
                  <a:pt x="335126" y="37287"/>
                </a:lnTo>
                <a:lnTo>
                  <a:pt x="335126" y="136324"/>
                </a:lnTo>
                <a:lnTo>
                  <a:pt x="319244" y="136324"/>
                </a:lnTo>
                <a:lnTo>
                  <a:pt x="318751" y="121824"/>
                </a:lnTo>
                <a:cubicBezTo>
                  <a:pt x="315660" y="125638"/>
                  <a:pt x="311304" y="129304"/>
                  <a:pt x="305681" y="132823"/>
                </a:cubicBezTo>
                <a:cubicBezTo>
                  <a:pt x="300058" y="136341"/>
                  <a:pt x="293005" y="138100"/>
                  <a:pt x="284522" y="138100"/>
                </a:cubicBezTo>
                <a:close/>
                <a:moveTo>
                  <a:pt x="406033" y="138100"/>
                </a:moveTo>
                <a:cubicBezTo>
                  <a:pt x="397353" y="138100"/>
                  <a:pt x="389659" y="136220"/>
                  <a:pt x="382951" y="132459"/>
                </a:cubicBezTo>
                <a:cubicBezTo>
                  <a:pt x="376243" y="128696"/>
                  <a:pt x="370999" y="123035"/>
                  <a:pt x="367217" y="115477"/>
                </a:cubicBezTo>
                <a:cubicBezTo>
                  <a:pt x="363436" y="107918"/>
                  <a:pt x="361546" y="98446"/>
                  <a:pt x="361546" y="87058"/>
                </a:cubicBezTo>
                <a:cubicBezTo>
                  <a:pt x="361546" y="75671"/>
                  <a:pt x="363403" y="66165"/>
                  <a:pt x="367119" y="58538"/>
                </a:cubicBezTo>
                <a:cubicBezTo>
                  <a:pt x="370834" y="50912"/>
                  <a:pt x="376030" y="45185"/>
                  <a:pt x="382704" y="41356"/>
                </a:cubicBezTo>
                <a:cubicBezTo>
                  <a:pt x="389379" y="37525"/>
                  <a:pt x="397156" y="35610"/>
                  <a:pt x="406033" y="35610"/>
                </a:cubicBezTo>
                <a:cubicBezTo>
                  <a:pt x="413465" y="35610"/>
                  <a:pt x="420156" y="36863"/>
                  <a:pt x="426107" y="39368"/>
                </a:cubicBezTo>
                <a:cubicBezTo>
                  <a:pt x="432059" y="41873"/>
                  <a:pt x="436810" y="45648"/>
                  <a:pt x="440361" y="50693"/>
                </a:cubicBezTo>
                <a:cubicBezTo>
                  <a:pt x="443912" y="55738"/>
                  <a:pt x="445787" y="62120"/>
                  <a:pt x="445984" y="69839"/>
                </a:cubicBezTo>
                <a:lnTo>
                  <a:pt x="429708" y="69839"/>
                </a:lnTo>
                <a:cubicBezTo>
                  <a:pt x="429313" y="63351"/>
                  <a:pt x="427077" y="58245"/>
                  <a:pt x="423000" y="54519"/>
                </a:cubicBezTo>
                <a:cubicBezTo>
                  <a:pt x="418923" y="50791"/>
                  <a:pt x="413366" y="48927"/>
                  <a:pt x="406329" y="48927"/>
                </a:cubicBezTo>
                <a:cubicBezTo>
                  <a:pt x="396991" y="48927"/>
                  <a:pt x="390020" y="52267"/>
                  <a:pt x="385417" y="58948"/>
                </a:cubicBezTo>
                <a:cubicBezTo>
                  <a:pt x="380814" y="65629"/>
                  <a:pt x="378512" y="75000"/>
                  <a:pt x="378512" y="87062"/>
                </a:cubicBezTo>
                <a:cubicBezTo>
                  <a:pt x="378512" y="95078"/>
                  <a:pt x="379531" y="101880"/>
                  <a:pt x="381570" y="107465"/>
                </a:cubicBezTo>
                <a:cubicBezTo>
                  <a:pt x="383609" y="113049"/>
                  <a:pt x="386699" y="117332"/>
                  <a:pt x="390842" y="120313"/>
                </a:cubicBezTo>
                <a:cubicBezTo>
                  <a:pt x="394985" y="123293"/>
                  <a:pt x="400148" y="124783"/>
                  <a:pt x="406329" y="124783"/>
                </a:cubicBezTo>
                <a:cubicBezTo>
                  <a:pt x="413366" y="124783"/>
                  <a:pt x="419087" y="122867"/>
                  <a:pt x="423493" y="119034"/>
                </a:cubicBezTo>
                <a:cubicBezTo>
                  <a:pt x="427899" y="115199"/>
                  <a:pt x="430201" y="109586"/>
                  <a:pt x="430398" y="102194"/>
                </a:cubicBezTo>
                <a:lnTo>
                  <a:pt x="446674" y="102194"/>
                </a:lnTo>
                <a:cubicBezTo>
                  <a:pt x="446477" y="110196"/>
                  <a:pt x="444586" y="116859"/>
                  <a:pt x="441002" y="122182"/>
                </a:cubicBezTo>
                <a:cubicBezTo>
                  <a:pt x="437418" y="127504"/>
                  <a:pt x="432585" y="131488"/>
                  <a:pt x="426502" y="134133"/>
                </a:cubicBezTo>
                <a:cubicBezTo>
                  <a:pt x="420419" y="136778"/>
                  <a:pt x="413596" y="138100"/>
                  <a:pt x="406033" y="138100"/>
                </a:cubicBezTo>
                <a:close/>
                <a:moveTo>
                  <a:pt x="506707" y="136324"/>
                </a:moveTo>
                <a:cubicBezTo>
                  <a:pt x="498947" y="136324"/>
                  <a:pt x="492995" y="135047"/>
                  <a:pt x="488852" y="132493"/>
                </a:cubicBezTo>
                <a:cubicBezTo>
                  <a:pt x="484709" y="129938"/>
                  <a:pt x="481865" y="126261"/>
                  <a:pt x="480320" y="121460"/>
                </a:cubicBezTo>
                <a:cubicBezTo>
                  <a:pt x="478774" y="116658"/>
                  <a:pt x="478002" y="110885"/>
                  <a:pt x="478002" y="104142"/>
                </a:cubicBezTo>
                <a:lnTo>
                  <a:pt x="478002" y="50604"/>
                </a:lnTo>
                <a:lnTo>
                  <a:pt x="461923" y="50604"/>
                </a:lnTo>
                <a:lnTo>
                  <a:pt x="461923" y="37287"/>
                </a:lnTo>
                <a:lnTo>
                  <a:pt x="478002" y="37287"/>
                </a:lnTo>
                <a:lnTo>
                  <a:pt x="478002" y="15290"/>
                </a:lnTo>
                <a:lnTo>
                  <a:pt x="494376" y="15290"/>
                </a:lnTo>
                <a:lnTo>
                  <a:pt x="494376" y="37287"/>
                </a:lnTo>
                <a:lnTo>
                  <a:pt x="518051" y="37287"/>
                </a:lnTo>
                <a:lnTo>
                  <a:pt x="518051" y="50604"/>
                </a:lnTo>
                <a:lnTo>
                  <a:pt x="494376" y="50604"/>
                </a:lnTo>
                <a:lnTo>
                  <a:pt x="494376" y="103674"/>
                </a:lnTo>
                <a:cubicBezTo>
                  <a:pt x="494376" y="109913"/>
                  <a:pt x="495149" y="114695"/>
                  <a:pt x="496694" y="118020"/>
                </a:cubicBezTo>
                <a:cubicBezTo>
                  <a:pt x="498240" y="121345"/>
                  <a:pt x="501939" y="123008"/>
                  <a:pt x="507792" y="123008"/>
                </a:cubicBezTo>
                <a:lnTo>
                  <a:pt x="518248" y="123008"/>
                </a:lnTo>
                <a:lnTo>
                  <a:pt x="518248" y="136324"/>
                </a:lnTo>
                <a:lnTo>
                  <a:pt x="506707" y="136324"/>
                </a:lnTo>
                <a:close/>
                <a:moveTo>
                  <a:pt x="568159" y="138100"/>
                </a:moveTo>
                <a:cubicBezTo>
                  <a:pt x="557045" y="138100"/>
                  <a:pt x="549022" y="134906"/>
                  <a:pt x="544090" y="128519"/>
                </a:cubicBezTo>
                <a:cubicBezTo>
                  <a:pt x="539158" y="122130"/>
                  <a:pt x="536692" y="113329"/>
                  <a:pt x="536692" y="102117"/>
                </a:cubicBezTo>
                <a:lnTo>
                  <a:pt x="536692" y="37287"/>
                </a:lnTo>
                <a:lnTo>
                  <a:pt x="553264" y="37287"/>
                </a:lnTo>
                <a:lnTo>
                  <a:pt x="553264" y="100129"/>
                </a:lnTo>
                <a:cubicBezTo>
                  <a:pt x="553264" y="104640"/>
                  <a:pt x="553757" y="108672"/>
                  <a:pt x="554744" y="112225"/>
                </a:cubicBezTo>
                <a:cubicBezTo>
                  <a:pt x="555730" y="115778"/>
                  <a:pt x="557604" y="118546"/>
                  <a:pt x="560366" y="120529"/>
                </a:cubicBezTo>
                <a:cubicBezTo>
                  <a:pt x="563128" y="122510"/>
                  <a:pt x="567107" y="123501"/>
                  <a:pt x="572302" y="123501"/>
                </a:cubicBezTo>
                <a:cubicBezTo>
                  <a:pt x="579536" y="123501"/>
                  <a:pt x="585586" y="121946"/>
                  <a:pt x="590452" y="118837"/>
                </a:cubicBezTo>
                <a:cubicBezTo>
                  <a:pt x="595319" y="115728"/>
                  <a:pt x="599232" y="112122"/>
                  <a:pt x="602191" y="108020"/>
                </a:cubicBezTo>
                <a:lnTo>
                  <a:pt x="602191" y="37287"/>
                </a:lnTo>
                <a:lnTo>
                  <a:pt x="618763" y="37287"/>
                </a:lnTo>
                <a:lnTo>
                  <a:pt x="618763" y="136324"/>
                </a:lnTo>
                <a:lnTo>
                  <a:pt x="602881" y="136324"/>
                </a:lnTo>
                <a:lnTo>
                  <a:pt x="602388" y="121824"/>
                </a:lnTo>
                <a:cubicBezTo>
                  <a:pt x="599297" y="125638"/>
                  <a:pt x="594941" y="129304"/>
                  <a:pt x="589318" y="132823"/>
                </a:cubicBezTo>
                <a:cubicBezTo>
                  <a:pt x="583695" y="136341"/>
                  <a:pt x="576642" y="138100"/>
                  <a:pt x="568159" y="138100"/>
                </a:cubicBezTo>
                <a:close/>
                <a:moveTo>
                  <a:pt x="650608" y="136324"/>
                </a:moveTo>
                <a:lnTo>
                  <a:pt x="650608" y="37287"/>
                </a:lnTo>
                <a:lnTo>
                  <a:pt x="666095" y="37287"/>
                </a:lnTo>
                <a:lnTo>
                  <a:pt x="666687" y="53169"/>
                </a:lnTo>
                <a:cubicBezTo>
                  <a:pt x="669383" y="48171"/>
                  <a:pt x="673132" y="43995"/>
                  <a:pt x="677932" y="40641"/>
                </a:cubicBezTo>
                <a:cubicBezTo>
                  <a:pt x="682733" y="37287"/>
                  <a:pt x="688980" y="35610"/>
                  <a:pt x="696674" y="35610"/>
                </a:cubicBezTo>
                <a:lnTo>
                  <a:pt x="698647" y="35610"/>
                </a:lnTo>
                <a:lnTo>
                  <a:pt x="698647" y="50702"/>
                </a:lnTo>
                <a:lnTo>
                  <a:pt x="696378" y="50702"/>
                </a:lnTo>
                <a:cubicBezTo>
                  <a:pt x="691578" y="50702"/>
                  <a:pt x="687369" y="51354"/>
                  <a:pt x="683752" y="52657"/>
                </a:cubicBezTo>
                <a:cubicBezTo>
                  <a:pt x="680135" y="53958"/>
                  <a:pt x="676979" y="55756"/>
                  <a:pt x="674282" y="58051"/>
                </a:cubicBezTo>
                <a:cubicBezTo>
                  <a:pt x="671586" y="60347"/>
                  <a:pt x="669186" y="63002"/>
                  <a:pt x="667081" y="66017"/>
                </a:cubicBezTo>
                <a:lnTo>
                  <a:pt x="667081" y="136324"/>
                </a:lnTo>
                <a:lnTo>
                  <a:pt x="650608" y="136324"/>
                </a:lnTo>
                <a:close/>
                <a:moveTo>
                  <a:pt x="754195" y="138100"/>
                </a:moveTo>
                <a:cubicBezTo>
                  <a:pt x="743739" y="138100"/>
                  <a:pt x="735173" y="135849"/>
                  <a:pt x="728498" y="131346"/>
                </a:cubicBezTo>
                <a:cubicBezTo>
                  <a:pt x="721823" y="126841"/>
                  <a:pt x="716875" y="120713"/>
                  <a:pt x="713652" y="112961"/>
                </a:cubicBezTo>
                <a:cubicBezTo>
                  <a:pt x="710430" y="105208"/>
                  <a:pt x="708819" y="96489"/>
                  <a:pt x="708819" y="86806"/>
                </a:cubicBezTo>
                <a:cubicBezTo>
                  <a:pt x="708819" y="76715"/>
                  <a:pt x="710381" y="67827"/>
                  <a:pt x="713504" y="60141"/>
                </a:cubicBezTo>
                <a:cubicBezTo>
                  <a:pt x="716628" y="52455"/>
                  <a:pt x="721396" y="46445"/>
                  <a:pt x="727808" y="42111"/>
                </a:cubicBezTo>
                <a:cubicBezTo>
                  <a:pt x="734219" y="37777"/>
                  <a:pt x="742358" y="35610"/>
                  <a:pt x="752222" y="35610"/>
                </a:cubicBezTo>
                <a:cubicBezTo>
                  <a:pt x="765308" y="35610"/>
                  <a:pt x="775567" y="39668"/>
                  <a:pt x="782998" y="47783"/>
                </a:cubicBezTo>
                <a:cubicBezTo>
                  <a:pt x="790429" y="55897"/>
                  <a:pt x="794145" y="67561"/>
                  <a:pt x="794145" y="82777"/>
                </a:cubicBezTo>
                <a:cubicBezTo>
                  <a:pt x="794145" y="83792"/>
                  <a:pt x="794112" y="84993"/>
                  <a:pt x="794046" y="86380"/>
                </a:cubicBezTo>
                <a:cubicBezTo>
                  <a:pt x="793981" y="87765"/>
                  <a:pt x="793882" y="88762"/>
                  <a:pt x="793750" y="89370"/>
                </a:cubicBezTo>
                <a:lnTo>
                  <a:pt x="725292" y="89370"/>
                </a:lnTo>
                <a:cubicBezTo>
                  <a:pt x="725358" y="95885"/>
                  <a:pt x="726361" y="101868"/>
                  <a:pt x="728301" y="107320"/>
                </a:cubicBezTo>
                <a:cubicBezTo>
                  <a:pt x="730241" y="112772"/>
                  <a:pt x="733315" y="117145"/>
                  <a:pt x="737524" y="120437"/>
                </a:cubicBezTo>
                <a:cubicBezTo>
                  <a:pt x="741733" y="123729"/>
                  <a:pt x="747290" y="125375"/>
                  <a:pt x="754195" y="125375"/>
                </a:cubicBezTo>
                <a:cubicBezTo>
                  <a:pt x="761560" y="125375"/>
                  <a:pt x="767314" y="123560"/>
                  <a:pt x="771457" y="119931"/>
                </a:cubicBezTo>
                <a:cubicBezTo>
                  <a:pt x="775600" y="116302"/>
                  <a:pt x="777770" y="111066"/>
                  <a:pt x="777968" y="104222"/>
                </a:cubicBezTo>
                <a:lnTo>
                  <a:pt x="794244" y="104222"/>
                </a:lnTo>
                <a:cubicBezTo>
                  <a:pt x="794046" y="111208"/>
                  <a:pt x="792304" y="117227"/>
                  <a:pt x="789016" y="122280"/>
                </a:cubicBezTo>
                <a:cubicBezTo>
                  <a:pt x="785727" y="127334"/>
                  <a:pt x="781124" y="131234"/>
                  <a:pt x="775206" y="133982"/>
                </a:cubicBezTo>
                <a:cubicBezTo>
                  <a:pt x="769287" y="136727"/>
                  <a:pt x="762283" y="138100"/>
                  <a:pt x="754195" y="138100"/>
                </a:cubicBezTo>
                <a:moveTo>
                  <a:pt x="725391" y="77336"/>
                </a:moveTo>
                <a:lnTo>
                  <a:pt x="777869" y="77336"/>
                </a:lnTo>
                <a:cubicBezTo>
                  <a:pt x="777672" y="67914"/>
                  <a:pt x="775337" y="60709"/>
                  <a:pt x="770865" y="55721"/>
                </a:cubicBezTo>
                <a:cubicBezTo>
                  <a:pt x="766393" y="50731"/>
                  <a:pt x="760179" y="48236"/>
                  <a:pt x="752222" y="48236"/>
                </a:cubicBezTo>
                <a:cubicBezTo>
                  <a:pt x="744199" y="48236"/>
                  <a:pt x="737902" y="50714"/>
                  <a:pt x="733332" y="55668"/>
                </a:cubicBezTo>
                <a:cubicBezTo>
                  <a:pt x="728761" y="60621"/>
                  <a:pt x="726114" y="67844"/>
                  <a:pt x="725391" y="77336"/>
                </a:cubicBezTo>
                <a:close/>
                <a:moveTo>
                  <a:pt x="866835" y="136324"/>
                </a:moveTo>
                <a:lnTo>
                  <a:pt x="866835" y="3551"/>
                </a:lnTo>
                <a:lnTo>
                  <a:pt x="914776" y="3551"/>
                </a:lnTo>
                <a:cubicBezTo>
                  <a:pt x="922996" y="3551"/>
                  <a:pt x="930394" y="5111"/>
                  <a:pt x="936970" y="8231"/>
                </a:cubicBezTo>
                <a:cubicBezTo>
                  <a:pt x="943547" y="11350"/>
                  <a:pt x="948742" y="15948"/>
                  <a:pt x="952556" y="22025"/>
                </a:cubicBezTo>
                <a:cubicBezTo>
                  <a:pt x="956370" y="28100"/>
                  <a:pt x="958277" y="35538"/>
                  <a:pt x="958277" y="44340"/>
                </a:cubicBezTo>
                <a:cubicBezTo>
                  <a:pt x="958277" y="52945"/>
                  <a:pt x="956370" y="60170"/>
                  <a:pt x="952556" y="66017"/>
                </a:cubicBezTo>
                <a:cubicBezTo>
                  <a:pt x="948742" y="71861"/>
                  <a:pt x="943547" y="76294"/>
                  <a:pt x="936970" y="79315"/>
                </a:cubicBezTo>
                <a:cubicBezTo>
                  <a:pt x="930394" y="82336"/>
                  <a:pt x="922996" y="83846"/>
                  <a:pt x="914776" y="83846"/>
                </a:cubicBezTo>
                <a:lnTo>
                  <a:pt x="884591" y="83846"/>
                </a:lnTo>
                <a:lnTo>
                  <a:pt x="884591" y="136324"/>
                </a:lnTo>
                <a:lnTo>
                  <a:pt x="866835" y="136324"/>
                </a:lnTo>
                <a:moveTo>
                  <a:pt x="884591" y="69149"/>
                </a:moveTo>
                <a:lnTo>
                  <a:pt x="913395" y="69149"/>
                </a:lnTo>
                <a:cubicBezTo>
                  <a:pt x="921418" y="69149"/>
                  <a:pt x="927912" y="67098"/>
                  <a:pt x="932877" y="62996"/>
                </a:cubicBezTo>
                <a:cubicBezTo>
                  <a:pt x="937842" y="58894"/>
                  <a:pt x="940324" y="52675"/>
                  <a:pt x="940324" y="44340"/>
                </a:cubicBezTo>
                <a:cubicBezTo>
                  <a:pt x="940324" y="35413"/>
                  <a:pt x="937825" y="28816"/>
                  <a:pt x="932827" y="24550"/>
                </a:cubicBezTo>
                <a:cubicBezTo>
                  <a:pt x="927830" y="20283"/>
                  <a:pt x="921352" y="18150"/>
                  <a:pt x="913395" y="18150"/>
                </a:cubicBezTo>
                <a:lnTo>
                  <a:pt x="884591" y="18150"/>
                </a:lnTo>
                <a:lnTo>
                  <a:pt x="884591" y="69149"/>
                </a:lnTo>
                <a:close/>
                <a:moveTo>
                  <a:pt x="1012579" y="138100"/>
                </a:moveTo>
                <a:cubicBezTo>
                  <a:pt x="1002123" y="138100"/>
                  <a:pt x="993558" y="135849"/>
                  <a:pt x="986883" y="131346"/>
                </a:cubicBezTo>
                <a:cubicBezTo>
                  <a:pt x="980208" y="126841"/>
                  <a:pt x="975259" y="120713"/>
                  <a:pt x="972037" y="112961"/>
                </a:cubicBezTo>
                <a:cubicBezTo>
                  <a:pt x="968815" y="105208"/>
                  <a:pt x="967204" y="96489"/>
                  <a:pt x="967204" y="86806"/>
                </a:cubicBezTo>
                <a:cubicBezTo>
                  <a:pt x="967204" y="76715"/>
                  <a:pt x="968765" y="67827"/>
                  <a:pt x="971889" y="60141"/>
                </a:cubicBezTo>
                <a:cubicBezTo>
                  <a:pt x="975013" y="52455"/>
                  <a:pt x="979780" y="46445"/>
                  <a:pt x="986192" y="42111"/>
                </a:cubicBezTo>
                <a:cubicBezTo>
                  <a:pt x="992604" y="37777"/>
                  <a:pt x="1000742" y="35610"/>
                  <a:pt x="1010606" y="35610"/>
                </a:cubicBezTo>
                <a:cubicBezTo>
                  <a:pt x="1023693" y="35610"/>
                  <a:pt x="1033952" y="39668"/>
                  <a:pt x="1041383" y="47783"/>
                </a:cubicBezTo>
                <a:cubicBezTo>
                  <a:pt x="1048814" y="55897"/>
                  <a:pt x="1052530" y="67561"/>
                  <a:pt x="1052530" y="82777"/>
                </a:cubicBezTo>
                <a:cubicBezTo>
                  <a:pt x="1052530" y="83792"/>
                  <a:pt x="1052497" y="84993"/>
                  <a:pt x="1052431" y="86380"/>
                </a:cubicBezTo>
                <a:cubicBezTo>
                  <a:pt x="1052365" y="87765"/>
                  <a:pt x="1052267" y="88762"/>
                  <a:pt x="1052135" y="89370"/>
                </a:cubicBezTo>
                <a:lnTo>
                  <a:pt x="983677" y="89370"/>
                </a:lnTo>
                <a:cubicBezTo>
                  <a:pt x="983743" y="95885"/>
                  <a:pt x="984746" y="101868"/>
                  <a:pt x="986685" y="107320"/>
                </a:cubicBezTo>
                <a:cubicBezTo>
                  <a:pt x="988625" y="112772"/>
                  <a:pt x="991700" y="117145"/>
                  <a:pt x="995909" y="120437"/>
                </a:cubicBezTo>
                <a:cubicBezTo>
                  <a:pt x="1000117" y="123729"/>
                  <a:pt x="1005674" y="125375"/>
                  <a:pt x="1012579" y="125375"/>
                </a:cubicBezTo>
                <a:cubicBezTo>
                  <a:pt x="1019945" y="125375"/>
                  <a:pt x="1025699" y="123560"/>
                  <a:pt x="1029842" y="119931"/>
                </a:cubicBezTo>
                <a:cubicBezTo>
                  <a:pt x="1033985" y="116302"/>
                  <a:pt x="1036155" y="111066"/>
                  <a:pt x="1036352" y="104222"/>
                </a:cubicBezTo>
                <a:lnTo>
                  <a:pt x="1052628" y="104222"/>
                </a:lnTo>
                <a:cubicBezTo>
                  <a:pt x="1052431" y="111208"/>
                  <a:pt x="1050688" y="117227"/>
                  <a:pt x="1047400" y="122280"/>
                </a:cubicBezTo>
                <a:cubicBezTo>
                  <a:pt x="1044112" y="127334"/>
                  <a:pt x="1039509" y="131234"/>
                  <a:pt x="1033590" y="133982"/>
                </a:cubicBezTo>
                <a:cubicBezTo>
                  <a:pt x="1027672" y="136727"/>
                  <a:pt x="1020668" y="138100"/>
                  <a:pt x="1012579" y="138100"/>
                </a:cubicBezTo>
                <a:moveTo>
                  <a:pt x="983776" y="77336"/>
                </a:moveTo>
                <a:lnTo>
                  <a:pt x="1036254" y="77336"/>
                </a:lnTo>
                <a:cubicBezTo>
                  <a:pt x="1036056" y="67914"/>
                  <a:pt x="1033722" y="60709"/>
                  <a:pt x="1029250" y="55721"/>
                </a:cubicBezTo>
                <a:cubicBezTo>
                  <a:pt x="1024778" y="50731"/>
                  <a:pt x="1018564" y="48236"/>
                  <a:pt x="1010606" y="48236"/>
                </a:cubicBezTo>
                <a:cubicBezTo>
                  <a:pt x="1002583" y="48236"/>
                  <a:pt x="996287" y="50714"/>
                  <a:pt x="991716" y="55668"/>
                </a:cubicBezTo>
                <a:cubicBezTo>
                  <a:pt x="987146" y="60621"/>
                  <a:pt x="984499" y="67844"/>
                  <a:pt x="983776" y="77336"/>
                </a:cubicBezTo>
                <a:close/>
                <a:moveTo>
                  <a:pt x="1079700" y="136324"/>
                </a:moveTo>
                <a:lnTo>
                  <a:pt x="1079700" y="37287"/>
                </a:lnTo>
                <a:lnTo>
                  <a:pt x="1095187" y="37287"/>
                </a:lnTo>
                <a:lnTo>
                  <a:pt x="1095778" y="53169"/>
                </a:lnTo>
                <a:cubicBezTo>
                  <a:pt x="1098475" y="48171"/>
                  <a:pt x="1102223" y="43995"/>
                  <a:pt x="1107024" y="40641"/>
                </a:cubicBezTo>
                <a:cubicBezTo>
                  <a:pt x="1111824" y="37287"/>
                  <a:pt x="1118072" y="35610"/>
                  <a:pt x="1125766" y="35610"/>
                </a:cubicBezTo>
                <a:lnTo>
                  <a:pt x="1127739" y="35610"/>
                </a:lnTo>
                <a:lnTo>
                  <a:pt x="1127739" y="50702"/>
                </a:lnTo>
                <a:lnTo>
                  <a:pt x="1125470" y="50702"/>
                </a:lnTo>
                <a:cubicBezTo>
                  <a:pt x="1120669" y="50702"/>
                  <a:pt x="1116461" y="51354"/>
                  <a:pt x="1112844" y="52657"/>
                </a:cubicBezTo>
                <a:cubicBezTo>
                  <a:pt x="1109227" y="53958"/>
                  <a:pt x="1106070" y="55756"/>
                  <a:pt x="1103374" y="58051"/>
                </a:cubicBezTo>
                <a:cubicBezTo>
                  <a:pt x="1100678" y="60347"/>
                  <a:pt x="1098277" y="63002"/>
                  <a:pt x="1096173" y="66017"/>
                </a:cubicBezTo>
                <a:lnTo>
                  <a:pt x="1096173" y="136324"/>
                </a:lnTo>
                <a:lnTo>
                  <a:pt x="1079700" y="136324"/>
                </a:lnTo>
                <a:close/>
                <a:moveTo>
                  <a:pt x="1174789" y="136324"/>
                </a:moveTo>
                <a:cubicBezTo>
                  <a:pt x="1167029" y="136324"/>
                  <a:pt x="1161078" y="135047"/>
                  <a:pt x="1156935" y="132493"/>
                </a:cubicBezTo>
                <a:cubicBezTo>
                  <a:pt x="1152792" y="129938"/>
                  <a:pt x="1149948" y="126261"/>
                  <a:pt x="1148402" y="121460"/>
                </a:cubicBezTo>
                <a:cubicBezTo>
                  <a:pt x="1146857" y="116658"/>
                  <a:pt x="1146084" y="110885"/>
                  <a:pt x="1146084" y="104142"/>
                </a:cubicBezTo>
                <a:lnTo>
                  <a:pt x="1146084" y="50604"/>
                </a:lnTo>
                <a:lnTo>
                  <a:pt x="1130005" y="50604"/>
                </a:lnTo>
                <a:lnTo>
                  <a:pt x="1130005" y="37287"/>
                </a:lnTo>
                <a:lnTo>
                  <a:pt x="1146084" y="37287"/>
                </a:lnTo>
                <a:lnTo>
                  <a:pt x="1146084" y="15290"/>
                </a:lnTo>
                <a:lnTo>
                  <a:pt x="1162459" y="15290"/>
                </a:lnTo>
                <a:lnTo>
                  <a:pt x="1162459" y="37287"/>
                </a:lnTo>
                <a:lnTo>
                  <a:pt x="1186133" y="37287"/>
                </a:lnTo>
                <a:lnTo>
                  <a:pt x="1186133" y="50604"/>
                </a:lnTo>
                <a:lnTo>
                  <a:pt x="1162459" y="50604"/>
                </a:lnTo>
                <a:lnTo>
                  <a:pt x="1162459" y="103674"/>
                </a:lnTo>
                <a:cubicBezTo>
                  <a:pt x="1162459" y="109913"/>
                  <a:pt x="1163231" y="114695"/>
                  <a:pt x="1164777" y="118020"/>
                </a:cubicBezTo>
                <a:cubicBezTo>
                  <a:pt x="1166322" y="121345"/>
                  <a:pt x="1170021" y="123008"/>
                  <a:pt x="1175874" y="123008"/>
                </a:cubicBezTo>
                <a:lnTo>
                  <a:pt x="1186330" y="123008"/>
                </a:lnTo>
                <a:lnTo>
                  <a:pt x="1186330" y="136324"/>
                </a:lnTo>
                <a:lnTo>
                  <a:pt x="1174789" y="136324"/>
                </a:lnTo>
                <a:close/>
                <a:moveTo>
                  <a:pt x="1242302" y="138100"/>
                </a:moveTo>
                <a:cubicBezTo>
                  <a:pt x="1231188" y="138100"/>
                  <a:pt x="1223165" y="134906"/>
                  <a:pt x="1218233" y="128519"/>
                </a:cubicBezTo>
                <a:cubicBezTo>
                  <a:pt x="1213301" y="122130"/>
                  <a:pt x="1210835" y="113329"/>
                  <a:pt x="1210835" y="102117"/>
                </a:cubicBezTo>
                <a:lnTo>
                  <a:pt x="1210835" y="37287"/>
                </a:lnTo>
                <a:lnTo>
                  <a:pt x="1227407" y="37287"/>
                </a:lnTo>
                <a:lnTo>
                  <a:pt x="1227407" y="100129"/>
                </a:lnTo>
                <a:cubicBezTo>
                  <a:pt x="1227407" y="104640"/>
                  <a:pt x="1227900" y="108672"/>
                  <a:pt x="1228886" y="112225"/>
                </a:cubicBezTo>
                <a:cubicBezTo>
                  <a:pt x="1229873" y="115778"/>
                  <a:pt x="1231747" y="118546"/>
                  <a:pt x="1234509" y="120529"/>
                </a:cubicBezTo>
                <a:cubicBezTo>
                  <a:pt x="1237271" y="122510"/>
                  <a:pt x="1241250" y="123501"/>
                  <a:pt x="1246445" y="123501"/>
                </a:cubicBezTo>
                <a:cubicBezTo>
                  <a:pt x="1253679" y="123501"/>
                  <a:pt x="1259729" y="121946"/>
                  <a:pt x="1264595" y="118837"/>
                </a:cubicBezTo>
                <a:cubicBezTo>
                  <a:pt x="1269461" y="115728"/>
                  <a:pt x="1273374" y="112122"/>
                  <a:pt x="1276333" y="108020"/>
                </a:cubicBezTo>
                <a:lnTo>
                  <a:pt x="1276333" y="37287"/>
                </a:lnTo>
                <a:lnTo>
                  <a:pt x="1292905" y="37287"/>
                </a:lnTo>
                <a:lnTo>
                  <a:pt x="1292905" y="136324"/>
                </a:lnTo>
                <a:lnTo>
                  <a:pt x="1277024" y="136324"/>
                </a:lnTo>
                <a:lnTo>
                  <a:pt x="1276531" y="121824"/>
                </a:lnTo>
                <a:cubicBezTo>
                  <a:pt x="1273440" y="125638"/>
                  <a:pt x="1269083" y="129304"/>
                  <a:pt x="1263461" y="132823"/>
                </a:cubicBezTo>
                <a:cubicBezTo>
                  <a:pt x="1257838" y="136341"/>
                  <a:pt x="1250785" y="138100"/>
                  <a:pt x="1242302" y="138100"/>
                </a:cubicBezTo>
                <a:close/>
                <a:moveTo>
                  <a:pt x="1324751" y="136324"/>
                </a:moveTo>
                <a:lnTo>
                  <a:pt x="1324751" y="37287"/>
                </a:lnTo>
                <a:lnTo>
                  <a:pt x="1340238" y="37287"/>
                </a:lnTo>
                <a:lnTo>
                  <a:pt x="1340830" y="53169"/>
                </a:lnTo>
                <a:cubicBezTo>
                  <a:pt x="1343526" y="48171"/>
                  <a:pt x="1347275" y="43995"/>
                  <a:pt x="1352075" y="40641"/>
                </a:cubicBezTo>
                <a:cubicBezTo>
                  <a:pt x="1356876" y="37287"/>
                  <a:pt x="1363123" y="35610"/>
                  <a:pt x="1370817" y="35610"/>
                </a:cubicBezTo>
                <a:lnTo>
                  <a:pt x="1372790" y="35610"/>
                </a:lnTo>
                <a:lnTo>
                  <a:pt x="1372790" y="50702"/>
                </a:lnTo>
                <a:lnTo>
                  <a:pt x="1370521" y="50702"/>
                </a:lnTo>
                <a:cubicBezTo>
                  <a:pt x="1365721" y="50702"/>
                  <a:pt x="1361512" y="51354"/>
                  <a:pt x="1357895" y="52657"/>
                </a:cubicBezTo>
                <a:cubicBezTo>
                  <a:pt x="1354278" y="53958"/>
                  <a:pt x="1351122" y="55756"/>
                  <a:pt x="1348425" y="58051"/>
                </a:cubicBezTo>
                <a:cubicBezTo>
                  <a:pt x="1345729" y="60347"/>
                  <a:pt x="1343329" y="63002"/>
                  <a:pt x="1341225" y="66017"/>
                </a:cubicBezTo>
                <a:lnTo>
                  <a:pt x="1341225" y="136324"/>
                </a:lnTo>
                <a:lnTo>
                  <a:pt x="1324751" y="136324"/>
                </a:lnTo>
                <a:close/>
                <a:moveTo>
                  <a:pt x="1435045" y="138100"/>
                </a:moveTo>
                <a:cubicBezTo>
                  <a:pt x="1427943" y="138100"/>
                  <a:pt x="1421893" y="136735"/>
                  <a:pt x="1416895" y="134006"/>
                </a:cubicBezTo>
                <a:cubicBezTo>
                  <a:pt x="1411897" y="131277"/>
                  <a:pt x="1407820" y="127512"/>
                  <a:pt x="1404663" y="122712"/>
                </a:cubicBezTo>
                <a:lnTo>
                  <a:pt x="1403776" y="136324"/>
                </a:lnTo>
                <a:lnTo>
                  <a:pt x="1388387" y="136324"/>
                </a:lnTo>
                <a:lnTo>
                  <a:pt x="1388387" y="3551"/>
                </a:lnTo>
                <a:lnTo>
                  <a:pt x="1404861" y="3551"/>
                </a:lnTo>
                <a:lnTo>
                  <a:pt x="1404861" y="52675"/>
                </a:lnTo>
                <a:cubicBezTo>
                  <a:pt x="1408215" y="47612"/>
                  <a:pt x="1412604" y="43502"/>
                  <a:pt x="1418030" y="40345"/>
                </a:cubicBezTo>
                <a:cubicBezTo>
                  <a:pt x="1423455" y="37188"/>
                  <a:pt x="1429817" y="35610"/>
                  <a:pt x="1437117" y="35610"/>
                </a:cubicBezTo>
                <a:cubicBezTo>
                  <a:pt x="1444943" y="35610"/>
                  <a:pt x="1451716" y="37523"/>
                  <a:pt x="1457437" y="41350"/>
                </a:cubicBezTo>
                <a:cubicBezTo>
                  <a:pt x="1463159" y="45176"/>
                  <a:pt x="1467581" y="50882"/>
                  <a:pt x="1470705" y="58467"/>
                </a:cubicBezTo>
                <a:cubicBezTo>
                  <a:pt x="1473829" y="66051"/>
                  <a:pt x="1475390" y="75497"/>
                  <a:pt x="1475390" y="86806"/>
                </a:cubicBezTo>
                <a:cubicBezTo>
                  <a:pt x="1475390" y="98045"/>
                  <a:pt x="1473730" y="107474"/>
                  <a:pt x="1470409" y="115095"/>
                </a:cubicBezTo>
                <a:cubicBezTo>
                  <a:pt x="1467088" y="122713"/>
                  <a:pt x="1462402" y="128452"/>
                  <a:pt x="1456352" y="132311"/>
                </a:cubicBezTo>
                <a:cubicBezTo>
                  <a:pt x="1450302" y="136170"/>
                  <a:pt x="1443200" y="138100"/>
                  <a:pt x="1435045" y="138100"/>
                </a:cubicBezTo>
                <a:moveTo>
                  <a:pt x="1431988" y="124586"/>
                </a:moveTo>
                <a:cubicBezTo>
                  <a:pt x="1440668" y="124586"/>
                  <a:pt x="1447244" y="121318"/>
                  <a:pt x="1451716" y="114783"/>
                </a:cubicBezTo>
                <a:cubicBezTo>
                  <a:pt x="1456188" y="108248"/>
                  <a:pt x="1458424" y="98992"/>
                  <a:pt x="1458424" y="87015"/>
                </a:cubicBezTo>
                <a:cubicBezTo>
                  <a:pt x="1458424" y="74697"/>
                  <a:pt x="1456336" y="65253"/>
                  <a:pt x="1452160" y="58683"/>
                </a:cubicBezTo>
                <a:cubicBezTo>
                  <a:pt x="1447984" y="52113"/>
                  <a:pt x="1441819" y="48828"/>
                  <a:pt x="1433664" y="48828"/>
                </a:cubicBezTo>
                <a:cubicBezTo>
                  <a:pt x="1426759" y="48828"/>
                  <a:pt x="1420923" y="50745"/>
                  <a:pt x="1416155" y="54577"/>
                </a:cubicBezTo>
                <a:cubicBezTo>
                  <a:pt x="1411388" y="58410"/>
                  <a:pt x="1407623" y="63064"/>
                  <a:pt x="1404861" y="68538"/>
                </a:cubicBezTo>
                <a:lnTo>
                  <a:pt x="1404861" y="107034"/>
                </a:lnTo>
                <a:cubicBezTo>
                  <a:pt x="1407425" y="112097"/>
                  <a:pt x="1410944" y="116289"/>
                  <a:pt x="1415416" y="119608"/>
                </a:cubicBezTo>
                <a:cubicBezTo>
                  <a:pt x="1419887" y="122926"/>
                  <a:pt x="1425411" y="124586"/>
                  <a:pt x="1431988" y="124586"/>
                </a:cubicBezTo>
                <a:close/>
                <a:moveTo>
                  <a:pt x="1526480" y="138100"/>
                </a:moveTo>
                <a:cubicBezTo>
                  <a:pt x="1520956" y="138100"/>
                  <a:pt x="1515909" y="137022"/>
                  <a:pt x="1511339" y="134866"/>
                </a:cubicBezTo>
                <a:cubicBezTo>
                  <a:pt x="1506768" y="132711"/>
                  <a:pt x="1503118" y="129527"/>
                  <a:pt x="1500389" y="125317"/>
                </a:cubicBezTo>
                <a:cubicBezTo>
                  <a:pt x="1497660" y="121106"/>
                  <a:pt x="1496296" y="115901"/>
                  <a:pt x="1496296" y="109703"/>
                </a:cubicBezTo>
                <a:cubicBezTo>
                  <a:pt x="1496296" y="100879"/>
                  <a:pt x="1498992" y="94176"/>
                  <a:pt x="1504384" y="89595"/>
                </a:cubicBezTo>
                <a:cubicBezTo>
                  <a:pt x="1509777" y="85015"/>
                  <a:pt x="1517405" y="81899"/>
                  <a:pt x="1527270" y="80249"/>
                </a:cubicBezTo>
                <a:cubicBezTo>
                  <a:pt x="1537134" y="78599"/>
                  <a:pt x="1548675" y="77706"/>
                  <a:pt x="1561893" y="77570"/>
                </a:cubicBezTo>
                <a:lnTo>
                  <a:pt x="1561893" y="70502"/>
                </a:lnTo>
                <a:cubicBezTo>
                  <a:pt x="1561893" y="61840"/>
                  <a:pt x="1559855" y="55898"/>
                  <a:pt x="1555777" y="52675"/>
                </a:cubicBezTo>
                <a:cubicBezTo>
                  <a:pt x="1551700" y="49453"/>
                  <a:pt x="1546538" y="47842"/>
                  <a:pt x="1540290" y="47842"/>
                </a:cubicBezTo>
                <a:cubicBezTo>
                  <a:pt x="1533648" y="47842"/>
                  <a:pt x="1528059" y="49598"/>
                  <a:pt x="1523521" y="53110"/>
                </a:cubicBezTo>
                <a:cubicBezTo>
                  <a:pt x="1518984" y="56622"/>
                  <a:pt x="1516715" y="62166"/>
                  <a:pt x="1516715" y="69741"/>
                </a:cubicBezTo>
                <a:lnTo>
                  <a:pt x="1500735" y="69741"/>
                </a:lnTo>
                <a:cubicBezTo>
                  <a:pt x="1500735" y="61615"/>
                  <a:pt x="1502428" y="55047"/>
                  <a:pt x="1505815" y="50037"/>
                </a:cubicBezTo>
                <a:cubicBezTo>
                  <a:pt x="1509201" y="45024"/>
                  <a:pt x="1513871" y="41367"/>
                  <a:pt x="1519822" y="39066"/>
                </a:cubicBezTo>
                <a:cubicBezTo>
                  <a:pt x="1525773" y="36762"/>
                  <a:pt x="1532596" y="35610"/>
                  <a:pt x="1540290" y="35610"/>
                </a:cubicBezTo>
                <a:cubicBezTo>
                  <a:pt x="1545223" y="35610"/>
                  <a:pt x="1549941" y="36085"/>
                  <a:pt x="1554446" y="37034"/>
                </a:cubicBezTo>
                <a:cubicBezTo>
                  <a:pt x="1558950" y="37982"/>
                  <a:pt x="1562995" y="39709"/>
                  <a:pt x="1566579" y="42216"/>
                </a:cubicBezTo>
                <a:cubicBezTo>
                  <a:pt x="1570163" y="44723"/>
                  <a:pt x="1573007" y="48230"/>
                  <a:pt x="1575111" y="52737"/>
                </a:cubicBezTo>
                <a:cubicBezTo>
                  <a:pt x="1577216" y="57242"/>
                  <a:pt x="1578268" y="63050"/>
                  <a:pt x="1578268" y="70163"/>
                </a:cubicBezTo>
                <a:lnTo>
                  <a:pt x="1578268" y="136324"/>
                </a:lnTo>
                <a:lnTo>
                  <a:pt x="1562880" y="136324"/>
                </a:lnTo>
                <a:lnTo>
                  <a:pt x="1562189" y="121725"/>
                </a:lnTo>
                <a:cubicBezTo>
                  <a:pt x="1557783" y="126657"/>
                  <a:pt x="1552670" y="130620"/>
                  <a:pt x="1546850" y="133612"/>
                </a:cubicBezTo>
                <a:cubicBezTo>
                  <a:pt x="1541030" y="136604"/>
                  <a:pt x="1534240" y="138100"/>
                  <a:pt x="1526480" y="138100"/>
                </a:cubicBezTo>
                <a:moveTo>
                  <a:pt x="1530821" y="125474"/>
                </a:moveTo>
                <a:cubicBezTo>
                  <a:pt x="1537397" y="125474"/>
                  <a:pt x="1543315" y="123867"/>
                  <a:pt x="1548576" y="120653"/>
                </a:cubicBezTo>
                <a:cubicBezTo>
                  <a:pt x="1553837" y="117436"/>
                  <a:pt x="1558243" y="113366"/>
                  <a:pt x="1561795" y="108442"/>
                </a:cubicBezTo>
                <a:lnTo>
                  <a:pt x="1561795" y="88125"/>
                </a:lnTo>
                <a:cubicBezTo>
                  <a:pt x="1544302" y="88331"/>
                  <a:pt x="1531758" y="90041"/>
                  <a:pt x="1524162" y="93258"/>
                </a:cubicBezTo>
                <a:cubicBezTo>
                  <a:pt x="1516567" y="96472"/>
                  <a:pt x="1512769" y="101738"/>
                  <a:pt x="1512769" y="109056"/>
                </a:cubicBezTo>
                <a:cubicBezTo>
                  <a:pt x="1512769" y="114050"/>
                  <a:pt x="1514298" y="118034"/>
                  <a:pt x="1517356" y="121010"/>
                </a:cubicBezTo>
                <a:cubicBezTo>
                  <a:pt x="1520414" y="123986"/>
                  <a:pt x="1524902" y="125474"/>
                  <a:pt x="1530821" y="125474"/>
                </a:cubicBezTo>
                <a:close/>
                <a:moveTo>
                  <a:pt x="1641052" y="136324"/>
                </a:moveTo>
                <a:cubicBezTo>
                  <a:pt x="1633292" y="136324"/>
                  <a:pt x="1627341" y="135047"/>
                  <a:pt x="1623198" y="132493"/>
                </a:cubicBezTo>
                <a:cubicBezTo>
                  <a:pt x="1619055" y="129938"/>
                  <a:pt x="1616211" y="126261"/>
                  <a:pt x="1614665" y="121460"/>
                </a:cubicBezTo>
                <a:cubicBezTo>
                  <a:pt x="1613120" y="116658"/>
                  <a:pt x="1612347" y="110885"/>
                  <a:pt x="1612347" y="104142"/>
                </a:cubicBezTo>
                <a:lnTo>
                  <a:pt x="1612347" y="50604"/>
                </a:lnTo>
                <a:lnTo>
                  <a:pt x="1596268" y="50604"/>
                </a:lnTo>
                <a:lnTo>
                  <a:pt x="1596268" y="37287"/>
                </a:lnTo>
                <a:lnTo>
                  <a:pt x="1612347" y="37287"/>
                </a:lnTo>
                <a:lnTo>
                  <a:pt x="1612347" y="15290"/>
                </a:lnTo>
                <a:lnTo>
                  <a:pt x="1628722" y="15290"/>
                </a:lnTo>
                <a:lnTo>
                  <a:pt x="1628722" y="37287"/>
                </a:lnTo>
                <a:lnTo>
                  <a:pt x="1652396" y="37287"/>
                </a:lnTo>
                <a:lnTo>
                  <a:pt x="1652396" y="50604"/>
                </a:lnTo>
                <a:lnTo>
                  <a:pt x="1628722" y="50604"/>
                </a:lnTo>
                <a:lnTo>
                  <a:pt x="1628722" y="103674"/>
                </a:lnTo>
                <a:cubicBezTo>
                  <a:pt x="1628722" y="109913"/>
                  <a:pt x="1629495" y="114695"/>
                  <a:pt x="1631040" y="118020"/>
                </a:cubicBezTo>
                <a:cubicBezTo>
                  <a:pt x="1632585" y="121345"/>
                  <a:pt x="1636284" y="123008"/>
                  <a:pt x="1642137" y="123008"/>
                </a:cubicBezTo>
                <a:lnTo>
                  <a:pt x="1652593" y="123008"/>
                </a:lnTo>
                <a:lnTo>
                  <a:pt x="1652593" y="136324"/>
                </a:lnTo>
                <a:lnTo>
                  <a:pt x="1641052" y="136324"/>
                </a:lnTo>
                <a:close/>
                <a:moveTo>
                  <a:pt x="1672227" y="136324"/>
                </a:moveTo>
                <a:lnTo>
                  <a:pt x="1672227" y="37287"/>
                </a:lnTo>
                <a:lnTo>
                  <a:pt x="1688700" y="37287"/>
                </a:lnTo>
                <a:lnTo>
                  <a:pt x="1688700" y="136324"/>
                </a:lnTo>
                <a:lnTo>
                  <a:pt x="1672227" y="136324"/>
                </a:lnTo>
                <a:moveTo>
                  <a:pt x="1680414" y="19137"/>
                </a:moveTo>
                <a:cubicBezTo>
                  <a:pt x="1677323" y="19137"/>
                  <a:pt x="1674841" y="18232"/>
                  <a:pt x="1672966" y="16424"/>
                </a:cubicBezTo>
                <a:cubicBezTo>
                  <a:pt x="1671092" y="14616"/>
                  <a:pt x="1670155" y="12330"/>
                  <a:pt x="1670155" y="9568"/>
                </a:cubicBezTo>
                <a:cubicBezTo>
                  <a:pt x="1670155" y="6806"/>
                  <a:pt x="1671092" y="4521"/>
                  <a:pt x="1672966" y="2713"/>
                </a:cubicBezTo>
                <a:cubicBezTo>
                  <a:pt x="1674841" y="904"/>
                  <a:pt x="1677323" y="0"/>
                  <a:pt x="1680414" y="0"/>
                </a:cubicBezTo>
                <a:cubicBezTo>
                  <a:pt x="1683505" y="0"/>
                  <a:pt x="1686004" y="904"/>
                  <a:pt x="1687911" y="2713"/>
                </a:cubicBezTo>
                <a:cubicBezTo>
                  <a:pt x="1689818" y="4521"/>
                  <a:pt x="1690771" y="6806"/>
                  <a:pt x="1690771" y="9568"/>
                </a:cubicBezTo>
                <a:cubicBezTo>
                  <a:pt x="1690771" y="12330"/>
                  <a:pt x="1689818" y="14616"/>
                  <a:pt x="1687911" y="16424"/>
                </a:cubicBezTo>
                <a:cubicBezTo>
                  <a:pt x="1686004" y="18232"/>
                  <a:pt x="1683505" y="19137"/>
                  <a:pt x="1680414" y="19137"/>
                </a:cubicBezTo>
                <a:close/>
                <a:moveTo>
                  <a:pt x="1761888" y="138100"/>
                </a:moveTo>
                <a:cubicBezTo>
                  <a:pt x="1752484" y="138100"/>
                  <a:pt x="1744428" y="136052"/>
                  <a:pt x="1737720" y="131956"/>
                </a:cubicBezTo>
                <a:cubicBezTo>
                  <a:pt x="1731013" y="127859"/>
                  <a:pt x="1725900" y="122001"/>
                  <a:pt x="1722381" y="114383"/>
                </a:cubicBezTo>
                <a:cubicBezTo>
                  <a:pt x="1718863" y="106764"/>
                  <a:pt x="1717104" y="97707"/>
                  <a:pt x="1717104" y="87210"/>
                </a:cubicBezTo>
                <a:cubicBezTo>
                  <a:pt x="1717104" y="76443"/>
                  <a:pt x="1718863" y="67217"/>
                  <a:pt x="1722381" y="59531"/>
                </a:cubicBezTo>
                <a:cubicBezTo>
                  <a:pt x="1725900" y="51845"/>
                  <a:pt x="1731013" y="45937"/>
                  <a:pt x="1737720" y="41806"/>
                </a:cubicBezTo>
                <a:cubicBezTo>
                  <a:pt x="1744428" y="37675"/>
                  <a:pt x="1752484" y="35610"/>
                  <a:pt x="1761888" y="35610"/>
                </a:cubicBezTo>
                <a:cubicBezTo>
                  <a:pt x="1771489" y="35610"/>
                  <a:pt x="1779693" y="37675"/>
                  <a:pt x="1786499" y="41806"/>
                </a:cubicBezTo>
                <a:cubicBezTo>
                  <a:pt x="1793306" y="45937"/>
                  <a:pt x="1798534" y="51845"/>
                  <a:pt x="1802184" y="59531"/>
                </a:cubicBezTo>
                <a:cubicBezTo>
                  <a:pt x="1805833" y="67217"/>
                  <a:pt x="1807658" y="76443"/>
                  <a:pt x="1807658" y="87210"/>
                </a:cubicBezTo>
                <a:cubicBezTo>
                  <a:pt x="1807658" y="97707"/>
                  <a:pt x="1805833" y="106764"/>
                  <a:pt x="1802184" y="114383"/>
                </a:cubicBezTo>
                <a:cubicBezTo>
                  <a:pt x="1798534" y="122001"/>
                  <a:pt x="1793306" y="127859"/>
                  <a:pt x="1786499" y="131956"/>
                </a:cubicBezTo>
                <a:cubicBezTo>
                  <a:pt x="1779693" y="136052"/>
                  <a:pt x="1771489" y="138100"/>
                  <a:pt x="1761888" y="138100"/>
                </a:cubicBezTo>
                <a:moveTo>
                  <a:pt x="1761888" y="124981"/>
                </a:moveTo>
                <a:cubicBezTo>
                  <a:pt x="1768990" y="124981"/>
                  <a:pt x="1774646" y="123356"/>
                  <a:pt x="1778855" y="120107"/>
                </a:cubicBezTo>
                <a:cubicBezTo>
                  <a:pt x="1783063" y="116856"/>
                  <a:pt x="1786088" y="112374"/>
                  <a:pt x="1787930" y="106661"/>
                </a:cubicBezTo>
                <a:cubicBezTo>
                  <a:pt x="1789771" y="100948"/>
                  <a:pt x="1790692" y="94466"/>
                  <a:pt x="1790692" y="87216"/>
                </a:cubicBezTo>
                <a:cubicBezTo>
                  <a:pt x="1790692" y="79826"/>
                  <a:pt x="1789771" y="73223"/>
                  <a:pt x="1787930" y="67407"/>
                </a:cubicBezTo>
                <a:cubicBezTo>
                  <a:pt x="1786088" y="61591"/>
                  <a:pt x="1783063" y="57025"/>
                  <a:pt x="1778855" y="53708"/>
                </a:cubicBezTo>
                <a:cubicBezTo>
                  <a:pt x="1774646" y="50389"/>
                  <a:pt x="1768990" y="48730"/>
                  <a:pt x="1761888" y="48730"/>
                </a:cubicBezTo>
                <a:cubicBezTo>
                  <a:pt x="1754983" y="48730"/>
                  <a:pt x="1749508" y="50389"/>
                  <a:pt x="1745464" y="53708"/>
                </a:cubicBezTo>
                <a:cubicBezTo>
                  <a:pt x="1741420" y="57025"/>
                  <a:pt x="1738510" y="61591"/>
                  <a:pt x="1736734" y="67407"/>
                </a:cubicBezTo>
                <a:cubicBezTo>
                  <a:pt x="1734958" y="73223"/>
                  <a:pt x="1734071" y="79826"/>
                  <a:pt x="1734071" y="87216"/>
                </a:cubicBezTo>
                <a:cubicBezTo>
                  <a:pt x="1734071" y="94466"/>
                  <a:pt x="1734958" y="100948"/>
                  <a:pt x="1736734" y="106661"/>
                </a:cubicBezTo>
                <a:cubicBezTo>
                  <a:pt x="1738510" y="112374"/>
                  <a:pt x="1741420" y="116856"/>
                  <a:pt x="1745464" y="120107"/>
                </a:cubicBezTo>
                <a:cubicBezTo>
                  <a:pt x="1749508" y="123356"/>
                  <a:pt x="1754983" y="124981"/>
                  <a:pt x="1761888" y="124981"/>
                </a:cubicBezTo>
                <a:close/>
                <a:moveTo>
                  <a:pt x="1835863" y="136324"/>
                </a:moveTo>
                <a:lnTo>
                  <a:pt x="1835863" y="37287"/>
                </a:lnTo>
                <a:lnTo>
                  <a:pt x="1851646" y="37287"/>
                </a:lnTo>
                <a:lnTo>
                  <a:pt x="1852238" y="51788"/>
                </a:lnTo>
                <a:cubicBezTo>
                  <a:pt x="1855197" y="47908"/>
                  <a:pt x="1859439" y="44241"/>
                  <a:pt x="1864963" y="40789"/>
                </a:cubicBezTo>
                <a:cubicBezTo>
                  <a:pt x="1870487" y="37336"/>
                  <a:pt x="1877556" y="35610"/>
                  <a:pt x="1886171" y="35610"/>
                </a:cubicBezTo>
                <a:cubicBezTo>
                  <a:pt x="1896693" y="35610"/>
                  <a:pt x="1904354" y="38821"/>
                  <a:pt x="1909155" y="45243"/>
                </a:cubicBezTo>
                <a:cubicBezTo>
                  <a:pt x="1913955" y="51665"/>
                  <a:pt x="1916356" y="60687"/>
                  <a:pt x="1916356" y="72308"/>
                </a:cubicBezTo>
                <a:lnTo>
                  <a:pt x="1916356" y="136324"/>
                </a:lnTo>
                <a:lnTo>
                  <a:pt x="1899882" y="136324"/>
                </a:lnTo>
                <a:lnTo>
                  <a:pt x="1899882" y="74426"/>
                </a:lnTo>
                <a:cubicBezTo>
                  <a:pt x="1899882" y="69574"/>
                  <a:pt x="1899389" y="65270"/>
                  <a:pt x="1898403" y="61513"/>
                </a:cubicBezTo>
                <a:cubicBezTo>
                  <a:pt x="1897416" y="57754"/>
                  <a:pt x="1895657" y="54799"/>
                  <a:pt x="1893125" y="52648"/>
                </a:cubicBezTo>
                <a:cubicBezTo>
                  <a:pt x="1890593" y="50496"/>
                  <a:pt x="1886927" y="49420"/>
                  <a:pt x="1882127" y="49420"/>
                </a:cubicBezTo>
                <a:cubicBezTo>
                  <a:pt x="1874959" y="49420"/>
                  <a:pt x="1868941" y="51111"/>
                  <a:pt x="1864075" y="54494"/>
                </a:cubicBezTo>
                <a:cubicBezTo>
                  <a:pt x="1859209" y="57875"/>
                  <a:pt x="1855296" y="61581"/>
                  <a:pt x="1852336" y="65613"/>
                </a:cubicBezTo>
                <a:lnTo>
                  <a:pt x="1852336" y="136324"/>
                </a:lnTo>
                <a:lnTo>
                  <a:pt x="1835863" y="1363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" name="Text InputPerturbation">
            <a:extLst xmlns:a="http://schemas.openxmlformats.org/drawingml/2006/main">
              <a:ext uri="{FF2B5EF4-FFF2-40B4-BE49-F238E27FC236}">
                <a16:creationId xmlns:a16="http://schemas.microsoft.com/office/drawing/2014/main" id="{B2161A15-B969-4DD9-B8AE-06AAC5151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8160" y="3263434"/>
            <a:ext cx="1547299" cy="171639"/>
          </a:xfrm>
          <a:custGeom xmlns:a="http://schemas.openxmlformats.org/drawingml/2006/main">
            <a:pathLst>
              <a:path w="1547299" h="171639">
                <a:moveTo>
                  <a:pt x="0" y="136324"/>
                </a:moveTo>
                <a:lnTo>
                  <a:pt x="0" y="3551"/>
                </a:lnTo>
                <a:lnTo>
                  <a:pt x="17756" y="3551"/>
                </a:lnTo>
                <a:lnTo>
                  <a:pt x="17756" y="136324"/>
                </a:lnTo>
                <a:lnTo>
                  <a:pt x="0" y="136324"/>
                </a:lnTo>
                <a:close/>
                <a:moveTo>
                  <a:pt x="49026" y="136324"/>
                </a:moveTo>
                <a:lnTo>
                  <a:pt x="49026" y="37287"/>
                </a:lnTo>
                <a:lnTo>
                  <a:pt x="64809" y="37287"/>
                </a:lnTo>
                <a:lnTo>
                  <a:pt x="65401" y="51788"/>
                </a:lnTo>
                <a:cubicBezTo>
                  <a:pt x="68360" y="47908"/>
                  <a:pt x="72601" y="44241"/>
                  <a:pt x="78125" y="40789"/>
                </a:cubicBezTo>
                <a:cubicBezTo>
                  <a:pt x="83649" y="37336"/>
                  <a:pt x="90719" y="35610"/>
                  <a:pt x="99334" y="35610"/>
                </a:cubicBezTo>
                <a:cubicBezTo>
                  <a:pt x="109856" y="35610"/>
                  <a:pt x="117517" y="38821"/>
                  <a:pt x="122317" y="45243"/>
                </a:cubicBezTo>
                <a:cubicBezTo>
                  <a:pt x="127118" y="51665"/>
                  <a:pt x="129518" y="60687"/>
                  <a:pt x="129518" y="72308"/>
                </a:cubicBezTo>
                <a:lnTo>
                  <a:pt x="129518" y="136324"/>
                </a:lnTo>
                <a:lnTo>
                  <a:pt x="113045" y="136324"/>
                </a:lnTo>
                <a:lnTo>
                  <a:pt x="113045" y="74426"/>
                </a:lnTo>
                <a:cubicBezTo>
                  <a:pt x="113045" y="69574"/>
                  <a:pt x="112552" y="65270"/>
                  <a:pt x="111565" y="61513"/>
                </a:cubicBezTo>
                <a:cubicBezTo>
                  <a:pt x="110579" y="57754"/>
                  <a:pt x="108820" y="54799"/>
                  <a:pt x="106288" y="52648"/>
                </a:cubicBezTo>
                <a:cubicBezTo>
                  <a:pt x="103756" y="50496"/>
                  <a:pt x="100090" y="49420"/>
                  <a:pt x="95289" y="49420"/>
                </a:cubicBezTo>
                <a:cubicBezTo>
                  <a:pt x="88121" y="49420"/>
                  <a:pt x="82104" y="51111"/>
                  <a:pt x="77238" y="54494"/>
                </a:cubicBezTo>
                <a:cubicBezTo>
                  <a:pt x="72371" y="57875"/>
                  <a:pt x="68458" y="61581"/>
                  <a:pt x="65499" y="65613"/>
                </a:cubicBezTo>
                <a:lnTo>
                  <a:pt x="65499" y="136324"/>
                </a:lnTo>
                <a:lnTo>
                  <a:pt x="49026" y="136324"/>
                </a:lnTo>
                <a:close/>
                <a:moveTo>
                  <a:pt x="162360" y="171639"/>
                </a:moveTo>
                <a:lnTo>
                  <a:pt x="162360" y="37287"/>
                </a:lnTo>
                <a:lnTo>
                  <a:pt x="178340" y="37287"/>
                </a:lnTo>
                <a:lnTo>
                  <a:pt x="178833" y="52971"/>
                </a:lnTo>
                <a:cubicBezTo>
                  <a:pt x="182253" y="47842"/>
                  <a:pt x="186675" y="43666"/>
                  <a:pt x="192101" y="40444"/>
                </a:cubicBezTo>
                <a:cubicBezTo>
                  <a:pt x="197526" y="37221"/>
                  <a:pt x="203823" y="35610"/>
                  <a:pt x="210991" y="35610"/>
                </a:cubicBezTo>
                <a:cubicBezTo>
                  <a:pt x="218882" y="35610"/>
                  <a:pt x="225688" y="37523"/>
                  <a:pt x="231410" y="41350"/>
                </a:cubicBezTo>
                <a:cubicBezTo>
                  <a:pt x="237131" y="45176"/>
                  <a:pt x="241553" y="50882"/>
                  <a:pt x="244677" y="58467"/>
                </a:cubicBezTo>
                <a:cubicBezTo>
                  <a:pt x="247801" y="66051"/>
                  <a:pt x="249363" y="75497"/>
                  <a:pt x="249363" y="86806"/>
                </a:cubicBezTo>
                <a:cubicBezTo>
                  <a:pt x="249363" y="97979"/>
                  <a:pt x="247702" y="107375"/>
                  <a:pt x="244381" y="114993"/>
                </a:cubicBezTo>
                <a:cubicBezTo>
                  <a:pt x="241060" y="122611"/>
                  <a:pt x="236375" y="128367"/>
                  <a:pt x="230325" y="132262"/>
                </a:cubicBezTo>
                <a:cubicBezTo>
                  <a:pt x="224275" y="136154"/>
                  <a:pt x="217172" y="138100"/>
                  <a:pt x="209018" y="138100"/>
                </a:cubicBezTo>
                <a:cubicBezTo>
                  <a:pt x="202179" y="138100"/>
                  <a:pt x="196194" y="136735"/>
                  <a:pt x="191065" y="134006"/>
                </a:cubicBezTo>
                <a:cubicBezTo>
                  <a:pt x="185935" y="131277"/>
                  <a:pt x="181825" y="127545"/>
                  <a:pt x="178734" y="122810"/>
                </a:cubicBezTo>
                <a:lnTo>
                  <a:pt x="178734" y="171639"/>
                </a:lnTo>
                <a:lnTo>
                  <a:pt x="162360" y="171639"/>
                </a:lnTo>
                <a:moveTo>
                  <a:pt x="205960" y="124586"/>
                </a:moveTo>
                <a:cubicBezTo>
                  <a:pt x="214706" y="124586"/>
                  <a:pt x="221299" y="121318"/>
                  <a:pt x="225738" y="114783"/>
                </a:cubicBezTo>
                <a:cubicBezTo>
                  <a:pt x="230177" y="108246"/>
                  <a:pt x="232396" y="98921"/>
                  <a:pt x="232396" y="86809"/>
                </a:cubicBezTo>
                <a:cubicBezTo>
                  <a:pt x="232396" y="74557"/>
                  <a:pt x="230325" y="65180"/>
                  <a:pt x="226182" y="58680"/>
                </a:cubicBezTo>
                <a:cubicBezTo>
                  <a:pt x="222039" y="52178"/>
                  <a:pt x="215956" y="48927"/>
                  <a:pt x="207933" y="48927"/>
                </a:cubicBezTo>
                <a:cubicBezTo>
                  <a:pt x="200896" y="48927"/>
                  <a:pt x="194961" y="50877"/>
                  <a:pt x="190128" y="54778"/>
                </a:cubicBezTo>
                <a:cubicBezTo>
                  <a:pt x="185294" y="58678"/>
                  <a:pt x="181529" y="63229"/>
                  <a:pt x="178833" y="68430"/>
                </a:cubicBezTo>
                <a:lnTo>
                  <a:pt x="178833" y="107031"/>
                </a:lnTo>
                <a:cubicBezTo>
                  <a:pt x="181464" y="112232"/>
                  <a:pt x="185015" y="116458"/>
                  <a:pt x="189486" y="119709"/>
                </a:cubicBezTo>
                <a:cubicBezTo>
                  <a:pt x="193958" y="122960"/>
                  <a:pt x="199449" y="124586"/>
                  <a:pt x="205960" y="124586"/>
                </a:cubicBezTo>
                <a:close/>
                <a:moveTo>
                  <a:pt x="306174" y="138100"/>
                </a:moveTo>
                <a:cubicBezTo>
                  <a:pt x="295060" y="138100"/>
                  <a:pt x="287037" y="134906"/>
                  <a:pt x="282105" y="128519"/>
                </a:cubicBezTo>
                <a:cubicBezTo>
                  <a:pt x="277173" y="122130"/>
                  <a:pt x="274707" y="113329"/>
                  <a:pt x="274707" y="102117"/>
                </a:cubicBezTo>
                <a:lnTo>
                  <a:pt x="274707" y="37287"/>
                </a:lnTo>
                <a:lnTo>
                  <a:pt x="291279" y="37287"/>
                </a:lnTo>
                <a:lnTo>
                  <a:pt x="291279" y="100129"/>
                </a:lnTo>
                <a:cubicBezTo>
                  <a:pt x="291279" y="104640"/>
                  <a:pt x="291772" y="108672"/>
                  <a:pt x="292758" y="112225"/>
                </a:cubicBezTo>
                <a:cubicBezTo>
                  <a:pt x="293745" y="115778"/>
                  <a:pt x="295619" y="118546"/>
                  <a:pt x="298381" y="120529"/>
                </a:cubicBezTo>
                <a:cubicBezTo>
                  <a:pt x="301143" y="122510"/>
                  <a:pt x="305121" y="123501"/>
                  <a:pt x="310317" y="123501"/>
                </a:cubicBezTo>
                <a:cubicBezTo>
                  <a:pt x="317550" y="123501"/>
                  <a:pt x="323601" y="121946"/>
                  <a:pt x="328467" y="118837"/>
                </a:cubicBezTo>
                <a:cubicBezTo>
                  <a:pt x="333333" y="115728"/>
                  <a:pt x="337246" y="112122"/>
                  <a:pt x="340205" y="108020"/>
                </a:cubicBezTo>
                <a:lnTo>
                  <a:pt x="340205" y="37287"/>
                </a:lnTo>
                <a:lnTo>
                  <a:pt x="356777" y="37287"/>
                </a:lnTo>
                <a:lnTo>
                  <a:pt x="356777" y="136324"/>
                </a:lnTo>
                <a:lnTo>
                  <a:pt x="340896" y="136324"/>
                </a:lnTo>
                <a:lnTo>
                  <a:pt x="340403" y="121824"/>
                </a:lnTo>
                <a:cubicBezTo>
                  <a:pt x="337312" y="125638"/>
                  <a:pt x="332955" y="129304"/>
                  <a:pt x="327333" y="132823"/>
                </a:cubicBezTo>
                <a:cubicBezTo>
                  <a:pt x="321710" y="136341"/>
                  <a:pt x="314657" y="138100"/>
                  <a:pt x="306174" y="138100"/>
                </a:cubicBezTo>
                <a:close/>
                <a:moveTo>
                  <a:pt x="421288" y="136324"/>
                </a:moveTo>
                <a:cubicBezTo>
                  <a:pt x="413528" y="136324"/>
                  <a:pt x="407577" y="135047"/>
                  <a:pt x="403434" y="132493"/>
                </a:cubicBezTo>
                <a:cubicBezTo>
                  <a:pt x="399291" y="129938"/>
                  <a:pt x="396447" y="126261"/>
                  <a:pt x="394901" y="121460"/>
                </a:cubicBezTo>
                <a:cubicBezTo>
                  <a:pt x="393356" y="116658"/>
                  <a:pt x="392583" y="110885"/>
                  <a:pt x="392583" y="104142"/>
                </a:cubicBezTo>
                <a:lnTo>
                  <a:pt x="392583" y="50604"/>
                </a:lnTo>
                <a:lnTo>
                  <a:pt x="376504" y="50604"/>
                </a:lnTo>
                <a:lnTo>
                  <a:pt x="376504" y="37287"/>
                </a:lnTo>
                <a:lnTo>
                  <a:pt x="392583" y="37287"/>
                </a:lnTo>
                <a:lnTo>
                  <a:pt x="392583" y="15290"/>
                </a:lnTo>
                <a:lnTo>
                  <a:pt x="408958" y="15290"/>
                </a:lnTo>
                <a:lnTo>
                  <a:pt x="408958" y="37287"/>
                </a:lnTo>
                <a:lnTo>
                  <a:pt x="432632" y="37287"/>
                </a:lnTo>
                <a:lnTo>
                  <a:pt x="432632" y="50604"/>
                </a:lnTo>
                <a:lnTo>
                  <a:pt x="408958" y="50604"/>
                </a:lnTo>
                <a:lnTo>
                  <a:pt x="408958" y="103674"/>
                </a:lnTo>
                <a:cubicBezTo>
                  <a:pt x="408958" y="109913"/>
                  <a:pt x="409730" y="114695"/>
                  <a:pt x="411276" y="118020"/>
                </a:cubicBezTo>
                <a:cubicBezTo>
                  <a:pt x="412821" y="121345"/>
                  <a:pt x="416520" y="123008"/>
                  <a:pt x="422373" y="123008"/>
                </a:cubicBezTo>
                <a:lnTo>
                  <a:pt x="432829" y="123008"/>
                </a:lnTo>
                <a:lnTo>
                  <a:pt x="432829" y="136324"/>
                </a:lnTo>
                <a:lnTo>
                  <a:pt x="421288" y="136324"/>
                </a:lnTo>
                <a:close/>
                <a:moveTo>
                  <a:pt x="497779" y="136324"/>
                </a:moveTo>
                <a:lnTo>
                  <a:pt x="497779" y="3551"/>
                </a:lnTo>
                <a:lnTo>
                  <a:pt x="545720" y="3551"/>
                </a:lnTo>
                <a:cubicBezTo>
                  <a:pt x="553940" y="3551"/>
                  <a:pt x="561338" y="5111"/>
                  <a:pt x="567914" y="8231"/>
                </a:cubicBezTo>
                <a:cubicBezTo>
                  <a:pt x="574490" y="11350"/>
                  <a:pt x="579686" y="15948"/>
                  <a:pt x="583500" y="22025"/>
                </a:cubicBezTo>
                <a:cubicBezTo>
                  <a:pt x="587314" y="28100"/>
                  <a:pt x="589221" y="35538"/>
                  <a:pt x="589221" y="44340"/>
                </a:cubicBezTo>
                <a:cubicBezTo>
                  <a:pt x="589221" y="52945"/>
                  <a:pt x="587314" y="60170"/>
                  <a:pt x="583500" y="66017"/>
                </a:cubicBezTo>
                <a:cubicBezTo>
                  <a:pt x="579686" y="71861"/>
                  <a:pt x="574490" y="76294"/>
                  <a:pt x="567914" y="79315"/>
                </a:cubicBezTo>
                <a:cubicBezTo>
                  <a:pt x="561338" y="82336"/>
                  <a:pt x="553940" y="83846"/>
                  <a:pt x="545720" y="83846"/>
                </a:cubicBezTo>
                <a:lnTo>
                  <a:pt x="515535" y="83846"/>
                </a:lnTo>
                <a:lnTo>
                  <a:pt x="515535" y="136324"/>
                </a:lnTo>
                <a:lnTo>
                  <a:pt x="497779" y="136324"/>
                </a:lnTo>
                <a:moveTo>
                  <a:pt x="515535" y="69149"/>
                </a:moveTo>
                <a:lnTo>
                  <a:pt x="544339" y="69149"/>
                </a:lnTo>
                <a:cubicBezTo>
                  <a:pt x="552361" y="69149"/>
                  <a:pt x="558855" y="67098"/>
                  <a:pt x="563820" y="62996"/>
                </a:cubicBezTo>
                <a:cubicBezTo>
                  <a:pt x="568785" y="58894"/>
                  <a:pt x="571268" y="52675"/>
                  <a:pt x="571268" y="44340"/>
                </a:cubicBezTo>
                <a:cubicBezTo>
                  <a:pt x="571268" y="35413"/>
                  <a:pt x="568769" y="28816"/>
                  <a:pt x="563771" y="24550"/>
                </a:cubicBezTo>
                <a:cubicBezTo>
                  <a:pt x="558773" y="20283"/>
                  <a:pt x="552296" y="18150"/>
                  <a:pt x="544339" y="18150"/>
                </a:cubicBezTo>
                <a:lnTo>
                  <a:pt x="515535" y="18150"/>
                </a:lnTo>
                <a:lnTo>
                  <a:pt x="515535" y="69149"/>
                </a:lnTo>
                <a:close/>
                <a:moveTo>
                  <a:pt x="643523" y="138100"/>
                </a:moveTo>
                <a:cubicBezTo>
                  <a:pt x="633067" y="138100"/>
                  <a:pt x="624501" y="135849"/>
                  <a:pt x="617826" y="131346"/>
                </a:cubicBezTo>
                <a:cubicBezTo>
                  <a:pt x="611152" y="126841"/>
                  <a:pt x="606203" y="120713"/>
                  <a:pt x="602981" y="112961"/>
                </a:cubicBezTo>
                <a:cubicBezTo>
                  <a:pt x="599758" y="105208"/>
                  <a:pt x="598147" y="96489"/>
                  <a:pt x="598147" y="86806"/>
                </a:cubicBezTo>
                <a:cubicBezTo>
                  <a:pt x="598147" y="76715"/>
                  <a:pt x="599709" y="67827"/>
                  <a:pt x="602833" y="60141"/>
                </a:cubicBezTo>
                <a:cubicBezTo>
                  <a:pt x="605956" y="52455"/>
                  <a:pt x="610724" y="46445"/>
                  <a:pt x="617136" y="42111"/>
                </a:cubicBezTo>
                <a:cubicBezTo>
                  <a:pt x="623548" y="37777"/>
                  <a:pt x="631686" y="35610"/>
                  <a:pt x="641550" y="35610"/>
                </a:cubicBezTo>
                <a:cubicBezTo>
                  <a:pt x="654637" y="35610"/>
                  <a:pt x="664896" y="39668"/>
                  <a:pt x="672327" y="47783"/>
                </a:cubicBezTo>
                <a:cubicBezTo>
                  <a:pt x="679758" y="55897"/>
                  <a:pt x="683473" y="67561"/>
                  <a:pt x="683473" y="82777"/>
                </a:cubicBezTo>
                <a:cubicBezTo>
                  <a:pt x="683473" y="83792"/>
                  <a:pt x="683440" y="84993"/>
                  <a:pt x="683375" y="86380"/>
                </a:cubicBezTo>
                <a:cubicBezTo>
                  <a:pt x="683309" y="87765"/>
                  <a:pt x="683210" y="88762"/>
                  <a:pt x="683079" y="89370"/>
                </a:cubicBezTo>
                <a:lnTo>
                  <a:pt x="614621" y="89370"/>
                </a:lnTo>
                <a:cubicBezTo>
                  <a:pt x="614686" y="95885"/>
                  <a:pt x="615689" y="101868"/>
                  <a:pt x="617629" y="107320"/>
                </a:cubicBezTo>
                <a:cubicBezTo>
                  <a:pt x="619569" y="112772"/>
                  <a:pt x="622644" y="117145"/>
                  <a:pt x="626852" y="120437"/>
                </a:cubicBezTo>
                <a:cubicBezTo>
                  <a:pt x="631061" y="123729"/>
                  <a:pt x="636618" y="125375"/>
                  <a:pt x="643523" y="125375"/>
                </a:cubicBezTo>
                <a:cubicBezTo>
                  <a:pt x="650888" y="125375"/>
                  <a:pt x="656642" y="123560"/>
                  <a:pt x="660785" y="119931"/>
                </a:cubicBezTo>
                <a:cubicBezTo>
                  <a:pt x="664928" y="116302"/>
                  <a:pt x="667099" y="111066"/>
                  <a:pt x="667296" y="104222"/>
                </a:cubicBezTo>
                <a:lnTo>
                  <a:pt x="683572" y="104222"/>
                </a:lnTo>
                <a:cubicBezTo>
                  <a:pt x="683375" y="111208"/>
                  <a:pt x="681632" y="117227"/>
                  <a:pt x="678344" y="122280"/>
                </a:cubicBezTo>
                <a:cubicBezTo>
                  <a:pt x="675056" y="127334"/>
                  <a:pt x="670452" y="131234"/>
                  <a:pt x="664534" y="133982"/>
                </a:cubicBezTo>
                <a:cubicBezTo>
                  <a:pt x="658615" y="136727"/>
                  <a:pt x="651612" y="138100"/>
                  <a:pt x="643523" y="138100"/>
                </a:cubicBezTo>
                <a:moveTo>
                  <a:pt x="614719" y="77336"/>
                </a:moveTo>
                <a:lnTo>
                  <a:pt x="667197" y="77336"/>
                </a:lnTo>
                <a:cubicBezTo>
                  <a:pt x="667000" y="67914"/>
                  <a:pt x="664665" y="60709"/>
                  <a:pt x="660194" y="55721"/>
                </a:cubicBezTo>
                <a:cubicBezTo>
                  <a:pt x="655722" y="50731"/>
                  <a:pt x="649507" y="48236"/>
                  <a:pt x="641550" y="48236"/>
                </a:cubicBezTo>
                <a:cubicBezTo>
                  <a:pt x="633527" y="48236"/>
                  <a:pt x="627230" y="50714"/>
                  <a:pt x="622660" y="55668"/>
                </a:cubicBezTo>
                <a:cubicBezTo>
                  <a:pt x="618089" y="60621"/>
                  <a:pt x="615443" y="67844"/>
                  <a:pt x="614719" y="77336"/>
                </a:cubicBezTo>
                <a:close/>
                <a:moveTo>
                  <a:pt x="710643" y="136324"/>
                </a:moveTo>
                <a:lnTo>
                  <a:pt x="710643" y="37287"/>
                </a:lnTo>
                <a:lnTo>
                  <a:pt x="726130" y="37287"/>
                </a:lnTo>
                <a:lnTo>
                  <a:pt x="726722" y="53169"/>
                </a:lnTo>
                <a:cubicBezTo>
                  <a:pt x="729418" y="48171"/>
                  <a:pt x="733167" y="43995"/>
                  <a:pt x="737967" y="40641"/>
                </a:cubicBezTo>
                <a:cubicBezTo>
                  <a:pt x="742768" y="37287"/>
                  <a:pt x="749015" y="35610"/>
                  <a:pt x="756710" y="35610"/>
                </a:cubicBezTo>
                <a:lnTo>
                  <a:pt x="758682" y="35610"/>
                </a:lnTo>
                <a:lnTo>
                  <a:pt x="758682" y="50702"/>
                </a:lnTo>
                <a:lnTo>
                  <a:pt x="756414" y="50702"/>
                </a:lnTo>
                <a:cubicBezTo>
                  <a:pt x="751613" y="50702"/>
                  <a:pt x="747404" y="51354"/>
                  <a:pt x="743787" y="52657"/>
                </a:cubicBezTo>
                <a:cubicBezTo>
                  <a:pt x="740170" y="53958"/>
                  <a:pt x="737014" y="55756"/>
                  <a:pt x="734318" y="58051"/>
                </a:cubicBezTo>
                <a:cubicBezTo>
                  <a:pt x="731621" y="60347"/>
                  <a:pt x="729221" y="63002"/>
                  <a:pt x="727117" y="66017"/>
                </a:cubicBezTo>
                <a:lnTo>
                  <a:pt x="727117" y="136324"/>
                </a:lnTo>
                <a:lnTo>
                  <a:pt x="710643" y="136324"/>
                </a:lnTo>
                <a:close/>
                <a:moveTo>
                  <a:pt x="805733" y="136324"/>
                </a:moveTo>
                <a:cubicBezTo>
                  <a:pt x="797973" y="136324"/>
                  <a:pt x="792022" y="135047"/>
                  <a:pt x="787879" y="132493"/>
                </a:cubicBezTo>
                <a:cubicBezTo>
                  <a:pt x="783736" y="129938"/>
                  <a:pt x="780891" y="126261"/>
                  <a:pt x="779346" y="121460"/>
                </a:cubicBezTo>
                <a:cubicBezTo>
                  <a:pt x="777801" y="116658"/>
                  <a:pt x="777028" y="110885"/>
                  <a:pt x="777028" y="104142"/>
                </a:cubicBezTo>
                <a:lnTo>
                  <a:pt x="777028" y="50604"/>
                </a:lnTo>
                <a:lnTo>
                  <a:pt x="760949" y="50604"/>
                </a:lnTo>
                <a:lnTo>
                  <a:pt x="760949" y="37287"/>
                </a:lnTo>
                <a:lnTo>
                  <a:pt x="777028" y="37287"/>
                </a:lnTo>
                <a:lnTo>
                  <a:pt x="777028" y="15290"/>
                </a:lnTo>
                <a:lnTo>
                  <a:pt x="793403" y="15290"/>
                </a:lnTo>
                <a:lnTo>
                  <a:pt x="793403" y="37287"/>
                </a:lnTo>
                <a:lnTo>
                  <a:pt x="817077" y="37287"/>
                </a:lnTo>
                <a:lnTo>
                  <a:pt x="817077" y="50604"/>
                </a:lnTo>
                <a:lnTo>
                  <a:pt x="793403" y="50604"/>
                </a:lnTo>
                <a:lnTo>
                  <a:pt x="793403" y="103674"/>
                </a:lnTo>
                <a:cubicBezTo>
                  <a:pt x="793403" y="109913"/>
                  <a:pt x="794175" y="114695"/>
                  <a:pt x="795721" y="118020"/>
                </a:cubicBezTo>
                <a:cubicBezTo>
                  <a:pt x="797266" y="121345"/>
                  <a:pt x="800965" y="123008"/>
                  <a:pt x="806818" y="123008"/>
                </a:cubicBezTo>
                <a:lnTo>
                  <a:pt x="817274" y="123008"/>
                </a:lnTo>
                <a:lnTo>
                  <a:pt x="817274" y="136324"/>
                </a:lnTo>
                <a:lnTo>
                  <a:pt x="805733" y="136324"/>
                </a:lnTo>
                <a:close/>
                <a:moveTo>
                  <a:pt x="873245" y="138100"/>
                </a:moveTo>
                <a:cubicBezTo>
                  <a:pt x="862132" y="138100"/>
                  <a:pt x="854109" y="134906"/>
                  <a:pt x="849177" y="128519"/>
                </a:cubicBezTo>
                <a:cubicBezTo>
                  <a:pt x="844244" y="122130"/>
                  <a:pt x="841778" y="113329"/>
                  <a:pt x="841778" y="102117"/>
                </a:cubicBezTo>
                <a:lnTo>
                  <a:pt x="841778" y="37287"/>
                </a:lnTo>
                <a:lnTo>
                  <a:pt x="858350" y="37287"/>
                </a:lnTo>
                <a:lnTo>
                  <a:pt x="858350" y="100129"/>
                </a:lnTo>
                <a:cubicBezTo>
                  <a:pt x="858350" y="104640"/>
                  <a:pt x="858844" y="108672"/>
                  <a:pt x="859830" y="112225"/>
                </a:cubicBezTo>
                <a:cubicBezTo>
                  <a:pt x="860816" y="115778"/>
                  <a:pt x="862691" y="118546"/>
                  <a:pt x="865453" y="120529"/>
                </a:cubicBezTo>
                <a:cubicBezTo>
                  <a:pt x="868215" y="122510"/>
                  <a:pt x="872193" y="123501"/>
                  <a:pt x="877388" y="123501"/>
                </a:cubicBezTo>
                <a:cubicBezTo>
                  <a:pt x="884622" y="123501"/>
                  <a:pt x="890672" y="121946"/>
                  <a:pt x="895539" y="118837"/>
                </a:cubicBezTo>
                <a:cubicBezTo>
                  <a:pt x="900405" y="115728"/>
                  <a:pt x="904318" y="112122"/>
                  <a:pt x="907277" y="108020"/>
                </a:cubicBezTo>
                <a:lnTo>
                  <a:pt x="907277" y="37287"/>
                </a:lnTo>
                <a:lnTo>
                  <a:pt x="923849" y="37287"/>
                </a:lnTo>
                <a:lnTo>
                  <a:pt x="923849" y="136324"/>
                </a:lnTo>
                <a:lnTo>
                  <a:pt x="907968" y="136324"/>
                </a:lnTo>
                <a:lnTo>
                  <a:pt x="907474" y="121824"/>
                </a:lnTo>
                <a:cubicBezTo>
                  <a:pt x="904384" y="125638"/>
                  <a:pt x="900027" y="129304"/>
                  <a:pt x="894404" y="132823"/>
                </a:cubicBezTo>
                <a:cubicBezTo>
                  <a:pt x="888782" y="136341"/>
                  <a:pt x="881729" y="138100"/>
                  <a:pt x="873245" y="138100"/>
                </a:cubicBezTo>
                <a:close/>
                <a:moveTo>
                  <a:pt x="955695" y="136324"/>
                </a:moveTo>
                <a:lnTo>
                  <a:pt x="955695" y="37287"/>
                </a:lnTo>
                <a:lnTo>
                  <a:pt x="971181" y="37287"/>
                </a:lnTo>
                <a:lnTo>
                  <a:pt x="971773" y="53169"/>
                </a:lnTo>
                <a:cubicBezTo>
                  <a:pt x="974470" y="48171"/>
                  <a:pt x="978218" y="43995"/>
                  <a:pt x="983019" y="40641"/>
                </a:cubicBezTo>
                <a:cubicBezTo>
                  <a:pt x="987819" y="37287"/>
                  <a:pt x="994067" y="35610"/>
                  <a:pt x="1001761" y="35610"/>
                </a:cubicBezTo>
                <a:lnTo>
                  <a:pt x="1003734" y="35610"/>
                </a:lnTo>
                <a:lnTo>
                  <a:pt x="1003734" y="50702"/>
                </a:lnTo>
                <a:lnTo>
                  <a:pt x="1001465" y="50702"/>
                </a:lnTo>
                <a:cubicBezTo>
                  <a:pt x="996664" y="50702"/>
                  <a:pt x="992455" y="51354"/>
                  <a:pt x="988839" y="52657"/>
                </a:cubicBezTo>
                <a:cubicBezTo>
                  <a:pt x="985222" y="53958"/>
                  <a:pt x="982065" y="55756"/>
                  <a:pt x="979369" y="58051"/>
                </a:cubicBezTo>
                <a:cubicBezTo>
                  <a:pt x="976673" y="60347"/>
                  <a:pt x="974272" y="63002"/>
                  <a:pt x="972168" y="66017"/>
                </a:cubicBezTo>
                <a:lnTo>
                  <a:pt x="972168" y="136324"/>
                </a:lnTo>
                <a:lnTo>
                  <a:pt x="955695" y="136324"/>
                </a:lnTo>
                <a:close/>
                <a:moveTo>
                  <a:pt x="1065989" y="138100"/>
                </a:moveTo>
                <a:cubicBezTo>
                  <a:pt x="1058887" y="138100"/>
                  <a:pt x="1052837" y="136735"/>
                  <a:pt x="1047839" y="134006"/>
                </a:cubicBezTo>
                <a:cubicBezTo>
                  <a:pt x="1042841" y="131277"/>
                  <a:pt x="1038764" y="127512"/>
                  <a:pt x="1035607" y="122712"/>
                </a:cubicBezTo>
                <a:lnTo>
                  <a:pt x="1034719" y="136324"/>
                </a:lnTo>
                <a:lnTo>
                  <a:pt x="1019331" y="136324"/>
                </a:lnTo>
                <a:lnTo>
                  <a:pt x="1019331" y="3551"/>
                </a:lnTo>
                <a:lnTo>
                  <a:pt x="1035804" y="3551"/>
                </a:lnTo>
                <a:lnTo>
                  <a:pt x="1035804" y="52675"/>
                </a:lnTo>
                <a:cubicBezTo>
                  <a:pt x="1039158" y="47612"/>
                  <a:pt x="1043548" y="43502"/>
                  <a:pt x="1048973" y="40345"/>
                </a:cubicBezTo>
                <a:cubicBezTo>
                  <a:pt x="1054399" y="37188"/>
                  <a:pt x="1060761" y="35610"/>
                  <a:pt x="1068061" y="35610"/>
                </a:cubicBezTo>
                <a:cubicBezTo>
                  <a:pt x="1075886" y="35610"/>
                  <a:pt x="1082660" y="37523"/>
                  <a:pt x="1088381" y="41350"/>
                </a:cubicBezTo>
                <a:cubicBezTo>
                  <a:pt x="1094102" y="45176"/>
                  <a:pt x="1098525" y="50882"/>
                  <a:pt x="1101649" y="58467"/>
                </a:cubicBezTo>
                <a:cubicBezTo>
                  <a:pt x="1104772" y="66051"/>
                  <a:pt x="1106334" y="75497"/>
                  <a:pt x="1106334" y="86806"/>
                </a:cubicBezTo>
                <a:cubicBezTo>
                  <a:pt x="1106334" y="98045"/>
                  <a:pt x="1104674" y="107474"/>
                  <a:pt x="1101353" y="115095"/>
                </a:cubicBezTo>
                <a:cubicBezTo>
                  <a:pt x="1098032" y="122713"/>
                  <a:pt x="1093346" y="128452"/>
                  <a:pt x="1087296" y="132311"/>
                </a:cubicBezTo>
                <a:cubicBezTo>
                  <a:pt x="1081246" y="136170"/>
                  <a:pt x="1074144" y="138100"/>
                  <a:pt x="1065989" y="138100"/>
                </a:cubicBezTo>
                <a:moveTo>
                  <a:pt x="1062931" y="124586"/>
                </a:moveTo>
                <a:cubicBezTo>
                  <a:pt x="1071612" y="124586"/>
                  <a:pt x="1078188" y="121318"/>
                  <a:pt x="1082660" y="114783"/>
                </a:cubicBezTo>
                <a:cubicBezTo>
                  <a:pt x="1087132" y="108248"/>
                  <a:pt x="1089368" y="98992"/>
                  <a:pt x="1089368" y="87015"/>
                </a:cubicBezTo>
                <a:cubicBezTo>
                  <a:pt x="1089368" y="74697"/>
                  <a:pt x="1087280" y="65253"/>
                  <a:pt x="1083104" y="58683"/>
                </a:cubicBezTo>
                <a:cubicBezTo>
                  <a:pt x="1078928" y="52113"/>
                  <a:pt x="1072763" y="48828"/>
                  <a:pt x="1064608" y="48828"/>
                </a:cubicBezTo>
                <a:cubicBezTo>
                  <a:pt x="1057703" y="48828"/>
                  <a:pt x="1051867" y="50745"/>
                  <a:pt x="1047099" y="54577"/>
                </a:cubicBezTo>
                <a:cubicBezTo>
                  <a:pt x="1042331" y="58410"/>
                  <a:pt x="1038566" y="63064"/>
                  <a:pt x="1035804" y="68538"/>
                </a:cubicBezTo>
                <a:lnTo>
                  <a:pt x="1035804" y="107034"/>
                </a:lnTo>
                <a:cubicBezTo>
                  <a:pt x="1038369" y="112097"/>
                  <a:pt x="1041887" y="116289"/>
                  <a:pt x="1046359" y="119608"/>
                </a:cubicBezTo>
                <a:cubicBezTo>
                  <a:pt x="1050831" y="122926"/>
                  <a:pt x="1056355" y="124586"/>
                  <a:pt x="1062931" y="124586"/>
                </a:cubicBezTo>
                <a:close/>
                <a:moveTo>
                  <a:pt x="1157424" y="138100"/>
                </a:moveTo>
                <a:cubicBezTo>
                  <a:pt x="1151900" y="138100"/>
                  <a:pt x="1146853" y="137022"/>
                  <a:pt x="1142282" y="134866"/>
                </a:cubicBezTo>
                <a:cubicBezTo>
                  <a:pt x="1137712" y="132711"/>
                  <a:pt x="1134062" y="129527"/>
                  <a:pt x="1131333" y="125317"/>
                </a:cubicBezTo>
                <a:cubicBezTo>
                  <a:pt x="1128604" y="121106"/>
                  <a:pt x="1127239" y="115901"/>
                  <a:pt x="1127239" y="109703"/>
                </a:cubicBezTo>
                <a:cubicBezTo>
                  <a:pt x="1127239" y="100879"/>
                  <a:pt x="1129935" y="94176"/>
                  <a:pt x="1135328" y="89595"/>
                </a:cubicBezTo>
                <a:cubicBezTo>
                  <a:pt x="1140720" y="85015"/>
                  <a:pt x="1148349" y="81899"/>
                  <a:pt x="1158213" y="80249"/>
                </a:cubicBezTo>
                <a:cubicBezTo>
                  <a:pt x="1168077" y="78599"/>
                  <a:pt x="1179618" y="77706"/>
                  <a:pt x="1192837" y="77570"/>
                </a:cubicBezTo>
                <a:lnTo>
                  <a:pt x="1192837" y="70502"/>
                </a:lnTo>
                <a:cubicBezTo>
                  <a:pt x="1192837" y="61840"/>
                  <a:pt x="1190798" y="55898"/>
                  <a:pt x="1186721" y="52675"/>
                </a:cubicBezTo>
                <a:cubicBezTo>
                  <a:pt x="1182643" y="49453"/>
                  <a:pt x="1177481" y="47842"/>
                  <a:pt x="1171234" y="47842"/>
                </a:cubicBezTo>
                <a:cubicBezTo>
                  <a:pt x="1164592" y="47842"/>
                  <a:pt x="1159002" y="49598"/>
                  <a:pt x="1154464" y="53110"/>
                </a:cubicBezTo>
                <a:cubicBezTo>
                  <a:pt x="1149927" y="56622"/>
                  <a:pt x="1147658" y="62166"/>
                  <a:pt x="1147658" y="69741"/>
                </a:cubicBezTo>
                <a:lnTo>
                  <a:pt x="1131678" y="69741"/>
                </a:lnTo>
                <a:cubicBezTo>
                  <a:pt x="1131678" y="61615"/>
                  <a:pt x="1133371" y="55047"/>
                  <a:pt x="1136758" y="50037"/>
                </a:cubicBezTo>
                <a:cubicBezTo>
                  <a:pt x="1140145" y="45024"/>
                  <a:pt x="1144814" y="41367"/>
                  <a:pt x="1150765" y="39066"/>
                </a:cubicBezTo>
                <a:cubicBezTo>
                  <a:pt x="1156717" y="36762"/>
                  <a:pt x="1163540" y="35610"/>
                  <a:pt x="1171234" y="35610"/>
                </a:cubicBezTo>
                <a:cubicBezTo>
                  <a:pt x="1176166" y="35610"/>
                  <a:pt x="1180884" y="36085"/>
                  <a:pt x="1185389" y="37034"/>
                </a:cubicBezTo>
                <a:cubicBezTo>
                  <a:pt x="1189894" y="37982"/>
                  <a:pt x="1193938" y="39709"/>
                  <a:pt x="1197522" y="42216"/>
                </a:cubicBezTo>
                <a:cubicBezTo>
                  <a:pt x="1201106" y="44723"/>
                  <a:pt x="1203950" y="48230"/>
                  <a:pt x="1206055" y="52737"/>
                </a:cubicBezTo>
                <a:cubicBezTo>
                  <a:pt x="1208159" y="57242"/>
                  <a:pt x="1209211" y="63050"/>
                  <a:pt x="1209211" y="70163"/>
                </a:cubicBezTo>
                <a:lnTo>
                  <a:pt x="1209211" y="136324"/>
                </a:lnTo>
                <a:lnTo>
                  <a:pt x="1193823" y="136324"/>
                </a:lnTo>
                <a:lnTo>
                  <a:pt x="1193132" y="121725"/>
                </a:lnTo>
                <a:cubicBezTo>
                  <a:pt x="1188726" y="126657"/>
                  <a:pt x="1183613" y="130620"/>
                  <a:pt x="1177794" y="133612"/>
                </a:cubicBezTo>
                <a:cubicBezTo>
                  <a:pt x="1171974" y="136604"/>
                  <a:pt x="1165184" y="138100"/>
                  <a:pt x="1157424" y="138100"/>
                </a:cubicBezTo>
                <a:moveTo>
                  <a:pt x="1161764" y="125474"/>
                </a:moveTo>
                <a:cubicBezTo>
                  <a:pt x="1168340" y="125474"/>
                  <a:pt x="1174259" y="123867"/>
                  <a:pt x="1179520" y="120653"/>
                </a:cubicBezTo>
                <a:cubicBezTo>
                  <a:pt x="1184781" y="117436"/>
                  <a:pt x="1189187" y="113366"/>
                  <a:pt x="1192738" y="108442"/>
                </a:cubicBezTo>
                <a:lnTo>
                  <a:pt x="1192738" y="88125"/>
                </a:lnTo>
                <a:cubicBezTo>
                  <a:pt x="1175245" y="88331"/>
                  <a:pt x="1162701" y="90041"/>
                  <a:pt x="1155106" y="93258"/>
                </a:cubicBezTo>
                <a:cubicBezTo>
                  <a:pt x="1147510" y="96472"/>
                  <a:pt x="1143712" y="101738"/>
                  <a:pt x="1143712" y="109056"/>
                </a:cubicBezTo>
                <a:cubicBezTo>
                  <a:pt x="1143712" y="114050"/>
                  <a:pt x="1145241" y="118034"/>
                  <a:pt x="1148299" y="121010"/>
                </a:cubicBezTo>
                <a:cubicBezTo>
                  <a:pt x="1151357" y="123986"/>
                  <a:pt x="1155845" y="125474"/>
                  <a:pt x="1161764" y="125474"/>
                </a:cubicBezTo>
                <a:close/>
                <a:moveTo>
                  <a:pt x="1271996" y="136324"/>
                </a:moveTo>
                <a:cubicBezTo>
                  <a:pt x="1264237" y="136324"/>
                  <a:pt x="1258285" y="135047"/>
                  <a:pt x="1254142" y="132493"/>
                </a:cubicBezTo>
                <a:cubicBezTo>
                  <a:pt x="1249999" y="129938"/>
                  <a:pt x="1247155" y="126261"/>
                  <a:pt x="1245609" y="121460"/>
                </a:cubicBezTo>
                <a:cubicBezTo>
                  <a:pt x="1244064" y="116658"/>
                  <a:pt x="1243291" y="110885"/>
                  <a:pt x="1243291" y="104142"/>
                </a:cubicBezTo>
                <a:lnTo>
                  <a:pt x="1243291" y="50604"/>
                </a:lnTo>
                <a:lnTo>
                  <a:pt x="1227213" y="50604"/>
                </a:lnTo>
                <a:lnTo>
                  <a:pt x="1227213" y="37287"/>
                </a:lnTo>
                <a:lnTo>
                  <a:pt x="1243291" y="37287"/>
                </a:lnTo>
                <a:lnTo>
                  <a:pt x="1243291" y="15290"/>
                </a:lnTo>
                <a:lnTo>
                  <a:pt x="1259666" y="15290"/>
                </a:lnTo>
                <a:lnTo>
                  <a:pt x="1259666" y="37287"/>
                </a:lnTo>
                <a:lnTo>
                  <a:pt x="1283340" y="37287"/>
                </a:lnTo>
                <a:lnTo>
                  <a:pt x="1283340" y="50604"/>
                </a:lnTo>
                <a:lnTo>
                  <a:pt x="1259666" y="50604"/>
                </a:lnTo>
                <a:lnTo>
                  <a:pt x="1259666" y="103674"/>
                </a:lnTo>
                <a:cubicBezTo>
                  <a:pt x="1259666" y="109913"/>
                  <a:pt x="1260439" y="114695"/>
                  <a:pt x="1261984" y="118020"/>
                </a:cubicBezTo>
                <a:cubicBezTo>
                  <a:pt x="1263530" y="121345"/>
                  <a:pt x="1267229" y="123008"/>
                  <a:pt x="1273082" y="123008"/>
                </a:cubicBezTo>
                <a:lnTo>
                  <a:pt x="1283538" y="123008"/>
                </a:lnTo>
                <a:lnTo>
                  <a:pt x="1283538" y="136324"/>
                </a:lnTo>
                <a:lnTo>
                  <a:pt x="1271996" y="136324"/>
                </a:lnTo>
                <a:close/>
                <a:moveTo>
                  <a:pt x="1303170" y="136324"/>
                </a:moveTo>
                <a:lnTo>
                  <a:pt x="1303170" y="37287"/>
                </a:lnTo>
                <a:lnTo>
                  <a:pt x="1319643" y="37287"/>
                </a:lnTo>
                <a:lnTo>
                  <a:pt x="1319643" y="136324"/>
                </a:lnTo>
                <a:lnTo>
                  <a:pt x="1303170" y="136324"/>
                </a:lnTo>
                <a:moveTo>
                  <a:pt x="1311357" y="19137"/>
                </a:moveTo>
                <a:cubicBezTo>
                  <a:pt x="1308267" y="19137"/>
                  <a:pt x="1305784" y="18232"/>
                  <a:pt x="1303910" y="16424"/>
                </a:cubicBezTo>
                <a:cubicBezTo>
                  <a:pt x="1302036" y="14616"/>
                  <a:pt x="1301098" y="12330"/>
                  <a:pt x="1301098" y="9568"/>
                </a:cubicBezTo>
                <a:cubicBezTo>
                  <a:pt x="1301098" y="6806"/>
                  <a:pt x="1302036" y="4521"/>
                  <a:pt x="1303910" y="2713"/>
                </a:cubicBezTo>
                <a:cubicBezTo>
                  <a:pt x="1305784" y="904"/>
                  <a:pt x="1308267" y="0"/>
                  <a:pt x="1311357" y="0"/>
                </a:cubicBezTo>
                <a:cubicBezTo>
                  <a:pt x="1314448" y="0"/>
                  <a:pt x="1316947" y="904"/>
                  <a:pt x="1318854" y="2713"/>
                </a:cubicBezTo>
                <a:cubicBezTo>
                  <a:pt x="1320761" y="4521"/>
                  <a:pt x="1321715" y="6806"/>
                  <a:pt x="1321715" y="9568"/>
                </a:cubicBezTo>
                <a:cubicBezTo>
                  <a:pt x="1321715" y="12330"/>
                  <a:pt x="1320761" y="14616"/>
                  <a:pt x="1318854" y="16424"/>
                </a:cubicBezTo>
                <a:cubicBezTo>
                  <a:pt x="1316947" y="18232"/>
                  <a:pt x="1314448" y="19137"/>
                  <a:pt x="1311357" y="19137"/>
                </a:cubicBezTo>
                <a:close/>
                <a:moveTo>
                  <a:pt x="1392832" y="138100"/>
                </a:moveTo>
                <a:cubicBezTo>
                  <a:pt x="1383428" y="138100"/>
                  <a:pt x="1375372" y="136052"/>
                  <a:pt x="1368664" y="131956"/>
                </a:cubicBezTo>
                <a:cubicBezTo>
                  <a:pt x="1361956" y="127859"/>
                  <a:pt x="1356843" y="122001"/>
                  <a:pt x="1353325" y="114383"/>
                </a:cubicBezTo>
                <a:cubicBezTo>
                  <a:pt x="1349807" y="106764"/>
                  <a:pt x="1348048" y="97707"/>
                  <a:pt x="1348048" y="87210"/>
                </a:cubicBezTo>
                <a:cubicBezTo>
                  <a:pt x="1348048" y="76443"/>
                  <a:pt x="1349807" y="67217"/>
                  <a:pt x="1353325" y="59531"/>
                </a:cubicBezTo>
                <a:cubicBezTo>
                  <a:pt x="1356843" y="51845"/>
                  <a:pt x="1361956" y="45937"/>
                  <a:pt x="1368664" y="41806"/>
                </a:cubicBezTo>
                <a:cubicBezTo>
                  <a:pt x="1375372" y="37675"/>
                  <a:pt x="1383428" y="35610"/>
                  <a:pt x="1392832" y="35610"/>
                </a:cubicBezTo>
                <a:cubicBezTo>
                  <a:pt x="1402433" y="35610"/>
                  <a:pt x="1410637" y="37675"/>
                  <a:pt x="1417443" y="41806"/>
                </a:cubicBezTo>
                <a:cubicBezTo>
                  <a:pt x="1424249" y="45937"/>
                  <a:pt x="1429477" y="51845"/>
                  <a:pt x="1433127" y="59531"/>
                </a:cubicBezTo>
                <a:cubicBezTo>
                  <a:pt x="1436777" y="67217"/>
                  <a:pt x="1438602" y="76443"/>
                  <a:pt x="1438602" y="87210"/>
                </a:cubicBezTo>
                <a:cubicBezTo>
                  <a:pt x="1438602" y="97707"/>
                  <a:pt x="1436777" y="106764"/>
                  <a:pt x="1433127" y="114383"/>
                </a:cubicBezTo>
                <a:cubicBezTo>
                  <a:pt x="1429477" y="122001"/>
                  <a:pt x="1424249" y="127859"/>
                  <a:pt x="1417443" y="131956"/>
                </a:cubicBezTo>
                <a:cubicBezTo>
                  <a:pt x="1410637" y="136052"/>
                  <a:pt x="1402433" y="138100"/>
                  <a:pt x="1392832" y="138100"/>
                </a:cubicBezTo>
                <a:moveTo>
                  <a:pt x="1392832" y="124981"/>
                </a:moveTo>
                <a:cubicBezTo>
                  <a:pt x="1399934" y="124981"/>
                  <a:pt x="1405589" y="123356"/>
                  <a:pt x="1409798" y="120107"/>
                </a:cubicBezTo>
                <a:cubicBezTo>
                  <a:pt x="1414007" y="116856"/>
                  <a:pt x="1417032" y="112374"/>
                  <a:pt x="1418873" y="106661"/>
                </a:cubicBezTo>
                <a:cubicBezTo>
                  <a:pt x="1420715" y="100948"/>
                  <a:pt x="1421635" y="94466"/>
                  <a:pt x="1421635" y="87216"/>
                </a:cubicBezTo>
                <a:cubicBezTo>
                  <a:pt x="1421635" y="79826"/>
                  <a:pt x="1420715" y="73223"/>
                  <a:pt x="1418873" y="67407"/>
                </a:cubicBezTo>
                <a:cubicBezTo>
                  <a:pt x="1417032" y="61591"/>
                  <a:pt x="1414007" y="57025"/>
                  <a:pt x="1409798" y="53708"/>
                </a:cubicBezTo>
                <a:cubicBezTo>
                  <a:pt x="1405589" y="50389"/>
                  <a:pt x="1399934" y="48730"/>
                  <a:pt x="1392832" y="48730"/>
                </a:cubicBezTo>
                <a:cubicBezTo>
                  <a:pt x="1385927" y="48730"/>
                  <a:pt x="1380452" y="50389"/>
                  <a:pt x="1376408" y="53708"/>
                </a:cubicBezTo>
                <a:cubicBezTo>
                  <a:pt x="1372363" y="57025"/>
                  <a:pt x="1369453" y="61591"/>
                  <a:pt x="1367678" y="67407"/>
                </a:cubicBezTo>
                <a:cubicBezTo>
                  <a:pt x="1365902" y="73223"/>
                  <a:pt x="1365014" y="79826"/>
                  <a:pt x="1365014" y="87216"/>
                </a:cubicBezTo>
                <a:cubicBezTo>
                  <a:pt x="1365014" y="94466"/>
                  <a:pt x="1365902" y="100948"/>
                  <a:pt x="1367678" y="106661"/>
                </a:cubicBezTo>
                <a:cubicBezTo>
                  <a:pt x="1369453" y="112374"/>
                  <a:pt x="1372363" y="116856"/>
                  <a:pt x="1376408" y="120107"/>
                </a:cubicBezTo>
                <a:cubicBezTo>
                  <a:pt x="1380452" y="123356"/>
                  <a:pt x="1385927" y="124981"/>
                  <a:pt x="1392832" y="124981"/>
                </a:cubicBezTo>
                <a:close/>
                <a:moveTo>
                  <a:pt x="1466806" y="136324"/>
                </a:moveTo>
                <a:lnTo>
                  <a:pt x="1466806" y="37287"/>
                </a:lnTo>
                <a:lnTo>
                  <a:pt x="1482589" y="37287"/>
                </a:lnTo>
                <a:lnTo>
                  <a:pt x="1483181" y="51788"/>
                </a:lnTo>
                <a:cubicBezTo>
                  <a:pt x="1486140" y="47908"/>
                  <a:pt x="1490382" y="44241"/>
                  <a:pt x="1495906" y="40789"/>
                </a:cubicBezTo>
                <a:cubicBezTo>
                  <a:pt x="1501430" y="37336"/>
                  <a:pt x="1508499" y="35610"/>
                  <a:pt x="1517114" y="35610"/>
                </a:cubicBezTo>
                <a:cubicBezTo>
                  <a:pt x="1527636" y="35610"/>
                  <a:pt x="1535297" y="38821"/>
                  <a:pt x="1540098" y="45243"/>
                </a:cubicBezTo>
                <a:cubicBezTo>
                  <a:pt x="1544899" y="51665"/>
                  <a:pt x="1547299" y="60687"/>
                  <a:pt x="1547299" y="72308"/>
                </a:cubicBezTo>
                <a:lnTo>
                  <a:pt x="1547299" y="136324"/>
                </a:lnTo>
                <a:lnTo>
                  <a:pt x="1530826" y="136324"/>
                </a:lnTo>
                <a:lnTo>
                  <a:pt x="1530826" y="74426"/>
                </a:lnTo>
                <a:cubicBezTo>
                  <a:pt x="1530826" y="69574"/>
                  <a:pt x="1530332" y="65270"/>
                  <a:pt x="1529346" y="61513"/>
                </a:cubicBezTo>
                <a:cubicBezTo>
                  <a:pt x="1528360" y="57754"/>
                  <a:pt x="1526600" y="54799"/>
                  <a:pt x="1524069" y="52648"/>
                </a:cubicBezTo>
                <a:cubicBezTo>
                  <a:pt x="1521537" y="50496"/>
                  <a:pt x="1517871" y="49420"/>
                  <a:pt x="1513070" y="49420"/>
                </a:cubicBezTo>
                <a:cubicBezTo>
                  <a:pt x="1505902" y="49420"/>
                  <a:pt x="1499885" y="51111"/>
                  <a:pt x="1495018" y="54494"/>
                </a:cubicBezTo>
                <a:cubicBezTo>
                  <a:pt x="1490152" y="57875"/>
                  <a:pt x="1486239" y="61581"/>
                  <a:pt x="1483280" y="65613"/>
                </a:cubicBezTo>
                <a:lnTo>
                  <a:pt x="1483280" y="136324"/>
                </a:lnTo>
                <a:lnTo>
                  <a:pt x="1466806" y="1363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" name="Text OutputPerturbation">
            <a:extLst xmlns:a="http://schemas.openxmlformats.org/drawingml/2006/main">
              <a:ext uri="{FF2B5EF4-FFF2-40B4-BE49-F238E27FC236}">
                <a16:creationId xmlns:a16="http://schemas.microsoft.com/office/drawing/2014/main" id="{B54B56F1-38F8-4974-BE84-98D3E9918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1442" y="3822759"/>
            <a:ext cx="1711014" cy="171460"/>
          </a:xfrm>
          <a:custGeom xmlns:a="http://schemas.openxmlformats.org/drawingml/2006/main">
            <a:pathLst>
              <a:path w="1711014" h="171460">
                <a:moveTo>
                  <a:pt x="63263" y="137956"/>
                </a:moveTo>
                <a:cubicBezTo>
                  <a:pt x="49401" y="137956"/>
                  <a:pt x="37774" y="135066"/>
                  <a:pt x="28380" y="129285"/>
                </a:cubicBezTo>
                <a:cubicBezTo>
                  <a:pt x="18985" y="123504"/>
                  <a:pt x="11907" y="115522"/>
                  <a:pt x="7144" y="105339"/>
                </a:cubicBezTo>
                <a:cubicBezTo>
                  <a:pt x="2381" y="95157"/>
                  <a:pt x="0" y="83365"/>
                  <a:pt x="0" y="69964"/>
                </a:cubicBezTo>
                <a:cubicBezTo>
                  <a:pt x="0" y="56562"/>
                  <a:pt x="2381" y="44737"/>
                  <a:pt x="7144" y="34489"/>
                </a:cubicBezTo>
                <a:cubicBezTo>
                  <a:pt x="11907" y="24241"/>
                  <a:pt x="18985" y="16226"/>
                  <a:pt x="28380" y="10445"/>
                </a:cubicBezTo>
                <a:cubicBezTo>
                  <a:pt x="37774" y="4664"/>
                  <a:pt x="49401" y="1774"/>
                  <a:pt x="63263" y="1774"/>
                </a:cubicBezTo>
                <a:cubicBezTo>
                  <a:pt x="77124" y="1774"/>
                  <a:pt x="88719" y="4664"/>
                  <a:pt x="98048" y="10445"/>
                </a:cubicBezTo>
                <a:cubicBezTo>
                  <a:pt x="107376" y="16226"/>
                  <a:pt x="114422" y="24241"/>
                  <a:pt x="119184" y="34489"/>
                </a:cubicBezTo>
                <a:cubicBezTo>
                  <a:pt x="123947" y="44737"/>
                  <a:pt x="126329" y="56562"/>
                  <a:pt x="126329" y="69964"/>
                </a:cubicBezTo>
                <a:cubicBezTo>
                  <a:pt x="126329" y="83365"/>
                  <a:pt x="123947" y="95157"/>
                  <a:pt x="119184" y="105339"/>
                </a:cubicBezTo>
                <a:cubicBezTo>
                  <a:pt x="114422" y="115522"/>
                  <a:pt x="107376" y="123504"/>
                  <a:pt x="98048" y="129285"/>
                </a:cubicBezTo>
                <a:cubicBezTo>
                  <a:pt x="88719" y="135066"/>
                  <a:pt x="77124" y="137956"/>
                  <a:pt x="63263" y="137956"/>
                </a:cubicBezTo>
                <a:moveTo>
                  <a:pt x="63263" y="123471"/>
                </a:moveTo>
                <a:cubicBezTo>
                  <a:pt x="73905" y="123471"/>
                  <a:pt x="82511" y="121073"/>
                  <a:pt x="89080" y="116277"/>
                </a:cubicBezTo>
                <a:cubicBezTo>
                  <a:pt x="95650" y="111482"/>
                  <a:pt x="100462" y="105027"/>
                  <a:pt x="103516" y="96914"/>
                </a:cubicBezTo>
                <a:cubicBezTo>
                  <a:pt x="106571" y="88801"/>
                  <a:pt x="108099" y="79818"/>
                  <a:pt x="108099" y="69964"/>
                </a:cubicBezTo>
                <a:cubicBezTo>
                  <a:pt x="108099" y="60044"/>
                  <a:pt x="106571" y="51027"/>
                  <a:pt x="103516" y="42914"/>
                </a:cubicBezTo>
                <a:cubicBezTo>
                  <a:pt x="100462" y="34801"/>
                  <a:pt x="95650" y="28330"/>
                  <a:pt x="89080" y="23502"/>
                </a:cubicBezTo>
                <a:cubicBezTo>
                  <a:pt x="82511" y="18673"/>
                  <a:pt x="73905" y="16259"/>
                  <a:pt x="63263" y="16259"/>
                </a:cubicBezTo>
                <a:cubicBezTo>
                  <a:pt x="52620" y="16259"/>
                  <a:pt x="43998" y="18673"/>
                  <a:pt x="37396" y="23502"/>
                </a:cubicBezTo>
                <a:cubicBezTo>
                  <a:pt x="30794" y="28330"/>
                  <a:pt x="25982" y="34801"/>
                  <a:pt x="22960" y="42914"/>
                </a:cubicBezTo>
                <a:cubicBezTo>
                  <a:pt x="19938" y="51027"/>
                  <a:pt x="18427" y="60044"/>
                  <a:pt x="18427" y="69964"/>
                </a:cubicBezTo>
                <a:cubicBezTo>
                  <a:pt x="18427" y="79818"/>
                  <a:pt x="19938" y="88801"/>
                  <a:pt x="22960" y="96914"/>
                </a:cubicBezTo>
                <a:cubicBezTo>
                  <a:pt x="25982" y="105027"/>
                  <a:pt x="30794" y="111482"/>
                  <a:pt x="37396" y="116277"/>
                </a:cubicBezTo>
                <a:cubicBezTo>
                  <a:pt x="43998" y="121073"/>
                  <a:pt x="52620" y="123471"/>
                  <a:pt x="63263" y="123471"/>
                </a:cubicBezTo>
                <a:close/>
                <a:moveTo>
                  <a:pt x="186828" y="137956"/>
                </a:moveTo>
                <a:cubicBezTo>
                  <a:pt x="175726" y="137956"/>
                  <a:pt x="167711" y="134766"/>
                  <a:pt x="162784" y="128386"/>
                </a:cubicBezTo>
                <a:cubicBezTo>
                  <a:pt x="157857" y="122003"/>
                  <a:pt x="155394" y="113211"/>
                  <a:pt x="155394" y="102011"/>
                </a:cubicBezTo>
                <a:lnTo>
                  <a:pt x="155394" y="37248"/>
                </a:lnTo>
                <a:lnTo>
                  <a:pt x="171948" y="37248"/>
                </a:lnTo>
                <a:lnTo>
                  <a:pt x="171948" y="100024"/>
                </a:lnTo>
                <a:cubicBezTo>
                  <a:pt x="171948" y="104531"/>
                  <a:pt x="172441" y="108558"/>
                  <a:pt x="173426" y="112108"/>
                </a:cubicBezTo>
                <a:cubicBezTo>
                  <a:pt x="174412" y="115657"/>
                  <a:pt x="176284" y="118423"/>
                  <a:pt x="179043" y="120404"/>
                </a:cubicBezTo>
                <a:cubicBezTo>
                  <a:pt x="181802" y="122383"/>
                  <a:pt x="185777" y="123372"/>
                  <a:pt x="190967" y="123372"/>
                </a:cubicBezTo>
                <a:cubicBezTo>
                  <a:pt x="198193" y="123372"/>
                  <a:pt x="204237" y="121819"/>
                  <a:pt x="209098" y="118713"/>
                </a:cubicBezTo>
                <a:cubicBezTo>
                  <a:pt x="213959" y="115607"/>
                  <a:pt x="217868" y="112005"/>
                  <a:pt x="220824" y="107908"/>
                </a:cubicBezTo>
                <a:lnTo>
                  <a:pt x="220824" y="37248"/>
                </a:lnTo>
                <a:lnTo>
                  <a:pt x="237379" y="37248"/>
                </a:lnTo>
                <a:lnTo>
                  <a:pt x="237379" y="136183"/>
                </a:lnTo>
                <a:lnTo>
                  <a:pt x="221514" y="136183"/>
                </a:lnTo>
                <a:lnTo>
                  <a:pt x="221021" y="121697"/>
                </a:lnTo>
                <a:cubicBezTo>
                  <a:pt x="217934" y="125507"/>
                  <a:pt x="213582" y="129170"/>
                  <a:pt x="207965" y="132684"/>
                </a:cubicBezTo>
                <a:cubicBezTo>
                  <a:pt x="202348" y="136199"/>
                  <a:pt x="195302" y="137956"/>
                  <a:pt x="186828" y="137956"/>
                </a:cubicBezTo>
                <a:close/>
                <a:moveTo>
                  <a:pt x="295566" y="136183"/>
                </a:moveTo>
                <a:cubicBezTo>
                  <a:pt x="287814" y="136183"/>
                  <a:pt x="281869" y="134907"/>
                  <a:pt x="277730" y="132355"/>
                </a:cubicBezTo>
                <a:cubicBezTo>
                  <a:pt x="273592" y="129803"/>
                  <a:pt x="270750" y="126129"/>
                  <a:pt x="269207" y="121334"/>
                </a:cubicBezTo>
                <a:cubicBezTo>
                  <a:pt x="267663" y="116536"/>
                  <a:pt x="266891" y="110769"/>
                  <a:pt x="266891" y="104034"/>
                </a:cubicBezTo>
                <a:lnTo>
                  <a:pt x="266891" y="50551"/>
                </a:lnTo>
                <a:lnTo>
                  <a:pt x="250829" y="50551"/>
                </a:lnTo>
                <a:lnTo>
                  <a:pt x="250829" y="37248"/>
                </a:lnTo>
                <a:lnTo>
                  <a:pt x="266891" y="37248"/>
                </a:lnTo>
                <a:lnTo>
                  <a:pt x="266891" y="15274"/>
                </a:lnTo>
                <a:lnTo>
                  <a:pt x="283249" y="15274"/>
                </a:lnTo>
                <a:lnTo>
                  <a:pt x="283249" y="37248"/>
                </a:lnTo>
                <a:lnTo>
                  <a:pt x="306898" y="37248"/>
                </a:lnTo>
                <a:lnTo>
                  <a:pt x="306898" y="50551"/>
                </a:lnTo>
                <a:lnTo>
                  <a:pt x="283249" y="50551"/>
                </a:lnTo>
                <a:lnTo>
                  <a:pt x="283249" y="103566"/>
                </a:lnTo>
                <a:cubicBezTo>
                  <a:pt x="283249" y="109798"/>
                  <a:pt x="284021" y="114576"/>
                  <a:pt x="285564" y="117897"/>
                </a:cubicBezTo>
                <a:cubicBezTo>
                  <a:pt x="287108" y="121219"/>
                  <a:pt x="290803" y="122880"/>
                  <a:pt x="296650" y="122880"/>
                </a:cubicBezTo>
                <a:lnTo>
                  <a:pt x="307095" y="122880"/>
                </a:lnTo>
                <a:lnTo>
                  <a:pt x="307095" y="136183"/>
                </a:lnTo>
                <a:lnTo>
                  <a:pt x="295566" y="136183"/>
                </a:lnTo>
                <a:close/>
                <a:moveTo>
                  <a:pt x="332761" y="171460"/>
                </a:moveTo>
                <a:lnTo>
                  <a:pt x="332761" y="37248"/>
                </a:lnTo>
                <a:lnTo>
                  <a:pt x="348725" y="37248"/>
                </a:lnTo>
                <a:lnTo>
                  <a:pt x="349217" y="52916"/>
                </a:lnTo>
                <a:cubicBezTo>
                  <a:pt x="352634" y="47792"/>
                  <a:pt x="357051" y="43620"/>
                  <a:pt x="362471" y="40401"/>
                </a:cubicBezTo>
                <a:cubicBezTo>
                  <a:pt x="367891" y="37183"/>
                  <a:pt x="374181" y="35573"/>
                  <a:pt x="381342" y="35573"/>
                </a:cubicBezTo>
                <a:cubicBezTo>
                  <a:pt x="389225" y="35573"/>
                  <a:pt x="396024" y="37484"/>
                  <a:pt x="401739" y="41307"/>
                </a:cubicBezTo>
                <a:cubicBezTo>
                  <a:pt x="407455" y="45129"/>
                  <a:pt x="411873" y="50829"/>
                  <a:pt x="414993" y="58407"/>
                </a:cubicBezTo>
                <a:cubicBezTo>
                  <a:pt x="418114" y="65982"/>
                  <a:pt x="419674" y="75418"/>
                  <a:pt x="419674" y="86715"/>
                </a:cubicBezTo>
                <a:cubicBezTo>
                  <a:pt x="419674" y="97877"/>
                  <a:pt x="418015" y="107263"/>
                  <a:pt x="414697" y="114873"/>
                </a:cubicBezTo>
                <a:cubicBezTo>
                  <a:pt x="411380" y="122483"/>
                  <a:pt x="406699" y="128234"/>
                  <a:pt x="400655" y="132124"/>
                </a:cubicBezTo>
                <a:cubicBezTo>
                  <a:pt x="394612" y="136012"/>
                  <a:pt x="387517" y="137956"/>
                  <a:pt x="379371" y="137956"/>
                </a:cubicBezTo>
                <a:cubicBezTo>
                  <a:pt x="372539" y="137956"/>
                  <a:pt x="366561" y="136593"/>
                  <a:pt x="361436" y="133867"/>
                </a:cubicBezTo>
                <a:cubicBezTo>
                  <a:pt x="356312" y="131141"/>
                  <a:pt x="352207" y="127413"/>
                  <a:pt x="349119" y="122683"/>
                </a:cubicBezTo>
                <a:lnTo>
                  <a:pt x="349119" y="171460"/>
                </a:lnTo>
                <a:lnTo>
                  <a:pt x="332761" y="171460"/>
                </a:lnTo>
                <a:moveTo>
                  <a:pt x="376316" y="124456"/>
                </a:moveTo>
                <a:cubicBezTo>
                  <a:pt x="385053" y="124456"/>
                  <a:pt x="391639" y="121192"/>
                  <a:pt x="396073" y="114664"/>
                </a:cubicBezTo>
                <a:cubicBezTo>
                  <a:pt x="400508" y="108134"/>
                  <a:pt x="402725" y="98818"/>
                  <a:pt x="402725" y="86718"/>
                </a:cubicBezTo>
                <a:cubicBezTo>
                  <a:pt x="402725" y="74479"/>
                  <a:pt x="400655" y="65113"/>
                  <a:pt x="396517" y="58619"/>
                </a:cubicBezTo>
                <a:cubicBezTo>
                  <a:pt x="392378" y="52124"/>
                  <a:pt x="386301" y="48876"/>
                  <a:pt x="378287" y="48876"/>
                </a:cubicBezTo>
                <a:cubicBezTo>
                  <a:pt x="371258" y="48876"/>
                  <a:pt x="365329" y="50824"/>
                  <a:pt x="360500" y="54721"/>
                </a:cubicBezTo>
                <a:cubicBezTo>
                  <a:pt x="355672" y="58617"/>
                  <a:pt x="351911" y="63163"/>
                  <a:pt x="349217" y="68359"/>
                </a:cubicBezTo>
                <a:lnTo>
                  <a:pt x="349217" y="106919"/>
                </a:lnTo>
                <a:cubicBezTo>
                  <a:pt x="351845" y="112115"/>
                  <a:pt x="355393" y="116337"/>
                  <a:pt x="359860" y="119585"/>
                </a:cubicBezTo>
                <a:cubicBezTo>
                  <a:pt x="364327" y="122832"/>
                  <a:pt x="369812" y="124456"/>
                  <a:pt x="376316" y="124456"/>
                </a:cubicBezTo>
                <a:close/>
                <a:moveTo>
                  <a:pt x="476426" y="137956"/>
                </a:moveTo>
                <a:cubicBezTo>
                  <a:pt x="465324" y="137956"/>
                  <a:pt x="457309" y="134766"/>
                  <a:pt x="452382" y="128386"/>
                </a:cubicBezTo>
                <a:cubicBezTo>
                  <a:pt x="447455" y="122003"/>
                  <a:pt x="444991" y="113211"/>
                  <a:pt x="444991" y="102011"/>
                </a:cubicBezTo>
                <a:lnTo>
                  <a:pt x="444991" y="37248"/>
                </a:lnTo>
                <a:lnTo>
                  <a:pt x="461546" y="37248"/>
                </a:lnTo>
                <a:lnTo>
                  <a:pt x="461546" y="100024"/>
                </a:lnTo>
                <a:cubicBezTo>
                  <a:pt x="461546" y="104531"/>
                  <a:pt x="462039" y="108558"/>
                  <a:pt x="463024" y="112108"/>
                </a:cubicBezTo>
                <a:cubicBezTo>
                  <a:pt x="464010" y="115657"/>
                  <a:pt x="465882" y="118423"/>
                  <a:pt x="468641" y="120404"/>
                </a:cubicBezTo>
                <a:cubicBezTo>
                  <a:pt x="471400" y="122383"/>
                  <a:pt x="475375" y="123372"/>
                  <a:pt x="480564" y="123372"/>
                </a:cubicBezTo>
                <a:cubicBezTo>
                  <a:pt x="487791" y="123372"/>
                  <a:pt x="493835" y="121819"/>
                  <a:pt x="498696" y="118713"/>
                </a:cubicBezTo>
                <a:cubicBezTo>
                  <a:pt x="503557" y="115607"/>
                  <a:pt x="507466" y="112005"/>
                  <a:pt x="510422" y="107908"/>
                </a:cubicBezTo>
                <a:lnTo>
                  <a:pt x="510422" y="37248"/>
                </a:lnTo>
                <a:lnTo>
                  <a:pt x="526977" y="37248"/>
                </a:lnTo>
                <a:lnTo>
                  <a:pt x="526977" y="136183"/>
                </a:lnTo>
                <a:lnTo>
                  <a:pt x="511112" y="136183"/>
                </a:lnTo>
                <a:lnTo>
                  <a:pt x="510619" y="121697"/>
                </a:lnTo>
                <a:cubicBezTo>
                  <a:pt x="507532" y="125507"/>
                  <a:pt x="503179" y="129170"/>
                  <a:pt x="497563" y="132684"/>
                </a:cubicBezTo>
                <a:cubicBezTo>
                  <a:pt x="491946" y="136199"/>
                  <a:pt x="484900" y="137956"/>
                  <a:pt x="476426" y="137956"/>
                </a:cubicBezTo>
                <a:close/>
                <a:moveTo>
                  <a:pt x="591622" y="136183"/>
                </a:moveTo>
                <a:cubicBezTo>
                  <a:pt x="583870" y="136183"/>
                  <a:pt x="577925" y="134907"/>
                  <a:pt x="573786" y="132355"/>
                </a:cubicBezTo>
                <a:cubicBezTo>
                  <a:pt x="569647" y="129803"/>
                  <a:pt x="566806" y="126129"/>
                  <a:pt x="565262" y="121334"/>
                </a:cubicBezTo>
                <a:cubicBezTo>
                  <a:pt x="563718" y="116536"/>
                  <a:pt x="562947" y="110769"/>
                  <a:pt x="562947" y="104034"/>
                </a:cubicBezTo>
                <a:lnTo>
                  <a:pt x="562947" y="50551"/>
                </a:lnTo>
                <a:lnTo>
                  <a:pt x="546885" y="50551"/>
                </a:lnTo>
                <a:lnTo>
                  <a:pt x="546885" y="37248"/>
                </a:lnTo>
                <a:lnTo>
                  <a:pt x="562947" y="37248"/>
                </a:lnTo>
                <a:lnTo>
                  <a:pt x="562947" y="15274"/>
                </a:lnTo>
                <a:lnTo>
                  <a:pt x="579304" y="15274"/>
                </a:lnTo>
                <a:lnTo>
                  <a:pt x="579304" y="37248"/>
                </a:lnTo>
                <a:lnTo>
                  <a:pt x="602954" y="37248"/>
                </a:lnTo>
                <a:lnTo>
                  <a:pt x="602954" y="50551"/>
                </a:lnTo>
                <a:lnTo>
                  <a:pt x="579304" y="50551"/>
                </a:lnTo>
                <a:lnTo>
                  <a:pt x="579304" y="103566"/>
                </a:lnTo>
                <a:cubicBezTo>
                  <a:pt x="579304" y="109798"/>
                  <a:pt x="580076" y="114576"/>
                  <a:pt x="581620" y="117897"/>
                </a:cubicBezTo>
                <a:cubicBezTo>
                  <a:pt x="583164" y="121219"/>
                  <a:pt x="586859" y="122880"/>
                  <a:pt x="592706" y="122880"/>
                </a:cubicBezTo>
                <a:lnTo>
                  <a:pt x="603151" y="122880"/>
                </a:lnTo>
                <a:lnTo>
                  <a:pt x="603151" y="136183"/>
                </a:lnTo>
                <a:lnTo>
                  <a:pt x="591622" y="136183"/>
                </a:lnTo>
                <a:close/>
                <a:moveTo>
                  <a:pt x="661980" y="136183"/>
                </a:moveTo>
                <a:lnTo>
                  <a:pt x="661980" y="3547"/>
                </a:lnTo>
                <a:lnTo>
                  <a:pt x="709870" y="3547"/>
                </a:lnTo>
                <a:cubicBezTo>
                  <a:pt x="718082" y="3547"/>
                  <a:pt x="725473" y="5106"/>
                  <a:pt x="732042" y="8222"/>
                </a:cubicBezTo>
                <a:cubicBezTo>
                  <a:pt x="738611" y="11338"/>
                  <a:pt x="743801" y="15932"/>
                  <a:pt x="747611" y="22002"/>
                </a:cubicBezTo>
                <a:cubicBezTo>
                  <a:pt x="751421" y="28071"/>
                  <a:pt x="753327" y="35501"/>
                  <a:pt x="753327" y="44294"/>
                </a:cubicBezTo>
                <a:cubicBezTo>
                  <a:pt x="753327" y="52889"/>
                  <a:pt x="751421" y="60107"/>
                  <a:pt x="747611" y="65948"/>
                </a:cubicBezTo>
                <a:cubicBezTo>
                  <a:pt x="743801" y="71787"/>
                  <a:pt x="738611" y="76215"/>
                  <a:pt x="732042" y="79232"/>
                </a:cubicBezTo>
                <a:cubicBezTo>
                  <a:pt x="725473" y="82250"/>
                  <a:pt x="718082" y="83759"/>
                  <a:pt x="709870" y="83759"/>
                </a:cubicBezTo>
                <a:lnTo>
                  <a:pt x="679717" y="83759"/>
                </a:lnTo>
                <a:lnTo>
                  <a:pt x="679717" y="136183"/>
                </a:lnTo>
                <a:lnTo>
                  <a:pt x="661980" y="136183"/>
                </a:lnTo>
                <a:moveTo>
                  <a:pt x="679717" y="69077"/>
                </a:moveTo>
                <a:lnTo>
                  <a:pt x="708491" y="69077"/>
                </a:lnTo>
                <a:cubicBezTo>
                  <a:pt x="716505" y="69077"/>
                  <a:pt x="722993" y="67028"/>
                  <a:pt x="727952" y="62930"/>
                </a:cubicBezTo>
                <a:cubicBezTo>
                  <a:pt x="732912" y="58833"/>
                  <a:pt x="735392" y="52620"/>
                  <a:pt x="735392" y="44294"/>
                </a:cubicBezTo>
                <a:cubicBezTo>
                  <a:pt x="735392" y="35376"/>
                  <a:pt x="732896" y="28786"/>
                  <a:pt x="727903" y="24524"/>
                </a:cubicBezTo>
                <a:cubicBezTo>
                  <a:pt x="722910" y="20262"/>
                  <a:pt x="716440" y="18131"/>
                  <a:pt x="708491" y="18131"/>
                </a:cubicBezTo>
                <a:lnTo>
                  <a:pt x="679717" y="18131"/>
                </a:lnTo>
                <a:lnTo>
                  <a:pt x="679717" y="69077"/>
                </a:lnTo>
                <a:close/>
                <a:moveTo>
                  <a:pt x="813829" y="137956"/>
                </a:moveTo>
                <a:cubicBezTo>
                  <a:pt x="803383" y="137956"/>
                  <a:pt x="794827" y="135707"/>
                  <a:pt x="788159" y="131209"/>
                </a:cubicBezTo>
                <a:cubicBezTo>
                  <a:pt x="781491" y="126709"/>
                  <a:pt x="776548" y="120588"/>
                  <a:pt x="773329" y="112844"/>
                </a:cubicBezTo>
                <a:cubicBezTo>
                  <a:pt x="770110" y="105098"/>
                  <a:pt x="768500" y="96389"/>
                  <a:pt x="768500" y="86715"/>
                </a:cubicBezTo>
                <a:cubicBezTo>
                  <a:pt x="768500" y="76636"/>
                  <a:pt x="770060" y="67757"/>
                  <a:pt x="773181" y="60079"/>
                </a:cubicBezTo>
                <a:cubicBezTo>
                  <a:pt x="776301" y="52401"/>
                  <a:pt x="781064" y="46397"/>
                  <a:pt x="787469" y="42067"/>
                </a:cubicBezTo>
                <a:cubicBezTo>
                  <a:pt x="793874" y="37738"/>
                  <a:pt x="802004" y="35573"/>
                  <a:pt x="811858" y="35573"/>
                </a:cubicBezTo>
                <a:cubicBezTo>
                  <a:pt x="824931" y="35573"/>
                  <a:pt x="835179" y="39627"/>
                  <a:pt x="842602" y="47733"/>
                </a:cubicBezTo>
                <a:cubicBezTo>
                  <a:pt x="850026" y="55838"/>
                  <a:pt x="853737" y="67491"/>
                  <a:pt x="853737" y="82691"/>
                </a:cubicBezTo>
                <a:cubicBezTo>
                  <a:pt x="853737" y="83705"/>
                  <a:pt x="853705" y="84905"/>
                  <a:pt x="853639" y="86290"/>
                </a:cubicBezTo>
                <a:cubicBezTo>
                  <a:pt x="853573" y="87674"/>
                  <a:pt x="853475" y="88670"/>
                  <a:pt x="853343" y="89277"/>
                </a:cubicBezTo>
                <a:lnTo>
                  <a:pt x="784956" y="89277"/>
                </a:lnTo>
                <a:cubicBezTo>
                  <a:pt x="785022" y="95785"/>
                  <a:pt x="786024" y="101762"/>
                  <a:pt x="787962" y="107209"/>
                </a:cubicBezTo>
                <a:cubicBezTo>
                  <a:pt x="789900" y="112655"/>
                  <a:pt x="792971" y="117023"/>
                  <a:pt x="797175" y="120311"/>
                </a:cubicBezTo>
                <a:cubicBezTo>
                  <a:pt x="801380" y="123600"/>
                  <a:pt x="806931" y="125245"/>
                  <a:pt x="813829" y="125245"/>
                </a:cubicBezTo>
                <a:cubicBezTo>
                  <a:pt x="821186" y="125245"/>
                  <a:pt x="826934" y="123432"/>
                  <a:pt x="831073" y="119806"/>
                </a:cubicBezTo>
                <a:cubicBezTo>
                  <a:pt x="835212" y="116181"/>
                  <a:pt x="837380" y="110950"/>
                  <a:pt x="837577" y="104114"/>
                </a:cubicBezTo>
                <a:lnTo>
                  <a:pt x="853836" y="104114"/>
                </a:lnTo>
                <a:cubicBezTo>
                  <a:pt x="853639" y="111092"/>
                  <a:pt x="851898" y="117105"/>
                  <a:pt x="848613" y="122153"/>
                </a:cubicBezTo>
                <a:cubicBezTo>
                  <a:pt x="845329" y="127201"/>
                  <a:pt x="840730" y="131097"/>
                  <a:pt x="834818" y="133842"/>
                </a:cubicBezTo>
                <a:cubicBezTo>
                  <a:pt x="828905" y="136585"/>
                  <a:pt x="821909" y="137956"/>
                  <a:pt x="813829" y="137956"/>
                </a:cubicBezTo>
                <a:moveTo>
                  <a:pt x="785055" y="77256"/>
                </a:moveTo>
                <a:lnTo>
                  <a:pt x="837478" y="77256"/>
                </a:lnTo>
                <a:cubicBezTo>
                  <a:pt x="837281" y="67843"/>
                  <a:pt x="834949" y="60645"/>
                  <a:pt x="830482" y="55663"/>
                </a:cubicBezTo>
                <a:cubicBezTo>
                  <a:pt x="826015" y="50678"/>
                  <a:pt x="819807" y="48186"/>
                  <a:pt x="811858" y="48186"/>
                </a:cubicBezTo>
                <a:cubicBezTo>
                  <a:pt x="803843" y="48186"/>
                  <a:pt x="797553" y="50661"/>
                  <a:pt x="792987" y="55611"/>
                </a:cubicBezTo>
                <a:cubicBezTo>
                  <a:pt x="788422" y="60558"/>
                  <a:pt x="785778" y="67773"/>
                  <a:pt x="785055" y="77256"/>
                </a:cubicBezTo>
                <a:close/>
                <a:moveTo>
                  <a:pt x="874825" y="136183"/>
                </a:moveTo>
                <a:lnTo>
                  <a:pt x="874825" y="37248"/>
                </a:lnTo>
                <a:lnTo>
                  <a:pt x="890296" y="37248"/>
                </a:lnTo>
                <a:lnTo>
                  <a:pt x="890887" y="53113"/>
                </a:lnTo>
                <a:cubicBezTo>
                  <a:pt x="893580" y="48120"/>
                  <a:pt x="897325" y="43949"/>
                  <a:pt x="902120" y="40599"/>
                </a:cubicBezTo>
                <a:cubicBezTo>
                  <a:pt x="906916" y="37248"/>
                  <a:pt x="913157" y="35573"/>
                  <a:pt x="920843" y="35573"/>
                </a:cubicBezTo>
                <a:lnTo>
                  <a:pt x="922814" y="35573"/>
                </a:lnTo>
                <a:lnTo>
                  <a:pt x="922814" y="50650"/>
                </a:lnTo>
                <a:lnTo>
                  <a:pt x="920547" y="50650"/>
                </a:lnTo>
                <a:cubicBezTo>
                  <a:pt x="915752" y="50650"/>
                  <a:pt x="911547" y="51300"/>
                  <a:pt x="907934" y="52602"/>
                </a:cubicBezTo>
                <a:cubicBezTo>
                  <a:pt x="904321" y="53902"/>
                  <a:pt x="901168" y="55698"/>
                  <a:pt x="898474" y="57991"/>
                </a:cubicBezTo>
                <a:cubicBezTo>
                  <a:pt x="895781" y="60284"/>
                  <a:pt x="893383" y="62936"/>
                  <a:pt x="891281" y="65948"/>
                </a:cubicBezTo>
                <a:lnTo>
                  <a:pt x="891281" y="136183"/>
                </a:lnTo>
                <a:lnTo>
                  <a:pt x="874825" y="136183"/>
                </a:lnTo>
                <a:close/>
                <a:moveTo>
                  <a:pt x="976072" y="136183"/>
                </a:moveTo>
                <a:cubicBezTo>
                  <a:pt x="968320" y="136183"/>
                  <a:pt x="962374" y="134907"/>
                  <a:pt x="958236" y="132355"/>
                </a:cubicBezTo>
                <a:cubicBezTo>
                  <a:pt x="954097" y="129803"/>
                  <a:pt x="951256" y="126129"/>
                  <a:pt x="949712" y="121334"/>
                </a:cubicBezTo>
                <a:cubicBezTo>
                  <a:pt x="948168" y="116536"/>
                  <a:pt x="947396" y="110769"/>
                  <a:pt x="947396" y="104034"/>
                </a:cubicBezTo>
                <a:lnTo>
                  <a:pt x="947396" y="50551"/>
                </a:lnTo>
                <a:lnTo>
                  <a:pt x="931334" y="50551"/>
                </a:lnTo>
                <a:lnTo>
                  <a:pt x="931334" y="37248"/>
                </a:lnTo>
                <a:lnTo>
                  <a:pt x="947396" y="37248"/>
                </a:lnTo>
                <a:lnTo>
                  <a:pt x="947396" y="15274"/>
                </a:lnTo>
                <a:lnTo>
                  <a:pt x="963754" y="15274"/>
                </a:lnTo>
                <a:lnTo>
                  <a:pt x="963754" y="37248"/>
                </a:lnTo>
                <a:lnTo>
                  <a:pt x="987404" y="37248"/>
                </a:lnTo>
                <a:lnTo>
                  <a:pt x="987404" y="50551"/>
                </a:lnTo>
                <a:lnTo>
                  <a:pt x="963754" y="50551"/>
                </a:lnTo>
                <a:lnTo>
                  <a:pt x="963754" y="103566"/>
                </a:lnTo>
                <a:cubicBezTo>
                  <a:pt x="963754" y="109798"/>
                  <a:pt x="964526" y="114576"/>
                  <a:pt x="966070" y="117897"/>
                </a:cubicBezTo>
                <a:cubicBezTo>
                  <a:pt x="967614" y="121219"/>
                  <a:pt x="971309" y="122880"/>
                  <a:pt x="977155" y="122880"/>
                </a:cubicBezTo>
                <a:lnTo>
                  <a:pt x="987601" y="122880"/>
                </a:lnTo>
                <a:lnTo>
                  <a:pt x="987601" y="136183"/>
                </a:lnTo>
                <a:lnTo>
                  <a:pt x="976072" y="136183"/>
                </a:lnTo>
                <a:close/>
                <a:moveTo>
                  <a:pt x="1037460" y="137956"/>
                </a:moveTo>
                <a:cubicBezTo>
                  <a:pt x="1026358" y="137956"/>
                  <a:pt x="1018343" y="134766"/>
                  <a:pt x="1013416" y="128386"/>
                </a:cubicBezTo>
                <a:cubicBezTo>
                  <a:pt x="1008489" y="122003"/>
                  <a:pt x="1006026" y="113211"/>
                  <a:pt x="1006026" y="102011"/>
                </a:cubicBezTo>
                <a:lnTo>
                  <a:pt x="1006026" y="37248"/>
                </a:lnTo>
                <a:lnTo>
                  <a:pt x="1022581" y="37248"/>
                </a:lnTo>
                <a:lnTo>
                  <a:pt x="1022581" y="100024"/>
                </a:lnTo>
                <a:cubicBezTo>
                  <a:pt x="1022581" y="104531"/>
                  <a:pt x="1023073" y="108558"/>
                  <a:pt x="1024059" y="112108"/>
                </a:cubicBezTo>
                <a:cubicBezTo>
                  <a:pt x="1025044" y="115657"/>
                  <a:pt x="1026916" y="118423"/>
                  <a:pt x="1029676" y="120404"/>
                </a:cubicBezTo>
                <a:cubicBezTo>
                  <a:pt x="1032435" y="122383"/>
                  <a:pt x="1036409" y="123372"/>
                  <a:pt x="1041599" y="123372"/>
                </a:cubicBezTo>
                <a:cubicBezTo>
                  <a:pt x="1048825" y="123372"/>
                  <a:pt x="1054869" y="121819"/>
                  <a:pt x="1059730" y="118713"/>
                </a:cubicBezTo>
                <a:cubicBezTo>
                  <a:pt x="1064592" y="115607"/>
                  <a:pt x="1068500" y="112005"/>
                  <a:pt x="1071457" y="107908"/>
                </a:cubicBezTo>
                <a:lnTo>
                  <a:pt x="1071457" y="37248"/>
                </a:lnTo>
                <a:lnTo>
                  <a:pt x="1088011" y="37248"/>
                </a:lnTo>
                <a:lnTo>
                  <a:pt x="1088011" y="136183"/>
                </a:lnTo>
                <a:lnTo>
                  <a:pt x="1072146" y="136183"/>
                </a:lnTo>
                <a:lnTo>
                  <a:pt x="1071654" y="121697"/>
                </a:lnTo>
                <a:cubicBezTo>
                  <a:pt x="1068566" y="125507"/>
                  <a:pt x="1064214" y="129170"/>
                  <a:pt x="1058597" y="132684"/>
                </a:cubicBezTo>
                <a:cubicBezTo>
                  <a:pt x="1052980" y="136199"/>
                  <a:pt x="1045935" y="137956"/>
                  <a:pt x="1037460" y="137956"/>
                </a:cubicBezTo>
                <a:close/>
                <a:moveTo>
                  <a:pt x="1120226" y="136183"/>
                </a:moveTo>
                <a:lnTo>
                  <a:pt x="1120226" y="37248"/>
                </a:lnTo>
                <a:lnTo>
                  <a:pt x="1135697" y="37248"/>
                </a:lnTo>
                <a:lnTo>
                  <a:pt x="1136288" y="53113"/>
                </a:lnTo>
                <a:cubicBezTo>
                  <a:pt x="1138982" y="48120"/>
                  <a:pt x="1142726" y="43949"/>
                  <a:pt x="1147522" y="40599"/>
                </a:cubicBezTo>
                <a:cubicBezTo>
                  <a:pt x="1152318" y="37248"/>
                  <a:pt x="1158558" y="35573"/>
                  <a:pt x="1166245" y="35573"/>
                </a:cubicBezTo>
                <a:lnTo>
                  <a:pt x="1168215" y="35573"/>
                </a:lnTo>
                <a:lnTo>
                  <a:pt x="1168215" y="50650"/>
                </a:lnTo>
                <a:lnTo>
                  <a:pt x="1165949" y="50650"/>
                </a:lnTo>
                <a:cubicBezTo>
                  <a:pt x="1161153" y="50650"/>
                  <a:pt x="1156949" y="51300"/>
                  <a:pt x="1153336" y="52602"/>
                </a:cubicBezTo>
                <a:cubicBezTo>
                  <a:pt x="1149723" y="53902"/>
                  <a:pt x="1146569" y="55698"/>
                  <a:pt x="1143876" y="57991"/>
                </a:cubicBezTo>
                <a:cubicBezTo>
                  <a:pt x="1141182" y="60284"/>
                  <a:pt x="1138785" y="62936"/>
                  <a:pt x="1136682" y="65948"/>
                </a:cubicBezTo>
                <a:lnTo>
                  <a:pt x="1136682" y="136183"/>
                </a:lnTo>
                <a:lnTo>
                  <a:pt x="1120226" y="136183"/>
                </a:lnTo>
                <a:close/>
                <a:moveTo>
                  <a:pt x="1236057" y="137956"/>
                </a:moveTo>
                <a:cubicBezTo>
                  <a:pt x="1228962" y="137956"/>
                  <a:pt x="1222918" y="136593"/>
                  <a:pt x="1217926" y="133867"/>
                </a:cubicBezTo>
                <a:cubicBezTo>
                  <a:pt x="1212933" y="131141"/>
                  <a:pt x="1208860" y="127380"/>
                  <a:pt x="1205707" y="122584"/>
                </a:cubicBezTo>
                <a:lnTo>
                  <a:pt x="1204820" y="136183"/>
                </a:lnTo>
                <a:lnTo>
                  <a:pt x="1189447" y="136183"/>
                </a:lnTo>
                <a:lnTo>
                  <a:pt x="1189447" y="3547"/>
                </a:lnTo>
                <a:lnTo>
                  <a:pt x="1205904" y="3547"/>
                </a:lnTo>
                <a:lnTo>
                  <a:pt x="1205904" y="52620"/>
                </a:lnTo>
                <a:cubicBezTo>
                  <a:pt x="1209254" y="47562"/>
                  <a:pt x="1213639" y="43456"/>
                  <a:pt x="1219059" y="40303"/>
                </a:cubicBezTo>
                <a:cubicBezTo>
                  <a:pt x="1224479" y="37150"/>
                  <a:pt x="1230834" y="35573"/>
                  <a:pt x="1238126" y="35573"/>
                </a:cubicBezTo>
                <a:cubicBezTo>
                  <a:pt x="1245944" y="35573"/>
                  <a:pt x="1252710" y="37484"/>
                  <a:pt x="1258426" y="41307"/>
                </a:cubicBezTo>
                <a:cubicBezTo>
                  <a:pt x="1264141" y="45129"/>
                  <a:pt x="1268559" y="50829"/>
                  <a:pt x="1271679" y="58407"/>
                </a:cubicBezTo>
                <a:cubicBezTo>
                  <a:pt x="1274800" y="65982"/>
                  <a:pt x="1276360" y="75418"/>
                  <a:pt x="1276360" y="86715"/>
                </a:cubicBezTo>
                <a:cubicBezTo>
                  <a:pt x="1276360" y="97943"/>
                  <a:pt x="1274701" y="107363"/>
                  <a:pt x="1271384" y="114975"/>
                </a:cubicBezTo>
                <a:cubicBezTo>
                  <a:pt x="1268066" y="122585"/>
                  <a:pt x="1263386" y="128318"/>
                  <a:pt x="1257342" y="132173"/>
                </a:cubicBezTo>
                <a:cubicBezTo>
                  <a:pt x="1251298" y="136029"/>
                  <a:pt x="1244203" y="137956"/>
                  <a:pt x="1236057" y="137956"/>
                </a:cubicBezTo>
                <a:moveTo>
                  <a:pt x="1233002" y="124456"/>
                </a:moveTo>
                <a:cubicBezTo>
                  <a:pt x="1241674" y="124456"/>
                  <a:pt x="1248243" y="121192"/>
                  <a:pt x="1252710" y="114664"/>
                </a:cubicBezTo>
                <a:cubicBezTo>
                  <a:pt x="1257177" y="108136"/>
                  <a:pt x="1259411" y="98889"/>
                  <a:pt x="1259411" y="86925"/>
                </a:cubicBezTo>
                <a:cubicBezTo>
                  <a:pt x="1259411" y="74620"/>
                  <a:pt x="1257325" y="65185"/>
                  <a:pt x="1253154" y="58622"/>
                </a:cubicBezTo>
                <a:cubicBezTo>
                  <a:pt x="1248982" y="52059"/>
                  <a:pt x="1242823" y="48777"/>
                  <a:pt x="1234677" y="48777"/>
                </a:cubicBezTo>
                <a:cubicBezTo>
                  <a:pt x="1227780" y="48777"/>
                  <a:pt x="1221949" y="50692"/>
                  <a:pt x="1217187" y="54520"/>
                </a:cubicBezTo>
                <a:cubicBezTo>
                  <a:pt x="1212424" y="58349"/>
                  <a:pt x="1208663" y="62998"/>
                  <a:pt x="1205904" y="68467"/>
                </a:cubicBezTo>
                <a:lnTo>
                  <a:pt x="1205904" y="106922"/>
                </a:lnTo>
                <a:cubicBezTo>
                  <a:pt x="1208466" y="111981"/>
                  <a:pt x="1211980" y="116168"/>
                  <a:pt x="1216448" y="119483"/>
                </a:cubicBezTo>
                <a:cubicBezTo>
                  <a:pt x="1220915" y="122799"/>
                  <a:pt x="1226433" y="124456"/>
                  <a:pt x="1233002" y="124456"/>
                </a:cubicBezTo>
                <a:close/>
                <a:moveTo>
                  <a:pt x="1327397" y="137956"/>
                </a:moveTo>
                <a:cubicBezTo>
                  <a:pt x="1321878" y="137956"/>
                  <a:pt x="1316836" y="136880"/>
                  <a:pt x="1312271" y="134726"/>
                </a:cubicBezTo>
                <a:cubicBezTo>
                  <a:pt x="1307705" y="132573"/>
                  <a:pt x="1304059" y="129393"/>
                  <a:pt x="1301333" y="125186"/>
                </a:cubicBezTo>
                <a:cubicBezTo>
                  <a:pt x="1298607" y="120980"/>
                  <a:pt x="1297243" y="115781"/>
                  <a:pt x="1297243" y="109589"/>
                </a:cubicBezTo>
                <a:cubicBezTo>
                  <a:pt x="1297243" y="100774"/>
                  <a:pt x="1299937" y="94078"/>
                  <a:pt x="1305324" y="89502"/>
                </a:cubicBezTo>
                <a:cubicBezTo>
                  <a:pt x="1310711" y="84926"/>
                  <a:pt x="1318331" y="81814"/>
                  <a:pt x="1328185" y="80166"/>
                </a:cubicBezTo>
                <a:cubicBezTo>
                  <a:pt x="1338039" y="78517"/>
                  <a:pt x="1349568" y="77625"/>
                  <a:pt x="1362773" y="77490"/>
                </a:cubicBezTo>
                <a:lnTo>
                  <a:pt x="1362773" y="70429"/>
                </a:lnTo>
                <a:cubicBezTo>
                  <a:pt x="1362773" y="61775"/>
                  <a:pt x="1360736" y="55839"/>
                  <a:pt x="1356663" y="52620"/>
                </a:cubicBezTo>
                <a:cubicBezTo>
                  <a:pt x="1352590" y="49401"/>
                  <a:pt x="1347433" y="47792"/>
                  <a:pt x="1341192" y="47792"/>
                </a:cubicBezTo>
                <a:cubicBezTo>
                  <a:pt x="1334557" y="47792"/>
                  <a:pt x="1328973" y="49546"/>
                  <a:pt x="1324440" y="53055"/>
                </a:cubicBezTo>
                <a:cubicBezTo>
                  <a:pt x="1319908" y="56563"/>
                  <a:pt x="1317641" y="62101"/>
                  <a:pt x="1317641" y="69668"/>
                </a:cubicBezTo>
                <a:lnTo>
                  <a:pt x="1301678" y="69668"/>
                </a:lnTo>
                <a:cubicBezTo>
                  <a:pt x="1301678" y="61551"/>
                  <a:pt x="1303369" y="54990"/>
                  <a:pt x="1306752" y="49985"/>
                </a:cubicBezTo>
                <a:cubicBezTo>
                  <a:pt x="1310136" y="44977"/>
                  <a:pt x="1314800" y="41324"/>
                  <a:pt x="1320745" y="39025"/>
                </a:cubicBezTo>
                <a:cubicBezTo>
                  <a:pt x="1326690" y="36724"/>
                  <a:pt x="1333506" y="35573"/>
                  <a:pt x="1341192" y="35573"/>
                </a:cubicBezTo>
                <a:cubicBezTo>
                  <a:pt x="1346119" y="35573"/>
                  <a:pt x="1350833" y="36047"/>
                  <a:pt x="1355333" y="36996"/>
                </a:cubicBezTo>
                <a:cubicBezTo>
                  <a:pt x="1359833" y="37942"/>
                  <a:pt x="1363873" y="39668"/>
                  <a:pt x="1367453" y="42172"/>
                </a:cubicBezTo>
                <a:cubicBezTo>
                  <a:pt x="1371034" y="44677"/>
                  <a:pt x="1373875" y="48180"/>
                  <a:pt x="1375977" y="52682"/>
                </a:cubicBezTo>
                <a:cubicBezTo>
                  <a:pt x="1378079" y="57182"/>
                  <a:pt x="1379130" y="62985"/>
                  <a:pt x="1379130" y="70090"/>
                </a:cubicBezTo>
                <a:lnTo>
                  <a:pt x="1379130" y="136183"/>
                </a:lnTo>
                <a:lnTo>
                  <a:pt x="1363758" y="136183"/>
                </a:lnTo>
                <a:lnTo>
                  <a:pt x="1363068" y="121599"/>
                </a:lnTo>
                <a:cubicBezTo>
                  <a:pt x="1358667" y="126526"/>
                  <a:pt x="1353559" y="130484"/>
                  <a:pt x="1347745" y="133473"/>
                </a:cubicBezTo>
                <a:cubicBezTo>
                  <a:pt x="1341931" y="136462"/>
                  <a:pt x="1335149" y="137956"/>
                  <a:pt x="1327397" y="137956"/>
                </a:cubicBezTo>
                <a:moveTo>
                  <a:pt x="1331732" y="125343"/>
                </a:moveTo>
                <a:cubicBezTo>
                  <a:pt x="1338302" y="125343"/>
                  <a:pt x="1344214" y="123738"/>
                  <a:pt x="1349470" y="120527"/>
                </a:cubicBezTo>
                <a:cubicBezTo>
                  <a:pt x="1354725" y="117314"/>
                  <a:pt x="1359127" y="113248"/>
                  <a:pt x="1362674" y="108330"/>
                </a:cubicBezTo>
                <a:lnTo>
                  <a:pt x="1362674" y="88033"/>
                </a:lnTo>
                <a:cubicBezTo>
                  <a:pt x="1345200" y="88239"/>
                  <a:pt x="1332669" y="89948"/>
                  <a:pt x="1325081" y="93161"/>
                </a:cubicBezTo>
                <a:cubicBezTo>
                  <a:pt x="1317493" y="96371"/>
                  <a:pt x="1313700" y="101632"/>
                  <a:pt x="1313700" y="108942"/>
                </a:cubicBezTo>
                <a:cubicBezTo>
                  <a:pt x="1313700" y="113931"/>
                  <a:pt x="1315227" y="117912"/>
                  <a:pt x="1318282" y="120884"/>
                </a:cubicBezTo>
                <a:cubicBezTo>
                  <a:pt x="1321336" y="123857"/>
                  <a:pt x="1325820" y="125343"/>
                  <a:pt x="1331732" y="125343"/>
                </a:cubicBezTo>
                <a:close/>
                <a:moveTo>
                  <a:pt x="1441850" y="136183"/>
                </a:moveTo>
                <a:cubicBezTo>
                  <a:pt x="1434098" y="136183"/>
                  <a:pt x="1428153" y="134907"/>
                  <a:pt x="1424015" y="132355"/>
                </a:cubicBezTo>
                <a:cubicBezTo>
                  <a:pt x="1419876" y="129803"/>
                  <a:pt x="1417035" y="126129"/>
                  <a:pt x="1415491" y="121334"/>
                </a:cubicBezTo>
                <a:cubicBezTo>
                  <a:pt x="1413947" y="116536"/>
                  <a:pt x="1413175" y="110769"/>
                  <a:pt x="1413175" y="104034"/>
                </a:cubicBezTo>
                <a:lnTo>
                  <a:pt x="1413175" y="50551"/>
                </a:lnTo>
                <a:lnTo>
                  <a:pt x="1397113" y="50551"/>
                </a:lnTo>
                <a:lnTo>
                  <a:pt x="1397113" y="37248"/>
                </a:lnTo>
                <a:lnTo>
                  <a:pt x="1413175" y="37248"/>
                </a:lnTo>
                <a:lnTo>
                  <a:pt x="1413175" y="15274"/>
                </a:lnTo>
                <a:lnTo>
                  <a:pt x="1429533" y="15274"/>
                </a:lnTo>
                <a:lnTo>
                  <a:pt x="1429533" y="37248"/>
                </a:lnTo>
                <a:lnTo>
                  <a:pt x="1453182" y="37248"/>
                </a:lnTo>
                <a:lnTo>
                  <a:pt x="1453182" y="50551"/>
                </a:lnTo>
                <a:lnTo>
                  <a:pt x="1429533" y="50551"/>
                </a:lnTo>
                <a:lnTo>
                  <a:pt x="1429533" y="103566"/>
                </a:lnTo>
                <a:cubicBezTo>
                  <a:pt x="1429533" y="109798"/>
                  <a:pt x="1430305" y="114576"/>
                  <a:pt x="1431848" y="117897"/>
                </a:cubicBezTo>
                <a:cubicBezTo>
                  <a:pt x="1433392" y="121219"/>
                  <a:pt x="1437088" y="122880"/>
                  <a:pt x="1442934" y="122880"/>
                </a:cubicBezTo>
                <a:lnTo>
                  <a:pt x="1453380" y="122880"/>
                </a:lnTo>
                <a:lnTo>
                  <a:pt x="1453380" y="136183"/>
                </a:lnTo>
                <a:lnTo>
                  <a:pt x="1441850" y="136183"/>
                </a:lnTo>
                <a:close/>
                <a:moveTo>
                  <a:pt x="1473193" y="136183"/>
                </a:moveTo>
                <a:lnTo>
                  <a:pt x="1473193" y="37248"/>
                </a:lnTo>
                <a:lnTo>
                  <a:pt x="1489649" y="37248"/>
                </a:lnTo>
                <a:lnTo>
                  <a:pt x="1489649" y="136183"/>
                </a:lnTo>
                <a:lnTo>
                  <a:pt x="1473193" y="136183"/>
                </a:lnTo>
                <a:moveTo>
                  <a:pt x="1481372" y="19117"/>
                </a:moveTo>
                <a:cubicBezTo>
                  <a:pt x="1478284" y="19117"/>
                  <a:pt x="1475805" y="18214"/>
                  <a:pt x="1473932" y="16407"/>
                </a:cubicBezTo>
                <a:cubicBezTo>
                  <a:pt x="1472060" y="14600"/>
                  <a:pt x="1471124" y="12318"/>
                  <a:pt x="1471124" y="9558"/>
                </a:cubicBezTo>
                <a:cubicBezTo>
                  <a:pt x="1471124" y="6799"/>
                  <a:pt x="1472060" y="4516"/>
                  <a:pt x="1473932" y="2710"/>
                </a:cubicBezTo>
                <a:cubicBezTo>
                  <a:pt x="1475805" y="903"/>
                  <a:pt x="1478284" y="0"/>
                  <a:pt x="1481372" y="0"/>
                </a:cubicBezTo>
                <a:cubicBezTo>
                  <a:pt x="1484460" y="0"/>
                  <a:pt x="1486956" y="903"/>
                  <a:pt x="1488861" y="2710"/>
                </a:cubicBezTo>
                <a:cubicBezTo>
                  <a:pt x="1490766" y="4516"/>
                  <a:pt x="1491719" y="6799"/>
                  <a:pt x="1491719" y="9558"/>
                </a:cubicBezTo>
                <a:cubicBezTo>
                  <a:pt x="1491719" y="12318"/>
                  <a:pt x="1490766" y="14600"/>
                  <a:pt x="1488861" y="16407"/>
                </a:cubicBezTo>
                <a:cubicBezTo>
                  <a:pt x="1486956" y="18214"/>
                  <a:pt x="1484460" y="19117"/>
                  <a:pt x="1481372" y="19117"/>
                </a:cubicBezTo>
                <a:close/>
                <a:moveTo>
                  <a:pt x="1562761" y="137956"/>
                </a:moveTo>
                <a:cubicBezTo>
                  <a:pt x="1553367" y="137956"/>
                  <a:pt x="1545319" y="135911"/>
                  <a:pt x="1538619" y="131819"/>
                </a:cubicBezTo>
                <a:cubicBezTo>
                  <a:pt x="1531918" y="127726"/>
                  <a:pt x="1526810" y="121874"/>
                  <a:pt x="1523296" y="114264"/>
                </a:cubicBezTo>
                <a:cubicBezTo>
                  <a:pt x="1519781" y="106653"/>
                  <a:pt x="1518024" y="97605"/>
                  <a:pt x="1518024" y="87119"/>
                </a:cubicBezTo>
                <a:cubicBezTo>
                  <a:pt x="1518024" y="76364"/>
                  <a:pt x="1519781" y="67147"/>
                  <a:pt x="1523296" y="59469"/>
                </a:cubicBezTo>
                <a:cubicBezTo>
                  <a:pt x="1526810" y="51791"/>
                  <a:pt x="1531918" y="45889"/>
                  <a:pt x="1538619" y="41763"/>
                </a:cubicBezTo>
                <a:cubicBezTo>
                  <a:pt x="1545319" y="37636"/>
                  <a:pt x="1553367" y="35573"/>
                  <a:pt x="1562761" y="35573"/>
                </a:cubicBezTo>
                <a:cubicBezTo>
                  <a:pt x="1572352" y="35573"/>
                  <a:pt x="1580548" y="37636"/>
                  <a:pt x="1587347" y="41763"/>
                </a:cubicBezTo>
                <a:cubicBezTo>
                  <a:pt x="1594146" y="45889"/>
                  <a:pt x="1599369" y="51791"/>
                  <a:pt x="1603015" y="59469"/>
                </a:cubicBezTo>
                <a:cubicBezTo>
                  <a:pt x="1606661" y="67147"/>
                  <a:pt x="1608484" y="76364"/>
                  <a:pt x="1608484" y="87119"/>
                </a:cubicBezTo>
                <a:cubicBezTo>
                  <a:pt x="1608484" y="97605"/>
                  <a:pt x="1606661" y="106653"/>
                  <a:pt x="1603015" y="114264"/>
                </a:cubicBezTo>
                <a:cubicBezTo>
                  <a:pt x="1599369" y="121874"/>
                  <a:pt x="1594146" y="127726"/>
                  <a:pt x="1587347" y="131819"/>
                </a:cubicBezTo>
                <a:cubicBezTo>
                  <a:pt x="1580548" y="135911"/>
                  <a:pt x="1572352" y="137956"/>
                  <a:pt x="1562761" y="137956"/>
                </a:cubicBezTo>
                <a:moveTo>
                  <a:pt x="1562761" y="124850"/>
                </a:moveTo>
                <a:cubicBezTo>
                  <a:pt x="1569856" y="124850"/>
                  <a:pt x="1575506" y="123228"/>
                  <a:pt x="1579710" y="119982"/>
                </a:cubicBezTo>
                <a:cubicBezTo>
                  <a:pt x="1583914" y="116734"/>
                  <a:pt x="1586936" y="112257"/>
                  <a:pt x="1588776" y="106550"/>
                </a:cubicBezTo>
                <a:cubicBezTo>
                  <a:pt x="1590615" y="100843"/>
                  <a:pt x="1591535" y="94368"/>
                  <a:pt x="1591535" y="87125"/>
                </a:cubicBezTo>
                <a:cubicBezTo>
                  <a:pt x="1591535" y="79743"/>
                  <a:pt x="1590615" y="73147"/>
                  <a:pt x="1588776" y="67337"/>
                </a:cubicBezTo>
                <a:cubicBezTo>
                  <a:pt x="1586936" y="61527"/>
                  <a:pt x="1583914" y="56965"/>
                  <a:pt x="1579710" y="53652"/>
                </a:cubicBezTo>
                <a:cubicBezTo>
                  <a:pt x="1575506" y="50337"/>
                  <a:pt x="1569856" y="48679"/>
                  <a:pt x="1562761" y="48679"/>
                </a:cubicBezTo>
                <a:cubicBezTo>
                  <a:pt x="1555863" y="48679"/>
                  <a:pt x="1550394" y="50337"/>
                  <a:pt x="1546354" y="53652"/>
                </a:cubicBezTo>
                <a:cubicBezTo>
                  <a:pt x="1542314" y="56965"/>
                  <a:pt x="1539407" y="61527"/>
                  <a:pt x="1537633" y="67337"/>
                </a:cubicBezTo>
                <a:cubicBezTo>
                  <a:pt x="1535860" y="73147"/>
                  <a:pt x="1534973" y="79743"/>
                  <a:pt x="1534973" y="87125"/>
                </a:cubicBezTo>
                <a:cubicBezTo>
                  <a:pt x="1534973" y="94368"/>
                  <a:pt x="1535860" y="100843"/>
                  <a:pt x="1537633" y="106550"/>
                </a:cubicBezTo>
                <a:cubicBezTo>
                  <a:pt x="1539407" y="112257"/>
                  <a:pt x="1542314" y="116734"/>
                  <a:pt x="1546354" y="119982"/>
                </a:cubicBezTo>
                <a:cubicBezTo>
                  <a:pt x="1550394" y="123228"/>
                  <a:pt x="1555863" y="124850"/>
                  <a:pt x="1562761" y="124850"/>
                </a:cubicBezTo>
                <a:close/>
                <a:moveTo>
                  <a:pt x="1630605" y="136183"/>
                </a:moveTo>
                <a:lnTo>
                  <a:pt x="1630605" y="37248"/>
                </a:lnTo>
                <a:lnTo>
                  <a:pt x="1646371" y="37248"/>
                </a:lnTo>
                <a:lnTo>
                  <a:pt x="1646963" y="51734"/>
                </a:lnTo>
                <a:cubicBezTo>
                  <a:pt x="1649919" y="47858"/>
                  <a:pt x="1654156" y="44195"/>
                  <a:pt x="1659674" y="40746"/>
                </a:cubicBezTo>
                <a:cubicBezTo>
                  <a:pt x="1665193" y="37297"/>
                  <a:pt x="1672255" y="35573"/>
                  <a:pt x="1680860" y="35573"/>
                </a:cubicBezTo>
                <a:cubicBezTo>
                  <a:pt x="1691371" y="35573"/>
                  <a:pt x="1699025" y="38781"/>
                  <a:pt x="1703820" y="45196"/>
                </a:cubicBezTo>
                <a:cubicBezTo>
                  <a:pt x="1708616" y="51611"/>
                  <a:pt x="1711014" y="60624"/>
                  <a:pt x="1711014" y="72233"/>
                </a:cubicBezTo>
                <a:lnTo>
                  <a:pt x="1711014" y="136183"/>
                </a:lnTo>
                <a:lnTo>
                  <a:pt x="1694558" y="136183"/>
                </a:lnTo>
                <a:lnTo>
                  <a:pt x="1694558" y="74349"/>
                </a:lnTo>
                <a:cubicBezTo>
                  <a:pt x="1694558" y="69502"/>
                  <a:pt x="1694065" y="65202"/>
                  <a:pt x="1693079" y="61449"/>
                </a:cubicBezTo>
                <a:cubicBezTo>
                  <a:pt x="1692094" y="57694"/>
                  <a:pt x="1690337" y="54742"/>
                  <a:pt x="1687808" y="52593"/>
                </a:cubicBezTo>
                <a:cubicBezTo>
                  <a:pt x="1685278" y="50443"/>
                  <a:pt x="1681616" y="49369"/>
                  <a:pt x="1676820" y="49369"/>
                </a:cubicBezTo>
                <a:cubicBezTo>
                  <a:pt x="1669660" y="49369"/>
                  <a:pt x="1663649" y="51058"/>
                  <a:pt x="1658787" y="54437"/>
                </a:cubicBezTo>
                <a:cubicBezTo>
                  <a:pt x="1653926" y="57814"/>
                  <a:pt x="1650017" y="61517"/>
                  <a:pt x="1647061" y="65545"/>
                </a:cubicBezTo>
                <a:lnTo>
                  <a:pt x="1647061" y="136183"/>
                </a:lnTo>
                <a:lnTo>
                  <a:pt x="1630605" y="13618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5083B-578C-4BD5-AD5C-796592D5B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5399" y="2743874"/>
            <a:ext cx="234268" cy="600722"/>
          </a:xfrm>
          <a:custGeom xmlns:a="http://schemas.openxmlformats.org/drawingml/2006/main">
            <a:pathLst>
              <a:path w="234268" h="600722">
                <a:moveTo>
                  <a:pt x="0" y="600722"/>
                </a:moveTo>
                <a:lnTo>
                  <a:pt x="84172" y="600722"/>
                </a:lnTo>
                <a:lnTo>
                  <a:pt x="84172" y="579700"/>
                </a:lnTo>
                <a:lnTo>
                  <a:pt x="0" y="579700"/>
                </a:lnTo>
                <a:lnTo>
                  <a:pt x="0" y="600722"/>
                </a:lnTo>
                <a:close/>
                <a:moveTo>
                  <a:pt x="127645" y="560108"/>
                </a:moveTo>
                <a:lnTo>
                  <a:pt x="127645" y="476020"/>
                </a:lnTo>
                <a:lnTo>
                  <a:pt x="106623" y="476020"/>
                </a:lnTo>
                <a:lnTo>
                  <a:pt x="106623" y="560108"/>
                </a:lnTo>
                <a:lnTo>
                  <a:pt x="127645" y="560108"/>
                </a:lnTo>
                <a:close/>
                <a:moveTo>
                  <a:pt x="127645" y="412954"/>
                </a:moveTo>
                <a:lnTo>
                  <a:pt x="127645" y="328867"/>
                </a:lnTo>
                <a:lnTo>
                  <a:pt x="106623" y="328867"/>
                </a:lnTo>
                <a:lnTo>
                  <a:pt x="106623" y="412954"/>
                </a:lnTo>
                <a:lnTo>
                  <a:pt x="127645" y="412954"/>
                </a:lnTo>
                <a:close/>
                <a:moveTo>
                  <a:pt x="127645" y="265801"/>
                </a:moveTo>
                <a:lnTo>
                  <a:pt x="127645" y="181713"/>
                </a:lnTo>
                <a:lnTo>
                  <a:pt x="106623" y="181713"/>
                </a:lnTo>
                <a:lnTo>
                  <a:pt x="106623" y="265801"/>
                </a:lnTo>
                <a:lnTo>
                  <a:pt x="127645" y="265801"/>
                </a:lnTo>
                <a:close/>
                <a:moveTo>
                  <a:pt x="127645" y="118564"/>
                </a:moveTo>
                <a:lnTo>
                  <a:pt x="127645" y="34476"/>
                </a:lnTo>
                <a:lnTo>
                  <a:pt x="106623" y="34476"/>
                </a:lnTo>
                <a:lnTo>
                  <a:pt x="106623" y="118564"/>
                </a:lnTo>
                <a:lnTo>
                  <a:pt x="127645" y="118564"/>
                </a:lnTo>
                <a:close/>
                <a:moveTo>
                  <a:pt x="177257" y="42044"/>
                </a:moveTo>
                <a:lnTo>
                  <a:pt x="181713" y="42044"/>
                </a:lnTo>
                <a:lnTo>
                  <a:pt x="181713" y="21022"/>
                </a:lnTo>
                <a:lnTo>
                  <a:pt x="177257" y="21022"/>
                </a:lnTo>
                <a:lnTo>
                  <a:pt x="177257" y="42044"/>
                </a:lnTo>
                <a:close/>
                <a:moveTo>
                  <a:pt x="171202" y="63066"/>
                </a:moveTo>
                <a:lnTo>
                  <a:pt x="234268" y="31533"/>
                </a:lnTo>
                <a:lnTo>
                  <a:pt x="171202" y="0"/>
                </a:lnTo>
                <a:lnTo>
                  <a:pt x="171202" y="63066"/>
                </a:lnTo>
                <a:close/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04753-6959-41D7-B85C-24998A350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5399" y="3326181"/>
            <a:ext cx="234268" cy="600722"/>
          </a:xfrm>
          <a:custGeom xmlns:a="http://schemas.openxmlformats.org/drawingml/2006/main">
            <a:pathLst>
              <a:path w="234268" h="600722">
                <a:moveTo>
                  <a:pt x="0" y="0"/>
                </a:moveTo>
                <a:lnTo>
                  <a:pt x="84172" y="0"/>
                </a:lnTo>
                <a:lnTo>
                  <a:pt x="84172" y="21022"/>
                </a:lnTo>
                <a:lnTo>
                  <a:pt x="0" y="21022"/>
                </a:lnTo>
                <a:lnTo>
                  <a:pt x="0" y="0"/>
                </a:lnTo>
                <a:close/>
                <a:moveTo>
                  <a:pt x="127645" y="40530"/>
                </a:moveTo>
                <a:lnTo>
                  <a:pt x="127645" y="124618"/>
                </a:lnTo>
                <a:lnTo>
                  <a:pt x="106623" y="124618"/>
                </a:lnTo>
                <a:lnTo>
                  <a:pt x="106623" y="40530"/>
                </a:lnTo>
                <a:lnTo>
                  <a:pt x="127645" y="40530"/>
                </a:lnTo>
                <a:close/>
                <a:moveTo>
                  <a:pt x="127645" y="187768"/>
                </a:moveTo>
                <a:lnTo>
                  <a:pt x="127645" y="271855"/>
                </a:lnTo>
                <a:lnTo>
                  <a:pt x="106623" y="271855"/>
                </a:lnTo>
                <a:lnTo>
                  <a:pt x="106623" y="187768"/>
                </a:lnTo>
                <a:lnTo>
                  <a:pt x="127645" y="187768"/>
                </a:lnTo>
                <a:close/>
                <a:moveTo>
                  <a:pt x="127645" y="334921"/>
                </a:moveTo>
                <a:lnTo>
                  <a:pt x="127645" y="419009"/>
                </a:lnTo>
                <a:lnTo>
                  <a:pt x="106623" y="419009"/>
                </a:lnTo>
                <a:lnTo>
                  <a:pt x="106623" y="334921"/>
                </a:lnTo>
                <a:lnTo>
                  <a:pt x="127645" y="334921"/>
                </a:lnTo>
                <a:close/>
                <a:moveTo>
                  <a:pt x="127645" y="482075"/>
                </a:moveTo>
                <a:lnTo>
                  <a:pt x="127645" y="566162"/>
                </a:lnTo>
                <a:lnTo>
                  <a:pt x="106623" y="566162"/>
                </a:lnTo>
                <a:lnTo>
                  <a:pt x="106623" y="482075"/>
                </a:lnTo>
                <a:lnTo>
                  <a:pt x="127645" y="482075"/>
                </a:lnTo>
                <a:close/>
                <a:moveTo>
                  <a:pt x="177257" y="558678"/>
                </a:moveTo>
                <a:lnTo>
                  <a:pt x="181713" y="558678"/>
                </a:lnTo>
                <a:lnTo>
                  <a:pt x="181713" y="579700"/>
                </a:lnTo>
                <a:lnTo>
                  <a:pt x="177257" y="579700"/>
                </a:lnTo>
                <a:lnTo>
                  <a:pt x="177257" y="558678"/>
                </a:lnTo>
                <a:close/>
                <a:moveTo>
                  <a:pt x="171202" y="537656"/>
                </a:moveTo>
                <a:lnTo>
                  <a:pt x="234268" y="569189"/>
                </a:lnTo>
                <a:lnTo>
                  <a:pt x="171202" y="600722"/>
                </a:lnTo>
                <a:lnTo>
                  <a:pt x="171202" y="537656"/>
                </a:lnTo>
                <a:close/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" name="Text UpdateTask">
            <a:extLst xmlns:a="http://schemas.openxmlformats.org/drawingml/2006/main">
              <a:ext uri="{FF2B5EF4-FFF2-40B4-BE49-F238E27FC236}">
                <a16:creationId xmlns:a16="http://schemas.microsoft.com/office/drawing/2014/main" id="{B7EE5F91-5AE5-41C9-9953-0BAD61AED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2448" y="2982066"/>
            <a:ext cx="1055887" cy="167913"/>
          </a:xfrm>
          <a:custGeom xmlns:a="http://schemas.openxmlformats.org/drawingml/2006/main">
            <a:pathLst>
              <a:path w="1055887" h="167913">
                <a:moveTo>
                  <a:pt x="52916" y="134409"/>
                </a:moveTo>
                <a:cubicBezTo>
                  <a:pt x="40500" y="134409"/>
                  <a:pt x="30383" y="132225"/>
                  <a:pt x="22566" y="127856"/>
                </a:cubicBezTo>
                <a:cubicBezTo>
                  <a:pt x="14748" y="123487"/>
                  <a:pt x="9033" y="117444"/>
                  <a:pt x="5420" y="109725"/>
                </a:cubicBezTo>
                <a:cubicBezTo>
                  <a:pt x="1807" y="102006"/>
                  <a:pt x="0" y="93219"/>
                  <a:pt x="0" y="83365"/>
                </a:cubicBezTo>
                <a:lnTo>
                  <a:pt x="0" y="0"/>
                </a:lnTo>
                <a:lnTo>
                  <a:pt x="17934" y="0"/>
                </a:lnTo>
                <a:lnTo>
                  <a:pt x="17934" y="81197"/>
                </a:lnTo>
                <a:cubicBezTo>
                  <a:pt x="17934" y="94993"/>
                  <a:pt x="20940" y="104830"/>
                  <a:pt x="26951" y="110710"/>
                </a:cubicBezTo>
                <a:cubicBezTo>
                  <a:pt x="32962" y="116590"/>
                  <a:pt x="41650" y="119529"/>
                  <a:pt x="53015" y="119529"/>
                </a:cubicBezTo>
                <a:cubicBezTo>
                  <a:pt x="64445" y="119529"/>
                  <a:pt x="73150" y="116590"/>
                  <a:pt x="79128" y="110710"/>
                </a:cubicBezTo>
                <a:cubicBezTo>
                  <a:pt x="85106" y="104830"/>
                  <a:pt x="88095" y="94993"/>
                  <a:pt x="88095" y="81197"/>
                </a:cubicBezTo>
                <a:lnTo>
                  <a:pt x="88095" y="0"/>
                </a:lnTo>
                <a:lnTo>
                  <a:pt x="106029" y="0"/>
                </a:lnTo>
                <a:lnTo>
                  <a:pt x="106029" y="83365"/>
                </a:lnTo>
                <a:cubicBezTo>
                  <a:pt x="106029" y="93219"/>
                  <a:pt x="104223" y="102006"/>
                  <a:pt x="100610" y="109725"/>
                </a:cubicBezTo>
                <a:cubicBezTo>
                  <a:pt x="96996" y="117444"/>
                  <a:pt x="91298" y="123487"/>
                  <a:pt x="83513" y="127856"/>
                </a:cubicBezTo>
                <a:cubicBezTo>
                  <a:pt x="75728" y="132225"/>
                  <a:pt x="65529" y="134409"/>
                  <a:pt x="52916" y="134409"/>
                </a:cubicBezTo>
                <a:close/>
                <a:moveTo>
                  <a:pt x="139043" y="167913"/>
                </a:moveTo>
                <a:lnTo>
                  <a:pt x="139043" y="33701"/>
                </a:lnTo>
                <a:lnTo>
                  <a:pt x="155007" y="33701"/>
                </a:lnTo>
                <a:lnTo>
                  <a:pt x="155500" y="49369"/>
                </a:lnTo>
                <a:cubicBezTo>
                  <a:pt x="158916" y="44245"/>
                  <a:pt x="163333" y="40073"/>
                  <a:pt x="168753" y="36854"/>
                </a:cubicBezTo>
                <a:cubicBezTo>
                  <a:pt x="174173" y="33635"/>
                  <a:pt x="180463" y="32026"/>
                  <a:pt x="187624" y="32026"/>
                </a:cubicBezTo>
                <a:cubicBezTo>
                  <a:pt x="195507" y="32026"/>
                  <a:pt x="202306" y="33937"/>
                  <a:pt x="208021" y="37759"/>
                </a:cubicBezTo>
                <a:cubicBezTo>
                  <a:pt x="213737" y="41582"/>
                  <a:pt x="218155" y="47282"/>
                  <a:pt x="221275" y="54859"/>
                </a:cubicBezTo>
                <a:cubicBezTo>
                  <a:pt x="224396" y="62434"/>
                  <a:pt x="225956" y="71871"/>
                  <a:pt x="225956" y="83168"/>
                </a:cubicBezTo>
                <a:cubicBezTo>
                  <a:pt x="225956" y="94330"/>
                  <a:pt x="224297" y="103716"/>
                  <a:pt x="220979" y="111326"/>
                </a:cubicBezTo>
                <a:cubicBezTo>
                  <a:pt x="217662" y="118936"/>
                  <a:pt x="212981" y="124686"/>
                  <a:pt x="206938" y="128577"/>
                </a:cubicBezTo>
                <a:cubicBezTo>
                  <a:pt x="200894" y="132465"/>
                  <a:pt x="193799" y="134409"/>
                  <a:pt x="185653" y="134409"/>
                </a:cubicBezTo>
                <a:cubicBezTo>
                  <a:pt x="178821" y="134409"/>
                  <a:pt x="172843" y="133046"/>
                  <a:pt x="167718" y="130319"/>
                </a:cubicBezTo>
                <a:cubicBezTo>
                  <a:pt x="162594" y="127593"/>
                  <a:pt x="158489" y="123865"/>
                  <a:pt x="155401" y="119135"/>
                </a:cubicBezTo>
                <a:lnTo>
                  <a:pt x="155401" y="167913"/>
                </a:lnTo>
                <a:lnTo>
                  <a:pt x="139043" y="167913"/>
                </a:lnTo>
                <a:moveTo>
                  <a:pt x="182598" y="120909"/>
                </a:moveTo>
                <a:cubicBezTo>
                  <a:pt x="191335" y="120909"/>
                  <a:pt x="197921" y="117645"/>
                  <a:pt x="202355" y="111116"/>
                </a:cubicBezTo>
                <a:cubicBezTo>
                  <a:pt x="206790" y="104586"/>
                  <a:pt x="209007" y="95271"/>
                  <a:pt x="209007" y="83171"/>
                </a:cubicBezTo>
                <a:cubicBezTo>
                  <a:pt x="209007" y="70932"/>
                  <a:pt x="206938" y="61565"/>
                  <a:pt x="202799" y="55072"/>
                </a:cubicBezTo>
                <a:cubicBezTo>
                  <a:pt x="198660" y="48576"/>
                  <a:pt x="192583" y="45329"/>
                  <a:pt x="184569" y="45329"/>
                </a:cubicBezTo>
                <a:cubicBezTo>
                  <a:pt x="177540" y="45329"/>
                  <a:pt x="171611" y="47277"/>
                  <a:pt x="166782" y="51173"/>
                </a:cubicBezTo>
                <a:cubicBezTo>
                  <a:pt x="161954" y="55070"/>
                  <a:pt x="158193" y="59616"/>
                  <a:pt x="155500" y="64812"/>
                </a:cubicBezTo>
                <a:lnTo>
                  <a:pt x="155500" y="103372"/>
                </a:lnTo>
                <a:cubicBezTo>
                  <a:pt x="158127" y="108568"/>
                  <a:pt x="161675" y="112790"/>
                  <a:pt x="166142" y="116037"/>
                </a:cubicBezTo>
                <a:cubicBezTo>
                  <a:pt x="170609" y="119285"/>
                  <a:pt x="176094" y="120909"/>
                  <a:pt x="182598" y="120909"/>
                </a:cubicBezTo>
                <a:close/>
                <a:moveTo>
                  <a:pt x="285072" y="134409"/>
                </a:moveTo>
                <a:cubicBezTo>
                  <a:pt x="277255" y="134409"/>
                  <a:pt x="270489" y="132481"/>
                  <a:pt x="264773" y="128626"/>
                </a:cubicBezTo>
                <a:cubicBezTo>
                  <a:pt x="259058" y="124770"/>
                  <a:pt x="254640" y="119004"/>
                  <a:pt x="251520" y="111326"/>
                </a:cubicBezTo>
                <a:cubicBezTo>
                  <a:pt x="248399" y="103648"/>
                  <a:pt x="246839" y="94160"/>
                  <a:pt x="246839" y="82863"/>
                </a:cubicBezTo>
                <a:cubicBezTo>
                  <a:pt x="246839" y="71634"/>
                  <a:pt x="248498" y="62265"/>
                  <a:pt x="251815" y="54758"/>
                </a:cubicBezTo>
                <a:cubicBezTo>
                  <a:pt x="255133" y="47248"/>
                  <a:pt x="259813" y="41582"/>
                  <a:pt x="265857" y="37759"/>
                </a:cubicBezTo>
                <a:cubicBezTo>
                  <a:pt x="271901" y="33937"/>
                  <a:pt x="279029" y="32026"/>
                  <a:pt x="287240" y="32026"/>
                </a:cubicBezTo>
                <a:cubicBezTo>
                  <a:pt x="294072" y="32026"/>
                  <a:pt x="300018" y="33520"/>
                  <a:pt x="305076" y="36509"/>
                </a:cubicBezTo>
                <a:cubicBezTo>
                  <a:pt x="310135" y="39498"/>
                  <a:pt x="314208" y="43555"/>
                  <a:pt x="317295" y="48679"/>
                </a:cubicBezTo>
                <a:lnTo>
                  <a:pt x="317295" y="0"/>
                </a:lnTo>
                <a:lnTo>
                  <a:pt x="333751" y="0"/>
                </a:lnTo>
                <a:lnTo>
                  <a:pt x="333751" y="132635"/>
                </a:lnTo>
                <a:lnTo>
                  <a:pt x="318182" y="132635"/>
                </a:lnTo>
                <a:lnTo>
                  <a:pt x="317295" y="118642"/>
                </a:lnTo>
                <a:cubicBezTo>
                  <a:pt x="313879" y="123307"/>
                  <a:pt x="309478" y="127100"/>
                  <a:pt x="304091" y="130024"/>
                </a:cubicBezTo>
                <a:cubicBezTo>
                  <a:pt x="298704" y="132947"/>
                  <a:pt x="292364" y="134409"/>
                  <a:pt x="285072" y="134409"/>
                </a:cubicBezTo>
                <a:moveTo>
                  <a:pt x="288423" y="120909"/>
                </a:moveTo>
                <a:cubicBezTo>
                  <a:pt x="295452" y="120909"/>
                  <a:pt x="301299" y="119182"/>
                  <a:pt x="305963" y="115729"/>
                </a:cubicBezTo>
                <a:cubicBezTo>
                  <a:pt x="310627" y="112276"/>
                  <a:pt x="314405" y="108123"/>
                  <a:pt x="317295" y="103270"/>
                </a:cubicBezTo>
                <a:lnTo>
                  <a:pt x="317295" y="64812"/>
                </a:lnTo>
                <a:cubicBezTo>
                  <a:pt x="314602" y="59205"/>
                  <a:pt x="311071" y="54573"/>
                  <a:pt x="306702" y="50915"/>
                </a:cubicBezTo>
                <a:cubicBezTo>
                  <a:pt x="302333" y="47256"/>
                  <a:pt x="296832" y="45427"/>
                  <a:pt x="290197" y="45427"/>
                </a:cubicBezTo>
                <a:cubicBezTo>
                  <a:pt x="281459" y="45427"/>
                  <a:pt x="274874" y="48675"/>
                  <a:pt x="270439" y="55170"/>
                </a:cubicBezTo>
                <a:cubicBezTo>
                  <a:pt x="266005" y="61666"/>
                  <a:pt x="263788" y="70896"/>
                  <a:pt x="263788" y="82860"/>
                </a:cubicBezTo>
                <a:cubicBezTo>
                  <a:pt x="263788" y="95235"/>
                  <a:pt x="265874" y="104670"/>
                  <a:pt x="270045" y="111166"/>
                </a:cubicBezTo>
                <a:cubicBezTo>
                  <a:pt x="274217" y="117661"/>
                  <a:pt x="280343" y="120909"/>
                  <a:pt x="288423" y="120909"/>
                </a:cubicBezTo>
                <a:close/>
                <a:moveTo>
                  <a:pt x="391015" y="134409"/>
                </a:moveTo>
                <a:cubicBezTo>
                  <a:pt x="385497" y="134409"/>
                  <a:pt x="380455" y="133332"/>
                  <a:pt x="375889" y="131179"/>
                </a:cubicBezTo>
                <a:cubicBezTo>
                  <a:pt x="371324" y="129025"/>
                  <a:pt x="367678" y="125845"/>
                  <a:pt x="364951" y="121639"/>
                </a:cubicBezTo>
                <a:cubicBezTo>
                  <a:pt x="362225" y="117432"/>
                  <a:pt x="360862" y="112233"/>
                  <a:pt x="360862" y="106042"/>
                </a:cubicBezTo>
                <a:cubicBezTo>
                  <a:pt x="360862" y="97226"/>
                  <a:pt x="363555" y="90531"/>
                  <a:pt x="368942" y="85955"/>
                </a:cubicBezTo>
                <a:cubicBezTo>
                  <a:pt x="374329" y="81379"/>
                  <a:pt x="381950" y="78267"/>
                  <a:pt x="391804" y="76618"/>
                </a:cubicBezTo>
                <a:cubicBezTo>
                  <a:pt x="401658" y="74970"/>
                  <a:pt x="413187" y="74078"/>
                  <a:pt x="426391" y="73942"/>
                </a:cubicBezTo>
                <a:lnTo>
                  <a:pt x="426391" y="66881"/>
                </a:lnTo>
                <a:cubicBezTo>
                  <a:pt x="426391" y="58228"/>
                  <a:pt x="424355" y="52292"/>
                  <a:pt x="420282" y="49073"/>
                </a:cubicBezTo>
                <a:cubicBezTo>
                  <a:pt x="416209" y="45854"/>
                  <a:pt x="411052" y="44245"/>
                  <a:pt x="404811" y="44245"/>
                </a:cubicBezTo>
                <a:cubicBezTo>
                  <a:pt x="398176" y="44245"/>
                  <a:pt x="392592" y="45999"/>
                  <a:pt x="388059" y="49507"/>
                </a:cubicBezTo>
                <a:cubicBezTo>
                  <a:pt x="383526" y="53016"/>
                  <a:pt x="381260" y="58553"/>
                  <a:pt x="381260" y="66120"/>
                </a:cubicBezTo>
                <a:lnTo>
                  <a:pt x="365296" y="66120"/>
                </a:lnTo>
                <a:cubicBezTo>
                  <a:pt x="365296" y="58003"/>
                  <a:pt x="366988" y="51442"/>
                  <a:pt x="370371" y="46437"/>
                </a:cubicBezTo>
                <a:cubicBezTo>
                  <a:pt x="373754" y="41430"/>
                  <a:pt x="378419" y="37777"/>
                  <a:pt x="384364" y="35478"/>
                </a:cubicBezTo>
                <a:cubicBezTo>
                  <a:pt x="390309" y="33176"/>
                  <a:pt x="397125" y="32026"/>
                  <a:pt x="404811" y="32026"/>
                </a:cubicBezTo>
                <a:cubicBezTo>
                  <a:pt x="409738" y="32026"/>
                  <a:pt x="414451" y="32500"/>
                  <a:pt x="418951" y="33448"/>
                </a:cubicBezTo>
                <a:cubicBezTo>
                  <a:pt x="423451" y="34395"/>
                  <a:pt x="427492" y="36120"/>
                  <a:pt x="431072" y="38625"/>
                </a:cubicBezTo>
                <a:cubicBezTo>
                  <a:pt x="434652" y="41129"/>
                  <a:pt x="437493" y="44633"/>
                  <a:pt x="439596" y="49135"/>
                </a:cubicBezTo>
                <a:cubicBezTo>
                  <a:pt x="441698" y="53635"/>
                  <a:pt x="442749" y="59437"/>
                  <a:pt x="442749" y="66542"/>
                </a:cubicBezTo>
                <a:lnTo>
                  <a:pt x="442749" y="132635"/>
                </a:lnTo>
                <a:lnTo>
                  <a:pt x="427377" y="132635"/>
                </a:lnTo>
                <a:lnTo>
                  <a:pt x="426687" y="118051"/>
                </a:lnTo>
                <a:cubicBezTo>
                  <a:pt x="422285" y="122978"/>
                  <a:pt x="417178" y="126936"/>
                  <a:pt x="411364" y="129925"/>
                </a:cubicBezTo>
                <a:cubicBezTo>
                  <a:pt x="405550" y="132914"/>
                  <a:pt x="398767" y="134409"/>
                  <a:pt x="391015" y="134409"/>
                </a:cubicBezTo>
                <a:moveTo>
                  <a:pt x="395351" y="121796"/>
                </a:moveTo>
                <a:cubicBezTo>
                  <a:pt x="401920" y="121796"/>
                  <a:pt x="407833" y="120190"/>
                  <a:pt x="413088" y="116980"/>
                </a:cubicBezTo>
                <a:cubicBezTo>
                  <a:pt x="418344" y="113767"/>
                  <a:pt x="422745" y="109701"/>
                  <a:pt x="426293" y="104782"/>
                </a:cubicBezTo>
                <a:lnTo>
                  <a:pt x="426293" y="84486"/>
                </a:lnTo>
                <a:cubicBezTo>
                  <a:pt x="408818" y="84691"/>
                  <a:pt x="396287" y="86400"/>
                  <a:pt x="388700" y="89613"/>
                </a:cubicBezTo>
                <a:cubicBezTo>
                  <a:pt x="381112" y="92824"/>
                  <a:pt x="377318" y="98084"/>
                  <a:pt x="377318" y="105395"/>
                </a:cubicBezTo>
                <a:cubicBezTo>
                  <a:pt x="377318" y="110384"/>
                  <a:pt x="378846" y="114364"/>
                  <a:pt x="381900" y="117337"/>
                </a:cubicBezTo>
                <a:cubicBezTo>
                  <a:pt x="384955" y="120309"/>
                  <a:pt x="389439" y="121796"/>
                  <a:pt x="395351" y="121796"/>
                </a:cubicBezTo>
                <a:close/>
                <a:moveTo>
                  <a:pt x="505469" y="132635"/>
                </a:moveTo>
                <a:cubicBezTo>
                  <a:pt x="497717" y="132635"/>
                  <a:pt x="491772" y="131359"/>
                  <a:pt x="487633" y="128807"/>
                </a:cubicBezTo>
                <a:cubicBezTo>
                  <a:pt x="483495" y="126256"/>
                  <a:pt x="480654" y="122582"/>
                  <a:pt x="479110" y="117786"/>
                </a:cubicBezTo>
                <a:cubicBezTo>
                  <a:pt x="477566" y="112989"/>
                  <a:pt x="476794" y="107222"/>
                  <a:pt x="476794" y="100486"/>
                </a:cubicBezTo>
                <a:lnTo>
                  <a:pt x="476794" y="47004"/>
                </a:lnTo>
                <a:lnTo>
                  <a:pt x="460732" y="47004"/>
                </a:lnTo>
                <a:lnTo>
                  <a:pt x="460732" y="33701"/>
                </a:lnTo>
                <a:lnTo>
                  <a:pt x="476794" y="33701"/>
                </a:lnTo>
                <a:lnTo>
                  <a:pt x="476794" y="11726"/>
                </a:lnTo>
                <a:lnTo>
                  <a:pt x="493152" y="11726"/>
                </a:lnTo>
                <a:lnTo>
                  <a:pt x="493152" y="33701"/>
                </a:lnTo>
                <a:lnTo>
                  <a:pt x="516801" y="33701"/>
                </a:lnTo>
                <a:lnTo>
                  <a:pt x="516801" y="47004"/>
                </a:lnTo>
                <a:lnTo>
                  <a:pt x="493152" y="47004"/>
                </a:lnTo>
                <a:lnTo>
                  <a:pt x="493152" y="100018"/>
                </a:lnTo>
                <a:cubicBezTo>
                  <a:pt x="493152" y="106251"/>
                  <a:pt x="493924" y="111028"/>
                  <a:pt x="495467" y="114350"/>
                </a:cubicBezTo>
                <a:cubicBezTo>
                  <a:pt x="497011" y="117671"/>
                  <a:pt x="500706" y="119332"/>
                  <a:pt x="506553" y="119332"/>
                </a:cubicBezTo>
                <a:lnTo>
                  <a:pt x="516998" y="119332"/>
                </a:lnTo>
                <a:lnTo>
                  <a:pt x="516998" y="132635"/>
                </a:lnTo>
                <a:lnTo>
                  <a:pt x="505469" y="132635"/>
                </a:lnTo>
                <a:close/>
                <a:moveTo>
                  <a:pt x="576922" y="134409"/>
                </a:moveTo>
                <a:cubicBezTo>
                  <a:pt x="566476" y="134409"/>
                  <a:pt x="557920" y="132160"/>
                  <a:pt x="551252" y="127662"/>
                </a:cubicBezTo>
                <a:cubicBezTo>
                  <a:pt x="544584" y="123162"/>
                  <a:pt x="539640" y="117040"/>
                  <a:pt x="536422" y="109297"/>
                </a:cubicBezTo>
                <a:cubicBezTo>
                  <a:pt x="533203" y="101551"/>
                  <a:pt x="531593" y="92841"/>
                  <a:pt x="531593" y="83168"/>
                </a:cubicBezTo>
                <a:cubicBezTo>
                  <a:pt x="531593" y="73088"/>
                  <a:pt x="533153" y="64209"/>
                  <a:pt x="536274" y="56531"/>
                </a:cubicBezTo>
                <a:cubicBezTo>
                  <a:pt x="539394" y="48853"/>
                  <a:pt x="544157" y="42850"/>
                  <a:pt x="550562" y="38520"/>
                </a:cubicBezTo>
                <a:cubicBezTo>
                  <a:pt x="556967" y="34190"/>
                  <a:pt x="565097" y="32026"/>
                  <a:pt x="574951" y="32026"/>
                </a:cubicBezTo>
                <a:cubicBezTo>
                  <a:pt x="588024" y="32026"/>
                  <a:pt x="598272" y="36079"/>
                  <a:pt x="605695" y="44186"/>
                </a:cubicBezTo>
                <a:cubicBezTo>
                  <a:pt x="613119" y="52291"/>
                  <a:pt x="616830" y="63943"/>
                  <a:pt x="616830" y="79143"/>
                </a:cubicBezTo>
                <a:cubicBezTo>
                  <a:pt x="616830" y="80157"/>
                  <a:pt x="616797" y="81357"/>
                  <a:pt x="616732" y="82743"/>
                </a:cubicBezTo>
                <a:cubicBezTo>
                  <a:pt x="616666" y="84127"/>
                  <a:pt x="616568" y="85122"/>
                  <a:pt x="616436" y="85730"/>
                </a:cubicBezTo>
                <a:lnTo>
                  <a:pt x="548049" y="85730"/>
                </a:lnTo>
                <a:cubicBezTo>
                  <a:pt x="548115" y="92238"/>
                  <a:pt x="549117" y="98215"/>
                  <a:pt x="551055" y="103661"/>
                </a:cubicBezTo>
                <a:cubicBezTo>
                  <a:pt x="552993" y="109108"/>
                  <a:pt x="556064" y="113475"/>
                  <a:pt x="560268" y="116764"/>
                </a:cubicBezTo>
                <a:cubicBezTo>
                  <a:pt x="564473" y="120053"/>
                  <a:pt x="570024" y="121697"/>
                  <a:pt x="576922" y="121697"/>
                </a:cubicBezTo>
                <a:cubicBezTo>
                  <a:pt x="584279" y="121697"/>
                  <a:pt x="590027" y="119884"/>
                  <a:pt x="594166" y="116259"/>
                </a:cubicBezTo>
                <a:cubicBezTo>
                  <a:pt x="598305" y="112634"/>
                  <a:pt x="600473" y="107403"/>
                  <a:pt x="600670" y="100566"/>
                </a:cubicBezTo>
                <a:lnTo>
                  <a:pt x="616929" y="100566"/>
                </a:lnTo>
                <a:cubicBezTo>
                  <a:pt x="616732" y="107544"/>
                  <a:pt x="614991" y="113557"/>
                  <a:pt x="611706" y="118605"/>
                </a:cubicBezTo>
                <a:cubicBezTo>
                  <a:pt x="608422" y="123654"/>
                  <a:pt x="603823" y="127550"/>
                  <a:pt x="597911" y="130295"/>
                </a:cubicBezTo>
                <a:cubicBezTo>
                  <a:pt x="591998" y="133038"/>
                  <a:pt x="585002" y="134409"/>
                  <a:pt x="576922" y="134409"/>
                </a:cubicBezTo>
                <a:moveTo>
                  <a:pt x="548148" y="73708"/>
                </a:moveTo>
                <a:lnTo>
                  <a:pt x="600571" y="73708"/>
                </a:lnTo>
                <a:cubicBezTo>
                  <a:pt x="600374" y="64295"/>
                  <a:pt x="598042" y="57098"/>
                  <a:pt x="593575" y="52115"/>
                </a:cubicBezTo>
                <a:cubicBezTo>
                  <a:pt x="589108" y="47131"/>
                  <a:pt x="582900" y="44639"/>
                  <a:pt x="574951" y="44639"/>
                </a:cubicBezTo>
                <a:cubicBezTo>
                  <a:pt x="566936" y="44639"/>
                  <a:pt x="560646" y="47114"/>
                  <a:pt x="556080" y="52063"/>
                </a:cubicBezTo>
                <a:cubicBezTo>
                  <a:pt x="551515" y="57011"/>
                  <a:pt x="548870" y="64226"/>
                  <a:pt x="548148" y="73708"/>
                </a:cubicBezTo>
                <a:close/>
                <a:moveTo>
                  <a:pt x="705964" y="132635"/>
                </a:moveTo>
                <a:lnTo>
                  <a:pt x="705964" y="14880"/>
                </a:lnTo>
                <a:lnTo>
                  <a:pt x="668223" y="14880"/>
                </a:lnTo>
                <a:lnTo>
                  <a:pt x="668223" y="0"/>
                </a:lnTo>
                <a:lnTo>
                  <a:pt x="761245" y="0"/>
                </a:lnTo>
                <a:lnTo>
                  <a:pt x="761245" y="14880"/>
                </a:lnTo>
                <a:lnTo>
                  <a:pt x="723603" y="14880"/>
                </a:lnTo>
                <a:lnTo>
                  <a:pt x="723603" y="132635"/>
                </a:lnTo>
                <a:lnTo>
                  <a:pt x="705964" y="132635"/>
                </a:lnTo>
                <a:close/>
                <a:moveTo>
                  <a:pt x="789185" y="134409"/>
                </a:moveTo>
                <a:cubicBezTo>
                  <a:pt x="783667" y="134409"/>
                  <a:pt x="778625" y="133332"/>
                  <a:pt x="774059" y="131179"/>
                </a:cubicBezTo>
                <a:cubicBezTo>
                  <a:pt x="769493" y="129025"/>
                  <a:pt x="765847" y="125845"/>
                  <a:pt x="763121" y="121639"/>
                </a:cubicBezTo>
                <a:cubicBezTo>
                  <a:pt x="760395" y="117432"/>
                  <a:pt x="759031" y="112233"/>
                  <a:pt x="759031" y="106042"/>
                </a:cubicBezTo>
                <a:cubicBezTo>
                  <a:pt x="759031" y="97226"/>
                  <a:pt x="761725" y="90531"/>
                  <a:pt x="767112" y="85955"/>
                </a:cubicBezTo>
                <a:cubicBezTo>
                  <a:pt x="772499" y="81379"/>
                  <a:pt x="780119" y="78267"/>
                  <a:pt x="789973" y="76618"/>
                </a:cubicBezTo>
                <a:cubicBezTo>
                  <a:pt x="799827" y="74970"/>
                  <a:pt x="811356" y="74078"/>
                  <a:pt x="824561" y="73942"/>
                </a:cubicBezTo>
                <a:lnTo>
                  <a:pt x="824561" y="66881"/>
                </a:lnTo>
                <a:cubicBezTo>
                  <a:pt x="824561" y="58228"/>
                  <a:pt x="822524" y="52292"/>
                  <a:pt x="818451" y="49073"/>
                </a:cubicBezTo>
                <a:cubicBezTo>
                  <a:pt x="814378" y="45854"/>
                  <a:pt x="809221" y="44245"/>
                  <a:pt x="802980" y="44245"/>
                </a:cubicBezTo>
                <a:cubicBezTo>
                  <a:pt x="796345" y="44245"/>
                  <a:pt x="790761" y="45999"/>
                  <a:pt x="786229" y="49507"/>
                </a:cubicBezTo>
                <a:cubicBezTo>
                  <a:pt x="781696" y="53016"/>
                  <a:pt x="779429" y="58553"/>
                  <a:pt x="779429" y="66120"/>
                </a:cubicBezTo>
                <a:lnTo>
                  <a:pt x="763466" y="66120"/>
                </a:lnTo>
                <a:cubicBezTo>
                  <a:pt x="763466" y="58003"/>
                  <a:pt x="765157" y="51442"/>
                  <a:pt x="768541" y="46437"/>
                </a:cubicBezTo>
                <a:cubicBezTo>
                  <a:pt x="771924" y="41430"/>
                  <a:pt x="776588" y="37777"/>
                  <a:pt x="782533" y="35478"/>
                </a:cubicBezTo>
                <a:cubicBezTo>
                  <a:pt x="788479" y="33176"/>
                  <a:pt x="795294" y="32026"/>
                  <a:pt x="802980" y="32026"/>
                </a:cubicBezTo>
                <a:cubicBezTo>
                  <a:pt x="807907" y="32026"/>
                  <a:pt x="812621" y="32500"/>
                  <a:pt x="817121" y="33448"/>
                </a:cubicBezTo>
                <a:cubicBezTo>
                  <a:pt x="821621" y="34395"/>
                  <a:pt x="825661" y="36120"/>
                  <a:pt x="829241" y="38625"/>
                </a:cubicBezTo>
                <a:cubicBezTo>
                  <a:pt x="832822" y="41129"/>
                  <a:pt x="835663" y="44633"/>
                  <a:pt x="837765" y="49135"/>
                </a:cubicBezTo>
                <a:cubicBezTo>
                  <a:pt x="839867" y="53635"/>
                  <a:pt x="840918" y="59437"/>
                  <a:pt x="840918" y="66542"/>
                </a:cubicBezTo>
                <a:lnTo>
                  <a:pt x="840918" y="132635"/>
                </a:lnTo>
                <a:lnTo>
                  <a:pt x="825546" y="132635"/>
                </a:lnTo>
                <a:lnTo>
                  <a:pt x="824856" y="118051"/>
                </a:lnTo>
                <a:cubicBezTo>
                  <a:pt x="820455" y="122978"/>
                  <a:pt x="815347" y="126936"/>
                  <a:pt x="809533" y="129925"/>
                </a:cubicBezTo>
                <a:cubicBezTo>
                  <a:pt x="803719" y="132914"/>
                  <a:pt x="796937" y="134409"/>
                  <a:pt x="789185" y="134409"/>
                </a:cubicBezTo>
                <a:moveTo>
                  <a:pt x="793521" y="121796"/>
                </a:moveTo>
                <a:cubicBezTo>
                  <a:pt x="800090" y="121796"/>
                  <a:pt x="806002" y="120190"/>
                  <a:pt x="811258" y="116980"/>
                </a:cubicBezTo>
                <a:cubicBezTo>
                  <a:pt x="816513" y="113767"/>
                  <a:pt x="820915" y="109701"/>
                  <a:pt x="824462" y="104782"/>
                </a:cubicBezTo>
                <a:lnTo>
                  <a:pt x="824462" y="84486"/>
                </a:lnTo>
                <a:cubicBezTo>
                  <a:pt x="806988" y="84691"/>
                  <a:pt x="794457" y="86400"/>
                  <a:pt x="786869" y="89613"/>
                </a:cubicBezTo>
                <a:cubicBezTo>
                  <a:pt x="779281" y="92824"/>
                  <a:pt x="775488" y="98084"/>
                  <a:pt x="775488" y="105395"/>
                </a:cubicBezTo>
                <a:cubicBezTo>
                  <a:pt x="775488" y="110384"/>
                  <a:pt x="777015" y="114364"/>
                  <a:pt x="780070" y="117337"/>
                </a:cubicBezTo>
                <a:cubicBezTo>
                  <a:pt x="783125" y="120309"/>
                  <a:pt x="787608" y="121796"/>
                  <a:pt x="793521" y="121796"/>
                </a:cubicBezTo>
                <a:close/>
                <a:moveTo>
                  <a:pt x="905609" y="134409"/>
                </a:moveTo>
                <a:cubicBezTo>
                  <a:pt x="900222" y="134409"/>
                  <a:pt x="895114" y="133800"/>
                  <a:pt x="890286" y="132583"/>
                </a:cubicBezTo>
                <a:cubicBezTo>
                  <a:pt x="885457" y="131365"/>
                  <a:pt x="881204" y="129438"/>
                  <a:pt x="877525" y="126800"/>
                </a:cubicBezTo>
                <a:cubicBezTo>
                  <a:pt x="873846" y="124162"/>
                  <a:pt x="870972" y="120695"/>
                  <a:pt x="868903" y="116401"/>
                </a:cubicBezTo>
                <a:cubicBezTo>
                  <a:pt x="866833" y="112104"/>
                  <a:pt x="865799" y="106911"/>
                  <a:pt x="865799" y="100822"/>
                </a:cubicBezTo>
                <a:lnTo>
                  <a:pt x="881664" y="100822"/>
                </a:lnTo>
                <a:cubicBezTo>
                  <a:pt x="881664" y="108666"/>
                  <a:pt x="883979" y="114189"/>
                  <a:pt x="888611" y="117389"/>
                </a:cubicBezTo>
                <a:cubicBezTo>
                  <a:pt x="893242" y="120590"/>
                  <a:pt x="899040" y="122190"/>
                  <a:pt x="906003" y="122190"/>
                </a:cubicBezTo>
                <a:cubicBezTo>
                  <a:pt x="912244" y="122190"/>
                  <a:pt x="917384" y="120927"/>
                  <a:pt x="921425" y="118402"/>
                </a:cubicBezTo>
                <a:cubicBezTo>
                  <a:pt x="925465" y="115877"/>
                  <a:pt x="927485" y="111709"/>
                  <a:pt x="927485" y="105897"/>
                </a:cubicBezTo>
                <a:cubicBezTo>
                  <a:pt x="927485" y="101025"/>
                  <a:pt x="925662" y="97406"/>
                  <a:pt x="922016" y="95039"/>
                </a:cubicBezTo>
                <a:cubicBezTo>
                  <a:pt x="918370" y="92670"/>
                  <a:pt x="911948" y="90370"/>
                  <a:pt x="902751" y="88138"/>
                </a:cubicBezTo>
                <a:cubicBezTo>
                  <a:pt x="895262" y="86311"/>
                  <a:pt x="888956" y="84197"/>
                  <a:pt x="883832" y="81798"/>
                </a:cubicBezTo>
                <a:cubicBezTo>
                  <a:pt x="878707" y="79396"/>
                  <a:pt x="874864" y="76351"/>
                  <a:pt x="872302" y="72664"/>
                </a:cubicBezTo>
                <a:cubicBezTo>
                  <a:pt x="869740" y="68977"/>
                  <a:pt x="868459" y="64326"/>
                  <a:pt x="868459" y="58711"/>
                </a:cubicBezTo>
                <a:cubicBezTo>
                  <a:pt x="868459" y="54314"/>
                  <a:pt x="869363" y="50441"/>
                  <a:pt x="871169" y="47093"/>
                </a:cubicBezTo>
                <a:cubicBezTo>
                  <a:pt x="872976" y="43745"/>
                  <a:pt x="875505" y="40955"/>
                  <a:pt x="878757" y="38723"/>
                </a:cubicBezTo>
                <a:cubicBezTo>
                  <a:pt x="882009" y="36490"/>
                  <a:pt x="885835" y="34815"/>
                  <a:pt x="890237" y="33701"/>
                </a:cubicBezTo>
                <a:cubicBezTo>
                  <a:pt x="894638" y="32584"/>
                  <a:pt x="899401" y="32026"/>
                  <a:pt x="904525" y="32026"/>
                </a:cubicBezTo>
                <a:cubicBezTo>
                  <a:pt x="909583" y="32026"/>
                  <a:pt x="914330" y="32634"/>
                  <a:pt x="918764" y="33852"/>
                </a:cubicBezTo>
                <a:cubicBezTo>
                  <a:pt x="923198" y="35069"/>
                  <a:pt x="927107" y="36964"/>
                  <a:pt x="930490" y="39536"/>
                </a:cubicBezTo>
                <a:cubicBezTo>
                  <a:pt x="933874" y="42106"/>
                  <a:pt x="936551" y="45421"/>
                  <a:pt x="938521" y="49480"/>
                </a:cubicBezTo>
                <a:cubicBezTo>
                  <a:pt x="940492" y="53538"/>
                  <a:pt x="941478" y="58409"/>
                  <a:pt x="941478" y="64091"/>
                </a:cubicBezTo>
                <a:lnTo>
                  <a:pt x="925514" y="64091"/>
                </a:lnTo>
                <a:cubicBezTo>
                  <a:pt x="925514" y="56920"/>
                  <a:pt x="923478" y="51853"/>
                  <a:pt x="919405" y="48888"/>
                </a:cubicBezTo>
                <a:cubicBezTo>
                  <a:pt x="915332" y="45924"/>
                  <a:pt x="910372" y="44442"/>
                  <a:pt x="904525" y="44442"/>
                </a:cubicBezTo>
                <a:cubicBezTo>
                  <a:pt x="898613" y="44442"/>
                  <a:pt x="893817" y="45554"/>
                  <a:pt x="890138" y="47780"/>
                </a:cubicBezTo>
                <a:cubicBezTo>
                  <a:pt x="886459" y="50003"/>
                  <a:pt x="884620" y="53478"/>
                  <a:pt x="884620" y="58203"/>
                </a:cubicBezTo>
                <a:cubicBezTo>
                  <a:pt x="884620" y="60841"/>
                  <a:pt x="885441" y="63074"/>
                  <a:pt x="887083" y="64901"/>
                </a:cubicBezTo>
                <a:cubicBezTo>
                  <a:pt x="888726" y="66728"/>
                  <a:pt x="891485" y="68369"/>
                  <a:pt x="895361" y="69825"/>
                </a:cubicBezTo>
                <a:cubicBezTo>
                  <a:pt x="899237" y="71278"/>
                  <a:pt x="904459" y="72817"/>
                  <a:pt x="911029" y="74441"/>
                </a:cubicBezTo>
                <a:cubicBezTo>
                  <a:pt x="918189" y="76200"/>
                  <a:pt x="924200" y="78297"/>
                  <a:pt x="929062" y="80732"/>
                </a:cubicBezTo>
                <a:cubicBezTo>
                  <a:pt x="933923" y="83167"/>
                  <a:pt x="937585" y="86296"/>
                  <a:pt x="940049" y="90118"/>
                </a:cubicBezTo>
                <a:cubicBezTo>
                  <a:pt x="942512" y="93939"/>
                  <a:pt x="943744" y="98826"/>
                  <a:pt x="943744" y="104779"/>
                </a:cubicBezTo>
                <a:cubicBezTo>
                  <a:pt x="943744" y="109920"/>
                  <a:pt x="942775" y="114367"/>
                  <a:pt x="940837" y="118122"/>
                </a:cubicBezTo>
                <a:cubicBezTo>
                  <a:pt x="938899" y="121877"/>
                  <a:pt x="936206" y="124955"/>
                  <a:pt x="932757" y="127357"/>
                </a:cubicBezTo>
                <a:cubicBezTo>
                  <a:pt x="929308" y="129759"/>
                  <a:pt x="925268" y="131535"/>
                  <a:pt x="920636" y="132684"/>
                </a:cubicBezTo>
                <a:cubicBezTo>
                  <a:pt x="916005" y="133834"/>
                  <a:pt x="910996" y="134409"/>
                  <a:pt x="905609" y="134409"/>
                </a:cubicBezTo>
                <a:close/>
                <a:moveTo>
                  <a:pt x="972719" y="132635"/>
                </a:moveTo>
                <a:lnTo>
                  <a:pt x="972719" y="0"/>
                </a:lnTo>
                <a:lnTo>
                  <a:pt x="989175" y="0"/>
                </a:lnTo>
                <a:lnTo>
                  <a:pt x="989175" y="80323"/>
                </a:lnTo>
                <a:lnTo>
                  <a:pt x="1032533" y="33701"/>
                </a:lnTo>
                <a:lnTo>
                  <a:pt x="1051945" y="33701"/>
                </a:lnTo>
                <a:lnTo>
                  <a:pt x="1008587" y="80018"/>
                </a:lnTo>
                <a:lnTo>
                  <a:pt x="1055887" y="132635"/>
                </a:lnTo>
                <a:lnTo>
                  <a:pt x="1035390" y="132635"/>
                </a:lnTo>
                <a:lnTo>
                  <a:pt x="989175" y="81237"/>
                </a:lnTo>
                <a:lnTo>
                  <a:pt x="989175" y="132635"/>
                </a:lnTo>
                <a:lnTo>
                  <a:pt x="972719" y="13263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" name="Text Description">
            <a:extLst xmlns:a="http://schemas.openxmlformats.org/drawingml/2006/main">
              <a:ext uri="{FF2B5EF4-FFF2-40B4-BE49-F238E27FC236}">
                <a16:creationId xmlns:a16="http://schemas.microsoft.com/office/drawing/2014/main" id="{9833D328-7ACE-4AA7-BE32-A4F7AA374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9939" y="3218421"/>
            <a:ext cx="979810" cy="171460"/>
          </a:xfrm>
          <a:custGeom xmlns:a="http://schemas.openxmlformats.org/drawingml/2006/main">
            <a:pathLst>
              <a:path w="979810" h="171460">
                <a:moveTo>
                  <a:pt x="0" y="136183"/>
                </a:moveTo>
                <a:lnTo>
                  <a:pt x="0" y="3547"/>
                </a:lnTo>
                <a:lnTo>
                  <a:pt x="44639" y="3547"/>
                </a:lnTo>
                <a:cubicBezTo>
                  <a:pt x="58500" y="3547"/>
                  <a:pt x="70325" y="6159"/>
                  <a:pt x="80113" y="11381"/>
                </a:cubicBezTo>
                <a:cubicBezTo>
                  <a:pt x="89902" y="16604"/>
                  <a:pt x="97358" y="24175"/>
                  <a:pt x="102482" y="34095"/>
                </a:cubicBezTo>
                <a:cubicBezTo>
                  <a:pt x="107606" y="44015"/>
                  <a:pt x="110168" y="55938"/>
                  <a:pt x="110168" y="69865"/>
                </a:cubicBezTo>
                <a:cubicBezTo>
                  <a:pt x="110168" y="83858"/>
                  <a:pt x="107590" y="95814"/>
                  <a:pt x="102433" y="105734"/>
                </a:cubicBezTo>
                <a:cubicBezTo>
                  <a:pt x="97276" y="115653"/>
                  <a:pt x="89803" y="123208"/>
                  <a:pt x="80015" y="128398"/>
                </a:cubicBezTo>
                <a:cubicBezTo>
                  <a:pt x="70226" y="133588"/>
                  <a:pt x="58434" y="136183"/>
                  <a:pt x="44639" y="136183"/>
                </a:cubicBezTo>
                <a:lnTo>
                  <a:pt x="0" y="136183"/>
                </a:lnTo>
                <a:moveTo>
                  <a:pt x="17737" y="121303"/>
                </a:moveTo>
                <a:lnTo>
                  <a:pt x="40697" y="121303"/>
                </a:lnTo>
                <a:cubicBezTo>
                  <a:pt x="52325" y="121303"/>
                  <a:pt x="61916" y="119447"/>
                  <a:pt x="69471" y="115735"/>
                </a:cubicBezTo>
                <a:cubicBezTo>
                  <a:pt x="77026" y="112024"/>
                  <a:pt x="82659" y="106341"/>
                  <a:pt x="86370" y="98688"/>
                </a:cubicBezTo>
                <a:cubicBezTo>
                  <a:pt x="90082" y="91035"/>
                  <a:pt x="91938" y="81394"/>
                  <a:pt x="91938" y="69766"/>
                </a:cubicBezTo>
                <a:cubicBezTo>
                  <a:pt x="91938" y="58204"/>
                  <a:pt x="90049" y="48630"/>
                  <a:pt x="86272" y="41042"/>
                </a:cubicBezTo>
                <a:cubicBezTo>
                  <a:pt x="82495" y="33454"/>
                  <a:pt x="76812" y="27788"/>
                  <a:pt x="69225" y="24044"/>
                </a:cubicBezTo>
                <a:cubicBezTo>
                  <a:pt x="61637" y="20299"/>
                  <a:pt x="52128" y="18427"/>
                  <a:pt x="40697" y="18427"/>
                </a:cubicBezTo>
                <a:lnTo>
                  <a:pt x="17737" y="18427"/>
                </a:lnTo>
                <a:lnTo>
                  <a:pt x="17737" y="121303"/>
                </a:lnTo>
                <a:close/>
                <a:moveTo>
                  <a:pt x="176873" y="137956"/>
                </a:moveTo>
                <a:cubicBezTo>
                  <a:pt x="166428" y="137956"/>
                  <a:pt x="157871" y="135707"/>
                  <a:pt x="151203" y="131209"/>
                </a:cubicBezTo>
                <a:cubicBezTo>
                  <a:pt x="144535" y="126709"/>
                  <a:pt x="139592" y="120588"/>
                  <a:pt x="136373" y="112844"/>
                </a:cubicBezTo>
                <a:cubicBezTo>
                  <a:pt x="133154" y="105098"/>
                  <a:pt x="131544" y="96389"/>
                  <a:pt x="131544" y="86715"/>
                </a:cubicBezTo>
                <a:cubicBezTo>
                  <a:pt x="131544" y="76636"/>
                  <a:pt x="133105" y="67757"/>
                  <a:pt x="136225" y="60079"/>
                </a:cubicBezTo>
                <a:cubicBezTo>
                  <a:pt x="139345" y="52401"/>
                  <a:pt x="144108" y="46397"/>
                  <a:pt x="150513" y="42067"/>
                </a:cubicBezTo>
                <a:cubicBezTo>
                  <a:pt x="156918" y="37738"/>
                  <a:pt x="165048" y="35573"/>
                  <a:pt x="174902" y="35573"/>
                </a:cubicBezTo>
                <a:cubicBezTo>
                  <a:pt x="187975" y="35573"/>
                  <a:pt x="198223" y="39627"/>
                  <a:pt x="205647" y="47733"/>
                </a:cubicBezTo>
                <a:cubicBezTo>
                  <a:pt x="213070" y="55838"/>
                  <a:pt x="216782" y="67491"/>
                  <a:pt x="216782" y="82691"/>
                </a:cubicBezTo>
                <a:cubicBezTo>
                  <a:pt x="216782" y="83705"/>
                  <a:pt x="216749" y="84905"/>
                  <a:pt x="216683" y="86290"/>
                </a:cubicBezTo>
                <a:cubicBezTo>
                  <a:pt x="216617" y="87674"/>
                  <a:pt x="216519" y="88670"/>
                  <a:pt x="216387" y="89277"/>
                </a:cubicBezTo>
                <a:lnTo>
                  <a:pt x="148001" y="89277"/>
                </a:lnTo>
                <a:cubicBezTo>
                  <a:pt x="148066" y="95785"/>
                  <a:pt x="149068" y="101762"/>
                  <a:pt x="151006" y="107209"/>
                </a:cubicBezTo>
                <a:cubicBezTo>
                  <a:pt x="152944" y="112655"/>
                  <a:pt x="156015" y="117023"/>
                  <a:pt x="160220" y="120311"/>
                </a:cubicBezTo>
                <a:cubicBezTo>
                  <a:pt x="164424" y="123600"/>
                  <a:pt x="169975" y="125245"/>
                  <a:pt x="176873" y="125245"/>
                </a:cubicBezTo>
                <a:cubicBezTo>
                  <a:pt x="184231" y="125245"/>
                  <a:pt x="189979" y="123432"/>
                  <a:pt x="194117" y="119806"/>
                </a:cubicBezTo>
                <a:cubicBezTo>
                  <a:pt x="198256" y="116181"/>
                  <a:pt x="200424" y="110950"/>
                  <a:pt x="200621" y="104114"/>
                </a:cubicBezTo>
                <a:lnTo>
                  <a:pt x="216880" y="104114"/>
                </a:lnTo>
                <a:cubicBezTo>
                  <a:pt x="216683" y="111092"/>
                  <a:pt x="214942" y="117105"/>
                  <a:pt x="211658" y="122153"/>
                </a:cubicBezTo>
                <a:cubicBezTo>
                  <a:pt x="208373" y="127201"/>
                  <a:pt x="203774" y="131097"/>
                  <a:pt x="197862" y="133842"/>
                </a:cubicBezTo>
                <a:cubicBezTo>
                  <a:pt x="191950" y="136585"/>
                  <a:pt x="184953" y="137956"/>
                  <a:pt x="176873" y="137956"/>
                </a:cubicBezTo>
                <a:moveTo>
                  <a:pt x="148099" y="77256"/>
                </a:moveTo>
                <a:lnTo>
                  <a:pt x="200522" y="77256"/>
                </a:lnTo>
                <a:cubicBezTo>
                  <a:pt x="200325" y="67843"/>
                  <a:pt x="197993" y="60645"/>
                  <a:pt x="193526" y="55663"/>
                </a:cubicBezTo>
                <a:cubicBezTo>
                  <a:pt x="189059" y="50678"/>
                  <a:pt x="182851" y="48186"/>
                  <a:pt x="174902" y="48186"/>
                </a:cubicBezTo>
                <a:cubicBezTo>
                  <a:pt x="166887" y="48186"/>
                  <a:pt x="160597" y="50661"/>
                  <a:pt x="156032" y="55611"/>
                </a:cubicBezTo>
                <a:cubicBezTo>
                  <a:pt x="151466" y="60558"/>
                  <a:pt x="148822" y="67773"/>
                  <a:pt x="148099" y="77256"/>
                </a:cubicBezTo>
                <a:close/>
                <a:moveTo>
                  <a:pt x="278324" y="137956"/>
                </a:moveTo>
                <a:cubicBezTo>
                  <a:pt x="272937" y="137956"/>
                  <a:pt x="267829" y="137348"/>
                  <a:pt x="263001" y="136130"/>
                </a:cubicBezTo>
                <a:cubicBezTo>
                  <a:pt x="258172" y="134913"/>
                  <a:pt x="253918" y="132985"/>
                  <a:pt x="250240" y="130347"/>
                </a:cubicBezTo>
                <a:cubicBezTo>
                  <a:pt x="246561" y="127709"/>
                  <a:pt x="243687" y="124243"/>
                  <a:pt x="241617" y="119948"/>
                </a:cubicBezTo>
                <a:cubicBezTo>
                  <a:pt x="239548" y="115651"/>
                  <a:pt x="238513" y="110458"/>
                  <a:pt x="238513" y="104369"/>
                </a:cubicBezTo>
                <a:lnTo>
                  <a:pt x="254378" y="104369"/>
                </a:lnTo>
                <a:cubicBezTo>
                  <a:pt x="254378" y="112214"/>
                  <a:pt x="256694" y="117736"/>
                  <a:pt x="261325" y="120937"/>
                </a:cubicBezTo>
                <a:cubicBezTo>
                  <a:pt x="265957" y="124137"/>
                  <a:pt x="271754" y="125737"/>
                  <a:pt x="278718" y="125737"/>
                </a:cubicBezTo>
                <a:cubicBezTo>
                  <a:pt x="284959" y="125737"/>
                  <a:pt x="290099" y="124475"/>
                  <a:pt x="294139" y="121950"/>
                </a:cubicBezTo>
                <a:cubicBezTo>
                  <a:pt x="298179" y="119425"/>
                  <a:pt x="300199" y="115256"/>
                  <a:pt x="300199" y="109444"/>
                </a:cubicBezTo>
                <a:cubicBezTo>
                  <a:pt x="300199" y="104573"/>
                  <a:pt x="298377" y="100953"/>
                  <a:pt x="294731" y="98586"/>
                </a:cubicBezTo>
                <a:cubicBezTo>
                  <a:pt x="291085" y="96217"/>
                  <a:pt x="284663" y="93917"/>
                  <a:pt x="275466" y="91686"/>
                </a:cubicBezTo>
                <a:cubicBezTo>
                  <a:pt x="267977" y="89858"/>
                  <a:pt x="261670" y="87745"/>
                  <a:pt x="256546" y="85345"/>
                </a:cubicBezTo>
                <a:cubicBezTo>
                  <a:pt x="251422" y="82943"/>
                  <a:pt x="247579" y="79899"/>
                  <a:pt x="245017" y="76212"/>
                </a:cubicBezTo>
                <a:cubicBezTo>
                  <a:pt x="242455" y="72525"/>
                  <a:pt x="241174" y="67874"/>
                  <a:pt x="241174" y="62259"/>
                </a:cubicBezTo>
                <a:cubicBezTo>
                  <a:pt x="241174" y="57862"/>
                  <a:pt x="242077" y="53989"/>
                  <a:pt x="243884" y="50640"/>
                </a:cubicBezTo>
                <a:cubicBezTo>
                  <a:pt x="245690" y="47292"/>
                  <a:pt x="248220" y="44502"/>
                  <a:pt x="251471" y="42271"/>
                </a:cubicBezTo>
                <a:cubicBezTo>
                  <a:pt x="254723" y="40037"/>
                  <a:pt x="258550" y="38363"/>
                  <a:pt x="262951" y="37248"/>
                </a:cubicBezTo>
                <a:cubicBezTo>
                  <a:pt x="267353" y="36131"/>
                  <a:pt x="272116" y="35573"/>
                  <a:pt x="277240" y="35573"/>
                </a:cubicBezTo>
                <a:cubicBezTo>
                  <a:pt x="282298" y="35573"/>
                  <a:pt x="287044" y="36182"/>
                  <a:pt x="291479" y="37399"/>
                </a:cubicBezTo>
                <a:cubicBezTo>
                  <a:pt x="295913" y="38616"/>
                  <a:pt x="299822" y="40511"/>
                  <a:pt x="303205" y="43084"/>
                </a:cubicBezTo>
                <a:cubicBezTo>
                  <a:pt x="306588" y="45654"/>
                  <a:pt x="309265" y="48968"/>
                  <a:pt x="311236" y="53027"/>
                </a:cubicBezTo>
                <a:cubicBezTo>
                  <a:pt x="313207" y="57086"/>
                  <a:pt x="314192" y="61956"/>
                  <a:pt x="314192" y="67639"/>
                </a:cubicBezTo>
                <a:lnTo>
                  <a:pt x="298229" y="67639"/>
                </a:lnTo>
                <a:cubicBezTo>
                  <a:pt x="298229" y="60468"/>
                  <a:pt x="296192" y="55400"/>
                  <a:pt x="292119" y="52436"/>
                </a:cubicBezTo>
                <a:cubicBezTo>
                  <a:pt x="288046" y="49471"/>
                  <a:pt x="283086" y="47989"/>
                  <a:pt x="277240" y="47989"/>
                </a:cubicBezTo>
                <a:cubicBezTo>
                  <a:pt x="271327" y="47989"/>
                  <a:pt x="266532" y="49102"/>
                  <a:pt x="262853" y="51327"/>
                </a:cubicBezTo>
                <a:cubicBezTo>
                  <a:pt x="259174" y="53550"/>
                  <a:pt x="257334" y="57025"/>
                  <a:pt x="257334" y="61751"/>
                </a:cubicBezTo>
                <a:cubicBezTo>
                  <a:pt x="257334" y="64389"/>
                  <a:pt x="258156" y="66621"/>
                  <a:pt x="259798" y="68449"/>
                </a:cubicBezTo>
                <a:cubicBezTo>
                  <a:pt x="261440" y="70276"/>
                  <a:pt x="264199" y="71917"/>
                  <a:pt x="268075" y="73372"/>
                </a:cubicBezTo>
                <a:cubicBezTo>
                  <a:pt x="271951" y="74826"/>
                  <a:pt x="277174" y="76365"/>
                  <a:pt x="283743" y="77988"/>
                </a:cubicBezTo>
                <a:cubicBezTo>
                  <a:pt x="290904" y="79748"/>
                  <a:pt x="296915" y="81845"/>
                  <a:pt x="301776" y="84280"/>
                </a:cubicBezTo>
                <a:cubicBezTo>
                  <a:pt x="306637" y="86714"/>
                  <a:pt x="310300" y="89843"/>
                  <a:pt x="312763" y="93666"/>
                </a:cubicBezTo>
                <a:cubicBezTo>
                  <a:pt x="315227" y="97486"/>
                  <a:pt x="316459" y="102373"/>
                  <a:pt x="316459" y="108326"/>
                </a:cubicBezTo>
                <a:cubicBezTo>
                  <a:pt x="316459" y="113467"/>
                  <a:pt x="315490" y="117915"/>
                  <a:pt x="313552" y="121669"/>
                </a:cubicBezTo>
                <a:cubicBezTo>
                  <a:pt x="311614" y="125424"/>
                  <a:pt x="308920" y="128503"/>
                  <a:pt x="305471" y="130905"/>
                </a:cubicBezTo>
                <a:cubicBezTo>
                  <a:pt x="302022" y="133306"/>
                  <a:pt x="297982" y="135082"/>
                  <a:pt x="293351" y="136232"/>
                </a:cubicBezTo>
                <a:cubicBezTo>
                  <a:pt x="288720" y="137381"/>
                  <a:pt x="283710" y="137956"/>
                  <a:pt x="278324" y="137956"/>
                </a:cubicBezTo>
                <a:close/>
                <a:moveTo>
                  <a:pt x="377998" y="137956"/>
                </a:moveTo>
                <a:cubicBezTo>
                  <a:pt x="369326" y="137956"/>
                  <a:pt x="361640" y="136078"/>
                  <a:pt x="354939" y="132321"/>
                </a:cubicBezTo>
                <a:cubicBezTo>
                  <a:pt x="348238" y="128562"/>
                  <a:pt x="342999" y="122907"/>
                  <a:pt x="339222" y="115357"/>
                </a:cubicBezTo>
                <a:cubicBezTo>
                  <a:pt x="335445" y="107806"/>
                  <a:pt x="333556" y="98343"/>
                  <a:pt x="333556" y="86968"/>
                </a:cubicBezTo>
                <a:cubicBezTo>
                  <a:pt x="333556" y="75593"/>
                  <a:pt x="335412" y="66096"/>
                  <a:pt x="339123" y="58477"/>
                </a:cubicBezTo>
                <a:cubicBezTo>
                  <a:pt x="342835" y="50859"/>
                  <a:pt x="348025" y="45138"/>
                  <a:pt x="354693" y="41313"/>
                </a:cubicBezTo>
                <a:cubicBezTo>
                  <a:pt x="361361" y="37486"/>
                  <a:pt x="369129" y="35573"/>
                  <a:pt x="377998" y="35573"/>
                </a:cubicBezTo>
                <a:cubicBezTo>
                  <a:pt x="385421" y="35573"/>
                  <a:pt x="392105" y="36824"/>
                  <a:pt x="398050" y="39327"/>
                </a:cubicBezTo>
                <a:cubicBezTo>
                  <a:pt x="403996" y="41829"/>
                  <a:pt x="408742" y="45601"/>
                  <a:pt x="412290" y="50640"/>
                </a:cubicBezTo>
                <a:cubicBezTo>
                  <a:pt x="415837" y="55680"/>
                  <a:pt x="417709" y="62056"/>
                  <a:pt x="417906" y="69766"/>
                </a:cubicBezTo>
                <a:lnTo>
                  <a:pt x="401647" y="69766"/>
                </a:lnTo>
                <a:cubicBezTo>
                  <a:pt x="401253" y="63285"/>
                  <a:pt x="399019" y="58184"/>
                  <a:pt x="394946" y="54462"/>
                </a:cubicBezTo>
                <a:cubicBezTo>
                  <a:pt x="390873" y="50738"/>
                  <a:pt x="385322" y="48876"/>
                  <a:pt x="378293" y="48876"/>
                </a:cubicBezTo>
                <a:cubicBezTo>
                  <a:pt x="368965" y="48876"/>
                  <a:pt x="362001" y="52213"/>
                  <a:pt x="357403" y="58887"/>
                </a:cubicBezTo>
                <a:cubicBezTo>
                  <a:pt x="352804" y="65561"/>
                  <a:pt x="350505" y="74922"/>
                  <a:pt x="350505" y="86971"/>
                </a:cubicBezTo>
                <a:cubicBezTo>
                  <a:pt x="350505" y="94979"/>
                  <a:pt x="351523" y="101774"/>
                  <a:pt x="353560" y="107353"/>
                </a:cubicBezTo>
                <a:cubicBezTo>
                  <a:pt x="355596" y="112931"/>
                  <a:pt x="358684" y="117209"/>
                  <a:pt x="362822" y="120188"/>
                </a:cubicBezTo>
                <a:cubicBezTo>
                  <a:pt x="366961" y="123165"/>
                  <a:pt x="372118" y="124653"/>
                  <a:pt x="378293" y="124653"/>
                </a:cubicBezTo>
                <a:cubicBezTo>
                  <a:pt x="385322" y="124653"/>
                  <a:pt x="391038" y="122739"/>
                  <a:pt x="395439" y="118910"/>
                </a:cubicBezTo>
                <a:cubicBezTo>
                  <a:pt x="399841" y="115080"/>
                  <a:pt x="402140" y="109472"/>
                  <a:pt x="402337" y="102088"/>
                </a:cubicBezTo>
                <a:lnTo>
                  <a:pt x="418596" y="102088"/>
                </a:lnTo>
                <a:cubicBezTo>
                  <a:pt x="418399" y="110082"/>
                  <a:pt x="416510" y="116737"/>
                  <a:pt x="412930" y="122054"/>
                </a:cubicBezTo>
                <a:cubicBezTo>
                  <a:pt x="409350" y="127371"/>
                  <a:pt x="404521" y="131351"/>
                  <a:pt x="398445" y="133993"/>
                </a:cubicBezTo>
                <a:cubicBezTo>
                  <a:pt x="392368" y="136635"/>
                  <a:pt x="385552" y="137956"/>
                  <a:pt x="377998" y="137956"/>
                </a:cubicBezTo>
                <a:close/>
                <a:moveTo>
                  <a:pt x="445935" y="136183"/>
                </a:moveTo>
                <a:lnTo>
                  <a:pt x="445935" y="37248"/>
                </a:lnTo>
                <a:lnTo>
                  <a:pt x="461406" y="37248"/>
                </a:lnTo>
                <a:lnTo>
                  <a:pt x="461997" y="53113"/>
                </a:lnTo>
                <a:cubicBezTo>
                  <a:pt x="464690" y="48120"/>
                  <a:pt x="468435" y="43949"/>
                  <a:pt x="473231" y="40599"/>
                </a:cubicBezTo>
                <a:cubicBezTo>
                  <a:pt x="478026" y="37248"/>
                  <a:pt x="484267" y="35573"/>
                  <a:pt x="491953" y="35573"/>
                </a:cubicBezTo>
                <a:lnTo>
                  <a:pt x="493924" y="35573"/>
                </a:lnTo>
                <a:lnTo>
                  <a:pt x="493924" y="50650"/>
                </a:lnTo>
                <a:lnTo>
                  <a:pt x="491658" y="50650"/>
                </a:lnTo>
                <a:cubicBezTo>
                  <a:pt x="486862" y="50650"/>
                  <a:pt x="482658" y="51300"/>
                  <a:pt x="479044" y="52602"/>
                </a:cubicBezTo>
                <a:cubicBezTo>
                  <a:pt x="475431" y="53902"/>
                  <a:pt x="472278" y="55698"/>
                  <a:pt x="469585" y="57991"/>
                </a:cubicBezTo>
                <a:cubicBezTo>
                  <a:pt x="466891" y="60284"/>
                  <a:pt x="464493" y="62936"/>
                  <a:pt x="462391" y="65948"/>
                </a:cubicBezTo>
                <a:lnTo>
                  <a:pt x="462391" y="136183"/>
                </a:lnTo>
                <a:lnTo>
                  <a:pt x="445935" y="136183"/>
                </a:lnTo>
                <a:close/>
                <a:moveTo>
                  <a:pt x="515156" y="136183"/>
                </a:moveTo>
                <a:lnTo>
                  <a:pt x="515156" y="37248"/>
                </a:lnTo>
                <a:lnTo>
                  <a:pt x="531612" y="37248"/>
                </a:lnTo>
                <a:lnTo>
                  <a:pt x="531612" y="136183"/>
                </a:lnTo>
                <a:lnTo>
                  <a:pt x="515156" y="136183"/>
                </a:lnTo>
                <a:moveTo>
                  <a:pt x="523334" y="19117"/>
                </a:moveTo>
                <a:cubicBezTo>
                  <a:pt x="520247" y="19117"/>
                  <a:pt x="517767" y="18214"/>
                  <a:pt x="515895" y="16407"/>
                </a:cubicBezTo>
                <a:cubicBezTo>
                  <a:pt x="514022" y="14600"/>
                  <a:pt x="513086" y="12318"/>
                  <a:pt x="513086" y="9558"/>
                </a:cubicBezTo>
                <a:cubicBezTo>
                  <a:pt x="513086" y="6799"/>
                  <a:pt x="514022" y="4516"/>
                  <a:pt x="515895" y="2710"/>
                </a:cubicBezTo>
                <a:cubicBezTo>
                  <a:pt x="517767" y="903"/>
                  <a:pt x="520247" y="0"/>
                  <a:pt x="523334" y="0"/>
                </a:cubicBezTo>
                <a:cubicBezTo>
                  <a:pt x="526422" y="0"/>
                  <a:pt x="528918" y="903"/>
                  <a:pt x="530824" y="2710"/>
                </a:cubicBezTo>
                <a:cubicBezTo>
                  <a:pt x="532729" y="4516"/>
                  <a:pt x="533681" y="6799"/>
                  <a:pt x="533681" y="9558"/>
                </a:cubicBezTo>
                <a:cubicBezTo>
                  <a:pt x="533681" y="12318"/>
                  <a:pt x="532729" y="14600"/>
                  <a:pt x="530824" y="16407"/>
                </a:cubicBezTo>
                <a:cubicBezTo>
                  <a:pt x="528918" y="18214"/>
                  <a:pt x="526422" y="19117"/>
                  <a:pt x="523334" y="19117"/>
                </a:cubicBezTo>
                <a:close/>
                <a:moveTo>
                  <a:pt x="565406" y="171460"/>
                </a:moveTo>
                <a:lnTo>
                  <a:pt x="565406" y="37248"/>
                </a:lnTo>
                <a:lnTo>
                  <a:pt x="581370" y="37248"/>
                </a:lnTo>
                <a:lnTo>
                  <a:pt x="581862" y="52916"/>
                </a:lnTo>
                <a:cubicBezTo>
                  <a:pt x="585278" y="47792"/>
                  <a:pt x="589696" y="43620"/>
                  <a:pt x="595116" y="40401"/>
                </a:cubicBezTo>
                <a:cubicBezTo>
                  <a:pt x="600536" y="37183"/>
                  <a:pt x="606826" y="35573"/>
                  <a:pt x="613987" y="35573"/>
                </a:cubicBezTo>
                <a:cubicBezTo>
                  <a:pt x="621870" y="35573"/>
                  <a:pt x="628669" y="37484"/>
                  <a:pt x="634384" y="41307"/>
                </a:cubicBezTo>
                <a:cubicBezTo>
                  <a:pt x="640100" y="45129"/>
                  <a:pt x="644518" y="50829"/>
                  <a:pt x="647638" y="58407"/>
                </a:cubicBezTo>
                <a:cubicBezTo>
                  <a:pt x="650758" y="65982"/>
                  <a:pt x="652319" y="75418"/>
                  <a:pt x="652319" y="86715"/>
                </a:cubicBezTo>
                <a:cubicBezTo>
                  <a:pt x="652319" y="97877"/>
                  <a:pt x="650660" y="107263"/>
                  <a:pt x="647342" y="114873"/>
                </a:cubicBezTo>
                <a:cubicBezTo>
                  <a:pt x="644025" y="122483"/>
                  <a:pt x="639344" y="128234"/>
                  <a:pt x="633300" y="132124"/>
                </a:cubicBezTo>
                <a:cubicBezTo>
                  <a:pt x="627257" y="136012"/>
                  <a:pt x="620162" y="137956"/>
                  <a:pt x="612016" y="137956"/>
                </a:cubicBezTo>
                <a:cubicBezTo>
                  <a:pt x="605184" y="137956"/>
                  <a:pt x="599205" y="136593"/>
                  <a:pt x="594081" y="133867"/>
                </a:cubicBezTo>
                <a:cubicBezTo>
                  <a:pt x="588957" y="131141"/>
                  <a:pt x="584851" y="127413"/>
                  <a:pt x="581764" y="122683"/>
                </a:cubicBezTo>
                <a:lnTo>
                  <a:pt x="581764" y="171460"/>
                </a:lnTo>
                <a:lnTo>
                  <a:pt x="565406" y="171460"/>
                </a:lnTo>
                <a:moveTo>
                  <a:pt x="608961" y="124456"/>
                </a:moveTo>
                <a:cubicBezTo>
                  <a:pt x="617698" y="124456"/>
                  <a:pt x="624284" y="121192"/>
                  <a:pt x="628718" y="114664"/>
                </a:cubicBezTo>
                <a:cubicBezTo>
                  <a:pt x="633153" y="108134"/>
                  <a:pt x="635370" y="98818"/>
                  <a:pt x="635370" y="86718"/>
                </a:cubicBezTo>
                <a:cubicBezTo>
                  <a:pt x="635370" y="74479"/>
                  <a:pt x="633300" y="65113"/>
                  <a:pt x="629162" y="58619"/>
                </a:cubicBezTo>
                <a:cubicBezTo>
                  <a:pt x="625023" y="52124"/>
                  <a:pt x="618946" y="48876"/>
                  <a:pt x="610932" y="48876"/>
                </a:cubicBezTo>
                <a:cubicBezTo>
                  <a:pt x="603903" y="48876"/>
                  <a:pt x="597974" y="50824"/>
                  <a:pt x="593145" y="54721"/>
                </a:cubicBezTo>
                <a:cubicBezTo>
                  <a:pt x="588317" y="58617"/>
                  <a:pt x="584556" y="63163"/>
                  <a:pt x="581862" y="68359"/>
                </a:cubicBezTo>
                <a:lnTo>
                  <a:pt x="581862" y="106919"/>
                </a:lnTo>
                <a:cubicBezTo>
                  <a:pt x="584490" y="112115"/>
                  <a:pt x="588038" y="116337"/>
                  <a:pt x="592505" y="119585"/>
                </a:cubicBezTo>
                <a:cubicBezTo>
                  <a:pt x="596972" y="122832"/>
                  <a:pt x="602457" y="124456"/>
                  <a:pt x="608961" y="124456"/>
                </a:cubicBezTo>
                <a:close/>
                <a:moveTo>
                  <a:pt x="710647" y="136183"/>
                </a:moveTo>
                <a:cubicBezTo>
                  <a:pt x="702895" y="136183"/>
                  <a:pt x="696950" y="134907"/>
                  <a:pt x="692811" y="132355"/>
                </a:cubicBezTo>
                <a:cubicBezTo>
                  <a:pt x="688672" y="129803"/>
                  <a:pt x="685831" y="126129"/>
                  <a:pt x="684287" y="121334"/>
                </a:cubicBezTo>
                <a:cubicBezTo>
                  <a:pt x="682743" y="116536"/>
                  <a:pt x="681972" y="110769"/>
                  <a:pt x="681972" y="104034"/>
                </a:cubicBezTo>
                <a:lnTo>
                  <a:pt x="681972" y="50551"/>
                </a:lnTo>
                <a:lnTo>
                  <a:pt x="665909" y="50551"/>
                </a:lnTo>
                <a:lnTo>
                  <a:pt x="665909" y="37248"/>
                </a:lnTo>
                <a:lnTo>
                  <a:pt x="681972" y="37248"/>
                </a:lnTo>
                <a:lnTo>
                  <a:pt x="681972" y="15274"/>
                </a:lnTo>
                <a:lnTo>
                  <a:pt x="698329" y="15274"/>
                </a:lnTo>
                <a:lnTo>
                  <a:pt x="698329" y="37248"/>
                </a:lnTo>
                <a:lnTo>
                  <a:pt x="721979" y="37248"/>
                </a:lnTo>
                <a:lnTo>
                  <a:pt x="721979" y="50551"/>
                </a:lnTo>
                <a:lnTo>
                  <a:pt x="698329" y="50551"/>
                </a:lnTo>
                <a:lnTo>
                  <a:pt x="698329" y="103566"/>
                </a:lnTo>
                <a:cubicBezTo>
                  <a:pt x="698329" y="109798"/>
                  <a:pt x="699101" y="114576"/>
                  <a:pt x="700645" y="117897"/>
                </a:cubicBezTo>
                <a:cubicBezTo>
                  <a:pt x="702189" y="121219"/>
                  <a:pt x="705884" y="122880"/>
                  <a:pt x="711731" y="122880"/>
                </a:cubicBezTo>
                <a:lnTo>
                  <a:pt x="722176" y="122880"/>
                </a:lnTo>
                <a:lnTo>
                  <a:pt x="722176" y="136183"/>
                </a:lnTo>
                <a:lnTo>
                  <a:pt x="710647" y="136183"/>
                </a:lnTo>
                <a:close/>
                <a:moveTo>
                  <a:pt x="741990" y="136183"/>
                </a:moveTo>
                <a:lnTo>
                  <a:pt x="741990" y="37248"/>
                </a:lnTo>
                <a:lnTo>
                  <a:pt x="758446" y="37248"/>
                </a:lnTo>
                <a:lnTo>
                  <a:pt x="758446" y="136183"/>
                </a:lnTo>
                <a:lnTo>
                  <a:pt x="741990" y="136183"/>
                </a:lnTo>
                <a:moveTo>
                  <a:pt x="750169" y="19117"/>
                </a:moveTo>
                <a:cubicBezTo>
                  <a:pt x="747081" y="19117"/>
                  <a:pt x="744601" y="18214"/>
                  <a:pt x="742729" y="16407"/>
                </a:cubicBezTo>
                <a:cubicBezTo>
                  <a:pt x="740856" y="14600"/>
                  <a:pt x="739920" y="12318"/>
                  <a:pt x="739920" y="9558"/>
                </a:cubicBezTo>
                <a:cubicBezTo>
                  <a:pt x="739920" y="6799"/>
                  <a:pt x="740856" y="4516"/>
                  <a:pt x="742729" y="2710"/>
                </a:cubicBezTo>
                <a:cubicBezTo>
                  <a:pt x="744601" y="903"/>
                  <a:pt x="747081" y="0"/>
                  <a:pt x="750169" y="0"/>
                </a:cubicBezTo>
                <a:cubicBezTo>
                  <a:pt x="753256" y="0"/>
                  <a:pt x="755752" y="903"/>
                  <a:pt x="757658" y="2710"/>
                </a:cubicBezTo>
                <a:cubicBezTo>
                  <a:pt x="759563" y="4516"/>
                  <a:pt x="760515" y="6799"/>
                  <a:pt x="760515" y="9558"/>
                </a:cubicBezTo>
                <a:cubicBezTo>
                  <a:pt x="760515" y="12318"/>
                  <a:pt x="759563" y="14600"/>
                  <a:pt x="757658" y="16407"/>
                </a:cubicBezTo>
                <a:cubicBezTo>
                  <a:pt x="755752" y="18214"/>
                  <a:pt x="753256" y="19117"/>
                  <a:pt x="750169" y="19117"/>
                </a:cubicBezTo>
                <a:close/>
                <a:moveTo>
                  <a:pt x="831558" y="137956"/>
                </a:moveTo>
                <a:cubicBezTo>
                  <a:pt x="822164" y="137956"/>
                  <a:pt x="814116" y="135911"/>
                  <a:pt x="807415" y="131819"/>
                </a:cubicBezTo>
                <a:cubicBezTo>
                  <a:pt x="800715" y="127726"/>
                  <a:pt x="795607" y="121874"/>
                  <a:pt x="792092" y="114264"/>
                </a:cubicBezTo>
                <a:cubicBezTo>
                  <a:pt x="788578" y="106653"/>
                  <a:pt x="786821" y="97605"/>
                  <a:pt x="786821" y="87119"/>
                </a:cubicBezTo>
                <a:cubicBezTo>
                  <a:pt x="786821" y="76364"/>
                  <a:pt x="788578" y="67147"/>
                  <a:pt x="792092" y="59469"/>
                </a:cubicBezTo>
                <a:cubicBezTo>
                  <a:pt x="795607" y="51791"/>
                  <a:pt x="800715" y="45889"/>
                  <a:pt x="807415" y="41763"/>
                </a:cubicBezTo>
                <a:cubicBezTo>
                  <a:pt x="814116" y="37636"/>
                  <a:pt x="822164" y="35573"/>
                  <a:pt x="831558" y="35573"/>
                </a:cubicBezTo>
                <a:cubicBezTo>
                  <a:pt x="841149" y="35573"/>
                  <a:pt x="849344" y="37636"/>
                  <a:pt x="856144" y="41763"/>
                </a:cubicBezTo>
                <a:cubicBezTo>
                  <a:pt x="862943" y="45889"/>
                  <a:pt x="868165" y="51791"/>
                  <a:pt x="871811" y="59469"/>
                </a:cubicBezTo>
                <a:cubicBezTo>
                  <a:pt x="875457" y="67147"/>
                  <a:pt x="877280" y="76364"/>
                  <a:pt x="877280" y="87119"/>
                </a:cubicBezTo>
                <a:cubicBezTo>
                  <a:pt x="877280" y="97605"/>
                  <a:pt x="875457" y="106653"/>
                  <a:pt x="871811" y="114264"/>
                </a:cubicBezTo>
                <a:cubicBezTo>
                  <a:pt x="868165" y="121874"/>
                  <a:pt x="862943" y="127726"/>
                  <a:pt x="856144" y="131819"/>
                </a:cubicBezTo>
                <a:cubicBezTo>
                  <a:pt x="849344" y="135911"/>
                  <a:pt x="841149" y="137956"/>
                  <a:pt x="831558" y="137956"/>
                </a:cubicBezTo>
                <a:moveTo>
                  <a:pt x="831558" y="124850"/>
                </a:moveTo>
                <a:cubicBezTo>
                  <a:pt x="838653" y="124850"/>
                  <a:pt x="844302" y="123228"/>
                  <a:pt x="848507" y="119982"/>
                </a:cubicBezTo>
                <a:cubicBezTo>
                  <a:pt x="852711" y="116734"/>
                  <a:pt x="855733" y="112257"/>
                  <a:pt x="857572" y="106550"/>
                </a:cubicBezTo>
                <a:cubicBezTo>
                  <a:pt x="859412" y="100843"/>
                  <a:pt x="860332" y="94368"/>
                  <a:pt x="860332" y="87125"/>
                </a:cubicBezTo>
                <a:cubicBezTo>
                  <a:pt x="860332" y="79743"/>
                  <a:pt x="859412" y="73147"/>
                  <a:pt x="857572" y="67337"/>
                </a:cubicBezTo>
                <a:cubicBezTo>
                  <a:pt x="855733" y="61527"/>
                  <a:pt x="852711" y="56965"/>
                  <a:pt x="848507" y="53652"/>
                </a:cubicBezTo>
                <a:cubicBezTo>
                  <a:pt x="844302" y="50337"/>
                  <a:pt x="838653" y="48679"/>
                  <a:pt x="831558" y="48679"/>
                </a:cubicBezTo>
                <a:cubicBezTo>
                  <a:pt x="824660" y="48679"/>
                  <a:pt x="819191" y="50337"/>
                  <a:pt x="815151" y="53652"/>
                </a:cubicBezTo>
                <a:cubicBezTo>
                  <a:pt x="811111" y="56965"/>
                  <a:pt x="808204" y="61527"/>
                  <a:pt x="806430" y="67337"/>
                </a:cubicBezTo>
                <a:cubicBezTo>
                  <a:pt x="804656" y="73147"/>
                  <a:pt x="803769" y="79743"/>
                  <a:pt x="803769" y="87125"/>
                </a:cubicBezTo>
                <a:cubicBezTo>
                  <a:pt x="803769" y="94368"/>
                  <a:pt x="804656" y="100843"/>
                  <a:pt x="806430" y="106550"/>
                </a:cubicBezTo>
                <a:cubicBezTo>
                  <a:pt x="808204" y="112257"/>
                  <a:pt x="811111" y="116734"/>
                  <a:pt x="815151" y="119982"/>
                </a:cubicBezTo>
                <a:cubicBezTo>
                  <a:pt x="819191" y="123228"/>
                  <a:pt x="824660" y="124850"/>
                  <a:pt x="831558" y="124850"/>
                </a:cubicBezTo>
                <a:close/>
                <a:moveTo>
                  <a:pt x="899401" y="136183"/>
                </a:moveTo>
                <a:lnTo>
                  <a:pt x="899401" y="37248"/>
                </a:lnTo>
                <a:lnTo>
                  <a:pt x="915168" y="37248"/>
                </a:lnTo>
                <a:lnTo>
                  <a:pt x="915759" y="51734"/>
                </a:lnTo>
                <a:cubicBezTo>
                  <a:pt x="918715" y="47858"/>
                  <a:pt x="922952" y="44195"/>
                  <a:pt x="928471" y="40746"/>
                </a:cubicBezTo>
                <a:cubicBezTo>
                  <a:pt x="933989" y="37297"/>
                  <a:pt x="941051" y="35573"/>
                  <a:pt x="949657" y="35573"/>
                </a:cubicBezTo>
                <a:cubicBezTo>
                  <a:pt x="960168" y="35573"/>
                  <a:pt x="967821" y="38781"/>
                  <a:pt x="972617" y="45196"/>
                </a:cubicBezTo>
                <a:cubicBezTo>
                  <a:pt x="977412" y="51611"/>
                  <a:pt x="979810" y="60624"/>
                  <a:pt x="979810" y="72233"/>
                </a:cubicBezTo>
                <a:lnTo>
                  <a:pt x="979810" y="136183"/>
                </a:lnTo>
                <a:lnTo>
                  <a:pt x="963354" y="136183"/>
                </a:lnTo>
                <a:lnTo>
                  <a:pt x="963354" y="74349"/>
                </a:lnTo>
                <a:cubicBezTo>
                  <a:pt x="963354" y="69502"/>
                  <a:pt x="962861" y="65202"/>
                  <a:pt x="961876" y="61449"/>
                </a:cubicBezTo>
                <a:cubicBezTo>
                  <a:pt x="960890" y="57694"/>
                  <a:pt x="959133" y="54742"/>
                  <a:pt x="956604" y="52593"/>
                </a:cubicBezTo>
                <a:cubicBezTo>
                  <a:pt x="954075" y="50443"/>
                  <a:pt x="950412" y="49369"/>
                  <a:pt x="945617" y="49369"/>
                </a:cubicBezTo>
                <a:cubicBezTo>
                  <a:pt x="938456" y="49369"/>
                  <a:pt x="932445" y="51058"/>
                  <a:pt x="927584" y="54437"/>
                </a:cubicBezTo>
                <a:cubicBezTo>
                  <a:pt x="922723" y="57814"/>
                  <a:pt x="918814" y="61517"/>
                  <a:pt x="915858" y="65545"/>
                </a:cubicBezTo>
                <a:lnTo>
                  <a:pt x="915858" y="136183"/>
                </a:lnTo>
                <a:lnTo>
                  <a:pt x="899401" y="13618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" name="Text forCode">
            <a:extLst xmlns:a="http://schemas.openxmlformats.org/drawingml/2006/main">
              <a:ext uri="{FF2B5EF4-FFF2-40B4-BE49-F238E27FC236}">
                <a16:creationId xmlns:a16="http://schemas.microsoft.com/office/drawing/2014/main" id="{76ACE69B-5145-415F-B56C-63CCC3A7D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8443" y="3459704"/>
            <a:ext cx="735755" cy="136324"/>
          </a:xfrm>
          <a:custGeom xmlns:a="http://schemas.openxmlformats.org/drawingml/2006/main">
            <a:pathLst>
              <a:path w="735755" h="136324">
                <a:moveTo>
                  <a:pt x="16079" y="134549"/>
                </a:moveTo>
                <a:lnTo>
                  <a:pt x="16079" y="48828"/>
                </a:lnTo>
                <a:lnTo>
                  <a:pt x="0" y="48828"/>
                </a:lnTo>
                <a:lnTo>
                  <a:pt x="0" y="35511"/>
                </a:lnTo>
                <a:lnTo>
                  <a:pt x="16079" y="35511"/>
                </a:lnTo>
                <a:lnTo>
                  <a:pt x="16079" y="30434"/>
                </a:lnTo>
                <a:cubicBezTo>
                  <a:pt x="16079" y="25958"/>
                  <a:pt x="16490" y="21938"/>
                  <a:pt x="17312" y="18372"/>
                </a:cubicBezTo>
                <a:cubicBezTo>
                  <a:pt x="18134" y="14805"/>
                  <a:pt x="19581" y="11797"/>
                  <a:pt x="21652" y="9349"/>
                </a:cubicBezTo>
                <a:cubicBezTo>
                  <a:pt x="23724" y="6900"/>
                  <a:pt x="26617" y="5026"/>
                  <a:pt x="30333" y="3727"/>
                </a:cubicBezTo>
                <a:cubicBezTo>
                  <a:pt x="34048" y="2426"/>
                  <a:pt x="38865" y="1776"/>
                  <a:pt x="44784" y="1776"/>
                </a:cubicBezTo>
                <a:lnTo>
                  <a:pt x="54747" y="1776"/>
                </a:lnTo>
                <a:lnTo>
                  <a:pt x="54747" y="14698"/>
                </a:lnTo>
                <a:lnTo>
                  <a:pt x="45869" y="14698"/>
                </a:lnTo>
                <a:cubicBezTo>
                  <a:pt x="40016" y="14698"/>
                  <a:pt x="36317" y="16080"/>
                  <a:pt x="34772" y="18844"/>
                </a:cubicBezTo>
                <a:cubicBezTo>
                  <a:pt x="33226" y="21608"/>
                  <a:pt x="32454" y="25609"/>
                  <a:pt x="32454" y="30847"/>
                </a:cubicBezTo>
                <a:lnTo>
                  <a:pt x="32454" y="35511"/>
                </a:lnTo>
                <a:lnTo>
                  <a:pt x="54845" y="35511"/>
                </a:lnTo>
                <a:lnTo>
                  <a:pt x="54845" y="48828"/>
                </a:lnTo>
                <a:lnTo>
                  <a:pt x="32454" y="48828"/>
                </a:lnTo>
                <a:lnTo>
                  <a:pt x="32454" y="134549"/>
                </a:lnTo>
                <a:lnTo>
                  <a:pt x="16079" y="134549"/>
                </a:lnTo>
                <a:close/>
                <a:moveTo>
                  <a:pt x="108851" y="136324"/>
                </a:moveTo>
                <a:cubicBezTo>
                  <a:pt x="99447" y="136324"/>
                  <a:pt x="91391" y="134277"/>
                  <a:pt x="84683" y="130181"/>
                </a:cubicBezTo>
                <a:cubicBezTo>
                  <a:pt x="77975" y="126083"/>
                  <a:pt x="72862" y="120225"/>
                  <a:pt x="69344" y="112607"/>
                </a:cubicBezTo>
                <a:cubicBezTo>
                  <a:pt x="65826" y="104989"/>
                  <a:pt x="64067" y="95931"/>
                  <a:pt x="64067" y="85434"/>
                </a:cubicBezTo>
                <a:cubicBezTo>
                  <a:pt x="64067" y="74668"/>
                  <a:pt x="65826" y="65441"/>
                  <a:pt x="69344" y="57755"/>
                </a:cubicBezTo>
                <a:cubicBezTo>
                  <a:pt x="72862" y="50069"/>
                  <a:pt x="77975" y="44161"/>
                  <a:pt x="84683" y="40031"/>
                </a:cubicBezTo>
                <a:cubicBezTo>
                  <a:pt x="91391" y="35900"/>
                  <a:pt x="99447" y="33834"/>
                  <a:pt x="108851" y="33834"/>
                </a:cubicBezTo>
                <a:cubicBezTo>
                  <a:pt x="118452" y="33834"/>
                  <a:pt x="126656" y="35900"/>
                  <a:pt x="133462" y="40031"/>
                </a:cubicBezTo>
                <a:cubicBezTo>
                  <a:pt x="140268" y="44161"/>
                  <a:pt x="145496" y="50069"/>
                  <a:pt x="149146" y="57755"/>
                </a:cubicBezTo>
                <a:cubicBezTo>
                  <a:pt x="152796" y="65441"/>
                  <a:pt x="154621" y="74668"/>
                  <a:pt x="154621" y="85434"/>
                </a:cubicBezTo>
                <a:cubicBezTo>
                  <a:pt x="154621" y="95931"/>
                  <a:pt x="152796" y="104989"/>
                  <a:pt x="149146" y="112607"/>
                </a:cubicBezTo>
                <a:cubicBezTo>
                  <a:pt x="145496" y="120225"/>
                  <a:pt x="140268" y="126083"/>
                  <a:pt x="133462" y="130181"/>
                </a:cubicBezTo>
                <a:cubicBezTo>
                  <a:pt x="126656" y="134277"/>
                  <a:pt x="118452" y="136324"/>
                  <a:pt x="108851" y="136324"/>
                </a:cubicBezTo>
                <a:moveTo>
                  <a:pt x="108851" y="123205"/>
                </a:moveTo>
                <a:cubicBezTo>
                  <a:pt x="115953" y="123205"/>
                  <a:pt x="121608" y="121580"/>
                  <a:pt x="125817" y="118331"/>
                </a:cubicBezTo>
                <a:cubicBezTo>
                  <a:pt x="130026" y="115080"/>
                  <a:pt x="133051" y="110598"/>
                  <a:pt x="134892" y="104885"/>
                </a:cubicBezTo>
                <a:cubicBezTo>
                  <a:pt x="136734" y="99172"/>
                  <a:pt x="137654" y="92690"/>
                  <a:pt x="137654" y="85440"/>
                </a:cubicBezTo>
                <a:cubicBezTo>
                  <a:pt x="137654" y="78050"/>
                  <a:pt x="136734" y="71447"/>
                  <a:pt x="134892" y="65631"/>
                </a:cubicBezTo>
                <a:cubicBezTo>
                  <a:pt x="133051" y="59816"/>
                  <a:pt x="130026" y="55249"/>
                  <a:pt x="125817" y="51932"/>
                </a:cubicBezTo>
                <a:cubicBezTo>
                  <a:pt x="121608" y="48613"/>
                  <a:pt x="115953" y="46954"/>
                  <a:pt x="108851" y="46954"/>
                </a:cubicBezTo>
                <a:cubicBezTo>
                  <a:pt x="101946" y="46954"/>
                  <a:pt x="96471" y="48613"/>
                  <a:pt x="92426" y="51932"/>
                </a:cubicBezTo>
                <a:cubicBezTo>
                  <a:pt x="88382" y="55249"/>
                  <a:pt x="85472" y="59816"/>
                  <a:pt x="83697" y="65631"/>
                </a:cubicBezTo>
                <a:cubicBezTo>
                  <a:pt x="81921" y="71447"/>
                  <a:pt x="81033" y="78050"/>
                  <a:pt x="81033" y="85440"/>
                </a:cubicBezTo>
                <a:cubicBezTo>
                  <a:pt x="81033" y="92690"/>
                  <a:pt x="81921" y="99172"/>
                  <a:pt x="83697" y="104885"/>
                </a:cubicBezTo>
                <a:cubicBezTo>
                  <a:pt x="85472" y="110598"/>
                  <a:pt x="88382" y="115080"/>
                  <a:pt x="92426" y="118331"/>
                </a:cubicBezTo>
                <a:cubicBezTo>
                  <a:pt x="96471" y="121580"/>
                  <a:pt x="101946" y="123205"/>
                  <a:pt x="108851" y="123205"/>
                </a:cubicBezTo>
                <a:close/>
                <a:moveTo>
                  <a:pt x="183027" y="134549"/>
                </a:moveTo>
                <a:lnTo>
                  <a:pt x="183027" y="35511"/>
                </a:lnTo>
                <a:lnTo>
                  <a:pt x="198514" y="35511"/>
                </a:lnTo>
                <a:lnTo>
                  <a:pt x="199106" y="51393"/>
                </a:lnTo>
                <a:cubicBezTo>
                  <a:pt x="201802" y="46395"/>
                  <a:pt x="205551" y="42219"/>
                  <a:pt x="210351" y="38865"/>
                </a:cubicBezTo>
                <a:cubicBezTo>
                  <a:pt x="215152" y="35511"/>
                  <a:pt x="221399" y="33834"/>
                  <a:pt x="229093" y="33834"/>
                </a:cubicBezTo>
                <a:lnTo>
                  <a:pt x="231066" y="33834"/>
                </a:lnTo>
                <a:lnTo>
                  <a:pt x="231066" y="48927"/>
                </a:lnTo>
                <a:lnTo>
                  <a:pt x="228797" y="48927"/>
                </a:lnTo>
                <a:cubicBezTo>
                  <a:pt x="223997" y="48927"/>
                  <a:pt x="219788" y="49578"/>
                  <a:pt x="216171" y="50881"/>
                </a:cubicBezTo>
                <a:cubicBezTo>
                  <a:pt x="212554" y="52182"/>
                  <a:pt x="209398" y="53980"/>
                  <a:pt x="206701" y="56276"/>
                </a:cubicBezTo>
                <a:cubicBezTo>
                  <a:pt x="204005" y="58571"/>
                  <a:pt x="201605" y="61226"/>
                  <a:pt x="199500" y="64241"/>
                </a:cubicBezTo>
                <a:lnTo>
                  <a:pt x="199500" y="134549"/>
                </a:lnTo>
                <a:lnTo>
                  <a:pt x="183027" y="134549"/>
                </a:lnTo>
                <a:close/>
                <a:moveTo>
                  <a:pt x="347997" y="136324"/>
                </a:moveTo>
                <a:cubicBezTo>
                  <a:pt x="334252" y="136324"/>
                  <a:pt x="322678" y="133431"/>
                  <a:pt x="313274" y="127644"/>
                </a:cubicBezTo>
                <a:cubicBezTo>
                  <a:pt x="303870" y="121857"/>
                  <a:pt x="296752" y="113867"/>
                  <a:pt x="291918" y="103674"/>
                </a:cubicBezTo>
                <a:cubicBezTo>
                  <a:pt x="287085" y="93481"/>
                  <a:pt x="284668" y="81676"/>
                  <a:pt x="284668" y="68261"/>
                </a:cubicBezTo>
                <a:cubicBezTo>
                  <a:pt x="284668" y="54845"/>
                  <a:pt x="287085" y="43008"/>
                  <a:pt x="291918" y="32749"/>
                </a:cubicBezTo>
                <a:cubicBezTo>
                  <a:pt x="296752" y="22491"/>
                  <a:pt x="303870" y="14468"/>
                  <a:pt x="313274" y="8681"/>
                </a:cubicBezTo>
                <a:cubicBezTo>
                  <a:pt x="322678" y="2894"/>
                  <a:pt x="334252" y="0"/>
                  <a:pt x="347997" y="0"/>
                </a:cubicBezTo>
                <a:cubicBezTo>
                  <a:pt x="357072" y="0"/>
                  <a:pt x="365637" y="1578"/>
                  <a:pt x="373693" y="4735"/>
                </a:cubicBezTo>
                <a:cubicBezTo>
                  <a:pt x="381749" y="7891"/>
                  <a:pt x="388457" y="12708"/>
                  <a:pt x="393816" y="19186"/>
                </a:cubicBezTo>
                <a:cubicBezTo>
                  <a:pt x="399176" y="25664"/>
                  <a:pt x="402316" y="33834"/>
                  <a:pt x="403237" y="43699"/>
                </a:cubicBezTo>
                <a:lnTo>
                  <a:pt x="385382" y="43699"/>
                </a:lnTo>
                <a:cubicBezTo>
                  <a:pt x="384593" y="37057"/>
                  <a:pt x="382374" y="31582"/>
                  <a:pt x="378724" y="27275"/>
                </a:cubicBezTo>
                <a:cubicBezTo>
                  <a:pt x="375074" y="22967"/>
                  <a:pt x="370569" y="19761"/>
                  <a:pt x="365210" y="17657"/>
                </a:cubicBezTo>
                <a:cubicBezTo>
                  <a:pt x="359850" y="15553"/>
                  <a:pt x="354112" y="14500"/>
                  <a:pt x="347997" y="14500"/>
                </a:cubicBezTo>
                <a:cubicBezTo>
                  <a:pt x="337343" y="14500"/>
                  <a:pt x="328712" y="16934"/>
                  <a:pt x="322103" y="21800"/>
                </a:cubicBezTo>
                <a:cubicBezTo>
                  <a:pt x="315494" y="26666"/>
                  <a:pt x="310677" y="33144"/>
                  <a:pt x="307652" y="41233"/>
                </a:cubicBezTo>
                <a:cubicBezTo>
                  <a:pt x="304627" y="49321"/>
                  <a:pt x="303114" y="58331"/>
                  <a:pt x="303114" y="68261"/>
                </a:cubicBezTo>
                <a:cubicBezTo>
                  <a:pt x="303114" y="78125"/>
                  <a:pt x="304627" y="87102"/>
                  <a:pt x="307652" y="95190"/>
                </a:cubicBezTo>
                <a:cubicBezTo>
                  <a:pt x="310677" y="103279"/>
                  <a:pt x="315494" y="109707"/>
                  <a:pt x="322103" y="114475"/>
                </a:cubicBezTo>
                <a:cubicBezTo>
                  <a:pt x="328712" y="119243"/>
                  <a:pt x="337343" y="121627"/>
                  <a:pt x="347997" y="121627"/>
                </a:cubicBezTo>
                <a:cubicBezTo>
                  <a:pt x="358781" y="121627"/>
                  <a:pt x="367528" y="118963"/>
                  <a:pt x="374236" y="113637"/>
                </a:cubicBezTo>
                <a:cubicBezTo>
                  <a:pt x="380943" y="108310"/>
                  <a:pt x="384823" y="100353"/>
                  <a:pt x="385875" y="89765"/>
                </a:cubicBezTo>
                <a:lnTo>
                  <a:pt x="403828" y="89765"/>
                </a:lnTo>
                <a:cubicBezTo>
                  <a:pt x="402776" y="100221"/>
                  <a:pt x="399718" y="108885"/>
                  <a:pt x="394655" y="115757"/>
                </a:cubicBezTo>
                <a:cubicBezTo>
                  <a:pt x="389591" y="122630"/>
                  <a:pt x="383048" y="127775"/>
                  <a:pt x="375025" y="131195"/>
                </a:cubicBezTo>
                <a:cubicBezTo>
                  <a:pt x="367002" y="134615"/>
                  <a:pt x="357992" y="136324"/>
                  <a:pt x="347997" y="136324"/>
                </a:cubicBezTo>
                <a:close/>
                <a:moveTo>
                  <a:pt x="468244" y="136324"/>
                </a:moveTo>
                <a:cubicBezTo>
                  <a:pt x="458840" y="136324"/>
                  <a:pt x="450785" y="134277"/>
                  <a:pt x="444077" y="130181"/>
                </a:cubicBezTo>
                <a:cubicBezTo>
                  <a:pt x="437369" y="126083"/>
                  <a:pt x="432256" y="120225"/>
                  <a:pt x="428738" y="112607"/>
                </a:cubicBezTo>
                <a:cubicBezTo>
                  <a:pt x="425220" y="104989"/>
                  <a:pt x="423460" y="95931"/>
                  <a:pt x="423460" y="85434"/>
                </a:cubicBezTo>
                <a:cubicBezTo>
                  <a:pt x="423460" y="74668"/>
                  <a:pt x="425220" y="65441"/>
                  <a:pt x="428738" y="57755"/>
                </a:cubicBezTo>
                <a:cubicBezTo>
                  <a:pt x="432256" y="50069"/>
                  <a:pt x="437369" y="44161"/>
                  <a:pt x="444077" y="40031"/>
                </a:cubicBezTo>
                <a:cubicBezTo>
                  <a:pt x="450785" y="35900"/>
                  <a:pt x="458840" y="33834"/>
                  <a:pt x="468244" y="33834"/>
                </a:cubicBezTo>
                <a:cubicBezTo>
                  <a:pt x="477846" y="33834"/>
                  <a:pt x="486049" y="35900"/>
                  <a:pt x="492856" y="40031"/>
                </a:cubicBezTo>
                <a:cubicBezTo>
                  <a:pt x="499662" y="44161"/>
                  <a:pt x="504890" y="50069"/>
                  <a:pt x="508540" y="57755"/>
                </a:cubicBezTo>
                <a:cubicBezTo>
                  <a:pt x="512190" y="65441"/>
                  <a:pt x="514015" y="74668"/>
                  <a:pt x="514015" y="85434"/>
                </a:cubicBezTo>
                <a:cubicBezTo>
                  <a:pt x="514015" y="95931"/>
                  <a:pt x="512190" y="104989"/>
                  <a:pt x="508540" y="112607"/>
                </a:cubicBezTo>
                <a:cubicBezTo>
                  <a:pt x="504890" y="120225"/>
                  <a:pt x="499662" y="126083"/>
                  <a:pt x="492856" y="130181"/>
                </a:cubicBezTo>
                <a:cubicBezTo>
                  <a:pt x="486049" y="134277"/>
                  <a:pt x="477846" y="136324"/>
                  <a:pt x="468244" y="136324"/>
                </a:cubicBezTo>
                <a:moveTo>
                  <a:pt x="468244" y="123205"/>
                </a:moveTo>
                <a:cubicBezTo>
                  <a:pt x="475347" y="123205"/>
                  <a:pt x="481002" y="121580"/>
                  <a:pt x="485211" y="118331"/>
                </a:cubicBezTo>
                <a:cubicBezTo>
                  <a:pt x="489420" y="115080"/>
                  <a:pt x="492445" y="110598"/>
                  <a:pt x="494286" y="104885"/>
                </a:cubicBezTo>
                <a:cubicBezTo>
                  <a:pt x="496127" y="99172"/>
                  <a:pt x="497048" y="92690"/>
                  <a:pt x="497048" y="85440"/>
                </a:cubicBezTo>
                <a:cubicBezTo>
                  <a:pt x="497048" y="78050"/>
                  <a:pt x="496127" y="71447"/>
                  <a:pt x="494286" y="65631"/>
                </a:cubicBezTo>
                <a:cubicBezTo>
                  <a:pt x="492445" y="59816"/>
                  <a:pt x="489420" y="55249"/>
                  <a:pt x="485211" y="51932"/>
                </a:cubicBezTo>
                <a:cubicBezTo>
                  <a:pt x="481002" y="48613"/>
                  <a:pt x="475347" y="46954"/>
                  <a:pt x="468244" y="46954"/>
                </a:cubicBezTo>
                <a:cubicBezTo>
                  <a:pt x="461339" y="46954"/>
                  <a:pt x="455865" y="48613"/>
                  <a:pt x="451820" y="51932"/>
                </a:cubicBezTo>
                <a:cubicBezTo>
                  <a:pt x="447776" y="55249"/>
                  <a:pt x="444866" y="59816"/>
                  <a:pt x="443090" y="65631"/>
                </a:cubicBezTo>
                <a:cubicBezTo>
                  <a:pt x="441315" y="71447"/>
                  <a:pt x="440427" y="78050"/>
                  <a:pt x="440427" y="85440"/>
                </a:cubicBezTo>
                <a:cubicBezTo>
                  <a:pt x="440427" y="92690"/>
                  <a:pt x="441315" y="99172"/>
                  <a:pt x="443090" y="104885"/>
                </a:cubicBezTo>
                <a:cubicBezTo>
                  <a:pt x="444866" y="110598"/>
                  <a:pt x="447776" y="115080"/>
                  <a:pt x="451820" y="118331"/>
                </a:cubicBezTo>
                <a:cubicBezTo>
                  <a:pt x="455865" y="121580"/>
                  <a:pt x="461339" y="123205"/>
                  <a:pt x="468244" y="123205"/>
                </a:cubicBezTo>
                <a:close/>
                <a:moveTo>
                  <a:pt x="575270" y="136324"/>
                </a:moveTo>
                <a:cubicBezTo>
                  <a:pt x="567444" y="136324"/>
                  <a:pt x="560671" y="134395"/>
                  <a:pt x="554950" y="130535"/>
                </a:cubicBezTo>
                <a:cubicBezTo>
                  <a:pt x="549228" y="126676"/>
                  <a:pt x="544806" y="120903"/>
                  <a:pt x="541682" y="113217"/>
                </a:cubicBezTo>
                <a:cubicBezTo>
                  <a:pt x="538558" y="105531"/>
                  <a:pt x="536997" y="96034"/>
                  <a:pt x="536997" y="84725"/>
                </a:cubicBezTo>
                <a:cubicBezTo>
                  <a:pt x="536997" y="73484"/>
                  <a:pt x="538657" y="64106"/>
                  <a:pt x="541978" y="56590"/>
                </a:cubicBezTo>
                <a:cubicBezTo>
                  <a:pt x="545299" y="49073"/>
                  <a:pt x="549985" y="43401"/>
                  <a:pt x="556035" y="39574"/>
                </a:cubicBezTo>
                <a:cubicBezTo>
                  <a:pt x="562085" y="35748"/>
                  <a:pt x="569220" y="33834"/>
                  <a:pt x="577440" y="33834"/>
                </a:cubicBezTo>
                <a:cubicBezTo>
                  <a:pt x="584279" y="33834"/>
                  <a:pt x="590231" y="35331"/>
                  <a:pt x="595295" y="38323"/>
                </a:cubicBezTo>
                <a:cubicBezTo>
                  <a:pt x="600358" y="41315"/>
                  <a:pt x="604435" y="45376"/>
                  <a:pt x="607526" y="50505"/>
                </a:cubicBezTo>
                <a:lnTo>
                  <a:pt x="607526" y="1776"/>
                </a:lnTo>
                <a:lnTo>
                  <a:pt x="624000" y="1776"/>
                </a:lnTo>
                <a:lnTo>
                  <a:pt x="624000" y="134549"/>
                </a:lnTo>
                <a:lnTo>
                  <a:pt x="608414" y="134549"/>
                </a:lnTo>
                <a:lnTo>
                  <a:pt x="607526" y="120542"/>
                </a:lnTo>
                <a:cubicBezTo>
                  <a:pt x="604107" y="125211"/>
                  <a:pt x="599701" y="129008"/>
                  <a:pt x="594308" y="131935"/>
                </a:cubicBezTo>
                <a:cubicBezTo>
                  <a:pt x="588916" y="134861"/>
                  <a:pt x="582570" y="136324"/>
                  <a:pt x="575270" y="136324"/>
                </a:cubicBezTo>
                <a:moveTo>
                  <a:pt x="578624" y="122810"/>
                </a:moveTo>
                <a:cubicBezTo>
                  <a:pt x="585660" y="122810"/>
                  <a:pt x="591513" y="121082"/>
                  <a:pt x="596182" y="117625"/>
                </a:cubicBezTo>
                <a:cubicBezTo>
                  <a:pt x="600851" y="114169"/>
                  <a:pt x="604633" y="110011"/>
                  <a:pt x="607526" y="105153"/>
                </a:cubicBezTo>
                <a:lnTo>
                  <a:pt x="607526" y="66655"/>
                </a:lnTo>
                <a:cubicBezTo>
                  <a:pt x="604830" y="61042"/>
                  <a:pt x="601295" y="56405"/>
                  <a:pt x="596922" y="52743"/>
                </a:cubicBezTo>
                <a:cubicBezTo>
                  <a:pt x="592549" y="49081"/>
                  <a:pt x="587041" y="47250"/>
                  <a:pt x="580399" y="47250"/>
                </a:cubicBezTo>
                <a:cubicBezTo>
                  <a:pt x="571653" y="47250"/>
                  <a:pt x="565061" y="50501"/>
                  <a:pt x="560622" y="57003"/>
                </a:cubicBezTo>
                <a:cubicBezTo>
                  <a:pt x="556183" y="63505"/>
                  <a:pt x="553963" y="72745"/>
                  <a:pt x="553963" y="84722"/>
                </a:cubicBezTo>
                <a:cubicBezTo>
                  <a:pt x="553963" y="97110"/>
                  <a:pt x="556051" y="106555"/>
                  <a:pt x="560227" y="113057"/>
                </a:cubicBezTo>
                <a:cubicBezTo>
                  <a:pt x="564403" y="119559"/>
                  <a:pt x="570535" y="122810"/>
                  <a:pt x="578624" y="122810"/>
                </a:cubicBezTo>
                <a:close/>
                <a:moveTo>
                  <a:pt x="695706" y="136324"/>
                </a:moveTo>
                <a:cubicBezTo>
                  <a:pt x="685250" y="136324"/>
                  <a:pt x="676685" y="134073"/>
                  <a:pt x="670010" y="129570"/>
                </a:cubicBezTo>
                <a:cubicBezTo>
                  <a:pt x="663335" y="125066"/>
                  <a:pt x="658386" y="118938"/>
                  <a:pt x="655164" y="111186"/>
                </a:cubicBezTo>
                <a:cubicBezTo>
                  <a:pt x="651942" y="103432"/>
                  <a:pt x="650331" y="94714"/>
                  <a:pt x="650331" y="85030"/>
                </a:cubicBezTo>
                <a:cubicBezTo>
                  <a:pt x="650331" y="74940"/>
                  <a:pt x="651892" y="66052"/>
                  <a:pt x="655016" y="58366"/>
                </a:cubicBezTo>
                <a:cubicBezTo>
                  <a:pt x="658140" y="50680"/>
                  <a:pt x="662907" y="44670"/>
                  <a:pt x="669319" y="40336"/>
                </a:cubicBezTo>
                <a:cubicBezTo>
                  <a:pt x="675731" y="36002"/>
                  <a:pt x="683869" y="33834"/>
                  <a:pt x="693733" y="33834"/>
                </a:cubicBezTo>
                <a:cubicBezTo>
                  <a:pt x="706820" y="33834"/>
                  <a:pt x="717079" y="37892"/>
                  <a:pt x="724510" y="46008"/>
                </a:cubicBezTo>
                <a:cubicBezTo>
                  <a:pt x="731941" y="54121"/>
                  <a:pt x="735657" y="65786"/>
                  <a:pt x="735657" y="81001"/>
                </a:cubicBezTo>
                <a:cubicBezTo>
                  <a:pt x="735657" y="82016"/>
                  <a:pt x="735624" y="83218"/>
                  <a:pt x="735558" y="84605"/>
                </a:cubicBezTo>
                <a:cubicBezTo>
                  <a:pt x="735492" y="85990"/>
                  <a:pt x="735394" y="86987"/>
                  <a:pt x="735262" y="87595"/>
                </a:cubicBezTo>
                <a:lnTo>
                  <a:pt x="666804" y="87595"/>
                </a:lnTo>
                <a:cubicBezTo>
                  <a:pt x="666870" y="94109"/>
                  <a:pt x="667873" y="100093"/>
                  <a:pt x="669812" y="105545"/>
                </a:cubicBezTo>
                <a:cubicBezTo>
                  <a:pt x="671752" y="110997"/>
                  <a:pt x="674827" y="115369"/>
                  <a:pt x="679036" y="118661"/>
                </a:cubicBezTo>
                <a:cubicBezTo>
                  <a:pt x="683244" y="121953"/>
                  <a:pt x="688801" y="123600"/>
                  <a:pt x="695706" y="123600"/>
                </a:cubicBezTo>
                <a:cubicBezTo>
                  <a:pt x="703072" y="123600"/>
                  <a:pt x="708826" y="121785"/>
                  <a:pt x="712969" y="118156"/>
                </a:cubicBezTo>
                <a:cubicBezTo>
                  <a:pt x="717112" y="114526"/>
                  <a:pt x="719282" y="109290"/>
                  <a:pt x="719479" y="102447"/>
                </a:cubicBezTo>
                <a:lnTo>
                  <a:pt x="735755" y="102447"/>
                </a:lnTo>
                <a:cubicBezTo>
                  <a:pt x="735558" y="109432"/>
                  <a:pt x="733815" y="115451"/>
                  <a:pt x="730527" y="120505"/>
                </a:cubicBezTo>
                <a:cubicBezTo>
                  <a:pt x="727239" y="125558"/>
                  <a:pt x="722636" y="129458"/>
                  <a:pt x="716717" y="132206"/>
                </a:cubicBezTo>
                <a:cubicBezTo>
                  <a:pt x="710799" y="134952"/>
                  <a:pt x="703795" y="136324"/>
                  <a:pt x="695706" y="136324"/>
                </a:cubicBezTo>
                <a:moveTo>
                  <a:pt x="666903" y="75560"/>
                </a:moveTo>
                <a:lnTo>
                  <a:pt x="719381" y="75560"/>
                </a:lnTo>
                <a:cubicBezTo>
                  <a:pt x="719183" y="66138"/>
                  <a:pt x="716849" y="58933"/>
                  <a:pt x="712377" y="53945"/>
                </a:cubicBezTo>
                <a:cubicBezTo>
                  <a:pt x="707905" y="48956"/>
                  <a:pt x="701691" y="46461"/>
                  <a:pt x="693733" y="46461"/>
                </a:cubicBezTo>
                <a:cubicBezTo>
                  <a:pt x="685710" y="46461"/>
                  <a:pt x="679414" y="48938"/>
                  <a:pt x="674843" y="53893"/>
                </a:cubicBezTo>
                <a:cubicBezTo>
                  <a:pt x="670273" y="58846"/>
                  <a:pt x="667626" y="66068"/>
                  <a:pt x="666903" y="7556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" name="Text Format">
            <a:extLst xmlns:a="http://schemas.openxmlformats.org/drawingml/2006/main">
              <a:ext uri="{FF2B5EF4-FFF2-40B4-BE49-F238E27FC236}">
                <a16:creationId xmlns:a16="http://schemas.microsoft.com/office/drawing/2014/main" id="{1670388D-E2DE-48EA-9B81-80167EADF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4704" y="3707604"/>
            <a:ext cx="602930" cy="134549"/>
          </a:xfrm>
          <a:custGeom xmlns:a="http://schemas.openxmlformats.org/drawingml/2006/main">
            <a:pathLst>
              <a:path w="602930" h="134549">
                <a:moveTo>
                  <a:pt x="76547" y="71615"/>
                </a:moveTo>
                <a:lnTo>
                  <a:pt x="76547" y="57114"/>
                </a:lnTo>
                <a:lnTo>
                  <a:pt x="17756" y="57114"/>
                </a:lnTo>
                <a:lnTo>
                  <a:pt x="17756" y="14796"/>
                </a:lnTo>
                <a:lnTo>
                  <a:pt x="82663" y="14796"/>
                </a:lnTo>
                <a:lnTo>
                  <a:pt x="82663" y="0"/>
                </a:lnTo>
                <a:lnTo>
                  <a:pt x="0" y="0"/>
                </a:lnTo>
                <a:lnTo>
                  <a:pt x="0" y="132773"/>
                </a:lnTo>
                <a:lnTo>
                  <a:pt x="17756" y="132773"/>
                </a:lnTo>
                <a:lnTo>
                  <a:pt x="17756" y="71615"/>
                </a:lnTo>
                <a:lnTo>
                  <a:pt x="76547" y="71615"/>
                </a:lnTo>
                <a:close/>
                <a:moveTo>
                  <a:pt x="592474" y="119457"/>
                </a:moveTo>
                <a:lnTo>
                  <a:pt x="591754" y="119448"/>
                </a:lnTo>
                <a:lnTo>
                  <a:pt x="591056" y="119422"/>
                </a:lnTo>
                <a:lnTo>
                  <a:pt x="590380" y="119379"/>
                </a:lnTo>
                <a:lnTo>
                  <a:pt x="589727" y="119318"/>
                </a:lnTo>
                <a:lnTo>
                  <a:pt x="589097" y="119240"/>
                </a:lnTo>
                <a:lnTo>
                  <a:pt x="588488" y="119145"/>
                </a:lnTo>
                <a:lnTo>
                  <a:pt x="587903" y="119032"/>
                </a:lnTo>
                <a:lnTo>
                  <a:pt x="587339" y="118902"/>
                </a:lnTo>
                <a:lnTo>
                  <a:pt x="586798" y="118755"/>
                </a:lnTo>
                <a:lnTo>
                  <a:pt x="586280" y="118591"/>
                </a:lnTo>
                <a:lnTo>
                  <a:pt x="585784" y="118409"/>
                </a:lnTo>
                <a:lnTo>
                  <a:pt x="585310" y="118210"/>
                </a:lnTo>
                <a:lnTo>
                  <a:pt x="584859" y="117993"/>
                </a:lnTo>
                <a:lnTo>
                  <a:pt x="584430" y="117759"/>
                </a:lnTo>
                <a:lnTo>
                  <a:pt x="584024" y="117508"/>
                </a:lnTo>
                <a:lnTo>
                  <a:pt x="583640" y="117240"/>
                </a:lnTo>
                <a:lnTo>
                  <a:pt x="583279" y="116954"/>
                </a:lnTo>
                <a:lnTo>
                  <a:pt x="582940" y="116651"/>
                </a:lnTo>
                <a:lnTo>
                  <a:pt x="582623" y="116331"/>
                </a:lnTo>
                <a:lnTo>
                  <a:pt x="582329" y="115993"/>
                </a:lnTo>
                <a:lnTo>
                  <a:pt x="582057" y="115638"/>
                </a:lnTo>
                <a:lnTo>
                  <a:pt x="581808" y="115266"/>
                </a:lnTo>
                <a:lnTo>
                  <a:pt x="581581" y="114876"/>
                </a:lnTo>
                <a:lnTo>
                  <a:pt x="581377" y="114469"/>
                </a:lnTo>
                <a:lnTo>
                  <a:pt x="581188" y="114046"/>
                </a:lnTo>
                <a:lnTo>
                  <a:pt x="581007" y="113607"/>
                </a:lnTo>
                <a:lnTo>
                  <a:pt x="580834" y="113154"/>
                </a:lnTo>
                <a:lnTo>
                  <a:pt x="580669" y="112685"/>
                </a:lnTo>
                <a:lnTo>
                  <a:pt x="580512" y="112201"/>
                </a:lnTo>
                <a:lnTo>
                  <a:pt x="580363" y="111702"/>
                </a:lnTo>
                <a:lnTo>
                  <a:pt x="580222" y="111188"/>
                </a:lnTo>
                <a:lnTo>
                  <a:pt x="580089" y="110658"/>
                </a:lnTo>
                <a:lnTo>
                  <a:pt x="579964" y="110113"/>
                </a:lnTo>
                <a:lnTo>
                  <a:pt x="579848" y="109554"/>
                </a:lnTo>
                <a:lnTo>
                  <a:pt x="579739" y="108979"/>
                </a:lnTo>
                <a:lnTo>
                  <a:pt x="579638" y="108388"/>
                </a:lnTo>
                <a:lnTo>
                  <a:pt x="579546" y="107783"/>
                </a:lnTo>
                <a:lnTo>
                  <a:pt x="579461" y="107163"/>
                </a:lnTo>
                <a:lnTo>
                  <a:pt x="579385" y="106527"/>
                </a:lnTo>
                <a:lnTo>
                  <a:pt x="579316" y="105876"/>
                </a:lnTo>
                <a:lnTo>
                  <a:pt x="579256" y="105210"/>
                </a:lnTo>
                <a:lnTo>
                  <a:pt x="579204" y="104529"/>
                </a:lnTo>
                <a:lnTo>
                  <a:pt x="579159" y="103832"/>
                </a:lnTo>
                <a:lnTo>
                  <a:pt x="579123" y="103121"/>
                </a:lnTo>
                <a:lnTo>
                  <a:pt x="579095" y="102394"/>
                </a:lnTo>
                <a:lnTo>
                  <a:pt x="579075" y="101652"/>
                </a:lnTo>
                <a:lnTo>
                  <a:pt x="579063" y="100895"/>
                </a:lnTo>
                <a:lnTo>
                  <a:pt x="579059" y="100123"/>
                </a:lnTo>
                <a:lnTo>
                  <a:pt x="579059" y="47053"/>
                </a:lnTo>
                <a:lnTo>
                  <a:pt x="602733" y="47053"/>
                </a:lnTo>
                <a:lnTo>
                  <a:pt x="602733" y="33736"/>
                </a:lnTo>
                <a:lnTo>
                  <a:pt x="579059" y="33736"/>
                </a:lnTo>
                <a:lnTo>
                  <a:pt x="579059" y="11739"/>
                </a:lnTo>
                <a:lnTo>
                  <a:pt x="562684" y="11739"/>
                </a:lnTo>
                <a:lnTo>
                  <a:pt x="562684" y="33736"/>
                </a:lnTo>
                <a:lnTo>
                  <a:pt x="546605" y="33736"/>
                </a:lnTo>
                <a:lnTo>
                  <a:pt x="546605" y="47053"/>
                </a:lnTo>
                <a:lnTo>
                  <a:pt x="562684" y="47053"/>
                </a:lnTo>
                <a:lnTo>
                  <a:pt x="562684" y="100591"/>
                </a:lnTo>
                <a:lnTo>
                  <a:pt x="562688" y="101429"/>
                </a:lnTo>
                <a:lnTo>
                  <a:pt x="562700" y="102257"/>
                </a:lnTo>
                <a:lnTo>
                  <a:pt x="562720" y="103074"/>
                </a:lnTo>
                <a:lnTo>
                  <a:pt x="562748" y="103882"/>
                </a:lnTo>
                <a:lnTo>
                  <a:pt x="562785" y="104679"/>
                </a:lnTo>
                <a:lnTo>
                  <a:pt x="562829" y="105466"/>
                </a:lnTo>
                <a:lnTo>
                  <a:pt x="562881" y="106243"/>
                </a:lnTo>
                <a:lnTo>
                  <a:pt x="562942" y="107010"/>
                </a:lnTo>
                <a:lnTo>
                  <a:pt x="563010" y="107767"/>
                </a:lnTo>
                <a:lnTo>
                  <a:pt x="563086" y="108514"/>
                </a:lnTo>
                <a:lnTo>
                  <a:pt x="563171" y="109251"/>
                </a:lnTo>
                <a:lnTo>
                  <a:pt x="563264" y="109978"/>
                </a:lnTo>
                <a:lnTo>
                  <a:pt x="563364" y="110694"/>
                </a:lnTo>
                <a:lnTo>
                  <a:pt x="563473" y="111401"/>
                </a:lnTo>
                <a:lnTo>
                  <a:pt x="563590" y="112097"/>
                </a:lnTo>
                <a:lnTo>
                  <a:pt x="563714" y="112783"/>
                </a:lnTo>
                <a:lnTo>
                  <a:pt x="563847" y="113459"/>
                </a:lnTo>
                <a:lnTo>
                  <a:pt x="563988" y="114125"/>
                </a:lnTo>
                <a:lnTo>
                  <a:pt x="564137" y="114781"/>
                </a:lnTo>
                <a:lnTo>
                  <a:pt x="564294" y="115427"/>
                </a:lnTo>
                <a:lnTo>
                  <a:pt x="564459" y="116063"/>
                </a:lnTo>
                <a:lnTo>
                  <a:pt x="564632" y="116688"/>
                </a:lnTo>
                <a:lnTo>
                  <a:pt x="564813" y="117304"/>
                </a:lnTo>
                <a:lnTo>
                  <a:pt x="565002" y="117909"/>
                </a:lnTo>
                <a:lnTo>
                  <a:pt x="565202" y="118503"/>
                </a:lnTo>
                <a:lnTo>
                  <a:pt x="565416" y="119086"/>
                </a:lnTo>
                <a:lnTo>
                  <a:pt x="565643" y="119657"/>
                </a:lnTo>
                <a:lnTo>
                  <a:pt x="565883" y="120216"/>
                </a:lnTo>
                <a:lnTo>
                  <a:pt x="566137" y="120763"/>
                </a:lnTo>
                <a:lnTo>
                  <a:pt x="566405" y="121299"/>
                </a:lnTo>
                <a:lnTo>
                  <a:pt x="566686" y="121823"/>
                </a:lnTo>
                <a:lnTo>
                  <a:pt x="566980" y="122335"/>
                </a:lnTo>
                <a:lnTo>
                  <a:pt x="567289" y="122836"/>
                </a:lnTo>
                <a:lnTo>
                  <a:pt x="567610" y="123325"/>
                </a:lnTo>
                <a:lnTo>
                  <a:pt x="567946" y="123802"/>
                </a:lnTo>
                <a:lnTo>
                  <a:pt x="568294" y="124268"/>
                </a:lnTo>
                <a:lnTo>
                  <a:pt x="568657" y="124722"/>
                </a:lnTo>
                <a:lnTo>
                  <a:pt x="569032" y="125164"/>
                </a:lnTo>
                <a:lnTo>
                  <a:pt x="569422" y="125594"/>
                </a:lnTo>
                <a:lnTo>
                  <a:pt x="569825" y="126013"/>
                </a:lnTo>
                <a:lnTo>
                  <a:pt x="570241" y="126420"/>
                </a:lnTo>
                <a:lnTo>
                  <a:pt x="570671" y="126815"/>
                </a:lnTo>
                <a:lnTo>
                  <a:pt x="571114" y="127199"/>
                </a:lnTo>
                <a:lnTo>
                  <a:pt x="571571" y="127571"/>
                </a:lnTo>
                <a:lnTo>
                  <a:pt x="572042" y="127931"/>
                </a:lnTo>
                <a:lnTo>
                  <a:pt x="572526" y="128280"/>
                </a:lnTo>
                <a:lnTo>
                  <a:pt x="573024" y="128616"/>
                </a:lnTo>
                <a:lnTo>
                  <a:pt x="573535" y="128942"/>
                </a:lnTo>
                <a:lnTo>
                  <a:pt x="574062" y="129254"/>
                </a:lnTo>
                <a:lnTo>
                  <a:pt x="574608" y="129554"/>
                </a:lnTo>
                <a:lnTo>
                  <a:pt x="575173" y="129840"/>
                </a:lnTo>
                <a:lnTo>
                  <a:pt x="575757" y="130112"/>
                </a:lnTo>
                <a:lnTo>
                  <a:pt x="576360" y="130372"/>
                </a:lnTo>
                <a:lnTo>
                  <a:pt x="576981" y="130618"/>
                </a:lnTo>
                <a:lnTo>
                  <a:pt x="577621" y="130851"/>
                </a:lnTo>
                <a:lnTo>
                  <a:pt x="578281" y="131070"/>
                </a:lnTo>
                <a:lnTo>
                  <a:pt x="578959" y="131277"/>
                </a:lnTo>
                <a:lnTo>
                  <a:pt x="579655" y="131469"/>
                </a:lnTo>
                <a:lnTo>
                  <a:pt x="580371" y="131649"/>
                </a:lnTo>
                <a:lnTo>
                  <a:pt x="581106" y="131815"/>
                </a:lnTo>
                <a:lnTo>
                  <a:pt x="581859" y="131968"/>
                </a:lnTo>
                <a:lnTo>
                  <a:pt x="582631" y="132108"/>
                </a:lnTo>
                <a:lnTo>
                  <a:pt x="583422" y="132234"/>
                </a:lnTo>
                <a:lnTo>
                  <a:pt x="584232" y="132348"/>
                </a:lnTo>
                <a:lnTo>
                  <a:pt x="585061" y="132447"/>
                </a:lnTo>
                <a:lnTo>
                  <a:pt x="585908" y="132534"/>
                </a:lnTo>
                <a:lnTo>
                  <a:pt x="586775" y="132607"/>
                </a:lnTo>
                <a:lnTo>
                  <a:pt x="587660" y="132667"/>
                </a:lnTo>
                <a:lnTo>
                  <a:pt x="588564" y="132713"/>
                </a:lnTo>
                <a:lnTo>
                  <a:pt x="589487" y="132747"/>
                </a:lnTo>
                <a:lnTo>
                  <a:pt x="590429" y="132767"/>
                </a:lnTo>
                <a:lnTo>
                  <a:pt x="591389" y="132773"/>
                </a:lnTo>
                <a:lnTo>
                  <a:pt x="602930" y="132773"/>
                </a:lnTo>
                <a:lnTo>
                  <a:pt x="602930" y="119457"/>
                </a:lnTo>
                <a:lnTo>
                  <a:pt x="592474" y="119457"/>
                </a:lnTo>
                <a:close/>
                <a:moveTo>
                  <a:pt x="229400" y="62091"/>
                </a:moveTo>
                <a:lnTo>
                  <a:pt x="229668" y="61719"/>
                </a:lnTo>
                <a:lnTo>
                  <a:pt x="229939" y="61352"/>
                </a:lnTo>
                <a:lnTo>
                  <a:pt x="230213" y="60988"/>
                </a:lnTo>
                <a:lnTo>
                  <a:pt x="230490" y="60628"/>
                </a:lnTo>
                <a:lnTo>
                  <a:pt x="230770" y="60272"/>
                </a:lnTo>
                <a:lnTo>
                  <a:pt x="231053" y="59919"/>
                </a:lnTo>
                <a:lnTo>
                  <a:pt x="231339" y="59571"/>
                </a:lnTo>
                <a:lnTo>
                  <a:pt x="231628" y="59226"/>
                </a:lnTo>
                <a:lnTo>
                  <a:pt x="231921" y="58884"/>
                </a:lnTo>
                <a:lnTo>
                  <a:pt x="232216" y="58547"/>
                </a:lnTo>
                <a:lnTo>
                  <a:pt x="232514" y="58213"/>
                </a:lnTo>
                <a:lnTo>
                  <a:pt x="232816" y="57883"/>
                </a:lnTo>
                <a:lnTo>
                  <a:pt x="233121" y="57557"/>
                </a:lnTo>
                <a:lnTo>
                  <a:pt x="233428" y="57234"/>
                </a:lnTo>
                <a:lnTo>
                  <a:pt x="233739" y="56916"/>
                </a:lnTo>
                <a:lnTo>
                  <a:pt x="234053" y="56601"/>
                </a:lnTo>
                <a:lnTo>
                  <a:pt x="234370" y="56289"/>
                </a:lnTo>
                <a:lnTo>
                  <a:pt x="234690" y="55982"/>
                </a:lnTo>
                <a:lnTo>
                  <a:pt x="235013" y="55678"/>
                </a:lnTo>
                <a:lnTo>
                  <a:pt x="235340" y="55378"/>
                </a:lnTo>
                <a:lnTo>
                  <a:pt x="235669" y="55082"/>
                </a:lnTo>
                <a:lnTo>
                  <a:pt x="236001" y="54789"/>
                </a:lnTo>
                <a:lnTo>
                  <a:pt x="236337" y="54500"/>
                </a:lnTo>
                <a:lnTo>
                  <a:pt x="236676" y="54216"/>
                </a:lnTo>
                <a:lnTo>
                  <a:pt x="237020" y="53937"/>
                </a:lnTo>
                <a:lnTo>
                  <a:pt x="237370" y="53663"/>
                </a:lnTo>
                <a:lnTo>
                  <a:pt x="237723" y="53394"/>
                </a:lnTo>
                <a:lnTo>
                  <a:pt x="238082" y="53130"/>
                </a:lnTo>
                <a:lnTo>
                  <a:pt x="238445" y="52872"/>
                </a:lnTo>
                <a:lnTo>
                  <a:pt x="238814" y="52619"/>
                </a:lnTo>
                <a:lnTo>
                  <a:pt x="239187" y="52370"/>
                </a:lnTo>
                <a:lnTo>
                  <a:pt x="239564" y="52128"/>
                </a:lnTo>
                <a:lnTo>
                  <a:pt x="239947" y="51890"/>
                </a:lnTo>
                <a:lnTo>
                  <a:pt x="240334" y="51657"/>
                </a:lnTo>
                <a:lnTo>
                  <a:pt x="240726" y="51430"/>
                </a:lnTo>
                <a:lnTo>
                  <a:pt x="241123" y="51208"/>
                </a:lnTo>
                <a:lnTo>
                  <a:pt x="241525" y="50991"/>
                </a:lnTo>
                <a:lnTo>
                  <a:pt x="241932" y="50779"/>
                </a:lnTo>
                <a:lnTo>
                  <a:pt x="242343" y="50572"/>
                </a:lnTo>
                <a:lnTo>
                  <a:pt x="242759" y="50371"/>
                </a:lnTo>
                <a:lnTo>
                  <a:pt x="243180" y="50175"/>
                </a:lnTo>
                <a:lnTo>
                  <a:pt x="243606" y="49983"/>
                </a:lnTo>
                <a:lnTo>
                  <a:pt x="244036" y="49798"/>
                </a:lnTo>
                <a:lnTo>
                  <a:pt x="244472" y="49617"/>
                </a:lnTo>
                <a:lnTo>
                  <a:pt x="244912" y="49441"/>
                </a:lnTo>
                <a:lnTo>
                  <a:pt x="245357" y="49271"/>
                </a:lnTo>
                <a:lnTo>
                  <a:pt x="245807" y="49106"/>
                </a:lnTo>
                <a:lnTo>
                  <a:pt x="246262" y="48946"/>
                </a:lnTo>
                <a:lnTo>
                  <a:pt x="246723" y="48794"/>
                </a:lnTo>
                <a:lnTo>
                  <a:pt x="247191" y="48648"/>
                </a:lnTo>
                <a:lnTo>
                  <a:pt x="247664" y="48508"/>
                </a:lnTo>
                <a:lnTo>
                  <a:pt x="248144" y="48376"/>
                </a:lnTo>
                <a:lnTo>
                  <a:pt x="248630" y="48251"/>
                </a:lnTo>
                <a:lnTo>
                  <a:pt x="249122" y="48132"/>
                </a:lnTo>
                <a:lnTo>
                  <a:pt x="249621" y="48020"/>
                </a:lnTo>
                <a:lnTo>
                  <a:pt x="250125" y="47915"/>
                </a:lnTo>
                <a:lnTo>
                  <a:pt x="250636" y="47816"/>
                </a:lnTo>
                <a:lnTo>
                  <a:pt x="251153" y="47725"/>
                </a:lnTo>
                <a:lnTo>
                  <a:pt x="251676" y="47640"/>
                </a:lnTo>
                <a:lnTo>
                  <a:pt x="252205" y="47562"/>
                </a:lnTo>
                <a:lnTo>
                  <a:pt x="252740" y="47491"/>
                </a:lnTo>
                <a:lnTo>
                  <a:pt x="253282" y="47426"/>
                </a:lnTo>
                <a:lnTo>
                  <a:pt x="253830" y="47368"/>
                </a:lnTo>
                <a:lnTo>
                  <a:pt x="254383" y="47318"/>
                </a:lnTo>
                <a:lnTo>
                  <a:pt x="254943" y="47273"/>
                </a:lnTo>
                <a:lnTo>
                  <a:pt x="255510" y="47236"/>
                </a:lnTo>
                <a:lnTo>
                  <a:pt x="256082" y="47206"/>
                </a:lnTo>
                <a:lnTo>
                  <a:pt x="256660" y="47182"/>
                </a:lnTo>
                <a:lnTo>
                  <a:pt x="257245" y="47165"/>
                </a:lnTo>
                <a:lnTo>
                  <a:pt x="257836" y="47155"/>
                </a:lnTo>
                <a:lnTo>
                  <a:pt x="258433" y="47151"/>
                </a:lnTo>
                <a:lnTo>
                  <a:pt x="260702" y="47151"/>
                </a:lnTo>
                <a:lnTo>
                  <a:pt x="260702" y="32059"/>
                </a:lnTo>
                <a:lnTo>
                  <a:pt x="258729" y="32059"/>
                </a:lnTo>
                <a:lnTo>
                  <a:pt x="257775" y="32068"/>
                </a:lnTo>
                <a:lnTo>
                  <a:pt x="256835" y="32094"/>
                </a:lnTo>
                <a:lnTo>
                  <a:pt x="255911" y="32138"/>
                </a:lnTo>
                <a:lnTo>
                  <a:pt x="255002" y="32199"/>
                </a:lnTo>
                <a:lnTo>
                  <a:pt x="254108" y="32277"/>
                </a:lnTo>
                <a:lnTo>
                  <a:pt x="253229" y="32373"/>
                </a:lnTo>
                <a:lnTo>
                  <a:pt x="252366" y="32487"/>
                </a:lnTo>
                <a:lnTo>
                  <a:pt x="251517" y="32618"/>
                </a:lnTo>
                <a:lnTo>
                  <a:pt x="250683" y="32766"/>
                </a:lnTo>
                <a:lnTo>
                  <a:pt x="249865" y="32932"/>
                </a:lnTo>
                <a:lnTo>
                  <a:pt x="249061" y="33116"/>
                </a:lnTo>
                <a:lnTo>
                  <a:pt x="248273" y="33317"/>
                </a:lnTo>
                <a:lnTo>
                  <a:pt x="247499" y="33535"/>
                </a:lnTo>
                <a:lnTo>
                  <a:pt x="246741" y="33771"/>
                </a:lnTo>
                <a:lnTo>
                  <a:pt x="245998" y="34024"/>
                </a:lnTo>
                <a:lnTo>
                  <a:pt x="245269" y="34295"/>
                </a:lnTo>
                <a:lnTo>
                  <a:pt x="244556" y="34583"/>
                </a:lnTo>
                <a:lnTo>
                  <a:pt x="243858" y="34889"/>
                </a:lnTo>
                <a:lnTo>
                  <a:pt x="243175" y="35212"/>
                </a:lnTo>
                <a:lnTo>
                  <a:pt x="242507" y="35553"/>
                </a:lnTo>
                <a:lnTo>
                  <a:pt x="241855" y="35911"/>
                </a:lnTo>
                <a:lnTo>
                  <a:pt x="241217" y="36286"/>
                </a:lnTo>
                <a:lnTo>
                  <a:pt x="240594" y="36679"/>
                </a:lnTo>
                <a:lnTo>
                  <a:pt x="239987" y="37090"/>
                </a:lnTo>
                <a:lnTo>
                  <a:pt x="239392" y="37513"/>
                </a:lnTo>
                <a:lnTo>
                  <a:pt x="238808" y="37945"/>
                </a:lnTo>
                <a:lnTo>
                  <a:pt x="238236" y="38386"/>
                </a:lnTo>
                <a:lnTo>
                  <a:pt x="237674" y="38835"/>
                </a:lnTo>
                <a:lnTo>
                  <a:pt x="237123" y="39293"/>
                </a:lnTo>
                <a:lnTo>
                  <a:pt x="236583" y="39759"/>
                </a:lnTo>
                <a:lnTo>
                  <a:pt x="236055" y="40234"/>
                </a:lnTo>
                <a:lnTo>
                  <a:pt x="235537" y="40718"/>
                </a:lnTo>
                <a:lnTo>
                  <a:pt x="235030" y="41210"/>
                </a:lnTo>
                <a:lnTo>
                  <a:pt x="234534" y="41710"/>
                </a:lnTo>
                <a:lnTo>
                  <a:pt x="234049" y="42219"/>
                </a:lnTo>
                <a:lnTo>
                  <a:pt x="233575" y="42737"/>
                </a:lnTo>
                <a:lnTo>
                  <a:pt x="233112" y="43263"/>
                </a:lnTo>
                <a:lnTo>
                  <a:pt x="232660" y="43798"/>
                </a:lnTo>
                <a:lnTo>
                  <a:pt x="232218" y="44342"/>
                </a:lnTo>
                <a:lnTo>
                  <a:pt x="231788" y="44893"/>
                </a:lnTo>
                <a:lnTo>
                  <a:pt x="231369" y="45454"/>
                </a:lnTo>
                <a:lnTo>
                  <a:pt x="230961" y="46023"/>
                </a:lnTo>
                <a:lnTo>
                  <a:pt x="230563" y="46601"/>
                </a:lnTo>
                <a:lnTo>
                  <a:pt x="230177" y="47187"/>
                </a:lnTo>
                <a:lnTo>
                  <a:pt x="229802" y="47782"/>
                </a:lnTo>
                <a:lnTo>
                  <a:pt x="229437" y="48385"/>
                </a:lnTo>
                <a:lnTo>
                  <a:pt x="229084" y="48997"/>
                </a:lnTo>
                <a:lnTo>
                  <a:pt x="228741" y="49617"/>
                </a:lnTo>
                <a:lnTo>
                  <a:pt x="228149" y="33736"/>
                </a:lnTo>
                <a:lnTo>
                  <a:pt x="212663" y="33736"/>
                </a:lnTo>
                <a:lnTo>
                  <a:pt x="212663" y="132773"/>
                </a:lnTo>
                <a:lnTo>
                  <a:pt x="229136" y="132773"/>
                </a:lnTo>
                <a:lnTo>
                  <a:pt x="229136" y="62466"/>
                </a:lnTo>
                <a:lnTo>
                  <a:pt x="229400" y="62091"/>
                </a:lnTo>
                <a:close/>
                <a:moveTo>
                  <a:pt x="357024" y="47064"/>
                </a:moveTo>
                <a:lnTo>
                  <a:pt x="356575" y="46111"/>
                </a:lnTo>
                <a:lnTo>
                  <a:pt x="356100" y="45184"/>
                </a:lnTo>
                <a:lnTo>
                  <a:pt x="355602" y="44285"/>
                </a:lnTo>
                <a:lnTo>
                  <a:pt x="355079" y="43411"/>
                </a:lnTo>
                <a:lnTo>
                  <a:pt x="354532" y="42565"/>
                </a:lnTo>
                <a:lnTo>
                  <a:pt x="353960" y="41744"/>
                </a:lnTo>
                <a:lnTo>
                  <a:pt x="353361" y="40954"/>
                </a:lnTo>
                <a:lnTo>
                  <a:pt x="352731" y="40197"/>
                </a:lnTo>
                <a:lnTo>
                  <a:pt x="352069" y="39474"/>
                </a:lnTo>
                <a:lnTo>
                  <a:pt x="351376" y="38785"/>
                </a:lnTo>
                <a:lnTo>
                  <a:pt x="350653" y="38129"/>
                </a:lnTo>
                <a:lnTo>
                  <a:pt x="349897" y="37507"/>
                </a:lnTo>
                <a:lnTo>
                  <a:pt x="349111" y="36919"/>
                </a:lnTo>
                <a:lnTo>
                  <a:pt x="348294" y="36364"/>
                </a:lnTo>
                <a:lnTo>
                  <a:pt x="347445" y="35842"/>
                </a:lnTo>
                <a:lnTo>
                  <a:pt x="346566" y="35355"/>
                </a:lnTo>
                <a:lnTo>
                  <a:pt x="345655" y="34901"/>
                </a:lnTo>
                <a:lnTo>
                  <a:pt x="344713" y="34480"/>
                </a:lnTo>
                <a:lnTo>
                  <a:pt x="343739" y="34094"/>
                </a:lnTo>
                <a:lnTo>
                  <a:pt x="342735" y="33740"/>
                </a:lnTo>
                <a:lnTo>
                  <a:pt x="341699" y="33421"/>
                </a:lnTo>
                <a:lnTo>
                  <a:pt x="340633" y="33135"/>
                </a:lnTo>
                <a:lnTo>
                  <a:pt x="339535" y="32883"/>
                </a:lnTo>
                <a:lnTo>
                  <a:pt x="338406" y="32664"/>
                </a:lnTo>
                <a:lnTo>
                  <a:pt x="337245" y="32479"/>
                </a:lnTo>
                <a:lnTo>
                  <a:pt x="336054" y="32328"/>
                </a:lnTo>
                <a:lnTo>
                  <a:pt x="334831" y="32210"/>
                </a:lnTo>
                <a:lnTo>
                  <a:pt x="333578" y="32126"/>
                </a:lnTo>
                <a:lnTo>
                  <a:pt x="332293" y="32076"/>
                </a:lnTo>
                <a:lnTo>
                  <a:pt x="330977" y="32059"/>
                </a:lnTo>
                <a:lnTo>
                  <a:pt x="329964" y="32068"/>
                </a:lnTo>
                <a:lnTo>
                  <a:pt x="328966" y="32095"/>
                </a:lnTo>
                <a:lnTo>
                  <a:pt x="327982" y="32140"/>
                </a:lnTo>
                <a:lnTo>
                  <a:pt x="327012" y="32203"/>
                </a:lnTo>
                <a:lnTo>
                  <a:pt x="326056" y="32284"/>
                </a:lnTo>
                <a:lnTo>
                  <a:pt x="325113" y="32383"/>
                </a:lnTo>
                <a:lnTo>
                  <a:pt x="324185" y="32499"/>
                </a:lnTo>
                <a:lnTo>
                  <a:pt x="323271" y="32634"/>
                </a:lnTo>
                <a:lnTo>
                  <a:pt x="322371" y="32787"/>
                </a:lnTo>
                <a:lnTo>
                  <a:pt x="321486" y="32958"/>
                </a:lnTo>
                <a:lnTo>
                  <a:pt x="320614" y="33147"/>
                </a:lnTo>
                <a:lnTo>
                  <a:pt x="319756" y="33354"/>
                </a:lnTo>
                <a:lnTo>
                  <a:pt x="318912" y="33578"/>
                </a:lnTo>
                <a:lnTo>
                  <a:pt x="318082" y="33821"/>
                </a:lnTo>
                <a:lnTo>
                  <a:pt x="317267" y="34082"/>
                </a:lnTo>
                <a:lnTo>
                  <a:pt x="316465" y="34361"/>
                </a:lnTo>
                <a:lnTo>
                  <a:pt x="315677" y="34657"/>
                </a:lnTo>
                <a:lnTo>
                  <a:pt x="314904" y="34972"/>
                </a:lnTo>
                <a:lnTo>
                  <a:pt x="314144" y="35305"/>
                </a:lnTo>
                <a:lnTo>
                  <a:pt x="313399" y="35655"/>
                </a:lnTo>
                <a:lnTo>
                  <a:pt x="312668" y="36024"/>
                </a:lnTo>
                <a:lnTo>
                  <a:pt x="311950" y="36411"/>
                </a:lnTo>
                <a:lnTo>
                  <a:pt x="311247" y="36815"/>
                </a:lnTo>
                <a:lnTo>
                  <a:pt x="310557" y="37238"/>
                </a:lnTo>
                <a:lnTo>
                  <a:pt x="309882" y="37670"/>
                </a:lnTo>
                <a:lnTo>
                  <a:pt x="309220" y="38105"/>
                </a:lnTo>
                <a:lnTo>
                  <a:pt x="308572" y="38542"/>
                </a:lnTo>
                <a:lnTo>
                  <a:pt x="307938" y="38982"/>
                </a:lnTo>
                <a:lnTo>
                  <a:pt x="307317" y="39423"/>
                </a:lnTo>
                <a:lnTo>
                  <a:pt x="306710" y="39867"/>
                </a:lnTo>
                <a:lnTo>
                  <a:pt x="306117" y="40313"/>
                </a:lnTo>
                <a:lnTo>
                  <a:pt x="305538" y="40761"/>
                </a:lnTo>
                <a:lnTo>
                  <a:pt x="304972" y="41212"/>
                </a:lnTo>
                <a:lnTo>
                  <a:pt x="304420" y="41665"/>
                </a:lnTo>
                <a:lnTo>
                  <a:pt x="303881" y="42120"/>
                </a:lnTo>
                <a:lnTo>
                  <a:pt x="303357" y="42577"/>
                </a:lnTo>
                <a:lnTo>
                  <a:pt x="302846" y="43036"/>
                </a:lnTo>
                <a:lnTo>
                  <a:pt x="302348" y="43498"/>
                </a:lnTo>
                <a:lnTo>
                  <a:pt x="301865" y="43962"/>
                </a:lnTo>
                <a:lnTo>
                  <a:pt x="301395" y="44428"/>
                </a:lnTo>
                <a:lnTo>
                  <a:pt x="300938" y="44896"/>
                </a:lnTo>
                <a:lnTo>
                  <a:pt x="300496" y="45366"/>
                </a:lnTo>
                <a:lnTo>
                  <a:pt x="300067" y="45839"/>
                </a:lnTo>
                <a:lnTo>
                  <a:pt x="299652" y="46314"/>
                </a:lnTo>
                <a:lnTo>
                  <a:pt x="299251" y="46791"/>
                </a:lnTo>
                <a:lnTo>
                  <a:pt x="298863" y="47271"/>
                </a:lnTo>
                <a:lnTo>
                  <a:pt x="298489" y="47752"/>
                </a:lnTo>
                <a:lnTo>
                  <a:pt x="298128" y="48236"/>
                </a:lnTo>
                <a:lnTo>
                  <a:pt x="297537" y="33736"/>
                </a:lnTo>
                <a:lnTo>
                  <a:pt x="281754" y="33736"/>
                </a:lnTo>
                <a:lnTo>
                  <a:pt x="281754" y="132773"/>
                </a:lnTo>
                <a:lnTo>
                  <a:pt x="298227" y="132773"/>
                </a:lnTo>
                <a:lnTo>
                  <a:pt x="298227" y="62062"/>
                </a:lnTo>
                <a:lnTo>
                  <a:pt x="298585" y="61559"/>
                </a:lnTo>
                <a:lnTo>
                  <a:pt x="298953" y="61061"/>
                </a:lnTo>
                <a:lnTo>
                  <a:pt x="299331" y="60565"/>
                </a:lnTo>
                <a:lnTo>
                  <a:pt x="299718" y="60073"/>
                </a:lnTo>
                <a:lnTo>
                  <a:pt x="300114" y="59584"/>
                </a:lnTo>
                <a:lnTo>
                  <a:pt x="300521" y="59099"/>
                </a:lnTo>
                <a:lnTo>
                  <a:pt x="300936" y="58617"/>
                </a:lnTo>
                <a:lnTo>
                  <a:pt x="301362" y="58138"/>
                </a:lnTo>
                <a:lnTo>
                  <a:pt x="301797" y="57663"/>
                </a:lnTo>
                <a:lnTo>
                  <a:pt x="302241" y="57191"/>
                </a:lnTo>
                <a:lnTo>
                  <a:pt x="302695" y="56723"/>
                </a:lnTo>
                <a:lnTo>
                  <a:pt x="303159" y="56258"/>
                </a:lnTo>
                <a:lnTo>
                  <a:pt x="303633" y="55796"/>
                </a:lnTo>
                <a:lnTo>
                  <a:pt x="304116" y="55338"/>
                </a:lnTo>
                <a:lnTo>
                  <a:pt x="304608" y="54883"/>
                </a:lnTo>
                <a:lnTo>
                  <a:pt x="305110" y="54432"/>
                </a:lnTo>
                <a:lnTo>
                  <a:pt x="305622" y="53984"/>
                </a:lnTo>
                <a:lnTo>
                  <a:pt x="306143" y="53539"/>
                </a:lnTo>
                <a:lnTo>
                  <a:pt x="306674" y="53098"/>
                </a:lnTo>
                <a:lnTo>
                  <a:pt x="307215" y="52660"/>
                </a:lnTo>
                <a:lnTo>
                  <a:pt x="307765" y="52226"/>
                </a:lnTo>
                <a:lnTo>
                  <a:pt x="308324" y="51795"/>
                </a:lnTo>
                <a:lnTo>
                  <a:pt x="308894" y="51367"/>
                </a:lnTo>
                <a:lnTo>
                  <a:pt x="309472" y="50943"/>
                </a:lnTo>
                <a:lnTo>
                  <a:pt x="310062" y="50529"/>
                </a:lnTo>
                <a:lnTo>
                  <a:pt x="310662" y="50132"/>
                </a:lnTo>
                <a:lnTo>
                  <a:pt x="311273" y="49754"/>
                </a:lnTo>
                <a:lnTo>
                  <a:pt x="311895" y="49393"/>
                </a:lnTo>
                <a:lnTo>
                  <a:pt x="312528" y="49049"/>
                </a:lnTo>
                <a:lnTo>
                  <a:pt x="313172" y="48723"/>
                </a:lnTo>
                <a:lnTo>
                  <a:pt x="313826" y="48415"/>
                </a:lnTo>
                <a:lnTo>
                  <a:pt x="314492" y="48124"/>
                </a:lnTo>
                <a:lnTo>
                  <a:pt x="315169" y="47851"/>
                </a:lnTo>
                <a:lnTo>
                  <a:pt x="315857" y="47595"/>
                </a:lnTo>
                <a:lnTo>
                  <a:pt x="316556" y="47358"/>
                </a:lnTo>
                <a:lnTo>
                  <a:pt x="317265" y="47137"/>
                </a:lnTo>
                <a:lnTo>
                  <a:pt x="317986" y="46935"/>
                </a:lnTo>
                <a:lnTo>
                  <a:pt x="318717" y="46750"/>
                </a:lnTo>
                <a:lnTo>
                  <a:pt x="319460" y="46582"/>
                </a:lnTo>
                <a:lnTo>
                  <a:pt x="320214" y="46433"/>
                </a:lnTo>
                <a:lnTo>
                  <a:pt x="320978" y="46301"/>
                </a:lnTo>
                <a:lnTo>
                  <a:pt x="321753" y="46186"/>
                </a:lnTo>
                <a:lnTo>
                  <a:pt x="322540" y="46089"/>
                </a:lnTo>
                <a:lnTo>
                  <a:pt x="323337" y="46010"/>
                </a:lnTo>
                <a:lnTo>
                  <a:pt x="324146" y="45948"/>
                </a:lnTo>
                <a:lnTo>
                  <a:pt x="324965" y="45904"/>
                </a:lnTo>
                <a:lnTo>
                  <a:pt x="325795" y="45878"/>
                </a:lnTo>
                <a:lnTo>
                  <a:pt x="326636" y="45869"/>
                </a:lnTo>
                <a:lnTo>
                  <a:pt x="327231" y="45875"/>
                </a:lnTo>
                <a:lnTo>
                  <a:pt x="327813" y="45891"/>
                </a:lnTo>
                <a:lnTo>
                  <a:pt x="328384" y="45919"/>
                </a:lnTo>
                <a:lnTo>
                  <a:pt x="328943" y="45959"/>
                </a:lnTo>
                <a:lnTo>
                  <a:pt x="329491" y="46009"/>
                </a:lnTo>
                <a:lnTo>
                  <a:pt x="330027" y="46071"/>
                </a:lnTo>
                <a:lnTo>
                  <a:pt x="330551" y="46143"/>
                </a:lnTo>
                <a:lnTo>
                  <a:pt x="331064" y="46228"/>
                </a:lnTo>
                <a:lnTo>
                  <a:pt x="331565" y="46323"/>
                </a:lnTo>
                <a:lnTo>
                  <a:pt x="332055" y="46429"/>
                </a:lnTo>
                <a:lnTo>
                  <a:pt x="332533" y="46547"/>
                </a:lnTo>
                <a:lnTo>
                  <a:pt x="332999" y="46676"/>
                </a:lnTo>
                <a:lnTo>
                  <a:pt x="333453" y="46816"/>
                </a:lnTo>
                <a:lnTo>
                  <a:pt x="333896" y="46967"/>
                </a:lnTo>
                <a:lnTo>
                  <a:pt x="334327" y="47130"/>
                </a:lnTo>
                <a:lnTo>
                  <a:pt x="334747" y="47303"/>
                </a:lnTo>
                <a:lnTo>
                  <a:pt x="335155" y="47488"/>
                </a:lnTo>
                <a:lnTo>
                  <a:pt x="335551" y="47684"/>
                </a:lnTo>
                <a:lnTo>
                  <a:pt x="335936" y="47892"/>
                </a:lnTo>
                <a:lnTo>
                  <a:pt x="336309" y="48110"/>
                </a:lnTo>
                <a:lnTo>
                  <a:pt x="336670" y="48340"/>
                </a:lnTo>
                <a:lnTo>
                  <a:pt x="337020" y="48581"/>
                </a:lnTo>
                <a:lnTo>
                  <a:pt x="337358" y="48833"/>
                </a:lnTo>
                <a:lnTo>
                  <a:pt x="337684" y="49096"/>
                </a:lnTo>
                <a:lnTo>
                  <a:pt x="338001" y="49370"/>
                </a:lnTo>
                <a:lnTo>
                  <a:pt x="338309" y="49651"/>
                </a:lnTo>
                <a:lnTo>
                  <a:pt x="338608" y="49941"/>
                </a:lnTo>
                <a:lnTo>
                  <a:pt x="338899" y="50239"/>
                </a:lnTo>
                <a:lnTo>
                  <a:pt x="339182" y="50546"/>
                </a:lnTo>
                <a:lnTo>
                  <a:pt x="339457" y="50861"/>
                </a:lnTo>
                <a:lnTo>
                  <a:pt x="339723" y="51184"/>
                </a:lnTo>
                <a:lnTo>
                  <a:pt x="339980" y="51516"/>
                </a:lnTo>
                <a:lnTo>
                  <a:pt x="340230" y="51856"/>
                </a:lnTo>
                <a:lnTo>
                  <a:pt x="340471" y="52204"/>
                </a:lnTo>
                <a:lnTo>
                  <a:pt x="340703" y="52561"/>
                </a:lnTo>
                <a:lnTo>
                  <a:pt x="340927" y="52927"/>
                </a:lnTo>
                <a:lnTo>
                  <a:pt x="341143" y="53300"/>
                </a:lnTo>
                <a:lnTo>
                  <a:pt x="341350" y="53682"/>
                </a:lnTo>
                <a:lnTo>
                  <a:pt x="341549" y="54072"/>
                </a:lnTo>
                <a:lnTo>
                  <a:pt x="341740" y="54471"/>
                </a:lnTo>
                <a:lnTo>
                  <a:pt x="341922" y="54878"/>
                </a:lnTo>
                <a:lnTo>
                  <a:pt x="342095" y="55294"/>
                </a:lnTo>
                <a:lnTo>
                  <a:pt x="342261" y="55717"/>
                </a:lnTo>
                <a:lnTo>
                  <a:pt x="342418" y="56150"/>
                </a:lnTo>
                <a:lnTo>
                  <a:pt x="342566" y="56590"/>
                </a:lnTo>
                <a:lnTo>
                  <a:pt x="342706" y="57039"/>
                </a:lnTo>
                <a:lnTo>
                  <a:pt x="342838" y="57496"/>
                </a:lnTo>
                <a:lnTo>
                  <a:pt x="342962" y="57962"/>
                </a:lnTo>
                <a:lnTo>
                  <a:pt x="343078" y="58434"/>
                </a:lnTo>
                <a:lnTo>
                  <a:pt x="343190" y="58913"/>
                </a:lnTo>
                <a:lnTo>
                  <a:pt x="343297" y="59396"/>
                </a:lnTo>
                <a:lnTo>
                  <a:pt x="343399" y="59886"/>
                </a:lnTo>
                <a:lnTo>
                  <a:pt x="343496" y="60381"/>
                </a:lnTo>
                <a:lnTo>
                  <a:pt x="343587" y="60882"/>
                </a:lnTo>
                <a:lnTo>
                  <a:pt x="343674" y="61389"/>
                </a:lnTo>
                <a:lnTo>
                  <a:pt x="343756" y="61901"/>
                </a:lnTo>
                <a:lnTo>
                  <a:pt x="343833" y="62419"/>
                </a:lnTo>
                <a:lnTo>
                  <a:pt x="343905" y="62943"/>
                </a:lnTo>
                <a:lnTo>
                  <a:pt x="343972" y="63472"/>
                </a:lnTo>
                <a:lnTo>
                  <a:pt x="344034" y="64008"/>
                </a:lnTo>
                <a:lnTo>
                  <a:pt x="344092" y="64549"/>
                </a:lnTo>
                <a:lnTo>
                  <a:pt x="344144" y="65095"/>
                </a:lnTo>
                <a:lnTo>
                  <a:pt x="344191" y="65647"/>
                </a:lnTo>
                <a:lnTo>
                  <a:pt x="344233" y="66205"/>
                </a:lnTo>
                <a:lnTo>
                  <a:pt x="344270" y="66769"/>
                </a:lnTo>
                <a:lnTo>
                  <a:pt x="344303" y="67339"/>
                </a:lnTo>
                <a:lnTo>
                  <a:pt x="344330" y="67914"/>
                </a:lnTo>
                <a:lnTo>
                  <a:pt x="344352" y="68495"/>
                </a:lnTo>
                <a:lnTo>
                  <a:pt x="344370" y="69081"/>
                </a:lnTo>
                <a:lnTo>
                  <a:pt x="344382" y="69673"/>
                </a:lnTo>
                <a:lnTo>
                  <a:pt x="344389" y="70271"/>
                </a:lnTo>
                <a:lnTo>
                  <a:pt x="344392" y="70875"/>
                </a:lnTo>
                <a:lnTo>
                  <a:pt x="344392" y="132773"/>
                </a:lnTo>
                <a:lnTo>
                  <a:pt x="360964" y="132773"/>
                </a:lnTo>
                <a:lnTo>
                  <a:pt x="360964" y="68757"/>
                </a:lnTo>
                <a:lnTo>
                  <a:pt x="360952" y="67326"/>
                </a:lnTo>
                <a:lnTo>
                  <a:pt x="360915" y="65922"/>
                </a:lnTo>
                <a:lnTo>
                  <a:pt x="360855" y="64544"/>
                </a:lnTo>
                <a:lnTo>
                  <a:pt x="360769" y="63193"/>
                </a:lnTo>
                <a:lnTo>
                  <a:pt x="360660" y="61868"/>
                </a:lnTo>
                <a:lnTo>
                  <a:pt x="360571" y="61006"/>
                </a:lnTo>
                <a:lnTo>
                  <a:pt x="360755" y="60774"/>
                </a:lnTo>
                <a:lnTo>
                  <a:pt x="361146" y="60294"/>
                </a:lnTo>
                <a:lnTo>
                  <a:pt x="361545" y="59818"/>
                </a:lnTo>
                <a:lnTo>
                  <a:pt x="361953" y="59346"/>
                </a:lnTo>
                <a:lnTo>
                  <a:pt x="362370" y="58877"/>
                </a:lnTo>
                <a:lnTo>
                  <a:pt x="362795" y="58412"/>
                </a:lnTo>
                <a:lnTo>
                  <a:pt x="363229" y="57950"/>
                </a:lnTo>
                <a:lnTo>
                  <a:pt x="363671" y="57492"/>
                </a:lnTo>
                <a:lnTo>
                  <a:pt x="364122" y="57038"/>
                </a:lnTo>
                <a:lnTo>
                  <a:pt x="364582" y="56587"/>
                </a:lnTo>
                <a:lnTo>
                  <a:pt x="365050" y="56140"/>
                </a:lnTo>
                <a:lnTo>
                  <a:pt x="365526" y="55696"/>
                </a:lnTo>
                <a:lnTo>
                  <a:pt x="366011" y="55256"/>
                </a:lnTo>
                <a:lnTo>
                  <a:pt x="366505" y="54820"/>
                </a:lnTo>
                <a:lnTo>
                  <a:pt x="367007" y="54387"/>
                </a:lnTo>
                <a:lnTo>
                  <a:pt x="367518" y="53958"/>
                </a:lnTo>
                <a:lnTo>
                  <a:pt x="368038" y="53532"/>
                </a:lnTo>
                <a:lnTo>
                  <a:pt x="368566" y="53110"/>
                </a:lnTo>
                <a:lnTo>
                  <a:pt x="369102" y="52691"/>
                </a:lnTo>
                <a:lnTo>
                  <a:pt x="369647" y="52277"/>
                </a:lnTo>
                <a:lnTo>
                  <a:pt x="370201" y="51865"/>
                </a:lnTo>
                <a:lnTo>
                  <a:pt x="370763" y="51458"/>
                </a:lnTo>
                <a:lnTo>
                  <a:pt x="371334" y="51054"/>
                </a:lnTo>
                <a:lnTo>
                  <a:pt x="371913" y="50653"/>
                </a:lnTo>
                <a:lnTo>
                  <a:pt x="372503" y="50263"/>
                </a:lnTo>
                <a:lnTo>
                  <a:pt x="373103" y="49889"/>
                </a:lnTo>
                <a:lnTo>
                  <a:pt x="373715" y="49532"/>
                </a:lnTo>
                <a:lnTo>
                  <a:pt x="374338" y="49191"/>
                </a:lnTo>
                <a:lnTo>
                  <a:pt x="374973" y="48867"/>
                </a:lnTo>
                <a:lnTo>
                  <a:pt x="375619" y="48560"/>
                </a:lnTo>
                <a:lnTo>
                  <a:pt x="376276" y="48269"/>
                </a:lnTo>
                <a:lnTo>
                  <a:pt x="376944" y="47995"/>
                </a:lnTo>
                <a:lnTo>
                  <a:pt x="377624" y="47738"/>
                </a:lnTo>
                <a:lnTo>
                  <a:pt x="378315" y="47497"/>
                </a:lnTo>
                <a:lnTo>
                  <a:pt x="379017" y="47273"/>
                </a:lnTo>
                <a:lnTo>
                  <a:pt x="379731" y="47065"/>
                </a:lnTo>
                <a:lnTo>
                  <a:pt x="380456" y="46874"/>
                </a:lnTo>
                <a:lnTo>
                  <a:pt x="381192" y="46700"/>
                </a:lnTo>
                <a:lnTo>
                  <a:pt x="381939" y="46542"/>
                </a:lnTo>
                <a:lnTo>
                  <a:pt x="382698" y="46401"/>
                </a:lnTo>
                <a:lnTo>
                  <a:pt x="383468" y="46276"/>
                </a:lnTo>
                <a:lnTo>
                  <a:pt x="384250" y="46168"/>
                </a:lnTo>
                <a:lnTo>
                  <a:pt x="385043" y="46077"/>
                </a:lnTo>
                <a:lnTo>
                  <a:pt x="385847" y="46002"/>
                </a:lnTo>
                <a:lnTo>
                  <a:pt x="386662" y="45944"/>
                </a:lnTo>
                <a:lnTo>
                  <a:pt x="387489" y="45902"/>
                </a:lnTo>
                <a:lnTo>
                  <a:pt x="388327" y="45877"/>
                </a:lnTo>
                <a:lnTo>
                  <a:pt x="389176" y="45869"/>
                </a:lnTo>
                <a:lnTo>
                  <a:pt x="389762" y="45875"/>
                </a:lnTo>
                <a:lnTo>
                  <a:pt x="390337" y="45891"/>
                </a:lnTo>
                <a:lnTo>
                  <a:pt x="390901" y="45919"/>
                </a:lnTo>
                <a:lnTo>
                  <a:pt x="391453" y="45959"/>
                </a:lnTo>
                <a:lnTo>
                  <a:pt x="391994" y="46009"/>
                </a:lnTo>
                <a:lnTo>
                  <a:pt x="392524" y="46071"/>
                </a:lnTo>
                <a:lnTo>
                  <a:pt x="393042" y="46143"/>
                </a:lnTo>
                <a:lnTo>
                  <a:pt x="393549" y="46228"/>
                </a:lnTo>
                <a:lnTo>
                  <a:pt x="394045" y="46323"/>
                </a:lnTo>
                <a:lnTo>
                  <a:pt x="394529" y="46429"/>
                </a:lnTo>
                <a:lnTo>
                  <a:pt x="395002" y="46547"/>
                </a:lnTo>
                <a:lnTo>
                  <a:pt x="395464" y="46676"/>
                </a:lnTo>
                <a:lnTo>
                  <a:pt x="395915" y="46816"/>
                </a:lnTo>
                <a:lnTo>
                  <a:pt x="396354" y="46967"/>
                </a:lnTo>
                <a:lnTo>
                  <a:pt x="396782" y="47130"/>
                </a:lnTo>
                <a:lnTo>
                  <a:pt x="397199" y="47303"/>
                </a:lnTo>
                <a:lnTo>
                  <a:pt x="397604" y="47488"/>
                </a:lnTo>
                <a:lnTo>
                  <a:pt x="397998" y="47684"/>
                </a:lnTo>
                <a:lnTo>
                  <a:pt x="398381" y="47892"/>
                </a:lnTo>
                <a:lnTo>
                  <a:pt x="398752" y="48110"/>
                </a:lnTo>
                <a:lnTo>
                  <a:pt x="399113" y="48340"/>
                </a:lnTo>
                <a:lnTo>
                  <a:pt x="399461" y="48581"/>
                </a:lnTo>
                <a:lnTo>
                  <a:pt x="399799" y="48833"/>
                </a:lnTo>
                <a:lnTo>
                  <a:pt x="400125" y="49096"/>
                </a:lnTo>
                <a:lnTo>
                  <a:pt x="400442" y="49370"/>
                </a:lnTo>
                <a:lnTo>
                  <a:pt x="400750" y="49651"/>
                </a:lnTo>
                <a:lnTo>
                  <a:pt x="401049" y="49941"/>
                </a:lnTo>
                <a:lnTo>
                  <a:pt x="401340" y="50239"/>
                </a:lnTo>
                <a:lnTo>
                  <a:pt x="401623" y="50546"/>
                </a:lnTo>
                <a:lnTo>
                  <a:pt x="401898" y="50861"/>
                </a:lnTo>
                <a:lnTo>
                  <a:pt x="402164" y="51184"/>
                </a:lnTo>
                <a:lnTo>
                  <a:pt x="402421" y="51516"/>
                </a:lnTo>
                <a:lnTo>
                  <a:pt x="402671" y="51856"/>
                </a:lnTo>
                <a:lnTo>
                  <a:pt x="402912" y="52204"/>
                </a:lnTo>
                <a:lnTo>
                  <a:pt x="403144" y="52561"/>
                </a:lnTo>
                <a:lnTo>
                  <a:pt x="403368" y="52927"/>
                </a:lnTo>
                <a:lnTo>
                  <a:pt x="403584" y="53300"/>
                </a:lnTo>
                <a:lnTo>
                  <a:pt x="403791" y="53682"/>
                </a:lnTo>
                <a:lnTo>
                  <a:pt x="403990" y="54072"/>
                </a:lnTo>
                <a:lnTo>
                  <a:pt x="404181" y="54471"/>
                </a:lnTo>
                <a:lnTo>
                  <a:pt x="404363" y="54878"/>
                </a:lnTo>
                <a:lnTo>
                  <a:pt x="404536" y="55294"/>
                </a:lnTo>
                <a:lnTo>
                  <a:pt x="404702" y="55717"/>
                </a:lnTo>
                <a:lnTo>
                  <a:pt x="404859" y="56150"/>
                </a:lnTo>
                <a:lnTo>
                  <a:pt x="405007" y="56590"/>
                </a:lnTo>
                <a:lnTo>
                  <a:pt x="405147" y="57039"/>
                </a:lnTo>
                <a:lnTo>
                  <a:pt x="405279" y="57496"/>
                </a:lnTo>
                <a:lnTo>
                  <a:pt x="405403" y="57962"/>
                </a:lnTo>
                <a:lnTo>
                  <a:pt x="405519" y="58434"/>
                </a:lnTo>
                <a:lnTo>
                  <a:pt x="405631" y="58913"/>
                </a:lnTo>
                <a:lnTo>
                  <a:pt x="405738" y="59396"/>
                </a:lnTo>
                <a:lnTo>
                  <a:pt x="405840" y="59886"/>
                </a:lnTo>
                <a:lnTo>
                  <a:pt x="405936" y="60381"/>
                </a:lnTo>
                <a:lnTo>
                  <a:pt x="406028" y="60882"/>
                </a:lnTo>
                <a:lnTo>
                  <a:pt x="406115" y="61389"/>
                </a:lnTo>
                <a:lnTo>
                  <a:pt x="406197" y="61901"/>
                </a:lnTo>
                <a:lnTo>
                  <a:pt x="406274" y="62419"/>
                </a:lnTo>
                <a:lnTo>
                  <a:pt x="406346" y="62943"/>
                </a:lnTo>
                <a:lnTo>
                  <a:pt x="406413" y="63472"/>
                </a:lnTo>
                <a:lnTo>
                  <a:pt x="406475" y="64008"/>
                </a:lnTo>
                <a:lnTo>
                  <a:pt x="406532" y="64549"/>
                </a:lnTo>
                <a:lnTo>
                  <a:pt x="406585" y="65095"/>
                </a:lnTo>
                <a:lnTo>
                  <a:pt x="406632" y="65647"/>
                </a:lnTo>
                <a:lnTo>
                  <a:pt x="406674" y="66205"/>
                </a:lnTo>
                <a:lnTo>
                  <a:pt x="406711" y="66769"/>
                </a:lnTo>
                <a:lnTo>
                  <a:pt x="406744" y="67339"/>
                </a:lnTo>
                <a:lnTo>
                  <a:pt x="406771" y="67914"/>
                </a:lnTo>
                <a:lnTo>
                  <a:pt x="406793" y="68495"/>
                </a:lnTo>
                <a:lnTo>
                  <a:pt x="406811" y="69081"/>
                </a:lnTo>
                <a:lnTo>
                  <a:pt x="406823" y="69673"/>
                </a:lnTo>
                <a:lnTo>
                  <a:pt x="406830" y="70271"/>
                </a:lnTo>
                <a:lnTo>
                  <a:pt x="406833" y="70875"/>
                </a:lnTo>
                <a:lnTo>
                  <a:pt x="406833" y="132773"/>
                </a:lnTo>
                <a:lnTo>
                  <a:pt x="423306" y="132773"/>
                </a:lnTo>
                <a:lnTo>
                  <a:pt x="423306" y="68757"/>
                </a:lnTo>
                <a:lnTo>
                  <a:pt x="423294" y="67326"/>
                </a:lnTo>
                <a:lnTo>
                  <a:pt x="423258" y="65922"/>
                </a:lnTo>
                <a:lnTo>
                  <a:pt x="423197" y="64544"/>
                </a:lnTo>
                <a:lnTo>
                  <a:pt x="423112" y="63193"/>
                </a:lnTo>
                <a:lnTo>
                  <a:pt x="423002" y="61868"/>
                </a:lnTo>
                <a:lnTo>
                  <a:pt x="422869" y="60570"/>
                </a:lnTo>
                <a:lnTo>
                  <a:pt x="422710" y="59298"/>
                </a:lnTo>
                <a:lnTo>
                  <a:pt x="422528" y="58053"/>
                </a:lnTo>
                <a:lnTo>
                  <a:pt x="422321" y="56835"/>
                </a:lnTo>
                <a:lnTo>
                  <a:pt x="422090" y="55643"/>
                </a:lnTo>
                <a:lnTo>
                  <a:pt x="421835" y="54478"/>
                </a:lnTo>
                <a:lnTo>
                  <a:pt x="421555" y="53339"/>
                </a:lnTo>
                <a:lnTo>
                  <a:pt x="421251" y="52227"/>
                </a:lnTo>
                <a:lnTo>
                  <a:pt x="420923" y="51141"/>
                </a:lnTo>
                <a:lnTo>
                  <a:pt x="420570" y="50082"/>
                </a:lnTo>
                <a:lnTo>
                  <a:pt x="420194" y="49049"/>
                </a:lnTo>
                <a:lnTo>
                  <a:pt x="419792" y="48043"/>
                </a:lnTo>
                <a:lnTo>
                  <a:pt x="419367" y="47064"/>
                </a:lnTo>
                <a:lnTo>
                  <a:pt x="418917" y="46111"/>
                </a:lnTo>
                <a:lnTo>
                  <a:pt x="418443" y="45184"/>
                </a:lnTo>
                <a:lnTo>
                  <a:pt x="417944" y="44285"/>
                </a:lnTo>
                <a:lnTo>
                  <a:pt x="417421" y="43411"/>
                </a:lnTo>
                <a:lnTo>
                  <a:pt x="416874" y="42565"/>
                </a:lnTo>
                <a:lnTo>
                  <a:pt x="416303" y="41744"/>
                </a:lnTo>
                <a:lnTo>
                  <a:pt x="415703" y="40954"/>
                </a:lnTo>
                <a:lnTo>
                  <a:pt x="415073" y="40197"/>
                </a:lnTo>
                <a:lnTo>
                  <a:pt x="414411" y="39474"/>
                </a:lnTo>
                <a:lnTo>
                  <a:pt x="413719" y="38785"/>
                </a:lnTo>
                <a:lnTo>
                  <a:pt x="412995" y="38129"/>
                </a:lnTo>
                <a:lnTo>
                  <a:pt x="412240" y="37507"/>
                </a:lnTo>
                <a:lnTo>
                  <a:pt x="411454" y="36919"/>
                </a:lnTo>
                <a:lnTo>
                  <a:pt x="410636" y="36364"/>
                </a:lnTo>
                <a:lnTo>
                  <a:pt x="409788" y="35842"/>
                </a:lnTo>
                <a:lnTo>
                  <a:pt x="408908" y="35355"/>
                </a:lnTo>
                <a:lnTo>
                  <a:pt x="407997" y="34901"/>
                </a:lnTo>
                <a:lnTo>
                  <a:pt x="407055" y="34480"/>
                </a:lnTo>
                <a:lnTo>
                  <a:pt x="406082" y="34094"/>
                </a:lnTo>
                <a:lnTo>
                  <a:pt x="405077" y="33740"/>
                </a:lnTo>
                <a:lnTo>
                  <a:pt x="404042" y="33421"/>
                </a:lnTo>
                <a:lnTo>
                  <a:pt x="402975" y="33135"/>
                </a:lnTo>
                <a:lnTo>
                  <a:pt x="401877" y="32883"/>
                </a:lnTo>
                <a:lnTo>
                  <a:pt x="400748" y="32664"/>
                </a:lnTo>
                <a:lnTo>
                  <a:pt x="399588" y="32479"/>
                </a:lnTo>
                <a:lnTo>
                  <a:pt x="398396" y="32328"/>
                </a:lnTo>
                <a:lnTo>
                  <a:pt x="397174" y="32210"/>
                </a:lnTo>
                <a:lnTo>
                  <a:pt x="395920" y="32126"/>
                </a:lnTo>
                <a:lnTo>
                  <a:pt x="394635" y="32076"/>
                </a:lnTo>
                <a:lnTo>
                  <a:pt x="393319" y="32059"/>
                </a:lnTo>
                <a:lnTo>
                  <a:pt x="392306" y="32068"/>
                </a:lnTo>
                <a:lnTo>
                  <a:pt x="391305" y="32097"/>
                </a:lnTo>
                <a:lnTo>
                  <a:pt x="390316" y="32144"/>
                </a:lnTo>
                <a:lnTo>
                  <a:pt x="389339" y="32210"/>
                </a:lnTo>
                <a:lnTo>
                  <a:pt x="388374" y="32294"/>
                </a:lnTo>
                <a:lnTo>
                  <a:pt x="387422" y="32398"/>
                </a:lnTo>
                <a:lnTo>
                  <a:pt x="386482" y="32520"/>
                </a:lnTo>
                <a:lnTo>
                  <a:pt x="385553" y="32662"/>
                </a:lnTo>
                <a:lnTo>
                  <a:pt x="384637" y="32822"/>
                </a:lnTo>
                <a:lnTo>
                  <a:pt x="383734" y="33001"/>
                </a:lnTo>
                <a:lnTo>
                  <a:pt x="382842" y="33199"/>
                </a:lnTo>
                <a:lnTo>
                  <a:pt x="381963" y="33415"/>
                </a:lnTo>
                <a:lnTo>
                  <a:pt x="381095" y="33651"/>
                </a:lnTo>
                <a:lnTo>
                  <a:pt x="380240" y="33905"/>
                </a:lnTo>
                <a:lnTo>
                  <a:pt x="379397" y="34178"/>
                </a:lnTo>
                <a:lnTo>
                  <a:pt x="378566" y="34470"/>
                </a:lnTo>
                <a:lnTo>
                  <a:pt x="377748" y="34781"/>
                </a:lnTo>
                <a:lnTo>
                  <a:pt x="376941" y="35111"/>
                </a:lnTo>
                <a:lnTo>
                  <a:pt x="376147" y="35459"/>
                </a:lnTo>
                <a:lnTo>
                  <a:pt x="375364" y="35827"/>
                </a:lnTo>
                <a:lnTo>
                  <a:pt x="374594" y="36213"/>
                </a:lnTo>
                <a:lnTo>
                  <a:pt x="373837" y="36618"/>
                </a:lnTo>
                <a:lnTo>
                  <a:pt x="373091" y="37042"/>
                </a:lnTo>
                <a:lnTo>
                  <a:pt x="372357" y="37484"/>
                </a:lnTo>
                <a:lnTo>
                  <a:pt x="371635" y="37938"/>
                </a:lnTo>
                <a:lnTo>
                  <a:pt x="370923" y="38395"/>
                </a:lnTo>
                <a:lnTo>
                  <a:pt x="370222" y="38855"/>
                </a:lnTo>
                <a:lnTo>
                  <a:pt x="369531" y="39317"/>
                </a:lnTo>
                <a:lnTo>
                  <a:pt x="368850" y="39783"/>
                </a:lnTo>
                <a:lnTo>
                  <a:pt x="368180" y="40252"/>
                </a:lnTo>
                <a:lnTo>
                  <a:pt x="367521" y="40725"/>
                </a:lnTo>
                <a:lnTo>
                  <a:pt x="366872" y="41200"/>
                </a:lnTo>
                <a:lnTo>
                  <a:pt x="366233" y="41678"/>
                </a:lnTo>
                <a:lnTo>
                  <a:pt x="365605" y="42160"/>
                </a:lnTo>
                <a:lnTo>
                  <a:pt x="364987" y="42644"/>
                </a:lnTo>
                <a:lnTo>
                  <a:pt x="364379" y="43132"/>
                </a:lnTo>
                <a:lnTo>
                  <a:pt x="363783" y="43622"/>
                </a:lnTo>
                <a:lnTo>
                  <a:pt x="363196" y="44116"/>
                </a:lnTo>
                <a:lnTo>
                  <a:pt x="362620" y="44613"/>
                </a:lnTo>
                <a:lnTo>
                  <a:pt x="362055" y="45113"/>
                </a:lnTo>
                <a:lnTo>
                  <a:pt x="361499" y="45616"/>
                </a:lnTo>
                <a:lnTo>
                  <a:pt x="360955" y="46122"/>
                </a:lnTo>
                <a:lnTo>
                  <a:pt x="360421" y="46631"/>
                </a:lnTo>
                <a:lnTo>
                  <a:pt x="359897" y="47143"/>
                </a:lnTo>
                <a:lnTo>
                  <a:pt x="359383" y="47658"/>
                </a:lnTo>
                <a:lnTo>
                  <a:pt x="358880" y="48177"/>
                </a:lnTo>
                <a:lnTo>
                  <a:pt x="358388" y="48698"/>
                </a:lnTo>
                <a:lnTo>
                  <a:pt x="357912" y="49216"/>
                </a:lnTo>
                <a:lnTo>
                  <a:pt x="357851" y="49049"/>
                </a:lnTo>
                <a:lnTo>
                  <a:pt x="357450" y="48043"/>
                </a:lnTo>
                <a:lnTo>
                  <a:pt x="357024" y="47064"/>
                </a:lnTo>
                <a:close/>
                <a:moveTo>
                  <a:pt x="142223" y="134453"/>
                </a:moveTo>
                <a:lnTo>
                  <a:pt x="143372" y="134378"/>
                </a:lnTo>
                <a:lnTo>
                  <a:pt x="144507" y="134282"/>
                </a:lnTo>
                <a:lnTo>
                  <a:pt x="145627" y="134165"/>
                </a:lnTo>
                <a:lnTo>
                  <a:pt x="146732" y="134026"/>
                </a:lnTo>
                <a:lnTo>
                  <a:pt x="147823" y="133866"/>
                </a:lnTo>
                <a:lnTo>
                  <a:pt x="148900" y="133685"/>
                </a:lnTo>
                <a:lnTo>
                  <a:pt x="149961" y="133482"/>
                </a:lnTo>
                <a:lnTo>
                  <a:pt x="151009" y="133258"/>
                </a:lnTo>
                <a:lnTo>
                  <a:pt x="152042" y="133013"/>
                </a:lnTo>
                <a:lnTo>
                  <a:pt x="153060" y="132746"/>
                </a:lnTo>
                <a:lnTo>
                  <a:pt x="154063" y="132458"/>
                </a:lnTo>
                <a:lnTo>
                  <a:pt x="155052" y="132149"/>
                </a:lnTo>
                <a:lnTo>
                  <a:pt x="156027" y="131818"/>
                </a:lnTo>
                <a:lnTo>
                  <a:pt x="156987" y="131466"/>
                </a:lnTo>
                <a:lnTo>
                  <a:pt x="157932" y="131093"/>
                </a:lnTo>
                <a:lnTo>
                  <a:pt x="158863" y="130698"/>
                </a:lnTo>
                <a:lnTo>
                  <a:pt x="159780" y="130282"/>
                </a:lnTo>
                <a:lnTo>
                  <a:pt x="160681" y="129845"/>
                </a:lnTo>
                <a:lnTo>
                  <a:pt x="161568" y="129387"/>
                </a:lnTo>
                <a:lnTo>
                  <a:pt x="162441" y="128907"/>
                </a:lnTo>
                <a:lnTo>
                  <a:pt x="163299" y="128405"/>
                </a:lnTo>
                <a:lnTo>
                  <a:pt x="164142" y="127884"/>
                </a:lnTo>
                <a:lnTo>
                  <a:pt x="164968" y="127344"/>
                </a:lnTo>
                <a:lnTo>
                  <a:pt x="165778" y="126786"/>
                </a:lnTo>
                <a:lnTo>
                  <a:pt x="166571" y="126210"/>
                </a:lnTo>
                <a:lnTo>
                  <a:pt x="167348" y="125615"/>
                </a:lnTo>
                <a:lnTo>
                  <a:pt x="168108" y="125002"/>
                </a:lnTo>
                <a:lnTo>
                  <a:pt x="168852" y="124370"/>
                </a:lnTo>
                <a:lnTo>
                  <a:pt x="169579" y="123721"/>
                </a:lnTo>
                <a:lnTo>
                  <a:pt x="170290" y="123053"/>
                </a:lnTo>
                <a:lnTo>
                  <a:pt x="170985" y="122366"/>
                </a:lnTo>
                <a:lnTo>
                  <a:pt x="171663" y="121662"/>
                </a:lnTo>
                <a:lnTo>
                  <a:pt x="172325" y="120938"/>
                </a:lnTo>
                <a:lnTo>
                  <a:pt x="172970" y="120197"/>
                </a:lnTo>
                <a:lnTo>
                  <a:pt x="173599" y="119437"/>
                </a:lnTo>
                <a:lnTo>
                  <a:pt x="174212" y="118659"/>
                </a:lnTo>
                <a:lnTo>
                  <a:pt x="174807" y="117863"/>
                </a:lnTo>
                <a:lnTo>
                  <a:pt x="175387" y="117048"/>
                </a:lnTo>
                <a:lnTo>
                  <a:pt x="175950" y="116215"/>
                </a:lnTo>
                <a:lnTo>
                  <a:pt x="176497" y="115364"/>
                </a:lnTo>
                <a:lnTo>
                  <a:pt x="177027" y="114494"/>
                </a:lnTo>
                <a:lnTo>
                  <a:pt x="177541" y="113606"/>
                </a:lnTo>
                <a:lnTo>
                  <a:pt x="178038" y="112699"/>
                </a:lnTo>
                <a:lnTo>
                  <a:pt x="178519" y="111775"/>
                </a:lnTo>
                <a:lnTo>
                  <a:pt x="178983" y="110831"/>
                </a:lnTo>
                <a:lnTo>
                  <a:pt x="179430" y="109872"/>
                </a:lnTo>
                <a:lnTo>
                  <a:pt x="179858" y="108897"/>
                </a:lnTo>
                <a:lnTo>
                  <a:pt x="180266" y="107907"/>
                </a:lnTo>
                <a:lnTo>
                  <a:pt x="180656" y="106902"/>
                </a:lnTo>
                <a:lnTo>
                  <a:pt x="181027" y="105883"/>
                </a:lnTo>
                <a:lnTo>
                  <a:pt x="181379" y="104848"/>
                </a:lnTo>
                <a:lnTo>
                  <a:pt x="181711" y="103798"/>
                </a:lnTo>
                <a:lnTo>
                  <a:pt x="182025" y="102733"/>
                </a:lnTo>
                <a:lnTo>
                  <a:pt x="182319" y="101654"/>
                </a:lnTo>
                <a:lnTo>
                  <a:pt x="182595" y="100559"/>
                </a:lnTo>
                <a:lnTo>
                  <a:pt x="182852" y="99449"/>
                </a:lnTo>
                <a:lnTo>
                  <a:pt x="183089" y="98325"/>
                </a:lnTo>
                <a:lnTo>
                  <a:pt x="183308" y="97185"/>
                </a:lnTo>
                <a:lnTo>
                  <a:pt x="183508" y="96030"/>
                </a:lnTo>
                <a:lnTo>
                  <a:pt x="183688" y="94860"/>
                </a:lnTo>
                <a:lnTo>
                  <a:pt x="183850" y="93676"/>
                </a:lnTo>
                <a:lnTo>
                  <a:pt x="183992" y="92476"/>
                </a:lnTo>
                <a:lnTo>
                  <a:pt x="184116" y="91261"/>
                </a:lnTo>
                <a:lnTo>
                  <a:pt x="184220" y="90032"/>
                </a:lnTo>
                <a:lnTo>
                  <a:pt x="184306" y="88787"/>
                </a:lnTo>
                <a:lnTo>
                  <a:pt x="184372" y="87527"/>
                </a:lnTo>
                <a:lnTo>
                  <a:pt x="184420" y="86253"/>
                </a:lnTo>
                <a:lnTo>
                  <a:pt x="184449" y="84963"/>
                </a:lnTo>
                <a:lnTo>
                  <a:pt x="184458" y="83658"/>
                </a:lnTo>
                <a:lnTo>
                  <a:pt x="184449" y="82321"/>
                </a:lnTo>
                <a:lnTo>
                  <a:pt x="184420" y="80999"/>
                </a:lnTo>
                <a:lnTo>
                  <a:pt x="184372" y="79693"/>
                </a:lnTo>
                <a:lnTo>
                  <a:pt x="184306" y="78404"/>
                </a:lnTo>
                <a:lnTo>
                  <a:pt x="184220" y="77130"/>
                </a:lnTo>
                <a:lnTo>
                  <a:pt x="184116" y="75872"/>
                </a:lnTo>
                <a:lnTo>
                  <a:pt x="183992" y="74631"/>
                </a:lnTo>
                <a:lnTo>
                  <a:pt x="183850" y="73405"/>
                </a:lnTo>
                <a:lnTo>
                  <a:pt x="183688" y="72196"/>
                </a:lnTo>
                <a:lnTo>
                  <a:pt x="183508" y="71003"/>
                </a:lnTo>
                <a:lnTo>
                  <a:pt x="183308" y="69825"/>
                </a:lnTo>
                <a:lnTo>
                  <a:pt x="183089" y="68664"/>
                </a:lnTo>
                <a:lnTo>
                  <a:pt x="182852" y="67519"/>
                </a:lnTo>
                <a:lnTo>
                  <a:pt x="182595" y="66389"/>
                </a:lnTo>
                <a:lnTo>
                  <a:pt x="182319" y="65276"/>
                </a:lnTo>
                <a:lnTo>
                  <a:pt x="182025" y="64179"/>
                </a:lnTo>
                <a:lnTo>
                  <a:pt x="181711" y="63098"/>
                </a:lnTo>
                <a:lnTo>
                  <a:pt x="181379" y="62033"/>
                </a:lnTo>
                <a:lnTo>
                  <a:pt x="181027" y="60984"/>
                </a:lnTo>
                <a:lnTo>
                  <a:pt x="180656" y="59951"/>
                </a:lnTo>
                <a:lnTo>
                  <a:pt x="180266" y="58934"/>
                </a:lnTo>
                <a:lnTo>
                  <a:pt x="179858" y="57933"/>
                </a:lnTo>
                <a:lnTo>
                  <a:pt x="179430" y="56949"/>
                </a:lnTo>
                <a:lnTo>
                  <a:pt x="178983" y="55980"/>
                </a:lnTo>
                <a:lnTo>
                  <a:pt x="178519" y="55028"/>
                </a:lnTo>
                <a:lnTo>
                  <a:pt x="178038" y="54095"/>
                </a:lnTo>
                <a:lnTo>
                  <a:pt x="177541" y="53181"/>
                </a:lnTo>
                <a:lnTo>
                  <a:pt x="177027" y="52285"/>
                </a:lnTo>
                <a:lnTo>
                  <a:pt x="176497" y="51408"/>
                </a:lnTo>
                <a:lnTo>
                  <a:pt x="175950" y="50549"/>
                </a:lnTo>
                <a:lnTo>
                  <a:pt x="175387" y="49708"/>
                </a:lnTo>
                <a:lnTo>
                  <a:pt x="174807" y="48886"/>
                </a:lnTo>
                <a:lnTo>
                  <a:pt x="174212" y="48083"/>
                </a:lnTo>
                <a:lnTo>
                  <a:pt x="173599" y="47298"/>
                </a:lnTo>
                <a:lnTo>
                  <a:pt x="172970" y="46532"/>
                </a:lnTo>
                <a:lnTo>
                  <a:pt x="172325" y="45784"/>
                </a:lnTo>
                <a:lnTo>
                  <a:pt x="171663" y="45055"/>
                </a:lnTo>
                <a:lnTo>
                  <a:pt x="170985" y="44344"/>
                </a:lnTo>
                <a:lnTo>
                  <a:pt x="170290" y="43652"/>
                </a:lnTo>
                <a:lnTo>
                  <a:pt x="169579" y="42978"/>
                </a:lnTo>
                <a:lnTo>
                  <a:pt x="168852" y="42323"/>
                </a:lnTo>
                <a:lnTo>
                  <a:pt x="168108" y="41686"/>
                </a:lnTo>
                <a:lnTo>
                  <a:pt x="167348" y="41068"/>
                </a:lnTo>
                <a:lnTo>
                  <a:pt x="166571" y="40468"/>
                </a:lnTo>
                <a:lnTo>
                  <a:pt x="165778" y="39887"/>
                </a:lnTo>
                <a:lnTo>
                  <a:pt x="164968" y="39325"/>
                </a:lnTo>
                <a:lnTo>
                  <a:pt x="164142" y="38781"/>
                </a:lnTo>
                <a:lnTo>
                  <a:pt x="163299" y="38255"/>
                </a:lnTo>
                <a:lnTo>
                  <a:pt x="162441" y="37749"/>
                </a:lnTo>
                <a:lnTo>
                  <a:pt x="161568" y="37265"/>
                </a:lnTo>
                <a:lnTo>
                  <a:pt x="160681" y="36803"/>
                </a:lnTo>
                <a:lnTo>
                  <a:pt x="159780" y="36362"/>
                </a:lnTo>
                <a:lnTo>
                  <a:pt x="158863" y="35942"/>
                </a:lnTo>
                <a:lnTo>
                  <a:pt x="157932" y="35544"/>
                </a:lnTo>
                <a:lnTo>
                  <a:pt x="156987" y="35168"/>
                </a:lnTo>
                <a:lnTo>
                  <a:pt x="156027" y="34813"/>
                </a:lnTo>
                <a:lnTo>
                  <a:pt x="155052" y="34479"/>
                </a:lnTo>
                <a:lnTo>
                  <a:pt x="154063" y="34167"/>
                </a:lnTo>
                <a:lnTo>
                  <a:pt x="153060" y="33877"/>
                </a:lnTo>
                <a:lnTo>
                  <a:pt x="152042" y="33608"/>
                </a:lnTo>
                <a:lnTo>
                  <a:pt x="151009" y="33361"/>
                </a:lnTo>
                <a:lnTo>
                  <a:pt x="149961" y="33135"/>
                </a:lnTo>
                <a:lnTo>
                  <a:pt x="148900" y="32930"/>
                </a:lnTo>
                <a:lnTo>
                  <a:pt x="147823" y="32747"/>
                </a:lnTo>
                <a:lnTo>
                  <a:pt x="146732" y="32586"/>
                </a:lnTo>
                <a:lnTo>
                  <a:pt x="145627" y="32446"/>
                </a:lnTo>
                <a:lnTo>
                  <a:pt x="144507" y="32328"/>
                </a:lnTo>
                <a:lnTo>
                  <a:pt x="143372" y="32231"/>
                </a:lnTo>
                <a:lnTo>
                  <a:pt x="142223" y="32156"/>
                </a:lnTo>
                <a:lnTo>
                  <a:pt x="141059" y="32102"/>
                </a:lnTo>
                <a:lnTo>
                  <a:pt x="139881" y="32070"/>
                </a:lnTo>
                <a:lnTo>
                  <a:pt x="138688" y="32059"/>
                </a:lnTo>
                <a:lnTo>
                  <a:pt x="137519" y="32070"/>
                </a:lnTo>
                <a:lnTo>
                  <a:pt x="136365" y="32102"/>
                </a:lnTo>
                <a:lnTo>
                  <a:pt x="135224" y="32156"/>
                </a:lnTo>
                <a:lnTo>
                  <a:pt x="134098" y="32231"/>
                </a:lnTo>
                <a:lnTo>
                  <a:pt x="132986" y="32328"/>
                </a:lnTo>
                <a:lnTo>
                  <a:pt x="131888" y="32446"/>
                </a:lnTo>
                <a:lnTo>
                  <a:pt x="130803" y="32586"/>
                </a:lnTo>
                <a:lnTo>
                  <a:pt x="129733" y="32747"/>
                </a:lnTo>
                <a:lnTo>
                  <a:pt x="128677" y="32930"/>
                </a:lnTo>
                <a:lnTo>
                  <a:pt x="127635" y="33135"/>
                </a:lnTo>
                <a:lnTo>
                  <a:pt x="126607" y="33361"/>
                </a:lnTo>
                <a:lnTo>
                  <a:pt x="125593" y="33608"/>
                </a:lnTo>
                <a:lnTo>
                  <a:pt x="124593" y="33877"/>
                </a:lnTo>
                <a:lnTo>
                  <a:pt x="123607" y="34167"/>
                </a:lnTo>
                <a:lnTo>
                  <a:pt x="122635" y="34479"/>
                </a:lnTo>
                <a:lnTo>
                  <a:pt x="121677" y="34813"/>
                </a:lnTo>
                <a:lnTo>
                  <a:pt x="120734" y="35168"/>
                </a:lnTo>
                <a:lnTo>
                  <a:pt x="119804" y="35544"/>
                </a:lnTo>
                <a:lnTo>
                  <a:pt x="118888" y="35942"/>
                </a:lnTo>
                <a:lnTo>
                  <a:pt x="117986" y="36362"/>
                </a:lnTo>
                <a:lnTo>
                  <a:pt x="117099" y="36803"/>
                </a:lnTo>
                <a:lnTo>
                  <a:pt x="116225" y="37265"/>
                </a:lnTo>
                <a:lnTo>
                  <a:pt x="115366" y="37749"/>
                </a:lnTo>
                <a:lnTo>
                  <a:pt x="114520" y="38255"/>
                </a:lnTo>
                <a:lnTo>
                  <a:pt x="113690" y="38781"/>
                </a:lnTo>
                <a:lnTo>
                  <a:pt x="112877" y="39325"/>
                </a:lnTo>
                <a:lnTo>
                  <a:pt x="112080" y="39887"/>
                </a:lnTo>
                <a:lnTo>
                  <a:pt x="111299" y="40468"/>
                </a:lnTo>
                <a:lnTo>
                  <a:pt x="110536" y="41068"/>
                </a:lnTo>
                <a:lnTo>
                  <a:pt x="109788" y="41686"/>
                </a:lnTo>
                <a:lnTo>
                  <a:pt x="109058" y="42323"/>
                </a:lnTo>
                <a:lnTo>
                  <a:pt x="108344" y="42978"/>
                </a:lnTo>
                <a:lnTo>
                  <a:pt x="107647" y="43652"/>
                </a:lnTo>
                <a:lnTo>
                  <a:pt x="106966" y="44344"/>
                </a:lnTo>
                <a:lnTo>
                  <a:pt x="106302" y="45055"/>
                </a:lnTo>
                <a:lnTo>
                  <a:pt x="105655" y="45784"/>
                </a:lnTo>
                <a:lnTo>
                  <a:pt x="105024" y="46532"/>
                </a:lnTo>
                <a:lnTo>
                  <a:pt x="104410" y="47298"/>
                </a:lnTo>
                <a:lnTo>
                  <a:pt x="103812" y="48083"/>
                </a:lnTo>
                <a:lnTo>
                  <a:pt x="103231" y="48886"/>
                </a:lnTo>
                <a:lnTo>
                  <a:pt x="102667" y="49708"/>
                </a:lnTo>
                <a:lnTo>
                  <a:pt x="102119" y="50549"/>
                </a:lnTo>
                <a:lnTo>
                  <a:pt x="101588" y="51408"/>
                </a:lnTo>
                <a:lnTo>
                  <a:pt x="101073" y="52285"/>
                </a:lnTo>
                <a:lnTo>
                  <a:pt x="100575" y="53181"/>
                </a:lnTo>
                <a:lnTo>
                  <a:pt x="100094" y="54095"/>
                </a:lnTo>
                <a:lnTo>
                  <a:pt x="99629" y="55028"/>
                </a:lnTo>
                <a:lnTo>
                  <a:pt x="99181" y="55980"/>
                </a:lnTo>
                <a:lnTo>
                  <a:pt x="98751" y="56949"/>
                </a:lnTo>
                <a:lnTo>
                  <a:pt x="98338" y="57933"/>
                </a:lnTo>
                <a:lnTo>
                  <a:pt x="97944" y="58934"/>
                </a:lnTo>
                <a:lnTo>
                  <a:pt x="97569" y="59951"/>
                </a:lnTo>
                <a:lnTo>
                  <a:pt x="97211" y="60984"/>
                </a:lnTo>
                <a:lnTo>
                  <a:pt x="96872" y="62033"/>
                </a:lnTo>
                <a:lnTo>
                  <a:pt x="96552" y="63098"/>
                </a:lnTo>
                <a:lnTo>
                  <a:pt x="96249" y="64179"/>
                </a:lnTo>
                <a:lnTo>
                  <a:pt x="95965" y="65276"/>
                </a:lnTo>
                <a:lnTo>
                  <a:pt x="95700" y="66389"/>
                </a:lnTo>
                <a:lnTo>
                  <a:pt x="95452" y="67519"/>
                </a:lnTo>
                <a:lnTo>
                  <a:pt x="95223" y="68664"/>
                </a:lnTo>
                <a:lnTo>
                  <a:pt x="95013" y="69825"/>
                </a:lnTo>
                <a:lnTo>
                  <a:pt x="94820" y="71003"/>
                </a:lnTo>
                <a:lnTo>
                  <a:pt x="94646" y="72196"/>
                </a:lnTo>
                <a:lnTo>
                  <a:pt x="94490" y="73405"/>
                </a:lnTo>
                <a:lnTo>
                  <a:pt x="94353" y="74631"/>
                </a:lnTo>
                <a:lnTo>
                  <a:pt x="94234" y="75872"/>
                </a:lnTo>
                <a:lnTo>
                  <a:pt x="94133" y="77130"/>
                </a:lnTo>
                <a:lnTo>
                  <a:pt x="94050" y="78404"/>
                </a:lnTo>
                <a:lnTo>
                  <a:pt x="93986" y="79693"/>
                </a:lnTo>
                <a:lnTo>
                  <a:pt x="93941" y="80999"/>
                </a:lnTo>
                <a:lnTo>
                  <a:pt x="93913" y="82321"/>
                </a:lnTo>
                <a:lnTo>
                  <a:pt x="93904" y="83658"/>
                </a:lnTo>
                <a:lnTo>
                  <a:pt x="93913" y="84963"/>
                </a:lnTo>
                <a:lnTo>
                  <a:pt x="93941" y="86253"/>
                </a:lnTo>
                <a:lnTo>
                  <a:pt x="93986" y="87527"/>
                </a:lnTo>
                <a:lnTo>
                  <a:pt x="94050" y="88787"/>
                </a:lnTo>
                <a:lnTo>
                  <a:pt x="94133" y="90032"/>
                </a:lnTo>
                <a:lnTo>
                  <a:pt x="94234" y="91261"/>
                </a:lnTo>
                <a:lnTo>
                  <a:pt x="94353" y="92476"/>
                </a:lnTo>
                <a:lnTo>
                  <a:pt x="94490" y="93676"/>
                </a:lnTo>
                <a:lnTo>
                  <a:pt x="94646" y="94860"/>
                </a:lnTo>
                <a:lnTo>
                  <a:pt x="94820" y="96030"/>
                </a:lnTo>
                <a:lnTo>
                  <a:pt x="95013" y="97185"/>
                </a:lnTo>
                <a:lnTo>
                  <a:pt x="95223" y="98325"/>
                </a:lnTo>
                <a:lnTo>
                  <a:pt x="95452" y="99449"/>
                </a:lnTo>
                <a:lnTo>
                  <a:pt x="95700" y="100559"/>
                </a:lnTo>
                <a:lnTo>
                  <a:pt x="95965" y="101654"/>
                </a:lnTo>
                <a:lnTo>
                  <a:pt x="96249" y="102733"/>
                </a:lnTo>
                <a:lnTo>
                  <a:pt x="96552" y="103798"/>
                </a:lnTo>
                <a:lnTo>
                  <a:pt x="96872" y="104848"/>
                </a:lnTo>
                <a:lnTo>
                  <a:pt x="97211" y="105883"/>
                </a:lnTo>
                <a:lnTo>
                  <a:pt x="97569" y="106902"/>
                </a:lnTo>
                <a:lnTo>
                  <a:pt x="97944" y="107907"/>
                </a:lnTo>
                <a:lnTo>
                  <a:pt x="98338" y="108897"/>
                </a:lnTo>
                <a:lnTo>
                  <a:pt x="98751" y="109872"/>
                </a:lnTo>
                <a:lnTo>
                  <a:pt x="99181" y="110831"/>
                </a:lnTo>
                <a:lnTo>
                  <a:pt x="99629" y="111775"/>
                </a:lnTo>
                <a:lnTo>
                  <a:pt x="100094" y="112699"/>
                </a:lnTo>
                <a:lnTo>
                  <a:pt x="100575" y="113606"/>
                </a:lnTo>
                <a:lnTo>
                  <a:pt x="101073" y="114494"/>
                </a:lnTo>
                <a:lnTo>
                  <a:pt x="101588" y="115364"/>
                </a:lnTo>
                <a:lnTo>
                  <a:pt x="102119" y="116215"/>
                </a:lnTo>
                <a:lnTo>
                  <a:pt x="102667" y="117048"/>
                </a:lnTo>
                <a:lnTo>
                  <a:pt x="103231" y="117863"/>
                </a:lnTo>
                <a:lnTo>
                  <a:pt x="103812" y="118659"/>
                </a:lnTo>
                <a:lnTo>
                  <a:pt x="104410" y="119437"/>
                </a:lnTo>
                <a:lnTo>
                  <a:pt x="105024" y="120197"/>
                </a:lnTo>
                <a:lnTo>
                  <a:pt x="105655" y="120938"/>
                </a:lnTo>
                <a:lnTo>
                  <a:pt x="106302" y="121662"/>
                </a:lnTo>
                <a:lnTo>
                  <a:pt x="106966" y="122366"/>
                </a:lnTo>
                <a:lnTo>
                  <a:pt x="107647" y="123053"/>
                </a:lnTo>
                <a:lnTo>
                  <a:pt x="108344" y="123721"/>
                </a:lnTo>
                <a:lnTo>
                  <a:pt x="109058" y="124370"/>
                </a:lnTo>
                <a:lnTo>
                  <a:pt x="109788" y="125002"/>
                </a:lnTo>
                <a:lnTo>
                  <a:pt x="110536" y="125615"/>
                </a:lnTo>
                <a:lnTo>
                  <a:pt x="111299" y="126210"/>
                </a:lnTo>
                <a:lnTo>
                  <a:pt x="112080" y="126786"/>
                </a:lnTo>
                <a:lnTo>
                  <a:pt x="112877" y="127344"/>
                </a:lnTo>
                <a:lnTo>
                  <a:pt x="113690" y="127884"/>
                </a:lnTo>
                <a:lnTo>
                  <a:pt x="114520" y="128405"/>
                </a:lnTo>
                <a:lnTo>
                  <a:pt x="115366" y="128907"/>
                </a:lnTo>
                <a:lnTo>
                  <a:pt x="116225" y="129387"/>
                </a:lnTo>
                <a:lnTo>
                  <a:pt x="117099" y="129845"/>
                </a:lnTo>
                <a:lnTo>
                  <a:pt x="117986" y="130282"/>
                </a:lnTo>
                <a:lnTo>
                  <a:pt x="118888" y="130698"/>
                </a:lnTo>
                <a:lnTo>
                  <a:pt x="119804" y="131093"/>
                </a:lnTo>
                <a:lnTo>
                  <a:pt x="120734" y="131466"/>
                </a:lnTo>
                <a:lnTo>
                  <a:pt x="121677" y="131818"/>
                </a:lnTo>
                <a:lnTo>
                  <a:pt x="122635" y="132149"/>
                </a:lnTo>
                <a:lnTo>
                  <a:pt x="123607" y="132458"/>
                </a:lnTo>
                <a:lnTo>
                  <a:pt x="124593" y="132746"/>
                </a:lnTo>
                <a:lnTo>
                  <a:pt x="125593" y="133013"/>
                </a:lnTo>
                <a:lnTo>
                  <a:pt x="126607" y="133258"/>
                </a:lnTo>
                <a:lnTo>
                  <a:pt x="127635" y="133482"/>
                </a:lnTo>
                <a:lnTo>
                  <a:pt x="128677" y="133685"/>
                </a:lnTo>
                <a:lnTo>
                  <a:pt x="129733" y="133866"/>
                </a:lnTo>
                <a:lnTo>
                  <a:pt x="130803" y="134026"/>
                </a:lnTo>
                <a:lnTo>
                  <a:pt x="131888" y="134165"/>
                </a:lnTo>
                <a:lnTo>
                  <a:pt x="132986" y="134282"/>
                </a:lnTo>
                <a:lnTo>
                  <a:pt x="134098" y="134378"/>
                </a:lnTo>
                <a:lnTo>
                  <a:pt x="135224" y="134453"/>
                </a:lnTo>
                <a:lnTo>
                  <a:pt x="136365" y="134506"/>
                </a:lnTo>
                <a:lnTo>
                  <a:pt x="137519" y="134538"/>
                </a:lnTo>
                <a:lnTo>
                  <a:pt x="138688" y="134549"/>
                </a:lnTo>
                <a:lnTo>
                  <a:pt x="139881" y="134538"/>
                </a:lnTo>
                <a:lnTo>
                  <a:pt x="141059" y="134506"/>
                </a:lnTo>
                <a:lnTo>
                  <a:pt x="142223" y="134453"/>
                </a:lnTo>
                <a:close/>
                <a:moveTo>
                  <a:pt x="136165" y="121353"/>
                </a:moveTo>
                <a:lnTo>
                  <a:pt x="135354" y="121294"/>
                </a:lnTo>
                <a:lnTo>
                  <a:pt x="134558" y="121218"/>
                </a:lnTo>
                <a:lnTo>
                  <a:pt x="133777" y="121125"/>
                </a:lnTo>
                <a:lnTo>
                  <a:pt x="133011" y="121015"/>
                </a:lnTo>
                <a:lnTo>
                  <a:pt x="132260" y="120888"/>
                </a:lnTo>
                <a:lnTo>
                  <a:pt x="131523" y="120744"/>
                </a:lnTo>
                <a:lnTo>
                  <a:pt x="130801" y="120583"/>
                </a:lnTo>
                <a:lnTo>
                  <a:pt x="130095" y="120406"/>
                </a:lnTo>
                <a:lnTo>
                  <a:pt x="129403" y="120211"/>
                </a:lnTo>
                <a:lnTo>
                  <a:pt x="128726" y="119999"/>
                </a:lnTo>
                <a:lnTo>
                  <a:pt x="128064" y="119771"/>
                </a:lnTo>
                <a:lnTo>
                  <a:pt x="127417" y="119526"/>
                </a:lnTo>
                <a:lnTo>
                  <a:pt x="126785" y="119263"/>
                </a:lnTo>
                <a:lnTo>
                  <a:pt x="126168" y="118984"/>
                </a:lnTo>
                <a:lnTo>
                  <a:pt x="125565" y="118688"/>
                </a:lnTo>
                <a:lnTo>
                  <a:pt x="124978" y="118375"/>
                </a:lnTo>
                <a:lnTo>
                  <a:pt x="124405" y="118045"/>
                </a:lnTo>
                <a:lnTo>
                  <a:pt x="123847" y="117698"/>
                </a:lnTo>
                <a:lnTo>
                  <a:pt x="123305" y="117334"/>
                </a:lnTo>
                <a:lnTo>
                  <a:pt x="122777" y="116953"/>
                </a:lnTo>
                <a:lnTo>
                  <a:pt x="122264" y="116556"/>
                </a:lnTo>
                <a:lnTo>
                  <a:pt x="121764" y="116143"/>
                </a:lnTo>
                <a:lnTo>
                  <a:pt x="121276" y="115717"/>
                </a:lnTo>
                <a:lnTo>
                  <a:pt x="120800" y="115279"/>
                </a:lnTo>
                <a:lnTo>
                  <a:pt x="120336" y="114828"/>
                </a:lnTo>
                <a:lnTo>
                  <a:pt x="119884" y="114364"/>
                </a:lnTo>
                <a:lnTo>
                  <a:pt x="119443" y="113887"/>
                </a:lnTo>
                <a:lnTo>
                  <a:pt x="119014" y="113397"/>
                </a:lnTo>
                <a:lnTo>
                  <a:pt x="118597" y="112894"/>
                </a:lnTo>
                <a:lnTo>
                  <a:pt x="118192" y="112379"/>
                </a:lnTo>
                <a:lnTo>
                  <a:pt x="117799" y="111851"/>
                </a:lnTo>
                <a:lnTo>
                  <a:pt x="117418" y="111310"/>
                </a:lnTo>
                <a:lnTo>
                  <a:pt x="117048" y="110756"/>
                </a:lnTo>
                <a:lnTo>
                  <a:pt x="116690" y="110189"/>
                </a:lnTo>
                <a:lnTo>
                  <a:pt x="116344" y="109610"/>
                </a:lnTo>
                <a:lnTo>
                  <a:pt x="116010" y="109017"/>
                </a:lnTo>
                <a:lnTo>
                  <a:pt x="115688" y="108412"/>
                </a:lnTo>
                <a:lnTo>
                  <a:pt x="115377" y="107794"/>
                </a:lnTo>
                <a:lnTo>
                  <a:pt x="115078" y="107164"/>
                </a:lnTo>
                <a:lnTo>
                  <a:pt x="114791" y="106520"/>
                </a:lnTo>
                <a:lnTo>
                  <a:pt x="114516" y="105863"/>
                </a:lnTo>
                <a:lnTo>
                  <a:pt x="114253" y="105194"/>
                </a:lnTo>
                <a:lnTo>
                  <a:pt x="114001" y="104512"/>
                </a:lnTo>
                <a:lnTo>
                  <a:pt x="113762" y="103817"/>
                </a:lnTo>
                <a:lnTo>
                  <a:pt x="113534" y="103110"/>
                </a:lnTo>
                <a:lnTo>
                  <a:pt x="113316" y="102391"/>
                </a:lnTo>
                <a:lnTo>
                  <a:pt x="113108" y="101665"/>
                </a:lnTo>
                <a:lnTo>
                  <a:pt x="112910" y="100931"/>
                </a:lnTo>
                <a:lnTo>
                  <a:pt x="112720" y="100189"/>
                </a:lnTo>
                <a:lnTo>
                  <a:pt x="112540" y="99439"/>
                </a:lnTo>
                <a:lnTo>
                  <a:pt x="112369" y="98681"/>
                </a:lnTo>
                <a:lnTo>
                  <a:pt x="112207" y="97914"/>
                </a:lnTo>
                <a:lnTo>
                  <a:pt x="112054" y="97140"/>
                </a:lnTo>
                <a:lnTo>
                  <a:pt x="111911" y="96358"/>
                </a:lnTo>
                <a:lnTo>
                  <a:pt x="111777" y="95568"/>
                </a:lnTo>
                <a:lnTo>
                  <a:pt x="111652" y="94770"/>
                </a:lnTo>
                <a:lnTo>
                  <a:pt x="111536" y="93963"/>
                </a:lnTo>
                <a:lnTo>
                  <a:pt x="111430" y="93149"/>
                </a:lnTo>
                <a:lnTo>
                  <a:pt x="111333" y="92327"/>
                </a:lnTo>
                <a:lnTo>
                  <a:pt x="111245" y="91497"/>
                </a:lnTo>
                <a:lnTo>
                  <a:pt x="111166" y="90659"/>
                </a:lnTo>
                <a:lnTo>
                  <a:pt x="111097" y="89812"/>
                </a:lnTo>
                <a:lnTo>
                  <a:pt x="111037" y="88958"/>
                </a:lnTo>
                <a:lnTo>
                  <a:pt x="110986" y="88096"/>
                </a:lnTo>
                <a:lnTo>
                  <a:pt x="110944" y="87226"/>
                </a:lnTo>
                <a:lnTo>
                  <a:pt x="110912" y="86347"/>
                </a:lnTo>
                <a:lnTo>
                  <a:pt x="110889" y="85461"/>
                </a:lnTo>
                <a:lnTo>
                  <a:pt x="110875" y="84567"/>
                </a:lnTo>
                <a:lnTo>
                  <a:pt x="110870" y="83665"/>
                </a:lnTo>
                <a:lnTo>
                  <a:pt x="110875" y="82745"/>
                </a:lnTo>
                <a:lnTo>
                  <a:pt x="110889" y="81833"/>
                </a:lnTo>
                <a:lnTo>
                  <a:pt x="110912" y="80930"/>
                </a:lnTo>
                <a:lnTo>
                  <a:pt x="110944" y="80035"/>
                </a:lnTo>
                <a:lnTo>
                  <a:pt x="110986" y="79148"/>
                </a:lnTo>
                <a:lnTo>
                  <a:pt x="111037" y="78270"/>
                </a:lnTo>
                <a:lnTo>
                  <a:pt x="111097" y="77399"/>
                </a:lnTo>
                <a:lnTo>
                  <a:pt x="111166" y="76537"/>
                </a:lnTo>
                <a:lnTo>
                  <a:pt x="111245" y="75683"/>
                </a:lnTo>
                <a:lnTo>
                  <a:pt x="111333" y="74837"/>
                </a:lnTo>
                <a:lnTo>
                  <a:pt x="111430" y="73999"/>
                </a:lnTo>
                <a:lnTo>
                  <a:pt x="111536" y="73170"/>
                </a:lnTo>
                <a:lnTo>
                  <a:pt x="111652" y="72349"/>
                </a:lnTo>
                <a:lnTo>
                  <a:pt x="111777" y="71536"/>
                </a:lnTo>
                <a:lnTo>
                  <a:pt x="111911" y="70731"/>
                </a:lnTo>
                <a:lnTo>
                  <a:pt x="112054" y="69934"/>
                </a:lnTo>
                <a:lnTo>
                  <a:pt x="112207" y="69146"/>
                </a:lnTo>
                <a:lnTo>
                  <a:pt x="112369" y="68365"/>
                </a:lnTo>
                <a:lnTo>
                  <a:pt x="112540" y="67593"/>
                </a:lnTo>
                <a:lnTo>
                  <a:pt x="112720" y="66829"/>
                </a:lnTo>
                <a:lnTo>
                  <a:pt x="112910" y="66074"/>
                </a:lnTo>
                <a:lnTo>
                  <a:pt x="113108" y="65326"/>
                </a:lnTo>
                <a:lnTo>
                  <a:pt x="113316" y="64587"/>
                </a:lnTo>
                <a:lnTo>
                  <a:pt x="113534" y="63856"/>
                </a:lnTo>
                <a:lnTo>
                  <a:pt x="113762" y="63135"/>
                </a:lnTo>
                <a:lnTo>
                  <a:pt x="114001" y="62428"/>
                </a:lnTo>
                <a:lnTo>
                  <a:pt x="114253" y="61733"/>
                </a:lnTo>
                <a:lnTo>
                  <a:pt x="114516" y="61052"/>
                </a:lnTo>
                <a:lnTo>
                  <a:pt x="114791" y="60384"/>
                </a:lnTo>
                <a:lnTo>
                  <a:pt x="115078" y="59728"/>
                </a:lnTo>
                <a:lnTo>
                  <a:pt x="115377" y="59086"/>
                </a:lnTo>
                <a:lnTo>
                  <a:pt x="115688" y="58457"/>
                </a:lnTo>
                <a:lnTo>
                  <a:pt x="116010" y="57840"/>
                </a:lnTo>
                <a:lnTo>
                  <a:pt x="116344" y="57237"/>
                </a:lnTo>
                <a:lnTo>
                  <a:pt x="116690" y="56647"/>
                </a:lnTo>
                <a:lnTo>
                  <a:pt x="117048" y="56069"/>
                </a:lnTo>
                <a:lnTo>
                  <a:pt x="117418" y="55505"/>
                </a:lnTo>
                <a:lnTo>
                  <a:pt x="117799" y="54954"/>
                </a:lnTo>
                <a:lnTo>
                  <a:pt x="118192" y="54415"/>
                </a:lnTo>
                <a:lnTo>
                  <a:pt x="118597" y="53890"/>
                </a:lnTo>
                <a:lnTo>
                  <a:pt x="119014" y="53378"/>
                </a:lnTo>
                <a:lnTo>
                  <a:pt x="119443" y="52879"/>
                </a:lnTo>
                <a:lnTo>
                  <a:pt x="119884" y="52393"/>
                </a:lnTo>
                <a:lnTo>
                  <a:pt x="120336" y="51919"/>
                </a:lnTo>
                <a:lnTo>
                  <a:pt x="120800" y="51459"/>
                </a:lnTo>
                <a:lnTo>
                  <a:pt x="121276" y="51012"/>
                </a:lnTo>
                <a:lnTo>
                  <a:pt x="121764" y="50578"/>
                </a:lnTo>
                <a:lnTo>
                  <a:pt x="122264" y="50157"/>
                </a:lnTo>
                <a:lnTo>
                  <a:pt x="122777" y="49751"/>
                </a:lnTo>
                <a:lnTo>
                  <a:pt x="123305" y="49362"/>
                </a:lnTo>
                <a:lnTo>
                  <a:pt x="123847" y="48990"/>
                </a:lnTo>
                <a:lnTo>
                  <a:pt x="124405" y="48636"/>
                </a:lnTo>
                <a:lnTo>
                  <a:pt x="124978" y="48299"/>
                </a:lnTo>
                <a:lnTo>
                  <a:pt x="125565" y="47979"/>
                </a:lnTo>
                <a:lnTo>
                  <a:pt x="126168" y="47676"/>
                </a:lnTo>
                <a:lnTo>
                  <a:pt x="126785" y="47391"/>
                </a:lnTo>
                <a:lnTo>
                  <a:pt x="127417" y="47123"/>
                </a:lnTo>
                <a:lnTo>
                  <a:pt x="128064" y="46872"/>
                </a:lnTo>
                <a:lnTo>
                  <a:pt x="128726" y="46639"/>
                </a:lnTo>
                <a:lnTo>
                  <a:pt x="129403" y="46423"/>
                </a:lnTo>
                <a:lnTo>
                  <a:pt x="130095" y="46224"/>
                </a:lnTo>
                <a:lnTo>
                  <a:pt x="130801" y="46043"/>
                </a:lnTo>
                <a:lnTo>
                  <a:pt x="131523" y="45879"/>
                </a:lnTo>
                <a:lnTo>
                  <a:pt x="132260" y="45732"/>
                </a:lnTo>
                <a:lnTo>
                  <a:pt x="133011" y="45602"/>
                </a:lnTo>
                <a:lnTo>
                  <a:pt x="133777" y="45490"/>
                </a:lnTo>
                <a:lnTo>
                  <a:pt x="134558" y="45395"/>
                </a:lnTo>
                <a:lnTo>
                  <a:pt x="135354" y="45317"/>
                </a:lnTo>
                <a:lnTo>
                  <a:pt x="136165" y="45256"/>
                </a:lnTo>
                <a:lnTo>
                  <a:pt x="136991" y="45213"/>
                </a:lnTo>
                <a:lnTo>
                  <a:pt x="137832" y="45187"/>
                </a:lnTo>
                <a:lnTo>
                  <a:pt x="138688" y="45178"/>
                </a:lnTo>
                <a:lnTo>
                  <a:pt x="139568" y="45187"/>
                </a:lnTo>
                <a:lnTo>
                  <a:pt x="140433" y="45213"/>
                </a:lnTo>
                <a:lnTo>
                  <a:pt x="141283" y="45256"/>
                </a:lnTo>
                <a:lnTo>
                  <a:pt x="142118" y="45317"/>
                </a:lnTo>
                <a:lnTo>
                  <a:pt x="142938" y="45395"/>
                </a:lnTo>
                <a:lnTo>
                  <a:pt x="143743" y="45490"/>
                </a:lnTo>
                <a:lnTo>
                  <a:pt x="144533" y="45602"/>
                </a:lnTo>
                <a:lnTo>
                  <a:pt x="145308" y="45732"/>
                </a:lnTo>
                <a:lnTo>
                  <a:pt x="146067" y="45879"/>
                </a:lnTo>
                <a:lnTo>
                  <a:pt x="146812" y="46043"/>
                </a:lnTo>
                <a:lnTo>
                  <a:pt x="147542" y="46224"/>
                </a:lnTo>
                <a:lnTo>
                  <a:pt x="148256" y="46423"/>
                </a:lnTo>
                <a:lnTo>
                  <a:pt x="148956" y="46639"/>
                </a:lnTo>
                <a:lnTo>
                  <a:pt x="149640" y="46872"/>
                </a:lnTo>
                <a:lnTo>
                  <a:pt x="150309" y="47123"/>
                </a:lnTo>
                <a:lnTo>
                  <a:pt x="150963" y="47391"/>
                </a:lnTo>
                <a:lnTo>
                  <a:pt x="151602" y="47676"/>
                </a:lnTo>
                <a:lnTo>
                  <a:pt x="152226" y="47979"/>
                </a:lnTo>
                <a:lnTo>
                  <a:pt x="152835" y="48299"/>
                </a:lnTo>
                <a:lnTo>
                  <a:pt x="153429" y="48636"/>
                </a:lnTo>
                <a:lnTo>
                  <a:pt x="154008" y="48990"/>
                </a:lnTo>
                <a:lnTo>
                  <a:pt x="154572" y="49362"/>
                </a:lnTo>
                <a:lnTo>
                  <a:pt x="155121" y="49751"/>
                </a:lnTo>
                <a:lnTo>
                  <a:pt x="155654" y="50157"/>
                </a:lnTo>
                <a:lnTo>
                  <a:pt x="156174" y="50578"/>
                </a:lnTo>
                <a:lnTo>
                  <a:pt x="156682" y="51012"/>
                </a:lnTo>
                <a:lnTo>
                  <a:pt x="157177" y="51459"/>
                </a:lnTo>
                <a:lnTo>
                  <a:pt x="157660" y="51919"/>
                </a:lnTo>
                <a:lnTo>
                  <a:pt x="158131" y="52393"/>
                </a:lnTo>
                <a:lnTo>
                  <a:pt x="158589" y="52879"/>
                </a:lnTo>
                <a:lnTo>
                  <a:pt x="159035" y="53378"/>
                </a:lnTo>
                <a:lnTo>
                  <a:pt x="159469" y="53890"/>
                </a:lnTo>
                <a:lnTo>
                  <a:pt x="159890" y="54415"/>
                </a:lnTo>
                <a:lnTo>
                  <a:pt x="160299" y="54954"/>
                </a:lnTo>
                <a:lnTo>
                  <a:pt x="160695" y="55505"/>
                </a:lnTo>
                <a:lnTo>
                  <a:pt x="161080" y="56069"/>
                </a:lnTo>
                <a:lnTo>
                  <a:pt x="161452" y="56647"/>
                </a:lnTo>
                <a:lnTo>
                  <a:pt x="161811" y="57237"/>
                </a:lnTo>
                <a:lnTo>
                  <a:pt x="162159" y="57840"/>
                </a:lnTo>
                <a:lnTo>
                  <a:pt x="162494" y="58457"/>
                </a:lnTo>
                <a:lnTo>
                  <a:pt x="162816" y="59086"/>
                </a:lnTo>
                <a:lnTo>
                  <a:pt x="163127" y="59728"/>
                </a:lnTo>
                <a:lnTo>
                  <a:pt x="163425" y="60384"/>
                </a:lnTo>
                <a:lnTo>
                  <a:pt x="163710" y="61052"/>
                </a:lnTo>
                <a:lnTo>
                  <a:pt x="163983" y="61733"/>
                </a:lnTo>
                <a:lnTo>
                  <a:pt x="164244" y="62428"/>
                </a:lnTo>
                <a:lnTo>
                  <a:pt x="164493" y="63135"/>
                </a:lnTo>
                <a:lnTo>
                  <a:pt x="164729" y="63856"/>
                </a:lnTo>
                <a:lnTo>
                  <a:pt x="164955" y="64587"/>
                </a:lnTo>
                <a:lnTo>
                  <a:pt x="165171" y="65326"/>
                </a:lnTo>
                <a:lnTo>
                  <a:pt x="165377" y="66074"/>
                </a:lnTo>
                <a:lnTo>
                  <a:pt x="165573" y="66829"/>
                </a:lnTo>
                <a:lnTo>
                  <a:pt x="165760" y="67593"/>
                </a:lnTo>
                <a:lnTo>
                  <a:pt x="165938" y="68365"/>
                </a:lnTo>
                <a:lnTo>
                  <a:pt x="166106" y="69146"/>
                </a:lnTo>
                <a:lnTo>
                  <a:pt x="166264" y="69934"/>
                </a:lnTo>
                <a:lnTo>
                  <a:pt x="166413" y="70731"/>
                </a:lnTo>
                <a:lnTo>
                  <a:pt x="166552" y="71536"/>
                </a:lnTo>
                <a:lnTo>
                  <a:pt x="166681" y="72349"/>
                </a:lnTo>
                <a:lnTo>
                  <a:pt x="166801" y="73170"/>
                </a:lnTo>
                <a:lnTo>
                  <a:pt x="166911" y="73999"/>
                </a:lnTo>
                <a:lnTo>
                  <a:pt x="167012" y="74837"/>
                </a:lnTo>
                <a:lnTo>
                  <a:pt x="167103" y="75683"/>
                </a:lnTo>
                <a:lnTo>
                  <a:pt x="167185" y="76537"/>
                </a:lnTo>
                <a:lnTo>
                  <a:pt x="167257" y="77399"/>
                </a:lnTo>
                <a:lnTo>
                  <a:pt x="167319" y="78270"/>
                </a:lnTo>
                <a:lnTo>
                  <a:pt x="167372" y="79148"/>
                </a:lnTo>
                <a:lnTo>
                  <a:pt x="167415" y="80035"/>
                </a:lnTo>
                <a:lnTo>
                  <a:pt x="167448" y="80930"/>
                </a:lnTo>
                <a:lnTo>
                  <a:pt x="167472" y="81833"/>
                </a:lnTo>
                <a:lnTo>
                  <a:pt x="167487" y="82745"/>
                </a:lnTo>
                <a:lnTo>
                  <a:pt x="167491" y="83665"/>
                </a:lnTo>
                <a:lnTo>
                  <a:pt x="167487" y="84567"/>
                </a:lnTo>
                <a:lnTo>
                  <a:pt x="167472" y="85461"/>
                </a:lnTo>
                <a:lnTo>
                  <a:pt x="167448" y="86347"/>
                </a:lnTo>
                <a:lnTo>
                  <a:pt x="167415" y="87226"/>
                </a:lnTo>
                <a:lnTo>
                  <a:pt x="167372" y="88096"/>
                </a:lnTo>
                <a:lnTo>
                  <a:pt x="167319" y="88958"/>
                </a:lnTo>
                <a:lnTo>
                  <a:pt x="167257" y="89812"/>
                </a:lnTo>
                <a:lnTo>
                  <a:pt x="167185" y="90659"/>
                </a:lnTo>
                <a:lnTo>
                  <a:pt x="167103" y="91497"/>
                </a:lnTo>
                <a:lnTo>
                  <a:pt x="167012" y="92327"/>
                </a:lnTo>
                <a:lnTo>
                  <a:pt x="166911" y="93149"/>
                </a:lnTo>
                <a:lnTo>
                  <a:pt x="166801" y="93963"/>
                </a:lnTo>
                <a:lnTo>
                  <a:pt x="166681" y="94770"/>
                </a:lnTo>
                <a:lnTo>
                  <a:pt x="166552" y="95568"/>
                </a:lnTo>
                <a:lnTo>
                  <a:pt x="166413" y="96358"/>
                </a:lnTo>
                <a:lnTo>
                  <a:pt x="166264" y="97140"/>
                </a:lnTo>
                <a:lnTo>
                  <a:pt x="166106" y="97914"/>
                </a:lnTo>
                <a:lnTo>
                  <a:pt x="165938" y="98681"/>
                </a:lnTo>
                <a:lnTo>
                  <a:pt x="165760" y="99439"/>
                </a:lnTo>
                <a:lnTo>
                  <a:pt x="165573" y="100189"/>
                </a:lnTo>
                <a:lnTo>
                  <a:pt x="165377" y="100931"/>
                </a:lnTo>
                <a:lnTo>
                  <a:pt x="165171" y="101665"/>
                </a:lnTo>
                <a:lnTo>
                  <a:pt x="164955" y="102391"/>
                </a:lnTo>
                <a:lnTo>
                  <a:pt x="164729" y="103110"/>
                </a:lnTo>
                <a:lnTo>
                  <a:pt x="164493" y="103817"/>
                </a:lnTo>
                <a:lnTo>
                  <a:pt x="164244" y="104512"/>
                </a:lnTo>
                <a:lnTo>
                  <a:pt x="163983" y="105194"/>
                </a:lnTo>
                <a:lnTo>
                  <a:pt x="163710" y="105863"/>
                </a:lnTo>
                <a:lnTo>
                  <a:pt x="163425" y="106520"/>
                </a:lnTo>
                <a:lnTo>
                  <a:pt x="163127" y="107164"/>
                </a:lnTo>
                <a:lnTo>
                  <a:pt x="162816" y="107794"/>
                </a:lnTo>
                <a:lnTo>
                  <a:pt x="162494" y="108412"/>
                </a:lnTo>
                <a:lnTo>
                  <a:pt x="162159" y="109017"/>
                </a:lnTo>
                <a:lnTo>
                  <a:pt x="161811" y="109610"/>
                </a:lnTo>
                <a:lnTo>
                  <a:pt x="161452" y="110189"/>
                </a:lnTo>
                <a:lnTo>
                  <a:pt x="161080" y="110756"/>
                </a:lnTo>
                <a:lnTo>
                  <a:pt x="160695" y="111310"/>
                </a:lnTo>
                <a:lnTo>
                  <a:pt x="160299" y="111851"/>
                </a:lnTo>
                <a:lnTo>
                  <a:pt x="159890" y="112379"/>
                </a:lnTo>
                <a:lnTo>
                  <a:pt x="159469" y="112894"/>
                </a:lnTo>
                <a:lnTo>
                  <a:pt x="159035" y="113397"/>
                </a:lnTo>
                <a:lnTo>
                  <a:pt x="158589" y="113887"/>
                </a:lnTo>
                <a:lnTo>
                  <a:pt x="158131" y="114364"/>
                </a:lnTo>
                <a:lnTo>
                  <a:pt x="157660" y="114828"/>
                </a:lnTo>
                <a:lnTo>
                  <a:pt x="157177" y="115279"/>
                </a:lnTo>
                <a:lnTo>
                  <a:pt x="156682" y="115717"/>
                </a:lnTo>
                <a:lnTo>
                  <a:pt x="156174" y="116143"/>
                </a:lnTo>
                <a:lnTo>
                  <a:pt x="155654" y="116556"/>
                </a:lnTo>
                <a:lnTo>
                  <a:pt x="155121" y="116953"/>
                </a:lnTo>
                <a:lnTo>
                  <a:pt x="154572" y="117334"/>
                </a:lnTo>
                <a:lnTo>
                  <a:pt x="154008" y="117698"/>
                </a:lnTo>
                <a:lnTo>
                  <a:pt x="153429" y="118045"/>
                </a:lnTo>
                <a:lnTo>
                  <a:pt x="152835" y="118375"/>
                </a:lnTo>
                <a:lnTo>
                  <a:pt x="152226" y="118688"/>
                </a:lnTo>
                <a:lnTo>
                  <a:pt x="151602" y="118984"/>
                </a:lnTo>
                <a:lnTo>
                  <a:pt x="150963" y="119263"/>
                </a:lnTo>
                <a:lnTo>
                  <a:pt x="150309" y="119526"/>
                </a:lnTo>
                <a:lnTo>
                  <a:pt x="149640" y="119771"/>
                </a:lnTo>
                <a:lnTo>
                  <a:pt x="148956" y="119999"/>
                </a:lnTo>
                <a:lnTo>
                  <a:pt x="148256" y="120211"/>
                </a:lnTo>
                <a:lnTo>
                  <a:pt x="147542" y="120406"/>
                </a:lnTo>
                <a:lnTo>
                  <a:pt x="146812" y="120583"/>
                </a:lnTo>
                <a:lnTo>
                  <a:pt x="146067" y="120744"/>
                </a:lnTo>
                <a:lnTo>
                  <a:pt x="145308" y="120888"/>
                </a:lnTo>
                <a:lnTo>
                  <a:pt x="144533" y="121015"/>
                </a:lnTo>
                <a:lnTo>
                  <a:pt x="143743" y="121125"/>
                </a:lnTo>
                <a:lnTo>
                  <a:pt x="142938" y="121218"/>
                </a:lnTo>
                <a:lnTo>
                  <a:pt x="142118" y="121294"/>
                </a:lnTo>
                <a:lnTo>
                  <a:pt x="141283" y="121353"/>
                </a:lnTo>
                <a:lnTo>
                  <a:pt x="140433" y="121396"/>
                </a:lnTo>
                <a:lnTo>
                  <a:pt x="139568" y="121421"/>
                </a:lnTo>
                <a:lnTo>
                  <a:pt x="138688" y="121429"/>
                </a:lnTo>
                <a:lnTo>
                  <a:pt x="137832" y="121421"/>
                </a:lnTo>
                <a:lnTo>
                  <a:pt x="136991" y="121396"/>
                </a:lnTo>
                <a:lnTo>
                  <a:pt x="136165" y="121353"/>
                </a:lnTo>
                <a:close/>
                <a:moveTo>
                  <a:pt x="479681" y="134479"/>
                </a:moveTo>
                <a:lnTo>
                  <a:pt x="480616" y="134424"/>
                </a:lnTo>
                <a:lnTo>
                  <a:pt x="481540" y="134354"/>
                </a:lnTo>
                <a:lnTo>
                  <a:pt x="482454" y="134268"/>
                </a:lnTo>
                <a:lnTo>
                  <a:pt x="483359" y="134167"/>
                </a:lnTo>
                <a:lnTo>
                  <a:pt x="484253" y="134050"/>
                </a:lnTo>
                <a:lnTo>
                  <a:pt x="485137" y="133918"/>
                </a:lnTo>
                <a:lnTo>
                  <a:pt x="486011" y="133770"/>
                </a:lnTo>
                <a:lnTo>
                  <a:pt x="486875" y="133606"/>
                </a:lnTo>
                <a:lnTo>
                  <a:pt x="487729" y="133427"/>
                </a:lnTo>
                <a:lnTo>
                  <a:pt x="488572" y="133232"/>
                </a:lnTo>
                <a:lnTo>
                  <a:pt x="489406" y="133022"/>
                </a:lnTo>
                <a:lnTo>
                  <a:pt x="490230" y="132796"/>
                </a:lnTo>
                <a:lnTo>
                  <a:pt x="491043" y="132554"/>
                </a:lnTo>
                <a:lnTo>
                  <a:pt x="491846" y="132297"/>
                </a:lnTo>
                <a:lnTo>
                  <a:pt x="492639" y="132024"/>
                </a:lnTo>
                <a:lnTo>
                  <a:pt x="493422" y="131736"/>
                </a:lnTo>
                <a:lnTo>
                  <a:pt x="494195" y="131432"/>
                </a:lnTo>
                <a:lnTo>
                  <a:pt x="494958" y="131113"/>
                </a:lnTo>
                <a:lnTo>
                  <a:pt x="495711" y="130777"/>
                </a:lnTo>
                <a:lnTo>
                  <a:pt x="496454" y="130427"/>
                </a:lnTo>
                <a:lnTo>
                  <a:pt x="497186" y="130061"/>
                </a:lnTo>
                <a:lnTo>
                  <a:pt x="497910" y="129682"/>
                </a:lnTo>
                <a:lnTo>
                  <a:pt x="498626" y="129292"/>
                </a:lnTo>
                <a:lnTo>
                  <a:pt x="499335" y="128893"/>
                </a:lnTo>
                <a:lnTo>
                  <a:pt x="500037" y="128484"/>
                </a:lnTo>
                <a:lnTo>
                  <a:pt x="500732" y="128064"/>
                </a:lnTo>
                <a:lnTo>
                  <a:pt x="501419" y="127635"/>
                </a:lnTo>
                <a:lnTo>
                  <a:pt x="502098" y="127195"/>
                </a:lnTo>
                <a:lnTo>
                  <a:pt x="502770" y="126745"/>
                </a:lnTo>
                <a:lnTo>
                  <a:pt x="503435" y="126285"/>
                </a:lnTo>
                <a:lnTo>
                  <a:pt x="504093" y="125815"/>
                </a:lnTo>
                <a:lnTo>
                  <a:pt x="504743" y="125335"/>
                </a:lnTo>
                <a:lnTo>
                  <a:pt x="505386" y="124845"/>
                </a:lnTo>
                <a:lnTo>
                  <a:pt x="506021" y="124345"/>
                </a:lnTo>
                <a:lnTo>
                  <a:pt x="506649" y="123834"/>
                </a:lnTo>
                <a:lnTo>
                  <a:pt x="507270" y="123314"/>
                </a:lnTo>
                <a:lnTo>
                  <a:pt x="507883" y="122783"/>
                </a:lnTo>
                <a:lnTo>
                  <a:pt x="508489" y="122242"/>
                </a:lnTo>
                <a:lnTo>
                  <a:pt x="509088" y="121691"/>
                </a:lnTo>
                <a:lnTo>
                  <a:pt x="509679" y="121130"/>
                </a:lnTo>
                <a:lnTo>
                  <a:pt x="510263" y="120559"/>
                </a:lnTo>
                <a:lnTo>
                  <a:pt x="510840" y="119978"/>
                </a:lnTo>
                <a:lnTo>
                  <a:pt x="511409" y="119387"/>
                </a:lnTo>
                <a:lnTo>
                  <a:pt x="511971" y="118786"/>
                </a:lnTo>
                <a:lnTo>
                  <a:pt x="512525" y="118174"/>
                </a:lnTo>
                <a:lnTo>
                  <a:pt x="513216" y="132773"/>
                </a:lnTo>
                <a:lnTo>
                  <a:pt x="528604" y="132773"/>
                </a:lnTo>
                <a:lnTo>
                  <a:pt x="528604" y="66612"/>
                </a:lnTo>
                <a:lnTo>
                  <a:pt x="528598" y="65729"/>
                </a:lnTo>
                <a:lnTo>
                  <a:pt x="528582" y="64861"/>
                </a:lnTo>
                <a:lnTo>
                  <a:pt x="528555" y="64006"/>
                </a:lnTo>
                <a:lnTo>
                  <a:pt x="528516" y="63164"/>
                </a:lnTo>
                <a:lnTo>
                  <a:pt x="528467" y="62336"/>
                </a:lnTo>
                <a:lnTo>
                  <a:pt x="528407" y="61522"/>
                </a:lnTo>
                <a:lnTo>
                  <a:pt x="528335" y="60721"/>
                </a:lnTo>
                <a:lnTo>
                  <a:pt x="528253" y="59934"/>
                </a:lnTo>
                <a:lnTo>
                  <a:pt x="528160" y="59160"/>
                </a:lnTo>
                <a:lnTo>
                  <a:pt x="528056" y="58400"/>
                </a:lnTo>
                <a:lnTo>
                  <a:pt x="527941" y="57654"/>
                </a:lnTo>
                <a:lnTo>
                  <a:pt x="527815" y="56921"/>
                </a:lnTo>
                <a:lnTo>
                  <a:pt x="527678" y="56202"/>
                </a:lnTo>
                <a:lnTo>
                  <a:pt x="527530" y="55496"/>
                </a:lnTo>
                <a:lnTo>
                  <a:pt x="527371" y="54804"/>
                </a:lnTo>
                <a:lnTo>
                  <a:pt x="527201" y="54125"/>
                </a:lnTo>
                <a:lnTo>
                  <a:pt x="527020" y="53460"/>
                </a:lnTo>
                <a:lnTo>
                  <a:pt x="526828" y="52809"/>
                </a:lnTo>
                <a:lnTo>
                  <a:pt x="526626" y="52171"/>
                </a:lnTo>
                <a:lnTo>
                  <a:pt x="526412" y="51547"/>
                </a:lnTo>
                <a:lnTo>
                  <a:pt x="526187" y="50936"/>
                </a:lnTo>
                <a:lnTo>
                  <a:pt x="525952" y="50339"/>
                </a:lnTo>
                <a:lnTo>
                  <a:pt x="525705" y="49756"/>
                </a:lnTo>
                <a:lnTo>
                  <a:pt x="525447" y="49186"/>
                </a:lnTo>
                <a:lnTo>
                  <a:pt x="525180" y="48628"/>
                </a:lnTo>
                <a:lnTo>
                  <a:pt x="524906" y="48080"/>
                </a:lnTo>
                <a:lnTo>
                  <a:pt x="524624" y="47543"/>
                </a:lnTo>
                <a:lnTo>
                  <a:pt x="524333" y="47016"/>
                </a:lnTo>
                <a:lnTo>
                  <a:pt x="524036" y="46499"/>
                </a:lnTo>
                <a:lnTo>
                  <a:pt x="523730" y="45993"/>
                </a:lnTo>
                <a:lnTo>
                  <a:pt x="523417" y="45498"/>
                </a:lnTo>
                <a:lnTo>
                  <a:pt x="523096" y="45012"/>
                </a:lnTo>
                <a:lnTo>
                  <a:pt x="522768" y="44537"/>
                </a:lnTo>
                <a:lnTo>
                  <a:pt x="522432" y="44073"/>
                </a:lnTo>
                <a:lnTo>
                  <a:pt x="522088" y="43619"/>
                </a:lnTo>
                <a:lnTo>
                  <a:pt x="521736" y="43176"/>
                </a:lnTo>
                <a:lnTo>
                  <a:pt x="521377" y="42742"/>
                </a:lnTo>
                <a:lnTo>
                  <a:pt x="521009" y="42320"/>
                </a:lnTo>
                <a:lnTo>
                  <a:pt x="520635" y="41907"/>
                </a:lnTo>
                <a:lnTo>
                  <a:pt x="520252" y="41505"/>
                </a:lnTo>
                <a:lnTo>
                  <a:pt x="519862" y="41114"/>
                </a:lnTo>
                <a:lnTo>
                  <a:pt x="519464" y="40733"/>
                </a:lnTo>
                <a:lnTo>
                  <a:pt x="519058" y="40362"/>
                </a:lnTo>
                <a:lnTo>
                  <a:pt x="518645" y="40002"/>
                </a:lnTo>
                <a:lnTo>
                  <a:pt x="518224" y="39652"/>
                </a:lnTo>
                <a:lnTo>
                  <a:pt x="517795" y="39313"/>
                </a:lnTo>
                <a:lnTo>
                  <a:pt x="517359" y="38984"/>
                </a:lnTo>
                <a:lnTo>
                  <a:pt x="516915" y="38665"/>
                </a:lnTo>
                <a:lnTo>
                  <a:pt x="516464" y="38356"/>
                </a:lnTo>
                <a:lnTo>
                  <a:pt x="516009" y="38054"/>
                </a:lnTo>
                <a:lnTo>
                  <a:pt x="515549" y="37761"/>
                </a:lnTo>
                <a:lnTo>
                  <a:pt x="515084" y="37476"/>
                </a:lnTo>
                <a:lnTo>
                  <a:pt x="514615" y="37199"/>
                </a:lnTo>
                <a:lnTo>
                  <a:pt x="514140" y="36931"/>
                </a:lnTo>
                <a:lnTo>
                  <a:pt x="513661" y="36670"/>
                </a:lnTo>
                <a:lnTo>
                  <a:pt x="513177" y="36418"/>
                </a:lnTo>
                <a:lnTo>
                  <a:pt x="512688" y="36173"/>
                </a:lnTo>
                <a:lnTo>
                  <a:pt x="512195" y="35937"/>
                </a:lnTo>
                <a:lnTo>
                  <a:pt x="511697" y="35709"/>
                </a:lnTo>
                <a:lnTo>
                  <a:pt x="511193" y="35489"/>
                </a:lnTo>
                <a:lnTo>
                  <a:pt x="510685" y="35277"/>
                </a:lnTo>
                <a:lnTo>
                  <a:pt x="510173" y="35074"/>
                </a:lnTo>
                <a:lnTo>
                  <a:pt x="509655" y="34878"/>
                </a:lnTo>
                <a:lnTo>
                  <a:pt x="509133" y="34690"/>
                </a:lnTo>
                <a:lnTo>
                  <a:pt x="508606" y="34511"/>
                </a:lnTo>
                <a:lnTo>
                  <a:pt x="508074" y="34340"/>
                </a:lnTo>
                <a:lnTo>
                  <a:pt x="507537" y="34177"/>
                </a:lnTo>
                <a:lnTo>
                  <a:pt x="506996" y="34022"/>
                </a:lnTo>
                <a:lnTo>
                  <a:pt x="506449" y="33875"/>
                </a:lnTo>
                <a:lnTo>
                  <a:pt x="505898" y="33736"/>
                </a:lnTo>
                <a:lnTo>
                  <a:pt x="505342" y="33606"/>
                </a:lnTo>
                <a:lnTo>
                  <a:pt x="504782" y="33483"/>
                </a:lnTo>
                <a:lnTo>
                  <a:pt x="504217" y="33367"/>
                </a:lnTo>
                <a:lnTo>
                  <a:pt x="503651" y="33256"/>
                </a:lnTo>
                <a:lnTo>
                  <a:pt x="503082" y="33149"/>
                </a:lnTo>
                <a:lnTo>
                  <a:pt x="502511" y="33048"/>
                </a:lnTo>
                <a:lnTo>
                  <a:pt x="501938" y="32952"/>
                </a:lnTo>
                <a:lnTo>
                  <a:pt x="501363" y="32860"/>
                </a:lnTo>
                <a:lnTo>
                  <a:pt x="500786" y="32773"/>
                </a:lnTo>
                <a:lnTo>
                  <a:pt x="500206" y="32692"/>
                </a:lnTo>
                <a:lnTo>
                  <a:pt x="499624" y="32615"/>
                </a:lnTo>
                <a:lnTo>
                  <a:pt x="499039" y="32544"/>
                </a:lnTo>
                <a:lnTo>
                  <a:pt x="498453" y="32477"/>
                </a:lnTo>
                <a:lnTo>
                  <a:pt x="497864" y="32415"/>
                </a:lnTo>
                <a:lnTo>
                  <a:pt x="497273" y="32358"/>
                </a:lnTo>
                <a:lnTo>
                  <a:pt x="496680" y="32306"/>
                </a:lnTo>
                <a:lnTo>
                  <a:pt x="496085" y="32259"/>
                </a:lnTo>
                <a:lnTo>
                  <a:pt x="495487" y="32217"/>
                </a:lnTo>
                <a:lnTo>
                  <a:pt x="494887" y="32180"/>
                </a:lnTo>
                <a:lnTo>
                  <a:pt x="494285" y="32148"/>
                </a:lnTo>
                <a:lnTo>
                  <a:pt x="493681" y="32121"/>
                </a:lnTo>
                <a:lnTo>
                  <a:pt x="493075" y="32098"/>
                </a:lnTo>
                <a:lnTo>
                  <a:pt x="492466" y="32081"/>
                </a:lnTo>
                <a:lnTo>
                  <a:pt x="491855" y="32069"/>
                </a:lnTo>
                <a:lnTo>
                  <a:pt x="491242" y="32061"/>
                </a:lnTo>
                <a:lnTo>
                  <a:pt x="490626" y="32059"/>
                </a:lnTo>
                <a:lnTo>
                  <a:pt x="489669" y="32065"/>
                </a:lnTo>
                <a:lnTo>
                  <a:pt x="488721" y="32083"/>
                </a:lnTo>
                <a:lnTo>
                  <a:pt x="487782" y="32113"/>
                </a:lnTo>
                <a:lnTo>
                  <a:pt x="486852" y="32155"/>
                </a:lnTo>
                <a:lnTo>
                  <a:pt x="485931" y="32209"/>
                </a:lnTo>
                <a:lnTo>
                  <a:pt x="485019" y="32275"/>
                </a:lnTo>
                <a:lnTo>
                  <a:pt x="484116" y="32353"/>
                </a:lnTo>
                <a:lnTo>
                  <a:pt x="483223" y="32443"/>
                </a:lnTo>
                <a:lnTo>
                  <a:pt x="482338" y="32545"/>
                </a:lnTo>
                <a:lnTo>
                  <a:pt x="481463" y="32659"/>
                </a:lnTo>
                <a:lnTo>
                  <a:pt x="480596" y="32785"/>
                </a:lnTo>
                <a:lnTo>
                  <a:pt x="479739" y="32923"/>
                </a:lnTo>
                <a:lnTo>
                  <a:pt x="478890" y="33073"/>
                </a:lnTo>
                <a:lnTo>
                  <a:pt x="478051" y="33235"/>
                </a:lnTo>
                <a:lnTo>
                  <a:pt x="477221" y="33409"/>
                </a:lnTo>
                <a:lnTo>
                  <a:pt x="476400" y="33595"/>
                </a:lnTo>
                <a:lnTo>
                  <a:pt x="475588" y="33793"/>
                </a:lnTo>
                <a:lnTo>
                  <a:pt x="474785" y="34003"/>
                </a:lnTo>
                <a:lnTo>
                  <a:pt x="473991" y="34225"/>
                </a:lnTo>
                <a:lnTo>
                  <a:pt x="473206" y="34459"/>
                </a:lnTo>
                <a:lnTo>
                  <a:pt x="472431" y="34705"/>
                </a:lnTo>
                <a:lnTo>
                  <a:pt x="471664" y="34963"/>
                </a:lnTo>
                <a:lnTo>
                  <a:pt x="470906" y="35233"/>
                </a:lnTo>
                <a:lnTo>
                  <a:pt x="470158" y="35515"/>
                </a:lnTo>
                <a:lnTo>
                  <a:pt x="469421" y="35809"/>
                </a:lnTo>
                <a:lnTo>
                  <a:pt x="468697" y="36118"/>
                </a:lnTo>
                <a:lnTo>
                  <a:pt x="467986" y="36441"/>
                </a:lnTo>
                <a:lnTo>
                  <a:pt x="467289" y="36778"/>
                </a:lnTo>
                <a:lnTo>
                  <a:pt x="466605" y="37130"/>
                </a:lnTo>
                <a:lnTo>
                  <a:pt x="465935" y="37495"/>
                </a:lnTo>
                <a:lnTo>
                  <a:pt x="465278" y="37874"/>
                </a:lnTo>
                <a:lnTo>
                  <a:pt x="464634" y="38268"/>
                </a:lnTo>
                <a:lnTo>
                  <a:pt x="464004" y="38676"/>
                </a:lnTo>
                <a:lnTo>
                  <a:pt x="463387" y="39097"/>
                </a:lnTo>
                <a:lnTo>
                  <a:pt x="462783" y="39533"/>
                </a:lnTo>
                <a:lnTo>
                  <a:pt x="462193" y="39984"/>
                </a:lnTo>
                <a:lnTo>
                  <a:pt x="461616" y="40448"/>
                </a:lnTo>
                <a:lnTo>
                  <a:pt x="461052" y="40926"/>
                </a:lnTo>
                <a:lnTo>
                  <a:pt x="460502" y="41418"/>
                </a:lnTo>
                <a:lnTo>
                  <a:pt x="459965" y="41925"/>
                </a:lnTo>
                <a:lnTo>
                  <a:pt x="459441" y="42446"/>
                </a:lnTo>
                <a:lnTo>
                  <a:pt x="458931" y="42980"/>
                </a:lnTo>
                <a:lnTo>
                  <a:pt x="458434" y="43529"/>
                </a:lnTo>
                <a:lnTo>
                  <a:pt x="457951" y="44092"/>
                </a:lnTo>
                <a:lnTo>
                  <a:pt x="457481" y="44669"/>
                </a:lnTo>
                <a:lnTo>
                  <a:pt x="457024" y="45261"/>
                </a:lnTo>
                <a:lnTo>
                  <a:pt x="456581" y="45866"/>
                </a:lnTo>
                <a:lnTo>
                  <a:pt x="456151" y="46485"/>
                </a:lnTo>
                <a:lnTo>
                  <a:pt x="455736" y="47120"/>
                </a:lnTo>
                <a:lnTo>
                  <a:pt x="455339" y="47770"/>
                </a:lnTo>
                <a:lnTo>
                  <a:pt x="454960" y="48437"/>
                </a:lnTo>
                <a:lnTo>
                  <a:pt x="454598" y="49120"/>
                </a:lnTo>
                <a:lnTo>
                  <a:pt x="454254" y="49820"/>
                </a:lnTo>
                <a:lnTo>
                  <a:pt x="453928" y="50535"/>
                </a:lnTo>
                <a:lnTo>
                  <a:pt x="453619" y="51267"/>
                </a:lnTo>
                <a:lnTo>
                  <a:pt x="453328" y="52015"/>
                </a:lnTo>
                <a:lnTo>
                  <a:pt x="453055" y="52779"/>
                </a:lnTo>
                <a:lnTo>
                  <a:pt x="452799" y="53560"/>
                </a:lnTo>
                <a:lnTo>
                  <a:pt x="452561" y="54356"/>
                </a:lnTo>
                <a:lnTo>
                  <a:pt x="452341" y="55169"/>
                </a:lnTo>
                <a:lnTo>
                  <a:pt x="452138" y="55998"/>
                </a:lnTo>
                <a:lnTo>
                  <a:pt x="451953" y="56844"/>
                </a:lnTo>
                <a:lnTo>
                  <a:pt x="451785" y="57705"/>
                </a:lnTo>
                <a:lnTo>
                  <a:pt x="451635" y="58583"/>
                </a:lnTo>
                <a:lnTo>
                  <a:pt x="451503" y="59477"/>
                </a:lnTo>
                <a:lnTo>
                  <a:pt x="451388" y="60387"/>
                </a:lnTo>
                <a:lnTo>
                  <a:pt x="451291" y="61314"/>
                </a:lnTo>
                <a:lnTo>
                  <a:pt x="451212" y="62256"/>
                </a:lnTo>
                <a:lnTo>
                  <a:pt x="451150" y="63215"/>
                </a:lnTo>
                <a:lnTo>
                  <a:pt x="451106" y="64190"/>
                </a:lnTo>
                <a:lnTo>
                  <a:pt x="451079" y="65182"/>
                </a:lnTo>
                <a:lnTo>
                  <a:pt x="451071" y="66189"/>
                </a:lnTo>
                <a:lnTo>
                  <a:pt x="467051" y="66189"/>
                </a:lnTo>
                <a:lnTo>
                  <a:pt x="467063" y="65253"/>
                </a:lnTo>
                <a:lnTo>
                  <a:pt x="467098" y="64338"/>
                </a:lnTo>
                <a:lnTo>
                  <a:pt x="467157" y="63444"/>
                </a:lnTo>
                <a:lnTo>
                  <a:pt x="467240" y="62571"/>
                </a:lnTo>
                <a:lnTo>
                  <a:pt x="467346" y="61720"/>
                </a:lnTo>
                <a:lnTo>
                  <a:pt x="467476" y="60889"/>
                </a:lnTo>
                <a:lnTo>
                  <a:pt x="467630" y="60080"/>
                </a:lnTo>
                <a:lnTo>
                  <a:pt x="467807" y="59292"/>
                </a:lnTo>
                <a:lnTo>
                  <a:pt x="468008" y="58525"/>
                </a:lnTo>
                <a:lnTo>
                  <a:pt x="468232" y="57779"/>
                </a:lnTo>
                <a:lnTo>
                  <a:pt x="468481" y="57054"/>
                </a:lnTo>
                <a:lnTo>
                  <a:pt x="468752" y="56351"/>
                </a:lnTo>
                <a:lnTo>
                  <a:pt x="469048" y="55668"/>
                </a:lnTo>
                <a:lnTo>
                  <a:pt x="469367" y="55007"/>
                </a:lnTo>
                <a:lnTo>
                  <a:pt x="469709" y="54367"/>
                </a:lnTo>
                <a:lnTo>
                  <a:pt x="470076" y="53748"/>
                </a:lnTo>
                <a:lnTo>
                  <a:pt x="470466" y="53150"/>
                </a:lnTo>
                <a:lnTo>
                  <a:pt x="470879" y="52574"/>
                </a:lnTo>
                <a:lnTo>
                  <a:pt x="471317" y="52018"/>
                </a:lnTo>
                <a:lnTo>
                  <a:pt x="471777" y="51484"/>
                </a:lnTo>
                <a:lnTo>
                  <a:pt x="472262" y="50971"/>
                </a:lnTo>
                <a:lnTo>
                  <a:pt x="472770" y="50479"/>
                </a:lnTo>
                <a:lnTo>
                  <a:pt x="473302" y="50008"/>
                </a:lnTo>
                <a:lnTo>
                  <a:pt x="473857" y="49559"/>
                </a:lnTo>
                <a:lnTo>
                  <a:pt x="474430" y="49129"/>
                </a:lnTo>
                <a:lnTo>
                  <a:pt x="475013" y="48717"/>
                </a:lnTo>
                <a:lnTo>
                  <a:pt x="475608" y="48324"/>
                </a:lnTo>
                <a:lnTo>
                  <a:pt x="476214" y="47949"/>
                </a:lnTo>
                <a:lnTo>
                  <a:pt x="476830" y="47592"/>
                </a:lnTo>
                <a:lnTo>
                  <a:pt x="477458" y="47254"/>
                </a:lnTo>
                <a:lnTo>
                  <a:pt x="478096" y="46934"/>
                </a:lnTo>
                <a:lnTo>
                  <a:pt x="478745" y="46632"/>
                </a:lnTo>
                <a:lnTo>
                  <a:pt x="479406" y="46349"/>
                </a:lnTo>
                <a:lnTo>
                  <a:pt x="480077" y="46083"/>
                </a:lnTo>
                <a:lnTo>
                  <a:pt x="480759" y="45836"/>
                </a:lnTo>
                <a:lnTo>
                  <a:pt x="481453" y="45608"/>
                </a:lnTo>
                <a:lnTo>
                  <a:pt x="482157" y="45397"/>
                </a:lnTo>
                <a:lnTo>
                  <a:pt x="482872" y="45205"/>
                </a:lnTo>
                <a:lnTo>
                  <a:pt x="483598" y="45031"/>
                </a:lnTo>
                <a:lnTo>
                  <a:pt x="484335" y="44876"/>
                </a:lnTo>
                <a:lnTo>
                  <a:pt x="485083" y="44739"/>
                </a:lnTo>
                <a:lnTo>
                  <a:pt x="485842" y="44620"/>
                </a:lnTo>
                <a:lnTo>
                  <a:pt x="486612" y="44519"/>
                </a:lnTo>
                <a:lnTo>
                  <a:pt x="487393" y="44437"/>
                </a:lnTo>
                <a:lnTo>
                  <a:pt x="488185" y="44373"/>
                </a:lnTo>
                <a:lnTo>
                  <a:pt x="488988" y="44327"/>
                </a:lnTo>
                <a:lnTo>
                  <a:pt x="489802" y="44300"/>
                </a:lnTo>
                <a:lnTo>
                  <a:pt x="490626" y="44291"/>
                </a:lnTo>
                <a:lnTo>
                  <a:pt x="491402" y="44299"/>
                </a:lnTo>
                <a:lnTo>
                  <a:pt x="492166" y="44324"/>
                </a:lnTo>
                <a:lnTo>
                  <a:pt x="492918" y="44366"/>
                </a:lnTo>
                <a:lnTo>
                  <a:pt x="493660" y="44425"/>
                </a:lnTo>
                <a:lnTo>
                  <a:pt x="494390" y="44500"/>
                </a:lnTo>
                <a:lnTo>
                  <a:pt x="495108" y="44593"/>
                </a:lnTo>
                <a:lnTo>
                  <a:pt x="495816" y="44702"/>
                </a:lnTo>
                <a:lnTo>
                  <a:pt x="496512" y="44828"/>
                </a:lnTo>
                <a:lnTo>
                  <a:pt x="497197" y="44970"/>
                </a:lnTo>
                <a:lnTo>
                  <a:pt x="497870" y="45130"/>
                </a:lnTo>
                <a:lnTo>
                  <a:pt x="498533" y="45306"/>
                </a:lnTo>
                <a:lnTo>
                  <a:pt x="499184" y="45499"/>
                </a:lnTo>
                <a:lnTo>
                  <a:pt x="499823" y="45709"/>
                </a:lnTo>
                <a:lnTo>
                  <a:pt x="500452" y="45935"/>
                </a:lnTo>
                <a:lnTo>
                  <a:pt x="501069" y="46179"/>
                </a:lnTo>
                <a:lnTo>
                  <a:pt x="501674" y="46439"/>
                </a:lnTo>
                <a:lnTo>
                  <a:pt x="502269" y="46716"/>
                </a:lnTo>
                <a:lnTo>
                  <a:pt x="502852" y="47009"/>
                </a:lnTo>
                <a:lnTo>
                  <a:pt x="503424" y="47320"/>
                </a:lnTo>
                <a:lnTo>
                  <a:pt x="503984" y="47647"/>
                </a:lnTo>
                <a:lnTo>
                  <a:pt x="504534" y="47991"/>
                </a:lnTo>
                <a:lnTo>
                  <a:pt x="505071" y="48352"/>
                </a:lnTo>
                <a:lnTo>
                  <a:pt x="505598" y="48730"/>
                </a:lnTo>
                <a:lnTo>
                  <a:pt x="506113" y="49124"/>
                </a:lnTo>
                <a:lnTo>
                  <a:pt x="506612" y="49541"/>
                </a:lnTo>
                <a:lnTo>
                  <a:pt x="507090" y="49986"/>
                </a:lnTo>
                <a:lnTo>
                  <a:pt x="507547" y="50460"/>
                </a:lnTo>
                <a:lnTo>
                  <a:pt x="507982" y="50962"/>
                </a:lnTo>
                <a:lnTo>
                  <a:pt x="508396" y="51492"/>
                </a:lnTo>
                <a:lnTo>
                  <a:pt x="508789" y="52051"/>
                </a:lnTo>
                <a:lnTo>
                  <a:pt x="509161" y="52638"/>
                </a:lnTo>
                <a:lnTo>
                  <a:pt x="509511" y="53253"/>
                </a:lnTo>
                <a:lnTo>
                  <a:pt x="509840" y="53897"/>
                </a:lnTo>
                <a:lnTo>
                  <a:pt x="510148" y="54569"/>
                </a:lnTo>
                <a:lnTo>
                  <a:pt x="510435" y="55269"/>
                </a:lnTo>
                <a:lnTo>
                  <a:pt x="510700" y="55998"/>
                </a:lnTo>
                <a:lnTo>
                  <a:pt x="510944" y="56754"/>
                </a:lnTo>
                <a:lnTo>
                  <a:pt x="511167" y="57540"/>
                </a:lnTo>
                <a:lnTo>
                  <a:pt x="511369" y="58353"/>
                </a:lnTo>
                <a:lnTo>
                  <a:pt x="511550" y="59195"/>
                </a:lnTo>
                <a:lnTo>
                  <a:pt x="511709" y="60066"/>
                </a:lnTo>
                <a:lnTo>
                  <a:pt x="511847" y="60964"/>
                </a:lnTo>
                <a:lnTo>
                  <a:pt x="511964" y="61891"/>
                </a:lnTo>
                <a:lnTo>
                  <a:pt x="512059" y="62846"/>
                </a:lnTo>
                <a:lnTo>
                  <a:pt x="512134" y="63830"/>
                </a:lnTo>
                <a:lnTo>
                  <a:pt x="512187" y="64842"/>
                </a:lnTo>
                <a:lnTo>
                  <a:pt x="512219" y="65882"/>
                </a:lnTo>
                <a:lnTo>
                  <a:pt x="512229" y="66951"/>
                </a:lnTo>
                <a:lnTo>
                  <a:pt x="512229" y="74019"/>
                </a:lnTo>
                <a:lnTo>
                  <a:pt x="510586" y="74040"/>
                </a:lnTo>
                <a:lnTo>
                  <a:pt x="508960" y="74069"/>
                </a:lnTo>
                <a:lnTo>
                  <a:pt x="507351" y="74106"/>
                </a:lnTo>
                <a:lnTo>
                  <a:pt x="505760" y="74150"/>
                </a:lnTo>
                <a:lnTo>
                  <a:pt x="504186" y="74203"/>
                </a:lnTo>
                <a:lnTo>
                  <a:pt x="502630" y="74263"/>
                </a:lnTo>
                <a:lnTo>
                  <a:pt x="501091" y="74331"/>
                </a:lnTo>
                <a:lnTo>
                  <a:pt x="499570" y="74407"/>
                </a:lnTo>
                <a:lnTo>
                  <a:pt x="498066" y="74491"/>
                </a:lnTo>
                <a:lnTo>
                  <a:pt x="496580" y="74583"/>
                </a:lnTo>
                <a:lnTo>
                  <a:pt x="495111" y="74683"/>
                </a:lnTo>
                <a:lnTo>
                  <a:pt x="493660" y="74791"/>
                </a:lnTo>
                <a:lnTo>
                  <a:pt x="492226" y="74906"/>
                </a:lnTo>
                <a:lnTo>
                  <a:pt x="490809" y="75030"/>
                </a:lnTo>
                <a:lnTo>
                  <a:pt x="489410" y="75161"/>
                </a:lnTo>
                <a:lnTo>
                  <a:pt x="488029" y="75300"/>
                </a:lnTo>
                <a:lnTo>
                  <a:pt x="486665" y="75447"/>
                </a:lnTo>
                <a:lnTo>
                  <a:pt x="485318" y="75602"/>
                </a:lnTo>
                <a:lnTo>
                  <a:pt x="483989" y="75765"/>
                </a:lnTo>
                <a:lnTo>
                  <a:pt x="482677" y="75936"/>
                </a:lnTo>
                <a:lnTo>
                  <a:pt x="481383" y="76115"/>
                </a:lnTo>
                <a:lnTo>
                  <a:pt x="480107" y="76301"/>
                </a:lnTo>
                <a:lnTo>
                  <a:pt x="478847" y="76496"/>
                </a:lnTo>
                <a:lnTo>
                  <a:pt x="477606" y="76698"/>
                </a:lnTo>
                <a:lnTo>
                  <a:pt x="476384" y="76912"/>
                </a:lnTo>
                <a:lnTo>
                  <a:pt x="475186" y="77141"/>
                </a:lnTo>
                <a:lnTo>
                  <a:pt x="474011" y="77385"/>
                </a:lnTo>
                <a:lnTo>
                  <a:pt x="472860" y="77645"/>
                </a:lnTo>
                <a:lnTo>
                  <a:pt x="471731" y="77920"/>
                </a:lnTo>
                <a:lnTo>
                  <a:pt x="470627" y="78210"/>
                </a:lnTo>
                <a:lnTo>
                  <a:pt x="469545" y="78516"/>
                </a:lnTo>
                <a:lnTo>
                  <a:pt x="468487" y="78837"/>
                </a:lnTo>
                <a:lnTo>
                  <a:pt x="467451" y="79173"/>
                </a:lnTo>
                <a:lnTo>
                  <a:pt x="466440" y="79524"/>
                </a:lnTo>
                <a:lnTo>
                  <a:pt x="465451" y="79890"/>
                </a:lnTo>
                <a:lnTo>
                  <a:pt x="464486" y="80272"/>
                </a:lnTo>
                <a:lnTo>
                  <a:pt x="463544" y="80669"/>
                </a:lnTo>
                <a:lnTo>
                  <a:pt x="462626" y="81082"/>
                </a:lnTo>
                <a:lnTo>
                  <a:pt x="461730" y="81509"/>
                </a:lnTo>
                <a:lnTo>
                  <a:pt x="460858" y="81952"/>
                </a:lnTo>
                <a:lnTo>
                  <a:pt x="460009" y="82410"/>
                </a:lnTo>
                <a:lnTo>
                  <a:pt x="459184" y="82884"/>
                </a:lnTo>
                <a:lnTo>
                  <a:pt x="458382" y="83372"/>
                </a:lnTo>
                <a:lnTo>
                  <a:pt x="457603" y="83876"/>
                </a:lnTo>
                <a:lnTo>
                  <a:pt x="456847" y="84395"/>
                </a:lnTo>
                <a:lnTo>
                  <a:pt x="456115" y="84930"/>
                </a:lnTo>
                <a:lnTo>
                  <a:pt x="455406" y="85479"/>
                </a:lnTo>
                <a:lnTo>
                  <a:pt x="454720" y="86044"/>
                </a:lnTo>
                <a:lnTo>
                  <a:pt x="454060" y="86628"/>
                </a:lnTo>
                <a:lnTo>
                  <a:pt x="453428" y="87234"/>
                </a:lnTo>
                <a:lnTo>
                  <a:pt x="452825" y="87862"/>
                </a:lnTo>
                <a:lnTo>
                  <a:pt x="452249" y="88512"/>
                </a:lnTo>
                <a:lnTo>
                  <a:pt x="451701" y="89184"/>
                </a:lnTo>
                <a:lnTo>
                  <a:pt x="451182" y="89878"/>
                </a:lnTo>
                <a:lnTo>
                  <a:pt x="450690" y="90594"/>
                </a:lnTo>
                <a:lnTo>
                  <a:pt x="450227" y="91332"/>
                </a:lnTo>
                <a:lnTo>
                  <a:pt x="449791" y="92093"/>
                </a:lnTo>
                <a:lnTo>
                  <a:pt x="449384" y="92875"/>
                </a:lnTo>
                <a:lnTo>
                  <a:pt x="449005" y="93680"/>
                </a:lnTo>
                <a:lnTo>
                  <a:pt x="448654" y="94507"/>
                </a:lnTo>
                <a:lnTo>
                  <a:pt x="448331" y="95356"/>
                </a:lnTo>
                <a:lnTo>
                  <a:pt x="448036" y="96227"/>
                </a:lnTo>
                <a:lnTo>
                  <a:pt x="447769" y="97120"/>
                </a:lnTo>
                <a:lnTo>
                  <a:pt x="447530" y="98035"/>
                </a:lnTo>
                <a:lnTo>
                  <a:pt x="447320" y="98972"/>
                </a:lnTo>
                <a:lnTo>
                  <a:pt x="447137" y="99932"/>
                </a:lnTo>
                <a:lnTo>
                  <a:pt x="446983" y="100913"/>
                </a:lnTo>
                <a:lnTo>
                  <a:pt x="446856" y="101917"/>
                </a:lnTo>
                <a:lnTo>
                  <a:pt x="446758" y="102942"/>
                </a:lnTo>
                <a:lnTo>
                  <a:pt x="446688" y="103990"/>
                </a:lnTo>
                <a:lnTo>
                  <a:pt x="446646" y="105060"/>
                </a:lnTo>
                <a:lnTo>
                  <a:pt x="446632" y="106152"/>
                </a:lnTo>
                <a:lnTo>
                  <a:pt x="446639" y="106922"/>
                </a:lnTo>
                <a:lnTo>
                  <a:pt x="446660" y="107681"/>
                </a:lnTo>
                <a:lnTo>
                  <a:pt x="446696" y="108430"/>
                </a:lnTo>
                <a:lnTo>
                  <a:pt x="446745" y="109168"/>
                </a:lnTo>
                <a:lnTo>
                  <a:pt x="446809" y="109896"/>
                </a:lnTo>
                <a:lnTo>
                  <a:pt x="446888" y="110614"/>
                </a:lnTo>
                <a:lnTo>
                  <a:pt x="446980" y="111322"/>
                </a:lnTo>
                <a:lnTo>
                  <a:pt x="447087" y="112019"/>
                </a:lnTo>
                <a:lnTo>
                  <a:pt x="447207" y="112706"/>
                </a:lnTo>
                <a:lnTo>
                  <a:pt x="447342" y="113382"/>
                </a:lnTo>
                <a:lnTo>
                  <a:pt x="447492" y="114048"/>
                </a:lnTo>
                <a:lnTo>
                  <a:pt x="447655" y="114704"/>
                </a:lnTo>
                <a:lnTo>
                  <a:pt x="447833" y="115349"/>
                </a:lnTo>
                <a:lnTo>
                  <a:pt x="448025" y="115984"/>
                </a:lnTo>
                <a:lnTo>
                  <a:pt x="448231" y="116609"/>
                </a:lnTo>
                <a:lnTo>
                  <a:pt x="448451" y="117223"/>
                </a:lnTo>
                <a:lnTo>
                  <a:pt x="448686" y="117827"/>
                </a:lnTo>
                <a:lnTo>
                  <a:pt x="448934" y="118421"/>
                </a:lnTo>
                <a:lnTo>
                  <a:pt x="449197" y="119004"/>
                </a:lnTo>
                <a:lnTo>
                  <a:pt x="449475" y="119577"/>
                </a:lnTo>
                <a:lnTo>
                  <a:pt x="449766" y="120140"/>
                </a:lnTo>
                <a:lnTo>
                  <a:pt x="450072" y="120692"/>
                </a:lnTo>
                <a:lnTo>
                  <a:pt x="450391" y="121234"/>
                </a:lnTo>
                <a:lnTo>
                  <a:pt x="450725" y="121765"/>
                </a:lnTo>
                <a:lnTo>
                  <a:pt x="451071" y="122286"/>
                </a:lnTo>
                <a:lnTo>
                  <a:pt x="451427" y="122797"/>
                </a:lnTo>
                <a:lnTo>
                  <a:pt x="451792" y="123296"/>
                </a:lnTo>
                <a:lnTo>
                  <a:pt x="452167" y="123785"/>
                </a:lnTo>
                <a:lnTo>
                  <a:pt x="452551" y="124263"/>
                </a:lnTo>
                <a:lnTo>
                  <a:pt x="452945" y="124731"/>
                </a:lnTo>
                <a:lnTo>
                  <a:pt x="453348" y="125188"/>
                </a:lnTo>
                <a:lnTo>
                  <a:pt x="453761" y="125634"/>
                </a:lnTo>
                <a:lnTo>
                  <a:pt x="454184" y="126069"/>
                </a:lnTo>
                <a:lnTo>
                  <a:pt x="454616" y="126494"/>
                </a:lnTo>
                <a:lnTo>
                  <a:pt x="455058" y="126908"/>
                </a:lnTo>
                <a:lnTo>
                  <a:pt x="455510" y="127311"/>
                </a:lnTo>
                <a:lnTo>
                  <a:pt x="455971" y="127704"/>
                </a:lnTo>
                <a:lnTo>
                  <a:pt x="456441" y="128085"/>
                </a:lnTo>
                <a:lnTo>
                  <a:pt x="456921" y="128457"/>
                </a:lnTo>
                <a:lnTo>
                  <a:pt x="457411" y="128817"/>
                </a:lnTo>
                <a:lnTo>
                  <a:pt x="457911" y="129167"/>
                </a:lnTo>
                <a:lnTo>
                  <a:pt x="458420" y="129506"/>
                </a:lnTo>
                <a:lnTo>
                  <a:pt x="458938" y="129834"/>
                </a:lnTo>
                <a:lnTo>
                  <a:pt x="459466" y="130152"/>
                </a:lnTo>
                <a:lnTo>
                  <a:pt x="460004" y="130459"/>
                </a:lnTo>
                <a:lnTo>
                  <a:pt x="460551" y="130755"/>
                </a:lnTo>
                <a:lnTo>
                  <a:pt x="461108" y="131040"/>
                </a:lnTo>
                <a:lnTo>
                  <a:pt x="461675" y="131315"/>
                </a:lnTo>
                <a:lnTo>
                  <a:pt x="462249" y="131579"/>
                </a:lnTo>
                <a:lnTo>
                  <a:pt x="462827" y="131832"/>
                </a:lnTo>
                <a:lnTo>
                  <a:pt x="463411" y="132073"/>
                </a:lnTo>
                <a:lnTo>
                  <a:pt x="464000" y="132303"/>
                </a:lnTo>
                <a:lnTo>
                  <a:pt x="464593" y="132522"/>
                </a:lnTo>
                <a:lnTo>
                  <a:pt x="465192" y="132730"/>
                </a:lnTo>
                <a:lnTo>
                  <a:pt x="465796" y="132926"/>
                </a:lnTo>
                <a:lnTo>
                  <a:pt x="466404" y="133112"/>
                </a:lnTo>
                <a:lnTo>
                  <a:pt x="467018" y="133286"/>
                </a:lnTo>
                <a:lnTo>
                  <a:pt x="467636" y="133449"/>
                </a:lnTo>
                <a:lnTo>
                  <a:pt x="468260" y="133600"/>
                </a:lnTo>
                <a:lnTo>
                  <a:pt x="468888" y="133740"/>
                </a:lnTo>
                <a:lnTo>
                  <a:pt x="469521" y="133870"/>
                </a:lnTo>
                <a:lnTo>
                  <a:pt x="470160" y="133987"/>
                </a:lnTo>
                <a:lnTo>
                  <a:pt x="470803" y="134094"/>
                </a:lnTo>
                <a:lnTo>
                  <a:pt x="471451" y="134190"/>
                </a:lnTo>
                <a:lnTo>
                  <a:pt x="472105" y="134274"/>
                </a:lnTo>
                <a:lnTo>
                  <a:pt x="472763" y="134347"/>
                </a:lnTo>
                <a:lnTo>
                  <a:pt x="473426" y="134409"/>
                </a:lnTo>
                <a:lnTo>
                  <a:pt x="474094" y="134459"/>
                </a:lnTo>
                <a:lnTo>
                  <a:pt x="474767" y="134498"/>
                </a:lnTo>
                <a:lnTo>
                  <a:pt x="475445" y="134526"/>
                </a:lnTo>
                <a:lnTo>
                  <a:pt x="476128" y="134543"/>
                </a:lnTo>
                <a:lnTo>
                  <a:pt x="476816" y="134549"/>
                </a:lnTo>
                <a:lnTo>
                  <a:pt x="477781" y="134541"/>
                </a:lnTo>
                <a:lnTo>
                  <a:pt x="478736" y="134518"/>
                </a:lnTo>
                <a:lnTo>
                  <a:pt x="479681" y="134479"/>
                </a:lnTo>
                <a:close/>
                <a:moveTo>
                  <a:pt x="479004" y="121853"/>
                </a:moveTo>
                <a:lnTo>
                  <a:pt x="478317" y="121799"/>
                </a:lnTo>
                <a:lnTo>
                  <a:pt x="477644" y="121729"/>
                </a:lnTo>
                <a:lnTo>
                  <a:pt x="476986" y="121644"/>
                </a:lnTo>
                <a:lnTo>
                  <a:pt x="476343" y="121543"/>
                </a:lnTo>
                <a:lnTo>
                  <a:pt x="475715" y="121427"/>
                </a:lnTo>
                <a:lnTo>
                  <a:pt x="475102" y="121295"/>
                </a:lnTo>
                <a:lnTo>
                  <a:pt x="474503" y="121148"/>
                </a:lnTo>
                <a:lnTo>
                  <a:pt x="473920" y="120985"/>
                </a:lnTo>
                <a:lnTo>
                  <a:pt x="473352" y="120807"/>
                </a:lnTo>
                <a:lnTo>
                  <a:pt x="472798" y="120613"/>
                </a:lnTo>
                <a:lnTo>
                  <a:pt x="472259" y="120404"/>
                </a:lnTo>
                <a:lnTo>
                  <a:pt x="471736" y="120179"/>
                </a:lnTo>
                <a:lnTo>
                  <a:pt x="471227" y="119939"/>
                </a:lnTo>
                <a:lnTo>
                  <a:pt x="470733" y="119683"/>
                </a:lnTo>
                <a:lnTo>
                  <a:pt x="470254" y="119412"/>
                </a:lnTo>
                <a:lnTo>
                  <a:pt x="469789" y="119125"/>
                </a:lnTo>
                <a:lnTo>
                  <a:pt x="469340" y="118823"/>
                </a:lnTo>
                <a:lnTo>
                  <a:pt x="468906" y="118505"/>
                </a:lnTo>
                <a:lnTo>
                  <a:pt x="468486" y="118172"/>
                </a:lnTo>
                <a:lnTo>
                  <a:pt x="468082" y="117823"/>
                </a:lnTo>
                <a:lnTo>
                  <a:pt x="467692" y="117459"/>
                </a:lnTo>
                <a:lnTo>
                  <a:pt x="467318" y="117082"/>
                </a:lnTo>
                <a:lnTo>
                  <a:pt x="466959" y="116694"/>
                </a:lnTo>
                <a:lnTo>
                  <a:pt x="466617" y="116296"/>
                </a:lnTo>
                <a:lnTo>
                  <a:pt x="466290" y="115887"/>
                </a:lnTo>
                <a:lnTo>
                  <a:pt x="465980" y="115468"/>
                </a:lnTo>
                <a:lnTo>
                  <a:pt x="465685" y="115038"/>
                </a:lnTo>
                <a:lnTo>
                  <a:pt x="465406" y="114598"/>
                </a:lnTo>
                <a:lnTo>
                  <a:pt x="465144" y="114147"/>
                </a:lnTo>
                <a:lnTo>
                  <a:pt x="464897" y="113686"/>
                </a:lnTo>
                <a:lnTo>
                  <a:pt x="464666" y="113214"/>
                </a:lnTo>
                <a:lnTo>
                  <a:pt x="464451" y="112731"/>
                </a:lnTo>
                <a:lnTo>
                  <a:pt x="464252" y="112239"/>
                </a:lnTo>
                <a:lnTo>
                  <a:pt x="464069" y="111735"/>
                </a:lnTo>
                <a:lnTo>
                  <a:pt x="463901" y="111221"/>
                </a:lnTo>
                <a:lnTo>
                  <a:pt x="463750" y="110697"/>
                </a:lnTo>
                <a:lnTo>
                  <a:pt x="463615" y="110162"/>
                </a:lnTo>
                <a:lnTo>
                  <a:pt x="463495" y="109617"/>
                </a:lnTo>
                <a:lnTo>
                  <a:pt x="463392" y="109061"/>
                </a:lnTo>
                <a:lnTo>
                  <a:pt x="463304" y="108494"/>
                </a:lnTo>
                <a:lnTo>
                  <a:pt x="463232" y="107918"/>
                </a:lnTo>
                <a:lnTo>
                  <a:pt x="463177" y="107330"/>
                </a:lnTo>
                <a:lnTo>
                  <a:pt x="463137" y="106732"/>
                </a:lnTo>
                <a:lnTo>
                  <a:pt x="463113" y="106124"/>
                </a:lnTo>
                <a:lnTo>
                  <a:pt x="463105" y="105505"/>
                </a:lnTo>
                <a:lnTo>
                  <a:pt x="463125" y="104601"/>
                </a:lnTo>
                <a:lnTo>
                  <a:pt x="463184" y="103718"/>
                </a:lnTo>
                <a:lnTo>
                  <a:pt x="463283" y="102857"/>
                </a:lnTo>
                <a:lnTo>
                  <a:pt x="463422" y="102017"/>
                </a:lnTo>
                <a:lnTo>
                  <a:pt x="463600" y="101198"/>
                </a:lnTo>
                <a:lnTo>
                  <a:pt x="463817" y="100401"/>
                </a:lnTo>
                <a:lnTo>
                  <a:pt x="464074" y="99625"/>
                </a:lnTo>
                <a:lnTo>
                  <a:pt x="464371" y="98871"/>
                </a:lnTo>
                <a:lnTo>
                  <a:pt x="464707" y="98138"/>
                </a:lnTo>
                <a:lnTo>
                  <a:pt x="465083" y="97426"/>
                </a:lnTo>
                <a:lnTo>
                  <a:pt x="465498" y="96736"/>
                </a:lnTo>
                <a:lnTo>
                  <a:pt x="465953" y="96067"/>
                </a:lnTo>
                <a:lnTo>
                  <a:pt x="466448" y="95419"/>
                </a:lnTo>
                <a:lnTo>
                  <a:pt x="466982" y="94793"/>
                </a:lnTo>
                <a:lnTo>
                  <a:pt x="467556" y="94188"/>
                </a:lnTo>
                <a:lnTo>
                  <a:pt x="468169" y="93605"/>
                </a:lnTo>
                <a:lnTo>
                  <a:pt x="468821" y="93042"/>
                </a:lnTo>
                <a:lnTo>
                  <a:pt x="469514" y="92502"/>
                </a:lnTo>
                <a:lnTo>
                  <a:pt x="470246" y="91982"/>
                </a:lnTo>
                <a:lnTo>
                  <a:pt x="471017" y="91484"/>
                </a:lnTo>
                <a:lnTo>
                  <a:pt x="471828" y="91008"/>
                </a:lnTo>
                <a:lnTo>
                  <a:pt x="472679" y="90553"/>
                </a:lnTo>
                <a:lnTo>
                  <a:pt x="473569" y="90119"/>
                </a:lnTo>
                <a:lnTo>
                  <a:pt x="474498" y="89706"/>
                </a:lnTo>
                <a:lnTo>
                  <a:pt x="475474" y="89312"/>
                </a:lnTo>
                <a:lnTo>
                  <a:pt x="476500" y="88934"/>
                </a:lnTo>
                <a:lnTo>
                  <a:pt x="477579" y="88571"/>
                </a:lnTo>
                <a:lnTo>
                  <a:pt x="478708" y="88224"/>
                </a:lnTo>
                <a:lnTo>
                  <a:pt x="479890" y="87892"/>
                </a:lnTo>
                <a:lnTo>
                  <a:pt x="481123" y="87577"/>
                </a:lnTo>
                <a:lnTo>
                  <a:pt x="482407" y="87276"/>
                </a:lnTo>
                <a:lnTo>
                  <a:pt x="483743" y="86992"/>
                </a:lnTo>
                <a:lnTo>
                  <a:pt x="485131" y="86723"/>
                </a:lnTo>
                <a:lnTo>
                  <a:pt x="486570" y="86470"/>
                </a:lnTo>
                <a:lnTo>
                  <a:pt x="488061" y="86233"/>
                </a:lnTo>
                <a:lnTo>
                  <a:pt x="489603" y="86011"/>
                </a:lnTo>
                <a:lnTo>
                  <a:pt x="491197" y="85805"/>
                </a:lnTo>
                <a:lnTo>
                  <a:pt x="492842" y="85615"/>
                </a:lnTo>
                <a:lnTo>
                  <a:pt x="494539" y="85440"/>
                </a:lnTo>
                <a:lnTo>
                  <a:pt x="496287" y="85281"/>
                </a:lnTo>
                <a:lnTo>
                  <a:pt x="498087" y="85138"/>
                </a:lnTo>
                <a:lnTo>
                  <a:pt x="499939" y="85010"/>
                </a:lnTo>
                <a:lnTo>
                  <a:pt x="501842" y="84898"/>
                </a:lnTo>
                <a:lnTo>
                  <a:pt x="503797" y="84802"/>
                </a:lnTo>
                <a:lnTo>
                  <a:pt x="505803" y="84722"/>
                </a:lnTo>
                <a:lnTo>
                  <a:pt x="507860" y="84657"/>
                </a:lnTo>
                <a:lnTo>
                  <a:pt x="509970" y="84607"/>
                </a:lnTo>
                <a:lnTo>
                  <a:pt x="512131" y="84574"/>
                </a:lnTo>
                <a:lnTo>
                  <a:pt x="512131" y="104891"/>
                </a:lnTo>
                <a:lnTo>
                  <a:pt x="511682" y="105502"/>
                </a:lnTo>
                <a:lnTo>
                  <a:pt x="511225" y="106104"/>
                </a:lnTo>
                <a:lnTo>
                  <a:pt x="510759" y="106698"/>
                </a:lnTo>
                <a:lnTo>
                  <a:pt x="510284" y="107282"/>
                </a:lnTo>
                <a:lnTo>
                  <a:pt x="509800" y="107858"/>
                </a:lnTo>
                <a:lnTo>
                  <a:pt x="509307" y="108424"/>
                </a:lnTo>
                <a:lnTo>
                  <a:pt x="508805" y="108982"/>
                </a:lnTo>
                <a:lnTo>
                  <a:pt x="508294" y="109531"/>
                </a:lnTo>
                <a:lnTo>
                  <a:pt x="507775" y="110070"/>
                </a:lnTo>
                <a:lnTo>
                  <a:pt x="507246" y="110601"/>
                </a:lnTo>
                <a:lnTo>
                  <a:pt x="506709" y="111124"/>
                </a:lnTo>
                <a:lnTo>
                  <a:pt x="506163" y="111637"/>
                </a:lnTo>
                <a:lnTo>
                  <a:pt x="505607" y="112141"/>
                </a:lnTo>
                <a:lnTo>
                  <a:pt x="505043" y="112636"/>
                </a:lnTo>
                <a:lnTo>
                  <a:pt x="504470" y="113123"/>
                </a:lnTo>
                <a:lnTo>
                  <a:pt x="503888" y="113601"/>
                </a:lnTo>
                <a:lnTo>
                  <a:pt x="503298" y="114069"/>
                </a:lnTo>
                <a:lnTo>
                  <a:pt x="502698" y="114529"/>
                </a:lnTo>
                <a:lnTo>
                  <a:pt x="502089" y="114980"/>
                </a:lnTo>
                <a:lnTo>
                  <a:pt x="501472" y="115422"/>
                </a:lnTo>
                <a:lnTo>
                  <a:pt x="500845" y="115855"/>
                </a:lnTo>
                <a:lnTo>
                  <a:pt x="500210" y="116280"/>
                </a:lnTo>
                <a:lnTo>
                  <a:pt x="499566" y="116695"/>
                </a:lnTo>
                <a:lnTo>
                  <a:pt x="498912" y="117101"/>
                </a:lnTo>
                <a:lnTo>
                  <a:pt x="498251" y="117495"/>
                </a:lnTo>
                <a:lnTo>
                  <a:pt x="497583" y="117871"/>
                </a:lnTo>
                <a:lnTo>
                  <a:pt x="496909" y="118231"/>
                </a:lnTo>
                <a:lnTo>
                  <a:pt x="496227" y="118575"/>
                </a:lnTo>
                <a:lnTo>
                  <a:pt x="495539" y="118901"/>
                </a:lnTo>
                <a:lnTo>
                  <a:pt x="494843" y="119211"/>
                </a:lnTo>
                <a:lnTo>
                  <a:pt x="494141" y="119504"/>
                </a:lnTo>
                <a:lnTo>
                  <a:pt x="493432" y="119780"/>
                </a:lnTo>
                <a:lnTo>
                  <a:pt x="492716" y="120039"/>
                </a:lnTo>
                <a:lnTo>
                  <a:pt x="491994" y="120282"/>
                </a:lnTo>
                <a:lnTo>
                  <a:pt x="491264" y="120508"/>
                </a:lnTo>
                <a:lnTo>
                  <a:pt x="490528" y="120717"/>
                </a:lnTo>
                <a:lnTo>
                  <a:pt x="489785" y="120910"/>
                </a:lnTo>
                <a:lnTo>
                  <a:pt x="489034" y="121086"/>
                </a:lnTo>
                <a:lnTo>
                  <a:pt x="488277" y="121245"/>
                </a:lnTo>
                <a:lnTo>
                  <a:pt x="487514" y="121387"/>
                </a:lnTo>
                <a:lnTo>
                  <a:pt x="486743" y="121512"/>
                </a:lnTo>
                <a:lnTo>
                  <a:pt x="485966" y="121621"/>
                </a:lnTo>
                <a:lnTo>
                  <a:pt x="485181" y="121713"/>
                </a:lnTo>
                <a:lnTo>
                  <a:pt x="484390" y="121789"/>
                </a:lnTo>
                <a:lnTo>
                  <a:pt x="483592" y="121847"/>
                </a:lnTo>
                <a:lnTo>
                  <a:pt x="482787" y="121889"/>
                </a:lnTo>
                <a:lnTo>
                  <a:pt x="481975" y="121914"/>
                </a:lnTo>
                <a:lnTo>
                  <a:pt x="481157" y="121923"/>
                </a:lnTo>
                <a:lnTo>
                  <a:pt x="480424" y="121915"/>
                </a:lnTo>
                <a:lnTo>
                  <a:pt x="479707" y="121892"/>
                </a:lnTo>
                <a:lnTo>
                  <a:pt x="479004" y="12185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E768E-667B-4120-A24C-09C36F02F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1386" y="3478632"/>
            <a:ext cx="1210862" cy="321635"/>
          </a:xfrm>
          <a:custGeom xmlns:a="http://schemas.openxmlformats.org/drawingml/2006/main">
            <a:pathLst>
              <a:path w="1210862" h="321635" fill="none">
                <a:moveTo>
                  <a:pt x="0" y="53564"/>
                </a:moveTo>
                <a:cubicBezTo>
                  <a:pt x="0" y="23965"/>
                  <a:pt x="23965" y="0"/>
                  <a:pt x="53648" y="0"/>
                </a:cubicBezTo>
                <a:lnTo>
                  <a:pt x="1157298" y="0"/>
                </a:lnTo>
                <a:cubicBezTo>
                  <a:pt x="1186897" y="0"/>
                  <a:pt x="1210862" y="23965"/>
                  <a:pt x="1210862" y="53564"/>
                </a:cubicBezTo>
                <a:lnTo>
                  <a:pt x="1210862" y="267987"/>
                </a:lnTo>
                <a:cubicBezTo>
                  <a:pt x="1210862" y="297586"/>
                  <a:pt x="1186897" y="321635"/>
                  <a:pt x="1157298" y="321635"/>
                </a:cubicBezTo>
                <a:lnTo>
                  <a:pt x="53648" y="321635"/>
                </a:lnTo>
                <a:cubicBezTo>
                  <a:pt x="23965" y="321635"/>
                  <a:pt x="0" y="297586"/>
                  <a:pt x="0" y="267987"/>
                </a:cubicBezTo>
                <a:lnTo>
                  <a:pt x="0" y="53564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7334" cap="flat">
            <a:solidFill>
              <a:srgbClr val="D45D3B"/>
            </a:solidFill>
            <a:custDash>
              <a:ds d="300003" sp="100000"/>
            </a:custDash>
            <a:miter/>
          </a:ln>
        </p:spPr>
      </p:sp>
      <p:sp>
        <p:nvSpPr>
          <p:cNvPr id="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9ABD4-0838-4ACF-A762-34F3699BC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3999" y="4235421"/>
            <a:ext cx="1791067" cy="327942"/>
          </a:xfrm>
          <a:custGeom xmlns:a="http://schemas.openxmlformats.org/drawingml/2006/main">
            <a:pathLst>
              <a:path w="1791067" h="327942" fill="none">
                <a:moveTo>
                  <a:pt x="0" y="54657"/>
                </a:moveTo>
                <a:cubicBezTo>
                  <a:pt x="0" y="24470"/>
                  <a:pt x="24470" y="0"/>
                  <a:pt x="54657" y="0"/>
                </a:cubicBezTo>
                <a:lnTo>
                  <a:pt x="1736410" y="0"/>
                </a:lnTo>
                <a:cubicBezTo>
                  <a:pt x="1766597" y="0"/>
                  <a:pt x="1791067" y="24470"/>
                  <a:pt x="1791067" y="54657"/>
                </a:cubicBezTo>
                <a:lnTo>
                  <a:pt x="1791067" y="273285"/>
                </a:lnTo>
                <a:cubicBezTo>
                  <a:pt x="1791067" y="303472"/>
                  <a:pt x="1766597" y="327942"/>
                  <a:pt x="1736410" y="327942"/>
                </a:cubicBezTo>
                <a:lnTo>
                  <a:pt x="54657" y="327942"/>
                </a:lnTo>
                <a:cubicBezTo>
                  <a:pt x="24470" y="327942"/>
                  <a:pt x="0" y="303472"/>
                  <a:pt x="0" y="273285"/>
                </a:cubicBezTo>
                <a:lnTo>
                  <a:pt x="0" y="5465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7334" cap="flat">
            <a:solidFill>
              <a:srgbClr val="215F9A"/>
            </a:solidFill>
            <a:custDash>
              <a:ds d="300003" sp="100000"/>
            </a:custDash>
            <a:miter/>
          </a:ln>
        </p:spPr>
      </p:sp>
      <p:sp>
        <p:nvSpPr>
          <p:cNvPr id="67" name="Text Problem">
            <a:extLst xmlns:a="http://schemas.openxmlformats.org/drawingml/2006/main">
              <a:ext uri="{FF2B5EF4-FFF2-40B4-BE49-F238E27FC236}">
                <a16:creationId xmlns:a16="http://schemas.microsoft.com/office/drawing/2014/main" id="{12339928-6BE2-43AA-B00B-1468C9D35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997" y="7818947"/>
            <a:ext cx="817054" cy="155550"/>
          </a:xfrm>
          <a:custGeom xmlns:a="http://schemas.openxmlformats.org/drawingml/2006/main">
            <a:pathLst>
              <a:path w="817054" h="155550">
                <a:moveTo>
                  <a:pt x="55423" y="92828"/>
                </a:moveTo>
                <a:lnTo>
                  <a:pt x="56606" y="92819"/>
                </a:lnTo>
                <a:lnTo>
                  <a:pt x="57779" y="92792"/>
                </a:lnTo>
                <a:lnTo>
                  <a:pt x="58943" y="92747"/>
                </a:lnTo>
                <a:lnTo>
                  <a:pt x="60096" y="92683"/>
                </a:lnTo>
                <a:lnTo>
                  <a:pt x="61239" y="92601"/>
                </a:lnTo>
                <a:lnTo>
                  <a:pt x="62373" y="92501"/>
                </a:lnTo>
                <a:lnTo>
                  <a:pt x="63496" y="92383"/>
                </a:lnTo>
                <a:lnTo>
                  <a:pt x="64610" y="92246"/>
                </a:lnTo>
                <a:lnTo>
                  <a:pt x="65714" y="92092"/>
                </a:lnTo>
                <a:lnTo>
                  <a:pt x="66808" y="91919"/>
                </a:lnTo>
                <a:lnTo>
                  <a:pt x="67891" y="91728"/>
                </a:lnTo>
                <a:lnTo>
                  <a:pt x="68966" y="91519"/>
                </a:lnTo>
                <a:lnTo>
                  <a:pt x="70030" y="91291"/>
                </a:lnTo>
                <a:lnTo>
                  <a:pt x="71084" y="91046"/>
                </a:lnTo>
                <a:lnTo>
                  <a:pt x="72128" y="90782"/>
                </a:lnTo>
                <a:lnTo>
                  <a:pt x="73163" y="90500"/>
                </a:lnTo>
                <a:lnTo>
                  <a:pt x="74187" y="90200"/>
                </a:lnTo>
                <a:lnTo>
                  <a:pt x="75202" y="89882"/>
                </a:lnTo>
                <a:lnTo>
                  <a:pt x="76207" y="89545"/>
                </a:lnTo>
                <a:lnTo>
                  <a:pt x="77202" y="89190"/>
                </a:lnTo>
                <a:lnTo>
                  <a:pt x="78187" y="88817"/>
                </a:lnTo>
                <a:lnTo>
                  <a:pt x="79162" y="88426"/>
                </a:lnTo>
                <a:lnTo>
                  <a:pt x="80127" y="88017"/>
                </a:lnTo>
                <a:lnTo>
                  <a:pt x="81082" y="87590"/>
                </a:lnTo>
                <a:lnTo>
                  <a:pt x="82024" y="87145"/>
                </a:lnTo>
                <a:lnTo>
                  <a:pt x="82950" y="86683"/>
                </a:lnTo>
                <a:lnTo>
                  <a:pt x="83858" y="86203"/>
                </a:lnTo>
                <a:lnTo>
                  <a:pt x="84751" y="85707"/>
                </a:lnTo>
                <a:lnTo>
                  <a:pt x="85626" y="85194"/>
                </a:lnTo>
                <a:lnTo>
                  <a:pt x="86485" y="84664"/>
                </a:lnTo>
                <a:lnTo>
                  <a:pt x="87327" y="84117"/>
                </a:lnTo>
                <a:lnTo>
                  <a:pt x="88153" y="83553"/>
                </a:lnTo>
                <a:lnTo>
                  <a:pt x="88962" y="82972"/>
                </a:lnTo>
                <a:lnTo>
                  <a:pt x="89754" y="82374"/>
                </a:lnTo>
                <a:lnTo>
                  <a:pt x="90530" y="81759"/>
                </a:lnTo>
                <a:lnTo>
                  <a:pt x="91289" y="81127"/>
                </a:lnTo>
                <a:lnTo>
                  <a:pt x="92031" y="80478"/>
                </a:lnTo>
                <a:lnTo>
                  <a:pt x="92757" y="79812"/>
                </a:lnTo>
                <a:lnTo>
                  <a:pt x="93466" y="79129"/>
                </a:lnTo>
                <a:lnTo>
                  <a:pt x="94159" y="78428"/>
                </a:lnTo>
                <a:lnTo>
                  <a:pt x="94835" y="77711"/>
                </a:lnTo>
                <a:lnTo>
                  <a:pt x="95494" y="76977"/>
                </a:lnTo>
                <a:lnTo>
                  <a:pt x="96137" y="76226"/>
                </a:lnTo>
                <a:lnTo>
                  <a:pt x="96763" y="75458"/>
                </a:lnTo>
                <a:lnTo>
                  <a:pt x="97372" y="74673"/>
                </a:lnTo>
                <a:lnTo>
                  <a:pt x="97965" y="73871"/>
                </a:lnTo>
                <a:lnTo>
                  <a:pt x="98541" y="73052"/>
                </a:lnTo>
                <a:lnTo>
                  <a:pt x="99101" y="72216"/>
                </a:lnTo>
                <a:lnTo>
                  <a:pt x="99640" y="71362"/>
                </a:lnTo>
                <a:lnTo>
                  <a:pt x="100157" y="70493"/>
                </a:lnTo>
                <a:lnTo>
                  <a:pt x="100651" y="69606"/>
                </a:lnTo>
                <a:lnTo>
                  <a:pt x="101122" y="68703"/>
                </a:lnTo>
                <a:lnTo>
                  <a:pt x="101569" y="67784"/>
                </a:lnTo>
                <a:lnTo>
                  <a:pt x="101994" y="66847"/>
                </a:lnTo>
                <a:lnTo>
                  <a:pt x="102396" y="65895"/>
                </a:lnTo>
                <a:lnTo>
                  <a:pt x="102775" y="64925"/>
                </a:lnTo>
                <a:lnTo>
                  <a:pt x="103131" y="63939"/>
                </a:lnTo>
                <a:lnTo>
                  <a:pt x="103464" y="62936"/>
                </a:lnTo>
                <a:lnTo>
                  <a:pt x="103774" y="61917"/>
                </a:lnTo>
                <a:lnTo>
                  <a:pt x="104061" y="60881"/>
                </a:lnTo>
                <a:lnTo>
                  <a:pt x="104325" y="59829"/>
                </a:lnTo>
                <a:lnTo>
                  <a:pt x="104567" y="58760"/>
                </a:lnTo>
                <a:lnTo>
                  <a:pt x="104785" y="57674"/>
                </a:lnTo>
                <a:lnTo>
                  <a:pt x="104980" y="56572"/>
                </a:lnTo>
                <a:lnTo>
                  <a:pt x="105152" y="55453"/>
                </a:lnTo>
                <a:lnTo>
                  <a:pt x="105301" y="54317"/>
                </a:lnTo>
                <a:lnTo>
                  <a:pt x="105428" y="53165"/>
                </a:lnTo>
                <a:lnTo>
                  <a:pt x="105531" y="51996"/>
                </a:lnTo>
                <a:lnTo>
                  <a:pt x="105612" y="50811"/>
                </a:lnTo>
                <a:lnTo>
                  <a:pt x="105669" y="49609"/>
                </a:lnTo>
                <a:lnTo>
                  <a:pt x="105703" y="48391"/>
                </a:lnTo>
                <a:lnTo>
                  <a:pt x="105715" y="47155"/>
                </a:lnTo>
                <a:lnTo>
                  <a:pt x="105703" y="45892"/>
                </a:lnTo>
                <a:lnTo>
                  <a:pt x="105669" y="44644"/>
                </a:lnTo>
                <a:lnTo>
                  <a:pt x="105612" y="43413"/>
                </a:lnTo>
                <a:lnTo>
                  <a:pt x="105531" y="42199"/>
                </a:lnTo>
                <a:lnTo>
                  <a:pt x="105428" y="41001"/>
                </a:lnTo>
                <a:lnTo>
                  <a:pt x="105301" y="39819"/>
                </a:lnTo>
                <a:lnTo>
                  <a:pt x="105152" y="38654"/>
                </a:lnTo>
                <a:lnTo>
                  <a:pt x="104980" y="37505"/>
                </a:lnTo>
                <a:lnTo>
                  <a:pt x="104785" y="36373"/>
                </a:lnTo>
                <a:lnTo>
                  <a:pt x="104567" y="35257"/>
                </a:lnTo>
                <a:lnTo>
                  <a:pt x="104325" y="34157"/>
                </a:lnTo>
                <a:lnTo>
                  <a:pt x="104061" y="33074"/>
                </a:lnTo>
                <a:lnTo>
                  <a:pt x="103774" y="32008"/>
                </a:lnTo>
                <a:lnTo>
                  <a:pt x="103464" y="30957"/>
                </a:lnTo>
                <a:lnTo>
                  <a:pt x="103131" y="29923"/>
                </a:lnTo>
                <a:lnTo>
                  <a:pt x="102775" y="28906"/>
                </a:lnTo>
                <a:lnTo>
                  <a:pt x="102396" y="27905"/>
                </a:lnTo>
                <a:lnTo>
                  <a:pt x="101994" y="26920"/>
                </a:lnTo>
                <a:lnTo>
                  <a:pt x="101569" y="25952"/>
                </a:lnTo>
                <a:lnTo>
                  <a:pt x="101122" y="25000"/>
                </a:lnTo>
                <a:lnTo>
                  <a:pt x="100651" y="24065"/>
                </a:lnTo>
                <a:lnTo>
                  <a:pt x="100157" y="23146"/>
                </a:lnTo>
                <a:lnTo>
                  <a:pt x="99640" y="22244"/>
                </a:lnTo>
                <a:lnTo>
                  <a:pt x="99101" y="21358"/>
                </a:lnTo>
                <a:lnTo>
                  <a:pt x="98541" y="20488"/>
                </a:lnTo>
                <a:lnTo>
                  <a:pt x="97965" y="19637"/>
                </a:lnTo>
                <a:lnTo>
                  <a:pt x="97372" y="18803"/>
                </a:lnTo>
                <a:lnTo>
                  <a:pt x="96763" y="17987"/>
                </a:lnTo>
                <a:lnTo>
                  <a:pt x="96137" y="17189"/>
                </a:lnTo>
                <a:lnTo>
                  <a:pt x="95494" y="16409"/>
                </a:lnTo>
                <a:lnTo>
                  <a:pt x="94835" y="15647"/>
                </a:lnTo>
                <a:lnTo>
                  <a:pt x="94159" y="14902"/>
                </a:lnTo>
                <a:lnTo>
                  <a:pt x="93466" y="14175"/>
                </a:lnTo>
                <a:lnTo>
                  <a:pt x="92757" y="13466"/>
                </a:lnTo>
                <a:lnTo>
                  <a:pt x="92031" y="12775"/>
                </a:lnTo>
                <a:lnTo>
                  <a:pt x="91289" y="12102"/>
                </a:lnTo>
                <a:lnTo>
                  <a:pt x="90530" y="11446"/>
                </a:lnTo>
                <a:lnTo>
                  <a:pt x="89754" y="10808"/>
                </a:lnTo>
                <a:lnTo>
                  <a:pt x="88962" y="10188"/>
                </a:lnTo>
                <a:lnTo>
                  <a:pt x="88153" y="9586"/>
                </a:lnTo>
                <a:lnTo>
                  <a:pt x="87327" y="9002"/>
                </a:lnTo>
                <a:lnTo>
                  <a:pt x="86485" y="8435"/>
                </a:lnTo>
                <a:lnTo>
                  <a:pt x="85626" y="7886"/>
                </a:lnTo>
                <a:lnTo>
                  <a:pt x="84751" y="7355"/>
                </a:lnTo>
                <a:lnTo>
                  <a:pt x="83858" y="6842"/>
                </a:lnTo>
                <a:lnTo>
                  <a:pt x="82950" y="6347"/>
                </a:lnTo>
                <a:lnTo>
                  <a:pt x="82024" y="5869"/>
                </a:lnTo>
                <a:lnTo>
                  <a:pt x="81082" y="5410"/>
                </a:lnTo>
                <a:lnTo>
                  <a:pt x="80127" y="4968"/>
                </a:lnTo>
                <a:lnTo>
                  <a:pt x="79162" y="4546"/>
                </a:lnTo>
                <a:lnTo>
                  <a:pt x="78187" y="4142"/>
                </a:lnTo>
                <a:lnTo>
                  <a:pt x="77202" y="3757"/>
                </a:lnTo>
                <a:lnTo>
                  <a:pt x="76207" y="3391"/>
                </a:lnTo>
                <a:lnTo>
                  <a:pt x="75202" y="3043"/>
                </a:lnTo>
                <a:lnTo>
                  <a:pt x="74187" y="2714"/>
                </a:lnTo>
                <a:lnTo>
                  <a:pt x="73163" y="2404"/>
                </a:lnTo>
                <a:lnTo>
                  <a:pt x="72128" y="2113"/>
                </a:lnTo>
                <a:lnTo>
                  <a:pt x="71084" y="1841"/>
                </a:lnTo>
                <a:lnTo>
                  <a:pt x="70030" y="1587"/>
                </a:lnTo>
                <a:lnTo>
                  <a:pt x="68966" y="1352"/>
                </a:lnTo>
                <a:lnTo>
                  <a:pt x="67891" y="1136"/>
                </a:lnTo>
                <a:lnTo>
                  <a:pt x="66808" y="939"/>
                </a:lnTo>
                <a:lnTo>
                  <a:pt x="65714" y="761"/>
                </a:lnTo>
                <a:lnTo>
                  <a:pt x="64610" y="601"/>
                </a:lnTo>
                <a:lnTo>
                  <a:pt x="63496" y="460"/>
                </a:lnTo>
                <a:lnTo>
                  <a:pt x="62373" y="338"/>
                </a:lnTo>
                <a:lnTo>
                  <a:pt x="61239" y="235"/>
                </a:lnTo>
                <a:lnTo>
                  <a:pt x="60096" y="150"/>
                </a:lnTo>
                <a:lnTo>
                  <a:pt x="58943" y="85"/>
                </a:lnTo>
                <a:lnTo>
                  <a:pt x="57779" y="38"/>
                </a:lnTo>
                <a:lnTo>
                  <a:pt x="56606" y="9"/>
                </a:lnTo>
                <a:lnTo>
                  <a:pt x="55423" y="0"/>
                </a:lnTo>
                <a:lnTo>
                  <a:pt x="0" y="0"/>
                </a:lnTo>
                <a:lnTo>
                  <a:pt x="0" y="153498"/>
                </a:lnTo>
                <a:lnTo>
                  <a:pt x="20527" y="153498"/>
                </a:lnTo>
                <a:lnTo>
                  <a:pt x="20527" y="92828"/>
                </a:lnTo>
                <a:lnTo>
                  <a:pt x="55423" y="92828"/>
                </a:lnTo>
                <a:close/>
                <a:moveTo>
                  <a:pt x="54968" y="16891"/>
                </a:moveTo>
                <a:lnTo>
                  <a:pt x="56091" y="16929"/>
                </a:lnTo>
                <a:lnTo>
                  <a:pt x="57196" y="16993"/>
                </a:lnTo>
                <a:lnTo>
                  <a:pt x="58284" y="17083"/>
                </a:lnTo>
                <a:lnTo>
                  <a:pt x="59354" y="17199"/>
                </a:lnTo>
                <a:lnTo>
                  <a:pt x="60405" y="17340"/>
                </a:lnTo>
                <a:lnTo>
                  <a:pt x="61440" y="17507"/>
                </a:lnTo>
                <a:lnTo>
                  <a:pt x="62456" y="17700"/>
                </a:lnTo>
                <a:lnTo>
                  <a:pt x="63454" y="17918"/>
                </a:lnTo>
                <a:lnTo>
                  <a:pt x="64435" y="18162"/>
                </a:lnTo>
                <a:lnTo>
                  <a:pt x="65398" y="18432"/>
                </a:lnTo>
                <a:lnTo>
                  <a:pt x="66343" y="18727"/>
                </a:lnTo>
                <a:lnTo>
                  <a:pt x="67270" y="19049"/>
                </a:lnTo>
                <a:lnTo>
                  <a:pt x="68179" y="19395"/>
                </a:lnTo>
                <a:lnTo>
                  <a:pt x="69071" y="19768"/>
                </a:lnTo>
                <a:lnTo>
                  <a:pt x="69944" y="20166"/>
                </a:lnTo>
                <a:lnTo>
                  <a:pt x="70800" y="20590"/>
                </a:lnTo>
                <a:lnTo>
                  <a:pt x="71638" y="21039"/>
                </a:lnTo>
                <a:lnTo>
                  <a:pt x="72459" y="21515"/>
                </a:lnTo>
                <a:lnTo>
                  <a:pt x="73261" y="22016"/>
                </a:lnTo>
                <a:lnTo>
                  <a:pt x="74046" y="22542"/>
                </a:lnTo>
                <a:lnTo>
                  <a:pt x="74812" y="23095"/>
                </a:lnTo>
                <a:lnTo>
                  <a:pt x="75561" y="23673"/>
                </a:lnTo>
                <a:lnTo>
                  <a:pt x="76293" y="24276"/>
                </a:lnTo>
                <a:lnTo>
                  <a:pt x="77000" y="24907"/>
                </a:lnTo>
                <a:lnTo>
                  <a:pt x="77677" y="25565"/>
                </a:lnTo>
                <a:lnTo>
                  <a:pt x="78324" y="26252"/>
                </a:lnTo>
                <a:lnTo>
                  <a:pt x="78941" y="26967"/>
                </a:lnTo>
                <a:lnTo>
                  <a:pt x="79528" y="27710"/>
                </a:lnTo>
                <a:lnTo>
                  <a:pt x="80084" y="28481"/>
                </a:lnTo>
                <a:lnTo>
                  <a:pt x="80611" y="29279"/>
                </a:lnTo>
                <a:lnTo>
                  <a:pt x="81108" y="30107"/>
                </a:lnTo>
                <a:lnTo>
                  <a:pt x="81574" y="30962"/>
                </a:lnTo>
                <a:lnTo>
                  <a:pt x="82010" y="31845"/>
                </a:lnTo>
                <a:lnTo>
                  <a:pt x="82417" y="32756"/>
                </a:lnTo>
                <a:lnTo>
                  <a:pt x="82793" y="33695"/>
                </a:lnTo>
                <a:lnTo>
                  <a:pt x="83139" y="34663"/>
                </a:lnTo>
                <a:lnTo>
                  <a:pt x="83455" y="35658"/>
                </a:lnTo>
                <a:lnTo>
                  <a:pt x="83741" y="36681"/>
                </a:lnTo>
                <a:lnTo>
                  <a:pt x="83997" y="37733"/>
                </a:lnTo>
                <a:lnTo>
                  <a:pt x="84222" y="38813"/>
                </a:lnTo>
                <a:lnTo>
                  <a:pt x="84418" y="39920"/>
                </a:lnTo>
                <a:lnTo>
                  <a:pt x="84583" y="41056"/>
                </a:lnTo>
                <a:lnTo>
                  <a:pt x="84719" y="42220"/>
                </a:lnTo>
                <a:lnTo>
                  <a:pt x="84824" y="43412"/>
                </a:lnTo>
                <a:lnTo>
                  <a:pt x="84899" y="44631"/>
                </a:lnTo>
                <a:lnTo>
                  <a:pt x="84945" y="45879"/>
                </a:lnTo>
                <a:lnTo>
                  <a:pt x="84960" y="47155"/>
                </a:lnTo>
                <a:lnTo>
                  <a:pt x="84945" y="48347"/>
                </a:lnTo>
                <a:lnTo>
                  <a:pt x="84900" y="49514"/>
                </a:lnTo>
                <a:lnTo>
                  <a:pt x="84825" y="50654"/>
                </a:lnTo>
                <a:lnTo>
                  <a:pt x="84720" y="51770"/>
                </a:lnTo>
                <a:lnTo>
                  <a:pt x="84586" y="52860"/>
                </a:lnTo>
                <a:lnTo>
                  <a:pt x="84422" y="53924"/>
                </a:lnTo>
                <a:lnTo>
                  <a:pt x="84227" y="54963"/>
                </a:lnTo>
                <a:lnTo>
                  <a:pt x="84003" y="55976"/>
                </a:lnTo>
                <a:lnTo>
                  <a:pt x="83749" y="56964"/>
                </a:lnTo>
                <a:lnTo>
                  <a:pt x="83465" y="57926"/>
                </a:lnTo>
                <a:lnTo>
                  <a:pt x="83151" y="58863"/>
                </a:lnTo>
                <a:lnTo>
                  <a:pt x="82807" y="59775"/>
                </a:lnTo>
                <a:lnTo>
                  <a:pt x="82433" y="60661"/>
                </a:lnTo>
                <a:lnTo>
                  <a:pt x="82030" y="61521"/>
                </a:lnTo>
                <a:lnTo>
                  <a:pt x="81596" y="62356"/>
                </a:lnTo>
                <a:lnTo>
                  <a:pt x="81133" y="63165"/>
                </a:lnTo>
                <a:lnTo>
                  <a:pt x="80640" y="63949"/>
                </a:lnTo>
                <a:lnTo>
                  <a:pt x="80117" y="64708"/>
                </a:lnTo>
                <a:lnTo>
                  <a:pt x="79563" y="65441"/>
                </a:lnTo>
                <a:lnTo>
                  <a:pt x="78980" y="66148"/>
                </a:lnTo>
                <a:lnTo>
                  <a:pt x="78368" y="66830"/>
                </a:lnTo>
                <a:lnTo>
                  <a:pt x="77725" y="67487"/>
                </a:lnTo>
                <a:lnTo>
                  <a:pt x="77052" y="68118"/>
                </a:lnTo>
                <a:lnTo>
                  <a:pt x="76350" y="68723"/>
                </a:lnTo>
                <a:lnTo>
                  <a:pt x="75623" y="69304"/>
                </a:lnTo>
                <a:lnTo>
                  <a:pt x="74878" y="69859"/>
                </a:lnTo>
                <a:lnTo>
                  <a:pt x="74114" y="70390"/>
                </a:lnTo>
                <a:lnTo>
                  <a:pt x="73332" y="70897"/>
                </a:lnTo>
                <a:lnTo>
                  <a:pt x="72532" y="71378"/>
                </a:lnTo>
                <a:lnTo>
                  <a:pt x="71713" y="71835"/>
                </a:lnTo>
                <a:lnTo>
                  <a:pt x="70876" y="72267"/>
                </a:lnTo>
                <a:lnTo>
                  <a:pt x="70020" y="72675"/>
                </a:lnTo>
                <a:lnTo>
                  <a:pt x="69146" y="73058"/>
                </a:lnTo>
                <a:lnTo>
                  <a:pt x="68254" y="73416"/>
                </a:lnTo>
                <a:lnTo>
                  <a:pt x="67343" y="73749"/>
                </a:lnTo>
                <a:lnTo>
                  <a:pt x="66414" y="74058"/>
                </a:lnTo>
                <a:lnTo>
                  <a:pt x="65466" y="74342"/>
                </a:lnTo>
                <a:lnTo>
                  <a:pt x="64500" y="74602"/>
                </a:lnTo>
                <a:lnTo>
                  <a:pt x="63516" y="74836"/>
                </a:lnTo>
                <a:lnTo>
                  <a:pt x="62513" y="75046"/>
                </a:lnTo>
                <a:lnTo>
                  <a:pt x="61491" y="75231"/>
                </a:lnTo>
                <a:lnTo>
                  <a:pt x="60452" y="75392"/>
                </a:lnTo>
                <a:lnTo>
                  <a:pt x="59394" y="75528"/>
                </a:lnTo>
                <a:lnTo>
                  <a:pt x="58317" y="75639"/>
                </a:lnTo>
                <a:lnTo>
                  <a:pt x="57222" y="75725"/>
                </a:lnTo>
                <a:lnTo>
                  <a:pt x="56109" y="75787"/>
                </a:lnTo>
                <a:lnTo>
                  <a:pt x="54977" y="75824"/>
                </a:lnTo>
                <a:lnTo>
                  <a:pt x="53827" y="75836"/>
                </a:lnTo>
                <a:lnTo>
                  <a:pt x="20527" y="75836"/>
                </a:lnTo>
                <a:lnTo>
                  <a:pt x="20527" y="16878"/>
                </a:lnTo>
                <a:lnTo>
                  <a:pt x="53827" y="16878"/>
                </a:lnTo>
                <a:lnTo>
                  <a:pt x="54968" y="16891"/>
                </a:lnTo>
                <a:close/>
                <a:moveTo>
                  <a:pt x="503953" y="137988"/>
                </a:moveTo>
                <a:lnTo>
                  <a:pt x="503121" y="137979"/>
                </a:lnTo>
                <a:lnTo>
                  <a:pt x="502314" y="137950"/>
                </a:lnTo>
                <a:lnTo>
                  <a:pt x="501533" y="137903"/>
                </a:lnTo>
                <a:lnTo>
                  <a:pt x="500778" y="137836"/>
                </a:lnTo>
                <a:lnTo>
                  <a:pt x="500049" y="137751"/>
                </a:lnTo>
                <a:lnTo>
                  <a:pt x="499345" y="137646"/>
                </a:lnTo>
                <a:lnTo>
                  <a:pt x="498668" y="137522"/>
                </a:lnTo>
                <a:lnTo>
                  <a:pt x="498017" y="137380"/>
                </a:lnTo>
                <a:lnTo>
                  <a:pt x="497392" y="137218"/>
                </a:lnTo>
                <a:lnTo>
                  <a:pt x="496792" y="137038"/>
                </a:lnTo>
                <a:lnTo>
                  <a:pt x="496219" y="136838"/>
                </a:lnTo>
                <a:lnTo>
                  <a:pt x="495671" y="136620"/>
                </a:lnTo>
                <a:lnTo>
                  <a:pt x="495150" y="136382"/>
                </a:lnTo>
                <a:lnTo>
                  <a:pt x="494654" y="136125"/>
                </a:lnTo>
                <a:lnTo>
                  <a:pt x="494184" y="135850"/>
                </a:lnTo>
                <a:lnTo>
                  <a:pt x="493741" y="135555"/>
                </a:lnTo>
                <a:lnTo>
                  <a:pt x="493323" y="135242"/>
                </a:lnTo>
                <a:lnTo>
                  <a:pt x="492931" y="134909"/>
                </a:lnTo>
                <a:lnTo>
                  <a:pt x="492565" y="134557"/>
                </a:lnTo>
                <a:lnTo>
                  <a:pt x="492225" y="134187"/>
                </a:lnTo>
                <a:lnTo>
                  <a:pt x="491911" y="133797"/>
                </a:lnTo>
                <a:lnTo>
                  <a:pt x="491622" y="133389"/>
                </a:lnTo>
                <a:lnTo>
                  <a:pt x="491360" y="132961"/>
                </a:lnTo>
                <a:lnTo>
                  <a:pt x="491124" y="132514"/>
                </a:lnTo>
                <a:lnTo>
                  <a:pt x="490905" y="132050"/>
                </a:lnTo>
                <a:lnTo>
                  <a:pt x="490696" y="131568"/>
                </a:lnTo>
                <a:lnTo>
                  <a:pt x="490496" y="131069"/>
                </a:lnTo>
                <a:lnTo>
                  <a:pt x="490305" y="130553"/>
                </a:lnTo>
                <a:lnTo>
                  <a:pt x="490124" y="130021"/>
                </a:lnTo>
                <a:lnTo>
                  <a:pt x="489951" y="129471"/>
                </a:lnTo>
                <a:lnTo>
                  <a:pt x="489789" y="128904"/>
                </a:lnTo>
                <a:lnTo>
                  <a:pt x="489635" y="128320"/>
                </a:lnTo>
                <a:lnTo>
                  <a:pt x="489491" y="127719"/>
                </a:lnTo>
                <a:lnTo>
                  <a:pt x="489356" y="127101"/>
                </a:lnTo>
                <a:lnTo>
                  <a:pt x="489230" y="126466"/>
                </a:lnTo>
                <a:lnTo>
                  <a:pt x="489114" y="125814"/>
                </a:lnTo>
                <a:lnTo>
                  <a:pt x="489007" y="125145"/>
                </a:lnTo>
                <a:lnTo>
                  <a:pt x="488909" y="124459"/>
                </a:lnTo>
                <a:lnTo>
                  <a:pt x="488821" y="123756"/>
                </a:lnTo>
                <a:lnTo>
                  <a:pt x="488742" y="123036"/>
                </a:lnTo>
                <a:lnTo>
                  <a:pt x="488672" y="122299"/>
                </a:lnTo>
                <a:lnTo>
                  <a:pt x="488611" y="121545"/>
                </a:lnTo>
                <a:lnTo>
                  <a:pt x="488560" y="120774"/>
                </a:lnTo>
                <a:lnTo>
                  <a:pt x="488518" y="119986"/>
                </a:lnTo>
                <a:lnTo>
                  <a:pt x="488486" y="119180"/>
                </a:lnTo>
                <a:lnTo>
                  <a:pt x="488463" y="118358"/>
                </a:lnTo>
                <a:lnTo>
                  <a:pt x="488449" y="117519"/>
                </a:lnTo>
                <a:lnTo>
                  <a:pt x="488444" y="116663"/>
                </a:lnTo>
                <a:lnTo>
                  <a:pt x="488444" y="0"/>
                </a:lnTo>
                <a:lnTo>
                  <a:pt x="469513" y="0"/>
                </a:lnTo>
                <a:lnTo>
                  <a:pt x="469513" y="117575"/>
                </a:lnTo>
                <a:lnTo>
                  <a:pt x="469518" y="118510"/>
                </a:lnTo>
                <a:lnTo>
                  <a:pt x="469532" y="119434"/>
                </a:lnTo>
                <a:lnTo>
                  <a:pt x="469554" y="120347"/>
                </a:lnTo>
                <a:lnTo>
                  <a:pt x="469586" y="121248"/>
                </a:lnTo>
                <a:lnTo>
                  <a:pt x="469627" y="122138"/>
                </a:lnTo>
                <a:lnTo>
                  <a:pt x="469677" y="123017"/>
                </a:lnTo>
                <a:lnTo>
                  <a:pt x="469737" y="123884"/>
                </a:lnTo>
                <a:lnTo>
                  <a:pt x="469805" y="124741"/>
                </a:lnTo>
                <a:lnTo>
                  <a:pt x="469882" y="125585"/>
                </a:lnTo>
                <a:lnTo>
                  <a:pt x="469969" y="126419"/>
                </a:lnTo>
                <a:lnTo>
                  <a:pt x="470064" y="127241"/>
                </a:lnTo>
                <a:lnTo>
                  <a:pt x="470169" y="128052"/>
                </a:lnTo>
                <a:lnTo>
                  <a:pt x="470283" y="128852"/>
                </a:lnTo>
                <a:lnTo>
                  <a:pt x="470406" y="129641"/>
                </a:lnTo>
                <a:lnTo>
                  <a:pt x="470538" y="130418"/>
                </a:lnTo>
                <a:lnTo>
                  <a:pt x="470679" y="131184"/>
                </a:lnTo>
                <a:lnTo>
                  <a:pt x="470829" y="131938"/>
                </a:lnTo>
                <a:lnTo>
                  <a:pt x="470989" y="132682"/>
                </a:lnTo>
                <a:lnTo>
                  <a:pt x="471157" y="133414"/>
                </a:lnTo>
                <a:lnTo>
                  <a:pt x="471335" y="134135"/>
                </a:lnTo>
                <a:lnTo>
                  <a:pt x="471522" y="134844"/>
                </a:lnTo>
                <a:lnTo>
                  <a:pt x="471717" y="135542"/>
                </a:lnTo>
                <a:lnTo>
                  <a:pt x="471922" y="136229"/>
                </a:lnTo>
                <a:lnTo>
                  <a:pt x="472136" y="136905"/>
                </a:lnTo>
                <a:lnTo>
                  <a:pt x="472363" y="137568"/>
                </a:lnTo>
                <a:lnTo>
                  <a:pt x="472605" y="138219"/>
                </a:lnTo>
                <a:lnTo>
                  <a:pt x="472863" y="138856"/>
                </a:lnTo>
                <a:lnTo>
                  <a:pt x="473137" y="139480"/>
                </a:lnTo>
                <a:lnTo>
                  <a:pt x="473427" y="140091"/>
                </a:lnTo>
                <a:lnTo>
                  <a:pt x="473733" y="140689"/>
                </a:lnTo>
                <a:lnTo>
                  <a:pt x="474054" y="141274"/>
                </a:lnTo>
                <a:lnTo>
                  <a:pt x="474392" y="141846"/>
                </a:lnTo>
                <a:lnTo>
                  <a:pt x="474745" y="142405"/>
                </a:lnTo>
                <a:lnTo>
                  <a:pt x="475114" y="142951"/>
                </a:lnTo>
                <a:lnTo>
                  <a:pt x="475499" y="143484"/>
                </a:lnTo>
                <a:lnTo>
                  <a:pt x="475900" y="144004"/>
                </a:lnTo>
                <a:lnTo>
                  <a:pt x="476316" y="144510"/>
                </a:lnTo>
                <a:lnTo>
                  <a:pt x="476749" y="145004"/>
                </a:lnTo>
                <a:lnTo>
                  <a:pt x="477197" y="145484"/>
                </a:lnTo>
                <a:lnTo>
                  <a:pt x="477661" y="145952"/>
                </a:lnTo>
                <a:lnTo>
                  <a:pt x="478141" y="146406"/>
                </a:lnTo>
                <a:lnTo>
                  <a:pt x="478637" y="146848"/>
                </a:lnTo>
                <a:lnTo>
                  <a:pt x="479148" y="147276"/>
                </a:lnTo>
                <a:lnTo>
                  <a:pt x="479676" y="147691"/>
                </a:lnTo>
                <a:lnTo>
                  <a:pt x="480219" y="148093"/>
                </a:lnTo>
                <a:lnTo>
                  <a:pt x="480778" y="148482"/>
                </a:lnTo>
                <a:lnTo>
                  <a:pt x="481353" y="148858"/>
                </a:lnTo>
                <a:lnTo>
                  <a:pt x="481944" y="149221"/>
                </a:lnTo>
                <a:lnTo>
                  <a:pt x="482554" y="149570"/>
                </a:lnTo>
                <a:lnTo>
                  <a:pt x="483185" y="149904"/>
                </a:lnTo>
                <a:lnTo>
                  <a:pt x="483840" y="150223"/>
                </a:lnTo>
                <a:lnTo>
                  <a:pt x="484516" y="150528"/>
                </a:lnTo>
                <a:lnTo>
                  <a:pt x="485214" y="150817"/>
                </a:lnTo>
                <a:lnTo>
                  <a:pt x="485935" y="151092"/>
                </a:lnTo>
                <a:lnTo>
                  <a:pt x="486678" y="151352"/>
                </a:lnTo>
                <a:lnTo>
                  <a:pt x="487443" y="151597"/>
                </a:lnTo>
                <a:lnTo>
                  <a:pt x="488230" y="151827"/>
                </a:lnTo>
                <a:lnTo>
                  <a:pt x="489040" y="152042"/>
                </a:lnTo>
                <a:lnTo>
                  <a:pt x="489871" y="152243"/>
                </a:lnTo>
                <a:lnTo>
                  <a:pt x="490725" y="152428"/>
                </a:lnTo>
                <a:lnTo>
                  <a:pt x="491601" y="152599"/>
                </a:lnTo>
                <a:lnTo>
                  <a:pt x="492499" y="152755"/>
                </a:lnTo>
                <a:lnTo>
                  <a:pt x="493419" y="152896"/>
                </a:lnTo>
                <a:lnTo>
                  <a:pt x="494361" y="153022"/>
                </a:lnTo>
                <a:lnTo>
                  <a:pt x="495326" y="153134"/>
                </a:lnTo>
                <a:lnTo>
                  <a:pt x="496313" y="153230"/>
                </a:lnTo>
                <a:lnTo>
                  <a:pt x="497322" y="153312"/>
                </a:lnTo>
                <a:lnTo>
                  <a:pt x="498353" y="153379"/>
                </a:lnTo>
                <a:lnTo>
                  <a:pt x="499406" y="153431"/>
                </a:lnTo>
                <a:lnTo>
                  <a:pt x="500482" y="153468"/>
                </a:lnTo>
                <a:lnTo>
                  <a:pt x="501579" y="153490"/>
                </a:lnTo>
                <a:lnTo>
                  <a:pt x="502699" y="153498"/>
                </a:lnTo>
                <a:lnTo>
                  <a:pt x="509085" y="153498"/>
                </a:lnTo>
                <a:lnTo>
                  <a:pt x="509085" y="137988"/>
                </a:lnTo>
                <a:lnTo>
                  <a:pt x="503953" y="137988"/>
                </a:lnTo>
                <a:close/>
                <a:moveTo>
                  <a:pt x="395996" y="155446"/>
                </a:moveTo>
                <a:lnTo>
                  <a:pt x="397130" y="155364"/>
                </a:lnTo>
                <a:lnTo>
                  <a:pt x="398251" y="155260"/>
                </a:lnTo>
                <a:lnTo>
                  <a:pt x="399360" y="155132"/>
                </a:lnTo>
                <a:lnTo>
                  <a:pt x="400456" y="154981"/>
                </a:lnTo>
                <a:lnTo>
                  <a:pt x="401539" y="154807"/>
                </a:lnTo>
                <a:lnTo>
                  <a:pt x="402610" y="154609"/>
                </a:lnTo>
                <a:lnTo>
                  <a:pt x="403668" y="154388"/>
                </a:lnTo>
                <a:lnTo>
                  <a:pt x="404713" y="154144"/>
                </a:lnTo>
                <a:lnTo>
                  <a:pt x="405746" y="153877"/>
                </a:lnTo>
                <a:lnTo>
                  <a:pt x="406766" y="153587"/>
                </a:lnTo>
                <a:lnTo>
                  <a:pt x="407773" y="153273"/>
                </a:lnTo>
                <a:lnTo>
                  <a:pt x="408768" y="152936"/>
                </a:lnTo>
                <a:lnTo>
                  <a:pt x="409750" y="152576"/>
                </a:lnTo>
                <a:lnTo>
                  <a:pt x="410720" y="152192"/>
                </a:lnTo>
                <a:lnTo>
                  <a:pt x="411676" y="151786"/>
                </a:lnTo>
                <a:lnTo>
                  <a:pt x="412620" y="151356"/>
                </a:lnTo>
                <a:lnTo>
                  <a:pt x="413551" y="150903"/>
                </a:lnTo>
                <a:lnTo>
                  <a:pt x="414470" y="150426"/>
                </a:lnTo>
                <a:lnTo>
                  <a:pt x="415376" y="149927"/>
                </a:lnTo>
                <a:lnTo>
                  <a:pt x="416269" y="149404"/>
                </a:lnTo>
                <a:lnTo>
                  <a:pt x="417150" y="148858"/>
                </a:lnTo>
                <a:lnTo>
                  <a:pt x="418016" y="148289"/>
                </a:lnTo>
                <a:lnTo>
                  <a:pt x="418866" y="147697"/>
                </a:lnTo>
                <a:lnTo>
                  <a:pt x="419699" y="147083"/>
                </a:lnTo>
                <a:lnTo>
                  <a:pt x="420516" y="146446"/>
                </a:lnTo>
                <a:lnTo>
                  <a:pt x="421316" y="145786"/>
                </a:lnTo>
                <a:lnTo>
                  <a:pt x="422100" y="145104"/>
                </a:lnTo>
                <a:lnTo>
                  <a:pt x="422868" y="144399"/>
                </a:lnTo>
                <a:lnTo>
                  <a:pt x="423619" y="143672"/>
                </a:lnTo>
                <a:lnTo>
                  <a:pt x="424353" y="142921"/>
                </a:lnTo>
                <a:lnTo>
                  <a:pt x="425071" y="142149"/>
                </a:lnTo>
                <a:lnTo>
                  <a:pt x="425773" y="141353"/>
                </a:lnTo>
                <a:lnTo>
                  <a:pt x="426459" y="140535"/>
                </a:lnTo>
                <a:lnTo>
                  <a:pt x="427127" y="139695"/>
                </a:lnTo>
                <a:lnTo>
                  <a:pt x="427780" y="138831"/>
                </a:lnTo>
                <a:lnTo>
                  <a:pt x="428416" y="137946"/>
                </a:lnTo>
                <a:lnTo>
                  <a:pt x="429036" y="137037"/>
                </a:lnTo>
                <a:lnTo>
                  <a:pt x="429639" y="136106"/>
                </a:lnTo>
                <a:lnTo>
                  <a:pt x="430225" y="135152"/>
                </a:lnTo>
                <a:lnTo>
                  <a:pt x="430796" y="134176"/>
                </a:lnTo>
                <a:lnTo>
                  <a:pt x="431350" y="133177"/>
                </a:lnTo>
                <a:lnTo>
                  <a:pt x="431887" y="132155"/>
                </a:lnTo>
                <a:lnTo>
                  <a:pt x="432408" y="131111"/>
                </a:lnTo>
                <a:lnTo>
                  <a:pt x="432913" y="130044"/>
                </a:lnTo>
                <a:lnTo>
                  <a:pt x="433401" y="128954"/>
                </a:lnTo>
                <a:lnTo>
                  <a:pt x="433871" y="127842"/>
                </a:lnTo>
                <a:lnTo>
                  <a:pt x="434321" y="126708"/>
                </a:lnTo>
                <a:lnTo>
                  <a:pt x="434751" y="125552"/>
                </a:lnTo>
                <a:lnTo>
                  <a:pt x="435160" y="124375"/>
                </a:lnTo>
                <a:lnTo>
                  <a:pt x="435550" y="123176"/>
                </a:lnTo>
                <a:lnTo>
                  <a:pt x="435920" y="121955"/>
                </a:lnTo>
                <a:lnTo>
                  <a:pt x="436270" y="120712"/>
                </a:lnTo>
                <a:lnTo>
                  <a:pt x="436600" y="119447"/>
                </a:lnTo>
                <a:lnTo>
                  <a:pt x="436910" y="118161"/>
                </a:lnTo>
                <a:lnTo>
                  <a:pt x="437200" y="116853"/>
                </a:lnTo>
                <a:lnTo>
                  <a:pt x="437470" y="115523"/>
                </a:lnTo>
                <a:lnTo>
                  <a:pt x="437720" y="114171"/>
                </a:lnTo>
                <a:lnTo>
                  <a:pt x="437950" y="112797"/>
                </a:lnTo>
                <a:lnTo>
                  <a:pt x="438160" y="111402"/>
                </a:lnTo>
                <a:lnTo>
                  <a:pt x="438350" y="109985"/>
                </a:lnTo>
                <a:lnTo>
                  <a:pt x="438520" y="108546"/>
                </a:lnTo>
                <a:lnTo>
                  <a:pt x="438670" y="107085"/>
                </a:lnTo>
                <a:lnTo>
                  <a:pt x="438800" y="105602"/>
                </a:lnTo>
                <a:lnTo>
                  <a:pt x="438910" y="104098"/>
                </a:lnTo>
                <a:lnTo>
                  <a:pt x="439000" y="102572"/>
                </a:lnTo>
                <a:lnTo>
                  <a:pt x="439070" y="101024"/>
                </a:lnTo>
                <a:lnTo>
                  <a:pt x="439120" y="99454"/>
                </a:lnTo>
                <a:lnTo>
                  <a:pt x="439150" y="97863"/>
                </a:lnTo>
                <a:lnTo>
                  <a:pt x="439160" y="96250"/>
                </a:lnTo>
                <a:lnTo>
                  <a:pt x="439150" y="94627"/>
                </a:lnTo>
                <a:lnTo>
                  <a:pt x="439122" y="93026"/>
                </a:lnTo>
                <a:lnTo>
                  <a:pt x="439075" y="91448"/>
                </a:lnTo>
                <a:lnTo>
                  <a:pt x="439009" y="89892"/>
                </a:lnTo>
                <a:lnTo>
                  <a:pt x="438925" y="88359"/>
                </a:lnTo>
                <a:lnTo>
                  <a:pt x="438821" y="86848"/>
                </a:lnTo>
                <a:lnTo>
                  <a:pt x="438699" y="85359"/>
                </a:lnTo>
                <a:lnTo>
                  <a:pt x="438558" y="83893"/>
                </a:lnTo>
                <a:lnTo>
                  <a:pt x="438398" y="82450"/>
                </a:lnTo>
                <a:lnTo>
                  <a:pt x="438219" y="81029"/>
                </a:lnTo>
                <a:lnTo>
                  <a:pt x="438022" y="79630"/>
                </a:lnTo>
                <a:lnTo>
                  <a:pt x="437806" y="78254"/>
                </a:lnTo>
                <a:lnTo>
                  <a:pt x="437570" y="76900"/>
                </a:lnTo>
                <a:lnTo>
                  <a:pt x="437317" y="75568"/>
                </a:lnTo>
                <a:lnTo>
                  <a:pt x="437044" y="74259"/>
                </a:lnTo>
                <a:lnTo>
                  <a:pt x="436752" y="72973"/>
                </a:lnTo>
                <a:lnTo>
                  <a:pt x="436442" y="71709"/>
                </a:lnTo>
                <a:lnTo>
                  <a:pt x="436113" y="70467"/>
                </a:lnTo>
                <a:lnTo>
                  <a:pt x="435765" y="69248"/>
                </a:lnTo>
                <a:lnTo>
                  <a:pt x="435398" y="68051"/>
                </a:lnTo>
                <a:lnTo>
                  <a:pt x="435012" y="66877"/>
                </a:lnTo>
                <a:lnTo>
                  <a:pt x="434608" y="65725"/>
                </a:lnTo>
                <a:lnTo>
                  <a:pt x="434185" y="64595"/>
                </a:lnTo>
                <a:lnTo>
                  <a:pt x="433743" y="63488"/>
                </a:lnTo>
                <a:lnTo>
                  <a:pt x="433284" y="62403"/>
                </a:lnTo>
                <a:lnTo>
                  <a:pt x="432809" y="61341"/>
                </a:lnTo>
                <a:lnTo>
                  <a:pt x="432318" y="60301"/>
                </a:lnTo>
                <a:lnTo>
                  <a:pt x="431812" y="59285"/>
                </a:lnTo>
                <a:lnTo>
                  <a:pt x="431290" y="58290"/>
                </a:lnTo>
                <a:lnTo>
                  <a:pt x="430753" y="57319"/>
                </a:lnTo>
                <a:lnTo>
                  <a:pt x="430200" y="56370"/>
                </a:lnTo>
                <a:lnTo>
                  <a:pt x="429631" y="55443"/>
                </a:lnTo>
                <a:lnTo>
                  <a:pt x="429047" y="54539"/>
                </a:lnTo>
                <a:lnTo>
                  <a:pt x="428447" y="53658"/>
                </a:lnTo>
                <a:lnTo>
                  <a:pt x="427831" y="52800"/>
                </a:lnTo>
                <a:lnTo>
                  <a:pt x="427200" y="51964"/>
                </a:lnTo>
                <a:lnTo>
                  <a:pt x="426553" y="51151"/>
                </a:lnTo>
                <a:lnTo>
                  <a:pt x="425890" y="50360"/>
                </a:lnTo>
                <a:lnTo>
                  <a:pt x="425212" y="49592"/>
                </a:lnTo>
                <a:lnTo>
                  <a:pt x="424518" y="48847"/>
                </a:lnTo>
                <a:lnTo>
                  <a:pt x="423809" y="48124"/>
                </a:lnTo>
                <a:lnTo>
                  <a:pt x="423084" y="47424"/>
                </a:lnTo>
                <a:lnTo>
                  <a:pt x="422343" y="46746"/>
                </a:lnTo>
                <a:lnTo>
                  <a:pt x="421587" y="46092"/>
                </a:lnTo>
                <a:lnTo>
                  <a:pt x="420814" y="45459"/>
                </a:lnTo>
                <a:lnTo>
                  <a:pt x="420027" y="44850"/>
                </a:lnTo>
                <a:lnTo>
                  <a:pt x="419223" y="44263"/>
                </a:lnTo>
                <a:lnTo>
                  <a:pt x="418405" y="43699"/>
                </a:lnTo>
                <a:lnTo>
                  <a:pt x="417571" y="43157"/>
                </a:lnTo>
                <a:lnTo>
                  <a:pt x="416726" y="42639"/>
                </a:lnTo>
                <a:lnTo>
                  <a:pt x="415867" y="42143"/>
                </a:lnTo>
                <a:lnTo>
                  <a:pt x="414996" y="41671"/>
                </a:lnTo>
                <a:lnTo>
                  <a:pt x="414112" y="41222"/>
                </a:lnTo>
                <a:lnTo>
                  <a:pt x="413216" y="40796"/>
                </a:lnTo>
                <a:lnTo>
                  <a:pt x="412307" y="40392"/>
                </a:lnTo>
                <a:lnTo>
                  <a:pt x="411385" y="40012"/>
                </a:lnTo>
                <a:lnTo>
                  <a:pt x="410450" y="39655"/>
                </a:lnTo>
                <a:lnTo>
                  <a:pt x="409503" y="39321"/>
                </a:lnTo>
                <a:lnTo>
                  <a:pt x="408543" y="39010"/>
                </a:lnTo>
                <a:lnTo>
                  <a:pt x="407571" y="38722"/>
                </a:lnTo>
                <a:lnTo>
                  <a:pt x="406586" y="38457"/>
                </a:lnTo>
                <a:lnTo>
                  <a:pt x="405588" y="38215"/>
                </a:lnTo>
                <a:lnTo>
                  <a:pt x="404577" y="37996"/>
                </a:lnTo>
                <a:lnTo>
                  <a:pt x="403554" y="37800"/>
                </a:lnTo>
                <a:lnTo>
                  <a:pt x="402518" y="37627"/>
                </a:lnTo>
                <a:lnTo>
                  <a:pt x="401470" y="37478"/>
                </a:lnTo>
                <a:lnTo>
                  <a:pt x="400408" y="37351"/>
                </a:lnTo>
                <a:lnTo>
                  <a:pt x="399335" y="37247"/>
                </a:lnTo>
                <a:lnTo>
                  <a:pt x="398248" y="37167"/>
                </a:lnTo>
                <a:lnTo>
                  <a:pt x="397149" y="37109"/>
                </a:lnTo>
                <a:lnTo>
                  <a:pt x="396037" y="37074"/>
                </a:lnTo>
                <a:lnTo>
                  <a:pt x="394912" y="37063"/>
                </a:lnTo>
                <a:lnTo>
                  <a:pt x="393863" y="37072"/>
                </a:lnTo>
                <a:lnTo>
                  <a:pt x="392825" y="37101"/>
                </a:lnTo>
                <a:lnTo>
                  <a:pt x="391799" y="37148"/>
                </a:lnTo>
                <a:lnTo>
                  <a:pt x="390783" y="37215"/>
                </a:lnTo>
                <a:lnTo>
                  <a:pt x="389779" y="37301"/>
                </a:lnTo>
                <a:lnTo>
                  <a:pt x="388786" y="37405"/>
                </a:lnTo>
                <a:lnTo>
                  <a:pt x="387805" y="37529"/>
                </a:lnTo>
                <a:lnTo>
                  <a:pt x="386835" y="37671"/>
                </a:lnTo>
                <a:lnTo>
                  <a:pt x="385876" y="37833"/>
                </a:lnTo>
                <a:lnTo>
                  <a:pt x="384928" y="38013"/>
                </a:lnTo>
                <a:lnTo>
                  <a:pt x="383992" y="38213"/>
                </a:lnTo>
                <a:lnTo>
                  <a:pt x="383066" y="38431"/>
                </a:lnTo>
                <a:lnTo>
                  <a:pt x="382153" y="38669"/>
                </a:lnTo>
                <a:lnTo>
                  <a:pt x="381250" y="38926"/>
                </a:lnTo>
                <a:lnTo>
                  <a:pt x="380359" y="39201"/>
                </a:lnTo>
                <a:lnTo>
                  <a:pt x="379479" y="39496"/>
                </a:lnTo>
                <a:lnTo>
                  <a:pt x="378610" y="39809"/>
                </a:lnTo>
                <a:lnTo>
                  <a:pt x="377753" y="40142"/>
                </a:lnTo>
                <a:lnTo>
                  <a:pt x="376907" y="40494"/>
                </a:lnTo>
                <a:lnTo>
                  <a:pt x="376072" y="40864"/>
                </a:lnTo>
                <a:lnTo>
                  <a:pt x="375248" y="41254"/>
                </a:lnTo>
                <a:lnTo>
                  <a:pt x="374436" y="41663"/>
                </a:lnTo>
                <a:lnTo>
                  <a:pt x="373635" y="42090"/>
                </a:lnTo>
                <a:lnTo>
                  <a:pt x="372846" y="42537"/>
                </a:lnTo>
                <a:lnTo>
                  <a:pt x="372068" y="42999"/>
                </a:lnTo>
                <a:lnTo>
                  <a:pt x="371303" y="43472"/>
                </a:lnTo>
                <a:lnTo>
                  <a:pt x="370550" y="43957"/>
                </a:lnTo>
                <a:lnTo>
                  <a:pt x="369809" y="44453"/>
                </a:lnTo>
                <a:lnTo>
                  <a:pt x="369081" y="44961"/>
                </a:lnTo>
                <a:lnTo>
                  <a:pt x="368366" y="45480"/>
                </a:lnTo>
                <a:lnTo>
                  <a:pt x="367663" y="46011"/>
                </a:lnTo>
                <a:lnTo>
                  <a:pt x="366973" y="46554"/>
                </a:lnTo>
                <a:lnTo>
                  <a:pt x="366295" y="47107"/>
                </a:lnTo>
                <a:lnTo>
                  <a:pt x="365629" y="47673"/>
                </a:lnTo>
                <a:lnTo>
                  <a:pt x="364976" y="48249"/>
                </a:lnTo>
                <a:lnTo>
                  <a:pt x="364335" y="48838"/>
                </a:lnTo>
                <a:lnTo>
                  <a:pt x="363707" y="49437"/>
                </a:lnTo>
                <a:lnTo>
                  <a:pt x="363092" y="50048"/>
                </a:lnTo>
                <a:lnTo>
                  <a:pt x="362489" y="50671"/>
                </a:lnTo>
                <a:lnTo>
                  <a:pt x="361898" y="51305"/>
                </a:lnTo>
                <a:lnTo>
                  <a:pt x="361320" y="51951"/>
                </a:lnTo>
                <a:lnTo>
                  <a:pt x="360754" y="52608"/>
                </a:lnTo>
                <a:lnTo>
                  <a:pt x="360201" y="53277"/>
                </a:lnTo>
                <a:lnTo>
                  <a:pt x="359660" y="53957"/>
                </a:lnTo>
                <a:lnTo>
                  <a:pt x="359131" y="54648"/>
                </a:lnTo>
                <a:lnTo>
                  <a:pt x="358616" y="55351"/>
                </a:lnTo>
                <a:lnTo>
                  <a:pt x="358112" y="56066"/>
                </a:lnTo>
                <a:lnTo>
                  <a:pt x="357621" y="56792"/>
                </a:lnTo>
                <a:lnTo>
                  <a:pt x="357621" y="0"/>
                </a:lnTo>
                <a:lnTo>
                  <a:pt x="338577" y="0"/>
                </a:lnTo>
                <a:lnTo>
                  <a:pt x="338577" y="153498"/>
                </a:lnTo>
                <a:lnTo>
                  <a:pt x="356367" y="153498"/>
                </a:lnTo>
                <a:lnTo>
                  <a:pt x="357393" y="137760"/>
                </a:lnTo>
                <a:lnTo>
                  <a:pt x="357855" y="138448"/>
                </a:lnTo>
                <a:lnTo>
                  <a:pt x="358328" y="139123"/>
                </a:lnTo>
                <a:lnTo>
                  <a:pt x="358812" y="139785"/>
                </a:lnTo>
                <a:lnTo>
                  <a:pt x="359307" y="140435"/>
                </a:lnTo>
                <a:lnTo>
                  <a:pt x="359813" y="141073"/>
                </a:lnTo>
                <a:lnTo>
                  <a:pt x="360330" y="141698"/>
                </a:lnTo>
                <a:lnTo>
                  <a:pt x="360858" y="142311"/>
                </a:lnTo>
                <a:lnTo>
                  <a:pt x="361397" y="142911"/>
                </a:lnTo>
                <a:lnTo>
                  <a:pt x="361948" y="143499"/>
                </a:lnTo>
                <a:lnTo>
                  <a:pt x="362509" y="144074"/>
                </a:lnTo>
                <a:lnTo>
                  <a:pt x="363082" y="144637"/>
                </a:lnTo>
                <a:lnTo>
                  <a:pt x="363665" y="145187"/>
                </a:lnTo>
                <a:lnTo>
                  <a:pt x="364260" y="145725"/>
                </a:lnTo>
                <a:lnTo>
                  <a:pt x="364866" y="146250"/>
                </a:lnTo>
                <a:lnTo>
                  <a:pt x="365483" y="146763"/>
                </a:lnTo>
                <a:lnTo>
                  <a:pt x="366111" y="147263"/>
                </a:lnTo>
                <a:lnTo>
                  <a:pt x="366750" y="147751"/>
                </a:lnTo>
                <a:lnTo>
                  <a:pt x="367400" y="148227"/>
                </a:lnTo>
                <a:lnTo>
                  <a:pt x="368062" y="148690"/>
                </a:lnTo>
                <a:lnTo>
                  <a:pt x="368734" y="149140"/>
                </a:lnTo>
                <a:lnTo>
                  <a:pt x="369417" y="149578"/>
                </a:lnTo>
                <a:lnTo>
                  <a:pt x="370112" y="150004"/>
                </a:lnTo>
                <a:lnTo>
                  <a:pt x="370817" y="150417"/>
                </a:lnTo>
                <a:lnTo>
                  <a:pt x="371534" y="150818"/>
                </a:lnTo>
                <a:lnTo>
                  <a:pt x="372263" y="151204"/>
                </a:lnTo>
                <a:lnTo>
                  <a:pt x="373004" y="151574"/>
                </a:lnTo>
                <a:lnTo>
                  <a:pt x="373758" y="151927"/>
                </a:lnTo>
                <a:lnTo>
                  <a:pt x="374525" y="152264"/>
                </a:lnTo>
                <a:lnTo>
                  <a:pt x="375304" y="152584"/>
                </a:lnTo>
                <a:lnTo>
                  <a:pt x="376096" y="152888"/>
                </a:lnTo>
                <a:lnTo>
                  <a:pt x="376900" y="153176"/>
                </a:lnTo>
                <a:lnTo>
                  <a:pt x="377718" y="153447"/>
                </a:lnTo>
                <a:lnTo>
                  <a:pt x="378548" y="153702"/>
                </a:lnTo>
                <a:lnTo>
                  <a:pt x="379390" y="153940"/>
                </a:lnTo>
                <a:lnTo>
                  <a:pt x="380246" y="154162"/>
                </a:lnTo>
                <a:lnTo>
                  <a:pt x="381114" y="154367"/>
                </a:lnTo>
                <a:lnTo>
                  <a:pt x="381994" y="154556"/>
                </a:lnTo>
                <a:lnTo>
                  <a:pt x="382887" y="154729"/>
                </a:lnTo>
                <a:lnTo>
                  <a:pt x="383793" y="154885"/>
                </a:lnTo>
                <a:lnTo>
                  <a:pt x="384712" y="155024"/>
                </a:lnTo>
                <a:lnTo>
                  <a:pt x="385643" y="155148"/>
                </a:lnTo>
                <a:lnTo>
                  <a:pt x="386587" y="155254"/>
                </a:lnTo>
                <a:lnTo>
                  <a:pt x="387544" y="155345"/>
                </a:lnTo>
                <a:lnTo>
                  <a:pt x="388513" y="155419"/>
                </a:lnTo>
                <a:lnTo>
                  <a:pt x="389495" y="155476"/>
                </a:lnTo>
                <a:lnTo>
                  <a:pt x="390490" y="155517"/>
                </a:lnTo>
                <a:lnTo>
                  <a:pt x="391497" y="155542"/>
                </a:lnTo>
                <a:lnTo>
                  <a:pt x="392517" y="155550"/>
                </a:lnTo>
                <a:lnTo>
                  <a:pt x="393690" y="155539"/>
                </a:lnTo>
                <a:lnTo>
                  <a:pt x="394849" y="155504"/>
                </a:lnTo>
                <a:lnTo>
                  <a:pt x="395996" y="155446"/>
                </a:lnTo>
                <a:close/>
                <a:moveTo>
                  <a:pt x="386188" y="139837"/>
                </a:moveTo>
                <a:lnTo>
                  <a:pt x="385282" y="139767"/>
                </a:lnTo>
                <a:lnTo>
                  <a:pt x="384389" y="139677"/>
                </a:lnTo>
                <a:lnTo>
                  <a:pt x="383508" y="139567"/>
                </a:lnTo>
                <a:lnTo>
                  <a:pt x="382640" y="139437"/>
                </a:lnTo>
                <a:lnTo>
                  <a:pt x="381785" y="139287"/>
                </a:lnTo>
                <a:lnTo>
                  <a:pt x="380942" y="139117"/>
                </a:lnTo>
                <a:lnTo>
                  <a:pt x="380112" y="138928"/>
                </a:lnTo>
                <a:lnTo>
                  <a:pt x="379295" y="138718"/>
                </a:lnTo>
                <a:lnTo>
                  <a:pt x="378491" y="138488"/>
                </a:lnTo>
                <a:lnTo>
                  <a:pt x="377699" y="138238"/>
                </a:lnTo>
                <a:lnTo>
                  <a:pt x="376919" y="137968"/>
                </a:lnTo>
                <a:lnTo>
                  <a:pt x="376153" y="137679"/>
                </a:lnTo>
                <a:lnTo>
                  <a:pt x="375399" y="137369"/>
                </a:lnTo>
                <a:lnTo>
                  <a:pt x="374658" y="137039"/>
                </a:lnTo>
                <a:lnTo>
                  <a:pt x="373929" y="136689"/>
                </a:lnTo>
                <a:lnTo>
                  <a:pt x="373213" y="136320"/>
                </a:lnTo>
                <a:lnTo>
                  <a:pt x="372510" y="135930"/>
                </a:lnTo>
                <a:lnTo>
                  <a:pt x="371819" y="135520"/>
                </a:lnTo>
                <a:lnTo>
                  <a:pt x="371141" y="135091"/>
                </a:lnTo>
                <a:lnTo>
                  <a:pt x="370476" y="134641"/>
                </a:lnTo>
                <a:lnTo>
                  <a:pt x="369824" y="134171"/>
                </a:lnTo>
                <a:lnTo>
                  <a:pt x="369183" y="133686"/>
                </a:lnTo>
                <a:lnTo>
                  <a:pt x="368554" y="133191"/>
                </a:lnTo>
                <a:lnTo>
                  <a:pt x="367937" y="132685"/>
                </a:lnTo>
                <a:lnTo>
                  <a:pt x="367331" y="132169"/>
                </a:lnTo>
                <a:lnTo>
                  <a:pt x="366736" y="131642"/>
                </a:lnTo>
                <a:lnTo>
                  <a:pt x="366153" y="131105"/>
                </a:lnTo>
                <a:lnTo>
                  <a:pt x="365581" y="130557"/>
                </a:lnTo>
                <a:lnTo>
                  <a:pt x="365021" y="129998"/>
                </a:lnTo>
                <a:lnTo>
                  <a:pt x="364473" y="129429"/>
                </a:lnTo>
                <a:lnTo>
                  <a:pt x="363935" y="128850"/>
                </a:lnTo>
                <a:lnTo>
                  <a:pt x="363410" y="128260"/>
                </a:lnTo>
                <a:lnTo>
                  <a:pt x="362896" y="127660"/>
                </a:lnTo>
                <a:lnTo>
                  <a:pt x="362393" y="127049"/>
                </a:lnTo>
                <a:lnTo>
                  <a:pt x="361902" y="126427"/>
                </a:lnTo>
                <a:lnTo>
                  <a:pt x="361422" y="125795"/>
                </a:lnTo>
                <a:lnTo>
                  <a:pt x="360954" y="125153"/>
                </a:lnTo>
                <a:lnTo>
                  <a:pt x="360497" y="124500"/>
                </a:lnTo>
                <a:lnTo>
                  <a:pt x="360052" y="123836"/>
                </a:lnTo>
                <a:lnTo>
                  <a:pt x="359618" y="123162"/>
                </a:lnTo>
                <a:lnTo>
                  <a:pt x="359196" y="122478"/>
                </a:lnTo>
                <a:lnTo>
                  <a:pt x="358785" y="121783"/>
                </a:lnTo>
                <a:lnTo>
                  <a:pt x="358386" y="121077"/>
                </a:lnTo>
                <a:lnTo>
                  <a:pt x="357998" y="120361"/>
                </a:lnTo>
                <a:lnTo>
                  <a:pt x="357621" y="119635"/>
                </a:lnTo>
                <a:lnTo>
                  <a:pt x="357621" y="75131"/>
                </a:lnTo>
                <a:lnTo>
                  <a:pt x="358026" y="74345"/>
                </a:lnTo>
                <a:lnTo>
                  <a:pt x="358444" y="73568"/>
                </a:lnTo>
                <a:lnTo>
                  <a:pt x="358873" y="72802"/>
                </a:lnTo>
                <a:lnTo>
                  <a:pt x="359314" y="72045"/>
                </a:lnTo>
                <a:lnTo>
                  <a:pt x="359768" y="71299"/>
                </a:lnTo>
                <a:lnTo>
                  <a:pt x="360234" y="70562"/>
                </a:lnTo>
                <a:lnTo>
                  <a:pt x="360711" y="69835"/>
                </a:lnTo>
                <a:lnTo>
                  <a:pt x="361201" y="69118"/>
                </a:lnTo>
                <a:lnTo>
                  <a:pt x="361703" y="68411"/>
                </a:lnTo>
                <a:lnTo>
                  <a:pt x="362217" y="67714"/>
                </a:lnTo>
                <a:lnTo>
                  <a:pt x="362743" y="67026"/>
                </a:lnTo>
                <a:lnTo>
                  <a:pt x="363281" y="66349"/>
                </a:lnTo>
                <a:lnTo>
                  <a:pt x="363831" y="65681"/>
                </a:lnTo>
                <a:lnTo>
                  <a:pt x="364393" y="65024"/>
                </a:lnTo>
                <a:lnTo>
                  <a:pt x="364967" y="64376"/>
                </a:lnTo>
                <a:lnTo>
                  <a:pt x="365553" y="63738"/>
                </a:lnTo>
                <a:lnTo>
                  <a:pt x="366152" y="63110"/>
                </a:lnTo>
                <a:lnTo>
                  <a:pt x="366762" y="62492"/>
                </a:lnTo>
                <a:lnTo>
                  <a:pt x="367385" y="61884"/>
                </a:lnTo>
                <a:lnTo>
                  <a:pt x="368020" y="61285"/>
                </a:lnTo>
                <a:lnTo>
                  <a:pt x="368666" y="60697"/>
                </a:lnTo>
                <a:lnTo>
                  <a:pt x="369325" y="60118"/>
                </a:lnTo>
                <a:lnTo>
                  <a:pt x="369996" y="59549"/>
                </a:lnTo>
                <a:lnTo>
                  <a:pt x="370679" y="58991"/>
                </a:lnTo>
                <a:lnTo>
                  <a:pt x="371374" y="58448"/>
                </a:lnTo>
                <a:lnTo>
                  <a:pt x="372083" y="57929"/>
                </a:lnTo>
                <a:lnTo>
                  <a:pt x="372804" y="57433"/>
                </a:lnTo>
                <a:lnTo>
                  <a:pt x="373538" y="56960"/>
                </a:lnTo>
                <a:lnTo>
                  <a:pt x="374285" y="56510"/>
                </a:lnTo>
                <a:lnTo>
                  <a:pt x="375044" y="56083"/>
                </a:lnTo>
                <a:lnTo>
                  <a:pt x="375817" y="55679"/>
                </a:lnTo>
                <a:lnTo>
                  <a:pt x="376603" y="55298"/>
                </a:lnTo>
                <a:lnTo>
                  <a:pt x="377401" y="54941"/>
                </a:lnTo>
                <a:lnTo>
                  <a:pt x="378212" y="54606"/>
                </a:lnTo>
                <a:lnTo>
                  <a:pt x="379036" y="54294"/>
                </a:lnTo>
                <a:lnTo>
                  <a:pt x="379873" y="54006"/>
                </a:lnTo>
                <a:lnTo>
                  <a:pt x="380723" y="53740"/>
                </a:lnTo>
                <a:lnTo>
                  <a:pt x="381586" y="53498"/>
                </a:lnTo>
                <a:lnTo>
                  <a:pt x="382461" y="53279"/>
                </a:lnTo>
                <a:lnTo>
                  <a:pt x="383350" y="53083"/>
                </a:lnTo>
                <a:lnTo>
                  <a:pt x="384251" y="52910"/>
                </a:lnTo>
                <a:lnTo>
                  <a:pt x="385165" y="52760"/>
                </a:lnTo>
                <a:lnTo>
                  <a:pt x="386093" y="52633"/>
                </a:lnTo>
                <a:lnTo>
                  <a:pt x="387032" y="52529"/>
                </a:lnTo>
                <a:lnTo>
                  <a:pt x="387985" y="52448"/>
                </a:lnTo>
                <a:lnTo>
                  <a:pt x="388951" y="52390"/>
                </a:lnTo>
                <a:lnTo>
                  <a:pt x="389930" y="52356"/>
                </a:lnTo>
                <a:lnTo>
                  <a:pt x="390921" y="52344"/>
                </a:lnTo>
                <a:lnTo>
                  <a:pt x="392087" y="52364"/>
                </a:lnTo>
                <a:lnTo>
                  <a:pt x="393230" y="52423"/>
                </a:lnTo>
                <a:lnTo>
                  <a:pt x="394348" y="52522"/>
                </a:lnTo>
                <a:lnTo>
                  <a:pt x="395443" y="52661"/>
                </a:lnTo>
                <a:lnTo>
                  <a:pt x="396514" y="52839"/>
                </a:lnTo>
                <a:lnTo>
                  <a:pt x="397560" y="53056"/>
                </a:lnTo>
                <a:lnTo>
                  <a:pt x="398583" y="53313"/>
                </a:lnTo>
                <a:lnTo>
                  <a:pt x="399582" y="53610"/>
                </a:lnTo>
                <a:lnTo>
                  <a:pt x="400556" y="53946"/>
                </a:lnTo>
                <a:lnTo>
                  <a:pt x="401507" y="54322"/>
                </a:lnTo>
                <a:lnTo>
                  <a:pt x="402434" y="54738"/>
                </a:lnTo>
                <a:lnTo>
                  <a:pt x="403337" y="55193"/>
                </a:lnTo>
                <a:lnTo>
                  <a:pt x="404216" y="55687"/>
                </a:lnTo>
                <a:lnTo>
                  <a:pt x="405071" y="56221"/>
                </a:lnTo>
                <a:lnTo>
                  <a:pt x="405902" y="56795"/>
                </a:lnTo>
                <a:lnTo>
                  <a:pt x="406709" y="57408"/>
                </a:lnTo>
                <a:lnTo>
                  <a:pt x="407492" y="58061"/>
                </a:lnTo>
                <a:lnTo>
                  <a:pt x="408251" y="58753"/>
                </a:lnTo>
                <a:lnTo>
                  <a:pt x="408987" y="59485"/>
                </a:lnTo>
                <a:lnTo>
                  <a:pt x="409698" y="60256"/>
                </a:lnTo>
                <a:lnTo>
                  <a:pt x="410385" y="61067"/>
                </a:lnTo>
                <a:lnTo>
                  <a:pt x="411049" y="61918"/>
                </a:lnTo>
                <a:lnTo>
                  <a:pt x="411688" y="62808"/>
                </a:lnTo>
                <a:lnTo>
                  <a:pt x="412303" y="63738"/>
                </a:lnTo>
                <a:lnTo>
                  <a:pt x="412894" y="64704"/>
                </a:lnTo>
                <a:lnTo>
                  <a:pt x="413460" y="65706"/>
                </a:lnTo>
                <a:lnTo>
                  <a:pt x="414001" y="66742"/>
                </a:lnTo>
                <a:lnTo>
                  <a:pt x="414516" y="67812"/>
                </a:lnTo>
                <a:lnTo>
                  <a:pt x="415006" y="68917"/>
                </a:lnTo>
                <a:lnTo>
                  <a:pt x="415472" y="70057"/>
                </a:lnTo>
                <a:lnTo>
                  <a:pt x="415912" y="71232"/>
                </a:lnTo>
                <a:lnTo>
                  <a:pt x="416326" y="72441"/>
                </a:lnTo>
                <a:lnTo>
                  <a:pt x="416716" y="73684"/>
                </a:lnTo>
                <a:lnTo>
                  <a:pt x="417081" y="74962"/>
                </a:lnTo>
                <a:lnTo>
                  <a:pt x="417420" y="76275"/>
                </a:lnTo>
                <a:lnTo>
                  <a:pt x="417735" y="77623"/>
                </a:lnTo>
                <a:lnTo>
                  <a:pt x="418024" y="79005"/>
                </a:lnTo>
                <a:lnTo>
                  <a:pt x="418288" y="80422"/>
                </a:lnTo>
                <a:lnTo>
                  <a:pt x="418527" y="81873"/>
                </a:lnTo>
                <a:lnTo>
                  <a:pt x="418740" y="83359"/>
                </a:lnTo>
                <a:lnTo>
                  <a:pt x="418929" y="84879"/>
                </a:lnTo>
                <a:lnTo>
                  <a:pt x="419092" y="86434"/>
                </a:lnTo>
                <a:lnTo>
                  <a:pt x="419231" y="88024"/>
                </a:lnTo>
                <a:lnTo>
                  <a:pt x="419344" y="89648"/>
                </a:lnTo>
                <a:lnTo>
                  <a:pt x="419432" y="91307"/>
                </a:lnTo>
                <a:lnTo>
                  <a:pt x="419495" y="93001"/>
                </a:lnTo>
                <a:lnTo>
                  <a:pt x="419532" y="94729"/>
                </a:lnTo>
                <a:lnTo>
                  <a:pt x="419545" y="96492"/>
                </a:lnTo>
                <a:lnTo>
                  <a:pt x="419531" y="98206"/>
                </a:lnTo>
                <a:lnTo>
                  <a:pt x="419491" y="99888"/>
                </a:lnTo>
                <a:lnTo>
                  <a:pt x="419424" y="101537"/>
                </a:lnTo>
                <a:lnTo>
                  <a:pt x="419330" y="103153"/>
                </a:lnTo>
                <a:lnTo>
                  <a:pt x="419208" y="104736"/>
                </a:lnTo>
                <a:lnTo>
                  <a:pt x="419060" y="106287"/>
                </a:lnTo>
                <a:lnTo>
                  <a:pt x="418885" y="107805"/>
                </a:lnTo>
                <a:lnTo>
                  <a:pt x="418683" y="109290"/>
                </a:lnTo>
                <a:lnTo>
                  <a:pt x="418454" y="110742"/>
                </a:lnTo>
                <a:lnTo>
                  <a:pt x="418199" y="112161"/>
                </a:lnTo>
                <a:lnTo>
                  <a:pt x="417916" y="113548"/>
                </a:lnTo>
                <a:lnTo>
                  <a:pt x="417606" y="114902"/>
                </a:lnTo>
                <a:lnTo>
                  <a:pt x="417270" y="116223"/>
                </a:lnTo>
                <a:lnTo>
                  <a:pt x="416906" y="117512"/>
                </a:lnTo>
                <a:lnTo>
                  <a:pt x="416516" y="118768"/>
                </a:lnTo>
                <a:lnTo>
                  <a:pt x="416098" y="119990"/>
                </a:lnTo>
                <a:lnTo>
                  <a:pt x="415654" y="121181"/>
                </a:lnTo>
                <a:lnTo>
                  <a:pt x="415183" y="122338"/>
                </a:lnTo>
                <a:lnTo>
                  <a:pt x="414685" y="123463"/>
                </a:lnTo>
                <a:lnTo>
                  <a:pt x="414160" y="124554"/>
                </a:lnTo>
                <a:lnTo>
                  <a:pt x="413608" y="125613"/>
                </a:lnTo>
                <a:lnTo>
                  <a:pt x="413029" y="126640"/>
                </a:lnTo>
                <a:lnTo>
                  <a:pt x="412423" y="127633"/>
                </a:lnTo>
                <a:lnTo>
                  <a:pt x="411790" y="128594"/>
                </a:lnTo>
                <a:lnTo>
                  <a:pt x="411131" y="129519"/>
                </a:lnTo>
                <a:lnTo>
                  <a:pt x="410447" y="130404"/>
                </a:lnTo>
                <a:lnTo>
                  <a:pt x="409737" y="131250"/>
                </a:lnTo>
                <a:lnTo>
                  <a:pt x="409003" y="132057"/>
                </a:lnTo>
                <a:lnTo>
                  <a:pt x="408242" y="132824"/>
                </a:lnTo>
                <a:lnTo>
                  <a:pt x="407457" y="133552"/>
                </a:lnTo>
                <a:lnTo>
                  <a:pt x="406646" y="134241"/>
                </a:lnTo>
                <a:lnTo>
                  <a:pt x="405809" y="134890"/>
                </a:lnTo>
                <a:lnTo>
                  <a:pt x="404948" y="135500"/>
                </a:lnTo>
                <a:lnTo>
                  <a:pt x="404061" y="136071"/>
                </a:lnTo>
                <a:lnTo>
                  <a:pt x="403149" y="136602"/>
                </a:lnTo>
                <a:lnTo>
                  <a:pt x="402211" y="137094"/>
                </a:lnTo>
                <a:lnTo>
                  <a:pt x="401248" y="137546"/>
                </a:lnTo>
                <a:lnTo>
                  <a:pt x="400260" y="137959"/>
                </a:lnTo>
                <a:lnTo>
                  <a:pt x="399246" y="138333"/>
                </a:lnTo>
                <a:lnTo>
                  <a:pt x="398207" y="138668"/>
                </a:lnTo>
                <a:lnTo>
                  <a:pt x="397142" y="138963"/>
                </a:lnTo>
                <a:lnTo>
                  <a:pt x="396053" y="139219"/>
                </a:lnTo>
                <a:lnTo>
                  <a:pt x="394938" y="139435"/>
                </a:lnTo>
                <a:lnTo>
                  <a:pt x="393797" y="139612"/>
                </a:lnTo>
                <a:lnTo>
                  <a:pt x="392632" y="139750"/>
                </a:lnTo>
                <a:lnTo>
                  <a:pt x="391440" y="139848"/>
                </a:lnTo>
                <a:lnTo>
                  <a:pt x="390224" y="139907"/>
                </a:lnTo>
                <a:lnTo>
                  <a:pt x="388982" y="139927"/>
                </a:lnTo>
                <a:lnTo>
                  <a:pt x="388038" y="139917"/>
                </a:lnTo>
                <a:lnTo>
                  <a:pt x="387107" y="139887"/>
                </a:lnTo>
                <a:lnTo>
                  <a:pt x="386188" y="139837"/>
                </a:lnTo>
                <a:close/>
                <a:moveTo>
                  <a:pt x="150065" y="71782"/>
                </a:moveTo>
                <a:lnTo>
                  <a:pt x="150374" y="71353"/>
                </a:lnTo>
                <a:lnTo>
                  <a:pt x="150687" y="70928"/>
                </a:lnTo>
                <a:lnTo>
                  <a:pt x="151004" y="70508"/>
                </a:lnTo>
                <a:lnTo>
                  <a:pt x="151324" y="70091"/>
                </a:lnTo>
                <a:lnTo>
                  <a:pt x="151648" y="69680"/>
                </a:lnTo>
                <a:lnTo>
                  <a:pt x="151975" y="69272"/>
                </a:lnTo>
                <a:lnTo>
                  <a:pt x="152306" y="68869"/>
                </a:lnTo>
                <a:lnTo>
                  <a:pt x="152640" y="68470"/>
                </a:lnTo>
                <a:lnTo>
                  <a:pt x="152978" y="68076"/>
                </a:lnTo>
                <a:lnTo>
                  <a:pt x="153320" y="67685"/>
                </a:lnTo>
                <a:lnTo>
                  <a:pt x="153665" y="67300"/>
                </a:lnTo>
                <a:lnTo>
                  <a:pt x="154013" y="66918"/>
                </a:lnTo>
                <a:lnTo>
                  <a:pt x="154365" y="66541"/>
                </a:lnTo>
                <a:lnTo>
                  <a:pt x="154721" y="66168"/>
                </a:lnTo>
                <a:lnTo>
                  <a:pt x="155081" y="65799"/>
                </a:lnTo>
                <a:lnTo>
                  <a:pt x="155444" y="65435"/>
                </a:lnTo>
                <a:lnTo>
                  <a:pt x="155810" y="65075"/>
                </a:lnTo>
                <a:lnTo>
                  <a:pt x="156180" y="64720"/>
                </a:lnTo>
                <a:lnTo>
                  <a:pt x="156554" y="64369"/>
                </a:lnTo>
                <a:lnTo>
                  <a:pt x="156931" y="64022"/>
                </a:lnTo>
                <a:lnTo>
                  <a:pt x="157311" y="63679"/>
                </a:lnTo>
                <a:lnTo>
                  <a:pt x="157696" y="63341"/>
                </a:lnTo>
                <a:lnTo>
                  <a:pt x="158084" y="63007"/>
                </a:lnTo>
                <a:lnTo>
                  <a:pt x="158476" y="62678"/>
                </a:lnTo>
                <a:lnTo>
                  <a:pt x="158874" y="62356"/>
                </a:lnTo>
                <a:lnTo>
                  <a:pt x="159277" y="62039"/>
                </a:lnTo>
                <a:lnTo>
                  <a:pt x="159687" y="61728"/>
                </a:lnTo>
                <a:lnTo>
                  <a:pt x="160101" y="61423"/>
                </a:lnTo>
                <a:lnTo>
                  <a:pt x="160521" y="61124"/>
                </a:lnTo>
                <a:lnTo>
                  <a:pt x="160947" y="60832"/>
                </a:lnTo>
                <a:lnTo>
                  <a:pt x="161378" y="60545"/>
                </a:lnTo>
                <a:lnTo>
                  <a:pt x="161815" y="60264"/>
                </a:lnTo>
                <a:lnTo>
                  <a:pt x="162257" y="59989"/>
                </a:lnTo>
                <a:lnTo>
                  <a:pt x="162705" y="59720"/>
                </a:lnTo>
                <a:lnTo>
                  <a:pt x="163158" y="59457"/>
                </a:lnTo>
                <a:lnTo>
                  <a:pt x="163617" y="59201"/>
                </a:lnTo>
                <a:lnTo>
                  <a:pt x="164082" y="58950"/>
                </a:lnTo>
                <a:lnTo>
                  <a:pt x="164552" y="58705"/>
                </a:lnTo>
                <a:lnTo>
                  <a:pt x="165027" y="58466"/>
                </a:lnTo>
                <a:lnTo>
                  <a:pt x="165509" y="58233"/>
                </a:lnTo>
                <a:lnTo>
                  <a:pt x="165995" y="58006"/>
                </a:lnTo>
                <a:lnTo>
                  <a:pt x="166487" y="57785"/>
                </a:lnTo>
                <a:lnTo>
                  <a:pt x="166985" y="57570"/>
                </a:lnTo>
                <a:lnTo>
                  <a:pt x="167488" y="57361"/>
                </a:lnTo>
                <a:lnTo>
                  <a:pt x="167997" y="57158"/>
                </a:lnTo>
                <a:lnTo>
                  <a:pt x="168512" y="56961"/>
                </a:lnTo>
                <a:lnTo>
                  <a:pt x="169031" y="56770"/>
                </a:lnTo>
                <a:lnTo>
                  <a:pt x="169558" y="56586"/>
                </a:lnTo>
                <a:lnTo>
                  <a:pt x="170091" y="56410"/>
                </a:lnTo>
                <a:lnTo>
                  <a:pt x="170632" y="56241"/>
                </a:lnTo>
                <a:lnTo>
                  <a:pt x="171179" y="56080"/>
                </a:lnTo>
                <a:lnTo>
                  <a:pt x="171734" y="55927"/>
                </a:lnTo>
                <a:lnTo>
                  <a:pt x="172296" y="55782"/>
                </a:lnTo>
                <a:lnTo>
                  <a:pt x="172865" y="55645"/>
                </a:lnTo>
                <a:lnTo>
                  <a:pt x="173441" y="55515"/>
                </a:lnTo>
                <a:lnTo>
                  <a:pt x="174024" y="55394"/>
                </a:lnTo>
                <a:lnTo>
                  <a:pt x="174615" y="55280"/>
                </a:lnTo>
                <a:lnTo>
                  <a:pt x="175212" y="55174"/>
                </a:lnTo>
                <a:lnTo>
                  <a:pt x="175817" y="55076"/>
                </a:lnTo>
                <a:lnTo>
                  <a:pt x="176429" y="54986"/>
                </a:lnTo>
                <a:lnTo>
                  <a:pt x="177048" y="54903"/>
                </a:lnTo>
                <a:lnTo>
                  <a:pt x="177674" y="54829"/>
                </a:lnTo>
                <a:lnTo>
                  <a:pt x="178307" y="54762"/>
                </a:lnTo>
                <a:lnTo>
                  <a:pt x="178947" y="54703"/>
                </a:lnTo>
                <a:lnTo>
                  <a:pt x="179594" y="54652"/>
                </a:lnTo>
                <a:lnTo>
                  <a:pt x="180249" y="54609"/>
                </a:lnTo>
                <a:lnTo>
                  <a:pt x="180911" y="54574"/>
                </a:lnTo>
                <a:lnTo>
                  <a:pt x="181579" y="54546"/>
                </a:lnTo>
                <a:lnTo>
                  <a:pt x="182255" y="54527"/>
                </a:lnTo>
                <a:lnTo>
                  <a:pt x="182938" y="54515"/>
                </a:lnTo>
                <a:lnTo>
                  <a:pt x="183629" y="54511"/>
                </a:lnTo>
                <a:lnTo>
                  <a:pt x="186251" y="54511"/>
                </a:lnTo>
                <a:lnTo>
                  <a:pt x="186251" y="37063"/>
                </a:lnTo>
                <a:lnTo>
                  <a:pt x="183971" y="37063"/>
                </a:lnTo>
                <a:lnTo>
                  <a:pt x="182867" y="37073"/>
                </a:lnTo>
                <a:lnTo>
                  <a:pt x="181782" y="37103"/>
                </a:lnTo>
                <a:lnTo>
                  <a:pt x="180713" y="37154"/>
                </a:lnTo>
                <a:lnTo>
                  <a:pt x="179663" y="37224"/>
                </a:lnTo>
                <a:lnTo>
                  <a:pt x="178629" y="37315"/>
                </a:lnTo>
                <a:lnTo>
                  <a:pt x="177613" y="37426"/>
                </a:lnTo>
                <a:lnTo>
                  <a:pt x="176614" y="37558"/>
                </a:lnTo>
                <a:lnTo>
                  <a:pt x="175633" y="37709"/>
                </a:lnTo>
                <a:lnTo>
                  <a:pt x="174669" y="37881"/>
                </a:lnTo>
                <a:lnTo>
                  <a:pt x="173723" y="38073"/>
                </a:lnTo>
                <a:lnTo>
                  <a:pt x="172794" y="38285"/>
                </a:lnTo>
                <a:lnTo>
                  <a:pt x="171882" y="38517"/>
                </a:lnTo>
                <a:lnTo>
                  <a:pt x="170988" y="38769"/>
                </a:lnTo>
                <a:lnTo>
                  <a:pt x="170112" y="39042"/>
                </a:lnTo>
                <a:lnTo>
                  <a:pt x="169252" y="39335"/>
                </a:lnTo>
                <a:lnTo>
                  <a:pt x="168411" y="39648"/>
                </a:lnTo>
                <a:lnTo>
                  <a:pt x="167586" y="39981"/>
                </a:lnTo>
                <a:lnTo>
                  <a:pt x="166779" y="40334"/>
                </a:lnTo>
                <a:lnTo>
                  <a:pt x="165990" y="40708"/>
                </a:lnTo>
                <a:lnTo>
                  <a:pt x="165217" y="41102"/>
                </a:lnTo>
                <a:lnTo>
                  <a:pt x="164463" y="41516"/>
                </a:lnTo>
                <a:lnTo>
                  <a:pt x="163725" y="41950"/>
                </a:lnTo>
                <a:lnTo>
                  <a:pt x="163006" y="42404"/>
                </a:lnTo>
                <a:lnTo>
                  <a:pt x="162303" y="42879"/>
                </a:lnTo>
                <a:lnTo>
                  <a:pt x="161616" y="43369"/>
                </a:lnTo>
                <a:lnTo>
                  <a:pt x="160941" y="43868"/>
                </a:lnTo>
                <a:lnTo>
                  <a:pt x="160279" y="44378"/>
                </a:lnTo>
                <a:lnTo>
                  <a:pt x="159630" y="44897"/>
                </a:lnTo>
                <a:lnTo>
                  <a:pt x="158993" y="45426"/>
                </a:lnTo>
                <a:lnTo>
                  <a:pt x="158369" y="45965"/>
                </a:lnTo>
                <a:lnTo>
                  <a:pt x="157757" y="46514"/>
                </a:lnTo>
                <a:lnTo>
                  <a:pt x="157159" y="47073"/>
                </a:lnTo>
                <a:lnTo>
                  <a:pt x="156573" y="47642"/>
                </a:lnTo>
                <a:lnTo>
                  <a:pt x="155999" y="48221"/>
                </a:lnTo>
                <a:lnTo>
                  <a:pt x="155439" y="48809"/>
                </a:lnTo>
                <a:lnTo>
                  <a:pt x="154891" y="49408"/>
                </a:lnTo>
                <a:lnTo>
                  <a:pt x="154355" y="50016"/>
                </a:lnTo>
                <a:lnTo>
                  <a:pt x="153832" y="50634"/>
                </a:lnTo>
                <a:lnTo>
                  <a:pt x="153322" y="51263"/>
                </a:lnTo>
                <a:lnTo>
                  <a:pt x="152825" y="51901"/>
                </a:lnTo>
                <a:lnTo>
                  <a:pt x="152340" y="52549"/>
                </a:lnTo>
                <a:lnTo>
                  <a:pt x="151868" y="53207"/>
                </a:lnTo>
                <a:lnTo>
                  <a:pt x="151409" y="53874"/>
                </a:lnTo>
                <a:lnTo>
                  <a:pt x="150962" y="54552"/>
                </a:lnTo>
                <a:lnTo>
                  <a:pt x="150529" y="55240"/>
                </a:lnTo>
                <a:lnTo>
                  <a:pt x="150107" y="55937"/>
                </a:lnTo>
                <a:lnTo>
                  <a:pt x="149699" y="56645"/>
                </a:lnTo>
                <a:lnTo>
                  <a:pt x="149303" y="57362"/>
                </a:lnTo>
                <a:lnTo>
                  <a:pt x="148618" y="39002"/>
                </a:lnTo>
                <a:lnTo>
                  <a:pt x="130714" y="39002"/>
                </a:lnTo>
                <a:lnTo>
                  <a:pt x="130714" y="153498"/>
                </a:lnTo>
                <a:lnTo>
                  <a:pt x="149759" y="153498"/>
                </a:lnTo>
                <a:lnTo>
                  <a:pt x="149759" y="72216"/>
                </a:lnTo>
                <a:lnTo>
                  <a:pt x="150065" y="71782"/>
                </a:lnTo>
                <a:close/>
                <a:moveTo>
                  <a:pt x="740426" y="54410"/>
                </a:moveTo>
                <a:lnTo>
                  <a:pt x="739906" y="53308"/>
                </a:lnTo>
                <a:lnTo>
                  <a:pt x="739358" y="52237"/>
                </a:lnTo>
                <a:lnTo>
                  <a:pt x="738782" y="51197"/>
                </a:lnTo>
                <a:lnTo>
                  <a:pt x="738177" y="50187"/>
                </a:lnTo>
                <a:lnTo>
                  <a:pt x="737545" y="49208"/>
                </a:lnTo>
                <a:lnTo>
                  <a:pt x="736884" y="48260"/>
                </a:lnTo>
                <a:lnTo>
                  <a:pt x="736191" y="47347"/>
                </a:lnTo>
                <a:lnTo>
                  <a:pt x="735462" y="46472"/>
                </a:lnTo>
                <a:lnTo>
                  <a:pt x="734698" y="45636"/>
                </a:lnTo>
                <a:lnTo>
                  <a:pt x="733897" y="44839"/>
                </a:lnTo>
                <a:lnTo>
                  <a:pt x="733060" y="44081"/>
                </a:lnTo>
                <a:lnTo>
                  <a:pt x="732187" y="43361"/>
                </a:lnTo>
                <a:lnTo>
                  <a:pt x="731278" y="42681"/>
                </a:lnTo>
                <a:lnTo>
                  <a:pt x="730333" y="42040"/>
                </a:lnTo>
                <a:lnTo>
                  <a:pt x="729352" y="41437"/>
                </a:lnTo>
                <a:lnTo>
                  <a:pt x="728335" y="40873"/>
                </a:lnTo>
                <a:lnTo>
                  <a:pt x="727282" y="40348"/>
                </a:lnTo>
                <a:lnTo>
                  <a:pt x="726193" y="39862"/>
                </a:lnTo>
                <a:lnTo>
                  <a:pt x="725068" y="39415"/>
                </a:lnTo>
                <a:lnTo>
                  <a:pt x="723906" y="39007"/>
                </a:lnTo>
                <a:lnTo>
                  <a:pt x="722709" y="38638"/>
                </a:lnTo>
                <a:lnTo>
                  <a:pt x="721476" y="38307"/>
                </a:lnTo>
                <a:lnTo>
                  <a:pt x="720207" y="38015"/>
                </a:lnTo>
                <a:lnTo>
                  <a:pt x="718901" y="37763"/>
                </a:lnTo>
                <a:lnTo>
                  <a:pt x="717560" y="37549"/>
                </a:lnTo>
                <a:lnTo>
                  <a:pt x="716183" y="37374"/>
                </a:lnTo>
                <a:lnTo>
                  <a:pt x="714769" y="37238"/>
                </a:lnTo>
                <a:lnTo>
                  <a:pt x="713320" y="37141"/>
                </a:lnTo>
                <a:lnTo>
                  <a:pt x="711834" y="37082"/>
                </a:lnTo>
                <a:lnTo>
                  <a:pt x="710313" y="37063"/>
                </a:lnTo>
                <a:lnTo>
                  <a:pt x="709142" y="37073"/>
                </a:lnTo>
                <a:lnTo>
                  <a:pt x="707988" y="37105"/>
                </a:lnTo>
                <a:lnTo>
                  <a:pt x="706850" y="37156"/>
                </a:lnTo>
                <a:lnTo>
                  <a:pt x="705729" y="37229"/>
                </a:lnTo>
                <a:lnTo>
                  <a:pt x="704624" y="37323"/>
                </a:lnTo>
                <a:lnTo>
                  <a:pt x="703534" y="37437"/>
                </a:lnTo>
                <a:lnTo>
                  <a:pt x="702462" y="37572"/>
                </a:lnTo>
                <a:lnTo>
                  <a:pt x="701405" y="37728"/>
                </a:lnTo>
                <a:lnTo>
                  <a:pt x="700364" y="37905"/>
                </a:lnTo>
                <a:lnTo>
                  <a:pt x="699340" y="38102"/>
                </a:lnTo>
                <a:lnTo>
                  <a:pt x="698332" y="38321"/>
                </a:lnTo>
                <a:lnTo>
                  <a:pt x="697341" y="38560"/>
                </a:lnTo>
                <a:lnTo>
                  <a:pt x="696365" y="38820"/>
                </a:lnTo>
                <a:lnTo>
                  <a:pt x="695406" y="39100"/>
                </a:lnTo>
                <a:lnTo>
                  <a:pt x="694463" y="39402"/>
                </a:lnTo>
                <a:lnTo>
                  <a:pt x="693536" y="39724"/>
                </a:lnTo>
                <a:lnTo>
                  <a:pt x="692626" y="40067"/>
                </a:lnTo>
                <a:lnTo>
                  <a:pt x="691731" y="40431"/>
                </a:lnTo>
                <a:lnTo>
                  <a:pt x="690853" y="40815"/>
                </a:lnTo>
                <a:lnTo>
                  <a:pt x="689991" y="41221"/>
                </a:lnTo>
                <a:lnTo>
                  <a:pt x="689146" y="41647"/>
                </a:lnTo>
                <a:lnTo>
                  <a:pt x="688316" y="42094"/>
                </a:lnTo>
                <a:lnTo>
                  <a:pt x="687503" y="42561"/>
                </a:lnTo>
                <a:lnTo>
                  <a:pt x="686706" y="43050"/>
                </a:lnTo>
                <a:lnTo>
                  <a:pt x="685926" y="43550"/>
                </a:lnTo>
                <a:lnTo>
                  <a:pt x="685161" y="44053"/>
                </a:lnTo>
                <a:lnTo>
                  <a:pt x="684411" y="44558"/>
                </a:lnTo>
                <a:lnTo>
                  <a:pt x="683678" y="45066"/>
                </a:lnTo>
                <a:lnTo>
                  <a:pt x="682961" y="45577"/>
                </a:lnTo>
                <a:lnTo>
                  <a:pt x="682259" y="46090"/>
                </a:lnTo>
                <a:lnTo>
                  <a:pt x="681573" y="46606"/>
                </a:lnTo>
                <a:lnTo>
                  <a:pt x="680903" y="47124"/>
                </a:lnTo>
                <a:lnTo>
                  <a:pt x="680249" y="47645"/>
                </a:lnTo>
                <a:lnTo>
                  <a:pt x="679611" y="48168"/>
                </a:lnTo>
                <a:lnTo>
                  <a:pt x="678988" y="48694"/>
                </a:lnTo>
                <a:lnTo>
                  <a:pt x="678382" y="49222"/>
                </a:lnTo>
                <a:lnTo>
                  <a:pt x="677791" y="49754"/>
                </a:lnTo>
                <a:lnTo>
                  <a:pt x="677216" y="50287"/>
                </a:lnTo>
                <a:lnTo>
                  <a:pt x="676657" y="50823"/>
                </a:lnTo>
                <a:lnTo>
                  <a:pt x="676113" y="51362"/>
                </a:lnTo>
                <a:lnTo>
                  <a:pt x="675586" y="51904"/>
                </a:lnTo>
                <a:lnTo>
                  <a:pt x="675074" y="52448"/>
                </a:lnTo>
                <a:lnTo>
                  <a:pt x="674579" y="52994"/>
                </a:lnTo>
                <a:lnTo>
                  <a:pt x="674099" y="53543"/>
                </a:lnTo>
                <a:lnTo>
                  <a:pt x="673635" y="54095"/>
                </a:lnTo>
                <a:lnTo>
                  <a:pt x="673186" y="54649"/>
                </a:lnTo>
                <a:lnTo>
                  <a:pt x="672754" y="55206"/>
                </a:lnTo>
                <a:lnTo>
                  <a:pt x="672337" y="55765"/>
                </a:lnTo>
                <a:lnTo>
                  <a:pt x="671653" y="39002"/>
                </a:lnTo>
                <a:lnTo>
                  <a:pt x="653407" y="39002"/>
                </a:lnTo>
                <a:lnTo>
                  <a:pt x="653407" y="153498"/>
                </a:lnTo>
                <a:lnTo>
                  <a:pt x="672451" y="153498"/>
                </a:lnTo>
                <a:lnTo>
                  <a:pt x="672451" y="71749"/>
                </a:lnTo>
                <a:lnTo>
                  <a:pt x="672866" y="71168"/>
                </a:lnTo>
                <a:lnTo>
                  <a:pt x="673291" y="70591"/>
                </a:lnTo>
                <a:lnTo>
                  <a:pt x="673727" y="70018"/>
                </a:lnTo>
                <a:lnTo>
                  <a:pt x="674175" y="69450"/>
                </a:lnTo>
                <a:lnTo>
                  <a:pt x="674633" y="68885"/>
                </a:lnTo>
                <a:lnTo>
                  <a:pt x="675103" y="68323"/>
                </a:lnTo>
                <a:lnTo>
                  <a:pt x="675584" y="67766"/>
                </a:lnTo>
                <a:lnTo>
                  <a:pt x="676075" y="67213"/>
                </a:lnTo>
                <a:lnTo>
                  <a:pt x="676578" y="66664"/>
                </a:lnTo>
                <a:lnTo>
                  <a:pt x="677092" y="66118"/>
                </a:lnTo>
                <a:lnTo>
                  <a:pt x="677617" y="65577"/>
                </a:lnTo>
                <a:lnTo>
                  <a:pt x="678153" y="65039"/>
                </a:lnTo>
                <a:lnTo>
                  <a:pt x="678701" y="64506"/>
                </a:lnTo>
                <a:lnTo>
                  <a:pt x="679259" y="63976"/>
                </a:lnTo>
                <a:lnTo>
                  <a:pt x="679828" y="63450"/>
                </a:lnTo>
                <a:lnTo>
                  <a:pt x="680409" y="62928"/>
                </a:lnTo>
                <a:lnTo>
                  <a:pt x="681000" y="62410"/>
                </a:lnTo>
                <a:lnTo>
                  <a:pt x="681603" y="61896"/>
                </a:lnTo>
                <a:lnTo>
                  <a:pt x="682217" y="61386"/>
                </a:lnTo>
                <a:lnTo>
                  <a:pt x="682842" y="60880"/>
                </a:lnTo>
                <a:lnTo>
                  <a:pt x="683478" y="60378"/>
                </a:lnTo>
                <a:lnTo>
                  <a:pt x="684125" y="59879"/>
                </a:lnTo>
                <a:lnTo>
                  <a:pt x="684783" y="59385"/>
                </a:lnTo>
                <a:lnTo>
                  <a:pt x="685452" y="58894"/>
                </a:lnTo>
                <a:lnTo>
                  <a:pt x="686133" y="58416"/>
                </a:lnTo>
                <a:lnTo>
                  <a:pt x="686827" y="57958"/>
                </a:lnTo>
                <a:lnTo>
                  <a:pt x="687533" y="57520"/>
                </a:lnTo>
                <a:lnTo>
                  <a:pt x="688252" y="57102"/>
                </a:lnTo>
                <a:lnTo>
                  <a:pt x="688984" y="56705"/>
                </a:lnTo>
                <a:lnTo>
                  <a:pt x="689728" y="56328"/>
                </a:lnTo>
                <a:lnTo>
                  <a:pt x="690486" y="55972"/>
                </a:lnTo>
                <a:lnTo>
                  <a:pt x="691255" y="55636"/>
                </a:lnTo>
                <a:lnTo>
                  <a:pt x="692038" y="55320"/>
                </a:lnTo>
                <a:lnTo>
                  <a:pt x="692833" y="55025"/>
                </a:lnTo>
                <a:lnTo>
                  <a:pt x="693641" y="54750"/>
                </a:lnTo>
                <a:lnTo>
                  <a:pt x="694461" y="54495"/>
                </a:lnTo>
                <a:lnTo>
                  <a:pt x="695294" y="54261"/>
                </a:lnTo>
                <a:lnTo>
                  <a:pt x="696140" y="54047"/>
                </a:lnTo>
                <a:lnTo>
                  <a:pt x="696998" y="53853"/>
                </a:lnTo>
                <a:lnTo>
                  <a:pt x="697870" y="53680"/>
                </a:lnTo>
                <a:lnTo>
                  <a:pt x="698753" y="53528"/>
                </a:lnTo>
                <a:lnTo>
                  <a:pt x="699650" y="53395"/>
                </a:lnTo>
                <a:lnTo>
                  <a:pt x="700559" y="53283"/>
                </a:lnTo>
                <a:lnTo>
                  <a:pt x="701481" y="53191"/>
                </a:lnTo>
                <a:lnTo>
                  <a:pt x="702415" y="53120"/>
                </a:lnTo>
                <a:lnTo>
                  <a:pt x="703363" y="53069"/>
                </a:lnTo>
                <a:lnTo>
                  <a:pt x="704322" y="53039"/>
                </a:lnTo>
                <a:lnTo>
                  <a:pt x="705295" y="53028"/>
                </a:lnTo>
                <a:lnTo>
                  <a:pt x="705982" y="53035"/>
                </a:lnTo>
                <a:lnTo>
                  <a:pt x="706655" y="53054"/>
                </a:lnTo>
                <a:lnTo>
                  <a:pt x="707316" y="53087"/>
                </a:lnTo>
                <a:lnTo>
                  <a:pt x="707962" y="53132"/>
                </a:lnTo>
                <a:lnTo>
                  <a:pt x="708595" y="53190"/>
                </a:lnTo>
                <a:lnTo>
                  <a:pt x="709215" y="53262"/>
                </a:lnTo>
                <a:lnTo>
                  <a:pt x="709821" y="53346"/>
                </a:lnTo>
                <a:lnTo>
                  <a:pt x="710414" y="53443"/>
                </a:lnTo>
                <a:lnTo>
                  <a:pt x="710993" y="53553"/>
                </a:lnTo>
                <a:lnTo>
                  <a:pt x="711559" y="53676"/>
                </a:lnTo>
                <a:lnTo>
                  <a:pt x="712112" y="53812"/>
                </a:lnTo>
                <a:lnTo>
                  <a:pt x="712650" y="53961"/>
                </a:lnTo>
                <a:lnTo>
                  <a:pt x="713176" y="54123"/>
                </a:lnTo>
                <a:lnTo>
                  <a:pt x="713688" y="54298"/>
                </a:lnTo>
                <a:lnTo>
                  <a:pt x="714186" y="54486"/>
                </a:lnTo>
                <a:lnTo>
                  <a:pt x="714671" y="54687"/>
                </a:lnTo>
                <a:lnTo>
                  <a:pt x="715143" y="54901"/>
                </a:lnTo>
                <a:lnTo>
                  <a:pt x="715601" y="55127"/>
                </a:lnTo>
                <a:lnTo>
                  <a:pt x="716046" y="55367"/>
                </a:lnTo>
                <a:lnTo>
                  <a:pt x="716477" y="55620"/>
                </a:lnTo>
                <a:lnTo>
                  <a:pt x="716895" y="55885"/>
                </a:lnTo>
                <a:lnTo>
                  <a:pt x="717299" y="56164"/>
                </a:lnTo>
                <a:lnTo>
                  <a:pt x="717690" y="56455"/>
                </a:lnTo>
                <a:lnTo>
                  <a:pt x="718067" y="56760"/>
                </a:lnTo>
                <a:lnTo>
                  <a:pt x="718433" y="57076"/>
                </a:lnTo>
                <a:lnTo>
                  <a:pt x="718789" y="57401"/>
                </a:lnTo>
                <a:lnTo>
                  <a:pt x="719136" y="57736"/>
                </a:lnTo>
                <a:lnTo>
                  <a:pt x="719472" y="58081"/>
                </a:lnTo>
                <a:lnTo>
                  <a:pt x="719799" y="58435"/>
                </a:lnTo>
                <a:lnTo>
                  <a:pt x="720117" y="58800"/>
                </a:lnTo>
                <a:lnTo>
                  <a:pt x="720424" y="59173"/>
                </a:lnTo>
                <a:lnTo>
                  <a:pt x="720722" y="59557"/>
                </a:lnTo>
                <a:lnTo>
                  <a:pt x="721010" y="59950"/>
                </a:lnTo>
                <a:lnTo>
                  <a:pt x="721289" y="60353"/>
                </a:lnTo>
                <a:lnTo>
                  <a:pt x="721557" y="60765"/>
                </a:lnTo>
                <a:lnTo>
                  <a:pt x="721816" y="61188"/>
                </a:lnTo>
                <a:lnTo>
                  <a:pt x="722066" y="61620"/>
                </a:lnTo>
                <a:lnTo>
                  <a:pt x="722305" y="62061"/>
                </a:lnTo>
                <a:lnTo>
                  <a:pt x="722535" y="62512"/>
                </a:lnTo>
                <a:lnTo>
                  <a:pt x="722756" y="62973"/>
                </a:lnTo>
                <a:lnTo>
                  <a:pt x="722966" y="63444"/>
                </a:lnTo>
                <a:lnTo>
                  <a:pt x="723167" y="63924"/>
                </a:lnTo>
                <a:lnTo>
                  <a:pt x="723358" y="64414"/>
                </a:lnTo>
                <a:lnTo>
                  <a:pt x="723540" y="64914"/>
                </a:lnTo>
                <a:lnTo>
                  <a:pt x="723711" y="65423"/>
                </a:lnTo>
                <a:lnTo>
                  <a:pt x="723873" y="65942"/>
                </a:lnTo>
                <a:lnTo>
                  <a:pt x="724026" y="66471"/>
                </a:lnTo>
                <a:lnTo>
                  <a:pt x="724168" y="67009"/>
                </a:lnTo>
                <a:lnTo>
                  <a:pt x="724303" y="67555"/>
                </a:lnTo>
                <a:lnTo>
                  <a:pt x="724433" y="68108"/>
                </a:lnTo>
                <a:lnTo>
                  <a:pt x="724556" y="68667"/>
                </a:lnTo>
                <a:lnTo>
                  <a:pt x="724674" y="69233"/>
                </a:lnTo>
                <a:lnTo>
                  <a:pt x="724786" y="69806"/>
                </a:lnTo>
                <a:lnTo>
                  <a:pt x="724892" y="70385"/>
                </a:lnTo>
                <a:lnTo>
                  <a:pt x="724992" y="70971"/>
                </a:lnTo>
                <a:lnTo>
                  <a:pt x="725087" y="71563"/>
                </a:lnTo>
                <a:lnTo>
                  <a:pt x="725176" y="72162"/>
                </a:lnTo>
                <a:lnTo>
                  <a:pt x="725259" y="72768"/>
                </a:lnTo>
                <a:lnTo>
                  <a:pt x="725337" y="73380"/>
                </a:lnTo>
                <a:lnTo>
                  <a:pt x="725409" y="73998"/>
                </a:lnTo>
                <a:lnTo>
                  <a:pt x="725475" y="74624"/>
                </a:lnTo>
                <a:lnTo>
                  <a:pt x="725535" y="75256"/>
                </a:lnTo>
                <a:lnTo>
                  <a:pt x="725590" y="75894"/>
                </a:lnTo>
                <a:lnTo>
                  <a:pt x="725638" y="76539"/>
                </a:lnTo>
                <a:lnTo>
                  <a:pt x="725681" y="77191"/>
                </a:lnTo>
                <a:lnTo>
                  <a:pt x="725719" y="77849"/>
                </a:lnTo>
                <a:lnTo>
                  <a:pt x="725750" y="78514"/>
                </a:lnTo>
                <a:lnTo>
                  <a:pt x="725776" y="79186"/>
                </a:lnTo>
                <a:lnTo>
                  <a:pt x="725796" y="79864"/>
                </a:lnTo>
                <a:lnTo>
                  <a:pt x="725811" y="80548"/>
                </a:lnTo>
                <a:lnTo>
                  <a:pt x="725819" y="81240"/>
                </a:lnTo>
                <a:lnTo>
                  <a:pt x="725822" y="81938"/>
                </a:lnTo>
                <a:lnTo>
                  <a:pt x="725822" y="153498"/>
                </a:lnTo>
                <a:lnTo>
                  <a:pt x="744981" y="153498"/>
                </a:lnTo>
                <a:lnTo>
                  <a:pt x="744981" y="79489"/>
                </a:lnTo>
                <a:lnTo>
                  <a:pt x="744967" y="77835"/>
                </a:lnTo>
                <a:lnTo>
                  <a:pt x="744925" y="76211"/>
                </a:lnTo>
                <a:lnTo>
                  <a:pt x="744854" y="74619"/>
                </a:lnTo>
                <a:lnTo>
                  <a:pt x="744756" y="73056"/>
                </a:lnTo>
                <a:lnTo>
                  <a:pt x="744629" y="71525"/>
                </a:lnTo>
                <a:lnTo>
                  <a:pt x="744527" y="70528"/>
                </a:lnTo>
                <a:lnTo>
                  <a:pt x="744739" y="70260"/>
                </a:lnTo>
                <a:lnTo>
                  <a:pt x="745191" y="69706"/>
                </a:lnTo>
                <a:lnTo>
                  <a:pt x="745652" y="69155"/>
                </a:lnTo>
                <a:lnTo>
                  <a:pt x="746124" y="68609"/>
                </a:lnTo>
                <a:lnTo>
                  <a:pt x="746606" y="68067"/>
                </a:lnTo>
                <a:lnTo>
                  <a:pt x="747098" y="67529"/>
                </a:lnTo>
                <a:lnTo>
                  <a:pt x="747599" y="66996"/>
                </a:lnTo>
                <a:lnTo>
                  <a:pt x="748110" y="66466"/>
                </a:lnTo>
                <a:lnTo>
                  <a:pt x="748632" y="65941"/>
                </a:lnTo>
                <a:lnTo>
                  <a:pt x="749163" y="65420"/>
                </a:lnTo>
                <a:lnTo>
                  <a:pt x="749704" y="64903"/>
                </a:lnTo>
                <a:lnTo>
                  <a:pt x="750255" y="64390"/>
                </a:lnTo>
                <a:lnTo>
                  <a:pt x="750816" y="63881"/>
                </a:lnTo>
                <a:lnTo>
                  <a:pt x="751387" y="63376"/>
                </a:lnTo>
                <a:lnTo>
                  <a:pt x="751967" y="62876"/>
                </a:lnTo>
                <a:lnTo>
                  <a:pt x="752558" y="62380"/>
                </a:lnTo>
                <a:lnTo>
                  <a:pt x="753159" y="61888"/>
                </a:lnTo>
                <a:lnTo>
                  <a:pt x="753769" y="61400"/>
                </a:lnTo>
                <a:lnTo>
                  <a:pt x="754389" y="60916"/>
                </a:lnTo>
                <a:lnTo>
                  <a:pt x="755019" y="60436"/>
                </a:lnTo>
                <a:lnTo>
                  <a:pt x="755659" y="59961"/>
                </a:lnTo>
                <a:lnTo>
                  <a:pt x="756309" y="59490"/>
                </a:lnTo>
                <a:lnTo>
                  <a:pt x="756969" y="59022"/>
                </a:lnTo>
                <a:lnTo>
                  <a:pt x="757639" y="58559"/>
                </a:lnTo>
                <a:lnTo>
                  <a:pt x="758320" y="58108"/>
                </a:lnTo>
                <a:lnTo>
                  <a:pt x="759015" y="57676"/>
                </a:lnTo>
                <a:lnTo>
                  <a:pt x="759722" y="57263"/>
                </a:lnTo>
                <a:lnTo>
                  <a:pt x="760443" y="56869"/>
                </a:lnTo>
                <a:lnTo>
                  <a:pt x="761176" y="56495"/>
                </a:lnTo>
                <a:lnTo>
                  <a:pt x="761923" y="56140"/>
                </a:lnTo>
                <a:lnTo>
                  <a:pt x="762682" y="55804"/>
                </a:lnTo>
                <a:lnTo>
                  <a:pt x="763455" y="55487"/>
                </a:lnTo>
                <a:lnTo>
                  <a:pt x="764241" y="55189"/>
                </a:lnTo>
                <a:lnTo>
                  <a:pt x="765040" y="54911"/>
                </a:lnTo>
                <a:lnTo>
                  <a:pt x="765852" y="54651"/>
                </a:lnTo>
                <a:lnTo>
                  <a:pt x="766677" y="54411"/>
                </a:lnTo>
                <a:lnTo>
                  <a:pt x="767515" y="54190"/>
                </a:lnTo>
                <a:lnTo>
                  <a:pt x="768366" y="53989"/>
                </a:lnTo>
                <a:lnTo>
                  <a:pt x="769230" y="53806"/>
                </a:lnTo>
                <a:lnTo>
                  <a:pt x="770107" y="53643"/>
                </a:lnTo>
                <a:lnTo>
                  <a:pt x="770998" y="53499"/>
                </a:lnTo>
                <a:lnTo>
                  <a:pt x="771901" y="53374"/>
                </a:lnTo>
                <a:lnTo>
                  <a:pt x="772818" y="53269"/>
                </a:lnTo>
                <a:lnTo>
                  <a:pt x="773747" y="53182"/>
                </a:lnTo>
                <a:lnTo>
                  <a:pt x="774690" y="53115"/>
                </a:lnTo>
                <a:lnTo>
                  <a:pt x="775646" y="53067"/>
                </a:lnTo>
                <a:lnTo>
                  <a:pt x="776614" y="53038"/>
                </a:lnTo>
                <a:lnTo>
                  <a:pt x="777596" y="53028"/>
                </a:lnTo>
                <a:lnTo>
                  <a:pt x="778274" y="53035"/>
                </a:lnTo>
                <a:lnTo>
                  <a:pt x="778938" y="53054"/>
                </a:lnTo>
                <a:lnTo>
                  <a:pt x="779590" y="53087"/>
                </a:lnTo>
                <a:lnTo>
                  <a:pt x="780229" y="53132"/>
                </a:lnTo>
                <a:lnTo>
                  <a:pt x="780854" y="53190"/>
                </a:lnTo>
                <a:lnTo>
                  <a:pt x="781466" y="53262"/>
                </a:lnTo>
                <a:lnTo>
                  <a:pt x="782066" y="53346"/>
                </a:lnTo>
                <a:lnTo>
                  <a:pt x="782652" y="53443"/>
                </a:lnTo>
                <a:lnTo>
                  <a:pt x="783225" y="53553"/>
                </a:lnTo>
                <a:lnTo>
                  <a:pt x="783785" y="53676"/>
                </a:lnTo>
                <a:lnTo>
                  <a:pt x="784332" y="53812"/>
                </a:lnTo>
                <a:lnTo>
                  <a:pt x="784866" y="53961"/>
                </a:lnTo>
                <a:lnTo>
                  <a:pt x="785387" y="54123"/>
                </a:lnTo>
                <a:lnTo>
                  <a:pt x="785895" y="54298"/>
                </a:lnTo>
                <a:lnTo>
                  <a:pt x="786390" y="54486"/>
                </a:lnTo>
                <a:lnTo>
                  <a:pt x="786871" y="54687"/>
                </a:lnTo>
                <a:lnTo>
                  <a:pt x="787340" y="54901"/>
                </a:lnTo>
                <a:lnTo>
                  <a:pt x="787796" y="55127"/>
                </a:lnTo>
                <a:lnTo>
                  <a:pt x="788238" y="55367"/>
                </a:lnTo>
                <a:lnTo>
                  <a:pt x="788667" y="55620"/>
                </a:lnTo>
                <a:lnTo>
                  <a:pt x="789084" y="55885"/>
                </a:lnTo>
                <a:lnTo>
                  <a:pt x="789487" y="56164"/>
                </a:lnTo>
                <a:lnTo>
                  <a:pt x="789877" y="56455"/>
                </a:lnTo>
                <a:lnTo>
                  <a:pt x="790255" y="56760"/>
                </a:lnTo>
                <a:lnTo>
                  <a:pt x="790620" y="57076"/>
                </a:lnTo>
                <a:lnTo>
                  <a:pt x="790976" y="57401"/>
                </a:lnTo>
                <a:lnTo>
                  <a:pt x="791323" y="57736"/>
                </a:lnTo>
                <a:lnTo>
                  <a:pt x="791659" y="58081"/>
                </a:lnTo>
                <a:lnTo>
                  <a:pt x="791986" y="58435"/>
                </a:lnTo>
                <a:lnTo>
                  <a:pt x="792304" y="58800"/>
                </a:lnTo>
                <a:lnTo>
                  <a:pt x="792611" y="59173"/>
                </a:lnTo>
                <a:lnTo>
                  <a:pt x="792909" y="59557"/>
                </a:lnTo>
                <a:lnTo>
                  <a:pt x="793197" y="59950"/>
                </a:lnTo>
                <a:lnTo>
                  <a:pt x="793476" y="60353"/>
                </a:lnTo>
                <a:lnTo>
                  <a:pt x="793745" y="60765"/>
                </a:lnTo>
                <a:lnTo>
                  <a:pt x="794004" y="61188"/>
                </a:lnTo>
                <a:lnTo>
                  <a:pt x="794253" y="61620"/>
                </a:lnTo>
                <a:lnTo>
                  <a:pt x="794493" y="62061"/>
                </a:lnTo>
                <a:lnTo>
                  <a:pt x="794723" y="62512"/>
                </a:lnTo>
                <a:lnTo>
                  <a:pt x="794943" y="62973"/>
                </a:lnTo>
                <a:lnTo>
                  <a:pt x="795153" y="63444"/>
                </a:lnTo>
                <a:lnTo>
                  <a:pt x="795354" y="63924"/>
                </a:lnTo>
                <a:lnTo>
                  <a:pt x="795545" y="64414"/>
                </a:lnTo>
                <a:lnTo>
                  <a:pt x="795727" y="64914"/>
                </a:lnTo>
                <a:lnTo>
                  <a:pt x="795899" y="65423"/>
                </a:lnTo>
                <a:lnTo>
                  <a:pt x="796061" y="65942"/>
                </a:lnTo>
                <a:lnTo>
                  <a:pt x="796213" y="66471"/>
                </a:lnTo>
                <a:lnTo>
                  <a:pt x="796356" y="67009"/>
                </a:lnTo>
                <a:lnTo>
                  <a:pt x="796491" y="67555"/>
                </a:lnTo>
                <a:lnTo>
                  <a:pt x="796620" y="68108"/>
                </a:lnTo>
                <a:lnTo>
                  <a:pt x="796743" y="68667"/>
                </a:lnTo>
                <a:lnTo>
                  <a:pt x="796861" y="69233"/>
                </a:lnTo>
                <a:lnTo>
                  <a:pt x="796973" y="69806"/>
                </a:lnTo>
                <a:lnTo>
                  <a:pt x="797079" y="70385"/>
                </a:lnTo>
                <a:lnTo>
                  <a:pt x="797180" y="70971"/>
                </a:lnTo>
                <a:lnTo>
                  <a:pt x="797274" y="71563"/>
                </a:lnTo>
                <a:lnTo>
                  <a:pt x="797363" y="72162"/>
                </a:lnTo>
                <a:lnTo>
                  <a:pt x="797447" y="72768"/>
                </a:lnTo>
                <a:lnTo>
                  <a:pt x="797524" y="73380"/>
                </a:lnTo>
                <a:lnTo>
                  <a:pt x="797596" y="73998"/>
                </a:lnTo>
                <a:lnTo>
                  <a:pt x="797662" y="74624"/>
                </a:lnTo>
                <a:lnTo>
                  <a:pt x="797722" y="75256"/>
                </a:lnTo>
                <a:lnTo>
                  <a:pt x="797777" y="75894"/>
                </a:lnTo>
                <a:lnTo>
                  <a:pt x="797825" y="76539"/>
                </a:lnTo>
                <a:lnTo>
                  <a:pt x="797869" y="77191"/>
                </a:lnTo>
                <a:lnTo>
                  <a:pt x="797906" y="77849"/>
                </a:lnTo>
                <a:lnTo>
                  <a:pt x="797937" y="78514"/>
                </a:lnTo>
                <a:lnTo>
                  <a:pt x="797963" y="79186"/>
                </a:lnTo>
                <a:lnTo>
                  <a:pt x="797983" y="79864"/>
                </a:lnTo>
                <a:lnTo>
                  <a:pt x="797998" y="80548"/>
                </a:lnTo>
                <a:lnTo>
                  <a:pt x="798006" y="81240"/>
                </a:lnTo>
                <a:lnTo>
                  <a:pt x="798009" y="81938"/>
                </a:lnTo>
                <a:lnTo>
                  <a:pt x="798009" y="153498"/>
                </a:lnTo>
                <a:lnTo>
                  <a:pt x="817054" y="153498"/>
                </a:lnTo>
                <a:lnTo>
                  <a:pt x="817054" y="79489"/>
                </a:lnTo>
                <a:lnTo>
                  <a:pt x="817040" y="77835"/>
                </a:lnTo>
                <a:lnTo>
                  <a:pt x="816998" y="76211"/>
                </a:lnTo>
                <a:lnTo>
                  <a:pt x="816927" y="74619"/>
                </a:lnTo>
                <a:lnTo>
                  <a:pt x="816829" y="73056"/>
                </a:lnTo>
                <a:lnTo>
                  <a:pt x="816702" y="71525"/>
                </a:lnTo>
                <a:lnTo>
                  <a:pt x="816548" y="70024"/>
                </a:lnTo>
                <a:lnTo>
                  <a:pt x="816365" y="68554"/>
                </a:lnTo>
                <a:lnTo>
                  <a:pt x="816154" y="67115"/>
                </a:lnTo>
                <a:lnTo>
                  <a:pt x="815915" y="65706"/>
                </a:lnTo>
                <a:lnTo>
                  <a:pt x="815648" y="64328"/>
                </a:lnTo>
                <a:lnTo>
                  <a:pt x="815353" y="62981"/>
                </a:lnTo>
                <a:lnTo>
                  <a:pt x="815030" y="61664"/>
                </a:lnTo>
                <a:lnTo>
                  <a:pt x="814678" y="60378"/>
                </a:lnTo>
                <a:lnTo>
                  <a:pt x="814299" y="59123"/>
                </a:lnTo>
                <a:lnTo>
                  <a:pt x="813891" y="57899"/>
                </a:lnTo>
                <a:lnTo>
                  <a:pt x="813455" y="56705"/>
                </a:lnTo>
                <a:lnTo>
                  <a:pt x="812991" y="55542"/>
                </a:lnTo>
                <a:lnTo>
                  <a:pt x="812499" y="54410"/>
                </a:lnTo>
                <a:lnTo>
                  <a:pt x="811979" y="53308"/>
                </a:lnTo>
                <a:lnTo>
                  <a:pt x="811431" y="52237"/>
                </a:lnTo>
                <a:lnTo>
                  <a:pt x="810855" y="51197"/>
                </a:lnTo>
                <a:lnTo>
                  <a:pt x="810250" y="50187"/>
                </a:lnTo>
                <a:lnTo>
                  <a:pt x="809618" y="49208"/>
                </a:lnTo>
                <a:lnTo>
                  <a:pt x="808957" y="48260"/>
                </a:lnTo>
                <a:lnTo>
                  <a:pt x="808264" y="47347"/>
                </a:lnTo>
                <a:lnTo>
                  <a:pt x="807536" y="46472"/>
                </a:lnTo>
                <a:lnTo>
                  <a:pt x="806771" y="45636"/>
                </a:lnTo>
                <a:lnTo>
                  <a:pt x="805970" y="44839"/>
                </a:lnTo>
                <a:lnTo>
                  <a:pt x="805133" y="44081"/>
                </a:lnTo>
                <a:lnTo>
                  <a:pt x="804260" y="43361"/>
                </a:lnTo>
                <a:lnTo>
                  <a:pt x="803351" y="42681"/>
                </a:lnTo>
                <a:lnTo>
                  <a:pt x="802406" y="42040"/>
                </a:lnTo>
                <a:lnTo>
                  <a:pt x="801425" y="41437"/>
                </a:lnTo>
                <a:lnTo>
                  <a:pt x="800408" y="40873"/>
                </a:lnTo>
                <a:lnTo>
                  <a:pt x="799355" y="40348"/>
                </a:lnTo>
                <a:lnTo>
                  <a:pt x="798266" y="39862"/>
                </a:lnTo>
                <a:lnTo>
                  <a:pt x="797141" y="39415"/>
                </a:lnTo>
                <a:lnTo>
                  <a:pt x="795979" y="39007"/>
                </a:lnTo>
                <a:lnTo>
                  <a:pt x="794782" y="38638"/>
                </a:lnTo>
                <a:lnTo>
                  <a:pt x="793549" y="38307"/>
                </a:lnTo>
                <a:lnTo>
                  <a:pt x="792280" y="38015"/>
                </a:lnTo>
                <a:lnTo>
                  <a:pt x="790974" y="37763"/>
                </a:lnTo>
                <a:lnTo>
                  <a:pt x="789633" y="37549"/>
                </a:lnTo>
                <a:lnTo>
                  <a:pt x="788256" y="37374"/>
                </a:lnTo>
                <a:lnTo>
                  <a:pt x="786842" y="37238"/>
                </a:lnTo>
                <a:lnTo>
                  <a:pt x="785393" y="37141"/>
                </a:lnTo>
                <a:lnTo>
                  <a:pt x="783907" y="37082"/>
                </a:lnTo>
                <a:lnTo>
                  <a:pt x="782386" y="37063"/>
                </a:lnTo>
                <a:lnTo>
                  <a:pt x="781214" y="37074"/>
                </a:lnTo>
                <a:lnTo>
                  <a:pt x="780057" y="37106"/>
                </a:lnTo>
                <a:lnTo>
                  <a:pt x="778914" y="37161"/>
                </a:lnTo>
                <a:lnTo>
                  <a:pt x="777785" y="37237"/>
                </a:lnTo>
                <a:lnTo>
                  <a:pt x="776669" y="37335"/>
                </a:lnTo>
                <a:lnTo>
                  <a:pt x="775568" y="37455"/>
                </a:lnTo>
                <a:lnTo>
                  <a:pt x="774481" y="37596"/>
                </a:lnTo>
                <a:lnTo>
                  <a:pt x="773408" y="37760"/>
                </a:lnTo>
                <a:lnTo>
                  <a:pt x="772349" y="37945"/>
                </a:lnTo>
                <a:lnTo>
                  <a:pt x="771305" y="38152"/>
                </a:lnTo>
                <a:lnTo>
                  <a:pt x="770274" y="38381"/>
                </a:lnTo>
                <a:lnTo>
                  <a:pt x="769257" y="38631"/>
                </a:lnTo>
                <a:lnTo>
                  <a:pt x="768254" y="38903"/>
                </a:lnTo>
                <a:lnTo>
                  <a:pt x="767266" y="39197"/>
                </a:lnTo>
                <a:lnTo>
                  <a:pt x="766291" y="39513"/>
                </a:lnTo>
                <a:lnTo>
                  <a:pt x="765330" y="39851"/>
                </a:lnTo>
                <a:lnTo>
                  <a:pt x="764384" y="40210"/>
                </a:lnTo>
                <a:lnTo>
                  <a:pt x="763452" y="40591"/>
                </a:lnTo>
                <a:lnTo>
                  <a:pt x="762533" y="40994"/>
                </a:lnTo>
                <a:lnTo>
                  <a:pt x="761629" y="41419"/>
                </a:lnTo>
                <a:lnTo>
                  <a:pt x="760739" y="41865"/>
                </a:lnTo>
                <a:lnTo>
                  <a:pt x="759863" y="42333"/>
                </a:lnTo>
                <a:lnTo>
                  <a:pt x="759000" y="42823"/>
                </a:lnTo>
                <a:lnTo>
                  <a:pt x="758152" y="43335"/>
                </a:lnTo>
                <a:lnTo>
                  <a:pt x="757317" y="43860"/>
                </a:lnTo>
                <a:lnTo>
                  <a:pt x="756494" y="44388"/>
                </a:lnTo>
                <a:lnTo>
                  <a:pt x="755684" y="44919"/>
                </a:lnTo>
                <a:lnTo>
                  <a:pt x="754885" y="45454"/>
                </a:lnTo>
                <a:lnTo>
                  <a:pt x="754098" y="45993"/>
                </a:lnTo>
                <a:lnTo>
                  <a:pt x="753323" y="46535"/>
                </a:lnTo>
                <a:lnTo>
                  <a:pt x="752561" y="47081"/>
                </a:lnTo>
                <a:lnTo>
                  <a:pt x="751810" y="47631"/>
                </a:lnTo>
                <a:lnTo>
                  <a:pt x="751072" y="48184"/>
                </a:lnTo>
                <a:lnTo>
                  <a:pt x="750346" y="48740"/>
                </a:lnTo>
                <a:lnTo>
                  <a:pt x="749632" y="49300"/>
                </a:lnTo>
                <a:lnTo>
                  <a:pt x="748929" y="49864"/>
                </a:lnTo>
                <a:lnTo>
                  <a:pt x="748239" y="50431"/>
                </a:lnTo>
                <a:lnTo>
                  <a:pt x="747561" y="51002"/>
                </a:lnTo>
                <a:lnTo>
                  <a:pt x="746895" y="51576"/>
                </a:lnTo>
                <a:lnTo>
                  <a:pt x="746242" y="52154"/>
                </a:lnTo>
                <a:lnTo>
                  <a:pt x="745600" y="52736"/>
                </a:lnTo>
                <a:lnTo>
                  <a:pt x="744970" y="53321"/>
                </a:lnTo>
                <a:lnTo>
                  <a:pt x="744352" y="53909"/>
                </a:lnTo>
                <a:lnTo>
                  <a:pt x="743747" y="54502"/>
                </a:lnTo>
                <a:lnTo>
                  <a:pt x="743153" y="55097"/>
                </a:lnTo>
                <a:lnTo>
                  <a:pt x="742572" y="55697"/>
                </a:lnTo>
                <a:lnTo>
                  <a:pt x="742003" y="56299"/>
                </a:lnTo>
                <a:lnTo>
                  <a:pt x="741453" y="56898"/>
                </a:lnTo>
                <a:lnTo>
                  <a:pt x="741382" y="56705"/>
                </a:lnTo>
                <a:lnTo>
                  <a:pt x="740918" y="55542"/>
                </a:lnTo>
                <a:lnTo>
                  <a:pt x="740426" y="54410"/>
                </a:lnTo>
                <a:close/>
                <a:moveTo>
                  <a:pt x="257302" y="155353"/>
                </a:moveTo>
                <a:lnTo>
                  <a:pt x="258614" y="155242"/>
                </a:lnTo>
                <a:lnTo>
                  <a:pt x="259909" y="155106"/>
                </a:lnTo>
                <a:lnTo>
                  <a:pt x="261187" y="154946"/>
                </a:lnTo>
                <a:lnTo>
                  <a:pt x="262449" y="154761"/>
                </a:lnTo>
                <a:lnTo>
                  <a:pt x="263693" y="154551"/>
                </a:lnTo>
                <a:lnTo>
                  <a:pt x="264921" y="154317"/>
                </a:lnTo>
                <a:lnTo>
                  <a:pt x="266131" y="154058"/>
                </a:lnTo>
                <a:lnTo>
                  <a:pt x="267325" y="153775"/>
                </a:lnTo>
                <a:lnTo>
                  <a:pt x="268502" y="153466"/>
                </a:lnTo>
                <a:lnTo>
                  <a:pt x="269663" y="153133"/>
                </a:lnTo>
                <a:lnTo>
                  <a:pt x="270806" y="152776"/>
                </a:lnTo>
                <a:lnTo>
                  <a:pt x="271933" y="152394"/>
                </a:lnTo>
                <a:lnTo>
                  <a:pt x="273043" y="151987"/>
                </a:lnTo>
                <a:lnTo>
                  <a:pt x="274136" y="151555"/>
                </a:lnTo>
                <a:lnTo>
                  <a:pt x="275212" y="151099"/>
                </a:lnTo>
                <a:lnTo>
                  <a:pt x="276271" y="150618"/>
                </a:lnTo>
                <a:lnTo>
                  <a:pt x="277314" y="150112"/>
                </a:lnTo>
                <a:lnTo>
                  <a:pt x="278339" y="149582"/>
                </a:lnTo>
                <a:lnTo>
                  <a:pt x="279348" y="149027"/>
                </a:lnTo>
                <a:lnTo>
                  <a:pt x="280340" y="148448"/>
                </a:lnTo>
                <a:lnTo>
                  <a:pt x="281314" y="147845"/>
                </a:lnTo>
                <a:lnTo>
                  <a:pt x="282269" y="147221"/>
                </a:lnTo>
                <a:lnTo>
                  <a:pt x="283205" y="146576"/>
                </a:lnTo>
                <a:lnTo>
                  <a:pt x="284122" y="145909"/>
                </a:lnTo>
                <a:lnTo>
                  <a:pt x="285021" y="145222"/>
                </a:lnTo>
                <a:lnTo>
                  <a:pt x="285900" y="144513"/>
                </a:lnTo>
                <a:lnTo>
                  <a:pt x="286760" y="143783"/>
                </a:lnTo>
                <a:lnTo>
                  <a:pt x="287601" y="143032"/>
                </a:lnTo>
                <a:lnTo>
                  <a:pt x="288423" y="142260"/>
                </a:lnTo>
                <a:lnTo>
                  <a:pt x="289226" y="141466"/>
                </a:lnTo>
                <a:lnTo>
                  <a:pt x="290010" y="140651"/>
                </a:lnTo>
                <a:lnTo>
                  <a:pt x="290775" y="139815"/>
                </a:lnTo>
                <a:lnTo>
                  <a:pt x="291521" y="138958"/>
                </a:lnTo>
                <a:lnTo>
                  <a:pt x="292248" y="138080"/>
                </a:lnTo>
                <a:lnTo>
                  <a:pt x="292956" y="137180"/>
                </a:lnTo>
                <a:lnTo>
                  <a:pt x="293645" y="136260"/>
                </a:lnTo>
                <a:lnTo>
                  <a:pt x="294315" y="135318"/>
                </a:lnTo>
                <a:lnTo>
                  <a:pt x="294966" y="134355"/>
                </a:lnTo>
                <a:lnTo>
                  <a:pt x="295598" y="133370"/>
                </a:lnTo>
                <a:lnTo>
                  <a:pt x="296211" y="132365"/>
                </a:lnTo>
                <a:lnTo>
                  <a:pt x="296805" y="131338"/>
                </a:lnTo>
                <a:lnTo>
                  <a:pt x="297380" y="130290"/>
                </a:lnTo>
                <a:lnTo>
                  <a:pt x="297936" y="129221"/>
                </a:lnTo>
                <a:lnTo>
                  <a:pt x="298472" y="128131"/>
                </a:lnTo>
                <a:lnTo>
                  <a:pt x="298989" y="127021"/>
                </a:lnTo>
                <a:lnTo>
                  <a:pt x="299483" y="125894"/>
                </a:lnTo>
                <a:lnTo>
                  <a:pt x="299956" y="124750"/>
                </a:lnTo>
                <a:lnTo>
                  <a:pt x="300406" y="123589"/>
                </a:lnTo>
                <a:lnTo>
                  <a:pt x="300835" y="122410"/>
                </a:lnTo>
                <a:lnTo>
                  <a:pt x="301241" y="121213"/>
                </a:lnTo>
                <a:lnTo>
                  <a:pt x="301626" y="120000"/>
                </a:lnTo>
                <a:lnTo>
                  <a:pt x="301989" y="118769"/>
                </a:lnTo>
                <a:lnTo>
                  <a:pt x="302329" y="117521"/>
                </a:lnTo>
                <a:lnTo>
                  <a:pt x="302648" y="116255"/>
                </a:lnTo>
                <a:lnTo>
                  <a:pt x="302945" y="114972"/>
                </a:lnTo>
                <a:lnTo>
                  <a:pt x="303219" y="113672"/>
                </a:lnTo>
                <a:lnTo>
                  <a:pt x="303472" y="112354"/>
                </a:lnTo>
                <a:lnTo>
                  <a:pt x="303703" y="111019"/>
                </a:lnTo>
                <a:lnTo>
                  <a:pt x="303912" y="109667"/>
                </a:lnTo>
                <a:lnTo>
                  <a:pt x="304098" y="108297"/>
                </a:lnTo>
                <a:lnTo>
                  <a:pt x="304263" y="106910"/>
                </a:lnTo>
                <a:lnTo>
                  <a:pt x="304406" y="105506"/>
                </a:lnTo>
                <a:lnTo>
                  <a:pt x="304527" y="104085"/>
                </a:lnTo>
                <a:lnTo>
                  <a:pt x="304626" y="102646"/>
                </a:lnTo>
                <a:lnTo>
                  <a:pt x="304703" y="101189"/>
                </a:lnTo>
                <a:lnTo>
                  <a:pt x="304758" y="99716"/>
                </a:lnTo>
                <a:lnTo>
                  <a:pt x="304791" y="98225"/>
                </a:lnTo>
                <a:lnTo>
                  <a:pt x="304802" y="96716"/>
                </a:lnTo>
                <a:lnTo>
                  <a:pt x="304791" y="95170"/>
                </a:lnTo>
                <a:lnTo>
                  <a:pt x="304758" y="93642"/>
                </a:lnTo>
                <a:lnTo>
                  <a:pt x="304703" y="92132"/>
                </a:lnTo>
                <a:lnTo>
                  <a:pt x="304626" y="90641"/>
                </a:lnTo>
                <a:lnTo>
                  <a:pt x="304527" y="89169"/>
                </a:lnTo>
                <a:lnTo>
                  <a:pt x="304406" y="87715"/>
                </a:lnTo>
                <a:lnTo>
                  <a:pt x="304263" y="86280"/>
                </a:lnTo>
                <a:lnTo>
                  <a:pt x="304098" y="84863"/>
                </a:lnTo>
                <a:lnTo>
                  <a:pt x="303912" y="83465"/>
                </a:lnTo>
                <a:lnTo>
                  <a:pt x="303703" y="82085"/>
                </a:lnTo>
                <a:lnTo>
                  <a:pt x="303472" y="80724"/>
                </a:lnTo>
                <a:lnTo>
                  <a:pt x="303219" y="79381"/>
                </a:lnTo>
                <a:lnTo>
                  <a:pt x="302945" y="78057"/>
                </a:lnTo>
                <a:lnTo>
                  <a:pt x="302648" y="76752"/>
                </a:lnTo>
                <a:lnTo>
                  <a:pt x="302329" y="75465"/>
                </a:lnTo>
                <a:lnTo>
                  <a:pt x="301989" y="74197"/>
                </a:lnTo>
                <a:lnTo>
                  <a:pt x="301626" y="72947"/>
                </a:lnTo>
                <a:lnTo>
                  <a:pt x="301241" y="71716"/>
                </a:lnTo>
                <a:lnTo>
                  <a:pt x="300835" y="70503"/>
                </a:lnTo>
                <a:lnTo>
                  <a:pt x="300406" y="69309"/>
                </a:lnTo>
                <a:lnTo>
                  <a:pt x="299956" y="68133"/>
                </a:lnTo>
                <a:lnTo>
                  <a:pt x="299483" y="66976"/>
                </a:lnTo>
                <a:lnTo>
                  <a:pt x="298989" y="65838"/>
                </a:lnTo>
                <a:lnTo>
                  <a:pt x="298472" y="64718"/>
                </a:lnTo>
                <a:lnTo>
                  <a:pt x="297936" y="63618"/>
                </a:lnTo>
                <a:lnTo>
                  <a:pt x="297380" y="62539"/>
                </a:lnTo>
                <a:lnTo>
                  <a:pt x="296805" y="61482"/>
                </a:lnTo>
                <a:lnTo>
                  <a:pt x="296211" y="60446"/>
                </a:lnTo>
                <a:lnTo>
                  <a:pt x="295598" y="59432"/>
                </a:lnTo>
                <a:lnTo>
                  <a:pt x="294966" y="58439"/>
                </a:lnTo>
                <a:lnTo>
                  <a:pt x="294315" y="57467"/>
                </a:lnTo>
                <a:lnTo>
                  <a:pt x="293645" y="56517"/>
                </a:lnTo>
                <a:lnTo>
                  <a:pt x="292956" y="55588"/>
                </a:lnTo>
                <a:lnTo>
                  <a:pt x="292248" y="54681"/>
                </a:lnTo>
                <a:lnTo>
                  <a:pt x="291521" y="53795"/>
                </a:lnTo>
                <a:lnTo>
                  <a:pt x="290775" y="52930"/>
                </a:lnTo>
                <a:lnTo>
                  <a:pt x="290010" y="52087"/>
                </a:lnTo>
                <a:lnTo>
                  <a:pt x="289226" y="51266"/>
                </a:lnTo>
                <a:lnTo>
                  <a:pt x="288423" y="50465"/>
                </a:lnTo>
                <a:lnTo>
                  <a:pt x="287601" y="49687"/>
                </a:lnTo>
                <a:lnTo>
                  <a:pt x="286760" y="48929"/>
                </a:lnTo>
                <a:lnTo>
                  <a:pt x="285900" y="48193"/>
                </a:lnTo>
                <a:lnTo>
                  <a:pt x="285021" y="47478"/>
                </a:lnTo>
                <a:lnTo>
                  <a:pt x="284122" y="46785"/>
                </a:lnTo>
                <a:lnTo>
                  <a:pt x="283205" y="46113"/>
                </a:lnTo>
                <a:lnTo>
                  <a:pt x="282269" y="45463"/>
                </a:lnTo>
                <a:lnTo>
                  <a:pt x="281314" y="44834"/>
                </a:lnTo>
                <a:lnTo>
                  <a:pt x="280340" y="44226"/>
                </a:lnTo>
                <a:lnTo>
                  <a:pt x="279348" y="43642"/>
                </a:lnTo>
                <a:lnTo>
                  <a:pt x="278339" y="43082"/>
                </a:lnTo>
                <a:lnTo>
                  <a:pt x="277314" y="42547"/>
                </a:lnTo>
                <a:lnTo>
                  <a:pt x="276271" y="42037"/>
                </a:lnTo>
                <a:lnTo>
                  <a:pt x="275212" y="41552"/>
                </a:lnTo>
                <a:lnTo>
                  <a:pt x="274136" y="41092"/>
                </a:lnTo>
                <a:lnTo>
                  <a:pt x="273043" y="40657"/>
                </a:lnTo>
                <a:lnTo>
                  <a:pt x="271933" y="40247"/>
                </a:lnTo>
                <a:lnTo>
                  <a:pt x="270806" y="39861"/>
                </a:lnTo>
                <a:lnTo>
                  <a:pt x="269663" y="39500"/>
                </a:lnTo>
                <a:lnTo>
                  <a:pt x="268502" y="39165"/>
                </a:lnTo>
                <a:lnTo>
                  <a:pt x="267325" y="38854"/>
                </a:lnTo>
                <a:lnTo>
                  <a:pt x="266131" y="38568"/>
                </a:lnTo>
                <a:lnTo>
                  <a:pt x="264921" y="38307"/>
                </a:lnTo>
                <a:lnTo>
                  <a:pt x="263693" y="38070"/>
                </a:lnTo>
                <a:lnTo>
                  <a:pt x="262449" y="37859"/>
                </a:lnTo>
                <a:lnTo>
                  <a:pt x="261187" y="37672"/>
                </a:lnTo>
                <a:lnTo>
                  <a:pt x="259909" y="37511"/>
                </a:lnTo>
                <a:lnTo>
                  <a:pt x="258614" y="37374"/>
                </a:lnTo>
                <a:lnTo>
                  <a:pt x="257302" y="37262"/>
                </a:lnTo>
                <a:lnTo>
                  <a:pt x="255974" y="37175"/>
                </a:lnTo>
                <a:lnTo>
                  <a:pt x="254629" y="37113"/>
                </a:lnTo>
                <a:lnTo>
                  <a:pt x="253266" y="37075"/>
                </a:lnTo>
                <a:lnTo>
                  <a:pt x="251887" y="37063"/>
                </a:lnTo>
                <a:lnTo>
                  <a:pt x="250536" y="37075"/>
                </a:lnTo>
                <a:lnTo>
                  <a:pt x="249202" y="37113"/>
                </a:lnTo>
                <a:lnTo>
                  <a:pt x="247883" y="37175"/>
                </a:lnTo>
                <a:lnTo>
                  <a:pt x="246581" y="37262"/>
                </a:lnTo>
                <a:lnTo>
                  <a:pt x="245295" y="37374"/>
                </a:lnTo>
                <a:lnTo>
                  <a:pt x="244026" y="37511"/>
                </a:lnTo>
                <a:lnTo>
                  <a:pt x="242772" y="37672"/>
                </a:lnTo>
                <a:lnTo>
                  <a:pt x="241535" y="37859"/>
                </a:lnTo>
                <a:lnTo>
                  <a:pt x="240314" y="38070"/>
                </a:lnTo>
                <a:lnTo>
                  <a:pt x="239109" y="38307"/>
                </a:lnTo>
                <a:lnTo>
                  <a:pt x="237921" y="38568"/>
                </a:lnTo>
                <a:lnTo>
                  <a:pt x="236748" y="38854"/>
                </a:lnTo>
                <a:lnTo>
                  <a:pt x="235592" y="39165"/>
                </a:lnTo>
                <a:lnTo>
                  <a:pt x="234453" y="39500"/>
                </a:lnTo>
                <a:lnTo>
                  <a:pt x="233329" y="39861"/>
                </a:lnTo>
                <a:lnTo>
                  <a:pt x="232222" y="40247"/>
                </a:lnTo>
                <a:lnTo>
                  <a:pt x="231131" y="40657"/>
                </a:lnTo>
                <a:lnTo>
                  <a:pt x="230056" y="41092"/>
                </a:lnTo>
                <a:lnTo>
                  <a:pt x="228997" y="41552"/>
                </a:lnTo>
                <a:lnTo>
                  <a:pt x="227955" y="42037"/>
                </a:lnTo>
                <a:lnTo>
                  <a:pt x="226929" y="42547"/>
                </a:lnTo>
                <a:lnTo>
                  <a:pt x="225919" y="43082"/>
                </a:lnTo>
                <a:lnTo>
                  <a:pt x="224925" y="43642"/>
                </a:lnTo>
                <a:lnTo>
                  <a:pt x="223947" y="44226"/>
                </a:lnTo>
                <a:lnTo>
                  <a:pt x="222988" y="44834"/>
                </a:lnTo>
                <a:lnTo>
                  <a:pt x="222047" y="45463"/>
                </a:lnTo>
                <a:lnTo>
                  <a:pt x="221126" y="46113"/>
                </a:lnTo>
                <a:lnTo>
                  <a:pt x="220224" y="46785"/>
                </a:lnTo>
                <a:lnTo>
                  <a:pt x="219341" y="47478"/>
                </a:lnTo>
                <a:lnTo>
                  <a:pt x="218477" y="48193"/>
                </a:lnTo>
                <a:lnTo>
                  <a:pt x="217633" y="48929"/>
                </a:lnTo>
                <a:lnTo>
                  <a:pt x="216807" y="49687"/>
                </a:lnTo>
                <a:lnTo>
                  <a:pt x="216001" y="50465"/>
                </a:lnTo>
                <a:lnTo>
                  <a:pt x="215214" y="51266"/>
                </a:lnTo>
                <a:lnTo>
                  <a:pt x="214447" y="52087"/>
                </a:lnTo>
                <a:lnTo>
                  <a:pt x="213698" y="52930"/>
                </a:lnTo>
                <a:lnTo>
                  <a:pt x="212969" y="53795"/>
                </a:lnTo>
                <a:lnTo>
                  <a:pt x="212259" y="54681"/>
                </a:lnTo>
                <a:lnTo>
                  <a:pt x="211568" y="55588"/>
                </a:lnTo>
                <a:lnTo>
                  <a:pt x="210896" y="56517"/>
                </a:lnTo>
                <a:lnTo>
                  <a:pt x="210244" y="57467"/>
                </a:lnTo>
                <a:lnTo>
                  <a:pt x="209611" y="58439"/>
                </a:lnTo>
                <a:lnTo>
                  <a:pt x="208996" y="59432"/>
                </a:lnTo>
                <a:lnTo>
                  <a:pt x="208402" y="60446"/>
                </a:lnTo>
                <a:lnTo>
                  <a:pt x="207826" y="61482"/>
                </a:lnTo>
                <a:lnTo>
                  <a:pt x="207270" y="62539"/>
                </a:lnTo>
                <a:lnTo>
                  <a:pt x="206732" y="63618"/>
                </a:lnTo>
                <a:lnTo>
                  <a:pt x="206214" y="64718"/>
                </a:lnTo>
                <a:lnTo>
                  <a:pt x="205716" y="65838"/>
                </a:lnTo>
                <a:lnTo>
                  <a:pt x="205240" y="66976"/>
                </a:lnTo>
                <a:lnTo>
                  <a:pt x="204784" y="68133"/>
                </a:lnTo>
                <a:lnTo>
                  <a:pt x="204350" y="69309"/>
                </a:lnTo>
                <a:lnTo>
                  <a:pt x="203937" y="70503"/>
                </a:lnTo>
                <a:lnTo>
                  <a:pt x="203545" y="71716"/>
                </a:lnTo>
                <a:lnTo>
                  <a:pt x="203174" y="72947"/>
                </a:lnTo>
                <a:lnTo>
                  <a:pt x="202825" y="74197"/>
                </a:lnTo>
                <a:lnTo>
                  <a:pt x="202496" y="75465"/>
                </a:lnTo>
                <a:lnTo>
                  <a:pt x="202189" y="76752"/>
                </a:lnTo>
                <a:lnTo>
                  <a:pt x="201903" y="78057"/>
                </a:lnTo>
                <a:lnTo>
                  <a:pt x="201638" y="79381"/>
                </a:lnTo>
                <a:lnTo>
                  <a:pt x="201395" y="80724"/>
                </a:lnTo>
                <a:lnTo>
                  <a:pt x="201172" y="82085"/>
                </a:lnTo>
                <a:lnTo>
                  <a:pt x="200971" y="83465"/>
                </a:lnTo>
                <a:lnTo>
                  <a:pt x="200791" y="84863"/>
                </a:lnTo>
                <a:lnTo>
                  <a:pt x="200632" y="86280"/>
                </a:lnTo>
                <a:lnTo>
                  <a:pt x="200494" y="87715"/>
                </a:lnTo>
                <a:lnTo>
                  <a:pt x="200378" y="89169"/>
                </a:lnTo>
                <a:lnTo>
                  <a:pt x="200283" y="90641"/>
                </a:lnTo>
                <a:lnTo>
                  <a:pt x="200208" y="92132"/>
                </a:lnTo>
                <a:lnTo>
                  <a:pt x="200156" y="93642"/>
                </a:lnTo>
                <a:lnTo>
                  <a:pt x="200124" y="95170"/>
                </a:lnTo>
                <a:lnTo>
                  <a:pt x="200113" y="96716"/>
                </a:lnTo>
                <a:lnTo>
                  <a:pt x="200124" y="98225"/>
                </a:lnTo>
                <a:lnTo>
                  <a:pt x="200156" y="99716"/>
                </a:lnTo>
                <a:lnTo>
                  <a:pt x="200208" y="101189"/>
                </a:lnTo>
                <a:lnTo>
                  <a:pt x="200283" y="102646"/>
                </a:lnTo>
                <a:lnTo>
                  <a:pt x="200378" y="104085"/>
                </a:lnTo>
                <a:lnTo>
                  <a:pt x="200494" y="105506"/>
                </a:lnTo>
                <a:lnTo>
                  <a:pt x="200632" y="106910"/>
                </a:lnTo>
                <a:lnTo>
                  <a:pt x="200791" y="108297"/>
                </a:lnTo>
                <a:lnTo>
                  <a:pt x="200971" y="109667"/>
                </a:lnTo>
                <a:lnTo>
                  <a:pt x="201172" y="111019"/>
                </a:lnTo>
                <a:lnTo>
                  <a:pt x="201395" y="112354"/>
                </a:lnTo>
                <a:lnTo>
                  <a:pt x="201638" y="113672"/>
                </a:lnTo>
                <a:lnTo>
                  <a:pt x="201903" y="114972"/>
                </a:lnTo>
                <a:lnTo>
                  <a:pt x="202189" y="116255"/>
                </a:lnTo>
                <a:lnTo>
                  <a:pt x="202496" y="117521"/>
                </a:lnTo>
                <a:lnTo>
                  <a:pt x="202825" y="118769"/>
                </a:lnTo>
                <a:lnTo>
                  <a:pt x="203174" y="120000"/>
                </a:lnTo>
                <a:lnTo>
                  <a:pt x="203545" y="121213"/>
                </a:lnTo>
                <a:lnTo>
                  <a:pt x="203937" y="122410"/>
                </a:lnTo>
                <a:lnTo>
                  <a:pt x="204350" y="123589"/>
                </a:lnTo>
                <a:lnTo>
                  <a:pt x="204784" y="124750"/>
                </a:lnTo>
                <a:lnTo>
                  <a:pt x="205240" y="125894"/>
                </a:lnTo>
                <a:lnTo>
                  <a:pt x="205716" y="127021"/>
                </a:lnTo>
                <a:lnTo>
                  <a:pt x="206214" y="128131"/>
                </a:lnTo>
                <a:lnTo>
                  <a:pt x="206732" y="129221"/>
                </a:lnTo>
                <a:lnTo>
                  <a:pt x="207270" y="130290"/>
                </a:lnTo>
                <a:lnTo>
                  <a:pt x="207826" y="131338"/>
                </a:lnTo>
                <a:lnTo>
                  <a:pt x="208402" y="132365"/>
                </a:lnTo>
                <a:lnTo>
                  <a:pt x="208996" y="133370"/>
                </a:lnTo>
                <a:lnTo>
                  <a:pt x="209611" y="134355"/>
                </a:lnTo>
                <a:lnTo>
                  <a:pt x="210244" y="135318"/>
                </a:lnTo>
                <a:lnTo>
                  <a:pt x="210896" y="136260"/>
                </a:lnTo>
                <a:lnTo>
                  <a:pt x="211568" y="137180"/>
                </a:lnTo>
                <a:lnTo>
                  <a:pt x="212259" y="138080"/>
                </a:lnTo>
                <a:lnTo>
                  <a:pt x="212969" y="138958"/>
                </a:lnTo>
                <a:lnTo>
                  <a:pt x="213698" y="139815"/>
                </a:lnTo>
                <a:lnTo>
                  <a:pt x="214447" y="140651"/>
                </a:lnTo>
                <a:lnTo>
                  <a:pt x="215214" y="141466"/>
                </a:lnTo>
                <a:lnTo>
                  <a:pt x="216001" y="142260"/>
                </a:lnTo>
                <a:lnTo>
                  <a:pt x="216807" y="143032"/>
                </a:lnTo>
                <a:lnTo>
                  <a:pt x="217633" y="143783"/>
                </a:lnTo>
                <a:lnTo>
                  <a:pt x="218477" y="144513"/>
                </a:lnTo>
                <a:lnTo>
                  <a:pt x="219341" y="145222"/>
                </a:lnTo>
                <a:lnTo>
                  <a:pt x="220224" y="145909"/>
                </a:lnTo>
                <a:lnTo>
                  <a:pt x="221126" y="146576"/>
                </a:lnTo>
                <a:lnTo>
                  <a:pt x="222047" y="147221"/>
                </a:lnTo>
                <a:lnTo>
                  <a:pt x="222988" y="147845"/>
                </a:lnTo>
                <a:lnTo>
                  <a:pt x="223947" y="148448"/>
                </a:lnTo>
                <a:lnTo>
                  <a:pt x="224925" y="149027"/>
                </a:lnTo>
                <a:lnTo>
                  <a:pt x="225919" y="149582"/>
                </a:lnTo>
                <a:lnTo>
                  <a:pt x="226929" y="150112"/>
                </a:lnTo>
                <a:lnTo>
                  <a:pt x="227955" y="150618"/>
                </a:lnTo>
                <a:lnTo>
                  <a:pt x="228997" y="151099"/>
                </a:lnTo>
                <a:lnTo>
                  <a:pt x="230056" y="151555"/>
                </a:lnTo>
                <a:lnTo>
                  <a:pt x="231131" y="151987"/>
                </a:lnTo>
                <a:lnTo>
                  <a:pt x="232222" y="152394"/>
                </a:lnTo>
                <a:lnTo>
                  <a:pt x="233329" y="152776"/>
                </a:lnTo>
                <a:lnTo>
                  <a:pt x="234453" y="153133"/>
                </a:lnTo>
                <a:lnTo>
                  <a:pt x="235592" y="153466"/>
                </a:lnTo>
                <a:lnTo>
                  <a:pt x="236748" y="153775"/>
                </a:lnTo>
                <a:lnTo>
                  <a:pt x="237921" y="154058"/>
                </a:lnTo>
                <a:lnTo>
                  <a:pt x="239109" y="154317"/>
                </a:lnTo>
                <a:lnTo>
                  <a:pt x="240314" y="154551"/>
                </a:lnTo>
                <a:lnTo>
                  <a:pt x="241535" y="154761"/>
                </a:lnTo>
                <a:lnTo>
                  <a:pt x="242772" y="154946"/>
                </a:lnTo>
                <a:lnTo>
                  <a:pt x="244026" y="155106"/>
                </a:lnTo>
                <a:lnTo>
                  <a:pt x="245295" y="155242"/>
                </a:lnTo>
                <a:lnTo>
                  <a:pt x="246581" y="155353"/>
                </a:lnTo>
                <a:lnTo>
                  <a:pt x="247883" y="155439"/>
                </a:lnTo>
                <a:lnTo>
                  <a:pt x="249202" y="155501"/>
                </a:lnTo>
                <a:lnTo>
                  <a:pt x="250536" y="155538"/>
                </a:lnTo>
                <a:lnTo>
                  <a:pt x="251887" y="155550"/>
                </a:lnTo>
                <a:lnTo>
                  <a:pt x="253266" y="155538"/>
                </a:lnTo>
                <a:lnTo>
                  <a:pt x="254629" y="155501"/>
                </a:lnTo>
                <a:lnTo>
                  <a:pt x="255974" y="155439"/>
                </a:lnTo>
                <a:lnTo>
                  <a:pt x="257302" y="155353"/>
                </a:lnTo>
                <a:close/>
                <a:moveTo>
                  <a:pt x="248034" y="140226"/>
                </a:moveTo>
                <a:lnTo>
                  <a:pt x="247113" y="140138"/>
                </a:lnTo>
                <a:lnTo>
                  <a:pt x="246210" y="140031"/>
                </a:lnTo>
                <a:lnTo>
                  <a:pt x="245324" y="139904"/>
                </a:lnTo>
                <a:lnTo>
                  <a:pt x="244456" y="139757"/>
                </a:lnTo>
                <a:lnTo>
                  <a:pt x="243604" y="139591"/>
                </a:lnTo>
                <a:lnTo>
                  <a:pt x="242770" y="139405"/>
                </a:lnTo>
                <a:lnTo>
                  <a:pt x="241953" y="139199"/>
                </a:lnTo>
                <a:lnTo>
                  <a:pt x="241153" y="138974"/>
                </a:lnTo>
                <a:lnTo>
                  <a:pt x="240371" y="138730"/>
                </a:lnTo>
                <a:lnTo>
                  <a:pt x="239605" y="138466"/>
                </a:lnTo>
                <a:lnTo>
                  <a:pt x="238857" y="138182"/>
                </a:lnTo>
                <a:lnTo>
                  <a:pt x="238126" y="137879"/>
                </a:lnTo>
                <a:lnTo>
                  <a:pt x="237413" y="137556"/>
                </a:lnTo>
                <a:lnTo>
                  <a:pt x="236716" y="137214"/>
                </a:lnTo>
                <a:lnTo>
                  <a:pt x="236037" y="136852"/>
                </a:lnTo>
                <a:lnTo>
                  <a:pt x="235375" y="136470"/>
                </a:lnTo>
                <a:lnTo>
                  <a:pt x="234730" y="136069"/>
                </a:lnTo>
                <a:lnTo>
                  <a:pt x="234103" y="135649"/>
                </a:lnTo>
                <a:lnTo>
                  <a:pt x="233493" y="135208"/>
                </a:lnTo>
                <a:lnTo>
                  <a:pt x="232900" y="134749"/>
                </a:lnTo>
                <a:lnTo>
                  <a:pt x="232322" y="134271"/>
                </a:lnTo>
                <a:lnTo>
                  <a:pt x="231758" y="133779"/>
                </a:lnTo>
                <a:lnTo>
                  <a:pt x="231208" y="133273"/>
                </a:lnTo>
                <a:lnTo>
                  <a:pt x="230671" y="132751"/>
                </a:lnTo>
                <a:lnTo>
                  <a:pt x="230148" y="132214"/>
                </a:lnTo>
                <a:lnTo>
                  <a:pt x="229639" y="131663"/>
                </a:lnTo>
                <a:lnTo>
                  <a:pt x="229143" y="131097"/>
                </a:lnTo>
                <a:lnTo>
                  <a:pt x="228661" y="130516"/>
                </a:lnTo>
                <a:lnTo>
                  <a:pt x="228193" y="129920"/>
                </a:lnTo>
                <a:lnTo>
                  <a:pt x="227738" y="129309"/>
                </a:lnTo>
                <a:lnTo>
                  <a:pt x="227297" y="128684"/>
                </a:lnTo>
                <a:lnTo>
                  <a:pt x="226870" y="128044"/>
                </a:lnTo>
                <a:lnTo>
                  <a:pt x="226456" y="127388"/>
                </a:lnTo>
                <a:lnTo>
                  <a:pt x="226056" y="126718"/>
                </a:lnTo>
                <a:lnTo>
                  <a:pt x="225670" y="126034"/>
                </a:lnTo>
                <a:lnTo>
                  <a:pt x="225297" y="125334"/>
                </a:lnTo>
                <a:lnTo>
                  <a:pt x="224938" y="124620"/>
                </a:lnTo>
                <a:lnTo>
                  <a:pt x="224592" y="123890"/>
                </a:lnTo>
                <a:lnTo>
                  <a:pt x="224261" y="123146"/>
                </a:lnTo>
                <a:lnTo>
                  <a:pt x="223943" y="122387"/>
                </a:lnTo>
                <a:lnTo>
                  <a:pt x="223638" y="121614"/>
                </a:lnTo>
                <a:lnTo>
                  <a:pt x="223348" y="120825"/>
                </a:lnTo>
                <a:lnTo>
                  <a:pt x="223070" y="120022"/>
                </a:lnTo>
                <a:lnTo>
                  <a:pt x="222807" y="119204"/>
                </a:lnTo>
                <a:lnTo>
                  <a:pt x="222556" y="118373"/>
                </a:lnTo>
                <a:lnTo>
                  <a:pt x="222315" y="117534"/>
                </a:lnTo>
                <a:lnTo>
                  <a:pt x="222085" y="116685"/>
                </a:lnTo>
                <a:lnTo>
                  <a:pt x="221866" y="115827"/>
                </a:lnTo>
                <a:lnTo>
                  <a:pt x="221658" y="114960"/>
                </a:lnTo>
                <a:lnTo>
                  <a:pt x="221460" y="114083"/>
                </a:lnTo>
                <a:lnTo>
                  <a:pt x="221273" y="113198"/>
                </a:lnTo>
                <a:lnTo>
                  <a:pt x="221096" y="112303"/>
                </a:lnTo>
                <a:lnTo>
                  <a:pt x="220931" y="111398"/>
                </a:lnTo>
                <a:lnTo>
                  <a:pt x="220776" y="110485"/>
                </a:lnTo>
                <a:lnTo>
                  <a:pt x="220631" y="109562"/>
                </a:lnTo>
                <a:lnTo>
                  <a:pt x="220498" y="108630"/>
                </a:lnTo>
                <a:lnTo>
                  <a:pt x="220375" y="107689"/>
                </a:lnTo>
                <a:lnTo>
                  <a:pt x="220263" y="106738"/>
                </a:lnTo>
                <a:lnTo>
                  <a:pt x="220161" y="105778"/>
                </a:lnTo>
                <a:lnTo>
                  <a:pt x="220070" y="104809"/>
                </a:lnTo>
                <a:lnTo>
                  <a:pt x="219990" y="103831"/>
                </a:lnTo>
                <a:lnTo>
                  <a:pt x="219920" y="102843"/>
                </a:lnTo>
                <a:lnTo>
                  <a:pt x="219862" y="101847"/>
                </a:lnTo>
                <a:lnTo>
                  <a:pt x="219814" y="100840"/>
                </a:lnTo>
                <a:lnTo>
                  <a:pt x="219776" y="99825"/>
                </a:lnTo>
                <a:lnTo>
                  <a:pt x="219749" y="98801"/>
                </a:lnTo>
                <a:lnTo>
                  <a:pt x="219733" y="97767"/>
                </a:lnTo>
                <a:lnTo>
                  <a:pt x="219728" y="96724"/>
                </a:lnTo>
                <a:lnTo>
                  <a:pt x="219733" y="95660"/>
                </a:lnTo>
                <a:lnTo>
                  <a:pt x="219749" y="94607"/>
                </a:lnTo>
                <a:lnTo>
                  <a:pt x="219776" y="93562"/>
                </a:lnTo>
                <a:lnTo>
                  <a:pt x="219814" y="92528"/>
                </a:lnTo>
                <a:lnTo>
                  <a:pt x="219862" y="91502"/>
                </a:lnTo>
                <a:lnTo>
                  <a:pt x="219920" y="90487"/>
                </a:lnTo>
                <a:lnTo>
                  <a:pt x="219990" y="89480"/>
                </a:lnTo>
                <a:lnTo>
                  <a:pt x="220070" y="88483"/>
                </a:lnTo>
                <a:lnTo>
                  <a:pt x="220161" y="87496"/>
                </a:lnTo>
                <a:lnTo>
                  <a:pt x="220263" y="86518"/>
                </a:lnTo>
                <a:lnTo>
                  <a:pt x="220375" y="85550"/>
                </a:lnTo>
                <a:lnTo>
                  <a:pt x="220498" y="84591"/>
                </a:lnTo>
                <a:lnTo>
                  <a:pt x="220631" y="83641"/>
                </a:lnTo>
                <a:lnTo>
                  <a:pt x="220776" y="82701"/>
                </a:lnTo>
                <a:lnTo>
                  <a:pt x="220931" y="81771"/>
                </a:lnTo>
                <a:lnTo>
                  <a:pt x="221096" y="80850"/>
                </a:lnTo>
                <a:lnTo>
                  <a:pt x="221273" y="79938"/>
                </a:lnTo>
                <a:lnTo>
                  <a:pt x="221460" y="79036"/>
                </a:lnTo>
                <a:lnTo>
                  <a:pt x="221658" y="78144"/>
                </a:lnTo>
                <a:lnTo>
                  <a:pt x="221866" y="77261"/>
                </a:lnTo>
                <a:lnTo>
                  <a:pt x="222085" y="76387"/>
                </a:lnTo>
                <a:lnTo>
                  <a:pt x="222315" y="75523"/>
                </a:lnTo>
                <a:lnTo>
                  <a:pt x="222556" y="74668"/>
                </a:lnTo>
                <a:lnTo>
                  <a:pt x="222807" y="73823"/>
                </a:lnTo>
                <a:lnTo>
                  <a:pt x="223070" y="72990"/>
                </a:lnTo>
                <a:lnTo>
                  <a:pt x="223348" y="72172"/>
                </a:lnTo>
                <a:lnTo>
                  <a:pt x="223638" y="71369"/>
                </a:lnTo>
                <a:lnTo>
                  <a:pt x="223943" y="70582"/>
                </a:lnTo>
                <a:lnTo>
                  <a:pt x="224261" y="69809"/>
                </a:lnTo>
                <a:lnTo>
                  <a:pt x="224592" y="69051"/>
                </a:lnTo>
                <a:lnTo>
                  <a:pt x="224938" y="68308"/>
                </a:lnTo>
                <a:lnTo>
                  <a:pt x="225297" y="67581"/>
                </a:lnTo>
                <a:lnTo>
                  <a:pt x="225670" y="66868"/>
                </a:lnTo>
                <a:lnTo>
                  <a:pt x="226056" y="66171"/>
                </a:lnTo>
                <a:lnTo>
                  <a:pt x="226456" y="65488"/>
                </a:lnTo>
                <a:lnTo>
                  <a:pt x="226870" y="64821"/>
                </a:lnTo>
                <a:lnTo>
                  <a:pt x="227297" y="64169"/>
                </a:lnTo>
                <a:lnTo>
                  <a:pt x="227738" y="63531"/>
                </a:lnTo>
                <a:lnTo>
                  <a:pt x="228193" y="62909"/>
                </a:lnTo>
                <a:lnTo>
                  <a:pt x="228661" y="62302"/>
                </a:lnTo>
                <a:lnTo>
                  <a:pt x="229143" y="61710"/>
                </a:lnTo>
                <a:lnTo>
                  <a:pt x="229639" y="61132"/>
                </a:lnTo>
                <a:lnTo>
                  <a:pt x="230148" y="60570"/>
                </a:lnTo>
                <a:lnTo>
                  <a:pt x="230671" y="60023"/>
                </a:lnTo>
                <a:lnTo>
                  <a:pt x="231208" y="59491"/>
                </a:lnTo>
                <a:lnTo>
                  <a:pt x="231758" y="58974"/>
                </a:lnTo>
                <a:lnTo>
                  <a:pt x="232322" y="58473"/>
                </a:lnTo>
                <a:lnTo>
                  <a:pt x="232900" y="57986"/>
                </a:lnTo>
                <a:lnTo>
                  <a:pt x="233493" y="57516"/>
                </a:lnTo>
                <a:lnTo>
                  <a:pt x="234103" y="57066"/>
                </a:lnTo>
                <a:lnTo>
                  <a:pt x="234730" y="56637"/>
                </a:lnTo>
                <a:lnTo>
                  <a:pt x="235375" y="56227"/>
                </a:lnTo>
                <a:lnTo>
                  <a:pt x="236037" y="55837"/>
                </a:lnTo>
                <a:lnTo>
                  <a:pt x="236716" y="55468"/>
                </a:lnTo>
                <a:lnTo>
                  <a:pt x="237413" y="55118"/>
                </a:lnTo>
                <a:lnTo>
                  <a:pt x="238126" y="54788"/>
                </a:lnTo>
                <a:lnTo>
                  <a:pt x="238857" y="54478"/>
                </a:lnTo>
                <a:lnTo>
                  <a:pt x="239605" y="54189"/>
                </a:lnTo>
                <a:lnTo>
                  <a:pt x="240371" y="53919"/>
                </a:lnTo>
                <a:lnTo>
                  <a:pt x="241153" y="53669"/>
                </a:lnTo>
                <a:lnTo>
                  <a:pt x="241953" y="53439"/>
                </a:lnTo>
                <a:lnTo>
                  <a:pt x="242770" y="53229"/>
                </a:lnTo>
                <a:lnTo>
                  <a:pt x="243604" y="53040"/>
                </a:lnTo>
                <a:lnTo>
                  <a:pt x="244456" y="52870"/>
                </a:lnTo>
                <a:lnTo>
                  <a:pt x="245324" y="52720"/>
                </a:lnTo>
                <a:lnTo>
                  <a:pt x="246210" y="52590"/>
                </a:lnTo>
                <a:lnTo>
                  <a:pt x="247113" y="52480"/>
                </a:lnTo>
                <a:lnTo>
                  <a:pt x="248034" y="52390"/>
                </a:lnTo>
                <a:lnTo>
                  <a:pt x="248971" y="52320"/>
                </a:lnTo>
                <a:lnTo>
                  <a:pt x="249926" y="52270"/>
                </a:lnTo>
                <a:lnTo>
                  <a:pt x="250898" y="52240"/>
                </a:lnTo>
                <a:lnTo>
                  <a:pt x="251887" y="52230"/>
                </a:lnTo>
                <a:lnTo>
                  <a:pt x="252905" y="52240"/>
                </a:lnTo>
                <a:lnTo>
                  <a:pt x="253905" y="52270"/>
                </a:lnTo>
                <a:lnTo>
                  <a:pt x="254888" y="52320"/>
                </a:lnTo>
                <a:lnTo>
                  <a:pt x="255853" y="52390"/>
                </a:lnTo>
                <a:lnTo>
                  <a:pt x="256801" y="52480"/>
                </a:lnTo>
                <a:lnTo>
                  <a:pt x="257732" y="52590"/>
                </a:lnTo>
                <a:lnTo>
                  <a:pt x="258645" y="52720"/>
                </a:lnTo>
                <a:lnTo>
                  <a:pt x="259541" y="52870"/>
                </a:lnTo>
                <a:lnTo>
                  <a:pt x="260419" y="53040"/>
                </a:lnTo>
                <a:lnTo>
                  <a:pt x="261280" y="53229"/>
                </a:lnTo>
                <a:lnTo>
                  <a:pt x="262123" y="53439"/>
                </a:lnTo>
                <a:lnTo>
                  <a:pt x="262949" y="53669"/>
                </a:lnTo>
                <a:lnTo>
                  <a:pt x="263758" y="53919"/>
                </a:lnTo>
                <a:lnTo>
                  <a:pt x="264549" y="54189"/>
                </a:lnTo>
                <a:lnTo>
                  <a:pt x="265323" y="54478"/>
                </a:lnTo>
                <a:lnTo>
                  <a:pt x="266079" y="54788"/>
                </a:lnTo>
                <a:lnTo>
                  <a:pt x="266818" y="55118"/>
                </a:lnTo>
                <a:lnTo>
                  <a:pt x="267539" y="55468"/>
                </a:lnTo>
                <a:lnTo>
                  <a:pt x="268243" y="55837"/>
                </a:lnTo>
                <a:lnTo>
                  <a:pt x="268930" y="56227"/>
                </a:lnTo>
                <a:lnTo>
                  <a:pt x="269599" y="56637"/>
                </a:lnTo>
                <a:lnTo>
                  <a:pt x="270251" y="57066"/>
                </a:lnTo>
                <a:lnTo>
                  <a:pt x="270885" y="57516"/>
                </a:lnTo>
                <a:lnTo>
                  <a:pt x="271502" y="57986"/>
                </a:lnTo>
                <a:lnTo>
                  <a:pt x="272103" y="58473"/>
                </a:lnTo>
                <a:lnTo>
                  <a:pt x="272690" y="58974"/>
                </a:lnTo>
                <a:lnTo>
                  <a:pt x="273263" y="59491"/>
                </a:lnTo>
                <a:lnTo>
                  <a:pt x="273821" y="60023"/>
                </a:lnTo>
                <a:lnTo>
                  <a:pt x="274365" y="60570"/>
                </a:lnTo>
                <a:lnTo>
                  <a:pt x="274895" y="61132"/>
                </a:lnTo>
                <a:lnTo>
                  <a:pt x="275410" y="61710"/>
                </a:lnTo>
                <a:lnTo>
                  <a:pt x="275912" y="62302"/>
                </a:lnTo>
                <a:lnTo>
                  <a:pt x="276399" y="62909"/>
                </a:lnTo>
                <a:lnTo>
                  <a:pt x="276871" y="63531"/>
                </a:lnTo>
                <a:lnTo>
                  <a:pt x="277330" y="64169"/>
                </a:lnTo>
                <a:lnTo>
                  <a:pt x="277774" y="64821"/>
                </a:lnTo>
                <a:lnTo>
                  <a:pt x="278204" y="65488"/>
                </a:lnTo>
                <a:lnTo>
                  <a:pt x="278620" y="66171"/>
                </a:lnTo>
                <a:lnTo>
                  <a:pt x="279022" y="66868"/>
                </a:lnTo>
                <a:lnTo>
                  <a:pt x="279409" y="67581"/>
                </a:lnTo>
                <a:lnTo>
                  <a:pt x="279782" y="68308"/>
                </a:lnTo>
                <a:lnTo>
                  <a:pt x="280141" y="69051"/>
                </a:lnTo>
                <a:lnTo>
                  <a:pt x="280485" y="69809"/>
                </a:lnTo>
                <a:lnTo>
                  <a:pt x="280815" y="70582"/>
                </a:lnTo>
                <a:lnTo>
                  <a:pt x="281131" y="71369"/>
                </a:lnTo>
                <a:lnTo>
                  <a:pt x="281433" y="72172"/>
                </a:lnTo>
                <a:lnTo>
                  <a:pt x="281720" y="72990"/>
                </a:lnTo>
                <a:lnTo>
                  <a:pt x="281994" y="73823"/>
                </a:lnTo>
                <a:lnTo>
                  <a:pt x="282254" y="74668"/>
                </a:lnTo>
                <a:lnTo>
                  <a:pt x="282504" y="75523"/>
                </a:lnTo>
                <a:lnTo>
                  <a:pt x="282742" y="76387"/>
                </a:lnTo>
                <a:lnTo>
                  <a:pt x="282969" y="77261"/>
                </a:lnTo>
                <a:lnTo>
                  <a:pt x="283186" y="78144"/>
                </a:lnTo>
                <a:lnTo>
                  <a:pt x="283391" y="79036"/>
                </a:lnTo>
                <a:lnTo>
                  <a:pt x="283585" y="79938"/>
                </a:lnTo>
                <a:lnTo>
                  <a:pt x="283768" y="80850"/>
                </a:lnTo>
                <a:lnTo>
                  <a:pt x="283939" y="81771"/>
                </a:lnTo>
                <a:lnTo>
                  <a:pt x="284100" y="82701"/>
                </a:lnTo>
                <a:lnTo>
                  <a:pt x="284250" y="83641"/>
                </a:lnTo>
                <a:lnTo>
                  <a:pt x="284389" y="84591"/>
                </a:lnTo>
                <a:lnTo>
                  <a:pt x="284516" y="85550"/>
                </a:lnTo>
                <a:lnTo>
                  <a:pt x="284632" y="86518"/>
                </a:lnTo>
                <a:lnTo>
                  <a:pt x="284738" y="87496"/>
                </a:lnTo>
                <a:lnTo>
                  <a:pt x="284832" y="88483"/>
                </a:lnTo>
                <a:lnTo>
                  <a:pt x="284915" y="89480"/>
                </a:lnTo>
                <a:lnTo>
                  <a:pt x="284987" y="90487"/>
                </a:lnTo>
                <a:lnTo>
                  <a:pt x="285048" y="91502"/>
                </a:lnTo>
                <a:lnTo>
                  <a:pt x="285098" y="92528"/>
                </a:lnTo>
                <a:lnTo>
                  <a:pt x="285137" y="93562"/>
                </a:lnTo>
                <a:lnTo>
                  <a:pt x="285165" y="94607"/>
                </a:lnTo>
                <a:lnTo>
                  <a:pt x="285181" y="95660"/>
                </a:lnTo>
                <a:lnTo>
                  <a:pt x="285187" y="96724"/>
                </a:lnTo>
                <a:lnTo>
                  <a:pt x="285181" y="97767"/>
                </a:lnTo>
                <a:lnTo>
                  <a:pt x="285165" y="98801"/>
                </a:lnTo>
                <a:lnTo>
                  <a:pt x="285137" y="99825"/>
                </a:lnTo>
                <a:lnTo>
                  <a:pt x="285098" y="100840"/>
                </a:lnTo>
                <a:lnTo>
                  <a:pt x="285048" y="101847"/>
                </a:lnTo>
                <a:lnTo>
                  <a:pt x="284987" y="102843"/>
                </a:lnTo>
                <a:lnTo>
                  <a:pt x="284915" y="103831"/>
                </a:lnTo>
                <a:lnTo>
                  <a:pt x="284832" y="104809"/>
                </a:lnTo>
                <a:lnTo>
                  <a:pt x="284738" y="105778"/>
                </a:lnTo>
                <a:lnTo>
                  <a:pt x="284632" y="106738"/>
                </a:lnTo>
                <a:lnTo>
                  <a:pt x="284516" y="107689"/>
                </a:lnTo>
                <a:lnTo>
                  <a:pt x="284389" y="108630"/>
                </a:lnTo>
                <a:lnTo>
                  <a:pt x="284250" y="109562"/>
                </a:lnTo>
                <a:lnTo>
                  <a:pt x="284100" y="110485"/>
                </a:lnTo>
                <a:lnTo>
                  <a:pt x="283939" y="111398"/>
                </a:lnTo>
                <a:lnTo>
                  <a:pt x="283768" y="112303"/>
                </a:lnTo>
                <a:lnTo>
                  <a:pt x="283585" y="113198"/>
                </a:lnTo>
                <a:lnTo>
                  <a:pt x="283391" y="114083"/>
                </a:lnTo>
                <a:lnTo>
                  <a:pt x="283186" y="114960"/>
                </a:lnTo>
                <a:lnTo>
                  <a:pt x="282969" y="115827"/>
                </a:lnTo>
                <a:lnTo>
                  <a:pt x="282742" y="116685"/>
                </a:lnTo>
                <a:lnTo>
                  <a:pt x="282504" y="117534"/>
                </a:lnTo>
                <a:lnTo>
                  <a:pt x="282254" y="118373"/>
                </a:lnTo>
                <a:lnTo>
                  <a:pt x="281994" y="119204"/>
                </a:lnTo>
                <a:lnTo>
                  <a:pt x="281720" y="120022"/>
                </a:lnTo>
                <a:lnTo>
                  <a:pt x="281433" y="120825"/>
                </a:lnTo>
                <a:lnTo>
                  <a:pt x="281131" y="121614"/>
                </a:lnTo>
                <a:lnTo>
                  <a:pt x="280815" y="122387"/>
                </a:lnTo>
                <a:lnTo>
                  <a:pt x="280485" y="123146"/>
                </a:lnTo>
                <a:lnTo>
                  <a:pt x="280141" y="123890"/>
                </a:lnTo>
                <a:lnTo>
                  <a:pt x="279782" y="124620"/>
                </a:lnTo>
                <a:lnTo>
                  <a:pt x="279409" y="125334"/>
                </a:lnTo>
                <a:lnTo>
                  <a:pt x="279022" y="126034"/>
                </a:lnTo>
                <a:lnTo>
                  <a:pt x="278620" y="126718"/>
                </a:lnTo>
                <a:lnTo>
                  <a:pt x="278204" y="127388"/>
                </a:lnTo>
                <a:lnTo>
                  <a:pt x="277774" y="128044"/>
                </a:lnTo>
                <a:lnTo>
                  <a:pt x="277330" y="128684"/>
                </a:lnTo>
                <a:lnTo>
                  <a:pt x="276871" y="129309"/>
                </a:lnTo>
                <a:lnTo>
                  <a:pt x="276399" y="129920"/>
                </a:lnTo>
                <a:lnTo>
                  <a:pt x="275912" y="130516"/>
                </a:lnTo>
                <a:lnTo>
                  <a:pt x="275410" y="131097"/>
                </a:lnTo>
                <a:lnTo>
                  <a:pt x="274895" y="131663"/>
                </a:lnTo>
                <a:lnTo>
                  <a:pt x="274365" y="132214"/>
                </a:lnTo>
                <a:lnTo>
                  <a:pt x="273821" y="132751"/>
                </a:lnTo>
                <a:lnTo>
                  <a:pt x="273263" y="133273"/>
                </a:lnTo>
                <a:lnTo>
                  <a:pt x="272690" y="133779"/>
                </a:lnTo>
                <a:lnTo>
                  <a:pt x="272103" y="134271"/>
                </a:lnTo>
                <a:lnTo>
                  <a:pt x="271502" y="134749"/>
                </a:lnTo>
                <a:lnTo>
                  <a:pt x="270885" y="135208"/>
                </a:lnTo>
                <a:lnTo>
                  <a:pt x="270251" y="135649"/>
                </a:lnTo>
                <a:lnTo>
                  <a:pt x="269599" y="136069"/>
                </a:lnTo>
                <a:lnTo>
                  <a:pt x="268930" y="136470"/>
                </a:lnTo>
                <a:lnTo>
                  <a:pt x="268243" y="136852"/>
                </a:lnTo>
                <a:lnTo>
                  <a:pt x="267539" y="137214"/>
                </a:lnTo>
                <a:lnTo>
                  <a:pt x="266818" y="137556"/>
                </a:lnTo>
                <a:lnTo>
                  <a:pt x="266079" y="137879"/>
                </a:lnTo>
                <a:lnTo>
                  <a:pt x="265323" y="138182"/>
                </a:lnTo>
                <a:lnTo>
                  <a:pt x="264549" y="138466"/>
                </a:lnTo>
                <a:lnTo>
                  <a:pt x="263758" y="138730"/>
                </a:lnTo>
                <a:lnTo>
                  <a:pt x="262949" y="138974"/>
                </a:lnTo>
                <a:lnTo>
                  <a:pt x="262123" y="139199"/>
                </a:lnTo>
                <a:lnTo>
                  <a:pt x="261280" y="139405"/>
                </a:lnTo>
                <a:lnTo>
                  <a:pt x="260419" y="139591"/>
                </a:lnTo>
                <a:lnTo>
                  <a:pt x="259541" y="139757"/>
                </a:lnTo>
                <a:lnTo>
                  <a:pt x="258645" y="139904"/>
                </a:lnTo>
                <a:lnTo>
                  <a:pt x="257732" y="140031"/>
                </a:lnTo>
                <a:lnTo>
                  <a:pt x="256801" y="140138"/>
                </a:lnTo>
                <a:lnTo>
                  <a:pt x="255853" y="140226"/>
                </a:lnTo>
                <a:lnTo>
                  <a:pt x="254888" y="140295"/>
                </a:lnTo>
                <a:lnTo>
                  <a:pt x="253905" y="140344"/>
                </a:lnTo>
                <a:lnTo>
                  <a:pt x="252905" y="140373"/>
                </a:lnTo>
                <a:lnTo>
                  <a:pt x="251887" y="140383"/>
                </a:lnTo>
                <a:lnTo>
                  <a:pt x="250898" y="140373"/>
                </a:lnTo>
                <a:lnTo>
                  <a:pt x="249926" y="140344"/>
                </a:lnTo>
                <a:lnTo>
                  <a:pt x="248971" y="140295"/>
                </a:lnTo>
                <a:lnTo>
                  <a:pt x="248034" y="140226"/>
                </a:lnTo>
                <a:close/>
                <a:moveTo>
                  <a:pt x="578279" y="155418"/>
                </a:moveTo>
                <a:lnTo>
                  <a:pt x="579389" y="155344"/>
                </a:lnTo>
                <a:lnTo>
                  <a:pt x="580486" y="155253"/>
                </a:lnTo>
                <a:lnTo>
                  <a:pt x="581570" y="155145"/>
                </a:lnTo>
                <a:lnTo>
                  <a:pt x="582641" y="155021"/>
                </a:lnTo>
                <a:lnTo>
                  <a:pt x="583698" y="154881"/>
                </a:lnTo>
                <a:lnTo>
                  <a:pt x="584743" y="154724"/>
                </a:lnTo>
                <a:lnTo>
                  <a:pt x="585775" y="154550"/>
                </a:lnTo>
                <a:lnTo>
                  <a:pt x="586794" y="154360"/>
                </a:lnTo>
                <a:lnTo>
                  <a:pt x="587799" y="154153"/>
                </a:lnTo>
                <a:lnTo>
                  <a:pt x="588792" y="153930"/>
                </a:lnTo>
                <a:lnTo>
                  <a:pt x="589771" y="153690"/>
                </a:lnTo>
                <a:lnTo>
                  <a:pt x="590737" y="153434"/>
                </a:lnTo>
                <a:lnTo>
                  <a:pt x="591691" y="153161"/>
                </a:lnTo>
                <a:lnTo>
                  <a:pt x="592631" y="152872"/>
                </a:lnTo>
                <a:lnTo>
                  <a:pt x="593558" y="152566"/>
                </a:lnTo>
                <a:lnTo>
                  <a:pt x="594472" y="152244"/>
                </a:lnTo>
                <a:lnTo>
                  <a:pt x="595373" y="151905"/>
                </a:lnTo>
                <a:lnTo>
                  <a:pt x="596261" y="151550"/>
                </a:lnTo>
                <a:lnTo>
                  <a:pt x="597136" y="151178"/>
                </a:lnTo>
                <a:lnTo>
                  <a:pt x="597998" y="150789"/>
                </a:lnTo>
                <a:lnTo>
                  <a:pt x="598845" y="150385"/>
                </a:lnTo>
                <a:lnTo>
                  <a:pt x="599677" y="149967"/>
                </a:lnTo>
                <a:lnTo>
                  <a:pt x="600493" y="149535"/>
                </a:lnTo>
                <a:lnTo>
                  <a:pt x="601292" y="149090"/>
                </a:lnTo>
                <a:lnTo>
                  <a:pt x="602077" y="148630"/>
                </a:lnTo>
                <a:lnTo>
                  <a:pt x="602845" y="148157"/>
                </a:lnTo>
                <a:lnTo>
                  <a:pt x="603597" y="147670"/>
                </a:lnTo>
                <a:lnTo>
                  <a:pt x="604334" y="147168"/>
                </a:lnTo>
                <a:lnTo>
                  <a:pt x="605054" y="146653"/>
                </a:lnTo>
                <a:lnTo>
                  <a:pt x="605759" y="146124"/>
                </a:lnTo>
                <a:lnTo>
                  <a:pt x="606448" y="145581"/>
                </a:lnTo>
                <a:lnTo>
                  <a:pt x="607121" y="145025"/>
                </a:lnTo>
                <a:lnTo>
                  <a:pt x="607779" y="144454"/>
                </a:lnTo>
                <a:lnTo>
                  <a:pt x="608420" y="143870"/>
                </a:lnTo>
                <a:lnTo>
                  <a:pt x="609046" y="143271"/>
                </a:lnTo>
                <a:lnTo>
                  <a:pt x="609655" y="142659"/>
                </a:lnTo>
                <a:lnTo>
                  <a:pt x="610249" y="142033"/>
                </a:lnTo>
                <a:lnTo>
                  <a:pt x="610827" y="141393"/>
                </a:lnTo>
                <a:lnTo>
                  <a:pt x="611390" y="140739"/>
                </a:lnTo>
                <a:lnTo>
                  <a:pt x="611936" y="140071"/>
                </a:lnTo>
                <a:lnTo>
                  <a:pt x="612467" y="139389"/>
                </a:lnTo>
                <a:lnTo>
                  <a:pt x="612982" y="138694"/>
                </a:lnTo>
                <a:lnTo>
                  <a:pt x="613480" y="137984"/>
                </a:lnTo>
                <a:lnTo>
                  <a:pt x="613964" y="137261"/>
                </a:lnTo>
                <a:lnTo>
                  <a:pt x="614429" y="136525"/>
                </a:lnTo>
                <a:lnTo>
                  <a:pt x="614877" y="135777"/>
                </a:lnTo>
                <a:lnTo>
                  <a:pt x="615305" y="135018"/>
                </a:lnTo>
                <a:lnTo>
                  <a:pt x="615715" y="134247"/>
                </a:lnTo>
                <a:lnTo>
                  <a:pt x="616107" y="133464"/>
                </a:lnTo>
                <a:lnTo>
                  <a:pt x="616480" y="132670"/>
                </a:lnTo>
                <a:lnTo>
                  <a:pt x="616834" y="131864"/>
                </a:lnTo>
                <a:lnTo>
                  <a:pt x="617169" y="131047"/>
                </a:lnTo>
                <a:lnTo>
                  <a:pt x="617486" y="130218"/>
                </a:lnTo>
                <a:lnTo>
                  <a:pt x="617785" y="129377"/>
                </a:lnTo>
                <a:lnTo>
                  <a:pt x="618064" y="128524"/>
                </a:lnTo>
                <a:lnTo>
                  <a:pt x="618326" y="127660"/>
                </a:lnTo>
                <a:lnTo>
                  <a:pt x="618568" y="126785"/>
                </a:lnTo>
                <a:lnTo>
                  <a:pt x="618792" y="125897"/>
                </a:lnTo>
                <a:lnTo>
                  <a:pt x="618997" y="124999"/>
                </a:lnTo>
                <a:lnTo>
                  <a:pt x="619184" y="124088"/>
                </a:lnTo>
                <a:lnTo>
                  <a:pt x="619352" y="123166"/>
                </a:lnTo>
                <a:lnTo>
                  <a:pt x="619502" y="122232"/>
                </a:lnTo>
                <a:lnTo>
                  <a:pt x="619633" y="121286"/>
                </a:lnTo>
                <a:lnTo>
                  <a:pt x="619745" y="120329"/>
                </a:lnTo>
                <a:lnTo>
                  <a:pt x="619838" y="119361"/>
                </a:lnTo>
                <a:lnTo>
                  <a:pt x="619913" y="118380"/>
                </a:lnTo>
                <a:lnTo>
                  <a:pt x="619970" y="117388"/>
                </a:lnTo>
                <a:lnTo>
                  <a:pt x="620008" y="116385"/>
                </a:lnTo>
                <a:lnTo>
                  <a:pt x="601191" y="116385"/>
                </a:lnTo>
                <a:lnTo>
                  <a:pt x="601151" y="117364"/>
                </a:lnTo>
                <a:lnTo>
                  <a:pt x="601087" y="118324"/>
                </a:lnTo>
                <a:lnTo>
                  <a:pt x="600999" y="119264"/>
                </a:lnTo>
                <a:lnTo>
                  <a:pt x="600887" y="120186"/>
                </a:lnTo>
                <a:lnTo>
                  <a:pt x="600752" y="121087"/>
                </a:lnTo>
                <a:lnTo>
                  <a:pt x="600592" y="121970"/>
                </a:lnTo>
                <a:lnTo>
                  <a:pt x="600409" y="122833"/>
                </a:lnTo>
                <a:lnTo>
                  <a:pt x="600203" y="123677"/>
                </a:lnTo>
                <a:lnTo>
                  <a:pt x="599972" y="124501"/>
                </a:lnTo>
                <a:lnTo>
                  <a:pt x="599718" y="125306"/>
                </a:lnTo>
                <a:lnTo>
                  <a:pt x="599440" y="126092"/>
                </a:lnTo>
                <a:lnTo>
                  <a:pt x="599138" y="126859"/>
                </a:lnTo>
                <a:lnTo>
                  <a:pt x="598813" y="127606"/>
                </a:lnTo>
                <a:lnTo>
                  <a:pt x="598464" y="128333"/>
                </a:lnTo>
                <a:lnTo>
                  <a:pt x="598091" y="129042"/>
                </a:lnTo>
                <a:lnTo>
                  <a:pt x="597694" y="129731"/>
                </a:lnTo>
                <a:lnTo>
                  <a:pt x="597273" y="130400"/>
                </a:lnTo>
                <a:lnTo>
                  <a:pt x="596829" y="131050"/>
                </a:lnTo>
                <a:lnTo>
                  <a:pt x="596361" y="131681"/>
                </a:lnTo>
                <a:lnTo>
                  <a:pt x="595869" y="132293"/>
                </a:lnTo>
                <a:lnTo>
                  <a:pt x="595354" y="132885"/>
                </a:lnTo>
                <a:lnTo>
                  <a:pt x="594814" y="133458"/>
                </a:lnTo>
                <a:lnTo>
                  <a:pt x="594251" y="134011"/>
                </a:lnTo>
                <a:lnTo>
                  <a:pt x="593664" y="134546"/>
                </a:lnTo>
                <a:lnTo>
                  <a:pt x="593056" y="135059"/>
                </a:lnTo>
                <a:lnTo>
                  <a:pt x="592428" y="135551"/>
                </a:lnTo>
                <a:lnTo>
                  <a:pt x="591781" y="136021"/>
                </a:lnTo>
                <a:lnTo>
                  <a:pt x="591114" y="136469"/>
                </a:lnTo>
                <a:lnTo>
                  <a:pt x="590428" y="136895"/>
                </a:lnTo>
                <a:lnTo>
                  <a:pt x="589723" y="137299"/>
                </a:lnTo>
                <a:lnTo>
                  <a:pt x="588998" y="137681"/>
                </a:lnTo>
                <a:lnTo>
                  <a:pt x="588254" y="138042"/>
                </a:lnTo>
                <a:lnTo>
                  <a:pt x="587490" y="138381"/>
                </a:lnTo>
                <a:lnTo>
                  <a:pt x="586707" y="138698"/>
                </a:lnTo>
                <a:lnTo>
                  <a:pt x="585905" y="138993"/>
                </a:lnTo>
                <a:lnTo>
                  <a:pt x="585083" y="139266"/>
                </a:lnTo>
                <a:lnTo>
                  <a:pt x="584242" y="139517"/>
                </a:lnTo>
                <a:lnTo>
                  <a:pt x="583381" y="139746"/>
                </a:lnTo>
                <a:lnTo>
                  <a:pt x="582501" y="139954"/>
                </a:lnTo>
                <a:lnTo>
                  <a:pt x="581602" y="140140"/>
                </a:lnTo>
                <a:lnTo>
                  <a:pt x="580683" y="140304"/>
                </a:lnTo>
                <a:lnTo>
                  <a:pt x="579745" y="140446"/>
                </a:lnTo>
                <a:lnTo>
                  <a:pt x="578787" y="140566"/>
                </a:lnTo>
                <a:lnTo>
                  <a:pt x="577810" y="140664"/>
                </a:lnTo>
                <a:lnTo>
                  <a:pt x="576813" y="140741"/>
                </a:lnTo>
                <a:lnTo>
                  <a:pt x="575797" y="140795"/>
                </a:lnTo>
                <a:lnTo>
                  <a:pt x="574762" y="140828"/>
                </a:lnTo>
                <a:lnTo>
                  <a:pt x="573708" y="140839"/>
                </a:lnTo>
                <a:lnTo>
                  <a:pt x="572718" y="140829"/>
                </a:lnTo>
                <a:lnTo>
                  <a:pt x="571744" y="140799"/>
                </a:lnTo>
                <a:lnTo>
                  <a:pt x="570787" y="140750"/>
                </a:lnTo>
                <a:lnTo>
                  <a:pt x="569846" y="140681"/>
                </a:lnTo>
                <a:lnTo>
                  <a:pt x="568921" y="140591"/>
                </a:lnTo>
                <a:lnTo>
                  <a:pt x="568013" y="140482"/>
                </a:lnTo>
                <a:lnTo>
                  <a:pt x="567120" y="140353"/>
                </a:lnTo>
                <a:lnTo>
                  <a:pt x="566244" y="140205"/>
                </a:lnTo>
                <a:lnTo>
                  <a:pt x="565384" y="140036"/>
                </a:lnTo>
                <a:lnTo>
                  <a:pt x="564541" y="139848"/>
                </a:lnTo>
                <a:lnTo>
                  <a:pt x="563713" y="139640"/>
                </a:lnTo>
                <a:lnTo>
                  <a:pt x="562902" y="139412"/>
                </a:lnTo>
                <a:lnTo>
                  <a:pt x="562107" y="139164"/>
                </a:lnTo>
                <a:lnTo>
                  <a:pt x="561329" y="138896"/>
                </a:lnTo>
                <a:lnTo>
                  <a:pt x="560566" y="138609"/>
                </a:lnTo>
                <a:lnTo>
                  <a:pt x="559820" y="138302"/>
                </a:lnTo>
                <a:lnTo>
                  <a:pt x="559090" y="137975"/>
                </a:lnTo>
                <a:lnTo>
                  <a:pt x="558376" y="137628"/>
                </a:lnTo>
                <a:lnTo>
                  <a:pt x="557679" y="137261"/>
                </a:lnTo>
                <a:lnTo>
                  <a:pt x="556998" y="136874"/>
                </a:lnTo>
                <a:lnTo>
                  <a:pt x="556333" y="136468"/>
                </a:lnTo>
                <a:lnTo>
                  <a:pt x="555684" y="136042"/>
                </a:lnTo>
                <a:lnTo>
                  <a:pt x="555051" y="135596"/>
                </a:lnTo>
                <a:lnTo>
                  <a:pt x="554435" y="135130"/>
                </a:lnTo>
                <a:lnTo>
                  <a:pt x="553833" y="134648"/>
                </a:lnTo>
                <a:lnTo>
                  <a:pt x="553246" y="134152"/>
                </a:lnTo>
                <a:lnTo>
                  <a:pt x="552672" y="133644"/>
                </a:lnTo>
                <a:lnTo>
                  <a:pt x="552111" y="133123"/>
                </a:lnTo>
                <a:lnTo>
                  <a:pt x="551565" y="132589"/>
                </a:lnTo>
                <a:lnTo>
                  <a:pt x="551031" y="132041"/>
                </a:lnTo>
                <a:lnTo>
                  <a:pt x="550512" y="131481"/>
                </a:lnTo>
                <a:lnTo>
                  <a:pt x="550006" y="130908"/>
                </a:lnTo>
                <a:lnTo>
                  <a:pt x="549514" y="130321"/>
                </a:lnTo>
                <a:lnTo>
                  <a:pt x="549036" y="129722"/>
                </a:lnTo>
                <a:lnTo>
                  <a:pt x="548571" y="129110"/>
                </a:lnTo>
                <a:lnTo>
                  <a:pt x="548120" y="128485"/>
                </a:lnTo>
                <a:lnTo>
                  <a:pt x="547682" y="127846"/>
                </a:lnTo>
                <a:lnTo>
                  <a:pt x="547259" y="127195"/>
                </a:lnTo>
                <a:lnTo>
                  <a:pt x="546849" y="126531"/>
                </a:lnTo>
                <a:lnTo>
                  <a:pt x="546452" y="125853"/>
                </a:lnTo>
                <a:lnTo>
                  <a:pt x="546069" y="125163"/>
                </a:lnTo>
                <a:lnTo>
                  <a:pt x="545700" y="124459"/>
                </a:lnTo>
                <a:lnTo>
                  <a:pt x="545345" y="123743"/>
                </a:lnTo>
                <a:lnTo>
                  <a:pt x="545003" y="123014"/>
                </a:lnTo>
                <a:lnTo>
                  <a:pt x="544675" y="122271"/>
                </a:lnTo>
                <a:lnTo>
                  <a:pt x="544360" y="121516"/>
                </a:lnTo>
                <a:lnTo>
                  <a:pt x="544059" y="120748"/>
                </a:lnTo>
                <a:lnTo>
                  <a:pt x="543772" y="119966"/>
                </a:lnTo>
                <a:lnTo>
                  <a:pt x="543497" y="119175"/>
                </a:lnTo>
                <a:lnTo>
                  <a:pt x="543234" y="118378"/>
                </a:lnTo>
                <a:lnTo>
                  <a:pt x="542982" y="117574"/>
                </a:lnTo>
                <a:lnTo>
                  <a:pt x="542741" y="116764"/>
                </a:lnTo>
                <a:lnTo>
                  <a:pt x="542511" y="115947"/>
                </a:lnTo>
                <a:lnTo>
                  <a:pt x="542293" y="115124"/>
                </a:lnTo>
                <a:lnTo>
                  <a:pt x="542086" y="114294"/>
                </a:lnTo>
                <a:lnTo>
                  <a:pt x="541890" y="113458"/>
                </a:lnTo>
                <a:lnTo>
                  <a:pt x="541706" y="112616"/>
                </a:lnTo>
                <a:lnTo>
                  <a:pt x="541533" y="111768"/>
                </a:lnTo>
                <a:lnTo>
                  <a:pt x="541371" y="110913"/>
                </a:lnTo>
                <a:lnTo>
                  <a:pt x="541220" y="110051"/>
                </a:lnTo>
                <a:lnTo>
                  <a:pt x="541081" y="109183"/>
                </a:lnTo>
                <a:lnTo>
                  <a:pt x="540953" y="108309"/>
                </a:lnTo>
                <a:lnTo>
                  <a:pt x="540836" y="107428"/>
                </a:lnTo>
                <a:lnTo>
                  <a:pt x="540731" y="106541"/>
                </a:lnTo>
                <a:lnTo>
                  <a:pt x="540637" y="105648"/>
                </a:lnTo>
                <a:lnTo>
                  <a:pt x="540554" y="104748"/>
                </a:lnTo>
                <a:lnTo>
                  <a:pt x="540482" y="103842"/>
                </a:lnTo>
                <a:lnTo>
                  <a:pt x="540422" y="102929"/>
                </a:lnTo>
                <a:lnTo>
                  <a:pt x="540373" y="102010"/>
                </a:lnTo>
                <a:lnTo>
                  <a:pt x="540335" y="101085"/>
                </a:lnTo>
                <a:lnTo>
                  <a:pt x="540309" y="100153"/>
                </a:lnTo>
                <a:lnTo>
                  <a:pt x="540294" y="99215"/>
                </a:lnTo>
                <a:lnTo>
                  <a:pt x="619437" y="99215"/>
                </a:lnTo>
                <a:lnTo>
                  <a:pt x="619456" y="99124"/>
                </a:lnTo>
                <a:lnTo>
                  <a:pt x="619475" y="99029"/>
                </a:lnTo>
                <a:lnTo>
                  <a:pt x="619493" y="98930"/>
                </a:lnTo>
                <a:lnTo>
                  <a:pt x="619510" y="98826"/>
                </a:lnTo>
                <a:lnTo>
                  <a:pt x="619528" y="98717"/>
                </a:lnTo>
                <a:lnTo>
                  <a:pt x="619544" y="98603"/>
                </a:lnTo>
                <a:lnTo>
                  <a:pt x="619561" y="98485"/>
                </a:lnTo>
                <a:lnTo>
                  <a:pt x="619577" y="98362"/>
                </a:lnTo>
                <a:lnTo>
                  <a:pt x="619593" y="98234"/>
                </a:lnTo>
                <a:lnTo>
                  <a:pt x="619608" y="98102"/>
                </a:lnTo>
                <a:lnTo>
                  <a:pt x="619623" y="97965"/>
                </a:lnTo>
                <a:lnTo>
                  <a:pt x="619637" y="97823"/>
                </a:lnTo>
                <a:lnTo>
                  <a:pt x="619651" y="97677"/>
                </a:lnTo>
                <a:lnTo>
                  <a:pt x="619665" y="97526"/>
                </a:lnTo>
                <a:lnTo>
                  <a:pt x="619678" y="97370"/>
                </a:lnTo>
                <a:lnTo>
                  <a:pt x="619691" y="97209"/>
                </a:lnTo>
                <a:lnTo>
                  <a:pt x="619703" y="97044"/>
                </a:lnTo>
                <a:lnTo>
                  <a:pt x="619715" y="96875"/>
                </a:lnTo>
                <a:lnTo>
                  <a:pt x="619727" y="96700"/>
                </a:lnTo>
                <a:lnTo>
                  <a:pt x="619738" y="96521"/>
                </a:lnTo>
                <a:lnTo>
                  <a:pt x="619749" y="96337"/>
                </a:lnTo>
                <a:lnTo>
                  <a:pt x="619760" y="96149"/>
                </a:lnTo>
                <a:lnTo>
                  <a:pt x="619770" y="95956"/>
                </a:lnTo>
                <a:lnTo>
                  <a:pt x="619780" y="95758"/>
                </a:lnTo>
                <a:lnTo>
                  <a:pt x="619789" y="95558"/>
                </a:lnTo>
                <a:lnTo>
                  <a:pt x="619798" y="95361"/>
                </a:lnTo>
                <a:lnTo>
                  <a:pt x="619806" y="95166"/>
                </a:lnTo>
                <a:lnTo>
                  <a:pt x="619814" y="94974"/>
                </a:lnTo>
                <a:lnTo>
                  <a:pt x="619822" y="94783"/>
                </a:lnTo>
                <a:lnTo>
                  <a:pt x="619830" y="94595"/>
                </a:lnTo>
                <a:lnTo>
                  <a:pt x="619836" y="94409"/>
                </a:lnTo>
                <a:lnTo>
                  <a:pt x="619843" y="94226"/>
                </a:lnTo>
                <a:lnTo>
                  <a:pt x="619849" y="94044"/>
                </a:lnTo>
                <a:lnTo>
                  <a:pt x="619855" y="93865"/>
                </a:lnTo>
                <a:lnTo>
                  <a:pt x="619860" y="93688"/>
                </a:lnTo>
                <a:lnTo>
                  <a:pt x="619865" y="93514"/>
                </a:lnTo>
                <a:lnTo>
                  <a:pt x="619870" y="93341"/>
                </a:lnTo>
                <a:lnTo>
                  <a:pt x="619874" y="93171"/>
                </a:lnTo>
                <a:lnTo>
                  <a:pt x="619878" y="93003"/>
                </a:lnTo>
                <a:lnTo>
                  <a:pt x="619881" y="92837"/>
                </a:lnTo>
                <a:lnTo>
                  <a:pt x="619884" y="92674"/>
                </a:lnTo>
                <a:lnTo>
                  <a:pt x="619887" y="92512"/>
                </a:lnTo>
                <a:lnTo>
                  <a:pt x="619889" y="92353"/>
                </a:lnTo>
                <a:lnTo>
                  <a:pt x="619890" y="92197"/>
                </a:lnTo>
                <a:lnTo>
                  <a:pt x="619892" y="92042"/>
                </a:lnTo>
                <a:lnTo>
                  <a:pt x="619893" y="91890"/>
                </a:lnTo>
                <a:lnTo>
                  <a:pt x="619893" y="91740"/>
                </a:lnTo>
                <a:lnTo>
                  <a:pt x="619894" y="91592"/>
                </a:lnTo>
                <a:lnTo>
                  <a:pt x="619871" y="89414"/>
                </a:lnTo>
                <a:lnTo>
                  <a:pt x="619804" y="87280"/>
                </a:lnTo>
                <a:lnTo>
                  <a:pt x="619692" y="85188"/>
                </a:lnTo>
                <a:lnTo>
                  <a:pt x="619536" y="83139"/>
                </a:lnTo>
                <a:lnTo>
                  <a:pt x="619334" y="81132"/>
                </a:lnTo>
                <a:lnTo>
                  <a:pt x="619088" y="79169"/>
                </a:lnTo>
                <a:lnTo>
                  <a:pt x="618797" y="77248"/>
                </a:lnTo>
                <a:lnTo>
                  <a:pt x="618462" y="75370"/>
                </a:lnTo>
                <a:lnTo>
                  <a:pt x="618081" y="73534"/>
                </a:lnTo>
                <a:lnTo>
                  <a:pt x="617656" y="71742"/>
                </a:lnTo>
                <a:lnTo>
                  <a:pt x="617187" y="69992"/>
                </a:lnTo>
                <a:lnTo>
                  <a:pt x="616672" y="68285"/>
                </a:lnTo>
                <a:lnTo>
                  <a:pt x="616113" y="66621"/>
                </a:lnTo>
                <a:lnTo>
                  <a:pt x="615509" y="64999"/>
                </a:lnTo>
                <a:lnTo>
                  <a:pt x="614860" y="63420"/>
                </a:lnTo>
                <a:lnTo>
                  <a:pt x="614166" y="61884"/>
                </a:lnTo>
                <a:lnTo>
                  <a:pt x="613428" y="60391"/>
                </a:lnTo>
                <a:lnTo>
                  <a:pt x="612645" y="58941"/>
                </a:lnTo>
                <a:lnTo>
                  <a:pt x="611817" y="57533"/>
                </a:lnTo>
                <a:lnTo>
                  <a:pt x="610945" y="56168"/>
                </a:lnTo>
                <a:lnTo>
                  <a:pt x="610027" y="54846"/>
                </a:lnTo>
                <a:lnTo>
                  <a:pt x="609065" y="53567"/>
                </a:lnTo>
                <a:lnTo>
                  <a:pt x="608059" y="52330"/>
                </a:lnTo>
                <a:lnTo>
                  <a:pt x="607007" y="51136"/>
                </a:lnTo>
                <a:lnTo>
                  <a:pt x="605916" y="49988"/>
                </a:lnTo>
                <a:lnTo>
                  <a:pt x="604791" y="48888"/>
                </a:lnTo>
                <a:lnTo>
                  <a:pt x="603632" y="47838"/>
                </a:lnTo>
                <a:lnTo>
                  <a:pt x="602439" y="46836"/>
                </a:lnTo>
                <a:lnTo>
                  <a:pt x="601212" y="45883"/>
                </a:lnTo>
                <a:lnTo>
                  <a:pt x="599951" y="44979"/>
                </a:lnTo>
                <a:lnTo>
                  <a:pt x="598656" y="44124"/>
                </a:lnTo>
                <a:lnTo>
                  <a:pt x="597326" y="43318"/>
                </a:lnTo>
                <a:lnTo>
                  <a:pt x="595963" y="42560"/>
                </a:lnTo>
                <a:lnTo>
                  <a:pt x="594566" y="41852"/>
                </a:lnTo>
                <a:lnTo>
                  <a:pt x="593134" y="41192"/>
                </a:lnTo>
                <a:lnTo>
                  <a:pt x="591669" y="40581"/>
                </a:lnTo>
                <a:lnTo>
                  <a:pt x="590169" y="40019"/>
                </a:lnTo>
                <a:lnTo>
                  <a:pt x="588636" y="39506"/>
                </a:lnTo>
                <a:lnTo>
                  <a:pt x="587068" y="39042"/>
                </a:lnTo>
                <a:lnTo>
                  <a:pt x="585466" y="38627"/>
                </a:lnTo>
                <a:lnTo>
                  <a:pt x="583831" y="38260"/>
                </a:lnTo>
                <a:lnTo>
                  <a:pt x="582161" y="37943"/>
                </a:lnTo>
                <a:lnTo>
                  <a:pt x="580457" y="37674"/>
                </a:lnTo>
                <a:lnTo>
                  <a:pt x="578719" y="37454"/>
                </a:lnTo>
                <a:lnTo>
                  <a:pt x="576947" y="37283"/>
                </a:lnTo>
                <a:lnTo>
                  <a:pt x="575141" y="37161"/>
                </a:lnTo>
                <a:lnTo>
                  <a:pt x="573301" y="37087"/>
                </a:lnTo>
                <a:lnTo>
                  <a:pt x="571427" y="37063"/>
                </a:lnTo>
                <a:lnTo>
                  <a:pt x="570012" y="37076"/>
                </a:lnTo>
                <a:lnTo>
                  <a:pt x="568617" y="37115"/>
                </a:lnTo>
                <a:lnTo>
                  <a:pt x="567244" y="37180"/>
                </a:lnTo>
                <a:lnTo>
                  <a:pt x="565891" y="37272"/>
                </a:lnTo>
                <a:lnTo>
                  <a:pt x="564559" y="37389"/>
                </a:lnTo>
                <a:lnTo>
                  <a:pt x="563248" y="37533"/>
                </a:lnTo>
                <a:lnTo>
                  <a:pt x="561958" y="37702"/>
                </a:lnTo>
                <a:lnTo>
                  <a:pt x="560688" y="37898"/>
                </a:lnTo>
                <a:lnTo>
                  <a:pt x="559439" y="38120"/>
                </a:lnTo>
                <a:lnTo>
                  <a:pt x="558211" y="38368"/>
                </a:lnTo>
                <a:lnTo>
                  <a:pt x="557004" y="38642"/>
                </a:lnTo>
                <a:lnTo>
                  <a:pt x="555818" y="38942"/>
                </a:lnTo>
                <a:lnTo>
                  <a:pt x="554652" y="39268"/>
                </a:lnTo>
                <a:lnTo>
                  <a:pt x="553507" y="39620"/>
                </a:lnTo>
                <a:lnTo>
                  <a:pt x="552383" y="39999"/>
                </a:lnTo>
                <a:lnTo>
                  <a:pt x="551280" y="40403"/>
                </a:lnTo>
                <a:lnTo>
                  <a:pt x="550197" y="40834"/>
                </a:lnTo>
                <a:lnTo>
                  <a:pt x="549136" y="41291"/>
                </a:lnTo>
                <a:lnTo>
                  <a:pt x="548095" y="41773"/>
                </a:lnTo>
                <a:lnTo>
                  <a:pt x="547075" y="42282"/>
                </a:lnTo>
                <a:lnTo>
                  <a:pt x="546075" y="42817"/>
                </a:lnTo>
                <a:lnTo>
                  <a:pt x="545097" y="43378"/>
                </a:lnTo>
                <a:lnTo>
                  <a:pt x="544139" y="43966"/>
                </a:lnTo>
                <a:lnTo>
                  <a:pt x="543202" y="44579"/>
                </a:lnTo>
                <a:lnTo>
                  <a:pt x="542285" y="45215"/>
                </a:lnTo>
                <a:lnTo>
                  <a:pt x="541388" y="45872"/>
                </a:lnTo>
                <a:lnTo>
                  <a:pt x="540511" y="46549"/>
                </a:lnTo>
                <a:lnTo>
                  <a:pt x="539654" y="47246"/>
                </a:lnTo>
                <a:lnTo>
                  <a:pt x="538817" y="47963"/>
                </a:lnTo>
                <a:lnTo>
                  <a:pt x="537999" y="48700"/>
                </a:lnTo>
                <a:lnTo>
                  <a:pt x="537201" y="49458"/>
                </a:lnTo>
                <a:lnTo>
                  <a:pt x="536423" y="50235"/>
                </a:lnTo>
                <a:lnTo>
                  <a:pt x="535665" y="51033"/>
                </a:lnTo>
                <a:lnTo>
                  <a:pt x="534926" y="51851"/>
                </a:lnTo>
                <a:lnTo>
                  <a:pt x="534207" y="52689"/>
                </a:lnTo>
                <a:lnTo>
                  <a:pt x="533509" y="53548"/>
                </a:lnTo>
                <a:lnTo>
                  <a:pt x="532829" y="54427"/>
                </a:lnTo>
                <a:lnTo>
                  <a:pt x="532170" y="55325"/>
                </a:lnTo>
                <a:lnTo>
                  <a:pt x="531531" y="56244"/>
                </a:lnTo>
                <a:lnTo>
                  <a:pt x="530911" y="57183"/>
                </a:lnTo>
                <a:lnTo>
                  <a:pt x="530311" y="58143"/>
                </a:lnTo>
                <a:lnTo>
                  <a:pt x="529731" y="59122"/>
                </a:lnTo>
                <a:lnTo>
                  <a:pt x="529171" y="60122"/>
                </a:lnTo>
                <a:lnTo>
                  <a:pt x="528630" y="61142"/>
                </a:lnTo>
                <a:lnTo>
                  <a:pt x="528109" y="62182"/>
                </a:lnTo>
                <a:lnTo>
                  <a:pt x="527609" y="63242"/>
                </a:lnTo>
                <a:lnTo>
                  <a:pt x="527127" y="64323"/>
                </a:lnTo>
                <a:lnTo>
                  <a:pt x="526666" y="65423"/>
                </a:lnTo>
                <a:lnTo>
                  <a:pt x="526224" y="66541"/>
                </a:lnTo>
                <a:lnTo>
                  <a:pt x="525801" y="67674"/>
                </a:lnTo>
                <a:lnTo>
                  <a:pt x="525397" y="68820"/>
                </a:lnTo>
                <a:lnTo>
                  <a:pt x="525011" y="69982"/>
                </a:lnTo>
                <a:lnTo>
                  <a:pt x="524644" y="71158"/>
                </a:lnTo>
                <a:lnTo>
                  <a:pt x="524296" y="72348"/>
                </a:lnTo>
                <a:lnTo>
                  <a:pt x="523967" y="73553"/>
                </a:lnTo>
                <a:lnTo>
                  <a:pt x="523657" y="74772"/>
                </a:lnTo>
                <a:lnTo>
                  <a:pt x="523365" y="76006"/>
                </a:lnTo>
                <a:lnTo>
                  <a:pt x="523092" y="77254"/>
                </a:lnTo>
                <a:lnTo>
                  <a:pt x="522839" y="78517"/>
                </a:lnTo>
                <a:lnTo>
                  <a:pt x="522603" y="79794"/>
                </a:lnTo>
                <a:lnTo>
                  <a:pt x="522387" y="81086"/>
                </a:lnTo>
                <a:lnTo>
                  <a:pt x="522190" y="82392"/>
                </a:lnTo>
                <a:lnTo>
                  <a:pt x="522011" y="83712"/>
                </a:lnTo>
                <a:lnTo>
                  <a:pt x="521851" y="85048"/>
                </a:lnTo>
                <a:lnTo>
                  <a:pt x="521710" y="86397"/>
                </a:lnTo>
                <a:lnTo>
                  <a:pt x="521588" y="87761"/>
                </a:lnTo>
                <a:lnTo>
                  <a:pt x="521484" y="89140"/>
                </a:lnTo>
                <a:lnTo>
                  <a:pt x="521400" y="90533"/>
                </a:lnTo>
                <a:lnTo>
                  <a:pt x="521334" y="91940"/>
                </a:lnTo>
                <a:lnTo>
                  <a:pt x="521287" y="93362"/>
                </a:lnTo>
                <a:lnTo>
                  <a:pt x="521259" y="94799"/>
                </a:lnTo>
                <a:lnTo>
                  <a:pt x="521249" y="96250"/>
                </a:lnTo>
                <a:lnTo>
                  <a:pt x="521259" y="97643"/>
                </a:lnTo>
                <a:lnTo>
                  <a:pt x="521288" y="99025"/>
                </a:lnTo>
                <a:lnTo>
                  <a:pt x="521337" y="100395"/>
                </a:lnTo>
                <a:lnTo>
                  <a:pt x="521404" y="101754"/>
                </a:lnTo>
                <a:lnTo>
                  <a:pt x="521492" y="103101"/>
                </a:lnTo>
                <a:lnTo>
                  <a:pt x="521598" y="104437"/>
                </a:lnTo>
                <a:lnTo>
                  <a:pt x="521725" y="105760"/>
                </a:lnTo>
                <a:lnTo>
                  <a:pt x="521870" y="107073"/>
                </a:lnTo>
                <a:lnTo>
                  <a:pt x="522035" y="108373"/>
                </a:lnTo>
                <a:lnTo>
                  <a:pt x="522219" y="109662"/>
                </a:lnTo>
                <a:lnTo>
                  <a:pt x="522423" y="110940"/>
                </a:lnTo>
                <a:lnTo>
                  <a:pt x="522646" y="112205"/>
                </a:lnTo>
                <a:lnTo>
                  <a:pt x="522889" y="113459"/>
                </a:lnTo>
                <a:lnTo>
                  <a:pt x="523151" y="114702"/>
                </a:lnTo>
                <a:lnTo>
                  <a:pt x="523432" y="115933"/>
                </a:lnTo>
                <a:lnTo>
                  <a:pt x="523733" y="117152"/>
                </a:lnTo>
                <a:lnTo>
                  <a:pt x="524053" y="118360"/>
                </a:lnTo>
                <a:lnTo>
                  <a:pt x="524392" y="119556"/>
                </a:lnTo>
                <a:lnTo>
                  <a:pt x="524751" y="120740"/>
                </a:lnTo>
                <a:lnTo>
                  <a:pt x="525130" y="121913"/>
                </a:lnTo>
                <a:lnTo>
                  <a:pt x="525528" y="123074"/>
                </a:lnTo>
                <a:lnTo>
                  <a:pt x="525945" y="124224"/>
                </a:lnTo>
                <a:lnTo>
                  <a:pt x="526381" y="125362"/>
                </a:lnTo>
                <a:lnTo>
                  <a:pt x="526837" y="126488"/>
                </a:lnTo>
                <a:lnTo>
                  <a:pt x="527313" y="127598"/>
                </a:lnTo>
                <a:lnTo>
                  <a:pt x="527810" y="128689"/>
                </a:lnTo>
                <a:lnTo>
                  <a:pt x="528328" y="129761"/>
                </a:lnTo>
                <a:lnTo>
                  <a:pt x="528866" y="130812"/>
                </a:lnTo>
                <a:lnTo>
                  <a:pt x="529425" y="131845"/>
                </a:lnTo>
                <a:lnTo>
                  <a:pt x="530005" y="132857"/>
                </a:lnTo>
                <a:lnTo>
                  <a:pt x="530606" y="133850"/>
                </a:lnTo>
                <a:lnTo>
                  <a:pt x="531228" y="134824"/>
                </a:lnTo>
                <a:lnTo>
                  <a:pt x="531870" y="135778"/>
                </a:lnTo>
                <a:lnTo>
                  <a:pt x="532533" y="136712"/>
                </a:lnTo>
                <a:lnTo>
                  <a:pt x="533217" y="137627"/>
                </a:lnTo>
                <a:lnTo>
                  <a:pt x="533922" y="138523"/>
                </a:lnTo>
                <a:lnTo>
                  <a:pt x="534647" y="139399"/>
                </a:lnTo>
                <a:lnTo>
                  <a:pt x="535394" y="140255"/>
                </a:lnTo>
                <a:lnTo>
                  <a:pt x="536161" y="141091"/>
                </a:lnTo>
                <a:lnTo>
                  <a:pt x="536949" y="141909"/>
                </a:lnTo>
                <a:lnTo>
                  <a:pt x="537757" y="142706"/>
                </a:lnTo>
                <a:lnTo>
                  <a:pt x="538587" y="143484"/>
                </a:lnTo>
                <a:lnTo>
                  <a:pt x="539437" y="144243"/>
                </a:lnTo>
                <a:lnTo>
                  <a:pt x="540308" y="144982"/>
                </a:lnTo>
                <a:lnTo>
                  <a:pt x="541200" y="145701"/>
                </a:lnTo>
                <a:lnTo>
                  <a:pt x="542113" y="146401"/>
                </a:lnTo>
                <a:lnTo>
                  <a:pt x="543046" y="147081"/>
                </a:lnTo>
                <a:lnTo>
                  <a:pt x="544000" y="147742"/>
                </a:lnTo>
                <a:lnTo>
                  <a:pt x="544976" y="148379"/>
                </a:lnTo>
                <a:lnTo>
                  <a:pt x="545975" y="148989"/>
                </a:lnTo>
                <a:lnTo>
                  <a:pt x="546996" y="149572"/>
                </a:lnTo>
                <a:lnTo>
                  <a:pt x="548041" y="150128"/>
                </a:lnTo>
                <a:lnTo>
                  <a:pt x="549108" y="150657"/>
                </a:lnTo>
                <a:lnTo>
                  <a:pt x="550198" y="151158"/>
                </a:lnTo>
                <a:lnTo>
                  <a:pt x="551310" y="151633"/>
                </a:lnTo>
                <a:lnTo>
                  <a:pt x="552445" y="152080"/>
                </a:lnTo>
                <a:lnTo>
                  <a:pt x="553604" y="152500"/>
                </a:lnTo>
                <a:lnTo>
                  <a:pt x="554784" y="152893"/>
                </a:lnTo>
                <a:lnTo>
                  <a:pt x="555988" y="153259"/>
                </a:lnTo>
                <a:lnTo>
                  <a:pt x="557215" y="153598"/>
                </a:lnTo>
                <a:lnTo>
                  <a:pt x="558464" y="153910"/>
                </a:lnTo>
                <a:lnTo>
                  <a:pt x="559736" y="154195"/>
                </a:lnTo>
                <a:lnTo>
                  <a:pt x="561030" y="154452"/>
                </a:lnTo>
                <a:lnTo>
                  <a:pt x="562348" y="154683"/>
                </a:lnTo>
                <a:lnTo>
                  <a:pt x="563688" y="154886"/>
                </a:lnTo>
                <a:lnTo>
                  <a:pt x="565051" y="155062"/>
                </a:lnTo>
                <a:lnTo>
                  <a:pt x="566437" y="155211"/>
                </a:lnTo>
                <a:lnTo>
                  <a:pt x="567846" y="155333"/>
                </a:lnTo>
                <a:lnTo>
                  <a:pt x="569277" y="155428"/>
                </a:lnTo>
                <a:lnTo>
                  <a:pt x="570731" y="155496"/>
                </a:lnTo>
                <a:lnTo>
                  <a:pt x="572208" y="155537"/>
                </a:lnTo>
                <a:lnTo>
                  <a:pt x="573708" y="155550"/>
                </a:lnTo>
                <a:lnTo>
                  <a:pt x="574870" y="155542"/>
                </a:lnTo>
                <a:lnTo>
                  <a:pt x="576019" y="155517"/>
                </a:lnTo>
                <a:lnTo>
                  <a:pt x="577155" y="155476"/>
                </a:lnTo>
                <a:lnTo>
                  <a:pt x="578279" y="155418"/>
                </a:lnTo>
                <a:close/>
                <a:moveTo>
                  <a:pt x="541011" y="80033"/>
                </a:moveTo>
                <a:lnTo>
                  <a:pt x="541220" y="78785"/>
                </a:lnTo>
                <a:lnTo>
                  <a:pt x="541452" y="77563"/>
                </a:lnTo>
                <a:lnTo>
                  <a:pt x="541707" y="76369"/>
                </a:lnTo>
                <a:lnTo>
                  <a:pt x="541985" y="75202"/>
                </a:lnTo>
                <a:lnTo>
                  <a:pt x="542287" y="74063"/>
                </a:lnTo>
                <a:lnTo>
                  <a:pt x="542612" y="72951"/>
                </a:lnTo>
                <a:lnTo>
                  <a:pt x="542959" y="71866"/>
                </a:lnTo>
                <a:lnTo>
                  <a:pt x="543330" y="70809"/>
                </a:lnTo>
                <a:lnTo>
                  <a:pt x="543724" y="69779"/>
                </a:lnTo>
                <a:lnTo>
                  <a:pt x="544142" y="68776"/>
                </a:lnTo>
                <a:lnTo>
                  <a:pt x="544582" y="67801"/>
                </a:lnTo>
                <a:lnTo>
                  <a:pt x="545046" y="66853"/>
                </a:lnTo>
                <a:lnTo>
                  <a:pt x="545532" y="65932"/>
                </a:lnTo>
                <a:lnTo>
                  <a:pt x="546042" y="65039"/>
                </a:lnTo>
                <a:lnTo>
                  <a:pt x="546575" y="64172"/>
                </a:lnTo>
                <a:lnTo>
                  <a:pt x="547132" y="63334"/>
                </a:lnTo>
                <a:lnTo>
                  <a:pt x="547711" y="62522"/>
                </a:lnTo>
                <a:lnTo>
                  <a:pt x="548313" y="61738"/>
                </a:lnTo>
                <a:lnTo>
                  <a:pt x="548939" y="60982"/>
                </a:lnTo>
                <a:lnTo>
                  <a:pt x="549588" y="60252"/>
                </a:lnTo>
                <a:lnTo>
                  <a:pt x="550259" y="59551"/>
                </a:lnTo>
                <a:lnTo>
                  <a:pt x="550951" y="58880"/>
                </a:lnTo>
                <a:lnTo>
                  <a:pt x="551663" y="58238"/>
                </a:lnTo>
                <a:lnTo>
                  <a:pt x="552396" y="57627"/>
                </a:lnTo>
                <a:lnTo>
                  <a:pt x="553150" y="57045"/>
                </a:lnTo>
                <a:lnTo>
                  <a:pt x="553925" y="56493"/>
                </a:lnTo>
                <a:lnTo>
                  <a:pt x="554721" y="55971"/>
                </a:lnTo>
                <a:lnTo>
                  <a:pt x="555537" y="55479"/>
                </a:lnTo>
                <a:lnTo>
                  <a:pt x="556374" y="55016"/>
                </a:lnTo>
                <a:lnTo>
                  <a:pt x="557232" y="54584"/>
                </a:lnTo>
                <a:lnTo>
                  <a:pt x="558111" y="54181"/>
                </a:lnTo>
                <a:lnTo>
                  <a:pt x="559011" y="53808"/>
                </a:lnTo>
                <a:lnTo>
                  <a:pt x="559931" y="53465"/>
                </a:lnTo>
                <a:lnTo>
                  <a:pt x="560872" y="53152"/>
                </a:lnTo>
                <a:lnTo>
                  <a:pt x="561834" y="52868"/>
                </a:lnTo>
                <a:lnTo>
                  <a:pt x="562817" y="52615"/>
                </a:lnTo>
                <a:lnTo>
                  <a:pt x="563820" y="52391"/>
                </a:lnTo>
                <a:lnTo>
                  <a:pt x="564845" y="52197"/>
                </a:lnTo>
                <a:lnTo>
                  <a:pt x="565890" y="52033"/>
                </a:lnTo>
                <a:lnTo>
                  <a:pt x="566955" y="51899"/>
                </a:lnTo>
                <a:lnTo>
                  <a:pt x="568042" y="51794"/>
                </a:lnTo>
                <a:lnTo>
                  <a:pt x="569150" y="51720"/>
                </a:lnTo>
                <a:lnTo>
                  <a:pt x="570278" y="51675"/>
                </a:lnTo>
                <a:lnTo>
                  <a:pt x="571427" y="51660"/>
                </a:lnTo>
                <a:lnTo>
                  <a:pt x="572566" y="51675"/>
                </a:lnTo>
                <a:lnTo>
                  <a:pt x="573685" y="51720"/>
                </a:lnTo>
                <a:lnTo>
                  <a:pt x="574782" y="51795"/>
                </a:lnTo>
                <a:lnTo>
                  <a:pt x="575858" y="51900"/>
                </a:lnTo>
                <a:lnTo>
                  <a:pt x="576914" y="52036"/>
                </a:lnTo>
                <a:lnTo>
                  <a:pt x="577948" y="52201"/>
                </a:lnTo>
                <a:lnTo>
                  <a:pt x="578962" y="52396"/>
                </a:lnTo>
                <a:lnTo>
                  <a:pt x="579954" y="52621"/>
                </a:lnTo>
                <a:lnTo>
                  <a:pt x="580926" y="52877"/>
                </a:lnTo>
                <a:lnTo>
                  <a:pt x="581876" y="53162"/>
                </a:lnTo>
                <a:lnTo>
                  <a:pt x="582806" y="53478"/>
                </a:lnTo>
                <a:lnTo>
                  <a:pt x="583715" y="53823"/>
                </a:lnTo>
                <a:lnTo>
                  <a:pt x="584602" y="54199"/>
                </a:lnTo>
                <a:lnTo>
                  <a:pt x="585469" y="54604"/>
                </a:lnTo>
                <a:lnTo>
                  <a:pt x="586314" y="55040"/>
                </a:lnTo>
                <a:lnTo>
                  <a:pt x="587139" y="55506"/>
                </a:lnTo>
                <a:lnTo>
                  <a:pt x="587943" y="56001"/>
                </a:lnTo>
                <a:lnTo>
                  <a:pt x="588725" y="56527"/>
                </a:lnTo>
                <a:lnTo>
                  <a:pt x="589487" y="57083"/>
                </a:lnTo>
                <a:lnTo>
                  <a:pt x="590227" y="57669"/>
                </a:lnTo>
                <a:lnTo>
                  <a:pt x="590947" y="58285"/>
                </a:lnTo>
                <a:lnTo>
                  <a:pt x="591646" y="58931"/>
                </a:lnTo>
                <a:lnTo>
                  <a:pt x="592324" y="59607"/>
                </a:lnTo>
                <a:lnTo>
                  <a:pt x="592980" y="60313"/>
                </a:lnTo>
                <a:lnTo>
                  <a:pt x="593614" y="61047"/>
                </a:lnTo>
                <a:lnTo>
                  <a:pt x="594221" y="61808"/>
                </a:lnTo>
                <a:lnTo>
                  <a:pt x="594803" y="62595"/>
                </a:lnTo>
                <a:lnTo>
                  <a:pt x="595359" y="63409"/>
                </a:lnTo>
                <a:lnTo>
                  <a:pt x="595890" y="64250"/>
                </a:lnTo>
                <a:lnTo>
                  <a:pt x="596394" y="65118"/>
                </a:lnTo>
                <a:lnTo>
                  <a:pt x="596873" y="66012"/>
                </a:lnTo>
                <a:lnTo>
                  <a:pt x="597326" y="66933"/>
                </a:lnTo>
                <a:lnTo>
                  <a:pt x="597754" y="67881"/>
                </a:lnTo>
                <a:lnTo>
                  <a:pt x="598156" y="68856"/>
                </a:lnTo>
                <a:lnTo>
                  <a:pt x="598532" y="69857"/>
                </a:lnTo>
                <a:lnTo>
                  <a:pt x="598882" y="70885"/>
                </a:lnTo>
                <a:lnTo>
                  <a:pt x="599206" y="71939"/>
                </a:lnTo>
                <a:lnTo>
                  <a:pt x="599505" y="73020"/>
                </a:lnTo>
                <a:lnTo>
                  <a:pt x="599778" y="74128"/>
                </a:lnTo>
                <a:lnTo>
                  <a:pt x="600025" y="75263"/>
                </a:lnTo>
                <a:lnTo>
                  <a:pt x="600247" y="76424"/>
                </a:lnTo>
                <a:lnTo>
                  <a:pt x="600443" y="77613"/>
                </a:lnTo>
                <a:lnTo>
                  <a:pt x="600613" y="78827"/>
                </a:lnTo>
                <a:lnTo>
                  <a:pt x="600757" y="80069"/>
                </a:lnTo>
                <a:lnTo>
                  <a:pt x="600876" y="81337"/>
                </a:lnTo>
                <a:lnTo>
                  <a:pt x="600969" y="82632"/>
                </a:lnTo>
                <a:lnTo>
                  <a:pt x="601036" y="83953"/>
                </a:lnTo>
                <a:lnTo>
                  <a:pt x="601077" y="85302"/>
                </a:lnTo>
                <a:lnTo>
                  <a:pt x="540408" y="85302"/>
                </a:lnTo>
                <a:lnTo>
                  <a:pt x="540524" y="83944"/>
                </a:lnTo>
                <a:lnTo>
                  <a:pt x="540663" y="82613"/>
                </a:lnTo>
                <a:lnTo>
                  <a:pt x="540826" y="81310"/>
                </a:lnTo>
                <a:lnTo>
                  <a:pt x="541011" y="800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" name="Text Understanding">
            <a:extLst xmlns:a="http://schemas.openxmlformats.org/drawingml/2006/main">
              <a:ext uri="{FF2B5EF4-FFF2-40B4-BE49-F238E27FC236}">
                <a16:creationId xmlns:a16="http://schemas.microsoft.com/office/drawing/2014/main" id="{E332A74B-FD09-4A8E-B6EF-A596431AE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852" y="8098806"/>
            <a:ext cx="1471630" cy="200596"/>
          </a:xfrm>
          <a:custGeom xmlns:a="http://schemas.openxmlformats.org/drawingml/2006/main">
            <a:pathLst>
              <a:path w="1471630" h="200596">
                <a:moveTo>
                  <a:pt x="68305" y="159445"/>
                </a:moveTo>
                <a:lnTo>
                  <a:pt x="69999" y="159327"/>
                </a:lnTo>
                <a:lnTo>
                  <a:pt x="71663" y="159182"/>
                </a:lnTo>
                <a:lnTo>
                  <a:pt x="73299" y="159011"/>
                </a:lnTo>
                <a:lnTo>
                  <a:pt x="74905" y="158813"/>
                </a:lnTo>
                <a:lnTo>
                  <a:pt x="76482" y="158589"/>
                </a:lnTo>
                <a:lnTo>
                  <a:pt x="78031" y="158339"/>
                </a:lnTo>
                <a:lnTo>
                  <a:pt x="79550" y="158063"/>
                </a:lnTo>
                <a:lnTo>
                  <a:pt x="81040" y="157760"/>
                </a:lnTo>
                <a:lnTo>
                  <a:pt x="82500" y="157431"/>
                </a:lnTo>
                <a:lnTo>
                  <a:pt x="83932" y="157075"/>
                </a:lnTo>
                <a:lnTo>
                  <a:pt x="85335" y="156693"/>
                </a:lnTo>
                <a:lnTo>
                  <a:pt x="86708" y="156285"/>
                </a:lnTo>
                <a:lnTo>
                  <a:pt x="88053" y="155851"/>
                </a:lnTo>
                <a:lnTo>
                  <a:pt x="89368" y="155390"/>
                </a:lnTo>
                <a:lnTo>
                  <a:pt x="90654" y="154903"/>
                </a:lnTo>
                <a:lnTo>
                  <a:pt x="91911" y="154389"/>
                </a:lnTo>
                <a:lnTo>
                  <a:pt x="93139" y="153849"/>
                </a:lnTo>
                <a:lnTo>
                  <a:pt x="94338" y="153283"/>
                </a:lnTo>
                <a:lnTo>
                  <a:pt x="95508" y="152691"/>
                </a:lnTo>
                <a:lnTo>
                  <a:pt x="96649" y="152072"/>
                </a:lnTo>
                <a:lnTo>
                  <a:pt x="97762" y="151430"/>
                </a:lnTo>
                <a:lnTo>
                  <a:pt x="98851" y="150768"/>
                </a:lnTo>
                <a:lnTo>
                  <a:pt x="99914" y="150085"/>
                </a:lnTo>
                <a:lnTo>
                  <a:pt x="100952" y="149383"/>
                </a:lnTo>
                <a:lnTo>
                  <a:pt x="101965" y="148660"/>
                </a:lnTo>
                <a:lnTo>
                  <a:pt x="102953" y="147917"/>
                </a:lnTo>
                <a:lnTo>
                  <a:pt x="103916" y="147153"/>
                </a:lnTo>
                <a:lnTo>
                  <a:pt x="104853" y="146370"/>
                </a:lnTo>
                <a:lnTo>
                  <a:pt x="105766" y="145566"/>
                </a:lnTo>
                <a:lnTo>
                  <a:pt x="106653" y="144743"/>
                </a:lnTo>
                <a:lnTo>
                  <a:pt x="107515" y="143899"/>
                </a:lnTo>
                <a:lnTo>
                  <a:pt x="108352" y="143034"/>
                </a:lnTo>
                <a:lnTo>
                  <a:pt x="109164" y="142150"/>
                </a:lnTo>
                <a:lnTo>
                  <a:pt x="109951" y="141245"/>
                </a:lnTo>
                <a:lnTo>
                  <a:pt x="110712" y="140321"/>
                </a:lnTo>
                <a:lnTo>
                  <a:pt x="111449" y="139376"/>
                </a:lnTo>
                <a:lnTo>
                  <a:pt x="112160" y="138410"/>
                </a:lnTo>
                <a:lnTo>
                  <a:pt x="112846" y="137425"/>
                </a:lnTo>
                <a:lnTo>
                  <a:pt x="113507" y="136419"/>
                </a:lnTo>
                <a:lnTo>
                  <a:pt x="114143" y="135394"/>
                </a:lnTo>
                <a:lnTo>
                  <a:pt x="114753" y="134348"/>
                </a:lnTo>
                <a:lnTo>
                  <a:pt x="115339" y="133282"/>
                </a:lnTo>
                <a:lnTo>
                  <a:pt x="115899" y="132195"/>
                </a:lnTo>
                <a:lnTo>
                  <a:pt x="116435" y="131089"/>
                </a:lnTo>
                <a:lnTo>
                  <a:pt x="116946" y="129966"/>
                </a:lnTo>
                <a:lnTo>
                  <a:pt x="117436" y="128830"/>
                </a:lnTo>
                <a:lnTo>
                  <a:pt x="117905" y="127681"/>
                </a:lnTo>
                <a:lnTo>
                  <a:pt x="118351" y="126519"/>
                </a:lnTo>
                <a:lnTo>
                  <a:pt x="118776" y="125345"/>
                </a:lnTo>
                <a:lnTo>
                  <a:pt x="119179" y="124157"/>
                </a:lnTo>
                <a:lnTo>
                  <a:pt x="119560" y="122957"/>
                </a:lnTo>
                <a:lnTo>
                  <a:pt x="119919" y="121744"/>
                </a:lnTo>
                <a:lnTo>
                  <a:pt x="120257" y="120518"/>
                </a:lnTo>
                <a:lnTo>
                  <a:pt x="120573" y="119279"/>
                </a:lnTo>
                <a:lnTo>
                  <a:pt x="120867" y="118027"/>
                </a:lnTo>
                <a:lnTo>
                  <a:pt x="121139" y="116762"/>
                </a:lnTo>
                <a:lnTo>
                  <a:pt x="121389" y="115485"/>
                </a:lnTo>
                <a:lnTo>
                  <a:pt x="121618" y="114195"/>
                </a:lnTo>
                <a:lnTo>
                  <a:pt x="121825" y="112891"/>
                </a:lnTo>
                <a:lnTo>
                  <a:pt x="122010" y="111575"/>
                </a:lnTo>
                <a:lnTo>
                  <a:pt x="122173" y="110246"/>
                </a:lnTo>
                <a:lnTo>
                  <a:pt x="122315" y="108904"/>
                </a:lnTo>
                <a:lnTo>
                  <a:pt x="122435" y="107550"/>
                </a:lnTo>
                <a:lnTo>
                  <a:pt x="122533" y="106182"/>
                </a:lnTo>
                <a:lnTo>
                  <a:pt x="122609" y="104802"/>
                </a:lnTo>
                <a:lnTo>
                  <a:pt x="122663" y="103408"/>
                </a:lnTo>
                <a:lnTo>
                  <a:pt x="122696" y="102002"/>
                </a:lnTo>
                <a:lnTo>
                  <a:pt x="122707" y="100583"/>
                </a:lnTo>
                <a:lnTo>
                  <a:pt x="122707" y="4105"/>
                </a:lnTo>
                <a:lnTo>
                  <a:pt x="101952" y="4105"/>
                </a:lnTo>
                <a:lnTo>
                  <a:pt x="101952" y="98074"/>
                </a:lnTo>
                <a:lnTo>
                  <a:pt x="101934" y="100046"/>
                </a:lnTo>
                <a:lnTo>
                  <a:pt x="101879" y="101970"/>
                </a:lnTo>
                <a:lnTo>
                  <a:pt x="101789" y="103847"/>
                </a:lnTo>
                <a:lnTo>
                  <a:pt x="101663" y="105675"/>
                </a:lnTo>
                <a:lnTo>
                  <a:pt x="101501" y="107456"/>
                </a:lnTo>
                <a:lnTo>
                  <a:pt x="101303" y="109190"/>
                </a:lnTo>
                <a:lnTo>
                  <a:pt x="101069" y="110875"/>
                </a:lnTo>
                <a:lnTo>
                  <a:pt x="100798" y="112513"/>
                </a:lnTo>
                <a:lnTo>
                  <a:pt x="100492" y="114103"/>
                </a:lnTo>
                <a:lnTo>
                  <a:pt x="100150" y="115645"/>
                </a:lnTo>
                <a:lnTo>
                  <a:pt x="99772" y="117140"/>
                </a:lnTo>
                <a:lnTo>
                  <a:pt x="99357" y="118587"/>
                </a:lnTo>
                <a:lnTo>
                  <a:pt x="98907" y="119986"/>
                </a:lnTo>
                <a:lnTo>
                  <a:pt x="98420" y="121338"/>
                </a:lnTo>
                <a:lnTo>
                  <a:pt x="97898" y="122642"/>
                </a:lnTo>
                <a:lnTo>
                  <a:pt x="97339" y="123898"/>
                </a:lnTo>
                <a:lnTo>
                  <a:pt x="96745" y="125106"/>
                </a:lnTo>
                <a:lnTo>
                  <a:pt x="96114" y="126267"/>
                </a:lnTo>
                <a:lnTo>
                  <a:pt x="95448" y="127380"/>
                </a:lnTo>
                <a:lnTo>
                  <a:pt x="94745" y="128445"/>
                </a:lnTo>
                <a:lnTo>
                  <a:pt x="94006" y="129463"/>
                </a:lnTo>
                <a:lnTo>
                  <a:pt x="93231" y="130433"/>
                </a:lnTo>
                <a:lnTo>
                  <a:pt x="92421" y="131355"/>
                </a:lnTo>
                <a:lnTo>
                  <a:pt x="91574" y="132229"/>
                </a:lnTo>
                <a:lnTo>
                  <a:pt x="90693" y="133062"/>
                </a:lnTo>
                <a:lnTo>
                  <a:pt x="89779" y="133859"/>
                </a:lnTo>
                <a:lnTo>
                  <a:pt x="88832" y="134621"/>
                </a:lnTo>
                <a:lnTo>
                  <a:pt x="87852" y="135348"/>
                </a:lnTo>
                <a:lnTo>
                  <a:pt x="86839" y="136039"/>
                </a:lnTo>
                <a:lnTo>
                  <a:pt x="85794" y="136694"/>
                </a:lnTo>
                <a:lnTo>
                  <a:pt x="84715" y="137315"/>
                </a:lnTo>
                <a:lnTo>
                  <a:pt x="83604" y="137899"/>
                </a:lnTo>
                <a:lnTo>
                  <a:pt x="82460" y="138449"/>
                </a:lnTo>
                <a:lnTo>
                  <a:pt x="81283" y="138963"/>
                </a:lnTo>
                <a:lnTo>
                  <a:pt x="80073" y="139441"/>
                </a:lnTo>
                <a:lnTo>
                  <a:pt x="78830" y="139884"/>
                </a:lnTo>
                <a:lnTo>
                  <a:pt x="77554" y="140292"/>
                </a:lnTo>
                <a:lnTo>
                  <a:pt x="76246" y="140664"/>
                </a:lnTo>
                <a:lnTo>
                  <a:pt x="74905" y="141000"/>
                </a:lnTo>
                <a:lnTo>
                  <a:pt x="73530" y="141302"/>
                </a:lnTo>
                <a:lnTo>
                  <a:pt x="72123" y="141567"/>
                </a:lnTo>
                <a:lnTo>
                  <a:pt x="70683" y="141798"/>
                </a:lnTo>
                <a:lnTo>
                  <a:pt x="69210" y="141993"/>
                </a:lnTo>
                <a:lnTo>
                  <a:pt x="67705" y="142152"/>
                </a:lnTo>
                <a:lnTo>
                  <a:pt x="66166" y="142276"/>
                </a:lnTo>
                <a:lnTo>
                  <a:pt x="64595" y="142365"/>
                </a:lnTo>
                <a:lnTo>
                  <a:pt x="62991" y="142418"/>
                </a:lnTo>
                <a:lnTo>
                  <a:pt x="61353" y="142436"/>
                </a:lnTo>
                <a:lnTo>
                  <a:pt x="59725" y="142418"/>
                </a:lnTo>
                <a:lnTo>
                  <a:pt x="58130" y="142365"/>
                </a:lnTo>
                <a:lnTo>
                  <a:pt x="56566" y="142276"/>
                </a:lnTo>
                <a:lnTo>
                  <a:pt x="55035" y="142152"/>
                </a:lnTo>
                <a:lnTo>
                  <a:pt x="53536" y="141993"/>
                </a:lnTo>
                <a:lnTo>
                  <a:pt x="52070" y="141798"/>
                </a:lnTo>
                <a:lnTo>
                  <a:pt x="50636" y="141567"/>
                </a:lnTo>
                <a:lnTo>
                  <a:pt x="49234" y="141302"/>
                </a:lnTo>
                <a:lnTo>
                  <a:pt x="47864" y="141000"/>
                </a:lnTo>
                <a:lnTo>
                  <a:pt x="46526" y="140664"/>
                </a:lnTo>
                <a:lnTo>
                  <a:pt x="45221" y="140292"/>
                </a:lnTo>
                <a:lnTo>
                  <a:pt x="43948" y="139884"/>
                </a:lnTo>
                <a:lnTo>
                  <a:pt x="42707" y="139441"/>
                </a:lnTo>
                <a:lnTo>
                  <a:pt x="41499" y="138963"/>
                </a:lnTo>
                <a:lnTo>
                  <a:pt x="40323" y="138449"/>
                </a:lnTo>
                <a:lnTo>
                  <a:pt x="39179" y="137899"/>
                </a:lnTo>
                <a:lnTo>
                  <a:pt x="38067" y="137315"/>
                </a:lnTo>
                <a:lnTo>
                  <a:pt x="36988" y="136694"/>
                </a:lnTo>
                <a:lnTo>
                  <a:pt x="35941" y="136039"/>
                </a:lnTo>
                <a:lnTo>
                  <a:pt x="34926" y="135348"/>
                </a:lnTo>
                <a:lnTo>
                  <a:pt x="33944" y="134621"/>
                </a:lnTo>
                <a:lnTo>
                  <a:pt x="32994" y="133859"/>
                </a:lnTo>
                <a:lnTo>
                  <a:pt x="32076" y="133062"/>
                </a:lnTo>
                <a:lnTo>
                  <a:pt x="31190" y="132229"/>
                </a:lnTo>
                <a:lnTo>
                  <a:pt x="30338" y="131355"/>
                </a:lnTo>
                <a:lnTo>
                  <a:pt x="29523" y="130433"/>
                </a:lnTo>
                <a:lnTo>
                  <a:pt x="28744" y="129463"/>
                </a:lnTo>
                <a:lnTo>
                  <a:pt x="28002" y="128445"/>
                </a:lnTo>
                <a:lnTo>
                  <a:pt x="27295" y="127380"/>
                </a:lnTo>
                <a:lnTo>
                  <a:pt x="26625" y="126267"/>
                </a:lnTo>
                <a:lnTo>
                  <a:pt x="25991" y="125106"/>
                </a:lnTo>
                <a:lnTo>
                  <a:pt x="25393" y="123898"/>
                </a:lnTo>
                <a:lnTo>
                  <a:pt x="24831" y="122642"/>
                </a:lnTo>
                <a:lnTo>
                  <a:pt x="24306" y="121338"/>
                </a:lnTo>
                <a:lnTo>
                  <a:pt x="23817" y="119986"/>
                </a:lnTo>
                <a:lnTo>
                  <a:pt x="23364" y="118587"/>
                </a:lnTo>
                <a:lnTo>
                  <a:pt x="22947" y="117140"/>
                </a:lnTo>
                <a:lnTo>
                  <a:pt x="22567" y="115645"/>
                </a:lnTo>
                <a:lnTo>
                  <a:pt x="22223" y="114103"/>
                </a:lnTo>
                <a:lnTo>
                  <a:pt x="21915" y="112513"/>
                </a:lnTo>
                <a:lnTo>
                  <a:pt x="21643" y="110875"/>
                </a:lnTo>
                <a:lnTo>
                  <a:pt x="21407" y="109190"/>
                </a:lnTo>
                <a:lnTo>
                  <a:pt x="21208" y="107456"/>
                </a:lnTo>
                <a:lnTo>
                  <a:pt x="21045" y="105675"/>
                </a:lnTo>
                <a:lnTo>
                  <a:pt x="20918" y="103847"/>
                </a:lnTo>
                <a:lnTo>
                  <a:pt x="20828" y="101970"/>
                </a:lnTo>
                <a:lnTo>
                  <a:pt x="20773" y="100046"/>
                </a:lnTo>
                <a:lnTo>
                  <a:pt x="20755" y="98074"/>
                </a:lnTo>
                <a:lnTo>
                  <a:pt x="20755" y="4105"/>
                </a:lnTo>
                <a:lnTo>
                  <a:pt x="0" y="4105"/>
                </a:lnTo>
                <a:lnTo>
                  <a:pt x="0" y="100583"/>
                </a:lnTo>
                <a:lnTo>
                  <a:pt x="11" y="102002"/>
                </a:lnTo>
                <a:lnTo>
                  <a:pt x="44" y="103408"/>
                </a:lnTo>
                <a:lnTo>
                  <a:pt x="98" y="104802"/>
                </a:lnTo>
                <a:lnTo>
                  <a:pt x="174" y="106182"/>
                </a:lnTo>
                <a:lnTo>
                  <a:pt x="272" y="107550"/>
                </a:lnTo>
                <a:lnTo>
                  <a:pt x="392" y="108904"/>
                </a:lnTo>
                <a:lnTo>
                  <a:pt x="534" y="110246"/>
                </a:lnTo>
                <a:lnTo>
                  <a:pt x="697" y="111575"/>
                </a:lnTo>
                <a:lnTo>
                  <a:pt x="882" y="112891"/>
                </a:lnTo>
                <a:lnTo>
                  <a:pt x="1089" y="114195"/>
                </a:lnTo>
                <a:lnTo>
                  <a:pt x="1318" y="115485"/>
                </a:lnTo>
                <a:lnTo>
                  <a:pt x="1568" y="116762"/>
                </a:lnTo>
                <a:lnTo>
                  <a:pt x="1840" y="118027"/>
                </a:lnTo>
                <a:lnTo>
                  <a:pt x="2134" y="119279"/>
                </a:lnTo>
                <a:lnTo>
                  <a:pt x="2450" y="120518"/>
                </a:lnTo>
                <a:lnTo>
                  <a:pt x="2788" y="121744"/>
                </a:lnTo>
                <a:lnTo>
                  <a:pt x="3147" y="122957"/>
                </a:lnTo>
                <a:lnTo>
                  <a:pt x="3528" y="124157"/>
                </a:lnTo>
                <a:lnTo>
                  <a:pt x="3931" y="125345"/>
                </a:lnTo>
                <a:lnTo>
                  <a:pt x="4356" y="126519"/>
                </a:lnTo>
                <a:lnTo>
                  <a:pt x="4802" y="127681"/>
                </a:lnTo>
                <a:lnTo>
                  <a:pt x="5270" y="128830"/>
                </a:lnTo>
                <a:lnTo>
                  <a:pt x="5760" y="129966"/>
                </a:lnTo>
                <a:lnTo>
                  <a:pt x="6272" y="131089"/>
                </a:lnTo>
                <a:lnTo>
                  <a:pt x="6808" y="132195"/>
                </a:lnTo>
                <a:lnTo>
                  <a:pt x="7368" y="133282"/>
                </a:lnTo>
                <a:lnTo>
                  <a:pt x="7954" y="134348"/>
                </a:lnTo>
                <a:lnTo>
                  <a:pt x="8566" y="135394"/>
                </a:lnTo>
                <a:lnTo>
                  <a:pt x="9202" y="136419"/>
                </a:lnTo>
                <a:lnTo>
                  <a:pt x="9864" y="137425"/>
                </a:lnTo>
                <a:lnTo>
                  <a:pt x="10552" y="138410"/>
                </a:lnTo>
                <a:lnTo>
                  <a:pt x="11265" y="139376"/>
                </a:lnTo>
                <a:lnTo>
                  <a:pt x="12003" y="140321"/>
                </a:lnTo>
                <a:lnTo>
                  <a:pt x="12766" y="141245"/>
                </a:lnTo>
                <a:lnTo>
                  <a:pt x="13555" y="142150"/>
                </a:lnTo>
                <a:lnTo>
                  <a:pt x="14369" y="143034"/>
                </a:lnTo>
                <a:lnTo>
                  <a:pt x="15208" y="143899"/>
                </a:lnTo>
                <a:lnTo>
                  <a:pt x="16073" y="144743"/>
                </a:lnTo>
                <a:lnTo>
                  <a:pt x="16963" y="145566"/>
                </a:lnTo>
                <a:lnTo>
                  <a:pt x="17879" y="146370"/>
                </a:lnTo>
                <a:lnTo>
                  <a:pt x="18820" y="147153"/>
                </a:lnTo>
                <a:lnTo>
                  <a:pt x="19786" y="147917"/>
                </a:lnTo>
                <a:lnTo>
                  <a:pt x="20777" y="148660"/>
                </a:lnTo>
                <a:lnTo>
                  <a:pt x="21794" y="149383"/>
                </a:lnTo>
                <a:lnTo>
                  <a:pt x="22836" y="150085"/>
                </a:lnTo>
                <a:lnTo>
                  <a:pt x="23904" y="150768"/>
                </a:lnTo>
                <a:lnTo>
                  <a:pt x="24997" y="151430"/>
                </a:lnTo>
                <a:lnTo>
                  <a:pt x="26115" y="152072"/>
                </a:lnTo>
                <a:lnTo>
                  <a:pt x="27260" y="152691"/>
                </a:lnTo>
                <a:lnTo>
                  <a:pt x="28432" y="153283"/>
                </a:lnTo>
                <a:lnTo>
                  <a:pt x="29633" y="153849"/>
                </a:lnTo>
                <a:lnTo>
                  <a:pt x="30860" y="154389"/>
                </a:lnTo>
                <a:lnTo>
                  <a:pt x="32116" y="154903"/>
                </a:lnTo>
                <a:lnTo>
                  <a:pt x="33399" y="155390"/>
                </a:lnTo>
                <a:lnTo>
                  <a:pt x="34710" y="155851"/>
                </a:lnTo>
                <a:lnTo>
                  <a:pt x="36049" y="156285"/>
                </a:lnTo>
                <a:lnTo>
                  <a:pt x="37416" y="156693"/>
                </a:lnTo>
                <a:lnTo>
                  <a:pt x="38810" y="157075"/>
                </a:lnTo>
                <a:lnTo>
                  <a:pt x="40232" y="157431"/>
                </a:lnTo>
                <a:lnTo>
                  <a:pt x="41682" y="157760"/>
                </a:lnTo>
                <a:lnTo>
                  <a:pt x="43159" y="158063"/>
                </a:lnTo>
                <a:lnTo>
                  <a:pt x="44664" y="158339"/>
                </a:lnTo>
                <a:lnTo>
                  <a:pt x="46197" y="158589"/>
                </a:lnTo>
                <a:lnTo>
                  <a:pt x="47757" y="158813"/>
                </a:lnTo>
                <a:lnTo>
                  <a:pt x="49346" y="159011"/>
                </a:lnTo>
                <a:lnTo>
                  <a:pt x="50962" y="159182"/>
                </a:lnTo>
                <a:lnTo>
                  <a:pt x="52605" y="159327"/>
                </a:lnTo>
                <a:lnTo>
                  <a:pt x="54277" y="159445"/>
                </a:lnTo>
                <a:lnTo>
                  <a:pt x="55976" y="159537"/>
                </a:lnTo>
                <a:lnTo>
                  <a:pt x="57703" y="159603"/>
                </a:lnTo>
                <a:lnTo>
                  <a:pt x="59457" y="159643"/>
                </a:lnTo>
                <a:lnTo>
                  <a:pt x="61239" y="159656"/>
                </a:lnTo>
                <a:lnTo>
                  <a:pt x="63049" y="159643"/>
                </a:lnTo>
                <a:lnTo>
                  <a:pt x="64830" y="159603"/>
                </a:lnTo>
                <a:lnTo>
                  <a:pt x="66582" y="159537"/>
                </a:lnTo>
                <a:lnTo>
                  <a:pt x="68305" y="159445"/>
                </a:lnTo>
                <a:close/>
                <a:moveTo>
                  <a:pt x="332171" y="159515"/>
                </a:moveTo>
                <a:lnTo>
                  <a:pt x="333174" y="159435"/>
                </a:lnTo>
                <a:lnTo>
                  <a:pt x="334166" y="159339"/>
                </a:lnTo>
                <a:lnTo>
                  <a:pt x="335146" y="159224"/>
                </a:lnTo>
                <a:lnTo>
                  <a:pt x="336115" y="159092"/>
                </a:lnTo>
                <a:lnTo>
                  <a:pt x="337072" y="158942"/>
                </a:lnTo>
                <a:lnTo>
                  <a:pt x="338018" y="158775"/>
                </a:lnTo>
                <a:lnTo>
                  <a:pt x="338952" y="158590"/>
                </a:lnTo>
                <a:lnTo>
                  <a:pt x="339875" y="158387"/>
                </a:lnTo>
                <a:lnTo>
                  <a:pt x="340786" y="158167"/>
                </a:lnTo>
                <a:lnTo>
                  <a:pt x="341686" y="157929"/>
                </a:lnTo>
                <a:lnTo>
                  <a:pt x="342574" y="157673"/>
                </a:lnTo>
                <a:lnTo>
                  <a:pt x="343451" y="157400"/>
                </a:lnTo>
                <a:lnTo>
                  <a:pt x="344317" y="157109"/>
                </a:lnTo>
                <a:lnTo>
                  <a:pt x="345171" y="156801"/>
                </a:lnTo>
                <a:lnTo>
                  <a:pt x="346013" y="156475"/>
                </a:lnTo>
                <a:lnTo>
                  <a:pt x="346844" y="156132"/>
                </a:lnTo>
                <a:lnTo>
                  <a:pt x="347663" y="155770"/>
                </a:lnTo>
                <a:lnTo>
                  <a:pt x="348471" y="155391"/>
                </a:lnTo>
                <a:lnTo>
                  <a:pt x="349268" y="154995"/>
                </a:lnTo>
                <a:lnTo>
                  <a:pt x="350053" y="154581"/>
                </a:lnTo>
                <a:lnTo>
                  <a:pt x="350826" y="154153"/>
                </a:lnTo>
                <a:lnTo>
                  <a:pt x="351588" y="153714"/>
                </a:lnTo>
                <a:lnTo>
                  <a:pt x="352337" y="153265"/>
                </a:lnTo>
                <a:lnTo>
                  <a:pt x="353075" y="152805"/>
                </a:lnTo>
                <a:lnTo>
                  <a:pt x="353801" y="152335"/>
                </a:lnTo>
                <a:lnTo>
                  <a:pt x="354515" y="151855"/>
                </a:lnTo>
                <a:lnTo>
                  <a:pt x="355217" y="151364"/>
                </a:lnTo>
                <a:lnTo>
                  <a:pt x="355907" y="150862"/>
                </a:lnTo>
                <a:lnTo>
                  <a:pt x="356585" y="150350"/>
                </a:lnTo>
                <a:lnTo>
                  <a:pt x="357252" y="149827"/>
                </a:lnTo>
                <a:lnTo>
                  <a:pt x="357906" y="149294"/>
                </a:lnTo>
                <a:lnTo>
                  <a:pt x="358549" y="148751"/>
                </a:lnTo>
                <a:lnTo>
                  <a:pt x="359180" y="148197"/>
                </a:lnTo>
                <a:lnTo>
                  <a:pt x="359799" y="147632"/>
                </a:lnTo>
                <a:lnTo>
                  <a:pt x="360406" y="147057"/>
                </a:lnTo>
                <a:lnTo>
                  <a:pt x="361001" y="146471"/>
                </a:lnTo>
                <a:lnTo>
                  <a:pt x="361584" y="145875"/>
                </a:lnTo>
                <a:lnTo>
                  <a:pt x="362155" y="145269"/>
                </a:lnTo>
                <a:lnTo>
                  <a:pt x="362715" y="144652"/>
                </a:lnTo>
                <a:lnTo>
                  <a:pt x="363262" y="144024"/>
                </a:lnTo>
                <a:lnTo>
                  <a:pt x="363798" y="143386"/>
                </a:lnTo>
                <a:lnTo>
                  <a:pt x="364322" y="142738"/>
                </a:lnTo>
                <a:lnTo>
                  <a:pt x="364834" y="142079"/>
                </a:lnTo>
                <a:lnTo>
                  <a:pt x="365334" y="141409"/>
                </a:lnTo>
                <a:lnTo>
                  <a:pt x="366361" y="157603"/>
                </a:lnTo>
                <a:lnTo>
                  <a:pt x="384379" y="157603"/>
                </a:lnTo>
                <a:lnTo>
                  <a:pt x="384379" y="4105"/>
                </a:lnTo>
                <a:lnTo>
                  <a:pt x="365334" y="4105"/>
                </a:lnTo>
                <a:lnTo>
                  <a:pt x="365334" y="60441"/>
                </a:lnTo>
                <a:lnTo>
                  <a:pt x="364882" y="59706"/>
                </a:lnTo>
                <a:lnTo>
                  <a:pt x="364417" y="58984"/>
                </a:lnTo>
                <a:lnTo>
                  <a:pt x="363941" y="58275"/>
                </a:lnTo>
                <a:lnTo>
                  <a:pt x="363453" y="57579"/>
                </a:lnTo>
                <a:lnTo>
                  <a:pt x="362952" y="56896"/>
                </a:lnTo>
                <a:lnTo>
                  <a:pt x="362440" y="56225"/>
                </a:lnTo>
                <a:lnTo>
                  <a:pt x="361917" y="55568"/>
                </a:lnTo>
                <a:lnTo>
                  <a:pt x="361381" y="54923"/>
                </a:lnTo>
                <a:lnTo>
                  <a:pt x="360833" y="54291"/>
                </a:lnTo>
                <a:lnTo>
                  <a:pt x="360274" y="53672"/>
                </a:lnTo>
                <a:lnTo>
                  <a:pt x="359702" y="53066"/>
                </a:lnTo>
                <a:lnTo>
                  <a:pt x="359119" y="52473"/>
                </a:lnTo>
                <a:lnTo>
                  <a:pt x="358524" y="51892"/>
                </a:lnTo>
                <a:lnTo>
                  <a:pt x="357917" y="51325"/>
                </a:lnTo>
                <a:lnTo>
                  <a:pt x="357298" y="50770"/>
                </a:lnTo>
                <a:lnTo>
                  <a:pt x="356667" y="50228"/>
                </a:lnTo>
                <a:lnTo>
                  <a:pt x="356025" y="49699"/>
                </a:lnTo>
                <a:lnTo>
                  <a:pt x="355370" y="49183"/>
                </a:lnTo>
                <a:lnTo>
                  <a:pt x="354704" y="48680"/>
                </a:lnTo>
                <a:lnTo>
                  <a:pt x="354025" y="48190"/>
                </a:lnTo>
                <a:lnTo>
                  <a:pt x="353335" y="47712"/>
                </a:lnTo>
                <a:lnTo>
                  <a:pt x="352633" y="47248"/>
                </a:lnTo>
                <a:lnTo>
                  <a:pt x="351919" y="46796"/>
                </a:lnTo>
                <a:lnTo>
                  <a:pt x="351193" y="46357"/>
                </a:lnTo>
                <a:lnTo>
                  <a:pt x="350456" y="45934"/>
                </a:lnTo>
                <a:lnTo>
                  <a:pt x="349708" y="45528"/>
                </a:lnTo>
                <a:lnTo>
                  <a:pt x="348950" y="45141"/>
                </a:lnTo>
                <a:lnTo>
                  <a:pt x="348181" y="44772"/>
                </a:lnTo>
                <a:lnTo>
                  <a:pt x="347401" y="44420"/>
                </a:lnTo>
                <a:lnTo>
                  <a:pt x="346610" y="44087"/>
                </a:lnTo>
                <a:lnTo>
                  <a:pt x="345809" y="43772"/>
                </a:lnTo>
                <a:lnTo>
                  <a:pt x="344997" y="43474"/>
                </a:lnTo>
                <a:lnTo>
                  <a:pt x="344174" y="43195"/>
                </a:lnTo>
                <a:lnTo>
                  <a:pt x="343341" y="42934"/>
                </a:lnTo>
                <a:lnTo>
                  <a:pt x="342497" y="42691"/>
                </a:lnTo>
                <a:lnTo>
                  <a:pt x="341642" y="42466"/>
                </a:lnTo>
                <a:lnTo>
                  <a:pt x="340777" y="42258"/>
                </a:lnTo>
                <a:lnTo>
                  <a:pt x="339901" y="42069"/>
                </a:lnTo>
                <a:lnTo>
                  <a:pt x="339014" y="41898"/>
                </a:lnTo>
                <a:lnTo>
                  <a:pt x="338117" y="41745"/>
                </a:lnTo>
                <a:lnTo>
                  <a:pt x="337209" y="41610"/>
                </a:lnTo>
                <a:lnTo>
                  <a:pt x="336290" y="41493"/>
                </a:lnTo>
                <a:lnTo>
                  <a:pt x="335360" y="41394"/>
                </a:lnTo>
                <a:lnTo>
                  <a:pt x="334420" y="41312"/>
                </a:lnTo>
                <a:lnTo>
                  <a:pt x="333469" y="41249"/>
                </a:lnTo>
                <a:lnTo>
                  <a:pt x="332507" y="41204"/>
                </a:lnTo>
                <a:lnTo>
                  <a:pt x="331535" y="41177"/>
                </a:lnTo>
                <a:lnTo>
                  <a:pt x="330552" y="41168"/>
                </a:lnTo>
                <a:lnTo>
                  <a:pt x="329371" y="41180"/>
                </a:lnTo>
                <a:lnTo>
                  <a:pt x="328202" y="41214"/>
                </a:lnTo>
                <a:lnTo>
                  <a:pt x="327047" y="41272"/>
                </a:lnTo>
                <a:lnTo>
                  <a:pt x="325905" y="41353"/>
                </a:lnTo>
                <a:lnTo>
                  <a:pt x="324776" y="41456"/>
                </a:lnTo>
                <a:lnTo>
                  <a:pt x="323660" y="41583"/>
                </a:lnTo>
                <a:lnTo>
                  <a:pt x="322557" y="41733"/>
                </a:lnTo>
                <a:lnTo>
                  <a:pt x="321467" y="41906"/>
                </a:lnTo>
                <a:lnTo>
                  <a:pt x="320390" y="42102"/>
                </a:lnTo>
                <a:lnTo>
                  <a:pt x="319326" y="42320"/>
                </a:lnTo>
                <a:lnTo>
                  <a:pt x="318276" y="42562"/>
                </a:lnTo>
                <a:lnTo>
                  <a:pt x="317238" y="42827"/>
                </a:lnTo>
                <a:lnTo>
                  <a:pt x="316213" y="43115"/>
                </a:lnTo>
                <a:lnTo>
                  <a:pt x="315202" y="43426"/>
                </a:lnTo>
                <a:lnTo>
                  <a:pt x="314203" y="43760"/>
                </a:lnTo>
                <a:lnTo>
                  <a:pt x="313218" y="44118"/>
                </a:lnTo>
                <a:lnTo>
                  <a:pt x="312246" y="44498"/>
                </a:lnTo>
                <a:lnTo>
                  <a:pt x="311286" y="44901"/>
                </a:lnTo>
                <a:lnTo>
                  <a:pt x="310340" y="45327"/>
                </a:lnTo>
                <a:lnTo>
                  <a:pt x="309407" y="45776"/>
                </a:lnTo>
                <a:lnTo>
                  <a:pt x="308487" y="46249"/>
                </a:lnTo>
                <a:lnTo>
                  <a:pt x="307580" y="46744"/>
                </a:lnTo>
                <a:lnTo>
                  <a:pt x="306686" y="47263"/>
                </a:lnTo>
                <a:lnTo>
                  <a:pt x="305805" y="47804"/>
                </a:lnTo>
                <a:lnTo>
                  <a:pt x="304939" y="48368"/>
                </a:lnTo>
                <a:lnTo>
                  <a:pt x="304090" y="48954"/>
                </a:lnTo>
                <a:lnTo>
                  <a:pt x="303256" y="49563"/>
                </a:lnTo>
                <a:lnTo>
                  <a:pt x="302440" y="50194"/>
                </a:lnTo>
                <a:lnTo>
                  <a:pt x="301639" y="50847"/>
                </a:lnTo>
                <a:lnTo>
                  <a:pt x="300855" y="51522"/>
                </a:lnTo>
                <a:lnTo>
                  <a:pt x="300088" y="52219"/>
                </a:lnTo>
                <a:lnTo>
                  <a:pt x="299337" y="52939"/>
                </a:lnTo>
                <a:lnTo>
                  <a:pt x="298602" y="53681"/>
                </a:lnTo>
                <a:lnTo>
                  <a:pt x="297884" y="54445"/>
                </a:lnTo>
                <a:lnTo>
                  <a:pt x="297182" y="55231"/>
                </a:lnTo>
                <a:lnTo>
                  <a:pt x="296497" y="56040"/>
                </a:lnTo>
                <a:lnTo>
                  <a:pt x="295828" y="56871"/>
                </a:lnTo>
                <a:lnTo>
                  <a:pt x="295176" y="57724"/>
                </a:lnTo>
                <a:lnTo>
                  <a:pt x="294540" y="58599"/>
                </a:lnTo>
                <a:lnTo>
                  <a:pt x="293920" y="59496"/>
                </a:lnTo>
                <a:lnTo>
                  <a:pt x="293317" y="60416"/>
                </a:lnTo>
                <a:lnTo>
                  <a:pt x="292730" y="61358"/>
                </a:lnTo>
                <a:lnTo>
                  <a:pt x="292160" y="62322"/>
                </a:lnTo>
                <a:lnTo>
                  <a:pt x="291606" y="63308"/>
                </a:lnTo>
                <a:lnTo>
                  <a:pt x="291068" y="64317"/>
                </a:lnTo>
                <a:lnTo>
                  <a:pt x="290547" y="65348"/>
                </a:lnTo>
                <a:lnTo>
                  <a:pt x="290043" y="66401"/>
                </a:lnTo>
                <a:lnTo>
                  <a:pt x="289555" y="67476"/>
                </a:lnTo>
                <a:lnTo>
                  <a:pt x="289085" y="68573"/>
                </a:lnTo>
                <a:lnTo>
                  <a:pt x="288635" y="69693"/>
                </a:lnTo>
                <a:lnTo>
                  <a:pt x="288205" y="70835"/>
                </a:lnTo>
                <a:lnTo>
                  <a:pt x="287795" y="72000"/>
                </a:lnTo>
                <a:lnTo>
                  <a:pt x="287405" y="73187"/>
                </a:lnTo>
                <a:lnTo>
                  <a:pt x="287035" y="74396"/>
                </a:lnTo>
                <a:lnTo>
                  <a:pt x="286685" y="75628"/>
                </a:lnTo>
                <a:lnTo>
                  <a:pt x="286355" y="76882"/>
                </a:lnTo>
                <a:lnTo>
                  <a:pt x="286045" y="78159"/>
                </a:lnTo>
                <a:lnTo>
                  <a:pt x="285755" y="79458"/>
                </a:lnTo>
                <a:lnTo>
                  <a:pt x="285485" y="80780"/>
                </a:lnTo>
                <a:lnTo>
                  <a:pt x="285236" y="82124"/>
                </a:lnTo>
                <a:lnTo>
                  <a:pt x="285006" y="83490"/>
                </a:lnTo>
                <a:lnTo>
                  <a:pt x="284796" y="84879"/>
                </a:lnTo>
                <a:lnTo>
                  <a:pt x="284606" y="86291"/>
                </a:lnTo>
                <a:lnTo>
                  <a:pt x="284436" y="87724"/>
                </a:lnTo>
                <a:lnTo>
                  <a:pt x="284286" y="89181"/>
                </a:lnTo>
                <a:lnTo>
                  <a:pt x="284156" y="90659"/>
                </a:lnTo>
                <a:lnTo>
                  <a:pt x="284046" y="92160"/>
                </a:lnTo>
                <a:lnTo>
                  <a:pt x="283956" y="93684"/>
                </a:lnTo>
                <a:lnTo>
                  <a:pt x="283886" y="95230"/>
                </a:lnTo>
                <a:lnTo>
                  <a:pt x="283836" y="96798"/>
                </a:lnTo>
                <a:lnTo>
                  <a:pt x="283806" y="98389"/>
                </a:lnTo>
                <a:lnTo>
                  <a:pt x="283796" y="100002"/>
                </a:lnTo>
                <a:lnTo>
                  <a:pt x="283805" y="101626"/>
                </a:lnTo>
                <a:lnTo>
                  <a:pt x="283833" y="103227"/>
                </a:lnTo>
                <a:lnTo>
                  <a:pt x="283880" y="104807"/>
                </a:lnTo>
                <a:lnTo>
                  <a:pt x="283946" y="106365"/>
                </a:lnTo>
                <a:lnTo>
                  <a:pt x="284031" y="107901"/>
                </a:lnTo>
                <a:lnTo>
                  <a:pt x="284134" y="109415"/>
                </a:lnTo>
                <a:lnTo>
                  <a:pt x="284257" y="110908"/>
                </a:lnTo>
                <a:lnTo>
                  <a:pt x="284398" y="112378"/>
                </a:lnTo>
                <a:lnTo>
                  <a:pt x="284558" y="113827"/>
                </a:lnTo>
                <a:lnTo>
                  <a:pt x="284736" y="115254"/>
                </a:lnTo>
                <a:lnTo>
                  <a:pt x="284934" y="116659"/>
                </a:lnTo>
                <a:lnTo>
                  <a:pt x="285150" y="118043"/>
                </a:lnTo>
                <a:lnTo>
                  <a:pt x="285385" y="119404"/>
                </a:lnTo>
                <a:lnTo>
                  <a:pt x="285639" y="120744"/>
                </a:lnTo>
                <a:lnTo>
                  <a:pt x="285912" y="122062"/>
                </a:lnTo>
                <a:lnTo>
                  <a:pt x="286203" y="123358"/>
                </a:lnTo>
                <a:lnTo>
                  <a:pt x="286514" y="124632"/>
                </a:lnTo>
                <a:lnTo>
                  <a:pt x="286843" y="125885"/>
                </a:lnTo>
                <a:lnTo>
                  <a:pt x="287191" y="127116"/>
                </a:lnTo>
                <a:lnTo>
                  <a:pt x="287558" y="128325"/>
                </a:lnTo>
                <a:lnTo>
                  <a:pt x="287943" y="129512"/>
                </a:lnTo>
                <a:lnTo>
                  <a:pt x="288347" y="130677"/>
                </a:lnTo>
                <a:lnTo>
                  <a:pt x="288771" y="131820"/>
                </a:lnTo>
                <a:lnTo>
                  <a:pt x="289213" y="132942"/>
                </a:lnTo>
                <a:lnTo>
                  <a:pt x="289672" y="134041"/>
                </a:lnTo>
                <a:lnTo>
                  <a:pt x="290147" y="135117"/>
                </a:lnTo>
                <a:lnTo>
                  <a:pt x="290637" y="136170"/>
                </a:lnTo>
                <a:lnTo>
                  <a:pt x="291143" y="137200"/>
                </a:lnTo>
                <a:lnTo>
                  <a:pt x="291665" y="138207"/>
                </a:lnTo>
                <a:lnTo>
                  <a:pt x="292203" y="139191"/>
                </a:lnTo>
                <a:lnTo>
                  <a:pt x="292756" y="140152"/>
                </a:lnTo>
                <a:lnTo>
                  <a:pt x="293324" y="141090"/>
                </a:lnTo>
                <a:lnTo>
                  <a:pt x="293909" y="142005"/>
                </a:lnTo>
                <a:lnTo>
                  <a:pt x="294509" y="142897"/>
                </a:lnTo>
                <a:lnTo>
                  <a:pt x="295124" y="143766"/>
                </a:lnTo>
                <a:lnTo>
                  <a:pt x="295756" y="144611"/>
                </a:lnTo>
                <a:lnTo>
                  <a:pt x="296403" y="145434"/>
                </a:lnTo>
                <a:lnTo>
                  <a:pt x="297065" y="146234"/>
                </a:lnTo>
                <a:lnTo>
                  <a:pt x="297743" y="147010"/>
                </a:lnTo>
                <a:lnTo>
                  <a:pt x="298437" y="147764"/>
                </a:lnTo>
                <a:lnTo>
                  <a:pt x="299147" y="148494"/>
                </a:lnTo>
                <a:lnTo>
                  <a:pt x="299872" y="149202"/>
                </a:lnTo>
                <a:lnTo>
                  <a:pt x="300613" y="149886"/>
                </a:lnTo>
                <a:lnTo>
                  <a:pt x="301369" y="150548"/>
                </a:lnTo>
                <a:lnTo>
                  <a:pt x="302141" y="151186"/>
                </a:lnTo>
                <a:lnTo>
                  <a:pt x="302929" y="151801"/>
                </a:lnTo>
                <a:lnTo>
                  <a:pt x="303732" y="152394"/>
                </a:lnTo>
                <a:lnTo>
                  <a:pt x="304551" y="152963"/>
                </a:lnTo>
                <a:lnTo>
                  <a:pt x="305384" y="153509"/>
                </a:lnTo>
                <a:lnTo>
                  <a:pt x="306230" y="154032"/>
                </a:lnTo>
                <a:lnTo>
                  <a:pt x="307088" y="154532"/>
                </a:lnTo>
                <a:lnTo>
                  <a:pt x="307960" y="155008"/>
                </a:lnTo>
                <a:lnTo>
                  <a:pt x="308843" y="155461"/>
                </a:lnTo>
                <a:lnTo>
                  <a:pt x="309740" y="155891"/>
                </a:lnTo>
                <a:lnTo>
                  <a:pt x="310649" y="156298"/>
                </a:lnTo>
                <a:lnTo>
                  <a:pt x="311571" y="156681"/>
                </a:lnTo>
                <a:lnTo>
                  <a:pt x="312505" y="157041"/>
                </a:lnTo>
                <a:lnTo>
                  <a:pt x="313452" y="157378"/>
                </a:lnTo>
                <a:lnTo>
                  <a:pt x="314412" y="157692"/>
                </a:lnTo>
                <a:lnTo>
                  <a:pt x="315385" y="157983"/>
                </a:lnTo>
                <a:lnTo>
                  <a:pt x="316370" y="158250"/>
                </a:lnTo>
                <a:lnTo>
                  <a:pt x="317368" y="158494"/>
                </a:lnTo>
                <a:lnTo>
                  <a:pt x="318378" y="158715"/>
                </a:lnTo>
                <a:lnTo>
                  <a:pt x="319402" y="158912"/>
                </a:lnTo>
                <a:lnTo>
                  <a:pt x="320437" y="159086"/>
                </a:lnTo>
                <a:lnTo>
                  <a:pt x="321486" y="159237"/>
                </a:lnTo>
                <a:lnTo>
                  <a:pt x="322547" y="159365"/>
                </a:lnTo>
                <a:lnTo>
                  <a:pt x="323621" y="159470"/>
                </a:lnTo>
                <a:lnTo>
                  <a:pt x="324708" y="159551"/>
                </a:lnTo>
                <a:lnTo>
                  <a:pt x="325807" y="159609"/>
                </a:lnTo>
                <a:lnTo>
                  <a:pt x="326919" y="159644"/>
                </a:lnTo>
                <a:lnTo>
                  <a:pt x="328043" y="159656"/>
                </a:lnTo>
                <a:lnTo>
                  <a:pt x="329092" y="159647"/>
                </a:lnTo>
                <a:lnTo>
                  <a:pt x="330130" y="159620"/>
                </a:lnTo>
                <a:lnTo>
                  <a:pt x="331156" y="159576"/>
                </a:lnTo>
                <a:lnTo>
                  <a:pt x="332171" y="159515"/>
                </a:lnTo>
                <a:close/>
                <a:moveTo>
                  <a:pt x="327433" y="143719"/>
                </a:moveTo>
                <a:lnTo>
                  <a:pt x="326371" y="143543"/>
                </a:lnTo>
                <a:lnTo>
                  <a:pt x="325331" y="143328"/>
                </a:lnTo>
                <a:lnTo>
                  <a:pt x="324315" y="143073"/>
                </a:lnTo>
                <a:lnTo>
                  <a:pt x="323323" y="142779"/>
                </a:lnTo>
                <a:lnTo>
                  <a:pt x="322355" y="142447"/>
                </a:lnTo>
                <a:lnTo>
                  <a:pt x="321409" y="142075"/>
                </a:lnTo>
                <a:lnTo>
                  <a:pt x="320488" y="141664"/>
                </a:lnTo>
                <a:lnTo>
                  <a:pt x="319590" y="141213"/>
                </a:lnTo>
                <a:lnTo>
                  <a:pt x="318716" y="140724"/>
                </a:lnTo>
                <a:lnTo>
                  <a:pt x="317865" y="140195"/>
                </a:lnTo>
                <a:lnTo>
                  <a:pt x="317037" y="139628"/>
                </a:lnTo>
                <a:lnTo>
                  <a:pt x="316234" y="139021"/>
                </a:lnTo>
                <a:lnTo>
                  <a:pt x="315454" y="138375"/>
                </a:lnTo>
                <a:lnTo>
                  <a:pt x="314697" y="137690"/>
                </a:lnTo>
                <a:lnTo>
                  <a:pt x="313964" y="136965"/>
                </a:lnTo>
                <a:lnTo>
                  <a:pt x="313254" y="136202"/>
                </a:lnTo>
                <a:lnTo>
                  <a:pt x="312569" y="135399"/>
                </a:lnTo>
                <a:lnTo>
                  <a:pt x="311906" y="134558"/>
                </a:lnTo>
                <a:lnTo>
                  <a:pt x="311267" y="133677"/>
                </a:lnTo>
                <a:lnTo>
                  <a:pt x="310652" y="132757"/>
                </a:lnTo>
                <a:lnTo>
                  <a:pt x="310061" y="131799"/>
                </a:lnTo>
                <a:lnTo>
                  <a:pt x="309496" y="130806"/>
                </a:lnTo>
                <a:lnTo>
                  <a:pt x="308955" y="129778"/>
                </a:lnTo>
                <a:lnTo>
                  <a:pt x="308439" y="128714"/>
                </a:lnTo>
                <a:lnTo>
                  <a:pt x="307949" y="127615"/>
                </a:lnTo>
                <a:lnTo>
                  <a:pt x="307484" y="126481"/>
                </a:lnTo>
                <a:lnTo>
                  <a:pt x="307044" y="125311"/>
                </a:lnTo>
                <a:lnTo>
                  <a:pt x="306629" y="124105"/>
                </a:lnTo>
                <a:lnTo>
                  <a:pt x="306239" y="122864"/>
                </a:lnTo>
                <a:lnTo>
                  <a:pt x="305875" y="121588"/>
                </a:lnTo>
                <a:lnTo>
                  <a:pt x="305535" y="120276"/>
                </a:lnTo>
                <a:lnTo>
                  <a:pt x="305221" y="118929"/>
                </a:lnTo>
                <a:lnTo>
                  <a:pt x="304932" y="117547"/>
                </a:lnTo>
                <a:lnTo>
                  <a:pt x="304668" y="116129"/>
                </a:lnTo>
                <a:lnTo>
                  <a:pt x="304429" y="114675"/>
                </a:lnTo>
                <a:lnTo>
                  <a:pt x="304215" y="113186"/>
                </a:lnTo>
                <a:lnTo>
                  <a:pt x="304027" y="111662"/>
                </a:lnTo>
                <a:lnTo>
                  <a:pt x="303863" y="110102"/>
                </a:lnTo>
                <a:lnTo>
                  <a:pt x="303725" y="108507"/>
                </a:lnTo>
                <a:lnTo>
                  <a:pt x="303612" y="106876"/>
                </a:lnTo>
                <a:lnTo>
                  <a:pt x="303524" y="105210"/>
                </a:lnTo>
                <a:lnTo>
                  <a:pt x="303461" y="103508"/>
                </a:lnTo>
                <a:lnTo>
                  <a:pt x="303423" y="101771"/>
                </a:lnTo>
                <a:lnTo>
                  <a:pt x="303411" y="99999"/>
                </a:lnTo>
                <a:lnTo>
                  <a:pt x="303424" y="98284"/>
                </a:lnTo>
                <a:lnTo>
                  <a:pt x="303464" y="96603"/>
                </a:lnTo>
                <a:lnTo>
                  <a:pt x="303531" y="94955"/>
                </a:lnTo>
                <a:lnTo>
                  <a:pt x="303624" y="93339"/>
                </a:lnTo>
                <a:lnTo>
                  <a:pt x="303745" y="91757"/>
                </a:lnTo>
                <a:lnTo>
                  <a:pt x="303892" y="90207"/>
                </a:lnTo>
                <a:lnTo>
                  <a:pt x="304065" y="88691"/>
                </a:lnTo>
                <a:lnTo>
                  <a:pt x="304266" y="87207"/>
                </a:lnTo>
                <a:lnTo>
                  <a:pt x="304493" y="85757"/>
                </a:lnTo>
                <a:lnTo>
                  <a:pt x="304747" y="84339"/>
                </a:lnTo>
                <a:lnTo>
                  <a:pt x="305028" y="82954"/>
                </a:lnTo>
                <a:lnTo>
                  <a:pt x="305335" y="81603"/>
                </a:lnTo>
                <a:lnTo>
                  <a:pt x="305669" y="80284"/>
                </a:lnTo>
                <a:lnTo>
                  <a:pt x="306030" y="78998"/>
                </a:lnTo>
                <a:lnTo>
                  <a:pt x="306418" y="77745"/>
                </a:lnTo>
                <a:lnTo>
                  <a:pt x="306832" y="76525"/>
                </a:lnTo>
                <a:lnTo>
                  <a:pt x="307273" y="75339"/>
                </a:lnTo>
                <a:lnTo>
                  <a:pt x="307741" y="74185"/>
                </a:lnTo>
                <a:lnTo>
                  <a:pt x="308235" y="73064"/>
                </a:lnTo>
                <a:lnTo>
                  <a:pt x="308756" y="71976"/>
                </a:lnTo>
                <a:lnTo>
                  <a:pt x="309304" y="70921"/>
                </a:lnTo>
                <a:lnTo>
                  <a:pt x="309879" y="69899"/>
                </a:lnTo>
                <a:lnTo>
                  <a:pt x="310480" y="68910"/>
                </a:lnTo>
                <a:lnTo>
                  <a:pt x="311108" y="67953"/>
                </a:lnTo>
                <a:lnTo>
                  <a:pt x="311763" y="67033"/>
                </a:lnTo>
                <a:lnTo>
                  <a:pt x="312443" y="66152"/>
                </a:lnTo>
                <a:lnTo>
                  <a:pt x="313149" y="65311"/>
                </a:lnTo>
                <a:lnTo>
                  <a:pt x="313882" y="64508"/>
                </a:lnTo>
                <a:lnTo>
                  <a:pt x="314640" y="63745"/>
                </a:lnTo>
                <a:lnTo>
                  <a:pt x="315424" y="63020"/>
                </a:lnTo>
                <a:lnTo>
                  <a:pt x="316234" y="62335"/>
                </a:lnTo>
                <a:lnTo>
                  <a:pt x="317070" y="61689"/>
                </a:lnTo>
                <a:lnTo>
                  <a:pt x="317932" y="61082"/>
                </a:lnTo>
                <a:lnTo>
                  <a:pt x="318820" y="60515"/>
                </a:lnTo>
                <a:lnTo>
                  <a:pt x="319734" y="59986"/>
                </a:lnTo>
                <a:lnTo>
                  <a:pt x="320673" y="59497"/>
                </a:lnTo>
                <a:lnTo>
                  <a:pt x="321639" y="59046"/>
                </a:lnTo>
                <a:lnTo>
                  <a:pt x="322631" y="58635"/>
                </a:lnTo>
                <a:lnTo>
                  <a:pt x="323648" y="58263"/>
                </a:lnTo>
                <a:lnTo>
                  <a:pt x="324692" y="57931"/>
                </a:lnTo>
                <a:lnTo>
                  <a:pt x="325761" y="57637"/>
                </a:lnTo>
                <a:lnTo>
                  <a:pt x="326856" y="57382"/>
                </a:lnTo>
                <a:lnTo>
                  <a:pt x="327978" y="57167"/>
                </a:lnTo>
                <a:lnTo>
                  <a:pt x="329125" y="56991"/>
                </a:lnTo>
                <a:lnTo>
                  <a:pt x="330298" y="56854"/>
                </a:lnTo>
                <a:lnTo>
                  <a:pt x="331497" y="56756"/>
                </a:lnTo>
                <a:lnTo>
                  <a:pt x="332722" y="56697"/>
                </a:lnTo>
                <a:lnTo>
                  <a:pt x="333973" y="56678"/>
                </a:lnTo>
                <a:lnTo>
                  <a:pt x="334926" y="56689"/>
                </a:lnTo>
                <a:lnTo>
                  <a:pt x="335866" y="56722"/>
                </a:lnTo>
                <a:lnTo>
                  <a:pt x="336791" y="56777"/>
                </a:lnTo>
                <a:lnTo>
                  <a:pt x="337703" y="56854"/>
                </a:lnTo>
                <a:lnTo>
                  <a:pt x="338602" y="56953"/>
                </a:lnTo>
                <a:lnTo>
                  <a:pt x="339486" y="57075"/>
                </a:lnTo>
                <a:lnTo>
                  <a:pt x="340357" y="57218"/>
                </a:lnTo>
                <a:lnTo>
                  <a:pt x="341215" y="57383"/>
                </a:lnTo>
                <a:lnTo>
                  <a:pt x="342059" y="57571"/>
                </a:lnTo>
                <a:lnTo>
                  <a:pt x="342889" y="57780"/>
                </a:lnTo>
                <a:lnTo>
                  <a:pt x="343705" y="58012"/>
                </a:lnTo>
                <a:lnTo>
                  <a:pt x="344508" y="58265"/>
                </a:lnTo>
                <a:lnTo>
                  <a:pt x="345297" y="58541"/>
                </a:lnTo>
                <a:lnTo>
                  <a:pt x="346072" y="58839"/>
                </a:lnTo>
                <a:lnTo>
                  <a:pt x="346834" y="59158"/>
                </a:lnTo>
                <a:lnTo>
                  <a:pt x="347582" y="59500"/>
                </a:lnTo>
                <a:lnTo>
                  <a:pt x="348316" y="59864"/>
                </a:lnTo>
                <a:lnTo>
                  <a:pt x="349037" y="60250"/>
                </a:lnTo>
                <a:lnTo>
                  <a:pt x="349744" y="60658"/>
                </a:lnTo>
                <a:lnTo>
                  <a:pt x="350438" y="61088"/>
                </a:lnTo>
                <a:lnTo>
                  <a:pt x="351118" y="61540"/>
                </a:lnTo>
                <a:lnTo>
                  <a:pt x="351784" y="62014"/>
                </a:lnTo>
                <a:lnTo>
                  <a:pt x="352436" y="62510"/>
                </a:lnTo>
                <a:lnTo>
                  <a:pt x="353075" y="63028"/>
                </a:lnTo>
                <a:lnTo>
                  <a:pt x="353702" y="63563"/>
                </a:lnTo>
                <a:lnTo>
                  <a:pt x="354319" y="64110"/>
                </a:lnTo>
                <a:lnTo>
                  <a:pt x="354925" y="64669"/>
                </a:lnTo>
                <a:lnTo>
                  <a:pt x="355522" y="65239"/>
                </a:lnTo>
                <a:lnTo>
                  <a:pt x="356109" y="65821"/>
                </a:lnTo>
                <a:lnTo>
                  <a:pt x="356685" y="66415"/>
                </a:lnTo>
                <a:lnTo>
                  <a:pt x="357251" y="67021"/>
                </a:lnTo>
                <a:lnTo>
                  <a:pt x="357808" y="67638"/>
                </a:lnTo>
                <a:lnTo>
                  <a:pt x="358354" y="68267"/>
                </a:lnTo>
                <a:lnTo>
                  <a:pt x="358890" y="68908"/>
                </a:lnTo>
                <a:lnTo>
                  <a:pt x="359416" y="69560"/>
                </a:lnTo>
                <a:lnTo>
                  <a:pt x="359932" y="70224"/>
                </a:lnTo>
                <a:lnTo>
                  <a:pt x="360437" y="70900"/>
                </a:lnTo>
                <a:lnTo>
                  <a:pt x="360933" y="71588"/>
                </a:lnTo>
                <a:lnTo>
                  <a:pt x="361419" y="72288"/>
                </a:lnTo>
                <a:lnTo>
                  <a:pt x="361894" y="72999"/>
                </a:lnTo>
                <a:lnTo>
                  <a:pt x="362359" y="73722"/>
                </a:lnTo>
                <a:lnTo>
                  <a:pt x="362815" y="74457"/>
                </a:lnTo>
                <a:lnTo>
                  <a:pt x="363260" y="75203"/>
                </a:lnTo>
                <a:lnTo>
                  <a:pt x="363695" y="75961"/>
                </a:lnTo>
                <a:lnTo>
                  <a:pt x="364120" y="76731"/>
                </a:lnTo>
                <a:lnTo>
                  <a:pt x="364535" y="77513"/>
                </a:lnTo>
                <a:lnTo>
                  <a:pt x="364940" y="78306"/>
                </a:lnTo>
                <a:lnTo>
                  <a:pt x="365334" y="79112"/>
                </a:lnTo>
                <a:lnTo>
                  <a:pt x="365334" y="123619"/>
                </a:lnTo>
                <a:lnTo>
                  <a:pt x="364911" y="124317"/>
                </a:lnTo>
                <a:lnTo>
                  <a:pt x="364477" y="125006"/>
                </a:lnTo>
                <a:lnTo>
                  <a:pt x="364032" y="125687"/>
                </a:lnTo>
                <a:lnTo>
                  <a:pt x="363576" y="126360"/>
                </a:lnTo>
                <a:lnTo>
                  <a:pt x="363110" y="127024"/>
                </a:lnTo>
                <a:lnTo>
                  <a:pt x="362633" y="127680"/>
                </a:lnTo>
                <a:lnTo>
                  <a:pt x="362145" y="128327"/>
                </a:lnTo>
                <a:lnTo>
                  <a:pt x="361647" y="128966"/>
                </a:lnTo>
                <a:lnTo>
                  <a:pt x="361138" y="129596"/>
                </a:lnTo>
                <a:lnTo>
                  <a:pt x="360618" y="130218"/>
                </a:lnTo>
                <a:lnTo>
                  <a:pt x="360088" y="130831"/>
                </a:lnTo>
                <a:lnTo>
                  <a:pt x="359547" y="131436"/>
                </a:lnTo>
                <a:lnTo>
                  <a:pt x="358995" y="132033"/>
                </a:lnTo>
                <a:lnTo>
                  <a:pt x="358432" y="132621"/>
                </a:lnTo>
                <a:lnTo>
                  <a:pt x="357859" y="133201"/>
                </a:lnTo>
                <a:lnTo>
                  <a:pt x="357275" y="133772"/>
                </a:lnTo>
                <a:lnTo>
                  <a:pt x="356681" y="134335"/>
                </a:lnTo>
                <a:lnTo>
                  <a:pt x="356076" y="134889"/>
                </a:lnTo>
                <a:lnTo>
                  <a:pt x="355460" y="135435"/>
                </a:lnTo>
                <a:lnTo>
                  <a:pt x="354833" y="135972"/>
                </a:lnTo>
                <a:lnTo>
                  <a:pt x="354196" y="136501"/>
                </a:lnTo>
                <a:lnTo>
                  <a:pt x="353548" y="137022"/>
                </a:lnTo>
                <a:lnTo>
                  <a:pt x="352889" y="137534"/>
                </a:lnTo>
                <a:lnTo>
                  <a:pt x="352220" y="138038"/>
                </a:lnTo>
                <a:lnTo>
                  <a:pt x="351538" y="138527"/>
                </a:lnTo>
                <a:lnTo>
                  <a:pt x="350842" y="138995"/>
                </a:lnTo>
                <a:lnTo>
                  <a:pt x="350131" y="139443"/>
                </a:lnTo>
                <a:lnTo>
                  <a:pt x="349407" y="139870"/>
                </a:lnTo>
                <a:lnTo>
                  <a:pt x="348668" y="140275"/>
                </a:lnTo>
                <a:lnTo>
                  <a:pt x="347915" y="140660"/>
                </a:lnTo>
                <a:lnTo>
                  <a:pt x="347147" y="141025"/>
                </a:lnTo>
                <a:lnTo>
                  <a:pt x="346366" y="141368"/>
                </a:lnTo>
                <a:lnTo>
                  <a:pt x="345570" y="141691"/>
                </a:lnTo>
                <a:lnTo>
                  <a:pt x="344760" y="141993"/>
                </a:lnTo>
                <a:lnTo>
                  <a:pt x="343935" y="142274"/>
                </a:lnTo>
                <a:lnTo>
                  <a:pt x="343096" y="142534"/>
                </a:lnTo>
                <a:lnTo>
                  <a:pt x="342244" y="142773"/>
                </a:lnTo>
                <a:lnTo>
                  <a:pt x="341376" y="142992"/>
                </a:lnTo>
                <a:lnTo>
                  <a:pt x="340495" y="143189"/>
                </a:lnTo>
                <a:lnTo>
                  <a:pt x="339599" y="143366"/>
                </a:lnTo>
                <a:lnTo>
                  <a:pt x="338689" y="143522"/>
                </a:lnTo>
                <a:lnTo>
                  <a:pt x="337765" y="143658"/>
                </a:lnTo>
                <a:lnTo>
                  <a:pt x="336827" y="143772"/>
                </a:lnTo>
                <a:lnTo>
                  <a:pt x="335874" y="143866"/>
                </a:lnTo>
                <a:lnTo>
                  <a:pt x="334907" y="143939"/>
                </a:lnTo>
                <a:lnTo>
                  <a:pt x="333926" y="143991"/>
                </a:lnTo>
                <a:lnTo>
                  <a:pt x="332930" y="144022"/>
                </a:lnTo>
                <a:lnTo>
                  <a:pt x="331921" y="144032"/>
                </a:lnTo>
                <a:lnTo>
                  <a:pt x="330763" y="144013"/>
                </a:lnTo>
                <a:lnTo>
                  <a:pt x="329630" y="143954"/>
                </a:lnTo>
                <a:lnTo>
                  <a:pt x="328520" y="143856"/>
                </a:lnTo>
                <a:lnTo>
                  <a:pt x="327433" y="143719"/>
                </a:lnTo>
                <a:close/>
                <a:moveTo>
                  <a:pt x="1107101" y="159515"/>
                </a:moveTo>
                <a:lnTo>
                  <a:pt x="1108104" y="159435"/>
                </a:lnTo>
                <a:lnTo>
                  <a:pt x="1109096" y="159339"/>
                </a:lnTo>
                <a:lnTo>
                  <a:pt x="1110076" y="159224"/>
                </a:lnTo>
                <a:lnTo>
                  <a:pt x="1111045" y="159092"/>
                </a:lnTo>
                <a:lnTo>
                  <a:pt x="1112002" y="158942"/>
                </a:lnTo>
                <a:lnTo>
                  <a:pt x="1112948" y="158775"/>
                </a:lnTo>
                <a:lnTo>
                  <a:pt x="1113882" y="158590"/>
                </a:lnTo>
                <a:lnTo>
                  <a:pt x="1114805" y="158387"/>
                </a:lnTo>
                <a:lnTo>
                  <a:pt x="1115717" y="158167"/>
                </a:lnTo>
                <a:lnTo>
                  <a:pt x="1116616" y="157929"/>
                </a:lnTo>
                <a:lnTo>
                  <a:pt x="1117505" y="157673"/>
                </a:lnTo>
                <a:lnTo>
                  <a:pt x="1118382" y="157400"/>
                </a:lnTo>
                <a:lnTo>
                  <a:pt x="1119247" y="157109"/>
                </a:lnTo>
                <a:lnTo>
                  <a:pt x="1120101" y="156801"/>
                </a:lnTo>
                <a:lnTo>
                  <a:pt x="1120943" y="156475"/>
                </a:lnTo>
                <a:lnTo>
                  <a:pt x="1121774" y="156132"/>
                </a:lnTo>
                <a:lnTo>
                  <a:pt x="1122594" y="155770"/>
                </a:lnTo>
                <a:lnTo>
                  <a:pt x="1123402" y="155391"/>
                </a:lnTo>
                <a:lnTo>
                  <a:pt x="1124198" y="154995"/>
                </a:lnTo>
                <a:lnTo>
                  <a:pt x="1124983" y="154581"/>
                </a:lnTo>
                <a:lnTo>
                  <a:pt x="1125757" y="154153"/>
                </a:lnTo>
                <a:lnTo>
                  <a:pt x="1126518" y="153714"/>
                </a:lnTo>
                <a:lnTo>
                  <a:pt x="1127268" y="153265"/>
                </a:lnTo>
                <a:lnTo>
                  <a:pt x="1128005" y="152805"/>
                </a:lnTo>
                <a:lnTo>
                  <a:pt x="1128731" y="152335"/>
                </a:lnTo>
                <a:lnTo>
                  <a:pt x="1129445" y="151855"/>
                </a:lnTo>
                <a:lnTo>
                  <a:pt x="1130147" y="151364"/>
                </a:lnTo>
                <a:lnTo>
                  <a:pt x="1130837" y="150862"/>
                </a:lnTo>
                <a:lnTo>
                  <a:pt x="1131516" y="150350"/>
                </a:lnTo>
                <a:lnTo>
                  <a:pt x="1132182" y="149827"/>
                </a:lnTo>
                <a:lnTo>
                  <a:pt x="1132837" y="149294"/>
                </a:lnTo>
                <a:lnTo>
                  <a:pt x="1133479" y="148751"/>
                </a:lnTo>
                <a:lnTo>
                  <a:pt x="1134110" y="148197"/>
                </a:lnTo>
                <a:lnTo>
                  <a:pt x="1134729" y="147632"/>
                </a:lnTo>
                <a:lnTo>
                  <a:pt x="1135336" y="147057"/>
                </a:lnTo>
                <a:lnTo>
                  <a:pt x="1135931" y="146471"/>
                </a:lnTo>
                <a:lnTo>
                  <a:pt x="1136514" y="145875"/>
                </a:lnTo>
                <a:lnTo>
                  <a:pt x="1137086" y="145269"/>
                </a:lnTo>
                <a:lnTo>
                  <a:pt x="1137645" y="144652"/>
                </a:lnTo>
                <a:lnTo>
                  <a:pt x="1138193" y="144024"/>
                </a:lnTo>
                <a:lnTo>
                  <a:pt x="1138729" y="143386"/>
                </a:lnTo>
                <a:lnTo>
                  <a:pt x="1139253" y="142738"/>
                </a:lnTo>
                <a:lnTo>
                  <a:pt x="1139764" y="142079"/>
                </a:lnTo>
                <a:lnTo>
                  <a:pt x="1140265" y="141409"/>
                </a:lnTo>
                <a:lnTo>
                  <a:pt x="1141291" y="157603"/>
                </a:lnTo>
                <a:lnTo>
                  <a:pt x="1159309" y="157603"/>
                </a:lnTo>
                <a:lnTo>
                  <a:pt x="1159309" y="4105"/>
                </a:lnTo>
                <a:lnTo>
                  <a:pt x="1140265" y="4105"/>
                </a:lnTo>
                <a:lnTo>
                  <a:pt x="1140265" y="60441"/>
                </a:lnTo>
                <a:lnTo>
                  <a:pt x="1139812" y="59706"/>
                </a:lnTo>
                <a:lnTo>
                  <a:pt x="1139348" y="58984"/>
                </a:lnTo>
                <a:lnTo>
                  <a:pt x="1138871" y="58275"/>
                </a:lnTo>
                <a:lnTo>
                  <a:pt x="1138383" y="57579"/>
                </a:lnTo>
                <a:lnTo>
                  <a:pt x="1137883" y="56896"/>
                </a:lnTo>
                <a:lnTo>
                  <a:pt x="1137371" y="56225"/>
                </a:lnTo>
                <a:lnTo>
                  <a:pt x="1136847" y="55568"/>
                </a:lnTo>
                <a:lnTo>
                  <a:pt x="1136311" y="54923"/>
                </a:lnTo>
                <a:lnTo>
                  <a:pt x="1135764" y="54291"/>
                </a:lnTo>
                <a:lnTo>
                  <a:pt x="1135204" y="53672"/>
                </a:lnTo>
                <a:lnTo>
                  <a:pt x="1134633" y="53066"/>
                </a:lnTo>
                <a:lnTo>
                  <a:pt x="1134049" y="52473"/>
                </a:lnTo>
                <a:lnTo>
                  <a:pt x="1133454" y="51892"/>
                </a:lnTo>
                <a:lnTo>
                  <a:pt x="1132847" y="51325"/>
                </a:lnTo>
                <a:lnTo>
                  <a:pt x="1132228" y="50770"/>
                </a:lnTo>
                <a:lnTo>
                  <a:pt x="1131598" y="50228"/>
                </a:lnTo>
                <a:lnTo>
                  <a:pt x="1130955" y="49699"/>
                </a:lnTo>
                <a:lnTo>
                  <a:pt x="1130300" y="49183"/>
                </a:lnTo>
                <a:lnTo>
                  <a:pt x="1129634" y="48680"/>
                </a:lnTo>
                <a:lnTo>
                  <a:pt x="1128956" y="48190"/>
                </a:lnTo>
                <a:lnTo>
                  <a:pt x="1128265" y="47712"/>
                </a:lnTo>
                <a:lnTo>
                  <a:pt x="1127563" y="47248"/>
                </a:lnTo>
                <a:lnTo>
                  <a:pt x="1126849" y="46796"/>
                </a:lnTo>
                <a:lnTo>
                  <a:pt x="1126124" y="46357"/>
                </a:lnTo>
                <a:lnTo>
                  <a:pt x="1125387" y="45934"/>
                </a:lnTo>
                <a:lnTo>
                  <a:pt x="1124639" y="45528"/>
                </a:lnTo>
                <a:lnTo>
                  <a:pt x="1123880" y="45141"/>
                </a:lnTo>
                <a:lnTo>
                  <a:pt x="1123111" y="44772"/>
                </a:lnTo>
                <a:lnTo>
                  <a:pt x="1122331" y="44420"/>
                </a:lnTo>
                <a:lnTo>
                  <a:pt x="1121541" y="44087"/>
                </a:lnTo>
                <a:lnTo>
                  <a:pt x="1120739" y="43772"/>
                </a:lnTo>
                <a:lnTo>
                  <a:pt x="1119928" y="43474"/>
                </a:lnTo>
                <a:lnTo>
                  <a:pt x="1119105" y="43195"/>
                </a:lnTo>
                <a:lnTo>
                  <a:pt x="1118272" y="42934"/>
                </a:lnTo>
                <a:lnTo>
                  <a:pt x="1117428" y="42691"/>
                </a:lnTo>
                <a:lnTo>
                  <a:pt x="1116573" y="42466"/>
                </a:lnTo>
                <a:lnTo>
                  <a:pt x="1115707" y="42258"/>
                </a:lnTo>
                <a:lnTo>
                  <a:pt x="1114831" y="42069"/>
                </a:lnTo>
                <a:lnTo>
                  <a:pt x="1113945" y="41898"/>
                </a:lnTo>
                <a:lnTo>
                  <a:pt x="1113047" y="41745"/>
                </a:lnTo>
                <a:lnTo>
                  <a:pt x="1112139" y="41610"/>
                </a:lnTo>
                <a:lnTo>
                  <a:pt x="1111220" y="41493"/>
                </a:lnTo>
                <a:lnTo>
                  <a:pt x="1110291" y="41394"/>
                </a:lnTo>
                <a:lnTo>
                  <a:pt x="1109350" y="41312"/>
                </a:lnTo>
                <a:lnTo>
                  <a:pt x="1108399" y="41249"/>
                </a:lnTo>
                <a:lnTo>
                  <a:pt x="1107438" y="41204"/>
                </a:lnTo>
                <a:lnTo>
                  <a:pt x="1106465" y="41177"/>
                </a:lnTo>
                <a:lnTo>
                  <a:pt x="1105482" y="41168"/>
                </a:lnTo>
                <a:lnTo>
                  <a:pt x="1104301" y="41180"/>
                </a:lnTo>
                <a:lnTo>
                  <a:pt x="1103133" y="41214"/>
                </a:lnTo>
                <a:lnTo>
                  <a:pt x="1101978" y="41272"/>
                </a:lnTo>
                <a:lnTo>
                  <a:pt x="1100835" y="41353"/>
                </a:lnTo>
                <a:lnTo>
                  <a:pt x="1099706" y="41456"/>
                </a:lnTo>
                <a:lnTo>
                  <a:pt x="1098590" y="41583"/>
                </a:lnTo>
                <a:lnTo>
                  <a:pt x="1097487" y="41733"/>
                </a:lnTo>
                <a:lnTo>
                  <a:pt x="1096397" y="41906"/>
                </a:lnTo>
                <a:lnTo>
                  <a:pt x="1095320" y="42102"/>
                </a:lnTo>
                <a:lnTo>
                  <a:pt x="1094257" y="42320"/>
                </a:lnTo>
                <a:lnTo>
                  <a:pt x="1093206" y="42562"/>
                </a:lnTo>
                <a:lnTo>
                  <a:pt x="1092168" y="42827"/>
                </a:lnTo>
                <a:lnTo>
                  <a:pt x="1091144" y="43115"/>
                </a:lnTo>
                <a:lnTo>
                  <a:pt x="1090132" y="43426"/>
                </a:lnTo>
                <a:lnTo>
                  <a:pt x="1089134" y="43760"/>
                </a:lnTo>
                <a:lnTo>
                  <a:pt x="1088148" y="44118"/>
                </a:lnTo>
                <a:lnTo>
                  <a:pt x="1087176" y="44498"/>
                </a:lnTo>
                <a:lnTo>
                  <a:pt x="1086217" y="44901"/>
                </a:lnTo>
                <a:lnTo>
                  <a:pt x="1085271" y="45327"/>
                </a:lnTo>
                <a:lnTo>
                  <a:pt x="1084338" y="45776"/>
                </a:lnTo>
                <a:lnTo>
                  <a:pt x="1083418" y="46249"/>
                </a:lnTo>
                <a:lnTo>
                  <a:pt x="1082511" y="46744"/>
                </a:lnTo>
                <a:lnTo>
                  <a:pt x="1081617" y="47263"/>
                </a:lnTo>
                <a:lnTo>
                  <a:pt x="1080736" y="47804"/>
                </a:lnTo>
                <a:lnTo>
                  <a:pt x="1079870" y="48368"/>
                </a:lnTo>
                <a:lnTo>
                  <a:pt x="1079020" y="48954"/>
                </a:lnTo>
                <a:lnTo>
                  <a:pt x="1078187" y="49563"/>
                </a:lnTo>
                <a:lnTo>
                  <a:pt x="1077370" y="50194"/>
                </a:lnTo>
                <a:lnTo>
                  <a:pt x="1076570" y="50847"/>
                </a:lnTo>
                <a:lnTo>
                  <a:pt x="1075786" y="51522"/>
                </a:lnTo>
                <a:lnTo>
                  <a:pt x="1075018" y="52219"/>
                </a:lnTo>
                <a:lnTo>
                  <a:pt x="1074267" y="52939"/>
                </a:lnTo>
                <a:lnTo>
                  <a:pt x="1073533" y="53681"/>
                </a:lnTo>
                <a:lnTo>
                  <a:pt x="1072814" y="54445"/>
                </a:lnTo>
                <a:lnTo>
                  <a:pt x="1072113" y="55231"/>
                </a:lnTo>
                <a:lnTo>
                  <a:pt x="1071427" y="56040"/>
                </a:lnTo>
                <a:lnTo>
                  <a:pt x="1070758" y="56871"/>
                </a:lnTo>
                <a:lnTo>
                  <a:pt x="1070106" y="57724"/>
                </a:lnTo>
                <a:lnTo>
                  <a:pt x="1069470" y="58599"/>
                </a:lnTo>
                <a:lnTo>
                  <a:pt x="1068850" y="59496"/>
                </a:lnTo>
                <a:lnTo>
                  <a:pt x="1068247" y="60416"/>
                </a:lnTo>
                <a:lnTo>
                  <a:pt x="1067660" y="61358"/>
                </a:lnTo>
                <a:lnTo>
                  <a:pt x="1067090" y="62322"/>
                </a:lnTo>
                <a:lnTo>
                  <a:pt x="1066536" y="63308"/>
                </a:lnTo>
                <a:lnTo>
                  <a:pt x="1065999" y="64317"/>
                </a:lnTo>
                <a:lnTo>
                  <a:pt x="1065478" y="65348"/>
                </a:lnTo>
                <a:lnTo>
                  <a:pt x="1064973" y="66401"/>
                </a:lnTo>
                <a:lnTo>
                  <a:pt x="1064485" y="67476"/>
                </a:lnTo>
                <a:lnTo>
                  <a:pt x="1064015" y="68573"/>
                </a:lnTo>
                <a:lnTo>
                  <a:pt x="1063565" y="69693"/>
                </a:lnTo>
                <a:lnTo>
                  <a:pt x="1063135" y="70835"/>
                </a:lnTo>
                <a:lnTo>
                  <a:pt x="1062725" y="72000"/>
                </a:lnTo>
                <a:lnTo>
                  <a:pt x="1062336" y="73187"/>
                </a:lnTo>
                <a:lnTo>
                  <a:pt x="1061966" y="74396"/>
                </a:lnTo>
                <a:lnTo>
                  <a:pt x="1061616" y="75628"/>
                </a:lnTo>
                <a:lnTo>
                  <a:pt x="1061286" y="76882"/>
                </a:lnTo>
                <a:lnTo>
                  <a:pt x="1060976" y="78159"/>
                </a:lnTo>
                <a:lnTo>
                  <a:pt x="1060686" y="79458"/>
                </a:lnTo>
                <a:lnTo>
                  <a:pt x="1060416" y="80780"/>
                </a:lnTo>
                <a:lnTo>
                  <a:pt x="1060166" y="82124"/>
                </a:lnTo>
                <a:lnTo>
                  <a:pt x="1059936" y="83490"/>
                </a:lnTo>
                <a:lnTo>
                  <a:pt x="1059726" y="84879"/>
                </a:lnTo>
                <a:lnTo>
                  <a:pt x="1059536" y="86291"/>
                </a:lnTo>
                <a:lnTo>
                  <a:pt x="1059366" y="87724"/>
                </a:lnTo>
                <a:lnTo>
                  <a:pt x="1059216" y="89181"/>
                </a:lnTo>
                <a:lnTo>
                  <a:pt x="1059086" y="90659"/>
                </a:lnTo>
                <a:lnTo>
                  <a:pt x="1058976" y="92160"/>
                </a:lnTo>
                <a:lnTo>
                  <a:pt x="1058886" y="93684"/>
                </a:lnTo>
                <a:lnTo>
                  <a:pt x="1058816" y="95230"/>
                </a:lnTo>
                <a:lnTo>
                  <a:pt x="1058766" y="96798"/>
                </a:lnTo>
                <a:lnTo>
                  <a:pt x="1058736" y="98389"/>
                </a:lnTo>
                <a:lnTo>
                  <a:pt x="1058726" y="100002"/>
                </a:lnTo>
                <a:lnTo>
                  <a:pt x="1058736" y="101626"/>
                </a:lnTo>
                <a:lnTo>
                  <a:pt x="1058764" y="103227"/>
                </a:lnTo>
                <a:lnTo>
                  <a:pt x="1058811" y="104807"/>
                </a:lnTo>
                <a:lnTo>
                  <a:pt x="1058877" y="106365"/>
                </a:lnTo>
                <a:lnTo>
                  <a:pt x="1058961" y="107901"/>
                </a:lnTo>
                <a:lnTo>
                  <a:pt x="1059065" y="109415"/>
                </a:lnTo>
                <a:lnTo>
                  <a:pt x="1059187" y="110908"/>
                </a:lnTo>
                <a:lnTo>
                  <a:pt x="1059328" y="112378"/>
                </a:lnTo>
                <a:lnTo>
                  <a:pt x="1059488" y="113827"/>
                </a:lnTo>
                <a:lnTo>
                  <a:pt x="1059667" y="115254"/>
                </a:lnTo>
                <a:lnTo>
                  <a:pt x="1059864" y="116659"/>
                </a:lnTo>
                <a:lnTo>
                  <a:pt x="1060080" y="118043"/>
                </a:lnTo>
                <a:lnTo>
                  <a:pt x="1060316" y="119404"/>
                </a:lnTo>
                <a:lnTo>
                  <a:pt x="1060569" y="120744"/>
                </a:lnTo>
                <a:lnTo>
                  <a:pt x="1060842" y="122062"/>
                </a:lnTo>
                <a:lnTo>
                  <a:pt x="1061134" y="123358"/>
                </a:lnTo>
                <a:lnTo>
                  <a:pt x="1061444" y="124632"/>
                </a:lnTo>
                <a:lnTo>
                  <a:pt x="1061773" y="125885"/>
                </a:lnTo>
                <a:lnTo>
                  <a:pt x="1062121" y="127116"/>
                </a:lnTo>
                <a:lnTo>
                  <a:pt x="1062488" y="128325"/>
                </a:lnTo>
                <a:lnTo>
                  <a:pt x="1062873" y="129512"/>
                </a:lnTo>
                <a:lnTo>
                  <a:pt x="1063278" y="130677"/>
                </a:lnTo>
                <a:lnTo>
                  <a:pt x="1063701" y="131820"/>
                </a:lnTo>
                <a:lnTo>
                  <a:pt x="1064143" y="132942"/>
                </a:lnTo>
                <a:lnTo>
                  <a:pt x="1064602" y="134041"/>
                </a:lnTo>
                <a:lnTo>
                  <a:pt x="1065077" y="135117"/>
                </a:lnTo>
                <a:lnTo>
                  <a:pt x="1065568" y="136170"/>
                </a:lnTo>
                <a:lnTo>
                  <a:pt x="1066074" y="137200"/>
                </a:lnTo>
                <a:lnTo>
                  <a:pt x="1066596" y="138207"/>
                </a:lnTo>
                <a:lnTo>
                  <a:pt x="1067133" y="139191"/>
                </a:lnTo>
                <a:lnTo>
                  <a:pt x="1067686" y="140152"/>
                </a:lnTo>
                <a:lnTo>
                  <a:pt x="1068255" y="141090"/>
                </a:lnTo>
                <a:lnTo>
                  <a:pt x="1068839" y="142005"/>
                </a:lnTo>
                <a:lnTo>
                  <a:pt x="1069439" y="142897"/>
                </a:lnTo>
                <a:lnTo>
                  <a:pt x="1070055" y="143766"/>
                </a:lnTo>
                <a:lnTo>
                  <a:pt x="1070686" y="144611"/>
                </a:lnTo>
                <a:lnTo>
                  <a:pt x="1071333" y="145434"/>
                </a:lnTo>
                <a:lnTo>
                  <a:pt x="1071996" y="146234"/>
                </a:lnTo>
                <a:lnTo>
                  <a:pt x="1072674" y="147010"/>
                </a:lnTo>
                <a:lnTo>
                  <a:pt x="1073368" y="147764"/>
                </a:lnTo>
                <a:lnTo>
                  <a:pt x="1074077" y="148494"/>
                </a:lnTo>
                <a:lnTo>
                  <a:pt x="1074802" y="149202"/>
                </a:lnTo>
                <a:lnTo>
                  <a:pt x="1075543" y="149886"/>
                </a:lnTo>
                <a:lnTo>
                  <a:pt x="1076299" y="150548"/>
                </a:lnTo>
                <a:lnTo>
                  <a:pt x="1077071" y="151186"/>
                </a:lnTo>
                <a:lnTo>
                  <a:pt x="1077859" y="151801"/>
                </a:lnTo>
                <a:lnTo>
                  <a:pt x="1078662" y="152394"/>
                </a:lnTo>
                <a:lnTo>
                  <a:pt x="1079481" y="152963"/>
                </a:lnTo>
                <a:lnTo>
                  <a:pt x="1080315" y="153509"/>
                </a:lnTo>
                <a:lnTo>
                  <a:pt x="1081160" y="154032"/>
                </a:lnTo>
                <a:lnTo>
                  <a:pt x="1082019" y="154532"/>
                </a:lnTo>
                <a:lnTo>
                  <a:pt x="1082890" y="155008"/>
                </a:lnTo>
                <a:lnTo>
                  <a:pt x="1083774" y="155461"/>
                </a:lnTo>
                <a:lnTo>
                  <a:pt x="1084670" y="155891"/>
                </a:lnTo>
                <a:lnTo>
                  <a:pt x="1085579" y="156298"/>
                </a:lnTo>
                <a:lnTo>
                  <a:pt x="1086501" y="156681"/>
                </a:lnTo>
                <a:lnTo>
                  <a:pt x="1087436" y="157041"/>
                </a:lnTo>
                <a:lnTo>
                  <a:pt x="1088383" y="157378"/>
                </a:lnTo>
                <a:lnTo>
                  <a:pt x="1089343" y="157692"/>
                </a:lnTo>
                <a:lnTo>
                  <a:pt x="1090315" y="157983"/>
                </a:lnTo>
                <a:lnTo>
                  <a:pt x="1091300" y="158250"/>
                </a:lnTo>
                <a:lnTo>
                  <a:pt x="1092298" y="158494"/>
                </a:lnTo>
                <a:lnTo>
                  <a:pt x="1093309" y="158715"/>
                </a:lnTo>
                <a:lnTo>
                  <a:pt x="1094332" y="158912"/>
                </a:lnTo>
                <a:lnTo>
                  <a:pt x="1095368" y="159086"/>
                </a:lnTo>
                <a:lnTo>
                  <a:pt x="1096416" y="159237"/>
                </a:lnTo>
                <a:lnTo>
                  <a:pt x="1097478" y="159365"/>
                </a:lnTo>
                <a:lnTo>
                  <a:pt x="1098551" y="159470"/>
                </a:lnTo>
                <a:lnTo>
                  <a:pt x="1099638" y="159551"/>
                </a:lnTo>
                <a:lnTo>
                  <a:pt x="1100737" y="159609"/>
                </a:lnTo>
                <a:lnTo>
                  <a:pt x="1101849" y="159644"/>
                </a:lnTo>
                <a:lnTo>
                  <a:pt x="1102974" y="159656"/>
                </a:lnTo>
                <a:lnTo>
                  <a:pt x="1104023" y="159647"/>
                </a:lnTo>
                <a:lnTo>
                  <a:pt x="1105060" y="159620"/>
                </a:lnTo>
                <a:lnTo>
                  <a:pt x="1106087" y="159576"/>
                </a:lnTo>
                <a:lnTo>
                  <a:pt x="1107101" y="159515"/>
                </a:lnTo>
                <a:close/>
                <a:moveTo>
                  <a:pt x="1102364" y="143719"/>
                </a:moveTo>
                <a:lnTo>
                  <a:pt x="1101301" y="143543"/>
                </a:lnTo>
                <a:lnTo>
                  <a:pt x="1100262" y="143328"/>
                </a:lnTo>
                <a:lnTo>
                  <a:pt x="1099246" y="143073"/>
                </a:lnTo>
                <a:lnTo>
                  <a:pt x="1098254" y="142779"/>
                </a:lnTo>
                <a:lnTo>
                  <a:pt x="1097285" y="142447"/>
                </a:lnTo>
                <a:lnTo>
                  <a:pt x="1096340" y="142075"/>
                </a:lnTo>
                <a:lnTo>
                  <a:pt x="1095418" y="141664"/>
                </a:lnTo>
                <a:lnTo>
                  <a:pt x="1094520" y="141213"/>
                </a:lnTo>
                <a:lnTo>
                  <a:pt x="1093646" y="140724"/>
                </a:lnTo>
                <a:lnTo>
                  <a:pt x="1092795" y="140195"/>
                </a:lnTo>
                <a:lnTo>
                  <a:pt x="1091968" y="139628"/>
                </a:lnTo>
                <a:lnTo>
                  <a:pt x="1091164" y="139021"/>
                </a:lnTo>
                <a:lnTo>
                  <a:pt x="1090384" y="138375"/>
                </a:lnTo>
                <a:lnTo>
                  <a:pt x="1089627" y="137690"/>
                </a:lnTo>
                <a:lnTo>
                  <a:pt x="1088894" y="136965"/>
                </a:lnTo>
                <a:lnTo>
                  <a:pt x="1088185" y="136202"/>
                </a:lnTo>
                <a:lnTo>
                  <a:pt x="1087499" y="135399"/>
                </a:lnTo>
                <a:lnTo>
                  <a:pt x="1086837" y="134558"/>
                </a:lnTo>
                <a:lnTo>
                  <a:pt x="1086198" y="133677"/>
                </a:lnTo>
                <a:lnTo>
                  <a:pt x="1085583" y="132757"/>
                </a:lnTo>
                <a:lnTo>
                  <a:pt x="1084992" y="131799"/>
                </a:lnTo>
                <a:lnTo>
                  <a:pt x="1084426" y="130806"/>
                </a:lnTo>
                <a:lnTo>
                  <a:pt x="1083885" y="129778"/>
                </a:lnTo>
                <a:lnTo>
                  <a:pt x="1083370" y="128714"/>
                </a:lnTo>
                <a:lnTo>
                  <a:pt x="1082880" y="127615"/>
                </a:lnTo>
                <a:lnTo>
                  <a:pt x="1082414" y="126481"/>
                </a:lnTo>
                <a:lnTo>
                  <a:pt x="1081974" y="125311"/>
                </a:lnTo>
                <a:lnTo>
                  <a:pt x="1081559" y="124105"/>
                </a:lnTo>
                <a:lnTo>
                  <a:pt x="1081170" y="122864"/>
                </a:lnTo>
                <a:lnTo>
                  <a:pt x="1080805" y="121588"/>
                </a:lnTo>
                <a:lnTo>
                  <a:pt x="1080466" y="120276"/>
                </a:lnTo>
                <a:lnTo>
                  <a:pt x="1080151" y="118929"/>
                </a:lnTo>
                <a:lnTo>
                  <a:pt x="1079862" y="117547"/>
                </a:lnTo>
                <a:lnTo>
                  <a:pt x="1079598" y="116129"/>
                </a:lnTo>
                <a:lnTo>
                  <a:pt x="1079359" y="114675"/>
                </a:lnTo>
                <a:lnTo>
                  <a:pt x="1079146" y="113186"/>
                </a:lnTo>
                <a:lnTo>
                  <a:pt x="1078957" y="111662"/>
                </a:lnTo>
                <a:lnTo>
                  <a:pt x="1078794" y="110102"/>
                </a:lnTo>
                <a:lnTo>
                  <a:pt x="1078655" y="108507"/>
                </a:lnTo>
                <a:lnTo>
                  <a:pt x="1078542" y="106876"/>
                </a:lnTo>
                <a:lnTo>
                  <a:pt x="1078454" y="105210"/>
                </a:lnTo>
                <a:lnTo>
                  <a:pt x="1078391" y="103508"/>
                </a:lnTo>
                <a:lnTo>
                  <a:pt x="1078354" y="101771"/>
                </a:lnTo>
                <a:lnTo>
                  <a:pt x="1078341" y="99999"/>
                </a:lnTo>
                <a:lnTo>
                  <a:pt x="1078354" y="98284"/>
                </a:lnTo>
                <a:lnTo>
                  <a:pt x="1078394" y="96603"/>
                </a:lnTo>
                <a:lnTo>
                  <a:pt x="1078461" y="94955"/>
                </a:lnTo>
                <a:lnTo>
                  <a:pt x="1078555" y="93339"/>
                </a:lnTo>
                <a:lnTo>
                  <a:pt x="1078675" y="91757"/>
                </a:lnTo>
                <a:lnTo>
                  <a:pt x="1078822" y="90207"/>
                </a:lnTo>
                <a:lnTo>
                  <a:pt x="1078996" y="88691"/>
                </a:lnTo>
                <a:lnTo>
                  <a:pt x="1079196" y="87207"/>
                </a:lnTo>
                <a:lnTo>
                  <a:pt x="1079423" y="85757"/>
                </a:lnTo>
                <a:lnTo>
                  <a:pt x="1079677" y="84339"/>
                </a:lnTo>
                <a:lnTo>
                  <a:pt x="1079958" y="82954"/>
                </a:lnTo>
                <a:lnTo>
                  <a:pt x="1080265" y="81603"/>
                </a:lnTo>
                <a:lnTo>
                  <a:pt x="1080600" y="80284"/>
                </a:lnTo>
                <a:lnTo>
                  <a:pt x="1080960" y="78998"/>
                </a:lnTo>
                <a:lnTo>
                  <a:pt x="1081348" y="77745"/>
                </a:lnTo>
                <a:lnTo>
                  <a:pt x="1081762" y="76525"/>
                </a:lnTo>
                <a:lnTo>
                  <a:pt x="1082203" y="75339"/>
                </a:lnTo>
                <a:lnTo>
                  <a:pt x="1082671" y="74185"/>
                </a:lnTo>
                <a:lnTo>
                  <a:pt x="1083165" y="73064"/>
                </a:lnTo>
                <a:lnTo>
                  <a:pt x="1083687" y="71976"/>
                </a:lnTo>
                <a:lnTo>
                  <a:pt x="1084235" y="70921"/>
                </a:lnTo>
                <a:lnTo>
                  <a:pt x="1084809" y="69899"/>
                </a:lnTo>
                <a:lnTo>
                  <a:pt x="1085411" y="68910"/>
                </a:lnTo>
                <a:lnTo>
                  <a:pt x="1086039" y="67953"/>
                </a:lnTo>
                <a:lnTo>
                  <a:pt x="1086693" y="67033"/>
                </a:lnTo>
                <a:lnTo>
                  <a:pt x="1087374" y="66152"/>
                </a:lnTo>
                <a:lnTo>
                  <a:pt x="1088080" y="65311"/>
                </a:lnTo>
                <a:lnTo>
                  <a:pt x="1088812" y="64508"/>
                </a:lnTo>
                <a:lnTo>
                  <a:pt x="1089570" y="63745"/>
                </a:lnTo>
                <a:lnTo>
                  <a:pt x="1090354" y="63020"/>
                </a:lnTo>
                <a:lnTo>
                  <a:pt x="1091164" y="62335"/>
                </a:lnTo>
                <a:lnTo>
                  <a:pt x="1092000" y="61689"/>
                </a:lnTo>
                <a:lnTo>
                  <a:pt x="1092862" y="61082"/>
                </a:lnTo>
                <a:lnTo>
                  <a:pt x="1093750" y="60515"/>
                </a:lnTo>
                <a:lnTo>
                  <a:pt x="1094664" y="59986"/>
                </a:lnTo>
                <a:lnTo>
                  <a:pt x="1095604" y="59497"/>
                </a:lnTo>
                <a:lnTo>
                  <a:pt x="1096569" y="59046"/>
                </a:lnTo>
                <a:lnTo>
                  <a:pt x="1097561" y="58635"/>
                </a:lnTo>
                <a:lnTo>
                  <a:pt x="1098579" y="58263"/>
                </a:lnTo>
                <a:lnTo>
                  <a:pt x="1099622" y="57931"/>
                </a:lnTo>
                <a:lnTo>
                  <a:pt x="1100692" y="57637"/>
                </a:lnTo>
                <a:lnTo>
                  <a:pt x="1101787" y="57382"/>
                </a:lnTo>
                <a:lnTo>
                  <a:pt x="1102908" y="57167"/>
                </a:lnTo>
                <a:lnTo>
                  <a:pt x="1104055" y="56991"/>
                </a:lnTo>
                <a:lnTo>
                  <a:pt x="1105229" y="56854"/>
                </a:lnTo>
                <a:lnTo>
                  <a:pt x="1106428" y="56756"/>
                </a:lnTo>
                <a:lnTo>
                  <a:pt x="1107653" y="56697"/>
                </a:lnTo>
                <a:lnTo>
                  <a:pt x="1108904" y="56678"/>
                </a:lnTo>
                <a:lnTo>
                  <a:pt x="1109857" y="56689"/>
                </a:lnTo>
                <a:lnTo>
                  <a:pt x="1110796" y="56722"/>
                </a:lnTo>
                <a:lnTo>
                  <a:pt x="1111722" y="56777"/>
                </a:lnTo>
                <a:lnTo>
                  <a:pt x="1112634" y="56854"/>
                </a:lnTo>
                <a:lnTo>
                  <a:pt x="1113532" y="56953"/>
                </a:lnTo>
                <a:lnTo>
                  <a:pt x="1114417" y="57075"/>
                </a:lnTo>
                <a:lnTo>
                  <a:pt x="1115288" y="57218"/>
                </a:lnTo>
                <a:lnTo>
                  <a:pt x="1116145" y="57383"/>
                </a:lnTo>
                <a:lnTo>
                  <a:pt x="1116989" y="57571"/>
                </a:lnTo>
                <a:lnTo>
                  <a:pt x="1117819" y="57780"/>
                </a:lnTo>
                <a:lnTo>
                  <a:pt x="1118635" y="58012"/>
                </a:lnTo>
                <a:lnTo>
                  <a:pt x="1119438" y="58265"/>
                </a:lnTo>
                <a:lnTo>
                  <a:pt x="1120227" y="58541"/>
                </a:lnTo>
                <a:lnTo>
                  <a:pt x="1121003" y="58839"/>
                </a:lnTo>
                <a:lnTo>
                  <a:pt x="1121764" y="59158"/>
                </a:lnTo>
                <a:lnTo>
                  <a:pt x="1122512" y="59500"/>
                </a:lnTo>
                <a:lnTo>
                  <a:pt x="1123247" y="59864"/>
                </a:lnTo>
                <a:lnTo>
                  <a:pt x="1123968" y="60250"/>
                </a:lnTo>
                <a:lnTo>
                  <a:pt x="1124675" y="60658"/>
                </a:lnTo>
                <a:lnTo>
                  <a:pt x="1125368" y="61088"/>
                </a:lnTo>
                <a:lnTo>
                  <a:pt x="1126048" y="61540"/>
                </a:lnTo>
                <a:lnTo>
                  <a:pt x="1126714" y="62014"/>
                </a:lnTo>
                <a:lnTo>
                  <a:pt x="1127367" y="62510"/>
                </a:lnTo>
                <a:lnTo>
                  <a:pt x="1128005" y="63028"/>
                </a:lnTo>
                <a:lnTo>
                  <a:pt x="1128632" y="63563"/>
                </a:lnTo>
                <a:lnTo>
                  <a:pt x="1129249" y="64110"/>
                </a:lnTo>
                <a:lnTo>
                  <a:pt x="1129856" y="64669"/>
                </a:lnTo>
                <a:lnTo>
                  <a:pt x="1130452" y="65239"/>
                </a:lnTo>
                <a:lnTo>
                  <a:pt x="1131039" y="65821"/>
                </a:lnTo>
                <a:lnTo>
                  <a:pt x="1131615" y="66415"/>
                </a:lnTo>
                <a:lnTo>
                  <a:pt x="1132182" y="67021"/>
                </a:lnTo>
                <a:lnTo>
                  <a:pt x="1132738" y="67638"/>
                </a:lnTo>
                <a:lnTo>
                  <a:pt x="1133284" y="68267"/>
                </a:lnTo>
                <a:lnTo>
                  <a:pt x="1133820" y="68908"/>
                </a:lnTo>
                <a:lnTo>
                  <a:pt x="1134346" y="69560"/>
                </a:lnTo>
                <a:lnTo>
                  <a:pt x="1134862" y="70224"/>
                </a:lnTo>
                <a:lnTo>
                  <a:pt x="1135368" y="70900"/>
                </a:lnTo>
                <a:lnTo>
                  <a:pt x="1135863" y="71588"/>
                </a:lnTo>
                <a:lnTo>
                  <a:pt x="1136349" y="72288"/>
                </a:lnTo>
                <a:lnTo>
                  <a:pt x="1136824" y="72999"/>
                </a:lnTo>
                <a:lnTo>
                  <a:pt x="1137290" y="73722"/>
                </a:lnTo>
                <a:lnTo>
                  <a:pt x="1137745" y="74457"/>
                </a:lnTo>
                <a:lnTo>
                  <a:pt x="1138190" y="75203"/>
                </a:lnTo>
                <a:lnTo>
                  <a:pt x="1138625" y="75961"/>
                </a:lnTo>
                <a:lnTo>
                  <a:pt x="1139050" y="76731"/>
                </a:lnTo>
                <a:lnTo>
                  <a:pt x="1139465" y="77513"/>
                </a:lnTo>
                <a:lnTo>
                  <a:pt x="1139870" y="78306"/>
                </a:lnTo>
                <a:lnTo>
                  <a:pt x="1140265" y="79112"/>
                </a:lnTo>
                <a:lnTo>
                  <a:pt x="1140265" y="123619"/>
                </a:lnTo>
                <a:lnTo>
                  <a:pt x="1139841" y="124317"/>
                </a:lnTo>
                <a:lnTo>
                  <a:pt x="1139407" y="125006"/>
                </a:lnTo>
                <a:lnTo>
                  <a:pt x="1138962" y="125687"/>
                </a:lnTo>
                <a:lnTo>
                  <a:pt x="1138506" y="126360"/>
                </a:lnTo>
                <a:lnTo>
                  <a:pt x="1138040" y="127024"/>
                </a:lnTo>
                <a:lnTo>
                  <a:pt x="1137563" y="127680"/>
                </a:lnTo>
                <a:lnTo>
                  <a:pt x="1137076" y="128327"/>
                </a:lnTo>
                <a:lnTo>
                  <a:pt x="1136577" y="128966"/>
                </a:lnTo>
                <a:lnTo>
                  <a:pt x="1136068" y="129596"/>
                </a:lnTo>
                <a:lnTo>
                  <a:pt x="1135549" y="130218"/>
                </a:lnTo>
                <a:lnTo>
                  <a:pt x="1135018" y="130831"/>
                </a:lnTo>
                <a:lnTo>
                  <a:pt x="1134477" y="131436"/>
                </a:lnTo>
                <a:lnTo>
                  <a:pt x="1133925" y="132033"/>
                </a:lnTo>
                <a:lnTo>
                  <a:pt x="1133363" y="132621"/>
                </a:lnTo>
                <a:lnTo>
                  <a:pt x="1132790" y="133201"/>
                </a:lnTo>
                <a:lnTo>
                  <a:pt x="1132206" y="133772"/>
                </a:lnTo>
                <a:lnTo>
                  <a:pt x="1131611" y="134335"/>
                </a:lnTo>
                <a:lnTo>
                  <a:pt x="1131006" y="134889"/>
                </a:lnTo>
                <a:lnTo>
                  <a:pt x="1130390" y="135435"/>
                </a:lnTo>
                <a:lnTo>
                  <a:pt x="1129763" y="135972"/>
                </a:lnTo>
                <a:lnTo>
                  <a:pt x="1129126" y="136501"/>
                </a:lnTo>
                <a:lnTo>
                  <a:pt x="1128478" y="137022"/>
                </a:lnTo>
                <a:lnTo>
                  <a:pt x="1127819" y="137534"/>
                </a:lnTo>
                <a:lnTo>
                  <a:pt x="1127150" y="138038"/>
                </a:lnTo>
                <a:lnTo>
                  <a:pt x="1126468" y="138527"/>
                </a:lnTo>
                <a:lnTo>
                  <a:pt x="1125772" y="138995"/>
                </a:lnTo>
                <a:lnTo>
                  <a:pt x="1125062" y="139443"/>
                </a:lnTo>
                <a:lnTo>
                  <a:pt x="1124337" y="139870"/>
                </a:lnTo>
                <a:lnTo>
                  <a:pt x="1123598" y="140275"/>
                </a:lnTo>
                <a:lnTo>
                  <a:pt x="1122845" y="140660"/>
                </a:lnTo>
                <a:lnTo>
                  <a:pt x="1122078" y="141025"/>
                </a:lnTo>
                <a:lnTo>
                  <a:pt x="1121296" y="141368"/>
                </a:lnTo>
                <a:lnTo>
                  <a:pt x="1120500" y="141691"/>
                </a:lnTo>
                <a:lnTo>
                  <a:pt x="1119690" y="141993"/>
                </a:lnTo>
                <a:lnTo>
                  <a:pt x="1118866" y="142274"/>
                </a:lnTo>
                <a:lnTo>
                  <a:pt x="1118027" y="142534"/>
                </a:lnTo>
                <a:lnTo>
                  <a:pt x="1117174" y="142773"/>
                </a:lnTo>
                <a:lnTo>
                  <a:pt x="1116307" y="142992"/>
                </a:lnTo>
                <a:lnTo>
                  <a:pt x="1115425" y="143189"/>
                </a:lnTo>
                <a:lnTo>
                  <a:pt x="1114530" y="143366"/>
                </a:lnTo>
                <a:lnTo>
                  <a:pt x="1113620" y="143522"/>
                </a:lnTo>
                <a:lnTo>
                  <a:pt x="1112695" y="143658"/>
                </a:lnTo>
                <a:lnTo>
                  <a:pt x="1111757" y="143772"/>
                </a:lnTo>
                <a:lnTo>
                  <a:pt x="1110804" y="143866"/>
                </a:lnTo>
                <a:lnTo>
                  <a:pt x="1109837" y="143939"/>
                </a:lnTo>
                <a:lnTo>
                  <a:pt x="1108856" y="143991"/>
                </a:lnTo>
                <a:lnTo>
                  <a:pt x="1107861" y="144022"/>
                </a:lnTo>
                <a:lnTo>
                  <a:pt x="1106851" y="144032"/>
                </a:lnTo>
                <a:lnTo>
                  <a:pt x="1105694" y="144013"/>
                </a:lnTo>
                <a:lnTo>
                  <a:pt x="1104560" y="143954"/>
                </a:lnTo>
                <a:lnTo>
                  <a:pt x="1103450" y="143856"/>
                </a:lnTo>
                <a:lnTo>
                  <a:pt x="1102364" y="143719"/>
                </a:lnTo>
                <a:close/>
                <a:moveTo>
                  <a:pt x="774000" y="142168"/>
                </a:moveTo>
                <a:lnTo>
                  <a:pt x="773219" y="142117"/>
                </a:lnTo>
                <a:lnTo>
                  <a:pt x="772464" y="142047"/>
                </a:lnTo>
                <a:lnTo>
                  <a:pt x="771735" y="141957"/>
                </a:lnTo>
                <a:lnTo>
                  <a:pt x="771032" y="141847"/>
                </a:lnTo>
                <a:lnTo>
                  <a:pt x="770355" y="141717"/>
                </a:lnTo>
                <a:lnTo>
                  <a:pt x="769704" y="141567"/>
                </a:lnTo>
                <a:lnTo>
                  <a:pt x="769078" y="141397"/>
                </a:lnTo>
                <a:lnTo>
                  <a:pt x="768479" y="141207"/>
                </a:lnTo>
                <a:lnTo>
                  <a:pt x="767906" y="140996"/>
                </a:lnTo>
                <a:lnTo>
                  <a:pt x="767358" y="140766"/>
                </a:lnTo>
                <a:lnTo>
                  <a:pt x="766836" y="140516"/>
                </a:lnTo>
                <a:lnTo>
                  <a:pt x="766341" y="140246"/>
                </a:lnTo>
                <a:lnTo>
                  <a:pt x="765871" y="139955"/>
                </a:lnTo>
                <a:lnTo>
                  <a:pt x="765427" y="139645"/>
                </a:lnTo>
                <a:lnTo>
                  <a:pt x="765009" y="139315"/>
                </a:lnTo>
                <a:lnTo>
                  <a:pt x="764618" y="138964"/>
                </a:lnTo>
                <a:lnTo>
                  <a:pt x="764252" y="138594"/>
                </a:lnTo>
                <a:lnTo>
                  <a:pt x="763911" y="138203"/>
                </a:lnTo>
                <a:lnTo>
                  <a:pt x="763597" y="137793"/>
                </a:lnTo>
                <a:lnTo>
                  <a:pt x="763309" y="137362"/>
                </a:lnTo>
                <a:lnTo>
                  <a:pt x="763047" y="136912"/>
                </a:lnTo>
                <a:lnTo>
                  <a:pt x="762811" y="136441"/>
                </a:lnTo>
                <a:lnTo>
                  <a:pt x="762592" y="135952"/>
                </a:lnTo>
                <a:lnTo>
                  <a:pt x="762383" y="135445"/>
                </a:lnTo>
                <a:lnTo>
                  <a:pt x="762183" y="134921"/>
                </a:lnTo>
                <a:lnTo>
                  <a:pt x="761992" y="134379"/>
                </a:lnTo>
                <a:lnTo>
                  <a:pt x="761810" y="133820"/>
                </a:lnTo>
                <a:lnTo>
                  <a:pt x="761638" y="133243"/>
                </a:lnTo>
                <a:lnTo>
                  <a:pt x="761475" y="132648"/>
                </a:lnTo>
                <a:lnTo>
                  <a:pt x="761322" y="132036"/>
                </a:lnTo>
                <a:lnTo>
                  <a:pt x="761178" y="131406"/>
                </a:lnTo>
                <a:lnTo>
                  <a:pt x="761043" y="130759"/>
                </a:lnTo>
                <a:lnTo>
                  <a:pt x="760917" y="130094"/>
                </a:lnTo>
                <a:lnTo>
                  <a:pt x="760801" y="129412"/>
                </a:lnTo>
                <a:lnTo>
                  <a:pt x="760694" y="128712"/>
                </a:lnTo>
                <a:lnTo>
                  <a:pt x="760596" y="127995"/>
                </a:lnTo>
                <a:lnTo>
                  <a:pt x="760508" y="127260"/>
                </a:lnTo>
                <a:lnTo>
                  <a:pt x="760429" y="126507"/>
                </a:lnTo>
                <a:lnTo>
                  <a:pt x="760359" y="125737"/>
                </a:lnTo>
                <a:lnTo>
                  <a:pt x="760298" y="124950"/>
                </a:lnTo>
                <a:lnTo>
                  <a:pt x="760247" y="124145"/>
                </a:lnTo>
                <a:lnTo>
                  <a:pt x="760205" y="123322"/>
                </a:lnTo>
                <a:lnTo>
                  <a:pt x="760173" y="122482"/>
                </a:lnTo>
                <a:lnTo>
                  <a:pt x="760149" y="121624"/>
                </a:lnTo>
                <a:lnTo>
                  <a:pt x="760135" y="120749"/>
                </a:lnTo>
                <a:lnTo>
                  <a:pt x="760131" y="119856"/>
                </a:lnTo>
                <a:lnTo>
                  <a:pt x="760131" y="58502"/>
                </a:lnTo>
                <a:lnTo>
                  <a:pt x="787500" y="58502"/>
                </a:lnTo>
                <a:lnTo>
                  <a:pt x="787500" y="43107"/>
                </a:lnTo>
                <a:lnTo>
                  <a:pt x="760131" y="43107"/>
                </a:lnTo>
                <a:lnTo>
                  <a:pt x="760131" y="17676"/>
                </a:lnTo>
                <a:lnTo>
                  <a:pt x="741200" y="17676"/>
                </a:lnTo>
                <a:lnTo>
                  <a:pt x="741200" y="43107"/>
                </a:lnTo>
                <a:lnTo>
                  <a:pt x="722612" y="43107"/>
                </a:lnTo>
                <a:lnTo>
                  <a:pt x="722612" y="58502"/>
                </a:lnTo>
                <a:lnTo>
                  <a:pt x="741200" y="58502"/>
                </a:lnTo>
                <a:lnTo>
                  <a:pt x="741200" y="120397"/>
                </a:lnTo>
                <a:lnTo>
                  <a:pt x="741205" y="121366"/>
                </a:lnTo>
                <a:lnTo>
                  <a:pt x="741219" y="122323"/>
                </a:lnTo>
                <a:lnTo>
                  <a:pt x="741242" y="123268"/>
                </a:lnTo>
                <a:lnTo>
                  <a:pt x="741275" y="124202"/>
                </a:lnTo>
                <a:lnTo>
                  <a:pt x="741316" y="125123"/>
                </a:lnTo>
                <a:lnTo>
                  <a:pt x="741368" y="126034"/>
                </a:lnTo>
                <a:lnTo>
                  <a:pt x="741428" y="126932"/>
                </a:lnTo>
                <a:lnTo>
                  <a:pt x="741498" y="127819"/>
                </a:lnTo>
                <a:lnTo>
                  <a:pt x="741577" y="128694"/>
                </a:lnTo>
                <a:lnTo>
                  <a:pt x="741665" y="129557"/>
                </a:lnTo>
                <a:lnTo>
                  <a:pt x="741763" y="130409"/>
                </a:lnTo>
                <a:lnTo>
                  <a:pt x="741870" y="131249"/>
                </a:lnTo>
                <a:lnTo>
                  <a:pt x="741986" y="132077"/>
                </a:lnTo>
                <a:lnTo>
                  <a:pt x="742112" y="132894"/>
                </a:lnTo>
                <a:lnTo>
                  <a:pt x="742247" y="133699"/>
                </a:lnTo>
                <a:lnTo>
                  <a:pt x="742391" y="134492"/>
                </a:lnTo>
                <a:lnTo>
                  <a:pt x="742545" y="135274"/>
                </a:lnTo>
                <a:lnTo>
                  <a:pt x="742708" y="136044"/>
                </a:lnTo>
                <a:lnTo>
                  <a:pt x="742880" y="136802"/>
                </a:lnTo>
                <a:lnTo>
                  <a:pt x="743061" y="137549"/>
                </a:lnTo>
                <a:lnTo>
                  <a:pt x="743252" y="138284"/>
                </a:lnTo>
                <a:lnTo>
                  <a:pt x="743452" y="139007"/>
                </a:lnTo>
                <a:lnTo>
                  <a:pt x="743661" y="139719"/>
                </a:lnTo>
                <a:lnTo>
                  <a:pt x="743880" y="140419"/>
                </a:lnTo>
                <a:lnTo>
                  <a:pt x="744111" y="141106"/>
                </a:lnTo>
                <a:lnTo>
                  <a:pt x="744358" y="141779"/>
                </a:lnTo>
                <a:lnTo>
                  <a:pt x="744620" y="142439"/>
                </a:lnTo>
                <a:lnTo>
                  <a:pt x="744899" y="143085"/>
                </a:lnTo>
                <a:lnTo>
                  <a:pt x="745192" y="143718"/>
                </a:lnTo>
                <a:lnTo>
                  <a:pt x="745502" y="144338"/>
                </a:lnTo>
                <a:lnTo>
                  <a:pt x="745827" y="144943"/>
                </a:lnTo>
                <a:lnTo>
                  <a:pt x="746167" y="145536"/>
                </a:lnTo>
                <a:lnTo>
                  <a:pt x="746523" y="146115"/>
                </a:lnTo>
                <a:lnTo>
                  <a:pt x="746895" y="146680"/>
                </a:lnTo>
                <a:lnTo>
                  <a:pt x="747283" y="147232"/>
                </a:lnTo>
                <a:lnTo>
                  <a:pt x="747686" y="147770"/>
                </a:lnTo>
                <a:lnTo>
                  <a:pt x="748105" y="148294"/>
                </a:lnTo>
                <a:lnTo>
                  <a:pt x="748539" y="148806"/>
                </a:lnTo>
                <a:lnTo>
                  <a:pt x="748990" y="149303"/>
                </a:lnTo>
                <a:lnTo>
                  <a:pt x="749455" y="149787"/>
                </a:lnTo>
                <a:lnTo>
                  <a:pt x="749937" y="150258"/>
                </a:lnTo>
                <a:lnTo>
                  <a:pt x="750434" y="150715"/>
                </a:lnTo>
                <a:lnTo>
                  <a:pt x="750946" y="151158"/>
                </a:lnTo>
                <a:lnTo>
                  <a:pt x="751475" y="151588"/>
                </a:lnTo>
                <a:lnTo>
                  <a:pt x="752019" y="152005"/>
                </a:lnTo>
                <a:lnTo>
                  <a:pt x="752578" y="152408"/>
                </a:lnTo>
                <a:lnTo>
                  <a:pt x="753154" y="152797"/>
                </a:lnTo>
                <a:lnTo>
                  <a:pt x="753745" y="153173"/>
                </a:lnTo>
                <a:lnTo>
                  <a:pt x="754354" y="153535"/>
                </a:lnTo>
                <a:lnTo>
                  <a:pt x="754986" y="153881"/>
                </a:lnTo>
                <a:lnTo>
                  <a:pt x="755639" y="154211"/>
                </a:lnTo>
                <a:lnTo>
                  <a:pt x="756314" y="154527"/>
                </a:lnTo>
                <a:lnTo>
                  <a:pt x="757010" y="154827"/>
                </a:lnTo>
                <a:lnTo>
                  <a:pt x="757729" y="155111"/>
                </a:lnTo>
                <a:lnTo>
                  <a:pt x="758469" y="155380"/>
                </a:lnTo>
                <a:lnTo>
                  <a:pt x="759231" y="155634"/>
                </a:lnTo>
                <a:lnTo>
                  <a:pt x="760015" y="155873"/>
                </a:lnTo>
                <a:lnTo>
                  <a:pt x="760821" y="156096"/>
                </a:lnTo>
                <a:lnTo>
                  <a:pt x="761648" y="156303"/>
                </a:lnTo>
                <a:lnTo>
                  <a:pt x="762497" y="156496"/>
                </a:lnTo>
                <a:lnTo>
                  <a:pt x="763368" y="156672"/>
                </a:lnTo>
                <a:lnTo>
                  <a:pt x="764261" y="156834"/>
                </a:lnTo>
                <a:lnTo>
                  <a:pt x="765175" y="156980"/>
                </a:lnTo>
                <a:lnTo>
                  <a:pt x="766112" y="157111"/>
                </a:lnTo>
                <a:lnTo>
                  <a:pt x="767070" y="157226"/>
                </a:lnTo>
                <a:lnTo>
                  <a:pt x="768049" y="157326"/>
                </a:lnTo>
                <a:lnTo>
                  <a:pt x="769051" y="157411"/>
                </a:lnTo>
                <a:lnTo>
                  <a:pt x="770074" y="157480"/>
                </a:lnTo>
                <a:lnTo>
                  <a:pt x="771120" y="157534"/>
                </a:lnTo>
                <a:lnTo>
                  <a:pt x="772187" y="157572"/>
                </a:lnTo>
                <a:lnTo>
                  <a:pt x="773275" y="157595"/>
                </a:lnTo>
                <a:lnTo>
                  <a:pt x="774386" y="157603"/>
                </a:lnTo>
                <a:lnTo>
                  <a:pt x="787728" y="157603"/>
                </a:lnTo>
                <a:lnTo>
                  <a:pt x="787728" y="142208"/>
                </a:lnTo>
                <a:lnTo>
                  <a:pt x="775640" y="142208"/>
                </a:lnTo>
                <a:lnTo>
                  <a:pt x="774807" y="142198"/>
                </a:lnTo>
                <a:lnTo>
                  <a:pt x="774000" y="142168"/>
                </a:lnTo>
                <a:close/>
                <a:moveTo>
                  <a:pt x="184328" y="74124"/>
                </a:moveTo>
                <a:lnTo>
                  <a:pt x="184796" y="73555"/>
                </a:lnTo>
                <a:lnTo>
                  <a:pt x="185276" y="72990"/>
                </a:lnTo>
                <a:lnTo>
                  <a:pt x="185766" y="72429"/>
                </a:lnTo>
                <a:lnTo>
                  <a:pt x="186269" y="71872"/>
                </a:lnTo>
                <a:lnTo>
                  <a:pt x="186782" y="71318"/>
                </a:lnTo>
                <a:lnTo>
                  <a:pt x="187308" y="70769"/>
                </a:lnTo>
                <a:lnTo>
                  <a:pt x="187844" y="70224"/>
                </a:lnTo>
                <a:lnTo>
                  <a:pt x="188393" y="69682"/>
                </a:lnTo>
                <a:lnTo>
                  <a:pt x="188952" y="69145"/>
                </a:lnTo>
                <a:lnTo>
                  <a:pt x="189524" y="68611"/>
                </a:lnTo>
                <a:lnTo>
                  <a:pt x="190106" y="68081"/>
                </a:lnTo>
                <a:lnTo>
                  <a:pt x="190700" y="67555"/>
                </a:lnTo>
                <a:lnTo>
                  <a:pt x="191306" y="67034"/>
                </a:lnTo>
                <a:lnTo>
                  <a:pt x="191923" y="66516"/>
                </a:lnTo>
                <a:lnTo>
                  <a:pt x="192552" y="66002"/>
                </a:lnTo>
                <a:lnTo>
                  <a:pt x="193192" y="65492"/>
                </a:lnTo>
                <a:lnTo>
                  <a:pt x="193843" y="64985"/>
                </a:lnTo>
                <a:lnTo>
                  <a:pt x="194506" y="64483"/>
                </a:lnTo>
                <a:lnTo>
                  <a:pt x="195181" y="63985"/>
                </a:lnTo>
                <a:lnTo>
                  <a:pt x="195867" y="63490"/>
                </a:lnTo>
                <a:lnTo>
                  <a:pt x="196564" y="63000"/>
                </a:lnTo>
                <a:lnTo>
                  <a:pt x="197275" y="62521"/>
                </a:lnTo>
                <a:lnTo>
                  <a:pt x="197999" y="62063"/>
                </a:lnTo>
                <a:lnTo>
                  <a:pt x="198737" y="61625"/>
                </a:lnTo>
                <a:lnTo>
                  <a:pt x="199488" y="61207"/>
                </a:lnTo>
                <a:lnTo>
                  <a:pt x="200254" y="60810"/>
                </a:lnTo>
                <a:lnTo>
                  <a:pt x="201033" y="60434"/>
                </a:lnTo>
                <a:lnTo>
                  <a:pt x="201827" y="60077"/>
                </a:lnTo>
                <a:lnTo>
                  <a:pt x="202634" y="59741"/>
                </a:lnTo>
                <a:lnTo>
                  <a:pt x="203455" y="59425"/>
                </a:lnTo>
                <a:lnTo>
                  <a:pt x="204290" y="59130"/>
                </a:lnTo>
                <a:lnTo>
                  <a:pt x="205139" y="58855"/>
                </a:lnTo>
                <a:lnTo>
                  <a:pt x="206001" y="58600"/>
                </a:lnTo>
                <a:lnTo>
                  <a:pt x="206878" y="58366"/>
                </a:lnTo>
                <a:lnTo>
                  <a:pt x="207768" y="58152"/>
                </a:lnTo>
                <a:lnTo>
                  <a:pt x="208672" y="57959"/>
                </a:lnTo>
                <a:lnTo>
                  <a:pt x="209590" y="57786"/>
                </a:lnTo>
                <a:lnTo>
                  <a:pt x="210522" y="57633"/>
                </a:lnTo>
                <a:lnTo>
                  <a:pt x="211468" y="57501"/>
                </a:lnTo>
                <a:lnTo>
                  <a:pt x="212428" y="57389"/>
                </a:lnTo>
                <a:lnTo>
                  <a:pt x="213401" y="57297"/>
                </a:lnTo>
                <a:lnTo>
                  <a:pt x="214389" y="57226"/>
                </a:lnTo>
                <a:lnTo>
                  <a:pt x="215390" y="57175"/>
                </a:lnTo>
                <a:lnTo>
                  <a:pt x="216405" y="57144"/>
                </a:lnTo>
                <a:lnTo>
                  <a:pt x="217434" y="57134"/>
                </a:lnTo>
                <a:lnTo>
                  <a:pt x="218121" y="57140"/>
                </a:lnTo>
                <a:lnTo>
                  <a:pt x="218794" y="57160"/>
                </a:lnTo>
                <a:lnTo>
                  <a:pt x="219454" y="57192"/>
                </a:lnTo>
                <a:lnTo>
                  <a:pt x="220099" y="57238"/>
                </a:lnTo>
                <a:lnTo>
                  <a:pt x="220732" y="57296"/>
                </a:lnTo>
                <a:lnTo>
                  <a:pt x="221350" y="57367"/>
                </a:lnTo>
                <a:lnTo>
                  <a:pt x="221955" y="57451"/>
                </a:lnTo>
                <a:lnTo>
                  <a:pt x="222547" y="57549"/>
                </a:lnTo>
                <a:lnTo>
                  <a:pt x="223124" y="57659"/>
                </a:lnTo>
                <a:lnTo>
                  <a:pt x="223688" y="57782"/>
                </a:lnTo>
                <a:lnTo>
                  <a:pt x="224238" y="57918"/>
                </a:lnTo>
                <a:lnTo>
                  <a:pt x="224775" y="58067"/>
                </a:lnTo>
                <a:lnTo>
                  <a:pt x="225298" y="58229"/>
                </a:lnTo>
                <a:lnTo>
                  <a:pt x="225807" y="58404"/>
                </a:lnTo>
                <a:lnTo>
                  <a:pt x="226303" y="58591"/>
                </a:lnTo>
                <a:lnTo>
                  <a:pt x="226785" y="58792"/>
                </a:lnTo>
                <a:lnTo>
                  <a:pt x="227253" y="59006"/>
                </a:lnTo>
                <a:lnTo>
                  <a:pt x="227708" y="59233"/>
                </a:lnTo>
                <a:lnTo>
                  <a:pt x="228149" y="59472"/>
                </a:lnTo>
                <a:lnTo>
                  <a:pt x="228576" y="59725"/>
                </a:lnTo>
                <a:lnTo>
                  <a:pt x="228990" y="59991"/>
                </a:lnTo>
                <a:lnTo>
                  <a:pt x="229390" y="60269"/>
                </a:lnTo>
                <a:lnTo>
                  <a:pt x="229776" y="60561"/>
                </a:lnTo>
                <a:lnTo>
                  <a:pt x="230149" y="60865"/>
                </a:lnTo>
                <a:lnTo>
                  <a:pt x="230510" y="61181"/>
                </a:lnTo>
                <a:lnTo>
                  <a:pt x="230862" y="61506"/>
                </a:lnTo>
                <a:lnTo>
                  <a:pt x="231205" y="61842"/>
                </a:lnTo>
                <a:lnTo>
                  <a:pt x="231538" y="62186"/>
                </a:lnTo>
                <a:lnTo>
                  <a:pt x="231862" y="62541"/>
                </a:lnTo>
                <a:lnTo>
                  <a:pt x="232177" y="62905"/>
                </a:lnTo>
                <a:lnTo>
                  <a:pt x="232482" y="63279"/>
                </a:lnTo>
                <a:lnTo>
                  <a:pt x="232778" y="63662"/>
                </a:lnTo>
                <a:lnTo>
                  <a:pt x="233065" y="64055"/>
                </a:lnTo>
                <a:lnTo>
                  <a:pt x="233343" y="64458"/>
                </a:lnTo>
                <a:lnTo>
                  <a:pt x="233611" y="64871"/>
                </a:lnTo>
                <a:lnTo>
                  <a:pt x="233870" y="65293"/>
                </a:lnTo>
                <a:lnTo>
                  <a:pt x="234119" y="65725"/>
                </a:lnTo>
                <a:lnTo>
                  <a:pt x="234360" y="66167"/>
                </a:lnTo>
                <a:lnTo>
                  <a:pt x="234591" y="66618"/>
                </a:lnTo>
                <a:lnTo>
                  <a:pt x="234812" y="67079"/>
                </a:lnTo>
                <a:lnTo>
                  <a:pt x="235025" y="67549"/>
                </a:lnTo>
                <a:lnTo>
                  <a:pt x="235228" y="68030"/>
                </a:lnTo>
                <a:lnTo>
                  <a:pt x="235421" y="68520"/>
                </a:lnTo>
                <a:lnTo>
                  <a:pt x="235606" y="69019"/>
                </a:lnTo>
                <a:lnTo>
                  <a:pt x="235781" y="69529"/>
                </a:lnTo>
                <a:lnTo>
                  <a:pt x="235947" y="70047"/>
                </a:lnTo>
                <a:lnTo>
                  <a:pt x="236103" y="70576"/>
                </a:lnTo>
                <a:lnTo>
                  <a:pt x="236250" y="71114"/>
                </a:lnTo>
                <a:lnTo>
                  <a:pt x="236390" y="71661"/>
                </a:lnTo>
                <a:lnTo>
                  <a:pt x="236524" y="72213"/>
                </a:lnTo>
                <a:lnTo>
                  <a:pt x="236651" y="72773"/>
                </a:lnTo>
                <a:lnTo>
                  <a:pt x="236773" y="73339"/>
                </a:lnTo>
                <a:lnTo>
                  <a:pt x="236889" y="73911"/>
                </a:lnTo>
                <a:lnTo>
                  <a:pt x="236999" y="74490"/>
                </a:lnTo>
                <a:lnTo>
                  <a:pt x="237103" y="75076"/>
                </a:lnTo>
                <a:lnTo>
                  <a:pt x="237201" y="75669"/>
                </a:lnTo>
                <a:lnTo>
                  <a:pt x="237293" y="76267"/>
                </a:lnTo>
                <a:lnTo>
                  <a:pt x="237379" y="76873"/>
                </a:lnTo>
                <a:lnTo>
                  <a:pt x="237459" y="77485"/>
                </a:lnTo>
                <a:lnTo>
                  <a:pt x="237533" y="78104"/>
                </a:lnTo>
                <a:lnTo>
                  <a:pt x="237602" y="78729"/>
                </a:lnTo>
                <a:lnTo>
                  <a:pt x="237664" y="79361"/>
                </a:lnTo>
                <a:lnTo>
                  <a:pt x="237720" y="80000"/>
                </a:lnTo>
                <a:lnTo>
                  <a:pt x="237771" y="80645"/>
                </a:lnTo>
                <a:lnTo>
                  <a:pt x="237815" y="81296"/>
                </a:lnTo>
                <a:lnTo>
                  <a:pt x="237854" y="81955"/>
                </a:lnTo>
                <a:lnTo>
                  <a:pt x="237887" y="82620"/>
                </a:lnTo>
                <a:lnTo>
                  <a:pt x="237913" y="83291"/>
                </a:lnTo>
                <a:lnTo>
                  <a:pt x="237934" y="83969"/>
                </a:lnTo>
                <a:lnTo>
                  <a:pt x="237949" y="84654"/>
                </a:lnTo>
                <a:lnTo>
                  <a:pt x="237958" y="85345"/>
                </a:lnTo>
                <a:lnTo>
                  <a:pt x="237961" y="86043"/>
                </a:lnTo>
                <a:lnTo>
                  <a:pt x="237961" y="157603"/>
                </a:lnTo>
                <a:lnTo>
                  <a:pt x="257006" y="157603"/>
                </a:lnTo>
                <a:lnTo>
                  <a:pt x="257006" y="83595"/>
                </a:lnTo>
                <a:lnTo>
                  <a:pt x="256991" y="81931"/>
                </a:lnTo>
                <a:lnTo>
                  <a:pt x="256948" y="80299"/>
                </a:lnTo>
                <a:lnTo>
                  <a:pt x="256875" y="78697"/>
                </a:lnTo>
                <a:lnTo>
                  <a:pt x="256774" y="77128"/>
                </a:lnTo>
                <a:lnTo>
                  <a:pt x="256644" y="75589"/>
                </a:lnTo>
                <a:lnTo>
                  <a:pt x="256485" y="74082"/>
                </a:lnTo>
                <a:lnTo>
                  <a:pt x="256297" y="72606"/>
                </a:lnTo>
                <a:lnTo>
                  <a:pt x="256081" y="71161"/>
                </a:lnTo>
                <a:lnTo>
                  <a:pt x="255835" y="69748"/>
                </a:lnTo>
                <a:lnTo>
                  <a:pt x="255560" y="68366"/>
                </a:lnTo>
                <a:lnTo>
                  <a:pt x="255257" y="67015"/>
                </a:lnTo>
                <a:lnTo>
                  <a:pt x="254924" y="65696"/>
                </a:lnTo>
                <a:lnTo>
                  <a:pt x="254563" y="64408"/>
                </a:lnTo>
                <a:lnTo>
                  <a:pt x="254173" y="63151"/>
                </a:lnTo>
                <a:lnTo>
                  <a:pt x="253754" y="61925"/>
                </a:lnTo>
                <a:lnTo>
                  <a:pt x="253306" y="60731"/>
                </a:lnTo>
                <a:lnTo>
                  <a:pt x="252829" y="59568"/>
                </a:lnTo>
                <a:lnTo>
                  <a:pt x="252323" y="58437"/>
                </a:lnTo>
                <a:lnTo>
                  <a:pt x="251788" y="57337"/>
                </a:lnTo>
                <a:lnTo>
                  <a:pt x="251224" y="56268"/>
                </a:lnTo>
                <a:lnTo>
                  <a:pt x="250632" y="55230"/>
                </a:lnTo>
                <a:lnTo>
                  <a:pt x="250010" y="54224"/>
                </a:lnTo>
                <a:lnTo>
                  <a:pt x="249360" y="53249"/>
                </a:lnTo>
                <a:lnTo>
                  <a:pt x="248681" y="52305"/>
                </a:lnTo>
                <a:lnTo>
                  <a:pt x="247970" y="51396"/>
                </a:lnTo>
                <a:lnTo>
                  <a:pt x="247224" y="50526"/>
                </a:lnTo>
                <a:lnTo>
                  <a:pt x="246444" y="49695"/>
                </a:lnTo>
                <a:lnTo>
                  <a:pt x="245630" y="48902"/>
                </a:lnTo>
                <a:lnTo>
                  <a:pt x="244781" y="48148"/>
                </a:lnTo>
                <a:lnTo>
                  <a:pt x="243898" y="47433"/>
                </a:lnTo>
                <a:lnTo>
                  <a:pt x="242980" y="46756"/>
                </a:lnTo>
                <a:lnTo>
                  <a:pt x="242028" y="46118"/>
                </a:lnTo>
                <a:lnTo>
                  <a:pt x="241042" y="45519"/>
                </a:lnTo>
                <a:lnTo>
                  <a:pt x="240021" y="44958"/>
                </a:lnTo>
                <a:lnTo>
                  <a:pt x="238965" y="44436"/>
                </a:lnTo>
                <a:lnTo>
                  <a:pt x="237875" y="43953"/>
                </a:lnTo>
                <a:lnTo>
                  <a:pt x="236751" y="43508"/>
                </a:lnTo>
                <a:lnTo>
                  <a:pt x="235592" y="43102"/>
                </a:lnTo>
                <a:lnTo>
                  <a:pt x="234399" y="42734"/>
                </a:lnTo>
                <a:lnTo>
                  <a:pt x="233171" y="42406"/>
                </a:lnTo>
                <a:lnTo>
                  <a:pt x="231909" y="42116"/>
                </a:lnTo>
                <a:lnTo>
                  <a:pt x="230612" y="41864"/>
                </a:lnTo>
                <a:lnTo>
                  <a:pt x="229281" y="41652"/>
                </a:lnTo>
                <a:lnTo>
                  <a:pt x="227916" y="41478"/>
                </a:lnTo>
                <a:lnTo>
                  <a:pt x="226516" y="41342"/>
                </a:lnTo>
                <a:lnTo>
                  <a:pt x="225082" y="41246"/>
                </a:lnTo>
                <a:lnTo>
                  <a:pt x="223613" y="41188"/>
                </a:lnTo>
                <a:lnTo>
                  <a:pt x="222109" y="41168"/>
                </a:lnTo>
                <a:lnTo>
                  <a:pt x="220874" y="41179"/>
                </a:lnTo>
                <a:lnTo>
                  <a:pt x="219657" y="41210"/>
                </a:lnTo>
                <a:lnTo>
                  <a:pt x="218458" y="41262"/>
                </a:lnTo>
                <a:lnTo>
                  <a:pt x="217279" y="41335"/>
                </a:lnTo>
                <a:lnTo>
                  <a:pt x="216117" y="41428"/>
                </a:lnTo>
                <a:lnTo>
                  <a:pt x="214975" y="41543"/>
                </a:lnTo>
                <a:lnTo>
                  <a:pt x="213851" y="41678"/>
                </a:lnTo>
                <a:lnTo>
                  <a:pt x="212745" y="41834"/>
                </a:lnTo>
                <a:lnTo>
                  <a:pt x="211659" y="42010"/>
                </a:lnTo>
                <a:lnTo>
                  <a:pt x="210591" y="42208"/>
                </a:lnTo>
                <a:lnTo>
                  <a:pt x="209541" y="42426"/>
                </a:lnTo>
                <a:lnTo>
                  <a:pt x="208510" y="42665"/>
                </a:lnTo>
                <a:lnTo>
                  <a:pt x="207498" y="42925"/>
                </a:lnTo>
                <a:lnTo>
                  <a:pt x="206504" y="43206"/>
                </a:lnTo>
                <a:lnTo>
                  <a:pt x="205529" y="43507"/>
                </a:lnTo>
                <a:lnTo>
                  <a:pt x="204573" y="43829"/>
                </a:lnTo>
                <a:lnTo>
                  <a:pt x="203635" y="44172"/>
                </a:lnTo>
                <a:lnTo>
                  <a:pt x="202716" y="44536"/>
                </a:lnTo>
                <a:lnTo>
                  <a:pt x="201815" y="44921"/>
                </a:lnTo>
                <a:lnTo>
                  <a:pt x="200933" y="45326"/>
                </a:lnTo>
                <a:lnTo>
                  <a:pt x="200069" y="45752"/>
                </a:lnTo>
                <a:lnTo>
                  <a:pt x="199225" y="46199"/>
                </a:lnTo>
                <a:lnTo>
                  <a:pt x="198398" y="46667"/>
                </a:lnTo>
                <a:lnTo>
                  <a:pt x="197591" y="47155"/>
                </a:lnTo>
                <a:lnTo>
                  <a:pt x="196800" y="47656"/>
                </a:lnTo>
                <a:lnTo>
                  <a:pt x="196025" y="48158"/>
                </a:lnTo>
                <a:lnTo>
                  <a:pt x="195266" y="48664"/>
                </a:lnTo>
                <a:lnTo>
                  <a:pt x="194521" y="49172"/>
                </a:lnTo>
                <a:lnTo>
                  <a:pt x="193792" y="49682"/>
                </a:lnTo>
                <a:lnTo>
                  <a:pt x="193079" y="50195"/>
                </a:lnTo>
                <a:lnTo>
                  <a:pt x="192381" y="50711"/>
                </a:lnTo>
                <a:lnTo>
                  <a:pt x="191699" y="51229"/>
                </a:lnTo>
                <a:lnTo>
                  <a:pt x="191032" y="51750"/>
                </a:lnTo>
                <a:lnTo>
                  <a:pt x="190380" y="52273"/>
                </a:lnTo>
                <a:lnTo>
                  <a:pt x="189744" y="52799"/>
                </a:lnTo>
                <a:lnTo>
                  <a:pt x="189123" y="53328"/>
                </a:lnTo>
                <a:lnTo>
                  <a:pt x="188518" y="53859"/>
                </a:lnTo>
                <a:lnTo>
                  <a:pt x="187928" y="54393"/>
                </a:lnTo>
                <a:lnTo>
                  <a:pt x="187354" y="54929"/>
                </a:lnTo>
                <a:lnTo>
                  <a:pt x="186795" y="55468"/>
                </a:lnTo>
                <a:lnTo>
                  <a:pt x="186252" y="56009"/>
                </a:lnTo>
                <a:lnTo>
                  <a:pt x="185724" y="56553"/>
                </a:lnTo>
                <a:lnTo>
                  <a:pt x="185211" y="57100"/>
                </a:lnTo>
                <a:lnTo>
                  <a:pt x="184714" y="57649"/>
                </a:lnTo>
                <a:lnTo>
                  <a:pt x="184232" y="58200"/>
                </a:lnTo>
                <a:lnTo>
                  <a:pt x="183766" y="58755"/>
                </a:lnTo>
                <a:lnTo>
                  <a:pt x="183315" y="59311"/>
                </a:lnTo>
                <a:lnTo>
                  <a:pt x="182880" y="59871"/>
                </a:lnTo>
                <a:lnTo>
                  <a:pt x="182195" y="43107"/>
                </a:lnTo>
                <a:lnTo>
                  <a:pt x="163949" y="43107"/>
                </a:lnTo>
                <a:lnTo>
                  <a:pt x="163949" y="157603"/>
                </a:lnTo>
                <a:lnTo>
                  <a:pt x="182994" y="157603"/>
                </a:lnTo>
                <a:lnTo>
                  <a:pt x="182994" y="75854"/>
                </a:lnTo>
                <a:lnTo>
                  <a:pt x="183427" y="75274"/>
                </a:lnTo>
                <a:lnTo>
                  <a:pt x="183872" y="74697"/>
                </a:lnTo>
                <a:lnTo>
                  <a:pt x="184328" y="74124"/>
                </a:lnTo>
                <a:close/>
                <a:moveTo>
                  <a:pt x="567804" y="75458"/>
                </a:moveTo>
                <a:lnTo>
                  <a:pt x="568117" y="75034"/>
                </a:lnTo>
                <a:lnTo>
                  <a:pt x="568434" y="74613"/>
                </a:lnTo>
                <a:lnTo>
                  <a:pt x="568754" y="74197"/>
                </a:lnTo>
                <a:lnTo>
                  <a:pt x="569078" y="73785"/>
                </a:lnTo>
                <a:lnTo>
                  <a:pt x="569405" y="73378"/>
                </a:lnTo>
                <a:lnTo>
                  <a:pt x="569736" y="72974"/>
                </a:lnTo>
                <a:lnTo>
                  <a:pt x="570070" y="72576"/>
                </a:lnTo>
                <a:lnTo>
                  <a:pt x="570408" y="72181"/>
                </a:lnTo>
                <a:lnTo>
                  <a:pt x="570750" y="71791"/>
                </a:lnTo>
                <a:lnTo>
                  <a:pt x="571095" y="71405"/>
                </a:lnTo>
                <a:lnTo>
                  <a:pt x="571444" y="71023"/>
                </a:lnTo>
                <a:lnTo>
                  <a:pt x="571796" y="70646"/>
                </a:lnTo>
                <a:lnTo>
                  <a:pt x="572152" y="70273"/>
                </a:lnTo>
                <a:lnTo>
                  <a:pt x="572511" y="69905"/>
                </a:lnTo>
                <a:lnTo>
                  <a:pt x="572874" y="69541"/>
                </a:lnTo>
                <a:lnTo>
                  <a:pt x="573240" y="69181"/>
                </a:lnTo>
                <a:lnTo>
                  <a:pt x="573610" y="68825"/>
                </a:lnTo>
                <a:lnTo>
                  <a:pt x="573984" y="68474"/>
                </a:lnTo>
                <a:lnTo>
                  <a:pt x="574361" y="68127"/>
                </a:lnTo>
                <a:lnTo>
                  <a:pt x="574742" y="67785"/>
                </a:lnTo>
                <a:lnTo>
                  <a:pt x="575126" y="67446"/>
                </a:lnTo>
                <a:lnTo>
                  <a:pt x="575514" y="67112"/>
                </a:lnTo>
                <a:lnTo>
                  <a:pt x="575906" y="66784"/>
                </a:lnTo>
                <a:lnTo>
                  <a:pt x="576304" y="66461"/>
                </a:lnTo>
                <a:lnTo>
                  <a:pt x="576708" y="66144"/>
                </a:lnTo>
                <a:lnTo>
                  <a:pt x="577117" y="65833"/>
                </a:lnTo>
                <a:lnTo>
                  <a:pt x="577531" y="65529"/>
                </a:lnTo>
                <a:lnTo>
                  <a:pt x="577952" y="65230"/>
                </a:lnTo>
                <a:lnTo>
                  <a:pt x="578377" y="64937"/>
                </a:lnTo>
                <a:lnTo>
                  <a:pt x="578808" y="64650"/>
                </a:lnTo>
                <a:lnTo>
                  <a:pt x="579245" y="64369"/>
                </a:lnTo>
                <a:lnTo>
                  <a:pt x="579688" y="64095"/>
                </a:lnTo>
                <a:lnTo>
                  <a:pt x="580135" y="63826"/>
                </a:lnTo>
                <a:lnTo>
                  <a:pt x="580589" y="63563"/>
                </a:lnTo>
                <a:lnTo>
                  <a:pt x="581048" y="63306"/>
                </a:lnTo>
                <a:lnTo>
                  <a:pt x="581512" y="63055"/>
                </a:lnTo>
                <a:lnTo>
                  <a:pt x="581982" y="62810"/>
                </a:lnTo>
                <a:lnTo>
                  <a:pt x="582458" y="62571"/>
                </a:lnTo>
                <a:lnTo>
                  <a:pt x="582939" y="62339"/>
                </a:lnTo>
                <a:lnTo>
                  <a:pt x="583426" y="62112"/>
                </a:lnTo>
                <a:lnTo>
                  <a:pt x="583918" y="61891"/>
                </a:lnTo>
                <a:lnTo>
                  <a:pt x="584415" y="61676"/>
                </a:lnTo>
                <a:lnTo>
                  <a:pt x="584919" y="61467"/>
                </a:lnTo>
                <a:lnTo>
                  <a:pt x="585428" y="61264"/>
                </a:lnTo>
                <a:lnTo>
                  <a:pt x="585942" y="61067"/>
                </a:lnTo>
                <a:lnTo>
                  <a:pt x="586462" y="60876"/>
                </a:lnTo>
                <a:lnTo>
                  <a:pt x="586988" y="60691"/>
                </a:lnTo>
                <a:lnTo>
                  <a:pt x="587521" y="60515"/>
                </a:lnTo>
                <a:lnTo>
                  <a:pt x="588062" y="60346"/>
                </a:lnTo>
                <a:lnTo>
                  <a:pt x="588610" y="60185"/>
                </a:lnTo>
                <a:lnTo>
                  <a:pt x="589164" y="60032"/>
                </a:lnTo>
                <a:lnTo>
                  <a:pt x="589726" y="59887"/>
                </a:lnTo>
                <a:lnTo>
                  <a:pt x="590295" y="59750"/>
                </a:lnTo>
                <a:lnTo>
                  <a:pt x="590871" y="59621"/>
                </a:lnTo>
                <a:lnTo>
                  <a:pt x="591455" y="59499"/>
                </a:lnTo>
                <a:lnTo>
                  <a:pt x="592045" y="59385"/>
                </a:lnTo>
                <a:lnTo>
                  <a:pt x="592643" y="59279"/>
                </a:lnTo>
                <a:lnTo>
                  <a:pt x="593247" y="59181"/>
                </a:lnTo>
                <a:lnTo>
                  <a:pt x="593859" y="59091"/>
                </a:lnTo>
                <a:lnTo>
                  <a:pt x="594478" y="59009"/>
                </a:lnTo>
                <a:lnTo>
                  <a:pt x="595104" y="58934"/>
                </a:lnTo>
                <a:lnTo>
                  <a:pt x="595737" y="58867"/>
                </a:lnTo>
                <a:lnTo>
                  <a:pt x="596377" y="58809"/>
                </a:lnTo>
                <a:lnTo>
                  <a:pt x="597025" y="58758"/>
                </a:lnTo>
                <a:lnTo>
                  <a:pt x="597679" y="58715"/>
                </a:lnTo>
                <a:lnTo>
                  <a:pt x="598341" y="58679"/>
                </a:lnTo>
                <a:lnTo>
                  <a:pt x="599010" y="58652"/>
                </a:lnTo>
                <a:lnTo>
                  <a:pt x="599686" y="58632"/>
                </a:lnTo>
                <a:lnTo>
                  <a:pt x="600369" y="58620"/>
                </a:lnTo>
                <a:lnTo>
                  <a:pt x="601059" y="58616"/>
                </a:lnTo>
                <a:lnTo>
                  <a:pt x="603682" y="58616"/>
                </a:lnTo>
                <a:lnTo>
                  <a:pt x="603682" y="41168"/>
                </a:lnTo>
                <a:lnTo>
                  <a:pt x="601401" y="41168"/>
                </a:lnTo>
                <a:lnTo>
                  <a:pt x="600298" y="41178"/>
                </a:lnTo>
                <a:lnTo>
                  <a:pt x="599212" y="41209"/>
                </a:lnTo>
                <a:lnTo>
                  <a:pt x="598144" y="41259"/>
                </a:lnTo>
                <a:lnTo>
                  <a:pt x="597093" y="41330"/>
                </a:lnTo>
                <a:lnTo>
                  <a:pt x="596059" y="41421"/>
                </a:lnTo>
                <a:lnTo>
                  <a:pt x="595043" y="41532"/>
                </a:lnTo>
                <a:lnTo>
                  <a:pt x="594045" y="41663"/>
                </a:lnTo>
                <a:lnTo>
                  <a:pt x="593063" y="41815"/>
                </a:lnTo>
                <a:lnTo>
                  <a:pt x="592100" y="41986"/>
                </a:lnTo>
                <a:lnTo>
                  <a:pt x="591153" y="42178"/>
                </a:lnTo>
                <a:lnTo>
                  <a:pt x="590224" y="42390"/>
                </a:lnTo>
                <a:lnTo>
                  <a:pt x="589313" y="42622"/>
                </a:lnTo>
                <a:lnTo>
                  <a:pt x="588419" y="42875"/>
                </a:lnTo>
                <a:lnTo>
                  <a:pt x="587542" y="43147"/>
                </a:lnTo>
                <a:lnTo>
                  <a:pt x="586683" y="43440"/>
                </a:lnTo>
                <a:lnTo>
                  <a:pt x="585841" y="43753"/>
                </a:lnTo>
                <a:lnTo>
                  <a:pt x="585017" y="44086"/>
                </a:lnTo>
                <a:lnTo>
                  <a:pt x="584210" y="44440"/>
                </a:lnTo>
                <a:lnTo>
                  <a:pt x="583420" y="44813"/>
                </a:lnTo>
                <a:lnTo>
                  <a:pt x="582648" y="45207"/>
                </a:lnTo>
                <a:lnTo>
                  <a:pt x="581893" y="45621"/>
                </a:lnTo>
                <a:lnTo>
                  <a:pt x="581156" y="46055"/>
                </a:lnTo>
                <a:lnTo>
                  <a:pt x="580436" y="46510"/>
                </a:lnTo>
                <a:lnTo>
                  <a:pt x="579733" y="46984"/>
                </a:lnTo>
                <a:lnTo>
                  <a:pt x="579046" y="47474"/>
                </a:lnTo>
                <a:lnTo>
                  <a:pt x="578371" y="47974"/>
                </a:lnTo>
                <a:lnTo>
                  <a:pt x="577709" y="48483"/>
                </a:lnTo>
                <a:lnTo>
                  <a:pt x="577060" y="49002"/>
                </a:lnTo>
                <a:lnTo>
                  <a:pt x="576423" y="49531"/>
                </a:lnTo>
                <a:lnTo>
                  <a:pt x="575799" y="50071"/>
                </a:lnTo>
                <a:lnTo>
                  <a:pt x="575188" y="50620"/>
                </a:lnTo>
                <a:lnTo>
                  <a:pt x="574589" y="51179"/>
                </a:lnTo>
                <a:lnTo>
                  <a:pt x="574003" y="51747"/>
                </a:lnTo>
                <a:lnTo>
                  <a:pt x="573430" y="52326"/>
                </a:lnTo>
                <a:lnTo>
                  <a:pt x="572869" y="52915"/>
                </a:lnTo>
                <a:lnTo>
                  <a:pt x="572321" y="53513"/>
                </a:lnTo>
                <a:lnTo>
                  <a:pt x="571786" y="54122"/>
                </a:lnTo>
                <a:lnTo>
                  <a:pt x="571263" y="54740"/>
                </a:lnTo>
                <a:lnTo>
                  <a:pt x="570753" y="55368"/>
                </a:lnTo>
                <a:lnTo>
                  <a:pt x="570255" y="56006"/>
                </a:lnTo>
                <a:lnTo>
                  <a:pt x="569771" y="56654"/>
                </a:lnTo>
                <a:lnTo>
                  <a:pt x="569299" y="57312"/>
                </a:lnTo>
                <a:lnTo>
                  <a:pt x="568839" y="57980"/>
                </a:lnTo>
                <a:lnTo>
                  <a:pt x="568393" y="58658"/>
                </a:lnTo>
                <a:lnTo>
                  <a:pt x="567959" y="59345"/>
                </a:lnTo>
                <a:lnTo>
                  <a:pt x="567538" y="60043"/>
                </a:lnTo>
                <a:lnTo>
                  <a:pt x="567129" y="60750"/>
                </a:lnTo>
                <a:lnTo>
                  <a:pt x="566733" y="61467"/>
                </a:lnTo>
                <a:lnTo>
                  <a:pt x="566049" y="43107"/>
                </a:lnTo>
                <a:lnTo>
                  <a:pt x="548144" y="43107"/>
                </a:lnTo>
                <a:lnTo>
                  <a:pt x="548144" y="157603"/>
                </a:lnTo>
                <a:lnTo>
                  <a:pt x="567189" y="157603"/>
                </a:lnTo>
                <a:lnTo>
                  <a:pt x="567189" y="76321"/>
                </a:lnTo>
                <a:lnTo>
                  <a:pt x="567495" y="75888"/>
                </a:lnTo>
                <a:lnTo>
                  <a:pt x="567804" y="75458"/>
                </a:lnTo>
                <a:close/>
                <a:moveTo>
                  <a:pt x="952730" y="74697"/>
                </a:moveTo>
                <a:lnTo>
                  <a:pt x="953186" y="74124"/>
                </a:lnTo>
                <a:lnTo>
                  <a:pt x="953654" y="73555"/>
                </a:lnTo>
                <a:lnTo>
                  <a:pt x="954133" y="72990"/>
                </a:lnTo>
                <a:lnTo>
                  <a:pt x="954624" y="72429"/>
                </a:lnTo>
                <a:lnTo>
                  <a:pt x="955127" y="71872"/>
                </a:lnTo>
                <a:lnTo>
                  <a:pt x="955640" y="71318"/>
                </a:lnTo>
                <a:lnTo>
                  <a:pt x="956166" y="70769"/>
                </a:lnTo>
                <a:lnTo>
                  <a:pt x="956702" y="70224"/>
                </a:lnTo>
                <a:lnTo>
                  <a:pt x="957250" y="69682"/>
                </a:lnTo>
                <a:lnTo>
                  <a:pt x="957810" y="69145"/>
                </a:lnTo>
                <a:lnTo>
                  <a:pt x="958381" y="68611"/>
                </a:lnTo>
                <a:lnTo>
                  <a:pt x="958964" y="68081"/>
                </a:lnTo>
                <a:lnTo>
                  <a:pt x="959558" y="67555"/>
                </a:lnTo>
                <a:lnTo>
                  <a:pt x="960164" y="67034"/>
                </a:lnTo>
                <a:lnTo>
                  <a:pt x="960781" y="66516"/>
                </a:lnTo>
                <a:lnTo>
                  <a:pt x="961410" y="66002"/>
                </a:lnTo>
                <a:lnTo>
                  <a:pt x="962050" y="65492"/>
                </a:lnTo>
                <a:lnTo>
                  <a:pt x="962701" y="64985"/>
                </a:lnTo>
                <a:lnTo>
                  <a:pt x="963364" y="64483"/>
                </a:lnTo>
                <a:lnTo>
                  <a:pt x="964039" y="63985"/>
                </a:lnTo>
                <a:lnTo>
                  <a:pt x="964725" y="63490"/>
                </a:lnTo>
                <a:lnTo>
                  <a:pt x="965422" y="63000"/>
                </a:lnTo>
                <a:lnTo>
                  <a:pt x="966133" y="62521"/>
                </a:lnTo>
                <a:lnTo>
                  <a:pt x="966857" y="62063"/>
                </a:lnTo>
                <a:lnTo>
                  <a:pt x="967594" y="61625"/>
                </a:lnTo>
                <a:lnTo>
                  <a:pt x="968346" y="61207"/>
                </a:lnTo>
                <a:lnTo>
                  <a:pt x="969112" y="60810"/>
                </a:lnTo>
                <a:lnTo>
                  <a:pt x="969891" y="60434"/>
                </a:lnTo>
                <a:lnTo>
                  <a:pt x="970685" y="60077"/>
                </a:lnTo>
                <a:lnTo>
                  <a:pt x="971492" y="59741"/>
                </a:lnTo>
                <a:lnTo>
                  <a:pt x="972313" y="59425"/>
                </a:lnTo>
                <a:lnTo>
                  <a:pt x="973148" y="59130"/>
                </a:lnTo>
                <a:lnTo>
                  <a:pt x="973997" y="58855"/>
                </a:lnTo>
                <a:lnTo>
                  <a:pt x="974859" y="58600"/>
                </a:lnTo>
                <a:lnTo>
                  <a:pt x="975736" y="58366"/>
                </a:lnTo>
                <a:lnTo>
                  <a:pt x="976626" y="58152"/>
                </a:lnTo>
                <a:lnTo>
                  <a:pt x="977530" y="57959"/>
                </a:lnTo>
                <a:lnTo>
                  <a:pt x="978448" y="57786"/>
                </a:lnTo>
                <a:lnTo>
                  <a:pt x="979380" y="57633"/>
                </a:lnTo>
                <a:lnTo>
                  <a:pt x="980326" y="57501"/>
                </a:lnTo>
                <a:lnTo>
                  <a:pt x="981286" y="57389"/>
                </a:lnTo>
                <a:lnTo>
                  <a:pt x="982259" y="57297"/>
                </a:lnTo>
                <a:lnTo>
                  <a:pt x="983246" y="57226"/>
                </a:lnTo>
                <a:lnTo>
                  <a:pt x="984248" y="57175"/>
                </a:lnTo>
                <a:lnTo>
                  <a:pt x="985263" y="57144"/>
                </a:lnTo>
                <a:lnTo>
                  <a:pt x="986292" y="57134"/>
                </a:lnTo>
                <a:lnTo>
                  <a:pt x="986979" y="57140"/>
                </a:lnTo>
                <a:lnTo>
                  <a:pt x="987652" y="57160"/>
                </a:lnTo>
                <a:lnTo>
                  <a:pt x="988311" y="57192"/>
                </a:lnTo>
                <a:lnTo>
                  <a:pt x="988957" y="57238"/>
                </a:lnTo>
                <a:lnTo>
                  <a:pt x="989590" y="57296"/>
                </a:lnTo>
                <a:lnTo>
                  <a:pt x="990208" y="57367"/>
                </a:lnTo>
                <a:lnTo>
                  <a:pt x="990813" y="57451"/>
                </a:lnTo>
                <a:lnTo>
                  <a:pt x="991404" y="57549"/>
                </a:lnTo>
                <a:lnTo>
                  <a:pt x="991982" y="57659"/>
                </a:lnTo>
                <a:lnTo>
                  <a:pt x="992546" y="57782"/>
                </a:lnTo>
                <a:lnTo>
                  <a:pt x="993096" y="57918"/>
                </a:lnTo>
                <a:lnTo>
                  <a:pt x="993633" y="58067"/>
                </a:lnTo>
                <a:lnTo>
                  <a:pt x="994156" y="58229"/>
                </a:lnTo>
                <a:lnTo>
                  <a:pt x="994665" y="58404"/>
                </a:lnTo>
                <a:lnTo>
                  <a:pt x="995161" y="58591"/>
                </a:lnTo>
                <a:lnTo>
                  <a:pt x="995643" y="58792"/>
                </a:lnTo>
                <a:lnTo>
                  <a:pt x="996111" y="59006"/>
                </a:lnTo>
                <a:lnTo>
                  <a:pt x="996566" y="59233"/>
                </a:lnTo>
                <a:lnTo>
                  <a:pt x="997007" y="59472"/>
                </a:lnTo>
                <a:lnTo>
                  <a:pt x="997434" y="59725"/>
                </a:lnTo>
                <a:lnTo>
                  <a:pt x="997848" y="59991"/>
                </a:lnTo>
                <a:lnTo>
                  <a:pt x="998248" y="60269"/>
                </a:lnTo>
                <a:lnTo>
                  <a:pt x="998634" y="60561"/>
                </a:lnTo>
                <a:lnTo>
                  <a:pt x="999007" y="60865"/>
                </a:lnTo>
                <a:lnTo>
                  <a:pt x="999368" y="61181"/>
                </a:lnTo>
                <a:lnTo>
                  <a:pt x="999720" y="61506"/>
                </a:lnTo>
                <a:lnTo>
                  <a:pt x="1000063" y="61842"/>
                </a:lnTo>
                <a:lnTo>
                  <a:pt x="1000396" y="62186"/>
                </a:lnTo>
                <a:lnTo>
                  <a:pt x="1000720" y="62541"/>
                </a:lnTo>
                <a:lnTo>
                  <a:pt x="1001035" y="62905"/>
                </a:lnTo>
                <a:lnTo>
                  <a:pt x="1001340" y="63279"/>
                </a:lnTo>
                <a:lnTo>
                  <a:pt x="1001636" y="63662"/>
                </a:lnTo>
                <a:lnTo>
                  <a:pt x="1001923" y="64055"/>
                </a:lnTo>
                <a:lnTo>
                  <a:pt x="1002201" y="64458"/>
                </a:lnTo>
                <a:lnTo>
                  <a:pt x="1002469" y="64871"/>
                </a:lnTo>
                <a:lnTo>
                  <a:pt x="1002728" y="65293"/>
                </a:lnTo>
                <a:lnTo>
                  <a:pt x="1002977" y="65725"/>
                </a:lnTo>
                <a:lnTo>
                  <a:pt x="1003217" y="66167"/>
                </a:lnTo>
                <a:lnTo>
                  <a:pt x="1003448" y="66618"/>
                </a:lnTo>
                <a:lnTo>
                  <a:pt x="1003670" y="67079"/>
                </a:lnTo>
                <a:lnTo>
                  <a:pt x="1003882" y="67549"/>
                </a:lnTo>
                <a:lnTo>
                  <a:pt x="1004085" y="68030"/>
                </a:lnTo>
                <a:lnTo>
                  <a:pt x="1004279" y="68520"/>
                </a:lnTo>
                <a:lnTo>
                  <a:pt x="1004464" y="69019"/>
                </a:lnTo>
                <a:lnTo>
                  <a:pt x="1004639" y="69529"/>
                </a:lnTo>
                <a:lnTo>
                  <a:pt x="1004804" y="70047"/>
                </a:lnTo>
                <a:lnTo>
                  <a:pt x="1004961" y="70576"/>
                </a:lnTo>
                <a:lnTo>
                  <a:pt x="1005108" y="71114"/>
                </a:lnTo>
                <a:lnTo>
                  <a:pt x="1005248" y="71661"/>
                </a:lnTo>
                <a:lnTo>
                  <a:pt x="1005381" y="72213"/>
                </a:lnTo>
                <a:lnTo>
                  <a:pt x="1005509" y="72773"/>
                </a:lnTo>
                <a:lnTo>
                  <a:pt x="1005631" y="73339"/>
                </a:lnTo>
                <a:lnTo>
                  <a:pt x="1005747" y="73911"/>
                </a:lnTo>
                <a:lnTo>
                  <a:pt x="1005857" y="74490"/>
                </a:lnTo>
                <a:lnTo>
                  <a:pt x="1005961" y="75076"/>
                </a:lnTo>
                <a:lnTo>
                  <a:pt x="1006059" y="75669"/>
                </a:lnTo>
                <a:lnTo>
                  <a:pt x="1006151" y="76267"/>
                </a:lnTo>
                <a:lnTo>
                  <a:pt x="1006237" y="76873"/>
                </a:lnTo>
                <a:lnTo>
                  <a:pt x="1006317" y="77485"/>
                </a:lnTo>
                <a:lnTo>
                  <a:pt x="1006391" y="78104"/>
                </a:lnTo>
                <a:lnTo>
                  <a:pt x="1006459" y="78729"/>
                </a:lnTo>
                <a:lnTo>
                  <a:pt x="1006522" y="79361"/>
                </a:lnTo>
                <a:lnTo>
                  <a:pt x="1006578" y="80000"/>
                </a:lnTo>
                <a:lnTo>
                  <a:pt x="1006629" y="80645"/>
                </a:lnTo>
                <a:lnTo>
                  <a:pt x="1006673" y="81296"/>
                </a:lnTo>
                <a:lnTo>
                  <a:pt x="1006712" y="81955"/>
                </a:lnTo>
                <a:lnTo>
                  <a:pt x="1006745" y="82620"/>
                </a:lnTo>
                <a:lnTo>
                  <a:pt x="1006771" y="83291"/>
                </a:lnTo>
                <a:lnTo>
                  <a:pt x="1006792" y="83969"/>
                </a:lnTo>
                <a:lnTo>
                  <a:pt x="1006807" y="84654"/>
                </a:lnTo>
                <a:lnTo>
                  <a:pt x="1006816" y="85345"/>
                </a:lnTo>
                <a:lnTo>
                  <a:pt x="1006819" y="86043"/>
                </a:lnTo>
                <a:lnTo>
                  <a:pt x="1006819" y="157603"/>
                </a:lnTo>
                <a:lnTo>
                  <a:pt x="1025863" y="157603"/>
                </a:lnTo>
                <a:lnTo>
                  <a:pt x="1025863" y="83595"/>
                </a:lnTo>
                <a:lnTo>
                  <a:pt x="1025849" y="81931"/>
                </a:lnTo>
                <a:lnTo>
                  <a:pt x="1025806" y="80299"/>
                </a:lnTo>
                <a:lnTo>
                  <a:pt x="1025733" y="78697"/>
                </a:lnTo>
                <a:lnTo>
                  <a:pt x="1025632" y="77128"/>
                </a:lnTo>
                <a:lnTo>
                  <a:pt x="1025502" y="75589"/>
                </a:lnTo>
                <a:lnTo>
                  <a:pt x="1025343" y="74082"/>
                </a:lnTo>
                <a:lnTo>
                  <a:pt x="1025155" y="72606"/>
                </a:lnTo>
                <a:lnTo>
                  <a:pt x="1024938" y="71161"/>
                </a:lnTo>
                <a:lnTo>
                  <a:pt x="1024693" y="69748"/>
                </a:lnTo>
                <a:lnTo>
                  <a:pt x="1024418" y="68366"/>
                </a:lnTo>
                <a:lnTo>
                  <a:pt x="1024115" y="67015"/>
                </a:lnTo>
                <a:lnTo>
                  <a:pt x="1023782" y="65696"/>
                </a:lnTo>
                <a:lnTo>
                  <a:pt x="1023421" y="64408"/>
                </a:lnTo>
                <a:lnTo>
                  <a:pt x="1023031" y="63151"/>
                </a:lnTo>
                <a:lnTo>
                  <a:pt x="1022612" y="61925"/>
                </a:lnTo>
                <a:lnTo>
                  <a:pt x="1022163" y="60731"/>
                </a:lnTo>
                <a:lnTo>
                  <a:pt x="1021687" y="59568"/>
                </a:lnTo>
                <a:lnTo>
                  <a:pt x="1021181" y="58437"/>
                </a:lnTo>
                <a:lnTo>
                  <a:pt x="1020646" y="57337"/>
                </a:lnTo>
                <a:lnTo>
                  <a:pt x="1020082" y="56268"/>
                </a:lnTo>
                <a:lnTo>
                  <a:pt x="1019490" y="55230"/>
                </a:lnTo>
                <a:lnTo>
                  <a:pt x="1018868" y="54224"/>
                </a:lnTo>
                <a:lnTo>
                  <a:pt x="1018218" y="53249"/>
                </a:lnTo>
                <a:lnTo>
                  <a:pt x="1017539" y="52305"/>
                </a:lnTo>
                <a:lnTo>
                  <a:pt x="1016828" y="51396"/>
                </a:lnTo>
                <a:lnTo>
                  <a:pt x="1016082" y="50526"/>
                </a:lnTo>
                <a:lnTo>
                  <a:pt x="1015302" y="49695"/>
                </a:lnTo>
                <a:lnTo>
                  <a:pt x="1014488" y="48902"/>
                </a:lnTo>
                <a:lnTo>
                  <a:pt x="1013639" y="48148"/>
                </a:lnTo>
                <a:lnTo>
                  <a:pt x="1012756" y="47433"/>
                </a:lnTo>
                <a:lnTo>
                  <a:pt x="1011838" y="46756"/>
                </a:lnTo>
                <a:lnTo>
                  <a:pt x="1010886" y="46118"/>
                </a:lnTo>
                <a:lnTo>
                  <a:pt x="1009900" y="45519"/>
                </a:lnTo>
                <a:lnTo>
                  <a:pt x="1008879" y="44958"/>
                </a:lnTo>
                <a:lnTo>
                  <a:pt x="1007823" y="44436"/>
                </a:lnTo>
                <a:lnTo>
                  <a:pt x="1006733" y="43953"/>
                </a:lnTo>
                <a:lnTo>
                  <a:pt x="1005609" y="43508"/>
                </a:lnTo>
                <a:lnTo>
                  <a:pt x="1004450" y="43102"/>
                </a:lnTo>
                <a:lnTo>
                  <a:pt x="1003257" y="42734"/>
                </a:lnTo>
                <a:lnTo>
                  <a:pt x="1002029" y="42406"/>
                </a:lnTo>
                <a:lnTo>
                  <a:pt x="1000767" y="42116"/>
                </a:lnTo>
                <a:lnTo>
                  <a:pt x="999470" y="41864"/>
                </a:lnTo>
                <a:lnTo>
                  <a:pt x="998139" y="41652"/>
                </a:lnTo>
                <a:lnTo>
                  <a:pt x="996774" y="41478"/>
                </a:lnTo>
                <a:lnTo>
                  <a:pt x="995374" y="41342"/>
                </a:lnTo>
                <a:lnTo>
                  <a:pt x="993939" y="41246"/>
                </a:lnTo>
                <a:lnTo>
                  <a:pt x="992471" y="41188"/>
                </a:lnTo>
                <a:lnTo>
                  <a:pt x="990967" y="41168"/>
                </a:lnTo>
                <a:lnTo>
                  <a:pt x="989732" y="41179"/>
                </a:lnTo>
                <a:lnTo>
                  <a:pt x="988515" y="41210"/>
                </a:lnTo>
                <a:lnTo>
                  <a:pt x="987316" y="41262"/>
                </a:lnTo>
                <a:lnTo>
                  <a:pt x="986136" y="41335"/>
                </a:lnTo>
                <a:lnTo>
                  <a:pt x="984975" y="41428"/>
                </a:lnTo>
                <a:lnTo>
                  <a:pt x="983833" y="41543"/>
                </a:lnTo>
                <a:lnTo>
                  <a:pt x="982709" y="41678"/>
                </a:lnTo>
                <a:lnTo>
                  <a:pt x="981603" y="41834"/>
                </a:lnTo>
                <a:lnTo>
                  <a:pt x="980517" y="42010"/>
                </a:lnTo>
                <a:lnTo>
                  <a:pt x="979448" y="42208"/>
                </a:lnTo>
                <a:lnTo>
                  <a:pt x="978399" y="42426"/>
                </a:lnTo>
                <a:lnTo>
                  <a:pt x="977368" y="42665"/>
                </a:lnTo>
                <a:lnTo>
                  <a:pt x="976356" y="42925"/>
                </a:lnTo>
                <a:lnTo>
                  <a:pt x="975362" y="43206"/>
                </a:lnTo>
                <a:lnTo>
                  <a:pt x="974387" y="43507"/>
                </a:lnTo>
                <a:lnTo>
                  <a:pt x="973430" y="43829"/>
                </a:lnTo>
                <a:lnTo>
                  <a:pt x="972493" y="44172"/>
                </a:lnTo>
                <a:lnTo>
                  <a:pt x="971573" y="44536"/>
                </a:lnTo>
                <a:lnTo>
                  <a:pt x="970673" y="44921"/>
                </a:lnTo>
                <a:lnTo>
                  <a:pt x="969791" y="45326"/>
                </a:lnTo>
                <a:lnTo>
                  <a:pt x="968927" y="45752"/>
                </a:lnTo>
                <a:lnTo>
                  <a:pt x="968082" y="46199"/>
                </a:lnTo>
                <a:lnTo>
                  <a:pt x="967256" y="46667"/>
                </a:lnTo>
                <a:lnTo>
                  <a:pt x="966449" y="47155"/>
                </a:lnTo>
                <a:lnTo>
                  <a:pt x="965658" y="47656"/>
                </a:lnTo>
                <a:lnTo>
                  <a:pt x="964883" y="48158"/>
                </a:lnTo>
                <a:lnTo>
                  <a:pt x="964123" y="48664"/>
                </a:lnTo>
                <a:lnTo>
                  <a:pt x="963379" y="49172"/>
                </a:lnTo>
                <a:lnTo>
                  <a:pt x="962650" y="49682"/>
                </a:lnTo>
                <a:lnTo>
                  <a:pt x="961937" y="50195"/>
                </a:lnTo>
                <a:lnTo>
                  <a:pt x="961239" y="50711"/>
                </a:lnTo>
                <a:lnTo>
                  <a:pt x="960557" y="51229"/>
                </a:lnTo>
                <a:lnTo>
                  <a:pt x="959890" y="51750"/>
                </a:lnTo>
                <a:lnTo>
                  <a:pt x="959238" y="52273"/>
                </a:lnTo>
                <a:lnTo>
                  <a:pt x="958602" y="52799"/>
                </a:lnTo>
                <a:lnTo>
                  <a:pt x="957981" y="53328"/>
                </a:lnTo>
                <a:lnTo>
                  <a:pt x="957376" y="53859"/>
                </a:lnTo>
                <a:lnTo>
                  <a:pt x="956786" y="54393"/>
                </a:lnTo>
                <a:lnTo>
                  <a:pt x="956212" y="54929"/>
                </a:lnTo>
                <a:lnTo>
                  <a:pt x="955653" y="55468"/>
                </a:lnTo>
                <a:lnTo>
                  <a:pt x="955109" y="56009"/>
                </a:lnTo>
                <a:lnTo>
                  <a:pt x="954581" y="56553"/>
                </a:lnTo>
                <a:lnTo>
                  <a:pt x="954069" y="57100"/>
                </a:lnTo>
                <a:lnTo>
                  <a:pt x="953572" y="57649"/>
                </a:lnTo>
                <a:lnTo>
                  <a:pt x="953090" y="58200"/>
                </a:lnTo>
                <a:lnTo>
                  <a:pt x="952624" y="58755"/>
                </a:lnTo>
                <a:lnTo>
                  <a:pt x="952173" y="59311"/>
                </a:lnTo>
                <a:lnTo>
                  <a:pt x="951738" y="59871"/>
                </a:lnTo>
                <a:lnTo>
                  <a:pt x="951053" y="43107"/>
                </a:lnTo>
                <a:lnTo>
                  <a:pt x="932807" y="43107"/>
                </a:lnTo>
                <a:lnTo>
                  <a:pt x="932807" y="157603"/>
                </a:lnTo>
                <a:lnTo>
                  <a:pt x="951852" y="157603"/>
                </a:lnTo>
                <a:lnTo>
                  <a:pt x="951852" y="75854"/>
                </a:lnTo>
                <a:lnTo>
                  <a:pt x="952285" y="75274"/>
                </a:lnTo>
                <a:lnTo>
                  <a:pt x="952730" y="74697"/>
                </a:lnTo>
                <a:close/>
                <a:moveTo>
                  <a:pt x="473016" y="159523"/>
                </a:moveTo>
                <a:lnTo>
                  <a:pt x="474126" y="159449"/>
                </a:lnTo>
                <a:lnTo>
                  <a:pt x="475224" y="159358"/>
                </a:lnTo>
                <a:lnTo>
                  <a:pt x="476307" y="159251"/>
                </a:lnTo>
                <a:lnTo>
                  <a:pt x="477378" y="159127"/>
                </a:lnTo>
                <a:lnTo>
                  <a:pt x="478436" y="158986"/>
                </a:lnTo>
                <a:lnTo>
                  <a:pt x="479481" y="158829"/>
                </a:lnTo>
                <a:lnTo>
                  <a:pt x="480513" y="158656"/>
                </a:lnTo>
                <a:lnTo>
                  <a:pt x="481531" y="158465"/>
                </a:lnTo>
                <a:lnTo>
                  <a:pt x="482537" y="158259"/>
                </a:lnTo>
                <a:lnTo>
                  <a:pt x="483529" y="158036"/>
                </a:lnTo>
                <a:lnTo>
                  <a:pt x="484509" y="157796"/>
                </a:lnTo>
                <a:lnTo>
                  <a:pt x="485475" y="157540"/>
                </a:lnTo>
                <a:lnTo>
                  <a:pt x="486429" y="157267"/>
                </a:lnTo>
                <a:lnTo>
                  <a:pt x="487369" y="156978"/>
                </a:lnTo>
                <a:lnTo>
                  <a:pt x="488296" y="156672"/>
                </a:lnTo>
                <a:lnTo>
                  <a:pt x="489210" y="156349"/>
                </a:lnTo>
                <a:lnTo>
                  <a:pt x="490111" y="156010"/>
                </a:lnTo>
                <a:lnTo>
                  <a:pt x="490999" y="155655"/>
                </a:lnTo>
                <a:lnTo>
                  <a:pt x="491874" y="155283"/>
                </a:lnTo>
                <a:lnTo>
                  <a:pt x="492736" y="154895"/>
                </a:lnTo>
                <a:lnTo>
                  <a:pt x="493583" y="154491"/>
                </a:lnTo>
                <a:lnTo>
                  <a:pt x="494415" y="154073"/>
                </a:lnTo>
                <a:lnTo>
                  <a:pt x="495230" y="153641"/>
                </a:lnTo>
                <a:lnTo>
                  <a:pt x="496030" y="153195"/>
                </a:lnTo>
                <a:lnTo>
                  <a:pt x="496814" y="152736"/>
                </a:lnTo>
                <a:lnTo>
                  <a:pt x="497582" y="152262"/>
                </a:lnTo>
                <a:lnTo>
                  <a:pt x="498335" y="151775"/>
                </a:lnTo>
                <a:lnTo>
                  <a:pt x="499071" y="151274"/>
                </a:lnTo>
                <a:lnTo>
                  <a:pt x="499792" y="150759"/>
                </a:lnTo>
                <a:lnTo>
                  <a:pt x="500497" y="150230"/>
                </a:lnTo>
                <a:lnTo>
                  <a:pt x="501186" y="149687"/>
                </a:lnTo>
                <a:lnTo>
                  <a:pt x="501859" y="149130"/>
                </a:lnTo>
                <a:lnTo>
                  <a:pt x="502516" y="148560"/>
                </a:lnTo>
                <a:lnTo>
                  <a:pt x="503158" y="147975"/>
                </a:lnTo>
                <a:lnTo>
                  <a:pt x="503783" y="147377"/>
                </a:lnTo>
                <a:lnTo>
                  <a:pt x="504393" y="146764"/>
                </a:lnTo>
                <a:lnTo>
                  <a:pt x="504987" y="146138"/>
                </a:lnTo>
                <a:lnTo>
                  <a:pt x="505565" y="145498"/>
                </a:lnTo>
                <a:lnTo>
                  <a:pt x="506128" y="144844"/>
                </a:lnTo>
                <a:lnTo>
                  <a:pt x="506674" y="144177"/>
                </a:lnTo>
                <a:lnTo>
                  <a:pt x="507205" y="143495"/>
                </a:lnTo>
                <a:lnTo>
                  <a:pt x="507719" y="142799"/>
                </a:lnTo>
                <a:lnTo>
                  <a:pt x="508218" y="142090"/>
                </a:lnTo>
                <a:lnTo>
                  <a:pt x="508701" y="141367"/>
                </a:lnTo>
                <a:lnTo>
                  <a:pt x="509167" y="140630"/>
                </a:lnTo>
                <a:lnTo>
                  <a:pt x="509614" y="139883"/>
                </a:lnTo>
                <a:lnTo>
                  <a:pt x="510043" y="139123"/>
                </a:lnTo>
                <a:lnTo>
                  <a:pt x="510453" y="138352"/>
                </a:lnTo>
                <a:lnTo>
                  <a:pt x="510845" y="137570"/>
                </a:lnTo>
                <a:lnTo>
                  <a:pt x="511217" y="136776"/>
                </a:lnTo>
                <a:lnTo>
                  <a:pt x="511572" y="135970"/>
                </a:lnTo>
                <a:lnTo>
                  <a:pt x="511907" y="135152"/>
                </a:lnTo>
                <a:lnTo>
                  <a:pt x="512224" y="134323"/>
                </a:lnTo>
                <a:lnTo>
                  <a:pt x="512522" y="133482"/>
                </a:lnTo>
                <a:lnTo>
                  <a:pt x="512802" y="132630"/>
                </a:lnTo>
                <a:lnTo>
                  <a:pt x="513063" y="131766"/>
                </a:lnTo>
                <a:lnTo>
                  <a:pt x="513306" y="130890"/>
                </a:lnTo>
                <a:lnTo>
                  <a:pt x="513530" y="130003"/>
                </a:lnTo>
                <a:lnTo>
                  <a:pt x="513735" y="129104"/>
                </a:lnTo>
                <a:lnTo>
                  <a:pt x="513922" y="128193"/>
                </a:lnTo>
                <a:lnTo>
                  <a:pt x="514090" y="127271"/>
                </a:lnTo>
                <a:lnTo>
                  <a:pt x="514239" y="126337"/>
                </a:lnTo>
                <a:lnTo>
                  <a:pt x="514370" y="125392"/>
                </a:lnTo>
                <a:lnTo>
                  <a:pt x="514482" y="124435"/>
                </a:lnTo>
                <a:lnTo>
                  <a:pt x="514576" y="123466"/>
                </a:lnTo>
                <a:lnTo>
                  <a:pt x="514651" y="122486"/>
                </a:lnTo>
                <a:lnTo>
                  <a:pt x="514708" y="121494"/>
                </a:lnTo>
                <a:lnTo>
                  <a:pt x="514745" y="120490"/>
                </a:lnTo>
                <a:lnTo>
                  <a:pt x="495929" y="120490"/>
                </a:lnTo>
                <a:lnTo>
                  <a:pt x="495888" y="121469"/>
                </a:lnTo>
                <a:lnTo>
                  <a:pt x="495824" y="122429"/>
                </a:lnTo>
                <a:lnTo>
                  <a:pt x="495736" y="123370"/>
                </a:lnTo>
                <a:lnTo>
                  <a:pt x="495625" y="124291"/>
                </a:lnTo>
                <a:lnTo>
                  <a:pt x="495489" y="125193"/>
                </a:lnTo>
                <a:lnTo>
                  <a:pt x="495330" y="126075"/>
                </a:lnTo>
                <a:lnTo>
                  <a:pt x="495147" y="126939"/>
                </a:lnTo>
                <a:lnTo>
                  <a:pt x="494941" y="127782"/>
                </a:lnTo>
                <a:lnTo>
                  <a:pt x="494710" y="128607"/>
                </a:lnTo>
                <a:lnTo>
                  <a:pt x="494456" y="129412"/>
                </a:lnTo>
                <a:lnTo>
                  <a:pt x="494178" y="130198"/>
                </a:lnTo>
                <a:lnTo>
                  <a:pt x="493876" y="130964"/>
                </a:lnTo>
                <a:lnTo>
                  <a:pt x="493551" y="131711"/>
                </a:lnTo>
                <a:lnTo>
                  <a:pt x="493201" y="132439"/>
                </a:lnTo>
                <a:lnTo>
                  <a:pt x="492828" y="133147"/>
                </a:lnTo>
                <a:lnTo>
                  <a:pt x="492432" y="133836"/>
                </a:lnTo>
                <a:lnTo>
                  <a:pt x="492011" y="134506"/>
                </a:lnTo>
                <a:lnTo>
                  <a:pt x="491567" y="135156"/>
                </a:lnTo>
                <a:lnTo>
                  <a:pt x="491099" y="135787"/>
                </a:lnTo>
                <a:lnTo>
                  <a:pt x="490607" y="136398"/>
                </a:lnTo>
                <a:lnTo>
                  <a:pt x="490091" y="136990"/>
                </a:lnTo>
                <a:lnTo>
                  <a:pt x="489552" y="137563"/>
                </a:lnTo>
                <a:lnTo>
                  <a:pt x="488989" y="138117"/>
                </a:lnTo>
                <a:lnTo>
                  <a:pt x="488402" y="138651"/>
                </a:lnTo>
                <a:lnTo>
                  <a:pt x="487794" y="139165"/>
                </a:lnTo>
                <a:lnTo>
                  <a:pt x="487166" y="139656"/>
                </a:lnTo>
                <a:lnTo>
                  <a:pt x="486519" y="140126"/>
                </a:lnTo>
                <a:lnTo>
                  <a:pt x="485852" y="140574"/>
                </a:lnTo>
                <a:lnTo>
                  <a:pt x="485166" y="141000"/>
                </a:lnTo>
                <a:lnTo>
                  <a:pt x="484461" y="141404"/>
                </a:lnTo>
                <a:lnTo>
                  <a:pt x="483736" y="141787"/>
                </a:lnTo>
                <a:lnTo>
                  <a:pt x="482992" y="142147"/>
                </a:lnTo>
                <a:lnTo>
                  <a:pt x="482228" y="142486"/>
                </a:lnTo>
                <a:lnTo>
                  <a:pt x="481445" y="142803"/>
                </a:lnTo>
                <a:lnTo>
                  <a:pt x="480643" y="143098"/>
                </a:lnTo>
                <a:lnTo>
                  <a:pt x="479821" y="143371"/>
                </a:lnTo>
                <a:lnTo>
                  <a:pt x="478980" y="143622"/>
                </a:lnTo>
                <a:lnTo>
                  <a:pt x="478119" y="143852"/>
                </a:lnTo>
                <a:lnTo>
                  <a:pt x="477239" y="144060"/>
                </a:lnTo>
                <a:lnTo>
                  <a:pt x="476339" y="144245"/>
                </a:lnTo>
                <a:lnTo>
                  <a:pt x="475421" y="144409"/>
                </a:lnTo>
                <a:lnTo>
                  <a:pt x="474482" y="144551"/>
                </a:lnTo>
                <a:lnTo>
                  <a:pt x="473525" y="144671"/>
                </a:lnTo>
                <a:lnTo>
                  <a:pt x="472548" y="144770"/>
                </a:lnTo>
                <a:lnTo>
                  <a:pt x="471551" y="144846"/>
                </a:lnTo>
                <a:lnTo>
                  <a:pt x="470535" y="144901"/>
                </a:lnTo>
                <a:lnTo>
                  <a:pt x="469500" y="144934"/>
                </a:lnTo>
                <a:lnTo>
                  <a:pt x="468445" y="144945"/>
                </a:lnTo>
                <a:lnTo>
                  <a:pt x="467456" y="144935"/>
                </a:lnTo>
                <a:lnTo>
                  <a:pt x="466482" y="144905"/>
                </a:lnTo>
                <a:lnTo>
                  <a:pt x="465525" y="144855"/>
                </a:lnTo>
                <a:lnTo>
                  <a:pt x="464584" y="144786"/>
                </a:lnTo>
                <a:lnTo>
                  <a:pt x="463659" y="144697"/>
                </a:lnTo>
                <a:lnTo>
                  <a:pt x="462750" y="144588"/>
                </a:lnTo>
                <a:lnTo>
                  <a:pt x="461858" y="144459"/>
                </a:lnTo>
                <a:lnTo>
                  <a:pt x="460982" y="144310"/>
                </a:lnTo>
                <a:lnTo>
                  <a:pt x="460122" y="144142"/>
                </a:lnTo>
                <a:lnTo>
                  <a:pt x="459279" y="143953"/>
                </a:lnTo>
                <a:lnTo>
                  <a:pt x="458451" y="143745"/>
                </a:lnTo>
                <a:lnTo>
                  <a:pt x="457640" y="143517"/>
                </a:lnTo>
                <a:lnTo>
                  <a:pt x="456845" y="143269"/>
                </a:lnTo>
                <a:lnTo>
                  <a:pt x="456066" y="143002"/>
                </a:lnTo>
                <a:lnTo>
                  <a:pt x="455304" y="142714"/>
                </a:lnTo>
                <a:lnTo>
                  <a:pt x="454558" y="142407"/>
                </a:lnTo>
                <a:lnTo>
                  <a:pt x="453828" y="142080"/>
                </a:lnTo>
                <a:lnTo>
                  <a:pt x="453114" y="141733"/>
                </a:lnTo>
                <a:lnTo>
                  <a:pt x="452417" y="141366"/>
                </a:lnTo>
                <a:lnTo>
                  <a:pt x="451735" y="140980"/>
                </a:lnTo>
                <a:lnTo>
                  <a:pt x="451070" y="140574"/>
                </a:lnTo>
                <a:lnTo>
                  <a:pt x="450421" y="140147"/>
                </a:lnTo>
                <a:lnTo>
                  <a:pt x="449789" y="139701"/>
                </a:lnTo>
                <a:lnTo>
                  <a:pt x="449173" y="139235"/>
                </a:lnTo>
                <a:lnTo>
                  <a:pt x="448571" y="138753"/>
                </a:lnTo>
                <a:lnTo>
                  <a:pt x="447983" y="138258"/>
                </a:lnTo>
                <a:lnTo>
                  <a:pt x="447409" y="137750"/>
                </a:lnTo>
                <a:lnTo>
                  <a:pt x="446849" y="137228"/>
                </a:lnTo>
                <a:lnTo>
                  <a:pt x="446302" y="136694"/>
                </a:lnTo>
                <a:lnTo>
                  <a:pt x="445769" y="136147"/>
                </a:lnTo>
                <a:lnTo>
                  <a:pt x="445250" y="135586"/>
                </a:lnTo>
                <a:lnTo>
                  <a:pt x="444744" y="135013"/>
                </a:lnTo>
                <a:lnTo>
                  <a:pt x="444252" y="134427"/>
                </a:lnTo>
                <a:lnTo>
                  <a:pt x="443773" y="133828"/>
                </a:lnTo>
                <a:lnTo>
                  <a:pt x="443309" y="133215"/>
                </a:lnTo>
                <a:lnTo>
                  <a:pt x="442858" y="132590"/>
                </a:lnTo>
                <a:lnTo>
                  <a:pt x="442420" y="131952"/>
                </a:lnTo>
                <a:lnTo>
                  <a:pt x="441996" y="131300"/>
                </a:lnTo>
                <a:lnTo>
                  <a:pt x="441586" y="130636"/>
                </a:lnTo>
                <a:lnTo>
                  <a:pt x="441190" y="129959"/>
                </a:lnTo>
                <a:lnTo>
                  <a:pt x="440807" y="129268"/>
                </a:lnTo>
                <a:lnTo>
                  <a:pt x="440438" y="128565"/>
                </a:lnTo>
                <a:lnTo>
                  <a:pt x="440082" y="127849"/>
                </a:lnTo>
                <a:lnTo>
                  <a:pt x="439741" y="127119"/>
                </a:lnTo>
                <a:lnTo>
                  <a:pt x="439412" y="126377"/>
                </a:lnTo>
                <a:lnTo>
                  <a:pt x="439098" y="125621"/>
                </a:lnTo>
                <a:lnTo>
                  <a:pt x="438797" y="124853"/>
                </a:lnTo>
                <a:lnTo>
                  <a:pt x="438510" y="124072"/>
                </a:lnTo>
                <a:lnTo>
                  <a:pt x="438235" y="123281"/>
                </a:lnTo>
                <a:lnTo>
                  <a:pt x="437972" y="122483"/>
                </a:lnTo>
                <a:lnTo>
                  <a:pt x="437720" y="121679"/>
                </a:lnTo>
                <a:lnTo>
                  <a:pt x="437479" y="120869"/>
                </a:lnTo>
                <a:lnTo>
                  <a:pt x="437249" y="120052"/>
                </a:lnTo>
                <a:lnTo>
                  <a:pt x="437031" y="119229"/>
                </a:lnTo>
                <a:lnTo>
                  <a:pt x="436824" y="118400"/>
                </a:lnTo>
                <a:lnTo>
                  <a:pt x="436628" y="117564"/>
                </a:lnTo>
                <a:lnTo>
                  <a:pt x="436444" y="116722"/>
                </a:lnTo>
                <a:lnTo>
                  <a:pt x="436271" y="115873"/>
                </a:lnTo>
                <a:lnTo>
                  <a:pt x="436109" y="115018"/>
                </a:lnTo>
                <a:lnTo>
                  <a:pt x="435958" y="114156"/>
                </a:lnTo>
                <a:lnTo>
                  <a:pt x="435819" y="113289"/>
                </a:lnTo>
                <a:lnTo>
                  <a:pt x="435691" y="112414"/>
                </a:lnTo>
                <a:lnTo>
                  <a:pt x="435574" y="111534"/>
                </a:lnTo>
                <a:lnTo>
                  <a:pt x="435469" y="110647"/>
                </a:lnTo>
                <a:lnTo>
                  <a:pt x="435375" y="109753"/>
                </a:lnTo>
                <a:lnTo>
                  <a:pt x="435292" y="108853"/>
                </a:lnTo>
                <a:lnTo>
                  <a:pt x="435220" y="107947"/>
                </a:lnTo>
                <a:lnTo>
                  <a:pt x="435160" y="107035"/>
                </a:lnTo>
                <a:lnTo>
                  <a:pt x="435111" y="106116"/>
                </a:lnTo>
                <a:lnTo>
                  <a:pt x="435073" y="105190"/>
                </a:lnTo>
                <a:lnTo>
                  <a:pt x="435047" y="104258"/>
                </a:lnTo>
                <a:lnTo>
                  <a:pt x="435032" y="103320"/>
                </a:lnTo>
                <a:lnTo>
                  <a:pt x="514175" y="103320"/>
                </a:lnTo>
                <a:lnTo>
                  <a:pt x="514194" y="103230"/>
                </a:lnTo>
                <a:lnTo>
                  <a:pt x="514212" y="103135"/>
                </a:lnTo>
                <a:lnTo>
                  <a:pt x="514230" y="103035"/>
                </a:lnTo>
                <a:lnTo>
                  <a:pt x="514248" y="102931"/>
                </a:lnTo>
                <a:lnTo>
                  <a:pt x="514265" y="102822"/>
                </a:lnTo>
                <a:lnTo>
                  <a:pt x="514282" y="102708"/>
                </a:lnTo>
                <a:lnTo>
                  <a:pt x="514299" y="102590"/>
                </a:lnTo>
                <a:lnTo>
                  <a:pt x="514315" y="102467"/>
                </a:lnTo>
                <a:lnTo>
                  <a:pt x="514330" y="102339"/>
                </a:lnTo>
                <a:lnTo>
                  <a:pt x="514345" y="102207"/>
                </a:lnTo>
                <a:lnTo>
                  <a:pt x="514360" y="102070"/>
                </a:lnTo>
                <a:lnTo>
                  <a:pt x="514375" y="101928"/>
                </a:lnTo>
                <a:lnTo>
                  <a:pt x="514389" y="101782"/>
                </a:lnTo>
                <a:lnTo>
                  <a:pt x="514403" y="101631"/>
                </a:lnTo>
                <a:lnTo>
                  <a:pt x="514416" y="101475"/>
                </a:lnTo>
                <a:lnTo>
                  <a:pt x="514429" y="101315"/>
                </a:lnTo>
                <a:lnTo>
                  <a:pt x="514441" y="101150"/>
                </a:lnTo>
                <a:lnTo>
                  <a:pt x="514453" y="100980"/>
                </a:lnTo>
                <a:lnTo>
                  <a:pt x="514465" y="100806"/>
                </a:lnTo>
                <a:lnTo>
                  <a:pt x="514476" y="100626"/>
                </a:lnTo>
                <a:lnTo>
                  <a:pt x="514487" y="100443"/>
                </a:lnTo>
                <a:lnTo>
                  <a:pt x="514498" y="100254"/>
                </a:lnTo>
                <a:lnTo>
                  <a:pt x="514508" y="100061"/>
                </a:lnTo>
                <a:lnTo>
                  <a:pt x="514517" y="99863"/>
                </a:lnTo>
                <a:lnTo>
                  <a:pt x="514527" y="99664"/>
                </a:lnTo>
                <a:lnTo>
                  <a:pt x="514536" y="99467"/>
                </a:lnTo>
                <a:lnTo>
                  <a:pt x="514544" y="99272"/>
                </a:lnTo>
                <a:lnTo>
                  <a:pt x="514552" y="99079"/>
                </a:lnTo>
                <a:lnTo>
                  <a:pt x="514560" y="98889"/>
                </a:lnTo>
                <a:lnTo>
                  <a:pt x="514567" y="98701"/>
                </a:lnTo>
                <a:lnTo>
                  <a:pt x="514574" y="98515"/>
                </a:lnTo>
                <a:lnTo>
                  <a:pt x="514581" y="98331"/>
                </a:lnTo>
                <a:lnTo>
                  <a:pt x="514587" y="98150"/>
                </a:lnTo>
                <a:lnTo>
                  <a:pt x="514593" y="97971"/>
                </a:lnTo>
                <a:lnTo>
                  <a:pt x="514598" y="97794"/>
                </a:lnTo>
                <a:lnTo>
                  <a:pt x="514603" y="97619"/>
                </a:lnTo>
                <a:lnTo>
                  <a:pt x="514607" y="97446"/>
                </a:lnTo>
                <a:lnTo>
                  <a:pt x="514612" y="97276"/>
                </a:lnTo>
                <a:lnTo>
                  <a:pt x="514615" y="97108"/>
                </a:lnTo>
                <a:lnTo>
                  <a:pt x="514619" y="96943"/>
                </a:lnTo>
                <a:lnTo>
                  <a:pt x="514622" y="96779"/>
                </a:lnTo>
                <a:lnTo>
                  <a:pt x="514624" y="96618"/>
                </a:lnTo>
                <a:lnTo>
                  <a:pt x="514626" y="96459"/>
                </a:lnTo>
                <a:lnTo>
                  <a:pt x="514628" y="96302"/>
                </a:lnTo>
                <a:lnTo>
                  <a:pt x="514630" y="96147"/>
                </a:lnTo>
                <a:lnTo>
                  <a:pt x="514631" y="95995"/>
                </a:lnTo>
                <a:lnTo>
                  <a:pt x="514631" y="95845"/>
                </a:lnTo>
                <a:lnTo>
                  <a:pt x="514631" y="95697"/>
                </a:lnTo>
                <a:lnTo>
                  <a:pt x="514609" y="93520"/>
                </a:lnTo>
                <a:lnTo>
                  <a:pt x="514542" y="91385"/>
                </a:lnTo>
                <a:lnTo>
                  <a:pt x="514430" y="89293"/>
                </a:lnTo>
                <a:lnTo>
                  <a:pt x="514273" y="87244"/>
                </a:lnTo>
                <a:lnTo>
                  <a:pt x="514072" y="85238"/>
                </a:lnTo>
                <a:lnTo>
                  <a:pt x="513826" y="83274"/>
                </a:lnTo>
                <a:lnTo>
                  <a:pt x="513535" y="81353"/>
                </a:lnTo>
                <a:lnTo>
                  <a:pt x="513200" y="79475"/>
                </a:lnTo>
                <a:lnTo>
                  <a:pt x="512819" y="77640"/>
                </a:lnTo>
                <a:lnTo>
                  <a:pt x="512394" y="75847"/>
                </a:lnTo>
                <a:lnTo>
                  <a:pt x="511924" y="74097"/>
                </a:lnTo>
                <a:lnTo>
                  <a:pt x="511410" y="72390"/>
                </a:lnTo>
                <a:lnTo>
                  <a:pt x="510850" y="70726"/>
                </a:lnTo>
                <a:lnTo>
                  <a:pt x="510246" y="69105"/>
                </a:lnTo>
                <a:lnTo>
                  <a:pt x="509598" y="67526"/>
                </a:lnTo>
                <a:lnTo>
                  <a:pt x="508904" y="65990"/>
                </a:lnTo>
                <a:lnTo>
                  <a:pt x="508166" y="64497"/>
                </a:lnTo>
                <a:lnTo>
                  <a:pt x="507383" y="63046"/>
                </a:lnTo>
                <a:lnTo>
                  <a:pt x="506555" y="61638"/>
                </a:lnTo>
                <a:lnTo>
                  <a:pt x="505682" y="60274"/>
                </a:lnTo>
                <a:lnTo>
                  <a:pt x="504765" y="58951"/>
                </a:lnTo>
                <a:lnTo>
                  <a:pt x="503803" y="57672"/>
                </a:lnTo>
                <a:lnTo>
                  <a:pt x="502796" y="56435"/>
                </a:lnTo>
                <a:lnTo>
                  <a:pt x="501745" y="55242"/>
                </a:lnTo>
                <a:lnTo>
                  <a:pt x="500654" y="54093"/>
                </a:lnTo>
                <a:lnTo>
                  <a:pt x="499529" y="52994"/>
                </a:lnTo>
                <a:lnTo>
                  <a:pt x="498370" y="51943"/>
                </a:lnTo>
                <a:lnTo>
                  <a:pt x="497177" y="50941"/>
                </a:lnTo>
                <a:lnTo>
                  <a:pt x="495950" y="49989"/>
                </a:lnTo>
                <a:lnTo>
                  <a:pt x="494689" y="49085"/>
                </a:lnTo>
                <a:lnTo>
                  <a:pt x="493393" y="48229"/>
                </a:lnTo>
                <a:lnTo>
                  <a:pt x="492064" y="47423"/>
                </a:lnTo>
                <a:lnTo>
                  <a:pt x="490701" y="46666"/>
                </a:lnTo>
                <a:lnTo>
                  <a:pt x="489303" y="45957"/>
                </a:lnTo>
                <a:lnTo>
                  <a:pt x="487872" y="45297"/>
                </a:lnTo>
                <a:lnTo>
                  <a:pt x="486407" y="44687"/>
                </a:lnTo>
                <a:lnTo>
                  <a:pt x="484907" y="44125"/>
                </a:lnTo>
                <a:lnTo>
                  <a:pt x="483373" y="43612"/>
                </a:lnTo>
                <a:lnTo>
                  <a:pt x="481806" y="43147"/>
                </a:lnTo>
                <a:lnTo>
                  <a:pt x="480204" y="42732"/>
                </a:lnTo>
                <a:lnTo>
                  <a:pt x="478568" y="42366"/>
                </a:lnTo>
                <a:lnTo>
                  <a:pt x="476898" y="42048"/>
                </a:lnTo>
                <a:lnTo>
                  <a:pt x="475195" y="41779"/>
                </a:lnTo>
                <a:lnTo>
                  <a:pt x="473457" y="41559"/>
                </a:lnTo>
                <a:lnTo>
                  <a:pt x="471685" y="41388"/>
                </a:lnTo>
                <a:lnTo>
                  <a:pt x="469879" y="41266"/>
                </a:lnTo>
                <a:lnTo>
                  <a:pt x="468039" y="41193"/>
                </a:lnTo>
                <a:lnTo>
                  <a:pt x="466164" y="41168"/>
                </a:lnTo>
                <a:lnTo>
                  <a:pt x="464749" y="41181"/>
                </a:lnTo>
                <a:lnTo>
                  <a:pt x="463355" y="41221"/>
                </a:lnTo>
                <a:lnTo>
                  <a:pt x="461982" y="41286"/>
                </a:lnTo>
                <a:lnTo>
                  <a:pt x="460629" y="41377"/>
                </a:lnTo>
                <a:lnTo>
                  <a:pt x="459297" y="41495"/>
                </a:lnTo>
                <a:lnTo>
                  <a:pt x="457986" y="41638"/>
                </a:lnTo>
                <a:lnTo>
                  <a:pt x="456695" y="41808"/>
                </a:lnTo>
                <a:lnTo>
                  <a:pt x="455426" y="42003"/>
                </a:lnTo>
                <a:lnTo>
                  <a:pt x="454177" y="42225"/>
                </a:lnTo>
                <a:lnTo>
                  <a:pt x="452949" y="42473"/>
                </a:lnTo>
                <a:lnTo>
                  <a:pt x="451742" y="42747"/>
                </a:lnTo>
                <a:lnTo>
                  <a:pt x="450555" y="43047"/>
                </a:lnTo>
                <a:lnTo>
                  <a:pt x="449390" y="43374"/>
                </a:lnTo>
                <a:lnTo>
                  <a:pt x="448245" y="43726"/>
                </a:lnTo>
                <a:lnTo>
                  <a:pt x="447121" y="44104"/>
                </a:lnTo>
                <a:lnTo>
                  <a:pt x="446017" y="44509"/>
                </a:lnTo>
                <a:lnTo>
                  <a:pt x="444935" y="44939"/>
                </a:lnTo>
                <a:lnTo>
                  <a:pt x="443873" y="45396"/>
                </a:lnTo>
                <a:lnTo>
                  <a:pt x="442832" y="45879"/>
                </a:lnTo>
                <a:lnTo>
                  <a:pt x="441812" y="46388"/>
                </a:lnTo>
                <a:lnTo>
                  <a:pt x="440813" y="46923"/>
                </a:lnTo>
                <a:lnTo>
                  <a:pt x="439834" y="47484"/>
                </a:lnTo>
                <a:lnTo>
                  <a:pt x="438877" y="48071"/>
                </a:lnTo>
                <a:lnTo>
                  <a:pt x="437940" y="48684"/>
                </a:lnTo>
                <a:lnTo>
                  <a:pt x="437023" y="49321"/>
                </a:lnTo>
                <a:lnTo>
                  <a:pt x="436126" y="49977"/>
                </a:lnTo>
                <a:lnTo>
                  <a:pt x="435249" y="50654"/>
                </a:lnTo>
                <a:lnTo>
                  <a:pt x="434392" y="51351"/>
                </a:lnTo>
                <a:lnTo>
                  <a:pt x="433554" y="52068"/>
                </a:lnTo>
                <a:lnTo>
                  <a:pt x="432737" y="52806"/>
                </a:lnTo>
                <a:lnTo>
                  <a:pt x="431939" y="53563"/>
                </a:lnTo>
                <a:lnTo>
                  <a:pt x="431161" y="54341"/>
                </a:lnTo>
                <a:lnTo>
                  <a:pt x="430402" y="55139"/>
                </a:lnTo>
                <a:lnTo>
                  <a:pt x="429664" y="55957"/>
                </a:lnTo>
                <a:lnTo>
                  <a:pt x="428945" y="56795"/>
                </a:lnTo>
                <a:lnTo>
                  <a:pt x="428246" y="57653"/>
                </a:lnTo>
                <a:lnTo>
                  <a:pt x="427567" y="58532"/>
                </a:lnTo>
                <a:lnTo>
                  <a:pt x="426908" y="59431"/>
                </a:lnTo>
                <a:lnTo>
                  <a:pt x="426268" y="60350"/>
                </a:lnTo>
                <a:lnTo>
                  <a:pt x="425649" y="61289"/>
                </a:lnTo>
                <a:lnTo>
                  <a:pt x="425049" y="62248"/>
                </a:lnTo>
                <a:lnTo>
                  <a:pt x="424469" y="63228"/>
                </a:lnTo>
                <a:lnTo>
                  <a:pt x="423908" y="64227"/>
                </a:lnTo>
                <a:lnTo>
                  <a:pt x="423368" y="65247"/>
                </a:lnTo>
                <a:lnTo>
                  <a:pt x="422847" y="66287"/>
                </a:lnTo>
                <a:lnTo>
                  <a:pt x="422346" y="67348"/>
                </a:lnTo>
                <a:lnTo>
                  <a:pt x="421865" y="68428"/>
                </a:lnTo>
                <a:lnTo>
                  <a:pt x="421404" y="69529"/>
                </a:lnTo>
                <a:lnTo>
                  <a:pt x="420962" y="70647"/>
                </a:lnTo>
                <a:lnTo>
                  <a:pt x="420539" y="71779"/>
                </a:lnTo>
                <a:lnTo>
                  <a:pt x="420134" y="72926"/>
                </a:lnTo>
                <a:lnTo>
                  <a:pt x="419749" y="74087"/>
                </a:lnTo>
                <a:lnTo>
                  <a:pt x="419382" y="75263"/>
                </a:lnTo>
                <a:lnTo>
                  <a:pt x="419034" y="76453"/>
                </a:lnTo>
                <a:lnTo>
                  <a:pt x="418705" y="77658"/>
                </a:lnTo>
                <a:lnTo>
                  <a:pt x="418394" y="78878"/>
                </a:lnTo>
                <a:lnTo>
                  <a:pt x="418103" y="80111"/>
                </a:lnTo>
                <a:lnTo>
                  <a:pt x="417830" y="81360"/>
                </a:lnTo>
                <a:lnTo>
                  <a:pt x="417576" y="82622"/>
                </a:lnTo>
                <a:lnTo>
                  <a:pt x="417341" y="83899"/>
                </a:lnTo>
                <a:lnTo>
                  <a:pt x="417125" y="85191"/>
                </a:lnTo>
                <a:lnTo>
                  <a:pt x="416927" y="86497"/>
                </a:lnTo>
                <a:lnTo>
                  <a:pt x="416749" y="87818"/>
                </a:lnTo>
                <a:lnTo>
                  <a:pt x="416589" y="89153"/>
                </a:lnTo>
                <a:lnTo>
                  <a:pt x="416448" y="90503"/>
                </a:lnTo>
                <a:lnTo>
                  <a:pt x="416326" y="91867"/>
                </a:lnTo>
                <a:lnTo>
                  <a:pt x="416222" y="93245"/>
                </a:lnTo>
                <a:lnTo>
                  <a:pt x="416137" y="94638"/>
                </a:lnTo>
                <a:lnTo>
                  <a:pt x="416072" y="96046"/>
                </a:lnTo>
                <a:lnTo>
                  <a:pt x="416025" y="97468"/>
                </a:lnTo>
                <a:lnTo>
                  <a:pt x="415996" y="98904"/>
                </a:lnTo>
                <a:lnTo>
                  <a:pt x="415987" y="100355"/>
                </a:lnTo>
                <a:lnTo>
                  <a:pt x="415997" y="101749"/>
                </a:lnTo>
                <a:lnTo>
                  <a:pt x="416026" y="103130"/>
                </a:lnTo>
                <a:lnTo>
                  <a:pt x="416074" y="104501"/>
                </a:lnTo>
                <a:lnTo>
                  <a:pt x="416142" y="105859"/>
                </a:lnTo>
                <a:lnTo>
                  <a:pt x="416230" y="107207"/>
                </a:lnTo>
                <a:lnTo>
                  <a:pt x="416336" y="108542"/>
                </a:lnTo>
                <a:lnTo>
                  <a:pt x="416462" y="109866"/>
                </a:lnTo>
                <a:lnTo>
                  <a:pt x="416608" y="111178"/>
                </a:lnTo>
                <a:lnTo>
                  <a:pt x="416773" y="112479"/>
                </a:lnTo>
                <a:lnTo>
                  <a:pt x="416957" y="113768"/>
                </a:lnTo>
                <a:lnTo>
                  <a:pt x="417161" y="115045"/>
                </a:lnTo>
                <a:lnTo>
                  <a:pt x="417384" y="116311"/>
                </a:lnTo>
                <a:lnTo>
                  <a:pt x="417627" y="117565"/>
                </a:lnTo>
                <a:lnTo>
                  <a:pt x="417888" y="118807"/>
                </a:lnTo>
                <a:lnTo>
                  <a:pt x="418170" y="120038"/>
                </a:lnTo>
                <a:lnTo>
                  <a:pt x="418471" y="121258"/>
                </a:lnTo>
                <a:lnTo>
                  <a:pt x="418791" y="122465"/>
                </a:lnTo>
                <a:lnTo>
                  <a:pt x="419130" y="123661"/>
                </a:lnTo>
                <a:lnTo>
                  <a:pt x="419489" y="124846"/>
                </a:lnTo>
                <a:lnTo>
                  <a:pt x="419868" y="126018"/>
                </a:lnTo>
                <a:lnTo>
                  <a:pt x="420265" y="127180"/>
                </a:lnTo>
                <a:lnTo>
                  <a:pt x="420682" y="128329"/>
                </a:lnTo>
                <a:lnTo>
                  <a:pt x="421119" y="129467"/>
                </a:lnTo>
                <a:lnTo>
                  <a:pt x="421575" y="130593"/>
                </a:lnTo>
                <a:lnTo>
                  <a:pt x="422051" y="131704"/>
                </a:lnTo>
                <a:lnTo>
                  <a:pt x="422548" y="132795"/>
                </a:lnTo>
                <a:lnTo>
                  <a:pt x="423065" y="133866"/>
                </a:lnTo>
                <a:lnTo>
                  <a:pt x="423604" y="134918"/>
                </a:lnTo>
                <a:lnTo>
                  <a:pt x="424163" y="135950"/>
                </a:lnTo>
                <a:lnTo>
                  <a:pt x="424743" y="136963"/>
                </a:lnTo>
                <a:lnTo>
                  <a:pt x="425344" y="137956"/>
                </a:lnTo>
                <a:lnTo>
                  <a:pt x="425965" y="138929"/>
                </a:lnTo>
                <a:lnTo>
                  <a:pt x="426608" y="139883"/>
                </a:lnTo>
                <a:lnTo>
                  <a:pt x="427271" y="140818"/>
                </a:lnTo>
                <a:lnTo>
                  <a:pt x="427955" y="141733"/>
                </a:lnTo>
                <a:lnTo>
                  <a:pt x="428660" y="142628"/>
                </a:lnTo>
                <a:lnTo>
                  <a:pt x="429385" y="143504"/>
                </a:lnTo>
                <a:lnTo>
                  <a:pt x="430131" y="144360"/>
                </a:lnTo>
                <a:lnTo>
                  <a:pt x="430899" y="145197"/>
                </a:lnTo>
                <a:lnTo>
                  <a:pt x="431686" y="146014"/>
                </a:lnTo>
                <a:lnTo>
                  <a:pt x="432495" y="146812"/>
                </a:lnTo>
                <a:lnTo>
                  <a:pt x="433325" y="147590"/>
                </a:lnTo>
                <a:lnTo>
                  <a:pt x="434175" y="148348"/>
                </a:lnTo>
                <a:lnTo>
                  <a:pt x="435046" y="149087"/>
                </a:lnTo>
                <a:lnTo>
                  <a:pt x="435938" y="149807"/>
                </a:lnTo>
                <a:lnTo>
                  <a:pt x="436850" y="150506"/>
                </a:lnTo>
                <a:lnTo>
                  <a:pt x="437784" y="151187"/>
                </a:lnTo>
                <a:lnTo>
                  <a:pt x="438738" y="151848"/>
                </a:lnTo>
                <a:lnTo>
                  <a:pt x="439714" y="152485"/>
                </a:lnTo>
                <a:lnTo>
                  <a:pt x="440713" y="153095"/>
                </a:lnTo>
                <a:lnTo>
                  <a:pt x="441734" y="153678"/>
                </a:lnTo>
                <a:lnTo>
                  <a:pt x="442778" y="154233"/>
                </a:lnTo>
                <a:lnTo>
                  <a:pt x="443845" y="154762"/>
                </a:lnTo>
                <a:lnTo>
                  <a:pt x="444935" y="155264"/>
                </a:lnTo>
                <a:lnTo>
                  <a:pt x="446048" y="155738"/>
                </a:lnTo>
                <a:lnTo>
                  <a:pt x="447183" y="156185"/>
                </a:lnTo>
                <a:lnTo>
                  <a:pt x="448341" y="156606"/>
                </a:lnTo>
                <a:lnTo>
                  <a:pt x="449522" y="156999"/>
                </a:lnTo>
                <a:lnTo>
                  <a:pt x="450726" y="157365"/>
                </a:lnTo>
                <a:lnTo>
                  <a:pt x="451952" y="157704"/>
                </a:lnTo>
                <a:lnTo>
                  <a:pt x="453201" y="158015"/>
                </a:lnTo>
                <a:lnTo>
                  <a:pt x="454473" y="158300"/>
                </a:lnTo>
                <a:lnTo>
                  <a:pt x="455768" y="158558"/>
                </a:lnTo>
                <a:lnTo>
                  <a:pt x="457086" y="158788"/>
                </a:lnTo>
                <a:lnTo>
                  <a:pt x="458426" y="158991"/>
                </a:lnTo>
                <a:lnTo>
                  <a:pt x="459789" y="159168"/>
                </a:lnTo>
                <a:lnTo>
                  <a:pt x="461175" y="159317"/>
                </a:lnTo>
                <a:lnTo>
                  <a:pt x="462583" y="159439"/>
                </a:lnTo>
                <a:lnTo>
                  <a:pt x="464015" y="159534"/>
                </a:lnTo>
                <a:lnTo>
                  <a:pt x="465469" y="159601"/>
                </a:lnTo>
                <a:lnTo>
                  <a:pt x="466946" y="159642"/>
                </a:lnTo>
                <a:lnTo>
                  <a:pt x="468445" y="159656"/>
                </a:lnTo>
                <a:lnTo>
                  <a:pt x="469608" y="159647"/>
                </a:lnTo>
                <a:lnTo>
                  <a:pt x="470757" y="159623"/>
                </a:lnTo>
                <a:lnTo>
                  <a:pt x="471893" y="159581"/>
                </a:lnTo>
                <a:lnTo>
                  <a:pt x="473016" y="159523"/>
                </a:lnTo>
                <a:close/>
                <a:moveTo>
                  <a:pt x="435749" y="84139"/>
                </a:moveTo>
                <a:lnTo>
                  <a:pt x="435958" y="82890"/>
                </a:lnTo>
                <a:lnTo>
                  <a:pt x="436190" y="81669"/>
                </a:lnTo>
                <a:lnTo>
                  <a:pt x="436445" y="80475"/>
                </a:lnTo>
                <a:lnTo>
                  <a:pt x="436723" y="79308"/>
                </a:lnTo>
                <a:lnTo>
                  <a:pt x="437025" y="78169"/>
                </a:lnTo>
                <a:lnTo>
                  <a:pt x="437349" y="77056"/>
                </a:lnTo>
                <a:lnTo>
                  <a:pt x="437697" y="75972"/>
                </a:lnTo>
                <a:lnTo>
                  <a:pt x="438068" y="74914"/>
                </a:lnTo>
                <a:lnTo>
                  <a:pt x="438462" y="73884"/>
                </a:lnTo>
                <a:lnTo>
                  <a:pt x="438879" y="72882"/>
                </a:lnTo>
                <a:lnTo>
                  <a:pt x="439320" y="71906"/>
                </a:lnTo>
                <a:lnTo>
                  <a:pt x="439783" y="70958"/>
                </a:lnTo>
                <a:lnTo>
                  <a:pt x="440270" y="70037"/>
                </a:lnTo>
                <a:lnTo>
                  <a:pt x="440780" y="69144"/>
                </a:lnTo>
                <a:lnTo>
                  <a:pt x="441313" y="68278"/>
                </a:lnTo>
                <a:lnTo>
                  <a:pt x="441869" y="67439"/>
                </a:lnTo>
                <a:lnTo>
                  <a:pt x="442449" y="66628"/>
                </a:lnTo>
                <a:lnTo>
                  <a:pt x="443051" y="65844"/>
                </a:lnTo>
                <a:lnTo>
                  <a:pt x="443677" y="65087"/>
                </a:lnTo>
                <a:lnTo>
                  <a:pt x="444326" y="64358"/>
                </a:lnTo>
                <a:lnTo>
                  <a:pt x="444997" y="63657"/>
                </a:lnTo>
                <a:lnTo>
                  <a:pt x="445688" y="62985"/>
                </a:lnTo>
                <a:lnTo>
                  <a:pt x="446401" y="62344"/>
                </a:lnTo>
                <a:lnTo>
                  <a:pt x="447134" y="61732"/>
                </a:lnTo>
                <a:lnTo>
                  <a:pt x="447888" y="61150"/>
                </a:lnTo>
                <a:lnTo>
                  <a:pt x="448663" y="60599"/>
                </a:lnTo>
                <a:lnTo>
                  <a:pt x="449459" y="60076"/>
                </a:lnTo>
                <a:lnTo>
                  <a:pt x="450275" y="59584"/>
                </a:lnTo>
                <a:lnTo>
                  <a:pt x="451112" y="59122"/>
                </a:lnTo>
                <a:lnTo>
                  <a:pt x="451970" y="58689"/>
                </a:lnTo>
                <a:lnTo>
                  <a:pt x="452849" y="58286"/>
                </a:lnTo>
                <a:lnTo>
                  <a:pt x="453748" y="57913"/>
                </a:lnTo>
                <a:lnTo>
                  <a:pt x="454669" y="57570"/>
                </a:lnTo>
                <a:lnTo>
                  <a:pt x="455610" y="57257"/>
                </a:lnTo>
                <a:lnTo>
                  <a:pt x="456572" y="56974"/>
                </a:lnTo>
                <a:lnTo>
                  <a:pt x="457554" y="56720"/>
                </a:lnTo>
                <a:lnTo>
                  <a:pt x="458558" y="56496"/>
                </a:lnTo>
                <a:lnTo>
                  <a:pt x="459582" y="56302"/>
                </a:lnTo>
                <a:lnTo>
                  <a:pt x="460627" y="56138"/>
                </a:lnTo>
                <a:lnTo>
                  <a:pt x="461693" y="56004"/>
                </a:lnTo>
                <a:lnTo>
                  <a:pt x="462780" y="55900"/>
                </a:lnTo>
                <a:lnTo>
                  <a:pt x="463887" y="55825"/>
                </a:lnTo>
                <a:lnTo>
                  <a:pt x="465015" y="55780"/>
                </a:lnTo>
                <a:lnTo>
                  <a:pt x="466164" y="55765"/>
                </a:lnTo>
                <a:lnTo>
                  <a:pt x="467304" y="55780"/>
                </a:lnTo>
                <a:lnTo>
                  <a:pt x="468422" y="55826"/>
                </a:lnTo>
                <a:lnTo>
                  <a:pt x="469520" y="55901"/>
                </a:lnTo>
                <a:lnTo>
                  <a:pt x="470596" y="56006"/>
                </a:lnTo>
                <a:lnTo>
                  <a:pt x="471652" y="56141"/>
                </a:lnTo>
                <a:lnTo>
                  <a:pt x="472686" y="56306"/>
                </a:lnTo>
                <a:lnTo>
                  <a:pt x="473700" y="56502"/>
                </a:lnTo>
                <a:lnTo>
                  <a:pt x="474692" y="56727"/>
                </a:lnTo>
                <a:lnTo>
                  <a:pt x="475664" y="56982"/>
                </a:lnTo>
                <a:lnTo>
                  <a:pt x="476614" y="57268"/>
                </a:lnTo>
                <a:lnTo>
                  <a:pt x="477544" y="57583"/>
                </a:lnTo>
                <a:lnTo>
                  <a:pt x="478452" y="57929"/>
                </a:lnTo>
                <a:lnTo>
                  <a:pt x="479340" y="58304"/>
                </a:lnTo>
                <a:lnTo>
                  <a:pt x="480206" y="58710"/>
                </a:lnTo>
                <a:lnTo>
                  <a:pt x="481052" y="59145"/>
                </a:lnTo>
                <a:lnTo>
                  <a:pt x="481877" y="59611"/>
                </a:lnTo>
                <a:lnTo>
                  <a:pt x="482680" y="60107"/>
                </a:lnTo>
                <a:lnTo>
                  <a:pt x="483463" y="60633"/>
                </a:lnTo>
                <a:lnTo>
                  <a:pt x="484225" y="61188"/>
                </a:lnTo>
                <a:lnTo>
                  <a:pt x="484965" y="61774"/>
                </a:lnTo>
                <a:lnTo>
                  <a:pt x="485685" y="62390"/>
                </a:lnTo>
                <a:lnTo>
                  <a:pt x="486384" y="63036"/>
                </a:lnTo>
                <a:lnTo>
                  <a:pt x="487061" y="63712"/>
                </a:lnTo>
                <a:lnTo>
                  <a:pt x="487718" y="64418"/>
                </a:lnTo>
                <a:lnTo>
                  <a:pt x="488351" y="65152"/>
                </a:lnTo>
                <a:lnTo>
                  <a:pt x="488959" y="65913"/>
                </a:lnTo>
                <a:lnTo>
                  <a:pt x="489541" y="66701"/>
                </a:lnTo>
                <a:lnTo>
                  <a:pt x="490097" y="67515"/>
                </a:lnTo>
                <a:lnTo>
                  <a:pt x="490627" y="68356"/>
                </a:lnTo>
                <a:lnTo>
                  <a:pt x="491132" y="69223"/>
                </a:lnTo>
                <a:lnTo>
                  <a:pt x="491611" y="70118"/>
                </a:lnTo>
                <a:lnTo>
                  <a:pt x="492064" y="71039"/>
                </a:lnTo>
                <a:lnTo>
                  <a:pt x="492492" y="71987"/>
                </a:lnTo>
                <a:lnTo>
                  <a:pt x="492893" y="72961"/>
                </a:lnTo>
                <a:lnTo>
                  <a:pt x="493269" y="73962"/>
                </a:lnTo>
                <a:lnTo>
                  <a:pt x="493620" y="74990"/>
                </a:lnTo>
                <a:lnTo>
                  <a:pt x="493944" y="76045"/>
                </a:lnTo>
                <a:lnTo>
                  <a:pt x="494243" y="77126"/>
                </a:lnTo>
                <a:lnTo>
                  <a:pt x="494516" y="78234"/>
                </a:lnTo>
                <a:lnTo>
                  <a:pt x="494763" y="79369"/>
                </a:lnTo>
                <a:lnTo>
                  <a:pt x="494985" y="80530"/>
                </a:lnTo>
                <a:lnTo>
                  <a:pt x="495180" y="81718"/>
                </a:lnTo>
                <a:lnTo>
                  <a:pt x="495351" y="82933"/>
                </a:lnTo>
                <a:lnTo>
                  <a:pt x="495495" y="84174"/>
                </a:lnTo>
                <a:lnTo>
                  <a:pt x="495613" y="85442"/>
                </a:lnTo>
                <a:lnTo>
                  <a:pt x="495706" y="86737"/>
                </a:lnTo>
                <a:lnTo>
                  <a:pt x="495773" y="88059"/>
                </a:lnTo>
                <a:lnTo>
                  <a:pt x="495815" y="89407"/>
                </a:lnTo>
                <a:lnTo>
                  <a:pt x="435146" y="89407"/>
                </a:lnTo>
                <a:lnTo>
                  <a:pt x="435262" y="88049"/>
                </a:lnTo>
                <a:lnTo>
                  <a:pt x="435401" y="86718"/>
                </a:lnTo>
                <a:lnTo>
                  <a:pt x="435564" y="85415"/>
                </a:lnTo>
                <a:lnTo>
                  <a:pt x="435749" y="84139"/>
                </a:lnTo>
                <a:close/>
                <a:moveTo>
                  <a:pt x="666999" y="159569"/>
                </a:moveTo>
                <a:lnTo>
                  <a:pt x="667753" y="159531"/>
                </a:lnTo>
                <a:lnTo>
                  <a:pt x="668503" y="159486"/>
                </a:lnTo>
                <a:lnTo>
                  <a:pt x="669248" y="159434"/>
                </a:lnTo>
                <a:lnTo>
                  <a:pt x="669988" y="159375"/>
                </a:lnTo>
                <a:lnTo>
                  <a:pt x="670724" y="159309"/>
                </a:lnTo>
                <a:lnTo>
                  <a:pt x="671456" y="159236"/>
                </a:lnTo>
                <a:lnTo>
                  <a:pt x="672183" y="159157"/>
                </a:lnTo>
                <a:lnTo>
                  <a:pt x="672905" y="159070"/>
                </a:lnTo>
                <a:lnTo>
                  <a:pt x="673623" y="158977"/>
                </a:lnTo>
                <a:lnTo>
                  <a:pt x="674336" y="158876"/>
                </a:lnTo>
                <a:lnTo>
                  <a:pt x="675045" y="158769"/>
                </a:lnTo>
                <a:lnTo>
                  <a:pt x="675749" y="158654"/>
                </a:lnTo>
                <a:lnTo>
                  <a:pt x="676449" y="158533"/>
                </a:lnTo>
                <a:lnTo>
                  <a:pt x="677144" y="158405"/>
                </a:lnTo>
                <a:lnTo>
                  <a:pt x="677834" y="158270"/>
                </a:lnTo>
                <a:lnTo>
                  <a:pt x="678520" y="158128"/>
                </a:lnTo>
                <a:lnTo>
                  <a:pt x="679201" y="157979"/>
                </a:lnTo>
                <a:lnTo>
                  <a:pt x="679878" y="157823"/>
                </a:lnTo>
                <a:lnTo>
                  <a:pt x="680550" y="157660"/>
                </a:lnTo>
                <a:lnTo>
                  <a:pt x="681217" y="157490"/>
                </a:lnTo>
                <a:lnTo>
                  <a:pt x="681876" y="157312"/>
                </a:lnTo>
                <a:lnTo>
                  <a:pt x="682528" y="157127"/>
                </a:lnTo>
                <a:lnTo>
                  <a:pt x="683173" y="156934"/>
                </a:lnTo>
                <a:lnTo>
                  <a:pt x="683811" y="156734"/>
                </a:lnTo>
                <a:lnTo>
                  <a:pt x="684442" y="156526"/>
                </a:lnTo>
                <a:lnTo>
                  <a:pt x="685066" y="156311"/>
                </a:lnTo>
                <a:lnTo>
                  <a:pt x="685682" y="156088"/>
                </a:lnTo>
                <a:lnTo>
                  <a:pt x="686292" y="155858"/>
                </a:lnTo>
                <a:lnTo>
                  <a:pt x="686894" y="155619"/>
                </a:lnTo>
                <a:lnTo>
                  <a:pt x="687489" y="155374"/>
                </a:lnTo>
                <a:lnTo>
                  <a:pt x="688077" y="155121"/>
                </a:lnTo>
                <a:lnTo>
                  <a:pt x="688658" y="154860"/>
                </a:lnTo>
                <a:lnTo>
                  <a:pt x="689232" y="154592"/>
                </a:lnTo>
                <a:lnTo>
                  <a:pt x="689798" y="154316"/>
                </a:lnTo>
                <a:lnTo>
                  <a:pt x="690358" y="154033"/>
                </a:lnTo>
                <a:lnTo>
                  <a:pt x="690910" y="153742"/>
                </a:lnTo>
                <a:lnTo>
                  <a:pt x="691456" y="153444"/>
                </a:lnTo>
                <a:lnTo>
                  <a:pt x="691994" y="153138"/>
                </a:lnTo>
                <a:lnTo>
                  <a:pt x="692525" y="152824"/>
                </a:lnTo>
                <a:lnTo>
                  <a:pt x="693049" y="152503"/>
                </a:lnTo>
                <a:lnTo>
                  <a:pt x="693565" y="152175"/>
                </a:lnTo>
                <a:lnTo>
                  <a:pt x="694075" y="151838"/>
                </a:lnTo>
                <a:lnTo>
                  <a:pt x="694577" y="151495"/>
                </a:lnTo>
                <a:lnTo>
                  <a:pt x="695072" y="151143"/>
                </a:lnTo>
                <a:lnTo>
                  <a:pt x="695557" y="150783"/>
                </a:lnTo>
                <a:lnTo>
                  <a:pt x="696033" y="150416"/>
                </a:lnTo>
                <a:lnTo>
                  <a:pt x="696500" y="150040"/>
                </a:lnTo>
                <a:lnTo>
                  <a:pt x="696958" y="149655"/>
                </a:lnTo>
                <a:lnTo>
                  <a:pt x="697407" y="149263"/>
                </a:lnTo>
                <a:lnTo>
                  <a:pt x="697847" y="148863"/>
                </a:lnTo>
                <a:lnTo>
                  <a:pt x="698277" y="148454"/>
                </a:lnTo>
                <a:lnTo>
                  <a:pt x="698699" y="148037"/>
                </a:lnTo>
                <a:lnTo>
                  <a:pt x="699111" y="147612"/>
                </a:lnTo>
                <a:lnTo>
                  <a:pt x="699515" y="147179"/>
                </a:lnTo>
                <a:lnTo>
                  <a:pt x="699909" y="146738"/>
                </a:lnTo>
                <a:lnTo>
                  <a:pt x="700294" y="146289"/>
                </a:lnTo>
                <a:lnTo>
                  <a:pt x="700670" y="145831"/>
                </a:lnTo>
                <a:lnTo>
                  <a:pt x="701037" y="145365"/>
                </a:lnTo>
                <a:lnTo>
                  <a:pt x="701394" y="144891"/>
                </a:lnTo>
                <a:lnTo>
                  <a:pt x="701743" y="144409"/>
                </a:lnTo>
                <a:lnTo>
                  <a:pt x="702083" y="143919"/>
                </a:lnTo>
                <a:lnTo>
                  <a:pt x="702413" y="143421"/>
                </a:lnTo>
                <a:lnTo>
                  <a:pt x="702734" y="142915"/>
                </a:lnTo>
                <a:lnTo>
                  <a:pt x="703047" y="142400"/>
                </a:lnTo>
                <a:lnTo>
                  <a:pt x="703350" y="141877"/>
                </a:lnTo>
                <a:lnTo>
                  <a:pt x="703644" y="141346"/>
                </a:lnTo>
                <a:lnTo>
                  <a:pt x="703929" y="140807"/>
                </a:lnTo>
                <a:lnTo>
                  <a:pt x="704203" y="140260"/>
                </a:lnTo>
                <a:lnTo>
                  <a:pt x="704466" y="139704"/>
                </a:lnTo>
                <a:lnTo>
                  <a:pt x="704717" y="139140"/>
                </a:lnTo>
                <a:lnTo>
                  <a:pt x="704957" y="138568"/>
                </a:lnTo>
                <a:lnTo>
                  <a:pt x="705184" y="137987"/>
                </a:lnTo>
                <a:lnTo>
                  <a:pt x="705400" y="137398"/>
                </a:lnTo>
                <a:lnTo>
                  <a:pt x="705605" y="136800"/>
                </a:lnTo>
                <a:lnTo>
                  <a:pt x="705798" y="136194"/>
                </a:lnTo>
                <a:lnTo>
                  <a:pt x="705979" y="135580"/>
                </a:lnTo>
                <a:lnTo>
                  <a:pt x="706148" y="134958"/>
                </a:lnTo>
                <a:lnTo>
                  <a:pt x="706306" y="134327"/>
                </a:lnTo>
                <a:lnTo>
                  <a:pt x="706452" y="133688"/>
                </a:lnTo>
                <a:lnTo>
                  <a:pt x="706586" y="133040"/>
                </a:lnTo>
                <a:lnTo>
                  <a:pt x="706709" y="132384"/>
                </a:lnTo>
                <a:lnTo>
                  <a:pt x="706820" y="131720"/>
                </a:lnTo>
                <a:lnTo>
                  <a:pt x="706919" y="131047"/>
                </a:lnTo>
                <a:lnTo>
                  <a:pt x="707007" y="130366"/>
                </a:lnTo>
                <a:lnTo>
                  <a:pt x="707083" y="129677"/>
                </a:lnTo>
                <a:lnTo>
                  <a:pt x="707147" y="128979"/>
                </a:lnTo>
                <a:lnTo>
                  <a:pt x="707199" y="128273"/>
                </a:lnTo>
                <a:lnTo>
                  <a:pt x="707240" y="127559"/>
                </a:lnTo>
                <a:lnTo>
                  <a:pt x="707269" y="126836"/>
                </a:lnTo>
                <a:lnTo>
                  <a:pt x="707287" y="126105"/>
                </a:lnTo>
                <a:lnTo>
                  <a:pt x="707293" y="125365"/>
                </a:lnTo>
                <a:lnTo>
                  <a:pt x="707285" y="124511"/>
                </a:lnTo>
                <a:lnTo>
                  <a:pt x="707263" y="123669"/>
                </a:lnTo>
                <a:lnTo>
                  <a:pt x="707226" y="122839"/>
                </a:lnTo>
                <a:lnTo>
                  <a:pt x="707174" y="122023"/>
                </a:lnTo>
                <a:lnTo>
                  <a:pt x="707107" y="121220"/>
                </a:lnTo>
                <a:lnTo>
                  <a:pt x="707026" y="120429"/>
                </a:lnTo>
                <a:lnTo>
                  <a:pt x="706929" y="119652"/>
                </a:lnTo>
                <a:lnTo>
                  <a:pt x="706818" y="118887"/>
                </a:lnTo>
                <a:lnTo>
                  <a:pt x="706691" y="118135"/>
                </a:lnTo>
                <a:lnTo>
                  <a:pt x="706550" y="117396"/>
                </a:lnTo>
                <a:lnTo>
                  <a:pt x="706394" y="116670"/>
                </a:lnTo>
                <a:lnTo>
                  <a:pt x="706224" y="115956"/>
                </a:lnTo>
                <a:lnTo>
                  <a:pt x="706038" y="115256"/>
                </a:lnTo>
                <a:lnTo>
                  <a:pt x="705838" y="114568"/>
                </a:lnTo>
                <a:lnTo>
                  <a:pt x="705622" y="113893"/>
                </a:lnTo>
                <a:lnTo>
                  <a:pt x="705392" y="113231"/>
                </a:lnTo>
                <a:lnTo>
                  <a:pt x="705147" y="112582"/>
                </a:lnTo>
                <a:lnTo>
                  <a:pt x="704887" y="111946"/>
                </a:lnTo>
                <a:lnTo>
                  <a:pt x="704613" y="111322"/>
                </a:lnTo>
                <a:lnTo>
                  <a:pt x="704323" y="110712"/>
                </a:lnTo>
                <a:lnTo>
                  <a:pt x="704019" y="110114"/>
                </a:lnTo>
                <a:lnTo>
                  <a:pt x="703699" y="109529"/>
                </a:lnTo>
                <a:lnTo>
                  <a:pt x="703365" y="108957"/>
                </a:lnTo>
                <a:lnTo>
                  <a:pt x="703016" y="108398"/>
                </a:lnTo>
                <a:lnTo>
                  <a:pt x="702653" y="107850"/>
                </a:lnTo>
                <a:lnTo>
                  <a:pt x="702275" y="107309"/>
                </a:lnTo>
                <a:lnTo>
                  <a:pt x="701882" y="106777"/>
                </a:lnTo>
                <a:lnTo>
                  <a:pt x="701475" y="106253"/>
                </a:lnTo>
                <a:lnTo>
                  <a:pt x="701054" y="105738"/>
                </a:lnTo>
                <a:lnTo>
                  <a:pt x="700618" y="105231"/>
                </a:lnTo>
                <a:lnTo>
                  <a:pt x="700168" y="104732"/>
                </a:lnTo>
                <a:lnTo>
                  <a:pt x="699703" y="104242"/>
                </a:lnTo>
                <a:lnTo>
                  <a:pt x="699224" y="103760"/>
                </a:lnTo>
                <a:lnTo>
                  <a:pt x="698730" y="103287"/>
                </a:lnTo>
                <a:lnTo>
                  <a:pt x="698222" y="102822"/>
                </a:lnTo>
                <a:lnTo>
                  <a:pt x="697699" y="102365"/>
                </a:lnTo>
                <a:lnTo>
                  <a:pt x="697162" y="101917"/>
                </a:lnTo>
                <a:lnTo>
                  <a:pt x="696611" y="101476"/>
                </a:lnTo>
                <a:lnTo>
                  <a:pt x="696045" y="101045"/>
                </a:lnTo>
                <a:lnTo>
                  <a:pt x="695464" y="100621"/>
                </a:lnTo>
                <a:lnTo>
                  <a:pt x="694870" y="100207"/>
                </a:lnTo>
                <a:lnTo>
                  <a:pt x="694260" y="99800"/>
                </a:lnTo>
                <a:lnTo>
                  <a:pt x="693636" y="99402"/>
                </a:lnTo>
                <a:lnTo>
                  <a:pt x="692998" y="99012"/>
                </a:lnTo>
                <a:lnTo>
                  <a:pt x="692346" y="98630"/>
                </a:lnTo>
                <a:lnTo>
                  <a:pt x="691678" y="98257"/>
                </a:lnTo>
                <a:lnTo>
                  <a:pt x="690997" y="97892"/>
                </a:lnTo>
                <a:lnTo>
                  <a:pt x="690301" y="97536"/>
                </a:lnTo>
                <a:lnTo>
                  <a:pt x="689591" y="97186"/>
                </a:lnTo>
                <a:lnTo>
                  <a:pt x="688867" y="96840"/>
                </a:lnTo>
                <a:lnTo>
                  <a:pt x="688129" y="96498"/>
                </a:lnTo>
                <a:lnTo>
                  <a:pt x="687377" y="96160"/>
                </a:lnTo>
                <a:lnTo>
                  <a:pt x="686611" y="95826"/>
                </a:lnTo>
                <a:lnTo>
                  <a:pt x="685832" y="95496"/>
                </a:lnTo>
                <a:lnTo>
                  <a:pt x="685039" y="95170"/>
                </a:lnTo>
                <a:lnTo>
                  <a:pt x="684231" y="94849"/>
                </a:lnTo>
                <a:lnTo>
                  <a:pt x="683410" y="94531"/>
                </a:lnTo>
                <a:lnTo>
                  <a:pt x="682575" y="94217"/>
                </a:lnTo>
                <a:lnTo>
                  <a:pt x="681727" y="93908"/>
                </a:lnTo>
                <a:lnTo>
                  <a:pt x="680864" y="93603"/>
                </a:lnTo>
                <a:lnTo>
                  <a:pt x="679988" y="93301"/>
                </a:lnTo>
                <a:lnTo>
                  <a:pt x="679097" y="93004"/>
                </a:lnTo>
                <a:lnTo>
                  <a:pt x="678193" y="92711"/>
                </a:lnTo>
                <a:lnTo>
                  <a:pt x="677275" y="92422"/>
                </a:lnTo>
                <a:lnTo>
                  <a:pt x="676343" y="92137"/>
                </a:lnTo>
                <a:lnTo>
                  <a:pt x="675397" y="91856"/>
                </a:lnTo>
                <a:lnTo>
                  <a:pt x="674438" y="91579"/>
                </a:lnTo>
                <a:lnTo>
                  <a:pt x="673464" y="91306"/>
                </a:lnTo>
                <a:lnTo>
                  <a:pt x="672477" y="91037"/>
                </a:lnTo>
                <a:lnTo>
                  <a:pt x="671476" y="90773"/>
                </a:lnTo>
                <a:lnTo>
                  <a:pt x="670461" y="90512"/>
                </a:lnTo>
                <a:lnTo>
                  <a:pt x="669432" y="90255"/>
                </a:lnTo>
                <a:lnTo>
                  <a:pt x="668489" y="90021"/>
                </a:lnTo>
                <a:lnTo>
                  <a:pt x="667563" y="89788"/>
                </a:lnTo>
                <a:lnTo>
                  <a:pt x="666654" y="89555"/>
                </a:lnTo>
                <a:lnTo>
                  <a:pt x="665760" y="89324"/>
                </a:lnTo>
                <a:lnTo>
                  <a:pt x="664883" y="89094"/>
                </a:lnTo>
                <a:lnTo>
                  <a:pt x="664022" y="88864"/>
                </a:lnTo>
                <a:lnTo>
                  <a:pt x="663177" y="88636"/>
                </a:lnTo>
                <a:lnTo>
                  <a:pt x="662348" y="88409"/>
                </a:lnTo>
                <a:lnTo>
                  <a:pt x="661536" y="88183"/>
                </a:lnTo>
                <a:lnTo>
                  <a:pt x="660740" y="87958"/>
                </a:lnTo>
                <a:lnTo>
                  <a:pt x="659960" y="87733"/>
                </a:lnTo>
                <a:lnTo>
                  <a:pt x="659197" y="87510"/>
                </a:lnTo>
                <a:lnTo>
                  <a:pt x="658449" y="87288"/>
                </a:lnTo>
                <a:lnTo>
                  <a:pt x="657718" y="87067"/>
                </a:lnTo>
                <a:lnTo>
                  <a:pt x="657003" y="86847"/>
                </a:lnTo>
                <a:lnTo>
                  <a:pt x="656304" y="86628"/>
                </a:lnTo>
                <a:lnTo>
                  <a:pt x="655622" y="86410"/>
                </a:lnTo>
                <a:lnTo>
                  <a:pt x="654956" y="86193"/>
                </a:lnTo>
                <a:lnTo>
                  <a:pt x="654306" y="85977"/>
                </a:lnTo>
                <a:lnTo>
                  <a:pt x="653672" y="85763"/>
                </a:lnTo>
                <a:lnTo>
                  <a:pt x="653054" y="85549"/>
                </a:lnTo>
                <a:lnTo>
                  <a:pt x="652453" y="85336"/>
                </a:lnTo>
                <a:lnTo>
                  <a:pt x="651868" y="85124"/>
                </a:lnTo>
                <a:lnTo>
                  <a:pt x="651299" y="84913"/>
                </a:lnTo>
                <a:lnTo>
                  <a:pt x="650745" y="84702"/>
                </a:lnTo>
                <a:lnTo>
                  <a:pt x="650205" y="84488"/>
                </a:lnTo>
                <a:lnTo>
                  <a:pt x="649678" y="84272"/>
                </a:lnTo>
                <a:lnTo>
                  <a:pt x="649164" y="84053"/>
                </a:lnTo>
                <a:lnTo>
                  <a:pt x="648664" y="83833"/>
                </a:lnTo>
                <a:lnTo>
                  <a:pt x="648177" y="83610"/>
                </a:lnTo>
                <a:lnTo>
                  <a:pt x="647704" y="83385"/>
                </a:lnTo>
                <a:lnTo>
                  <a:pt x="647245" y="83157"/>
                </a:lnTo>
                <a:lnTo>
                  <a:pt x="646798" y="82928"/>
                </a:lnTo>
                <a:lnTo>
                  <a:pt x="646365" y="82696"/>
                </a:lnTo>
                <a:lnTo>
                  <a:pt x="645946" y="82462"/>
                </a:lnTo>
                <a:lnTo>
                  <a:pt x="645540" y="82225"/>
                </a:lnTo>
                <a:lnTo>
                  <a:pt x="645148" y="81987"/>
                </a:lnTo>
                <a:lnTo>
                  <a:pt x="644769" y="81746"/>
                </a:lnTo>
                <a:lnTo>
                  <a:pt x="644403" y="81503"/>
                </a:lnTo>
                <a:lnTo>
                  <a:pt x="644051" y="81258"/>
                </a:lnTo>
                <a:lnTo>
                  <a:pt x="643713" y="81010"/>
                </a:lnTo>
                <a:lnTo>
                  <a:pt x="643388" y="80760"/>
                </a:lnTo>
                <a:lnTo>
                  <a:pt x="643076" y="80508"/>
                </a:lnTo>
                <a:lnTo>
                  <a:pt x="642778" y="80254"/>
                </a:lnTo>
                <a:lnTo>
                  <a:pt x="642493" y="79998"/>
                </a:lnTo>
                <a:lnTo>
                  <a:pt x="642222" y="79739"/>
                </a:lnTo>
                <a:lnTo>
                  <a:pt x="641964" y="79478"/>
                </a:lnTo>
                <a:lnTo>
                  <a:pt x="641720" y="79215"/>
                </a:lnTo>
                <a:lnTo>
                  <a:pt x="641487" y="78948"/>
                </a:lnTo>
                <a:lnTo>
                  <a:pt x="641265" y="78676"/>
                </a:lnTo>
                <a:lnTo>
                  <a:pt x="641052" y="78400"/>
                </a:lnTo>
                <a:lnTo>
                  <a:pt x="640849" y="78119"/>
                </a:lnTo>
                <a:lnTo>
                  <a:pt x="640656" y="77832"/>
                </a:lnTo>
                <a:lnTo>
                  <a:pt x="640473" y="77541"/>
                </a:lnTo>
                <a:lnTo>
                  <a:pt x="640299" y="77245"/>
                </a:lnTo>
                <a:lnTo>
                  <a:pt x="640136" y="76944"/>
                </a:lnTo>
                <a:lnTo>
                  <a:pt x="639983" y="76638"/>
                </a:lnTo>
                <a:lnTo>
                  <a:pt x="639839" y="76327"/>
                </a:lnTo>
                <a:lnTo>
                  <a:pt x="639705" y="76012"/>
                </a:lnTo>
                <a:lnTo>
                  <a:pt x="639582" y="75691"/>
                </a:lnTo>
                <a:lnTo>
                  <a:pt x="639468" y="75366"/>
                </a:lnTo>
                <a:lnTo>
                  <a:pt x="639364" y="75036"/>
                </a:lnTo>
                <a:lnTo>
                  <a:pt x="639270" y="74700"/>
                </a:lnTo>
                <a:lnTo>
                  <a:pt x="639186" y="74360"/>
                </a:lnTo>
                <a:lnTo>
                  <a:pt x="639111" y="74015"/>
                </a:lnTo>
                <a:lnTo>
                  <a:pt x="639047" y="73665"/>
                </a:lnTo>
                <a:lnTo>
                  <a:pt x="638993" y="73311"/>
                </a:lnTo>
                <a:lnTo>
                  <a:pt x="638948" y="72951"/>
                </a:lnTo>
                <a:lnTo>
                  <a:pt x="638913" y="72587"/>
                </a:lnTo>
                <a:lnTo>
                  <a:pt x="638889" y="72217"/>
                </a:lnTo>
                <a:lnTo>
                  <a:pt x="638874" y="71843"/>
                </a:lnTo>
                <a:lnTo>
                  <a:pt x="638869" y="71464"/>
                </a:lnTo>
                <a:lnTo>
                  <a:pt x="638880" y="70788"/>
                </a:lnTo>
                <a:lnTo>
                  <a:pt x="638913" y="70127"/>
                </a:lnTo>
                <a:lnTo>
                  <a:pt x="638969" y="69481"/>
                </a:lnTo>
                <a:lnTo>
                  <a:pt x="639046" y="68850"/>
                </a:lnTo>
                <a:lnTo>
                  <a:pt x="639146" y="68234"/>
                </a:lnTo>
                <a:lnTo>
                  <a:pt x="639268" y="67633"/>
                </a:lnTo>
                <a:lnTo>
                  <a:pt x="639412" y="67048"/>
                </a:lnTo>
                <a:lnTo>
                  <a:pt x="639579" y="66477"/>
                </a:lnTo>
                <a:lnTo>
                  <a:pt x="639767" y="65922"/>
                </a:lnTo>
                <a:lnTo>
                  <a:pt x="639978" y="65381"/>
                </a:lnTo>
                <a:lnTo>
                  <a:pt x="640211" y="64856"/>
                </a:lnTo>
                <a:lnTo>
                  <a:pt x="640466" y="64346"/>
                </a:lnTo>
                <a:lnTo>
                  <a:pt x="640743" y="63851"/>
                </a:lnTo>
                <a:lnTo>
                  <a:pt x="641042" y="63371"/>
                </a:lnTo>
                <a:lnTo>
                  <a:pt x="641364" y="62906"/>
                </a:lnTo>
                <a:lnTo>
                  <a:pt x="641707" y="62456"/>
                </a:lnTo>
                <a:lnTo>
                  <a:pt x="642073" y="62021"/>
                </a:lnTo>
                <a:lnTo>
                  <a:pt x="642461" y="61602"/>
                </a:lnTo>
                <a:lnTo>
                  <a:pt x="642871" y="61197"/>
                </a:lnTo>
                <a:lnTo>
                  <a:pt x="643304" y="60808"/>
                </a:lnTo>
                <a:lnTo>
                  <a:pt x="643758" y="60433"/>
                </a:lnTo>
                <a:lnTo>
                  <a:pt x="644235" y="60074"/>
                </a:lnTo>
                <a:lnTo>
                  <a:pt x="644734" y="59730"/>
                </a:lnTo>
                <a:lnTo>
                  <a:pt x="645255" y="59400"/>
                </a:lnTo>
                <a:lnTo>
                  <a:pt x="645794" y="59085"/>
                </a:lnTo>
                <a:lnTo>
                  <a:pt x="646346" y="58783"/>
                </a:lnTo>
                <a:lnTo>
                  <a:pt x="646912" y="58495"/>
                </a:lnTo>
                <a:lnTo>
                  <a:pt x="647492" y="58220"/>
                </a:lnTo>
                <a:lnTo>
                  <a:pt x="648084" y="57959"/>
                </a:lnTo>
                <a:lnTo>
                  <a:pt x="648691" y="57710"/>
                </a:lnTo>
                <a:lnTo>
                  <a:pt x="649310" y="57476"/>
                </a:lnTo>
                <a:lnTo>
                  <a:pt x="649943" y="57254"/>
                </a:lnTo>
                <a:lnTo>
                  <a:pt x="650590" y="57046"/>
                </a:lnTo>
                <a:lnTo>
                  <a:pt x="651250" y="56852"/>
                </a:lnTo>
                <a:lnTo>
                  <a:pt x="651924" y="56671"/>
                </a:lnTo>
                <a:lnTo>
                  <a:pt x="652611" y="56503"/>
                </a:lnTo>
                <a:lnTo>
                  <a:pt x="653311" y="56349"/>
                </a:lnTo>
                <a:lnTo>
                  <a:pt x="654025" y="56208"/>
                </a:lnTo>
                <a:lnTo>
                  <a:pt x="654753" y="56081"/>
                </a:lnTo>
                <a:lnTo>
                  <a:pt x="655493" y="55967"/>
                </a:lnTo>
                <a:lnTo>
                  <a:pt x="656248" y="55866"/>
                </a:lnTo>
                <a:lnTo>
                  <a:pt x="657016" y="55779"/>
                </a:lnTo>
                <a:lnTo>
                  <a:pt x="657797" y="55705"/>
                </a:lnTo>
                <a:lnTo>
                  <a:pt x="658591" y="55645"/>
                </a:lnTo>
                <a:lnTo>
                  <a:pt x="659400" y="55598"/>
                </a:lnTo>
                <a:lnTo>
                  <a:pt x="660221" y="55564"/>
                </a:lnTo>
                <a:lnTo>
                  <a:pt x="661056" y="55544"/>
                </a:lnTo>
                <a:lnTo>
                  <a:pt x="661905" y="55537"/>
                </a:lnTo>
                <a:lnTo>
                  <a:pt x="662745" y="55546"/>
                </a:lnTo>
                <a:lnTo>
                  <a:pt x="663575" y="55573"/>
                </a:lnTo>
                <a:lnTo>
                  <a:pt x="664394" y="55618"/>
                </a:lnTo>
                <a:lnTo>
                  <a:pt x="665203" y="55680"/>
                </a:lnTo>
                <a:lnTo>
                  <a:pt x="666000" y="55761"/>
                </a:lnTo>
                <a:lnTo>
                  <a:pt x="666787" y="55859"/>
                </a:lnTo>
                <a:lnTo>
                  <a:pt x="667564" y="55975"/>
                </a:lnTo>
                <a:lnTo>
                  <a:pt x="668329" y="56109"/>
                </a:lnTo>
                <a:lnTo>
                  <a:pt x="669084" y="56261"/>
                </a:lnTo>
                <a:lnTo>
                  <a:pt x="669828" y="56431"/>
                </a:lnTo>
                <a:lnTo>
                  <a:pt x="670562" y="56618"/>
                </a:lnTo>
                <a:lnTo>
                  <a:pt x="671285" y="56824"/>
                </a:lnTo>
                <a:lnTo>
                  <a:pt x="671997" y="57047"/>
                </a:lnTo>
                <a:lnTo>
                  <a:pt x="672698" y="57288"/>
                </a:lnTo>
                <a:lnTo>
                  <a:pt x="673389" y="57548"/>
                </a:lnTo>
                <a:lnTo>
                  <a:pt x="674069" y="57825"/>
                </a:lnTo>
                <a:lnTo>
                  <a:pt x="674739" y="58119"/>
                </a:lnTo>
                <a:lnTo>
                  <a:pt x="675397" y="58432"/>
                </a:lnTo>
                <a:lnTo>
                  <a:pt x="676045" y="58763"/>
                </a:lnTo>
                <a:lnTo>
                  <a:pt x="676683" y="59111"/>
                </a:lnTo>
                <a:lnTo>
                  <a:pt x="677309" y="59477"/>
                </a:lnTo>
                <a:lnTo>
                  <a:pt x="677925" y="59861"/>
                </a:lnTo>
                <a:lnTo>
                  <a:pt x="678530" y="60264"/>
                </a:lnTo>
                <a:lnTo>
                  <a:pt x="679125" y="60683"/>
                </a:lnTo>
                <a:lnTo>
                  <a:pt x="679702" y="61125"/>
                </a:lnTo>
                <a:lnTo>
                  <a:pt x="680254" y="61592"/>
                </a:lnTo>
                <a:lnTo>
                  <a:pt x="680782" y="62084"/>
                </a:lnTo>
                <a:lnTo>
                  <a:pt x="681285" y="62602"/>
                </a:lnTo>
                <a:lnTo>
                  <a:pt x="681764" y="63145"/>
                </a:lnTo>
                <a:lnTo>
                  <a:pt x="682218" y="63713"/>
                </a:lnTo>
                <a:lnTo>
                  <a:pt x="682648" y="64306"/>
                </a:lnTo>
                <a:lnTo>
                  <a:pt x="683053" y="64925"/>
                </a:lnTo>
                <a:lnTo>
                  <a:pt x="683434" y="65570"/>
                </a:lnTo>
                <a:lnTo>
                  <a:pt x="683790" y="66240"/>
                </a:lnTo>
                <a:lnTo>
                  <a:pt x="684121" y="66935"/>
                </a:lnTo>
                <a:lnTo>
                  <a:pt x="684428" y="67655"/>
                </a:lnTo>
                <a:lnTo>
                  <a:pt x="684710" y="68401"/>
                </a:lnTo>
                <a:lnTo>
                  <a:pt x="684968" y="69172"/>
                </a:lnTo>
                <a:lnTo>
                  <a:pt x="685201" y="69968"/>
                </a:lnTo>
                <a:lnTo>
                  <a:pt x="685410" y="70790"/>
                </a:lnTo>
                <a:lnTo>
                  <a:pt x="685594" y="71637"/>
                </a:lnTo>
                <a:lnTo>
                  <a:pt x="685754" y="72510"/>
                </a:lnTo>
                <a:lnTo>
                  <a:pt x="685889" y="73408"/>
                </a:lnTo>
                <a:lnTo>
                  <a:pt x="685999" y="74331"/>
                </a:lnTo>
                <a:lnTo>
                  <a:pt x="686085" y="75280"/>
                </a:lnTo>
                <a:lnTo>
                  <a:pt x="686146" y="76254"/>
                </a:lnTo>
                <a:lnTo>
                  <a:pt x="686183" y="77253"/>
                </a:lnTo>
                <a:lnTo>
                  <a:pt x="686195" y="78278"/>
                </a:lnTo>
                <a:lnTo>
                  <a:pt x="704670" y="78278"/>
                </a:lnTo>
                <a:lnTo>
                  <a:pt x="704664" y="77460"/>
                </a:lnTo>
                <a:lnTo>
                  <a:pt x="704646" y="76653"/>
                </a:lnTo>
                <a:lnTo>
                  <a:pt x="704616" y="75856"/>
                </a:lnTo>
                <a:lnTo>
                  <a:pt x="704575" y="75068"/>
                </a:lnTo>
                <a:lnTo>
                  <a:pt x="704521" y="74290"/>
                </a:lnTo>
                <a:lnTo>
                  <a:pt x="704456" y="73522"/>
                </a:lnTo>
                <a:lnTo>
                  <a:pt x="704379" y="72763"/>
                </a:lnTo>
                <a:lnTo>
                  <a:pt x="704290" y="72015"/>
                </a:lnTo>
                <a:lnTo>
                  <a:pt x="704189" y="71276"/>
                </a:lnTo>
                <a:lnTo>
                  <a:pt x="704076" y="70547"/>
                </a:lnTo>
                <a:lnTo>
                  <a:pt x="703951" y="69827"/>
                </a:lnTo>
                <a:lnTo>
                  <a:pt x="703815" y="69118"/>
                </a:lnTo>
                <a:lnTo>
                  <a:pt x="703666" y="68418"/>
                </a:lnTo>
                <a:lnTo>
                  <a:pt x="703506" y="67728"/>
                </a:lnTo>
                <a:lnTo>
                  <a:pt x="703333" y="67048"/>
                </a:lnTo>
                <a:lnTo>
                  <a:pt x="703149" y="66378"/>
                </a:lnTo>
                <a:lnTo>
                  <a:pt x="702953" y="65717"/>
                </a:lnTo>
                <a:lnTo>
                  <a:pt x="702745" y="65067"/>
                </a:lnTo>
                <a:lnTo>
                  <a:pt x="702526" y="64426"/>
                </a:lnTo>
                <a:lnTo>
                  <a:pt x="702294" y="63794"/>
                </a:lnTo>
                <a:lnTo>
                  <a:pt x="702051" y="63173"/>
                </a:lnTo>
                <a:lnTo>
                  <a:pt x="701795" y="62561"/>
                </a:lnTo>
                <a:lnTo>
                  <a:pt x="701528" y="61960"/>
                </a:lnTo>
                <a:lnTo>
                  <a:pt x="701249" y="61368"/>
                </a:lnTo>
                <a:lnTo>
                  <a:pt x="700959" y="60785"/>
                </a:lnTo>
                <a:lnTo>
                  <a:pt x="700661" y="60211"/>
                </a:lnTo>
                <a:lnTo>
                  <a:pt x="700355" y="59647"/>
                </a:lnTo>
                <a:lnTo>
                  <a:pt x="700040" y="59091"/>
                </a:lnTo>
                <a:lnTo>
                  <a:pt x="699717" y="58544"/>
                </a:lnTo>
                <a:lnTo>
                  <a:pt x="699385" y="58006"/>
                </a:lnTo>
                <a:lnTo>
                  <a:pt x="699044" y="57478"/>
                </a:lnTo>
                <a:lnTo>
                  <a:pt x="698695" y="56958"/>
                </a:lnTo>
                <a:lnTo>
                  <a:pt x="698338" y="56447"/>
                </a:lnTo>
                <a:lnTo>
                  <a:pt x="697972" y="55945"/>
                </a:lnTo>
                <a:lnTo>
                  <a:pt x="697598" y="55452"/>
                </a:lnTo>
                <a:lnTo>
                  <a:pt x="697215" y="54968"/>
                </a:lnTo>
                <a:lnTo>
                  <a:pt x="696823" y="54493"/>
                </a:lnTo>
                <a:lnTo>
                  <a:pt x="696423" y="54027"/>
                </a:lnTo>
                <a:lnTo>
                  <a:pt x="696014" y="53570"/>
                </a:lnTo>
                <a:lnTo>
                  <a:pt x="695597" y="53122"/>
                </a:lnTo>
                <a:lnTo>
                  <a:pt x="695172" y="52683"/>
                </a:lnTo>
                <a:lnTo>
                  <a:pt x="694738" y="52253"/>
                </a:lnTo>
                <a:lnTo>
                  <a:pt x="694295" y="51832"/>
                </a:lnTo>
                <a:lnTo>
                  <a:pt x="693844" y="51419"/>
                </a:lnTo>
                <a:lnTo>
                  <a:pt x="693384" y="51016"/>
                </a:lnTo>
                <a:lnTo>
                  <a:pt x="692916" y="50622"/>
                </a:lnTo>
                <a:lnTo>
                  <a:pt x="692440" y="50237"/>
                </a:lnTo>
                <a:lnTo>
                  <a:pt x="691954" y="49860"/>
                </a:lnTo>
                <a:lnTo>
                  <a:pt x="691462" y="49492"/>
                </a:lnTo>
                <a:lnTo>
                  <a:pt x="690963" y="49132"/>
                </a:lnTo>
                <a:lnTo>
                  <a:pt x="690458" y="48781"/>
                </a:lnTo>
                <a:lnTo>
                  <a:pt x="689946" y="48437"/>
                </a:lnTo>
                <a:lnTo>
                  <a:pt x="689428" y="48102"/>
                </a:lnTo>
                <a:lnTo>
                  <a:pt x="688904" y="47775"/>
                </a:lnTo>
                <a:lnTo>
                  <a:pt x="688373" y="47456"/>
                </a:lnTo>
                <a:lnTo>
                  <a:pt x="687836" y="47145"/>
                </a:lnTo>
                <a:lnTo>
                  <a:pt x="687293" y="46842"/>
                </a:lnTo>
                <a:lnTo>
                  <a:pt x="686743" y="46548"/>
                </a:lnTo>
                <a:lnTo>
                  <a:pt x="686188" y="46261"/>
                </a:lnTo>
                <a:lnTo>
                  <a:pt x="685625" y="45983"/>
                </a:lnTo>
                <a:lnTo>
                  <a:pt x="685057" y="45713"/>
                </a:lnTo>
                <a:lnTo>
                  <a:pt x="684482" y="45451"/>
                </a:lnTo>
                <a:lnTo>
                  <a:pt x="683900" y="45197"/>
                </a:lnTo>
                <a:lnTo>
                  <a:pt x="683313" y="44952"/>
                </a:lnTo>
                <a:lnTo>
                  <a:pt x="682719" y="44715"/>
                </a:lnTo>
                <a:lnTo>
                  <a:pt x="682119" y="44485"/>
                </a:lnTo>
                <a:lnTo>
                  <a:pt x="681512" y="44264"/>
                </a:lnTo>
                <a:lnTo>
                  <a:pt x="680899" y="44051"/>
                </a:lnTo>
                <a:lnTo>
                  <a:pt x="680280" y="43847"/>
                </a:lnTo>
                <a:lnTo>
                  <a:pt x="679654" y="43650"/>
                </a:lnTo>
                <a:lnTo>
                  <a:pt x="679022" y="43462"/>
                </a:lnTo>
                <a:lnTo>
                  <a:pt x="678384" y="43282"/>
                </a:lnTo>
                <a:lnTo>
                  <a:pt x="677740" y="43109"/>
                </a:lnTo>
                <a:lnTo>
                  <a:pt x="677093" y="42944"/>
                </a:lnTo>
                <a:lnTo>
                  <a:pt x="676442" y="42786"/>
                </a:lnTo>
                <a:lnTo>
                  <a:pt x="675788" y="42636"/>
                </a:lnTo>
                <a:lnTo>
                  <a:pt x="675129" y="42493"/>
                </a:lnTo>
                <a:lnTo>
                  <a:pt x="674467" y="42357"/>
                </a:lnTo>
                <a:lnTo>
                  <a:pt x="673801" y="42229"/>
                </a:lnTo>
                <a:lnTo>
                  <a:pt x="673132" y="42108"/>
                </a:lnTo>
                <a:lnTo>
                  <a:pt x="672458" y="41994"/>
                </a:lnTo>
                <a:lnTo>
                  <a:pt x="671781" y="41887"/>
                </a:lnTo>
                <a:lnTo>
                  <a:pt x="671100" y="41788"/>
                </a:lnTo>
                <a:lnTo>
                  <a:pt x="670415" y="41697"/>
                </a:lnTo>
                <a:lnTo>
                  <a:pt x="669727" y="41612"/>
                </a:lnTo>
                <a:lnTo>
                  <a:pt x="669034" y="41535"/>
                </a:lnTo>
                <a:lnTo>
                  <a:pt x="668338" y="41466"/>
                </a:lnTo>
                <a:lnTo>
                  <a:pt x="667639" y="41403"/>
                </a:lnTo>
                <a:lnTo>
                  <a:pt x="666935" y="41348"/>
                </a:lnTo>
                <a:lnTo>
                  <a:pt x="666228" y="41300"/>
                </a:lnTo>
                <a:lnTo>
                  <a:pt x="665517" y="41260"/>
                </a:lnTo>
                <a:lnTo>
                  <a:pt x="664802" y="41227"/>
                </a:lnTo>
                <a:lnTo>
                  <a:pt x="664083" y="41201"/>
                </a:lnTo>
                <a:lnTo>
                  <a:pt x="663361" y="41183"/>
                </a:lnTo>
                <a:lnTo>
                  <a:pt x="662635" y="41172"/>
                </a:lnTo>
                <a:lnTo>
                  <a:pt x="661905" y="41168"/>
                </a:lnTo>
                <a:lnTo>
                  <a:pt x="661166" y="41172"/>
                </a:lnTo>
                <a:lnTo>
                  <a:pt x="660431" y="41182"/>
                </a:lnTo>
                <a:lnTo>
                  <a:pt x="659701" y="41199"/>
                </a:lnTo>
                <a:lnTo>
                  <a:pt x="658975" y="41222"/>
                </a:lnTo>
                <a:lnTo>
                  <a:pt x="658253" y="41253"/>
                </a:lnTo>
                <a:lnTo>
                  <a:pt x="657536" y="41290"/>
                </a:lnTo>
                <a:lnTo>
                  <a:pt x="656823" y="41333"/>
                </a:lnTo>
                <a:lnTo>
                  <a:pt x="656114" y="41384"/>
                </a:lnTo>
                <a:lnTo>
                  <a:pt x="655410" y="41441"/>
                </a:lnTo>
                <a:lnTo>
                  <a:pt x="654710" y="41505"/>
                </a:lnTo>
                <a:lnTo>
                  <a:pt x="654015" y="41576"/>
                </a:lnTo>
                <a:lnTo>
                  <a:pt x="653323" y="41653"/>
                </a:lnTo>
                <a:lnTo>
                  <a:pt x="652637" y="41737"/>
                </a:lnTo>
                <a:lnTo>
                  <a:pt x="651954" y="41828"/>
                </a:lnTo>
                <a:lnTo>
                  <a:pt x="651276" y="41926"/>
                </a:lnTo>
                <a:lnTo>
                  <a:pt x="650602" y="42030"/>
                </a:lnTo>
                <a:lnTo>
                  <a:pt x="649933" y="42141"/>
                </a:lnTo>
                <a:lnTo>
                  <a:pt x="649268" y="42259"/>
                </a:lnTo>
                <a:lnTo>
                  <a:pt x="648607" y="42383"/>
                </a:lnTo>
                <a:lnTo>
                  <a:pt x="647951" y="42515"/>
                </a:lnTo>
                <a:lnTo>
                  <a:pt x="647299" y="42653"/>
                </a:lnTo>
                <a:lnTo>
                  <a:pt x="646651" y="42797"/>
                </a:lnTo>
                <a:lnTo>
                  <a:pt x="646008" y="42949"/>
                </a:lnTo>
                <a:lnTo>
                  <a:pt x="645369" y="43107"/>
                </a:lnTo>
                <a:lnTo>
                  <a:pt x="644736" y="43272"/>
                </a:lnTo>
                <a:lnTo>
                  <a:pt x="644110" y="43443"/>
                </a:lnTo>
                <a:lnTo>
                  <a:pt x="643490" y="43621"/>
                </a:lnTo>
                <a:lnTo>
                  <a:pt x="642878" y="43806"/>
                </a:lnTo>
                <a:lnTo>
                  <a:pt x="642272" y="43998"/>
                </a:lnTo>
                <a:lnTo>
                  <a:pt x="641674" y="44196"/>
                </a:lnTo>
                <a:lnTo>
                  <a:pt x="641082" y="44401"/>
                </a:lnTo>
                <a:lnTo>
                  <a:pt x="640497" y="44613"/>
                </a:lnTo>
                <a:lnTo>
                  <a:pt x="639919" y="44831"/>
                </a:lnTo>
                <a:lnTo>
                  <a:pt x="639348" y="45057"/>
                </a:lnTo>
                <a:lnTo>
                  <a:pt x="638785" y="45289"/>
                </a:lnTo>
                <a:lnTo>
                  <a:pt x="638227" y="45528"/>
                </a:lnTo>
                <a:lnTo>
                  <a:pt x="637677" y="45773"/>
                </a:lnTo>
                <a:lnTo>
                  <a:pt x="637134" y="46026"/>
                </a:lnTo>
                <a:lnTo>
                  <a:pt x="636598" y="46285"/>
                </a:lnTo>
                <a:lnTo>
                  <a:pt x="636069" y="46550"/>
                </a:lnTo>
                <a:lnTo>
                  <a:pt x="635546" y="46823"/>
                </a:lnTo>
                <a:lnTo>
                  <a:pt x="635031" y="47102"/>
                </a:lnTo>
                <a:lnTo>
                  <a:pt x="634522" y="47388"/>
                </a:lnTo>
                <a:lnTo>
                  <a:pt x="634021" y="47681"/>
                </a:lnTo>
                <a:lnTo>
                  <a:pt x="633526" y="47981"/>
                </a:lnTo>
                <a:lnTo>
                  <a:pt x="633038" y="48287"/>
                </a:lnTo>
                <a:lnTo>
                  <a:pt x="632557" y="48600"/>
                </a:lnTo>
                <a:lnTo>
                  <a:pt x="632084" y="48919"/>
                </a:lnTo>
                <a:lnTo>
                  <a:pt x="631618" y="49246"/>
                </a:lnTo>
                <a:lnTo>
                  <a:pt x="631160" y="49579"/>
                </a:lnTo>
                <a:lnTo>
                  <a:pt x="630712" y="49918"/>
                </a:lnTo>
                <a:lnTo>
                  <a:pt x="630272" y="50265"/>
                </a:lnTo>
                <a:lnTo>
                  <a:pt x="629840" y="50618"/>
                </a:lnTo>
                <a:lnTo>
                  <a:pt x="629418" y="50978"/>
                </a:lnTo>
                <a:lnTo>
                  <a:pt x="629004" y="51344"/>
                </a:lnTo>
                <a:lnTo>
                  <a:pt x="628599" y="51717"/>
                </a:lnTo>
                <a:lnTo>
                  <a:pt x="628203" y="52097"/>
                </a:lnTo>
                <a:lnTo>
                  <a:pt x="627815" y="52484"/>
                </a:lnTo>
                <a:lnTo>
                  <a:pt x="627436" y="52878"/>
                </a:lnTo>
                <a:lnTo>
                  <a:pt x="627066" y="53278"/>
                </a:lnTo>
                <a:lnTo>
                  <a:pt x="626704" y="53685"/>
                </a:lnTo>
                <a:lnTo>
                  <a:pt x="626352" y="54099"/>
                </a:lnTo>
                <a:lnTo>
                  <a:pt x="626007" y="54519"/>
                </a:lnTo>
                <a:lnTo>
                  <a:pt x="625672" y="54946"/>
                </a:lnTo>
                <a:lnTo>
                  <a:pt x="625345" y="55380"/>
                </a:lnTo>
                <a:lnTo>
                  <a:pt x="625027" y="55821"/>
                </a:lnTo>
                <a:lnTo>
                  <a:pt x="624718" y="56268"/>
                </a:lnTo>
                <a:lnTo>
                  <a:pt x="624418" y="56722"/>
                </a:lnTo>
                <a:lnTo>
                  <a:pt x="624126" y="57183"/>
                </a:lnTo>
                <a:lnTo>
                  <a:pt x="623843" y="57650"/>
                </a:lnTo>
                <a:lnTo>
                  <a:pt x="623568" y="58125"/>
                </a:lnTo>
                <a:lnTo>
                  <a:pt x="623303" y="58606"/>
                </a:lnTo>
                <a:lnTo>
                  <a:pt x="623047" y="59093"/>
                </a:lnTo>
                <a:lnTo>
                  <a:pt x="622802" y="59587"/>
                </a:lnTo>
                <a:lnTo>
                  <a:pt x="622568" y="60087"/>
                </a:lnTo>
                <a:lnTo>
                  <a:pt x="622344" y="60594"/>
                </a:lnTo>
                <a:lnTo>
                  <a:pt x="622132" y="61107"/>
                </a:lnTo>
                <a:lnTo>
                  <a:pt x="621930" y="61626"/>
                </a:lnTo>
                <a:lnTo>
                  <a:pt x="621740" y="62151"/>
                </a:lnTo>
                <a:lnTo>
                  <a:pt x="621560" y="62683"/>
                </a:lnTo>
                <a:lnTo>
                  <a:pt x="621391" y="63221"/>
                </a:lnTo>
                <a:lnTo>
                  <a:pt x="621234" y="63766"/>
                </a:lnTo>
                <a:lnTo>
                  <a:pt x="621087" y="64316"/>
                </a:lnTo>
                <a:lnTo>
                  <a:pt x="620950" y="64873"/>
                </a:lnTo>
                <a:lnTo>
                  <a:pt x="620825" y="65437"/>
                </a:lnTo>
                <a:lnTo>
                  <a:pt x="620711" y="66007"/>
                </a:lnTo>
                <a:lnTo>
                  <a:pt x="620607" y="66583"/>
                </a:lnTo>
                <a:lnTo>
                  <a:pt x="620515" y="67165"/>
                </a:lnTo>
                <a:lnTo>
                  <a:pt x="620433" y="67754"/>
                </a:lnTo>
                <a:lnTo>
                  <a:pt x="620362" y="68349"/>
                </a:lnTo>
                <a:lnTo>
                  <a:pt x="620303" y="68950"/>
                </a:lnTo>
                <a:lnTo>
                  <a:pt x="620254" y="69558"/>
                </a:lnTo>
                <a:lnTo>
                  <a:pt x="620215" y="70172"/>
                </a:lnTo>
                <a:lnTo>
                  <a:pt x="620188" y="70792"/>
                </a:lnTo>
                <a:lnTo>
                  <a:pt x="620172" y="71419"/>
                </a:lnTo>
                <a:lnTo>
                  <a:pt x="620166" y="72052"/>
                </a:lnTo>
                <a:lnTo>
                  <a:pt x="620174" y="72858"/>
                </a:lnTo>
                <a:lnTo>
                  <a:pt x="620197" y="73653"/>
                </a:lnTo>
                <a:lnTo>
                  <a:pt x="620236" y="74436"/>
                </a:lnTo>
                <a:lnTo>
                  <a:pt x="620290" y="75208"/>
                </a:lnTo>
                <a:lnTo>
                  <a:pt x="620359" y="75968"/>
                </a:lnTo>
                <a:lnTo>
                  <a:pt x="620444" y="76716"/>
                </a:lnTo>
                <a:lnTo>
                  <a:pt x="620545" y="77453"/>
                </a:lnTo>
                <a:lnTo>
                  <a:pt x="620661" y="78178"/>
                </a:lnTo>
                <a:lnTo>
                  <a:pt x="620792" y="78891"/>
                </a:lnTo>
                <a:lnTo>
                  <a:pt x="620939" y="79593"/>
                </a:lnTo>
                <a:lnTo>
                  <a:pt x="621101" y="80283"/>
                </a:lnTo>
                <a:lnTo>
                  <a:pt x="621278" y="80962"/>
                </a:lnTo>
                <a:lnTo>
                  <a:pt x="621471" y="81629"/>
                </a:lnTo>
                <a:lnTo>
                  <a:pt x="621680" y="82284"/>
                </a:lnTo>
                <a:lnTo>
                  <a:pt x="621904" y="82928"/>
                </a:lnTo>
                <a:lnTo>
                  <a:pt x="622143" y="83560"/>
                </a:lnTo>
                <a:lnTo>
                  <a:pt x="622398" y="84181"/>
                </a:lnTo>
                <a:lnTo>
                  <a:pt x="622668" y="84790"/>
                </a:lnTo>
                <a:lnTo>
                  <a:pt x="622954" y="85387"/>
                </a:lnTo>
                <a:lnTo>
                  <a:pt x="623255" y="85973"/>
                </a:lnTo>
                <a:lnTo>
                  <a:pt x="623572" y="86547"/>
                </a:lnTo>
                <a:lnTo>
                  <a:pt x="623904" y="87109"/>
                </a:lnTo>
                <a:lnTo>
                  <a:pt x="624251" y="87660"/>
                </a:lnTo>
                <a:lnTo>
                  <a:pt x="624614" y="88199"/>
                </a:lnTo>
                <a:lnTo>
                  <a:pt x="624992" y="88729"/>
                </a:lnTo>
                <a:lnTo>
                  <a:pt x="625386" y="89250"/>
                </a:lnTo>
                <a:lnTo>
                  <a:pt x="625795" y="89764"/>
                </a:lnTo>
                <a:lnTo>
                  <a:pt x="626220" y="90271"/>
                </a:lnTo>
                <a:lnTo>
                  <a:pt x="626660" y="90769"/>
                </a:lnTo>
                <a:lnTo>
                  <a:pt x="627116" y="91260"/>
                </a:lnTo>
                <a:lnTo>
                  <a:pt x="627587" y="91743"/>
                </a:lnTo>
                <a:lnTo>
                  <a:pt x="628073" y="92218"/>
                </a:lnTo>
                <a:lnTo>
                  <a:pt x="628575" y="92686"/>
                </a:lnTo>
                <a:lnTo>
                  <a:pt x="629092" y="93145"/>
                </a:lnTo>
                <a:lnTo>
                  <a:pt x="629625" y="93598"/>
                </a:lnTo>
                <a:lnTo>
                  <a:pt x="630173" y="94042"/>
                </a:lnTo>
                <a:lnTo>
                  <a:pt x="630737" y="94478"/>
                </a:lnTo>
                <a:lnTo>
                  <a:pt x="631316" y="94907"/>
                </a:lnTo>
                <a:lnTo>
                  <a:pt x="631911" y="95328"/>
                </a:lnTo>
                <a:lnTo>
                  <a:pt x="632521" y="95742"/>
                </a:lnTo>
                <a:lnTo>
                  <a:pt x="633146" y="96147"/>
                </a:lnTo>
                <a:lnTo>
                  <a:pt x="633787" y="96545"/>
                </a:lnTo>
                <a:lnTo>
                  <a:pt x="634443" y="96935"/>
                </a:lnTo>
                <a:lnTo>
                  <a:pt x="635115" y="97317"/>
                </a:lnTo>
                <a:lnTo>
                  <a:pt x="635802" y="97692"/>
                </a:lnTo>
                <a:lnTo>
                  <a:pt x="636505" y="98059"/>
                </a:lnTo>
                <a:lnTo>
                  <a:pt x="637223" y="98418"/>
                </a:lnTo>
                <a:lnTo>
                  <a:pt x="637957" y="98769"/>
                </a:lnTo>
                <a:lnTo>
                  <a:pt x="638705" y="99115"/>
                </a:lnTo>
                <a:lnTo>
                  <a:pt x="639468" y="99457"/>
                </a:lnTo>
                <a:lnTo>
                  <a:pt x="640245" y="99795"/>
                </a:lnTo>
                <a:lnTo>
                  <a:pt x="641036" y="100130"/>
                </a:lnTo>
                <a:lnTo>
                  <a:pt x="641841" y="100462"/>
                </a:lnTo>
                <a:lnTo>
                  <a:pt x="642661" y="100790"/>
                </a:lnTo>
                <a:lnTo>
                  <a:pt x="643495" y="101115"/>
                </a:lnTo>
                <a:lnTo>
                  <a:pt x="644343" y="101436"/>
                </a:lnTo>
                <a:lnTo>
                  <a:pt x="645205" y="101754"/>
                </a:lnTo>
                <a:lnTo>
                  <a:pt x="646082" y="102068"/>
                </a:lnTo>
                <a:lnTo>
                  <a:pt x="646973" y="102379"/>
                </a:lnTo>
                <a:lnTo>
                  <a:pt x="647878" y="102687"/>
                </a:lnTo>
                <a:lnTo>
                  <a:pt x="648798" y="102991"/>
                </a:lnTo>
                <a:lnTo>
                  <a:pt x="649731" y="103291"/>
                </a:lnTo>
                <a:lnTo>
                  <a:pt x="650679" y="103588"/>
                </a:lnTo>
                <a:lnTo>
                  <a:pt x="651641" y="103882"/>
                </a:lnTo>
                <a:lnTo>
                  <a:pt x="652618" y="104172"/>
                </a:lnTo>
                <a:lnTo>
                  <a:pt x="653609" y="104459"/>
                </a:lnTo>
                <a:lnTo>
                  <a:pt x="654614" y="104742"/>
                </a:lnTo>
                <a:lnTo>
                  <a:pt x="655633" y="105022"/>
                </a:lnTo>
                <a:lnTo>
                  <a:pt x="656666" y="105298"/>
                </a:lnTo>
                <a:lnTo>
                  <a:pt x="657714" y="105571"/>
                </a:lnTo>
                <a:lnTo>
                  <a:pt x="658776" y="105841"/>
                </a:lnTo>
                <a:lnTo>
                  <a:pt x="659852" y="106107"/>
                </a:lnTo>
                <a:lnTo>
                  <a:pt x="661166" y="106430"/>
                </a:lnTo>
                <a:lnTo>
                  <a:pt x="662446" y="106754"/>
                </a:lnTo>
                <a:lnTo>
                  <a:pt x="663693" y="107079"/>
                </a:lnTo>
                <a:lnTo>
                  <a:pt x="664906" y="107405"/>
                </a:lnTo>
                <a:lnTo>
                  <a:pt x="666086" y="107731"/>
                </a:lnTo>
                <a:lnTo>
                  <a:pt x="667233" y="108059"/>
                </a:lnTo>
                <a:lnTo>
                  <a:pt x="668346" y="108387"/>
                </a:lnTo>
                <a:lnTo>
                  <a:pt x="669425" y="108716"/>
                </a:lnTo>
                <a:lnTo>
                  <a:pt x="670471" y="109046"/>
                </a:lnTo>
                <a:lnTo>
                  <a:pt x="671484" y="109376"/>
                </a:lnTo>
                <a:lnTo>
                  <a:pt x="672463" y="109708"/>
                </a:lnTo>
                <a:lnTo>
                  <a:pt x="673409" y="110040"/>
                </a:lnTo>
                <a:lnTo>
                  <a:pt x="674321" y="110374"/>
                </a:lnTo>
                <a:lnTo>
                  <a:pt x="675200" y="110708"/>
                </a:lnTo>
                <a:lnTo>
                  <a:pt x="676045" y="111042"/>
                </a:lnTo>
                <a:lnTo>
                  <a:pt x="676857" y="111378"/>
                </a:lnTo>
                <a:lnTo>
                  <a:pt x="677635" y="111715"/>
                </a:lnTo>
                <a:lnTo>
                  <a:pt x="678380" y="112052"/>
                </a:lnTo>
                <a:lnTo>
                  <a:pt x="679092" y="112390"/>
                </a:lnTo>
                <a:lnTo>
                  <a:pt x="679770" y="112729"/>
                </a:lnTo>
                <a:lnTo>
                  <a:pt x="680414" y="113069"/>
                </a:lnTo>
                <a:lnTo>
                  <a:pt x="681025" y="113409"/>
                </a:lnTo>
                <a:lnTo>
                  <a:pt x="681603" y="113751"/>
                </a:lnTo>
                <a:lnTo>
                  <a:pt x="682147" y="114093"/>
                </a:lnTo>
                <a:lnTo>
                  <a:pt x="682663" y="114443"/>
                </a:lnTo>
                <a:lnTo>
                  <a:pt x="683158" y="114808"/>
                </a:lnTo>
                <a:lnTo>
                  <a:pt x="683630" y="115188"/>
                </a:lnTo>
                <a:lnTo>
                  <a:pt x="684081" y="115584"/>
                </a:lnTo>
                <a:lnTo>
                  <a:pt x="684510" y="115994"/>
                </a:lnTo>
                <a:lnTo>
                  <a:pt x="684916" y="116419"/>
                </a:lnTo>
                <a:lnTo>
                  <a:pt x="685301" y="116860"/>
                </a:lnTo>
                <a:lnTo>
                  <a:pt x="685663" y="117316"/>
                </a:lnTo>
                <a:lnTo>
                  <a:pt x="686004" y="117786"/>
                </a:lnTo>
                <a:lnTo>
                  <a:pt x="686323" y="118272"/>
                </a:lnTo>
                <a:lnTo>
                  <a:pt x="686619" y="118773"/>
                </a:lnTo>
                <a:lnTo>
                  <a:pt x="686894" y="119289"/>
                </a:lnTo>
                <a:lnTo>
                  <a:pt x="687147" y="119820"/>
                </a:lnTo>
                <a:lnTo>
                  <a:pt x="687377" y="120367"/>
                </a:lnTo>
                <a:lnTo>
                  <a:pt x="687586" y="120928"/>
                </a:lnTo>
                <a:lnTo>
                  <a:pt x="687773" y="121504"/>
                </a:lnTo>
                <a:lnTo>
                  <a:pt x="687938" y="122096"/>
                </a:lnTo>
                <a:lnTo>
                  <a:pt x="688081" y="122702"/>
                </a:lnTo>
                <a:lnTo>
                  <a:pt x="688202" y="123324"/>
                </a:lnTo>
                <a:lnTo>
                  <a:pt x="688300" y="123961"/>
                </a:lnTo>
                <a:lnTo>
                  <a:pt x="688377" y="124613"/>
                </a:lnTo>
                <a:lnTo>
                  <a:pt x="688432" y="125280"/>
                </a:lnTo>
                <a:lnTo>
                  <a:pt x="688465" y="125962"/>
                </a:lnTo>
                <a:lnTo>
                  <a:pt x="688476" y="126659"/>
                </a:lnTo>
                <a:lnTo>
                  <a:pt x="688464" y="127490"/>
                </a:lnTo>
                <a:lnTo>
                  <a:pt x="688428" y="128301"/>
                </a:lnTo>
                <a:lnTo>
                  <a:pt x="688367" y="129092"/>
                </a:lnTo>
                <a:lnTo>
                  <a:pt x="688281" y="129863"/>
                </a:lnTo>
                <a:lnTo>
                  <a:pt x="688172" y="130615"/>
                </a:lnTo>
                <a:lnTo>
                  <a:pt x="688038" y="131347"/>
                </a:lnTo>
                <a:lnTo>
                  <a:pt x="687880" y="132059"/>
                </a:lnTo>
                <a:lnTo>
                  <a:pt x="687697" y="132751"/>
                </a:lnTo>
                <a:lnTo>
                  <a:pt x="687490" y="133423"/>
                </a:lnTo>
                <a:lnTo>
                  <a:pt x="687259" y="134076"/>
                </a:lnTo>
                <a:lnTo>
                  <a:pt x="687003" y="134709"/>
                </a:lnTo>
                <a:lnTo>
                  <a:pt x="686723" y="135322"/>
                </a:lnTo>
                <a:lnTo>
                  <a:pt x="686418" y="135915"/>
                </a:lnTo>
                <a:lnTo>
                  <a:pt x="686090" y="136488"/>
                </a:lnTo>
                <a:lnTo>
                  <a:pt x="685737" y="137041"/>
                </a:lnTo>
                <a:lnTo>
                  <a:pt x="685359" y="137575"/>
                </a:lnTo>
                <a:lnTo>
                  <a:pt x="684957" y="138089"/>
                </a:lnTo>
                <a:lnTo>
                  <a:pt x="684531" y="138583"/>
                </a:lnTo>
                <a:lnTo>
                  <a:pt x="684081" y="139057"/>
                </a:lnTo>
                <a:lnTo>
                  <a:pt x="683606" y="139512"/>
                </a:lnTo>
                <a:lnTo>
                  <a:pt x="683107" y="139946"/>
                </a:lnTo>
                <a:lnTo>
                  <a:pt x="682583" y="140361"/>
                </a:lnTo>
                <a:lnTo>
                  <a:pt x="682035" y="140756"/>
                </a:lnTo>
                <a:lnTo>
                  <a:pt x="681463" y="141131"/>
                </a:lnTo>
                <a:lnTo>
                  <a:pt x="680872" y="141489"/>
                </a:lnTo>
                <a:lnTo>
                  <a:pt x="680267" y="141831"/>
                </a:lnTo>
                <a:lnTo>
                  <a:pt x="679650" y="142159"/>
                </a:lnTo>
                <a:lnTo>
                  <a:pt x="679019" y="142471"/>
                </a:lnTo>
                <a:lnTo>
                  <a:pt x="678375" y="142768"/>
                </a:lnTo>
                <a:lnTo>
                  <a:pt x="677717" y="143049"/>
                </a:lnTo>
                <a:lnTo>
                  <a:pt x="677047" y="143315"/>
                </a:lnTo>
                <a:lnTo>
                  <a:pt x="676363" y="143567"/>
                </a:lnTo>
                <a:lnTo>
                  <a:pt x="675665" y="143802"/>
                </a:lnTo>
                <a:lnTo>
                  <a:pt x="674955" y="144023"/>
                </a:lnTo>
                <a:lnTo>
                  <a:pt x="674231" y="144229"/>
                </a:lnTo>
                <a:lnTo>
                  <a:pt x="673494" y="144419"/>
                </a:lnTo>
                <a:lnTo>
                  <a:pt x="672744" y="144594"/>
                </a:lnTo>
                <a:lnTo>
                  <a:pt x="671980" y="144754"/>
                </a:lnTo>
                <a:lnTo>
                  <a:pt x="671204" y="144898"/>
                </a:lnTo>
                <a:lnTo>
                  <a:pt x="670414" y="145028"/>
                </a:lnTo>
                <a:lnTo>
                  <a:pt x="669610" y="145142"/>
                </a:lnTo>
                <a:lnTo>
                  <a:pt x="668794" y="145241"/>
                </a:lnTo>
                <a:lnTo>
                  <a:pt x="667964" y="145324"/>
                </a:lnTo>
                <a:lnTo>
                  <a:pt x="667121" y="145393"/>
                </a:lnTo>
                <a:lnTo>
                  <a:pt x="666264" y="145446"/>
                </a:lnTo>
                <a:lnTo>
                  <a:pt x="665395" y="145484"/>
                </a:lnTo>
                <a:lnTo>
                  <a:pt x="664512" y="145507"/>
                </a:lnTo>
                <a:lnTo>
                  <a:pt x="663616" y="145515"/>
                </a:lnTo>
                <a:lnTo>
                  <a:pt x="662615" y="145505"/>
                </a:lnTo>
                <a:lnTo>
                  <a:pt x="661629" y="145476"/>
                </a:lnTo>
                <a:lnTo>
                  <a:pt x="660657" y="145428"/>
                </a:lnTo>
                <a:lnTo>
                  <a:pt x="659699" y="145360"/>
                </a:lnTo>
                <a:lnTo>
                  <a:pt x="658755" y="145274"/>
                </a:lnTo>
                <a:lnTo>
                  <a:pt x="657825" y="145168"/>
                </a:lnTo>
                <a:lnTo>
                  <a:pt x="656909" y="145042"/>
                </a:lnTo>
                <a:lnTo>
                  <a:pt x="656007" y="144897"/>
                </a:lnTo>
                <a:lnTo>
                  <a:pt x="655119" y="144733"/>
                </a:lnTo>
                <a:lnTo>
                  <a:pt x="654245" y="144550"/>
                </a:lnTo>
                <a:lnTo>
                  <a:pt x="653385" y="144348"/>
                </a:lnTo>
                <a:lnTo>
                  <a:pt x="652539" y="144126"/>
                </a:lnTo>
                <a:lnTo>
                  <a:pt x="651708" y="143885"/>
                </a:lnTo>
                <a:lnTo>
                  <a:pt x="650890" y="143624"/>
                </a:lnTo>
                <a:lnTo>
                  <a:pt x="650087" y="143344"/>
                </a:lnTo>
                <a:lnTo>
                  <a:pt x="649297" y="143045"/>
                </a:lnTo>
                <a:lnTo>
                  <a:pt x="648522" y="142727"/>
                </a:lnTo>
                <a:lnTo>
                  <a:pt x="647760" y="142390"/>
                </a:lnTo>
                <a:lnTo>
                  <a:pt x="647013" y="142033"/>
                </a:lnTo>
                <a:lnTo>
                  <a:pt x="646280" y="141657"/>
                </a:lnTo>
                <a:lnTo>
                  <a:pt x="645561" y="141261"/>
                </a:lnTo>
                <a:lnTo>
                  <a:pt x="644856" y="140846"/>
                </a:lnTo>
                <a:lnTo>
                  <a:pt x="644165" y="140412"/>
                </a:lnTo>
                <a:lnTo>
                  <a:pt x="643488" y="139959"/>
                </a:lnTo>
                <a:lnTo>
                  <a:pt x="642832" y="139482"/>
                </a:lnTo>
                <a:lnTo>
                  <a:pt x="642203" y="138977"/>
                </a:lnTo>
                <a:lnTo>
                  <a:pt x="641603" y="138444"/>
                </a:lnTo>
                <a:lnTo>
                  <a:pt x="641031" y="137883"/>
                </a:lnTo>
                <a:lnTo>
                  <a:pt x="640487" y="137294"/>
                </a:lnTo>
                <a:lnTo>
                  <a:pt x="639970" y="136677"/>
                </a:lnTo>
                <a:lnTo>
                  <a:pt x="639482" y="136032"/>
                </a:lnTo>
                <a:lnTo>
                  <a:pt x="639021" y="135359"/>
                </a:lnTo>
                <a:lnTo>
                  <a:pt x="638588" y="134658"/>
                </a:lnTo>
                <a:lnTo>
                  <a:pt x="638184" y="133929"/>
                </a:lnTo>
                <a:lnTo>
                  <a:pt x="637807" y="133173"/>
                </a:lnTo>
                <a:lnTo>
                  <a:pt x="637458" y="132388"/>
                </a:lnTo>
                <a:lnTo>
                  <a:pt x="637137" y="131575"/>
                </a:lnTo>
                <a:lnTo>
                  <a:pt x="636844" y="130734"/>
                </a:lnTo>
                <a:lnTo>
                  <a:pt x="636578" y="129865"/>
                </a:lnTo>
                <a:lnTo>
                  <a:pt x="636341" y="128968"/>
                </a:lnTo>
                <a:lnTo>
                  <a:pt x="636132" y="128043"/>
                </a:lnTo>
                <a:lnTo>
                  <a:pt x="635950" y="127091"/>
                </a:lnTo>
                <a:lnTo>
                  <a:pt x="635797" y="126110"/>
                </a:lnTo>
                <a:lnTo>
                  <a:pt x="635671" y="125101"/>
                </a:lnTo>
                <a:lnTo>
                  <a:pt x="635573" y="124064"/>
                </a:lnTo>
                <a:lnTo>
                  <a:pt x="635504" y="122999"/>
                </a:lnTo>
                <a:lnTo>
                  <a:pt x="635462" y="121907"/>
                </a:lnTo>
                <a:lnTo>
                  <a:pt x="635448" y="120786"/>
                </a:lnTo>
                <a:lnTo>
                  <a:pt x="617087" y="120786"/>
                </a:lnTo>
                <a:lnTo>
                  <a:pt x="617094" y="121661"/>
                </a:lnTo>
                <a:lnTo>
                  <a:pt x="617112" y="122526"/>
                </a:lnTo>
                <a:lnTo>
                  <a:pt x="617143" y="123380"/>
                </a:lnTo>
                <a:lnTo>
                  <a:pt x="617187" y="124223"/>
                </a:lnTo>
                <a:lnTo>
                  <a:pt x="617243" y="125055"/>
                </a:lnTo>
                <a:lnTo>
                  <a:pt x="617312" y="125877"/>
                </a:lnTo>
                <a:lnTo>
                  <a:pt x="617393" y="126687"/>
                </a:lnTo>
                <a:lnTo>
                  <a:pt x="617486" y="127487"/>
                </a:lnTo>
                <a:lnTo>
                  <a:pt x="617593" y="128276"/>
                </a:lnTo>
                <a:lnTo>
                  <a:pt x="617711" y="129054"/>
                </a:lnTo>
                <a:lnTo>
                  <a:pt x="617842" y="129822"/>
                </a:lnTo>
                <a:lnTo>
                  <a:pt x="617985" y="130578"/>
                </a:lnTo>
                <a:lnTo>
                  <a:pt x="618141" y="131324"/>
                </a:lnTo>
                <a:lnTo>
                  <a:pt x="618310" y="132059"/>
                </a:lnTo>
                <a:lnTo>
                  <a:pt x="618491" y="132783"/>
                </a:lnTo>
                <a:lnTo>
                  <a:pt x="618684" y="133497"/>
                </a:lnTo>
                <a:lnTo>
                  <a:pt x="618890" y="134199"/>
                </a:lnTo>
                <a:lnTo>
                  <a:pt x="619108" y="134891"/>
                </a:lnTo>
                <a:lnTo>
                  <a:pt x="619339" y="135572"/>
                </a:lnTo>
                <a:lnTo>
                  <a:pt x="619582" y="136242"/>
                </a:lnTo>
                <a:lnTo>
                  <a:pt x="619838" y="136902"/>
                </a:lnTo>
                <a:lnTo>
                  <a:pt x="620106" y="137550"/>
                </a:lnTo>
                <a:lnTo>
                  <a:pt x="620386" y="138188"/>
                </a:lnTo>
                <a:lnTo>
                  <a:pt x="620680" y="138815"/>
                </a:lnTo>
                <a:lnTo>
                  <a:pt x="620984" y="139431"/>
                </a:lnTo>
                <a:lnTo>
                  <a:pt x="621298" y="140037"/>
                </a:lnTo>
                <a:lnTo>
                  <a:pt x="621621" y="140634"/>
                </a:lnTo>
                <a:lnTo>
                  <a:pt x="621955" y="141220"/>
                </a:lnTo>
                <a:lnTo>
                  <a:pt x="622298" y="141796"/>
                </a:lnTo>
                <a:lnTo>
                  <a:pt x="622650" y="142363"/>
                </a:lnTo>
                <a:lnTo>
                  <a:pt x="623013" y="142919"/>
                </a:lnTo>
                <a:lnTo>
                  <a:pt x="623385" y="143466"/>
                </a:lnTo>
                <a:lnTo>
                  <a:pt x="623767" y="144002"/>
                </a:lnTo>
                <a:lnTo>
                  <a:pt x="624158" y="144528"/>
                </a:lnTo>
                <a:lnTo>
                  <a:pt x="624559" y="145045"/>
                </a:lnTo>
                <a:lnTo>
                  <a:pt x="624970" y="145551"/>
                </a:lnTo>
                <a:lnTo>
                  <a:pt x="625391" y="146048"/>
                </a:lnTo>
                <a:lnTo>
                  <a:pt x="625821" y="146534"/>
                </a:lnTo>
                <a:lnTo>
                  <a:pt x="626261" y="147011"/>
                </a:lnTo>
                <a:lnTo>
                  <a:pt x="626711" y="147477"/>
                </a:lnTo>
                <a:lnTo>
                  <a:pt x="627170" y="147934"/>
                </a:lnTo>
                <a:lnTo>
                  <a:pt x="627640" y="148380"/>
                </a:lnTo>
                <a:lnTo>
                  <a:pt x="628118" y="148817"/>
                </a:lnTo>
                <a:lnTo>
                  <a:pt x="628607" y="149243"/>
                </a:lnTo>
                <a:lnTo>
                  <a:pt x="629105" y="149660"/>
                </a:lnTo>
                <a:lnTo>
                  <a:pt x="629613" y="150066"/>
                </a:lnTo>
                <a:lnTo>
                  <a:pt x="630131" y="150463"/>
                </a:lnTo>
                <a:lnTo>
                  <a:pt x="630658" y="150850"/>
                </a:lnTo>
                <a:lnTo>
                  <a:pt x="631194" y="151227"/>
                </a:lnTo>
                <a:lnTo>
                  <a:pt x="631736" y="151596"/>
                </a:lnTo>
                <a:lnTo>
                  <a:pt x="632286" y="151956"/>
                </a:lnTo>
                <a:lnTo>
                  <a:pt x="632842" y="152308"/>
                </a:lnTo>
                <a:lnTo>
                  <a:pt x="633406" y="152651"/>
                </a:lnTo>
                <a:lnTo>
                  <a:pt x="633976" y="152985"/>
                </a:lnTo>
                <a:lnTo>
                  <a:pt x="634553" y="153311"/>
                </a:lnTo>
                <a:lnTo>
                  <a:pt x="635137" y="153629"/>
                </a:lnTo>
                <a:lnTo>
                  <a:pt x="635728" y="153937"/>
                </a:lnTo>
                <a:lnTo>
                  <a:pt x="636326" y="154238"/>
                </a:lnTo>
                <a:lnTo>
                  <a:pt x="636931" y="154529"/>
                </a:lnTo>
                <a:lnTo>
                  <a:pt x="637543" y="154813"/>
                </a:lnTo>
                <a:lnTo>
                  <a:pt x="638162" y="155087"/>
                </a:lnTo>
                <a:lnTo>
                  <a:pt x="638788" y="155353"/>
                </a:lnTo>
                <a:lnTo>
                  <a:pt x="639420" y="155611"/>
                </a:lnTo>
                <a:lnTo>
                  <a:pt x="640060" y="155860"/>
                </a:lnTo>
                <a:lnTo>
                  <a:pt x="640707" y="156100"/>
                </a:lnTo>
                <a:lnTo>
                  <a:pt x="641360" y="156332"/>
                </a:lnTo>
                <a:lnTo>
                  <a:pt x="642020" y="156555"/>
                </a:lnTo>
                <a:lnTo>
                  <a:pt x="642688" y="156769"/>
                </a:lnTo>
                <a:lnTo>
                  <a:pt x="643362" y="156976"/>
                </a:lnTo>
                <a:lnTo>
                  <a:pt x="644043" y="157173"/>
                </a:lnTo>
                <a:lnTo>
                  <a:pt x="644731" y="157362"/>
                </a:lnTo>
                <a:lnTo>
                  <a:pt x="645426" y="157542"/>
                </a:lnTo>
                <a:lnTo>
                  <a:pt x="646126" y="157715"/>
                </a:lnTo>
                <a:lnTo>
                  <a:pt x="646830" y="157880"/>
                </a:lnTo>
                <a:lnTo>
                  <a:pt x="647537" y="158038"/>
                </a:lnTo>
                <a:lnTo>
                  <a:pt x="648247" y="158188"/>
                </a:lnTo>
                <a:lnTo>
                  <a:pt x="648961" y="158331"/>
                </a:lnTo>
                <a:lnTo>
                  <a:pt x="649678" y="158467"/>
                </a:lnTo>
                <a:lnTo>
                  <a:pt x="650398" y="158595"/>
                </a:lnTo>
                <a:lnTo>
                  <a:pt x="651122" y="158716"/>
                </a:lnTo>
                <a:lnTo>
                  <a:pt x="651849" y="158830"/>
                </a:lnTo>
                <a:lnTo>
                  <a:pt x="652579" y="158937"/>
                </a:lnTo>
                <a:lnTo>
                  <a:pt x="653313" y="159036"/>
                </a:lnTo>
                <a:lnTo>
                  <a:pt x="654050" y="159127"/>
                </a:lnTo>
                <a:lnTo>
                  <a:pt x="654791" y="159212"/>
                </a:lnTo>
                <a:lnTo>
                  <a:pt x="655535" y="159289"/>
                </a:lnTo>
                <a:lnTo>
                  <a:pt x="656282" y="159358"/>
                </a:lnTo>
                <a:lnTo>
                  <a:pt x="657033" y="159421"/>
                </a:lnTo>
                <a:lnTo>
                  <a:pt x="657787" y="159476"/>
                </a:lnTo>
                <a:lnTo>
                  <a:pt x="658544" y="159524"/>
                </a:lnTo>
                <a:lnTo>
                  <a:pt x="659305" y="159564"/>
                </a:lnTo>
                <a:lnTo>
                  <a:pt x="660069" y="159597"/>
                </a:lnTo>
                <a:lnTo>
                  <a:pt x="660837" y="159623"/>
                </a:lnTo>
                <a:lnTo>
                  <a:pt x="661608" y="159641"/>
                </a:lnTo>
                <a:lnTo>
                  <a:pt x="662382" y="159652"/>
                </a:lnTo>
                <a:lnTo>
                  <a:pt x="663159" y="159656"/>
                </a:lnTo>
                <a:lnTo>
                  <a:pt x="663936" y="159652"/>
                </a:lnTo>
                <a:lnTo>
                  <a:pt x="664709" y="159642"/>
                </a:lnTo>
                <a:lnTo>
                  <a:pt x="665477" y="159624"/>
                </a:lnTo>
                <a:lnTo>
                  <a:pt x="666240" y="159600"/>
                </a:lnTo>
                <a:lnTo>
                  <a:pt x="666999" y="159569"/>
                </a:lnTo>
                <a:close/>
                <a:moveTo>
                  <a:pt x="846845" y="159430"/>
                </a:moveTo>
                <a:lnTo>
                  <a:pt x="847903" y="159331"/>
                </a:lnTo>
                <a:lnTo>
                  <a:pt x="848948" y="159214"/>
                </a:lnTo>
                <a:lnTo>
                  <a:pt x="849982" y="159079"/>
                </a:lnTo>
                <a:lnTo>
                  <a:pt x="851004" y="158926"/>
                </a:lnTo>
                <a:lnTo>
                  <a:pt x="852014" y="158755"/>
                </a:lnTo>
                <a:lnTo>
                  <a:pt x="853013" y="158566"/>
                </a:lnTo>
                <a:lnTo>
                  <a:pt x="854000" y="158358"/>
                </a:lnTo>
                <a:lnTo>
                  <a:pt x="854976" y="158133"/>
                </a:lnTo>
                <a:lnTo>
                  <a:pt x="855939" y="157890"/>
                </a:lnTo>
                <a:lnTo>
                  <a:pt x="856891" y="157629"/>
                </a:lnTo>
                <a:lnTo>
                  <a:pt x="857832" y="157350"/>
                </a:lnTo>
                <a:lnTo>
                  <a:pt x="858760" y="157052"/>
                </a:lnTo>
                <a:lnTo>
                  <a:pt x="859677" y="156737"/>
                </a:lnTo>
                <a:lnTo>
                  <a:pt x="860583" y="156404"/>
                </a:lnTo>
                <a:lnTo>
                  <a:pt x="861476" y="156052"/>
                </a:lnTo>
                <a:lnTo>
                  <a:pt x="862358" y="155683"/>
                </a:lnTo>
                <a:lnTo>
                  <a:pt x="863228" y="155296"/>
                </a:lnTo>
                <a:lnTo>
                  <a:pt x="864087" y="154890"/>
                </a:lnTo>
                <a:lnTo>
                  <a:pt x="864934" y="154467"/>
                </a:lnTo>
                <a:lnTo>
                  <a:pt x="865771" y="154029"/>
                </a:lnTo>
                <a:lnTo>
                  <a:pt x="866599" y="153579"/>
                </a:lnTo>
                <a:lnTo>
                  <a:pt x="867419" y="153117"/>
                </a:lnTo>
                <a:lnTo>
                  <a:pt x="868230" y="152644"/>
                </a:lnTo>
                <a:lnTo>
                  <a:pt x="869033" y="152159"/>
                </a:lnTo>
                <a:lnTo>
                  <a:pt x="869827" y="151662"/>
                </a:lnTo>
                <a:lnTo>
                  <a:pt x="870612" y="151154"/>
                </a:lnTo>
                <a:lnTo>
                  <a:pt x="871390" y="150634"/>
                </a:lnTo>
                <a:lnTo>
                  <a:pt x="872158" y="150102"/>
                </a:lnTo>
                <a:lnTo>
                  <a:pt x="872919" y="149559"/>
                </a:lnTo>
                <a:lnTo>
                  <a:pt x="873670" y="149004"/>
                </a:lnTo>
                <a:lnTo>
                  <a:pt x="874413" y="148437"/>
                </a:lnTo>
                <a:lnTo>
                  <a:pt x="875148" y="147859"/>
                </a:lnTo>
                <a:lnTo>
                  <a:pt x="875874" y="147269"/>
                </a:lnTo>
                <a:lnTo>
                  <a:pt x="876592" y="146667"/>
                </a:lnTo>
                <a:lnTo>
                  <a:pt x="877301" y="146053"/>
                </a:lnTo>
                <a:lnTo>
                  <a:pt x="878001" y="145428"/>
                </a:lnTo>
                <a:lnTo>
                  <a:pt x="878693" y="144791"/>
                </a:lnTo>
                <a:lnTo>
                  <a:pt x="879377" y="144143"/>
                </a:lnTo>
                <a:lnTo>
                  <a:pt x="880052" y="143483"/>
                </a:lnTo>
                <a:lnTo>
                  <a:pt x="880718" y="142811"/>
                </a:lnTo>
                <a:lnTo>
                  <a:pt x="881376" y="142127"/>
                </a:lnTo>
                <a:lnTo>
                  <a:pt x="882026" y="141432"/>
                </a:lnTo>
                <a:lnTo>
                  <a:pt x="882667" y="140725"/>
                </a:lnTo>
                <a:lnTo>
                  <a:pt x="883465" y="157603"/>
                </a:lnTo>
                <a:lnTo>
                  <a:pt x="901255" y="157603"/>
                </a:lnTo>
                <a:lnTo>
                  <a:pt x="901255" y="81114"/>
                </a:lnTo>
                <a:lnTo>
                  <a:pt x="901249" y="80094"/>
                </a:lnTo>
                <a:lnTo>
                  <a:pt x="901230" y="79090"/>
                </a:lnTo>
                <a:lnTo>
                  <a:pt x="901198" y="78101"/>
                </a:lnTo>
                <a:lnTo>
                  <a:pt x="901154" y="77129"/>
                </a:lnTo>
                <a:lnTo>
                  <a:pt x="901097" y="76171"/>
                </a:lnTo>
                <a:lnTo>
                  <a:pt x="901027" y="75230"/>
                </a:lnTo>
                <a:lnTo>
                  <a:pt x="900945" y="74304"/>
                </a:lnTo>
                <a:lnTo>
                  <a:pt x="900850" y="73394"/>
                </a:lnTo>
                <a:lnTo>
                  <a:pt x="900742" y="72500"/>
                </a:lnTo>
                <a:lnTo>
                  <a:pt x="900622" y="71621"/>
                </a:lnTo>
                <a:lnTo>
                  <a:pt x="900489" y="70758"/>
                </a:lnTo>
                <a:lnTo>
                  <a:pt x="900343" y="69911"/>
                </a:lnTo>
                <a:lnTo>
                  <a:pt x="900185" y="69079"/>
                </a:lnTo>
                <a:lnTo>
                  <a:pt x="900014" y="68263"/>
                </a:lnTo>
                <a:lnTo>
                  <a:pt x="899830" y="67463"/>
                </a:lnTo>
                <a:lnTo>
                  <a:pt x="899634" y="66679"/>
                </a:lnTo>
                <a:lnTo>
                  <a:pt x="899424" y="65910"/>
                </a:lnTo>
                <a:lnTo>
                  <a:pt x="899203" y="65157"/>
                </a:lnTo>
                <a:lnTo>
                  <a:pt x="898968" y="64420"/>
                </a:lnTo>
                <a:lnTo>
                  <a:pt x="898721" y="63698"/>
                </a:lnTo>
                <a:lnTo>
                  <a:pt x="898461" y="62992"/>
                </a:lnTo>
                <a:lnTo>
                  <a:pt x="898189" y="62302"/>
                </a:lnTo>
                <a:lnTo>
                  <a:pt x="897904" y="61627"/>
                </a:lnTo>
                <a:lnTo>
                  <a:pt x="897606" y="60969"/>
                </a:lnTo>
                <a:lnTo>
                  <a:pt x="897298" y="60323"/>
                </a:lnTo>
                <a:lnTo>
                  <a:pt x="896980" y="59690"/>
                </a:lnTo>
                <a:lnTo>
                  <a:pt x="896654" y="59069"/>
                </a:lnTo>
                <a:lnTo>
                  <a:pt x="896318" y="58460"/>
                </a:lnTo>
                <a:lnTo>
                  <a:pt x="895974" y="57863"/>
                </a:lnTo>
                <a:lnTo>
                  <a:pt x="895621" y="57278"/>
                </a:lnTo>
                <a:lnTo>
                  <a:pt x="895259" y="56705"/>
                </a:lnTo>
                <a:lnTo>
                  <a:pt x="894888" y="56144"/>
                </a:lnTo>
                <a:lnTo>
                  <a:pt x="894508" y="55595"/>
                </a:lnTo>
                <a:lnTo>
                  <a:pt x="894120" y="55058"/>
                </a:lnTo>
                <a:lnTo>
                  <a:pt x="893722" y="54533"/>
                </a:lnTo>
                <a:lnTo>
                  <a:pt x="893315" y="54020"/>
                </a:lnTo>
                <a:lnTo>
                  <a:pt x="892900" y="53519"/>
                </a:lnTo>
                <a:lnTo>
                  <a:pt x="892476" y="53031"/>
                </a:lnTo>
                <a:lnTo>
                  <a:pt x="892042" y="52554"/>
                </a:lnTo>
                <a:lnTo>
                  <a:pt x="891600" y="52089"/>
                </a:lnTo>
                <a:lnTo>
                  <a:pt x="891149" y="51637"/>
                </a:lnTo>
                <a:lnTo>
                  <a:pt x="890689" y="51196"/>
                </a:lnTo>
                <a:lnTo>
                  <a:pt x="890220" y="50768"/>
                </a:lnTo>
                <a:lnTo>
                  <a:pt x="889742" y="50351"/>
                </a:lnTo>
                <a:lnTo>
                  <a:pt x="889255" y="49947"/>
                </a:lnTo>
                <a:lnTo>
                  <a:pt x="888760" y="49554"/>
                </a:lnTo>
                <a:lnTo>
                  <a:pt x="888255" y="49174"/>
                </a:lnTo>
                <a:lnTo>
                  <a:pt x="887742" y="48805"/>
                </a:lnTo>
                <a:lnTo>
                  <a:pt x="887221" y="48448"/>
                </a:lnTo>
                <a:lnTo>
                  <a:pt x="886695" y="48100"/>
                </a:lnTo>
                <a:lnTo>
                  <a:pt x="886163" y="47761"/>
                </a:lnTo>
                <a:lnTo>
                  <a:pt x="885626" y="47431"/>
                </a:lnTo>
                <a:lnTo>
                  <a:pt x="885083" y="47111"/>
                </a:lnTo>
                <a:lnTo>
                  <a:pt x="884534" y="46801"/>
                </a:lnTo>
                <a:lnTo>
                  <a:pt x="883980" y="46499"/>
                </a:lnTo>
                <a:lnTo>
                  <a:pt x="883421" y="46207"/>
                </a:lnTo>
                <a:lnTo>
                  <a:pt x="882856" y="45925"/>
                </a:lnTo>
                <a:lnTo>
                  <a:pt x="882285" y="45652"/>
                </a:lnTo>
                <a:lnTo>
                  <a:pt x="881709" y="45388"/>
                </a:lnTo>
                <a:lnTo>
                  <a:pt x="881127" y="45134"/>
                </a:lnTo>
                <a:lnTo>
                  <a:pt x="880540" y="44889"/>
                </a:lnTo>
                <a:lnTo>
                  <a:pt x="879947" y="44653"/>
                </a:lnTo>
                <a:lnTo>
                  <a:pt x="879349" y="44427"/>
                </a:lnTo>
                <a:lnTo>
                  <a:pt x="878745" y="44211"/>
                </a:lnTo>
                <a:lnTo>
                  <a:pt x="878136" y="44003"/>
                </a:lnTo>
                <a:lnTo>
                  <a:pt x="877521" y="43805"/>
                </a:lnTo>
                <a:lnTo>
                  <a:pt x="876900" y="43617"/>
                </a:lnTo>
                <a:lnTo>
                  <a:pt x="876274" y="43438"/>
                </a:lnTo>
                <a:lnTo>
                  <a:pt x="875643" y="43268"/>
                </a:lnTo>
                <a:lnTo>
                  <a:pt x="875006" y="43107"/>
                </a:lnTo>
                <a:lnTo>
                  <a:pt x="874363" y="42956"/>
                </a:lnTo>
                <a:lnTo>
                  <a:pt x="873715" y="42815"/>
                </a:lnTo>
                <a:lnTo>
                  <a:pt x="873063" y="42680"/>
                </a:lnTo>
                <a:lnTo>
                  <a:pt x="872408" y="42552"/>
                </a:lnTo>
                <a:lnTo>
                  <a:pt x="871750" y="42429"/>
                </a:lnTo>
                <a:lnTo>
                  <a:pt x="871090" y="42312"/>
                </a:lnTo>
                <a:lnTo>
                  <a:pt x="870428" y="42200"/>
                </a:lnTo>
                <a:lnTo>
                  <a:pt x="869763" y="42094"/>
                </a:lnTo>
                <a:lnTo>
                  <a:pt x="869095" y="41994"/>
                </a:lnTo>
                <a:lnTo>
                  <a:pt x="868425" y="41900"/>
                </a:lnTo>
                <a:lnTo>
                  <a:pt x="867752" y="41812"/>
                </a:lnTo>
                <a:lnTo>
                  <a:pt x="867076" y="41729"/>
                </a:lnTo>
                <a:lnTo>
                  <a:pt x="866398" y="41651"/>
                </a:lnTo>
                <a:lnTo>
                  <a:pt x="865718" y="41580"/>
                </a:lnTo>
                <a:lnTo>
                  <a:pt x="865035" y="41514"/>
                </a:lnTo>
                <a:lnTo>
                  <a:pt x="864349" y="41454"/>
                </a:lnTo>
                <a:lnTo>
                  <a:pt x="863661" y="41400"/>
                </a:lnTo>
                <a:lnTo>
                  <a:pt x="862970" y="41351"/>
                </a:lnTo>
                <a:lnTo>
                  <a:pt x="862276" y="41308"/>
                </a:lnTo>
                <a:lnTo>
                  <a:pt x="861580" y="41271"/>
                </a:lnTo>
                <a:lnTo>
                  <a:pt x="860882" y="41240"/>
                </a:lnTo>
                <a:lnTo>
                  <a:pt x="860181" y="41214"/>
                </a:lnTo>
                <a:lnTo>
                  <a:pt x="859477" y="41194"/>
                </a:lnTo>
                <a:lnTo>
                  <a:pt x="858770" y="41180"/>
                </a:lnTo>
                <a:lnTo>
                  <a:pt x="858062" y="41171"/>
                </a:lnTo>
                <a:lnTo>
                  <a:pt x="857350" y="41168"/>
                </a:lnTo>
                <a:lnTo>
                  <a:pt x="856243" y="41175"/>
                </a:lnTo>
                <a:lnTo>
                  <a:pt x="855147" y="41196"/>
                </a:lnTo>
                <a:lnTo>
                  <a:pt x="854062" y="41231"/>
                </a:lnTo>
                <a:lnTo>
                  <a:pt x="852986" y="41279"/>
                </a:lnTo>
                <a:lnTo>
                  <a:pt x="851922" y="41342"/>
                </a:lnTo>
                <a:lnTo>
                  <a:pt x="850868" y="41418"/>
                </a:lnTo>
                <a:lnTo>
                  <a:pt x="849824" y="41508"/>
                </a:lnTo>
                <a:lnTo>
                  <a:pt x="848791" y="41612"/>
                </a:lnTo>
                <a:lnTo>
                  <a:pt x="847768" y="41730"/>
                </a:lnTo>
                <a:lnTo>
                  <a:pt x="846756" y="41862"/>
                </a:lnTo>
                <a:lnTo>
                  <a:pt x="845754" y="42008"/>
                </a:lnTo>
                <a:lnTo>
                  <a:pt x="844763" y="42167"/>
                </a:lnTo>
                <a:lnTo>
                  <a:pt x="843782" y="42340"/>
                </a:lnTo>
                <a:lnTo>
                  <a:pt x="842812" y="42528"/>
                </a:lnTo>
                <a:lnTo>
                  <a:pt x="841852" y="42729"/>
                </a:lnTo>
                <a:lnTo>
                  <a:pt x="840903" y="42944"/>
                </a:lnTo>
                <a:lnTo>
                  <a:pt x="839964" y="43173"/>
                </a:lnTo>
                <a:lnTo>
                  <a:pt x="839036" y="43416"/>
                </a:lnTo>
                <a:lnTo>
                  <a:pt x="838118" y="43672"/>
                </a:lnTo>
                <a:lnTo>
                  <a:pt x="837211" y="43943"/>
                </a:lnTo>
                <a:lnTo>
                  <a:pt x="836314" y="44227"/>
                </a:lnTo>
                <a:lnTo>
                  <a:pt x="835428" y="44525"/>
                </a:lnTo>
                <a:lnTo>
                  <a:pt x="834552" y="44837"/>
                </a:lnTo>
                <a:lnTo>
                  <a:pt x="833687" y="45163"/>
                </a:lnTo>
                <a:lnTo>
                  <a:pt x="832835" y="45504"/>
                </a:lnTo>
                <a:lnTo>
                  <a:pt x="831998" y="45861"/>
                </a:lnTo>
                <a:lnTo>
                  <a:pt x="831176" y="46235"/>
                </a:lnTo>
                <a:lnTo>
                  <a:pt x="830370" y="46624"/>
                </a:lnTo>
                <a:lnTo>
                  <a:pt x="829580" y="47030"/>
                </a:lnTo>
                <a:lnTo>
                  <a:pt x="828805" y="47453"/>
                </a:lnTo>
                <a:lnTo>
                  <a:pt x="828045" y="47892"/>
                </a:lnTo>
                <a:lnTo>
                  <a:pt x="827301" y="48347"/>
                </a:lnTo>
                <a:lnTo>
                  <a:pt x="826572" y="48818"/>
                </a:lnTo>
                <a:lnTo>
                  <a:pt x="825858" y="49306"/>
                </a:lnTo>
                <a:lnTo>
                  <a:pt x="825161" y="49810"/>
                </a:lnTo>
                <a:lnTo>
                  <a:pt x="824478" y="50330"/>
                </a:lnTo>
                <a:lnTo>
                  <a:pt x="823811" y="50866"/>
                </a:lnTo>
                <a:lnTo>
                  <a:pt x="823160" y="51419"/>
                </a:lnTo>
                <a:lnTo>
                  <a:pt x="822523" y="51989"/>
                </a:lnTo>
                <a:lnTo>
                  <a:pt x="821903" y="52574"/>
                </a:lnTo>
                <a:lnTo>
                  <a:pt x="821297" y="53176"/>
                </a:lnTo>
                <a:lnTo>
                  <a:pt x="820708" y="53794"/>
                </a:lnTo>
                <a:lnTo>
                  <a:pt x="820133" y="54429"/>
                </a:lnTo>
                <a:lnTo>
                  <a:pt x="819574" y="55080"/>
                </a:lnTo>
                <a:lnTo>
                  <a:pt x="819031" y="55747"/>
                </a:lnTo>
                <a:lnTo>
                  <a:pt x="818503" y="56431"/>
                </a:lnTo>
                <a:lnTo>
                  <a:pt x="817990" y="57131"/>
                </a:lnTo>
                <a:lnTo>
                  <a:pt x="817493" y="57847"/>
                </a:lnTo>
                <a:lnTo>
                  <a:pt x="817014" y="58580"/>
                </a:lnTo>
                <a:lnTo>
                  <a:pt x="816555" y="59332"/>
                </a:lnTo>
                <a:lnTo>
                  <a:pt x="816117" y="60103"/>
                </a:lnTo>
                <a:lnTo>
                  <a:pt x="815699" y="60893"/>
                </a:lnTo>
                <a:lnTo>
                  <a:pt x="815301" y="61701"/>
                </a:lnTo>
                <a:lnTo>
                  <a:pt x="814924" y="62529"/>
                </a:lnTo>
                <a:lnTo>
                  <a:pt x="814567" y="63375"/>
                </a:lnTo>
                <a:lnTo>
                  <a:pt x="814230" y="64239"/>
                </a:lnTo>
                <a:lnTo>
                  <a:pt x="813914" y="65123"/>
                </a:lnTo>
                <a:lnTo>
                  <a:pt x="813619" y="66025"/>
                </a:lnTo>
                <a:lnTo>
                  <a:pt x="813343" y="66946"/>
                </a:lnTo>
                <a:lnTo>
                  <a:pt x="813088" y="67886"/>
                </a:lnTo>
                <a:lnTo>
                  <a:pt x="812854" y="68844"/>
                </a:lnTo>
                <a:lnTo>
                  <a:pt x="812640" y="69822"/>
                </a:lnTo>
                <a:lnTo>
                  <a:pt x="812446" y="70818"/>
                </a:lnTo>
                <a:lnTo>
                  <a:pt x="812273" y="71832"/>
                </a:lnTo>
                <a:lnTo>
                  <a:pt x="812120" y="72866"/>
                </a:lnTo>
                <a:lnTo>
                  <a:pt x="811987" y="73918"/>
                </a:lnTo>
                <a:lnTo>
                  <a:pt x="811875" y="74989"/>
                </a:lnTo>
                <a:lnTo>
                  <a:pt x="811783" y="76079"/>
                </a:lnTo>
                <a:lnTo>
                  <a:pt x="811712" y="77188"/>
                </a:lnTo>
                <a:lnTo>
                  <a:pt x="811661" y="78315"/>
                </a:lnTo>
                <a:lnTo>
                  <a:pt x="811630" y="79461"/>
                </a:lnTo>
                <a:lnTo>
                  <a:pt x="811620" y="80626"/>
                </a:lnTo>
                <a:lnTo>
                  <a:pt x="830095" y="80626"/>
                </a:lnTo>
                <a:lnTo>
                  <a:pt x="830108" y="79544"/>
                </a:lnTo>
                <a:lnTo>
                  <a:pt x="830149" y="78486"/>
                </a:lnTo>
                <a:lnTo>
                  <a:pt x="830218" y="77452"/>
                </a:lnTo>
                <a:lnTo>
                  <a:pt x="830313" y="76443"/>
                </a:lnTo>
                <a:lnTo>
                  <a:pt x="830436" y="75459"/>
                </a:lnTo>
                <a:lnTo>
                  <a:pt x="830586" y="74498"/>
                </a:lnTo>
                <a:lnTo>
                  <a:pt x="830764" y="73563"/>
                </a:lnTo>
                <a:lnTo>
                  <a:pt x="830969" y="72652"/>
                </a:lnTo>
                <a:lnTo>
                  <a:pt x="831201" y="71765"/>
                </a:lnTo>
                <a:lnTo>
                  <a:pt x="831461" y="70903"/>
                </a:lnTo>
                <a:lnTo>
                  <a:pt x="831748" y="70065"/>
                </a:lnTo>
                <a:lnTo>
                  <a:pt x="832062" y="69252"/>
                </a:lnTo>
                <a:lnTo>
                  <a:pt x="832403" y="68463"/>
                </a:lnTo>
                <a:lnTo>
                  <a:pt x="832772" y="67698"/>
                </a:lnTo>
                <a:lnTo>
                  <a:pt x="833168" y="66958"/>
                </a:lnTo>
                <a:lnTo>
                  <a:pt x="833592" y="66243"/>
                </a:lnTo>
                <a:lnTo>
                  <a:pt x="834043" y="65552"/>
                </a:lnTo>
                <a:lnTo>
                  <a:pt x="834521" y="64885"/>
                </a:lnTo>
                <a:lnTo>
                  <a:pt x="835026" y="64243"/>
                </a:lnTo>
                <a:lnTo>
                  <a:pt x="835559" y="63626"/>
                </a:lnTo>
                <a:lnTo>
                  <a:pt x="836119" y="63032"/>
                </a:lnTo>
                <a:lnTo>
                  <a:pt x="836707" y="62464"/>
                </a:lnTo>
                <a:lnTo>
                  <a:pt x="837321" y="61919"/>
                </a:lnTo>
                <a:lnTo>
                  <a:pt x="837963" y="61400"/>
                </a:lnTo>
                <a:lnTo>
                  <a:pt x="838625" y="60903"/>
                </a:lnTo>
                <a:lnTo>
                  <a:pt x="839300" y="60427"/>
                </a:lnTo>
                <a:lnTo>
                  <a:pt x="839988" y="59972"/>
                </a:lnTo>
                <a:lnTo>
                  <a:pt x="840688" y="59539"/>
                </a:lnTo>
                <a:lnTo>
                  <a:pt x="841400" y="59126"/>
                </a:lnTo>
                <a:lnTo>
                  <a:pt x="842126" y="58735"/>
                </a:lnTo>
                <a:lnTo>
                  <a:pt x="842864" y="58365"/>
                </a:lnTo>
                <a:lnTo>
                  <a:pt x="843615" y="58016"/>
                </a:lnTo>
                <a:lnTo>
                  <a:pt x="844378" y="57688"/>
                </a:lnTo>
                <a:lnTo>
                  <a:pt x="845154" y="57382"/>
                </a:lnTo>
                <a:lnTo>
                  <a:pt x="845943" y="57096"/>
                </a:lnTo>
                <a:lnTo>
                  <a:pt x="846744" y="56832"/>
                </a:lnTo>
                <a:lnTo>
                  <a:pt x="847559" y="56589"/>
                </a:lnTo>
                <a:lnTo>
                  <a:pt x="848385" y="56367"/>
                </a:lnTo>
                <a:lnTo>
                  <a:pt x="849225" y="56166"/>
                </a:lnTo>
                <a:lnTo>
                  <a:pt x="850077" y="55986"/>
                </a:lnTo>
                <a:lnTo>
                  <a:pt x="850942" y="55827"/>
                </a:lnTo>
                <a:lnTo>
                  <a:pt x="851819" y="55690"/>
                </a:lnTo>
                <a:lnTo>
                  <a:pt x="852709" y="55574"/>
                </a:lnTo>
                <a:lnTo>
                  <a:pt x="853612" y="55478"/>
                </a:lnTo>
                <a:lnTo>
                  <a:pt x="854528" y="55404"/>
                </a:lnTo>
                <a:lnTo>
                  <a:pt x="855456" y="55352"/>
                </a:lnTo>
                <a:lnTo>
                  <a:pt x="856397" y="55320"/>
                </a:lnTo>
                <a:lnTo>
                  <a:pt x="857350" y="55309"/>
                </a:lnTo>
                <a:lnTo>
                  <a:pt x="858246" y="55319"/>
                </a:lnTo>
                <a:lnTo>
                  <a:pt x="859130" y="55348"/>
                </a:lnTo>
                <a:lnTo>
                  <a:pt x="860000" y="55397"/>
                </a:lnTo>
                <a:lnTo>
                  <a:pt x="860857" y="55465"/>
                </a:lnTo>
                <a:lnTo>
                  <a:pt x="861701" y="55552"/>
                </a:lnTo>
                <a:lnTo>
                  <a:pt x="862532" y="55659"/>
                </a:lnTo>
                <a:lnTo>
                  <a:pt x="863350" y="55785"/>
                </a:lnTo>
                <a:lnTo>
                  <a:pt x="864154" y="55930"/>
                </a:lnTo>
                <a:lnTo>
                  <a:pt x="864946" y="56095"/>
                </a:lnTo>
                <a:lnTo>
                  <a:pt x="865725" y="56279"/>
                </a:lnTo>
                <a:lnTo>
                  <a:pt x="866491" y="56483"/>
                </a:lnTo>
                <a:lnTo>
                  <a:pt x="867243" y="56706"/>
                </a:lnTo>
                <a:lnTo>
                  <a:pt x="867983" y="56949"/>
                </a:lnTo>
                <a:lnTo>
                  <a:pt x="868709" y="57211"/>
                </a:lnTo>
                <a:lnTo>
                  <a:pt x="869422" y="57492"/>
                </a:lnTo>
                <a:lnTo>
                  <a:pt x="870123" y="57793"/>
                </a:lnTo>
                <a:lnTo>
                  <a:pt x="870810" y="58113"/>
                </a:lnTo>
                <a:lnTo>
                  <a:pt x="871484" y="58453"/>
                </a:lnTo>
                <a:lnTo>
                  <a:pt x="872145" y="58811"/>
                </a:lnTo>
                <a:lnTo>
                  <a:pt x="872793" y="59190"/>
                </a:lnTo>
                <a:lnTo>
                  <a:pt x="873428" y="59588"/>
                </a:lnTo>
                <a:lnTo>
                  <a:pt x="874050" y="60005"/>
                </a:lnTo>
                <a:lnTo>
                  <a:pt x="874659" y="60441"/>
                </a:lnTo>
                <a:lnTo>
                  <a:pt x="875254" y="60897"/>
                </a:lnTo>
                <a:lnTo>
                  <a:pt x="875831" y="61379"/>
                </a:lnTo>
                <a:lnTo>
                  <a:pt x="876384" y="61894"/>
                </a:lnTo>
                <a:lnTo>
                  <a:pt x="876911" y="62442"/>
                </a:lnTo>
                <a:lnTo>
                  <a:pt x="877415" y="63022"/>
                </a:lnTo>
                <a:lnTo>
                  <a:pt x="877893" y="63635"/>
                </a:lnTo>
                <a:lnTo>
                  <a:pt x="878348" y="64281"/>
                </a:lnTo>
                <a:lnTo>
                  <a:pt x="878777" y="64959"/>
                </a:lnTo>
                <a:lnTo>
                  <a:pt x="879182" y="65671"/>
                </a:lnTo>
                <a:lnTo>
                  <a:pt x="879563" y="66415"/>
                </a:lnTo>
                <a:lnTo>
                  <a:pt x="879919" y="67192"/>
                </a:lnTo>
                <a:lnTo>
                  <a:pt x="880250" y="68001"/>
                </a:lnTo>
                <a:lnTo>
                  <a:pt x="880557" y="68843"/>
                </a:lnTo>
                <a:lnTo>
                  <a:pt x="880840" y="69719"/>
                </a:lnTo>
                <a:lnTo>
                  <a:pt x="881097" y="70626"/>
                </a:lnTo>
                <a:lnTo>
                  <a:pt x="881331" y="71567"/>
                </a:lnTo>
                <a:lnTo>
                  <a:pt x="881539" y="72540"/>
                </a:lnTo>
                <a:lnTo>
                  <a:pt x="881723" y="73546"/>
                </a:lnTo>
                <a:lnTo>
                  <a:pt x="881883" y="74585"/>
                </a:lnTo>
                <a:lnTo>
                  <a:pt x="882018" y="75657"/>
                </a:lnTo>
                <a:lnTo>
                  <a:pt x="882128" y="76761"/>
                </a:lnTo>
                <a:lnTo>
                  <a:pt x="882214" y="77898"/>
                </a:lnTo>
                <a:lnTo>
                  <a:pt x="882276" y="79068"/>
                </a:lnTo>
                <a:lnTo>
                  <a:pt x="882313" y="80271"/>
                </a:lnTo>
                <a:lnTo>
                  <a:pt x="882325" y="81506"/>
                </a:lnTo>
                <a:lnTo>
                  <a:pt x="882325" y="89678"/>
                </a:lnTo>
                <a:lnTo>
                  <a:pt x="880425" y="89702"/>
                </a:lnTo>
                <a:lnTo>
                  <a:pt x="878545" y="89735"/>
                </a:lnTo>
                <a:lnTo>
                  <a:pt x="876685" y="89778"/>
                </a:lnTo>
                <a:lnTo>
                  <a:pt x="874846" y="89829"/>
                </a:lnTo>
                <a:lnTo>
                  <a:pt x="873026" y="89890"/>
                </a:lnTo>
                <a:lnTo>
                  <a:pt x="871227" y="89960"/>
                </a:lnTo>
                <a:lnTo>
                  <a:pt x="869448" y="90039"/>
                </a:lnTo>
                <a:lnTo>
                  <a:pt x="867690" y="90127"/>
                </a:lnTo>
                <a:lnTo>
                  <a:pt x="865951" y="90224"/>
                </a:lnTo>
                <a:lnTo>
                  <a:pt x="864233" y="90330"/>
                </a:lnTo>
                <a:lnTo>
                  <a:pt x="862535" y="90445"/>
                </a:lnTo>
                <a:lnTo>
                  <a:pt x="860857" y="90570"/>
                </a:lnTo>
                <a:lnTo>
                  <a:pt x="859199" y="90703"/>
                </a:lnTo>
                <a:lnTo>
                  <a:pt x="857562" y="90846"/>
                </a:lnTo>
                <a:lnTo>
                  <a:pt x="855944" y="90998"/>
                </a:lnTo>
                <a:lnTo>
                  <a:pt x="854347" y="91159"/>
                </a:lnTo>
                <a:lnTo>
                  <a:pt x="852770" y="91329"/>
                </a:lnTo>
                <a:lnTo>
                  <a:pt x="851213" y="91508"/>
                </a:lnTo>
                <a:lnTo>
                  <a:pt x="849677" y="91697"/>
                </a:lnTo>
                <a:lnTo>
                  <a:pt x="848160" y="91894"/>
                </a:lnTo>
                <a:lnTo>
                  <a:pt x="846664" y="92101"/>
                </a:lnTo>
                <a:lnTo>
                  <a:pt x="845188" y="92316"/>
                </a:lnTo>
                <a:lnTo>
                  <a:pt x="843732" y="92541"/>
                </a:lnTo>
                <a:lnTo>
                  <a:pt x="842297" y="92775"/>
                </a:lnTo>
                <a:lnTo>
                  <a:pt x="840885" y="93022"/>
                </a:lnTo>
                <a:lnTo>
                  <a:pt x="839500" y="93287"/>
                </a:lnTo>
                <a:lnTo>
                  <a:pt x="838142" y="93570"/>
                </a:lnTo>
                <a:lnTo>
                  <a:pt x="836810" y="93870"/>
                </a:lnTo>
                <a:lnTo>
                  <a:pt x="835506" y="94188"/>
                </a:lnTo>
                <a:lnTo>
                  <a:pt x="834229" y="94523"/>
                </a:lnTo>
                <a:lnTo>
                  <a:pt x="832978" y="94877"/>
                </a:lnTo>
                <a:lnTo>
                  <a:pt x="831755" y="95247"/>
                </a:lnTo>
                <a:lnTo>
                  <a:pt x="830558" y="95636"/>
                </a:lnTo>
                <a:lnTo>
                  <a:pt x="829388" y="96042"/>
                </a:lnTo>
                <a:lnTo>
                  <a:pt x="828245" y="96466"/>
                </a:lnTo>
                <a:lnTo>
                  <a:pt x="827130" y="96907"/>
                </a:lnTo>
                <a:lnTo>
                  <a:pt x="826041" y="97366"/>
                </a:lnTo>
                <a:lnTo>
                  <a:pt x="824979" y="97843"/>
                </a:lnTo>
                <a:lnTo>
                  <a:pt x="823944" y="98337"/>
                </a:lnTo>
                <a:lnTo>
                  <a:pt x="822935" y="98849"/>
                </a:lnTo>
                <a:lnTo>
                  <a:pt x="821954" y="99379"/>
                </a:lnTo>
                <a:lnTo>
                  <a:pt x="821000" y="99926"/>
                </a:lnTo>
                <a:lnTo>
                  <a:pt x="820073" y="100491"/>
                </a:lnTo>
                <a:lnTo>
                  <a:pt x="819172" y="101073"/>
                </a:lnTo>
                <a:lnTo>
                  <a:pt x="818299" y="101674"/>
                </a:lnTo>
                <a:lnTo>
                  <a:pt x="817452" y="102292"/>
                </a:lnTo>
                <a:lnTo>
                  <a:pt x="816632" y="102927"/>
                </a:lnTo>
                <a:lnTo>
                  <a:pt x="815840" y="103580"/>
                </a:lnTo>
                <a:lnTo>
                  <a:pt x="815077" y="104255"/>
                </a:lnTo>
                <a:lnTo>
                  <a:pt x="814346" y="104955"/>
                </a:lnTo>
                <a:lnTo>
                  <a:pt x="813648" y="105681"/>
                </a:lnTo>
                <a:lnTo>
                  <a:pt x="812982" y="106432"/>
                </a:lnTo>
                <a:lnTo>
                  <a:pt x="812349" y="107209"/>
                </a:lnTo>
                <a:lnTo>
                  <a:pt x="811748" y="108012"/>
                </a:lnTo>
                <a:lnTo>
                  <a:pt x="811180" y="108840"/>
                </a:lnTo>
                <a:lnTo>
                  <a:pt x="810644" y="109694"/>
                </a:lnTo>
                <a:lnTo>
                  <a:pt x="810141" y="110573"/>
                </a:lnTo>
                <a:lnTo>
                  <a:pt x="809670" y="111477"/>
                </a:lnTo>
                <a:lnTo>
                  <a:pt x="809232" y="112408"/>
                </a:lnTo>
                <a:lnTo>
                  <a:pt x="808826" y="113364"/>
                </a:lnTo>
                <a:lnTo>
                  <a:pt x="808453" y="114345"/>
                </a:lnTo>
                <a:lnTo>
                  <a:pt x="808112" y="115352"/>
                </a:lnTo>
                <a:lnTo>
                  <a:pt x="807803" y="116384"/>
                </a:lnTo>
                <a:lnTo>
                  <a:pt x="807527" y="117442"/>
                </a:lnTo>
                <a:lnTo>
                  <a:pt x="807284" y="118526"/>
                </a:lnTo>
                <a:lnTo>
                  <a:pt x="807073" y="119635"/>
                </a:lnTo>
                <a:lnTo>
                  <a:pt x="806894" y="120770"/>
                </a:lnTo>
                <a:lnTo>
                  <a:pt x="806748" y="121930"/>
                </a:lnTo>
                <a:lnTo>
                  <a:pt x="806634" y="123116"/>
                </a:lnTo>
                <a:lnTo>
                  <a:pt x="806553" y="124327"/>
                </a:lnTo>
                <a:lnTo>
                  <a:pt x="806505" y="125564"/>
                </a:lnTo>
                <a:lnTo>
                  <a:pt x="806488" y="126826"/>
                </a:lnTo>
                <a:lnTo>
                  <a:pt x="806497" y="127716"/>
                </a:lnTo>
                <a:lnTo>
                  <a:pt x="806521" y="128594"/>
                </a:lnTo>
                <a:lnTo>
                  <a:pt x="806562" y="129460"/>
                </a:lnTo>
                <a:lnTo>
                  <a:pt x="806620" y="130314"/>
                </a:lnTo>
                <a:lnTo>
                  <a:pt x="806694" y="131155"/>
                </a:lnTo>
                <a:lnTo>
                  <a:pt x="806784" y="131985"/>
                </a:lnTo>
                <a:lnTo>
                  <a:pt x="806891" y="132803"/>
                </a:lnTo>
                <a:lnTo>
                  <a:pt x="807014" y="133609"/>
                </a:lnTo>
                <a:lnTo>
                  <a:pt x="807154" y="134403"/>
                </a:lnTo>
                <a:lnTo>
                  <a:pt x="807310" y="135185"/>
                </a:lnTo>
                <a:lnTo>
                  <a:pt x="807483" y="135955"/>
                </a:lnTo>
                <a:lnTo>
                  <a:pt x="807672" y="136713"/>
                </a:lnTo>
                <a:lnTo>
                  <a:pt x="807877" y="137459"/>
                </a:lnTo>
                <a:lnTo>
                  <a:pt x="808099" y="138193"/>
                </a:lnTo>
                <a:lnTo>
                  <a:pt x="808337" y="138916"/>
                </a:lnTo>
                <a:lnTo>
                  <a:pt x="808592" y="139626"/>
                </a:lnTo>
                <a:lnTo>
                  <a:pt x="808863" y="140324"/>
                </a:lnTo>
                <a:lnTo>
                  <a:pt x="809150" y="141010"/>
                </a:lnTo>
                <a:lnTo>
                  <a:pt x="809454" y="141685"/>
                </a:lnTo>
                <a:lnTo>
                  <a:pt x="809775" y="142347"/>
                </a:lnTo>
                <a:lnTo>
                  <a:pt x="810112" y="142997"/>
                </a:lnTo>
                <a:lnTo>
                  <a:pt x="810465" y="143636"/>
                </a:lnTo>
                <a:lnTo>
                  <a:pt x="810835" y="144262"/>
                </a:lnTo>
                <a:lnTo>
                  <a:pt x="811221" y="144877"/>
                </a:lnTo>
                <a:lnTo>
                  <a:pt x="811621" y="145479"/>
                </a:lnTo>
                <a:lnTo>
                  <a:pt x="812032" y="146069"/>
                </a:lnTo>
                <a:lnTo>
                  <a:pt x="812454" y="146647"/>
                </a:lnTo>
                <a:lnTo>
                  <a:pt x="812887" y="147212"/>
                </a:lnTo>
                <a:lnTo>
                  <a:pt x="813332" y="147765"/>
                </a:lnTo>
                <a:lnTo>
                  <a:pt x="813787" y="148305"/>
                </a:lnTo>
                <a:lnTo>
                  <a:pt x="814253" y="148833"/>
                </a:lnTo>
                <a:lnTo>
                  <a:pt x="814731" y="149349"/>
                </a:lnTo>
                <a:lnTo>
                  <a:pt x="815220" y="149852"/>
                </a:lnTo>
                <a:lnTo>
                  <a:pt x="815719" y="150343"/>
                </a:lnTo>
                <a:lnTo>
                  <a:pt x="816230" y="150822"/>
                </a:lnTo>
                <a:lnTo>
                  <a:pt x="816752" y="151288"/>
                </a:lnTo>
                <a:lnTo>
                  <a:pt x="817285" y="151742"/>
                </a:lnTo>
                <a:lnTo>
                  <a:pt x="817829" y="152183"/>
                </a:lnTo>
                <a:lnTo>
                  <a:pt x="818384" y="152612"/>
                </a:lnTo>
                <a:lnTo>
                  <a:pt x="818950" y="153029"/>
                </a:lnTo>
                <a:lnTo>
                  <a:pt x="819528" y="153433"/>
                </a:lnTo>
                <a:lnTo>
                  <a:pt x="820116" y="153825"/>
                </a:lnTo>
                <a:lnTo>
                  <a:pt x="820716" y="154205"/>
                </a:lnTo>
                <a:lnTo>
                  <a:pt x="821326" y="154572"/>
                </a:lnTo>
                <a:lnTo>
                  <a:pt x="821948" y="154927"/>
                </a:lnTo>
                <a:lnTo>
                  <a:pt x="822581" y="155270"/>
                </a:lnTo>
                <a:lnTo>
                  <a:pt x="823224" y="155600"/>
                </a:lnTo>
                <a:lnTo>
                  <a:pt x="823879" y="155917"/>
                </a:lnTo>
                <a:lnTo>
                  <a:pt x="824543" y="156222"/>
                </a:lnTo>
                <a:lnTo>
                  <a:pt x="825212" y="156514"/>
                </a:lnTo>
                <a:lnTo>
                  <a:pt x="825887" y="156793"/>
                </a:lnTo>
                <a:lnTo>
                  <a:pt x="826567" y="157060"/>
                </a:lnTo>
                <a:lnTo>
                  <a:pt x="827254" y="157313"/>
                </a:lnTo>
                <a:lnTo>
                  <a:pt x="827946" y="157553"/>
                </a:lnTo>
                <a:lnTo>
                  <a:pt x="828643" y="157780"/>
                </a:lnTo>
                <a:lnTo>
                  <a:pt x="829347" y="157994"/>
                </a:lnTo>
                <a:lnTo>
                  <a:pt x="830056" y="158195"/>
                </a:lnTo>
                <a:lnTo>
                  <a:pt x="830771" y="158384"/>
                </a:lnTo>
                <a:lnTo>
                  <a:pt x="831492" y="158559"/>
                </a:lnTo>
                <a:lnTo>
                  <a:pt x="832219" y="158721"/>
                </a:lnTo>
                <a:lnTo>
                  <a:pt x="832951" y="158870"/>
                </a:lnTo>
                <a:lnTo>
                  <a:pt x="833689" y="159007"/>
                </a:lnTo>
                <a:lnTo>
                  <a:pt x="834433" y="159130"/>
                </a:lnTo>
                <a:lnTo>
                  <a:pt x="835182" y="159240"/>
                </a:lnTo>
                <a:lnTo>
                  <a:pt x="835937" y="159338"/>
                </a:lnTo>
                <a:lnTo>
                  <a:pt x="836698" y="159422"/>
                </a:lnTo>
                <a:lnTo>
                  <a:pt x="837465" y="159493"/>
                </a:lnTo>
                <a:lnTo>
                  <a:pt x="838237" y="159552"/>
                </a:lnTo>
                <a:lnTo>
                  <a:pt x="839016" y="159597"/>
                </a:lnTo>
                <a:lnTo>
                  <a:pt x="839799" y="159630"/>
                </a:lnTo>
                <a:lnTo>
                  <a:pt x="840589" y="159649"/>
                </a:lnTo>
                <a:lnTo>
                  <a:pt x="841385" y="159656"/>
                </a:lnTo>
                <a:lnTo>
                  <a:pt x="842500" y="159647"/>
                </a:lnTo>
                <a:lnTo>
                  <a:pt x="843604" y="159620"/>
                </a:lnTo>
                <a:lnTo>
                  <a:pt x="844696" y="159575"/>
                </a:lnTo>
                <a:lnTo>
                  <a:pt x="845777" y="159512"/>
                </a:lnTo>
                <a:lnTo>
                  <a:pt x="846845" y="159430"/>
                </a:lnTo>
                <a:close/>
                <a:moveTo>
                  <a:pt x="842341" y="144835"/>
                </a:moveTo>
                <a:lnTo>
                  <a:pt x="841581" y="144736"/>
                </a:lnTo>
                <a:lnTo>
                  <a:pt x="840837" y="144620"/>
                </a:lnTo>
                <a:lnTo>
                  <a:pt x="840111" y="144485"/>
                </a:lnTo>
                <a:lnTo>
                  <a:pt x="839402" y="144333"/>
                </a:lnTo>
                <a:lnTo>
                  <a:pt x="838711" y="144163"/>
                </a:lnTo>
                <a:lnTo>
                  <a:pt x="838036" y="143975"/>
                </a:lnTo>
                <a:lnTo>
                  <a:pt x="837379" y="143769"/>
                </a:lnTo>
                <a:lnTo>
                  <a:pt x="836739" y="143545"/>
                </a:lnTo>
                <a:lnTo>
                  <a:pt x="836116" y="143303"/>
                </a:lnTo>
                <a:lnTo>
                  <a:pt x="835511" y="143043"/>
                </a:lnTo>
                <a:lnTo>
                  <a:pt x="834922" y="142765"/>
                </a:lnTo>
                <a:lnTo>
                  <a:pt x="834351" y="142469"/>
                </a:lnTo>
                <a:lnTo>
                  <a:pt x="833797" y="142156"/>
                </a:lnTo>
                <a:lnTo>
                  <a:pt x="833261" y="141824"/>
                </a:lnTo>
                <a:lnTo>
                  <a:pt x="832741" y="141475"/>
                </a:lnTo>
                <a:lnTo>
                  <a:pt x="832239" y="141108"/>
                </a:lnTo>
                <a:lnTo>
                  <a:pt x="831754" y="140723"/>
                </a:lnTo>
                <a:lnTo>
                  <a:pt x="831286" y="140319"/>
                </a:lnTo>
                <a:lnTo>
                  <a:pt x="830836" y="139898"/>
                </a:lnTo>
                <a:lnTo>
                  <a:pt x="830403" y="139462"/>
                </a:lnTo>
                <a:lnTo>
                  <a:pt x="829989" y="139014"/>
                </a:lnTo>
                <a:lnTo>
                  <a:pt x="829593" y="138554"/>
                </a:lnTo>
                <a:lnTo>
                  <a:pt x="829216" y="138081"/>
                </a:lnTo>
                <a:lnTo>
                  <a:pt x="828856" y="137596"/>
                </a:lnTo>
                <a:lnTo>
                  <a:pt x="828516" y="137099"/>
                </a:lnTo>
                <a:lnTo>
                  <a:pt x="828194" y="136590"/>
                </a:lnTo>
                <a:lnTo>
                  <a:pt x="827890" y="136069"/>
                </a:lnTo>
                <a:lnTo>
                  <a:pt x="827604" y="135536"/>
                </a:lnTo>
                <a:lnTo>
                  <a:pt x="827337" y="134990"/>
                </a:lnTo>
                <a:lnTo>
                  <a:pt x="827089" y="134433"/>
                </a:lnTo>
                <a:lnTo>
                  <a:pt x="826859" y="133863"/>
                </a:lnTo>
                <a:lnTo>
                  <a:pt x="826647" y="133281"/>
                </a:lnTo>
                <a:lnTo>
                  <a:pt x="826454" y="132687"/>
                </a:lnTo>
                <a:lnTo>
                  <a:pt x="826279" y="132081"/>
                </a:lnTo>
                <a:lnTo>
                  <a:pt x="826122" y="131463"/>
                </a:lnTo>
                <a:lnTo>
                  <a:pt x="825984" y="130832"/>
                </a:lnTo>
                <a:lnTo>
                  <a:pt x="825864" y="130189"/>
                </a:lnTo>
                <a:lnTo>
                  <a:pt x="825763" y="129534"/>
                </a:lnTo>
                <a:lnTo>
                  <a:pt x="825680" y="128868"/>
                </a:lnTo>
                <a:lnTo>
                  <a:pt x="825616" y="128188"/>
                </a:lnTo>
                <a:lnTo>
                  <a:pt x="825570" y="127497"/>
                </a:lnTo>
                <a:lnTo>
                  <a:pt x="825542" y="126794"/>
                </a:lnTo>
                <a:lnTo>
                  <a:pt x="825533" y="126078"/>
                </a:lnTo>
                <a:lnTo>
                  <a:pt x="825556" y="125033"/>
                </a:lnTo>
                <a:lnTo>
                  <a:pt x="825624" y="124012"/>
                </a:lnTo>
                <a:lnTo>
                  <a:pt x="825739" y="123017"/>
                </a:lnTo>
                <a:lnTo>
                  <a:pt x="825899" y="122046"/>
                </a:lnTo>
                <a:lnTo>
                  <a:pt x="826105" y="121099"/>
                </a:lnTo>
                <a:lnTo>
                  <a:pt x="826356" y="120178"/>
                </a:lnTo>
                <a:lnTo>
                  <a:pt x="826654" y="119281"/>
                </a:lnTo>
                <a:lnTo>
                  <a:pt x="826997" y="118409"/>
                </a:lnTo>
                <a:lnTo>
                  <a:pt x="827385" y="117561"/>
                </a:lnTo>
                <a:lnTo>
                  <a:pt x="827820" y="116738"/>
                </a:lnTo>
                <a:lnTo>
                  <a:pt x="828300" y="115940"/>
                </a:lnTo>
                <a:lnTo>
                  <a:pt x="828826" y="115167"/>
                </a:lnTo>
                <a:lnTo>
                  <a:pt x="829398" y="114418"/>
                </a:lnTo>
                <a:lnTo>
                  <a:pt x="830015" y="113694"/>
                </a:lnTo>
                <a:lnTo>
                  <a:pt x="830678" y="112995"/>
                </a:lnTo>
                <a:lnTo>
                  <a:pt x="831387" y="112320"/>
                </a:lnTo>
                <a:lnTo>
                  <a:pt x="832142" y="111671"/>
                </a:lnTo>
                <a:lnTo>
                  <a:pt x="832942" y="111046"/>
                </a:lnTo>
                <a:lnTo>
                  <a:pt x="833788" y="110445"/>
                </a:lnTo>
                <a:lnTo>
                  <a:pt x="834680" y="109870"/>
                </a:lnTo>
                <a:lnTo>
                  <a:pt x="835618" y="109319"/>
                </a:lnTo>
                <a:lnTo>
                  <a:pt x="836601" y="108792"/>
                </a:lnTo>
                <a:lnTo>
                  <a:pt x="837630" y="108291"/>
                </a:lnTo>
                <a:lnTo>
                  <a:pt x="838705" y="107814"/>
                </a:lnTo>
                <a:lnTo>
                  <a:pt x="839832" y="107358"/>
                </a:lnTo>
                <a:lnTo>
                  <a:pt x="841019" y="106921"/>
                </a:lnTo>
                <a:lnTo>
                  <a:pt x="842266" y="106501"/>
                </a:lnTo>
                <a:lnTo>
                  <a:pt x="843572" y="106100"/>
                </a:lnTo>
                <a:lnTo>
                  <a:pt x="844938" y="105717"/>
                </a:lnTo>
                <a:lnTo>
                  <a:pt x="846363" y="105352"/>
                </a:lnTo>
                <a:lnTo>
                  <a:pt x="847848" y="105005"/>
                </a:lnTo>
                <a:lnTo>
                  <a:pt x="849393" y="104676"/>
                </a:lnTo>
                <a:lnTo>
                  <a:pt x="850997" y="104365"/>
                </a:lnTo>
                <a:lnTo>
                  <a:pt x="852661" y="104073"/>
                </a:lnTo>
                <a:lnTo>
                  <a:pt x="854384" y="103798"/>
                </a:lnTo>
                <a:lnTo>
                  <a:pt x="856167" y="103542"/>
                </a:lnTo>
                <a:lnTo>
                  <a:pt x="858009" y="103304"/>
                </a:lnTo>
                <a:lnTo>
                  <a:pt x="859912" y="103084"/>
                </a:lnTo>
                <a:lnTo>
                  <a:pt x="861873" y="102882"/>
                </a:lnTo>
                <a:lnTo>
                  <a:pt x="863895" y="102698"/>
                </a:lnTo>
                <a:lnTo>
                  <a:pt x="865976" y="102532"/>
                </a:lnTo>
                <a:lnTo>
                  <a:pt x="868116" y="102385"/>
                </a:lnTo>
                <a:lnTo>
                  <a:pt x="870316" y="102255"/>
                </a:lnTo>
                <a:lnTo>
                  <a:pt x="872576" y="102144"/>
                </a:lnTo>
                <a:lnTo>
                  <a:pt x="874895" y="102051"/>
                </a:lnTo>
                <a:lnTo>
                  <a:pt x="877274" y="101976"/>
                </a:lnTo>
                <a:lnTo>
                  <a:pt x="879713" y="101919"/>
                </a:lnTo>
                <a:lnTo>
                  <a:pt x="882211" y="101880"/>
                </a:lnTo>
                <a:lnTo>
                  <a:pt x="882211" y="125369"/>
                </a:lnTo>
                <a:lnTo>
                  <a:pt x="881692" y="126075"/>
                </a:lnTo>
                <a:lnTo>
                  <a:pt x="881164" y="126771"/>
                </a:lnTo>
                <a:lnTo>
                  <a:pt x="880625" y="127457"/>
                </a:lnTo>
                <a:lnTo>
                  <a:pt x="880076" y="128133"/>
                </a:lnTo>
                <a:lnTo>
                  <a:pt x="879516" y="128798"/>
                </a:lnTo>
                <a:lnTo>
                  <a:pt x="878946" y="129453"/>
                </a:lnTo>
                <a:lnTo>
                  <a:pt x="878366" y="130098"/>
                </a:lnTo>
                <a:lnTo>
                  <a:pt x="877776" y="130732"/>
                </a:lnTo>
                <a:lnTo>
                  <a:pt x="877175" y="131356"/>
                </a:lnTo>
                <a:lnTo>
                  <a:pt x="876564" y="131970"/>
                </a:lnTo>
                <a:lnTo>
                  <a:pt x="875943" y="132574"/>
                </a:lnTo>
                <a:lnTo>
                  <a:pt x="875311" y="133167"/>
                </a:lnTo>
                <a:lnTo>
                  <a:pt x="874669" y="133750"/>
                </a:lnTo>
                <a:lnTo>
                  <a:pt x="874017" y="134323"/>
                </a:lnTo>
                <a:lnTo>
                  <a:pt x="873355" y="134885"/>
                </a:lnTo>
                <a:lnTo>
                  <a:pt x="872682" y="135438"/>
                </a:lnTo>
                <a:lnTo>
                  <a:pt x="871999" y="135980"/>
                </a:lnTo>
                <a:lnTo>
                  <a:pt x="871306" y="136511"/>
                </a:lnTo>
                <a:lnTo>
                  <a:pt x="870602" y="137033"/>
                </a:lnTo>
                <a:lnTo>
                  <a:pt x="869888" y="137544"/>
                </a:lnTo>
                <a:lnTo>
                  <a:pt x="869164" y="138044"/>
                </a:lnTo>
                <a:lnTo>
                  <a:pt x="868429" y="138535"/>
                </a:lnTo>
                <a:lnTo>
                  <a:pt x="867685" y="139015"/>
                </a:lnTo>
                <a:lnTo>
                  <a:pt x="866929" y="139485"/>
                </a:lnTo>
                <a:lnTo>
                  <a:pt x="866165" y="139940"/>
                </a:lnTo>
                <a:lnTo>
                  <a:pt x="865393" y="140375"/>
                </a:lnTo>
                <a:lnTo>
                  <a:pt x="864613" y="140791"/>
                </a:lnTo>
                <a:lnTo>
                  <a:pt x="863825" y="141188"/>
                </a:lnTo>
                <a:lnTo>
                  <a:pt x="863029" y="141565"/>
                </a:lnTo>
                <a:lnTo>
                  <a:pt x="862225" y="141923"/>
                </a:lnTo>
                <a:lnTo>
                  <a:pt x="861414" y="142262"/>
                </a:lnTo>
                <a:lnTo>
                  <a:pt x="860594" y="142581"/>
                </a:lnTo>
                <a:lnTo>
                  <a:pt x="859766" y="142881"/>
                </a:lnTo>
                <a:lnTo>
                  <a:pt x="858931" y="143162"/>
                </a:lnTo>
                <a:lnTo>
                  <a:pt x="858087" y="143423"/>
                </a:lnTo>
                <a:lnTo>
                  <a:pt x="857236" y="143665"/>
                </a:lnTo>
                <a:lnTo>
                  <a:pt x="856377" y="143888"/>
                </a:lnTo>
                <a:lnTo>
                  <a:pt x="855510" y="144091"/>
                </a:lnTo>
                <a:lnTo>
                  <a:pt x="854635" y="144275"/>
                </a:lnTo>
                <a:lnTo>
                  <a:pt x="853752" y="144439"/>
                </a:lnTo>
                <a:lnTo>
                  <a:pt x="852861" y="144584"/>
                </a:lnTo>
                <a:lnTo>
                  <a:pt x="851962" y="144710"/>
                </a:lnTo>
                <a:lnTo>
                  <a:pt x="851055" y="144817"/>
                </a:lnTo>
                <a:lnTo>
                  <a:pt x="850140" y="144904"/>
                </a:lnTo>
                <a:lnTo>
                  <a:pt x="849218" y="144972"/>
                </a:lnTo>
                <a:lnTo>
                  <a:pt x="848287" y="145020"/>
                </a:lnTo>
                <a:lnTo>
                  <a:pt x="847349" y="145049"/>
                </a:lnTo>
                <a:lnTo>
                  <a:pt x="846402" y="145059"/>
                </a:lnTo>
                <a:lnTo>
                  <a:pt x="845556" y="145050"/>
                </a:lnTo>
                <a:lnTo>
                  <a:pt x="844726" y="145023"/>
                </a:lnTo>
                <a:lnTo>
                  <a:pt x="843914" y="144978"/>
                </a:lnTo>
                <a:lnTo>
                  <a:pt x="843119" y="144915"/>
                </a:lnTo>
                <a:lnTo>
                  <a:pt x="842341" y="144835"/>
                </a:lnTo>
                <a:close/>
                <a:moveTo>
                  <a:pt x="1208385" y="22037"/>
                </a:moveTo>
                <a:lnTo>
                  <a:pt x="1208799" y="21988"/>
                </a:lnTo>
                <a:lnTo>
                  <a:pt x="1209207" y="21928"/>
                </a:lnTo>
                <a:lnTo>
                  <a:pt x="1209607" y="21857"/>
                </a:lnTo>
                <a:lnTo>
                  <a:pt x="1210000" y="21775"/>
                </a:lnTo>
                <a:lnTo>
                  <a:pt x="1210386" y="21683"/>
                </a:lnTo>
                <a:lnTo>
                  <a:pt x="1210765" y="21579"/>
                </a:lnTo>
                <a:lnTo>
                  <a:pt x="1211137" y="21465"/>
                </a:lnTo>
                <a:lnTo>
                  <a:pt x="1211502" y="21340"/>
                </a:lnTo>
                <a:lnTo>
                  <a:pt x="1211859" y="21204"/>
                </a:lnTo>
                <a:lnTo>
                  <a:pt x="1212210" y="21057"/>
                </a:lnTo>
                <a:lnTo>
                  <a:pt x="1212553" y="20899"/>
                </a:lnTo>
                <a:lnTo>
                  <a:pt x="1212889" y="20730"/>
                </a:lnTo>
                <a:lnTo>
                  <a:pt x="1213218" y="20550"/>
                </a:lnTo>
                <a:lnTo>
                  <a:pt x="1213540" y="20360"/>
                </a:lnTo>
                <a:lnTo>
                  <a:pt x="1213855" y="20158"/>
                </a:lnTo>
                <a:lnTo>
                  <a:pt x="1214163" y="19946"/>
                </a:lnTo>
                <a:lnTo>
                  <a:pt x="1214463" y="19723"/>
                </a:lnTo>
                <a:lnTo>
                  <a:pt x="1214756" y="19489"/>
                </a:lnTo>
                <a:lnTo>
                  <a:pt x="1215043" y="19244"/>
                </a:lnTo>
                <a:lnTo>
                  <a:pt x="1215322" y="18988"/>
                </a:lnTo>
                <a:lnTo>
                  <a:pt x="1215592" y="18723"/>
                </a:lnTo>
                <a:lnTo>
                  <a:pt x="1215850" y="18453"/>
                </a:lnTo>
                <a:lnTo>
                  <a:pt x="1216097" y="18178"/>
                </a:lnTo>
                <a:lnTo>
                  <a:pt x="1216332" y="17896"/>
                </a:lnTo>
                <a:lnTo>
                  <a:pt x="1216556" y="17609"/>
                </a:lnTo>
                <a:lnTo>
                  <a:pt x="1216769" y="17316"/>
                </a:lnTo>
                <a:lnTo>
                  <a:pt x="1216970" y="17018"/>
                </a:lnTo>
                <a:lnTo>
                  <a:pt x="1217159" y="16713"/>
                </a:lnTo>
                <a:lnTo>
                  <a:pt x="1217337" y="16403"/>
                </a:lnTo>
                <a:lnTo>
                  <a:pt x="1217504" y="16087"/>
                </a:lnTo>
                <a:lnTo>
                  <a:pt x="1217659" y="15766"/>
                </a:lnTo>
                <a:lnTo>
                  <a:pt x="1217802" y="15438"/>
                </a:lnTo>
                <a:lnTo>
                  <a:pt x="1217934" y="15105"/>
                </a:lnTo>
                <a:lnTo>
                  <a:pt x="1218055" y="14766"/>
                </a:lnTo>
                <a:lnTo>
                  <a:pt x="1218164" y="14422"/>
                </a:lnTo>
                <a:lnTo>
                  <a:pt x="1218262" y="14071"/>
                </a:lnTo>
                <a:lnTo>
                  <a:pt x="1218348" y="13715"/>
                </a:lnTo>
                <a:lnTo>
                  <a:pt x="1218422" y="13353"/>
                </a:lnTo>
                <a:lnTo>
                  <a:pt x="1218486" y="12986"/>
                </a:lnTo>
                <a:lnTo>
                  <a:pt x="1218537" y="12612"/>
                </a:lnTo>
                <a:lnTo>
                  <a:pt x="1218577" y="12233"/>
                </a:lnTo>
                <a:lnTo>
                  <a:pt x="1218606" y="11849"/>
                </a:lnTo>
                <a:lnTo>
                  <a:pt x="1218623" y="11458"/>
                </a:lnTo>
                <a:lnTo>
                  <a:pt x="1218629" y="11062"/>
                </a:lnTo>
                <a:lnTo>
                  <a:pt x="1218623" y="10666"/>
                </a:lnTo>
                <a:lnTo>
                  <a:pt x="1218606" y="10275"/>
                </a:lnTo>
                <a:lnTo>
                  <a:pt x="1218577" y="9890"/>
                </a:lnTo>
                <a:lnTo>
                  <a:pt x="1218537" y="9511"/>
                </a:lnTo>
                <a:lnTo>
                  <a:pt x="1218486" y="9138"/>
                </a:lnTo>
                <a:lnTo>
                  <a:pt x="1218422" y="8770"/>
                </a:lnTo>
                <a:lnTo>
                  <a:pt x="1218348" y="8409"/>
                </a:lnTo>
                <a:lnTo>
                  <a:pt x="1218262" y="8052"/>
                </a:lnTo>
                <a:lnTo>
                  <a:pt x="1218164" y="7702"/>
                </a:lnTo>
                <a:lnTo>
                  <a:pt x="1218055" y="7358"/>
                </a:lnTo>
                <a:lnTo>
                  <a:pt x="1217934" y="7019"/>
                </a:lnTo>
                <a:lnTo>
                  <a:pt x="1217802" y="6686"/>
                </a:lnTo>
                <a:lnTo>
                  <a:pt x="1217659" y="6358"/>
                </a:lnTo>
                <a:lnTo>
                  <a:pt x="1217504" y="6037"/>
                </a:lnTo>
                <a:lnTo>
                  <a:pt x="1217337" y="5721"/>
                </a:lnTo>
                <a:lnTo>
                  <a:pt x="1217159" y="5411"/>
                </a:lnTo>
                <a:lnTo>
                  <a:pt x="1216970" y="5106"/>
                </a:lnTo>
                <a:lnTo>
                  <a:pt x="1216769" y="4807"/>
                </a:lnTo>
                <a:lnTo>
                  <a:pt x="1216556" y="4515"/>
                </a:lnTo>
                <a:lnTo>
                  <a:pt x="1216332" y="4227"/>
                </a:lnTo>
                <a:lnTo>
                  <a:pt x="1216097" y="3946"/>
                </a:lnTo>
                <a:lnTo>
                  <a:pt x="1215850" y="3670"/>
                </a:lnTo>
                <a:lnTo>
                  <a:pt x="1215592" y="3400"/>
                </a:lnTo>
                <a:lnTo>
                  <a:pt x="1215322" y="3136"/>
                </a:lnTo>
                <a:lnTo>
                  <a:pt x="1215043" y="2880"/>
                </a:lnTo>
                <a:lnTo>
                  <a:pt x="1214756" y="2635"/>
                </a:lnTo>
                <a:lnTo>
                  <a:pt x="1214463" y="2401"/>
                </a:lnTo>
                <a:lnTo>
                  <a:pt x="1214163" y="2178"/>
                </a:lnTo>
                <a:lnTo>
                  <a:pt x="1213855" y="1966"/>
                </a:lnTo>
                <a:lnTo>
                  <a:pt x="1213540" y="1764"/>
                </a:lnTo>
                <a:lnTo>
                  <a:pt x="1213218" y="1573"/>
                </a:lnTo>
                <a:lnTo>
                  <a:pt x="1212889" y="1394"/>
                </a:lnTo>
                <a:lnTo>
                  <a:pt x="1212553" y="1225"/>
                </a:lnTo>
                <a:lnTo>
                  <a:pt x="1212210" y="1067"/>
                </a:lnTo>
                <a:lnTo>
                  <a:pt x="1211859" y="920"/>
                </a:lnTo>
                <a:lnTo>
                  <a:pt x="1211502" y="784"/>
                </a:lnTo>
                <a:lnTo>
                  <a:pt x="1211137" y="659"/>
                </a:lnTo>
                <a:lnTo>
                  <a:pt x="1210765" y="544"/>
                </a:lnTo>
                <a:lnTo>
                  <a:pt x="1210386" y="441"/>
                </a:lnTo>
                <a:lnTo>
                  <a:pt x="1210000" y="348"/>
                </a:lnTo>
                <a:lnTo>
                  <a:pt x="1209607" y="267"/>
                </a:lnTo>
                <a:lnTo>
                  <a:pt x="1209207" y="196"/>
                </a:lnTo>
                <a:lnTo>
                  <a:pt x="1208799" y="136"/>
                </a:lnTo>
                <a:lnTo>
                  <a:pt x="1208385" y="87"/>
                </a:lnTo>
                <a:lnTo>
                  <a:pt x="1207963" y="49"/>
                </a:lnTo>
                <a:lnTo>
                  <a:pt x="1207534" y="22"/>
                </a:lnTo>
                <a:lnTo>
                  <a:pt x="1207098" y="5"/>
                </a:lnTo>
                <a:lnTo>
                  <a:pt x="1206655" y="0"/>
                </a:lnTo>
                <a:lnTo>
                  <a:pt x="1206212" y="5"/>
                </a:lnTo>
                <a:lnTo>
                  <a:pt x="1205776" y="22"/>
                </a:lnTo>
                <a:lnTo>
                  <a:pt x="1205348" y="49"/>
                </a:lnTo>
                <a:lnTo>
                  <a:pt x="1204927" y="87"/>
                </a:lnTo>
                <a:lnTo>
                  <a:pt x="1204513" y="136"/>
                </a:lnTo>
                <a:lnTo>
                  <a:pt x="1204107" y="196"/>
                </a:lnTo>
                <a:lnTo>
                  <a:pt x="1203708" y="267"/>
                </a:lnTo>
                <a:lnTo>
                  <a:pt x="1203316" y="348"/>
                </a:lnTo>
                <a:lnTo>
                  <a:pt x="1202932" y="441"/>
                </a:lnTo>
                <a:lnTo>
                  <a:pt x="1202555" y="544"/>
                </a:lnTo>
                <a:lnTo>
                  <a:pt x="1202185" y="659"/>
                </a:lnTo>
                <a:lnTo>
                  <a:pt x="1201822" y="784"/>
                </a:lnTo>
                <a:lnTo>
                  <a:pt x="1201467" y="920"/>
                </a:lnTo>
                <a:lnTo>
                  <a:pt x="1201120" y="1067"/>
                </a:lnTo>
                <a:lnTo>
                  <a:pt x="1200779" y="1225"/>
                </a:lnTo>
                <a:lnTo>
                  <a:pt x="1200446" y="1394"/>
                </a:lnTo>
                <a:lnTo>
                  <a:pt x="1200120" y="1573"/>
                </a:lnTo>
                <a:lnTo>
                  <a:pt x="1199802" y="1764"/>
                </a:lnTo>
                <a:lnTo>
                  <a:pt x="1199491" y="1966"/>
                </a:lnTo>
                <a:lnTo>
                  <a:pt x="1199187" y="2178"/>
                </a:lnTo>
                <a:lnTo>
                  <a:pt x="1198890" y="2401"/>
                </a:lnTo>
                <a:lnTo>
                  <a:pt x="1198601" y="2635"/>
                </a:lnTo>
                <a:lnTo>
                  <a:pt x="1198319" y="2880"/>
                </a:lnTo>
                <a:lnTo>
                  <a:pt x="1198045" y="3136"/>
                </a:lnTo>
                <a:lnTo>
                  <a:pt x="1197780" y="3400"/>
                </a:lnTo>
                <a:lnTo>
                  <a:pt x="1197526" y="3670"/>
                </a:lnTo>
                <a:lnTo>
                  <a:pt x="1197283" y="3946"/>
                </a:lnTo>
                <a:lnTo>
                  <a:pt x="1197052" y="4227"/>
                </a:lnTo>
                <a:lnTo>
                  <a:pt x="1196832" y="4515"/>
                </a:lnTo>
                <a:lnTo>
                  <a:pt x="1196623" y="4807"/>
                </a:lnTo>
                <a:lnTo>
                  <a:pt x="1196425" y="5106"/>
                </a:lnTo>
                <a:lnTo>
                  <a:pt x="1196239" y="5411"/>
                </a:lnTo>
                <a:lnTo>
                  <a:pt x="1196064" y="5721"/>
                </a:lnTo>
                <a:lnTo>
                  <a:pt x="1195901" y="6037"/>
                </a:lnTo>
                <a:lnTo>
                  <a:pt x="1195748" y="6358"/>
                </a:lnTo>
                <a:lnTo>
                  <a:pt x="1195607" y="6686"/>
                </a:lnTo>
                <a:lnTo>
                  <a:pt x="1195478" y="7019"/>
                </a:lnTo>
                <a:lnTo>
                  <a:pt x="1195359" y="7358"/>
                </a:lnTo>
                <a:lnTo>
                  <a:pt x="1195252" y="7702"/>
                </a:lnTo>
                <a:lnTo>
                  <a:pt x="1195156" y="8052"/>
                </a:lnTo>
                <a:lnTo>
                  <a:pt x="1195071" y="8409"/>
                </a:lnTo>
                <a:lnTo>
                  <a:pt x="1194998" y="8770"/>
                </a:lnTo>
                <a:lnTo>
                  <a:pt x="1194936" y="9138"/>
                </a:lnTo>
                <a:lnTo>
                  <a:pt x="1194885" y="9511"/>
                </a:lnTo>
                <a:lnTo>
                  <a:pt x="1194846" y="9890"/>
                </a:lnTo>
                <a:lnTo>
                  <a:pt x="1194817" y="10275"/>
                </a:lnTo>
                <a:lnTo>
                  <a:pt x="1194800" y="10666"/>
                </a:lnTo>
                <a:lnTo>
                  <a:pt x="1194795" y="11062"/>
                </a:lnTo>
                <a:lnTo>
                  <a:pt x="1194800" y="11458"/>
                </a:lnTo>
                <a:lnTo>
                  <a:pt x="1194817" y="11849"/>
                </a:lnTo>
                <a:lnTo>
                  <a:pt x="1194846" y="12233"/>
                </a:lnTo>
                <a:lnTo>
                  <a:pt x="1194885" y="12612"/>
                </a:lnTo>
                <a:lnTo>
                  <a:pt x="1194936" y="12986"/>
                </a:lnTo>
                <a:lnTo>
                  <a:pt x="1194998" y="13353"/>
                </a:lnTo>
                <a:lnTo>
                  <a:pt x="1195071" y="13715"/>
                </a:lnTo>
                <a:lnTo>
                  <a:pt x="1195156" y="14071"/>
                </a:lnTo>
                <a:lnTo>
                  <a:pt x="1195252" y="14422"/>
                </a:lnTo>
                <a:lnTo>
                  <a:pt x="1195359" y="14766"/>
                </a:lnTo>
                <a:lnTo>
                  <a:pt x="1195478" y="15105"/>
                </a:lnTo>
                <a:lnTo>
                  <a:pt x="1195607" y="15438"/>
                </a:lnTo>
                <a:lnTo>
                  <a:pt x="1195748" y="15766"/>
                </a:lnTo>
                <a:lnTo>
                  <a:pt x="1195901" y="16087"/>
                </a:lnTo>
                <a:lnTo>
                  <a:pt x="1196064" y="16403"/>
                </a:lnTo>
                <a:lnTo>
                  <a:pt x="1196239" y="16713"/>
                </a:lnTo>
                <a:lnTo>
                  <a:pt x="1196425" y="17018"/>
                </a:lnTo>
                <a:lnTo>
                  <a:pt x="1196623" y="17316"/>
                </a:lnTo>
                <a:lnTo>
                  <a:pt x="1196832" y="17609"/>
                </a:lnTo>
                <a:lnTo>
                  <a:pt x="1197052" y="17896"/>
                </a:lnTo>
                <a:lnTo>
                  <a:pt x="1197283" y="18178"/>
                </a:lnTo>
                <a:lnTo>
                  <a:pt x="1197526" y="18453"/>
                </a:lnTo>
                <a:lnTo>
                  <a:pt x="1197780" y="18723"/>
                </a:lnTo>
                <a:lnTo>
                  <a:pt x="1198045" y="18988"/>
                </a:lnTo>
                <a:lnTo>
                  <a:pt x="1198319" y="19244"/>
                </a:lnTo>
                <a:lnTo>
                  <a:pt x="1198601" y="19489"/>
                </a:lnTo>
                <a:lnTo>
                  <a:pt x="1198890" y="19723"/>
                </a:lnTo>
                <a:lnTo>
                  <a:pt x="1199187" y="19946"/>
                </a:lnTo>
                <a:lnTo>
                  <a:pt x="1199491" y="20158"/>
                </a:lnTo>
                <a:lnTo>
                  <a:pt x="1199802" y="20360"/>
                </a:lnTo>
                <a:lnTo>
                  <a:pt x="1200120" y="20550"/>
                </a:lnTo>
                <a:lnTo>
                  <a:pt x="1200446" y="20730"/>
                </a:lnTo>
                <a:lnTo>
                  <a:pt x="1200779" y="20899"/>
                </a:lnTo>
                <a:lnTo>
                  <a:pt x="1201120" y="21057"/>
                </a:lnTo>
                <a:lnTo>
                  <a:pt x="1201467" y="21204"/>
                </a:lnTo>
                <a:lnTo>
                  <a:pt x="1201822" y="21340"/>
                </a:lnTo>
                <a:lnTo>
                  <a:pt x="1202185" y="21465"/>
                </a:lnTo>
                <a:lnTo>
                  <a:pt x="1202555" y="21579"/>
                </a:lnTo>
                <a:lnTo>
                  <a:pt x="1202932" y="21683"/>
                </a:lnTo>
                <a:lnTo>
                  <a:pt x="1203316" y="21775"/>
                </a:lnTo>
                <a:lnTo>
                  <a:pt x="1203708" y="21857"/>
                </a:lnTo>
                <a:lnTo>
                  <a:pt x="1204107" y="21928"/>
                </a:lnTo>
                <a:lnTo>
                  <a:pt x="1204513" y="21988"/>
                </a:lnTo>
                <a:lnTo>
                  <a:pt x="1204927" y="22037"/>
                </a:lnTo>
                <a:lnTo>
                  <a:pt x="1205348" y="22075"/>
                </a:lnTo>
                <a:lnTo>
                  <a:pt x="1205776" y="22102"/>
                </a:lnTo>
                <a:lnTo>
                  <a:pt x="1206212" y="22118"/>
                </a:lnTo>
                <a:lnTo>
                  <a:pt x="1206655" y="22124"/>
                </a:lnTo>
                <a:lnTo>
                  <a:pt x="1207098" y="22118"/>
                </a:lnTo>
                <a:lnTo>
                  <a:pt x="1207534" y="22102"/>
                </a:lnTo>
                <a:lnTo>
                  <a:pt x="1207963" y="22075"/>
                </a:lnTo>
                <a:lnTo>
                  <a:pt x="1208385" y="22037"/>
                </a:lnTo>
                <a:close/>
                <a:moveTo>
                  <a:pt x="1448755" y="51873"/>
                </a:moveTo>
                <a:lnTo>
                  <a:pt x="1449171" y="51451"/>
                </a:lnTo>
                <a:lnTo>
                  <a:pt x="1449595" y="51046"/>
                </a:lnTo>
                <a:lnTo>
                  <a:pt x="1450027" y="50659"/>
                </a:lnTo>
                <a:lnTo>
                  <a:pt x="1450468" y="50288"/>
                </a:lnTo>
                <a:lnTo>
                  <a:pt x="1450918" y="49935"/>
                </a:lnTo>
                <a:lnTo>
                  <a:pt x="1451376" y="49599"/>
                </a:lnTo>
                <a:lnTo>
                  <a:pt x="1451842" y="49281"/>
                </a:lnTo>
                <a:lnTo>
                  <a:pt x="1452317" y="48979"/>
                </a:lnTo>
                <a:lnTo>
                  <a:pt x="1452801" y="48695"/>
                </a:lnTo>
                <a:lnTo>
                  <a:pt x="1453293" y="48428"/>
                </a:lnTo>
                <a:lnTo>
                  <a:pt x="1453794" y="48178"/>
                </a:lnTo>
                <a:lnTo>
                  <a:pt x="1454303" y="47946"/>
                </a:lnTo>
                <a:lnTo>
                  <a:pt x="1454821" y="47730"/>
                </a:lnTo>
                <a:lnTo>
                  <a:pt x="1455347" y="47532"/>
                </a:lnTo>
                <a:lnTo>
                  <a:pt x="1455881" y="47351"/>
                </a:lnTo>
                <a:lnTo>
                  <a:pt x="1456424" y="47188"/>
                </a:lnTo>
                <a:lnTo>
                  <a:pt x="1456976" y="47041"/>
                </a:lnTo>
                <a:lnTo>
                  <a:pt x="1457534" y="46906"/>
                </a:lnTo>
                <a:lnTo>
                  <a:pt x="1458097" y="46777"/>
                </a:lnTo>
                <a:lnTo>
                  <a:pt x="1458665" y="46654"/>
                </a:lnTo>
                <a:lnTo>
                  <a:pt x="1459236" y="46536"/>
                </a:lnTo>
                <a:lnTo>
                  <a:pt x="1459813" y="46424"/>
                </a:lnTo>
                <a:lnTo>
                  <a:pt x="1460394" y="46318"/>
                </a:lnTo>
                <a:lnTo>
                  <a:pt x="1460979" y="46217"/>
                </a:lnTo>
                <a:lnTo>
                  <a:pt x="1461569" y="46123"/>
                </a:lnTo>
                <a:lnTo>
                  <a:pt x="1462164" y="46034"/>
                </a:lnTo>
                <a:lnTo>
                  <a:pt x="1462763" y="45951"/>
                </a:lnTo>
                <a:lnTo>
                  <a:pt x="1463367" y="45873"/>
                </a:lnTo>
                <a:lnTo>
                  <a:pt x="1463975" y="45801"/>
                </a:lnTo>
                <a:lnTo>
                  <a:pt x="1464588" y="45735"/>
                </a:lnTo>
                <a:lnTo>
                  <a:pt x="1465206" y="45675"/>
                </a:lnTo>
                <a:lnTo>
                  <a:pt x="1465828" y="45620"/>
                </a:lnTo>
                <a:lnTo>
                  <a:pt x="1466454" y="45572"/>
                </a:lnTo>
                <a:lnTo>
                  <a:pt x="1467085" y="45528"/>
                </a:lnTo>
                <a:lnTo>
                  <a:pt x="1467721" y="45491"/>
                </a:lnTo>
                <a:lnTo>
                  <a:pt x="1468361" y="45460"/>
                </a:lnTo>
                <a:lnTo>
                  <a:pt x="1469006" y="45434"/>
                </a:lnTo>
                <a:lnTo>
                  <a:pt x="1469655" y="45414"/>
                </a:lnTo>
                <a:lnTo>
                  <a:pt x="1470309" y="45399"/>
                </a:lnTo>
                <a:lnTo>
                  <a:pt x="1470967" y="45391"/>
                </a:lnTo>
                <a:lnTo>
                  <a:pt x="1471630" y="45388"/>
                </a:lnTo>
                <a:lnTo>
                  <a:pt x="1471630" y="29308"/>
                </a:lnTo>
                <a:lnTo>
                  <a:pt x="1470593" y="29343"/>
                </a:lnTo>
                <a:lnTo>
                  <a:pt x="1469572" y="29390"/>
                </a:lnTo>
                <a:lnTo>
                  <a:pt x="1468566" y="29449"/>
                </a:lnTo>
                <a:lnTo>
                  <a:pt x="1467577" y="29520"/>
                </a:lnTo>
                <a:lnTo>
                  <a:pt x="1466604" y="29604"/>
                </a:lnTo>
                <a:lnTo>
                  <a:pt x="1465647" y="29700"/>
                </a:lnTo>
                <a:lnTo>
                  <a:pt x="1464706" y="29809"/>
                </a:lnTo>
                <a:lnTo>
                  <a:pt x="1463781" y="29929"/>
                </a:lnTo>
                <a:lnTo>
                  <a:pt x="1462872" y="30062"/>
                </a:lnTo>
                <a:lnTo>
                  <a:pt x="1461978" y="30207"/>
                </a:lnTo>
                <a:lnTo>
                  <a:pt x="1461102" y="30364"/>
                </a:lnTo>
                <a:lnTo>
                  <a:pt x="1460241" y="30534"/>
                </a:lnTo>
                <a:lnTo>
                  <a:pt x="1459396" y="30716"/>
                </a:lnTo>
                <a:lnTo>
                  <a:pt x="1458567" y="30910"/>
                </a:lnTo>
                <a:lnTo>
                  <a:pt x="1457754" y="31117"/>
                </a:lnTo>
                <a:lnTo>
                  <a:pt x="1456957" y="31336"/>
                </a:lnTo>
                <a:lnTo>
                  <a:pt x="1456176" y="31567"/>
                </a:lnTo>
                <a:lnTo>
                  <a:pt x="1455412" y="31810"/>
                </a:lnTo>
                <a:lnTo>
                  <a:pt x="1454663" y="32066"/>
                </a:lnTo>
                <a:lnTo>
                  <a:pt x="1453930" y="32333"/>
                </a:lnTo>
                <a:lnTo>
                  <a:pt x="1453214" y="32614"/>
                </a:lnTo>
                <a:lnTo>
                  <a:pt x="1452513" y="32906"/>
                </a:lnTo>
                <a:lnTo>
                  <a:pt x="1451829" y="33211"/>
                </a:lnTo>
                <a:lnTo>
                  <a:pt x="1451160" y="33528"/>
                </a:lnTo>
                <a:lnTo>
                  <a:pt x="1450505" y="33863"/>
                </a:lnTo>
                <a:lnTo>
                  <a:pt x="1449860" y="34221"/>
                </a:lnTo>
                <a:lnTo>
                  <a:pt x="1449226" y="34604"/>
                </a:lnTo>
                <a:lnTo>
                  <a:pt x="1448602" y="35010"/>
                </a:lnTo>
                <a:lnTo>
                  <a:pt x="1447989" y="35440"/>
                </a:lnTo>
                <a:lnTo>
                  <a:pt x="1447386" y="35894"/>
                </a:lnTo>
                <a:lnTo>
                  <a:pt x="1446794" y="36372"/>
                </a:lnTo>
                <a:lnTo>
                  <a:pt x="1446212" y="36873"/>
                </a:lnTo>
                <a:lnTo>
                  <a:pt x="1445641" y="37398"/>
                </a:lnTo>
                <a:lnTo>
                  <a:pt x="1445080" y="37947"/>
                </a:lnTo>
                <a:lnTo>
                  <a:pt x="1444530" y="38519"/>
                </a:lnTo>
                <a:lnTo>
                  <a:pt x="1443990" y="39116"/>
                </a:lnTo>
                <a:lnTo>
                  <a:pt x="1443461" y="39736"/>
                </a:lnTo>
                <a:lnTo>
                  <a:pt x="1442942" y="40380"/>
                </a:lnTo>
                <a:lnTo>
                  <a:pt x="1442433" y="41047"/>
                </a:lnTo>
                <a:lnTo>
                  <a:pt x="1441936" y="41739"/>
                </a:lnTo>
                <a:lnTo>
                  <a:pt x="1441448" y="42454"/>
                </a:lnTo>
                <a:lnTo>
                  <a:pt x="1440971" y="43193"/>
                </a:lnTo>
                <a:lnTo>
                  <a:pt x="1440505" y="43955"/>
                </a:lnTo>
                <a:lnTo>
                  <a:pt x="1440049" y="44742"/>
                </a:lnTo>
                <a:lnTo>
                  <a:pt x="1439604" y="45552"/>
                </a:lnTo>
                <a:lnTo>
                  <a:pt x="1439169" y="46386"/>
                </a:lnTo>
                <a:lnTo>
                  <a:pt x="1438842" y="47046"/>
                </a:lnTo>
                <a:lnTo>
                  <a:pt x="1438122" y="46730"/>
                </a:lnTo>
                <a:lnTo>
                  <a:pt x="1437258" y="46377"/>
                </a:lnTo>
                <a:lnTo>
                  <a:pt x="1436378" y="46042"/>
                </a:lnTo>
                <a:lnTo>
                  <a:pt x="1435481" y="45725"/>
                </a:lnTo>
                <a:lnTo>
                  <a:pt x="1434567" y="45426"/>
                </a:lnTo>
                <a:lnTo>
                  <a:pt x="1433637" y="45145"/>
                </a:lnTo>
                <a:lnTo>
                  <a:pt x="1432690" y="44882"/>
                </a:lnTo>
                <a:lnTo>
                  <a:pt x="1431727" y="44638"/>
                </a:lnTo>
                <a:lnTo>
                  <a:pt x="1430747" y="44411"/>
                </a:lnTo>
                <a:lnTo>
                  <a:pt x="1429750" y="44203"/>
                </a:lnTo>
                <a:lnTo>
                  <a:pt x="1428737" y="44013"/>
                </a:lnTo>
                <a:lnTo>
                  <a:pt x="1427707" y="43841"/>
                </a:lnTo>
                <a:lnTo>
                  <a:pt x="1426661" y="43687"/>
                </a:lnTo>
                <a:lnTo>
                  <a:pt x="1425597" y="43551"/>
                </a:lnTo>
                <a:lnTo>
                  <a:pt x="1424518" y="43433"/>
                </a:lnTo>
                <a:lnTo>
                  <a:pt x="1423421" y="43333"/>
                </a:lnTo>
                <a:lnTo>
                  <a:pt x="1422308" y="43252"/>
                </a:lnTo>
                <a:lnTo>
                  <a:pt x="1421178" y="43189"/>
                </a:lnTo>
                <a:lnTo>
                  <a:pt x="1420032" y="43143"/>
                </a:lnTo>
                <a:lnTo>
                  <a:pt x="1418869" y="43116"/>
                </a:lnTo>
                <a:lnTo>
                  <a:pt x="1417689" y="43107"/>
                </a:lnTo>
                <a:lnTo>
                  <a:pt x="1416538" y="43116"/>
                </a:lnTo>
                <a:lnTo>
                  <a:pt x="1415400" y="43143"/>
                </a:lnTo>
                <a:lnTo>
                  <a:pt x="1414278" y="43189"/>
                </a:lnTo>
                <a:lnTo>
                  <a:pt x="1413171" y="43252"/>
                </a:lnTo>
                <a:lnTo>
                  <a:pt x="1412078" y="43333"/>
                </a:lnTo>
                <a:lnTo>
                  <a:pt x="1411000" y="43433"/>
                </a:lnTo>
                <a:lnTo>
                  <a:pt x="1409937" y="43551"/>
                </a:lnTo>
                <a:lnTo>
                  <a:pt x="1408889" y="43687"/>
                </a:lnTo>
                <a:lnTo>
                  <a:pt x="1407856" y="43841"/>
                </a:lnTo>
                <a:lnTo>
                  <a:pt x="1406838" y="44013"/>
                </a:lnTo>
                <a:lnTo>
                  <a:pt x="1405834" y="44203"/>
                </a:lnTo>
                <a:lnTo>
                  <a:pt x="1404846" y="44411"/>
                </a:lnTo>
                <a:lnTo>
                  <a:pt x="1403872" y="44638"/>
                </a:lnTo>
                <a:lnTo>
                  <a:pt x="1402913" y="44882"/>
                </a:lnTo>
                <a:lnTo>
                  <a:pt x="1401969" y="45145"/>
                </a:lnTo>
                <a:lnTo>
                  <a:pt x="1401040" y="45426"/>
                </a:lnTo>
                <a:lnTo>
                  <a:pt x="1400125" y="45725"/>
                </a:lnTo>
                <a:lnTo>
                  <a:pt x="1399226" y="46042"/>
                </a:lnTo>
                <a:lnTo>
                  <a:pt x="1398341" y="46377"/>
                </a:lnTo>
                <a:lnTo>
                  <a:pt x="1397471" y="46730"/>
                </a:lnTo>
                <a:lnTo>
                  <a:pt x="1396616" y="47102"/>
                </a:lnTo>
                <a:lnTo>
                  <a:pt x="1395776" y="47491"/>
                </a:lnTo>
                <a:lnTo>
                  <a:pt x="1394951" y="47899"/>
                </a:lnTo>
                <a:lnTo>
                  <a:pt x="1394140" y="48324"/>
                </a:lnTo>
                <a:lnTo>
                  <a:pt x="1393345" y="48765"/>
                </a:lnTo>
                <a:lnTo>
                  <a:pt x="1392567" y="49218"/>
                </a:lnTo>
                <a:lnTo>
                  <a:pt x="1391804" y="49684"/>
                </a:lnTo>
                <a:lnTo>
                  <a:pt x="1391058" y="50162"/>
                </a:lnTo>
                <a:lnTo>
                  <a:pt x="1390328" y="50653"/>
                </a:lnTo>
                <a:lnTo>
                  <a:pt x="1389614" y="51156"/>
                </a:lnTo>
                <a:lnTo>
                  <a:pt x="1388917" y="51672"/>
                </a:lnTo>
                <a:lnTo>
                  <a:pt x="1388236" y="52200"/>
                </a:lnTo>
                <a:lnTo>
                  <a:pt x="1387571" y="52741"/>
                </a:lnTo>
                <a:lnTo>
                  <a:pt x="1386922" y="53294"/>
                </a:lnTo>
                <a:lnTo>
                  <a:pt x="1386289" y="53860"/>
                </a:lnTo>
                <a:lnTo>
                  <a:pt x="1385673" y="54438"/>
                </a:lnTo>
                <a:lnTo>
                  <a:pt x="1385073" y="55029"/>
                </a:lnTo>
                <a:lnTo>
                  <a:pt x="1384489" y="55632"/>
                </a:lnTo>
                <a:lnTo>
                  <a:pt x="1383921" y="56248"/>
                </a:lnTo>
                <a:lnTo>
                  <a:pt x="1383370" y="56876"/>
                </a:lnTo>
                <a:lnTo>
                  <a:pt x="1382835" y="57516"/>
                </a:lnTo>
                <a:lnTo>
                  <a:pt x="1382316" y="58170"/>
                </a:lnTo>
                <a:lnTo>
                  <a:pt x="1381813" y="58835"/>
                </a:lnTo>
                <a:lnTo>
                  <a:pt x="1381327" y="59514"/>
                </a:lnTo>
                <a:lnTo>
                  <a:pt x="1380856" y="60204"/>
                </a:lnTo>
                <a:lnTo>
                  <a:pt x="1380402" y="60907"/>
                </a:lnTo>
                <a:lnTo>
                  <a:pt x="1379965" y="61623"/>
                </a:lnTo>
                <a:lnTo>
                  <a:pt x="1379543" y="62351"/>
                </a:lnTo>
                <a:lnTo>
                  <a:pt x="1379138" y="63089"/>
                </a:lnTo>
                <a:lnTo>
                  <a:pt x="1378751" y="63833"/>
                </a:lnTo>
                <a:lnTo>
                  <a:pt x="1378381" y="64584"/>
                </a:lnTo>
                <a:lnTo>
                  <a:pt x="1378027" y="65343"/>
                </a:lnTo>
                <a:lnTo>
                  <a:pt x="1377692" y="66107"/>
                </a:lnTo>
                <a:lnTo>
                  <a:pt x="1377373" y="66879"/>
                </a:lnTo>
                <a:lnTo>
                  <a:pt x="1377071" y="67658"/>
                </a:lnTo>
                <a:lnTo>
                  <a:pt x="1376787" y="68443"/>
                </a:lnTo>
                <a:lnTo>
                  <a:pt x="1376520" y="69236"/>
                </a:lnTo>
                <a:lnTo>
                  <a:pt x="1376270" y="70035"/>
                </a:lnTo>
                <a:lnTo>
                  <a:pt x="1376038" y="70841"/>
                </a:lnTo>
                <a:lnTo>
                  <a:pt x="1375823" y="71654"/>
                </a:lnTo>
                <a:lnTo>
                  <a:pt x="1375625" y="72473"/>
                </a:lnTo>
                <a:lnTo>
                  <a:pt x="1375444" y="73300"/>
                </a:lnTo>
                <a:lnTo>
                  <a:pt x="1375280" y="74133"/>
                </a:lnTo>
                <a:lnTo>
                  <a:pt x="1375134" y="74973"/>
                </a:lnTo>
                <a:lnTo>
                  <a:pt x="1375004" y="75820"/>
                </a:lnTo>
                <a:lnTo>
                  <a:pt x="1374892" y="76674"/>
                </a:lnTo>
                <a:lnTo>
                  <a:pt x="1374798" y="77535"/>
                </a:lnTo>
                <a:lnTo>
                  <a:pt x="1374720" y="78402"/>
                </a:lnTo>
                <a:lnTo>
                  <a:pt x="1374660" y="79277"/>
                </a:lnTo>
                <a:lnTo>
                  <a:pt x="1374617" y="80158"/>
                </a:lnTo>
                <a:lnTo>
                  <a:pt x="1374591" y="81046"/>
                </a:lnTo>
                <a:lnTo>
                  <a:pt x="1374582" y="81941"/>
                </a:lnTo>
                <a:lnTo>
                  <a:pt x="1374591" y="82789"/>
                </a:lnTo>
                <a:lnTo>
                  <a:pt x="1374617" y="83631"/>
                </a:lnTo>
                <a:lnTo>
                  <a:pt x="1374659" y="84468"/>
                </a:lnTo>
                <a:lnTo>
                  <a:pt x="1374719" y="85301"/>
                </a:lnTo>
                <a:lnTo>
                  <a:pt x="1374795" y="86128"/>
                </a:lnTo>
                <a:lnTo>
                  <a:pt x="1374889" y="86950"/>
                </a:lnTo>
                <a:lnTo>
                  <a:pt x="1375000" y="87768"/>
                </a:lnTo>
                <a:lnTo>
                  <a:pt x="1375127" y="88580"/>
                </a:lnTo>
                <a:lnTo>
                  <a:pt x="1375272" y="89387"/>
                </a:lnTo>
                <a:lnTo>
                  <a:pt x="1375434" y="90189"/>
                </a:lnTo>
                <a:lnTo>
                  <a:pt x="1375613" y="90987"/>
                </a:lnTo>
                <a:lnTo>
                  <a:pt x="1375808" y="91779"/>
                </a:lnTo>
                <a:lnTo>
                  <a:pt x="1376021" y="92566"/>
                </a:lnTo>
                <a:lnTo>
                  <a:pt x="1376251" y="93348"/>
                </a:lnTo>
                <a:lnTo>
                  <a:pt x="1376498" y="94125"/>
                </a:lnTo>
                <a:lnTo>
                  <a:pt x="1376762" y="94897"/>
                </a:lnTo>
                <a:lnTo>
                  <a:pt x="1377043" y="95664"/>
                </a:lnTo>
                <a:lnTo>
                  <a:pt x="1377341" y="96426"/>
                </a:lnTo>
                <a:lnTo>
                  <a:pt x="1377656" y="97183"/>
                </a:lnTo>
                <a:lnTo>
                  <a:pt x="1377988" y="97935"/>
                </a:lnTo>
                <a:lnTo>
                  <a:pt x="1378337" y="98682"/>
                </a:lnTo>
                <a:lnTo>
                  <a:pt x="1378703" y="99424"/>
                </a:lnTo>
                <a:lnTo>
                  <a:pt x="1379086" y="100161"/>
                </a:lnTo>
                <a:lnTo>
                  <a:pt x="1379486" y="100893"/>
                </a:lnTo>
                <a:lnTo>
                  <a:pt x="1379903" y="101617"/>
                </a:lnTo>
                <a:lnTo>
                  <a:pt x="1380336" y="102329"/>
                </a:lnTo>
                <a:lnTo>
                  <a:pt x="1380784" y="103029"/>
                </a:lnTo>
                <a:lnTo>
                  <a:pt x="1381249" y="103717"/>
                </a:lnTo>
                <a:lnTo>
                  <a:pt x="1381730" y="104394"/>
                </a:lnTo>
                <a:lnTo>
                  <a:pt x="1382227" y="105059"/>
                </a:lnTo>
                <a:lnTo>
                  <a:pt x="1382740" y="105713"/>
                </a:lnTo>
                <a:lnTo>
                  <a:pt x="1383268" y="106355"/>
                </a:lnTo>
                <a:lnTo>
                  <a:pt x="1383813" y="106985"/>
                </a:lnTo>
                <a:lnTo>
                  <a:pt x="1384374" y="107603"/>
                </a:lnTo>
                <a:lnTo>
                  <a:pt x="1384951" y="108210"/>
                </a:lnTo>
                <a:lnTo>
                  <a:pt x="1385545" y="108806"/>
                </a:lnTo>
                <a:lnTo>
                  <a:pt x="1386154" y="109389"/>
                </a:lnTo>
                <a:lnTo>
                  <a:pt x="1386779" y="109961"/>
                </a:lnTo>
                <a:lnTo>
                  <a:pt x="1387420" y="110521"/>
                </a:lnTo>
                <a:lnTo>
                  <a:pt x="1388077" y="111070"/>
                </a:lnTo>
                <a:lnTo>
                  <a:pt x="1388750" y="111606"/>
                </a:lnTo>
                <a:lnTo>
                  <a:pt x="1389440" y="112132"/>
                </a:lnTo>
                <a:lnTo>
                  <a:pt x="1389814" y="112404"/>
                </a:lnTo>
                <a:lnTo>
                  <a:pt x="1389601" y="112487"/>
                </a:lnTo>
                <a:lnTo>
                  <a:pt x="1388855" y="112787"/>
                </a:lnTo>
                <a:lnTo>
                  <a:pt x="1388130" y="113094"/>
                </a:lnTo>
                <a:lnTo>
                  <a:pt x="1387425" y="113407"/>
                </a:lnTo>
                <a:lnTo>
                  <a:pt x="1386739" y="113727"/>
                </a:lnTo>
                <a:lnTo>
                  <a:pt x="1386074" y="114052"/>
                </a:lnTo>
                <a:lnTo>
                  <a:pt x="1385429" y="114384"/>
                </a:lnTo>
                <a:lnTo>
                  <a:pt x="1384803" y="114721"/>
                </a:lnTo>
                <a:lnTo>
                  <a:pt x="1384198" y="115065"/>
                </a:lnTo>
                <a:lnTo>
                  <a:pt x="1383613" y="115415"/>
                </a:lnTo>
                <a:lnTo>
                  <a:pt x="1383047" y="115771"/>
                </a:lnTo>
                <a:lnTo>
                  <a:pt x="1382502" y="116134"/>
                </a:lnTo>
                <a:lnTo>
                  <a:pt x="1381977" y="116502"/>
                </a:lnTo>
                <a:lnTo>
                  <a:pt x="1381471" y="116877"/>
                </a:lnTo>
                <a:lnTo>
                  <a:pt x="1380986" y="117257"/>
                </a:lnTo>
                <a:lnTo>
                  <a:pt x="1380520" y="117644"/>
                </a:lnTo>
                <a:lnTo>
                  <a:pt x="1380075" y="118037"/>
                </a:lnTo>
                <a:lnTo>
                  <a:pt x="1379650" y="118437"/>
                </a:lnTo>
                <a:lnTo>
                  <a:pt x="1379244" y="118842"/>
                </a:lnTo>
                <a:lnTo>
                  <a:pt x="1378859" y="119254"/>
                </a:lnTo>
                <a:lnTo>
                  <a:pt x="1378491" y="119669"/>
                </a:lnTo>
                <a:lnTo>
                  <a:pt x="1378139" y="120087"/>
                </a:lnTo>
                <a:lnTo>
                  <a:pt x="1377803" y="120507"/>
                </a:lnTo>
                <a:lnTo>
                  <a:pt x="1377483" y="120929"/>
                </a:lnTo>
                <a:lnTo>
                  <a:pt x="1377178" y="121354"/>
                </a:lnTo>
                <a:lnTo>
                  <a:pt x="1376888" y="121780"/>
                </a:lnTo>
                <a:lnTo>
                  <a:pt x="1376614" y="122209"/>
                </a:lnTo>
                <a:lnTo>
                  <a:pt x="1376356" y="122640"/>
                </a:lnTo>
                <a:lnTo>
                  <a:pt x="1376114" y="123073"/>
                </a:lnTo>
                <a:lnTo>
                  <a:pt x="1375887" y="123508"/>
                </a:lnTo>
                <a:lnTo>
                  <a:pt x="1375676" y="123946"/>
                </a:lnTo>
                <a:lnTo>
                  <a:pt x="1375481" y="124385"/>
                </a:lnTo>
                <a:lnTo>
                  <a:pt x="1375301" y="124827"/>
                </a:lnTo>
                <a:lnTo>
                  <a:pt x="1375136" y="125271"/>
                </a:lnTo>
                <a:lnTo>
                  <a:pt x="1374988" y="125717"/>
                </a:lnTo>
                <a:lnTo>
                  <a:pt x="1374855" y="126166"/>
                </a:lnTo>
                <a:lnTo>
                  <a:pt x="1374738" y="126616"/>
                </a:lnTo>
                <a:lnTo>
                  <a:pt x="1374636" y="127069"/>
                </a:lnTo>
                <a:lnTo>
                  <a:pt x="1374550" y="127524"/>
                </a:lnTo>
                <a:lnTo>
                  <a:pt x="1374479" y="127981"/>
                </a:lnTo>
                <a:lnTo>
                  <a:pt x="1374425" y="128440"/>
                </a:lnTo>
                <a:lnTo>
                  <a:pt x="1374386" y="128901"/>
                </a:lnTo>
                <a:lnTo>
                  <a:pt x="1374362" y="129365"/>
                </a:lnTo>
                <a:lnTo>
                  <a:pt x="1374354" y="129831"/>
                </a:lnTo>
                <a:lnTo>
                  <a:pt x="1374359" y="130156"/>
                </a:lnTo>
                <a:lnTo>
                  <a:pt x="1374373" y="130481"/>
                </a:lnTo>
                <a:lnTo>
                  <a:pt x="1374395" y="130808"/>
                </a:lnTo>
                <a:lnTo>
                  <a:pt x="1374427" y="131136"/>
                </a:lnTo>
                <a:lnTo>
                  <a:pt x="1374468" y="131465"/>
                </a:lnTo>
                <a:lnTo>
                  <a:pt x="1374518" y="131794"/>
                </a:lnTo>
                <a:lnTo>
                  <a:pt x="1374577" y="132125"/>
                </a:lnTo>
                <a:lnTo>
                  <a:pt x="1374646" y="132457"/>
                </a:lnTo>
                <a:lnTo>
                  <a:pt x="1374723" y="132790"/>
                </a:lnTo>
                <a:lnTo>
                  <a:pt x="1374810" y="133123"/>
                </a:lnTo>
                <a:lnTo>
                  <a:pt x="1374905" y="133458"/>
                </a:lnTo>
                <a:lnTo>
                  <a:pt x="1375010" y="133794"/>
                </a:lnTo>
                <a:lnTo>
                  <a:pt x="1375124" y="134130"/>
                </a:lnTo>
                <a:lnTo>
                  <a:pt x="1375247" y="134468"/>
                </a:lnTo>
                <a:lnTo>
                  <a:pt x="1375379" y="134807"/>
                </a:lnTo>
                <a:lnTo>
                  <a:pt x="1375520" y="135146"/>
                </a:lnTo>
                <a:lnTo>
                  <a:pt x="1375670" y="135487"/>
                </a:lnTo>
                <a:lnTo>
                  <a:pt x="1375830" y="135828"/>
                </a:lnTo>
                <a:lnTo>
                  <a:pt x="1375998" y="136171"/>
                </a:lnTo>
                <a:lnTo>
                  <a:pt x="1376176" y="136515"/>
                </a:lnTo>
                <a:lnTo>
                  <a:pt x="1376363" y="136859"/>
                </a:lnTo>
                <a:lnTo>
                  <a:pt x="1376558" y="137205"/>
                </a:lnTo>
                <a:lnTo>
                  <a:pt x="1376763" y="137551"/>
                </a:lnTo>
                <a:lnTo>
                  <a:pt x="1376977" y="137899"/>
                </a:lnTo>
                <a:lnTo>
                  <a:pt x="1377202" y="138245"/>
                </a:lnTo>
                <a:lnTo>
                  <a:pt x="1377439" y="138589"/>
                </a:lnTo>
                <a:lnTo>
                  <a:pt x="1377689" y="138930"/>
                </a:lnTo>
                <a:lnTo>
                  <a:pt x="1377951" y="139268"/>
                </a:lnTo>
                <a:lnTo>
                  <a:pt x="1378226" y="139603"/>
                </a:lnTo>
                <a:lnTo>
                  <a:pt x="1378513" y="139936"/>
                </a:lnTo>
                <a:lnTo>
                  <a:pt x="1378813" y="140265"/>
                </a:lnTo>
                <a:lnTo>
                  <a:pt x="1379125" y="140592"/>
                </a:lnTo>
                <a:lnTo>
                  <a:pt x="1379450" y="140917"/>
                </a:lnTo>
                <a:lnTo>
                  <a:pt x="1379787" y="141238"/>
                </a:lnTo>
                <a:lnTo>
                  <a:pt x="1380136" y="141557"/>
                </a:lnTo>
                <a:lnTo>
                  <a:pt x="1380498" y="141873"/>
                </a:lnTo>
                <a:lnTo>
                  <a:pt x="1380873" y="142186"/>
                </a:lnTo>
                <a:lnTo>
                  <a:pt x="1381260" y="142496"/>
                </a:lnTo>
                <a:lnTo>
                  <a:pt x="1381659" y="142804"/>
                </a:lnTo>
                <a:lnTo>
                  <a:pt x="1382071" y="143108"/>
                </a:lnTo>
                <a:lnTo>
                  <a:pt x="1382495" y="143410"/>
                </a:lnTo>
                <a:lnTo>
                  <a:pt x="1382932" y="143710"/>
                </a:lnTo>
                <a:lnTo>
                  <a:pt x="1383382" y="144006"/>
                </a:lnTo>
                <a:lnTo>
                  <a:pt x="1383843" y="144300"/>
                </a:lnTo>
                <a:lnTo>
                  <a:pt x="1384318" y="144591"/>
                </a:lnTo>
                <a:lnTo>
                  <a:pt x="1384804" y="144879"/>
                </a:lnTo>
                <a:lnTo>
                  <a:pt x="1385304" y="145164"/>
                </a:lnTo>
                <a:lnTo>
                  <a:pt x="1385815" y="145447"/>
                </a:lnTo>
                <a:lnTo>
                  <a:pt x="1386341" y="145724"/>
                </a:lnTo>
                <a:lnTo>
                  <a:pt x="1386883" y="145993"/>
                </a:lnTo>
                <a:lnTo>
                  <a:pt x="1387441" y="146255"/>
                </a:lnTo>
                <a:lnTo>
                  <a:pt x="1387631" y="146339"/>
                </a:lnTo>
                <a:lnTo>
                  <a:pt x="1387064" y="146587"/>
                </a:lnTo>
                <a:lnTo>
                  <a:pt x="1386049" y="147061"/>
                </a:lnTo>
                <a:lnTo>
                  <a:pt x="1385064" y="147550"/>
                </a:lnTo>
                <a:lnTo>
                  <a:pt x="1384111" y="148055"/>
                </a:lnTo>
                <a:lnTo>
                  <a:pt x="1383189" y="148576"/>
                </a:lnTo>
                <a:lnTo>
                  <a:pt x="1382298" y="149112"/>
                </a:lnTo>
                <a:lnTo>
                  <a:pt x="1381438" y="149664"/>
                </a:lnTo>
                <a:lnTo>
                  <a:pt x="1380609" y="150232"/>
                </a:lnTo>
                <a:lnTo>
                  <a:pt x="1379811" y="150815"/>
                </a:lnTo>
                <a:lnTo>
                  <a:pt x="1379045" y="151414"/>
                </a:lnTo>
                <a:lnTo>
                  <a:pt x="1378309" y="152029"/>
                </a:lnTo>
                <a:lnTo>
                  <a:pt x="1377605" y="152660"/>
                </a:lnTo>
                <a:lnTo>
                  <a:pt x="1376930" y="153302"/>
                </a:lnTo>
                <a:lnTo>
                  <a:pt x="1376284" y="153952"/>
                </a:lnTo>
                <a:lnTo>
                  <a:pt x="1375667" y="154609"/>
                </a:lnTo>
                <a:lnTo>
                  <a:pt x="1375078" y="155274"/>
                </a:lnTo>
                <a:lnTo>
                  <a:pt x="1374518" y="155947"/>
                </a:lnTo>
                <a:lnTo>
                  <a:pt x="1373987" y="156627"/>
                </a:lnTo>
                <a:lnTo>
                  <a:pt x="1373485" y="157315"/>
                </a:lnTo>
                <a:lnTo>
                  <a:pt x="1373011" y="158011"/>
                </a:lnTo>
                <a:lnTo>
                  <a:pt x="1372566" y="158715"/>
                </a:lnTo>
                <a:lnTo>
                  <a:pt x="1372150" y="159426"/>
                </a:lnTo>
                <a:lnTo>
                  <a:pt x="1371762" y="160144"/>
                </a:lnTo>
                <a:lnTo>
                  <a:pt x="1371404" y="160871"/>
                </a:lnTo>
                <a:lnTo>
                  <a:pt x="1371073" y="161605"/>
                </a:lnTo>
                <a:lnTo>
                  <a:pt x="1370772" y="162347"/>
                </a:lnTo>
                <a:lnTo>
                  <a:pt x="1370499" y="163096"/>
                </a:lnTo>
                <a:lnTo>
                  <a:pt x="1370255" y="163853"/>
                </a:lnTo>
                <a:lnTo>
                  <a:pt x="1370040" y="164618"/>
                </a:lnTo>
                <a:lnTo>
                  <a:pt x="1369853" y="165391"/>
                </a:lnTo>
                <a:lnTo>
                  <a:pt x="1369695" y="166171"/>
                </a:lnTo>
                <a:lnTo>
                  <a:pt x="1369566" y="166959"/>
                </a:lnTo>
                <a:lnTo>
                  <a:pt x="1369466" y="167754"/>
                </a:lnTo>
                <a:lnTo>
                  <a:pt x="1369394" y="168557"/>
                </a:lnTo>
                <a:lnTo>
                  <a:pt x="1369351" y="169368"/>
                </a:lnTo>
                <a:lnTo>
                  <a:pt x="1369337" y="170187"/>
                </a:lnTo>
                <a:lnTo>
                  <a:pt x="1369345" y="170861"/>
                </a:lnTo>
                <a:lnTo>
                  <a:pt x="1369370" y="171532"/>
                </a:lnTo>
                <a:lnTo>
                  <a:pt x="1369411" y="172199"/>
                </a:lnTo>
                <a:lnTo>
                  <a:pt x="1369470" y="172862"/>
                </a:lnTo>
                <a:lnTo>
                  <a:pt x="1369545" y="173520"/>
                </a:lnTo>
                <a:lnTo>
                  <a:pt x="1369636" y="174175"/>
                </a:lnTo>
                <a:lnTo>
                  <a:pt x="1369744" y="174826"/>
                </a:lnTo>
                <a:lnTo>
                  <a:pt x="1369869" y="175472"/>
                </a:lnTo>
                <a:lnTo>
                  <a:pt x="1370010" y="176115"/>
                </a:lnTo>
                <a:lnTo>
                  <a:pt x="1370168" y="176754"/>
                </a:lnTo>
                <a:lnTo>
                  <a:pt x="1370343" y="177388"/>
                </a:lnTo>
                <a:lnTo>
                  <a:pt x="1370534" y="178019"/>
                </a:lnTo>
                <a:lnTo>
                  <a:pt x="1370742" y="178645"/>
                </a:lnTo>
                <a:lnTo>
                  <a:pt x="1370966" y="179268"/>
                </a:lnTo>
                <a:lnTo>
                  <a:pt x="1371208" y="179886"/>
                </a:lnTo>
                <a:lnTo>
                  <a:pt x="1371465" y="180501"/>
                </a:lnTo>
                <a:lnTo>
                  <a:pt x="1371740" y="181111"/>
                </a:lnTo>
                <a:lnTo>
                  <a:pt x="1372031" y="181718"/>
                </a:lnTo>
                <a:lnTo>
                  <a:pt x="1372338" y="182320"/>
                </a:lnTo>
                <a:lnTo>
                  <a:pt x="1372663" y="182919"/>
                </a:lnTo>
                <a:lnTo>
                  <a:pt x="1373004" y="183513"/>
                </a:lnTo>
                <a:lnTo>
                  <a:pt x="1373361" y="184103"/>
                </a:lnTo>
                <a:lnTo>
                  <a:pt x="1373735" y="184690"/>
                </a:lnTo>
                <a:lnTo>
                  <a:pt x="1374126" y="185272"/>
                </a:lnTo>
                <a:lnTo>
                  <a:pt x="1374536" y="185848"/>
                </a:lnTo>
                <a:lnTo>
                  <a:pt x="1374966" y="186414"/>
                </a:lnTo>
                <a:lnTo>
                  <a:pt x="1375417" y="186970"/>
                </a:lnTo>
                <a:lnTo>
                  <a:pt x="1375889" y="187517"/>
                </a:lnTo>
                <a:lnTo>
                  <a:pt x="1376382" y="188054"/>
                </a:lnTo>
                <a:lnTo>
                  <a:pt x="1376895" y="188581"/>
                </a:lnTo>
                <a:lnTo>
                  <a:pt x="1377430" y="189099"/>
                </a:lnTo>
                <a:lnTo>
                  <a:pt x="1377985" y="189607"/>
                </a:lnTo>
                <a:lnTo>
                  <a:pt x="1378560" y="190105"/>
                </a:lnTo>
                <a:lnTo>
                  <a:pt x="1379157" y="190593"/>
                </a:lnTo>
                <a:lnTo>
                  <a:pt x="1379775" y="191072"/>
                </a:lnTo>
                <a:lnTo>
                  <a:pt x="1380413" y="191541"/>
                </a:lnTo>
                <a:lnTo>
                  <a:pt x="1381072" y="192001"/>
                </a:lnTo>
                <a:lnTo>
                  <a:pt x="1381752" y="192451"/>
                </a:lnTo>
                <a:lnTo>
                  <a:pt x="1382452" y="192891"/>
                </a:lnTo>
                <a:lnTo>
                  <a:pt x="1383173" y="193321"/>
                </a:lnTo>
                <a:lnTo>
                  <a:pt x="1383916" y="193742"/>
                </a:lnTo>
                <a:lnTo>
                  <a:pt x="1384679" y="194153"/>
                </a:lnTo>
                <a:lnTo>
                  <a:pt x="1385462" y="194554"/>
                </a:lnTo>
                <a:lnTo>
                  <a:pt x="1386267" y="194946"/>
                </a:lnTo>
                <a:lnTo>
                  <a:pt x="1387092" y="195328"/>
                </a:lnTo>
                <a:lnTo>
                  <a:pt x="1387938" y="195700"/>
                </a:lnTo>
                <a:lnTo>
                  <a:pt x="1388805" y="196063"/>
                </a:lnTo>
                <a:lnTo>
                  <a:pt x="1389693" y="196416"/>
                </a:lnTo>
                <a:lnTo>
                  <a:pt x="1390603" y="196757"/>
                </a:lnTo>
                <a:lnTo>
                  <a:pt x="1391539" y="197083"/>
                </a:lnTo>
                <a:lnTo>
                  <a:pt x="1392500" y="197395"/>
                </a:lnTo>
                <a:lnTo>
                  <a:pt x="1393486" y="197693"/>
                </a:lnTo>
                <a:lnTo>
                  <a:pt x="1394497" y="197976"/>
                </a:lnTo>
                <a:lnTo>
                  <a:pt x="1395534" y="198245"/>
                </a:lnTo>
                <a:lnTo>
                  <a:pt x="1396595" y="198499"/>
                </a:lnTo>
                <a:lnTo>
                  <a:pt x="1397682" y="198738"/>
                </a:lnTo>
                <a:lnTo>
                  <a:pt x="1398794" y="198963"/>
                </a:lnTo>
                <a:lnTo>
                  <a:pt x="1399931" y="199174"/>
                </a:lnTo>
                <a:lnTo>
                  <a:pt x="1401093" y="199369"/>
                </a:lnTo>
                <a:lnTo>
                  <a:pt x="1402280" y="199551"/>
                </a:lnTo>
                <a:lnTo>
                  <a:pt x="1403492" y="199718"/>
                </a:lnTo>
                <a:lnTo>
                  <a:pt x="1404730" y="199870"/>
                </a:lnTo>
                <a:lnTo>
                  <a:pt x="1405992" y="200008"/>
                </a:lnTo>
                <a:lnTo>
                  <a:pt x="1407280" y="200131"/>
                </a:lnTo>
                <a:lnTo>
                  <a:pt x="1408593" y="200240"/>
                </a:lnTo>
                <a:lnTo>
                  <a:pt x="1409931" y="200335"/>
                </a:lnTo>
                <a:lnTo>
                  <a:pt x="1411294" y="200415"/>
                </a:lnTo>
                <a:lnTo>
                  <a:pt x="1412683" y="200480"/>
                </a:lnTo>
                <a:lnTo>
                  <a:pt x="1414096" y="200531"/>
                </a:lnTo>
                <a:lnTo>
                  <a:pt x="1415535" y="200567"/>
                </a:lnTo>
                <a:lnTo>
                  <a:pt x="1416999" y="200589"/>
                </a:lnTo>
                <a:lnTo>
                  <a:pt x="1418488" y="200596"/>
                </a:lnTo>
                <a:lnTo>
                  <a:pt x="1420661" y="200579"/>
                </a:lnTo>
                <a:lnTo>
                  <a:pt x="1422788" y="200528"/>
                </a:lnTo>
                <a:lnTo>
                  <a:pt x="1424871" y="200443"/>
                </a:lnTo>
                <a:lnTo>
                  <a:pt x="1426909" y="200324"/>
                </a:lnTo>
                <a:lnTo>
                  <a:pt x="1428902" y="200170"/>
                </a:lnTo>
                <a:lnTo>
                  <a:pt x="1430850" y="199983"/>
                </a:lnTo>
                <a:lnTo>
                  <a:pt x="1432754" y="199762"/>
                </a:lnTo>
                <a:lnTo>
                  <a:pt x="1434612" y="199506"/>
                </a:lnTo>
                <a:lnTo>
                  <a:pt x="1436425" y="199217"/>
                </a:lnTo>
                <a:lnTo>
                  <a:pt x="1438193" y="198893"/>
                </a:lnTo>
                <a:lnTo>
                  <a:pt x="1439917" y="198536"/>
                </a:lnTo>
                <a:lnTo>
                  <a:pt x="1441595" y="198144"/>
                </a:lnTo>
                <a:lnTo>
                  <a:pt x="1443229" y="197718"/>
                </a:lnTo>
                <a:lnTo>
                  <a:pt x="1444817" y="197259"/>
                </a:lnTo>
                <a:lnTo>
                  <a:pt x="1446361" y="196765"/>
                </a:lnTo>
                <a:lnTo>
                  <a:pt x="1447859" y="196237"/>
                </a:lnTo>
                <a:lnTo>
                  <a:pt x="1449313" y="195675"/>
                </a:lnTo>
                <a:lnTo>
                  <a:pt x="1450722" y="195079"/>
                </a:lnTo>
                <a:lnTo>
                  <a:pt x="1452086" y="194449"/>
                </a:lnTo>
                <a:lnTo>
                  <a:pt x="1453405" y="193785"/>
                </a:lnTo>
                <a:lnTo>
                  <a:pt x="1454678" y="193087"/>
                </a:lnTo>
                <a:lnTo>
                  <a:pt x="1455907" y="192355"/>
                </a:lnTo>
                <a:lnTo>
                  <a:pt x="1457092" y="191589"/>
                </a:lnTo>
                <a:lnTo>
                  <a:pt x="1458231" y="190789"/>
                </a:lnTo>
                <a:lnTo>
                  <a:pt x="1459324" y="189962"/>
                </a:lnTo>
                <a:lnTo>
                  <a:pt x="1460371" y="189116"/>
                </a:lnTo>
                <a:lnTo>
                  <a:pt x="1461371" y="188250"/>
                </a:lnTo>
                <a:lnTo>
                  <a:pt x="1462325" y="187366"/>
                </a:lnTo>
                <a:lnTo>
                  <a:pt x="1463232" y="186463"/>
                </a:lnTo>
                <a:lnTo>
                  <a:pt x="1464093" y="185540"/>
                </a:lnTo>
                <a:lnTo>
                  <a:pt x="1464907" y="184598"/>
                </a:lnTo>
                <a:lnTo>
                  <a:pt x="1465675" y="183637"/>
                </a:lnTo>
                <a:lnTo>
                  <a:pt x="1466396" y="182657"/>
                </a:lnTo>
                <a:lnTo>
                  <a:pt x="1467071" y="181658"/>
                </a:lnTo>
                <a:lnTo>
                  <a:pt x="1467699" y="180640"/>
                </a:lnTo>
                <a:lnTo>
                  <a:pt x="1468280" y="179602"/>
                </a:lnTo>
                <a:lnTo>
                  <a:pt x="1468815" y="178545"/>
                </a:lnTo>
                <a:lnTo>
                  <a:pt x="1469304" y="177469"/>
                </a:lnTo>
                <a:lnTo>
                  <a:pt x="1469746" y="176374"/>
                </a:lnTo>
                <a:lnTo>
                  <a:pt x="1470141" y="175260"/>
                </a:lnTo>
                <a:lnTo>
                  <a:pt x="1470490" y="174127"/>
                </a:lnTo>
                <a:lnTo>
                  <a:pt x="1470793" y="172974"/>
                </a:lnTo>
                <a:lnTo>
                  <a:pt x="1471049" y="171803"/>
                </a:lnTo>
                <a:lnTo>
                  <a:pt x="1471258" y="170612"/>
                </a:lnTo>
                <a:lnTo>
                  <a:pt x="1471421" y="169402"/>
                </a:lnTo>
                <a:lnTo>
                  <a:pt x="1471537" y="168173"/>
                </a:lnTo>
                <a:lnTo>
                  <a:pt x="1471607" y="166924"/>
                </a:lnTo>
                <a:lnTo>
                  <a:pt x="1471630" y="165657"/>
                </a:lnTo>
                <a:lnTo>
                  <a:pt x="1471610" y="164385"/>
                </a:lnTo>
                <a:lnTo>
                  <a:pt x="1471549" y="163140"/>
                </a:lnTo>
                <a:lnTo>
                  <a:pt x="1471447" y="161924"/>
                </a:lnTo>
                <a:lnTo>
                  <a:pt x="1471304" y="160735"/>
                </a:lnTo>
                <a:lnTo>
                  <a:pt x="1471120" y="159575"/>
                </a:lnTo>
                <a:lnTo>
                  <a:pt x="1470896" y="158442"/>
                </a:lnTo>
                <a:lnTo>
                  <a:pt x="1470631" y="157338"/>
                </a:lnTo>
                <a:lnTo>
                  <a:pt x="1470325" y="156261"/>
                </a:lnTo>
                <a:lnTo>
                  <a:pt x="1469979" y="155213"/>
                </a:lnTo>
                <a:lnTo>
                  <a:pt x="1469591" y="154193"/>
                </a:lnTo>
                <a:lnTo>
                  <a:pt x="1469163" y="153200"/>
                </a:lnTo>
                <a:lnTo>
                  <a:pt x="1468694" y="152236"/>
                </a:lnTo>
                <a:lnTo>
                  <a:pt x="1468184" y="151300"/>
                </a:lnTo>
                <a:lnTo>
                  <a:pt x="1467633" y="150391"/>
                </a:lnTo>
                <a:lnTo>
                  <a:pt x="1467042" y="149511"/>
                </a:lnTo>
                <a:lnTo>
                  <a:pt x="1466410" y="148659"/>
                </a:lnTo>
                <a:lnTo>
                  <a:pt x="1465737" y="147834"/>
                </a:lnTo>
                <a:lnTo>
                  <a:pt x="1465023" y="147038"/>
                </a:lnTo>
                <a:lnTo>
                  <a:pt x="1464269" y="146270"/>
                </a:lnTo>
                <a:lnTo>
                  <a:pt x="1463473" y="145530"/>
                </a:lnTo>
                <a:lnTo>
                  <a:pt x="1462637" y="144818"/>
                </a:lnTo>
                <a:lnTo>
                  <a:pt x="1461760" y="144133"/>
                </a:lnTo>
                <a:lnTo>
                  <a:pt x="1460843" y="143477"/>
                </a:lnTo>
                <a:lnTo>
                  <a:pt x="1459884" y="142849"/>
                </a:lnTo>
                <a:lnTo>
                  <a:pt x="1458878" y="142248"/>
                </a:lnTo>
                <a:lnTo>
                  <a:pt x="1457818" y="141672"/>
                </a:lnTo>
                <a:lnTo>
                  <a:pt x="1456704" y="141122"/>
                </a:lnTo>
                <a:lnTo>
                  <a:pt x="1455535" y="140597"/>
                </a:lnTo>
                <a:lnTo>
                  <a:pt x="1454312" y="140098"/>
                </a:lnTo>
                <a:lnTo>
                  <a:pt x="1453035" y="139625"/>
                </a:lnTo>
                <a:lnTo>
                  <a:pt x="1451703" y="139177"/>
                </a:lnTo>
                <a:lnTo>
                  <a:pt x="1450318" y="138755"/>
                </a:lnTo>
                <a:lnTo>
                  <a:pt x="1448878" y="138358"/>
                </a:lnTo>
                <a:lnTo>
                  <a:pt x="1447383" y="137987"/>
                </a:lnTo>
                <a:lnTo>
                  <a:pt x="1445835" y="137642"/>
                </a:lnTo>
                <a:lnTo>
                  <a:pt x="1444232" y="137322"/>
                </a:lnTo>
                <a:lnTo>
                  <a:pt x="1442575" y="137027"/>
                </a:lnTo>
                <a:lnTo>
                  <a:pt x="1440864" y="136759"/>
                </a:lnTo>
                <a:lnTo>
                  <a:pt x="1439099" y="136516"/>
                </a:lnTo>
                <a:lnTo>
                  <a:pt x="1437279" y="136298"/>
                </a:lnTo>
                <a:lnTo>
                  <a:pt x="1435405" y="136106"/>
                </a:lnTo>
                <a:lnTo>
                  <a:pt x="1433477" y="135940"/>
                </a:lnTo>
                <a:lnTo>
                  <a:pt x="1431494" y="135799"/>
                </a:lnTo>
                <a:lnTo>
                  <a:pt x="1429458" y="135684"/>
                </a:lnTo>
                <a:lnTo>
                  <a:pt x="1427367" y="135594"/>
                </a:lnTo>
                <a:lnTo>
                  <a:pt x="1425222" y="135530"/>
                </a:lnTo>
                <a:lnTo>
                  <a:pt x="1423022" y="135492"/>
                </a:lnTo>
                <a:lnTo>
                  <a:pt x="1420769" y="135479"/>
                </a:lnTo>
                <a:lnTo>
                  <a:pt x="1413356" y="135479"/>
                </a:lnTo>
                <a:lnTo>
                  <a:pt x="1412612" y="135477"/>
                </a:lnTo>
                <a:lnTo>
                  <a:pt x="1411882" y="135472"/>
                </a:lnTo>
                <a:lnTo>
                  <a:pt x="1411165" y="135462"/>
                </a:lnTo>
                <a:lnTo>
                  <a:pt x="1410462" y="135449"/>
                </a:lnTo>
                <a:lnTo>
                  <a:pt x="1409773" y="135432"/>
                </a:lnTo>
                <a:lnTo>
                  <a:pt x="1409097" y="135411"/>
                </a:lnTo>
                <a:lnTo>
                  <a:pt x="1408435" y="135386"/>
                </a:lnTo>
                <a:lnTo>
                  <a:pt x="1407787" y="135358"/>
                </a:lnTo>
                <a:lnTo>
                  <a:pt x="1407152" y="135326"/>
                </a:lnTo>
                <a:lnTo>
                  <a:pt x="1406531" y="135290"/>
                </a:lnTo>
                <a:lnTo>
                  <a:pt x="1405924" y="135250"/>
                </a:lnTo>
                <a:lnTo>
                  <a:pt x="1405330" y="135207"/>
                </a:lnTo>
                <a:lnTo>
                  <a:pt x="1404750" y="135159"/>
                </a:lnTo>
                <a:lnTo>
                  <a:pt x="1404184" y="135108"/>
                </a:lnTo>
                <a:lnTo>
                  <a:pt x="1403631" y="135053"/>
                </a:lnTo>
                <a:lnTo>
                  <a:pt x="1403092" y="134995"/>
                </a:lnTo>
                <a:lnTo>
                  <a:pt x="1402567" y="134932"/>
                </a:lnTo>
                <a:lnTo>
                  <a:pt x="1402055" y="134866"/>
                </a:lnTo>
                <a:lnTo>
                  <a:pt x="1401557" y="134796"/>
                </a:lnTo>
                <a:lnTo>
                  <a:pt x="1401073" y="134722"/>
                </a:lnTo>
                <a:lnTo>
                  <a:pt x="1400602" y="134644"/>
                </a:lnTo>
                <a:lnTo>
                  <a:pt x="1400145" y="134563"/>
                </a:lnTo>
                <a:lnTo>
                  <a:pt x="1399702" y="134478"/>
                </a:lnTo>
                <a:lnTo>
                  <a:pt x="1399272" y="134389"/>
                </a:lnTo>
                <a:lnTo>
                  <a:pt x="1398854" y="134297"/>
                </a:lnTo>
                <a:lnTo>
                  <a:pt x="1398447" y="134202"/>
                </a:lnTo>
                <a:lnTo>
                  <a:pt x="1398050" y="134105"/>
                </a:lnTo>
                <a:lnTo>
                  <a:pt x="1397663" y="134006"/>
                </a:lnTo>
                <a:lnTo>
                  <a:pt x="1397286" y="133905"/>
                </a:lnTo>
                <a:lnTo>
                  <a:pt x="1396920" y="133801"/>
                </a:lnTo>
                <a:lnTo>
                  <a:pt x="1396564" y="133694"/>
                </a:lnTo>
                <a:lnTo>
                  <a:pt x="1396218" y="133585"/>
                </a:lnTo>
                <a:lnTo>
                  <a:pt x="1395883" y="133474"/>
                </a:lnTo>
                <a:lnTo>
                  <a:pt x="1395558" y="133361"/>
                </a:lnTo>
                <a:lnTo>
                  <a:pt x="1395243" y="133245"/>
                </a:lnTo>
                <a:lnTo>
                  <a:pt x="1394939" y="133126"/>
                </a:lnTo>
                <a:lnTo>
                  <a:pt x="1394644" y="133006"/>
                </a:lnTo>
                <a:lnTo>
                  <a:pt x="1394360" y="132882"/>
                </a:lnTo>
                <a:lnTo>
                  <a:pt x="1394087" y="132757"/>
                </a:lnTo>
                <a:lnTo>
                  <a:pt x="1393823" y="132629"/>
                </a:lnTo>
                <a:lnTo>
                  <a:pt x="1393570" y="132499"/>
                </a:lnTo>
                <a:lnTo>
                  <a:pt x="1393328" y="132366"/>
                </a:lnTo>
                <a:lnTo>
                  <a:pt x="1393095" y="132231"/>
                </a:lnTo>
                <a:lnTo>
                  <a:pt x="1392873" y="132094"/>
                </a:lnTo>
                <a:lnTo>
                  <a:pt x="1392661" y="131954"/>
                </a:lnTo>
                <a:lnTo>
                  <a:pt x="1392460" y="131812"/>
                </a:lnTo>
                <a:lnTo>
                  <a:pt x="1392269" y="131667"/>
                </a:lnTo>
                <a:lnTo>
                  <a:pt x="1392088" y="131520"/>
                </a:lnTo>
                <a:lnTo>
                  <a:pt x="1391915" y="131371"/>
                </a:lnTo>
                <a:lnTo>
                  <a:pt x="1391751" y="131220"/>
                </a:lnTo>
                <a:lnTo>
                  <a:pt x="1391593" y="131067"/>
                </a:lnTo>
                <a:lnTo>
                  <a:pt x="1391443" y="130913"/>
                </a:lnTo>
                <a:lnTo>
                  <a:pt x="1391300" y="130757"/>
                </a:lnTo>
                <a:lnTo>
                  <a:pt x="1391165" y="130598"/>
                </a:lnTo>
                <a:lnTo>
                  <a:pt x="1391036" y="130439"/>
                </a:lnTo>
                <a:lnTo>
                  <a:pt x="1390915" y="130277"/>
                </a:lnTo>
                <a:lnTo>
                  <a:pt x="1390802" y="130114"/>
                </a:lnTo>
                <a:lnTo>
                  <a:pt x="1390696" y="129948"/>
                </a:lnTo>
                <a:lnTo>
                  <a:pt x="1390597" y="129781"/>
                </a:lnTo>
                <a:lnTo>
                  <a:pt x="1390505" y="129612"/>
                </a:lnTo>
                <a:lnTo>
                  <a:pt x="1390421" y="129442"/>
                </a:lnTo>
                <a:lnTo>
                  <a:pt x="1390344" y="129269"/>
                </a:lnTo>
                <a:lnTo>
                  <a:pt x="1390274" y="129095"/>
                </a:lnTo>
                <a:lnTo>
                  <a:pt x="1390212" y="128919"/>
                </a:lnTo>
                <a:lnTo>
                  <a:pt x="1390157" y="128741"/>
                </a:lnTo>
                <a:lnTo>
                  <a:pt x="1390110" y="128562"/>
                </a:lnTo>
                <a:lnTo>
                  <a:pt x="1390069" y="128380"/>
                </a:lnTo>
                <a:lnTo>
                  <a:pt x="1390036" y="128197"/>
                </a:lnTo>
                <a:lnTo>
                  <a:pt x="1390011" y="128012"/>
                </a:lnTo>
                <a:lnTo>
                  <a:pt x="1389992" y="127825"/>
                </a:lnTo>
                <a:lnTo>
                  <a:pt x="1389981" y="127637"/>
                </a:lnTo>
                <a:lnTo>
                  <a:pt x="1389978" y="127447"/>
                </a:lnTo>
                <a:lnTo>
                  <a:pt x="1389984" y="127170"/>
                </a:lnTo>
                <a:lnTo>
                  <a:pt x="1390002" y="126896"/>
                </a:lnTo>
                <a:lnTo>
                  <a:pt x="1390033" y="126624"/>
                </a:lnTo>
                <a:lnTo>
                  <a:pt x="1390076" y="126355"/>
                </a:lnTo>
                <a:lnTo>
                  <a:pt x="1390131" y="126087"/>
                </a:lnTo>
                <a:lnTo>
                  <a:pt x="1390199" y="125822"/>
                </a:lnTo>
                <a:lnTo>
                  <a:pt x="1390279" y="125559"/>
                </a:lnTo>
                <a:lnTo>
                  <a:pt x="1390371" y="125298"/>
                </a:lnTo>
                <a:lnTo>
                  <a:pt x="1390475" y="125039"/>
                </a:lnTo>
                <a:lnTo>
                  <a:pt x="1390592" y="124783"/>
                </a:lnTo>
                <a:lnTo>
                  <a:pt x="1390720" y="124529"/>
                </a:lnTo>
                <a:lnTo>
                  <a:pt x="1390862" y="124277"/>
                </a:lnTo>
                <a:lnTo>
                  <a:pt x="1391015" y="124027"/>
                </a:lnTo>
                <a:lnTo>
                  <a:pt x="1391181" y="123779"/>
                </a:lnTo>
                <a:lnTo>
                  <a:pt x="1391359" y="123534"/>
                </a:lnTo>
                <a:lnTo>
                  <a:pt x="1391549" y="123290"/>
                </a:lnTo>
                <a:lnTo>
                  <a:pt x="1391752" y="123049"/>
                </a:lnTo>
                <a:lnTo>
                  <a:pt x="1391966" y="122811"/>
                </a:lnTo>
                <a:lnTo>
                  <a:pt x="1392193" y="122574"/>
                </a:lnTo>
                <a:lnTo>
                  <a:pt x="1392433" y="122340"/>
                </a:lnTo>
                <a:lnTo>
                  <a:pt x="1392684" y="122107"/>
                </a:lnTo>
                <a:lnTo>
                  <a:pt x="1392948" y="121877"/>
                </a:lnTo>
                <a:lnTo>
                  <a:pt x="1393225" y="121649"/>
                </a:lnTo>
                <a:lnTo>
                  <a:pt x="1393513" y="121424"/>
                </a:lnTo>
                <a:lnTo>
                  <a:pt x="1393812" y="121201"/>
                </a:lnTo>
                <a:lnTo>
                  <a:pt x="1394120" y="120981"/>
                </a:lnTo>
                <a:lnTo>
                  <a:pt x="1394436" y="120765"/>
                </a:lnTo>
                <a:lnTo>
                  <a:pt x="1394761" y="120552"/>
                </a:lnTo>
                <a:lnTo>
                  <a:pt x="1395095" y="120342"/>
                </a:lnTo>
                <a:lnTo>
                  <a:pt x="1395437" y="120136"/>
                </a:lnTo>
                <a:lnTo>
                  <a:pt x="1395789" y="119933"/>
                </a:lnTo>
                <a:lnTo>
                  <a:pt x="1396149" y="119734"/>
                </a:lnTo>
                <a:lnTo>
                  <a:pt x="1396517" y="119538"/>
                </a:lnTo>
                <a:lnTo>
                  <a:pt x="1396895" y="119345"/>
                </a:lnTo>
                <a:lnTo>
                  <a:pt x="1397281" y="119156"/>
                </a:lnTo>
                <a:lnTo>
                  <a:pt x="1397676" y="118970"/>
                </a:lnTo>
                <a:lnTo>
                  <a:pt x="1398079" y="118788"/>
                </a:lnTo>
                <a:lnTo>
                  <a:pt x="1398491" y="118609"/>
                </a:lnTo>
                <a:lnTo>
                  <a:pt x="1398912" y="118433"/>
                </a:lnTo>
                <a:lnTo>
                  <a:pt x="1399342" y="118261"/>
                </a:lnTo>
                <a:lnTo>
                  <a:pt x="1399780" y="118092"/>
                </a:lnTo>
                <a:lnTo>
                  <a:pt x="1400227" y="117926"/>
                </a:lnTo>
                <a:lnTo>
                  <a:pt x="1400320" y="117893"/>
                </a:lnTo>
                <a:lnTo>
                  <a:pt x="1400723" y="118031"/>
                </a:lnTo>
                <a:lnTo>
                  <a:pt x="1401639" y="118321"/>
                </a:lnTo>
                <a:lnTo>
                  <a:pt x="1402570" y="118592"/>
                </a:lnTo>
                <a:lnTo>
                  <a:pt x="1403515" y="118845"/>
                </a:lnTo>
                <a:lnTo>
                  <a:pt x="1404475" y="119079"/>
                </a:lnTo>
                <a:lnTo>
                  <a:pt x="1405449" y="119294"/>
                </a:lnTo>
                <a:lnTo>
                  <a:pt x="1406438" y="119491"/>
                </a:lnTo>
                <a:lnTo>
                  <a:pt x="1407441" y="119668"/>
                </a:lnTo>
                <a:lnTo>
                  <a:pt x="1408459" y="119827"/>
                </a:lnTo>
                <a:lnTo>
                  <a:pt x="1409491" y="119968"/>
                </a:lnTo>
                <a:lnTo>
                  <a:pt x="1410537" y="120089"/>
                </a:lnTo>
                <a:lnTo>
                  <a:pt x="1411598" y="120192"/>
                </a:lnTo>
                <a:lnTo>
                  <a:pt x="1412673" y="120276"/>
                </a:lnTo>
                <a:lnTo>
                  <a:pt x="1413763" y="120342"/>
                </a:lnTo>
                <a:lnTo>
                  <a:pt x="1414867" y="120389"/>
                </a:lnTo>
                <a:lnTo>
                  <a:pt x="1415986" y="120417"/>
                </a:lnTo>
                <a:lnTo>
                  <a:pt x="1417119" y="120426"/>
                </a:lnTo>
                <a:lnTo>
                  <a:pt x="1418318" y="120417"/>
                </a:lnTo>
                <a:lnTo>
                  <a:pt x="1419499" y="120389"/>
                </a:lnTo>
                <a:lnTo>
                  <a:pt x="1420663" y="120344"/>
                </a:lnTo>
                <a:lnTo>
                  <a:pt x="1421811" y="120279"/>
                </a:lnTo>
                <a:lnTo>
                  <a:pt x="1422941" y="120197"/>
                </a:lnTo>
                <a:lnTo>
                  <a:pt x="1424054" y="120096"/>
                </a:lnTo>
                <a:lnTo>
                  <a:pt x="1425151" y="119977"/>
                </a:lnTo>
                <a:lnTo>
                  <a:pt x="1426230" y="119840"/>
                </a:lnTo>
                <a:lnTo>
                  <a:pt x="1427292" y="119684"/>
                </a:lnTo>
                <a:lnTo>
                  <a:pt x="1428337" y="119510"/>
                </a:lnTo>
                <a:lnTo>
                  <a:pt x="1429365" y="119318"/>
                </a:lnTo>
                <a:lnTo>
                  <a:pt x="1430376" y="119107"/>
                </a:lnTo>
                <a:lnTo>
                  <a:pt x="1431370" y="118878"/>
                </a:lnTo>
                <a:lnTo>
                  <a:pt x="1432348" y="118631"/>
                </a:lnTo>
                <a:lnTo>
                  <a:pt x="1433308" y="118366"/>
                </a:lnTo>
                <a:lnTo>
                  <a:pt x="1434251" y="118082"/>
                </a:lnTo>
                <a:lnTo>
                  <a:pt x="1435177" y="117780"/>
                </a:lnTo>
                <a:lnTo>
                  <a:pt x="1436086" y="117459"/>
                </a:lnTo>
                <a:lnTo>
                  <a:pt x="1436977" y="117120"/>
                </a:lnTo>
                <a:lnTo>
                  <a:pt x="1437852" y="116763"/>
                </a:lnTo>
                <a:lnTo>
                  <a:pt x="1438710" y="116388"/>
                </a:lnTo>
                <a:lnTo>
                  <a:pt x="1439551" y="115994"/>
                </a:lnTo>
                <a:lnTo>
                  <a:pt x="1440375" y="115582"/>
                </a:lnTo>
                <a:lnTo>
                  <a:pt x="1441182" y="115152"/>
                </a:lnTo>
                <a:lnTo>
                  <a:pt x="1441972" y="114706"/>
                </a:lnTo>
                <a:lnTo>
                  <a:pt x="1442745" y="114248"/>
                </a:lnTo>
                <a:lnTo>
                  <a:pt x="1443501" y="113779"/>
                </a:lnTo>
                <a:lnTo>
                  <a:pt x="1444240" y="113297"/>
                </a:lnTo>
                <a:lnTo>
                  <a:pt x="1444963" y="112803"/>
                </a:lnTo>
                <a:lnTo>
                  <a:pt x="1445668" y="112297"/>
                </a:lnTo>
                <a:lnTo>
                  <a:pt x="1446357" y="111779"/>
                </a:lnTo>
                <a:lnTo>
                  <a:pt x="1447029" y="111249"/>
                </a:lnTo>
                <a:lnTo>
                  <a:pt x="1447685" y="110707"/>
                </a:lnTo>
                <a:lnTo>
                  <a:pt x="1448323" y="110153"/>
                </a:lnTo>
                <a:lnTo>
                  <a:pt x="1448945" y="109586"/>
                </a:lnTo>
                <a:lnTo>
                  <a:pt x="1449549" y="109008"/>
                </a:lnTo>
                <a:lnTo>
                  <a:pt x="1450137" y="108417"/>
                </a:lnTo>
                <a:lnTo>
                  <a:pt x="1450708" y="107815"/>
                </a:lnTo>
                <a:lnTo>
                  <a:pt x="1451263" y="107200"/>
                </a:lnTo>
                <a:lnTo>
                  <a:pt x="1451800" y="106573"/>
                </a:lnTo>
                <a:lnTo>
                  <a:pt x="1452321" y="105935"/>
                </a:lnTo>
                <a:lnTo>
                  <a:pt x="1452824" y="105284"/>
                </a:lnTo>
                <a:lnTo>
                  <a:pt x="1453311" y="104621"/>
                </a:lnTo>
                <a:lnTo>
                  <a:pt x="1453781" y="103946"/>
                </a:lnTo>
                <a:lnTo>
                  <a:pt x="1454235" y="103259"/>
                </a:lnTo>
                <a:lnTo>
                  <a:pt x="1454671" y="102559"/>
                </a:lnTo>
                <a:lnTo>
                  <a:pt x="1455091" y="101848"/>
                </a:lnTo>
                <a:lnTo>
                  <a:pt x="1455494" y="101125"/>
                </a:lnTo>
                <a:lnTo>
                  <a:pt x="1455880" y="100392"/>
                </a:lnTo>
                <a:lnTo>
                  <a:pt x="1456250" y="99654"/>
                </a:lnTo>
                <a:lnTo>
                  <a:pt x="1456603" y="98910"/>
                </a:lnTo>
                <a:lnTo>
                  <a:pt x="1456940" y="98161"/>
                </a:lnTo>
                <a:lnTo>
                  <a:pt x="1457260" y="97405"/>
                </a:lnTo>
                <a:lnTo>
                  <a:pt x="1457564" y="96644"/>
                </a:lnTo>
                <a:lnTo>
                  <a:pt x="1457852" y="95876"/>
                </a:lnTo>
                <a:lnTo>
                  <a:pt x="1458123" y="95103"/>
                </a:lnTo>
                <a:lnTo>
                  <a:pt x="1458378" y="94324"/>
                </a:lnTo>
                <a:lnTo>
                  <a:pt x="1458616" y="93540"/>
                </a:lnTo>
                <a:lnTo>
                  <a:pt x="1458838" y="92749"/>
                </a:lnTo>
                <a:lnTo>
                  <a:pt x="1459043" y="91953"/>
                </a:lnTo>
                <a:lnTo>
                  <a:pt x="1459232" y="91150"/>
                </a:lnTo>
                <a:lnTo>
                  <a:pt x="1459405" y="90342"/>
                </a:lnTo>
                <a:lnTo>
                  <a:pt x="1459561" y="89528"/>
                </a:lnTo>
                <a:lnTo>
                  <a:pt x="1459700" y="88709"/>
                </a:lnTo>
                <a:lnTo>
                  <a:pt x="1459824" y="87883"/>
                </a:lnTo>
                <a:lnTo>
                  <a:pt x="1459931" y="87052"/>
                </a:lnTo>
                <a:lnTo>
                  <a:pt x="1460021" y="86215"/>
                </a:lnTo>
                <a:lnTo>
                  <a:pt x="1460095" y="85372"/>
                </a:lnTo>
                <a:lnTo>
                  <a:pt x="1460152" y="84523"/>
                </a:lnTo>
                <a:lnTo>
                  <a:pt x="1460193" y="83668"/>
                </a:lnTo>
                <a:lnTo>
                  <a:pt x="1460218" y="82807"/>
                </a:lnTo>
                <a:lnTo>
                  <a:pt x="1460226" y="81941"/>
                </a:lnTo>
                <a:lnTo>
                  <a:pt x="1460218" y="81046"/>
                </a:lnTo>
                <a:lnTo>
                  <a:pt x="1460194" y="80158"/>
                </a:lnTo>
                <a:lnTo>
                  <a:pt x="1460153" y="79277"/>
                </a:lnTo>
                <a:lnTo>
                  <a:pt x="1460096" y="78402"/>
                </a:lnTo>
                <a:lnTo>
                  <a:pt x="1460023" y="77535"/>
                </a:lnTo>
                <a:lnTo>
                  <a:pt x="1459934" y="76674"/>
                </a:lnTo>
                <a:lnTo>
                  <a:pt x="1459829" y="75820"/>
                </a:lnTo>
                <a:lnTo>
                  <a:pt x="1459707" y="74973"/>
                </a:lnTo>
                <a:lnTo>
                  <a:pt x="1459569" y="74133"/>
                </a:lnTo>
                <a:lnTo>
                  <a:pt x="1459415" y="73300"/>
                </a:lnTo>
                <a:lnTo>
                  <a:pt x="1459244" y="72473"/>
                </a:lnTo>
                <a:lnTo>
                  <a:pt x="1459057" y="71654"/>
                </a:lnTo>
                <a:lnTo>
                  <a:pt x="1458854" y="70841"/>
                </a:lnTo>
                <a:lnTo>
                  <a:pt x="1458635" y="70035"/>
                </a:lnTo>
                <a:lnTo>
                  <a:pt x="1458400" y="69236"/>
                </a:lnTo>
                <a:lnTo>
                  <a:pt x="1458148" y="68443"/>
                </a:lnTo>
                <a:lnTo>
                  <a:pt x="1457880" y="67658"/>
                </a:lnTo>
                <a:lnTo>
                  <a:pt x="1457596" y="66879"/>
                </a:lnTo>
                <a:lnTo>
                  <a:pt x="1457296" y="66107"/>
                </a:lnTo>
                <a:lnTo>
                  <a:pt x="1456979" y="65343"/>
                </a:lnTo>
                <a:lnTo>
                  <a:pt x="1456647" y="64584"/>
                </a:lnTo>
                <a:lnTo>
                  <a:pt x="1456297" y="63833"/>
                </a:lnTo>
                <a:lnTo>
                  <a:pt x="1455932" y="63089"/>
                </a:lnTo>
                <a:lnTo>
                  <a:pt x="1455551" y="62351"/>
                </a:lnTo>
                <a:lnTo>
                  <a:pt x="1455153" y="61623"/>
                </a:lnTo>
                <a:lnTo>
                  <a:pt x="1454738" y="60907"/>
                </a:lnTo>
                <a:lnTo>
                  <a:pt x="1454307" y="60204"/>
                </a:lnTo>
                <a:lnTo>
                  <a:pt x="1453859" y="59514"/>
                </a:lnTo>
                <a:lnTo>
                  <a:pt x="1453395" y="58835"/>
                </a:lnTo>
                <a:lnTo>
                  <a:pt x="1452914" y="58170"/>
                </a:lnTo>
                <a:lnTo>
                  <a:pt x="1452416" y="57516"/>
                </a:lnTo>
                <a:lnTo>
                  <a:pt x="1451901" y="56876"/>
                </a:lnTo>
                <a:lnTo>
                  <a:pt x="1451370" y="56248"/>
                </a:lnTo>
                <a:lnTo>
                  <a:pt x="1450823" y="55632"/>
                </a:lnTo>
                <a:lnTo>
                  <a:pt x="1450259" y="55029"/>
                </a:lnTo>
                <a:lnTo>
                  <a:pt x="1449678" y="54438"/>
                </a:lnTo>
                <a:lnTo>
                  <a:pt x="1449080" y="53860"/>
                </a:lnTo>
                <a:lnTo>
                  <a:pt x="1448466" y="53294"/>
                </a:lnTo>
                <a:lnTo>
                  <a:pt x="1447915" y="52811"/>
                </a:lnTo>
                <a:lnTo>
                  <a:pt x="1447950" y="52769"/>
                </a:lnTo>
                <a:lnTo>
                  <a:pt x="1448348" y="52312"/>
                </a:lnTo>
                <a:lnTo>
                  <a:pt x="1448755" y="51873"/>
                </a:lnTo>
                <a:close/>
                <a:moveTo>
                  <a:pt x="1413068" y="107149"/>
                </a:moveTo>
                <a:lnTo>
                  <a:pt x="1412305" y="107027"/>
                </a:lnTo>
                <a:lnTo>
                  <a:pt x="1411550" y="106884"/>
                </a:lnTo>
                <a:lnTo>
                  <a:pt x="1410803" y="106718"/>
                </a:lnTo>
                <a:lnTo>
                  <a:pt x="1410064" y="106530"/>
                </a:lnTo>
                <a:lnTo>
                  <a:pt x="1409333" y="106320"/>
                </a:lnTo>
                <a:lnTo>
                  <a:pt x="1408611" y="106088"/>
                </a:lnTo>
                <a:lnTo>
                  <a:pt x="1407896" y="105833"/>
                </a:lnTo>
                <a:lnTo>
                  <a:pt x="1407190" y="105557"/>
                </a:lnTo>
                <a:lnTo>
                  <a:pt x="1406492" y="105258"/>
                </a:lnTo>
                <a:lnTo>
                  <a:pt x="1405802" y="104938"/>
                </a:lnTo>
                <a:lnTo>
                  <a:pt x="1405120" y="104595"/>
                </a:lnTo>
                <a:lnTo>
                  <a:pt x="1404446" y="104230"/>
                </a:lnTo>
                <a:lnTo>
                  <a:pt x="1403780" y="103843"/>
                </a:lnTo>
                <a:lnTo>
                  <a:pt x="1403123" y="103434"/>
                </a:lnTo>
                <a:lnTo>
                  <a:pt x="1402473" y="103003"/>
                </a:lnTo>
                <a:lnTo>
                  <a:pt x="1401832" y="102550"/>
                </a:lnTo>
                <a:lnTo>
                  <a:pt x="1401198" y="102074"/>
                </a:lnTo>
                <a:lnTo>
                  <a:pt x="1400573" y="101577"/>
                </a:lnTo>
                <a:lnTo>
                  <a:pt x="1399956" y="101057"/>
                </a:lnTo>
                <a:lnTo>
                  <a:pt x="1399356" y="100515"/>
                </a:lnTo>
                <a:lnTo>
                  <a:pt x="1398781" y="99950"/>
                </a:lnTo>
                <a:lnTo>
                  <a:pt x="1398232" y="99363"/>
                </a:lnTo>
                <a:lnTo>
                  <a:pt x="1397709" y="98753"/>
                </a:lnTo>
                <a:lnTo>
                  <a:pt x="1397211" y="98121"/>
                </a:lnTo>
                <a:lnTo>
                  <a:pt x="1396738" y="97466"/>
                </a:lnTo>
                <a:lnTo>
                  <a:pt x="1396291" y="96788"/>
                </a:lnTo>
                <a:lnTo>
                  <a:pt x="1395870" y="96088"/>
                </a:lnTo>
                <a:lnTo>
                  <a:pt x="1395474" y="95366"/>
                </a:lnTo>
                <a:lnTo>
                  <a:pt x="1395104" y="94621"/>
                </a:lnTo>
                <a:lnTo>
                  <a:pt x="1394759" y="93854"/>
                </a:lnTo>
                <a:lnTo>
                  <a:pt x="1394440" y="93064"/>
                </a:lnTo>
                <a:lnTo>
                  <a:pt x="1394146" y="92251"/>
                </a:lnTo>
                <a:lnTo>
                  <a:pt x="1393878" y="91416"/>
                </a:lnTo>
                <a:lnTo>
                  <a:pt x="1393635" y="90558"/>
                </a:lnTo>
                <a:lnTo>
                  <a:pt x="1393418" y="89678"/>
                </a:lnTo>
                <a:lnTo>
                  <a:pt x="1393226" y="88776"/>
                </a:lnTo>
                <a:lnTo>
                  <a:pt x="1393060" y="87851"/>
                </a:lnTo>
                <a:lnTo>
                  <a:pt x="1392920" y="86903"/>
                </a:lnTo>
                <a:lnTo>
                  <a:pt x="1392805" y="85933"/>
                </a:lnTo>
                <a:lnTo>
                  <a:pt x="1392716" y="84940"/>
                </a:lnTo>
                <a:lnTo>
                  <a:pt x="1392652" y="83925"/>
                </a:lnTo>
                <a:lnTo>
                  <a:pt x="1392614" y="82887"/>
                </a:lnTo>
                <a:lnTo>
                  <a:pt x="1392601" y="81827"/>
                </a:lnTo>
                <a:lnTo>
                  <a:pt x="1392613" y="80776"/>
                </a:lnTo>
                <a:lnTo>
                  <a:pt x="1392650" y="79747"/>
                </a:lnTo>
                <a:lnTo>
                  <a:pt x="1392712" y="78739"/>
                </a:lnTo>
                <a:lnTo>
                  <a:pt x="1392799" y="77752"/>
                </a:lnTo>
                <a:lnTo>
                  <a:pt x="1392910" y="76787"/>
                </a:lnTo>
                <a:lnTo>
                  <a:pt x="1393046" y="75844"/>
                </a:lnTo>
                <a:lnTo>
                  <a:pt x="1393207" y="74922"/>
                </a:lnTo>
                <a:lnTo>
                  <a:pt x="1393393" y="74022"/>
                </a:lnTo>
                <a:lnTo>
                  <a:pt x="1393603" y="73143"/>
                </a:lnTo>
                <a:lnTo>
                  <a:pt x="1393838" y="72285"/>
                </a:lnTo>
                <a:lnTo>
                  <a:pt x="1394098" y="71450"/>
                </a:lnTo>
                <a:lnTo>
                  <a:pt x="1394383" y="70635"/>
                </a:lnTo>
                <a:lnTo>
                  <a:pt x="1394692" y="69842"/>
                </a:lnTo>
                <a:lnTo>
                  <a:pt x="1395026" y="69071"/>
                </a:lnTo>
                <a:lnTo>
                  <a:pt x="1395385" y="68321"/>
                </a:lnTo>
                <a:lnTo>
                  <a:pt x="1395769" y="67593"/>
                </a:lnTo>
                <a:lnTo>
                  <a:pt x="1396177" y="66886"/>
                </a:lnTo>
                <a:lnTo>
                  <a:pt x="1396610" y="66201"/>
                </a:lnTo>
                <a:lnTo>
                  <a:pt x="1397068" y="65537"/>
                </a:lnTo>
                <a:lnTo>
                  <a:pt x="1397550" y="64894"/>
                </a:lnTo>
                <a:lnTo>
                  <a:pt x="1398058" y="64274"/>
                </a:lnTo>
                <a:lnTo>
                  <a:pt x="1398590" y="63674"/>
                </a:lnTo>
                <a:lnTo>
                  <a:pt x="1399147" y="63096"/>
                </a:lnTo>
                <a:lnTo>
                  <a:pt x="1399728" y="62540"/>
                </a:lnTo>
                <a:lnTo>
                  <a:pt x="1400329" y="62006"/>
                </a:lnTo>
                <a:lnTo>
                  <a:pt x="1400942" y="61494"/>
                </a:lnTo>
                <a:lnTo>
                  <a:pt x="1401568" y="61006"/>
                </a:lnTo>
                <a:lnTo>
                  <a:pt x="1402207" y="60540"/>
                </a:lnTo>
                <a:lnTo>
                  <a:pt x="1402859" y="60097"/>
                </a:lnTo>
                <a:lnTo>
                  <a:pt x="1403524" y="59676"/>
                </a:lnTo>
                <a:lnTo>
                  <a:pt x="1404201" y="59278"/>
                </a:lnTo>
                <a:lnTo>
                  <a:pt x="1404892" y="58903"/>
                </a:lnTo>
                <a:lnTo>
                  <a:pt x="1405595" y="58551"/>
                </a:lnTo>
                <a:lnTo>
                  <a:pt x="1406311" y="58221"/>
                </a:lnTo>
                <a:lnTo>
                  <a:pt x="1407040" y="57914"/>
                </a:lnTo>
                <a:lnTo>
                  <a:pt x="1407782" y="57630"/>
                </a:lnTo>
                <a:lnTo>
                  <a:pt x="1408537" y="57369"/>
                </a:lnTo>
                <a:lnTo>
                  <a:pt x="1409305" y="57130"/>
                </a:lnTo>
                <a:lnTo>
                  <a:pt x="1410085" y="56914"/>
                </a:lnTo>
                <a:lnTo>
                  <a:pt x="1410879" y="56721"/>
                </a:lnTo>
                <a:lnTo>
                  <a:pt x="1411685" y="56550"/>
                </a:lnTo>
                <a:lnTo>
                  <a:pt x="1412504" y="56403"/>
                </a:lnTo>
                <a:lnTo>
                  <a:pt x="1413336" y="56278"/>
                </a:lnTo>
                <a:lnTo>
                  <a:pt x="1414181" y="56175"/>
                </a:lnTo>
                <a:lnTo>
                  <a:pt x="1415039" y="56096"/>
                </a:lnTo>
                <a:lnTo>
                  <a:pt x="1415910" y="56039"/>
                </a:lnTo>
                <a:lnTo>
                  <a:pt x="1416793" y="56005"/>
                </a:lnTo>
                <a:lnTo>
                  <a:pt x="1417689" y="55994"/>
                </a:lnTo>
                <a:lnTo>
                  <a:pt x="1418604" y="56005"/>
                </a:lnTo>
                <a:lnTo>
                  <a:pt x="1419503" y="56038"/>
                </a:lnTo>
                <a:lnTo>
                  <a:pt x="1420387" y="56093"/>
                </a:lnTo>
                <a:lnTo>
                  <a:pt x="1421256" y="56171"/>
                </a:lnTo>
                <a:lnTo>
                  <a:pt x="1422111" y="56270"/>
                </a:lnTo>
                <a:lnTo>
                  <a:pt x="1422950" y="56392"/>
                </a:lnTo>
                <a:lnTo>
                  <a:pt x="1423774" y="56536"/>
                </a:lnTo>
                <a:lnTo>
                  <a:pt x="1424583" y="56702"/>
                </a:lnTo>
                <a:lnTo>
                  <a:pt x="1425376" y="56890"/>
                </a:lnTo>
                <a:lnTo>
                  <a:pt x="1426155" y="57100"/>
                </a:lnTo>
                <a:lnTo>
                  <a:pt x="1426919" y="57332"/>
                </a:lnTo>
                <a:lnTo>
                  <a:pt x="1427668" y="57587"/>
                </a:lnTo>
                <a:lnTo>
                  <a:pt x="1428402" y="57863"/>
                </a:lnTo>
                <a:lnTo>
                  <a:pt x="1429120" y="58162"/>
                </a:lnTo>
                <a:lnTo>
                  <a:pt x="1429824" y="58483"/>
                </a:lnTo>
                <a:lnTo>
                  <a:pt x="1430513" y="58826"/>
                </a:lnTo>
                <a:lnTo>
                  <a:pt x="1431186" y="59191"/>
                </a:lnTo>
                <a:lnTo>
                  <a:pt x="1431845" y="59578"/>
                </a:lnTo>
                <a:lnTo>
                  <a:pt x="1432488" y="59987"/>
                </a:lnTo>
                <a:lnTo>
                  <a:pt x="1433117" y="60419"/>
                </a:lnTo>
                <a:lnTo>
                  <a:pt x="1433730" y="60872"/>
                </a:lnTo>
                <a:lnTo>
                  <a:pt x="1434328" y="61348"/>
                </a:lnTo>
                <a:lnTo>
                  <a:pt x="1434911" y="61846"/>
                </a:lnTo>
                <a:lnTo>
                  <a:pt x="1435480" y="62365"/>
                </a:lnTo>
                <a:lnTo>
                  <a:pt x="1436029" y="62908"/>
                </a:lnTo>
                <a:lnTo>
                  <a:pt x="1436554" y="63474"/>
                </a:lnTo>
                <a:lnTo>
                  <a:pt x="1437057" y="64065"/>
                </a:lnTo>
                <a:lnTo>
                  <a:pt x="1437536" y="64678"/>
                </a:lnTo>
                <a:lnTo>
                  <a:pt x="1437991" y="65316"/>
                </a:lnTo>
                <a:lnTo>
                  <a:pt x="1438423" y="65977"/>
                </a:lnTo>
                <a:lnTo>
                  <a:pt x="1438832" y="66662"/>
                </a:lnTo>
                <a:lnTo>
                  <a:pt x="1439218" y="67371"/>
                </a:lnTo>
                <a:lnTo>
                  <a:pt x="1439580" y="68104"/>
                </a:lnTo>
                <a:lnTo>
                  <a:pt x="1439919" y="68860"/>
                </a:lnTo>
                <a:lnTo>
                  <a:pt x="1440234" y="69641"/>
                </a:lnTo>
                <a:lnTo>
                  <a:pt x="1440526" y="70445"/>
                </a:lnTo>
                <a:lnTo>
                  <a:pt x="1440795" y="71272"/>
                </a:lnTo>
                <a:lnTo>
                  <a:pt x="1441040" y="72124"/>
                </a:lnTo>
                <a:lnTo>
                  <a:pt x="1441262" y="72999"/>
                </a:lnTo>
                <a:lnTo>
                  <a:pt x="1441460" y="73898"/>
                </a:lnTo>
                <a:lnTo>
                  <a:pt x="1441636" y="74820"/>
                </a:lnTo>
                <a:lnTo>
                  <a:pt x="1441788" y="75767"/>
                </a:lnTo>
                <a:lnTo>
                  <a:pt x="1441916" y="76737"/>
                </a:lnTo>
                <a:lnTo>
                  <a:pt x="1442021" y="77731"/>
                </a:lnTo>
                <a:lnTo>
                  <a:pt x="1442103" y="78749"/>
                </a:lnTo>
                <a:lnTo>
                  <a:pt x="1442161" y="79790"/>
                </a:lnTo>
                <a:lnTo>
                  <a:pt x="1442196" y="80856"/>
                </a:lnTo>
                <a:lnTo>
                  <a:pt x="1442208" y="81945"/>
                </a:lnTo>
                <a:lnTo>
                  <a:pt x="1442196" y="82986"/>
                </a:lnTo>
                <a:lnTo>
                  <a:pt x="1442159" y="84005"/>
                </a:lnTo>
                <a:lnTo>
                  <a:pt x="1442097" y="85004"/>
                </a:lnTo>
                <a:lnTo>
                  <a:pt x="1442010" y="85980"/>
                </a:lnTo>
                <a:lnTo>
                  <a:pt x="1441899" y="86935"/>
                </a:lnTo>
                <a:lnTo>
                  <a:pt x="1441763" y="87869"/>
                </a:lnTo>
                <a:lnTo>
                  <a:pt x="1441602" y="88781"/>
                </a:lnTo>
                <a:lnTo>
                  <a:pt x="1441416" y="89672"/>
                </a:lnTo>
                <a:lnTo>
                  <a:pt x="1441206" y="90541"/>
                </a:lnTo>
                <a:lnTo>
                  <a:pt x="1440971" y="91388"/>
                </a:lnTo>
                <a:lnTo>
                  <a:pt x="1440711" y="92214"/>
                </a:lnTo>
                <a:lnTo>
                  <a:pt x="1440426" y="93019"/>
                </a:lnTo>
                <a:lnTo>
                  <a:pt x="1440117" y="93802"/>
                </a:lnTo>
                <a:lnTo>
                  <a:pt x="1439783" y="94564"/>
                </a:lnTo>
                <a:lnTo>
                  <a:pt x="1439424" y="95304"/>
                </a:lnTo>
                <a:lnTo>
                  <a:pt x="1439040" y="96022"/>
                </a:lnTo>
                <a:lnTo>
                  <a:pt x="1438632" y="96719"/>
                </a:lnTo>
                <a:lnTo>
                  <a:pt x="1438199" y="97395"/>
                </a:lnTo>
                <a:lnTo>
                  <a:pt x="1437741" y="98049"/>
                </a:lnTo>
                <a:lnTo>
                  <a:pt x="1437258" y="98681"/>
                </a:lnTo>
                <a:lnTo>
                  <a:pt x="1436751" y="99292"/>
                </a:lnTo>
                <a:lnTo>
                  <a:pt x="1436219" y="99882"/>
                </a:lnTo>
                <a:lnTo>
                  <a:pt x="1435662" y="100450"/>
                </a:lnTo>
                <a:lnTo>
                  <a:pt x="1435081" y="100996"/>
                </a:lnTo>
                <a:lnTo>
                  <a:pt x="1434480" y="101521"/>
                </a:lnTo>
                <a:lnTo>
                  <a:pt x="1433866" y="102023"/>
                </a:lnTo>
                <a:lnTo>
                  <a:pt x="1433239" y="102503"/>
                </a:lnTo>
                <a:lnTo>
                  <a:pt x="1432599" y="102961"/>
                </a:lnTo>
                <a:lnTo>
                  <a:pt x="1431945" y="103396"/>
                </a:lnTo>
                <a:lnTo>
                  <a:pt x="1431278" y="103809"/>
                </a:lnTo>
                <a:lnTo>
                  <a:pt x="1430598" y="104200"/>
                </a:lnTo>
                <a:lnTo>
                  <a:pt x="1429904" y="104568"/>
                </a:lnTo>
                <a:lnTo>
                  <a:pt x="1429198" y="104914"/>
                </a:lnTo>
                <a:lnTo>
                  <a:pt x="1428478" y="105238"/>
                </a:lnTo>
                <a:lnTo>
                  <a:pt x="1427744" y="105539"/>
                </a:lnTo>
                <a:lnTo>
                  <a:pt x="1426998" y="105818"/>
                </a:lnTo>
                <a:lnTo>
                  <a:pt x="1426238" y="106075"/>
                </a:lnTo>
                <a:lnTo>
                  <a:pt x="1425465" y="106309"/>
                </a:lnTo>
                <a:lnTo>
                  <a:pt x="1424679" y="106521"/>
                </a:lnTo>
                <a:lnTo>
                  <a:pt x="1423879" y="106711"/>
                </a:lnTo>
                <a:lnTo>
                  <a:pt x="1423066" y="106879"/>
                </a:lnTo>
                <a:lnTo>
                  <a:pt x="1422240" y="107024"/>
                </a:lnTo>
                <a:lnTo>
                  <a:pt x="1421401" y="107146"/>
                </a:lnTo>
                <a:lnTo>
                  <a:pt x="1420548" y="107247"/>
                </a:lnTo>
                <a:lnTo>
                  <a:pt x="1419683" y="107325"/>
                </a:lnTo>
                <a:lnTo>
                  <a:pt x="1418803" y="107381"/>
                </a:lnTo>
                <a:lnTo>
                  <a:pt x="1417911" y="107414"/>
                </a:lnTo>
                <a:lnTo>
                  <a:pt x="1417005" y="107425"/>
                </a:lnTo>
                <a:lnTo>
                  <a:pt x="1416202" y="107414"/>
                </a:lnTo>
                <a:lnTo>
                  <a:pt x="1415406" y="107381"/>
                </a:lnTo>
                <a:lnTo>
                  <a:pt x="1414618" y="107326"/>
                </a:lnTo>
                <a:lnTo>
                  <a:pt x="1413839" y="107249"/>
                </a:lnTo>
                <a:lnTo>
                  <a:pt x="1413068" y="107149"/>
                </a:lnTo>
                <a:close/>
                <a:moveTo>
                  <a:pt x="1411505" y="186565"/>
                </a:moveTo>
                <a:lnTo>
                  <a:pt x="1410298" y="186462"/>
                </a:lnTo>
                <a:lnTo>
                  <a:pt x="1409124" y="186341"/>
                </a:lnTo>
                <a:lnTo>
                  <a:pt x="1407983" y="186202"/>
                </a:lnTo>
                <a:lnTo>
                  <a:pt x="1406875" y="186043"/>
                </a:lnTo>
                <a:lnTo>
                  <a:pt x="1405800" y="185867"/>
                </a:lnTo>
                <a:lnTo>
                  <a:pt x="1404758" y="185671"/>
                </a:lnTo>
                <a:lnTo>
                  <a:pt x="1403748" y="185457"/>
                </a:lnTo>
                <a:lnTo>
                  <a:pt x="1402771" y="185225"/>
                </a:lnTo>
                <a:lnTo>
                  <a:pt x="1401828" y="184973"/>
                </a:lnTo>
                <a:lnTo>
                  <a:pt x="1400917" y="184703"/>
                </a:lnTo>
                <a:lnTo>
                  <a:pt x="1400039" y="184415"/>
                </a:lnTo>
                <a:lnTo>
                  <a:pt x="1399193" y="184108"/>
                </a:lnTo>
                <a:lnTo>
                  <a:pt x="1398381" y="183782"/>
                </a:lnTo>
                <a:lnTo>
                  <a:pt x="1397602" y="183438"/>
                </a:lnTo>
                <a:lnTo>
                  <a:pt x="1396855" y="183075"/>
                </a:lnTo>
                <a:lnTo>
                  <a:pt x="1396141" y="182693"/>
                </a:lnTo>
                <a:lnTo>
                  <a:pt x="1395460" y="182293"/>
                </a:lnTo>
                <a:lnTo>
                  <a:pt x="1394812" y="181875"/>
                </a:lnTo>
                <a:lnTo>
                  <a:pt x="1394197" y="181437"/>
                </a:lnTo>
                <a:lnTo>
                  <a:pt x="1393611" y="180988"/>
                </a:lnTo>
                <a:lnTo>
                  <a:pt x="1393050" y="180532"/>
                </a:lnTo>
                <a:lnTo>
                  <a:pt x="1392513" y="180071"/>
                </a:lnTo>
                <a:lnTo>
                  <a:pt x="1392002" y="179603"/>
                </a:lnTo>
                <a:lnTo>
                  <a:pt x="1391516" y="179130"/>
                </a:lnTo>
                <a:lnTo>
                  <a:pt x="1391054" y="178651"/>
                </a:lnTo>
                <a:lnTo>
                  <a:pt x="1390618" y="178165"/>
                </a:lnTo>
                <a:lnTo>
                  <a:pt x="1390206" y="177674"/>
                </a:lnTo>
                <a:lnTo>
                  <a:pt x="1389819" y="177177"/>
                </a:lnTo>
                <a:lnTo>
                  <a:pt x="1389458" y="176674"/>
                </a:lnTo>
                <a:lnTo>
                  <a:pt x="1389121" y="176165"/>
                </a:lnTo>
                <a:lnTo>
                  <a:pt x="1388809" y="175651"/>
                </a:lnTo>
                <a:lnTo>
                  <a:pt x="1388522" y="175130"/>
                </a:lnTo>
                <a:lnTo>
                  <a:pt x="1388260" y="174603"/>
                </a:lnTo>
                <a:lnTo>
                  <a:pt x="1388023" y="174071"/>
                </a:lnTo>
                <a:lnTo>
                  <a:pt x="1387811" y="173532"/>
                </a:lnTo>
                <a:lnTo>
                  <a:pt x="1387624" y="172988"/>
                </a:lnTo>
                <a:lnTo>
                  <a:pt x="1387462" y="172437"/>
                </a:lnTo>
                <a:lnTo>
                  <a:pt x="1387325" y="171881"/>
                </a:lnTo>
                <a:lnTo>
                  <a:pt x="1387212" y="171319"/>
                </a:lnTo>
                <a:lnTo>
                  <a:pt x="1387125" y="170751"/>
                </a:lnTo>
                <a:lnTo>
                  <a:pt x="1387063" y="170176"/>
                </a:lnTo>
                <a:lnTo>
                  <a:pt x="1387025" y="169596"/>
                </a:lnTo>
                <a:lnTo>
                  <a:pt x="1387013" y="169011"/>
                </a:lnTo>
                <a:lnTo>
                  <a:pt x="1387020" y="168483"/>
                </a:lnTo>
                <a:lnTo>
                  <a:pt x="1387042" y="167961"/>
                </a:lnTo>
                <a:lnTo>
                  <a:pt x="1387079" y="167444"/>
                </a:lnTo>
                <a:lnTo>
                  <a:pt x="1387130" y="166933"/>
                </a:lnTo>
                <a:lnTo>
                  <a:pt x="1387196" y="166426"/>
                </a:lnTo>
                <a:lnTo>
                  <a:pt x="1387277" y="165926"/>
                </a:lnTo>
                <a:lnTo>
                  <a:pt x="1387372" y="165430"/>
                </a:lnTo>
                <a:lnTo>
                  <a:pt x="1387482" y="164940"/>
                </a:lnTo>
                <a:lnTo>
                  <a:pt x="1387606" y="164455"/>
                </a:lnTo>
                <a:lnTo>
                  <a:pt x="1387745" y="163975"/>
                </a:lnTo>
                <a:lnTo>
                  <a:pt x="1387899" y="163501"/>
                </a:lnTo>
                <a:lnTo>
                  <a:pt x="1388068" y="163032"/>
                </a:lnTo>
                <a:lnTo>
                  <a:pt x="1388251" y="162569"/>
                </a:lnTo>
                <a:lnTo>
                  <a:pt x="1388449" y="162110"/>
                </a:lnTo>
                <a:lnTo>
                  <a:pt x="1388661" y="161658"/>
                </a:lnTo>
                <a:lnTo>
                  <a:pt x="1388888" y="161210"/>
                </a:lnTo>
                <a:lnTo>
                  <a:pt x="1389130" y="160768"/>
                </a:lnTo>
                <a:lnTo>
                  <a:pt x="1389386" y="160331"/>
                </a:lnTo>
                <a:lnTo>
                  <a:pt x="1389657" y="159899"/>
                </a:lnTo>
                <a:lnTo>
                  <a:pt x="1389943" y="159473"/>
                </a:lnTo>
                <a:lnTo>
                  <a:pt x="1390243" y="159052"/>
                </a:lnTo>
                <a:lnTo>
                  <a:pt x="1390558" y="158636"/>
                </a:lnTo>
                <a:lnTo>
                  <a:pt x="1390888" y="158225"/>
                </a:lnTo>
                <a:lnTo>
                  <a:pt x="1391232" y="157820"/>
                </a:lnTo>
                <a:lnTo>
                  <a:pt x="1391590" y="157423"/>
                </a:lnTo>
                <a:lnTo>
                  <a:pt x="1391960" y="157035"/>
                </a:lnTo>
                <a:lnTo>
                  <a:pt x="1392342" y="156657"/>
                </a:lnTo>
                <a:lnTo>
                  <a:pt x="1392737" y="156289"/>
                </a:lnTo>
                <a:lnTo>
                  <a:pt x="1393144" y="155931"/>
                </a:lnTo>
                <a:lnTo>
                  <a:pt x="1393563" y="155583"/>
                </a:lnTo>
                <a:lnTo>
                  <a:pt x="1393994" y="155244"/>
                </a:lnTo>
                <a:lnTo>
                  <a:pt x="1394438" y="154915"/>
                </a:lnTo>
                <a:lnTo>
                  <a:pt x="1394894" y="154596"/>
                </a:lnTo>
                <a:lnTo>
                  <a:pt x="1395362" y="154287"/>
                </a:lnTo>
                <a:lnTo>
                  <a:pt x="1395843" y="153988"/>
                </a:lnTo>
                <a:lnTo>
                  <a:pt x="1396336" y="153698"/>
                </a:lnTo>
                <a:lnTo>
                  <a:pt x="1396841" y="153418"/>
                </a:lnTo>
                <a:lnTo>
                  <a:pt x="1397358" y="153148"/>
                </a:lnTo>
                <a:lnTo>
                  <a:pt x="1397888" y="152888"/>
                </a:lnTo>
                <a:lnTo>
                  <a:pt x="1398429" y="152638"/>
                </a:lnTo>
                <a:lnTo>
                  <a:pt x="1398984" y="152397"/>
                </a:lnTo>
                <a:lnTo>
                  <a:pt x="1399550" y="152167"/>
                </a:lnTo>
                <a:lnTo>
                  <a:pt x="1400129" y="151946"/>
                </a:lnTo>
                <a:lnTo>
                  <a:pt x="1400720" y="151735"/>
                </a:lnTo>
                <a:lnTo>
                  <a:pt x="1401323" y="151534"/>
                </a:lnTo>
                <a:lnTo>
                  <a:pt x="1401939" y="151342"/>
                </a:lnTo>
                <a:lnTo>
                  <a:pt x="1402566" y="151160"/>
                </a:lnTo>
                <a:lnTo>
                  <a:pt x="1403206" y="150989"/>
                </a:lnTo>
                <a:lnTo>
                  <a:pt x="1420084" y="150989"/>
                </a:lnTo>
                <a:lnTo>
                  <a:pt x="1421186" y="150992"/>
                </a:lnTo>
                <a:lnTo>
                  <a:pt x="1422266" y="151003"/>
                </a:lnTo>
                <a:lnTo>
                  <a:pt x="1423325" y="151020"/>
                </a:lnTo>
                <a:lnTo>
                  <a:pt x="1424362" y="151044"/>
                </a:lnTo>
                <a:lnTo>
                  <a:pt x="1425379" y="151076"/>
                </a:lnTo>
                <a:lnTo>
                  <a:pt x="1426374" y="151114"/>
                </a:lnTo>
                <a:lnTo>
                  <a:pt x="1427349" y="151159"/>
                </a:lnTo>
                <a:lnTo>
                  <a:pt x="1428302" y="151211"/>
                </a:lnTo>
                <a:lnTo>
                  <a:pt x="1429233" y="151270"/>
                </a:lnTo>
                <a:lnTo>
                  <a:pt x="1430144" y="151336"/>
                </a:lnTo>
                <a:lnTo>
                  <a:pt x="1431033" y="151409"/>
                </a:lnTo>
                <a:lnTo>
                  <a:pt x="1431902" y="151489"/>
                </a:lnTo>
                <a:lnTo>
                  <a:pt x="1432749" y="151576"/>
                </a:lnTo>
                <a:lnTo>
                  <a:pt x="1433575" y="151670"/>
                </a:lnTo>
                <a:lnTo>
                  <a:pt x="1434379" y="151771"/>
                </a:lnTo>
                <a:lnTo>
                  <a:pt x="1435163" y="151879"/>
                </a:lnTo>
                <a:lnTo>
                  <a:pt x="1435925" y="151994"/>
                </a:lnTo>
                <a:lnTo>
                  <a:pt x="1436666" y="152115"/>
                </a:lnTo>
                <a:lnTo>
                  <a:pt x="1437386" y="152244"/>
                </a:lnTo>
                <a:lnTo>
                  <a:pt x="1438085" y="152380"/>
                </a:lnTo>
                <a:lnTo>
                  <a:pt x="1438763" y="152522"/>
                </a:lnTo>
                <a:lnTo>
                  <a:pt x="1439419" y="152672"/>
                </a:lnTo>
                <a:lnTo>
                  <a:pt x="1440054" y="152828"/>
                </a:lnTo>
                <a:lnTo>
                  <a:pt x="1440668" y="152991"/>
                </a:lnTo>
                <a:lnTo>
                  <a:pt x="1441264" y="153161"/>
                </a:lnTo>
                <a:lnTo>
                  <a:pt x="1441844" y="153336"/>
                </a:lnTo>
                <a:lnTo>
                  <a:pt x="1442408" y="153517"/>
                </a:lnTo>
                <a:lnTo>
                  <a:pt x="1442956" y="153703"/>
                </a:lnTo>
                <a:lnTo>
                  <a:pt x="1443488" y="153895"/>
                </a:lnTo>
                <a:lnTo>
                  <a:pt x="1444004" y="154092"/>
                </a:lnTo>
                <a:lnTo>
                  <a:pt x="1444505" y="154295"/>
                </a:lnTo>
                <a:lnTo>
                  <a:pt x="1444989" y="154503"/>
                </a:lnTo>
                <a:lnTo>
                  <a:pt x="1445458" y="154717"/>
                </a:lnTo>
                <a:lnTo>
                  <a:pt x="1445911" y="154936"/>
                </a:lnTo>
                <a:lnTo>
                  <a:pt x="1446348" y="155161"/>
                </a:lnTo>
                <a:lnTo>
                  <a:pt x="1446770" y="155392"/>
                </a:lnTo>
                <a:lnTo>
                  <a:pt x="1447175" y="155628"/>
                </a:lnTo>
                <a:lnTo>
                  <a:pt x="1447565" y="155869"/>
                </a:lnTo>
                <a:lnTo>
                  <a:pt x="1447939" y="156116"/>
                </a:lnTo>
                <a:lnTo>
                  <a:pt x="1448296" y="156368"/>
                </a:lnTo>
                <a:lnTo>
                  <a:pt x="1448639" y="156626"/>
                </a:lnTo>
                <a:lnTo>
                  <a:pt x="1448965" y="156890"/>
                </a:lnTo>
                <a:lnTo>
                  <a:pt x="1449275" y="157159"/>
                </a:lnTo>
                <a:lnTo>
                  <a:pt x="1449570" y="157433"/>
                </a:lnTo>
                <a:lnTo>
                  <a:pt x="1449849" y="157713"/>
                </a:lnTo>
                <a:lnTo>
                  <a:pt x="1450112" y="157999"/>
                </a:lnTo>
                <a:lnTo>
                  <a:pt x="1450359" y="158290"/>
                </a:lnTo>
                <a:lnTo>
                  <a:pt x="1450590" y="158587"/>
                </a:lnTo>
                <a:lnTo>
                  <a:pt x="1450809" y="158888"/>
                </a:lnTo>
                <a:lnTo>
                  <a:pt x="1451018" y="159195"/>
                </a:lnTo>
                <a:lnTo>
                  <a:pt x="1451218" y="159506"/>
                </a:lnTo>
                <a:lnTo>
                  <a:pt x="1451409" y="159822"/>
                </a:lnTo>
                <a:lnTo>
                  <a:pt x="1451590" y="160142"/>
                </a:lnTo>
                <a:lnTo>
                  <a:pt x="1451762" y="160467"/>
                </a:lnTo>
                <a:lnTo>
                  <a:pt x="1451925" y="160797"/>
                </a:lnTo>
                <a:lnTo>
                  <a:pt x="1452079" y="161132"/>
                </a:lnTo>
                <a:lnTo>
                  <a:pt x="1452223" y="161471"/>
                </a:lnTo>
                <a:lnTo>
                  <a:pt x="1452358" y="161815"/>
                </a:lnTo>
                <a:lnTo>
                  <a:pt x="1452484" y="162164"/>
                </a:lnTo>
                <a:lnTo>
                  <a:pt x="1452600" y="162517"/>
                </a:lnTo>
                <a:lnTo>
                  <a:pt x="1452707" y="162875"/>
                </a:lnTo>
                <a:lnTo>
                  <a:pt x="1452805" y="163238"/>
                </a:lnTo>
                <a:lnTo>
                  <a:pt x="1452893" y="163606"/>
                </a:lnTo>
                <a:lnTo>
                  <a:pt x="1452972" y="163978"/>
                </a:lnTo>
                <a:lnTo>
                  <a:pt x="1453042" y="164355"/>
                </a:lnTo>
                <a:lnTo>
                  <a:pt x="1453102" y="164737"/>
                </a:lnTo>
                <a:lnTo>
                  <a:pt x="1453154" y="165123"/>
                </a:lnTo>
                <a:lnTo>
                  <a:pt x="1453195" y="165514"/>
                </a:lnTo>
                <a:lnTo>
                  <a:pt x="1453228" y="165910"/>
                </a:lnTo>
                <a:lnTo>
                  <a:pt x="1453251" y="166310"/>
                </a:lnTo>
                <a:lnTo>
                  <a:pt x="1453265" y="166715"/>
                </a:lnTo>
                <a:lnTo>
                  <a:pt x="1453270" y="167125"/>
                </a:lnTo>
                <a:lnTo>
                  <a:pt x="1453256" y="167818"/>
                </a:lnTo>
                <a:lnTo>
                  <a:pt x="1453215" y="168500"/>
                </a:lnTo>
                <a:lnTo>
                  <a:pt x="1453146" y="169174"/>
                </a:lnTo>
                <a:lnTo>
                  <a:pt x="1453050" y="169838"/>
                </a:lnTo>
                <a:lnTo>
                  <a:pt x="1452926" y="170493"/>
                </a:lnTo>
                <a:lnTo>
                  <a:pt x="1452775" y="171138"/>
                </a:lnTo>
                <a:lnTo>
                  <a:pt x="1452596" y="171774"/>
                </a:lnTo>
                <a:lnTo>
                  <a:pt x="1452389" y="172400"/>
                </a:lnTo>
                <a:lnTo>
                  <a:pt x="1452155" y="173017"/>
                </a:lnTo>
                <a:lnTo>
                  <a:pt x="1451894" y="173625"/>
                </a:lnTo>
                <a:lnTo>
                  <a:pt x="1451605" y="174223"/>
                </a:lnTo>
                <a:lnTo>
                  <a:pt x="1451288" y="174811"/>
                </a:lnTo>
                <a:lnTo>
                  <a:pt x="1450944" y="175391"/>
                </a:lnTo>
                <a:lnTo>
                  <a:pt x="1450573" y="175961"/>
                </a:lnTo>
                <a:lnTo>
                  <a:pt x="1450174" y="176521"/>
                </a:lnTo>
                <a:lnTo>
                  <a:pt x="1449747" y="177072"/>
                </a:lnTo>
                <a:lnTo>
                  <a:pt x="1449293" y="177614"/>
                </a:lnTo>
                <a:lnTo>
                  <a:pt x="1448812" y="178146"/>
                </a:lnTo>
                <a:lnTo>
                  <a:pt x="1448303" y="178669"/>
                </a:lnTo>
                <a:lnTo>
                  <a:pt x="1447766" y="179182"/>
                </a:lnTo>
                <a:lnTo>
                  <a:pt x="1447202" y="179686"/>
                </a:lnTo>
                <a:lnTo>
                  <a:pt x="1446610" y="180181"/>
                </a:lnTo>
                <a:lnTo>
                  <a:pt x="1445991" y="180666"/>
                </a:lnTo>
                <a:lnTo>
                  <a:pt x="1445344" y="181141"/>
                </a:lnTo>
                <a:lnTo>
                  <a:pt x="1444664" y="181603"/>
                </a:lnTo>
                <a:lnTo>
                  <a:pt x="1443944" y="182045"/>
                </a:lnTo>
                <a:lnTo>
                  <a:pt x="1443184" y="182467"/>
                </a:lnTo>
                <a:lnTo>
                  <a:pt x="1442384" y="182870"/>
                </a:lnTo>
                <a:lnTo>
                  <a:pt x="1441544" y="183253"/>
                </a:lnTo>
                <a:lnTo>
                  <a:pt x="1440665" y="183616"/>
                </a:lnTo>
                <a:lnTo>
                  <a:pt x="1439746" y="183959"/>
                </a:lnTo>
                <a:lnTo>
                  <a:pt x="1438787" y="184284"/>
                </a:lnTo>
                <a:lnTo>
                  <a:pt x="1437788" y="184588"/>
                </a:lnTo>
                <a:lnTo>
                  <a:pt x="1436750" y="184873"/>
                </a:lnTo>
                <a:lnTo>
                  <a:pt x="1435671" y="185138"/>
                </a:lnTo>
                <a:lnTo>
                  <a:pt x="1434553" y="185383"/>
                </a:lnTo>
                <a:lnTo>
                  <a:pt x="1433395" y="185609"/>
                </a:lnTo>
                <a:lnTo>
                  <a:pt x="1432197" y="185815"/>
                </a:lnTo>
                <a:lnTo>
                  <a:pt x="1430960" y="186002"/>
                </a:lnTo>
                <a:lnTo>
                  <a:pt x="1429683" y="186169"/>
                </a:lnTo>
                <a:lnTo>
                  <a:pt x="1428366" y="186316"/>
                </a:lnTo>
                <a:lnTo>
                  <a:pt x="1427009" y="186444"/>
                </a:lnTo>
                <a:lnTo>
                  <a:pt x="1425612" y="186552"/>
                </a:lnTo>
                <a:lnTo>
                  <a:pt x="1424175" y="186640"/>
                </a:lnTo>
                <a:lnTo>
                  <a:pt x="1422699" y="186709"/>
                </a:lnTo>
                <a:lnTo>
                  <a:pt x="1421183" y="186758"/>
                </a:lnTo>
                <a:lnTo>
                  <a:pt x="1419627" y="186787"/>
                </a:lnTo>
                <a:lnTo>
                  <a:pt x="1418032" y="186797"/>
                </a:lnTo>
                <a:lnTo>
                  <a:pt x="1416661" y="186788"/>
                </a:lnTo>
                <a:lnTo>
                  <a:pt x="1415322" y="186760"/>
                </a:lnTo>
                <a:lnTo>
                  <a:pt x="1414017" y="186713"/>
                </a:lnTo>
                <a:lnTo>
                  <a:pt x="1412745" y="186648"/>
                </a:lnTo>
                <a:lnTo>
                  <a:pt x="1411505" y="186565"/>
                </a:lnTo>
                <a:close/>
                <a:moveTo>
                  <a:pt x="1274089" y="74124"/>
                </a:moveTo>
                <a:lnTo>
                  <a:pt x="1274556" y="73555"/>
                </a:lnTo>
                <a:lnTo>
                  <a:pt x="1275036" y="72990"/>
                </a:lnTo>
                <a:lnTo>
                  <a:pt x="1275527" y="72429"/>
                </a:lnTo>
                <a:lnTo>
                  <a:pt x="1276029" y="71872"/>
                </a:lnTo>
                <a:lnTo>
                  <a:pt x="1276543" y="71318"/>
                </a:lnTo>
                <a:lnTo>
                  <a:pt x="1277068" y="70769"/>
                </a:lnTo>
                <a:lnTo>
                  <a:pt x="1277605" y="70224"/>
                </a:lnTo>
                <a:lnTo>
                  <a:pt x="1278153" y="69682"/>
                </a:lnTo>
                <a:lnTo>
                  <a:pt x="1278713" y="69145"/>
                </a:lnTo>
                <a:lnTo>
                  <a:pt x="1279284" y="68611"/>
                </a:lnTo>
                <a:lnTo>
                  <a:pt x="1279866" y="68081"/>
                </a:lnTo>
                <a:lnTo>
                  <a:pt x="1280461" y="67555"/>
                </a:lnTo>
                <a:lnTo>
                  <a:pt x="1281066" y="67034"/>
                </a:lnTo>
                <a:lnTo>
                  <a:pt x="1281683" y="66516"/>
                </a:lnTo>
                <a:lnTo>
                  <a:pt x="1282312" y="66002"/>
                </a:lnTo>
                <a:lnTo>
                  <a:pt x="1282952" y="65492"/>
                </a:lnTo>
                <a:lnTo>
                  <a:pt x="1283604" y="64985"/>
                </a:lnTo>
                <a:lnTo>
                  <a:pt x="1284267" y="64483"/>
                </a:lnTo>
                <a:lnTo>
                  <a:pt x="1284941" y="63985"/>
                </a:lnTo>
                <a:lnTo>
                  <a:pt x="1285627" y="63490"/>
                </a:lnTo>
                <a:lnTo>
                  <a:pt x="1286325" y="63000"/>
                </a:lnTo>
                <a:lnTo>
                  <a:pt x="1287035" y="62521"/>
                </a:lnTo>
                <a:lnTo>
                  <a:pt x="1287759" y="62063"/>
                </a:lnTo>
                <a:lnTo>
                  <a:pt x="1288497" y="61625"/>
                </a:lnTo>
                <a:lnTo>
                  <a:pt x="1289249" y="61207"/>
                </a:lnTo>
                <a:lnTo>
                  <a:pt x="1290014" y="60810"/>
                </a:lnTo>
                <a:lnTo>
                  <a:pt x="1290794" y="60434"/>
                </a:lnTo>
                <a:lnTo>
                  <a:pt x="1291587" y="60077"/>
                </a:lnTo>
                <a:lnTo>
                  <a:pt x="1292394" y="59741"/>
                </a:lnTo>
                <a:lnTo>
                  <a:pt x="1293215" y="59425"/>
                </a:lnTo>
                <a:lnTo>
                  <a:pt x="1294050" y="59130"/>
                </a:lnTo>
                <a:lnTo>
                  <a:pt x="1294899" y="58855"/>
                </a:lnTo>
                <a:lnTo>
                  <a:pt x="1295762" y="58600"/>
                </a:lnTo>
                <a:lnTo>
                  <a:pt x="1296638" y="58366"/>
                </a:lnTo>
                <a:lnTo>
                  <a:pt x="1297528" y="58152"/>
                </a:lnTo>
                <a:lnTo>
                  <a:pt x="1298433" y="57959"/>
                </a:lnTo>
                <a:lnTo>
                  <a:pt x="1299351" y="57786"/>
                </a:lnTo>
                <a:lnTo>
                  <a:pt x="1300283" y="57633"/>
                </a:lnTo>
                <a:lnTo>
                  <a:pt x="1301228" y="57501"/>
                </a:lnTo>
                <a:lnTo>
                  <a:pt x="1302188" y="57389"/>
                </a:lnTo>
                <a:lnTo>
                  <a:pt x="1303161" y="57297"/>
                </a:lnTo>
                <a:lnTo>
                  <a:pt x="1304149" y="57226"/>
                </a:lnTo>
                <a:lnTo>
                  <a:pt x="1305150" y="57175"/>
                </a:lnTo>
                <a:lnTo>
                  <a:pt x="1306165" y="57144"/>
                </a:lnTo>
                <a:lnTo>
                  <a:pt x="1307194" y="57134"/>
                </a:lnTo>
                <a:lnTo>
                  <a:pt x="1307881" y="57140"/>
                </a:lnTo>
                <a:lnTo>
                  <a:pt x="1308554" y="57160"/>
                </a:lnTo>
                <a:lnTo>
                  <a:pt x="1309214" y="57192"/>
                </a:lnTo>
                <a:lnTo>
                  <a:pt x="1309860" y="57238"/>
                </a:lnTo>
                <a:lnTo>
                  <a:pt x="1310492" y="57296"/>
                </a:lnTo>
                <a:lnTo>
                  <a:pt x="1311111" y="57367"/>
                </a:lnTo>
                <a:lnTo>
                  <a:pt x="1311715" y="57451"/>
                </a:lnTo>
                <a:lnTo>
                  <a:pt x="1312307" y="57549"/>
                </a:lnTo>
                <a:lnTo>
                  <a:pt x="1312884" y="57659"/>
                </a:lnTo>
                <a:lnTo>
                  <a:pt x="1313448" y="57782"/>
                </a:lnTo>
                <a:lnTo>
                  <a:pt x="1313999" y="57918"/>
                </a:lnTo>
                <a:lnTo>
                  <a:pt x="1314535" y="58067"/>
                </a:lnTo>
                <a:lnTo>
                  <a:pt x="1315058" y="58229"/>
                </a:lnTo>
                <a:lnTo>
                  <a:pt x="1315568" y="58404"/>
                </a:lnTo>
                <a:lnTo>
                  <a:pt x="1316063" y="58591"/>
                </a:lnTo>
                <a:lnTo>
                  <a:pt x="1316545" y="58792"/>
                </a:lnTo>
                <a:lnTo>
                  <a:pt x="1317014" y="59006"/>
                </a:lnTo>
                <a:lnTo>
                  <a:pt x="1317468" y="59233"/>
                </a:lnTo>
                <a:lnTo>
                  <a:pt x="1317909" y="59472"/>
                </a:lnTo>
                <a:lnTo>
                  <a:pt x="1318337" y="59725"/>
                </a:lnTo>
                <a:lnTo>
                  <a:pt x="1318750" y="59991"/>
                </a:lnTo>
                <a:lnTo>
                  <a:pt x="1319150" y="60269"/>
                </a:lnTo>
                <a:lnTo>
                  <a:pt x="1319537" y="60561"/>
                </a:lnTo>
                <a:lnTo>
                  <a:pt x="1319909" y="60865"/>
                </a:lnTo>
                <a:lnTo>
                  <a:pt x="1320271" y="61181"/>
                </a:lnTo>
                <a:lnTo>
                  <a:pt x="1320623" y="61506"/>
                </a:lnTo>
                <a:lnTo>
                  <a:pt x="1320965" y="61842"/>
                </a:lnTo>
                <a:lnTo>
                  <a:pt x="1321299" y="62186"/>
                </a:lnTo>
                <a:lnTo>
                  <a:pt x="1321623" y="62541"/>
                </a:lnTo>
                <a:lnTo>
                  <a:pt x="1321937" y="62905"/>
                </a:lnTo>
                <a:lnTo>
                  <a:pt x="1322243" y="63279"/>
                </a:lnTo>
                <a:lnTo>
                  <a:pt x="1322539" y="63662"/>
                </a:lnTo>
                <a:lnTo>
                  <a:pt x="1322825" y="64055"/>
                </a:lnTo>
                <a:lnTo>
                  <a:pt x="1323103" y="64458"/>
                </a:lnTo>
                <a:lnTo>
                  <a:pt x="1323371" y="64871"/>
                </a:lnTo>
                <a:lnTo>
                  <a:pt x="1323630" y="65293"/>
                </a:lnTo>
                <a:lnTo>
                  <a:pt x="1323880" y="65725"/>
                </a:lnTo>
                <a:lnTo>
                  <a:pt x="1324120" y="66167"/>
                </a:lnTo>
                <a:lnTo>
                  <a:pt x="1324351" y="66618"/>
                </a:lnTo>
                <a:lnTo>
                  <a:pt x="1324572" y="67079"/>
                </a:lnTo>
                <a:lnTo>
                  <a:pt x="1324785" y="67549"/>
                </a:lnTo>
                <a:lnTo>
                  <a:pt x="1324988" y="68030"/>
                </a:lnTo>
                <a:lnTo>
                  <a:pt x="1325181" y="68520"/>
                </a:lnTo>
                <a:lnTo>
                  <a:pt x="1325366" y="69019"/>
                </a:lnTo>
                <a:lnTo>
                  <a:pt x="1325541" y="69529"/>
                </a:lnTo>
                <a:lnTo>
                  <a:pt x="1325707" y="70047"/>
                </a:lnTo>
                <a:lnTo>
                  <a:pt x="1325863" y="70576"/>
                </a:lnTo>
                <a:lnTo>
                  <a:pt x="1326011" y="71114"/>
                </a:lnTo>
                <a:lnTo>
                  <a:pt x="1326150" y="71661"/>
                </a:lnTo>
                <a:lnTo>
                  <a:pt x="1326284" y="72213"/>
                </a:lnTo>
                <a:lnTo>
                  <a:pt x="1326411" y="72773"/>
                </a:lnTo>
                <a:lnTo>
                  <a:pt x="1326533" y="73339"/>
                </a:lnTo>
                <a:lnTo>
                  <a:pt x="1326649" y="73911"/>
                </a:lnTo>
                <a:lnTo>
                  <a:pt x="1326759" y="74490"/>
                </a:lnTo>
                <a:lnTo>
                  <a:pt x="1326863" y="75076"/>
                </a:lnTo>
                <a:lnTo>
                  <a:pt x="1326961" y="75669"/>
                </a:lnTo>
                <a:lnTo>
                  <a:pt x="1327053" y="76267"/>
                </a:lnTo>
                <a:lnTo>
                  <a:pt x="1327139" y="76873"/>
                </a:lnTo>
                <a:lnTo>
                  <a:pt x="1327219" y="77485"/>
                </a:lnTo>
                <a:lnTo>
                  <a:pt x="1327294" y="78104"/>
                </a:lnTo>
                <a:lnTo>
                  <a:pt x="1327362" y="78729"/>
                </a:lnTo>
                <a:lnTo>
                  <a:pt x="1327424" y="79361"/>
                </a:lnTo>
                <a:lnTo>
                  <a:pt x="1327481" y="80000"/>
                </a:lnTo>
                <a:lnTo>
                  <a:pt x="1327531" y="80645"/>
                </a:lnTo>
                <a:lnTo>
                  <a:pt x="1327576" y="81296"/>
                </a:lnTo>
                <a:lnTo>
                  <a:pt x="1327614" y="81955"/>
                </a:lnTo>
                <a:lnTo>
                  <a:pt x="1327647" y="82620"/>
                </a:lnTo>
                <a:lnTo>
                  <a:pt x="1327674" y="83291"/>
                </a:lnTo>
                <a:lnTo>
                  <a:pt x="1327694" y="83969"/>
                </a:lnTo>
                <a:lnTo>
                  <a:pt x="1327709" y="84654"/>
                </a:lnTo>
                <a:lnTo>
                  <a:pt x="1327718" y="85345"/>
                </a:lnTo>
                <a:lnTo>
                  <a:pt x="1327721" y="86043"/>
                </a:lnTo>
                <a:lnTo>
                  <a:pt x="1327721" y="157603"/>
                </a:lnTo>
                <a:lnTo>
                  <a:pt x="1346766" y="157603"/>
                </a:lnTo>
                <a:lnTo>
                  <a:pt x="1346766" y="83595"/>
                </a:lnTo>
                <a:lnTo>
                  <a:pt x="1346751" y="81931"/>
                </a:lnTo>
                <a:lnTo>
                  <a:pt x="1346708" y="80299"/>
                </a:lnTo>
                <a:lnTo>
                  <a:pt x="1346636" y="78697"/>
                </a:lnTo>
                <a:lnTo>
                  <a:pt x="1346535" y="77128"/>
                </a:lnTo>
                <a:lnTo>
                  <a:pt x="1346404" y="75589"/>
                </a:lnTo>
                <a:lnTo>
                  <a:pt x="1346245" y="74082"/>
                </a:lnTo>
                <a:lnTo>
                  <a:pt x="1346058" y="72606"/>
                </a:lnTo>
                <a:lnTo>
                  <a:pt x="1345841" y="71161"/>
                </a:lnTo>
                <a:lnTo>
                  <a:pt x="1345595" y="69748"/>
                </a:lnTo>
                <a:lnTo>
                  <a:pt x="1345321" y="68366"/>
                </a:lnTo>
                <a:lnTo>
                  <a:pt x="1345017" y="67015"/>
                </a:lnTo>
                <a:lnTo>
                  <a:pt x="1344685" y="65696"/>
                </a:lnTo>
                <a:lnTo>
                  <a:pt x="1344323" y="64408"/>
                </a:lnTo>
                <a:lnTo>
                  <a:pt x="1343933" y="63151"/>
                </a:lnTo>
                <a:lnTo>
                  <a:pt x="1343514" y="61925"/>
                </a:lnTo>
                <a:lnTo>
                  <a:pt x="1343066" y="60731"/>
                </a:lnTo>
                <a:lnTo>
                  <a:pt x="1342589" y="59568"/>
                </a:lnTo>
                <a:lnTo>
                  <a:pt x="1342083" y="58437"/>
                </a:lnTo>
                <a:lnTo>
                  <a:pt x="1341548" y="57337"/>
                </a:lnTo>
                <a:lnTo>
                  <a:pt x="1340985" y="56268"/>
                </a:lnTo>
                <a:lnTo>
                  <a:pt x="1340392" y="55230"/>
                </a:lnTo>
                <a:lnTo>
                  <a:pt x="1339771" y="54224"/>
                </a:lnTo>
                <a:lnTo>
                  <a:pt x="1339120" y="53249"/>
                </a:lnTo>
                <a:lnTo>
                  <a:pt x="1338441" y="52305"/>
                </a:lnTo>
                <a:lnTo>
                  <a:pt x="1337730" y="51396"/>
                </a:lnTo>
                <a:lnTo>
                  <a:pt x="1336985" y="50526"/>
                </a:lnTo>
                <a:lnTo>
                  <a:pt x="1336205" y="49695"/>
                </a:lnTo>
                <a:lnTo>
                  <a:pt x="1335390" y="48902"/>
                </a:lnTo>
                <a:lnTo>
                  <a:pt x="1334542" y="48148"/>
                </a:lnTo>
                <a:lnTo>
                  <a:pt x="1333658" y="47433"/>
                </a:lnTo>
                <a:lnTo>
                  <a:pt x="1332741" y="46756"/>
                </a:lnTo>
                <a:lnTo>
                  <a:pt x="1331789" y="46118"/>
                </a:lnTo>
                <a:lnTo>
                  <a:pt x="1330802" y="45519"/>
                </a:lnTo>
                <a:lnTo>
                  <a:pt x="1329781" y="44958"/>
                </a:lnTo>
                <a:lnTo>
                  <a:pt x="1328726" y="44436"/>
                </a:lnTo>
                <a:lnTo>
                  <a:pt x="1327636" y="43953"/>
                </a:lnTo>
                <a:lnTo>
                  <a:pt x="1326511" y="43508"/>
                </a:lnTo>
                <a:lnTo>
                  <a:pt x="1325352" y="43102"/>
                </a:lnTo>
                <a:lnTo>
                  <a:pt x="1324159" y="42734"/>
                </a:lnTo>
                <a:lnTo>
                  <a:pt x="1322931" y="42406"/>
                </a:lnTo>
                <a:lnTo>
                  <a:pt x="1321669" y="42116"/>
                </a:lnTo>
                <a:lnTo>
                  <a:pt x="1320373" y="41864"/>
                </a:lnTo>
                <a:lnTo>
                  <a:pt x="1319042" y="41652"/>
                </a:lnTo>
                <a:lnTo>
                  <a:pt x="1317676" y="41478"/>
                </a:lnTo>
                <a:lnTo>
                  <a:pt x="1316276" y="41342"/>
                </a:lnTo>
                <a:lnTo>
                  <a:pt x="1314842" y="41246"/>
                </a:lnTo>
                <a:lnTo>
                  <a:pt x="1313373" y="41188"/>
                </a:lnTo>
                <a:lnTo>
                  <a:pt x="1311870" y="41168"/>
                </a:lnTo>
                <a:lnTo>
                  <a:pt x="1310634" y="41179"/>
                </a:lnTo>
                <a:lnTo>
                  <a:pt x="1309417" y="41210"/>
                </a:lnTo>
                <a:lnTo>
                  <a:pt x="1308219" y="41262"/>
                </a:lnTo>
                <a:lnTo>
                  <a:pt x="1307039" y="41335"/>
                </a:lnTo>
                <a:lnTo>
                  <a:pt x="1305878" y="41428"/>
                </a:lnTo>
                <a:lnTo>
                  <a:pt x="1304735" y="41543"/>
                </a:lnTo>
                <a:lnTo>
                  <a:pt x="1303611" y="41678"/>
                </a:lnTo>
                <a:lnTo>
                  <a:pt x="1302506" y="41834"/>
                </a:lnTo>
                <a:lnTo>
                  <a:pt x="1301419" y="42010"/>
                </a:lnTo>
                <a:lnTo>
                  <a:pt x="1300351" y="42208"/>
                </a:lnTo>
                <a:lnTo>
                  <a:pt x="1299301" y="42426"/>
                </a:lnTo>
                <a:lnTo>
                  <a:pt x="1298270" y="42665"/>
                </a:lnTo>
                <a:lnTo>
                  <a:pt x="1297258" y="42925"/>
                </a:lnTo>
                <a:lnTo>
                  <a:pt x="1296264" y="43206"/>
                </a:lnTo>
                <a:lnTo>
                  <a:pt x="1295289" y="43507"/>
                </a:lnTo>
                <a:lnTo>
                  <a:pt x="1294333" y="43829"/>
                </a:lnTo>
                <a:lnTo>
                  <a:pt x="1293395" y="44172"/>
                </a:lnTo>
                <a:lnTo>
                  <a:pt x="1292476" y="44536"/>
                </a:lnTo>
                <a:lnTo>
                  <a:pt x="1291575" y="44921"/>
                </a:lnTo>
                <a:lnTo>
                  <a:pt x="1290693" y="45326"/>
                </a:lnTo>
                <a:lnTo>
                  <a:pt x="1289830" y="45752"/>
                </a:lnTo>
                <a:lnTo>
                  <a:pt x="1288985" y="46199"/>
                </a:lnTo>
                <a:lnTo>
                  <a:pt x="1288159" y="46667"/>
                </a:lnTo>
                <a:lnTo>
                  <a:pt x="1287351" y="47155"/>
                </a:lnTo>
                <a:lnTo>
                  <a:pt x="1286561" y="47656"/>
                </a:lnTo>
                <a:lnTo>
                  <a:pt x="1285785" y="48158"/>
                </a:lnTo>
                <a:lnTo>
                  <a:pt x="1285026" y="48664"/>
                </a:lnTo>
                <a:lnTo>
                  <a:pt x="1284282" y="49172"/>
                </a:lnTo>
                <a:lnTo>
                  <a:pt x="1283553" y="49682"/>
                </a:lnTo>
                <a:lnTo>
                  <a:pt x="1282839" y="50195"/>
                </a:lnTo>
                <a:lnTo>
                  <a:pt x="1282141" y="50711"/>
                </a:lnTo>
                <a:lnTo>
                  <a:pt x="1281459" y="51229"/>
                </a:lnTo>
                <a:lnTo>
                  <a:pt x="1280792" y="51750"/>
                </a:lnTo>
                <a:lnTo>
                  <a:pt x="1280140" y="52273"/>
                </a:lnTo>
                <a:lnTo>
                  <a:pt x="1279504" y="52799"/>
                </a:lnTo>
                <a:lnTo>
                  <a:pt x="1278884" y="53328"/>
                </a:lnTo>
                <a:lnTo>
                  <a:pt x="1278278" y="53859"/>
                </a:lnTo>
                <a:lnTo>
                  <a:pt x="1277689" y="54393"/>
                </a:lnTo>
                <a:lnTo>
                  <a:pt x="1277114" y="54929"/>
                </a:lnTo>
                <a:lnTo>
                  <a:pt x="1276555" y="55468"/>
                </a:lnTo>
                <a:lnTo>
                  <a:pt x="1276012" y="56009"/>
                </a:lnTo>
                <a:lnTo>
                  <a:pt x="1275484" y="56553"/>
                </a:lnTo>
                <a:lnTo>
                  <a:pt x="1274971" y="57100"/>
                </a:lnTo>
                <a:lnTo>
                  <a:pt x="1274474" y="57649"/>
                </a:lnTo>
                <a:lnTo>
                  <a:pt x="1273992" y="58200"/>
                </a:lnTo>
                <a:lnTo>
                  <a:pt x="1273526" y="58755"/>
                </a:lnTo>
                <a:lnTo>
                  <a:pt x="1273075" y="59311"/>
                </a:lnTo>
                <a:lnTo>
                  <a:pt x="1272640" y="59871"/>
                </a:lnTo>
                <a:lnTo>
                  <a:pt x="1271956" y="43107"/>
                </a:lnTo>
                <a:lnTo>
                  <a:pt x="1253709" y="43107"/>
                </a:lnTo>
                <a:lnTo>
                  <a:pt x="1253709" y="157603"/>
                </a:lnTo>
                <a:lnTo>
                  <a:pt x="1272754" y="157603"/>
                </a:lnTo>
                <a:lnTo>
                  <a:pt x="1272754" y="75854"/>
                </a:lnTo>
                <a:lnTo>
                  <a:pt x="1273187" y="75274"/>
                </a:lnTo>
                <a:lnTo>
                  <a:pt x="1273632" y="74697"/>
                </a:lnTo>
                <a:lnTo>
                  <a:pt x="1274089" y="74124"/>
                </a:lnTo>
                <a:close/>
                <a:moveTo>
                  <a:pt x="1197190" y="157603"/>
                </a:moveTo>
                <a:lnTo>
                  <a:pt x="1216234" y="157603"/>
                </a:lnTo>
                <a:lnTo>
                  <a:pt x="1216234" y="43107"/>
                </a:lnTo>
                <a:lnTo>
                  <a:pt x="1197190" y="43107"/>
                </a:lnTo>
                <a:lnTo>
                  <a:pt x="1197190" y="15760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" name="Text Firstthingsfirst,I">
            <a:extLst xmlns:a="http://schemas.openxmlformats.org/drawingml/2006/main">
              <a:ext uri="{FF2B5EF4-FFF2-40B4-BE49-F238E27FC236}">
                <a16:creationId xmlns:a16="http://schemas.microsoft.com/office/drawing/2014/main" id="{31C49D6C-8A23-4087-BCB6-8452B62C7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199" y="5427682"/>
            <a:ext cx="1440789" cy="173513"/>
          </a:xfrm>
          <a:custGeom xmlns:a="http://schemas.openxmlformats.org/drawingml/2006/main">
            <a:pathLst>
              <a:path w="1440789" h="173513">
                <a:moveTo>
                  <a:pt x="109012" y="19061"/>
                </a:moveTo>
                <a:lnTo>
                  <a:pt x="109371" y="19019"/>
                </a:lnTo>
                <a:lnTo>
                  <a:pt x="109723" y="18967"/>
                </a:lnTo>
                <a:lnTo>
                  <a:pt x="110069" y="18906"/>
                </a:lnTo>
                <a:lnTo>
                  <a:pt x="110410" y="18835"/>
                </a:lnTo>
                <a:lnTo>
                  <a:pt x="110744" y="18755"/>
                </a:lnTo>
                <a:lnTo>
                  <a:pt x="111071" y="18666"/>
                </a:lnTo>
                <a:lnTo>
                  <a:pt x="111393" y="18567"/>
                </a:lnTo>
                <a:lnTo>
                  <a:pt x="111708" y="18459"/>
                </a:lnTo>
                <a:lnTo>
                  <a:pt x="112018" y="18341"/>
                </a:lnTo>
                <a:lnTo>
                  <a:pt x="112321" y="18214"/>
                </a:lnTo>
                <a:lnTo>
                  <a:pt x="112618" y="18077"/>
                </a:lnTo>
                <a:lnTo>
                  <a:pt x="112909" y="17931"/>
                </a:lnTo>
                <a:lnTo>
                  <a:pt x="113193" y="17776"/>
                </a:lnTo>
                <a:lnTo>
                  <a:pt x="113472" y="17611"/>
                </a:lnTo>
                <a:lnTo>
                  <a:pt x="113744" y="17437"/>
                </a:lnTo>
                <a:lnTo>
                  <a:pt x="114010" y="17253"/>
                </a:lnTo>
                <a:lnTo>
                  <a:pt x="114270" y="17060"/>
                </a:lnTo>
                <a:lnTo>
                  <a:pt x="114524" y="16857"/>
                </a:lnTo>
                <a:lnTo>
                  <a:pt x="114771" y="16645"/>
                </a:lnTo>
                <a:lnTo>
                  <a:pt x="115013" y="16424"/>
                </a:lnTo>
                <a:lnTo>
                  <a:pt x="115246" y="16195"/>
                </a:lnTo>
                <a:lnTo>
                  <a:pt x="115470" y="15962"/>
                </a:lnTo>
                <a:lnTo>
                  <a:pt x="115683" y="15724"/>
                </a:lnTo>
                <a:lnTo>
                  <a:pt x="115887" y="15480"/>
                </a:lnTo>
                <a:lnTo>
                  <a:pt x="116081" y="15232"/>
                </a:lnTo>
                <a:lnTo>
                  <a:pt x="116264" y="14978"/>
                </a:lnTo>
                <a:lnTo>
                  <a:pt x="116438" y="14720"/>
                </a:lnTo>
                <a:lnTo>
                  <a:pt x="116602" y="14457"/>
                </a:lnTo>
                <a:lnTo>
                  <a:pt x="116756" y="14188"/>
                </a:lnTo>
                <a:lnTo>
                  <a:pt x="116900" y="13915"/>
                </a:lnTo>
                <a:lnTo>
                  <a:pt x="117034" y="13637"/>
                </a:lnTo>
                <a:lnTo>
                  <a:pt x="117158" y="13354"/>
                </a:lnTo>
                <a:lnTo>
                  <a:pt x="117273" y="13066"/>
                </a:lnTo>
                <a:lnTo>
                  <a:pt x="117377" y="12773"/>
                </a:lnTo>
                <a:lnTo>
                  <a:pt x="117471" y="12474"/>
                </a:lnTo>
                <a:lnTo>
                  <a:pt x="117556" y="12171"/>
                </a:lnTo>
                <a:lnTo>
                  <a:pt x="117630" y="11863"/>
                </a:lnTo>
                <a:lnTo>
                  <a:pt x="117695" y="11550"/>
                </a:lnTo>
                <a:lnTo>
                  <a:pt x="117749" y="11233"/>
                </a:lnTo>
                <a:lnTo>
                  <a:pt x="117794" y="10910"/>
                </a:lnTo>
                <a:lnTo>
                  <a:pt x="117829" y="10582"/>
                </a:lnTo>
                <a:lnTo>
                  <a:pt x="117854" y="10249"/>
                </a:lnTo>
                <a:lnTo>
                  <a:pt x="117869" y="9911"/>
                </a:lnTo>
                <a:lnTo>
                  <a:pt x="117874" y="9568"/>
                </a:lnTo>
                <a:lnTo>
                  <a:pt x="117869" y="9226"/>
                </a:lnTo>
                <a:lnTo>
                  <a:pt x="117854" y="8888"/>
                </a:lnTo>
                <a:lnTo>
                  <a:pt x="117829" y="8555"/>
                </a:lnTo>
                <a:lnTo>
                  <a:pt x="117794" y="8227"/>
                </a:lnTo>
                <a:lnTo>
                  <a:pt x="117749" y="7904"/>
                </a:lnTo>
                <a:lnTo>
                  <a:pt x="117695" y="7586"/>
                </a:lnTo>
                <a:lnTo>
                  <a:pt x="117630" y="7273"/>
                </a:lnTo>
                <a:lnTo>
                  <a:pt x="117556" y="6965"/>
                </a:lnTo>
                <a:lnTo>
                  <a:pt x="117471" y="6662"/>
                </a:lnTo>
                <a:lnTo>
                  <a:pt x="117377" y="6364"/>
                </a:lnTo>
                <a:lnTo>
                  <a:pt x="117273" y="6071"/>
                </a:lnTo>
                <a:lnTo>
                  <a:pt x="117158" y="5783"/>
                </a:lnTo>
                <a:lnTo>
                  <a:pt x="117034" y="5500"/>
                </a:lnTo>
                <a:lnTo>
                  <a:pt x="116900" y="5222"/>
                </a:lnTo>
                <a:lnTo>
                  <a:pt x="116756" y="4948"/>
                </a:lnTo>
                <a:lnTo>
                  <a:pt x="116602" y="4680"/>
                </a:lnTo>
                <a:lnTo>
                  <a:pt x="116438" y="4417"/>
                </a:lnTo>
                <a:lnTo>
                  <a:pt x="116264" y="4158"/>
                </a:lnTo>
                <a:lnTo>
                  <a:pt x="116081" y="3905"/>
                </a:lnTo>
                <a:lnTo>
                  <a:pt x="115887" y="3657"/>
                </a:lnTo>
                <a:lnTo>
                  <a:pt x="115683" y="3413"/>
                </a:lnTo>
                <a:lnTo>
                  <a:pt x="115470" y="3175"/>
                </a:lnTo>
                <a:lnTo>
                  <a:pt x="115246" y="2941"/>
                </a:lnTo>
                <a:lnTo>
                  <a:pt x="115013" y="2713"/>
                </a:lnTo>
                <a:lnTo>
                  <a:pt x="114771" y="2491"/>
                </a:lnTo>
                <a:lnTo>
                  <a:pt x="114524" y="2279"/>
                </a:lnTo>
                <a:lnTo>
                  <a:pt x="114270" y="2077"/>
                </a:lnTo>
                <a:lnTo>
                  <a:pt x="114010" y="1884"/>
                </a:lnTo>
                <a:lnTo>
                  <a:pt x="113744" y="1700"/>
                </a:lnTo>
                <a:lnTo>
                  <a:pt x="113472" y="1526"/>
                </a:lnTo>
                <a:lnTo>
                  <a:pt x="113193" y="1361"/>
                </a:lnTo>
                <a:lnTo>
                  <a:pt x="112909" y="1206"/>
                </a:lnTo>
                <a:lnTo>
                  <a:pt x="112618" y="1060"/>
                </a:lnTo>
                <a:lnTo>
                  <a:pt x="112321" y="923"/>
                </a:lnTo>
                <a:lnTo>
                  <a:pt x="112018" y="796"/>
                </a:lnTo>
                <a:lnTo>
                  <a:pt x="111708" y="678"/>
                </a:lnTo>
                <a:lnTo>
                  <a:pt x="111393" y="570"/>
                </a:lnTo>
                <a:lnTo>
                  <a:pt x="111071" y="471"/>
                </a:lnTo>
                <a:lnTo>
                  <a:pt x="110744" y="381"/>
                </a:lnTo>
                <a:lnTo>
                  <a:pt x="110410" y="301"/>
                </a:lnTo>
                <a:lnTo>
                  <a:pt x="110069" y="231"/>
                </a:lnTo>
                <a:lnTo>
                  <a:pt x="109723" y="170"/>
                </a:lnTo>
                <a:lnTo>
                  <a:pt x="109371" y="118"/>
                </a:lnTo>
                <a:lnTo>
                  <a:pt x="109012" y="75"/>
                </a:lnTo>
                <a:lnTo>
                  <a:pt x="108647" y="42"/>
                </a:lnTo>
                <a:lnTo>
                  <a:pt x="108276" y="19"/>
                </a:lnTo>
                <a:lnTo>
                  <a:pt x="107899" y="5"/>
                </a:lnTo>
                <a:lnTo>
                  <a:pt x="107516" y="0"/>
                </a:lnTo>
                <a:lnTo>
                  <a:pt x="107133" y="5"/>
                </a:lnTo>
                <a:lnTo>
                  <a:pt x="106756" y="19"/>
                </a:lnTo>
                <a:lnTo>
                  <a:pt x="106386" y="42"/>
                </a:lnTo>
                <a:lnTo>
                  <a:pt x="106021" y="75"/>
                </a:lnTo>
                <a:lnTo>
                  <a:pt x="105663" y="118"/>
                </a:lnTo>
                <a:lnTo>
                  <a:pt x="105312" y="170"/>
                </a:lnTo>
                <a:lnTo>
                  <a:pt x="104967" y="231"/>
                </a:lnTo>
                <a:lnTo>
                  <a:pt x="104628" y="301"/>
                </a:lnTo>
                <a:lnTo>
                  <a:pt x="104296" y="381"/>
                </a:lnTo>
                <a:lnTo>
                  <a:pt x="103969" y="471"/>
                </a:lnTo>
                <a:lnTo>
                  <a:pt x="103650" y="570"/>
                </a:lnTo>
                <a:lnTo>
                  <a:pt x="103336" y="678"/>
                </a:lnTo>
                <a:lnTo>
                  <a:pt x="103029" y="796"/>
                </a:lnTo>
                <a:lnTo>
                  <a:pt x="102728" y="923"/>
                </a:lnTo>
                <a:lnTo>
                  <a:pt x="102434" y="1060"/>
                </a:lnTo>
                <a:lnTo>
                  <a:pt x="102145" y="1206"/>
                </a:lnTo>
                <a:lnTo>
                  <a:pt x="101864" y="1361"/>
                </a:lnTo>
                <a:lnTo>
                  <a:pt x="101588" y="1526"/>
                </a:lnTo>
                <a:lnTo>
                  <a:pt x="101319" y="1700"/>
                </a:lnTo>
                <a:lnTo>
                  <a:pt x="101056" y="1884"/>
                </a:lnTo>
                <a:lnTo>
                  <a:pt x="100800" y="2077"/>
                </a:lnTo>
                <a:lnTo>
                  <a:pt x="100550" y="2279"/>
                </a:lnTo>
                <a:lnTo>
                  <a:pt x="100306" y="2491"/>
                </a:lnTo>
                <a:lnTo>
                  <a:pt x="100069" y="2713"/>
                </a:lnTo>
                <a:lnTo>
                  <a:pt x="99839" y="2941"/>
                </a:lnTo>
                <a:lnTo>
                  <a:pt x="99619" y="3175"/>
                </a:lnTo>
                <a:lnTo>
                  <a:pt x="99410" y="3413"/>
                </a:lnTo>
                <a:lnTo>
                  <a:pt x="99209" y="3657"/>
                </a:lnTo>
                <a:lnTo>
                  <a:pt x="99019" y="3905"/>
                </a:lnTo>
                <a:lnTo>
                  <a:pt x="98839" y="4158"/>
                </a:lnTo>
                <a:lnTo>
                  <a:pt x="98668" y="4417"/>
                </a:lnTo>
                <a:lnTo>
                  <a:pt x="98507" y="4680"/>
                </a:lnTo>
                <a:lnTo>
                  <a:pt x="98355" y="4948"/>
                </a:lnTo>
                <a:lnTo>
                  <a:pt x="98214" y="5222"/>
                </a:lnTo>
                <a:lnTo>
                  <a:pt x="98082" y="5500"/>
                </a:lnTo>
                <a:lnTo>
                  <a:pt x="97960" y="5783"/>
                </a:lnTo>
                <a:lnTo>
                  <a:pt x="97848" y="6071"/>
                </a:lnTo>
                <a:lnTo>
                  <a:pt x="97745" y="6364"/>
                </a:lnTo>
                <a:lnTo>
                  <a:pt x="97653" y="6662"/>
                </a:lnTo>
                <a:lnTo>
                  <a:pt x="97570" y="6965"/>
                </a:lnTo>
                <a:lnTo>
                  <a:pt x="97496" y="7273"/>
                </a:lnTo>
                <a:lnTo>
                  <a:pt x="97433" y="7586"/>
                </a:lnTo>
                <a:lnTo>
                  <a:pt x="97379" y="7904"/>
                </a:lnTo>
                <a:lnTo>
                  <a:pt x="97335" y="8227"/>
                </a:lnTo>
                <a:lnTo>
                  <a:pt x="97301" y="8555"/>
                </a:lnTo>
                <a:lnTo>
                  <a:pt x="97277" y="8888"/>
                </a:lnTo>
                <a:lnTo>
                  <a:pt x="97262" y="9226"/>
                </a:lnTo>
                <a:lnTo>
                  <a:pt x="97257" y="9568"/>
                </a:lnTo>
                <a:lnTo>
                  <a:pt x="97262" y="9911"/>
                </a:lnTo>
                <a:lnTo>
                  <a:pt x="97277" y="10249"/>
                </a:lnTo>
                <a:lnTo>
                  <a:pt x="97301" y="10582"/>
                </a:lnTo>
                <a:lnTo>
                  <a:pt x="97335" y="10910"/>
                </a:lnTo>
                <a:lnTo>
                  <a:pt x="97379" y="11233"/>
                </a:lnTo>
                <a:lnTo>
                  <a:pt x="97433" y="11550"/>
                </a:lnTo>
                <a:lnTo>
                  <a:pt x="97496" y="11863"/>
                </a:lnTo>
                <a:lnTo>
                  <a:pt x="97570" y="12171"/>
                </a:lnTo>
                <a:lnTo>
                  <a:pt x="97653" y="12474"/>
                </a:lnTo>
                <a:lnTo>
                  <a:pt x="97745" y="12773"/>
                </a:lnTo>
                <a:lnTo>
                  <a:pt x="97848" y="13066"/>
                </a:lnTo>
                <a:lnTo>
                  <a:pt x="97960" y="13354"/>
                </a:lnTo>
                <a:lnTo>
                  <a:pt x="98082" y="13637"/>
                </a:lnTo>
                <a:lnTo>
                  <a:pt x="98214" y="13915"/>
                </a:lnTo>
                <a:lnTo>
                  <a:pt x="98355" y="14188"/>
                </a:lnTo>
                <a:lnTo>
                  <a:pt x="98507" y="14457"/>
                </a:lnTo>
                <a:lnTo>
                  <a:pt x="98668" y="14720"/>
                </a:lnTo>
                <a:lnTo>
                  <a:pt x="98839" y="14978"/>
                </a:lnTo>
                <a:lnTo>
                  <a:pt x="99019" y="15232"/>
                </a:lnTo>
                <a:lnTo>
                  <a:pt x="99209" y="15480"/>
                </a:lnTo>
                <a:lnTo>
                  <a:pt x="99410" y="15724"/>
                </a:lnTo>
                <a:lnTo>
                  <a:pt x="99619" y="15962"/>
                </a:lnTo>
                <a:lnTo>
                  <a:pt x="99839" y="16195"/>
                </a:lnTo>
                <a:lnTo>
                  <a:pt x="100069" y="16424"/>
                </a:lnTo>
                <a:lnTo>
                  <a:pt x="100306" y="16645"/>
                </a:lnTo>
                <a:lnTo>
                  <a:pt x="100550" y="16857"/>
                </a:lnTo>
                <a:lnTo>
                  <a:pt x="100800" y="17060"/>
                </a:lnTo>
                <a:lnTo>
                  <a:pt x="101056" y="17253"/>
                </a:lnTo>
                <a:lnTo>
                  <a:pt x="101319" y="17437"/>
                </a:lnTo>
                <a:lnTo>
                  <a:pt x="101588" y="17611"/>
                </a:lnTo>
                <a:lnTo>
                  <a:pt x="101864" y="17776"/>
                </a:lnTo>
                <a:lnTo>
                  <a:pt x="102145" y="17931"/>
                </a:lnTo>
                <a:lnTo>
                  <a:pt x="102434" y="18077"/>
                </a:lnTo>
                <a:lnTo>
                  <a:pt x="102728" y="18214"/>
                </a:lnTo>
                <a:lnTo>
                  <a:pt x="103029" y="18341"/>
                </a:lnTo>
                <a:lnTo>
                  <a:pt x="103336" y="18459"/>
                </a:lnTo>
                <a:lnTo>
                  <a:pt x="103650" y="18567"/>
                </a:lnTo>
                <a:lnTo>
                  <a:pt x="103969" y="18666"/>
                </a:lnTo>
                <a:lnTo>
                  <a:pt x="104296" y="18755"/>
                </a:lnTo>
                <a:lnTo>
                  <a:pt x="104628" y="18835"/>
                </a:lnTo>
                <a:lnTo>
                  <a:pt x="104967" y="18906"/>
                </a:lnTo>
                <a:lnTo>
                  <a:pt x="105312" y="18967"/>
                </a:lnTo>
                <a:lnTo>
                  <a:pt x="105663" y="19019"/>
                </a:lnTo>
                <a:lnTo>
                  <a:pt x="106021" y="19061"/>
                </a:lnTo>
                <a:lnTo>
                  <a:pt x="106386" y="19094"/>
                </a:lnTo>
                <a:lnTo>
                  <a:pt x="106756" y="19118"/>
                </a:lnTo>
                <a:lnTo>
                  <a:pt x="107133" y="19132"/>
                </a:lnTo>
                <a:lnTo>
                  <a:pt x="107516" y="19137"/>
                </a:lnTo>
                <a:lnTo>
                  <a:pt x="107899" y="19132"/>
                </a:lnTo>
                <a:lnTo>
                  <a:pt x="108276" y="19118"/>
                </a:lnTo>
                <a:lnTo>
                  <a:pt x="108647" y="19094"/>
                </a:lnTo>
                <a:lnTo>
                  <a:pt x="109012" y="19061"/>
                </a:lnTo>
                <a:close/>
                <a:moveTo>
                  <a:pt x="606745" y="19019"/>
                </a:moveTo>
                <a:lnTo>
                  <a:pt x="607098" y="18967"/>
                </a:lnTo>
                <a:lnTo>
                  <a:pt x="607444" y="18906"/>
                </a:lnTo>
                <a:lnTo>
                  <a:pt x="607784" y="18835"/>
                </a:lnTo>
                <a:lnTo>
                  <a:pt x="608118" y="18755"/>
                </a:lnTo>
                <a:lnTo>
                  <a:pt x="608446" y="18666"/>
                </a:lnTo>
                <a:lnTo>
                  <a:pt x="608768" y="18567"/>
                </a:lnTo>
                <a:lnTo>
                  <a:pt x="609083" y="18459"/>
                </a:lnTo>
                <a:lnTo>
                  <a:pt x="609392" y="18341"/>
                </a:lnTo>
                <a:lnTo>
                  <a:pt x="609695" y="18214"/>
                </a:lnTo>
                <a:lnTo>
                  <a:pt x="609992" y="18077"/>
                </a:lnTo>
                <a:lnTo>
                  <a:pt x="610283" y="17931"/>
                </a:lnTo>
                <a:lnTo>
                  <a:pt x="610568" y="17776"/>
                </a:lnTo>
                <a:lnTo>
                  <a:pt x="610846" y="17611"/>
                </a:lnTo>
                <a:lnTo>
                  <a:pt x="611119" y="17437"/>
                </a:lnTo>
                <a:lnTo>
                  <a:pt x="611385" y="17253"/>
                </a:lnTo>
                <a:lnTo>
                  <a:pt x="611645" y="17060"/>
                </a:lnTo>
                <a:lnTo>
                  <a:pt x="611898" y="16857"/>
                </a:lnTo>
                <a:lnTo>
                  <a:pt x="612146" y="16645"/>
                </a:lnTo>
                <a:lnTo>
                  <a:pt x="612388" y="16424"/>
                </a:lnTo>
                <a:lnTo>
                  <a:pt x="612621" y="16195"/>
                </a:lnTo>
                <a:lnTo>
                  <a:pt x="612844" y="15962"/>
                </a:lnTo>
                <a:lnTo>
                  <a:pt x="613058" y="15724"/>
                </a:lnTo>
                <a:lnTo>
                  <a:pt x="613262" y="15480"/>
                </a:lnTo>
                <a:lnTo>
                  <a:pt x="613455" y="15232"/>
                </a:lnTo>
                <a:lnTo>
                  <a:pt x="613639" y="14978"/>
                </a:lnTo>
                <a:lnTo>
                  <a:pt x="613813" y="14720"/>
                </a:lnTo>
                <a:lnTo>
                  <a:pt x="613977" y="14457"/>
                </a:lnTo>
                <a:lnTo>
                  <a:pt x="614131" y="14188"/>
                </a:lnTo>
                <a:lnTo>
                  <a:pt x="614275" y="13915"/>
                </a:lnTo>
                <a:lnTo>
                  <a:pt x="614409" y="13637"/>
                </a:lnTo>
                <a:lnTo>
                  <a:pt x="614533" y="13354"/>
                </a:lnTo>
                <a:lnTo>
                  <a:pt x="614647" y="13066"/>
                </a:lnTo>
                <a:lnTo>
                  <a:pt x="614752" y="12773"/>
                </a:lnTo>
                <a:lnTo>
                  <a:pt x="614846" y="12474"/>
                </a:lnTo>
                <a:lnTo>
                  <a:pt x="614930" y="12171"/>
                </a:lnTo>
                <a:lnTo>
                  <a:pt x="615005" y="11863"/>
                </a:lnTo>
                <a:lnTo>
                  <a:pt x="615069" y="11550"/>
                </a:lnTo>
                <a:lnTo>
                  <a:pt x="615124" y="11233"/>
                </a:lnTo>
                <a:lnTo>
                  <a:pt x="615169" y="10910"/>
                </a:lnTo>
                <a:lnTo>
                  <a:pt x="615204" y="10582"/>
                </a:lnTo>
                <a:lnTo>
                  <a:pt x="615228" y="10249"/>
                </a:lnTo>
                <a:lnTo>
                  <a:pt x="615243" y="9911"/>
                </a:lnTo>
                <a:lnTo>
                  <a:pt x="615248" y="9568"/>
                </a:lnTo>
                <a:lnTo>
                  <a:pt x="615243" y="9226"/>
                </a:lnTo>
                <a:lnTo>
                  <a:pt x="615228" y="8888"/>
                </a:lnTo>
                <a:lnTo>
                  <a:pt x="615204" y="8555"/>
                </a:lnTo>
                <a:lnTo>
                  <a:pt x="615169" y="8227"/>
                </a:lnTo>
                <a:lnTo>
                  <a:pt x="615124" y="7904"/>
                </a:lnTo>
                <a:lnTo>
                  <a:pt x="615069" y="7586"/>
                </a:lnTo>
                <a:lnTo>
                  <a:pt x="615005" y="7273"/>
                </a:lnTo>
                <a:lnTo>
                  <a:pt x="614930" y="6965"/>
                </a:lnTo>
                <a:lnTo>
                  <a:pt x="614846" y="6662"/>
                </a:lnTo>
                <a:lnTo>
                  <a:pt x="614752" y="6364"/>
                </a:lnTo>
                <a:lnTo>
                  <a:pt x="614647" y="6071"/>
                </a:lnTo>
                <a:lnTo>
                  <a:pt x="614533" y="5783"/>
                </a:lnTo>
                <a:lnTo>
                  <a:pt x="614409" y="5500"/>
                </a:lnTo>
                <a:lnTo>
                  <a:pt x="614275" y="5222"/>
                </a:lnTo>
                <a:lnTo>
                  <a:pt x="614131" y="4948"/>
                </a:lnTo>
                <a:lnTo>
                  <a:pt x="613977" y="4680"/>
                </a:lnTo>
                <a:lnTo>
                  <a:pt x="613813" y="4417"/>
                </a:lnTo>
                <a:lnTo>
                  <a:pt x="613639" y="4158"/>
                </a:lnTo>
                <a:lnTo>
                  <a:pt x="613455" y="3905"/>
                </a:lnTo>
                <a:lnTo>
                  <a:pt x="613262" y="3657"/>
                </a:lnTo>
                <a:lnTo>
                  <a:pt x="613058" y="3413"/>
                </a:lnTo>
                <a:lnTo>
                  <a:pt x="612844" y="3175"/>
                </a:lnTo>
                <a:lnTo>
                  <a:pt x="612621" y="2941"/>
                </a:lnTo>
                <a:lnTo>
                  <a:pt x="612388" y="2713"/>
                </a:lnTo>
                <a:lnTo>
                  <a:pt x="612146" y="2491"/>
                </a:lnTo>
                <a:lnTo>
                  <a:pt x="611898" y="2279"/>
                </a:lnTo>
                <a:lnTo>
                  <a:pt x="611645" y="2077"/>
                </a:lnTo>
                <a:lnTo>
                  <a:pt x="611385" y="1884"/>
                </a:lnTo>
                <a:lnTo>
                  <a:pt x="611119" y="1700"/>
                </a:lnTo>
                <a:lnTo>
                  <a:pt x="610846" y="1526"/>
                </a:lnTo>
                <a:lnTo>
                  <a:pt x="610568" y="1361"/>
                </a:lnTo>
                <a:lnTo>
                  <a:pt x="610283" y="1206"/>
                </a:lnTo>
                <a:lnTo>
                  <a:pt x="609992" y="1060"/>
                </a:lnTo>
                <a:lnTo>
                  <a:pt x="609695" y="923"/>
                </a:lnTo>
                <a:lnTo>
                  <a:pt x="609392" y="796"/>
                </a:lnTo>
                <a:lnTo>
                  <a:pt x="609083" y="678"/>
                </a:lnTo>
                <a:lnTo>
                  <a:pt x="608768" y="570"/>
                </a:lnTo>
                <a:lnTo>
                  <a:pt x="608446" y="471"/>
                </a:lnTo>
                <a:lnTo>
                  <a:pt x="608118" y="381"/>
                </a:lnTo>
                <a:lnTo>
                  <a:pt x="607784" y="301"/>
                </a:lnTo>
                <a:lnTo>
                  <a:pt x="607444" y="231"/>
                </a:lnTo>
                <a:lnTo>
                  <a:pt x="607098" y="170"/>
                </a:lnTo>
                <a:lnTo>
                  <a:pt x="606745" y="118"/>
                </a:lnTo>
                <a:lnTo>
                  <a:pt x="606387" y="75"/>
                </a:lnTo>
                <a:lnTo>
                  <a:pt x="606022" y="42"/>
                </a:lnTo>
                <a:lnTo>
                  <a:pt x="605651" y="19"/>
                </a:lnTo>
                <a:lnTo>
                  <a:pt x="605274" y="5"/>
                </a:lnTo>
                <a:lnTo>
                  <a:pt x="604891" y="0"/>
                </a:lnTo>
                <a:lnTo>
                  <a:pt x="604508" y="5"/>
                </a:lnTo>
                <a:lnTo>
                  <a:pt x="604131" y="19"/>
                </a:lnTo>
                <a:lnTo>
                  <a:pt x="603760" y="42"/>
                </a:lnTo>
                <a:lnTo>
                  <a:pt x="603396" y="75"/>
                </a:lnTo>
                <a:lnTo>
                  <a:pt x="603038" y="118"/>
                </a:lnTo>
                <a:lnTo>
                  <a:pt x="602687" y="170"/>
                </a:lnTo>
                <a:lnTo>
                  <a:pt x="602342" y="231"/>
                </a:lnTo>
                <a:lnTo>
                  <a:pt x="602003" y="301"/>
                </a:lnTo>
                <a:lnTo>
                  <a:pt x="601670" y="381"/>
                </a:lnTo>
                <a:lnTo>
                  <a:pt x="601344" y="471"/>
                </a:lnTo>
                <a:lnTo>
                  <a:pt x="601024" y="570"/>
                </a:lnTo>
                <a:lnTo>
                  <a:pt x="600711" y="678"/>
                </a:lnTo>
                <a:lnTo>
                  <a:pt x="600404" y="796"/>
                </a:lnTo>
                <a:lnTo>
                  <a:pt x="600103" y="923"/>
                </a:lnTo>
                <a:lnTo>
                  <a:pt x="599808" y="1060"/>
                </a:lnTo>
                <a:lnTo>
                  <a:pt x="599520" y="1206"/>
                </a:lnTo>
                <a:lnTo>
                  <a:pt x="599238" y="1361"/>
                </a:lnTo>
                <a:lnTo>
                  <a:pt x="598963" y="1526"/>
                </a:lnTo>
                <a:lnTo>
                  <a:pt x="598694" y="1700"/>
                </a:lnTo>
                <a:lnTo>
                  <a:pt x="598431" y="1884"/>
                </a:lnTo>
                <a:lnTo>
                  <a:pt x="598175" y="2077"/>
                </a:lnTo>
                <a:lnTo>
                  <a:pt x="597924" y="2279"/>
                </a:lnTo>
                <a:lnTo>
                  <a:pt x="597681" y="2491"/>
                </a:lnTo>
                <a:lnTo>
                  <a:pt x="597443" y="2713"/>
                </a:lnTo>
                <a:lnTo>
                  <a:pt x="597214" y="2941"/>
                </a:lnTo>
                <a:lnTo>
                  <a:pt x="596994" y="3175"/>
                </a:lnTo>
                <a:lnTo>
                  <a:pt x="596784" y="3413"/>
                </a:lnTo>
                <a:lnTo>
                  <a:pt x="596584" y="3657"/>
                </a:lnTo>
                <a:lnTo>
                  <a:pt x="596394" y="3905"/>
                </a:lnTo>
                <a:lnTo>
                  <a:pt x="596213" y="4158"/>
                </a:lnTo>
                <a:lnTo>
                  <a:pt x="596042" y="4417"/>
                </a:lnTo>
                <a:lnTo>
                  <a:pt x="595881" y="4680"/>
                </a:lnTo>
                <a:lnTo>
                  <a:pt x="595730" y="4948"/>
                </a:lnTo>
                <a:lnTo>
                  <a:pt x="595588" y="5222"/>
                </a:lnTo>
                <a:lnTo>
                  <a:pt x="595457" y="5500"/>
                </a:lnTo>
                <a:lnTo>
                  <a:pt x="595335" y="5783"/>
                </a:lnTo>
                <a:lnTo>
                  <a:pt x="595222" y="6071"/>
                </a:lnTo>
                <a:lnTo>
                  <a:pt x="595120" y="6364"/>
                </a:lnTo>
                <a:lnTo>
                  <a:pt x="595027" y="6662"/>
                </a:lnTo>
                <a:lnTo>
                  <a:pt x="594944" y="6965"/>
                </a:lnTo>
                <a:lnTo>
                  <a:pt x="594871" y="7273"/>
                </a:lnTo>
                <a:lnTo>
                  <a:pt x="594808" y="7586"/>
                </a:lnTo>
                <a:lnTo>
                  <a:pt x="594754" y="7904"/>
                </a:lnTo>
                <a:lnTo>
                  <a:pt x="594710" y="8227"/>
                </a:lnTo>
                <a:lnTo>
                  <a:pt x="594676" y="8555"/>
                </a:lnTo>
                <a:lnTo>
                  <a:pt x="594651" y="8888"/>
                </a:lnTo>
                <a:lnTo>
                  <a:pt x="594637" y="9226"/>
                </a:lnTo>
                <a:lnTo>
                  <a:pt x="594632" y="9568"/>
                </a:lnTo>
                <a:lnTo>
                  <a:pt x="594637" y="9911"/>
                </a:lnTo>
                <a:lnTo>
                  <a:pt x="594651" y="10249"/>
                </a:lnTo>
                <a:lnTo>
                  <a:pt x="594676" y="10582"/>
                </a:lnTo>
                <a:lnTo>
                  <a:pt x="594710" y="10910"/>
                </a:lnTo>
                <a:lnTo>
                  <a:pt x="594754" y="11233"/>
                </a:lnTo>
                <a:lnTo>
                  <a:pt x="594808" y="11550"/>
                </a:lnTo>
                <a:lnTo>
                  <a:pt x="594871" y="11863"/>
                </a:lnTo>
                <a:lnTo>
                  <a:pt x="594944" y="12171"/>
                </a:lnTo>
                <a:lnTo>
                  <a:pt x="595027" y="12474"/>
                </a:lnTo>
                <a:lnTo>
                  <a:pt x="595120" y="12773"/>
                </a:lnTo>
                <a:lnTo>
                  <a:pt x="595222" y="13066"/>
                </a:lnTo>
                <a:lnTo>
                  <a:pt x="595335" y="13354"/>
                </a:lnTo>
                <a:lnTo>
                  <a:pt x="595457" y="13637"/>
                </a:lnTo>
                <a:lnTo>
                  <a:pt x="595588" y="13915"/>
                </a:lnTo>
                <a:lnTo>
                  <a:pt x="595730" y="14188"/>
                </a:lnTo>
                <a:lnTo>
                  <a:pt x="595881" y="14457"/>
                </a:lnTo>
                <a:lnTo>
                  <a:pt x="596042" y="14720"/>
                </a:lnTo>
                <a:lnTo>
                  <a:pt x="596213" y="14978"/>
                </a:lnTo>
                <a:lnTo>
                  <a:pt x="596394" y="15232"/>
                </a:lnTo>
                <a:lnTo>
                  <a:pt x="596584" y="15480"/>
                </a:lnTo>
                <a:lnTo>
                  <a:pt x="596784" y="15724"/>
                </a:lnTo>
                <a:lnTo>
                  <a:pt x="596994" y="15962"/>
                </a:lnTo>
                <a:lnTo>
                  <a:pt x="597214" y="16195"/>
                </a:lnTo>
                <a:lnTo>
                  <a:pt x="597443" y="16424"/>
                </a:lnTo>
                <a:lnTo>
                  <a:pt x="597681" y="16645"/>
                </a:lnTo>
                <a:lnTo>
                  <a:pt x="597924" y="16857"/>
                </a:lnTo>
                <a:lnTo>
                  <a:pt x="598175" y="17060"/>
                </a:lnTo>
                <a:lnTo>
                  <a:pt x="598431" y="17253"/>
                </a:lnTo>
                <a:lnTo>
                  <a:pt x="598694" y="17437"/>
                </a:lnTo>
                <a:lnTo>
                  <a:pt x="598963" y="17611"/>
                </a:lnTo>
                <a:lnTo>
                  <a:pt x="599238" y="17776"/>
                </a:lnTo>
                <a:lnTo>
                  <a:pt x="599520" y="17931"/>
                </a:lnTo>
                <a:lnTo>
                  <a:pt x="599808" y="18077"/>
                </a:lnTo>
                <a:lnTo>
                  <a:pt x="600103" y="18214"/>
                </a:lnTo>
                <a:lnTo>
                  <a:pt x="600404" y="18341"/>
                </a:lnTo>
                <a:lnTo>
                  <a:pt x="600711" y="18459"/>
                </a:lnTo>
                <a:lnTo>
                  <a:pt x="601024" y="18567"/>
                </a:lnTo>
                <a:lnTo>
                  <a:pt x="601344" y="18666"/>
                </a:lnTo>
                <a:lnTo>
                  <a:pt x="601670" y="18755"/>
                </a:lnTo>
                <a:lnTo>
                  <a:pt x="602003" y="18835"/>
                </a:lnTo>
                <a:lnTo>
                  <a:pt x="602342" y="18906"/>
                </a:lnTo>
                <a:lnTo>
                  <a:pt x="602687" y="18967"/>
                </a:lnTo>
                <a:lnTo>
                  <a:pt x="603038" y="19019"/>
                </a:lnTo>
                <a:lnTo>
                  <a:pt x="603396" y="19061"/>
                </a:lnTo>
                <a:lnTo>
                  <a:pt x="603760" y="19094"/>
                </a:lnTo>
                <a:lnTo>
                  <a:pt x="604131" y="19118"/>
                </a:lnTo>
                <a:lnTo>
                  <a:pt x="604508" y="19132"/>
                </a:lnTo>
                <a:lnTo>
                  <a:pt x="604891" y="19137"/>
                </a:lnTo>
                <a:lnTo>
                  <a:pt x="605274" y="19132"/>
                </a:lnTo>
                <a:lnTo>
                  <a:pt x="605651" y="19118"/>
                </a:lnTo>
                <a:lnTo>
                  <a:pt x="606022" y="19094"/>
                </a:lnTo>
                <a:lnTo>
                  <a:pt x="606387" y="19061"/>
                </a:lnTo>
                <a:lnTo>
                  <a:pt x="606745" y="19019"/>
                </a:lnTo>
                <a:close/>
                <a:moveTo>
                  <a:pt x="17756" y="60665"/>
                </a:moveTo>
                <a:lnTo>
                  <a:pt x="17756" y="18348"/>
                </a:lnTo>
                <a:lnTo>
                  <a:pt x="82663" y="18348"/>
                </a:lnTo>
                <a:lnTo>
                  <a:pt x="82663" y="3551"/>
                </a:lnTo>
                <a:lnTo>
                  <a:pt x="0" y="3551"/>
                </a:lnTo>
                <a:lnTo>
                  <a:pt x="0" y="136324"/>
                </a:lnTo>
                <a:lnTo>
                  <a:pt x="17756" y="136324"/>
                </a:lnTo>
                <a:lnTo>
                  <a:pt x="17756" y="75166"/>
                </a:lnTo>
                <a:lnTo>
                  <a:pt x="76547" y="75166"/>
                </a:lnTo>
                <a:lnTo>
                  <a:pt x="76547" y="60665"/>
                </a:lnTo>
                <a:lnTo>
                  <a:pt x="17756" y="60665"/>
                </a:lnTo>
                <a:close/>
                <a:moveTo>
                  <a:pt x="500998" y="64116"/>
                </a:moveTo>
                <a:lnTo>
                  <a:pt x="501402" y="63624"/>
                </a:lnTo>
                <a:lnTo>
                  <a:pt x="501817" y="63135"/>
                </a:lnTo>
                <a:lnTo>
                  <a:pt x="502241" y="62650"/>
                </a:lnTo>
                <a:lnTo>
                  <a:pt x="502676" y="62168"/>
                </a:lnTo>
                <a:lnTo>
                  <a:pt x="503120" y="61689"/>
                </a:lnTo>
                <a:lnTo>
                  <a:pt x="503575" y="61214"/>
                </a:lnTo>
                <a:lnTo>
                  <a:pt x="504039" y="60743"/>
                </a:lnTo>
                <a:lnTo>
                  <a:pt x="504513" y="60274"/>
                </a:lnTo>
                <a:lnTo>
                  <a:pt x="504997" y="59809"/>
                </a:lnTo>
                <a:lnTo>
                  <a:pt x="505491" y="59348"/>
                </a:lnTo>
                <a:lnTo>
                  <a:pt x="505995" y="58889"/>
                </a:lnTo>
                <a:lnTo>
                  <a:pt x="506509" y="58435"/>
                </a:lnTo>
                <a:lnTo>
                  <a:pt x="507033" y="57983"/>
                </a:lnTo>
                <a:lnTo>
                  <a:pt x="507567" y="57535"/>
                </a:lnTo>
                <a:lnTo>
                  <a:pt x="508111" y="57091"/>
                </a:lnTo>
                <a:lnTo>
                  <a:pt x="508664" y="56649"/>
                </a:lnTo>
                <a:lnTo>
                  <a:pt x="509228" y="56211"/>
                </a:lnTo>
                <a:lnTo>
                  <a:pt x="509801" y="55777"/>
                </a:lnTo>
                <a:lnTo>
                  <a:pt x="510385" y="55346"/>
                </a:lnTo>
                <a:lnTo>
                  <a:pt x="510978" y="54918"/>
                </a:lnTo>
                <a:lnTo>
                  <a:pt x="511582" y="54494"/>
                </a:lnTo>
                <a:lnTo>
                  <a:pt x="512196" y="54080"/>
                </a:lnTo>
                <a:lnTo>
                  <a:pt x="512822" y="53684"/>
                </a:lnTo>
                <a:lnTo>
                  <a:pt x="513460" y="53305"/>
                </a:lnTo>
                <a:lnTo>
                  <a:pt x="514111" y="52944"/>
                </a:lnTo>
                <a:lnTo>
                  <a:pt x="514773" y="52600"/>
                </a:lnTo>
                <a:lnTo>
                  <a:pt x="515447" y="52274"/>
                </a:lnTo>
                <a:lnTo>
                  <a:pt x="516133" y="51966"/>
                </a:lnTo>
                <a:lnTo>
                  <a:pt x="516832" y="51675"/>
                </a:lnTo>
                <a:lnTo>
                  <a:pt x="517542" y="51402"/>
                </a:lnTo>
                <a:lnTo>
                  <a:pt x="518264" y="51147"/>
                </a:lnTo>
                <a:lnTo>
                  <a:pt x="518998" y="50909"/>
                </a:lnTo>
                <a:lnTo>
                  <a:pt x="519744" y="50689"/>
                </a:lnTo>
                <a:lnTo>
                  <a:pt x="520503" y="50486"/>
                </a:lnTo>
                <a:lnTo>
                  <a:pt x="521273" y="50301"/>
                </a:lnTo>
                <a:lnTo>
                  <a:pt x="522055" y="50134"/>
                </a:lnTo>
                <a:lnTo>
                  <a:pt x="522849" y="49984"/>
                </a:lnTo>
                <a:lnTo>
                  <a:pt x="523655" y="49852"/>
                </a:lnTo>
                <a:lnTo>
                  <a:pt x="524473" y="49737"/>
                </a:lnTo>
                <a:lnTo>
                  <a:pt x="525303" y="49640"/>
                </a:lnTo>
                <a:lnTo>
                  <a:pt x="526145" y="49561"/>
                </a:lnTo>
                <a:lnTo>
                  <a:pt x="526999" y="49499"/>
                </a:lnTo>
                <a:lnTo>
                  <a:pt x="527865" y="49455"/>
                </a:lnTo>
                <a:lnTo>
                  <a:pt x="528743" y="49429"/>
                </a:lnTo>
                <a:lnTo>
                  <a:pt x="529633" y="49420"/>
                </a:lnTo>
                <a:lnTo>
                  <a:pt x="530228" y="49426"/>
                </a:lnTo>
                <a:lnTo>
                  <a:pt x="530810" y="49442"/>
                </a:lnTo>
                <a:lnTo>
                  <a:pt x="531381" y="49471"/>
                </a:lnTo>
                <a:lnTo>
                  <a:pt x="531940" y="49510"/>
                </a:lnTo>
                <a:lnTo>
                  <a:pt x="532488" y="49560"/>
                </a:lnTo>
                <a:lnTo>
                  <a:pt x="533024" y="49622"/>
                </a:lnTo>
                <a:lnTo>
                  <a:pt x="533549" y="49695"/>
                </a:lnTo>
                <a:lnTo>
                  <a:pt x="534061" y="49779"/>
                </a:lnTo>
                <a:lnTo>
                  <a:pt x="534562" y="49874"/>
                </a:lnTo>
                <a:lnTo>
                  <a:pt x="535052" y="49980"/>
                </a:lnTo>
                <a:lnTo>
                  <a:pt x="535530" y="50098"/>
                </a:lnTo>
                <a:lnTo>
                  <a:pt x="535996" y="50227"/>
                </a:lnTo>
                <a:lnTo>
                  <a:pt x="536450" y="50367"/>
                </a:lnTo>
                <a:lnTo>
                  <a:pt x="536893" y="50518"/>
                </a:lnTo>
                <a:lnTo>
                  <a:pt x="537324" y="50681"/>
                </a:lnTo>
                <a:lnTo>
                  <a:pt x="537744" y="50855"/>
                </a:lnTo>
                <a:lnTo>
                  <a:pt x="538152" y="51039"/>
                </a:lnTo>
                <a:lnTo>
                  <a:pt x="538548" y="51236"/>
                </a:lnTo>
                <a:lnTo>
                  <a:pt x="538933" y="51443"/>
                </a:lnTo>
                <a:lnTo>
                  <a:pt x="539306" y="51661"/>
                </a:lnTo>
                <a:lnTo>
                  <a:pt x="539667" y="51891"/>
                </a:lnTo>
                <a:lnTo>
                  <a:pt x="540017" y="52132"/>
                </a:lnTo>
                <a:lnTo>
                  <a:pt x="540355" y="52384"/>
                </a:lnTo>
                <a:lnTo>
                  <a:pt x="540681" y="52648"/>
                </a:lnTo>
                <a:lnTo>
                  <a:pt x="540998" y="52921"/>
                </a:lnTo>
                <a:lnTo>
                  <a:pt x="541306" y="53202"/>
                </a:lnTo>
                <a:lnTo>
                  <a:pt x="541605" y="53492"/>
                </a:lnTo>
                <a:lnTo>
                  <a:pt x="541897" y="53790"/>
                </a:lnTo>
                <a:lnTo>
                  <a:pt x="542179" y="54097"/>
                </a:lnTo>
                <a:lnTo>
                  <a:pt x="542454" y="54412"/>
                </a:lnTo>
                <a:lnTo>
                  <a:pt x="542720" y="54735"/>
                </a:lnTo>
                <a:lnTo>
                  <a:pt x="542977" y="55067"/>
                </a:lnTo>
                <a:lnTo>
                  <a:pt x="543227" y="55407"/>
                </a:lnTo>
                <a:lnTo>
                  <a:pt x="543468" y="55756"/>
                </a:lnTo>
                <a:lnTo>
                  <a:pt x="543700" y="56112"/>
                </a:lnTo>
                <a:lnTo>
                  <a:pt x="543924" y="56478"/>
                </a:lnTo>
                <a:lnTo>
                  <a:pt x="544140" y="56851"/>
                </a:lnTo>
                <a:lnTo>
                  <a:pt x="544347" y="57233"/>
                </a:lnTo>
                <a:lnTo>
                  <a:pt x="544546" y="57624"/>
                </a:lnTo>
                <a:lnTo>
                  <a:pt x="544737" y="58022"/>
                </a:lnTo>
                <a:lnTo>
                  <a:pt x="544919" y="58429"/>
                </a:lnTo>
                <a:lnTo>
                  <a:pt x="545092" y="58845"/>
                </a:lnTo>
                <a:lnTo>
                  <a:pt x="545258" y="59269"/>
                </a:lnTo>
                <a:lnTo>
                  <a:pt x="545415" y="59701"/>
                </a:lnTo>
                <a:lnTo>
                  <a:pt x="545563" y="60141"/>
                </a:lnTo>
                <a:lnTo>
                  <a:pt x="545704" y="60590"/>
                </a:lnTo>
                <a:lnTo>
                  <a:pt x="545835" y="61047"/>
                </a:lnTo>
                <a:lnTo>
                  <a:pt x="545959" y="61513"/>
                </a:lnTo>
                <a:lnTo>
                  <a:pt x="546075" y="61985"/>
                </a:lnTo>
                <a:lnTo>
                  <a:pt x="546187" y="62463"/>
                </a:lnTo>
                <a:lnTo>
                  <a:pt x="546294" y="62946"/>
                </a:lnTo>
                <a:lnTo>
                  <a:pt x="546396" y="63434"/>
                </a:lnTo>
                <a:lnTo>
                  <a:pt x="546493" y="63928"/>
                </a:lnTo>
                <a:lnTo>
                  <a:pt x="546584" y="64427"/>
                </a:lnTo>
                <a:lnTo>
                  <a:pt x="546671" y="64931"/>
                </a:lnTo>
                <a:lnTo>
                  <a:pt x="546753" y="65441"/>
                </a:lnTo>
                <a:lnTo>
                  <a:pt x="546830" y="65956"/>
                </a:lnTo>
                <a:lnTo>
                  <a:pt x="546902" y="66476"/>
                </a:lnTo>
                <a:lnTo>
                  <a:pt x="546969" y="67002"/>
                </a:lnTo>
                <a:lnTo>
                  <a:pt x="547031" y="67533"/>
                </a:lnTo>
                <a:lnTo>
                  <a:pt x="547089" y="68070"/>
                </a:lnTo>
                <a:lnTo>
                  <a:pt x="547141" y="68612"/>
                </a:lnTo>
                <a:lnTo>
                  <a:pt x="547188" y="69159"/>
                </a:lnTo>
                <a:lnTo>
                  <a:pt x="547230" y="69711"/>
                </a:lnTo>
                <a:lnTo>
                  <a:pt x="547267" y="70269"/>
                </a:lnTo>
                <a:lnTo>
                  <a:pt x="547300" y="70833"/>
                </a:lnTo>
                <a:lnTo>
                  <a:pt x="547327" y="71401"/>
                </a:lnTo>
                <a:lnTo>
                  <a:pt x="547349" y="71975"/>
                </a:lnTo>
                <a:lnTo>
                  <a:pt x="547367" y="72554"/>
                </a:lnTo>
                <a:lnTo>
                  <a:pt x="547379" y="73139"/>
                </a:lnTo>
                <a:lnTo>
                  <a:pt x="547387" y="73729"/>
                </a:lnTo>
                <a:lnTo>
                  <a:pt x="547389" y="74324"/>
                </a:lnTo>
                <a:lnTo>
                  <a:pt x="547389" y="136324"/>
                </a:lnTo>
                <a:lnTo>
                  <a:pt x="563862" y="136324"/>
                </a:lnTo>
                <a:lnTo>
                  <a:pt x="563862" y="72308"/>
                </a:lnTo>
                <a:lnTo>
                  <a:pt x="563850" y="70861"/>
                </a:lnTo>
                <a:lnTo>
                  <a:pt x="563813" y="69441"/>
                </a:lnTo>
                <a:lnTo>
                  <a:pt x="563752" y="68049"/>
                </a:lnTo>
                <a:lnTo>
                  <a:pt x="563666" y="66685"/>
                </a:lnTo>
                <a:lnTo>
                  <a:pt x="563556" y="65348"/>
                </a:lnTo>
                <a:lnTo>
                  <a:pt x="563422" y="64038"/>
                </a:lnTo>
                <a:lnTo>
                  <a:pt x="563262" y="62757"/>
                </a:lnTo>
                <a:lnTo>
                  <a:pt x="563079" y="61503"/>
                </a:lnTo>
                <a:lnTo>
                  <a:pt x="562871" y="60276"/>
                </a:lnTo>
                <a:lnTo>
                  <a:pt x="562638" y="59078"/>
                </a:lnTo>
                <a:lnTo>
                  <a:pt x="562381" y="57906"/>
                </a:lnTo>
                <a:lnTo>
                  <a:pt x="562099" y="56763"/>
                </a:lnTo>
                <a:lnTo>
                  <a:pt x="561793" y="55647"/>
                </a:lnTo>
                <a:lnTo>
                  <a:pt x="561462" y="54558"/>
                </a:lnTo>
                <a:lnTo>
                  <a:pt x="561107" y="53498"/>
                </a:lnTo>
                <a:lnTo>
                  <a:pt x="560728" y="52465"/>
                </a:lnTo>
                <a:lnTo>
                  <a:pt x="560324" y="51459"/>
                </a:lnTo>
                <a:lnTo>
                  <a:pt x="559895" y="50481"/>
                </a:lnTo>
                <a:lnTo>
                  <a:pt x="559442" y="49531"/>
                </a:lnTo>
                <a:lnTo>
                  <a:pt x="558964" y="48608"/>
                </a:lnTo>
                <a:lnTo>
                  <a:pt x="558462" y="47713"/>
                </a:lnTo>
                <a:lnTo>
                  <a:pt x="557936" y="46846"/>
                </a:lnTo>
                <a:lnTo>
                  <a:pt x="557385" y="46006"/>
                </a:lnTo>
                <a:lnTo>
                  <a:pt x="556809" y="45194"/>
                </a:lnTo>
                <a:lnTo>
                  <a:pt x="556206" y="44412"/>
                </a:lnTo>
                <a:lnTo>
                  <a:pt x="555571" y="43663"/>
                </a:lnTo>
                <a:lnTo>
                  <a:pt x="554904" y="42948"/>
                </a:lnTo>
                <a:lnTo>
                  <a:pt x="554205" y="42265"/>
                </a:lnTo>
                <a:lnTo>
                  <a:pt x="553475" y="41617"/>
                </a:lnTo>
                <a:lnTo>
                  <a:pt x="552713" y="41001"/>
                </a:lnTo>
                <a:lnTo>
                  <a:pt x="551919" y="40419"/>
                </a:lnTo>
                <a:lnTo>
                  <a:pt x="551094" y="39870"/>
                </a:lnTo>
                <a:lnTo>
                  <a:pt x="550237" y="39354"/>
                </a:lnTo>
                <a:lnTo>
                  <a:pt x="549348" y="38871"/>
                </a:lnTo>
                <a:lnTo>
                  <a:pt x="548427" y="38422"/>
                </a:lnTo>
                <a:lnTo>
                  <a:pt x="547475" y="38006"/>
                </a:lnTo>
                <a:lnTo>
                  <a:pt x="546492" y="37623"/>
                </a:lnTo>
                <a:lnTo>
                  <a:pt x="545476" y="37274"/>
                </a:lnTo>
                <a:lnTo>
                  <a:pt x="544429" y="36958"/>
                </a:lnTo>
                <a:lnTo>
                  <a:pt x="543350" y="36675"/>
                </a:lnTo>
                <a:lnTo>
                  <a:pt x="542240" y="36425"/>
                </a:lnTo>
                <a:lnTo>
                  <a:pt x="541097" y="36209"/>
                </a:lnTo>
                <a:lnTo>
                  <a:pt x="539924" y="36026"/>
                </a:lnTo>
                <a:lnTo>
                  <a:pt x="538718" y="35876"/>
                </a:lnTo>
                <a:lnTo>
                  <a:pt x="537481" y="35760"/>
                </a:lnTo>
                <a:lnTo>
                  <a:pt x="536212" y="35677"/>
                </a:lnTo>
                <a:lnTo>
                  <a:pt x="534911" y="35627"/>
                </a:lnTo>
                <a:lnTo>
                  <a:pt x="533579" y="35610"/>
                </a:lnTo>
                <a:lnTo>
                  <a:pt x="532518" y="35619"/>
                </a:lnTo>
                <a:lnTo>
                  <a:pt x="531473" y="35646"/>
                </a:lnTo>
                <a:lnTo>
                  <a:pt x="530444" y="35691"/>
                </a:lnTo>
                <a:lnTo>
                  <a:pt x="529431" y="35754"/>
                </a:lnTo>
                <a:lnTo>
                  <a:pt x="528433" y="35835"/>
                </a:lnTo>
                <a:lnTo>
                  <a:pt x="527451" y="35934"/>
                </a:lnTo>
                <a:lnTo>
                  <a:pt x="526485" y="36051"/>
                </a:lnTo>
                <a:lnTo>
                  <a:pt x="525534" y="36185"/>
                </a:lnTo>
                <a:lnTo>
                  <a:pt x="524599" y="36338"/>
                </a:lnTo>
                <a:lnTo>
                  <a:pt x="523680" y="36509"/>
                </a:lnTo>
                <a:lnTo>
                  <a:pt x="522777" y="36698"/>
                </a:lnTo>
                <a:lnTo>
                  <a:pt x="521890" y="36905"/>
                </a:lnTo>
                <a:lnTo>
                  <a:pt x="521018" y="37130"/>
                </a:lnTo>
                <a:lnTo>
                  <a:pt x="520162" y="37372"/>
                </a:lnTo>
                <a:lnTo>
                  <a:pt x="519322" y="37633"/>
                </a:lnTo>
                <a:lnTo>
                  <a:pt x="518498" y="37912"/>
                </a:lnTo>
                <a:lnTo>
                  <a:pt x="517689" y="38208"/>
                </a:lnTo>
                <a:lnTo>
                  <a:pt x="516896" y="38523"/>
                </a:lnTo>
                <a:lnTo>
                  <a:pt x="516119" y="38856"/>
                </a:lnTo>
                <a:lnTo>
                  <a:pt x="515357" y="39206"/>
                </a:lnTo>
                <a:lnTo>
                  <a:pt x="514612" y="39575"/>
                </a:lnTo>
                <a:lnTo>
                  <a:pt x="513882" y="39962"/>
                </a:lnTo>
                <a:lnTo>
                  <a:pt x="513168" y="40366"/>
                </a:lnTo>
                <a:lnTo>
                  <a:pt x="512469" y="40789"/>
                </a:lnTo>
                <a:lnTo>
                  <a:pt x="511786" y="41222"/>
                </a:lnTo>
                <a:lnTo>
                  <a:pt x="511115" y="41656"/>
                </a:lnTo>
                <a:lnTo>
                  <a:pt x="510458" y="42094"/>
                </a:lnTo>
                <a:lnTo>
                  <a:pt x="509814" y="42533"/>
                </a:lnTo>
                <a:lnTo>
                  <a:pt x="509184" y="42974"/>
                </a:lnTo>
                <a:lnTo>
                  <a:pt x="508567" y="43418"/>
                </a:lnTo>
                <a:lnTo>
                  <a:pt x="507963" y="43864"/>
                </a:lnTo>
                <a:lnTo>
                  <a:pt x="507373" y="44313"/>
                </a:lnTo>
                <a:lnTo>
                  <a:pt x="506796" y="44763"/>
                </a:lnTo>
                <a:lnTo>
                  <a:pt x="506232" y="45216"/>
                </a:lnTo>
                <a:lnTo>
                  <a:pt x="505682" y="45671"/>
                </a:lnTo>
                <a:lnTo>
                  <a:pt x="505145" y="46128"/>
                </a:lnTo>
                <a:lnTo>
                  <a:pt x="504622" y="46587"/>
                </a:lnTo>
                <a:lnTo>
                  <a:pt x="504112" y="47049"/>
                </a:lnTo>
                <a:lnTo>
                  <a:pt x="503615" y="47513"/>
                </a:lnTo>
                <a:lnTo>
                  <a:pt x="503131" y="47979"/>
                </a:lnTo>
                <a:lnTo>
                  <a:pt x="502661" y="48447"/>
                </a:lnTo>
                <a:lnTo>
                  <a:pt x="502204" y="48918"/>
                </a:lnTo>
                <a:lnTo>
                  <a:pt x="501761" y="49390"/>
                </a:lnTo>
                <a:lnTo>
                  <a:pt x="501331" y="49865"/>
                </a:lnTo>
                <a:lnTo>
                  <a:pt x="500914" y="50343"/>
                </a:lnTo>
                <a:lnTo>
                  <a:pt x="500511" y="50822"/>
                </a:lnTo>
                <a:lnTo>
                  <a:pt x="500121" y="51304"/>
                </a:lnTo>
                <a:lnTo>
                  <a:pt x="499745" y="51788"/>
                </a:lnTo>
                <a:lnTo>
                  <a:pt x="499745" y="3551"/>
                </a:lnTo>
                <a:lnTo>
                  <a:pt x="483370" y="3551"/>
                </a:lnTo>
                <a:lnTo>
                  <a:pt x="483370" y="136324"/>
                </a:lnTo>
                <a:lnTo>
                  <a:pt x="499843" y="136324"/>
                </a:lnTo>
                <a:lnTo>
                  <a:pt x="499843" y="65613"/>
                </a:lnTo>
                <a:lnTo>
                  <a:pt x="500218" y="65111"/>
                </a:lnTo>
                <a:lnTo>
                  <a:pt x="500603" y="64612"/>
                </a:lnTo>
                <a:lnTo>
                  <a:pt x="500998" y="64116"/>
                </a:lnTo>
                <a:close/>
                <a:moveTo>
                  <a:pt x="344994" y="122973"/>
                </a:moveTo>
                <a:lnTo>
                  <a:pt x="344319" y="122930"/>
                </a:lnTo>
                <a:lnTo>
                  <a:pt x="343666" y="122869"/>
                </a:lnTo>
                <a:lnTo>
                  <a:pt x="343035" y="122791"/>
                </a:lnTo>
                <a:lnTo>
                  <a:pt x="342427" y="122696"/>
                </a:lnTo>
                <a:lnTo>
                  <a:pt x="341841" y="122583"/>
                </a:lnTo>
                <a:lnTo>
                  <a:pt x="341278" y="122453"/>
                </a:lnTo>
                <a:lnTo>
                  <a:pt x="340737" y="122306"/>
                </a:lnTo>
                <a:lnTo>
                  <a:pt x="340218" y="122142"/>
                </a:lnTo>
                <a:lnTo>
                  <a:pt x="339722" y="121960"/>
                </a:lnTo>
                <a:lnTo>
                  <a:pt x="339249" y="121761"/>
                </a:lnTo>
                <a:lnTo>
                  <a:pt x="338797" y="121544"/>
                </a:lnTo>
                <a:lnTo>
                  <a:pt x="338369" y="121310"/>
                </a:lnTo>
                <a:lnTo>
                  <a:pt x="337962" y="121059"/>
                </a:lnTo>
                <a:lnTo>
                  <a:pt x="337578" y="120791"/>
                </a:lnTo>
                <a:lnTo>
                  <a:pt x="337217" y="120505"/>
                </a:lnTo>
                <a:lnTo>
                  <a:pt x="336878" y="120202"/>
                </a:lnTo>
                <a:lnTo>
                  <a:pt x="336561" y="119882"/>
                </a:lnTo>
                <a:lnTo>
                  <a:pt x="336267" y="119544"/>
                </a:lnTo>
                <a:lnTo>
                  <a:pt x="335996" y="119189"/>
                </a:lnTo>
                <a:lnTo>
                  <a:pt x="335746" y="118817"/>
                </a:lnTo>
                <a:lnTo>
                  <a:pt x="335520" y="118427"/>
                </a:lnTo>
                <a:lnTo>
                  <a:pt x="335315" y="118020"/>
                </a:lnTo>
                <a:lnTo>
                  <a:pt x="335126" y="117597"/>
                </a:lnTo>
                <a:lnTo>
                  <a:pt x="334945" y="117158"/>
                </a:lnTo>
                <a:lnTo>
                  <a:pt x="334772" y="116705"/>
                </a:lnTo>
                <a:lnTo>
                  <a:pt x="334607" y="116236"/>
                </a:lnTo>
                <a:lnTo>
                  <a:pt x="334450" y="115752"/>
                </a:lnTo>
                <a:lnTo>
                  <a:pt x="334301" y="115253"/>
                </a:lnTo>
                <a:lnTo>
                  <a:pt x="334160" y="114739"/>
                </a:lnTo>
                <a:lnTo>
                  <a:pt x="334027" y="114209"/>
                </a:lnTo>
                <a:lnTo>
                  <a:pt x="333903" y="113665"/>
                </a:lnTo>
                <a:lnTo>
                  <a:pt x="333786" y="113105"/>
                </a:lnTo>
                <a:lnTo>
                  <a:pt x="333677" y="112530"/>
                </a:lnTo>
                <a:lnTo>
                  <a:pt x="333577" y="111940"/>
                </a:lnTo>
                <a:lnTo>
                  <a:pt x="333484" y="111334"/>
                </a:lnTo>
                <a:lnTo>
                  <a:pt x="333400" y="110714"/>
                </a:lnTo>
                <a:lnTo>
                  <a:pt x="333323" y="110078"/>
                </a:lnTo>
                <a:lnTo>
                  <a:pt x="333255" y="109427"/>
                </a:lnTo>
                <a:lnTo>
                  <a:pt x="333194" y="108761"/>
                </a:lnTo>
                <a:lnTo>
                  <a:pt x="333142" y="108080"/>
                </a:lnTo>
                <a:lnTo>
                  <a:pt x="333098" y="107383"/>
                </a:lnTo>
                <a:lnTo>
                  <a:pt x="333061" y="106672"/>
                </a:lnTo>
                <a:lnTo>
                  <a:pt x="333033" y="105945"/>
                </a:lnTo>
                <a:lnTo>
                  <a:pt x="333013" y="105203"/>
                </a:lnTo>
                <a:lnTo>
                  <a:pt x="333001" y="104446"/>
                </a:lnTo>
                <a:lnTo>
                  <a:pt x="332997" y="103674"/>
                </a:lnTo>
                <a:lnTo>
                  <a:pt x="332997" y="50604"/>
                </a:lnTo>
                <a:lnTo>
                  <a:pt x="356671" y="50604"/>
                </a:lnTo>
                <a:lnTo>
                  <a:pt x="356671" y="37287"/>
                </a:lnTo>
                <a:lnTo>
                  <a:pt x="332997" y="37287"/>
                </a:lnTo>
                <a:lnTo>
                  <a:pt x="332997" y="15290"/>
                </a:lnTo>
                <a:lnTo>
                  <a:pt x="316622" y="15290"/>
                </a:lnTo>
                <a:lnTo>
                  <a:pt x="316622" y="37287"/>
                </a:lnTo>
                <a:lnTo>
                  <a:pt x="300544" y="37287"/>
                </a:lnTo>
                <a:lnTo>
                  <a:pt x="300544" y="50604"/>
                </a:lnTo>
                <a:lnTo>
                  <a:pt x="316622" y="50604"/>
                </a:lnTo>
                <a:lnTo>
                  <a:pt x="316622" y="104142"/>
                </a:lnTo>
                <a:lnTo>
                  <a:pt x="316626" y="104980"/>
                </a:lnTo>
                <a:lnTo>
                  <a:pt x="316638" y="105808"/>
                </a:lnTo>
                <a:lnTo>
                  <a:pt x="316659" y="106625"/>
                </a:lnTo>
                <a:lnTo>
                  <a:pt x="316687" y="107433"/>
                </a:lnTo>
                <a:lnTo>
                  <a:pt x="316723" y="108230"/>
                </a:lnTo>
                <a:lnTo>
                  <a:pt x="316767" y="109017"/>
                </a:lnTo>
                <a:lnTo>
                  <a:pt x="316820" y="109794"/>
                </a:lnTo>
                <a:lnTo>
                  <a:pt x="316880" y="110562"/>
                </a:lnTo>
                <a:lnTo>
                  <a:pt x="316948" y="111318"/>
                </a:lnTo>
                <a:lnTo>
                  <a:pt x="317025" y="112065"/>
                </a:lnTo>
                <a:lnTo>
                  <a:pt x="317109" y="112802"/>
                </a:lnTo>
                <a:lnTo>
                  <a:pt x="317202" y="113529"/>
                </a:lnTo>
                <a:lnTo>
                  <a:pt x="317303" y="114245"/>
                </a:lnTo>
                <a:lnTo>
                  <a:pt x="317411" y="114952"/>
                </a:lnTo>
                <a:lnTo>
                  <a:pt x="317528" y="115648"/>
                </a:lnTo>
                <a:lnTo>
                  <a:pt x="317653" y="116334"/>
                </a:lnTo>
                <a:lnTo>
                  <a:pt x="317785" y="117010"/>
                </a:lnTo>
                <a:lnTo>
                  <a:pt x="317926" y="117676"/>
                </a:lnTo>
                <a:lnTo>
                  <a:pt x="318075" y="118332"/>
                </a:lnTo>
                <a:lnTo>
                  <a:pt x="318232" y="118978"/>
                </a:lnTo>
                <a:lnTo>
                  <a:pt x="318397" y="119614"/>
                </a:lnTo>
                <a:lnTo>
                  <a:pt x="318570" y="120239"/>
                </a:lnTo>
                <a:lnTo>
                  <a:pt x="318751" y="120855"/>
                </a:lnTo>
                <a:lnTo>
                  <a:pt x="318940" y="121460"/>
                </a:lnTo>
                <a:lnTo>
                  <a:pt x="319140" y="122054"/>
                </a:lnTo>
                <a:lnTo>
                  <a:pt x="319354" y="122637"/>
                </a:lnTo>
                <a:lnTo>
                  <a:pt x="319581" y="123208"/>
                </a:lnTo>
                <a:lnTo>
                  <a:pt x="319821" y="123767"/>
                </a:lnTo>
                <a:lnTo>
                  <a:pt x="320075" y="124314"/>
                </a:lnTo>
                <a:lnTo>
                  <a:pt x="320343" y="124850"/>
                </a:lnTo>
                <a:lnTo>
                  <a:pt x="320624" y="125374"/>
                </a:lnTo>
                <a:lnTo>
                  <a:pt x="320919" y="125886"/>
                </a:lnTo>
                <a:lnTo>
                  <a:pt x="321227" y="126387"/>
                </a:lnTo>
                <a:lnTo>
                  <a:pt x="321549" y="126876"/>
                </a:lnTo>
                <a:lnTo>
                  <a:pt x="321884" y="127353"/>
                </a:lnTo>
                <a:lnTo>
                  <a:pt x="322233" y="127819"/>
                </a:lnTo>
                <a:lnTo>
                  <a:pt x="322595" y="128273"/>
                </a:lnTo>
                <a:lnTo>
                  <a:pt x="322971" y="128715"/>
                </a:lnTo>
                <a:lnTo>
                  <a:pt x="323360" y="129145"/>
                </a:lnTo>
                <a:lnTo>
                  <a:pt x="323763" y="129564"/>
                </a:lnTo>
                <a:lnTo>
                  <a:pt x="324179" y="129971"/>
                </a:lnTo>
                <a:lnTo>
                  <a:pt x="324609" y="130366"/>
                </a:lnTo>
                <a:lnTo>
                  <a:pt x="325053" y="130750"/>
                </a:lnTo>
                <a:lnTo>
                  <a:pt x="325510" y="131122"/>
                </a:lnTo>
                <a:lnTo>
                  <a:pt x="325980" y="131482"/>
                </a:lnTo>
                <a:lnTo>
                  <a:pt x="326464" y="131831"/>
                </a:lnTo>
                <a:lnTo>
                  <a:pt x="326962" y="132168"/>
                </a:lnTo>
                <a:lnTo>
                  <a:pt x="327473" y="132493"/>
                </a:lnTo>
                <a:lnTo>
                  <a:pt x="328000" y="132805"/>
                </a:lnTo>
                <a:lnTo>
                  <a:pt x="328547" y="133105"/>
                </a:lnTo>
                <a:lnTo>
                  <a:pt x="329111" y="133391"/>
                </a:lnTo>
                <a:lnTo>
                  <a:pt x="329695" y="133664"/>
                </a:lnTo>
                <a:lnTo>
                  <a:pt x="330298" y="133923"/>
                </a:lnTo>
                <a:lnTo>
                  <a:pt x="330919" y="134169"/>
                </a:lnTo>
                <a:lnTo>
                  <a:pt x="331560" y="134402"/>
                </a:lnTo>
                <a:lnTo>
                  <a:pt x="332219" y="134621"/>
                </a:lnTo>
                <a:lnTo>
                  <a:pt x="332897" y="134828"/>
                </a:lnTo>
                <a:lnTo>
                  <a:pt x="333594" y="135021"/>
                </a:lnTo>
                <a:lnTo>
                  <a:pt x="334309" y="135200"/>
                </a:lnTo>
                <a:lnTo>
                  <a:pt x="335044" y="135367"/>
                </a:lnTo>
                <a:lnTo>
                  <a:pt x="335797" y="135520"/>
                </a:lnTo>
                <a:lnTo>
                  <a:pt x="336569" y="135659"/>
                </a:lnTo>
                <a:lnTo>
                  <a:pt x="337360" y="135786"/>
                </a:lnTo>
                <a:lnTo>
                  <a:pt x="338170" y="135899"/>
                </a:lnTo>
                <a:lnTo>
                  <a:pt x="338999" y="135998"/>
                </a:lnTo>
                <a:lnTo>
                  <a:pt x="339847" y="136085"/>
                </a:lnTo>
                <a:lnTo>
                  <a:pt x="340713" y="136158"/>
                </a:lnTo>
                <a:lnTo>
                  <a:pt x="341598" y="136218"/>
                </a:lnTo>
                <a:lnTo>
                  <a:pt x="342502" y="136265"/>
                </a:lnTo>
                <a:lnTo>
                  <a:pt x="343425" y="136298"/>
                </a:lnTo>
                <a:lnTo>
                  <a:pt x="344367" y="136318"/>
                </a:lnTo>
                <a:lnTo>
                  <a:pt x="345327" y="136324"/>
                </a:lnTo>
                <a:lnTo>
                  <a:pt x="356869" y="136324"/>
                </a:lnTo>
                <a:lnTo>
                  <a:pt x="356869" y="123008"/>
                </a:lnTo>
                <a:lnTo>
                  <a:pt x="346413" y="123008"/>
                </a:lnTo>
                <a:lnTo>
                  <a:pt x="345692" y="122999"/>
                </a:lnTo>
                <a:lnTo>
                  <a:pt x="344994" y="122973"/>
                </a:lnTo>
                <a:close/>
                <a:moveTo>
                  <a:pt x="452065" y="122973"/>
                </a:moveTo>
                <a:lnTo>
                  <a:pt x="451390" y="122930"/>
                </a:lnTo>
                <a:lnTo>
                  <a:pt x="450737" y="122869"/>
                </a:lnTo>
                <a:lnTo>
                  <a:pt x="450106" y="122791"/>
                </a:lnTo>
                <a:lnTo>
                  <a:pt x="449498" y="122696"/>
                </a:lnTo>
                <a:lnTo>
                  <a:pt x="448912" y="122583"/>
                </a:lnTo>
                <a:lnTo>
                  <a:pt x="448349" y="122453"/>
                </a:lnTo>
                <a:lnTo>
                  <a:pt x="447808" y="122306"/>
                </a:lnTo>
                <a:lnTo>
                  <a:pt x="447289" y="122142"/>
                </a:lnTo>
                <a:lnTo>
                  <a:pt x="446793" y="121960"/>
                </a:lnTo>
                <a:lnTo>
                  <a:pt x="446319" y="121761"/>
                </a:lnTo>
                <a:lnTo>
                  <a:pt x="445868" y="121544"/>
                </a:lnTo>
                <a:lnTo>
                  <a:pt x="445440" y="121310"/>
                </a:lnTo>
                <a:lnTo>
                  <a:pt x="445033" y="121059"/>
                </a:lnTo>
                <a:lnTo>
                  <a:pt x="444649" y="120791"/>
                </a:lnTo>
                <a:lnTo>
                  <a:pt x="444288" y="120505"/>
                </a:lnTo>
                <a:lnTo>
                  <a:pt x="443949" y="120202"/>
                </a:lnTo>
                <a:lnTo>
                  <a:pt x="443632" y="119882"/>
                </a:lnTo>
                <a:lnTo>
                  <a:pt x="443338" y="119544"/>
                </a:lnTo>
                <a:lnTo>
                  <a:pt x="443067" y="119189"/>
                </a:lnTo>
                <a:lnTo>
                  <a:pt x="442817" y="118817"/>
                </a:lnTo>
                <a:lnTo>
                  <a:pt x="442591" y="118427"/>
                </a:lnTo>
                <a:lnTo>
                  <a:pt x="442386" y="118020"/>
                </a:lnTo>
                <a:lnTo>
                  <a:pt x="442197" y="117597"/>
                </a:lnTo>
                <a:lnTo>
                  <a:pt x="442016" y="117158"/>
                </a:lnTo>
                <a:lnTo>
                  <a:pt x="441843" y="116705"/>
                </a:lnTo>
                <a:lnTo>
                  <a:pt x="441678" y="116236"/>
                </a:lnTo>
                <a:lnTo>
                  <a:pt x="441521" y="115752"/>
                </a:lnTo>
                <a:lnTo>
                  <a:pt x="441372" y="115253"/>
                </a:lnTo>
                <a:lnTo>
                  <a:pt x="441231" y="114739"/>
                </a:lnTo>
                <a:lnTo>
                  <a:pt x="441098" y="114209"/>
                </a:lnTo>
                <a:lnTo>
                  <a:pt x="440974" y="113665"/>
                </a:lnTo>
                <a:lnTo>
                  <a:pt x="440857" y="113105"/>
                </a:lnTo>
                <a:lnTo>
                  <a:pt x="440748" y="112530"/>
                </a:lnTo>
                <a:lnTo>
                  <a:pt x="440648" y="111940"/>
                </a:lnTo>
                <a:lnTo>
                  <a:pt x="440555" y="111334"/>
                </a:lnTo>
                <a:lnTo>
                  <a:pt x="440470" y="110714"/>
                </a:lnTo>
                <a:lnTo>
                  <a:pt x="440394" y="110078"/>
                </a:lnTo>
                <a:lnTo>
                  <a:pt x="440326" y="109427"/>
                </a:lnTo>
                <a:lnTo>
                  <a:pt x="440265" y="108761"/>
                </a:lnTo>
                <a:lnTo>
                  <a:pt x="440213" y="108080"/>
                </a:lnTo>
                <a:lnTo>
                  <a:pt x="440169" y="107383"/>
                </a:lnTo>
                <a:lnTo>
                  <a:pt x="440132" y="106672"/>
                </a:lnTo>
                <a:lnTo>
                  <a:pt x="440104" y="105945"/>
                </a:lnTo>
                <a:lnTo>
                  <a:pt x="440084" y="105203"/>
                </a:lnTo>
                <a:lnTo>
                  <a:pt x="440072" y="104446"/>
                </a:lnTo>
                <a:lnTo>
                  <a:pt x="440068" y="103674"/>
                </a:lnTo>
                <a:lnTo>
                  <a:pt x="440068" y="50604"/>
                </a:lnTo>
                <a:lnTo>
                  <a:pt x="463742" y="50604"/>
                </a:lnTo>
                <a:lnTo>
                  <a:pt x="463742" y="37287"/>
                </a:lnTo>
                <a:lnTo>
                  <a:pt x="440068" y="37287"/>
                </a:lnTo>
                <a:lnTo>
                  <a:pt x="440068" y="15290"/>
                </a:lnTo>
                <a:lnTo>
                  <a:pt x="423693" y="15290"/>
                </a:lnTo>
                <a:lnTo>
                  <a:pt x="423693" y="37287"/>
                </a:lnTo>
                <a:lnTo>
                  <a:pt x="407615" y="37287"/>
                </a:lnTo>
                <a:lnTo>
                  <a:pt x="407615" y="50604"/>
                </a:lnTo>
                <a:lnTo>
                  <a:pt x="423693" y="50604"/>
                </a:lnTo>
                <a:lnTo>
                  <a:pt x="423693" y="104142"/>
                </a:lnTo>
                <a:lnTo>
                  <a:pt x="423697" y="104980"/>
                </a:lnTo>
                <a:lnTo>
                  <a:pt x="423709" y="105808"/>
                </a:lnTo>
                <a:lnTo>
                  <a:pt x="423730" y="106625"/>
                </a:lnTo>
                <a:lnTo>
                  <a:pt x="423758" y="107433"/>
                </a:lnTo>
                <a:lnTo>
                  <a:pt x="423794" y="108230"/>
                </a:lnTo>
                <a:lnTo>
                  <a:pt x="423838" y="109017"/>
                </a:lnTo>
                <a:lnTo>
                  <a:pt x="423890" y="109794"/>
                </a:lnTo>
                <a:lnTo>
                  <a:pt x="423951" y="110562"/>
                </a:lnTo>
                <a:lnTo>
                  <a:pt x="424019" y="111318"/>
                </a:lnTo>
                <a:lnTo>
                  <a:pt x="424096" y="112065"/>
                </a:lnTo>
                <a:lnTo>
                  <a:pt x="424180" y="112802"/>
                </a:lnTo>
                <a:lnTo>
                  <a:pt x="424273" y="113529"/>
                </a:lnTo>
                <a:lnTo>
                  <a:pt x="424373" y="114245"/>
                </a:lnTo>
                <a:lnTo>
                  <a:pt x="424482" y="114952"/>
                </a:lnTo>
                <a:lnTo>
                  <a:pt x="424599" y="115648"/>
                </a:lnTo>
                <a:lnTo>
                  <a:pt x="424724" y="116334"/>
                </a:lnTo>
                <a:lnTo>
                  <a:pt x="424856" y="117010"/>
                </a:lnTo>
                <a:lnTo>
                  <a:pt x="424997" y="117676"/>
                </a:lnTo>
                <a:lnTo>
                  <a:pt x="425146" y="118332"/>
                </a:lnTo>
                <a:lnTo>
                  <a:pt x="425303" y="118978"/>
                </a:lnTo>
                <a:lnTo>
                  <a:pt x="425468" y="119614"/>
                </a:lnTo>
                <a:lnTo>
                  <a:pt x="425641" y="120239"/>
                </a:lnTo>
                <a:lnTo>
                  <a:pt x="425822" y="120855"/>
                </a:lnTo>
                <a:lnTo>
                  <a:pt x="426011" y="121460"/>
                </a:lnTo>
                <a:lnTo>
                  <a:pt x="426211" y="122054"/>
                </a:lnTo>
                <a:lnTo>
                  <a:pt x="426425" y="122637"/>
                </a:lnTo>
                <a:lnTo>
                  <a:pt x="426652" y="123208"/>
                </a:lnTo>
                <a:lnTo>
                  <a:pt x="426892" y="123767"/>
                </a:lnTo>
                <a:lnTo>
                  <a:pt x="427146" y="124314"/>
                </a:lnTo>
                <a:lnTo>
                  <a:pt x="427414" y="124850"/>
                </a:lnTo>
                <a:lnTo>
                  <a:pt x="427695" y="125374"/>
                </a:lnTo>
                <a:lnTo>
                  <a:pt x="427990" y="125886"/>
                </a:lnTo>
                <a:lnTo>
                  <a:pt x="428298" y="126387"/>
                </a:lnTo>
                <a:lnTo>
                  <a:pt x="428620" y="126876"/>
                </a:lnTo>
                <a:lnTo>
                  <a:pt x="428955" y="127353"/>
                </a:lnTo>
                <a:lnTo>
                  <a:pt x="429304" y="127819"/>
                </a:lnTo>
                <a:lnTo>
                  <a:pt x="429666" y="128273"/>
                </a:lnTo>
                <a:lnTo>
                  <a:pt x="430042" y="128715"/>
                </a:lnTo>
                <a:lnTo>
                  <a:pt x="430431" y="129145"/>
                </a:lnTo>
                <a:lnTo>
                  <a:pt x="430834" y="129564"/>
                </a:lnTo>
                <a:lnTo>
                  <a:pt x="431250" y="129971"/>
                </a:lnTo>
                <a:lnTo>
                  <a:pt x="431680" y="130366"/>
                </a:lnTo>
                <a:lnTo>
                  <a:pt x="432124" y="130750"/>
                </a:lnTo>
                <a:lnTo>
                  <a:pt x="432581" y="131122"/>
                </a:lnTo>
                <a:lnTo>
                  <a:pt x="433051" y="131482"/>
                </a:lnTo>
                <a:lnTo>
                  <a:pt x="433535" y="131831"/>
                </a:lnTo>
                <a:lnTo>
                  <a:pt x="434033" y="132168"/>
                </a:lnTo>
                <a:lnTo>
                  <a:pt x="434544" y="132493"/>
                </a:lnTo>
                <a:lnTo>
                  <a:pt x="435071" y="132805"/>
                </a:lnTo>
                <a:lnTo>
                  <a:pt x="435617" y="133105"/>
                </a:lnTo>
                <a:lnTo>
                  <a:pt x="436182" y="133391"/>
                </a:lnTo>
                <a:lnTo>
                  <a:pt x="436766" y="133664"/>
                </a:lnTo>
                <a:lnTo>
                  <a:pt x="437369" y="133923"/>
                </a:lnTo>
                <a:lnTo>
                  <a:pt x="437990" y="134169"/>
                </a:lnTo>
                <a:lnTo>
                  <a:pt x="438631" y="134402"/>
                </a:lnTo>
                <a:lnTo>
                  <a:pt x="439290" y="134621"/>
                </a:lnTo>
                <a:lnTo>
                  <a:pt x="439968" y="134828"/>
                </a:lnTo>
                <a:lnTo>
                  <a:pt x="440665" y="135021"/>
                </a:lnTo>
                <a:lnTo>
                  <a:pt x="441380" y="135200"/>
                </a:lnTo>
                <a:lnTo>
                  <a:pt x="442115" y="135367"/>
                </a:lnTo>
                <a:lnTo>
                  <a:pt x="442868" y="135520"/>
                </a:lnTo>
                <a:lnTo>
                  <a:pt x="443640" y="135659"/>
                </a:lnTo>
                <a:lnTo>
                  <a:pt x="444431" y="135786"/>
                </a:lnTo>
                <a:lnTo>
                  <a:pt x="445241" y="135899"/>
                </a:lnTo>
                <a:lnTo>
                  <a:pt x="446070" y="135998"/>
                </a:lnTo>
                <a:lnTo>
                  <a:pt x="446918" y="136085"/>
                </a:lnTo>
                <a:lnTo>
                  <a:pt x="447784" y="136158"/>
                </a:lnTo>
                <a:lnTo>
                  <a:pt x="448669" y="136218"/>
                </a:lnTo>
                <a:lnTo>
                  <a:pt x="449573" y="136265"/>
                </a:lnTo>
                <a:lnTo>
                  <a:pt x="450496" y="136298"/>
                </a:lnTo>
                <a:lnTo>
                  <a:pt x="451438" y="136318"/>
                </a:lnTo>
                <a:lnTo>
                  <a:pt x="452398" y="136324"/>
                </a:lnTo>
                <a:lnTo>
                  <a:pt x="463940" y="136324"/>
                </a:lnTo>
                <a:lnTo>
                  <a:pt x="463940" y="123008"/>
                </a:lnTo>
                <a:lnTo>
                  <a:pt x="453483" y="123008"/>
                </a:lnTo>
                <a:lnTo>
                  <a:pt x="452763" y="122999"/>
                </a:lnTo>
                <a:lnTo>
                  <a:pt x="452065" y="122973"/>
                </a:lnTo>
                <a:close/>
                <a:moveTo>
                  <a:pt x="166908" y="64903"/>
                </a:moveTo>
                <a:lnTo>
                  <a:pt x="167182" y="64539"/>
                </a:lnTo>
                <a:lnTo>
                  <a:pt x="167459" y="64179"/>
                </a:lnTo>
                <a:lnTo>
                  <a:pt x="167739" y="63823"/>
                </a:lnTo>
                <a:lnTo>
                  <a:pt x="168022" y="63471"/>
                </a:lnTo>
                <a:lnTo>
                  <a:pt x="168308" y="63122"/>
                </a:lnTo>
                <a:lnTo>
                  <a:pt x="168597" y="62777"/>
                </a:lnTo>
                <a:lnTo>
                  <a:pt x="168890" y="62436"/>
                </a:lnTo>
                <a:lnTo>
                  <a:pt x="169185" y="62098"/>
                </a:lnTo>
                <a:lnTo>
                  <a:pt x="169484" y="61764"/>
                </a:lnTo>
                <a:lnTo>
                  <a:pt x="169785" y="61434"/>
                </a:lnTo>
                <a:lnTo>
                  <a:pt x="170090" y="61108"/>
                </a:lnTo>
                <a:lnTo>
                  <a:pt x="170398" y="60785"/>
                </a:lnTo>
                <a:lnTo>
                  <a:pt x="170708" y="60467"/>
                </a:lnTo>
                <a:lnTo>
                  <a:pt x="171022" y="60152"/>
                </a:lnTo>
                <a:lnTo>
                  <a:pt x="171339" y="59840"/>
                </a:lnTo>
                <a:lnTo>
                  <a:pt x="171659" y="59533"/>
                </a:lnTo>
                <a:lnTo>
                  <a:pt x="171983" y="59229"/>
                </a:lnTo>
                <a:lnTo>
                  <a:pt x="172309" y="58929"/>
                </a:lnTo>
                <a:lnTo>
                  <a:pt x="172638" y="58633"/>
                </a:lnTo>
                <a:lnTo>
                  <a:pt x="172971" y="58340"/>
                </a:lnTo>
                <a:lnTo>
                  <a:pt x="173306" y="58051"/>
                </a:lnTo>
                <a:lnTo>
                  <a:pt x="173645" y="57767"/>
                </a:lnTo>
                <a:lnTo>
                  <a:pt x="173990" y="57488"/>
                </a:lnTo>
                <a:lnTo>
                  <a:pt x="174339" y="57214"/>
                </a:lnTo>
                <a:lnTo>
                  <a:pt x="174693" y="56945"/>
                </a:lnTo>
                <a:lnTo>
                  <a:pt x="175051" y="56681"/>
                </a:lnTo>
                <a:lnTo>
                  <a:pt x="175415" y="56423"/>
                </a:lnTo>
                <a:lnTo>
                  <a:pt x="175783" y="56170"/>
                </a:lnTo>
                <a:lnTo>
                  <a:pt x="176156" y="55922"/>
                </a:lnTo>
                <a:lnTo>
                  <a:pt x="176534" y="55679"/>
                </a:lnTo>
                <a:lnTo>
                  <a:pt x="176916" y="55441"/>
                </a:lnTo>
                <a:lnTo>
                  <a:pt x="177303" y="55208"/>
                </a:lnTo>
                <a:lnTo>
                  <a:pt x="177696" y="54981"/>
                </a:lnTo>
                <a:lnTo>
                  <a:pt x="178093" y="54759"/>
                </a:lnTo>
                <a:lnTo>
                  <a:pt x="178494" y="54542"/>
                </a:lnTo>
                <a:lnTo>
                  <a:pt x="178901" y="54330"/>
                </a:lnTo>
                <a:lnTo>
                  <a:pt x="179312" y="54123"/>
                </a:lnTo>
                <a:lnTo>
                  <a:pt x="179728" y="53922"/>
                </a:lnTo>
                <a:lnTo>
                  <a:pt x="180149" y="53726"/>
                </a:lnTo>
                <a:lnTo>
                  <a:pt x="180575" y="53535"/>
                </a:lnTo>
                <a:lnTo>
                  <a:pt x="181006" y="53349"/>
                </a:lnTo>
                <a:lnTo>
                  <a:pt x="181441" y="53168"/>
                </a:lnTo>
                <a:lnTo>
                  <a:pt x="181881" y="52992"/>
                </a:lnTo>
                <a:lnTo>
                  <a:pt x="182326" y="52822"/>
                </a:lnTo>
                <a:lnTo>
                  <a:pt x="182776" y="52657"/>
                </a:lnTo>
                <a:lnTo>
                  <a:pt x="183231" y="52497"/>
                </a:lnTo>
                <a:lnTo>
                  <a:pt x="183692" y="52345"/>
                </a:lnTo>
                <a:lnTo>
                  <a:pt x="184160" y="52199"/>
                </a:lnTo>
                <a:lnTo>
                  <a:pt x="184634" y="52060"/>
                </a:lnTo>
                <a:lnTo>
                  <a:pt x="185113" y="51927"/>
                </a:lnTo>
                <a:lnTo>
                  <a:pt x="185599" y="51802"/>
                </a:lnTo>
                <a:lnTo>
                  <a:pt x="186092" y="51683"/>
                </a:lnTo>
                <a:lnTo>
                  <a:pt x="186590" y="51571"/>
                </a:lnTo>
                <a:lnTo>
                  <a:pt x="187094" y="51466"/>
                </a:lnTo>
                <a:lnTo>
                  <a:pt x="187605" y="51367"/>
                </a:lnTo>
                <a:lnTo>
                  <a:pt x="188122" y="51276"/>
                </a:lnTo>
                <a:lnTo>
                  <a:pt x="188645" y="51191"/>
                </a:lnTo>
                <a:lnTo>
                  <a:pt x="189174" y="51113"/>
                </a:lnTo>
                <a:lnTo>
                  <a:pt x="189710" y="51042"/>
                </a:lnTo>
                <a:lnTo>
                  <a:pt x="190251" y="50977"/>
                </a:lnTo>
                <a:lnTo>
                  <a:pt x="190799" y="50920"/>
                </a:lnTo>
                <a:lnTo>
                  <a:pt x="191353" y="50869"/>
                </a:lnTo>
                <a:lnTo>
                  <a:pt x="191913" y="50825"/>
                </a:lnTo>
                <a:lnTo>
                  <a:pt x="192479" y="50787"/>
                </a:lnTo>
                <a:lnTo>
                  <a:pt x="193051" y="50757"/>
                </a:lnTo>
                <a:lnTo>
                  <a:pt x="193630" y="50733"/>
                </a:lnTo>
                <a:lnTo>
                  <a:pt x="194214" y="50716"/>
                </a:lnTo>
                <a:lnTo>
                  <a:pt x="194805" y="50706"/>
                </a:lnTo>
                <a:lnTo>
                  <a:pt x="195402" y="50702"/>
                </a:lnTo>
                <a:lnTo>
                  <a:pt x="197671" y="50702"/>
                </a:lnTo>
                <a:lnTo>
                  <a:pt x="197671" y="35610"/>
                </a:lnTo>
                <a:lnTo>
                  <a:pt x="195698" y="35610"/>
                </a:lnTo>
                <a:lnTo>
                  <a:pt x="194744" y="35619"/>
                </a:lnTo>
                <a:lnTo>
                  <a:pt x="193805" y="35645"/>
                </a:lnTo>
                <a:lnTo>
                  <a:pt x="192881" y="35689"/>
                </a:lnTo>
                <a:lnTo>
                  <a:pt x="191971" y="35750"/>
                </a:lnTo>
                <a:lnTo>
                  <a:pt x="191078" y="35828"/>
                </a:lnTo>
                <a:lnTo>
                  <a:pt x="190199" y="35924"/>
                </a:lnTo>
                <a:lnTo>
                  <a:pt x="189335" y="36038"/>
                </a:lnTo>
                <a:lnTo>
                  <a:pt x="188486" y="36169"/>
                </a:lnTo>
                <a:lnTo>
                  <a:pt x="187652" y="36318"/>
                </a:lnTo>
                <a:lnTo>
                  <a:pt x="186834" y="36483"/>
                </a:lnTo>
                <a:lnTo>
                  <a:pt x="186030" y="36667"/>
                </a:lnTo>
                <a:lnTo>
                  <a:pt x="185242" y="36868"/>
                </a:lnTo>
                <a:lnTo>
                  <a:pt x="184468" y="37086"/>
                </a:lnTo>
                <a:lnTo>
                  <a:pt x="183710" y="37322"/>
                </a:lnTo>
                <a:lnTo>
                  <a:pt x="182967" y="37575"/>
                </a:lnTo>
                <a:lnTo>
                  <a:pt x="182239" y="37846"/>
                </a:lnTo>
                <a:lnTo>
                  <a:pt x="181526" y="38134"/>
                </a:lnTo>
                <a:lnTo>
                  <a:pt x="180828" y="38440"/>
                </a:lnTo>
                <a:lnTo>
                  <a:pt x="180145" y="38763"/>
                </a:lnTo>
                <a:lnTo>
                  <a:pt x="179477" y="39104"/>
                </a:lnTo>
                <a:lnTo>
                  <a:pt x="178824" y="39462"/>
                </a:lnTo>
                <a:lnTo>
                  <a:pt x="178186" y="39837"/>
                </a:lnTo>
                <a:lnTo>
                  <a:pt x="177563" y="40230"/>
                </a:lnTo>
                <a:lnTo>
                  <a:pt x="176956" y="40641"/>
                </a:lnTo>
                <a:lnTo>
                  <a:pt x="176361" y="41064"/>
                </a:lnTo>
                <a:lnTo>
                  <a:pt x="175778" y="41496"/>
                </a:lnTo>
                <a:lnTo>
                  <a:pt x="175205" y="41937"/>
                </a:lnTo>
                <a:lnTo>
                  <a:pt x="174643" y="42386"/>
                </a:lnTo>
                <a:lnTo>
                  <a:pt x="174092" y="42844"/>
                </a:lnTo>
                <a:lnTo>
                  <a:pt x="173553" y="43310"/>
                </a:lnTo>
                <a:lnTo>
                  <a:pt x="173024" y="43785"/>
                </a:lnTo>
                <a:lnTo>
                  <a:pt x="172506" y="44269"/>
                </a:lnTo>
                <a:lnTo>
                  <a:pt x="171999" y="44761"/>
                </a:lnTo>
                <a:lnTo>
                  <a:pt x="171503" y="45261"/>
                </a:lnTo>
                <a:lnTo>
                  <a:pt x="171018" y="45770"/>
                </a:lnTo>
                <a:lnTo>
                  <a:pt x="170544" y="46288"/>
                </a:lnTo>
                <a:lnTo>
                  <a:pt x="170081" y="46814"/>
                </a:lnTo>
                <a:lnTo>
                  <a:pt x="169629" y="47349"/>
                </a:lnTo>
                <a:lnTo>
                  <a:pt x="169188" y="47893"/>
                </a:lnTo>
                <a:lnTo>
                  <a:pt x="168758" y="48445"/>
                </a:lnTo>
                <a:lnTo>
                  <a:pt x="168338" y="49005"/>
                </a:lnTo>
                <a:lnTo>
                  <a:pt x="167930" y="49574"/>
                </a:lnTo>
                <a:lnTo>
                  <a:pt x="167533" y="50152"/>
                </a:lnTo>
                <a:lnTo>
                  <a:pt x="167146" y="50738"/>
                </a:lnTo>
                <a:lnTo>
                  <a:pt x="166771" y="51333"/>
                </a:lnTo>
                <a:lnTo>
                  <a:pt x="166407" y="51936"/>
                </a:lnTo>
                <a:lnTo>
                  <a:pt x="166053" y="52548"/>
                </a:lnTo>
                <a:lnTo>
                  <a:pt x="165711" y="53169"/>
                </a:lnTo>
                <a:lnTo>
                  <a:pt x="165119" y="37287"/>
                </a:lnTo>
                <a:lnTo>
                  <a:pt x="149632" y="37287"/>
                </a:lnTo>
                <a:lnTo>
                  <a:pt x="149632" y="136324"/>
                </a:lnTo>
                <a:lnTo>
                  <a:pt x="166105" y="136324"/>
                </a:lnTo>
                <a:lnTo>
                  <a:pt x="166105" y="66017"/>
                </a:lnTo>
                <a:lnTo>
                  <a:pt x="166370" y="65642"/>
                </a:lnTo>
                <a:lnTo>
                  <a:pt x="166637" y="65271"/>
                </a:lnTo>
                <a:lnTo>
                  <a:pt x="166908" y="64903"/>
                </a:lnTo>
                <a:close/>
                <a:moveTo>
                  <a:pt x="658179" y="64612"/>
                </a:moveTo>
                <a:lnTo>
                  <a:pt x="658574" y="64116"/>
                </a:lnTo>
                <a:lnTo>
                  <a:pt x="658978" y="63624"/>
                </a:lnTo>
                <a:lnTo>
                  <a:pt x="659393" y="63135"/>
                </a:lnTo>
                <a:lnTo>
                  <a:pt x="659817" y="62650"/>
                </a:lnTo>
                <a:lnTo>
                  <a:pt x="660252" y="62168"/>
                </a:lnTo>
                <a:lnTo>
                  <a:pt x="660696" y="61689"/>
                </a:lnTo>
                <a:lnTo>
                  <a:pt x="661151" y="61214"/>
                </a:lnTo>
                <a:lnTo>
                  <a:pt x="661615" y="60743"/>
                </a:lnTo>
                <a:lnTo>
                  <a:pt x="662089" y="60274"/>
                </a:lnTo>
                <a:lnTo>
                  <a:pt x="662573" y="59809"/>
                </a:lnTo>
                <a:lnTo>
                  <a:pt x="663067" y="59348"/>
                </a:lnTo>
                <a:lnTo>
                  <a:pt x="663571" y="58889"/>
                </a:lnTo>
                <a:lnTo>
                  <a:pt x="664085" y="58435"/>
                </a:lnTo>
                <a:lnTo>
                  <a:pt x="664609" y="57983"/>
                </a:lnTo>
                <a:lnTo>
                  <a:pt x="665143" y="57535"/>
                </a:lnTo>
                <a:lnTo>
                  <a:pt x="665687" y="57091"/>
                </a:lnTo>
                <a:lnTo>
                  <a:pt x="666240" y="56649"/>
                </a:lnTo>
                <a:lnTo>
                  <a:pt x="666804" y="56211"/>
                </a:lnTo>
                <a:lnTo>
                  <a:pt x="667378" y="55777"/>
                </a:lnTo>
                <a:lnTo>
                  <a:pt x="667961" y="55346"/>
                </a:lnTo>
                <a:lnTo>
                  <a:pt x="668554" y="54918"/>
                </a:lnTo>
                <a:lnTo>
                  <a:pt x="669158" y="54494"/>
                </a:lnTo>
                <a:lnTo>
                  <a:pt x="669772" y="54080"/>
                </a:lnTo>
                <a:lnTo>
                  <a:pt x="670398" y="53684"/>
                </a:lnTo>
                <a:lnTo>
                  <a:pt x="671037" y="53305"/>
                </a:lnTo>
                <a:lnTo>
                  <a:pt x="671687" y="52944"/>
                </a:lnTo>
                <a:lnTo>
                  <a:pt x="672349" y="52600"/>
                </a:lnTo>
                <a:lnTo>
                  <a:pt x="673023" y="52274"/>
                </a:lnTo>
                <a:lnTo>
                  <a:pt x="673710" y="51966"/>
                </a:lnTo>
                <a:lnTo>
                  <a:pt x="674408" y="51675"/>
                </a:lnTo>
                <a:lnTo>
                  <a:pt x="675118" y="51402"/>
                </a:lnTo>
                <a:lnTo>
                  <a:pt x="675840" y="51147"/>
                </a:lnTo>
                <a:lnTo>
                  <a:pt x="676574" y="50909"/>
                </a:lnTo>
                <a:lnTo>
                  <a:pt x="677320" y="50689"/>
                </a:lnTo>
                <a:lnTo>
                  <a:pt x="678079" y="50486"/>
                </a:lnTo>
                <a:lnTo>
                  <a:pt x="678849" y="50301"/>
                </a:lnTo>
                <a:lnTo>
                  <a:pt x="679631" y="50134"/>
                </a:lnTo>
                <a:lnTo>
                  <a:pt x="680425" y="49984"/>
                </a:lnTo>
                <a:lnTo>
                  <a:pt x="681231" y="49852"/>
                </a:lnTo>
                <a:lnTo>
                  <a:pt x="682049" y="49737"/>
                </a:lnTo>
                <a:lnTo>
                  <a:pt x="682879" y="49640"/>
                </a:lnTo>
                <a:lnTo>
                  <a:pt x="683721" y="49561"/>
                </a:lnTo>
                <a:lnTo>
                  <a:pt x="684575" y="49499"/>
                </a:lnTo>
                <a:lnTo>
                  <a:pt x="685441" y="49455"/>
                </a:lnTo>
                <a:lnTo>
                  <a:pt x="686319" y="49429"/>
                </a:lnTo>
                <a:lnTo>
                  <a:pt x="687209" y="49420"/>
                </a:lnTo>
                <a:lnTo>
                  <a:pt x="687804" y="49426"/>
                </a:lnTo>
                <a:lnTo>
                  <a:pt x="688386" y="49442"/>
                </a:lnTo>
                <a:lnTo>
                  <a:pt x="688956" y="49471"/>
                </a:lnTo>
                <a:lnTo>
                  <a:pt x="689515" y="49510"/>
                </a:lnTo>
                <a:lnTo>
                  <a:pt x="690062" y="49560"/>
                </a:lnTo>
                <a:lnTo>
                  <a:pt x="690597" y="49622"/>
                </a:lnTo>
                <a:lnTo>
                  <a:pt x="691120" y="49695"/>
                </a:lnTo>
                <a:lnTo>
                  <a:pt x="691632" y="49779"/>
                </a:lnTo>
                <a:lnTo>
                  <a:pt x="692131" y="49874"/>
                </a:lnTo>
                <a:lnTo>
                  <a:pt x="692619" y="49980"/>
                </a:lnTo>
                <a:lnTo>
                  <a:pt x="693095" y="50098"/>
                </a:lnTo>
                <a:lnTo>
                  <a:pt x="693560" y="50227"/>
                </a:lnTo>
                <a:lnTo>
                  <a:pt x="694012" y="50367"/>
                </a:lnTo>
                <a:lnTo>
                  <a:pt x="694452" y="50518"/>
                </a:lnTo>
                <a:lnTo>
                  <a:pt x="694881" y="50681"/>
                </a:lnTo>
                <a:lnTo>
                  <a:pt x="695298" y="50855"/>
                </a:lnTo>
                <a:lnTo>
                  <a:pt x="695703" y="51039"/>
                </a:lnTo>
                <a:lnTo>
                  <a:pt x="696096" y="51236"/>
                </a:lnTo>
                <a:lnTo>
                  <a:pt x="696478" y="51443"/>
                </a:lnTo>
                <a:lnTo>
                  <a:pt x="696848" y="51661"/>
                </a:lnTo>
                <a:lnTo>
                  <a:pt x="697205" y="51891"/>
                </a:lnTo>
                <a:lnTo>
                  <a:pt x="697551" y="52132"/>
                </a:lnTo>
                <a:lnTo>
                  <a:pt x="697886" y="52384"/>
                </a:lnTo>
                <a:lnTo>
                  <a:pt x="698208" y="52648"/>
                </a:lnTo>
                <a:lnTo>
                  <a:pt x="698521" y="52921"/>
                </a:lnTo>
                <a:lnTo>
                  <a:pt x="698825" y="53202"/>
                </a:lnTo>
                <a:lnTo>
                  <a:pt x="699121" y="53492"/>
                </a:lnTo>
                <a:lnTo>
                  <a:pt x="699410" y="53790"/>
                </a:lnTo>
                <a:lnTo>
                  <a:pt x="699690" y="54097"/>
                </a:lnTo>
                <a:lnTo>
                  <a:pt x="699962" y="54412"/>
                </a:lnTo>
                <a:lnTo>
                  <a:pt x="700226" y="54735"/>
                </a:lnTo>
                <a:lnTo>
                  <a:pt x="700482" y="55067"/>
                </a:lnTo>
                <a:lnTo>
                  <a:pt x="700730" y="55407"/>
                </a:lnTo>
                <a:lnTo>
                  <a:pt x="700970" y="55756"/>
                </a:lnTo>
                <a:lnTo>
                  <a:pt x="701202" y="56112"/>
                </a:lnTo>
                <a:lnTo>
                  <a:pt x="701426" y="56478"/>
                </a:lnTo>
                <a:lnTo>
                  <a:pt x="701642" y="56851"/>
                </a:lnTo>
                <a:lnTo>
                  <a:pt x="701850" y="57233"/>
                </a:lnTo>
                <a:lnTo>
                  <a:pt x="702050" y="57624"/>
                </a:lnTo>
                <a:lnTo>
                  <a:pt x="702241" y="58022"/>
                </a:lnTo>
                <a:lnTo>
                  <a:pt x="702425" y="58429"/>
                </a:lnTo>
                <a:lnTo>
                  <a:pt x="702601" y="58845"/>
                </a:lnTo>
                <a:lnTo>
                  <a:pt x="702768" y="59269"/>
                </a:lnTo>
                <a:lnTo>
                  <a:pt x="702928" y="59701"/>
                </a:lnTo>
                <a:lnTo>
                  <a:pt x="703079" y="60141"/>
                </a:lnTo>
                <a:lnTo>
                  <a:pt x="703223" y="60590"/>
                </a:lnTo>
                <a:lnTo>
                  <a:pt x="703358" y="61047"/>
                </a:lnTo>
                <a:lnTo>
                  <a:pt x="703485" y="61513"/>
                </a:lnTo>
                <a:lnTo>
                  <a:pt x="703606" y="61986"/>
                </a:lnTo>
                <a:lnTo>
                  <a:pt x="703722" y="62464"/>
                </a:lnTo>
                <a:lnTo>
                  <a:pt x="703832" y="62947"/>
                </a:lnTo>
                <a:lnTo>
                  <a:pt x="703938" y="63437"/>
                </a:lnTo>
                <a:lnTo>
                  <a:pt x="704038" y="63932"/>
                </a:lnTo>
                <a:lnTo>
                  <a:pt x="704133" y="64433"/>
                </a:lnTo>
                <a:lnTo>
                  <a:pt x="704223" y="64940"/>
                </a:lnTo>
                <a:lnTo>
                  <a:pt x="704307" y="65452"/>
                </a:lnTo>
                <a:lnTo>
                  <a:pt x="704387" y="65970"/>
                </a:lnTo>
                <a:lnTo>
                  <a:pt x="704462" y="66494"/>
                </a:lnTo>
                <a:lnTo>
                  <a:pt x="704531" y="67024"/>
                </a:lnTo>
                <a:lnTo>
                  <a:pt x="704595" y="67559"/>
                </a:lnTo>
                <a:lnTo>
                  <a:pt x="704654" y="68100"/>
                </a:lnTo>
                <a:lnTo>
                  <a:pt x="704708" y="68646"/>
                </a:lnTo>
                <a:lnTo>
                  <a:pt x="704757" y="69199"/>
                </a:lnTo>
                <a:lnTo>
                  <a:pt x="704801" y="69757"/>
                </a:lnTo>
                <a:lnTo>
                  <a:pt x="704839" y="70320"/>
                </a:lnTo>
                <a:lnTo>
                  <a:pt x="704873" y="70890"/>
                </a:lnTo>
                <a:lnTo>
                  <a:pt x="704901" y="71465"/>
                </a:lnTo>
                <a:lnTo>
                  <a:pt x="704924" y="72046"/>
                </a:lnTo>
                <a:lnTo>
                  <a:pt x="704942" y="72632"/>
                </a:lnTo>
                <a:lnTo>
                  <a:pt x="704955" y="73224"/>
                </a:lnTo>
                <a:lnTo>
                  <a:pt x="704963" y="73822"/>
                </a:lnTo>
                <a:lnTo>
                  <a:pt x="704965" y="74426"/>
                </a:lnTo>
                <a:lnTo>
                  <a:pt x="704965" y="136324"/>
                </a:lnTo>
                <a:lnTo>
                  <a:pt x="721438" y="136324"/>
                </a:lnTo>
                <a:lnTo>
                  <a:pt x="721438" y="72308"/>
                </a:lnTo>
                <a:lnTo>
                  <a:pt x="721426" y="70869"/>
                </a:lnTo>
                <a:lnTo>
                  <a:pt x="721388" y="69457"/>
                </a:lnTo>
                <a:lnTo>
                  <a:pt x="721326" y="68072"/>
                </a:lnTo>
                <a:lnTo>
                  <a:pt x="721238" y="66714"/>
                </a:lnTo>
                <a:lnTo>
                  <a:pt x="721126" y="65383"/>
                </a:lnTo>
                <a:lnTo>
                  <a:pt x="720988" y="64080"/>
                </a:lnTo>
                <a:lnTo>
                  <a:pt x="720826" y="62803"/>
                </a:lnTo>
                <a:lnTo>
                  <a:pt x="720638" y="61553"/>
                </a:lnTo>
                <a:lnTo>
                  <a:pt x="720426" y="60331"/>
                </a:lnTo>
                <a:lnTo>
                  <a:pt x="720188" y="59136"/>
                </a:lnTo>
                <a:lnTo>
                  <a:pt x="719926" y="57967"/>
                </a:lnTo>
                <a:lnTo>
                  <a:pt x="719638" y="56826"/>
                </a:lnTo>
                <a:lnTo>
                  <a:pt x="719326" y="55712"/>
                </a:lnTo>
                <a:lnTo>
                  <a:pt x="718988" y="54625"/>
                </a:lnTo>
                <a:lnTo>
                  <a:pt x="718626" y="53565"/>
                </a:lnTo>
                <a:lnTo>
                  <a:pt x="718238" y="52532"/>
                </a:lnTo>
                <a:lnTo>
                  <a:pt x="717825" y="51526"/>
                </a:lnTo>
                <a:lnTo>
                  <a:pt x="717388" y="50547"/>
                </a:lnTo>
                <a:lnTo>
                  <a:pt x="716925" y="49595"/>
                </a:lnTo>
                <a:lnTo>
                  <a:pt x="716438" y="48671"/>
                </a:lnTo>
                <a:lnTo>
                  <a:pt x="715925" y="47773"/>
                </a:lnTo>
                <a:lnTo>
                  <a:pt x="715388" y="46903"/>
                </a:lnTo>
                <a:lnTo>
                  <a:pt x="714825" y="46059"/>
                </a:lnTo>
                <a:lnTo>
                  <a:pt x="714238" y="45243"/>
                </a:lnTo>
                <a:lnTo>
                  <a:pt x="713623" y="44457"/>
                </a:lnTo>
                <a:lnTo>
                  <a:pt x="712978" y="43705"/>
                </a:lnTo>
                <a:lnTo>
                  <a:pt x="712303" y="42985"/>
                </a:lnTo>
                <a:lnTo>
                  <a:pt x="711599" y="42300"/>
                </a:lnTo>
                <a:lnTo>
                  <a:pt x="710865" y="41647"/>
                </a:lnTo>
                <a:lnTo>
                  <a:pt x="710101" y="41029"/>
                </a:lnTo>
                <a:lnTo>
                  <a:pt x="709307" y="40443"/>
                </a:lnTo>
                <a:lnTo>
                  <a:pt x="708483" y="39891"/>
                </a:lnTo>
                <a:lnTo>
                  <a:pt x="707630" y="39373"/>
                </a:lnTo>
                <a:lnTo>
                  <a:pt x="706747" y="38888"/>
                </a:lnTo>
                <a:lnTo>
                  <a:pt x="705834" y="38436"/>
                </a:lnTo>
                <a:lnTo>
                  <a:pt x="704891" y="38018"/>
                </a:lnTo>
                <a:lnTo>
                  <a:pt x="703919" y="37634"/>
                </a:lnTo>
                <a:lnTo>
                  <a:pt x="702916" y="37282"/>
                </a:lnTo>
                <a:lnTo>
                  <a:pt x="701884" y="36965"/>
                </a:lnTo>
                <a:lnTo>
                  <a:pt x="700822" y="36680"/>
                </a:lnTo>
                <a:lnTo>
                  <a:pt x="699730" y="36430"/>
                </a:lnTo>
                <a:lnTo>
                  <a:pt x="698609" y="36212"/>
                </a:lnTo>
                <a:lnTo>
                  <a:pt x="697457" y="36028"/>
                </a:lnTo>
                <a:lnTo>
                  <a:pt x="696276" y="35878"/>
                </a:lnTo>
                <a:lnTo>
                  <a:pt x="695065" y="35761"/>
                </a:lnTo>
                <a:lnTo>
                  <a:pt x="693825" y="35677"/>
                </a:lnTo>
                <a:lnTo>
                  <a:pt x="692554" y="35627"/>
                </a:lnTo>
                <a:lnTo>
                  <a:pt x="691254" y="35610"/>
                </a:lnTo>
                <a:lnTo>
                  <a:pt x="690185" y="35619"/>
                </a:lnTo>
                <a:lnTo>
                  <a:pt x="689132" y="35646"/>
                </a:lnTo>
                <a:lnTo>
                  <a:pt x="688096" y="35691"/>
                </a:lnTo>
                <a:lnTo>
                  <a:pt x="687075" y="35754"/>
                </a:lnTo>
                <a:lnTo>
                  <a:pt x="686071" y="35835"/>
                </a:lnTo>
                <a:lnTo>
                  <a:pt x="685082" y="35934"/>
                </a:lnTo>
                <a:lnTo>
                  <a:pt x="684110" y="36051"/>
                </a:lnTo>
                <a:lnTo>
                  <a:pt x="683154" y="36185"/>
                </a:lnTo>
                <a:lnTo>
                  <a:pt x="682214" y="36338"/>
                </a:lnTo>
                <a:lnTo>
                  <a:pt x="681290" y="36509"/>
                </a:lnTo>
                <a:lnTo>
                  <a:pt x="680382" y="36698"/>
                </a:lnTo>
                <a:lnTo>
                  <a:pt x="679491" y="36905"/>
                </a:lnTo>
                <a:lnTo>
                  <a:pt x="678615" y="37130"/>
                </a:lnTo>
                <a:lnTo>
                  <a:pt x="677755" y="37372"/>
                </a:lnTo>
                <a:lnTo>
                  <a:pt x="676912" y="37633"/>
                </a:lnTo>
                <a:lnTo>
                  <a:pt x="676085" y="37912"/>
                </a:lnTo>
                <a:lnTo>
                  <a:pt x="675273" y="38208"/>
                </a:lnTo>
                <a:lnTo>
                  <a:pt x="674478" y="38523"/>
                </a:lnTo>
                <a:lnTo>
                  <a:pt x="673699" y="38856"/>
                </a:lnTo>
                <a:lnTo>
                  <a:pt x="672936" y="39206"/>
                </a:lnTo>
                <a:lnTo>
                  <a:pt x="672189" y="39575"/>
                </a:lnTo>
                <a:lnTo>
                  <a:pt x="671459" y="39962"/>
                </a:lnTo>
                <a:lnTo>
                  <a:pt x="670744" y="40366"/>
                </a:lnTo>
                <a:lnTo>
                  <a:pt x="670046" y="40789"/>
                </a:lnTo>
                <a:lnTo>
                  <a:pt x="669362" y="41222"/>
                </a:lnTo>
                <a:lnTo>
                  <a:pt x="668691" y="41656"/>
                </a:lnTo>
                <a:lnTo>
                  <a:pt x="668034" y="42094"/>
                </a:lnTo>
                <a:lnTo>
                  <a:pt x="667390" y="42533"/>
                </a:lnTo>
                <a:lnTo>
                  <a:pt x="666760" y="42974"/>
                </a:lnTo>
                <a:lnTo>
                  <a:pt x="666143" y="43418"/>
                </a:lnTo>
                <a:lnTo>
                  <a:pt x="665539" y="43864"/>
                </a:lnTo>
                <a:lnTo>
                  <a:pt x="664949" y="44313"/>
                </a:lnTo>
                <a:lnTo>
                  <a:pt x="664372" y="44763"/>
                </a:lnTo>
                <a:lnTo>
                  <a:pt x="663808" y="45216"/>
                </a:lnTo>
                <a:lnTo>
                  <a:pt x="663258" y="45671"/>
                </a:lnTo>
                <a:lnTo>
                  <a:pt x="662721" y="46128"/>
                </a:lnTo>
                <a:lnTo>
                  <a:pt x="662198" y="46587"/>
                </a:lnTo>
                <a:lnTo>
                  <a:pt x="661688" y="47049"/>
                </a:lnTo>
                <a:lnTo>
                  <a:pt x="661191" y="47513"/>
                </a:lnTo>
                <a:lnTo>
                  <a:pt x="660707" y="47979"/>
                </a:lnTo>
                <a:lnTo>
                  <a:pt x="660237" y="48447"/>
                </a:lnTo>
                <a:lnTo>
                  <a:pt x="659780" y="48918"/>
                </a:lnTo>
                <a:lnTo>
                  <a:pt x="659337" y="49390"/>
                </a:lnTo>
                <a:lnTo>
                  <a:pt x="658907" y="49865"/>
                </a:lnTo>
                <a:lnTo>
                  <a:pt x="658490" y="50343"/>
                </a:lnTo>
                <a:lnTo>
                  <a:pt x="658087" y="50822"/>
                </a:lnTo>
                <a:lnTo>
                  <a:pt x="657697" y="51304"/>
                </a:lnTo>
                <a:lnTo>
                  <a:pt x="657321" y="51788"/>
                </a:lnTo>
                <a:lnTo>
                  <a:pt x="656729" y="37287"/>
                </a:lnTo>
                <a:lnTo>
                  <a:pt x="640946" y="37287"/>
                </a:lnTo>
                <a:lnTo>
                  <a:pt x="640946" y="136324"/>
                </a:lnTo>
                <a:lnTo>
                  <a:pt x="657419" y="136324"/>
                </a:lnTo>
                <a:lnTo>
                  <a:pt x="657419" y="65613"/>
                </a:lnTo>
                <a:lnTo>
                  <a:pt x="657794" y="65111"/>
                </a:lnTo>
                <a:lnTo>
                  <a:pt x="658179" y="64612"/>
                </a:lnTo>
                <a:close/>
                <a:moveTo>
                  <a:pt x="115802" y="136324"/>
                </a:moveTo>
                <a:lnTo>
                  <a:pt x="115802" y="37287"/>
                </a:lnTo>
                <a:lnTo>
                  <a:pt x="99329" y="37287"/>
                </a:lnTo>
                <a:lnTo>
                  <a:pt x="99329" y="136324"/>
                </a:lnTo>
                <a:lnTo>
                  <a:pt x="115802" y="136324"/>
                </a:lnTo>
                <a:close/>
                <a:moveTo>
                  <a:pt x="613177" y="136324"/>
                </a:moveTo>
                <a:lnTo>
                  <a:pt x="613177" y="37287"/>
                </a:lnTo>
                <a:lnTo>
                  <a:pt x="596703" y="37287"/>
                </a:lnTo>
                <a:lnTo>
                  <a:pt x="596703" y="136324"/>
                </a:lnTo>
                <a:lnTo>
                  <a:pt x="613177" y="136324"/>
                </a:lnTo>
                <a:close/>
                <a:moveTo>
                  <a:pt x="250015" y="138025"/>
                </a:moveTo>
                <a:lnTo>
                  <a:pt x="250667" y="137992"/>
                </a:lnTo>
                <a:lnTo>
                  <a:pt x="251316" y="137953"/>
                </a:lnTo>
                <a:lnTo>
                  <a:pt x="251960" y="137908"/>
                </a:lnTo>
                <a:lnTo>
                  <a:pt x="252601" y="137857"/>
                </a:lnTo>
                <a:lnTo>
                  <a:pt x="253238" y="137800"/>
                </a:lnTo>
                <a:lnTo>
                  <a:pt x="253870" y="137737"/>
                </a:lnTo>
                <a:lnTo>
                  <a:pt x="254499" y="137668"/>
                </a:lnTo>
                <a:lnTo>
                  <a:pt x="255124" y="137594"/>
                </a:lnTo>
                <a:lnTo>
                  <a:pt x="255745" y="137513"/>
                </a:lnTo>
                <a:lnTo>
                  <a:pt x="256362" y="137426"/>
                </a:lnTo>
                <a:lnTo>
                  <a:pt x="256975" y="137333"/>
                </a:lnTo>
                <a:lnTo>
                  <a:pt x="257584" y="137234"/>
                </a:lnTo>
                <a:lnTo>
                  <a:pt x="258189" y="137129"/>
                </a:lnTo>
                <a:lnTo>
                  <a:pt x="258790" y="137018"/>
                </a:lnTo>
                <a:lnTo>
                  <a:pt x="259387" y="136901"/>
                </a:lnTo>
                <a:lnTo>
                  <a:pt x="259981" y="136778"/>
                </a:lnTo>
                <a:lnTo>
                  <a:pt x="260570" y="136649"/>
                </a:lnTo>
                <a:lnTo>
                  <a:pt x="261156" y="136515"/>
                </a:lnTo>
                <a:lnTo>
                  <a:pt x="261737" y="136374"/>
                </a:lnTo>
                <a:lnTo>
                  <a:pt x="262314" y="136227"/>
                </a:lnTo>
                <a:lnTo>
                  <a:pt x="262884" y="136073"/>
                </a:lnTo>
                <a:lnTo>
                  <a:pt x="263448" y="135913"/>
                </a:lnTo>
                <a:lnTo>
                  <a:pt x="264006" y="135746"/>
                </a:lnTo>
                <a:lnTo>
                  <a:pt x="264558" y="135573"/>
                </a:lnTo>
                <a:lnTo>
                  <a:pt x="265103" y="135393"/>
                </a:lnTo>
                <a:lnTo>
                  <a:pt x="265643" y="135207"/>
                </a:lnTo>
                <a:lnTo>
                  <a:pt x="266176" y="135014"/>
                </a:lnTo>
                <a:lnTo>
                  <a:pt x="266703" y="134815"/>
                </a:lnTo>
                <a:lnTo>
                  <a:pt x="267224" y="134609"/>
                </a:lnTo>
                <a:lnTo>
                  <a:pt x="267739" y="134396"/>
                </a:lnTo>
                <a:lnTo>
                  <a:pt x="268248" y="134177"/>
                </a:lnTo>
                <a:lnTo>
                  <a:pt x="268750" y="133952"/>
                </a:lnTo>
                <a:lnTo>
                  <a:pt x="269246" y="133720"/>
                </a:lnTo>
                <a:lnTo>
                  <a:pt x="269736" y="133481"/>
                </a:lnTo>
                <a:lnTo>
                  <a:pt x="270220" y="133236"/>
                </a:lnTo>
                <a:lnTo>
                  <a:pt x="270698" y="132985"/>
                </a:lnTo>
                <a:lnTo>
                  <a:pt x="271170" y="132727"/>
                </a:lnTo>
                <a:lnTo>
                  <a:pt x="271635" y="132462"/>
                </a:lnTo>
                <a:lnTo>
                  <a:pt x="272095" y="132191"/>
                </a:lnTo>
                <a:lnTo>
                  <a:pt x="272548" y="131913"/>
                </a:lnTo>
                <a:lnTo>
                  <a:pt x="272995" y="131629"/>
                </a:lnTo>
                <a:lnTo>
                  <a:pt x="273436" y="131338"/>
                </a:lnTo>
                <a:lnTo>
                  <a:pt x="273870" y="131041"/>
                </a:lnTo>
                <a:lnTo>
                  <a:pt x="274298" y="130737"/>
                </a:lnTo>
                <a:lnTo>
                  <a:pt x="274718" y="130426"/>
                </a:lnTo>
                <a:lnTo>
                  <a:pt x="275129" y="130107"/>
                </a:lnTo>
                <a:lnTo>
                  <a:pt x="275533" y="129782"/>
                </a:lnTo>
                <a:lnTo>
                  <a:pt x="275929" y="129450"/>
                </a:lnTo>
                <a:lnTo>
                  <a:pt x="276318" y="129111"/>
                </a:lnTo>
                <a:lnTo>
                  <a:pt x="276698" y="128764"/>
                </a:lnTo>
                <a:lnTo>
                  <a:pt x="277071" y="128411"/>
                </a:lnTo>
                <a:lnTo>
                  <a:pt x="277435" y="128050"/>
                </a:lnTo>
                <a:lnTo>
                  <a:pt x="277792" y="127683"/>
                </a:lnTo>
                <a:lnTo>
                  <a:pt x="278141" y="127308"/>
                </a:lnTo>
                <a:lnTo>
                  <a:pt x="278482" y="126926"/>
                </a:lnTo>
                <a:lnTo>
                  <a:pt x="278815" y="126538"/>
                </a:lnTo>
                <a:lnTo>
                  <a:pt x="279140" y="126142"/>
                </a:lnTo>
                <a:lnTo>
                  <a:pt x="279457" y="125739"/>
                </a:lnTo>
                <a:lnTo>
                  <a:pt x="279767" y="125329"/>
                </a:lnTo>
                <a:lnTo>
                  <a:pt x="280068" y="124912"/>
                </a:lnTo>
                <a:lnTo>
                  <a:pt x="280362" y="124488"/>
                </a:lnTo>
                <a:lnTo>
                  <a:pt x="280648" y="124057"/>
                </a:lnTo>
                <a:lnTo>
                  <a:pt x="280926" y="123619"/>
                </a:lnTo>
                <a:lnTo>
                  <a:pt x="281196" y="123174"/>
                </a:lnTo>
                <a:lnTo>
                  <a:pt x="281458" y="122722"/>
                </a:lnTo>
                <a:lnTo>
                  <a:pt x="281712" y="122263"/>
                </a:lnTo>
                <a:lnTo>
                  <a:pt x="281959" y="121796"/>
                </a:lnTo>
                <a:lnTo>
                  <a:pt x="282196" y="121323"/>
                </a:lnTo>
                <a:lnTo>
                  <a:pt x="282424" y="120842"/>
                </a:lnTo>
                <a:lnTo>
                  <a:pt x="282641" y="120354"/>
                </a:lnTo>
                <a:lnTo>
                  <a:pt x="282848" y="119859"/>
                </a:lnTo>
                <a:lnTo>
                  <a:pt x="283045" y="119357"/>
                </a:lnTo>
                <a:lnTo>
                  <a:pt x="283232" y="118847"/>
                </a:lnTo>
                <a:lnTo>
                  <a:pt x="283409" y="118330"/>
                </a:lnTo>
                <a:lnTo>
                  <a:pt x="283576" y="117806"/>
                </a:lnTo>
                <a:lnTo>
                  <a:pt x="283732" y="117275"/>
                </a:lnTo>
                <a:lnTo>
                  <a:pt x="283879" y="116737"/>
                </a:lnTo>
                <a:lnTo>
                  <a:pt x="284015" y="116191"/>
                </a:lnTo>
                <a:lnTo>
                  <a:pt x="284141" y="115638"/>
                </a:lnTo>
                <a:lnTo>
                  <a:pt x="284258" y="115078"/>
                </a:lnTo>
                <a:lnTo>
                  <a:pt x="284364" y="114510"/>
                </a:lnTo>
                <a:lnTo>
                  <a:pt x="284460" y="113936"/>
                </a:lnTo>
                <a:lnTo>
                  <a:pt x="284546" y="113354"/>
                </a:lnTo>
                <a:lnTo>
                  <a:pt x="284621" y="112765"/>
                </a:lnTo>
                <a:lnTo>
                  <a:pt x="284687" y="112169"/>
                </a:lnTo>
                <a:lnTo>
                  <a:pt x="284743" y="111565"/>
                </a:lnTo>
                <a:lnTo>
                  <a:pt x="284788" y="110954"/>
                </a:lnTo>
                <a:lnTo>
                  <a:pt x="284823" y="110337"/>
                </a:lnTo>
                <a:lnTo>
                  <a:pt x="284849" y="109711"/>
                </a:lnTo>
                <a:lnTo>
                  <a:pt x="284864" y="109079"/>
                </a:lnTo>
                <a:lnTo>
                  <a:pt x="284869" y="108439"/>
                </a:lnTo>
                <a:lnTo>
                  <a:pt x="284862" y="107700"/>
                </a:lnTo>
                <a:lnTo>
                  <a:pt x="284843" y="106972"/>
                </a:lnTo>
                <a:lnTo>
                  <a:pt x="284811" y="106255"/>
                </a:lnTo>
                <a:lnTo>
                  <a:pt x="284766" y="105548"/>
                </a:lnTo>
                <a:lnTo>
                  <a:pt x="284708" y="104854"/>
                </a:lnTo>
                <a:lnTo>
                  <a:pt x="284638" y="104170"/>
                </a:lnTo>
                <a:lnTo>
                  <a:pt x="284554" y="103497"/>
                </a:lnTo>
                <a:lnTo>
                  <a:pt x="284458" y="102836"/>
                </a:lnTo>
                <a:lnTo>
                  <a:pt x="284349" y="102185"/>
                </a:lnTo>
                <a:lnTo>
                  <a:pt x="284227" y="101546"/>
                </a:lnTo>
                <a:lnTo>
                  <a:pt x="284092" y="100918"/>
                </a:lnTo>
                <a:lnTo>
                  <a:pt x="283944" y="100301"/>
                </a:lnTo>
                <a:lnTo>
                  <a:pt x="283784" y="99695"/>
                </a:lnTo>
                <a:lnTo>
                  <a:pt x="283610" y="99100"/>
                </a:lnTo>
                <a:lnTo>
                  <a:pt x="283424" y="98516"/>
                </a:lnTo>
                <a:lnTo>
                  <a:pt x="283225" y="97943"/>
                </a:lnTo>
                <a:lnTo>
                  <a:pt x="283013" y="97382"/>
                </a:lnTo>
                <a:lnTo>
                  <a:pt x="282788" y="96832"/>
                </a:lnTo>
                <a:lnTo>
                  <a:pt x="282550" y="96292"/>
                </a:lnTo>
                <a:lnTo>
                  <a:pt x="282300" y="95764"/>
                </a:lnTo>
                <a:lnTo>
                  <a:pt x="282037" y="95247"/>
                </a:lnTo>
                <a:lnTo>
                  <a:pt x="281761" y="94741"/>
                </a:lnTo>
                <a:lnTo>
                  <a:pt x="281472" y="94247"/>
                </a:lnTo>
                <a:lnTo>
                  <a:pt x="281170" y="93763"/>
                </a:lnTo>
                <a:lnTo>
                  <a:pt x="280855" y="93288"/>
                </a:lnTo>
                <a:lnTo>
                  <a:pt x="280528" y="92821"/>
                </a:lnTo>
                <a:lnTo>
                  <a:pt x="280189" y="92361"/>
                </a:lnTo>
                <a:lnTo>
                  <a:pt x="279837" y="91908"/>
                </a:lnTo>
                <a:lnTo>
                  <a:pt x="279472" y="91462"/>
                </a:lnTo>
                <a:lnTo>
                  <a:pt x="279095" y="91023"/>
                </a:lnTo>
                <a:lnTo>
                  <a:pt x="278706" y="90592"/>
                </a:lnTo>
                <a:lnTo>
                  <a:pt x="278304" y="90168"/>
                </a:lnTo>
                <a:lnTo>
                  <a:pt x="277889" y="89751"/>
                </a:lnTo>
                <a:lnTo>
                  <a:pt x="277462" y="89342"/>
                </a:lnTo>
                <a:lnTo>
                  <a:pt x="277023" y="88939"/>
                </a:lnTo>
                <a:lnTo>
                  <a:pt x="276570" y="88544"/>
                </a:lnTo>
                <a:lnTo>
                  <a:pt x="276106" y="88156"/>
                </a:lnTo>
                <a:lnTo>
                  <a:pt x="275629" y="87776"/>
                </a:lnTo>
                <a:lnTo>
                  <a:pt x="275139" y="87402"/>
                </a:lnTo>
                <a:lnTo>
                  <a:pt x="274637" y="87036"/>
                </a:lnTo>
                <a:lnTo>
                  <a:pt x="274123" y="86677"/>
                </a:lnTo>
                <a:lnTo>
                  <a:pt x="273596" y="86326"/>
                </a:lnTo>
                <a:lnTo>
                  <a:pt x="273056" y="85981"/>
                </a:lnTo>
                <a:lnTo>
                  <a:pt x="272504" y="85644"/>
                </a:lnTo>
                <a:lnTo>
                  <a:pt x="271940" y="85314"/>
                </a:lnTo>
                <a:lnTo>
                  <a:pt x="271363" y="84991"/>
                </a:lnTo>
                <a:lnTo>
                  <a:pt x="270773" y="84676"/>
                </a:lnTo>
                <a:lnTo>
                  <a:pt x="270171" y="84367"/>
                </a:lnTo>
                <a:lnTo>
                  <a:pt x="269557" y="84064"/>
                </a:lnTo>
                <a:lnTo>
                  <a:pt x="268930" y="83765"/>
                </a:lnTo>
                <a:lnTo>
                  <a:pt x="268292" y="83469"/>
                </a:lnTo>
                <a:lnTo>
                  <a:pt x="267642" y="83177"/>
                </a:lnTo>
                <a:lnTo>
                  <a:pt x="266980" y="82888"/>
                </a:lnTo>
                <a:lnTo>
                  <a:pt x="266305" y="82603"/>
                </a:lnTo>
                <a:lnTo>
                  <a:pt x="265619" y="82321"/>
                </a:lnTo>
                <a:lnTo>
                  <a:pt x="264921" y="82043"/>
                </a:lnTo>
                <a:lnTo>
                  <a:pt x="264211" y="81768"/>
                </a:lnTo>
                <a:lnTo>
                  <a:pt x="263489" y="81497"/>
                </a:lnTo>
                <a:lnTo>
                  <a:pt x="262755" y="81229"/>
                </a:lnTo>
                <a:lnTo>
                  <a:pt x="262008" y="80965"/>
                </a:lnTo>
                <a:lnTo>
                  <a:pt x="261250" y="80704"/>
                </a:lnTo>
                <a:lnTo>
                  <a:pt x="260480" y="80447"/>
                </a:lnTo>
                <a:lnTo>
                  <a:pt x="259698" y="80194"/>
                </a:lnTo>
                <a:lnTo>
                  <a:pt x="258904" y="79944"/>
                </a:lnTo>
                <a:lnTo>
                  <a:pt x="258098" y="79697"/>
                </a:lnTo>
                <a:lnTo>
                  <a:pt x="257280" y="79454"/>
                </a:lnTo>
                <a:lnTo>
                  <a:pt x="256450" y="79214"/>
                </a:lnTo>
                <a:lnTo>
                  <a:pt x="255608" y="78978"/>
                </a:lnTo>
                <a:lnTo>
                  <a:pt x="254753" y="78746"/>
                </a:lnTo>
                <a:lnTo>
                  <a:pt x="253887" y="78517"/>
                </a:lnTo>
                <a:lnTo>
                  <a:pt x="253009" y="78292"/>
                </a:lnTo>
                <a:lnTo>
                  <a:pt x="252119" y="78070"/>
                </a:lnTo>
                <a:lnTo>
                  <a:pt x="251304" y="77867"/>
                </a:lnTo>
                <a:lnTo>
                  <a:pt x="250503" y="77665"/>
                </a:lnTo>
                <a:lnTo>
                  <a:pt x="249717" y="77464"/>
                </a:lnTo>
                <a:lnTo>
                  <a:pt x="248944" y="77264"/>
                </a:lnTo>
                <a:lnTo>
                  <a:pt x="248185" y="77065"/>
                </a:lnTo>
                <a:lnTo>
                  <a:pt x="247440" y="76866"/>
                </a:lnTo>
                <a:lnTo>
                  <a:pt x="246709" y="76669"/>
                </a:lnTo>
                <a:lnTo>
                  <a:pt x="245993" y="76473"/>
                </a:lnTo>
                <a:lnTo>
                  <a:pt x="245290" y="76277"/>
                </a:lnTo>
                <a:lnTo>
                  <a:pt x="244601" y="76082"/>
                </a:lnTo>
                <a:lnTo>
                  <a:pt x="243927" y="75888"/>
                </a:lnTo>
                <a:lnTo>
                  <a:pt x="243266" y="75695"/>
                </a:lnTo>
                <a:lnTo>
                  <a:pt x="242620" y="75503"/>
                </a:lnTo>
                <a:lnTo>
                  <a:pt x="241987" y="75312"/>
                </a:lnTo>
                <a:lnTo>
                  <a:pt x="241369" y="75122"/>
                </a:lnTo>
                <a:lnTo>
                  <a:pt x="240765" y="74932"/>
                </a:lnTo>
                <a:lnTo>
                  <a:pt x="240174" y="74744"/>
                </a:lnTo>
                <a:lnTo>
                  <a:pt x="239598" y="74556"/>
                </a:lnTo>
                <a:lnTo>
                  <a:pt x="239036" y="74369"/>
                </a:lnTo>
                <a:lnTo>
                  <a:pt x="238488" y="74183"/>
                </a:lnTo>
                <a:lnTo>
                  <a:pt x="237953" y="73998"/>
                </a:lnTo>
                <a:lnTo>
                  <a:pt x="237433" y="73814"/>
                </a:lnTo>
                <a:lnTo>
                  <a:pt x="236927" y="73631"/>
                </a:lnTo>
                <a:lnTo>
                  <a:pt x="236435" y="73449"/>
                </a:lnTo>
                <a:lnTo>
                  <a:pt x="235956" y="73266"/>
                </a:lnTo>
                <a:lnTo>
                  <a:pt x="235488" y="73081"/>
                </a:lnTo>
                <a:lnTo>
                  <a:pt x="235033" y="72894"/>
                </a:lnTo>
                <a:lnTo>
                  <a:pt x="234588" y="72705"/>
                </a:lnTo>
                <a:lnTo>
                  <a:pt x="234156" y="72514"/>
                </a:lnTo>
                <a:lnTo>
                  <a:pt x="233735" y="72321"/>
                </a:lnTo>
                <a:lnTo>
                  <a:pt x="233326" y="72126"/>
                </a:lnTo>
                <a:lnTo>
                  <a:pt x="232928" y="71930"/>
                </a:lnTo>
                <a:lnTo>
                  <a:pt x="232542" y="71731"/>
                </a:lnTo>
                <a:lnTo>
                  <a:pt x="232168" y="71531"/>
                </a:lnTo>
                <a:lnTo>
                  <a:pt x="231805" y="71328"/>
                </a:lnTo>
                <a:lnTo>
                  <a:pt x="231454" y="71124"/>
                </a:lnTo>
                <a:lnTo>
                  <a:pt x="231114" y="70917"/>
                </a:lnTo>
                <a:lnTo>
                  <a:pt x="230787" y="70709"/>
                </a:lnTo>
                <a:lnTo>
                  <a:pt x="230470" y="70499"/>
                </a:lnTo>
                <a:lnTo>
                  <a:pt x="230166" y="70287"/>
                </a:lnTo>
                <a:lnTo>
                  <a:pt x="229873" y="70073"/>
                </a:lnTo>
                <a:lnTo>
                  <a:pt x="229592" y="69857"/>
                </a:lnTo>
                <a:lnTo>
                  <a:pt x="229322" y="69639"/>
                </a:lnTo>
                <a:lnTo>
                  <a:pt x="229064" y="69419"/>
                </a:lnTo>
                <a:lnTo>
                  <a:pt x="228818" y="69197"/>
                </a:lnTo>
                <a:lnTo>
                  <a:pt x="228583" y="68973"/>
                </a:lnTo>
                <a:lnTo>
                  <a:pt x="228361" y="68747"/>
                </a:lnTo>
                <a:lnTo>
                  <a:pt x="228149" y="68520"/>
                </a:lnTo>
                <a:lnTo>
                  <a:pt x="227948" y="68289"/>
                </a:lnTo>
                <a:lnTo>
                  <a:pt x="227755" y="68054"/>
                </a:lnTo>
                <a:lnTo>
                  <a:pt x="227571" y="67815"/>
                </a:lnTo>
                <a:lnTo>
                  <a:pt x="227396" y="67571"/>
                </a:lnTo>
                <a:lnTo>
                  <a:pt x="227229" y="67324"/>
                </a:lnTo>
                <a:lnTo>
                  <a:pt x="227070" y="67072"/>
                </a:lnTo>
                <a:lnTo>
                  <a:pt x="226920" y="66816"/>
                </a:lnTo>
                <a:lnTo>
                  <a:pt x="226779" y="66556"/>
                </a:lnTo>
                <a:lnTo>
                  <a:pt x="226646" y="66291"/>
                </a:lnTo>
                <a:lnTo>
                  <a:pt x="226522" y="66022"/>
                </a:lnTo>
                <a:lnTo>
                  <a:pt x="226407" y="65749"/>
                </a:lnTo>
                <a:lnTo>
                  <a:pt x="226300" y="65472"/>
                </a:lnTo>
                <a:lnTo>
                  <a:pt x="226201" y="65190"/>
                </a:lnTo>
                <a:lnTo>
                  <a:pt x="226111" y="64905"/>
                </a:lnTo>
                <a:lnTo>
                  <a:pt x="226030" y="64615"/>
                </a:lnTo>
                <a:lnTo>
                  <a:pt x="225957" y="64321"/>
                </a:lnTo>
                <a:lnTo>
                  <a:pt x="225893" y="64022"/>
                </a:lnTo>
                <a:lnTo>
                  <a:pt x="225837" y="63720"/>
                </a:lnTo>
                <a:lnTo>
                  <a:pt x="225790" y="63413"/>
                </a:lnTo>
                <a:lnTo>
                  <a:pt x="225752" y="63102"/>
                </a:lnTo>
                <a:lnTo>
                  <a:pt x="225722" y="62786"/>
                </a:lnTo>
                <a:lnTo>
                  <a:pt x="225700" y="62467"/>
                </a:lnTo>
                <a:lnTo>
                  <a:pt x="225687" y="62143"/>
                </a:lnTo>
                <a:lnTo>
                  <a:pt x="225683" y="61815"/>
                </a:lnTo>
                <a:lnTo>
                  <a:pt x="225693" y="61230"/>
                </a:lnTo>
                <a:lnTo>
                  <a:pt x="225721" y="60659"/>
                </a:lnTo>
                <a:lnTo>
                  <a:pt x="225769" y="60100"/>
                </a:lnTo>
                <a:lnTo>
                  <a:pt x="225837" y="59554"/>
                </a:lnTo>
                <a:lnTo>
                  <a:pt x="225923" y="59022"/>
                </a:lnTo>
                <a:lnTo>
                  <a:pt x="226028" y="58502"/>
                </a:lnTo>
                <a:lnTo>
                  <a:pt x="226153" y="57995"/>
                </a:lnTo>
                <a:lnTo>
                  <a:pt x="226297" y="57502"/>
                </a:lnTo>
                <a:lnTo>
                  <a:pt x="226460" y="57022"/>
                </a:lnTo>
                <a:lnTo>
                  <a:pt x="226642" y="56554"/>
                </a:lnTo>
                <a:lnTo>
                  <a:pt x="226844" y="56100"/>
                </a:lnTo>
                <a:lnTo>
                  <a:pt x="227064" y="55658"/>
                </a:lnTo>
                <a:lnTo>
                  <a:pt x="227304" y="55230"/>
                </a:lnTo>
                <a:lnTo>
                  <a:pt x="227563" y="54815"/>
                </a:lnTo>
                <a:lnTo>
                  <a:pt x="227841" y="54413"/>
                </a:lnTo>
                <a:lnTo>
                  <a:pt x="228138" y="54024"/>
                </a:lnTo>
                <a:lnTo>
                  <a:pt x="228455" y="53648"/>
                </a:lnTo>
                <a:lnTo>
                  <a:pt x="228790" y="53285"/>
                </a:lnTo>
                <a:lnTo>
                  <a:pt x="229145" y="52935"/>
                </a:lnTo>
                <a:lnTo>
                  <a:pt x="229519" y="52598"/>
                </a:lnTo>
                <a:lnTo>
                  <a:pt x="229912" y="52274"/>
                </a:lnTo>
                <a:lnTo>
                  <a:pt x="230325" y="51963"/>
                </a:lnTo>
                <a:lnTo>
                  <a:pt x="230756" y="51665"/>
                </a:lnTo>
                <a:lnTo>
                  <a:pt x="231207" y="51381"/>
                </a:lnTo>
                <a:lnTo>
                  <a:pt x="231673" y="51108"/>
                </a:lnTo>
                <a:lnTo>
                  <a:pt x="232151" y="50847"/>
                </a:lnTo>
                <a:lnTo>
                  <a:pt x="232641" y="50597"/>
                </a:lnTo>
                <a:lnTo>
                  <a:pt x="233142" y="50360"/>
                </a:lnTo>
                <a:lnTo>
                  <a:pt x="233654" y="50133"/>
                </a:lnTo>
                <a:lnTo>
                  <a:pt x="234179" y="49919"/>
                </a:lnTo>
                <a:lnTo>
                  <a:pt x="234715" y="49716"/>
                </a:lnTo>
                <a:lnTo>
                  <a:pt x="235262" y="49524"/>
                </a:lnTo>
                <a:lnTo>
                  <a:pt x="235822" y="49344"/>
                </a:lnTo>
                <a:lnTo>
                  <a:pt x="236393" y="49176"/>
                </a:lnTo>
                <a:lnTo>
                  <a:pt x="236975" y="49019"/>
                </a:lnTo>
                <a:lnTo>
                  <a:pt x="237570" y="48874"/>
                </a:lnTo>
                <a:lnTo>
                  <a:pt x="238175" y="48741"/>
                </a:lnTo>
                <a:lnTo>
                  <a:pt x="238793" y="48619"/>
                </a:lnTo>
                <a:lnTo>
                  <a:pt x="239422" y="48509"/>
                </a:lnTo>
                <a:lnTo>
                  <a:pt x="240063" y="48410"/>
                </a:lnTo>
                <a:lnTo>
                  <a:pt x="240716" y="48323"/>
                </a:lnTo>
                <a:lnTo>
                  <a:pt x="241380" y="48248"/>
                </a:lnTo>
                <a:lnTo>
                  <a:pt x="242055" y="48184"/>
                </a:lnTo>
                <a:lnTo>
                  <a:pt x="242743" y="48132"/>
                </a:lnTo>
                <a:lnTo>
                  <a:pt x="243442" y="48091"/>
                </a:lnTo>
                <a:lnTo>
                  <a:pt x="244153" y="48062"/>
                </a:lnTo>
                <a:lnTo>
                  <a:pt x="244875" y="48045"/>
                </a:lnTo>
                <a:lnTo>
                  <a:pt x="245609" y="48039"/>
                </a:lnTo>
                <a:lnTo>
                  <a:pt x="246336" y="48047"/>
                </a:lnTo>
                <a:lnTo>
                  <a:pt x="247054" y="48070"/>
                </a:lnTo>
                <a:lnTo>
                  <a:pt x="247762" y="48109"/>
                </a:lnTo>
                <a:lnTo>
                  <a:pt x="248461" y="48163"/>
                </a:lnTo>
                <a:lnTo>
                  <a:pt x="249151" y="48232"/>
                </a:lnTo>
                <a:lnTo>
                  <a:pt x="249832" y="48317"/>
                </a:lnTo>
                <a:lnTo>
                  <a:pt x="250504" y="48418"/>
                </a:lnTo>
                <a:lnTo>
                  <a:pt x="251166" y="48534"/>
                </a:lnTo>
                <a:lnTo>
                  <a:pt x="251819" y="48665"/>
                </a:lnTo>
                <a:lnTo>
                  <a:pt x="252463" y="48812"/>
                </a:lnTo>
                <a:lnTo>
                  <a:pt x="253097" y="48974"/>
                </a:lnTo>
                <a:lnTo>
                  <a:pt x="253722" y="49152"/>
                </a:lnTo>
                <a:lnTo>
                  <a:pt x="254338" y="49345"/>
                </a:lnTo>
                <a:lnTo>
                  <a:pt x="254945" y="49554"/>
                </a:lnTo>
                <a:lnTo>
                  <a:pt x="255543" y="49778"/>
                </a:lnTo>
                <a:lnTo>
                  <a:pt x="256131" y="50017"/>
                </a:lnTo>
                <a:lnTo>
                  <a:pt x="256710" y="50272"/>
                </a:lnTo>
                <a:lnTo>
                  <a:pt x="257280" y="50543"/>
                </a:lnTo>
                <a:lnTo>
                  <a:pt x="257840" y="50829"/>
                </a:lnTo>
                <a:lnTo>
                  <a:pt x="258391" y="51130"/>
                </a:lnTo>
                <a:lnTo>
                  <a:pt x="258933" y="51447"/>
                </a:lnTo>
                <a:lnTo>
                  <a:pt x="259466" y="51779"/>
                </a:lnTo>
                <a:lnTo>
                  <a:pt x="259990" y="52127"/>
                </a:lnTo>
                <a:lnTo>
                  <a:pt x="260504" y="52490"/>
                </a:lnTo>
                <a:lnTo>
                  <a:pt x="261003" y="52872"/>
                </a:lnTo>
                <a:lnTo>
                  <a:pt x="261481" y="53276"/>
                </a:lnTo>
                <a:lnTo>
                  <a:pt x="261937" y="53702"/>
                </a:lnTo>
                <a:lnTo>
                  <a:pt x="262373" y="54150"/>
                </a:lnTo>
                <a:lnTo>
                  <a:pt x="262787" y="54619"/>
                </a:lnTo>
                <a:lnTo>
                  <a:pt x="263180" y="55111"/>
                </a:lnTo>
                <a:lnTo>
                  <a:pt x="263551" y="55624"/>
                </a:lnTo>
                <a:lnTo>
                  <a:pt x="263902" y="56160"/>
                </a:lnTo>
                <a:lnTo>
                  <a:pt x="264231" y="56717"/>
                </a:lnTo>
                <a:lnTo>
                  <a:pt x="264539" y="57296"/>
                </a:lnTo>
                <a:lnTo>
                  <a:pt x="264825" y="57898"/>
                </a:lnTo>
                <a:lnTo>
                  <a:pt x="265091" y="58521"/>
                </a:lnTo>
                <a:lnTo>
                  <a:pt x="265335" y="59166"/>
                </a:lnTo>
                <a:lnTo>
                  <a:pt x="265558" y="59833"/>
                </a:lnTo>
                <a:lnTo>
                  <a:pt x="265760" y="60522"/>
                </a:lnTo>
                <a:lnTo>
                  <a:pt x="265940" y="61233"/>
                </a:lnTo>
                <a:lnTo>
                  <a:pt x="266100" y="61965"/>
                </a:lnTo>
                <a:lnTo>
                  <a:pt x="266238" y="62720"/>
                </a:lnTo>
                <a:lnTo>
                  <a:pt x="266354" y="63497"/>
                </a:lnTo>
                <a:lnTo>
                  <a:pt x="266450" y="64295"/>
                </a:lnTo>
                <a:lnTo>
                  <a:pt x="266524" y="65116"/>
                </a:lnTo>
                <a:lnTo>
                  <a:pt x="266577" y="65958"/>
                </a:lnTo>
                <a:lnTo>
                  <a:pt x="266609" y="66823"/>
                </a:lnTo>
                <a:lnTo>
                  <a:pt x="266620" y="67709"/>
                </a:lnTo>
                <a:lnTo>
                  <a:pt x="282600" y="67709"/>
                </a:lnTo>
                <a:lnTo>
                  <a:pt x="282595" y="67002"/>
                </a:lnTo>
                <a:lnTo>
                  <a:pt x="282579" y="66304"/>
                </a:lnTo>
                <a:lnTo>
                  <a:pt x="282554" y="65614"/>
                </a:lnTo>
                <a:lnTo>
                  <a:pt x="282518" y="64933"/>
                </a:lnTo>
                <a:lnTo>
                  <a:pt x="282472" y="64260"/>
                </a:lnTo>
                <a:lnTo>
                  <a:pt x="282415" y="63595"/>
                </a:lnTo>
                <a:lnTo>
                  <a:pt x="282348" y="62939"/>
                </a:lnTo>
                <a:lnTo>
                  <a:pt x="282271" y="62292"/>
                </a:lnTo>
                <a:lnTo>
                  <a:pt x="282184" y="61653"/>
                </a:lnTo>
                <a:lnTo>
                  <a:pt x="282086" y="61022"/>
                </a:lnTo>
                <a:lnTo>
                  <a:pt x="281978" y="60400"/>
                </a:lnTo>
                <a:lnTo>
                  <a:pt x="281860" y="59786"/>
                </a:lnTo>
                <a:lnTo>
                  <a:pt x="281732" y="59181"/>
                </a:lnTo>
                <a:lnTo>
                  <a:pt x="281593" y="58584"/>
                </a:lnTo>
                <a:lnTo>
                  <a:pt x="281444" y="57996"/>
                </a:lnTo>
                <a:lnTo>
                  <a:pt x="281285" y="57416"/>
                </a:lnTo>
                <a:lnTo>
                  <a:pt x="281115" y="56845"/>
                </a:lnTo>
                <a:lnTo>
                  <a:pt x="280935" y="56282"/>
                </a:lnTo>
                <a:lnTo>
                  <a:pt x="280745" y="55727"/>
                </a:lnTo>
                <a:lnTo>
                  <a:pt x="280545" y="55181"/>
                </a:lnTo>
                <a:lnTo>
                  <a:pt x="280334" y="54644"/>
                </a:lnTo>
                <a:lnTo>
                  <a:pt x="280113" y="54115"/>
                </a:lnTo>
                <a:lnTo>
                  <a:pt x="279882" y="53594"/>
                </a:lnTo>
                <a:lnTo>
                  <a:pt x="279641" y="53082"/>
                </a:lnTo>
                <a:lnTo>
                  <a:pt x="279390" y="52578"/>
                </a:lnTo>
                <a:lnTo>
                  <a:pt x="279133" y="52082"/>
                </a:lnTo>
                <a:lnTo>
                  <a:pt x="278868" y="51594"/>
                </a:lnTo>
                <a:lnTo>
                  <a:pt x="278595" y="51113"/>
                </a:lnTo>
                <a:lnTo>
                  <a:pt x="278316" y="50640"/>
                </a:lnTo>
                <a:lnTo>
                  <a:pt x="278029" y="50175"/>
                </a:lnTo>
                <a:lnTo>
                  <a:pt x="277734" y="49717"/>
                </a:lnTo>
                <a:lnTo>
                  <a:pt x="277432" y="49268"/>
                </a:lnTo>
                <a:lnTo>
                  <a:pt x="277123" y="48826"/>
                </a:lnTo>
                <a:lnTo>
                  <a:pt x="276806" y="48392"/>
                </a:lnTo>
                <a:lnTo>
                  <a:pt x="276483" y="47965"/>
                </a:lnTo>
                <a:lnTo>
                  <a:pt x="276151" y="47547"/>
                </a:lnTo>
                <a:lnTo>
                  <a:pt x="275813" y="47136"/>
                </a:lnTo>
                <a:lnTo>
                  <a:pt x="275467" y="46733"/>
                </a:lnTo>
                <a:lnTo>
                  <a:pt x="275113" y="46337"/>
                </a:lnTo>
                <a:lnTo>
                  <a:pt x="274752" y="45950"/>
                </a:lnTo>
                <a:lnTo>
                  <a:pt x="274384" y="45570"/>
                </a:lnTo>
                <a:lnTo>
                  <a:pt x="274009" y="45198"/>
                </a:lnTo>
                <a:lnTo>
                  <a:pt x="273626" y="44834"/>
                </a:lnTo>
                <a:lnTo>
                  <a:pt x="273236" y="44477"/>
                </a:lnTo>
                <a:lnTo>
                  <a:pt x="272838" y="44128"/>
                </a:lnTo>
                <a:lnTo>
                  <a:pt x="272433" y="43787"/>
                </a:lnTo>
                <a:lnTo>
                  <a:pt x="272021" y="43454"/>
                </a:lnTo>
                <a:lnTo>
                  <a:pt x="271601" y="43129"/>
                </a:lnTo>
                <a:lnTo>
                  <a:pt x="271175" y="42810"/>
                </a:lnTo>
                <a:lnTo>
                  <a:pt x="270744" y="42499"/>
                </a:lnTo>
                <a:lnTo>
                  <a:pt x="270307" y="42195"/>
                </a:lnTo>
                <a:lnTo>
                  <a:pt x="269864" y="41898"/>
                </a:lnTo>
                <a:lnTo>
                  <a:pt x="269416" y="41607"/>
                </a:lnTo>
                <a:lnTo>
                  <a:pt x="268963" y="41324"/>
                </a:lnTo>
                <a:lnTo>
                  <a:pt x="268504" y="41048"/>
                </a:lnTo>
                <a:lnTo>
                  <a:pt x="268039" y="40780"/>
                </a:lnTo>
                <a:lnTo>
                  <a:pt x="267569" y="40518"/>
                </a:lnTo>
                <a:lnTo>
                  <a:pt x="267094" y="40263"/>
                </a:lnTo>
                <a:lnTo>
                  <a:pt x="266613" y="40015"/>
                </a:lnTo>
                <a:lnTo>
                  <a:pt x="266127" y="39775"/>
                </a:lnTo>
                <a:lnTo>
                  <a:pt x="265635" y="39541"/>
                </a:lnTo>
                <a:lnTo>
                  <a:pt x="265138" y="39315"/>
                </a:lnTo>
                <a:lnTo>
                  <a:pt x="264635" y="39095"/>
                </a:lnTo>
                <a:lnTo>
                  <a:pt x="264126" y="38883"/>
                </a:lnTo>
                <a:lnTo>
                  <a:pt x="263613" y="38677"/>
                </a:lnTo>
                <a:lnTo>
                  <a:pt x="263093" y="38479"/>
                </a:lnTo>
                <a:lnTo>
                  <a:pt x="262569" y="38288"/>
                </a:lnTo>
                <a:lnTo>
                  <a:pt x="262038" y="38104"/>
                </a:lnTo>
                <a:lnTo>
                  <a:pt x="261503" y="37927"/>
                </a:lnTo>
                <a:lnTo>
                  <a:pt x="260962" y="37757"/>
                </a:lnTo>
                <a:lnTo>
                  <a:pt x="260415" y="37594"/>
                </a:lnTo>
                <a:lnTo>
                  <a:pt x="259863" y="37438"/>
                </a:lnTo>
                <a:lnTo>
                  <a:pt x="259306" y="37289"/>
                </a:lnTo>
                <a:lnTo>
                  <a:pt x="258747" y="37146"/>
                </a:lnTo>
                <a:lnTo>
                  <a:pt x="258184" y="37010"/>
                </a:lnTo>
                <a:lnTo>
                  <a:pt x="257617" y="36880"/>
                </a:lnTo>
                <a:lnTo>
                  <a:pt x="257048" y="36756"/>
                </a:lnTo>
                <a:lnTo>
                  <a:pt x="256475" y="36638"/>
                </a:lnTo>
                <a:lnTo>
                  <a:pt x="255899" y="36527"/>
                </a:lnTo>
                <a:lnTo>
                  <a:pt x="255320" y="36423"/>
                </a:lnTo>
                <a:lnTo>
                  <a:pt x="254737" y="36324"/>
                </a:lnTo>
                <a:lnTo>
                  <a:pt x="254152" y="36232"/>
                </a:lnTo>
                <a:lnTo>
                  <a:pt x="253562" y="36146"/>
                </a:lnTo>
                <a:lnTo>
                  <a:pt x="252970" y="36067"/>
                </a:lnTo>
                <a:lnTo>
                  <a:pt x="252375" y="35994"/>
                </a:lnTo>
                <a:lnTo>
                  <a:pt x="251776" y="35927"/>
                </a:lnTo>
                <a:lnTo>
                  <a:pt x="251174" y="35867"/>
                </a:lnTo>
                <a:lnTo>
                  <a:pt x="250569" y="35813"/>
                </a:lnTo>
                <a:lnTo>
                  <a:pt x="249960" y="35766"/>
                </a:lnTo>
                <a:lnTo>
                  <a:pt x="249348" y="35724"/>
                </a:lnTo>
                <a:lnTo>
                  <a:pt x="248733" y="35689"/>
                </a:lnTo>
                <a:lnTo>
                  <a:pt x="248115" y="35661"/>
                </a:lnTo>
                <a:lnTo>
                  <a:pt x="247493" y="35639"/>
                </a:lnTo>
                <a:lnTo>
                  <a:pt x="246868" y="35623"/>
                </a:lnTo>
                <a:lnTo>
                  <a:pt x="246240" y="35613"/>
                </a:lnTo>
                <a:lnTo>
                  <a:pt x="245609" y="35610"/>
                </a:lnTo>
                <a:lnTo>
                  <a:pt x="244970" y="35613"/>
                </a:lnTo>
                <a:lnTo>
                  <a:pt x="244334" y="35622"/>
                </a:lnTo>
                <a:lnTo>
                  <a:pt x="243702" y="35636"/>
                </a:lnTo>
                <a:lnTo>
                  <a:pt x="243074" y="35657"/>
                </a:lnTo>
                <a:lnTo>
                  <a:pt x="242450" y="35683"/>
                </a:lnTo>
                <a:lnTo>
                  <a:pt x="241830" y="35715"/>
                </a:lnTo>
                <a:lnTo>
                  <a:pt x="241213" y="35753"/>
                </a:lnTo>
                <a:lnTo>
                  <a:pt x="240600" y="35796"/>
                </a:lnTo>
                <a:lnTo>
                  <a:pt x="239991" y="35846"/>
                </a:lnTo>
                <a:lnTo>
                  <a:pt x="239386" y="35901"/>
                </a:lnTo>
                <a:lnTo>
                  <a:pt x="238784" y="35962"/>
                </a:lnTo>
                <a:lnTo>
                  <a:pt x="238186" y="36029"/>
                </a:lnTo>
                <a:lnTo>
                  <a:pt x="237592" y="36102"/>
                </a:lnTo>
                <a:lnTo>
                  <a:pt x="237002" y="36181"/>
                </a:lnTo>
                <a:lnTo>
                  <a:pt x="236415" y="36265"/>
                </a:lnTo>
                <a:lnTo>
                  <a:pt x="235832" y="36355"/>
                </a:lnTo>
                <a:lnTo>
                  <a:pt x="235253" y="36451"/>
                </a:lnTo>
                <a:lnTo>
                  <a:pt x="234678" y="36553"/>
                </a:lnTo>
                <a:lnTo>
                  <a:pt x="234107" y="36661"/>
                </a:lnTo>
                <a:lnTo>
                  <a:pt x="233539" y="36775"/>
                </a:lnTo>
                <a:lnTo>
                  <a:pt x="232975" y="36894"/>
                </a:lnTo>
                <a:lnTo>
                  <a:pt x="232415" y="37019"/>
                </a:lnTo>
                <a:lnTo>
                  <a:pt x="231858" y="37150"/>
                </a:lnTo>
                <a:lnTo>
                  <a:pt x="231306" y="37287"/>
                </a:lnTo>
                <a:lnTo>
                  <a:pt x="230758" y="37429"/>
                </a:lnTo>
                <a:lnTo>
                  <a:pt x="230216" y="37578"/>
                </a:lnTo>
                <a:lnTo>
                  <a:pt x="229680" y="37732"/>
                </a:lnTo>
                <a:lnTo>
                  <a:pt x="229151" y="37892"/>
                </a:lnTo>
                <a:lnTo>
                  <a:pt x="228627" y="38057"/>
                </a:lnTo>
                <a:lnTo>
                  <a:pt x="228109" y="38229"/>
                </a:lnTo>
                <a:lnTo>
                  <a:pt x="227597" y="38406"/>
                </a:lnTo>
                <a:lnTo>
                  <a:pt x="227092" y="38590"/>
                </a:lnTo>
                <a:lnTo>
                  <a:pt x="226592" y="38779"/>
                </a:lnTo>
                <a:lnTo>
                  <a:pt x="226098" y="38974"/>
                </a:lnTo>
                <a:lnTo>
                  <a:pt x="225610" y="39174"/>
                </a:lnTo>
                <a:lnTo>
                  <a:pt x="225128" y="39381"/>
                </a:lnTo>
                <a:lnTo>
                  <a:pt x="224652" y="39593"/>
                </a:lnTo>
                <a:lnTo>
                  <a:pt x="224183" y="39811"/>
                </a:lnTo>
                <a:lnTo>
                  <a:pt x="223719" y="40036"/>
                </a:lnTo>
                <a:lnTo>
                  <a:pt x="223261" y="40265"/>
                </a:lnTo>
                <a:lnTo>
                  <a:pt x="222809" y="40501"/>
                </a:lnTo>
                <a:lnTo>
                  <a:pt x="222363" y="40743"/>
                </a:lnTo>
                <a:lnTo>
                  <a:pt x="221923" y="40990"/>
                </a:lnTo>
                <a:lnTo>
                  <a:pt x="221489" y="41243"/>
                </a:lnTo>
                <a:lnTo>
                  <a:pt x="221062" y="41502"/>
                </a:lnTo>
                <a:lnTo>
                  <a:pt x="220640" y="41767"/>
                </a:lnTo>
                <a:lnTo>
                  <a:pt x="220224" y="42038"/>
                </a:lnTo>
                <a:lnTo>
                  <a:pt x="219814" y="42315"/>
                </a:lnTo>
                <a:lnTo>
                  <a:pt x="219411" y="42597"/>
                </a:lnTo>
                <a:lnTo>
                  <a:pt x="219015" y="42885"/>
                </a:lnTo>
                <a:lnTo>
                  <a:pt x="218627" y="43179"/>
                </a:lnTo>
                <a:lnTo>
                  <a:pt x="218247" y="43478"/>
                </a:lnTo>
                <a:lnTo>
                  <a:pt x="217874" y="43784"/>
                </a:lnTo>
                <a:lnTo>
                  <a:pt x="217508" y="44095"/>
                </a:lnTo>
                <a:lnTo>
                  <a:pt x="217150" y="44412"/>
                </a:lnTo>
                <a:lnTo>
                  <a:pt x="216800" y="44735"/>
                </a:lnTo>
                <a:lnTo>
                  <a:pt x="216457" y="45064"/>
                </a:lnTo>
                <a:lnTo>
                  <a:pt x="216122" y="45398"/>
                </a:lnTo>
                <a:lnTo>
                  <a:pt x="215794" y="45739"/>
                </a:lnTo>
                <a:lnTo>
                  <a:pt x="215474" y="46085"/>
                </a:lnTo>
                <a:lnTo>
                  <a:pt x="215161" y="46437"/>
                </a:lnTo>
                <a:lnTo>
                  <a:pt x="214856" y="46795"/>
                </a:lnTo>
                <a:lnTo>
                  <a:pt x="214558" y="47158"/>
                </a:lnTo>
                <a:lnTo>
                  <a:pt x="214268" y="47528"/>
                </a:lnTo>
                <a:lnTo>
                  <a:pt x="213985" y="47903"/>
                </a:lnTo>
                <a:lnTo>
                  <a:pt x="213710" y="48284"/>
                </a:lnTo>
                <a:lnTo>
                  <a:pt x="213443" y="48671"/>
                </a:lnTo>
                <a:lnTo>
                  <a:pt x="213183" y="49064"/>
                </a:lnTo>
                <a:lnTo>
                  <a:pt x="212930" y="49462"/>
                </a:lnTo>
                <a:lnTo>
                  <a:pt x="212686" y="49867"/>
                </a:lnTo>
                <a:lnTo>
                  <a:pt x="212448" y="50277"/>
                </a:lnTo>
                <a:lnTo>
                  <a:pt x="212218" y="50693"/>
                </a:lnTo>
                <a:lnTo>
                  <a:pt x="211997" y="51115"/>
                </a:lnTo>
                <a:lnTo>
                  <a:pt x="211785" y="51542"/>
                </a:lnTo>
                <a:lnTo>
                  <a:pt x="211583" y="51975"/>
                </a:lnTo>
                <a:lnTo>
                  <a:pt x="211389" y="52413"/>
                </a:lnTo>
                <a:lnTo>
                  <a:pt x="211206" y="52856"/>
                </a:lnTo>
                <a:lnTo>
                  <a:pt x="211032" y="53305"/>
                </a:lnTo>
                <a:lnTo>
                  <a:pt x="210867" y="53760"/>
                </a:lnTo>
                <a:lnTo>
                  <a:pt x="210711" y="54220"/>
                </a:lnTo>
                <a:lnTo>
                  <a:pt x="210565" y="54685"/>
                </a:lnTo>
                <a:lnTo>
                  <a:pt x="210429" y="55156"/>
                </a:lnTo>
                <a:lnTo>
                  <a:pt x="210302" y="55633"/>
                </a:lnTo>
                <a:lnTo>
                  <a:pt x="210184" y="56115"/>
                </a:lnTo>
                <a:lnTo>
                  <a:pt x="210076" y="56602"/>
                </a:lnTo>
                <a:lnTo>
                  <a:pt x="209977" y="57095"/>
                </a:lnTo>
                <a:lnTo>
                  <a:pt x="209887" y="57593"/>
                </a:lnTo>
                <a:lnTo>
                  <a:pt x="209807" y="58097"/>
                </a:lnTo>
                <a:lnTo>
                  <a:pt x="209736" y="58606"/>
                </a:lnTo>
                <a:lnTo>
                  <a:pt x="209675" y="59121"/>
                </a:lnTo>
                <a:lnTo>
                  <a:pt x="209623" y="59641"/>
                </a:lnTo>
                <a:lnTo>
                  <a:pt x="209581" y="60167"/>
                </a:lnTo>
                <a:lnTo>
                  <a:pt x="209548" y="60698"/>
                </a:lnTo>
                <a:lnTo>
                  <a:pt x="209525" y="61234"/>
                </a:lnTo>
                <a:lnTo>
                  <a:pt x="209510" y="61776"/>
                </a:lnTo>
                <a:lnTo>
                  <a:pt x="209506" y="62324"/>
                </a:lnTo>
                <a:lnTo>
                  <a:pt x="209512" y="63021"/>
                </a:lnTo>
                <a:lnTo>
                  <a:pt x="209532" y="63709"/>
                </a:lnTo>
                <a:lnTo>
                  <a:pt x="209566" y="64386"/>
                </a:lnTo>
                <a:lnTo>
                  <a:pt x="209613" y="65054"/>
                </a:lnTo>
                <a:lnTo>
                  <a:pt x="209673" y="65711"/>
                </a:lnTo>
                <a:lnTo>
                  <a:pt x="209746" y="66358"/>
                </a:lnTo>
                <a:lnTo>
                  <a:pt x="209833" y="66996"/>
                </a:lnTo>
                <a:lnTo>
                  <a:pt x="209933" y="67623"/>
                </a:lnTo>
                <a:lnTo>
                  <a:pt x="210047" y="68240"/>
                </a:lnTo>
                <a:lnTo>
                  <a:pt x="210174" y="68847"/>
                </a:lnTo>
                <a:lnTo>
                  <a:pt x="210314" y="69444"/>
                </a:lnTo>
                <a:lnTo>
                  <a:pt x="210467" y="70031"/>
                </a:lnTo>
                <a:lnTo>
                  <a:pt x="210634" y="70608"/>
                </a:lnTo>
                <a:lnTo>
                  <a:pt x="210815" y="71175"/>
                </a:lnTo>
                <a:lnTo>
                  <a:pt x="211008" y="71732"/>
                </a:lnTo>
                <a:lnTo>
                  <a:pt x="211215" y="72279"/>
                </a:lnTo>
                <a:lnTo>
                  <a:pt x="211436" y="72815"/>
                </a:lnTo>
                <a:lnTo>
                  <a:pt x="211670" y="73342"/>
                </a:lnTo>
                <a:lnTo>
                  <a:pt x="211917" y="73859"/>
                </a:lnTo>
                <a:lnTo>
                  <a:pt x="212177" y="74365"/>
                </a:lnTo>
                <a:lnTo>
                  <a:pt x="212451" y="74862"/>
                </a:lnTo>
                <a:lnTo>
                  <a:pt x="212738" y="75348"/>
                </a:lnTo>
                <a:lnTo>
                  <a:pt x="213039" y="75825"/>
                </a:lnTo>
                <a:lnTo>
                  <a:pt x="213353" y="76291"/>
                </a:lnTo>
                <a:lnTo>
                  <a:pt x="213680" y="76749"/>
                </a:lnTo>
                <a:lnTo>
                  <a:pt x="214021" y="77200"/>
                </a:lnTo>
                <a:lnTo>
                  <a:pt x="214375" y="77645"/>
                </a:lnTo>
                <a:lnTo>
                  <a:pt x="214742" y="78083"/>
                </a:lnTo>
                <a:lnTo>
                  <a:pt x="215123" y="78514"/>
                </a:lnTo>
                <a:lnTo>
                  <a:pt x="215517" y="78939"/>
                </a:lnTo>
                <a:lnTo>
                  <a:pt x="215924" y="79356"/>
                </a:lnTo>
                <a:lnTo>
                  <a:pt x="216345" y="79767"/>
                </a:lnTo>
                <a:lnTo>
                  <a:pt x="216779" y="80172"/>
                </a:lnTo>
                <a:lnTo>
                  <a:pt x="217227" y="80570"/>
                </a:lnTo>
                <a:lnTo>
                  <a:pt x="217687" y="80961"/>
                </a:lnTo>
                <a:lnTo>
                  <a:pt x="218162" y="81345"/>
                </a:lnTo>
                <a:lnTo>
                  <a:pt x="218649" y="81723"/>
                </a:lnTo>
                <a:lnTo>
                  <a:pt x="219150" y="82093"/>
                </a:lnTo>
                <a:lnTo>
                  <a:pt x="219664" y="82458"/>
                </a:lnTo>
                <a:lnTo>
                  <a:pt x="220192" y="82815"/>
                </a:lnTo>
                <a:lnTo>
                  <a:pt x="220733" y="83166"/>
                </a:lnTo>
                <a:lnTo>
                  <a:pt x="221287" y="83510"/>
                </a:lnTo>
                <a:lnTo>
                  <a:pt x="221855" y="83847"/>
                </a:lnTo>
                <a:lnTo>
                  <a:pt x="222436" y="84178"/>
                </a:lnTo>
                <a:lnTo>
                  <a:pt x="223031" y="84502"/>
                </a:lnTo>
                <a:lnTo>
                  <a:pt x="223638" y="84819"/>
                </a:lnTo>
                <a:lnTo>
                  <a:pt x="224259" y="85130"/>
                </a:lnTo>
                <a:lnTo>
                  <a:pt x="224894" y="85434"/>
                </a:lnTo>
                <a:lnTo>
                  <a:pt x="225541" y="85733"/>
                </a:lnTo>
                <a:lnTo>
                  <a:pt x="226201" y="86029"/>
                </a:lnTo>
                <a:lnTo>
                  <a:pt x="226873" y="86321"/>
                </a:lnTo>
                <a:lnTo>
                  <a:pt x="227557" y="86611"/>
                </a:lnTo>
                <a:lnTo>
                  <a:pt x="228254" y="86898"/>
                </a:lnTo>
                <a:lnTo>
                  <a:pt x="228963" y="87182"/>
                </a:lnTo>
                <a:lnTo>
                  <a:pt x="229684" y="87463"/>
                </a:lnTo>
                <a:lnTo>
                  <a:pt x="230418" y="87741"/>
                </a:lnTo>
                <a:lnTo>
                  <a:pt x="231164" y="88016"/>
                </a:lnTo>
                <a:lnTo>
                  <a:pt x="231922" y="88288"/>
                </a:lnTo>
                <a:lnTo>
                  <a:pt x="232693" y="88557"/>
                </a:lnTo>
                <a:lnTo>
                  <a:pt x="233476" y="88823"/>
                </a:lnTo>
                <a:lnTo>
                  <a:pt x="234271" y="89085"/>
                </a:lnTo>
                <a:lnTo>
                  <a:pt x="235079" y="89345"/>
                </a:lnTo>
                <a:lnTo>
                  <a:pt x="235899" y="89602"/>
                </a:lnTo>
                <a:lnTo>
                  <a:pt x="236731" y="89856"/>
                </a:lnTo>
                <a:lnTo>
                  <a:pt x="237576" y="90107"/>
                </a:lnTo>
                <a:lnTo>
                  <a:pt x="238433" y="90356"/>
                </a:lnTo>
                <a:lnTo>
                  <a:pt x="239302" y="90601"/>
                </a:lnTo>
                <a:lnTo>
                  <a:pt x="240184" y="90843"/>
                </a:lnTo>
                <a:lnTo>
                  <a:pt x="241078" y="91082"/>
                </a:lnTo>
                <a:lnTo>
                  <a:pt x="241984" y="91318"/>
                </a:lnTo>
                <a:lnTo>
                  <a:pt x="242902" y="91551"/>
                </a:lnTo>
                <a:lnTo>
                  <a:pt x="243833" y="91781"/>
                </a:lnTo>
                <a:lnTo>
                  <a:pt x="244970" y="92061"/>
                </a:lnTo>
                <a:lnTo>
                  <a:pt x="246077" y="92341"/>
                </a:lnTo>
                <a:lnTo>
                  <a:pt x="247156" y="92622"/>
                </a:lnTo>
                <a:lnTo>
                  <a:pt x="248205" y="92904"/>
                </a:lnTo>
                <a:lnTo>
                  <a:pt x="249226" y="93186"/>
                </a:lnTo>
                <a:lnTo>
                  <a:pt x="250217" y="93469"/>
                </a:lnTo>
                <a:lnTo>
                  <a:pt x="251180" y="93753"/>
                </a:lnTo>
                <a:lnTo>
                  <a:pt x="252114" y="94038"/>
                </a:lnTo>
                <a:lnTo>
                  <a:pt x="253019" y="94323"/>
                </a:lnTo>
                <a:lnTo>
                  <a:pt x="253895" y="94609"/>
                </a:lnTo>
                <a:lnTo>
                  <a:pt x="254742" y="94896"/>
                </a:lnTo>
                <a:lnTo>
                  <a:pt x="255560" y="95183"/>
                </a:lnTo>
                <a:lnTo>
                  <a:pt x="256349" y="95472"/>
                </a:lnTo>
                <a:lnTo>
                  <a:pt x="257109" y="95761"/>
                </a:lnTo>
                <a:lnTo>
                  <a:pt x="257840" y="96050"/>
                </a:lnTo>
                <a:lnTo>
                  <a:pt x="258542" y="96341"/>
                </a:lnTo>
                <a:lnTo>
                  <a:pt x="259215" y="96632"/>
                </a:lnTo>
                <a:lnTo>
                  <a:pt x="259860" y="96923"/>
                </a:lnTo>
                <a:lnTo>
                  <a:pt x="260475" y="97216"/>
                </a:lnTo>
                <a:lnTo>
                  <a:pt x="261062" y="97509"/>
                </a:lnTo>
                <a:lnTo>
                  <a:pt x="261619" y="97803"/>
                </a:lnTo>
                <a:lnTo>
                  <a:pt x="262148" y="98098"/>
                </a:lnTo>
                <a:lnTo>
                  <a:pt x="262647" y="98393"/>
                </a:lnTo>
                <a:lnTo>
                  <a:pt x="263118" y="98689"/>
                </a:lnTo>
                <a:lnTo>
                  <a:pt x="263565" y="98992"/>
                </a:lnTo>
                <a:lnTo>
                  <a:pt x="263993" y="99308"/>
                </a:lnTo>
                <a:lnTo>
                  <a:pt x="264401" y="99636"/>
                </a:lnTo>
                <a:lnTo>
                  <a:pt x="264791" y="99978"/>
                </a:lnTo>
                <a:lnTo>
                  <a:pt x="265162" y="100333"/>
                </a:lnTo>
                <a:lnTo>
                  <a:pt x="265513" y="100701"/>
                </a:lnTo>
                <a:lnTo>
                  <a:pt x="265846" y="101082"/>
                </a:lnTo>
                <a:lnTo>
                  <a:pt x="266160" y="101476"/>
                </a:lnTo>
                <a:lnTo>
                  <a:pt x="266454" y="101884"/>
                </a:lnTo>
                <a:lnTo>
                  <a:pt x="266730" y="102304"/>
                </a:lnTo>
                <a:lnTo>
                  <a:pt x="266986" y="102737"/>
                </a:lnTo>
                <a:lnTo>
                  <a:pt x="267224" y="103184"/>
                </a:lnTo>
                <a:lnTo>
                  <a:pt x="267443" y="103643"/>
                </a:lnTo>
                <a:lnTo>
                  <a:pt x="267642" y="104115"/>
                </a:lnTo>
                <a:lnTo>
                  <a:pt x="267823" y="104601"/>
                </a:lnTo>
                <a:lnTo>
                  <a:pt x="267984" y="105100"/>
                </a:lnTo>
                <a:lnTo>
                  <a:pt x="268127" y="105611"/>
                </a:lnTo>
                <a:lnTo>
                  <a:pt x="268251" y="106136"/>
                </a:lnTo>
                <a:lnTo>
                  <a:pt x="268355" y="106674"/>
                </a:lnTo>
                <a:lnTo>
                  <a:pt x="268441" y="107224"/>
                </a:lnTo>
                <a:lnTo>
                  <a:pt x="268507" y="107788"/>
                </a:lnTo>
                <a:lnTo>
                  <a:pt x="268555" y="108365"/>
                </a:lnTo>
                <a:lnTo>
                  <a:pt x="268583" y="108955"/>
                </a:lnTo>
                <a:lnTo>
                  <a:pt x="268593" y="109558"/>
                </a:lnTo>
                <a:lnTo>
                  <a:pt x="268582" y="110277"/>
                </a:lnTo>
                <a:lnTo>
                  <a:pt x="268551" y="110979"/>
                </a:lnTo>
                <a:lnTo>
                  <a:pt x="268498" y="111663"/>
                </a:lnTo>
                <a:lnTo>
                  <a:pt x="268424" y="112330"/>
                </a:lnTo>
                <a:lnTo>
                  <a:pt x="268329" y="112980"/>
                </a:lnTo>
                <a:lnTo>
                  <a:pt x="268214" y="113613"/>
                </a:lnTo>
                <a:lnTo>
                  <a:pt x="268077" y="114229"/>
                </a:lnTo>
                <a:lnTo>
                  <a:pt x="267919" y="114828"/>
                </a:lnTo>
                <a:lnTo>
                  <a:pt x="267740" y="115409"/>
                </a:lnTo>
                <a:lnTo>
                  <a:pt x="267540" y="115974"/>
                </a:lnTo>
                <a:lnTo>
                  <a:pt x="267318" y="116521"/>
                </a:lnTo>
                <a:lnTo>
                  <a:pt x="267076" y="117051"/>
                </a:lnTo>
                <a:lnTo>
                  <a:pt x="266813" y="117564"/>
                </a:lnTo>
                <a:lnTo>
                  <a:pt x="266528" y="118060"/>
                </a:lnTo>
                <a:lnTo>
                  <a:pt x="266223" y="118539"/>
                </a:lnTo>
                <a:lnTo>
                  <a:pt x="265897" y="119001"/>
                </a:lnTo>
                <a:lnTo>
                  <a:pt x="265549" y="119445"/>
                </a:lnTo>
                <a:lnTo>
                  <a:pt x="265180" y="119872"/>
                </a:lnTo>
                <a:lnTo>
                  <a:pt x="264791" y="120283"/>
                </a:lnTo>
                <a:lnTo>
                  <a:pt x="264380" y="120676"/>
                </a:lnTo>
                <a:lnTo>
                  <a:pt x="263948" y="121052"/>
                </a:lnTo>
                <a:lnTo>
                  <a:pt x="263495" y="121411"/>
                </a:lnTo>
                <a:lnTo>
                  <a:pt x="263021" y="121752"/>
                </a:lnTo>
                <a:lnTo>
                  <a:pt x="262526" y="122077"/>
                </a:lnTo>
                <a:lnTo>
                  <a:pt x="262015" y="122386"/>
                </a:lnTo>
                <a:lnTo>
                  <a:pt x="261492" y="122682"/>
                </a:lnTo>
                <a:lnTo>
                  <a:pt x="260958" y="122965"/>
                </a:lnTo>
                <a:lnTo>
                  <a:pt x="260412" y="123235"/>
                </a:lnTo>
                <a:lnTo>
                  <a:pt x="259855" y="123492"/>
                </a:lnTo>
                <a:lnTo>
                  <a:pt x="259286" y="123736"/>
                </a:lnTo>
                <a:lnTo>
                  <a:pt x="258706" y="123966"/>
                </a:lnTo>
                <a:lnTo>
                  <a:pt x="258115" y="124183"/>
                </a:lnTo>
                <a:lnTo>
                  <a:pt x="257512" y="124387"/>
                </a:lnTo>
                <a:lnTo>
                  <a:pt x="256897" y="124578"/>
                </a:lnTo>
                <a:lnTo>
                  <a:pt x="256271" y="124756"/>
                </a:lnTo>
                <a:lnTo>
                  <a:pt x="255634" y="124920"/>
                </a:lnTo>
                <a:lnTo>
                  <a:pt x="254985" y="125072"/>
                </a:lnTo>
                <a:lnTo>
                  <a:pt x="254324" y="125210"/>
                </a:lnTo>
                <a:lnTo>
                  <a:pt x="253652" y="125335"/>
                </a:lnTo>
                <a:lnTo>
                  <a:pt x="252969" y="125447"/>
                </a:lnTo>
                <a:lnTo>
                  <a:pt x="252274" y="125546"/>
                </a:lnTo>
                <a:lnTo>
                  <a:pt x="251568" y="125631"/>
                </a:lnTo>
                <a:lnTo>
                  <a:pt x="250850" y="125704"/>
                </a:lnTo>
                <a:lnTo>
                  <a:pt x="250121" y="125763"/>
                </a:lnTo>
                <a:lnTo>
                  <a:pt x="249380" y="125809"/>
                </a:lnTo>
                <a:lnTo>
                  <a:pt x="248628" y="125842"/>
                </a:lnTo>
                <a:lnTo>
                  <a:pt x="247864" y="125862"/>
                </a:lnTo>
                <a:lnTo>
                  <a:pt x="247089" y="125868"/>
                </a:lnTo>
                <a:lnTo>
                  <a:pt x="246223" y="125860"/>
                </a:lnTo>
                <a:lnTo>
                  <a:pt x="245370" y="125835"/>
                </a:lnTo>
                <a:lnTo>
                  <a:pt x="244529" y="125793"/>
                </a:lnTo>
                <a:lnTo>
                  <a:pt x="243701" y="125735"/>
                </a:lnTo>
                <a:lnTo>
                  <a:pt x="242884" y="125660"/>
                </a:lnTo>
                <a:lnTo>
                  <a:pt x="242079" y="125568"/>
                </a:lnTo>
                <a:lnTo>
                  <a:pt x="241287" y="125459"/>
                </a:lnTo>
                <a:lnTo>
                  <a:pt x="240507" y="125334"/>
                </a:lnTo>
                <a:lnTo>
                  <a:pt x="239739" y="125192"/>
                </a:lnTo>
                <a:lnTo>
                  <a:pt x="238983" y="125034"/>
                </a:lnTo>
                <a:lnTo>
                  <a:pt x="238239" y="124859"/>
                </a:lnTo>
                <a:lnTo>
                  <a:pt x="237508" y="124667"/>
                </a:lnTo>
                <a:lnTo>
                  <a:pt x="236789" y="124458"/>
                </a:lnTo>
                <a:lnTo>
                  <a:pt x="236081" y="124233"/>
                </a:lnTo>
                <a:lnTo>
                  <a:pt x="235386" y="123991"/>
                </a:lnTo>
                <a:lnTo>
                  <a:pt x="234703" y="123732"/>
                </a:lnTo>
                <a:lnTo>
                  <a:pt x="234033" y="123457"/>
                </a:lnTo>
                <a:lnTo>
                  <a:pt x="233374" y="123165"/>
                </a:lnTo>
                <a:lnTo>
                  <a:pt x="232728" y="122856"/>
                </a:lnTo>
                <a:lnTo>
                  <a:pt x="232094" y="122531"/>
                </a:lnTo>
                <a:lnTo>
                  <a:pt x="231471" y="122189"/>
                </a:lnTo>
                <a:lnTo>
                  <a:pt x="230862" y="121830"/>
                </a:lnTo>
                <a:lnTo>
                  <a:pt x="230264" y="121455"/>
                </a:lnTo>
                <a:lnTo>
                  <a:pt x="229678" y="121063"/>
                </a:lnTo>
                <a:lnTo>
                  <a:pt x="229111" y="120650"/>
                </a:lnTo>
                <a:lnTo>
                  <a:pt x="228567" y="120213"/>
                </a:lnTo>
                <a:lnTo>
                  <a:pt x="228048" y="119752"/>
                </a:lnTo>
                <a:lnTo>
                  <a:pt x="227553" y="119267"/>
                </a:lnTo>
                <a:lnTo>
                  <a:pt x="227082" y="118758"/>
                </a:lnTo>
                <a:lnTo>
                  <a:pt x="226636" y="118224"/>
                </a:lnTo>
                <a:lnTo>
                  <a:pt x="226213" y="117666"/>
                </a:lnTo>
                <a:lnTo>
                  <a:pt x="225815" y="117084"/>
                </a:lnTo>
                <a:lnTo>
                  <a:pt x="225440" y="116478"/>
                </a:lnTo>
                <a:lnTo>
                  <a:pt x="225090" y="115847"/>
                </a:lnTo>
                <a:lnTo>
                  <a:pt x="224764" y="115192"/>
                </a:lnTo>
                <a:lnTo>
                  <a:pt x="224462" y="114514"/>
                </a:lnTo>
                <a:lnTo>
                  <a:pt x="224185" y="113810"/>
                </a:lnTo>
                <a:lnTo>
                  <a:pt x="223931" y="113083"/>
                </a:lnTo>
                <a:lnTo>
                  <a:pt x="223702" y="112332"/>
                </a:lnTo>
                <a:lnTo>
                  <a:pt x="223497" y="111556"/>
                </a:lnTo>
                <a:lnTo>
                  <a:pt x="223315" y="110756"/>
                </a:lnTo>
                <a:lnTo>
                  <a:pt x="223158" y="109932"/>
                </a:lnTo>
                <a:lnTo>
                  <a:pt x="223026" y="109083"/>
                </a:lnTo>
                <a:lnTo>
                  <a:pt x="222917" y="108211"/>
                </a:lnTo>
                <a:lnTo>
                  <a:pt x="222832" y="107314"/>
                </a:lnTo>
                <a:lnTo>
                  <a:pt x="222772" y="106393"/>
                </a:lnTo>
                <a:lnTo>
                  <a:pt x="222736" y="105448"/>
                </a:lnTo>
                <a:lnTo>
                  <a:pt x="222724" y="104478"/>
                </a:lnTo>
                <a:lnTo>
                  <a:pt x="206842" y="104478"/>
                </a:lnTo>
                <a:lnTo>
                  <a:pt x="206848" y="105235"/>
                </a:lnTo>
                <a:lnTo>
                  <a:pt x="206864" y="105983"/>
                </a:lnTo>
                <a:lnTo>
                  <a:pt x="206891" y="106722"/>
                </a:lnTo>
                <a:lnTo>
                  <a:pt x="206929" y="107451"/>
                </a:lnTo>
                <a:lnTo>
                  <a:pt x="206977" y="108171"/>
                </a:lnTo>
                <a:lnTo>
                  <a:pt x="207037" y="108881"/>
                </a:lnTo>
                <a:lnTo>
                  <a:pt x="207107" y="109583"/>
                </a:lnTo>
                <a:lnTo>
                  <a:pt x="207188" y="110275"/>
                </a:lnTo>
                <a:lnTo>
                  <a:pt x="207279" y="110957"/>
                </a:lnTo>
                <a:lnTo>
                  <a:pt x="207382" y="111630"/>
                </a:lnTo>
                <a:lnTo>
                  <a:pt x="207495" y="112294"/>
                </a:lnTo>
                <a:lnTo>
                  <a:pt x="207619" y="112948"/>
                </a:lnTo>
                <a:lnTo>
                  <a:pt x="207754" y="113594"/>
                </a:lnTo>
                <a:lnTo>
                  <a:pt x="207900" y="114229"/>
                </a:lnTo>
                <a:lnTo>
                  <a:pt x="208056" y="114856"/>
                </a:lnTo>
                <a:lnTo>
                  <a:pt x="208223" y="115473"/>
                </a:lnTo>
                <a:lnTo>
                  <a:pt x="208401" y="116081"/>
                </a:lnTo>
                <a:lnTo>
                  <a:pt x="208590" y="116679"/>
                </a:lnTo>
                <a:lnTo>
                  <a:pt x="208790" y="117268"/>
                </a:lnTo>
                <a:lnTo>
                  <a:pt x="209000" y="117848"/>
                </a:lnTo>
                <a:lnTo>
                  <a:pt x="209221" y="118418"/>
                </a:lnTo>
                <a:lnTo>
                  <a:pt x="209453" y="118979"/>
                </a:lnTo>
                <a:lnTo>
                  <a:pt x="209696" y="119531"/>
                </a:lnTo>
                <a:lnTo>
                  <a:pt x="209950" y="120073"/>
                </a:lnTo>
                <a:lnTo>
                  <a:pt x="210213" y="120606"/>
                </a:lnTo>
                <a:lnTo>
                  <a:pt x="210484" y="121131"/>
                </a:lnTo>
                <a:lnTo>
                  <a:pt x="210764" y="121646"/>
                </a:lnTo>
                <a:lnTo>
                  <a:pt x="211052" y="122154"/>
                </a:lnTo>
                <a:lnTo>
                  <a:pt x="211349" y="122652"/>
                </a:lnTo>
                <a:lnTo>
                  <a:pt x="211654" y="123142"/>
                </a:lnTo>
                <a:lnTo>
                  <a:pt x="211968" y="123623"/>
                </a:lnTo>
                <a:lnTo>
                  <a:pt x="212290" y="124096"/>
                </a:lnTo>
                <a:lnTo>
                  <a:pt x="212620" y="124560"/>
                </a:lnTo>
                <a:lnTo>
                  <a:pt x="212959" y="125015"/>
                </a:lnTo>
                <a:lnTo>
                  <a:pt x="213306" y="125462"/>
                </a:lnTo>
                <a:lnTo>
                  <a:pt x="213661" y="125900"/>
                </a:lnTo>
                <a:lnTo>
                  <a:pt x="214025" y="126329"/>
                </a:lnTo>
                <a:lnTo>
                  <a:pt x="214397" y="126750"/>
                </a:lnTo>
                <a:lnTo>
                  <a:pt x="214778" y="127162"/>
                </a:lnTo>
                <a:lnTo>
                  <a:pt x="215167" y="127566"/>
                </a:lnTo>
                <a:lnTo>
                  <a:pt x="215564" y="127961"/>
                </a:lnTo>
                <a:lnTo>
                  <a:pt x="215970" y="128347"/>
                </a:lnTo>
                <a:lnTo>
                  <a:pt x="216384" y="128724"/>
                </a:lnTo>
                <a:lnTo>
                  <a:pt x="216807" y="129093"/>
                </a:lnTo>
                <a:lnTo>
                  <a:pt x="217238" y="129454"/>
                </a:lnTo>
                <a:lnTo>
                  <a:pt x="217677" y="129805"/>
                </a:lnTo>
                <a:lnTo>
                  <a:pt x="218125" y="130149"/>
                </a:lnTo>
                <a:lnTo>
                  <a:pt x="218581" y="130483"/>
                </a:lnTo>
                <a:lnTo>
                  <a:pt x="219044" y="130809"/>
                </a:lnTo>
                <a:lnTo>
                  <a:pt x="219513" y="131128"/>
                </a:lnTo>
                <a:lnTo>
                  <a:pt x="219989" y="131440"/>
                </a:lnTo>
                <a:lnTo>
                  <a:pt x="220470" y="131744"/>
                </a:lnTo>
                <a:lnTo>
                  <a:pt x="220957" y="132041"/>
                </a:lnTo>
                <a:lnTo>
                  <a:pt x="221451" y="132330"/>
                </a:lnTo>
                <a:lnTo>
                  <a:pt x="221950" y="132612"/>
                </a:lnTo>
                <a:lnTo>
                  <a:pt x="222455" y="132887"/>
                </a:lnTo>
                <a:lnTo>
                  <a:pt x="222967" y="133154"/>
                </a:lnTo>
                <a:lnTo>
                  <a:pt x="223484" y="133414"/>
                </a:lnTo>
                <a:lnTo>
                  <a:pt x="224007" y="133666"/>
                </a:lnTo>
                <a:lnTo>
                  <a:pt x="224536" y="133911"/>
                </a:lnTo>
                <a:lnTo>
                  <a:pt x="225072" y="134148"/>
                </a:lnTo>
                <a:lnTo>
                  <a:pt x="225613" y="134378"/>
                </a:lnTo>
                <a:lnTo>
                  <a:pt x="226160" y="134601"/>
                </a:lnTo>
                <a:lnTo>
                  <a:pt x="226713" y="134816"/>
                </a:lnTo>
                <a:lnTo>
                  <a:pt x="227273" y="135024"/>
                </a:lnTo>
                <a:lnTo>
                  <a:pt x="227838" y="135225"/>
                </a:lnTo>
                <a:lnTo>
                  <a:pt x="228409" y="135418"/>
                </a:lnTo>
                <a:lnTo>
                  <a:pt x="228986" y="135603"/>
                </a:lnTo>
                <a:lnTo>
                  <a:pt x="229569" y="135782"/>
                </a:lnTo>
                <a:lnTo>
                  <a:pt x="230159" y="135953"/>
                </a:lnTo>
                <a:lnTo>
                  <a:pt x="230754" y="136116"/>
                </a:lnTo>
                <a:lnTo>
                  <a:pt x="231355" y="136272"/>
                </a:lnTo>
                <a:lnTo>
                  <a:pt x="231961" y="136421"/>
                </a:lnTo>
                <a:lnTo>
                  <a:pt x="232569" y="136564"/>
                </a:lnTo>
                <a:lnTo>
                  <a:pt x="233181" y="136700"/>
                </a:lnTo>
                <a:lnTo>
                  <a:pt x="233795" y="136831"/>
                </a:lnTo>
                <a:lnTo>
                  <a:pt x="234412" y="136954"/>
                </a:lnTo>
                <a:lnTo>
                  <a:pt x="235033" y="137072"/>
                </a:lnTo>
                <a:lnTo>
                  <a:pt x="235656" y="137183"/>
                </a:lnTo>
                <a:lnTo>
                  <a:pt x="236282" y="137288"/>
                </a:lnTo>
                <a:lnTo>
                  <a:pt x="236911" y="137386"/>
                </a:lnTo>
                <a:lnTo>
                  <a:pt x="237543" y="137478"/>
                </a:lnTo>
                <a:lnTo>
                  <a:pt x="238177" y="137564"/>
                </a:lnTo>
                <a:lnTo>
                  <a:pt x="238815" y="137643"/>
                </a:lnTo>
                <a:lnTo>
                  <a:pt x="239456" y="137716"/>
                </a:lnTo>
                <a:lnTo>
                  <a:pt x="240099" y="137783"/>
                </a:lnTo>
                <a:lnTo>
                  <a:pt x="240745" y="137843"/>
                </a:lnTo>
                <a:lnTo>
                  <a:pt x="241395" y="137897"/>
                </a:lnTo>
                <a:lnTo>
                  <a:pt x="242047" y="137945"/>
                </a:lnTo>
                <a:lnTo>
                  <a:pt x="242702" y="137986"/>
                </a:lnTo>
                <a:lnTo>
                  <a:pt x="243360" y="138021"/>
                </a:lnTo>
                <a:lnTo>
                  <a:pt x="244021" y="138049"/>
                </a:lnTo>
                <a:lnTo>
                  <a:pt x="244685" y="138071"/>
                </a:lnTo>
                <a:lnTo>
                  <a:pt x="245352" y="138087"/>
                </a:lnTo>
                <a:lnTo>
                  <a:pt x="246021" y="138097"/>
                </a:lnTo>
                <a:lnTo>
                  <a:pt x="246694" y="138100"/>
                </a:lnTo>
                <a:lnTo>
                  <a:pt x="247366" y="138097"/>
                </a:lnTo>
                <a:lnTo>
                  <a:pt x="248034" y="138088"/>
                </a:lnTo>
                <a:lnTo>
                  <a:pt x="248698" y="138073"/>
                </a:lnTo>
                <a:lnTo>
                  <a:pt x="249359" y="138052"/>
                </a:lnTo>
                <a:lnTo>
                  <a:pt x="250015" y="138025"/>
                </a:lnTo>
                <a:close/>
                <a:moveTo>
                  <a:pt x="762732" y="97299"/>
                </a:moveTo>
                <a:lnTo>
                  <a:pt x="762088" y="97560"/>
                </a:lnTo>
                <a:lnTo>
                  <a:pt x="761460" y="97825"/>
                </a:lnTo>
                <a:lnTo>
                  <a:pt x="760850" y="98096"/>
                </a:lnTo>
                <a:lnTo>
                  <a:pt x="760257" y="98372"/>
                </a:lnTo>
                <a:lnTo>
                  <a:pt x="759682" y="98654"/>
                </a:lnTo>
                <a:lnTo>
                  <a:pt x="759124" y="98940"/>
                </a:lnTo>
                <a:lnTo>
                  <a:pt x="758583" y="99232"/>
                </a:lnTo>
                <a:lnTo>
                  <a:pt x="758059" y="99530"/>
                </a:lnTo>
                <a:lnTo>
                  <a:pt x="757553" y="99833"/>
                </a:lnTo>
                <a:lnTo>
                  <a:pt x="757064" y="100141"/>
                </a:lnTo>
                <a:lnTo>
                  <a:pt x="756592" y="100454"/>
                </a:lnTo>
                <a:lnTo>
                  <a:pt x="756138" y="100773"/>
                </a:lnTo>
                <a:lnTo>
                  <a:pt x="755701" y="101097"/>
                </a:lnTo>
                <a:lnTo>
                  <a:pt x="755281" y="101426"/>
                </a:lnTo>
                <a:lnTo>
                  <a:pt x="754878" y="101761"/>
                </a:lnTo>
                <a:lnTo>
                  <a:pt x="754493" y="102101"/>
                </a:lnTo>
                <a:lnTo>
                  <a:pt x="754125" y="102446"/>
                </a:lnTo>
                <a:lnTo>
                  <a:pt x="753774" y="102797"/>
                </a:lnTo>
                <a:lnTo>
                  <a:pt x="753441" y="103153"/>
                </a:lnTo>
                <a:lnTo>
                  <a:pt x="753123" y="103512"/>
                </a:lnTo>
                <a:lnTo>
                  <a:pt x="752819" y="103874"/>
                </a:lnTo>
                <a:lnTo>
                  <a:pt x="752528" y="104237"/>
                </a:lnTo>
                <a:lnTo>
                  <a:pt x="752250" y="104602"/>
                </a:lnTo>
                <a:lnTo>
                  <a:pt x="751987" y="104969"/>
                </a:lnTo>
                <a:lnTo>
                  <a:pt x="751736" y="105338"/>
                </a:lnTo>
                <a:lnTo>
                  <a:pt x="751500" y="105709"/>
                </a:lnTo>
                <a:lnTo>
                  <a:pt x="751276" y="106082"/>
                </a:lnTo>
                <a:lnTo>
                  <a:pt x="751067" y="106456"/>
                </a:lnTo>
                <a:lnTo>
                  <a:pt x="750870" y="106833"/>
                </a:lnTo>
                <a:lnTo>
                  <a:pt x="750688" y="107211"/>
                </a:lnTo>
                <a:lnTo>
                  <a:pt x="750519" y="107592"/>
                </a:lnTo>
                <a:lnTo>
                  <a:pt x="750363" y="107974"/>
                </a:lnTo>
                <a:lnTo>
                  <a:pt x="750221" y="108358"/>
                </a:lnTo>
                <a:lnTo>
                  <a:pt x="750093" y="108744"/>
                </a:lnTo>
                <a:lnTo>
                  <a:pt x="749978" y="109132"/>
                </a:lnTo>
                <a:lnTo>
                  <a:pt x="749876" y="109521"/>
                </a:lnTo>
                <a:lnTo>
                  <a:pt x="749788" y="109913"/>
                </a:lnTo>
                <a:lnTo>
                  <a:pt x="749714" y="110306"/>
                </a:lnTo>
                <a:lnTo>
                  <a:pt x="749653" y="110702"/>
                </a:lnTo>
                <a:lnTo>
                  <a:pt x="749605" y="111099"/>
                </a:lnTo>
                <a:lnTo>
                  <a:pt x="749572" y="111498"/>
                </a:lnTo>
                <a:lnTo>
                  <a:pt x="749551" y="111899"/>
                </a:lnTo>
                <a:lnTo>
                  <a:pt x="749545" y="112302"/>
                </a:lnTo>
                <a:lnTo>
                  <a:pt x="749549" y="112583"/>
                </a:lnTo>
                <a:lnTo>
                  <a:pt x="749560" y="112865"/>
                </a:lnTo>
                <a:lnTo>
                  <a:pt x="749580" y="113147"/>
                </a:lnTo>
                <a:lnTo>
                  <a:pt x="749608" y="113431"/>
                </a:lnTo>
                <a:lnTo>
                  <a:pt x="749643" y="113715"/>
                </a:lnTo>
                <a:lnTo>
                  <a:pt x="749686" y="114000"/>
                </a:lnTo>
                <a:lnTo>
                  <a:pt x="749738" y="114286"/>
                </a:lnTo>
                <a:lnTo>
                  <a:pt x="749797" y="114573"/>
                </a:lnTo>
                <a:lnTo>
                  <a:pt x="749864" y="114861"/>
                </a:lnTo>
                <a:lnTo>
                  <a:pt x="749938" y="115150"/>
                </a:lnTo>
                <a:lnTo>
                  <a:pt x="750021" y="115439"/>
                </a:lnTo>
                <a:lnTo>
                  <a:pt x="750112" y="115730"/>
                </a:lnTo>
                <a:lnTo>
                  <a:pt x="750210" y="116021"/>
                </a:lnTo>
                <a:lnTo>
                  <a:pt x="750317" y="116313"/>
                </a:lnTo>
                <a:lnTo>
                  <a:pt x="750431" y="116606"/>
                </a:lnTo>
                <a:lnTo>
                  <a:pt x="750553" y="116900"/>
                </a:lnTo>
                <a:lnTo>
                  <a:pt x="750683" y="117194"/>
                </a:lnTo>
                <a:lnTo>
                  <a:pt x="750821" y="117490"/>
                </a:lnTo>
                <a:lnTo>
                  <a:pt x="750967" y="117786"/>
                </a:lnTo>
                <a:lnTo>
                  <a:pt x="751120" y="118083"/>
                </a:lnTo>
                <a:lnTo>
                  <a:pt x="751282" y="118381"/>
                </a:lnTo>
                <a:lnTo>
                  <a:pt x="751451" y="118680"/>
                </a:lnTo>
                <a:lnTo>
                  <a:pt x="751628" y="118980"/>
                </a:lnTo>
                <a:lnTo>
                  <a:pt x="751813" y="119281"/>
                </a:lnTo>
                <a:lnTo>
                  <a:pt x="752008" y="119580"/>
                </a:lnTo>
                <a:lnTo>
                  <a:pt x="752213" y="119878"/>
                </a:lnTo>
                <a:lnTo>
                  <a:pt x="752429" y="120172"/>
                </a:lnTo>
                <a:lnTo>
                  <a:pt x="752656" y="120465"/>
                </a:lnTo>
                <a:lnTo>
                  <a:pt x="752894" y="120755"/>
                </a:lnTo>
                <a:lnTo>
                  <a:pt x="753142" y="121043"/>
                </a:lnTo>
                <a:lnTo>
                  <a:pt x="753401" y="121328"/>
                </a:lnTo>
                <a:lnTo>
                  <a:pt x="753671" y="121611"/>
                </a:lnTo>
                <a:lnTo>
                  <a:pt x="753952" y="121891"/>
                </a:lnTo>
                <a:lnTo>
                  <a:pt x="754243" y="122169"/>
                </a:lnTo>
                <a:lnTo>
                  <a:pt x="754546" y="122445"/>
                </a:lnTo>
                <a:lnTo>
                  <a:pt x="754859" y="122718"/>
                </a:lnTo>
                <a:lnTo>
                  <a:pt x="755183" y="122989"/>
                </a:lnTo>
                <a:lnTo>
                  <a:pt x="755518" y="123257"/>
                </a:lnTo>
                <a:lnTo>
                  <a:pt x="755863" y="123523"/>
                </a:lnTo>
                <a:lnTo>
                  <a:pt x="756219" y="123787"/>
                </a:lnTo>
                <a:lnTo>
                  <a:pt x="756587" y="124048"/>
                </a:lnTo>
                <a:lnTo>
                  <a:pt x="756964" y="124307"/>
                </a:lnTo>
                <a:lnTo>
                  <a:pt x="757353" y="124563"/>
                </a:lnTo>
                <a:lnTo>
                  <a:pt x="757753" y="124817"/>
                </a:lnTo>
                <a:lnTo>
                  <a:pt x="758163" y="125069"/>
                </a:lnTo>
                <a:lnTo>
                  <a:pt x="758584" y="125318"/>
                </a:lnTo>
                <a:lnTo>
                  <a:pt x="759016" y="125565"/>
                </a:lnTo>
                <a:lnTo>
                  <a:pt x="759458" y="125810"/>
                </a:lnTo>
                <a:lnTo>
                  <a:pt x="759913" y="126049"/>
                </a:lnTo>
                <a:lnTo>
                  <a:pt x="760382" y="126282"/>
                </a:lnTo>
                <a:lnTo>
                  <a:pt x="760865" y="126509"/>
                </a:lnTo>
                <a:lnTo>
                  <a:pt x="761029" y="126581"/>
                </a:lnTo>
                <a:lnTo>
                  <a:pt x="760538" y="126796"/>
                </a:lnTo>
                <a:lnTo>
                  <a:pt x="759660" y="127206"/>
                </a:lnTo>
                <a:lnTo>
                  <a:pt x="758809" y="127629"/>
                </a:lnTo>
                <a:lnTo>
                  <a:pt x="757984" y="128065"/>
                </a:lnTo>
                <a:lnTo>
                  <a:pt x="757186" y="128516"/>
                </a:lnTo>
                <a:lnTo>
                  <a:pt x="756416" y="128980"/>
                </a:lnTo>
                <a:lnTo>
                  <a:pt x="755672" y="129457"/>
                </a:lnTo>
                <a:lnTo>
                  <a:pt x="754955" y="129948"/>
                </a:lnTo>
                <a:lnTo>
                  <a:pt x="754265" y="130453"/>
                </a:lnTo>
                <a:lnTo>
                  <a:pt x="753602" y="130971"/>
                </a:lnTo>
                <a:lnTo>
                  <a:pt x="752965" y="131503"/>
                </a:lnTo>
                <a:lnTo>
                  <a:pt x="752356" y="132049"/>
                </a:lnTo>
                <a:lnTo>
                  <a:pt x="751772" y="132604"/>
                </a:lnTo>
                <a:lnTo>
                  <a:pt x="751214" y="133166"/>
                </a:lnTo>
                <a:lnTo>
                  <a:pt x="750680" y="133735"/>
                </a:lnTo>
                <a:lnTo>
                  <a:pt x="750171" y="134310"/>
                </a:lnTo>
                <a:lnTo>
                  <a:pt x="749686" y="134892"/>
                </a:lnTo>
                <a:lnTo>
                  <a:pt x="749227" y="135481"/>
                </a:lnTo>
                <a:lnTo>
                  <a:pt x="748793" y="136076"/>
                </a:lnTo>
                <a:lnTo>
                  <a:pt x="748383" y="136678"/>
                </a:lnTo>
                <a:lnTo>
                  <a:pt x="747998" y="137286"/>
                </a:lnTo>
                <a:lnTo>
                  <a:pt x="747638" y="137901"/>
                </a:lnTo>
                <a:lnTo>
                  <a:pt x="747303" y="138523"/>
                </a:lnTo>
                <a:lnTo>
                  <a:pt x="746992" y="139151"/>
                </a:lnTo>
                <a:lnTo>
                  <a:pt x="746707" y="139786"/>
                </a:lnTo>
                <a:lnTo>
                  <a:pt x="746446" y="140428"/>
                </a:lnTo>
                <a:lnTo>
                  <a:pt x="746210" y="141076"/>
                </a:lnTo>
                <a:lnTo>
                  <a:pt x="745999" y="141731"/>
                </a:lnTo>
                <a:lnTo>
                  <a:pt x="745813" y="142392"/>
                </a:lnTo>
                <a:lnTo>
                  <a:pt x="745651" y="143061"/>
                </a:lnTo>
                <a:lnTo>
                  <a:pt x="745515" y="143735"/>
                </a:lnTo>
                <a:lnTo>
                  <a:pt x="745403" y="144417"/>
                </a:lnTo>
                <a:lnTo>
                  <a:pt x="745316" y="145105"/>
                </a:lnTo>
                <a:lnTo>
                  <a:pt x="745254" y="145800"/>
                </a:lnTo>
                <a:lnTo>
                  <a:pt x="745217" y="146501"/>
                </a:lnTo>
                <a:lnTo>
                  <a:pt x="745204" y="147209"/>
                </a:lnTo>
                <a:lnTo>
                  <a:pt x="745212" y="147793"/>
                </a:lnTo>
                <a:lnTo>
                  <a:pt x="745233" y="148373"/>
                </a:lnTo>
                <a:lnTo>
                  <a:pt x="745269" y="148950"/>
                </a:lnTo>
                <a:lnTo>
                  <a:pt x="745319" y="149523"/>
                </a:lnTo>
                <a:lnTo>
                  <a:pt x="745384" y="150093"/>
                </a:lnTo>
                <a:lnTo>
                  <a:pt x="745463" y="150659"/>
                </a:lnTo>
                <a:lnTo>
                  <a:pt x="745557" y="151222"/>
                </a:lnTo>
                <a:lnTo>
                  <a:pt x="745665" y="151781"/>
                </a:lnTo>
                <a:lnTo>
                  <a:pt x="745787" y="152337"/>
                </a:lnTo>
                <a:lnTo>
                  <a:pt x="745924" y="152889"/>
                </a:lnTo>
                <a:lnTo>
                  <a:pt x="746075" y="153438"/>
                </a:lnTo>
                <a:lnTo>
                  <a:pt x="746240" y="153984"/>
                </a:lnTo>
                <a:lnTo>
                  <a:pt x="746420" y="154526"/>
                </a:lnTo>
                <a:lnTo>
                  <a:pt x="746614" y="155064"/>
                </a:lnTo>
                <a:lnTo>
                  <a:pt x="746823" y="155599"/>
                </a:lnTo>
                <a:lnTo>
                  <a:pt x="747046" y="156131"/>
                </a:lnTo>
                <a:lnTo>
                  <a:pt x="747283" y="156659"/>
                </a:lnTo>
                <a:lnTo>
                  <a:pt x="747535" y="157183"/>
                </a:lnTo>
                <a:lnTo>
                  <a:pt x="747801" y="157704"/>
                </a:lnTo>
                <a:lnTo>
                  <a:pt x="748081" y="158222"/>
                </a:lnTo>
                <a:lnTo>
                  <a:pt x="748376" y="158736"/>
                </a:lnTo>
                <a:lnTo>
                  <a:pt x="748686" y="159247"/>
                </a:lnTo>
                <a:lnTo>
                  <a:pt x="749009" y="159754"/>
                </a:lnTo>
                <a:lnTo>
                  <a:pt x="749347" y="160258"/>
                </a:lnTo>
                <a:lnTo>
                  <a:pt x="749702" y="160756"/>
                </a:lnTo>
                <a:lnTo>
                  <a:pt x="750074" y="161245"/>
                </a:lnTo>
                <a:lnTo>
                  <a:pt x="750464" y="161727"/>
                </a:lnTo>
                <a:lnTo>
                  <a:pt x="750872" y="162199"/>
                </a:lnTo>
                <a:lnTo>
                  <a:pt x="751298" y="162664"/>
                </a:lnTo>
                <a:lnTo>
                  <a:pt x="751742" y="163120"/>
                </a:lnTo>
                <a:lnTo>
                  <a:pt x="752205" y="163568"/>
                </a:lnTo>
                <a:lnTo>
                  <a:pt x="752685" y="164007"/>
                </a:lnTo>
                <a:lnTo>
                  <a:pt x="753183" y="164438"/>
                </a:lnTo>
                <a:lnTo>
                  <a:pt x="753699" y="164861"/>
                </a:lnTo>
                <a:lnTo>
                  <a:pt x="754233" y="165275"/>
                </a:lnTo>
                <a:lnTo>
                  <a:pt x="754785" y="165681"/>
                </a:lnTo>
                <a:lnTo>
                  <a:pt x="755355" y="166078"/>
                </a:lnTo>
                <a:lnTo>
                  <a:pt x="755943" y="166467"/>
                </a:lnTo>
                <a:lnTo>
                  <a:pt x="756549" y="166848"/>
                </a:lnTo>
                <a:lnTo>
                  <a:pt x="757173" y="167220"/>
                </a:lnTo>
                <a:lnTo>
                  <a:pt x="757815" y="167584"/>
                </a:lnTo>
                <a:lnTo>
                  <a:pt x="758475" y="167940"/>
                </a:lnTo>
                <a:lnTo>
                  <a:pt x="759153" y="168287"/>
                </a:lnTo>
                <a:lnTo>
                  <a:pt x="759849" y="168626"/>
                </a:lnTo>
                <a:lnTo>
                  <a:pt x="760563" y="168956"/>
                </a:lnTo>
                <a:lnTo>
                  <a:pt x="761294" y="169278"/>
                </a:lnTo>
                <a:lnTo>
                  <a:pt x="762044" y="169592"/>
                </a:lnTo>
                <a:lnTo>
                  <a:pt x="762812" y="169897"/>
                </a:lnTo>
                <a:lnTo>
                  <a:pt x="763600" y="170192"/>
                </a:lnTo>
                <a:lnTo>
                  <a:pt x="764409" y="170474"/>
                </a:lnTo>
                <a:lnTo>
                  <a:pt x="765240" y="170744"/>
                </a:lnTo>
                <a:lnTo>
                  <a:pt x="766093" y="171002"/>
                </a:lnTo>
                <a:lnTo>
                  <a:pt x="766968" y="171247"/>
                </a:lnTo>
                <a:lnTo>
                  <a:pt x="767864" y="171479"/>
                </a:lnTo>
                <a:lnTo>
                  <a:pt x="768783" y="171699"/>
                </a:lnTo>
                <a:lnTo>
                  <a:pt x="769723" y="171906"/>
                </a:lnTo>
                <a:lnTo>
                  <a:pt x="770684" y="172100"/>
                </a:lnTo>
                <a:lnTo>
                  <a:pt x="771668" y="172282"/>
                </a:lnTo>
                <a:lnTo>
                  <a:pt x="772673" y="172452"/>
                </a:lnTo>
                <a:lnTo>
                  <a:pt x="773700" y="172609"/>
                </a:lnTo>
                <a:lnTo>
                  <a:pt x="774748" y="172753"/>
                </a:lnTo>
                <a:lnTo>
                  <a:pt x="775819" y="172885"/>
                </a:lnTo>
                <a:lnTo>
                  <a:pt x="776911" y="173004"/>
                </a:lnTo>
                <a:lnTo>
                  <a:pt x="778025" y="173111"/>
                </a:lnTo>
                <a:lnTo>
                  <a:pt x="779161" y="173205"/>
                </a:lnTo>
                <a:lnTo>
                  <a:pt x="780318" y="173287"/>
                </a:lnTo>
                <a:lnTo>
                  <a:pt x="781497" y="173356"/>
                </a:lnTo>
                <a:lnTo>
                  <a:pt x="782698" y="173412"/>
                </a:lnTo>
                <a:lnTo>
                  <a:pt x="783921" y="173456"/>
                </a:lnTo>
                <a:lnTo>
                  <a:pt x="785165" y="173488"/>
                </a:lnTo>
                <a:lnTo>
                  <a:pt x="786431" y="173507"/>
                </a:lnTo>
                <a:lnTo>
                  <a:pt x="787719" y="173513"/>
                </a:lnTo>
                <a:lnTo>
                  <a:pt x="789599" y="173498"/>
                </a:lnTo>
                <a:lnTo>
                  <a:pt x="791439" y="173454"/>
                </a:lnTo>
                <a:lnTo>
                  <a:pt x="793241" y="173380"/>
                </a:lnTo>
                <a:lnTo>
                  <a:pt x="795004" y="173277"/>
                </a:lnTo>
                <a:lnTo>
                  <a:pt x="796728" y="173145"/>
                </a:lnTo>
                <a:lnTo>
                  <a:pt x="798413" y="172983"/>
                </a:lnTo>
                <a:lnTo>
                  <a:pt x="800059" y="172791"/>
                </a:lnTo>
                <a:lnTo>
                  <a:pt x="801666" y="172570"/>
                </a:lnTo>
                <a:lnTo>
                  <a:pt x="803235" y="172320"/>
                </a:lnTo>
                <a:lnTo>
                  <a:pt x="804764" y="172040"/>
                </a:lnTo>
                <a:lnTo>
                  <a:pt x="806255" y="171731"/>
                </a:lnTo>
                <a:lnTo>
                  <a:pt x="807707" y="171392"/>
                </a:lnTo>
                <a:lnTo>
                  <a:pt x="809120" y="171024"/>
                </a:lnTo>
                <a:lnTo>
                  <a:pt x="810494" y="170626"/>
                </a:lnTo>
                <a:lnTo>
                  <a:pt x="811829" y="170199"/>
                </a:lnTo>
                <a:lnTo>
                  <a:pt x="813125" y="169742"/>
                </a:lnTo>
                <a:lnTo>
                  <a:pt x="814383" y="169256"/>
                </a:lnTo>
                <a:lnTo>
                  <a:pt x="815601" y="168741"/>
                </a:lnTo>
                <a:lnTo>
                  <a:pt x="816781" y="168196"/>
                </a:lnTo>
                <a:lnTo>
                  <a:pt x="817922" y="167622"/>
                </a:lnTo>
                <a:lnTo>
                  <a:pt x="819024" y="167018"/>
                </a:lnTo>
                <a:lnTo>
                  <a:pt x="820087" y="166384"/>
                </a:lnTo>
                <a:lnTo>
                  <a:pt x="821111" y="165722"/>
                </a:lnTo>
                <a:lnTo>
                  <a:pt x="822096" y="165030"/>
                </a:lnTo>
                <a:lnTo>
                  <a:pt x="823042" y="164314"/>
                </a:lnTo>
                <a:lnTo>
                  <a:pt x="823948" y="163582"/>
                </a:lnTo>
                <a:lnTo>
                  <a:pt x="824813" y="162834"/>
                </a:lnTo>
                <a:lnTo>
                  <a:pt x="825638" y="162069"/>
                </a:lnTo>
                <a:lnTo>
                  <a:pt x="826423" y="161288"/>
                </a:lnTo>
                <a:lnTo>
                  <a:pt x="827167" y="160490"/>
                </a:lnTo>
                <a:lnTo>
                  <a:pt x="827872" y="159675"/>
                </a:lnTo>
                <a:lnTo>
                  <a:pt x="828536" y="158844"/>
                </a:lnTo>
                <a:lnTo>
                  <a:pt x="829159" y="157996"/>
                </a:lnTo>
                <a:lnTo>
                  <a:pt x="829743" y="157132"/>
                </a:lnTo>
                <a:lnTo>
                  <a:pt x="830286" y="156251"/>
                </a:lnTo>
                <a:lnTo>
                  <a:pt x="830789" y="155353"/>
                </a:lnTo>
                <a:lnTo>
                  <a:pt x="831252" y="154439"/>
                </a:lnTo>
                <a:lnTo>
                  <a:pt x="831675" y="153509"/>
                </a:lnTo>
                <a:lnTo>
                  <a:pt x="832057" y="152561"/>
                </a:lnTo>
                <a:lnTo>
                  <a:pt x="832399" y="151598"/>
                </a:lnTo>
                <a:lnTo>
                  <a:pt x="832701" y="150617"/>
                </a:lnTo>
                <a:lnTo>
                  <a:pt x="832963" y="149620"/>
                </a:lnTo>
                <a:lnTo>
                  <a:pt x="833184" y="148607"/>
                </a:lnTo>
                <a:lnTo>
                  <a:pt x="833365" y="147577"/>
                </a:lnTo>
                <a:lnTo>
                  <a:pt x="833506" y="146530"/>
                </a:lnTo>
                <a:lnTo>
                  <a:pt x="833606" y="145467"/>
                </a:lnTo>
                <a:lnTo>
                  <a:pt x="833667" y="144387"/>
                </a:lnTo>
                <a:lnTo>
                  <a:pt x="833687" y="143291"/>
                </a:lnTo>
                <a:lnTo>
                  <a:pt x="833669" y="142190"/>
                </a:lnTo>
                <a:lnTo>
                  <a:pt x="833616" y="141114"/>
                </a:lnTo>
                <a:lnTo>
                  <a:pt x="833528" y="140062"/>
                </a:lnTo>
                <a:lnTo>
                  <a:pt x="833405" y="139034"/>
                </a:lnTo>
                <a:lnTo>
                  <a:pt x="833246" y="138030"/>
                </a:lnTo>
                <a:lnTo>
                  <a:pt x="833052" y="137050"/>
                </a:lnTo>
                <a:lnTo>
                  <a:pt x="832823" y="136095"/>
                </a:lnTo>
                <a:lnTo>
                  <a:pt x="832558" y="135164"/>
                </a:lnTo>
                <a:lnTo>
                  <a:pt x="832258" y="134257"/>
                </a:lnTo>
                <a:lnTo>
                  <a:pt x="831923" y="133375"/>
                </a:lnTo>
                <a:lnTo>
                  <a:pt x="831553" y="132516"/>
                </a:lnTo>
                <a:lnTo>
                  <a:pt x="831147" y="131682"/>
                </a:lnTo>
                <a:lnTo>
                  <a:pt x="830706" y="130872"/>
                </a:lnTo>
                <a:lnTo>
                  <a:pt x="830230" y="130086"/>
                </a:lnTo>
                <a:lnTo>
                  <a:pt x="829718" y="129325"/>
                </a:lnTo>
                <a:lnTo>
                  <a:pt x="829171" y="128588"/>
                </a:lnTo>
                <a:lnTo>
                  <a:pt x="828589" y="127875"/>
                </a:lnTo>
                <a:lnTo>
                  <a:pt x="827972" y="127186"/>
                </a:lnTo>
                <a:lnTo>
                  <a:pt x="827319" y="126522"/>
                </a:lnTo>
                <a:lnTo>
                  <a:pt x="826631" y="125881"/>
                </a:lnTo>
                <a:lnTo>
                  <a:pt x="825908" y="125265"/>
                </a:lnTo>
                <a:lnTo>
                  <a:pt x="825150" y="124673"/>
                </a:lnTo>
                <a:lnTo>
                  <a:pt x="824356" y="124106"/>
                </a:lnTo>
                <a:lnTo>
                  <a:pt x="823527" y="123563"/>
                </a:lnTo>
                <a:lnTo>
                  <a:pt x="822657" y="123042"/>
                </a:lnTo>
                <a:lnTo>
                  <a:pt x="821740" y="122544"/>
                </a:lnTo>
                <a:lnTo>
                  <a:pt x="820776" y="122068"/>
                </a:lnTo>
                <a:lnTo>
                  <a:pt x="819765" y="121615"/>
                </a:lnTo>
                <a:lnTo>
                  <a:pt x="818707" y="121183"/>
                </a:lnTo>
                <a:lnTo>
                  <a:pt x="817602" y="120774"/>
                </a:lnTo>
                <a:lnTo>
                  <a:pt x="816450" y="120386"/>
                </a:lnTo>
                <a:lnTo>
                  <a:pt x="815252" y="120021"/>
                </a:lnTo>
                <a:lnTo>
                  <a:pt x="814006" y="119678"/>
                </a:lnTo>
                <a:lnTo>
                  <a:pt x="812714" y="119357"/>
                </a:lnTo>
                <a:lnTo>
                  <a:pt x="811374" y="119058"/>
                </a:lnTo>
                <a:lnTo>
                  <a:pt x="809988" y="118781"/>
                </a:lnTo>
                <a:lnTo>
                  <a:pt x="808555" y="118527"/>
                </a:lnTo>
                <a:lnTo>
                  <a:pt x="807075" y="118294"/>
                </a:lnTo>
                <a:lnTo>
                  <a:pt x="805548" y="118084"/>
                </a:lnTo>
                <a:lnTo>
                  <a:pt x="803974" y="117896"/>
                </a:lnTo>
                <a:lnTo>
                  <a:pt x="802353" y="117730"/>
                </a:lnTo>
                <a:lnTo>
                  <a:pt x="800685" y="117586"/>
                </a:lnTo>
                <a:lnTo>
                  <a:pt x="798970" y="117464"/>
                </a:lnTo>
                <a:lnTo>
                  <a:pt x="797208" y="117365"/>
                </a:lnTo>
                <a:lnTo>
                  <a:pt x="795400" y="117287"/>
                </a:lnTo>
                <a:lnTo>
                  <a:pt x="793544" y="117232"/>
                </a:lnTo>
                <a:lnTo>
                  <a:pt x="791642" y="117199"/>
                </a:lnTo>
                <a:lnTo>
                  <a:pt x="789692" y="117188"/>
                </a:lnTo>
                <a:lnTo>
                  <a:pt x="783280" y="117188"/>
                </a:lnTo>
                <a:lnTo>
                  <a:pt x="782637" y="117186"/>
                </a:lnTo>
                <a:lnTo>
                  <a:pt x="782005" y="117181"/>
                </a:lnTo>
                <a:lnTo>
                  <a:pt x="781385" y="117173"/>
                </a:lnTo>
                <a:lnTo>
                  <a:pt x="780777" y="117162"/>
                </a:lnTo>
                <a:lnTo>
                  <a:pt x="780181" y="117147"/>
                </a:lnTo>
                <a:lnTo>
                  <a:pt x="779597" y="117129"/>
                </a:lnTo>
                <a:lnTo>
                  <a:pt x="779024" y="117107"/>
                </a:lnTo>
                <a:lnTo>
                  <a:pt x="778463" y="117083"/>
                </a:lnTo>
                <a:lnTo>
                  <a:pt x="777914" y="117055"/>
                </a:lnTo>
                <a:lnTo>
                  <a:pt x="777377" y="117024"/>
                </a:lnTo>
                <a:lnTo>
                  <a:pt x="776852" y="116990"/>
                </a:lnTo>
                <a:lnTo>
                  <a:pt x="776338" y="116952"/>
                </a:lnTo>
                <a:lnTo>
                  <a:pt x="775837" y="116911"/>
                </a:lnTo>
                <a:lnTo>
                  <a:pt x="775347" y="116867"/>
                </a:lnTo>
                <a:lnTo>
                  <a:pt x="774869" y="116819"/>
                </a:lnTo>
                <a:lnTo>
                  <a:pt x="774403" y="116768"/>
                </a:lnTo>
                <a:lnTo>
                  <a:pt x="773948" y="116714"/>
                </a:lnTo>
                <a:lnTo>
                  <a:pt x="773506" y="116657"/>
                </a:lnTo>
                <a:lnTo>
                  <a:pt x="773075" y="116597"/>
                </a:lnTo>
                <a:lnTo>
                  <a:pt x="772656" y="116533"/>
                </a:lnTo>
                <a:lnTo>
                  <a:pt x="772249" y="116466"/>
                </a:lnTo>
                <a:lnTo>
                  <a:pt x="771853" y="116395"/>
                </a:lnTo>
                <a:lnTo>
                  <a:pt x="771470" y="116321"/>
                </a:lnTo>
                <a:lnTo>
                  <a:pt x="771098" y="116244"/>
                </a:lnTo>
                <a:lnTo>
                  <a:pt x="770737" y="116165"/>
                </a:lnTo>
                <a:lnTo>
                  <a:pt x="770384" y="116083"/>
                </a:lnTo>
                <a:lnTo>
                  <a:pt x="770041" y="115999"/>
                </a:lnTo>
                <a:lnTo>
                  <a:pt x="769706" y="115914"/>
                </a:lnTo>
                <a:lnTo>
                  <a:pt x="769380" y="115826"/>
                </a:lnTo>
                <a:lnTo>
                  <a:pt x="769064" y="115736"/>
                </a:lnTo>
                <a:lnTo>
                  <a:pt x="768756" y="115644"/>
                </a:lnTo>
                <a:lnTo>
                  <a:pt x="768457" y="115550"/>
                </a:lnTo>
                <a:lnTo>
                  <a:pt x="768167" y="115453"/>
                </a:lnTo>
                <a:lnTo>
                  <a:pt x="767885" y="115355"/>
                </a:lnTo>
                <a:lnTo>
                  <a:pt x="767613" y="115255"/>
                </a:lnTo>
                <a:lnTo>
                  <a:pt x="767350" y="115152"/>
                </a:lnTo>
                <a:lnTo>
                  <a:pt x="767095" y="115048"/>
                </a:lnTo>
                <a:lnTo>
                  <a:pt x="766850" y="114942"/>
                </a:lnTo>
                <a:lnTo>
                  <a:pt x="766613" y="114833"/>
                </a:lnTo>
                <a:lnTo>
                  <a:pt x="766385" y="114722"/>
                </a:lnTo>
                <a:lnTo>
                  <a:pt x="766166" y="114610"/>
                </a:lnTo>
                <a:lnTo>
                  <a:pt x="765956" y="114495"/>
                </a:lnTo>
                <a:lnTo>
                  <a:pt x="765755" y="114378"/>
                </a:lnTo>
                <a:lnTo>
                  <a:pt x="765563" y="114259"/>
                </a:lnTo>
                <a:lnTo>
                  <a:pt x="765380" y="114138"/>
                </a:lnTo>
                <a:lnTo>
                  <a:pt x="765206" y="114015"/>
                </a:lnTo>
                <a:lnTo>
                  <a:pt x="765040" y="113890"/>
                </a:lnTo>
                <a:lnTo>
                  <a:pt x="764884" y="113763"/>
                </a:lnTo>
                <a:lnTo>
                  <a:pt x="764735" y="113634"/>
                </a:lnTo>
                <a:lnTo>
                  <a:pt x="764592" y="113503"/>
                </a:lnTo>
                <a:lnTo>
                  <a:pt x="764456" y="113371"/>
                </a:lnTo>
                <a:lnTo>
                  <a:pt x="764326" y="113238"/>
                </a:lnTo>
                <a:lnTo>
                  <a:pt x="764202" y="113103"/>
                </a:lnTo>
                <a:lnTo>
                  <a:pt x="764085" y="112966"/>
                </a:lnTo>
                <a:lnTo>
                  <a:pt x="763974" y="112828"/>
                </a:lnTo>
                <a:lnTo>
                  <a:pt x="763870" y="112688"/>
                </a:lnTo>
                <a:lnTo>
                  <a:pt x="763772" y="112546"/>
                </a:lnTo>
                <a:lnTo>
                  <a:pt x="763680" y="112404"/>
                </a:lnTo>
                <a:lnTo>
                  <a:pt x="763594" y="112259"/>
                </a:lnTo>
                <a:lnTo>
                  <a:pt x="763515" y="112113"/>
                </a:lnTo>
                <a:lnTo>
                  <a:pt x="763442" y="111965"/>
                </a:lnTo>
                <a:lnTo>
                  <a:pt x="763375" y="111816"/>
                </a:lnTo>
                <a:lnTo>
                  <a:pt x="763315" y="111666"/>
                </a:lnTo>
                <a:lnTo>
                  <a:pt x="763261" y="111513"/>
                </a:lnTo>
                <a:lnTo>
                  <a:pt x="763214" y="111360"/>
                </a:lnTo>
                <a:lnTo>
                  <a:pt x="763173" y="111204"/>
                </a:lnTo>
                <a:lnTo>
                  <a:pt x="763138" y="111047"/>
                </a:lnTo>
                <a:lnTo>
                  <a:pt x="763109" y="110889"/>
                </a:lnTo>
                <a:lnTo>
                  <a:pt x="763087" y="110729"/>
                </a:lnTo>
                <a:lnTo>
                  <a:pt x="763071" y="110567"/>
                </a:lnTo>
                <a:lnTo>
                  <a:pt x="763062" y="110404"/>
                </a:lnTo>
                <a:lnTo>
                  <a:pt x="763059" y="110240"/>
                </a:lnTo>
                <a:lnTo>
                  <a:pt x="763064" y="110001"/>
                </a:lnTo>
                <a:lnTo>
                  <a:pt x="763080" y="109764"/>
                </a:lnTo>
                <a:lnTo>
                  <a:pt x="763106" y="109528"/>
                </a:lnTo>
                <a:lnTo>
                  <a:pt x="763144" y="109295"/>
                </a:lnTo>
                <a:lnTo>
                  <a:pt x="763191" y="109064"/>
                </a:lnTo>
                <a:lnTo>
                  <a:pt x="763250" y="108834"/>
                </a:lnTo>
                <a:lnTo>
                  <a:pt x="763319" y="108607"/>
                </a:lnTo>
                <a:lnTo>
                  <a:pt x="763398" y="108381"/>
                </a:lnTo>
                <a:lnTo>
                  <a:pt x="763489" y="108157"/>
                </a:lnTo>
                <a:lnTo>
                  <a:pt x="763590" y="107936"/>
                </a:lnTo>
                <a:lnTo>
                  <a:pt x="763701" y="107716"/>
                </a:lnTo>
                <a:lnTo>
                  <a:pt x="763823" y="107498"/>
                </a:lnTo>
                <a:lnTo>
                  <a:pt x="763956" y="107281"/>
                </a:lnTo>
                <a:lnTo>
                  <a:pt x="764099" y="107067"/>
                </a:lnTo>
                <a:lnTo>
                  <a:pt x="764253" y="106855"/>
                </a:lnTo>
                <a:lnTo>
                  <a:pt x="764418" y="106645"/>
                </a:lnTo>
                <a:lnTo>
                  <a:pt x="764593" y="106436"/>
                </a:lnTo>
                <a:lnTo>
                  <a:pt x="764779" y="106230"/>
                </a:lnTo>
                <a:lnTo>
                  <a:pt x="764975" y="106025"/>
                </a:lnTo>
                <a:lnTo>
                  <a:pt x="765182" y="105822"/>
                </a:lnTo>
                <a:lnTo>
                  <a:pt x="765400" y="105621"/>
                </a:lnTo>
                <a:lnTo>
                  <a:pt x="765628" y="105422"/>
                </a:lnTo>
                <a:lnTo>
                  <a:pt x="765867" y="105225"/>
                </a:lnTo>
                <a:lnTo>
                  <a:pt x="766117" y="105030"/>
                </a:lnTo>
                <a:lnTo>
                  <a:pt x="766375" y="104837"/>
                </a:lnTo>
                <a:lnTo>
                  <a:pt x="766641" y="104647"/>
                </a:lnTo>
                <a:lnTo>
                  <a:pt x="766915" y="104460"/>
                </a:lnTo>
                <a:lnTo>
                  <a:pt x="767196" y="104276"/>
                </a:lnTo>
                <a:lnTo>
                  <a:pt x="767485" y="104094"/>
                </a:lnTo>
                <a:lnTo>
                  <a:pt x="767781" y="103916"/>
                </a:lnTo>
                <a:lnTo>
                  <a:pt x="768085" y="103741"/>
                </a:lnTo>
                <a:lnTo>
                  <a:pt x="768396" y="103568"/>
                </a:lnTo>
                <a:lnTo>
                  <a:pt x="768715" y="103399"/>
                </a:lnTo>
                <a:lnTo>
                  <a:pt x="769042" y="103232"/>
                </a:lnTo>
                <a:lnTo>
                  <a:pt x="769376" y="103068"/>
                </a:lnTo>
                <a:lnTo>
                  <a:pt x="769717" y="102908"/>
                </a:lnTo>
                <a:lnTo>
                  <a:pt x="770066" y="102750"/>
                </a:lnTo>
                <a:lnTo>
                  <a:pt x="770423" y="102595"/>
                </a:lnTo>
                <a:lnTo>
                  <a:pt x="770787" y="102443"/>
                </a:lnTo>
                <a:lnTo>
                  <a:pt x="771158" y="102294"/>
                </a:lnTo>
                <a:lnTo>
                  <a:pt x="771538" y="102148"/>
                </a:lnTo>
                <a:lnTo>
                  <a:pt x="771924" y="102005"/>
                </a:lnTo>
                <a:lnTo>
                  <a:pt x="772005" y="101976"/>
                </a:lnTo>
                <a:lnTo>
                  <a:pt x="772353" y="102095"/>
                </a:lnTo>
                <a:lnTo>
                  <a:pt x="773146" y="102346"/>
                </a:lnTo>
                <a:lnTo>
                  <a:pt x="773951" y="102581"/>
                </a:lnTo>
                <a:lnTo>
                  <a:pt x="774768" y="102799"/>
                </a:lnTo>
                <a:lnTo>
                  <a:pt x="775599" y="103002"/>
                </a:lnTo>
                <a:lnTo>
                  <a:pt x="776441" y="103188"/>
                </a:lnTo>
                <a:lnTo>
                  <a:pt x="777296" y="103358"/>
                </a:lnTo>
                <a:lnTo>
                  <a:pt x="778164" y="103511"/>
                </a:lnTo>
                <a:lnTo>
                  <a:pt x="779044" y="103649"/>
                </a:lnTo>
                <a:lnTo>
                  <a:pt x="779937" y="103770"/>
                </a:lnTo>
                <a:lnTo>
                  <a:pt x="780842" y="103876"/>
                </a:lnTo>
                <a:lnTo>
                  <a:pt x="781760" y="103965"/>
                </a:lnTo>
                <a:lnTo>
                  <a:pt x="782690" y="104037"/>
                </a:lnTo>
                <a:lnTo>
                  <a:pt x="783633" y="104094"/>
                </a:lnTo>
                <a:lnTo>
                  <a:pt x="784588" y="104134"/>
                </a:lnTo>
                <a:lnTo>
                  <a:pt x="785555" y="104159"/>
                </a:lnTo>
                <a:lnTo>
                  <a:pt x="786536" y="104167"/>
                </a:lnTo>
                <a:lnTo>
                  <a:pt x="787572" y="104159"/>
                </a:lnTo>
                <a:lnTo>
                  <a:pt x="788594" y="104135"/>
                </a:lnTo>
                <a:lnTo>
                  <a:pt x="789601" y="104096"/>
                </a:lnTo>
                <a:lnTo>
                  <a:pt x="790594" y="104040"/>
                </a:lnTo>
                <a:lnTo>
                  <a:pt x="791571" y="103969"/>
                </a:lnTo>
                <a:lnTo>
                  <a:pt x="792534" y="103882"/>
                </a:lnTo>
                <a:lnTo>
                  <a:pt x="793483" y="103779"/>
                </a:lnTo>
                <a:lnTo>
                  <a:pt x="794416" y="103660"/>
                </a:lnTo>
                <a:lnTo>
                  <a:pt x="795335" y="103525"/>
                </a:lnTo>
                <a:lnTo>
                  <a:pt x="796239" y="103375"/>
                </a:lnTo>
                <a:lnTo>
                  <a:pt x="797128" y="103208"/>
                </a:lnTo>
                <a:lnTo>
                  <a:pt x="798003" y="103026"/>
                </a:lnTo>
                <a:lnTo>
                  <a:pt x="798863" y="102828"/>
                </a:lnTo>
                <a:lnTo>
                  <a:pt x="799708" y="102614"/>
                </a:lnTo>
                <a:lnTo>
                  <a:pt x="800538" y="102385"/>
                </a:lnTo>
                <a:lnTo>
                  <a:pt x="801354" y="102139"/>
                </a:lnTo>
                <a:lnTo>
                  <a:pt x="802155" y="101878"/>
                </a:lnTo>
                <a:lnTo>
                  <a:pt x="802941" y="101601"/>
                </a:lnTo>
                <a:lnTo>
                  <a:pt x="803713" y="101308"/>
                </a:lnTo>
                <a:lnTo>
                  <a:pt x="804469" y="100999"/>
                </a:lnTo>
                <a:lnTo>
                  <a:pt x="805212" y="100674"/>
                </a:lnTo>
                <a:lnTo>
                  <a:pt x="805939" y="100333"/>
                </a:lnTo>
                <a:lnTo>
                  <a:pt x="806651" y="99977"/>
                </a:lnTo>
                <a:lnTo>
                  <a:pt x="807349" y="99605"/>
                </a:lnTo>
                <a:lnTo>
                  <a:pt x="808033" y="99219"/>
                </a:lnTo>
                <a:lnTo>
                  <a:pt x="808701" y="98823"/>
                </a:lnTo>
                <a:lnTo>
                  <a:pt x="809355" y="98417"/>
                </a:lnTo>
                <a:lnTo>
                  <a:pt x="809995" y="98000"/>
                </a:lnTo>
                <a:lnTo>
                  <a:pt x="810620" y="97573"/>
                </a:lnTo>
                <a:lnTo>
                  <a:pt x="811230" y="97135"/>
                </a:lnTo>
                <a:lnTo>
                  <a:pt x="811826" y="96687"/>
                </a:lnTo>
                <a:lnTo>
                  <a:pt x="812408" y="96229"/>
                </a:lnTo>
                <a:lnTo>
                  <a:pt x="812974" y="95760"/>
                </a:lnTo>
                <a:lnTo>
                  <a:pt x="813526" y="95280"/>
                </a:lnTo>
                <a:lnTo>
                  <a:pt x="814064" y="94791"/>
                </a:lnTo>
                <a:lnTo>
                  <a:pt x="814587" y="94290"/>
                </a:lnTo>
                <a:lnTo>
                  <a:pt x="815096" y="93779"/>
                </a:lnTo>
                <a:lnTo>
                  <a:pt x="815590" y="93258"/>
                </a:lnTo>
                <a:lnTo>
                  <a:pt x="816069" y="92727"/>
                </a:lnTo>
                <a:lnTo>
                  <a:pt x="816534" y="92184"/>
                </a:lnTo>
                <a:lnTo>
                  <a:pt x="816984" y="91632"/>
                </a:lnTo>
                <a:lnTo>
                  <a:pt x="817420" y="91069"/>
                </a:lnTo>
                <a:lnTo>
                  <a:pt x="817841" y="90495"/>
                </a:lnTo>
                <a:lnTo>
                  <a:pt x="818248" y="89912"/>
                </a:lnTo>
                <a:lnTo>
                  <a:pt x="818640" y="89317"/>
                </a:lnTo>
                <a:lnTo>
                  <a:pt x="819018" y="88712"/>
                </a:lnTo>
                <a:lnTo>
                  <a:pt x="819381" y="88097"/>
                </a:lnTo>
                <a:lnTo>
                  <a:pt x="819729" y="87472"/>
                </a:lnTo>
                <a:lnTo>
                  <a:pt x="820063" y="86838"/>
                </a:lnTo>
                <a:lnTo>
                  <a:pt x="820383" y="86200"/>
                </a:lnTo>
                <a:lnTo>
                  <a:pt x="820688" y="85556"/>
                </a:lnTo>
                <a:lnTo>
                  <a:pt x="820980" y="84908"/>
                </a:lnTo>
                <a:lnTo>
                  <a:pt x="821257" y="84254"/>
                </a:lnTo>
                <a:lnTo>
                  <a:pt x="821520" y="83595"/>
                </a:lnTo>
                <a:lnTo>
                  <a:pt x="821769" y="82932"/>
                </a:lnTo>
                <a:lnTo>
                  <a:pt x="822003" y="82263"/>
                </a:lnTo>
                <a:lnTo>
                  <a:pt x="822224" y="81589"/>
                </a:lnTo>
                <a:lnTo>
                  <a:pt x="822430" y="80910"/>
                </a:lnTo>
                <a:lnTo>
                  <a:pt x="822622" y="80227"/>
                </a:lnTo>
                <a:lnTo>
                  <a:pt x="822799" y="79538"/>
                </a:lnTo>
                <a:lnTo>
                  <a:pt x="822963" y="78844"/>
                </a:lnTo>
                <a:lnTo>
                  <a:pt x="823112" y="78145"/>
                </a:lnTo>
                <a:lnTo>
                  <a:pt x="823247" y="77441"/>
                </a:lnTo>
                <a:lnTo>
                  <a:pt x="823368" y="76732"/>
                </a:lnTo>
                <a:lnTo>
                  <a:pt x="823474" y="76018"/>
                </a:lnTo>
                <a:lnTo>
                  <a:pt x="823567" y="75299"/>
                </a:lnTo>
                <a:lnTo>
                  <a:pt x="823645" y="74574"/>
                </a:lnTo>
                <a:lnTo>
                  <a:pt x="823709" y="73845"/>
                </a:lnTo>
                <a:lnTo>
                  <a:pt x="823759" y="73111"/>
                </a:lnTo>
                <a:lnTo>
                  <a:pt x="823794" y="72372"/>
                </a:lnTo>
                <a:lnTo>
                  <a:pt x="823816" y="71627"/>
                </a:lnTo>
                <a:lnTo>
                  <a:pt x="823823" y="70878"/>
                </a:lnTo>
                <a:lnTo>
                  <a:pt x="823816" y="70104"/>
                </a:lnTo>
                <a:lnTo>
                  <a:pt x="823795" y="69336"/>
                </a:lnTo>
                <a:lnTo>
                  <a:pt x="823759" y="68573"/>
                </a:lnTo>
                <a:lnTo>
                  <a:pt x="823710" y="67817"/>
                </a:lnTo>
                <a:lnTo>
                  <a:pt x="823647" y="67067"/>
                </a:lnTo>
                <a:lnTo>
                  <a:pt x="823570" y="66322"/>
                </a:lnTo>
                <a:lnTo>
                  <a:pt x="823479" y="65584"/>
                </a:lnTo>
                <a:lnTo>
                  <a:pt x="823373" y="64851"/>
                </a:lnTo>
                <a:lnTo>
                  <a:pt x="823254" y="64124"/>
                </a:lnTo>
                <a:lnTo>
                  <a:pt x="823121" y="63403"/>
                </a:lnTo>
                <a:lnTo>
                  <a:pt x="822973" y="62688"/>
                </a:lnTo>
                <a:lnTo>
                  <a:pt x="822812" y="61979"/>
                </a:lnTo>
                <a:lnTo>
                  <a:pt x="822636" y="61276"/>
                </a:lnTo>
                <a:lnTo>
                  <a:pt x="822446" y="60579"/>
                </a:lnTo>
                <a:lnTo>
                  <a:pt x="822243" y="59888"/>
                </a:lnTo>
                <a:lnTo>
                  <a:pt x="822025" y="59203"/>
                </a:lnTo>
                <a:lnTo>
                  <a:pt x="821793" y="58523"/>
                </a:lnTo>
                <a:lnTo>
                  <a:pt x="821548" y="57850"/>
                </a:lnTo>
                <a:lnTo>
                  <a:pt x="821288" y="57182"/>
                </a:lnTo>
                <a:lnTo>
                  <a:pt x="821014" y="56520"/>
                </a:lnTo>
                <a:lnTo>
                  <a:pt x="820726" y="55865"/>
                </a:lnTo>
                <a:lnTo>
                  <a:pt x="820424" y="55215"/>
                </a:lnTo>
                <a:lnTo>
                  <a:pt x="820108" y="54571"/>
                </a:lnTo>
                <a:lnTo>
                  <a:pt x="819778" y="53933"/>
                </a:lnTo>
                <a:lnTo>
                  <a:pt x="819434" y="53303"/>
                </a:lnTo>
                <a:lnTo>
                  <a:pt x="819075" y="52684"/>
                </a:lnTo>
                <a:lnTo>
                  <a:pt x="818702" y="52076"/>
                </a:lnTo>
                <a:lnTo>
                  <a:pt x="818315" y="51478"/>
                </a:lnTo>
                <a:lnTo>
                  <a:pt x="817913" y="50892"/>
                </a:lnTo>
                <a:lnTo>
                  <a:pt x="817497" y="50316"/>
                </a:lnTo>
                <a:lnTo>
                  <a:pt x="817067" y="49751"/>
                </a:lnTo>
                <a:lnTo>
                  <a:pt x="816622" y="49197"/>
                </a:lnTo>
                <a:lnTo>
                  <a:pt x="816162" y="48653"/>
                </a:lnTo>
                <a:lnTo>
                  <a:pt x="815689" y="48121"/>
                </a:lnTo>
                <a:lnTo>
                  <a:pt x="815201" y="47599"/>
                </a:lnTo>
                <a:lnTo>
                  <a:pt x="814698" y="47088"/>
                </a:lnTo>
                <a:lnTo>
                  <a:pt x="814181" y="46588"/>
                </a:lnTo>
                <a:lnTo>
                  <a:pt x="813650" y="46099"/>
                </a:lnTo>
                <a:lnTo>
                  <a:pt x="813174" y="45681"/>
                </a:lnTo>
                <a:lnTo>
                  <a:pt x="813204" y="45644"/>
                </a:lnTo>
                <a:lnTo>
                  <a:pt x="813548" y="45249"/>
                </a:lnTo>
                <a:lnTo>
                  <a:pt x="813900" y="44869"/>
                </a:lnTo>
                <a:lnTo>
                  <a:pt x="814260" y="44504"/>
                </a:lnTo>
                <a:lnTo>
                  <a:pt x="814627" y="44154"/>
                </a:lnTo>
                <a:lnTo>
                  <a:pt x="815001" y="43819"/>
                </a:lnTo>
                <a:lnTo>
                  <a:pt x="815382" y="43499"/>
                </a:lnTo>
                <a:lnTo>
                  <a:pt x="815771" y="43193"/>
                </a:lnTo>
                <a:lnTo>
                  <a:pt x="816167" y="42903"/>
                </a:lnTo>
                <a:lnTo>
                  <a:pt x="816571" y="42627"/>
                </a:lnTo>
                <a:lnTo>
                  <a:pt x="816982" y="42366"/>
                </a:lnTo>
                <a:lnTo>
                  <a:pt x="817400" y="42121"/>
                </a:lnTo>
                <a:lnTo>
                  <a:pt x="817826" y="41890"/>
                </a:lnTo>
                <a:lnTo>
                  <a:pt x="818259" y="41674"/>
                </a:lnTo>
                <a:lnTo>
                  <a:pt x="818699" y="41472"/>
                </a:lnTo>
                <a:lnTo>
                  <a:pt x="819147" y="41286"/>
                </a:lnTo>
                <a:lnTo>
                  <a:pt x="819602" y="41115"/>
                </a:lnTo>
                <a:lnTo>
                  <a:pt x="820064" y="40958"/>
                </a:lnTo>
                <a:lnTo>
                  <a:pt x="820534" y="40817"/>
                </a:lnTo>
                <a:lnTo>
                  <a:pt x="821011" y="40690"/>
                </a:lnTo>
                <a:lnTo>
                  <a:pt x="821494" y="40573"/>
                </a:lnTo>
                <a:lnTo>
                  <a:pt x="821981" y="40462"/>
                </a:lnTo>
                <a:lnTo>
                  <a:pt x="822472" y="40355"/>
                </a:lnTo>
                <a:lnTo>
                  <a:pt x="822966" y="40253"/>
                </a:lnTo>
                <a:lnTo>
                  <a:pt x="823465" y="40156"/>
                </a:lnTo>
                <a:lnTo>
                  <a:pt x="823968" y="40064"/>
                </a:lnTo>
                <a:lnTo>
                  <a:pt x="824474" y="39978"/>
                </a:lnTo>
                <a:lnTo>
                  <a:pt x="824984" y="39896"/>
                </a:lnTo>
                <a:lnTo>
                  <a:pt x="825499" y="39819"/>
                </a:lnTo>
                <a:lnTo>
                  <a:pt x="826017" y="39747"/>
                </a:lnTo>
                <a:lnTo>
                  <a:pt x="826539" y="39680"/>
                </a:lnTo>
                <a:lnTo>
                  <a:pt x="827066" y="39617"/>
                </a:lnTo>
                <a:lnTo>
                  <a:pt x="827596" y="39560"/>
                </a:lnTo>
                <a:lnTo>
                  <a:pt x="828130" y="39508"/>
                </a:lnTo>
                <a:lnTo>
                  <a:pt x="828668" y="39461"/>
                </a:lnTo>
                <a:lnTo>
                  <a:pt x="829210" y="39419"/>
                </a:lnTo>
                <a:lnTo>
                  <a:pt x="829756" y="39382"/>
                </a:lnTo>
                <a:lnTo>
                  <a:pt x="830305" y="39349"/>
                </a:lnTo>
                <a:lnTo>
                  <a:pt x="830859" y="39322"/>
                </a:lnTo>
                <a:lnTo>
                  <a:pt x="831417" y="39300"/>
                </a:lnTo>
                <a:lnTo>
                  <a:pt x="831978" y="39282"/>
                </a:lnTo>
                <a:lnTo>
                  <a:pt x="832544" y="39270"/>
                </a:lnTo>
                <a:lnTo>
                  <a:pt x="833114" y="39262"/>
                </a:lnTo>
                <a:lnTo>
                  <a:pt x="833687" y="39260"/>
                </a:lnTo>
                <a:lnTo>
                  <a:pt x="833687" y="25351"/>
                </a:lnTo>
                <a:lnTo>
                  <a:pt x="832790" y="25381"/>
                </a:lnTo>
                <a:lnTo>
                  <a:pt x="831906" y="25422"/>
                </a:lnTo>
                <a:lnTo>
                  <a:pt x="831037" y="25473"/>
                </a:lnTo>
                <a:lnTo>
                  <a:pt x="830181" y="25535"/>
                </a:lnTo>
                <a:lnTo>
                  <a:pt x="829339" y="25607"/>
                </a:lnTo>
                <a:lnTo>
                  <a:pt x="828511" y="25690"/>
                </a:lnTo>
                <a:lnTo>
                  <a:pt x="827697" y="25784"/>
                </a:lnTo>
                <a:lnTo>
                  <a:pt x="826897" y="25888"/>
                </a:lnTo>
                <a:lnTo>
                  <a:pt x="826111" y="26003"/>
                </a:lnTo>
                <a:lnTo>
                  <a:pt x="825338" y="26129"/>
                </a:lnTo>
                <a:lnTo>
                  <a:pt x="824580" y="26265"/>
                </a:lnTo>
                <a:lnTo>
                  <a:pt x="823835" y="26412"/>
                </a:lnTo>
                <a:lnTo>
                  <a:pt x="823104" y="26569"/>
                </a:lnTo>
                <a:lnTo>
                  <a:pt x="822387" y="26737"/>
                </a:lnTo>
                <a:lnTo>
                  <a:pt x="821684" y="26916"/>
                </a:lnTo>
                <a:lnTo>
                  <a:pt x="820995" y="27105"/>
                </a:lnTo>
                <a:lnTo>
                  <a:pt x="820320" y="27305"/>
                </a:lnTo>
                <a:lnTo>
                  <a:pt x="819658" y="27515"/>
                </a:lnTo>
                <a:lnTo>
                  <a:pt x="819010" y="27736"/>
                </a:lnTo>
                <a:lnTo>
                  <a:pt x="818377" y="27968"/>
                </a:lnTo>
                <a:lnTo>
                  <a:pt x="817757" y="28210"/>
                </a:lnTo>
                <a:lnTo>
                  <a:pt x="817151" y="28463"/>
                </a:lnTo>
                <a:lnTo>
                  <a:pt x="816559" y="28727"/>
                </a:lnTo>
                <a:lnTo>
                  <a:pt x="815981" y="29001"/>
                </a:lnTo>
                <a:lnTo>
                  <a:pt x="815414" y="29291"/>
                </a:lnTo>
                <a:lnTo>
                  <a:pt x="814856" y="29601"/>
                </a:lnTo>
                <a:lnTo>
                  <a:pt x="814307" y="29932"/>
                </a:lnTo>
                <a:lnTo>
                  <a:pt x="813768" y="30283"/>
                </a:lnTo>
                <a:lnTo>
                  <a:pt x="813237" y="30655"/>
                </a:lnTo>
                <a:lnTo>
                  <a:pt x="812716" y="31048"/>
                </a:lnTo>
                <a:lnTo>
                  <a:pt x="812204" y="31461"/>
                </a:lnTo>
                <a:lnTo>
                  <a:pt x="811701" y="31895"/>
                </a:lnTo>
                <a:lnTo>
                  <a:pt x="811206" y="32349"/>
                </a:lnTo>
                <a:lnTo>
                  <a:pt x="810721" y="32823"/>
                </a:lnTo>
                <a:lnTo>
                  <a:pt x="810245" y="33319"/>
                </a:lnTo>
                <a:lnTo>
                  <a:pt x="809778" y="33835"/>
                </a:lnTo>
                <a:lnTo>
                  <a:pt x="809321" y="34371"/>
                </a:lnTo>
                <a:lnTo>
                  <a:pt x="808872" y="34928"/>
                </a:lnTo>
                <a:lnTo>
                  <a:pt x="808432" y="35505"/>
                </a:lnTo>
                <a:lnTo>
                  <a:pt x="808001" y="36103"/>
                </a:lnTo>
                <a:lnTo>
                  <a:pt x="807580" y="36722"/>
                </a:lnTo>
                <a:lnTo>
                  <a:pt x="807167" y="37361"/>
                </a:lnTo>
                <a:lnTo>
                  <a:pt x="806764" y="38021"/>
                </a:lnTo>
                <a:lnTo>
                  <a:pt x="806370" y="38701"/>
                </a:lnTo>
                <a:lnTo>
                  <a:pt x="805985" y="39402"/>
                </a:lnTo>
                <a:lnTo>
                  <a:pt x="805608" y="40123"/>
                </a:lnTo>
                <a:lnTo>
                  <a:pt x="805326" y="40694"/>
                </a:lnTo>
                <a:lnTo>
                  <a:pt x="804702" y="40421"/>
                </a:lnTo>
                <a:lnTo>
                  <a:pt x="803955" y="40115"/>
                </a:lnTo>
                <a:lnTo>
                  <a:pt x="803194" y="39826"/>
                </a:lnTo>
                <a:lnTo>
                  <a:pt x="802418" y="39551"/>
                </a:lnTo>
                <a:lnTo>
                  <a:pt x="801628" y="39293"/>
                </a:lnTo>
                <a:lnTo>
                  <a:pt x="800823" y="39050"/>
                </a:lnTo>
                <a:lnTo>
                  <a:pt x="800005" y="38823"/>
                </a:lnTo>
                <a:lnTo>
                  <a:pt x="799171" y="38611"/>
                </a:lnTo>
                <a:lnTo>
                  <a:pt x="798323" y="38415"/>
                </a:lnTo>
                <a:lnTo>
                  <a:pt x="797461" y="38235"/>
                </a:lnTo>
                <a:lnTo>
                  <a:pt x="796585" y="38070"/>
                </a:lnTo>
                <a:lnTo>
                  <a:pt x="795694" y="37922"/>
                </a:lnTo>
                <a:lnTo>
                  <a:pt x="794789" y="37788"/>
                </a:lnTo>
                <a:lnTo>
                  <a:pt x="793869" y="37671"/>
                </a:lnTo>
                <a:lnTo>
                  <a:pt x="792935" y="37569"/>
                </a:lnTo>
                <a:lnTo>
                  <a:pt x="791987" y="37483"/>
                </a:lnTo>
                <a:lnTo>
                  <a:pt x="791024" y="37412"/>
                </a:lnTo>
                <a:lnTo>
                  <a:pt x="790047" y="37358"/>
                </a:lnTo>
                <a:lnTo>
                  <a:pt x="789055" y="37318"/>
                </a:lnTo>
                <a:lnTo>
                  <a:pt x="788049" y="37295"/>
                </a:lnTo>
                <a:lnTo>
                  <a:pt x="787029" y="37287"/>
                </a:lnTo>
                <a:lnTo>
                  <a:pt x="786032" y="37295"/>
                </a:lnTo>
                <a:lnTo>
                  <a:pt x="785049" y="37318"/>
                </a:lnTo>
                <a:lnTo>
                  <a:pt x="784078" y="37358"/>
                </a:lnTo>
                <a:lnTo>
                  <a:pt x="783120" y="37412"/>
                </a:lnTo>
                <a:lnTo>
                  <a:pt x="782175" y="37483"/>
                </a:lnTo>
                <a:lnTo>
                  <a:pt x="781243" y="37569"/>
                </a:lnTo>
                <a:lnTo>
                  <a:pt x="780323" y="37671"/>
                </a:lnTo>
                <a:lnTo>
                  <a:pt x="779417" y="37788"/>
                </a:lnTo>
                <a:lnTo>
                  <a:pt x="778523" y="37922"/>
                </a:lnTo>
                <a:lnTo>
                  <a:pt x="777642" y="38070"/>
                </a:lnTo>
                <a:lnTo>
                  <a:pt x="776774" y="38235"/>
                </a:lnTo>
                <a:lnTo>
                  <a:pt x="775919" y="38415"/>
                </a:lnTo>
                <a:lnTo>
                  <a:pt x="775077" y="38611"/>
                </a:lnTo>
                <a:lnTo>
                  <a:pt x="774247" y="38823"/>
                </a:lnTo>
                <a:lnTo>
                  <a:pt x="773431" y="39050"/>
                </a:lnTo>
                <a:lnTo>
                  <a:pt x="772627" y="39293"/>
                </a:lnTo>
                <a:lnTo>
                  <a:pt x="771836" y="39551"/>
                </a:lnTo>
                <a:lnTo>
                  <a:pt x="771058" y="39826"/>
                </a:lnTo>
                <a:lnTo>
                  <a:pt x="770293" y="40115"/>
                </a:lnTo>
                <a:lnTo>
                  <a:pt x="769540" y="40421"/>
                </a:lnTo>
                <a:lnTo>
                  <a:pt x="768801" y="40742"/>
                </a:lnTo>
                <a:lnTo>
                  <a:pt x="768074" y="41079"/>
                </a:lnTo>
                <a:lnTo>
                  <a:pt x="767360" y="41432"/>
                </a:lnTo>
                <a:lnTo>
                  <a:pt x="766659" y="41800"/>
                </a:lnTo>
                <a:lnTo>
                  <a:pt x="765972" y="42181"/>
                </a:lnTo>
                <a:lnTo>
                  <a:pt x="765298" y="42573"/>
                </a:lnTo>
                <a:lnTo>
                  <a:pt x="764639" y="42976"/>
                </a:lnTo>
                <a:lnTo>
                  <a:pt x="763993" y="43390"/>
                </a:lnTo>
                <a:lnTo>
                  <a:pt x="763362" y="43814"/>
                </a:lnTo>
                <a:lnTo>
                  <a:pt x="762744" y="44249"/>
                </a:lnTo>
                <a:lnTo>
                  <a:pt x="762141" y="44696"/>
                </a:lnTo>
                <a:lnTo>
                  <a:pt x="761552" y="45152"/>
                </a:lnTo>
                <a:lnTo>
                  <a:pt x="760976" y="45620"/>
                </a:lnTo>
                <a:lnTo>
                  <a:pt x="760415" y="46099"/>
                </a:lnTo>
                <a:lnTo>
                  <a:pt x="759868" y="46588"/>
                </a:lnTo>
                <a:lnTo>
                  <a:pt x="759335" y="47088"/>
                </a:lnTo>
                <a:lnTo>
                  <a:pt x="758816" y="47599"/>
                </a:lnTo>
                <a:lnTo>
                  <a:pt x="758311" y="48121"/>
                </a:lnTo>
                <a:lnTo>
                  <a:pt x="757820" y="48653"/>
                </a:lnTo>
                <a:lnTo>
                  <a:pt x="757343" y="49197"/>
                </a:lnTo>
                <a:lnTo>
                  <a:pt x="756880" y="49751"/>
                </a:lnTo>
                <a:lnTo>
                  <a:pt x="756431" y="50316"/>
                </a:lnTo>
                <a:lnTo>
                  <a:pt x="755996" y="50892"/>
                </a:lnTo>
                <a:lnTo>
                  <a:pt x="755576" y="51478"/>
                </a:lnTo>
                <a:lnTo>
                  <a:pt x="755169" y="52076"/>
                </a:lnTo>
                <a:lnTo>
                  <a:pt x="754776" y="52684"/>
                </a:lnTo>
                <a:lnTo>
                  <a:pt x="754397" y="53303"/>
                </a:lnTo>
                <a:lnTo>
                  <a:pt x="754033" y="53933"/>
                </a:lnTo>
                <a:lnTo>
                  <a:pt x="753683" y="54571"/>
                </a:lnTo>
                <a:lnTo>
                  <a:pt x="753347" y="55215"/>
                </a:lnTo>
                <a:lnTo>
                  <a:pt x="753027" y="55865"/>
                </a:lnTo>
                <a:lnTo>
                  <a:pt x="752722" y="56520"/>
                </a:lnTo>
                <a:lnTo>
                  <a:pt x="752431" y="57182"/>
                </a:lnTo>
                <a:lnTo>
                  <a:pt x="752156" y="57850"/>
                </a:lnTo>
                <a:lnTo>
                  <a:pt x="751895" y="58523"/>
                </a:lnTo>
                <a:lnTo>
                  <a:pt x="751649" y="59203"/>
                </a:lnTo>
                <a:lnTo>
                  <a:pt x="751418" y="59888"/>
                </a:lnTo>
                <a:lnTo>
                  <a:pt x="751202" y="60579"/>
                </a:lnTo>
                <a:lnTo>
                  <a:pt x="751001" y="61276"/>
                </a:lnTo>
                <a:lnTo>
                  <a:pt x="750815" y="61979"/>
                </a:lnTo>
                <a:lnTo>
                  <a:pt x="750643" y="62688"/>
                </a:lnTo>
                <a:lnTo>
                  <a:pt x="750487" y="63403"/>
                </a:lnTo>
                <a:lnTo>
                  <a:pt x="750345" y="64124"/>
                </a:lnTo>
                <a:lnTo>
                  <a:pt x="750219" y="64851"/>
                </a:lnTo>
                <a:lnTo>
                  <a:pt x="750107" y="65584"/>
                </a:lnTo>
                <a:lnTo>
                  <a:pt x="750010" y="66322"/>
                </a:lnTo>
                <a:lnTo>
                  <a:pt x="749928" y="67067"/>
                </a:lnTo>
                <a:lnTo>
                  <a:pt x="749861" y="67817"/>
                </a:lnTo>
                <a:lnTo>
                  <a:pt x="749809" y="68573"/>
                </a:lnTo>
                <a:lnTo>
                  <a:pt x="749772" y="69336"/>
                </a:lnTo>
                <a:lnTo>
                  <a:pt x="749749" y="70104"/>
                </a:lnTo>
                <a:lnTo>
                  <a:pt x="749742" y="70878"/>
                </a:lnTo>
                <a:lnTo>
                  <a:pt x="749749" y="71611"/>
                </a:lnTo>
                <a:lnTo>
                  <a:pt x="749771" y="72340"/>
                </a:lnTo>
                <a:lnTo>
                  <a:pt x="749808" y="73064"/>
                </a:lnTo>
                <a:lnTo>
                  <a:pt x="749860" y="73784"/>
                </a:lnTo>
                <a:lnTo>
                  <a:pt x="749926" y="74500"/>
                </a:lnTo>
                <a:lnTo>
                  <a:pt x="750007" y="75211"/>
                </a:lnTo>
                <a:lnTo>
                  <a:pt x="750103" y="75918"/>
                </a:lnTo>
                <a:lnTo>
                  <a:pt x="750213" y="76621"/>
                </a:lnTo>
                <a:lnTo>
                  <a:pt x="750338" y="77319"/>
                </a:lnTo>
                <a:lnTo>
                  <a:pt x="750478" y="78013"/>
                </a:lnTo>
                <a:lnTo>
                  <a:pt x="750633" y="78702"/>
                </a:lnTo>
                <a:lnTo>
                  <a:pt x="750802" y="79387"/>
                </a:lnTo>
                <a:lnTo>
                  <a:pt x="750986" y="80068"/>
                </a:lnTo>
                <a:lnTo>
                  <a:pt x="751185" y="80745"/>
                </a:lnTo>
                <a:lnTo>
                  <a:pt x="751399" y="81417"/>
                </a:lnTo>
                <a:lnTo>
                  <a:pt x="751627" y="82085"/>
                </a:lnTo>
                <a:lnTo>
                  <a:pt x="751870" y="82748"/>
                </a:lnTo>
                <a:lnTo>
                  <a:pt x="752128" y="83408"/>
                </a:lnTo>
                <a:lnTo>
                  <a:pt x="752400" y="84062"/>
                </a:lnTo>
                <a:lnTo>
                  <a:pt x="752687" y="84713"/>
                </a:lnTo>
                <a:lnTo>
                  <a:pt x="752989" y="85359"/>
                </a:lnTo>
                <a:lnTo>
                  <a:pt x="753306" y="86001"/>
                </a:lnTo>
                <a:lnTo>
                  <a:pt x="753637" y="86638"/>
                </a:lnTo>
                <a:lnTo>
                  <a:pt x="753984" y="87271"/>
                </a:lnTo>
                <a:lnTo>
                  <a:pt x="754344" y="87897"/>
                </a:lnTo>
                <a:lnTo>
                  <a:pt x="754718" y="88513"/>
                </a:lnTo>
                <a:lnTo>
                  <a:pt x="755106" y="89118"/>
                </a:lnTo>
                <a:lnTo>
                  <a:pt x="755508" y="89714"/>
                </a:lnTo>
                <a:lnTo>
                  <a:pt x="755924" y="90300"/>
                </a:lnTo>
                <a:lnTo>
                  <a:pt x="756354" y="90875"/>
                </a:lnTo>
                <a:lnTo>
                  <a:pt x="756798" y="91440"/>
                </a:lnTo>
                <a:lnTo>
                  <a:pt x="757255" y="91995"/>
                </a:lnTo>
                <a:lnTo>
                  <a:pt x="757727" y="92541"/>
                </a:lnTo>
                <a:lnTo>
                  <a:pt x="758212" y="93076"/>
                </a:lnTo>
                <a:lnTo>
                  <a:pt x="758711" y="93600"/>
                </a:lnTo>
                <a:lnTo>
                  <a:pt x="759224" y="94115"/>
                </a:lnTo>
                <a:lnTo>
                  <a:pt x="759751" y="94620"/>
                </a:lnTo>
                <a:lnTo>
                  <a:pt x="760292" y="95115"/>
                </a:lnTo>
                <a:lnTo>
                  <a:pt x="760846" y="95599"/>
                </a:lnTo>
                <a:lnTo>
                  <a:pt x="761415" y="96074"/>
                </a:lnTo>
                <a:lnTo>
                  <a:pt x="761997" y="96538"/>
                </a:lnTo>
                <a:lnTo>
                  <a:pt x="762593" y="96992"/>
                </a:lnTo>
                <a:lnTo>
                  <a:pt x="762917" y="97228"/>
                </a:lnTo>
                <a:lnTo>
                  <a:pt x="762732" y="97299"/>
                </a:lnTo>
                <a:close/>
                <a:moveTo>
                  <a:pt x="783031" y="92682"/>
                </a:moveTo>
                <a:lnTo>
                  <a:pt x="782371" y="92577"/>
                </a:lnTo>
                <a:lnTo>
                  <a:pt x="781718" y="92453"/>
                </a:lnTo>
                <a:lnTo>
                  <a:pt x="781072" y="92310"/>
                </a:lnTo>
                <a:lnTo>
                  <a:pt x="780433" y="92147"/>
                </a:lnTo>
                <a:lnTo>
                  <a:pt x="779801" y="91965"/>
                </a:lnTo>
                <a:lnTo>
                  <a:pt x="779176" y="91764"/>
                </a:lnTo>
                <a:lnTo>
                  <a:pt x="778558" y="91544"/>
                </a:lnTo>
                <a:lnTo>
                  <a:pt x="777947" y="91305"/>
                </a:lnTo>
                <a:lnTo>
                  <a:pt x="777343" y="91047"/>
                </a:lnTo>
                <a:lnTo>
                  <a:pt x="776746" y="90770"/>
                </a:lnTo>
                <a:lnTo>
                  <a:pt x="776156" y="90473"/>
                </a:lnTo>
                <a:lnTo>
                  <a:pt x="775573" y="90158"/>
                </a:lnTo>
                <a:lnTo>
                  <a:pt x="774998" y="89823"/>
                </a:lnTo>
                <a:lnTo>
                  <a:pt x="774429" y="89469"/>
                </a:lnTo>
                <a:lnTo>
                  <a:pt x="773867" y="89096"/>
                </a:lnTo>
                <a:lnTo>
                  <a:pt x="773312" y="88704"/>
                </a:lnTo>
                <a:lnTo>
                  <a:pt x="772764" y="88293"/>
                </a:lnTo>
                <a:lnTo>
                  <a:pt x="772224" y="87862"/>
                </a:lnTo>
                <a:lnTo>
                  <a:pt x="771690" y="87413"/>
                </a:lnTo>
                <a:lnTo>
                  <a:pt x="771171" y="86944"/>
                </a:lnTo>
                <a:lnTo>
                  <a:pt x="770674" y="86455"/>
                </a:lnTo>
                <a:lnTo>
                  <a:pt x="770199" y="85947"/>
                </a:lnTo>
                <a:lnTo>
                  <a:pt x="769746" y="85420"/>
                </a:lnTo>
                <a:lnTo>
                  <a:pt x="769315" y="84873"/>
                </a:lnTo>
                <a:lnTo>
                  <a:pt x="768906" y="84307"/>
                </a:lnTo>
                <a:lnTo>
                  <a:pt x="768520" y="83721"/>
                </a:lnTo>
                <a:lnTo>
                  <a:pt x="768155" y="83115"/>
                </a:lnTo>
                <a:lnTo>
                  <a:pt x="767813" y="82490"/>
                </a:lnTo>
                <a:lnTo>
                  <a:pt x="767492" y="81846"/>
                </a:lnTo>
                <a:lnTo>
                  <a:pt x="767194" y="81182"/>
                </a:lnTo>
                <a:lnTo>
                  <a:pt x="766918" y="80499"/>
                </a:lnTo>
                <a:lnTo>
                  <a:pt x="766664" y="79796"/>
                </a:lnTo>
                <a:lnTo>
                  <a:pt x="766432" y="79074"/>
                </a:lnTo>
                <a:lnTo>
                  <a:pt x="766222" y="78332"/>
                </a:lnTo>
                <a:lnTo>
                  <a:pt x="766034" y="77571"/>
                </a:lnTo>
                <a:lnTo>
                  <a:pt x="765869" y="76790"/>
                </a:lnTo>
                <a:lnTo>
                  <a:pt x="765725" y="75990"/>
                </a:lnTo>
                <a:lnTo>
                  <a:pt x="765604" y="75170"/>
                </a:lnTo>
                <a:lnTo>
                  <a:pt x="765504" y="74331"/>
                </a:lnTo>
                <a:lnTo>
                  <a:pt x="765427" y="73472"/>
                </a:lnTo>
                <a:lnTo>
                  <a:pt x="765372" y="72594"/>
                </a:lnTo>
                <a:lnTo>
                  <a:pt x="765339" y="71696"/>
                </a:lnTo>
                <a:lnTo>
                  <a:pt x="765327" y="70779"/>
                </a:lnTo>
                <a:lnTo>
                  <a:pt x="765338" y="69870"/>
                </a:lnTo>
                <a:lnTo>
                  <a:pt x="765370" y="68980"/>
                </a:lnTo>
                <a:lnTo>
                  <a:pt x="765424" y="68108"/>
                </a:lnTo>
                <a:lnTo>
                  <a:pt x="765499" y="67255"/>
                </a:lnTo>
                <a:lnTo>
                  <a:pt x="765595" y="66420"/>
                </a:lnTo>
                <a:lnTo>
                  <a:pt x="765713" y="65604"/>
                </a:lnTo>
                <a:lnTo>
                  <a:pt x="765852" y="64807"/>
                </a:lnTo>
                <a:lnTo>
                  <a:pt x="766012" y="64028"/>
                </a:lnTo>
                <a:lnTo>
                  <a:pt x="766194" y="63268"/>
                </a:lnTo>
                <a:lnTo>
                  <a:pt x="766398" y="62526"/>
                </a:lnTo>
                <a:lnTo>
                  <a:pt x="766623" y="61803"/>
                </a:lnTo>
                <a:lnTo>
                  <a:pt x="766869" y="61098"/>
                </a:lnTo>
                <a:lnTo>
                  <a:pt x="767136" y="60413"/>
                </a:lnTo>
                <a:lnTo>
                  <a:pt x="767425" y="59745"/>
                </a:lnTo>
                <a:lnTo>
                  <a:pt x="767736" y="59097"/>
                </a:lnTo>
                <a:lnTo>
                  <a:pt x="768068" y="58467"/>
                </a:lnTo>
                <a:lnTo>
                  <a:pt x="768421" y="57855"/>
                </a:lnTo>
                <a:lnTo>
                  <a:pt x="768795" y="57263"/>
                </a:lnTo>
                <a:lnTo>
                  <a:pt x="769191" y="56688"/>
                </a:lnTo>
                <a:lnTo>
                  <a:pt x="769609" y="56133"/>
                </a:lnTo>
                <a:lnTo>
                  <a:pt x="770048" y="55596"/>
                </a:lnTo>
                <a:lnTo>
                  <a:pt x="770508" y="55077"/>
                </a:lnTo>
                <a:lnTo>
                  <a:pt x="770990" y="54578"/>
                </a:lnTo>
                <a:lnTo>
                  <a:pt x="771493" y="54096"/>
                </a:lnTo>
                <a:lnTo>
                  <a:pt x="772012" y="53634"/>
                </a:lnTo>
                <a:lnTo>
                  <a:pt x="772542" y="53192"/>
                </a:lnTo>
                <a:lnTo>
                  <a:pt x="773084" y="52769"/>
                </a:lnTo>
                <a:lnTo>
                  <a:pt x="773637" y="52366"/>
                </a:lnTo>
                <a:lnTo>
                  <a:pt x="774201" y="51983"/>
                </a:lnTo>
                <a:lnTo>
                  <a:pt x="774776" y="51619"/>
                </a:lnTo>
                <a:lnTo>
                  <a:pt x="775362" y="51275"/>
                </a:lnTo>
                <a:lnTo>
                  <a:pt x="775959" y="50950"/>
                </a:lnTo>
                <a:lnTo>
                  <a:pt x="776567" y="50646"/>
                </a:lnTo>
                <a:lnTo>
                  <a:pt x="777187" y="50361"/>
                </a:lnTo>
                <a:lnTo>
                  <a:pt x="777818" y="50095"/>
                </a:lnTo>
                <a:lnTo>
                  <a:pt x="778459" y="49849"/>
                </a:lnTo>
                <a:lnTo>
                  <a:pt x="779112" y="49623"/>
                </a:lnTo>
                <a:lnTo>
                  <a:pt x="779776" y="49417"/>
                </a:lnTo>
                <a:lnTo>
                  <a:pt x="780451" y="49230"/>
                </a:lnTo>
                <a:lnTo>
                  <a:pt x="781138" y="49063"/>
                </a:lnTo>
                <a:lnTo>
                  <a:pt x="781835" y="48915"/>
                </a:lnTo>
                <a:lnTo>
                  <a:pt x="782544" y="48788"/>
                </a:lnTo>
                <a:lnTo>
                  <a:pt x="783263" y="48679"/>
                </a:lnTo>
                <a:lnTo>
                  <a:pt x="783994" y="48591"/>
                </a:lnTo>
                <a:lnTo>
                  <a:pt x="784736" y="48522"/>
                </a:lnTo>
                <a:lnTo>
                  <a:pt x="785489" y="48473"/>
                </a:lnTo>
                <a:lnTo>
                  <a:pt x="786254" y="48443"/>
                </a:lnTo>
                <a:lnTo>
                  <a:pt x="787029" y="48434"/>
                </a:lnTo>
                <a:lnTo>
                  <a:pt x="787820" y="48443"/>
                </a:lnTo>
                <a:lnTo>
                  <a:pt x="788598" y="48472"/>
                </a:lnTo>
                <a:lnTo>
                  <a:pt x="789362" y="48520"/>
                </a:lnTo>
                <a:lnTo>
                  <a:pt x="790114" y="48587"/>
                </a:lnTo>
                <a:lnTo>
                  <a:pt x="790853" y="48673"/>
                </a:lnTo>
                <a:lnTo>
                  <a:pt x="791579" y="48778"/>
                </a:lnTo>
                <a:lnTo>
                  <a:pt x="792292" y="48903"/>
                </a:lnTo>
                <a:lnTo>
                  <a:pt x="792991" y="49046"/>
                </a:lnTo>
                <a:lnTo>
                  <a:pt x="793678" y="49209"/>
                </a:lnTo>
                <a:lnTo>
                  <a:pt x="794352" y="49391"/>
                </a:lnTo>
                <a:lnTo>
                  <a:pt x="795012" y="49591"/>
                </a:lnTo>
                <a:lnTo>
                  <a:pt x="795660" y="49812"/>
                </a:lnTo>
                <a:lnTo>
                  <a:pt x="796295" y="50051"/>
                </a:lnTo>
                <a:lnTo>
                  <a:pt x="796916" y="50309"/>
                </a:lnTo>
                <a:lnTo>
                  <a:pt x="797525" y="50587"/>
                </a:lnTo>
                <a:lnTo>
                  <a:pt x="798121" y="50883"/>
                </a:lnTo>
                <a:lnTo>
                  <a:pt x="798703" y="51199"/>
                </a:lnTo>
                <a:lnTo>
                  <a:pt x="799273" y="51534"/>
                </a:lnTo>
                <a:lnTo>
                  <a:pt x="799830" y="51888"/>
                </a:lnTo>
                <a:lnTo>
                  <a:pt x="800373" y="52261"/>
                </a:lnTo>
                <a:lnTo>
                  <a:pt x="800904" y="52654"/>
                </a:lnTo>
                <a:lnTo>
                  <a:pt x="801421" y="53065"/>
                </a:lnTo>
                <a:lnTo>
                  <a:pt x="801926" y="53496"/>
                </a:lnTo>
                <a:lnTo>
                  <a:pt x="802417" y="53945"/>
                </a:lnTo>
                <a:lnTo>
                  <a:pt x="802892" y="54415"/>
                </a:lnTo>
                <a:lnTo>
                  <a:pt x="803347" y="54905"/>
                </a:lnTo>
                <a:lnTo>
                  <a:pt x="803781" y="55415"/>
                </a:lnTo>
                <a:lnTo>
                  <a:pt x="804195" y="55946"/>
                </a:lnTo>
                <a:lnTo>
                  <a:pt x="804590" y="56497"/>
                </a:lnTo>
                <a:lnTo>
                  <a:pt x="804963" y="57070"/>
                </a:lnTo>
                <a:lnTo>
                  <a:pt x="805317" y="57662"/>
                </a:lnTo>
                <a:lnTo>
                  <a:pt x="805650" y="58275"/>
                </a:lnTo>
                <a:lnTo>
                  <a:pt x="805964" y="58909"/>
                </a:lnTo>
                <a:lnTo>
                  <a:pt x="806257" y="59563"/>
                </a:lnTo>
                <a:lnTo>
                  <a:pt x="806530" y="60238"/>
                </a:lnTo>
                <a:lnTo>
                  <a:pt x="806782" y="60934"/>
                </a:lnTo>
                <a:lnTo>
                  <a:pt x="807015" y="61649"/>
                </a:lnTo>
                <a:lnTo>
                  <a:pt x="807227" y="62386"/>
                </a:lnTo>
                <a:lnTo>
                  <a:pt x="807419" y="63143"/>
                </a:lnTo>
                <a:lnTo>
                  <a:pt x="807590" y="63921"/>
                </a:lnTo>
                <a:lnTo>
                  <a:pt x="807742" y="64719"/>
                </a:lnTo>
                <a:lnTo>
                  <a:pt x="807873" y="65537"/>
                </a:lnTo>
                <a:lnTo>
                  <a:pt x="807985" y="66377"/>
                </a:lnTo>
                <a:lnTo>
                  <a:pt x="808075" y="67236"/>
                </a:lnTo>
                <a:lnTo>
                  <a:pt x="808146" y="68117"/>
                </a:lnTo>
                <a:lnTo>
                  <a:pt x="808197" y="69018"/>
                </a:lnTo>
                <a:lnTo>
                  <a:pt x="808227" y="69939"/>
                </a:lnTo>
                <a:lnTo>
                  <a:pt x="808237" y="70881"/>
                </a:lnTo>
                <a:lnTo>
                  <a:pt x="808226" y="71782"/>
                </a:lnTo>
                <a:lnTo>
                  <a:pt x="808194" y="72664"/>
                </a:lnTo>
                <a:lnTo>
                  <a:pt x="808141" y="73527"/>
                </a:lnTo>
                <a:lnTo>
                  <a:pt x="808066" y="74372"/>
                </a:lnTo>
                <a:lnTo>
                  <a:pt x="807970" y="75198"/>
                </a:lnTo>
                <a:lnTo>
                  <a:pt x="807852" y="76005"/>
                </a:lnTo>
                <a:lnTo>
                  <a:pt x="807713" y="76794"/>
                </a:lnTo>
                <a:lnTo>
                  <a:pt x="807552" y="77565"/>
                </a:lnTo>
                <a:lnTo>
                  <a:pt x="807370" y="78317"/>
                </a:lnTo>
                <a:lnTo>
                  <a:pt x="807167" y="79050"/>
                </a:lnTo>
                <a:lnTo>
                  <a:pt x="806942" y="79764"/>
                </a:lnTo>
                <a:lnTo>
                  <a:pt x="806696" y="80460"/>
                </a:lnTo>
                <a:lnTo>
                  <a:pt x="806428" y="81138"/>
                </a:lnTo>
                <a:lnTo>
                  <a:pt x="806139" y="81796"/>
                </a:lnTo>
                <a:lnTo>
                  <a:pt x="805829" y="82436"/>
                </a:lnTo>
                <a:lnTo>
                  <a:pt x="805497" y="83058"/>
                </a:lnTo>
                <a:lnTo>
                  <a:pt x="805144" y="83661"/>
                </a:lnTo>
                <a:lnTo>
                  <a:pt x="804769" y="84245"/>
                </a:lnTo>
                <a:lnTo>
                  <a:pt x="804373" y="84811"/>
                </a:lnTo>
                <a:lnTo>
                  <a:pt x="803956" y="85358"/>
                </a:lnTo>
                <a:lnTo>
                  <a:pt x="803517" y="85887"/>
                </a:lnTo>
                <a:lnTo>
                  <a:pt x="803057" y="86397"/>
                </a:lnTo>
                <a:lnTo>
                  <a:pt x="802575" y="86888"/>
                </a:lnTo>
                <a:lnTo>
                  <a:pt x="802072" y="87361"/>
                </a:lnTo>
                <a:lnTo>
                  <a:pt x="801552" y="87814"/>
                </a:lnTo>
                <a:lnTo>
                  <a:pt x="801021" y="88249"/>
                </a:lnTo>
                <a:lnTo>
                  <a:pt x="800479" y="88664"/>
                </a:lnTo>
                <a:lnTo>
                  <a:pt x="799925" y="89060"/>
                </a:lnTo>
                <a:lnTo>
                  <a:pt x="799360" y="89436"/>
                </a:lnTo>
                <a:lnTo>
                  <a:pt x="798783" y="89794"/>
                </a:lnTo>
                <a:lnTo>
                  <a:pt x="798194" y="90131"/>
                </a:lnTo>
                <a:lnTo>
                  <a:pt x="797595" y="90450"/>
                </a:lnTo>
                <a:lnTo>
                  <a:pt x="796983" y="90749"/>
                </a:lnTo>
                <a:lnTo>
                  <a:pt x="796361" y="91029"/>
                </a:lnTo>
                <a:lnTo>
                  <a:pt x="795726" y="91290"/>
                </a:lnTo>
                <a:lnTo>
                  <a:pt x="795081" y="91531"/>
                </a:lnTo>
                <a:lnTo>
                  <a:pt x="794423" y="91753"/>
                </a:lnTo>
                <a:lnTo>
                  <a:pt x="793755" y="91956"/>
                </a:lnTo>
                <a:lnTo>
                  <a:pt x="793075" y="92140"/>
                </a:lnTo>
                <a:lnTo>
                  <a:pt x="792383" y="92304"/>
                </a:lnTo>
                <a:lnTo>
                  <a:pt x="791680" y="92449"/>
                </a:lnTo>
                <a:lnTo>
                  <a:pt x="790965" y="92574"/>
                </a:lnTo>
                <a:lnTo>
                  <a:pt x="790239" y="92680"/>
                </a:lnTo>
                <a:lnTo>
                  <a:pt x="789502" y="92767"/>
                </a:lnTo>
                <a:lnTo>
                  <a:pt x="788753" y="92835"/>
                </a:lnTo>
                <a:lnTo>
                  <a:pt x="787992" y="92883"/>
                </a:lnTo>
                <a:lnTo>
                  <a:pt x="787220" y="92912"/>
                </a:lnTo>
                <a:lnTo>
                  <a:pt x="786437" y="92922"/>
                </a:lnTo>
                <a:lnTo>
                  <a:pt x="785742" y="92912"/>
                </a:lnTo>
                <a:lnTo>
                  <a:pt x="785054" y="92883"/>
                </a:lnTo>
                <a:lnTo>
                  <a:pt x="784372" y="92836"/>
                </a:lnTo>
                <a:lnTo>
                  <a:pt x="783698" y="92769"/>
                </a:lnTo>
                <a:lnTo>
                  <a:pt x="783031" y="92682"/>
                </a:lnTo>
                <a:close/>
                <a:moveTo>
                  <a:pt x="781679" y="161376"/>
                </a:moveTo>
                <a:lnTo>
                  <a:pt x="780636" y="161287"/>
                </a:lnTo>
                <a:lnTo>
                  <a:pt x="779620" y="161183"/>
                </a:lnTo>
                <a:lnTo>
                  <a:pt x="778633" y="161062"/>
                </a:lnTo>
                <a:lnTo>
                  <a:pt x="777675" y="160925"/>
                </a:lnTo>
                <a:lnTo>
                  <a:pt x="776745" y="160772"/>
                </a:lnTo>
                <a:lnTo>
                  <a:pt x="775843" y="160603"/>
                </a:lnTo>
                <a:lnTo>
                  <a:pt x="774970" y="160418"/>
                </a:lnTo>
                <a:lnTo>
                  <a:pt x="774125" y="160217"/>
                </a:lnTo>
                <a:lnTo>
                  <a:pt x="773309" y="159999"/>
                </a:lnTo>
                <a:lnTo>
                  <a:pt x="772521" y="159766"/>
                </a:lnTo>
                <a:lnTo>
                  <a:pt x="771761" y="159516"/>
                </a:lnTo>
                <a:lnTo>
                  <a:pt x="771030" y="159251"/>
                </a:lnTo>
                <a:lnTo>
                  <a:pt x="770327" y="158969"/>
                </a:lnTo>
                <a:lnTo>
                  <a:pt x="769653" y="158671"/>
                </a:lnTo>
                <a:lnTo>
                  <a:pt x="769007" y="158357"/>
                </a:lnTo>
                <a:lnTo>
                  <a:pt x="768390" y="158027"/>
                </a:lnTo>
                <a:lnTo>
                  <a:pt x="767801" y="157681"/>
                </a:lnTo>
                <a:lnTo>
                  <a:pt x="767241" y="157319"/>
                </a:lnTo>
                <a:lnTo>
                  <a:pt x="766708" y="156941"/>
                </a:lnTo>
                <a:lnTo>
                  <a:pt x="766201" y="156552"/>
                </a:lnTo>
                <a:lnTo>
                  <a:pt x="765716" y="156158"/>
                </a:lnTo>
                <a:lnTo>
                  <a:pt x="765252" y="155759"/>
                </a:lnTo>
                <a:lnTo>
                  <a:pt x="764810" y="155354"/>
                </a:lnTo>
                <a:lnTo>
                  <a:pt x="764389" y="154945"/>
                </a:lnTo>
                <a:lnTo>
                  <a:pt x="763990" y="154530"/>
                </a:lnTo>
                <a:lnTo>
                  <a:pt x="763612" y="154111"/>
                </a:lnTo>
                <a:lnTo>
                  <a:pt x="763256" y="153686"/>
                </a:lnTo>
                <a:lnTo>
                  <a:pt x="762921" y="153256"/>
                </a:lnTo>
                <a:lnTo>
                  <a:pt x="762609" y="152821"/>
                </a:lnTo>
                <a:lnTo>
                  <a:pt x="762317" y="152381"/>
                </a:lnTo>
                <a:lnTo>
                  <a:pt x="762048" y="151935"/>
                </a:lnTo>
                <a:lnTo>
                  <a:pt x="761799" y="151485"/>
                </a:lnTo>
                <a:lnTo>
                  <a:pt x="761573" y="151029"/>
                </a:lnTo>
                <a:lnTo>
                  <a:pt x="761368" y="150569"/>
                </a:lnTo>
                <a:lnTo>
                  <a:pt x="761184" y="150103"/>
                </a:lnTo>
                <a:lnTo>
                  <a:pt x="761023" y="149632"/>
                </a:lnTo>
                <a:lnTo>
                  <a:pt x="760882" y="149156"/>
                </a:lnTo>
                <a:lnTo>
                  <a:pt x="760764" y="148675"/>
                </a:lnTo>
                <a:lnTo>
                  <a:pt x="760667" y="148188"/>
                </a:lnTo>
                <a:lnTo>
                  <a:pt x="760591" y="147697"/>
                </a:lnTo>
                <a:lnTo>
                  <a:pt x="760537" y="147200"/>
                </a:lnTo>
                <a:lnTo>
                  <a:pt x="760505" y="146699"/>
                </a:lnTo>
                <a:lnTo>
                  <a:pt x="760494" y="146192"/>
                </a:lnTo>
                <a:lnTo>
                  <a:pt x="760500" y="145736"/>
                </a:lnTo>
                <a:lnTo>
                  <a:pt x="760519" y="145284"/>
                </a:lnTo>
                <a:lnTo>
                  <a:pt x="760551" y="144837"/>
                </a:lnTo>
                <a:lnTo>
                  <a:pt x="760595" y="144394"/>
                </a:lnTo>
                <a:lnTo>
                  <a:pt x="760652" y="143957"/>
                </a:lnTo>
                <a:lnTo>
                  <a:pt x="760722" y="143523"/>
                </a:lnTo>
                <a:lnTo>
                  <a:pt x="760804" y="143095"/>
                </a:lnTo>
                <a:lnTo>
                  <a:pt x="760899" y="142671"/>
                </a:lnTo>
                <a:lnTo>
                  <a:pt x="761007" y="142251"/>
                </a:lnTo>
                <a:lnTo>
                  <a:pt x="761128" y="141837"/>
                </a:lnTo>
                <a:lnTo>
                  <a:pt x="761261" y="141426"/>
                </a:lnTo>
                <a:lnTo>
                  <a:pt x="761406" y="141021"/>
                </a:lnTo>
                <a:lnTo>
                  <a:pt x="761565" y="140620"/>
                </a:lnTo>
                <a:lnTo>
                  <a:pt x="761736" y="140223"/>
                </a:lnTo>
                <a:lnTo>
                  <a:pt x="761920" y="139832"/>
                </a:lnTo>
                <a:lnTo>
                  <a:pt x="762116" y="139444"/>
                </a:lnTo>
                <a:lnTo>
                  <a:pt x="762325" y="139062"/>
                </a:lnTo>
                <a:lnTo>
                  <a:pt x="762547" y="138684"/>
                </a:lnTo>
                <a:lnTo>
                  <a:pt x="762781" y="138310"/>
                </a:lnTo>
                <a:lnTo>
                  <a:pt x="763029" y="137942"/>
                </a:lnTo>
                <a:lnTo>
                  <a:pt x="763288" y="137577"/>
                </a:lnTo>
                <a:lnTo>
                  <a:pt x="763561" y="137218"/>
                </a:lnTo>
                <a:lnTo>
                  <a:pt x="763846" y="136863"/>
                </a:lnTo>
                <a:lnTo>
                  <a:pt x="764144" y="136512"/>
                </a:lnTo>
                <a:lnTo>
                  <a:pt x="764453" y="136169"/>
                </a:lnTo>
                <a:lnTo>
                  <a:pt x="764773" y="135833"/>
                </a:lnTo>
                <a:lnTo>
                  <a:pt x="765104" y="135506"/>
                </a:lnTo>
                <a:lnTo>
                  <a:pt x="765445" y="135188"/>
                </a:lnTo>
                <a:lnTo>
                  <a:pt x="765797" y="134878"/>
                </a:lnTo>
                <a:lnTo>
                  <a:pt x="766160" y="134577"/>
                </a:lnTo>
                <a:lnTo>
                  <a:pt x="766533" y="134284"/>
                </a:lnTo>
                <a:lnTo>
                  <a:pt x="766917" y="133999"/>
                </a:lnTo>
                <a:lnTo>
                  <a:pt x="767311" y="133724"/>
                </a:lnTo>
                <a:lnTo>
                  <a:pt x="767716" y="133456"/>
                </a:lnTo>
                <a:lnTo>
                  <a:pt x="768132" y="133197"/>
                </a:lnTo>
                <a:lnTo>
                  <a:pt x="768558" y="132947"/>
                </a:lnTo>
                <a:lnTo>
                  <a:pt x="768995" y="132705"/>
                </a:lnTo>
                <a:lnTo>
                  <a:pt x="769442" y="132471"/>
                </a:lnTo>
                <a:lnTo>
                  <a:pt x="769900" y="132246"/>
                </a:lnTo>
                <a:lnTo>
                  <a:pt x="770369" y="132030"/>
                </a:lnTo>
                <a:lnTo>
                  <a:pt x="770849" y="131822"/>
                </a:lnTo>
                <a:lnTo>
                  <a:pt x="771339" y="131622"/>
                </a:lnTo>
                <a:lnTo>
                  <a:pt x="771839" y="131431"/>
                </a:lnTo>
                <a:lnTo>
                  <a:pt x="772350" y="131249"/>
                </a:lnTo>
                <a:lnTo>
                  <a:pt x="772872" y="131074"/>
                </a:lnTo>
                <a:lnTo>
                  <a:pt x="773405" y="130909"/>
                </a:lnTo>
                <a:lnTo>
                  <a:pt x="773948" y="130752"/>
                </a:lnTo>
                <a:lnTo>
                  <a:pt x="774501" y="130603"/>
                </a:lnTo>
                <a:lnTo>
                  <a:pt x="789100" y="130603"/>
                </a:lnTo>
                <a:lnTo>
                  <a:pt x="790053" y="130606"/>
                </a:lnTo>
                <a:lnTo>
                  <a:pt x="790987" y="130615"/>
                </a:lnTo>
                <a:lnTo>
                  <a:pt x="791903" y="130630"/>
                </a:lnTo>
                <a:lnTo>
                  <a:pt x="792801" y="130651"/>
                </a:lnTo>
                <a:lnTo>
                  <a:pt x="793680" y="130678"/>
                </a:lnTo>
                <a:lnTo>
                  <a:pt x="794541" y="130711"/>
                </a:lnTo>
                <a:lnTo>
                  <a:pt x="795384" y="130751"/>
                </a:lnTo>
                <a:lnTo>
                  <a:pt x="796208" y="130796"/>
                </a:lnTo>
                <a:lnTo>
                  <a:pt x="797014" y="130847"/>
                </a:lnTo>
                <a:lnTo>
                  <a:pt x="797802" y="130904"/>
                </a:lnTo>
                <a:lnTo>
                  <a:pt x="798571" y="130967"/>
                </a:lnTo>
                <a:lnTo>
                  <a:pt x="799322" y="131036"/>
                </a:lnTo>
                <a:lnTo>
                  <a:pt x="800055" y="131111"/>
                </a:lnTo>
                <a:lnTo>
                  <a:pt x="800769" y="131193"/>
                </a:lnTo>
                <a:lnTo>
                  <a:pt x="801465" y="131280"/>
                </a:lnTo>
                <a:lnTo>
                  <a:pt x="802143" y="131373"/>
                </a:lnTo>
                <a:lnTo>
                  <a:pt x="802803" y="131472"/>
                </a:lnTo>
                <a:lnTo>
                  <a:pt x="803444" y="131578"/>
                </a:lnTo>
                <a:lnTo>
                  <a:pt x="804066" y="131689"/>
                </a:lnTo>
                <a:lnTo>
                  <a:pt x="804671" y="131806"/>
                </a:lnTo>
                <a:lnTo>
                  <a:pt x="805257" y="131930"/>
                </a:lnTo>
                <a:lnTo>
                  <a:pt x="805825" y="132059"/>
                </a:lnTo>
                <a:lnTo>
                  <a:pt x="806374" y="132194"/>
                </a:lnTo>
                <a:lnTo>
                  <a:pt x="806905" y="132336"/>
                </a:lnTo>
                <a:lnTo>
                  <a:pt x="807421" y="132482"/>
                </a:lnTo>
                <a:lnTo>
                  <a:pt x="807922" y="132634"/>
                </a:lnTo>
                <a:lnTo>
                  <a:pt x="808410" y="132790"/>
                </a:lnTo>
                <a:lnTo>
                  <a:pt x="808884" y="132951"/>
                </a:lnTo>
                <a:lnTo>
                  <a:pt x="809344" y="133117"/>
                </a:lnTo>
                <a:lnTo>
                  <a:pt x="809791" y="133288"/>
                </a:lnTo>
                <a:lnTo>
                  <a:pt x="810224" y="133463"/>
                </a:lnTo>
                <a:lnTo>
                  <a:pt x="810643" y="133643"/>
                </a:lnTo>
                <a:lnTo>
                  <a:pt x="811048" y="133828"/>
                </a:lnTo>
                <a:lnTo>
                  <a:pt x="811440" y="134018"/>
                </a:lnTo>
                <a:lnTo>
                  <a:pt x="811818" y="134212"/>
                </a:lnTo>
                <a:lnTo>
                  <a:pt x="812183" y="134412"/>
                </a:lnTo>
                <a:lnTo>
                  <a:pt x="812534" y="134616"/>
                </a:lnTo>
                <a:lnTo>
                  <a:pt x="812871" y="134825"/>
                </a:lnTo>
                <a:lnTo>
                  <a:pt x="813194" y="135038"/>
                </a:lnTo>
                <a:lnTo>
                  <a:pt x="813504" y="135256"/>
                </a:lnTo>
                <a:lnTo>
                  <a:pt x="813799" y="135480"/>
                </a:lnTo>
                <a:lnTo>
                  <a:pt x="814082" y="135708"/>
                </a:lnTo>
                <a:lnTo>
                  <a:pt x="814350" y="135940"/>
                </a:lnTo>
                <a:lnTo>
                  <a:pt x="814605" y="136178"/>
                </a:lnTo>
                <a:lnTo>
                  <a:pt x="814846" y="136420"/>
                </a:lnTo>
                <a:lnTo>
                  <a:pt x="815074" y="136667"/>
                </a:lnTo>
                <a:lnTo>
                  <a:pt x="815287" y="136919"/>
                </a:lnTo>
                <a:lnTo>
                  <a:pt x="815487" y="137175"/>
                </a:lnTo>
                <a:lnTo>
                  <a:pt x="815677" y="137436"/>
                </a:lnTo>
                <a:lnTo>
                  <a:pt x="815858" y="137701"/>
                </a:lnTo>
                <a:lnTo>
                  <a:pt x="816031" y="137970"/>
                </a:lnTo>
                <a:lnTo>
                  <a:pt x="816196" y="138244"/>
                </a:lnTo>
                <a:lnTo>
                  <a:pt x="816353" y="138521"/>
                </a:lnTo>
                <a:lnTo>
                  <a:pt x="816502" y="138802"/>
                </a:lnTo>
                <a:lnTo>
                  <a:pt x="816642" y="139087"/>
                </a:lnTo>
                <a:lnTo>
                  <a:pt x="816775" y="139377"/>
                </a:lnTo>
                <a:lnTo>
                  <a:pt x="816900" y="139670"/>
                </a:lnTo>
                <a:lnTo>
                  <a:pt x="817017" y="139968"/>
                </a:lnTo>
                <a:lnTo>
                  <a:pt x="817125" y="140270"/>
                </a:lnTo>
                <a:lnTo>
                  <a:pt x="817226" y="140575"/>
                </a:lnTo>
                <a:lnTo>
                  <a:pt x="817319" y="140885"/>
                </a:lnTo>
                <a:lnTo>
                  <a:pt x="817403" y="141199"/>
                </a:lnTo>
                <a:lnTo>
                  <a:pt x="817479" y="141517"/>
                </a:lnTo>
                <a:lnTo>
                  <a:pt x="817548" y="141839"/>
                </a:lnTo>
                <a:lnTo>
                  <a:pt x="817608" y="142165"/>
                </a:lnTo>
                <a:lnTo>
                  <a:pt x="817661" y="142495"/>
                </a:lnTo>
                <a:lnTo>
                  <a:pt x="817705" y="142829"/>
                </a:lnTo>
                <a:lnTo>
                  <a:pt x="817741" y="143167"/>
                </a:lnTo>
                <a:lnTo>
                  <a:pt x="817769" y="143510"/>
                </a:lnTo>
                <a:lnTo>
                  <a:pt x="817789" y="143856"/>
                </a:lnTo>
                <a:lnTo>
                  <a:pt x="817801" y="144207"/>
                </a:lnTo>
                <a:lnTo>
                  <a:pt x="817805" y="144561"/>
                </a:lnTo>
                <a:lnTo>
                  <a:pt x="817794" y="145160"/>
                </a:lnTo>
                <a:lnTo>
                  <a:pt x="817758" y="145751"/>
                </a:lnTo>
                <a:lnTo>
                  <a:pt x="817698" y="146333"/>
                </a:lnTo>
                <a:lnTo>
                  <a:pt x="817615" y="146908"/>
                </a:lnTo>
                <a:lnTo>
                  <a:pt x="817508" y="147474"/>
                </a:lnTo>
                <a:lnTo>
                  <a:pt x="817377" y="148032"/>
                </a:lnTo>
                <a:lnTo>
                  <a:pt x="817222" y="148582"/>
                </a:lnTo>
                <a:lnTo>
                  <a:pt x="817044" y="149124"/>
                </a:lnTo>
                <a:lnTo>
                  <a:pt x="816841" y="149657"/>
                </a:lnTo>
                <a:lnTo>
                  <a:pt x="816615" y="150183"/>
                </a:lnTo>
                <a:lnTo>
                  <a:pt x="816365" y="150700"/>
                </a:lnTo>
                <a:lnTo>
                  <a:pt x="816092" y="151209"/>
                </a:lnTo>
                <a:lnTo>
                  <a:pt x="815794" y="151711"/>
                </a:lnTo>
                <a:lnTo>
                  <a:pt x="815473" y="152204"/>
                </a:lnTo>
                <a:lnTo>
                  <a:pt x="815127" y="152688"/>
                </a:lnTo>
                <a:lnTo>
                  <a:pt x="814758" y="153165"/>
                </a:lnTo>
                <a:lnTo>
                  <a:pt x="814366" y="153633"/>
                </a:lnTo>
                <a:lnTo>
                  <a:pt x="813949" y="154094"/>
                </a:lnTo>
                <a:lnTo>
                  <a:pt x="813509" y="154546"/>
                </a:lnTo>
                <a:lnTo>
                  <a:pt x="813045" y="154990"/>
                </a:lnTo>
                <a:lnTo>
                  <a:pt x="812557" y="155426"/>
                </a:lnTo>
                <a:lnTo>
                  <a:pt x="812045" y="155854"/>
                </a:lnTo>
                <a:lnTo>
                  <a:pt x="811509" y="156273"/>
                </a:lnTo>
                <a:lnTo>
                  <a:pt x="810950" y="156685"/>
                </a:lnTo>
                <a:lnTo>
                  <a:pt x="810361" y="157084"/>
                </a:lnTo>
                <a:lnTo>
                  <a:pt x="809738" y="157466"/>
                </a:lnTo>
                <a:lnTo>
                  <a:pt x="809081" y="157832"/>
                </a:lnTo>
                <a:lnTo>
                  <a:pt x="808389" y="158180"/>
                </a:lnTo>
                <a:lnTo>
                  <a:pt x="807663" y="158511"/>
                </a:lnTo>
                <a:lnTo>
                  <a:pt x="806902" y="158825"/>
                </a:lnTo>
                <a:lnTo>
                  <a:pt x="806107" y="159122"/>
                </a:lnTo>
                <a:lnTo>
                  <a:pt x="805278" y="159403"/>
                </a:lnTo>
                <a:lnTo>
                  <a:pt x="804414" y="159666"/>
                </a:lnTo>
                <a:lnTo>
                  <a:pt x="803516" y="159912"/>
                </a:lnTo>
                <a:lnTo>
                  <a:pt x="802583" y="160142"/>
                </a:lnTo>
                <a:lnTo>
                  <a:pt x="801616" y="160354"/>
                </a:lnTo>
                <a:lnTo>
                  <a:pt x="800614" y="160549"/>
                </a:lnTo>
                <a:lnTo>
                  <a:pt x="799578" y="160728"/>
                </a:lnTo>
                <a:lnTo>
                  <a:pt x="798508" y="160889"/>
                </a:lnTo>
                <a:lnTo>
                  <a:pt x="797403" y="161033"/>
                </a:lnTo>
                <a:lnTo>
                  <a:pt x="796264" y="161161"/>
                </a:lnTo>
                <a:lnTo>
                  <a:pt x="795090" y="161271"/>
                </a:lnTo>
                <a:lnTo>
                  <a:pt x="793882" y="161365"/>
                </a:lnTo>
                <a:lnTo>
                  <a:pt x="792639" y="161441"/>
                </a:lnTo>
                <a:lnTo>
                  <a:pt x="791362" y="161501"/>
                </a:lnTo>
                <a:lnTo>
                  <a:pt x="790051" y="161543"/>
                </a:lnTo>
                <a:lnTo>
                  <a:pt x="788705" y="161569"/>
                </a:lnTo>
                <a:lnTo>
                  <a:pt x="787325" y="161577"/>
                </a:lnTo>
                <a:lnTo>
                  <a:pt x="786139" y="161569"/>
                </a:lnTo>
                <a:lnTo>
                  <a:pt x="784981" y="161545"/>
                </a:lnTo>
                <a:lnTo>
                  <a:pt x="783852" y="161505"/>
                </a:lnTo>
                <a:lnTo>
                  <a:pt x="782752" y="161448"/>
                </a:lnTo>
                <a:lnTo>
                  <a:pt x="781679" y="161376"/>
                </a:lnTo>
                <a:close/>
                <a:moveTo>
                  <a:pt x="1059721" y="19061"/>
                </a:moveTo>
                <a:lnTo>
                  <a:pt x="1060079" y="19019"/>
                </a:lnTo>
                <a:lnTo>
                  <a:pt x="1060432" y="18967"/>
                </a:lnTo>
                <a:lnTo>
                  <a:pt x="1060778" y="18906"/>
                </a:lnTo>
                <a:lnTo>
                  <a:pt x="1061118" y="18835"/>
                </a:lnTo>
                <a:lnTo>
                  <a:pt x="1061452" y="18755"/>
                </a:lnTo>
                <a:lnTo>
                  <a:pt x="1061780" y="18666"/>
                </a:lnTo>
                <a:lnTo>
                  <a:pt x="1062102" y="18567"/>
                </a:lnTo>
                <a:lnTo>
                  <a:pt x="1062417" y="18459"/>
                </a:lnTo>
                <a:lnTo>
                  <a:pt x="1062726" y="18341"/>
                </a:lnTo>
                <a:lnTo>
                  <a:pt x="1063029" y="18214"/>
                </a:lnTo>
                <a:lnTo>
                  <a:pt x="1063326" y="18077"/>
                </a:lnTo>
                <a:lnTo>
                  <a:pt x="1063617" y="17931"/>
                </a:lnTo>
                <a:lnTo>
                  <a:pt x="1063902" y="17776"/>
                </a:lnTo>
                <a:lnTo>
                  <a:pt x="1064180" y="17611"/>
                </a:lnTo>
                <a:lnTo>
                  <a:pt x="1064453" y="17437"/>
                </a:lnTo>
                <a:lnTo>
                  <a:pt x="1064719" y="17253"/>
                </a:lnTo>
                <a:lnTo>
                  <a:pt x="1064979" y="17060"/>
                </a:lnTo>
                <a:lnTo>
                  <a:pt x="1065233" y="16857"/>
                </a:lnTo>
                <a:lnTo>
                  <a:pt x="1065480" y="16645"/>
                </a:lnTo>
                <a:lnTo>
                  <a:pt x="1065722" y="16424"/>
                </a:lnTo>
                <a:lnTo>
                  <a:pt x="1065955" y="16195"/>
                </a:lnTo>
                <a:lnTo>
                  <a:pt x="1066179" y="15962"/>
                </a:lnTo>
                <a:lnTo>
                  <a:pt x="1066392" y="15724"/>
                </a:lnTo>
                <a:lnTo>
                  <a:pt x="1066596" y="15480"/>
                </a:lnTo>
                <a:lnTo>
                  <a:pt x="1066789" y="15232"/>
                </a:lnTo>
                <a:lnTo>
                  <a:pt x="1066973" y="14978"/>
                </a:lnTo>
                <a:lnTo>
                  <a:pt x="1067147" y="14720"/>
                </a:lnTo>
                <a:lnTo>
                  <a:pt x="1067311" y="14457"/>
                </a:lnTo>
                <a:lnTo>
                  <a:pt x="1067465" y="14188"/>
                </a:lnTo>
                <a:lnTo>
                  <a:pt x="1067609" y="13915"/>
                </a:lnTo>
                <a:lnTo>
                  <a:pt x="1067743" y="13637"/>
                </a:lnTo>
                <a:lnTo>
                  <a:pt x="1067867" y="13354"/>
                </a:lnTo>
                <a:lnTo>
                  <a:pt x="1067981" y="13066"/>
                </a:lnTo>
                <a:lnTo>
                  <a:pt x="1068086" y="12773"/>
                </a:lnTo>
                <a:lnTo>
                  <a:pt x="1068180" y="12474"/>
                </a:lnTo>
                <a:lnTo>
                  <a:pt x="1068264" y="12171"/>
                </a:lnTo>
                <a:lnTo>
                  <a:pt x="1068339" y="11863"/>
                </a:lnTo>
                <a:lnTo>
                  <a:pt x="1068403" y="11550"/>
                </a:lnTo>
                <a:lnTo>
                  <a:pt x="1068458" y="11233"/>
                </a:lnTo>
                <a:lnTo>
                  <a:pt x="1068503" y="10910"/>
                </a:lnTo>
                <a:lnTo>
                  <a:pt x="1068538" y="10582"/>
                </a:lnTo>
                <a:lnTo>
                  <a:pt x="1068562" y="10249"/>
                </a:lnTo>
                <a:lnTo>
                  <a:pt x="1068577" y="9911"/>
                </a:lnTo>
                <a:lnTo>
                  <a:pt x="1068582" y="9568"/>
                </a:lnTo>
                <a:lnTo>
                  <a:pt x="1068577" y="9226"/>
                </a:lnTo>
                <a:lnTo>
                  <a:pt x="1068562" y="8888"/>
                </a:lnTo>
                <a:lnTo>
                  <a:pt x="1068538" y="8555"/>
                </a:lnTo>
                <a:lnTo>
                  <a:pt x="1068503" y="8227"/>
                </a:lnTo>
                <a:lnTo>
                  <a:pt x="1068458" y="7904"/>
                </a:lnTo>
                <a:lnTo>
                  <a:pt x="1068403" y="7586"/>
                </a:lnTo>
                <a:lnTo>
                  <a:pt x="1068339" y="7273"/>
                </a:lnTo>
                <a:lnTo>
                  <a:pt x="1068264" y="6965"/>
                </a:lnTo>
                <a:lnTo>
                  <a:pt x="1068180" y="6662"/>
                </a:lnTo>
                <a:lnTo>
                  <a:pt x="1068086" y="6364"/>
                </a:lnTo>
                <a:lnTo>
                  <a:pt x="1067981" y="6071"/>
                </a:lnTo>
                <a:lnTo>
                  <a:pt x="1067867" y="5783"/>
                </a:lnTo>
                <a:lnTo>
                  <a:pt x="1067743" y="5500"/>
                </a:lnTo>
                <a:lnTo>
                  <a:pt x="1067609" y="5222"/>
                </a:lnTo>
                <a:lnTo>
                  <a:pt x="1067465" y="4948"/>
                </a:lnTo>
                <a:lnTo>
                  <a:pt x="1067311" y="4680"/>
                </a:lnTo>
                <a:lnTo>
                  <a:pt x="1067147" y="4417"/>
                </a:lnTo>
                <a:lnTo>
                  <a:pt x="1066973" y="4158"/>
                </a:lnTo>
                <a:lnTo>
                  <a:pt x="1066789" y="3905"/>
                </a:lnTo>
                <a:lnTo>
                  <a:pt x="1066596" y="3657"/>
                </a:lnTo>
                <a:lnTo>
                  <a:pt x="1066392" y="3413"/>
                </a:lnTo>
                <a:lnTo>
                  <a:pt x="1066179" y="3175"/>
                </a:lnTo>
                <a:lnTo>
                  <a:pt x="1065955" y="2941"/>
                </a:lnTo>
                <a:lnTo>
                  <a:pt x="1065722" y="2713"/>
                </a:lnTo>
                <a:lnTo>
                  <a:pt x="1065480" y="2491"/>
                </a:lnTo>
                <a:lnTo>
                  <a:pt x="1065233" y="2279"/>
                </a:lnTo>
                <a:lnTo>
                  <a:pt x="1064979" y="2077"/>
                </a:lnTo>
                <a:lnTo>
                  <a:pt x="1064719" y="1884"/>
                </a:lnTo>
                <a:lnTo>
                  <a:pt x="1064453" y="1700"/>
                </a:lnTo>
                <a:lnTo>
                  <a:pt x="1064180" y="1526"/>
                </a:lnTo>
                <a:lnTo>
                  <a:pt x="1063902" y="1361"/>
                </a:lnTo>
                <a:lnTo>
                  <a:pt x="1063617" y="1206"/>
                </a:lnTo>
                <a:lnTo>
                  <a:pt x="1063326" y="1060"/>
                </a:lnTo>
                <a:lnTo>
                  <a:pt x="1063029" y="923"/>
                </a:lnTo>
                <a:lnTo>
                  <a:pt x="1062726" y="796"/>
                </a:lnTo>
                <a:lnTo>
                  <a:pt x="1062417" y="678"/>
                </a:lnTo>
                <a:lnTo>
                  <a:pt x="1062102" y="570"/>
                </a:lnTo>
                <a:lnTo>
                  <a:pt x="1061780" y="471"/>
                </a:lnTo>
                <a:lnTo>
                  <a:pt x="1061452" y="381"/>
                </a:lnTo>
                <a:lnTo>
                  <a:pt x="1061118" y="301"/>
                </a:lnTo>
                <a:lnTo>
                  <a:pt x="1060778" y="231"/>
                </a:lnTo>
                <a:lnTo>
                  <a:pt x="1060432" y="170"/>
                </a:lnTo>
                <a:lnTo>
                  <a:pt x="1060079" y="118"/>
                </a:lnTo>
                <a:lnTo>
                  <a:pt x="1059721" y="75"/>
                </a:lnTo>
                <a:lnTo>
                  <a:pt x="1059356" y="42"/>
                </a:lnTo>
                <a:lnTo>
                  <a:pt x="1058985" y="19"/>
                </a:lnTo>
                <a:lnTo>
                  <a:pt x="1058608" y="5"/>
                </a:lnTo>
                <a:lnTo>
                  <a:pt x="1058225" y="0"/>
                </a:lnTo>
                <a:lnTo>
                  <a:pt x="1057842" y="5"/>
                </a:lnTo>
                <a:lnTo>
                  <a:pt x="1057465" y="19"/>
                </a:lnTo>
                <a:lnTo>
                  <a:pt x="1057094" y="42"/>
                </a:lnTo>
                <a:lnTo>
                  <a:pt x="1056730" y="75"/>
                </a:lnTo>
                <a:lnTo>
                  <a:pt x="1056372" y="118"/>
                </a:lnTo>
                <a:lnTo>
                  <a:pt x="1056021" y="170"/>
                </a:lnTo>
                <a:lnTo>
                  <a:pt x="1055676" y="231"/>
                </a:lnTo>
                <a:lnTo>
                  <a:pt x="1055337" y="301"/>
                </a:lnTo>
                <a:lnTo>
                  <a:pt x="1055004" y="381"/>
                </a:lnTo>
                <a:lnTo>
                  <a:pt x="1054678" y="471"/>
                </a:lnTo>
                <a:lnTo>
                  <a:pt x="1054358" y="570"/>
                </a:lnTo>
                <a:lnTo>
                  <a:pt x="1054045" y="678"/>
                </a:lnTo>
                <a:lnTo>
                  <a:pt x="1053738" y="796"/>
                </a:lnTo>
                <a:lnTo>
                  <a:pt x="1053437" y="923"/>
                </a:lnTo>
                <a:lnTo>
                  <a:pt x="1053142" y="1060"/>
                </a:lnTo>
                <a:lnTo>
                  <a:pt x="1052854" y="1206"/>
                </a:lnTo>
                <a:lnTo>
                  <a:pt x="1052572" y="1361"/>
                </a:lnTo>
                <a:lnTo>
                  <a:pt x="1052297" y="1526"/>
                </a:lnTo>
                <a:lnTo>
                  <a:pt x="1052028" y="1700"/>
                </a:lnTo>
                <a:lnTo>
                  <a:pt x="1051765" y="1884"/>
                </a:lnTo>
                <a:lnTo>
                  <a:pt x="1051509" y="2077"/>
                </a:lnTo>
                <a:lnTo>
                  <a:pt x="1051258" y="2279"/>
                </a:lnTo>
                <a:lnTo>
                  <a:pt x="1051015" y="2491"/>
                </a:lnTo>
                <a:lnTo>
                  <a:pt x="1050777" y="2713"/>
                </a:lnTo>
                <a:lnTo>
                  <a:pt x="1050548" y="2941"/>
                </a:lnTo>
                <a:lnTo>
                  <a:pt x="1050328" y="3175"/>
                </a:lnTo>
                <a:lnTo>
                  <a:pt x="1050118" y="3413"/>
                </a:lnTo>
                <a:lnTo>
                  <a:pt x="1049918" y="3657"/>
                </a:lnTo>
                <a:lnTo>
                  <a:pt x="1049728" y="3905"/>
                </a:lnTo>
                <a:lnTo>
                  <a:pt x="1049547" y="4158"/>
                </a:lnTo>
                <a:lnTo>
                  <a:pt x="1049376" y="4417"/>
                </a:lnTo>
                <a:lnTo>
                  <a:pt x="1049215" y="4680"/>
                </a:lnTo>
                <a:lnTo>
                  <a:pt x="1049064" y="4948"/>
                </a:lnTo>
                <a:lnTo>
                  <a:pt x="1048923" y="5222"/>
                </a:lnTo>
                <a:lnTo>
                  <a:pt x="1048791" y="5500"/>
                </a:lnTo>
                <a:lnTo>
                  <a:pt x="1048669" y="5783"/>
                </a:lnTo>
                <a:lnTo>
                  <a:pt x="1048556" y="6071"/>
                </a:lnTo>
                <a:lnTo>
                  <a:pt x="1048454" y="6364"/>
                </a:lnTo>
                <a:lnTo>
                  <a:pt x="1048361" y="6662"/>
                </a:lnTo>
                <a:lnTo>
                  <a:pt x="1048278" y="6965"/>
                </a:lnTo>
                <a:lnTo>
                  <a:pt x="1048205" y="7273"/>
                </a:lnTo>
                <a:lnTo>
                  <a:pt x="1048142" y="7586"/>
                </a:lnTo>
                <a:lnTo>
                  <a:pt x="1048088" y="7904"/>
                </a:lnTo>
                <a:lnTo>
                  <a:pt x="1048044" y="8227"/>
                </a:lnTo>
                <a:lnTo>
                  <a:pt x="1048010" y="8555"/>
                </a:lnTo>
                <a:lnTo>
                  <a:pt x="1047985" y="8888"/>
                </a:lnTo>
                <a:lnTo>
                  <a:pt x="1047971" y="9226"/>
                </a:lnTo>
                <a:lnTo>
                  <a:pt x="1047966" y="9568"/>
                </a:lnTo>
                <a:lnTo>
                  <a:pt x="1047971" y="9911"/>
                </a:lnTo>
                <a:lnTo>
                  <a:pt x="1047985" y="10249"/>
                </a:lnTo>
                <a:lnTo>
                  <a:pt x="1048010" y="10582"/>
                </a:lnTo>
                <a:lnTo>
                  <a:pt x="1048044" y="10910"/>
                </a:lnTo>
                <a:lnTo>
                  <a:pt x="1048088" y="11233"/>
                </a:lnTo>
                <a:lnTo>
                  <a:pt x="1048142" y="11550"/>
                </a:lnTo>
                <a:lnTo>
                  <a:pt x="1048205" y="11863"/>
                </a:lnTo>
                <a:lnTo>
                  <a:pt x="1048278" y="12171"/>
                </a:lnTo>
                <a:lnTo>
                  <a:pt x="1048361" y="12474"/>
                </a:lnTo>
                <a:lnTo>
                  <a:pt x="1048454" y="12773"/>
                </a:lnTo>
                <a:lnTo>
                  <a:pt x="1048556" y="13066"/>
                </a:lnTo>
                <a:lnTo>
                  <a:pt x="1048669" y="13354"/>
                </a:lnTo>
                <a:lnTo>
                  <a:pt x="1048791" y="13637"/>
                </a:lnTo>
                <a:lnTo>
                  <a:pt x="1048923" y="13915"/>
                </a:lnTo>
                <a:lnTo>
                  <a:pt x="1049064" y="14188"/>
                </a:lnTo>
                <a:lnTo>
                  <a:pt x="1049215" y="14457"/>
                </a:lnTo>
                <a:lnTo>
                  <a:pt x="1049376" y="14720"/>
                </a:lnTo>
                <a:lnTo>
                  <a:pt x="1049547" y="14978"/>
                </a:lnTo>
                <a:lnTo>
                  <a:pt x="1049728" y="15232"/>
                </a:lnTo>
                <a:lnTo>
                  <a:pt x="1049918" y="15480"/>
                </a:lnTo>
                <a:lnTo>
                  <a:pt x="1050118" y="15724"/>
                </a:lnTo>
                <a:lnTo>
                  <a:pt x="1050328" y="15962"/>
                </a:lnTo>
                <a:lnTo>
                  <a:pt x="1050548" y="16195"/>
                </a:lnTo>
                <a:lnTo>
                  <a:pt x="1050777" y="16424"/>
                </a:lnTo>
                <a:lnTo>
                  <a:pt x="1051015" y="16645"/>
                </a:lnTo>
                <a:lnTo>
                  <a:pt x="1051258" y="16857"/>
                </a:lnTo>
                <a:lnTo>
                  <a:pt x="1051509" y="17060"/>
                </a:lnTo>
                <a:lnTo>
                  <a:pt x="1051765" y="17253"/>
                </a:lnTo>
                <a:lnTo>
                  <a:pt x="1052028" y="17437"/>
                </a:lnTo>
                <a:lnTo>
                  <a:pt x="1052297" y="17611"/>
                </a:lnTo>
                <a:lnTo>
                  <a:pt x="1052572" y="17776"/>
                </a:lnTo>
                <a:lnTo>
                  <a:pt x="1052854" y="17931"/>
                </a:lnTo>
                <a:lnTo>
                  <a:pt x="1053142" y="18077"/>
                </a:lnTo>
                <a:lnTo>
                  <a:pt x="1053437" y="18214"/>
                </a:lnTo>
                <a:lnTo>
                  <a:pt x="1053738" y="18341"/>
                </a:lnTo>
                <a:lnTo>
                  <a:pt x="1054045" y="18459"/>
                </a:lnTo>
                <a:lnTo>
                  <a:pt x="1054358" y="18567"/>
                </a:lnTo>
                <a:lnTo>
                  <a:pt x="1054678" y="18666"/>
                </a:lnTo>
                <a:lnTo>
                  <a:pt x="1055004" y="18755"/>
                </a:lnTo>
                <a:lnTo>
                  <a:pt x="1055337" y="18835"/>
                </a:lnTo>
                <a:lnTo>
                  <a:pt x="1055676" y="18906"/>
                </a:lnTo>
                <a:lnTo>
                  <a:pt x="1056021" y="18967"/>
                </a:lnTo>
                <a:lnTo>
                  <a:pt x="1056372" y="19019"/>
                </a:lnTo>
                <a:lnTo>
                  <a:pt x="1056730" y="19061"/>
                </a:lnTo>
                <a:lnTo>
                  <a:pt x="1057094" y="19094"/>
                </a:lnTo>
                <a:lnTo>
                  <a:pt x="1057465" y="19118"/>
                </a:lnTo>
                <a:lnTo>
                  <a:pt x="1057842" y="19132"/>
                </a:lnTo>
                <a:lnTo>
                  <a:pt x="1058225" y="19137"/>
                </a:lnTo>
                <a:lnTo>
                  <a:pt x="1058608" y="19132"/>
                </a:lnTo>
                <a:lnTo>
                  <a:pt x="1058985" y="19118"/>
                </a:lnTo>
                <a:lnTo>
                  <a:pt x="1059356" y="19094"/>
                </a:lnTo>
                <a:lnTo>
                  <a:pt x="1059721" y="19061"/>
                </a:lnTo>
                <a:close/>
                <a:moveTo>
                  <a:pt x="1006938" y="37287"/>
                </a:moveTo>
                <a:lnTo>
                  <a:pt x="1006938" y="32623"/>
                </a:lnTo>
                <a:lnTo>
                  <a:pt x="1006942" y="31975"/>
                </a:lnTo>
                <a:lnTo>
                  <a:pt x="1006954" y="31339"/>
                </a:lnTo>
                <a:lnTo>
                  <a:pt x="1006974" y="30717"/>
                </a:lnTo>
                <a:lnTo>
                  <a:pt x="1007002" y="30107"/>
                </a:lnTo>
                <a:lnTo>
                  <a:pt x="1007038" y="29510"/>
                </a:lnTo>
                <a:lnTo>
                  <a:pt x="1007083" y="28926"/>
                </a:lnTo>
                <a:lnTo>
                  <a:pt x="1007135" y="28355"/>
                </a:lnTo>
                <a:lnTo>
                  <a:pt x="1007195" y="27797"/>
                </a:lnTo>
                <a:lnTo>
                  <a:pt x="1007264" y="27252"/>
                </a:lnTo>
                <a:lnTo>
                  <a:pt x="1007340" y="26719"/>
                </a:lnTo>
                <a:lnTo>
                  <a:pt x="1007425" y="26200"/>
                </a:lnTo>
                <a:lnTo>
                  <a:pt x="1007517" y="25693"/>
                </a:lnTo>
                <a:lnTo>
                  <a:pt x="1007618" y="25200"/>
                </a:lnTo>
                <a:lnTo>
                  <a:pt x="1007727" y="24719"/>
                </a:lnTo>
                <a:lnTo>
                  <a:pt x="1007843" y="24251"/>
                </a:lnTo>
                <a:lnTo>
                  <a:pt x="1007968" y="23796"/>
                </a:lnTo>
                <a:lnTo>
                  <a:pt x="1008101" y="23354"/>
                </a:lnTo>
                <a:lnTo>
                  <a:pt x="1008242" y="22924"/>
                </a:lnTo>
                <a:lnTo>
                  <a:pt x="1008391" y="22508"/>
                </a:lnTo>
                <a:lnTo>
                  <a:pt x="1008548" y="22105"/>
                </a:lnTo>
                <a:lnTo>
                  <a:pt x="1008713" y="21714"/>
                </a:lnTo>
                <a:lnTo>
                  <a:pt x="1008886" y="21336"/>
                </a:lnTo>
                <a:lnTo>
                  <a:pt x="1009067" y="20971"/>
                </a:lnTo>
                <a:lnTo>
                  <a:pt x="1009256" y="20619"/>
                </a:lnTo>
                <a:lnTo>
                  <a:pt x="1009460" y="20281"/>
                </a:lnTo>
                <a:lnTo>
                  <a:pt x="1009687" y="19957"/>
                </a:lnTo>
                <a:lnTo>
                  <a:pt x="1009936" y="19648"/>
                </a:lnTo>
                <a:lnTo>
                  <a:pt x="1010208" y="19353"/>
                </a:lnTo>
                <a:lnTo>
                  <a:pt x="1010502" y="19072"/>
                </a:lnTo>
                <a:lnTo>
                  <a:pt x="1010819" y="18806"/>
                </a:lnTo>
                <a:lnTo>
                  <a:pt x="1011158" y="18554"/>
                </a:lnTo>
                <a:lnTo>
                  <a:pt x="1011519" y="18316"/>
                </a:lnTo>
                <a:lnTo>
                  <a:pt x="1011903" y="18093"/>
                </a:lnTo>
                <a:lnTo>
                  <a:pt x="1012309" y="17884"/>
                </a:lnTo>
                <a:lnTo>
                  <a:pt x="1012738" y="17690"/>
                </a:lnTo>
                <a:lnTo>
                  <a:pt x="1013189" y="17510"/>
                </a:lnTo>
                <a:lnTo>
                  <a:pt x="1013663" y="17344"/>
                </a:lnTo>
                <a:lnTo>
                  <a:pt x="1014159" y="17193"/>
                </a:lnTo>
                <a:lnTo>
                  <a:pt x="1014677" y="17056"/>
                </a:lnTo>
                <a:lnTo>
                  <a:pt x="1015218" y="16934"/>
                </a:lnTo>
                <a:lnTo>
                  <a:pt x="1015782" y="16826"/>
                </a:lnTo>
                <a:lnTo>
                  <a:pt x="1016367" y="16732"/>
                </a:lnTo>
                <a:lnTo>
                  <a:pt x="1016976" y="16653"/>
                </a:lnTo>
                <a:lnTo>
                  <a:pt x="1017606" y="16589"/>
                </a:lnTo>
                <a:lnTo>
                  <a:pt x="1018259" y="16538"/>
                </a:lnTo>
                <a:lnTo>
                  <a:pt x="1018935" y="16502"/>
                </a:lnTo>
                <a:lnTo>
                  <a:pt x="1019633" y="16481"/>
                </a:lnTo>
                <a:lnTo>
                  <a:pt x="1020353" y="16473"/>
                </a:lnTo>
                <a:lnTo>
                  <a:pt x="1029231" y="16473"/>
                </a:lnTo>
                <a:lnTo>
                  <a:pt x="1029231" y="3551"/>
                </a:lnTo>
                <a:lnTo>
                  <a:pt x="1019268" y="3551"/>
                </a:lnTo>
                <a:lnTo>
                  <a:pt x="1018534" y="3555"/>
                </a:lnTo>
                <a:lnTo>
                  <a:pt x="1017811" y="3565"/>
                </a:lnTo>
                <a:lnTo>
                  <a:pt x="1017100" y="3582"/>
                </a:lnTo>
                <a:lnTo>
                  <a:pt x="1016401" y="3605"/>
                </a:lnTo>
                <a:lnTo>
                  <a:pt x="1015712" y="3636"/>
                </a:lnTo>
                <a:lnTo>
                  <a:pt x="1015036" y="3673"/>
                </a:lnTo>
                <a:lnTo>
                  <a:pt x="1014370" y="3717"/>
                </a:lnTo>
                <a:lnTo>
                  <a:pt x="1013717" y="3768"/>
                </a:lnTo>
                <a:lnTo>
                  <a:pt x="1013074" y="3826"/>
                </a:lnTo>
                <a:lnTo>
                  <a:pt x="1012444" y="3890"/>
                </a:lnTo>
                <a:lnTo>
                  <a:pt x="1011824" y="3961"/>
                </a:lnTo>
                <a:lnTo>
                  <a:pt x="1011216" y="4039"/>
                </a:lnTo>
                <a:lnTo>
                  <a:pt x="1010620" y="4124"/>
                </a:lnTo>
                <a:lnTo>
                  <a:pt x="1010035" y="4215"/>
                </a:lnTo>
                <a:lnTo>
                  <a:pt x="1009462" y="4313"/>
                </a:lnTo>
                <a:lnTo>
                  <a:pt x="1008900" y="4418"/>
                </a:lnTo>
                <a:lnTo>
                  <a:pt x="1008349" y="4530"/>
                </a:lnTo>
                <a:lnTo>
                  <a:pt x="1007810" y="4649"/>
                </a:lnTo>
                <a:lnTo>
                  <a:pt x="1007283" y="4774"/>
                </a:lnTo>
                <a:lnTo>
                  <a:pt x="1006766" y="4906"/>
                </a:lnTo>
                <a:lnTo>
                  <a:pt x="1006262" y="5045"/>
                </a:lnTo>
                <a:lnTo>
                  <a:pt x="1005769" y="5191"/>
                </a:lnTo>
                <a:lnTo>
                  <a:pt x="1005287" y="5343"/>
                </a:lnTo>
                <a:lnTo>
                  <a:pt x="1004817" y="5502"/>
                </a:lnTo>
                <a:lnTo>
                  <a:pt x="1004357" y="5668"/>
                </a:lnTo>
                <a:lnTo>
                  <a:pt x="1003905" y="5839"/>
                </a:lnTo>
                <a:lnTo>
                  <a:pt x="1003462" y="6016"/>
                </a:lnTo>
                <a:lnTo>
                  <a:pt x="1003028" y="6200"/>
                </a:lnTo>
                <a:lnTo>
                  <a:pt x="1002602" y="6389"/>
                </a:lnTo>
                <a:lnTo>
                  <a:pt x="1002184" y="6584"/>
                </a:lnTo>
                <a:lnTo>
                  <a:pt x="1001776" y="6786"/>
                </a:lnTo>
                <a:lnTo>
                  <a:pt x="1001375" y="6993"/>
                </a:lnTo>
                <a:lnTo>
                  <a:pt x="1000984" y="7206"/>
                </a:lnTo>
                <a:lnTo>
                  <a:pt x="1000601" y="7426"/>
                </a:lnTo>
                <a:lnTo>
                  <a:pt x="1000226" y="7651"/>
                </a:lnTo>
                <a:lnTo>
                  <a:pt x="999860" y="7882"/>
                </a:lnTo>
                <a:lnTo>
                  <a:pt x="999503" y="8119"/>
                </a:lnTo>
                <a:lnTo>
                  <a:pt x="999154" y="8363"/>
                </a:lnTo>
                <a:lnTo>
                  <a:pt x="998814" y="8612"/>
                </a:lnTo>
                <a:lnTo>
                  <a:pt x="998482" y="8867"/>
                </a:lnTo>
                <a:lnTo>
                  <a:pt x="998159" y="9128"/>
                </a:lnTo>
                <a:lnTo>
                  <a:pt x="997844" y="9396"/>
                </a:lnTo>
                <a:lnTo>
                  <a:pt x="997538" y="9669"/>
                </a:lnTo>
                <a:lnTo>
                  <a:pt x="997241" y="9948"/>
                </a:lnTo>
                <a:lnTo>
                  <a:pt x="996952" y="10233"/>
                </a:lnTo>
                <a:lnTo>
                  <a:pt x="996671" y="10525"/>
                </a:lnTo>
                <a:lnTo>
                  <a:pt x="996400" y="10822"/>
                </a:lnTo>
                <a:lnTo>
                  <a:pt x="996136" y="11125"/>
                </a:lnTo>
                <a:lnTo>
                  <a:pt x="995881" y="11434"/>
                </a:lnTo>
                <a:lnTo>
                  <a:pt x="995631" y="11749"/>
                </a:lnTo>
                <a:lnTo>
                  <a:pt x="995389" y="12069"/>
                </a:lnTo>
                <a:lnTo>
                  <a:pt x="995153" y="12396"/>
                </a:lnTo>
                <a:lnTo>
                  <a:pt x="994923" y="12728"/>
                </a:lnTo>
                <a:lnTo>
                  <a:pt x="994700" y="13066"/>
                </a:lnTo>
                <a:lnTo>
                  <a:pt x="994483" y="13410"/>
                </a:lnTo>
                <a:lnTo>
                  <a:pt x="994273" y="13759"/>
                </a:lnTo>
                <a:lnTo>
                  <a:pt x="994069" y="14115"/>
                </a:lnTo>
                <a:lnTo>
                  <a:pt x="993872" y="14476"/>
                </a:lnTo>
                <a:lnTo>
                  <a:pt x="993682" y="14843"/>
                </a:lnTo>
                <a:lnTo>
                  <a:pt x="993498" y="15216"/>
                </a:lnTo>
                <a:lnTo>
                  <a:pt x="993320" y="15595"/>
                </a:lnTo>
                <a:lnTo>
                  <a:pt x="993149" y="15980"/>
                </a:lnTo>
                <a:lnTo>
                  <a:pt x="992984" y="16371"/>
                </a:lnTo>
                <a:lnTo>
                  <a:pt x="992826" y="16767"/>
                </a:lnTo>
                <a:lnTo>
                  <a:pt x="992675" y="17169"/>
                </a:lnTo>
                <a:lnTo>
                  <a:pt x="992530" y="17577"/>
                </a:lnTo>
                <a:lnTo>
                  <a:pt x="992391" y="17991"/>
                </a:lnTo>
                <a:lnTo>
                  <a:pt x="992259" y="18411"/>
                </a:lnTo>
                <a:lnTo>
                  <a:pt x="992134" y="18836"/>
                </a:lnTo>
                <a:lnTo>
                  <a:pt x="992015" y="19268"/>
                </a:lnTo>
                <a:lnTo>
                  <a:pt x="991902" y="19705"/>
                </a:lnTo>
                <a:lnTo>
                  <a:pt x="991796" y="20148"/>
                </a:lnTo>
                <a:lnTo>
                  <a:pt x="991695" y="20596"/>
                </a:lnTo>
                <a:lnTo>
                  <a:pt x="991599" y="21049"/>
                </a:lnTo>
                <a:lnTo>
                  <a:pt x="991507" y="21506"/>
                </a:lnTo>
                <a:lnTo>
                  <a:pt x="991419" y="21969"/>
                </a:lnTo>
                <a:lnTo>
                  <a:pt x="991336" y="22436"/>
                </a:lnTo>
                <a:lnTo>
                  <a:pt x="991257" y="22907"/>
                </a:lnTo>
                <a:lnTo>
                  <a:pt x="991182" y="23384"/>
                </a:lnTo>
                <a:lnTo>
                  <a:pt x="991111" y="23865"/>
                </a:lnTo>
                <a:lnTo>
                  <a:pt x="991045" y="24351"/>
                </a:lnTo>
                <a:lnTo>
                  <a:pt x="990983" y="24842"/>
                </a:lnTo>
                <a:lnTo>
                  <a:pt x="990925" y="25337"/>
                </a:lnTo>
                <a:lnTo>
                  <a:pt x="990871" y="25837"/>
                </a:lnTo>
                <a:lnTo>
                  <a:pt x="990822" y="26342"/>
                </a:lnTo>
                <a:lnTo>
                  <a:pt x="990777" y="26852"/>
                </a:lnTo>
                <a:lnTo>
                  <a:pt x="990736" y="27367"/>
                </a:lnTo>
                <a:lnTo>
                  <a:pt x="990700" y="27886"/>
                </a:lnTo>
                <a:lnTo>
                  <a:pt x="990668" y="28410"/>
                </a:lnTo>
                <a:lnTo>
                  <a:pt x="990640" y="28938"/>
                </a:lnTo>
                <a:lnTo>
                  <a:pt x="990617" y="29472"/>
                </a:lnTo>
                <a:lnTo>
                  <a:pt x="990597" y="30010"/>
                </a:lnTo>
                <a:lnTo>
                  <a:pt x="990582" y="30553"/>
                </a:lnTo>
                <a:lnTo>
                  <a:pt x="990572" y="31100"/>
                </a:lnTo>
                <a:lnTo>
                  <a:pt x="990565" y="31653"/>
                </a:lnTo>
                <a:lnTo>
                  <a:pt x="990563" y="32210"/>
                </a:lnTo>
                <a:lnTo>
                  <a:pt x="990563" y="37287"/>
                </a:lnTo>
                <a:lnTo>
                  <a:pt x="974484" y="37287"/>
                </a:lnTo>
                <a:lnTo>
                  <a:pt x="974484" y="50604"/>
                </a:lnTo>
                <a:lnTo>
                  <a:pt x="990563" y="50604"/>
                </a:lnTo>
                <a:lnTo>
                  <a:pt x="990563" y="136324"/>
                </a:lnTo>
                <a:lnTo>
                  <a:pt x="1006938" y="136324"/>
                </a:lnTo>
                <a:lnTo>
                  <a:pt x="1006938" y="50604"/>
                </a:lnTo>
                <a:lnTo>
                  <a:pt x="1029330" y="50604"/>
                </a:lnTo>
                <a:lnTo>
                  <a:pt x="1029330" y="37287"/>
                </a:lnTo>
                <a:lnTo>
                  <a:pt x="1006938" y="37287"/>
                </a:lnTo>
                <a:close/>
                <a:moveTo>
                  <a:pt x="1440789" y="136324"/>
                </a:moveTo>
                <a:lnTo>
                  <a:pt x="1440789" y="3551"/>
                </a:lnTo>
                <a:lnTo>
                  <a:pt x="1423033" y="3551"/>
                </a:lnTo>
                <a:lnTo>
                  <a:pt x="1423033" y="136324"/>
                </a:lnTo>
                <a:lnTo>
                  <a:pt x="1440789" y="136324"/>
                </a:lnTo>
                <a:close/>
                <a:moveTo>
                  <a:pt x="1289642" y="122973"/>
                </a:moveTo>
                <a:lnTo>
                  <a:pt x="1288967" y="122930"/>
                </a:lnTo>
                <a:lnTo>
                  <a:pt x="1288314" y="122869"/>
                </a:lnTo>
                <a:lnTo>
                  <a:pt x="1287683" y="122791"/>
                </a:lnTo>
                <a:lnTo>
                  <a:pt x="1287075" y="122696"/>
                </a:lnTo>
                <a:lnTo>
                  <a:pt x="1286489" y="122583"/>
                </a:lnTo>
                <a:lnTo>
                  <a:pt x="1285926" y="122453"/>
                </a:lnTo>
                <a:lnTo>
                  <a:pt x="1285385" y="122306"/>
                </a:lnTo>
                <a:lnTo>
                  <a:pt x="1284866" y="122142"/>
                </a:lnTo>
                <a:lnTo>
                  <a:pt x="1284370" y="121960"/>
                </a:lnTo>
                <a:lnTo>
                  <a:pt x="1283897" y="121761"/>
                </a:lnTo>
                <a:lnTo>
                  <a:pt x="1283446" y="121544"/>
                </a:lnTo>
                <a:lnTo>
                  <a:pt x="1283017" y="121310"/>
                </a:lnTo>
                <a:lnTo>
                  <a:pt x="1282611" y="121059"/>
                </a:lnTo>
                <a:lnTo>
                  <a:pt x="1282227" y="120791"/>
                </a:lnTo>
                <a:lnTo>
                  <a:pt x="1281865" y="120505"/>
                </a:lnTo>
                <a:lnTo>
                  <a:pt x="1281526" y="120202"/>
                </a:lnTo>
                <a:lnTo>
                  <a:pt x="1281210" y="119882"/>
                </a:lnTo>
                <a:lnTo>
                  <a:pt x="1280916" y="119544"/>
                </a:lnTo>
                <a:lnTo>
                  <a:pt x="1280644" y="119189"/>
                </a:lnTo>
                <a:lnTo>
                  <a:pt x="1280395" y="118817"/>
                </a:lnTo>
                <a:lnTo>
                  <a:pt x="1280168" y="118427"/>
                </a:lnTo>
                <a:lnTo>
                  <a:pt x="1279963" y="118020"/>
                </a:lnTo>
                <a:lnTo>
                  <a:pt x="1279774" y="117597"/>
                </a:lnTo>
                <a:lnTo>
                  <a:pt x="1279593" y="117158"/>
                </a:lnTo>
                <a:lnTo>
                  <a:pt x="1279420" y="116705"/>
                </a:lnTo>
                <a:lnTo>
                  <a:pt x="1279255" y="116236"/>
                </a:lnTo>
                <a:lnTo>
                  <a:pt x="1279098" y="115752"/>
                </a:lnTo>
                <a:lnTo>
                  <a:pt x="1278949" y="115253"/>
                </a:lnTo>
                <a:lnTo>
                  <a:pt x="1278808" y="114739"/>
                </a:lnTo>
                <a:lnTo>
                  <a:pt x="1278676" y="114209"/>
                </a:lnTo>
                <a:lnTo>
                  <a:pt x="1278551" y="113665"/>
                </a:lnTo>
                <a:lnTo>
                  <a:pt x="1278434" y="113105"/>
                </a:lnTo>
                <a:lnTo>
                  <a:pt x="1278325" y="112530"/>
                </a:lnTo>
                <a:lnTo>
                  <a:pt x="1278225" y="111940"/>
                </a:lnTo>
                <a:lnTo>
                  <a:pt x="1278132" y="111334"/>
                </a:lnTo>
                <a:lnTo>
                  <a:pt x="1278048" y="110714"/>
                </a:lnTo>
                <a:lnTo>
                  <a:pt x="1277971" y="110078"/>
                </a:lnTo>
                <a:lnTo>
                  <a:pt x="1277903" y="109427"/>
                </a:lnTo>
                <a:lnTo>
                  <a:pt x="1277842" y="108761"/>
                </a:lnTo>
                <a:lnTo>
                  <a:pt x="1277790" y="108080"/>
                </a:lnTo>
                <a:lnTo>
                  <a:pt x="1277746" y="107383"/>
                </a:lnTo>
                <a:lnTo>
                  <a:pt x="1277710" y="106672"/>
                </a:lnTo>
                <a:lnTo>
                  <a:pt x="1277681" y="105945"/>
                </a:lnTo>
                <a:lnTo>
                  <a:pt x="1277661" y="105203"/>
                </a:lnTo>
                <a:lnTo>
                  <a:pt x="1277649" y="104446"/>
                </a:lnTo>
                <a:lnTo>
                  <a:pt x="1277645" y="103674"/>
                </a:lnTo>
                <a:lnTo>
                  <a:pt x="1277645" y="50604"/>
                </a:lnTo>
                <a:lnTo>
                  <a:pt x="1301320" y="50604"/>
                </a:lnTo>
                <a:lnTo>
                  <a:pt x="1301320" y="37287"/>
                </a:lnTo>
                <a:lnTo>
                  <a:pt x="1277645" y="37287"/>
                </a:lnTo>
                <a:lnTo>
                  <a:pt x="1277645" y="15290"/>
                </a:lnTo>
                <a:lnTo>
                  <a:pt x="1261271" y="15290"/>
                </a:lnTo>
                <a:lnTo>
                  <a:pt x="1261271" y="37287"/>
                </a:lnTo>
                <a:lnTo>
                  <a:pt x="1245192" y="37287"/>
                </a:lnTo>
                <a:lnTo>
                  <a:pt x="1245192" y="50604"/>
                </a:lnTo>
                <a:lnTo>
                  <a:pt x="1261271" y="50604"/>
                </a:lnTo>
                <a:lnTo>
                  <a:pt x="1261271" y="104142"/>
                </a:lnTo>
                <a:lnTo>
                  <a:pt x="1261275" y="104980"/>
                </a:lnTo>
                <a:lnTo>
                  <a:pt x="1261287" y="105808"/>
                </a:lnTo>
                <a:lnTo>
                  <a:pt x="1261307" y="106625"/>
                </a:lnTo>
                <a:lnTo>
                  <a:pt x="1261335" y="107433"/>
                </a:lnTo>
                <a:lnTo>
                  <a:pt x="1261371" y="108230"/>
                </a:lnTo>
                <a:lnTo>
                  <a:pt x="1261415" y="109017"/>
                </a:lnTo>
                <a:lnTo>
                  <a:pt x="1261468" y="109794"/>
                </a:lnTo>
                <a:lnTo>
                  <a:pt x="1261528" y="110562"/>
                </a:lnTo>
                <a:lnTo>
                  <a:pt x="1261597" y="111318"/>
                </a:lnTo>
                <a:lnTo>
                  <a:pt x="1261673" y="112065"/>
                </a:lnTo>
                <a:lnTo>
                  <a:pt x="1261757" y="112802"/>
                </a:lnTo>
                <a:lnTo>
                  <a:pt x="1261850" y="113529"/>
                </a:lnTo>
                <a:lnTo>
                  <a:pt x="1261951" y="114245"/>
                </a:lnTo>
                <a:lnTo>
                  <a:pt x="1262059" y="114952"/>
                </a:lnTo>
                <a:lnTo>
                  <a:pt x="1262176" y="115648"/>
                </a:lnTo>
                <a:lnTo>
                  <a:pt x="1262301" y="116334"/>
                </a:lnTo>
                <a:lnTo>
                  <a:pt x="1262434" y="117010"/>
                </a:lnTo>
                <a:lnTo>
                  <a:pt x="1262574" y="117676"/>
                </a:lnTo>
                <a:lnTo>
                  <a:pt x="1262723" y="118332"/>
                </a:lnTo>
                <a:lnTo>
                  <a:pt x="1262880" y="118978"/>
                </a:lnTo>
                <a:lnTo>
                  <a:pt x="1263045" y="119614"/>
                </a:lnTo>
                <a:lnTo>
                  <a:pt x="1263218" y="120239"/>
                </a:lnTo>
                <a:lnTo>
                  <a:pt x="1263399" y="120855"/>
                </a:lnTo>
                <a:lnTo>
                  <a:pt x="1263589" y="121460"/>
                </a:lnTo>
                <a:lnTo>
                  <a:pt x="1263789" y="122054"/>
                </a:lnTo>
                <a:lnTo>
                  <a:pt x="1264002" y="122637"/>
                </a:lnTo>
                <a:lnTo>
                  <a:pt x="1264229" y="123208"/>
                </a:lnTo>
                <a:lnTo>
                  <a:pt x="1264470" y="123767"/>
                </a:lnTo>
                <a:lnTo>
                  <a:pt x="1264724" y="124314"/>
                </a:lnTo>
                <a:lnTo>
                  <a:pt x="1264991" y="124850"/>
                </a:lnTo>
                <a:lnTo>
                  <a:pt x="1265272" y="125374"/>
                </a:lnTo>
                <a:lnTo>
                  <a:pt x="1265567" y="125886"/>
                </a:lnTo>
                <a:lnTo>
                  <a:pt x="1265875" y="126387"/>
                </a:lnTo>
                <a:lnTo>
                  <a:pt x="1266197" y="126876"/>
                </a:lnTo>
                <a:lnTo>
                  <a:pt x="1266532" y="127353"/>
                </a:lnTo>
                <a:lnTo>
                  <a:pt x="1266881" y="127819"/>
                </a:lnTo>
                <a:lnTo>
                  <a:pt x="1267243" y="128273"/>
                </a:lnTo>
                <a:lnTo>
                  <a:pt x="1267619" y="128715"/>
                </a:lnTo>
                <a:lnTo>
                  <a:pt x="1268008" y="129145"/>
                </a:lnTo>
                <a:lnTo>
                  <a:pt x="1268411" y="129564"/>
                </a:lnTo>
                <a:lnTo>
                  <a:pt x="1268828" y="129971"/>
                </a:lnTo>
                <a:lnTo>
                  <a:pt x="1269258" y="130366"/>
                </a:lnTo>
                <a:lnTo>
                  <a:pt x="1269701" y="130750"/>
                </a:lnTo>
                <a:lnTo>
                  <a:pt x="1270158" y="131122"/>
                </a:lnTo>
                <a:lnTo>
                  <a:pt x="1270628" y="131482"/>
                </a:lnTo>
                <a:lnTo>
                  <a:pt x="1271113" y="131831"/>
                </a:lnTo>
                <a:lnTo>
                  <a:pt x="1271610" y="132168"/>
                </a:lnTo>
                <a:lnTo>
                  <a:pt x="1272121" y="132493"/>
                </a:lnTo>
                <a:lnTo>
                  <a:pt x="1272649" y="132805"/>
                </a:lnTo>
                <a:lnTo>
                  <a:pt x="1273195" y="133105"/>
                </a:lnTo>
                <a:lnTo>
                  <a:pt x="1273760" y="133391"/>
                </a:lnTo>
                <a:lnTo>
                  <a:pt x="1274343" y="133664"/>
                </a:lnTo>
                <a:lnTo>
                  <a:pt x="1274946" y="133923"/>
                </a:lnTo>
                <a:lnTo>
                  <a:pt x="1275568" y="134169"/>
                </a:lnTo>
                <a:lnTo>
                  <a:pt x="1276208" y="134402"/>
                </a:lnTo>
                <a:lnTo>
                  <a:pt x="1276867" y="134621"/>
                </a:lnTo>
                <a:lnTo>
                  <a:pt x="1277545" y="134828"/>
                </a:lnTo>
                <a:lnTo>
                  <a:pt x="1278242" y="135021"/>
                </a:lnTo>
                <a:lnTo>
                  <a:pt x="1278958" y="135200"/>
                </a:lnTo>
                <a:lnTo>
                  <a:pt x="1279692" y="135367"/>
                </a:lnTo>
                <a:lnTo>
                  <a:pt x="1280445" y="135520"/>
                </a:lnTo>
                <a:lnTo>
                  <a:pt x="1281218" y="135659"/>
                </a:lnTo>
                <a:lnTo>
                  <a:pt x="1282009" y="135786"/>
                </a:lnTo>
                <a:lnTo>
                  <a:pt x="1282819" y="135899"/>
                </a:lnTo>
                <a:lnTo>
                  <a:pt x="1283647" y="135998"/>
                </a:lnTo>
                <a:lnTo>
                  <a:pt x="1284495" y="136085"/>
                </a:lnTo>
                <a:lnTo>
                  <a:pt x="1285361" y="136158"/>
                </a:lnTo>
                <a:lnTo>
                  <a:pt x="1286246" y="136218"/>
                </a:lnTo>
                <a:lnTo>
                  <a:pt x="1287150" y="136265"/>
                </a:lnTo>
                <a:lnTo>
                  <a:pt x="1288073" y="136298"/>
                </a:lnTo>
                <a:lnTo>
                  <a:pt x="1289015" y="136318"/>
                </a:lnTo>
                <a:lnTo>
                  <a:pt x="1289976" y="136324"/>
                </a:lnTo>
                <a:lnTo>
                  <a:pt x="1301517" y="136324"/>
                </a:lnTo>
                <a:lnTo>
                  <a:pt x="1301517" y="123008"/>
                </a:lnTo>
                <a:lnTo>
                  <a:pt x="1291061" y="123008"/>
                </a:lnTo>
                <a:lnTo>
                  <a:pt x="1290340" y="122999"/>
                </a:lnTo>
                <a:lnTo>
                  <a:pt x="1289642" y="122973"/>
                </a:lnTo>
                <a:close/>
                <a:moveTo>
                  <a:pt x="1117346" y="65271"/>
                </a:moveTo>
                <a:lnTo>
                  <a:pt x="1117617" y="64903"/>
                </a:lnTo>
                <a:lnTo>
                  <a:pt x="1117891" y="64539"/>
                </a:lnTo>
                <a:lnTo>
                  <a:pt x="1118168" y="64179"/>
                </a:lnTo>
                <a:lnTo>
                  <a:pt x="1118448" y="63823"/>
                </a:lnTo>
                <a:lnTo>
                  <a:pt x="1118731" y="63471"/>
                </a:lnTo>
                <a:lnTo>
                  <a:pt x="1119017" y="63122"/>
                </a:lnTo>
                <a:lnTo>
                  <a:pt x="1119306" y="62777"/>
                </a:lnTo>
                <a:lnTo>
                  <a:pt x="1119599" y="62436"/>
                </a:lnTo>
                <a:lnTo>
                  <a:pt x="1119894" y="62098"/>
                </a:lnTo>
                <a:lnTo>
                  <a:pt x="1120192" y="61764"/>
                </a:lnTo>
                <a:lnTo>
                  <a:pt x="1120494" y="61434"/>
                </a:lnTo>
                <a:lnTo>
                  <a:pt x="1120799" y="61108"/>
                </a:lnTo>
                <a:lnTo>
                  <a:pt x="1121106" y="60785"/>
                </a:lnTo>
                <a:lnTo>
                  <a:pt x="1121417" y="60467"/>
                </a:lnTo>
                <a:lnTo>
                  <a:pt x="1121731" y="60152"/>
                </a:lnTo>
                <a:lnTo>
                  <a:pt x="1122048" y="59840"/>
                </a:lnTo>
                <a:lnTo>
                  <a:pt x="1122368" y="59533"/>
                </a:lnTo>
                <a:lnTo>
                  <a:pt x="1122691" y="59229"/>
                </a:lnTo>
                <a:lnTo>
                  <a:pt x="1123018" y="58929"/>
                </a:lnTo>
                <a:lnTo>
                  <a:pt x="1123347" y="58633"/>
                </a:lnTo>
                <a:lnTo>
                  <a:pt x="1123679" y="58340"/>
                </a:lnTo>
                <a:lnTo>
                  <a:pt x="1124015" y="58051"/>
                </a:lnTo>
                <a:lnTo>
                  <a:pt x="1124354" y="57767"/>
                </a:lnTo>
                <a:lnTo>
                  <a:pt x="1124698" y="57488"/>
                </a:lnTo>
                <a:lnTo>
                  <a:pt x="1125047" y="57214"/>
                </a:lnTo>
                <a:lnTo>
                  <a:pt x="1125401" y="56945"/>
                </a:lnTo>
                <a:lnTo>
                  <a:pt x="1125760" y="56681"/>
                </a:lnTo>
                <a:lnTo>
                  <a:pt x="1126123" y="56423"/>
                </a:lnTo>
                <a:lnTo>
                  <a:pt x="1126492" y="56170"/>
                </a:lnTo>
                <a:lnTo>
                  <a:pt x="1126865" y="55922"/>
                </a:lnTo>
                <a:lnTo>
                  <a:pt x="1127242" y="55679"/>
                </a:lnTo>
                <a:lnTo>
                  <a:pt x="1127625" y="55441"/>
                </a:lnTo>
                <a:lnTo>
                  <a:pt x="1128012" y="55208"/>
                </a:lnTo>
                <a:lnTo>
                  <a:pt x="1128404" y="54981"/>
                </a:lnTo>
                <a:lnTo>
                  <a:pt x="1128801" y="54759"/>
                </a:lnTo>
                <a:lnTo>
                  <a:pt x="1129203" y="54542"/>
                </a:lnTo>
                <a:lnTo>
                  <a:pt x="1129610" y="54330"/>
                </a:lnTo>
                <a:lnTo>
                  <a:pt x="1130021" y="54123"/>
                </a:lnTo>
                <a:lnTo>
                  <a:pt x="1130437" y="53922"/>
                </a:lnTo>
                <a:lnTo>
                  <a:pt x="1130858" y="53726"/>
                </a:lnTo>
                <a:lnTo>
                  <a:pt x="1131284" y="53535"/>
                </a:lnTo>
                <a:lnTo>
                  <a:pt x="1131714" y="53349"/>
                </a:lnTo>
                <a:lnTo>
                  <a:pt x="1132150" y="53168"/>
                </a:lnTo>
                <a:lnTo>
                  <a:pt x="1132590" y="52992"/>
                </a:lnTo>
                <a:lnTo>
                  <a:pt x="1133035" y="52822"/>
                </a:lnTo>
                <a:lnTo>
                  <a:pt x="1133485" y="52657"/>
                </a:lnTo>
                <a:lnTo>
                  <a:pt x="1133940" y="52497"/>
                </a:lnTo>
                <a:lnTo>
                  <a:pt x="1134401" y="52345"/>
                </a:lnTo>
                <a:lnTo>
                  <a:pt x="1134869" y="52199"/>
                </a:lnTo>
                <a:lnTo>
                  <a:pt x="1135342" y="52060"/>
                </a:lnTo>
                <a:lnTo>
                  <a:pt x="1135822" y="51927"/>
                </a:lnTo>
                <a:lnTo>
                  <a:pt x="1136308" y="51802"/>
                </a:lnTo>
                <a:lnTo>
                  <a:pt x="1136800" y="51683"/>
                </a:lnTo>
                <a:lnTo>
                  <a:pt x="1137299" y="51571"/>
                </a:lnTo>
                <a:lnTo>
                  <a:pt x="1137803" y="51466"/>
                </a:lnTo>
                <a:lnTo>
                  <a:pt x="1138314" y="51367"/>
                </a:lnTo>
                <a:lnTo>
                  <a:pt x="1138831" y="51276"/>
                </a:lnTo>
                <a:lnTo>
                  <a:pt x="1139354" y="51191"/>
                </a:lnTo>
                <a:lnTo>
                  <a:pt x="1139883" y="51113"/>
                </a:lnTo>
                <a:lnTo>
                  <a:pt x="1140418" y="51042"/>
                </a:lnTo>
                <a:lnTo>
                  <a:pt x="1140960" y="50977"/>
                </a:lnTo>
                <a:lnTo>
                  <a:pt x="1141507" y="50920"/>
                </a:lnTo>
                <a:lnTo>
                  <a:pt x="1142061" y="50869"/>
                </a:lnTo>
                <a:lnTo>
                  <a:pt x="1142621" y="50825"/>
                </a:lnTo>
                <a:lnTo>
                  <a:pt x="1143188" y="50787"/>
                </a:lnTo>
                <a:lnTo>
                  <a:pt x="1143760" y="50757"/>
                </a:lnTo>
                <a:lnTo>
                  <a:pt x="1144338" y="50733"/>
                </a:lnTo>
                <a:lnTo>
                  <a:pt x="1144923" y="50716"/>
                </a:lnTo>
                <a:lnTo>
                  <a:pt x="1145514" y="50706"/>
                </a:lnTo>
                <a:lnTo>
                  <a:pt x="1146111" y="50702"/>
                </a:lnTo>
                <a:lnTo>
                  <a:pt x="1148380" y="50702"/>
                </a:lnTo>
                <a:lnTo>
                  <a:pt x="1148380" y="35610"/>
                </a:lnTo>
                <a:lnTo>
                  <a:pt x="1146407" y="35610"/>
                </a:lnTo>
                <a:lnTo>
                  <a:pt x="1145453" y="35619"/>
                </a:lnTo>
                <a:lnTo>
                  <a:pt x="1144513" y="35645"/>
                </a:lnTo>
                <a:lnTo>
                  <a:pt x="1143589" y="35689"/>
                </a:lnTo>
                <a:lnTo>
                  <a:pt x="1142680" y="35750"/>
                </a:lnTo>
                <a:lnTo>
                  <a:pt x="1141786" y="35828"/>
                </a:lnTo>
                <a:lnTo>
                  <a:pt x="1140907" y="35924"/>
                </a:lnTo>
                <a:lnTo>
                  <a:pt x="1140044" y="36038"/>
                </a:lnTo>
                <a:lnTo>
                  <a:pt x="1139195" y="36169"/>
                </a:lnTo>
                <a:lnTo>
                  <a:pt x="1138361" y="36318"/>
                </a:lnTo>
                <a:lnTo>
                  <a:pt x="1137543" y="36483"/>
                </a:lnTo>
                <a:lnTo>
                  <a:pt x="1136739" y="36667"/>
                </a:lnTo>
                <a:lnTo>
                  <a:pt x="1135951" y="36868"/>
                </a:lnTo>
                <a:lnTo>
                  <a:pt x="1135177" y="37086"/>
                </a:lnTo>
                <a:lnTo>
                  <a:pt x="1134419" y="37322"/>
                </a:lnTo>
                <a:lnTo>
                  <a:pt x="1133676" y="37575"/>
                </a:lnTo>
                <a:lnTo>
                  <a:pt x="1132947" y="37846"/>
                </a:lnTo>
                <a:lnTo>
                  <a:pt x="1132234" y="38134"/>
                </a:lnTo>
                <a:lnTo>
                  <a:pt x="1131536" y="38440"/>
                </a:lnTo>
                <a:lnTo>
                  <a:pt x="1130853" y="38763"/>
                </a:lnTo>
                <a:lnTo>
                  <a:pt x="1130185" y="39104"/>
                </a:lnTo>
                <a:lnTo>
                  <a:pt x="1129533" y="39462"/>
                </a:lnTo>
                <a:lnTo>
                  <a:pt x="1128895" y="39837"/>
                </a:lnTo>
                <a:lnTo>
                  <a:pt x="1128272" y="40230"/>
                </a:lnTo>
                <a:lnTo>
                  <a:pt x="1127665" y="40641"/>
                </a:lnTo>
                <a:lnTo>
                  <a:pt x="1127070" y="41064"/>
                </a:lnTo>
                <a:lnTo>
                  <a:pt x="1126486" y="41496"/>
                </a:lnTo>
                <a:lnTo>
                  <a:pt x="1125914" y="41937"/>
                </a:lnTo>
                <a:lnTo>
                  <a:pt x="1125352" y="42386"/>
                </a:lnTo>
                <a:lnTo>
                  <a:pt x="1124801" y="42844"/>
                </a:lnTo>
                <a:lnTo>
                  <a:pt x="1124261" y="43310"/>
                </a:lnTo>
                <a:lnTo>
                  <a:pt x="1123733" y="43785"/>
                </a:lnTo>
                <a:lnTo>
                  <a:pt x="1123215" y="44269"/>
                </a:lnTo>
                <a:lnTo>
                  <a:pt x="1122708" y="44761"/>
                </a:lnTo>
                <a:lnTo>
                  <a:pt x="1122212" y="45261"/>
                </a:lnTo>
                <a:lnTo>
                  <a:pt x="1121727" y="45770"/>
                </a:lnTo>
                <a:lnTo>
                  <a:pt x="1121253" y="46288"/>
                </a:lnTo>
                <a:lnTo>
                  <a:pt x="1120790" y="46814"/>
                </a:lnTo>
                <a:lnTo>
                  <a:pt x="1120338" y="47349"/>
                </a:lnTo>
                <a:lnTo>
                  <a:pt x="1119896" y="47893"/>
                </a:lnTo>
                <a:lnTo>
                  <a:pt x="1119466" y="48445"/>
                </a:lnTo>
                <a:lnTo>
                  <a:pt x="1119047" y="49005"/>
                </a:lnTo>
                <a:lnTo>
                  <a:pt x="1118639" y="49574"/>
                </a:lnTo>
                <a:lnTo>
                  <a:pt x="1118241" y="50152"/>
                </a:lnTo>
                <a:lnTo>
                  <a:pt x="1117855" y="50738"/>
                </a:lnTo>
                <a:lnTo>
                  <a:pt x="1117480" y="51333"/>
                </a:lnTo>
                <a:lnTo>
                  <a:pt x="1117115" y="51936"/>
                </a:lnTo>
                <a:lnTo>
                  <a:pt x="1116762" y="52548"/>
                </a:lnTo>
                <a:lnTo>
                  <a:pt x="1116419" y="53169"/>
                </a:lnTo>
                <a:lnTo>
                  <a:pt x="1115827" y="37287"/>
                </a:lnTo>
                <a:lnTo>
                  <a:pt x="1100341" y="37287"/>
                </a:lnTo>
                <a:lnTo>
                  <a:pt x="1100341" y="136324"/>
                </a:lnTo>
                <a:lnTo>
                  <a:pt x="1116814" y="136324"/>
                </a:lnTo>
                <a:lnTo>
                  <a:pt x="1116814" y="66017"/>
                </a:lnTo>
                <a:lnTo>
                  <a:pt x="1117078" y="65642"/>
                </a:lnTo>
                <a:lnTo>
                  <a:pt x="1117346" y="65271"/>
                </a:lnTo>
                <a:close/>
                <a:moveTo>
                  <a:pt x="1066511" y="136324"/>
                </a:moveTo>
                <a:lnTo>
                  <a:pt x="1066511" y="37287"/>
                </a:lnTo>
                <a:lnTo>
                  <a:pt x="1050037" y="37287"/>
                </a:lnTo>
                <a:lnTo>
                  <a:pt x="1050037" y="136324"/>
                </a:lnTo>
                <a:lnTo>
                  <a:pt x="1066511" y="136324"/>
                </a:lnTo>
                <a:close/>
                <a:moveTo>
                  <a:pt x="886178" y="138025"/>
                </a:moveTo>
                <a:lnTo>
                  <a:pt x="886830" y="137992"/>
                </a:lnTo>
                <a:lnTo>
                  <a:pt x="887479" y="137953"/>
                </a:lnTo>
                <a:lnTo>
                  <a:pt x="888123" y="137908"/>
                </a:lnTo>
                <a:lnTo>
                  <a:pt x="888764" y="137857"/>
                </a:lnTo>
                <a:lnTo>
                  <a:pt x="889400" y="137800"/>
                </a:lnTo>
                <a:lnTo>
                  <a:pt x="890033" y="137737"/>
                </a:lnTo>
                <a:lnTo>
                  <a:pt x="890662" y="137668"/>
                </a:lnTo>
                <a:lnTo>
                  <a:pt x="891287" y="137594"/>
                </a:lnTo>
                <a:lnTo>
                  <a:pt x="891908" y="137513"/>
                </a:lnTo>
                <a:lnTo>
                  <a:pt x="892525" y="137426"/>
                </a:lnTo>
                <a:lnTo>
                  <a:pt x="893138" y="137333"/>
                </a:lnTo>
                <a:lnTo>
                  <a:pt x="893747" y="137234"/>
                </a:lnTo>
                <a:lnTo>
                  <a:pt x="894352" y="137129"/>
                </a:lnTo>
                <a:lnTo>
                  <a:pt x="894953" y="137018"/>
                </a:lnTo>
                <a:lnTo>
                  <a:pt x="895550" y="136901"/>
                </a:lnTo>
                <a:lnTo>
                  <a:pt x="896144" y="136778"/>
                </a:lnTo>
                <a:lnTo>
                  <a:pt x="896733" y="136649"/>
                </a:lnTo>
                <a:lnTo>
                  <a:pt x="897318" y="136515"/>
                </a:lnTo>
                <a:lnTo>
                  <a:pt x="897900" y="136374"/>
                </a:lnTo>
                <a:lnTo>
                  <a:pt x="898476" y="136227"/>
                </a:lnTo>
                <a:lnTo>
                  <a:pt x="899047" y="136073"/>
                </a:lnTo>
                <a:lnTo>
                  <a:pt x="899611" y="135913"/>
                </a:lnTo>
                <a:lnTo>
                  <a:pt x="900169" y="135746"/>
                </a:lnTo>
                <a:lnTo>
                  <a:pt x="900720" y="135573"/>
                </a:lnTo>
                <a:lnTo>
                  <a:pt x="901266" y="135393"/>
                </a:lnTo>
                <a:lnTo>
                  <a:pt x="901805" y="135207"/>
                </a:lnTo>
                <a:lnTo>
                  <a:pt x="902339" y="135014"/>
                </a:lnTo>
                <a:lnTo>
                  <a:pt x="902866" y="134815"/>
                </a:lnTo>
                <a:lnTo>
                  <a:pt x="903387" y="134609"/>
                </a:lnTo>
                <a:lnTo>
                  <a:pt x="903902" y="134396"/>
                </a:lnTo>
                <a:lnTo>
                  <a:pt x="904410" y="134177"/>
                </a:lnTo>
                <a:lnTo>
                  <a:pt x="904913" y="133952"/>
                </a:lnTo>
                <a:lnTo>
                  <a:pt x="905409" y="133720"/>
                </a:lnTo>
                <a:lnTo>
                  <a:pt x="905899" y="133481"/>
                </a:lnTo>
                <a:lnTo>
                  <a:pt x="906383" y="133236"/>
                </a:lnTo>
                <a:lnTo>
                  <a:pt x="906861" y="132985"/>
                </a:lnTo>
                <a:lnTo>
                  <a:pt x="907333" y="132727"/>
                </a:lnTo>
                <a:lnTo>
                  <a:pt x="907798" y="132462"/>
                </a:lnTo>
                <a:lnTo>
                  <a:pt x="908257" y="132191"/>
                </a:lnTo>
                <a:lnTo>
                  <a:pt x="908710" y="131913"/>
                </a:lnTo>
                <a:lnTo>
                  <a:pt x="909157" y="131629"/>
                </a:lnTo>
                <a:lnTo>
                  <a:pt x="909598" y="131338"/>
                </a:lnTo>
                <a:lnTo>
                  <a:pt x="910033" y="131041"/>
                </a:lnTo>
                <a:lnTo>
                  <a:pt x="910461" y="130737"/>
                </a:lnTo>
                <a:lnTo>
                  <a:pt x="910880" y="130426"/>
                </a:lnTo>
                <a:lnTo>
                  <a:pt x="911292" y="130107"/>
                </a:lnTo>
                <a:lnTo>
                  <a:pt x="911696" y="129782"/>
                </a:lnTo>
                <a:lnTo>
                  <a:pt x="912092" y="129450"/>
                </a:lnTo>
                <a:lnTo>
                  <a:pt x="912480" y="129111"/>
                </a:lnTo>
                <a:lnTo>
                  <a:pt x="912861" y="128764"/>
                </a:lnTo>
                <a:lnTo>
                  <a:pt x="913233" y="128411"/>
                </a:lnTo>
                <a:lnTo>
                  <a:pt x="913598" y="128050"/>
                </a:lnTo>
                <a:lnTo>
                  <a:pt x="913955" y="127683"/>
                </a:lnTo>
                <a:lnTo>
                  <a:pt x="914304" y="127308"/>
                </a:lnTo>
                <a:lnTo>
                  <a:pt x="914644" y="126926"/>
                </a:lnTo>
                <a:lnTo>
                  <a:pt x="914978" y="126538"/>
                </a:lnTo>
                <a:lnTo>
                  <a:pt x="915303" y="126142"/>
                </a:lnTo>
                <a:lnTo>
                  <a:pt x="915620" y="125739"/>
                </a:lnTo>
                <a:lnTo>
                  <a:pt x="915930" y="125329"/>
                </a:lnTo>
                <a:lnTo>
                  <a:pt x="916231" y="124912"/>
                </a:lnTo>
                <a:lnTo>
                  <a:pt x="916525" y="124488"/>
                </a:lnTo>
                <a:lnTo>
                  <a:pt x="916811" y="124057"/>
                </a:lnTo>
                <a:lnTo>
                  <a:pt x="917089" y="123619"/>
                </a:lnTo>
                <a:lnTo>
                  <a:pt x="917359" y="123174"/>
                </a:lnTo>
                <a:lnTo>
                  <a:pt x="917621" y="122722"/>
                </a:lnTo>
                <a:lnTo>
                  <a:pt x="917875" y="122263"/>
                </a:lnTo>
                <a:lnTo>
                  <a:pt x="918122" y="121796"/>
                </a:lnTo>
                <a:lnTo>
                  <a:pt x="918359" y="121323"/>
                </a:lnTo>
                <a:lnTo>
                  <a:pt x="918586" y="120842"/>
                </a:lnTo>
                <a:lnTo>
                  <a:pt x="918804" y="120354"/>
                </a:lnTo>
                <a:lnTo>
                  <a:pt x="919011" y="119859"/>
                </a:lnTo>
                <a:lnTo>
                  <a:pt x="919208" y="119357"/>
                </a:lnTo>
                <a:lnTo>
                  <a:pt x="919395" y="118847"/>
                </a:lnTo>
                <a:lnTo>
                  <a:pt x="919572" y="118330"/>
                </a:lnTo>
                <a:lnTo>
                  <a:pt x="919738" y="117806"/>
                </a:lnTo>
                <a:lnTo>
                  <a:pt x="919895" y="117275"/>
                </a:lnTo>
                <a:lnTo>
                  <a:pt x="920041" y="116737"/>
                </a:lnTo>
                <a:lnTo>
                  <a:pt x="920178" y="116191"/>
                </a:lnTo>
                <a:lnTo>
                  <a:pt x="920304" y="115638"/>
                </a:lnTo>
                <a:lnTo>
                  <a:pt x="920420" y="115078"/>
                </a:lnTo>
                <a:lnTo>
                  <a:pt x="920526" y="114510"/>
                </a:lnTo>
                <a:lnTo>
                  <a:pt x="920622" y="113936"/>
                </a:lnTo>
                <a:lnTo>
                  <a:pt x="920708" y="113354"/>
                </a:lnTo>
                <a:lnTo>
                  <a:pt x="920784" y="112765"/>
                </a:lnTo>
                <a:lnTo>
                  <a:pt x="920850" y="112169"/>
                </a:lnTo>
                <a:lnTo>
                  <a:pt x="920905" y="111565"/>
                </a:lnTo>
                <a:lnTo>
                  <a:pt x="920951" y="110954"/>
                </a:lnTo>
                <a:lnTo>
                  <a:pt x="920986" y="110337"/>
                </a:lnTo>
                <a:lnTo>
                  <a:pt x="921011" y="109711"/>
                </a:lnTo>
                <a:lnTo>
                  <a:pt x="921027" y="109079"/>
                </a:lnTo>
                <a:lnTo>
                  <a:pt x="921032" y="108439"/>
                </a:lnTo>
                <a:lnTo>
                  <a:pt x="921025" y="107700"/>
                </a:lnTo>
                <a:lnTo>
                  <a:pt x="921006" y="106972"/>
                </a:lnTo>
                <a:lnTo>
                  <a:pt x="920974" y="106255"/>
                </a:lnTo>
                <a:lnTo>
                  <a:pt x="920929" y="105548"/>
                </a:lnTo>
                <a:lnTo>
                  <a:pt x="920871" y="104854"/>
                </a:lnTo>
                <a:lnTo>
                  <a:pt x="920800" y="104170"/>
                </a:lnTo>
                <a:lnTo>
                  <a:pt x="920717" y="103497"/>
                </a:lnTo>
                <a:lnTo>
                  <a:pt x="920621" y="102836"/>
                </a:lnTo>
                <a:lnTo>
                  <a:pt x="920511" y="102185"/>
                </a:lnTo>
                <a:lnTo>
                  <a:pt x="920389" y="101546"/>
                </a:lnTo>
                <a:lnTo>
                  <a:pt x="920255" y="100918"/>
                </a:lnTo>
                <a:lnTo>
                  <a:pt x="920107" y="100301"/>
                </a:lnTo>
                <a:lnTo>
                  <a:pt x="919946" y="99695"/>
                </a:lnTo>
                <a:lnTo>
                  <a:pt x="919773" y="99100"/>
                </a:lnTo>
                <a:lnTo>
                  <a:pt x="919587" y="98516"/>
                </a:lnTo>
                <a:lnTo>
                  <a:pt x="919388" y="97943"/>
                </a:lnTo>
                <a:lnTo>
                  <a:pt x="919176" y="97382"/>
                </a:lnTo>
                <a:lnTo>
                  <a:pt x="918951" y="96832"/>
                </a:lnTo>
                <a:lnTo>
                  <a:pt x="918713" y="96292"/>
                </a:lnTo>
                <a:lnTo>
                  <a:pt x="918463" y="95764"/>
                </a:lnTo>
                <a:lnTo>
                  <a:pt x="918199" y="95247"/>
                </a:lnTo>
                <a:lnTo>
                  <a:pt x="917923" y="94741"/>
                </a:lnTo>
                <a:lnTo>
                  <a:pt x="917634" y="94247"/>
                </a:lnTo>
                <a:lnTo>
                  <a:pt x="917332" y="93763"/>
                </a:lnTo>
                <a:lnTo>
                  <a:pt x="917018" y="93288"/>
                </a:lnTo>
                <a:lnTo>
                  <a:pt x="916691" y="92821"/>
                </a:lnTo>
                <a:lnTo>
                  <a:pt x="916351" y="92361"/>
                </a:lnTo>
                <a:lnTo>
                  <a:pt x="915999" y="91908"/>
                </a:lnTo>
                <a:lnTo>
                  <a:pt x="915635" y="91462"/>
                </a:lnTo>
                <a:lnTo>
                  <a:pt x="915258" y="91023"/>
                </a:lnTo>
                <a:lnTo>
                  <a:pt x="914868" y="90592"/>
                </a:lnTo>
                <a:lnTo>
                  <a:pt x="914466" y="90168"/>
                </a:lnTo>
                <a:lnTo>
                  <a:pt x="914052" y="89751"/>
                </a:lnTo>
                <a:lnTo>
                  <a:pt x="913625" y="89342"/>
                </a:lnTo>
                <a:lnTo>
                  <a:pt x="913185" y="88939"/>
                </a:lnTo>
                <a:lnTo>
                  <a:pt x="912733" y="88544"/>
                </a:lnTo>
                <a:lnTo>
                  <a:pt x="912269" y="88156"/>
                </a:lnTo>
                <a:lnTo>
                  <a:pt x="911792" y="87776"/>
                </a:lnTo>
                <a:lnTo>
                  <a:pt x="911302" y="87402"/>
                </a:lnTo>
                <a:lnTo>
                  <a:pt x="910800" y="87036"/>
                </a:lnTo>
                <a:lnTo>
                  <a:pt x="910286" y="86677"/>
                </a:lnTo>
                <a:lnTo>
                  <a:pt x="909759" y="86326"/>
                </a:lnTo>
                <a:lnTo>
                  <a:pt x="909219" y="85981"/>
                </a:lnTo>
                <a:lnTo>
                  <a:pt x="908667" y="85644"/>
                </a:lnTo>
                <a:lnTo>
                  <a:pt x="908102" y="85314"/>
                </a:lnTo>
                <a:lnTo>
                  <a:pt x="907525" y="84991"/>
                </a:lnTo>
                <a:lnTo>
                  <a:pt x="906936" y="84676"/>
                </a:lnTo>
                <a:lnTo>
                  <a:pt x="906334" y="84367"/>
                </a:lnTo>
                <a:lnTo>
                  <a:pt x="905720" y="84064"/>
                </a:lnTo>
                <a:lnTo>
                  <a:pt x="905093" y="83765"/>
                </a:lnTo>
                <a:lnTo>
                  <a:pt x="904455" y="83469"/>
                </a:lnTo>
                <a:lnTo>
                  <a:pt x="903805" y="83177"/>
                </a:lnTo>
                <a:lnTo>
                  <a:pt x="903142" y="82888"/>
                </a:lnTo>
                <a:lnTo>
                  <a:pt x="902468" y="82603"/>
                </a:lnTo>
                <a:lnTo>
                  <a:pt x="901782" y="82321"/>
                </a:lnTo>
                <a:lnTo>
                  <a:pt x="901084" y="82043"/>
                </a:lnTo>
                <a:lnTo>
                  <a:pt x="900374" y="81768"/>
                </a:lnTo>
                <a:lnTo>
                  <a:pt x="899651" y="81497"/>
                </a:lnTo>
                <a:lnTo>
                  <a:pt x="898917" y="81229"/>
                </a:lnTo>
                <a:lnTo>
                  <a:pt x="898171" y="80965"/>
                </a:lnTo>
                <a:lnTo>
                  <a:pt x="897413" y="80704"/>
                </a:lnTo>
                <a:lnTo>
                  <a:pt x="896643" y="80447"/>
                </a:lnTo>
                <a:lnTo>
                  <a:pt x="895861" y="80194"/>
                </a:lnTo>
                <a:lnTo>
                  <a:pt x="895067" y="79944"/>
                </a:lnTo>
                <a:lnTo>
                  <a:pt x="894261" y="79697"/>
                </a:lnTo>
                <a:lnTo>
                  <a:pt x="893442" y="79454"/>
                </a:lnTo>
                <a:lnTo>
                  <a:pt x="892612" y="79214"/>
                </a:lnTo>
                <a:lnTo>
                  <a:pt x="891770" y="78978"/>
                </a:lnTo>
                <a:lnTo>
                  <a:pt x="890916" y="78746"/>
                </a:lnTo>
                <a:lnTo>
                  <a:pt x="890050" y="78517"/>
                </a:lnTo>
                <a:lnTo>
                  <a:pt x="889172" y="78292"/>
                </a:lnTo>
                <a:lnTo>
                  <a:pt x="888282" y="78070"/>
                </a:lnTo>
                <a:lnTo>
                  <a:pt x="887467" y="77867"/>
                </a:lnTo>
                <a:lnTo>
                  <a:pt x="886666" y="77665"/>
                </a:lnTo>
                <a:lnTo>
                  <a:pt x="885879" y="77464"/>
                </a:lnTo>
                <a:lnTo>
                  <a:pt x="885106" y="77264"/>
                </a:lnTo>
                <a:lnTo>
                  <a:pt x="884348" y="77065"/>
                </a:lnTo>
                <a:lnTo>
                  <a:pt x="883603" y="76866"/>
                </a:lnTo>
                <a:lnTo>
                  <a:pt x="882872" y="76669"/>
                </a:lnTo>
                <a:lnTo>
                  <a:pt x="882155" y="76473"/>
                </a:lnTo>
                <a:lnTo>
                  <a:pt x="881453" y="76277"/>
                </a:lnTo>
                <a:lnTo>
                  <a:pt x="880764" y="76082"/>
                </a:lnTo>
                <a:lnTo>
                  <a:pt x="880089" y="75888"/>
                </a:lnTo>
                <a:lnTo>
                  <a:pt x="879429" y="75695"/>
                </a:lnTo>
                <a:lnTo>
                  <a:pt x="878782" y="75503"/>
                </a:lnTo>
                <a:lnTo>
                  <a:pt x="878150" y="75312"/>
                </a:lnTo>
                <a:lnTo>
                  <a:pt x="877532" y="75122"/>
                </a:lnTo>
                <a:lnTo>
                  <a:pt x="876927" y="74932"/>
                </a:lnTo>
                <a:lnTo>
                  <a:pt x="876337" y="74744"/>
                </a:lnTo>
                <a:lnTo>
                  <a:pt x="875761" y="74556"/>
                </a:lnTo>
                <a:lnTo>
                  <a:pt x="875198" y="74369"/>
                </a:lnTo>
                <a:lnTo>
                  <a:pt x="874650" y="74183"/>
                </a:lnTo>
                <a:lnTo>
                  <a:pt x="874116" y="73998"/>
                </a:lnTo>
                <a:lnTo>
                  <a:pt x="873596" y="73814"/>
                </a:lnTo>
                <a:lnTo>
                  <a:pt x="873090" y="73631"/>
                </a:lnTo>
                <a:lnTo>
                  <a:pt x="872598" y="73449"/>
                </a:lnTo>
                <a:lnTo>
                  <a:pt x="872119" y="73266"/>
                </a:lnTo>
                <a:lnTo>
                  <a:pt x="871651" y="73081"/>
                </a:lnTo>
                <a:lnTo>
                  <a:pt x="871195" y="72894"/>
                </a:lnTo>
                <a:lnTo>
                  <a:pt x="870751" y="72705"/>
                </a:lnTo>
                <a:lnTo>
                  <a:pt x="870319" y="72514"/>
                </a:lnTo>
                <a:lnTo>
                  <a:pt x="869898" y="72321"/>
                </a:lnTo>
                <a:lnTo>
                  <a:pt x="869488" y="72126"/>
                </a:lnTo>
                <a:lnTo>
                  <a:pt x="869091" y="71930"/>
                </a:lnTo>
                <a:lnTo>
                  <a:pt x="868705" y="71731"/>
                </a:lnTo>
                <a:lnTo>
                  <a:pt x="868330" y="71531"/>
                </a:lnTo>
                <a:lnTo>
                  <a:pt x="867968" y="71328"/>
                </a:lnTo>
                <a:lnTo>
                  <a:pt x="867616" y="71124"/>
                </a:lnTo>
                <a:lnTo>
                  <a:pt x="867277" y="70917"/>
                </a:lnTo>
                <a:lnTo>
                  <a:pt x="866949" y="70709"/>
                </a:lnTo>
                <a:lnTo>
                  <a:pt x="866633" y="70499"/>
                </a:lnTo>
                <a:lnTo>
                  <a:pt x="866329" y="70287"/>
                </a:lnTo>
                <a:lnTo>
                  <a:pt x="866036" y="70073"/>
                </a:lnTo>
                <a:lnTo>
                  <a:pt x="865755" y="69857"/>
                </a:lnTo>
                <a:lnTo>
                  <a:pt x="865485" y="69639"/>
                </a:lnTo>
                <a:lnTo>
                  <a:pt x="865227" y="69419"/>
                </a:lnTo>
                <a:lnTo>
                  <a:pt x="864981" y="69197"/>
                </a:lnTo>
                <a:lnTo>
                  <a:pt x="864746" y="68973"/>
                </a:lnTo>
                <a:lnTo>
                  <a:pt x="864523" y="68747"/>
                </a:lnTo>
                <a:lnTo>
                  <a:pt x="864312" y="68520"/>
                </a:lnTo>
                <a:lnTo>
                  <a:pt x="864111" y="68289"/>
                </a:lnTo>
                <a:lnTo>
                  <a:pt x="863918" y="68054"/>
                </a:lnTo>
                <a:lnTo>
                  <a:pt x="863734" y="67815"/>
                </a:lnTo>
                <a:lnTo>
                  <a:pt x="863558" y="67571"/>
                </a:lnTo>
                <a:lnTo>
                  <a:pt x="863391" y="67324"/>
                </a:lnTo>
                <a:lnTo>
                  <a:pt x="863233" y="67072"/>
                </a:lnTo>
                <a:lnTo>
                  <a:pt x="863083" y="66816"/>
                </a:lnTo>
                <a:lnTo>
                  <a:pt x="862942" y="66556"/>
                </a:lnTo>
                <a:lnTo>
                  <a:pt x="862809" y="66291"/>
                </a:lnTo>
                <a:lnTo>
                  <a:pt x="862685" y="66022"/>
                </a:lnTo>
                <a:lnTo>
                  <a:pt x="862569" y="65749"/>
                </a:lnTo>
                <a:lnTo>
                  <a:pt x="862462" y="65472"/>
                </a:lnTo>
                <a:lnTo>
                  <a:pt x="862364" y="65190"/>
                </a:lnTo>
                <a:lnTo>
                  <a:pt x="862274" y="64905"/>
                </a:lnTo>
                <a:lnTo>
                  <a:pt x="862193" y="64615"/>
                </a:lnTo>
                <a:lnTo>
                  <a:pt x="862120" y="64321"/>
                </a:lnTo>
                <a:lnTo>
                  <a:pt x="862056" y="64022"/>
                </a:lnTo>
                <a:lnTo>
                  <a:pt x="862000" y="63720"/>
                </a:lnTo>
                <a:lnTo>
                  <a:pt x="861953" y="63413"/>
                </a:lnTo>
                <a:lnTo>
                  <a:pt x="861914" y="63102"/>
                </a:lnTo>
                <a:lnTo>
                  <a:pt x="861884" y="62786"/>
                </a:lnTo>
                <a:lnTo>
                  <a:pt x="861863" y="62467"/>
                </a:lnTo>
                <a:lnTo>
                  <a:pt x="861850" y="62143"/>
                </a:lnTo>
                <a:lnTo>
                  <a:pt x="861846" y="61815"/>
                </a:lnTo>
                <a:lnTo>
                  <a:pt x="861855" y="61230"/>
                </a:lnTo>
                <a:lnTo>
                  <a:pt x="861884" y="60659"/>
                </a:lnTo>
                <a:lnTo>
                  <a:pt x="861932" y="60100"/>
                </a:lnTo>
                <a:lnTo>
                  <a:pt x="861999" y="59554"/>
                </a:lnTo>
                <a:lnTo>
                  <a:pt x="862086" y="59022"/>
                </a:lnTo>
                <a:lnTo>
                  <a:pt x="862191" y="58502"/>
                </a:lnTo>
                <a:lnTo>
                  <a:pt x="862316" y="57995"/>
                </a:lnTo>
                <a:lnTo>
                  <a:pt x="862460" y="57502"/>
                </a:lnTo>
                <a:lnTo>
                  <a:pt x="862623" y="57022"/>
                </a:lnTo>
                <a:lnTo>
                  <a:pt x="862805" y="56554"/>
                </a:lnTo>
                <a:lnTo>
                  <a:pt x="863006" y="56100"/>
                </a:lnTo>
                <a:lnTo>
                  <a:pt x="863227" y="55658"/>
                </a:lnTo>
                <a:lnTo>
                  <a:pt x="863467" y="55230"/>
                </a:lnTo>
                <a:lnTo>
                  <a:pt x="863726" y="54815"/>
                </a:lnTo>
                <a:lnTo>
                  <a:pt x="864004" y="54413"/>
                </a:lnTo>
                <a:lnTo>
                  <a:pt x="864301" y="54024"/>
                </a:lnTo>
                <a:lnTo>
                  <a:pt x="864617" y="53648"/>
                </a:lnTo>
                <a:lnTo>
                  <a:pt x="864953" y="53285"/>
                </a:lnTo>
                <a:lnTo>
                  <a:pt x="865308" y="52935"/>
                </a:lnTo>
                <a:lnTo>
                  <a:pt x="865682" y="52598"/>
                </a:lnTo>
                <a:lnTo>
                  <a:pt x="866075" y="52274"/>
                </a:lnTo>
                <a:lnTo>
                  <a:pt x="866488" y="51963"/>
                </a:lnTo>
                <a:lnTo>
                  <a:pt x="866919" y="51665"/>
                </a:lnTo>
                <a:lnTo>
                  <a:pt x="867370" y="51381"/>
                </a:lnTo>
                <a:lnTo>
                  <a:pt x="867836" y="51108"/>
                </a:lnTo>
                <a:lnTo>
                  <a:pt x="868314" y="50847"/>
                </a:lnTo>
                <a:lnTo>
                  <a:pt x="868803" y="50597"/>
                </a:lnTo>
                <a:lnTo>
                  <a:pt x="869304" y="50360"/>
                </a:lnTo>
                <a:lnTo>
                  <a:pt x="869817" y="50133"/>
                </a:lnTo>
                <a:lnTo>
                  <a:pt x="870341" y="49919"/>
                </a:lnTo>
                <a:lnTo>
                  <a:pt x="870878" y="49716"/>
                </a:lnTo>
                <a:lnTo>
                  <a:pt x="871425" y="49524"/>
                </a:lnTo>
                <a:lnTo>
                  <a:pt x="871985" y="49344"/>
                </a:lnTo>
                <a:lnTo>
                  <a:pt x="872555" y="49176"/>
                </a:lnTo>
                <a:lnTo>
                  <a:pt x="873138" y="49019"/>
                </a:lnTo>
                <a:lnTo>
                  <a:pt x="873732" y="48874"/>
                </a:lnTo>
                <a:lnTo>
                  <a:pt x="874338" y="48741"/>
                </a:lnTo>
                <a:lnTo>
                  <a:pt x="874956" y="48619"/>
                </a:lnTo>
                <a:lnTo>
                  <a:pt x="875585" y="48509"/>
                </a:lnTo>
                <a:lnTo>
                  <a:pt x="876226" y="48410"/>
                </a:lnTo>
                <a:lnTo>
                  <a:pt x="876878" y="48323"/>
                </a:lnTo>
                <a:lnTo>
                  <a:pt x="877542" y="48248"/>
                </a:lnTo>
                <a:lnTo>
                  <a:pt x="878218" y="48184"/>
                </a:lnTo>
                <a:lnTo>
                  <a:pt x="878906" y="48132"/>
                </a:lnTo>
                <a:lnTo>
                  <a:pt x="879605" y="48091"/>
                </a:lnTo>
                <a:lnTo>
                  <a:pt x="880315" y="48062"/>
                </a:lnTo>
                <a:lnTo>
                  <a:pt x="881038" y="48045"/>
                </a:lnTo>
                <a:lnTo>
                  <a:pt x="881772" y="48039"/>
                </a:lnTo>
                <a:lnTo>
                  <a:pt x="882499" y="48047"/>
                </a:lnTo>
                <a:lnTo>
                  <a:pt x="883216" y="48070"/>
                </a:lnTo>
                <a:lnTo>
                  <a:pt x="883925" y="48109"/>
                </a:lnTo>
                <a:lnTo>
                  <a:pt x="884624" y="48163"/>
                </a:lnTo>
                <a:lnTo>
                  <a:pt x="885314" y="48232"/>
                </a:lnTo>
                <a:lnTo>
                  <a:pt x="885995" y="48317"/>
                </a:lnTo>
                <a:lnTo>
                  <a:pt x="886666" y="48418"/>
                </a:lnTo>
                <a:lnTo>
                  <a:pt x="887329" y="48534"/>
                </a:lnTo>
                <a:lnTo>
                  <a:pt x="887982" y="48665"/>
                </a:lnTo>
                <a:lnTo>
                  <a:pt x="888625" y="48812"/>
                </a:lnTo>
                <a:lnTo>
                  <a:pt x="889260" y="48974"/>
                </a:lnTo>
                <a:lnTo>
                  <a:pt x="889885" y="49152"/>
                </a:lnTo>
                <a:lnTo>
                  <a:pt x="890501" y="49345"/>
                </a:lnTo>
                <a:lnTo>
                  <a:pt x="891108" y="49554"/>
                </a:lnTo>
                <a:lnTo>
                  <a:pt x="891705" y="49778"/>
                </a:lnTo>
                <a:lnTo>
                  <a:pt x="892294" y="50017"/>
                </a:lnTo>
                <a:lnTo>
                  <a:pt x="892873" y="50272"/>
                </a:lnTo>
                <a:lnTo>
                  <a:pt x="893442" y="50543"/>
                </a:lnTo>
                <a:lnTo>
                  <a:pt x="894003" y="50829"/>
                </a:lnTo>
                <a:lnTo>
                  <a:pt x="894554" y="51130"/>
                </a:lnTo>
                <a:lnTo>
                  <a:pt x="895096" y="51447"/>
                </a:lnTo>
                <a:lnTo>
                  <a:pt x="895629" y="51779"/>
                </a:lnTo>
                <a:lnTo>
                  <a:pt x="896153" y="52127"/>
                </a:lnTo>
                <a:lnTo>
                  <a:pt x="896667" y="52490"/>
                </a:lnTo>
                <a:lnTo>
                  <a:pt x="897166" y="52872"/>
                </a:lnTo>
                <a:lnTo>
                  <a:pt x="897644" y="53276"/>
                </a:lnTo>
                <a:lnTo>
                  <a:pt x="898100" y="53702"/>
                </a:lnTo>
                <a:lnTo>
                  <a:pt x="898536" y="54150"/>
                </a:lnTo>
                <a:lnTo>
                  <a:pt x="898950" y="54619"/>
                </a:lnTo>
                <a:lnTo>
                  <a:pt x="899342" y="55111"/>
                </a:lnTo>
                <a:lnTo>
                  <a:pt x="899714" y="55624"/>
                </a:lnTo>
                <a:lnTo>
                  <a:pt x="900065" y="56160"/>
                </a:lnTo>
                <a:lnTo>
                  <a:pt x="900394" y="56717"/>
                </a:lnTo>
                <a:lnTo>
                  <a:pt x="900702" y="57296"/>
                </a:lnTo>
                <a:lnTo>
                  <a:pt x="900988" y="57898"/>
                </a:lnTo>
                <a:lnTo>
                  <a:pt x="901254" y="58521"/>
                </a:lnTo>
                <a:lnTo>
                  <a:pt x="901498" y="59166"/>
                </a:lnTo>
                <a:lnTo>
                  <a:pt x="901721" y="59833"/>
                </a:lnTo>
                <a:lnTo>
                  <a:pt x="901923" y="60522"/>
                </a:lnTo>
                <a:lnTo>
                  <a:pt x="902103" y="61233"/>
                </a:lnTo>
                <a:lnTo>
                  <a:pt x="902262" y="61965"/>
                </a:lnTo>
                <a:lnTo>
                  <a:pt x="902400" y="62720"/>
                </a:lnTo>
                <a:lnTo>
                  <a:pt x="902517" y="63497"/>
                </a:lnTo>
                <a:lnTo>
                  <a:pt x="902613" y="64295"/>
                </a:lnTo>
                <a:lnTo>
                  <a:pt x="902687" y="65116"/>
                </a:lnTo>
                <a:lnTo>
                  <a:pt x="902740" y="65958"/>
                </a:lnTo>
                <a:lnTo>
                  <a:pt x="902772" y="66823"/>
                </a:lnTo>
                <a:lnTo>
                  <a:pt x="902783" y="67709"/>
                </a:lnTo>
                <a:lnTo>
                  <a:pt x="918763" y="67709"/>
                </a:lnTo>
                <a:lnTo>
                  <a:pt x="918758" y="67002"/>
                </a:lnTo>
                <a:lnTo>
                  <a:pt x="918742" y="66304"/>
                </a:lnTo>
                <a:lnTo>
                  <a:pt x="918717" y="65614"/>
                </a:lnTo>
                <a:lnTo>
                  <a:pt x="918681" y="64933"/>
                </a:lnTo>
                <a:lnTo>
                  <a:pt x="918634" y="64260"/>
                </a:lnTo>
                <a:lnTo>
                  <a:pt x="918578" y="63595"/>
                </a:lnTo>
                <a:lnTo>
                  <a:pt x="918511" y="62939"/>
                </a:lnTo>
                <a:lnTo>
                  <a:pt x="918434" y="62292"/>
                </a:lnTo>
                <a:lnTo>
                  <a:pt x="918347" y="61653"/>
                </a:lnTo>
                <a:lnTo>
                  <a:pt x="918249" y="61022"/>
                </a:lnTo>
                <a:lnTo>
                  <a:pt x="918141" y="60400"/>
                </a:lnTo>
                <a:lnTo>
                  <a:pt x="918023" y="59786"/>
                </a:lnTo>
                <a:lnTo>
                  <a:pt x="917895" y="59181"/>
                </a:lnTo>
                <a:lnTo>
                  <a:pt x="917756" y="58584"/>
                </a:lnTo>
                <a:lnTo>
                  <a:pt x="917607" y="57996"/>
                </a:lnTo>
                <a:lnTo>
                  <a:pt x="917448" y="57416"/>
                </a:lnTo>
                <a:lnTo>
                  <a:pt x="917278" y="56845"/>
                </a:lnTo>
                <a:lnTo>
                  <a:pt x="917098" y="56282"/>
                </a:lnTo>
                <a:lnTo>
                  <a:pt x="916908" y="55727"/>
                </a:lnTo>
                <a:lnTo>
                  <a:pt x="916708" y="55181"/>
                </a:lnTo>
                <a:lnTo>
                  <a:pt x="916497" y="54644"/>
                </a:lnTo>
                <a:lnTo>
                  <a:pt x="916276" y="54115"/>
                </a:lnTo>
                <a:lnTo>
                  <a:pt x="916045" y="53594"/>
                </a:lnTo>
                <a:lnTo>
                  <a:pt x="915804" y="53082"/>
                </a:lnTo>
                <a:lnTo>
                  <a:pt x="915553" y="52578"/>
                </a:lnTo>
                <a:lnTo>
                  <a:pt x="915296" y="52082"/>
                </a:lnTo>
                <a:lnTo>
                  <a:pt x="915031" y="51594"/>
                </a:lnTo>
                <a:lnTo>
                  <a:pt x="914758" y="51113"/>
                </a:lnTo>
                <a:lnTo>
                  <a:pt x="914478" y="50640"/>
                </a:lnTo>
                <a:lnTo>
                  <a:pt x="914191" y="50175"/>
                </a:lnTo>
                <a:lnTo>
                  <a:pt x="913897" y="49717"/>
                </a:lnTo>
                <a:lnTo>
                  <a:pt x="913595" y="49268"/>
                </a:lnTo>
                <a:lnTo>
                  <a:pt x="913286" y="48826"/>
                </a:lnTo>
                <a:lnTo>
                  <a:pt x="912969" y="48392"/>
                </a:lnTo>
                <a:lnTo>
                  <a:pt x="912645" y="47965"/>
                </a:lnTo>
                <a:lnTo>
                  <a:pt x="912314" y="47547"/>
                </a:lnTo>
                <a:lnTo>
                  <a:pt x="911975" y="47136"/>
                </a:lnTo>
                <a:lnTo>
                  <a:pt x="911629" y="46733"/>
                </a:lnTo>
                <a:lnTo>
                  <a:pt x="911276" y="46337"/>
                </a:lnTo>
                <a:lnTo>
                  <a:pt x="910915" y="45950"/>
                </a:lnTo>
                <a:lnTo>
                  <a:pt x="910547" y="45570"/>
                </a:lnTo>
                <a:lnTo>
                  <a:pt x="910172" y="45198"/>
                </a:lnTo>
                <a:lnTo>
                  <a:pt x="909789" y="44834"/>
                </a:lnTo>
                <a:lnTo>
                  <a:pt x="909399" y="44477"/>
                </a:lnTo>
                <a:lnTo>
                  <a:pt x="909001" y="44128"/>
                </a:lnTo>
                <a:lnTo>
                  <a:pt x="908596" y="43787"/>
                </a:lnTo>
                <a:lnTo>
                  <a:pt x="908184" y="43454"/>
                </a:lnTo>
                <a:lnTo>
                  <a:pt x="907764" y="43129"/>
                </a:lnTo>
                <a:lnTo>
                  <a:pt x="907338" y="42810"/>
                </a:lnTo>
                <a:lnTo>
                  <a:pt x="906906" y="42499"/>
                </a:lnTo>
                <a:lnTo>
                  <a:pt x="906469" y="42195"/>
                </a:lnTo>
                <a:lnTo>
                  <a:pt x="906027" y="41898"/>
                </a:lnTo>
                <a:lnTo>
                  <a:pt x="905579" y="41607"/>
                </a:lnTo>
                <a:lnTo>
                  <a:pt x="905125" y="41324"/>
                </a:lnTo>
                <a:lnTo>
                  <a:pt x="904666" y="41048"/>
                </a:lnTo>
                <a:lnTo>
                  <a:pt x="904202" y="40780"/>
                </a:lnTo>
                <a:lnTo>
                  <a:pt x="903732" y="40518"/>
                </a:lnTo>
                <a:lnTo>
                  <a:pt x="903257" y="40263"/>
                </a:lnTo>
                <a:lnTo>
                  <a:pt x="902776" y="40015"/>
                </a:lnTo>
                <a:lnTo>
                  <a:pt x="902289" y="39775"/>
                </a:lnTo>
                <a:lnTo>
                  <a:pt x="901798" y="39541"/>
                </a:lnTo>
                <a:lnTo>
                  <a:pt x="901300" y="39315"/>
                </a:lnTo>
                <a:lnTo>
                  <a:pt x="900797" y="39095"/>
                </a:lnTo>
                <a:lnTo>
                  <a:pt x="900289" y="38883"/>
                </a:lnTo>
                <a:lnTo>
                  <a:pt x="899775" y="38677"/>
                </a:lnTo>
                <a:lnTo>
                  <a:pt x="899256" y="38479"/>
                </a:lnTo>
                <a:lnTo>
                  <a:pt x="898731" y="38288"/>
                </a:lnTo>
                <a:lnTo>
                  <a:pt x="898201" y="38104"/>
                </a:lnTo>
                <a:lnTo>
                  <a:pt x="897666" y="37927"/>
                </a:lnTo>
                <a:lnTo>
                  <a:pt x="897124" y="37757"/>
                </a:lnTo>
                <a:lnTo>
                  <a:pt x="896578" y="37594"/>
                </a:lnTo>
                <a:lnTo>
                  <a:pt x="896026" y="37438"/>
                </a:lnTo>
                <a:lnTo>
                  <a:pt x="895469" y="37289"/>
                </a:lnTo>
                <a:lnTo>
                  <a:pt x="894909" y="37146"/>
                </a:lnTo>
                <a:lnTo>
                  <a:pt x="894346" y="37010"/>
                </a:lnTo>
                <a:lnTo>
                  <a:pt x="893780" y="36880"/>
                </a:lnTo>
                <a:lnTo>
                  <a:pt x="893211" y="36756"/>
                </a:lnTo>
                <a:lnTo>
                  <a:pt x="892638" y="36638"/>
                </a:lnTo>
                <a:lnTo>
                  <a:pt x="892062" y="36527"/>
                </a:lnTo>
                <a:lnTo>
                  <a:pt x="891483" y="36423"/>
                </a:lnTo>
                <a:lnTo>
                  <a:pt x="890900" y="36324"/>
                </a:lnTo>
                <a:lnTo>
                  <a:pt x="890314" y="36232"/>
                </a:lnTo>
                <a:lnTo>
                  <a:pt x="889725" y="36146"/>
                </a:lnTo>
                <a:lnTo>
                  <a:pt x="889133" y="36067"/>
                </a:lnTo>
                <a:lnTo>
                  <a:pt x="888537" y="35994"/>
                </a:lnTo>
                <a:lnTo>
                  <a:pt x="887939" y="35927"/>
                </a:lnTo>
                <a:lnTo>
                  <a:pt x="887337" y="35867"/>
                </a:lnTo>
                <a:lnTo>
                  <a:pt x="886731" y="35813"/>
                </a:lnTo>
                <a:lnTo>
                  <a:pt x="886123" y="35766"/>
                </a:lnTo>
                <a:lnTo>
                  <a:pt x="885511" y="35724"/>
                </a:lnTo>
                <a:lnTo>
                  <a:pt x="884896" y="35689"/>
                </a:lnTo>
                <a:lnTo>
                  <a:pt x="884278" y="35661"/>
                </a:lnTo>
                <a:lnTo>
                  <a:pt x="883656" y="35639"/>
                </a:lnTo>
                <a:lnTo>
                  <a:pt x="883031" y="35623"/>
                </a:lnTo>
                <a:lnTo>
                  <a:pt x="882403" y="35613"/>
                </a:lnTo>
                <a:lnTo>
                  <a:pt x="881772" y="35610"/>
                </a:lnTo>
                <a:lnTo>
                  <a:pt x="881132" y="35613"/>
                </a:lnTo>
                <a:lnTo>
                  <a:pt x="880497" y="35622"/>
                </a:lnTo>
                <a:lnTo>
                  <a:pt x="879865" y="35636"/>
                </a:lnTo>
                <a:lnTo>
                  <a:pt x="879237" y="35657"/>
                </a:lnTo>
                <a:lnTo>
                  <a:pt x="878613" y="35683"/>
                </a:lnTo>
                <a:lnTo>
                  <a:pt x="877992" y="35715"/>
                </a:lnTo>
                <a:lnTo>
                  <a:pt x="877376" y="35753"/>
                </a:lnTo>
                <a:lnTo>
                  <a:pt x="876763" y="35796"/>
                </a:lnTo>
                <a:lnTo>
                  <a:pt x="876154" y="35846"/>
                </a:lnTo>
                <a:lnTo>
                  <a:pt x="875548" y="35901"/>
                </a:lnTo>
                <a:lnTo>
                  <a:pt x="874947" y="35962"/>
                </a:lnTo>
                <a:lnTo>
                  <a:pt x="874349" y="36029"/>
                </a:lnTo>
                <a:lnTo>
                  <a:pt x="873755" y="36102"/>
                </a:lnTo>
                <a:lnTo>
                  <a:pt x="873164" y="36181"/>
                </a:lnTo>
                <a:lnTo>
                  <a:pt x="872578" y="36265"/>
                </a:lnTo>
                <a:lnTo>
                  <a:pt x="871995" y="36355"/>
                </a:lnTo>
                <a:lnTo>
                  <a:pt x="871416" y="36451"/>
                </a:lnTo>
                <a:lnTo>
                  <a:pt x="870841" y="36553"/>
                </a:lnTo>
                <a:lnTo>
                  <a:pt x="870269" y="36661"/>
                </a:lnTo>
                <a:lnTo>
                  <a:pt x="869702" y="36775"/>
                </a:lnTo>
                <a:lnTo>
                  <a:pt x="869138" y="36894"/>
                </a:lnTo>
                <a:lnTo>
                  <a:pt x="868578" y="37019"/>
                </a:lnTo>
                <a:lnTo>
                  <a:pt x="868021" y="37150"/>
                </a:lnTo>
                <a:lnTo>
                  <a:pt x="867469" y="37287"/>
                </a:lnTo>
                <a:lnTo>
                  <a:pt x="866921" y="37429"/>
                </a:lnTo>
                <a:lnTo>
                  <a:pt x="866379" y="37578"/>
                </a:lnTo>
                <a:lnTo>
                  <a:pt x="865843" y="37732"/>
                </a:lnTo>
                <a:lnTo>
                  <a:pt x="865313" y="37892"/>
                </a:lnTo>
                <a:lnTo>
                  <a:pt x="864790" y="38057"/>
                </a:lnTo>
                <a:lnTo>
                  <a:pt x="864272" y="38229"/>
                </a:lnTo>
                <a:lnTo>
                  <a:pt x="863760" y="38406"/>
                </a:lnTo>
                <a:lnTo>
                  <a:pt x="863254" y="38590"/>
                </a:lnTo>
                <a:lnTo>
                  <a:pt x="862754" y="38779"/>
                </a:lnTo>
                <a:lnTo>
                  <a:pt x="862261" y="38974"/>
                </a:lnTo>
                <a:lnTo>
                  <a:pt x="861773" y="39174"/>
                </a:lnTo>
                <a:lnTo>
                  <a:pt x="861291" y="39381"/>
                </a:lnTo>
                <a:lnTo>
                  <a:pt x="860815" y="39593"/>
                </a:lnTo>
                <a:lnTo>
                  <a:pt x="860345" y="39811"/>
                </a:lnTo>
                <a:lnTo>
                  <a:pt x="859881" y="40036"/>
                </a:lnTo>
                <a:lnTo>
                  <a:pt x="859424" y="40265"/>
                </a:lnTo>
                <a:lnTo>
                  <a:pt x="858972" y="40501"/>
                </a:lnTo>
                <a:lnTo>
                  <a:pt x="858526" y="40743"/>
                </a:lnTo>
                <a:lnTo>
                  <a:pt x="858086" y="40990"/>
                </a:lnTo>
                <a:lnTo>
                  <a:pt x="857652" y="41243"/>
                </a:lnTo>
                <a:lnTo>
                  <a:pt x="857224" y="41502"/>
                </a:lnTo>
                <a:lnTo>
                  <a:pt x="856802" y="41767"/>
                </a:lnTo>
                <a:lnTo>
                  <a:pt x="856387" y="42038"/>
                </a:lnTo>
                <a:lnTo>
                  <a:pt x="855977" y="42315"/>
                </a:lnTo>
                <a:lnTo>
                  <a:pt x="855573" y="42597"/>
                </a:lnTo>
                <a:lnTo>
                  <a:pt x="855178" y="42885"/>
                </a:lnTo>
                <a:lnTo>
                  <a:pt x="854790" y="43179"/>
                </a:lnTo>
                <a:lnTo>
                  <a:pt x="854409" y="43478"/>
                </a:lnTo>
                <a:lnTo>
                  <a:pt x="854036" y="43784"/>
                </a:lnTo>
                <a:lnTo>
                  <a:pt x="853671" y="44095"/>
                </a:lnTo>
                <a:lnTo>
                  <a:pt x="853313" y="44412"/>
                </a:lnTo>
                <a:lnTo>
                  <a:pt x="852963" y="44735"/>
                </a:lnTo>
                <a:lnTo>
                  <a:pt x="852620" y="45064"/>
                </a:lnTo>
                <a:lnTo>
                  <a:pt x="852284" y="45398"/>
                </a:lnTo>
                <a:lnTo>
                  <a:pt x="851957" y="45739"/>
                </a:lnTo>
                <a:lnTo>
                  <a:pt x="851636" y="46085"/>
                </a:lnTo>
                <a:lnTo>
                  <a:pt x="851324" y="46437"/>
                </a:lnTo>
                <a:lnTo>
                  <a:pt x="851018" y="46795"/>
                </a:lnTo>
                <a:lnTo>
                  <a:pt x="850721" y="47158"/>
                </a:lnTo>
                <a:lnTo>
                  <a:pt x="850431" y="47528"/>
                </a:lnTo>
                <a:lnTo>
                  <a:pt x="850148" y="47903"/>
                </a:lnTo>
                <a:lnTo>
                  <a:pt x="849873" y="48284"/>
                </a:lnTo>
                <a:lnTo>
                  <a:pt x="849606" y="48671"/>
                </a:lnTo>
                <a:lnTo>
                  <a:pt x="849346" y="49064"/>
                </a:lnTo>
                <a:lnTo>
                  <a:pt x="849093" y="49462"/>
                </a:lnTo>
                <a:lnTo>
                  <a:pt x="848848" y="49867"/>
                </a:lnTo>
                <a:lnTo>
                  <a:pt x="848611" y="50277"/>
                </a:lnTo>
                <a:lnTo>
                  <a:pt x="848381" y="50693"/>
                </a:lnTo>
                <a:lnTo>
                  <a:pt x="848160" y="51115"/>
                </a:lnTo>
                <a:lnTo>
                  <a:pt x="847948" y="51542"/>
                </a:lnTo>
                <a:lnTo>
                  <a:pt x="847745" y="51975"/>
                </a:lnTo>
                <a:lnTo>
                  <a:pt x="847552" y="52413"/>
                </a:lnTo>
                <a:lnTo>
                  <a:pt x="847369" y="52856"/>
                </a:lnTo>
                <a:lnTo>
                  <a:pt x="847194" y="53305"/>
                </a:lnTo>
                <a:lnTo>
                  <a:pt x="847029" y="53760"/>
                </a:lnTo>
                <a:lnTo>
                  <a:pt x="846874" y="54220"/>
                </a:lnTo>
                <a:lnTo>
                  <a:pt x="846728" y="54685"/>
                </a:lnTo>
                <a:lnTo>
                  <a:pt x="846592" y="55156"/>
                </a:lnTo>
                <a:lnTo>
                  <a:pt x="846464" y="55633"/>
                </a:lnTo>
                <a:lnTo>
                  <a:pt x="846347" y="56115"/>
                </a:lnTo>
                <a:lnTo>
                  <a:pt x="846238" y="56602"/>
                </a:lnTo>
                <a:lnTo>
                  <a:pt x="846139" y="57095"/>
                </a:lnTo>
                <a:lnTo>
                  <a:pt x="846050" y="57593"/>
                </a:lnTo>
                <a:lnTo>
                  <a:pt x="845970" y="58097"/>
                </a:lnTo>
                <a:lnTo>
                  <a:pt x="845899" y="58606"/>
                </a:lnTo>
                <a:lnTo>
                  <a:pt x="845838" y="59121"/>
                </a:lnTo>
                <a:lnTo>
                  <a:pt x="845786" y="59641"/>
                </a:lnTo>
                <a:lnTo>
                  <a:pt x="845744" y="60167"/>
                </a:lnTo>
                <a:lnTo>
                  <a:pt x="845711" y="60698"/>
                </a:lnTo>
                <a:lnTo>
                  <a:pt x="845687" y="61234"/>
                </a:lnTo>
                <a:lnTo>
                  <a:pt x="845673" y="61776"/>
                </a:lnTo>
                <a:lnTo>
                  <a:pt x="845668" y="62324"/>
                </a:lnTo>
                <a:lnTo>
                  <a:pt x="845675" y="63021"/>
                </a:lnTo>
                <a:lnTo>
                  <a:pt x="845695" y="63709"/>
                </a:lnTo>
                <a:lnTo>
                  <a:pt x="845729" y="64386"/>
                </a:lnTo>
                <a:lnTo>
                  <a:pt x="845775" y="65054"/>
                </a:lnTo>
                <a:lnTo>
                  <a:pt x="845835" y="65711"/>
                </a:lnTo>
                <a:lnTo>
                  <a:pt x="845909" y="66358"/>
                </a:lnTo>
                <a:lnTo>
                  <a:pt x="845996" y="66996"/>
                </a:lnTo>
                <a:lnTo>
                  <a:pt x="846096" y="67623"/>
                </a:lnTo>
                <a:lnTo>
                  <a:pt x="846209" y="68240"/>
                </a:lnTo>
                <a:lnTo>
                  <a:pt x="846336" y="68847"/>
                </a:lnTo>
                <a:lnTo>
                  <a:pt x="846477" y="69444"/>
                </a:lnTo>
                <a:lnTo>
                  <a:pt x="846630" y="70031"/>
                </a:lnTo>
                <a:lnTo>
                  <a:pt x="846797" y="70608"/>
                </a:lnTo>
                <a:lnTo>
                  <a:pt x="846978" y="71175"/>
                </a:lnTo>
                <a:lnTo>
                  <a:pt x="847171" y="71732"/>
                </a:lnTo>
                <a:lnTo>
                  <a:pt x="847378" y="72279"/>
                </a:lnTo>
                <a:lnTo>
                  <a:pt x="847599" y="72815"/>
                </a:lnTo>
                <a:lnTo>
                  <a:pt x="847832" y="73342"/>
                </a:lnTo>
                <a:lnTo>
                  <a:pt x="848080" y="73859"/>
                </a:lnTo>
                <a:lnTo>
                  <a:pt x="848340" y="74365"/>
                </a:lnTo>
                <a:lnTo>
                  <a:pt x="848614" y="74862"/>
                </a:lnTo>
                <a:lnTo>
                  <a:pt x="848901" y="75348"/>
                </a:lnTo>
                <a:lnTo>
                  <a:pt x="849202" y="75825"/>
                </a:lnTo>
                <a:lnTo>
                  <a:pt x="849516" y="76291"/>
                </a:lnTo>
                <a:lnTo>
                  <a:pt x="849843" y="76749"/>
                </a:lnTo>
                <a:lnTo>
                  <a:pt x="850183" y="77200"/>
                </a:lnTo>
                <a:lnTo>
                  <a:pt x="850537" y="77645"/>
                </a:lnTo>
                <a:lnTo>
                  <a:pt x="850905" y="78083"/>
                </a:lnTo>
                <a:lnTo>
                  <a:pt x="851285" y="78514"/>
                </a:lnTo>
                <a:lnTo>
                  <a:pt x="851679" y="78939"/>
                </a:lnTo>
                <a:lnTo>
                  <a:pt x="852087" y="79356"/>
                </a:lnTo>
                <a:lnTo>
                  <a:pt x="852508" y="79767"/>
                </a:lnTo>
                <a:lnTo>
                  <a:pt x="852942" y="80172"/>
                </a:lnTo>
                <a:lnTo>
                  <a:pt x="853389" y="80570"/>
                </a:lnTo>
                <a:lnTo>
                  <a:pt x="853850" y="80961"/>
                </a:lnTo>
                <a:lnTo>
                  <a:pt x="854324" y="81345"/>
                </a:lnTo>
                <a:lnTo>
                  <a:pt x="854812" y="81723"/>
                </a:lnTo>
                <a:lnTo>
                  <a:pt x="855313" y="82093"/>
                </a:lnTo>
                <a:lnTo>
                  <a:pt x="855827" y="82458"/>
                </a:lnTo>
                <a:lnTo>
                  <a:pt x="856355" y="82815"/>
                </a:lnTo>
                <a:lnTo>
                  <a:pt x="856896" y="83166"/>
                </a:lnTo>
                <a:lnTo>
                  <a:pt x="857450" y="83510"/>
                </a:lnTo>
                <a:lnTo>
                  <a:pt x="858018" y="83847"/>
                </a:lnTo>
                <a:lnTo>
                  <a:pt x="858599" y="84178"/>
                </a:lnTo>
                <a:lnTo>
                  <a:pt x="859193" y="84502"/>
                </a:lnTo>
                <a:lnTo>
                  <a:pt x="859801" y="84819"/>
                </a:lnTo>
                <a:lnTo>
                  <a:pt x="860422" y="85130"/>
                </a:lnTo>
                <a:lnTo>
                  <a:pt x="861057" y="85434"/>
                </a:lnTo>
                <a:lnTo>
                  <a:pt x="861704" y="85733"/>
                </a:lnTo>
                <a:lnTo>
                  <a:pt x="862364" y="86029"/>
                </a:lnTo>
                <a:lnTo>
                  <a:pt x="863036" y="86321"/>
                </a:lnTo>
                <a:lnTo>
                  <a:pt x="863720" y="86611"/>
                </a:lnTo>
                <a:lnTo>
                  <a:pt x="864417" y="86898"/>
                </a:lnTo>
                <a:lnTo>
                  <a:pt x="865126" y="87182"/>
                </a:lnTo>
                <a:lnTo>
                  <a:pt x="865847" y="87463"/>
                </a:lnTo>
                <a:lnTo>
                  <a:pt x="866581" y="87741"/>
                </a:lnTo>
                <a:lnTo>
                  <a:pt x="867327" y="88016"/>
                </a:lnTo>
                <a:lnTo>
                  <a:pt x="868085" y="88288"/>
                </a:lnTo>
                <a:lnTo>
                  <a:pt x="868856" y="88557"/>
                </a:lnTo>
                <a:lnTo>
                  <a:pt x="869639" y="88823"/>
                </a:lnTo>
                <a:lnTo>
                  <a:pt x="870434" y="89085"/>
                </a:lnTo>
                <a:lnTo>
                  <a:pt x="871242" y="89345"/>
                </a:lnTo>
                <a:lnTo>
                  <a:pt x="872062" y="89602"/>
                </a:lnTo>
                <a:lnTo>
                  <a:pt x="872894" y="89856"/>
                </a:lnTo>
                <a:lnTo>
                  <a:pt x="873739" y="90107"/>
                </a:lnTo>
                <a:lnTo>
                  <a:pt x="874595" y="90356"/>
                </a:lnTo>
                <a:lnTo>
                  <a:pt x="875465" y="90601"/>
                </a:lnTo>
                <a:lnTo>
                  <a:pt x="876346" y="90843"/>
                </a:lnTo>
                <a:lnTo>
                  <a:pt x="877240" y="91082"/>
                </a:lnTo>
                <a:lnTo>
                  <a:pt x="878147" y="91318"/>
                </a:lnTo>
                <a:lnTo>
                  <a:pt x="879065" y="91551"/>
                </a:lnTo>
                <a:lnTo>
                  <a:pt x="879996" y="91781"/>
                </a:lnTo>
                <a:lnTo>
                  <a:pt x="881133" y="92061"/>
                </a:lnTo>
                <a:lnTo>
                  <a:pt x="882240" y="92341"/>
                </a:lnTo>
                <a:lnTo>
                  <a:pt x="883318" y="92622"/>
                </a:lnTo>
                <a:lnTo>
                  <a:pt x="884368" y="92904"/>
                </a:lnTo>
                <a:lnTo>
                  <a:pt x="885389" y="93186"/>
                </a:lnTo>
                <a:lnTo>
                  <a:pt x="886380" y="93469"/>
                </a:lnTo>
                <a:lnTo>
                  <a:pt x="887343" y="93753"/>
                </a:lnTo>
                <a:lnTo>
                  <a:pt x="888277" y="94038"/>
                </a:lnTo>
                <a:lnTo>
                  <a:pt x="889182" y="94323"/>
                </a:lnTo>
                <a:lnTo>
                  <a:pt x="890057" y="94609"/>
                </a:lnTo>
                <a:lnTo>
                  <a:pt x="890904" y="94896"/>
                </a:lnTo>
                <a:lnTo>
                  <a:pt x="891722" y="95183"/>
                </a:lnTo>
                <a:lnTo>
                  <a:pt x="892511" y="95472"/>
                </a:lnTo>
                <a:lnTo>
                  <a:pt x="893272" y="95761"/>
                </a:lnTo>
                <a:lnTo>
                  <a:pt x="894003" y="96050"/>
                </a:lnTo>
                <a:lnTo>
                  <a:pt x="894705" y="96341"/>
                </a:lnTo>
                <a:lnTo>
                  <a:pt x="895378" y="96632"/>
                </a:lnTo>
                <a:lnTo>
                  <a:pt x="896023" y="96923"/>
                </a:lnTo>
                <a:lnTo>
                  <a:pt x="896638" y="97216"/>
                </a:lnTo>
                <a:lnTo>
                  <a:pt x="897224" y="97509"/>
                </a:lnTo>
                <a:lnTo>
                  <a:pt x="897782" y="97803"/>
                </a:lnTo>
                <a:lnTo>
                  <a:pt x="898311" y="98098"/>
                </a:lnTo>
                <a:lnTo>
                  <a:pt x="898810" y="98393"/>
                </a:lnTo>
                <a:lnTo>
                  <a:pt x="899281" y="98689"/>
                </a:lnTo>
                <a:lnTo>
                  <a:pt x="899728" y="98992"/>
                </a:lnTo>
                <a:lnTo>
                  <a:pt x="900155" y="99308"/>
                </a:lnTo>
                <a:lnTo>
                  <a:pt x="900564" y="99636"/>
                </a:lnTo>
                <a:lnTo>
                  <a:pt x="900954" y="99978"/>
                </a:lnTo>
                <a:lnTo>
                  <a:pt x="901324" y="100333"/>
                </a:lnTo>
                <a:lnTo>
                  <a:pt x="901676" y="100701"/>
                </a:lnTo>
                <a:lnTo>
                  <a:pt x="902009" y="101082"/>
                </a:lnTo>
                <a:lnTo>
                  <a:pt x="902322" y="101476"/>
                </a:lnTo>
                <a:lnTo>
                  <a:pt x="902617" y="101884"/>
                </a:lnTo>
                <a:lnTo>
                  <a:pt x="902893" y="102304"/>
                </a:lnTo>
                <a:lnTo>
                  <a:pt x="903149" y="102737"/>
                </a:lnTo>
                <a:lnTo>
                  <a:pt x="903387" y="103184"/>
                </a:lnTo>
                <a:lnTo>
                  <a:pt x="903605" y="103643"/>
                </a:lnTo>
                <a:lnTo>
                  <a:pt x="903805" y="104115"/>
                </a:lnTo>
                <a:lnTo>
                  <a:pt x="903986" y="104601"/>
                </a:lnTo>
                <a:lnTo>
                  <a:pt x="904147" y="105100"/>
                </a:lnTo>
                <a:lnTo>
                  <a:pt x="904290" y="105611"/>
                </a:lnTo>
                <a:lnTo>
                  <a:pt x="904413" y="106136"/>
                </a:lnTo>
                <a:lnTo>
                  <a:pt x="904518" y="106674"/>
                </a:lnTo>
                <a:lnTo>
                  <a:pt x="904603" y="107224"/>
                </a:lnTo>
                <a:lnTo>
                  <a:pt x="904670" y="107788"/>
                </a:lnTo>
                <a:lnTo>
                  <a:pt x="904718" y="108365"/>
                </a:lnTo>
                <a:lnTo>
                  <a:pt x="904746" y="108955"/>
                </a:lnTo>
                <a:lnTo>
                  <a:pt x="904756" y="109558"/>
                </a:lnTo>
                <a:lnTo>
                  <a:pt x="904745" y="110277"/>
                </a:lnTo>
                <a:lnTo>
                  <a:pt x="904713" y="110979"/>
                </a:lnTo>
                <a:lnTo>
                  <a:pt x="904661" y="111663"/>
                </a:lnTo>
                <a:lnTo>
                  <a:pt x="904587" y="112330"/>
                </a:lnTo>
                <a:lnTo>
                  <a:pt x="904492" y="112980"/>
                </a:lnTo>
                <a:lnTo>
                  <a:pt x="904376" y="113613"/>
                </a:lnTo>
                <a:lnTo>
                  <a:pt x="904239" y="114229"/>
                </a:lnTo>
                <a:lnTo>
                  <a:pt x="904081" y="114828"/>
                </a:lnTo>
                <a:lnTo>
                  <a:pt x="903902" y="115409"/>
                </a:lnTo>
                <a:lnTo>
                  <a:pt x="903702" y="115974"/>
                </a:lnTo>
                <a:lnTo>
                  <a:pt x="903481" y="116521"/>
                </a:lnTo>
                <a:lnTo>
                  <a:pt x="903239" y="117051"/>
                </a:lnTo>
                <a:lnTo>
                  <a:pt x="902976" y="117564"/>
                </a:lnTo>
                <a:lnTo>
                  <a:pt x="902691" y="118060"/>
                </a:lnTo>
                <a:lnTo>
                  <a:pt x="902386" y="118539"/>
                </a:lnTo>
                <a:lnTo>
                  <a:pt x="902059" y="119001"/>
                </a:lnTo>
                <a:lnTo>
                  <a:pt x="901712" y="119445"/>
                </a:lnTo>
                <a:lnTo>
                  <a:pt x="901343" y="119872"/>
                </a:lnTo>
                <a:lnTo>
                  <a:pt x="900953" y="120283"/>
                </a:lnTo>
                <a:lnTo>
                  <a:pt x="900543" y="120676"/>
                </a:lnTo>
                <a:lnTo>
                  <a:pt x="900111" y="121052"/>
                </a:lnTo>
                <a:lnTo>
                  <a:pt x="899658" y="121411"/>
                </a:lnTo>
                <a:lnTo>
                  <a:pt x="899184" y="121752"/>
                </a:lnTo>
                <a:lnTo>
                  <a:pt x="898689" y="122077"/>
                </a:lnTo>
                <a:lnTo>
                  <a:pt x="898178" y="122386"/>
                </a:lnTo>
                <a:lnTo>
                  <a:pt x="897655" y="122682"/>
                </a:lnTo>
                <a:lnTo>
                  <a:pt x="897121" y="122965"/>
                </a:lnTo>
                <a:lnTo>
                  <a:pt x="896575" y="123235"/>
                </a:lnTo>
                <a:lnTo>
                  <a:pt x="896018" y="123492"/>
                </a:lnTo>
                <a:lnTo>
                  <a:pt x="895449" y="123736"/>
                </a:lnTo>
                <a:lnTo>
                  <a:pt x="894869" y="123966"/>
                </a:lnTo>
                <a:lnTo>
                  <a:pt x="894277" y="124183"/>
                </a:lnTo>
                <a:lnTo>
                  <a:pt x="893674" y="124387"/>
                </a:lnTo>
                <a:lnTo>
                  <a:pt x="893060" y="124578"/>
                </a:lnTo>
                <a:lnTo>
                  <a:pt x="892434" y="124756"/>
                </a:lnTo>
                <a:lnTo>
                  <a:pt x="891796" y="124920"/>
                </a:lnTo>
                <a:lnTo>
                  <a:pt x="891147" y="125072"/>
                </a:lnTo>
                <a:lnTo>
                  <a:pt x="890487" y="125210"/>
                </a:lnTo>
                <a:lnTo>
                  <a:pt x="889815" y="125335"/>
                </a:lnTo>
                <a:lnTo>
                  <a:pt x="889132" y="125447"/>
                </a:lnTo>
                <a:lnTo>
                  <a:pt x="888437" y="125546"/>
                </a:lnTo>
                <a:lnTo>
                  <a:pt x="887730" y="125631"/>
                </a:lnTo>
                <a:lnTo>
                  <a:pt x="887013" y="125704"/>
                </a:lnTo>
                <a:lnTo>
                  <a:pt x="886283" y="125763"/>
                </a:lnTo>
                <a:lnTo>
                  <a:pt x="885543" y="125809"/>
                </a:lnTo>
                <a:lnTo>
                  <a:pt x="884790" y="125842"/>
                </a:lnTo>
                <a:lnTo>
                  <a:pt x="884027" y="125862"/>
                </a:lnTo>
                <a:lnTo>
                  <a:pt x="883251" y="125868"/>
                </a:lnTo>
                <a:lnTo>
                  <a:pt x="882386" y="125860"/>
                </a:lnTo>
                <a:lnTo>
                  <a:pt x="881533" y="125835"/>
                </a:lnTo>
                <a:lnTo>
                  <a:pt x="880692" y="125793"/>
                </a:lnTo>
                <a:lnTo>
                  <a:pt x="879863" y="125735"/>
                </a:lnTo>
                <a:lnTo>
                  <a:pt x="879047" y="125660"/>
                </a:lnTo>
                <a:lnTo>
                  <a:pt x="878242" y="125568"/>
                </a:lnTo>
                <a:lnTo>
                  <a:pt x="877450" y="125459"/>
                </a:lnTo>
                <a:lnTo>
                  <a:pt x="876670" y="125334"/>
                </a:lnTo>
                <a:lnTo>
                  <a:pt x="875902" y="125192"/>
                </a:lnTo>
                <a:lnTo>
                  <a:pt x="875146" y="125034"/>
                </a:lnTo>
                <a:lnTo>
                  <a:pt x="874402" y="124859"/>
                </a:lnTo>
                <a:lnTo>
                  <a:pt x="873671" y="124667"/>
                </a:lnTo>
                <a:lnTo>
                  <a:pt x="872951" y="124458"/>
                </a:lnTo>
                <a:lnTo>
                  <a:pt x="872244" y="124233"/>
                </a:lnTo>
                <a:lnTo>
                  <a:pt x="871549" y="123991"/>
                </a:lnTo>
                <a:lnTo>
                  <a:pt x="870866" y="123732"/>
                </a:lnTo>
                <a:lnTo>
                  <a:pt x="870195" y="123457"/>
                </a:lnTo>
                <a:lnTo>
                  <a:pt x="869537" y="123165"/>
                </a:lnTo>
                <a:lnTo>
                  <a:pt x="868891" y="122856"/>
                </a:lnTo>
                <a:lnTo>
                  <a:pt x="868256" y="122531"/>
                </a:lnTo>
                <a:lnTo>
                  <a:pt x="867634" y="122189"/>
                </a:lnTo>
                <a:lnTo>
                  <a:pt x="867024" y="121830"/>
                </a:lnTo>
                <a:lnTo>
                  <a:pt x="866427" y="121455"/>
                </a:lnTo>
                <a:lnTo>
                  <a:pt x="865841" y="121063"/>
                </a:lnTo>
                <a:lnTo>
                  <a:pt x="865273" y="120650"/>
                </a:lnTo>
                <a:lnTo>
                  <a:pt x="864730" y="120213"/>
                </a:lnTo>
                <a:lnTo>
                  <a:pt x="864211" y="119752"/>
                </a:lnTo>
                <a:lnTo>
                  <a:pt x="863716" y="119267"/>
                </a:lnTo>
                <a:lnTo>
                  <a:pt x="863245" y="118758"/>
                </a:lnTo>
                <a:lnTo>
                  <a:pt x="862798" y="118224"/>
                </a:lnTo>
                <a:lnTo>
                  <a:pt x="862376" y="117666"/>
                </a:lnTo>
                <a:lnTo>
                  <a:pt x="861977" y="117084"/>
                </a:lnTo>
                <a:lnTo>
                  <a:pt x="861603" y="116478"/>
                </a:lnTo>
                <a:lnTo>
                  <a:pt x="861253" y="115847"/>
                </a:lnTo>
                <a:lnTo>
                  <a:pt x="860927" y="115192"/>
                </a:lnTo>
                <a:lnTo>
                  <a:pt x="860625" y="114514"/>
                </a:lnTo>
                <a:lnTo>
                  <a:pt x="860347" y="113810"/>
                </a:lnTo>
                <a:lnTo>
                  <a:pt x="860094" y="113083"/>
                </a:lnTo>
                <a:lnTo>
                  <a:pt x="859865" y="112332"/>
                </a:lnTo>
                <a:lnTo>
                  <a:pt x="859659" y="111556"/>
                </a:lnTo>
                <a:lnTo>
                  <a:pt x="859478" y="110756"/>
                </a:lnTo>
                <a:lnTo>
                  <a:pt x="859321" y="109932"/>
                </a:lnTo>
                <a:lnTo>
                  <a:pt x="859188" y="109083"/>
                </a:lnTo>
                <a:lnTo>
                  <a:pt x="859080" y="108211"/>
                </a:lnTo>
                <a:lnTo>
                  <a:pt x="858995" y="107314"/>
                </a:lnTo>
                <a:lnTo>
                  <a:pt x="858935" y="106393"/>
                </a:lnTo>
                <a:lnTo>
                  <a:pt x="858899" y="105448"/>
                </a:lnTo>
                <a:lnTo>
                  <a:pt x="858887" y="104478"/>
                </a:lnTo>
                <a:lnTo>
                  <a:pt x="843005" y="104478"/>
                </a:lnTo>
                <a:lnTo>
                  <a:pt x="843010" y="105235"/>
                </a:lnTo>
                <a:lnTo>
                  <a:pt x="843027" y="105983"/>
                </a:lnTo>
                <a:lnTo>
                  <a:pt x="843054" y="106722"/>
                </a:lnTo>
                <a:lnTo>
                  <a:pt x="843091" y="107451"/>
                </a:lnTo>
                <a:lnTo>
                  <a:pt x="843140" y="108171"/>
                </a:lnTo>
                <a:lnTo>
                  <a:pt x="843199" y="108881"/>
                </a:lnTo>
                <a:lnTo>
                  <a:pt x="843269" y="109583"/>
                </a:lnTo>
                <a:lnTo>
                  <a:pt x="843350" y="110275"/>
                </a:lnTo>
                <a:lnTo>
                  <a:pt x="843442" y="110957"/>
                </a:lnTo>
                <a:lnTo>
                  <a:pt x="843545" y="111630"/>
                </a:lnTo>
                <a:lnTo>
                  <a:pt x="843658" y="112294"/>
                </a:lnTo>
                <a:lnTo>
                  <a:pt x="843782" y="112948"/>
                </a:lnTo>
                <a:lnTo>
                  <a:pt x="843917" y="113594"/>
                </a:lnTo>
                <a:lnTo>
                  <a:pt x="844062" y="114229"/>
                </a:lnTo>
                <a:lnTo>
                  <a:pt x="844219" y="114856"/>
                </a:lnTo>
                <a:lnTo>
                  <a:pt x="844386" y="115473"/>
                </a:lnTo>
                <a:lnTo>
                  <a:pt x="844564" y="116081"/>
                </a:lnTo>
                <a:lnTo>
                  <a:pt x="844753" y="116679"/>
                </a:lnTo>
                <a:lnTo>
                  <a:pt x="844953" y="117268"/>
                </a:lnTo>
                <a:lnTo>
                  <a:pt x="845163" y="117848"/>
                </a:lnTo>
                <a:lnTo>
                  <a:pt x="845384" y="118418"/>
                </a:lnTo>
                <a:lnTo>
                  <a:pt x="845616" y="118979"/>
                </a:lnTo>
                <a:lnTo>
                  <a:pt x="845859" y="119531"/>
                </a:lnTo>
                <a:lnTo>
                  <a:pt x="846112" y="120073"/>
                </a:lnTo>
                <a:lnTo>
                  <a:pt x="846375" y="120606"/>
                </a:lnTo>
                <a:lnTo>
                  <a:pt x="846647" y="121131"/>
                </a:lnTo>
                <a:lnTo>
                  <a:pt x="846927" y="121646"/>
                </a:lnTo>
                <a:lnTo>
                  <a:pt x="847215" y="122154"/>
                </a:lnTo>
                <a:lnTo>
                  <a:pt x="847512" y="122652"/>
                </a:lnTo>
                <a:lnTo>
                  <a:pt x="847817" y="123142"/>
                </a:lnTo>
                <a:lnTo>
                  <a:pt x="848130" y="123623"/>
                </a:lnTo>
                <a:lnTo>
                  <a:pt x="848452" y="124096"/>
                </a:lnTo>
                <a:lnTo>
                  <a:pt x="848783" y="124560"/>
                </a:lnTo>
                <a:lnTo>
                  <a:pt x="849121" y="125015"/>
                </a:lnTo>
                <a:lnTo>
                  <a:pt x="849468" y="125462"/>
                </a:lnTo>
                <a:lnTo>
                  <a:pt x="849824" y="125900"/>
                </a:lnTo>
                <a:lnTo>
                  <a:pt x="850188" y="126329"/>
                </a:lnTo>
                <a:lnTo>
                  <a:pt x="850560" y="126750"/>
                </a:lnTo>
                <a:lnTo>
                  <a:pt x="850940" y="127162"/>
                </a:lnTo>
                <a:lnTo>
                  <a:pt x="851329" y="127566"/>
                </a:lnTo>
                <a:lnTo>
                  <a:pt x="851727" y="127961"/>
                </a:lnTo>
                <a:lnTo>
                  <a:pt x="852133" y="128347"/>
                </a:lnTo>
                <a:lnTo>
                  <a:pt x="852547" y="128724"/>
                </a:lnTo>
                <a:lnTo>
                  <a:pt x="852969" y="129093"/>
                </a:lnTo>
                <a:lnTo>
                  <a:pt x="853400" y="129454"/>
                </a:lnTo>
                <a:lnTo>
                  <a:pt x="853840" y="129805"/>
                </a:lnTo>
                <a:lnTo>
                  <a:pt x="854287" y="130149"/>
                </a:lnTo>
                <a:lnTo>
                  <a:pt x="854744" y="130483"/>
                </a:lnTo>
                <a:lnTo>
                  <a:pt x="855207" y="130809"/>
                </a:lnTo>
                <a:lnTo>
                  <a:pt x="855676" y="131128"/>
                </a:lnTo>
                <a:lnTo>
                  <a:pt x="856152" y="131440"/>
                </a:lnTo>
                <a:lnTo>
                  <a:pt x="856633" y="131744"/>
                </a:lnTo>
                <a:lnTo>
                  <a:pt x="857120" y="132041"/>
                </a:lnTo>
                <a:lnTo>
                  <a:pt x="857613" y="132330"/>
                </a:lnTo>
                <a:lnTo>
                  <a:pt x="858113" y="132612"/>
                </a:lnTo>
                <a:lnTo>
                  <a:pt x="858618" y="132887"/>
                </a:lnTo>
                <a:lnTo>
                  <a:pt x="859129" y="133154"/>
                </a:lnTo>
                <a:lnTo>
                  <a:pt x="859647" y="133414"/>
                </a:lnTo>
                <a:lnTo>
                  <a:pt x="860170" y="133666"/>
                </a:lnTo>
                <a:lnTo>
                  <a:pt x="860699" y="133911"/>
                </a:lnTo>
                <a:lnTo>
                  <a:pt x="861234" y="134148"/>
                </a:lnTo>
                <a:lnTo>
                  <a:pt x="861776" y="134378"/>
                </a:lnTo>
                <a:lnTo>
                  <a:pt x="862323" y="134601"/>
                </a:lnTo>
                <a:lnTo>
                  <a:pt x="862876" y="134816"/>
                </a:lnTo>
                <a:lnTo>
                  <a:pt x="863435" y="135024"/>
                </a:lnTo>
                <a:lnTo>
                  <a:pt x="864001" y="135225"/>
                </a:lnTo>
                <a:lnTo>
                  <a:pt x="864572" y="135418"/>
                </a:lnTo>
                <a:lnTo>
                  <a:pt x="865149" y="135603"/>
                </a:lnTo>
                <a:lnTo>
                  <a:pt x="865732" y="135782"/>
                </a:lnTo>
                <a:lnTo>
                  <a:pt x="866321" y="135953"/>
                </a:lnTo>
                <a:lnTo>
                  <a:pt x="866917" y="136116"/>
                </a:lnTo>
                <a:lnTo>
                  <a:pt x="867518" y="136272"/>
                </a:lnTo>
                <a:lnTo>
                  <a:pt x="868123" y="136421"/>
                </a:lnTo>
                <a:lnTo>
                  <a:pt x="868732" y="136564"/>
                </a:lnTo>
                <a:lnTo>
                  <a:pt x="869344" y="136700"/>
                </a:lnTo>
                <a:lnTo>
                  <a:pt x="869958" y="136831"/>
                </a:lnTo>
                <a:lnTo>
                  <a:pt x="870575" y="136954"/>
                </a:lnTo>
                <a:lnTo>
                  <a:pt x="871195" y="137072"/>
                </a:lnTo>
                <a:lnTo>
                  <a:pt x="871818" y="137183"/>
                </a:lnTo>
                <a:lnTo>
                  <a:pt x="872445" y="137288"/>
                </a:lnTo>
                <a:lnTo>
                  <a:pt x="873073" y="137386"/>
                </a:lnTo>
                <a:lnTo>
                  <a:pt x="873705" y="137478"/>
                </a:lnTo>
                <a:lnTo>
                  <a:pt x="874340" y="137564"/>
                </a:lnTo>
                <a:lnTo>
                  <a:pt x="874978" y="137643"/>
                </a:lnTo>
                <a:lnTo>
                  <a:pt x="875618" y="137716"/>
                </a:lnTo>
                <a:lnTo>
                  <a:pt x="876262" y="137783"/>
                </a:lnTo>
                <a:lnTo>
                  <a:pt x="876908" y="137843"/>
                </a:lnTo>
                <a:lnTo>
                  <a:pt x="877557" y="137897"/>
                </a:lnTo>
                <a:lnTo>
                  <a:pt x="878210" y="137945"/>
                </a:lnTo>
                <a:lnTo>
                  <a:pt x="878865" y="137986"/>
                </a:lnTo>
                <a:lnTo>
                  <a:pt x="879523" y="138021"/>
                </a:lnTo>
                <a:lnTo>
                  <a:pt x="880184" y="138049"/>
                </a:lnTo>
                <a:lnTo>
                  <a:pt x="880848" y="138071"/>
                </a:lnTo>
                <a:lnTo>
                  <a:pt x="881515" y="138087"/>
                </a:lnTo>
                <a:lnTo>
                  <a:pt x="882184" y="138097"/>
                </a:lnTo>
                <a:lnTo>
                  <a:pt x="882857" y="138100"/>
                </a:lnTo>
                <a:lnTo>
                  <a:pt x="883529" y="138097"/>
                </a:lnTo>
                <a:lnTo>
                  <a:pt x="884197" y="138088"/>
                </a:lnTo>
                <a:lnTo>
                  <a:pt x="884861" y="138073"/>
                </a:lnTo>
                <a:lnTo>
                  <a:pt x="885522" y="138052"/>
                </a:lnTo>
                <a:lnTo>
                  <a:pt x="886178" y="138025"/>
                </a:lnTo>
                <a:close/>
                <a:moveTo>
                  <a:pt x="1200724" y="138025"/>
                </a:moveTo>
                <a:lnTo>
                  <a:pt x="1201376" y="137992"/>
                </a:lnTo>
                <a:lnTo>
                  <a:pt x="1202025" y="137953"/>
                </a:lnTo>
                <a:lnTo>
                  <a:pt x="1202669" y="137908"/>
                </a:lnTo>
                <a:lnTo>
                  <a:pt x="1203310" y="137857"/>
                </a:lnTo>
                <a:lnTo>
                  <a:pt x="1203946" y="137800"/>
                </a:lnTo>
                <a:lnTo>
                  <a:pt x="1204579" y="137737"/>
                </a:lnTo>
                <a:lnTo>
                  <a:pt x="1205208" y="137668"/>
                </a:lnTo>
                <a:lnTo>
                  <a:pt x="1205833" y="137594"/>
                </a:lnTo>
                <a:lnTo>
                  <a:pt x="1206454" y="137513"/>
                </a:lnTo>
                <a:lnTo>
                  <a:pt x="1207071" y="137426"/>
                </a:lnTo>
                <a:lnTo>
                  <a:pt x="1207684" y="137333"/>
                </a:lnTo>
                <a:lnTo>
                  <a:pt x="1208293" y="137234"/>
                </a:lnTo>
                <a:lnTo>
                  <a:pt x="1208898" y="137129"/>
                </a:lnTo>
                <a:lnTo>
                  <a:pt x="1209499" y="137018"/>
                </a:lnTo>
                <a:lnTo>
                  <a:pt x="1210096" y="136901"/>
                </a:lnTo>
                <a:lnTo>
                  <a:pt x="1210690" y="136778"/>
                </a:lnTo>
                <a:lnTo>
                  <a:pt x="1211279" y="136649"/>
                </a:lnTo>
                <a:lnTo>
                  <a:pt x="1211864" y="136515"/>
                </a:lnTo>
                <a:lnTo>
                  <a:pt x="1212446" y="136374"/>
                </a:lnTo>
                <a:lnTo>
                  <a:pt x="1213022" y="136227"/>
                </a:lnTo>
                <a:lnTo>
                  <a:pt x="1213593" y="136073"/>
                </a:lnTo>
                <a:lnTo>
                  <a:pt x="1214157" y="135913"/>
                </a:lnTo>
                <a:lnTo>
                  <a:pt x="1214715" y="135746"/>
                </a:lnTo>
                <a:lnTo>
                  <a:pt x="1215266" y="135573"/>
                </a:lnTo>
                <a:lnTo>
                  <a:pt x="1215812" y="135393"/>
                </a:lnTo>
                <a:lnTo>
                  <a:pt x="1216351" y="135207"/>
                </a:lnTo>
                <a:lnTo>
                  <a:pt x="1216885" y="135014"/>
                </a:lnTo>
                <a:lnTo>
                  <a:pt x="1217412" y="134815"/>
                </a:lnTo>
                <a:lnTo>
                  <a:pt x="1217933" y="134609"/>
                </a:lnTo>
                <a:lnTo>
                  <a:pt x="1218448" y="134396"/>
                </a:lnTo>
                <a:lnTo>
                  <a:pt x="1218956" y="134177"/>
                </a:lnTo>
                <a:lnTo>
                  <a:pt x="1219459" y="133952"/>
                </a:lnTo>
                <a:lnTo>
                  <a:pt x="1219955" y="133720"/>
                </a:lnTo>
                <a:lnTo>
                  <a:pt x="1220445" y="133481"/>
                </a:lnTo>
                <a:lnTo>
                  <a:pt x="1220929" y="133236"/>
                </a:lnTo>
                <a:lnTo>
                  <a:pt x="1221407" y="132985"/>
                </a:lnTo>
                <a:lnTo>
                  <a:pt x="1221879" y="132727"/>
                </a:lnTo>
                <a:lnTo>
                  <a:pt x="1222344" y="132462"/>
                </a:lnTo>
                <a:lnTo>
                  <a:pt x="1222803" y="132191"/>
                </a:lnTo>
                <a:lnTo>
                  <a:pt x="1223256" y="131913"/>
                </a:lnTo>
                <a:lnTo>
                  <a:pt x="1223703" y="131629"/>
                </a:lnTo>
                <a:lnTo>
                  <a:pt x="1224144" y="131338"/>
                </a:lnTo>
                <a:lnTo>
                  <a:pt x="1224579" y="131041"/>
                </a:lnTo>
                <a:lnTo>
                  <a:pt x="1225007" y="130737"/>
                </a:lnTo>
                <a:lnTo>
                  <a:pt x="1225426" y="130426"/>
                </a:lnTo>
                <a:lnTo>
                  <a:pt x="1225838" y="130107"/>
                </a:lnTo>
                <a:lnTo>
                  <a:pt x="1226242" y="129782"/>
                </a:lnTo>
                <a:lnTo>
                  <a:pt x="1226638" y="129450"/>
                </a:lnTo>
                <a:lnTo>
                  <a:pt x="1227026" y="129111"/>
                </a:lnTo>
                <a:lnTo>
                  <a:pt x="1227407" y="128764"/>
                </a:lnTo>
                <a:lnTo>
                  <a:pt x="1227779" y="128411"/>
                </a:lnTo>
                <a:lnTo>
                  <a:pt x="1228144" y="128050"/>
                </a:lnTo>
                <a:lnTo>
                  <a:pt x="1228501" y="127683"/>
                </a:lnTo>
                <a:lnTo>
                  <a:pt x="1228849" y="127308"/>
                </a:lnTo>
                <a:lnTo>
                  <a:pt x="1229190" y="126926"/>
                </a:lnTo>
                <a:lnTo>
                  <a:pt x="1229524" y="126538"/>
                </a:lnTo>
                <a:lnTo>
                  <a:pt x="1229849" y="126142"/>
                </a:lnTo>
                <a:lnTo>
                  <a:pt x="1230166" y="125739"/>
                </a:lnTo>
                <a:lnTo>
                  <a:pt x="1230476" y="125329"/>
                </a:lnTo>
                <a:lnTo>
                  <a:pt x="1230777" y="124912"/>
                </a:lnTo>
                <a:lnTo>
                  <a:pt x="1231071" y="124488"/>
                </a:lnTo>
                <a:lnTo>
                  <a:pt x="1231357" y="124057"/>
                </a:lnTo>
                <a:lnTo>
                  <a:pt x="1231635" y="123619"/>
                </a:lnTo>
                <a:lnTo>
                  <a:pt x="1231905" y="123174"/>
                </a:lnTo>
                <a:lnTo>
                  <a:pt x="1232167" y="122722"/>
                </a:lnTo>
                <a:lnTo>
                  <a:pt x="1232421" y="122263"/>
                </a:lnTo>
                <a:lnTo>
                  <a:pt x="1232668" y="121796"/>
                </a:lnTo>
                <a:lnTo>
                  <a:pt x="1232905" y="121323"/>
                </a:lnTo>
                <a:lnTo>
                  <a:pt x="1233132" y="120842"/>
                </a:lnTo>
                <a:lnTo>
                  <a:pt x="1233350" y="120354"/>
                </a:lnTo>
                <a:lnTo>
                  <a:pt x="1233557" y="119859"/>
                </a:lnTo>
                <a:lnTo>
                  <a:pt x="1233754" y="119357"/>
                </a:lnTo>
                <a:lnTo>
                  <a:pt x="1233941" y="118847"/>
                </a:lnTo>
                <a:lnTo>
                  <a:pt x="1234118" y="118330"/>
                </a:lnTo>
                <a:lnTo>
                  <a:pt x="1234284" y="117806"/>
                </a:lnTo>
                <a:lnTo>
                  <a:pt x="1234441" y="117275"/>
                </a:lnTo>
                <a:lnTo>
                  <a:pt x="1234587" y="116737"/>
                </a:lnTo>
                <a:lnTo>
                  <a:pt x="1234724" y="116191"/>
                </a:lnTo>
                <a:lnTo>
                  <a:pt x="1234850" y="115638"/>
                </a:lnTo>
                <a:lnTo>
                  <a:pt x="1234966" y="115078"/>
                </a:lnTo>
                <a:lnTo>
                  <a:pt x="1235072" y="114510"/>
                </a:lnTo>
                <a:lnTo>
                  <a:pt x="1235168" y="113936"/>
                </a:lnTo>
                <a:lnTo>
                  <a:pt x="1235254" y="113354"/>
                </a:lnTo>
                <a:lnTo>
                  <a:pt x="1235330" y="112765"/>
                </a:lnTo>
                <a:lnTo>
                  <a:pt x="1235396" y="112169"/>
                </a:lnTo>
                <a:lnTo>
                  <a:pt x="1235451" y="111565"/>
                </a:lnTo>
                <a:lnTo>
                  <a:pt x="1235497" y="110954"/>
                </a:lnTo>
                <a:lnTo>
                  <a:pt x="1235532" y="110337"/>
                </a:lnTo>
                <a:lnTo>
                  <a:pt x="1235557" y="109711"/>
                </a:lnTo>
                <a:lnTo>
                  <a:pt x="1235573" y="109079"/>
                </a:lnTo>
                <a:lnTo>
                  <a:pt x="1235578" y="108439"/>
                </a:lnTo>
                <a:lnTo>
                  <a:pt x="1235571" y="107700"/>
                </a:lnTo>
                <a:lnTo>
                  <a:pt x="1235552" y="106972"/>
                </a:lnTo>
                <a:lnTo>
                  <a:pt x="1235520" y="106255"/>
                </a:lnTo>
                <a:lnTo>
                  <a:pt x="1235475" y="105548"/>
                </a:lnTo>
                <a:lnTo>
                  <a:pt x="1235417" y="104854"/>
                </a:lnTo>
                <a:lnTo>
                  <a:pt x="1235346" y="104170"/>
                </a:lnTo>
                <a:lnTo>
                  <a:pt x="1235263" y="103497"/>
                </a:lnTo>
                <a:lnTo>
                  <a:pt x="1235167" y="102836"/>
                </a:lnTo>
                <a:lnTo>
                  <a:pt x="1235057" y="102185"/>
                </a:lnTo>
                <a:lnTo>
                  <a:pt x="1234935" y="101546"/>
                </a:lnTo>
                <a:lnTo>
                  <a:pt x="1234800" y="100918"/>
                </a:lnTo>
                <a:lnTo>
                  <a:pt x="1234653" y="100301"/>
                </a:lnTo>
                <a:lnTo>
                  <a:pt x="1234492" y="99695"/>
                </a:lnTo>
                <a:lnTo>
                  <a:pt x="1234319" y="99100"/>
                </a:lnTo>
                <a:lnTo>
                  <a:pt x="1234133" y="98516"/>
                </a:lnTo>
                <a:lnTo>
                  <a:pt x="1233934" y="97943"/>
                </a:lnTo>
                <a:lnTo>
                  <a:pt x="1233722" y="97382"/>
                </a:lnTo>
                <a:lnTo>
                  <a:pt x="1233497" y="96832"/>
                </a:lnTo>
                <a:lnTo>
                  <a:pt x="1233259" y="96292"/>
                </a:lnTo>
                <a:lnTo>
                  <a:pt x="1233009" y="95764"/>
                </a:lnTo>
                <a:lnTo>
                  <a:pt x="1232745" y="95247"/>
                </a:lnTo>
                <a:lnTo>
                  <a:pt x="1232469" y="94741"/>
                </a:lnTo>
                <a:lnTo>
                  <a:pt x="1232180" y="94247"/>
                </a:lnTo>
                <a:lnTo>
                  <a:pt x="1231878" y="93763"/>
                </a:lnTo>
                <a:lnTo>
                  <a:pt x="1231564" y="93288"/>
                </a:lnTo>
                <a:lnTo>
                  <a:pt x="1231237" y="92821"/>
                </a:lnTo>
                <a:lnTo>
                  <a:pt x="1230897" y="92361"/>
                </a:lnTo>
                <a:lnTo>
                  <a:pt x="1230545" y="91908"/>
                </a:lnTo>
                <a:lnTo>
                  <a:pt x="1230181" y="91462"/>
                </a:lnTo>
                <a:lnTo>
                  <a:pt x="1229804" y="91023"/>
                </a:lnTo>
                <a:lnTo>
                  <a:pt x="1229414" y="90592"/>
                </a:lnTo>
                <a:lnTo>
                  <a:pt x="1229012" y="90168"/>
                </a:lnTo>
                <a:lnTo>
                  <a:pt x="1228598" y="89751"/>
                </a:lnTo>
                <a:lnTo>
                  <a:pt x="1228171" y="89342"/>
                </a:lnTo>
                <a:lnTo>
                  <a:pt x="1227731" y="88939"/>
                </a:lnTo>
                <a:lnTo>
                  <a:pt x="1227279" y="88544"/>
                </a:lnTo>
                <a:lnTo>
                  <a:pt x="1226815" y="88156"/>
                </a:lnTo>
                <a:lnTo>
                  <a:pt x="1226338" y="87776"/>
                </a:lnTo>
                <a:lnTo>
                  <a:pt x="1225848" y="87402"/>
                </a:lnTo>
                <a:lnTo>
                  <a:pt x="1225346" y="87036"/>
                </a:lnTo>
                <a:lnTo>
                  <a:pt x="1224832" y="86677"/>
                </a:lnTo>
                <a:lnTo>
                  <a:pt x="1224305" y="86326"/>
                </a:lnTo>
                <a:lnTo>
                  <a:pt x="1223765" y="85981"/>
                </a:lnTo>
                <a:lnTo>
                  <a:pt x="1223213" y="85644"/>
                </a:lnTo>
                <a:lnTo>
                  <a:pt x="1222648" y="85314"/>
                </a:lnTo>
                <a:lnTo>
                  <a:pt x="1222071" y="84991"/>
                </a:lnTo>
                <a:lnTo>
                  <a:pt x="1221482" y="84676"/>
                </a:lnTo>
                <a:lnTo>
                  <a:pt x="1220880" y="84367"/>
                </a:lnTo>
                <a:lnTo>
                  <a:pt x="1220265" y="84064"/>
                </a:lnTo>
                <a:lnTo>
                  <a:pt x="1219639" y="83765"/>
                </a:lnTo>
                <a:lnTo>
                  <a:pt x="1219001" y="83469"/>
                </a:lnTo>
                <a:lnTo>
                  <a:pt x="1218351" y="83177"/>
                </a:lnTo>
                <a:lnTo>
                  <a:pt x="1217688" y="82888"/>
                </a:lnTo>
                <a:lnTo>
                  <a:pt x="1217014" y="82603"/>
                </a:lnTo>
                <a:lnTo>
                  <a:pt x="1216328" y="82321"/>
                </a:lnTo>
                <a:lnTo>
                  <a:pt x="1215630" y="82043"/>
                </a:lnTo>
                <a:lnTo>
                  <a:pt x="1214920" y="81768"/>
                </a:lnTo>
                <a:lnTo>
                  <a:pt x="1214197" y="81497"/>
                </a:lnTo>
                <a:lnTo>
                  <a:pt x="1213463" y="81229"/>
                </a:lnTo>
                <a:lnTo>
                  <a:pt x="1212717" y="80965"/>
                </a:lnTo>
                <a:lnTo>
                  <a:pt x="1211959" y="80704"/>
                </a:lnTo>
                <a:lnTo>
                  <a:pt x="1211189" y="80447"/>
                </a:lnTo>
                <a:lnTo>
                  <a:pt x="1210407" y="80194"/>
                </a:lnTo>
                <a:lnTo>
                  <a:pt x="1209613" y="79944"/>
                </a:lnTo>
                <a:lnTo>
                  <a:pt x="1208806" y="79697"/>
                </a:lnTo>
                <a:lnTo>
                  <a:pt x="1207988" y="79454"/>
                </a:lnTo>
                <a:lnTo>
                  <a:pt x="1207158" y="79214"/>
                </a:lnTo>
                <a:lnTo>
                  <a:pt x="1206316" y="78978"/>
                </a:lnTo>
                <a:lnTo>
                  <a:pt x="1205462" y="78746"/>
                </a:lnTo>
                <a:lnTo>
                  <a:pt x="1204596" y="78517"/>
                </a:lnTo>
                <a:lnTo>
                  <a:pt x="1203718" y="78292"/>
                </a:lnTo>
                <a:lnTo>
                  <a:pt x="1202828" y="78070"/>
                </a:lnTo>
                <a:lnTo>
                  <a:pt x="1202013" y="77867"/>
                </a:lnTo>
                <a:lnTo>
                  <a:pt x="1201212" y="77665"/>
                </a:lnTo>
                <a:lnTo>
                  <a:pt x="1200425" y="77464"/>
                </a:lnTo>
                <a:lnTo>
                  <a:pt x="1199652" y="77264"/>
                </a:lnTo>
                <a:lnTo>
                  <a:pt x="1198894" y="77065"/>
                </a:lnTo>
                <a:lnTo>
                  <a:pt x="1198149" y="76866"/>
                </a:lnTo>
                <a:lnTo>
                  <a:pt x="1197418" y="76669"/>
                </a:lnTo>
                <a:lnTo>
                  <a:pt x="1196701" y="76473"/>
                </a:lnTo>
                <a:lnTo>
                  <a:pt x="1195999" y="76277"/>
                </a:lnTo>
                <a:lnTo>
                  <a:pt x="1195310" y="76082"/>
                </a:lnTo>
                <a:lnTo>
                  <a:pt x="1194635" y="75888"/>
                </a:lnTo>
                <a:lnTo>
                  <a:pt x="1193975" y="75695"/>
                </a:lnTo>
                <a:lnTo>
                  <a:pt x="1193328" y="75503"/>
                </a:lnTo>
                <a:lnTo>
                  <a:pt x="1192696" y="75312"/>
                </a:lnTo>
                <a:lnTo>
                  <a:pt x="1192078" y="75122"/>
                </a:lnTo>
                <a:lnTo>
                  <a:pt x="1191473" y="74932"/>
                </a:lnTo>
                <a:lnTo>
                  <a:pt x="1190883" y="74744"/>
                </a:lnTo>
                <a:lnTo>
                  <a:pt x="1190307" y="74556"/>
                </a:lnTo>
                <a:lnTo>
                  <a:pt x="1189744" y="74369"/>
                </a:lnTo>
                <a:lnTo>
                  <a:pt x="1189196" y="74183"/>
                </a:lnTo>
                <a:lnTo>
                  <a:pt x="1188662" y="73998"/>
                </a:lnTo>
                <a:lnTo>
                  <a:pt x="1188142" y="73814"/>
                </a:lnTo>
                <a:lnTo>
                  <a:pt x="1187636" y="73631"/>
                </a:lnTo>
                <a:lnTo>
                  <a:pt x="1187144" y="73449"/>
                </a:lnTo>
                <a:lnTo>
                  <a:pt x="1186665" y="73266"/>
                </a:lnTo>
                <a:lnTo>
                  <a:pt x="1186197" y="73081"/>
                </a:lnTo>
                <a:lnTo>
                  <a:pt x="1185741" y="72894"/>
                </a:lnTo>
                <a:lnTo>
                  <a:pt x="1185297" y="72705"/>
                </a:lnTo>
                <a:lnTo>
                  <a:pt x="1184865" y="72514"/>
                </a:lnTo>
                <a:lnTo>
                  <a:pt x="1184444" y="72321"/>
                </a:lnTo>
                <a:lnTo>
                  <a:pt x="1184034" y="72126"/>
                </a:lnTo>
                <a:lnTo>
                  <a:pt x="1183637" y="71930"/>
                </a:lnTo>
                <a:lnTo>
                  <a:pt x="1183251" y="71731"/>
                </a:lnTo>
                <a:lnTo>
                  <a:pt x="1182876" y="71531"/>
                </a:lnTo>
                <a:lnTo>
                  <a:pt x="1182514" y="71328"/>
                </a:lnTo>
                <a:lnTo>
                  <a:pt x="1182162" y="71124"/>
                </a:lnTo>
                <a:lnTo>
                  <a:pt x="1181823" y="70917"/>
                </a:lnTo>
                <a:lnTo>
                  <a:pt x="1181495" y="70709"/>
                </a:lnTo>
                <a:lnTo>
                  <a:pt x="1181179" y="70499"/>
                </a:lnTo>
                <a:lnTo>
                  <a:pt x="1180875" y="70287"/>
                </a:lnTo>
                <a:lnTo>
                  <a:pt x="1180582" y="70073"/>
                </a:lnTo>
                <a:lnTo>
                  <a:pt x="1180301" y="69857"/>
                </a:lnTo>
                <a:lnTo>
                  <a:pt x="1180031" y="69639"/>
                </a:lnTo>
                <a:lnTo>
                  <a:pt x="1179773" y="69419"/>
                </a:lnTo>
                <a:lnTo>
                  <a:pt x="1179527" y="69197"/>
                </a:lnTo>
                <a:lnTo>
                  <a:pt x="1179292" y="68973"/>
                </a:lnTo>
                <a:lnTo>
                  <a:pt x="1179069" y="68747"/>
                </a:lnTo>
                <a:lnTo>
                  <a:pt x="1178858" y="68520"/>
                </a:lnTo>
                <a:lnTo>
                  <a:pt x="1178657" y="68289"/>
                </a:lnTo>
                <a:lnTo>
                  <a:pt x="1178464" y="68054"/>
                </a:lnTo>
                <a:lnTo>
                  <a:pt x="1178280" y="67815"/>
                </a:lnTo>
                <a:lnTo>
                  <a:pt x="1178104" y="67571"/>
                </a:lnTo>
                <a:lnTo>
                  <a:pt x="1177937" y="67324"/>
                </a:lnTo>
                <a:lnTo>
                  <a:pt x="1177779" y="67072"/>
                </a:lnTo>
                <a:lnTo>
                  <a:pt x="1177629" y="66816"/>
                </a:lnTo>
                <a:lnTo>
                  <a:pt x="1177488" y="66556"/>
                </a:lnTo>
                <a:lnTo>
                  <a:pt x="1177355" y="66291"/>
                </a:lnTo>
                <a:lnTo>
                  <a:pt x="1177231" y="66022"/>
                </a:lnTo>
                <a:lnTo>
                  <a:pt x="1177115" y="65749"/>
                </a:lnTo>
                <a:lnTo>
                  <a:pt x="1177008" y="65472"/>
                </a:lnTo>
                <a:lnTo>
                  <a:pt x="1176910" y="65190"/>
                </a:lnTo>
                <a:lnTo>
                  <a:pt x="1176820" y="64905"/>
                </a:lnTo>
                <a:lnTo>
                  <a:pt x="1176739" y="64615"/>
                </a:lnTo>
                <a:lnTo>
                  <a:pt x="1176666" y="64321"/>
                </a:lnTo>
                <a:lnTo>
                  <a:pt x="1176602" y="64022"/>
                </a:lnTo>
                <a:lnTo>
                  <a:pt x="1176546" y="63720"/>
                </a:lnTo>
                <a:lnTo>
                  <a:pt x="1176499" y="63413"/>
                </a:lnTo>
                <a:lnTo>
                  <a:pt x="1176460" y="63102"/>
                </a:lnTo>
                <a:lnTo>
                  <a:pt x="1176430" y="62786"/>
                </a:lnTo>
                <a:lnTo>
                  <a:pt x="1176409" y="62467"/>
                </a:lnTo>
                <a:lnTo>
                  <a:pt x="1176396" y="62143"/>
                </a:lnTo>
                <a:lnTo>
                  <a:pt x="1176392" y="61815"/>
                </a:lnTo>
                <a:lnTo>
                  <a:pt x="1176401" y="61230"/>
                </a:lnTo>
                <a:lnTo>
                  <a:pt x="1176430" y="60659"/>
                </a:lnTo>
                <a:lnTo>
                  <a:pt x="1176478" y="60100"/>
                </a:lnTo>
                <a:lnTo>
                  <a:pt x="1176545" y="59554"/>
                </a:lnTo>
                <a:lnTo>
                  <a:pt x="1176632" y="59022"/>
                </a:lnTo>
                <a:lnTo>
                  <a:pt x="1176737" y="58502"/>
                </a:lnTo>
                <a:lnTo>
                  <a:pt x="1176862" y="57995"/>
                </a:lnTo>
                <a:lnTo>
                  <a:pt x="1177006" y="57502"/>
                </a:lnTo>
                <a:lnTo>
                  <a:pt x="1177169" y="57022"/>
                </a:lnTo>
                <a:lnTo>
                  <a:pt x="1177351" y="56554"/>
                </a:lnTo>
                <a:lnTo>
                  <a:pt x="1177552" y="56100"/>
                </a:lnTo>
                <a:lnTo>
                  <a:pt x="1177773" y="55658"/>
                </a:lnTo>
                <a:lnTo>
                  <a:pt x="1178013" y="55230"/>
                </a:lnTo>
                <a:lnTo>
                  <a:pt x="1178272" y="54815"/>
                </a:lnTo>
                <a:lnTo>
                  <a:pt x="1178550" y="54413"/>
                </a:lnTo>
                <a:lnTo>
                  <a:pt x="1178847" y="54024"/>
                </a:lnTo>
                <a:lnTo>
                  <a:pt x="1179163" y="53648"/>
                </a:lnTo>
                <a:lnTo>
                  <a:pt x="1179499" y="53285"/>
                </a:lnTo>
                <a:lnTo>
                  <a:pt x="1179854" y="52935"/>
                </a:lnTo>
                <a:lnTo>
                  <a:pt x="1180228" y="52598"/>
                </a:lnTo>
                <a:lnTo>
                  <a:pt x="1180621" y="52274"/>
                </a:lnTo>
                <a:lnTo>
                  <a:pt x="1181034" y="51963"/>
                </a:lnTo>
                <a:lnTo>
                  <a:pt x="1181465" y="51665"/>
                </a:lnTo>
                <a:lnTo>
                  <a:pt x="1181916" y="51381"/>
                </a:lnTo>
                <a:lnTo>
                  <a:pt x="1182382" y="51108"/>
                </a:lnTo>
                <a:lnTo>
                  <a:pt x="1182860" y="50847"/>
                </a:lnTo>
                <a:lnTo>
                  <a:pt x="1183349" y="50597"/>
                </a:lnTo>
                <a:lnTo>
                  <a:pt x="1183850" y="50360"/>
                </a:lnTo>
                <a:lnTo>
                  <a:pt x="1184363" y="50133"/>
                </a:lnTo>
                <a:lnTo>
                  <a:pt x="1184887" y="49919"/>
                </a:lnTo>
                <a:lnTo>
                  <a:pt x="1185423" y="49716"/>
                </a:lnTo>
                <a:lnTo>
                  <a:pt x="1185971" y="49524"/>
                </a:lnTo>
                <a:lnTo>
                  <a:pt x="1186530" y="49344"/>
                </a:lnTo>
                <a:lnTo>
                  <a:pt x="1187101" y="49176"/>
                </a:lnTo>
                <a:lnTo>
                  <a:pt x="1187684" y="49019"/>
                </a:lnTo>
                <a:lnTo>
                  <a:pt x="1188278" y="48874"/>
                </a:lnTo>
                <a:lnTo>
                  <a:pt x="1188884" y="48741"/>
                </a:lnTo>
                <a:lnTo>
                  <a:pt x="1189502" y="48619"/>
                </a:lnTo>
                <a:lnTo>
                  <a:pt x="1190131" y="48509"/>
                </a:lnTo>
                <a:lnTo>
                  <a:pt x="1190772" y="48410"/>
                </a:lnTo>
                <a:lnTo>
                  <a:pt x="1191424" y="48323"/>
                </a:lnTo>
                <a:lnTo>
                  <a:pt x="1192088" y="48248"/>
                </a:lnTo>
                <a:lnTo>
                  <a:pt x="1192764" y="48184"/>
                </a:lnTo>
                <a:lnTo>
                  <a:pt x="1193452" y="48132"/>
                </a:lnTo>
                <a:lnTo>
                  <a:pt x="1194151" y="48091"/>
                </a:lnTo>
                <a:lnTo>
                  <a:pt x="1194861" y="48062"/>
                </a:lnTo>
                <a:lnTo>
                  <a:pt x="1195584" y="48045"/>
                </a:lnTo>
                <a:lnTo>
                  <a:pt x="1196318" y="48039"/>
                </a:lnTo>
                <a:lnTo>
                  <a:pt x="1197045" y="48047"/>
                </a:lnTo>
                <a:lnTo>
                  <a:pt x="1197762" y="48070"/>
                </a:lnTo>
                <a:lnTo>
                  <a:pt x="1198471" y="48109"/>
                </a:lnTo>
                <a:lnTo>
                  <a:pt x="1199170" y="48163"/>
                </a:lnTo>
                <a:lnTo>
                  <a:pt x="1199860" y="48232"/>
                </a:lnTo>
                <a:lnTo>
                  <a:pt x="1200541" y="48317"/>
                </a:lnTo>
                <a:lnTo>
                  <a:pt x="1201212" y="48418"/>
                </a:lnTo>
                <a:lnTo>
                  <a:pt x="1201875" y="48534"/>
                </a:lnTo>
                <a:lnTo>
                  <a:pt x="1202528" y="48665"/>
                </a:lnTo>
                <a:lnTo>
                  <a:pt x="1203171" y="48812"/>
                </a:lnTo>
                <a:lnTo>
                  <a:pt x="1203806" y="48974"/>
                </a:lnTo>
                <a:lnTo>
                  <a:pt x="1204431" y="49152"/>
                </a:lnTo>
                <a:lnTo>
                  <a:pt x="1205047" y="49345"/>
                </a:lnTo>
                <a:lnTo>
                  <a:pt x="1205654" y="49554"/>
                </a:lnTo>
                <a:lnTo>
                  <a:pt x="1206251" y="49778"/>
                </a:lnTo>
                <a:lnTo>
                  <a:pt x="1206840" y="50017"/>
                </a:lnTo>
                <a:lnTo>
                  <a:pt x="1207419" y="50272"/>
                </a:lnTo>
                <a:lnTo>
                  <a:pt x="1207988" y="50543"/>
                </a:lnTo>
                <a:lnTo>
                  <a:pt x="1208549" y="50829"/>
                </a:lnTo>
                <a:lnTo>
                  <a:pt x="1209100" y="51130"/>
                </a:lnTo>
                <a:lnTo>
                  <a:pt x="1209642" y="51447"/>
                </a:lnTo>
                <a:lnTo>
                  <a:pt x="1210175" y="51779"/>
                </a:lnTo>
                <a:lnTo>
                  <a:pt x="1210699" y="52127"/>
                </a:lnTo>
                <a:lnTo>
                  <a:pt x="1211213" y="52490"/>
                </a:lnTo>
                <a:lnTo>
                  <a:pt x="1211712" y="52872"/>
                </a:lnTo>
                <a:lnTo>
                  <a:pt x="1212190" y="53276"/>
                </a:lnTo>
                <a:lnTo>
                  <a:pt x="1212646" y="53702"/>
                </a:lnTo>
                <a:lnTo>
                  <a:pt x="1213082" y="54150"/>
                </a:lnTo>
                <a:lnTo>
                  <a:pt x="1213496" y="54619"/>
                </a:lnTo>
                <a:lnTo>
                  <a:pt x="1213888" y="55111"/>
                </a:lnTo>
                <a:lnTo>
                  <a:pt x="1214260" y="55624"/>
                </a:lnTo>
                <a:lnTo>
                  <a:pt x="1214610" y="56160"/>
                </a:lnTo>
                <a:lnTo>
                  <a:pt x="1214940" y="56717"/>
                </a:lnTo>
                <a:lnTo>
                  <a:pt x="1215248" y="57296"/>
                </a:lnTo>
                <a:lnTo>
                  <a:pt x="1215534" y="57898"/>
                </a:lnTo>
                <a:lnTo>
                  <a:pt x="1215800" y="58521"/>
                </a:lnTo>
                <a:lnTo>
                  <a:pt x="1216044" y="59166"/>
                </a:lnTo>
                <a:lnTo>
                  <a:pt x="1216267" y="59833"/>
                </a:lnTo>
                <a:lnTo>
                  <a:pt x="1216469" y="60522"/>
                </a:lnTo>
                <a:lnTo>
                  <a:pt x="1216649" y="61233"/>
                </a:lnTo>
                <a:lnTo>
                  <a:pt x="1216808" y="61965"/>
                </a:lnTo>
                <a:lnTo>
                  <a:pt x="1216946" y="62720"/>
                </a:lnTo>
                <a:lnTo>
                  <a:pt x="1217063" y="63497"/>
                </a:lnTo>
                <a:lnTo>
                  <a:pt x="1217159" y="64295"/>
                </a:lnTo>
                <a:lnTo>
                  <a:pt x="1217233" y="65116"/>
                </a:lnTo>
                <a:lnTo>
                  <a:pt x="1217286" y="65958"/>
                </a:lnTo>
                <a:lnTo>
                  <a:pt x="1217318" y="66823"/>
                </a:lnTo>
                <a:lnTo>
                  <a:pt x="1217329" y="67709"/>
                </a:lnTo>
                <a:lnTo>
                  <a:pt x="1233309" y="67709"/>
                </a:lnTo>
                <a:lnTo>
                  <a:pt x="1233304" y="67002"/>
                </a:lnTo>
                <a:lnTo>
                  <a:pt x="1233288" y="66304"/>
                </a:lnTo>
                <a:lnTo>
                  <a:pt x="1233263" y="65614"/>
                </a:lnTo>
                <a:lnTo>
                  <a:pt x="1233227" y="64933"/>
                </a:lnTo>
                <a:lnTo>
                  <a:pt x="1233180" y="64260"/>
                </a:lnTo>
                <a:lnTo>
                  <a:pt x="1233124" y="63595"/>
                </a:lnTo>
                <a:lnTo>
                  <a:pt x="1233057" y="62939"/>
                </a:lnTo>
                <a:lnTo>
                  <a:pt x="1232980" y="62292"/>
                </a:lnTo>
                <a:lnTo>
                  <a:pt x="1232893" y="61653"/>
                </a:lnTo>
                <a:lnTo>
                  <a:pt x="1232795" y="61022"/>
                </a:lnTo>
                <a:lnTo>
                  <a:pt x="1232687" y="60400"/>
                </a:lnTo>
                <a:lnTo>
                  <a:pt x="1232569" y="59786"/>
                </a:lnTo>
                <a:lnTo>
                  <a:pt x="1232441" y="59181"/>
                </a:lnTo>
                <a:lnTo>
                  <a:pt x="1232302" y="58584"/>
                </a:lnTo>
                <a:lnTo>
                  <a:pt x="1232153" y="57996"/>
                </a:lnTo>
                <a:lnTo>
                  <a:pt x="1231994" y="57416"/>
                </a:lnTo>
                <a:lnTo>
                  <a:pt x="1231824" y="56845"/>
                </a:lnTo>
                <a:lnTo>
                  <a:pt x="1231644" y="56282"/>
                </a:lnTo>
                <a:lnTo>
                  <a:pt x="1231454" y="55727"/>
                </a:lnTo>
                <a:lnTo>
                  <a:pt x="1231254" y="55181"/>
                </a:lnTo>
                <a:lnTo>
                  <a:pt x="1231043" y="54644"/>
                </a:lnTo>
                <a:lnTo>
                  <a:pt x="1230822" y="54115"/>
                </a:lnTo>
                <a:lnTo>
                  <a:pt x="1230591" y="53594"/>
                </a:lnTo>
                <a:lnTo>
                  <a:pt x="1230349" y="53082"/>
                </a:lnTo>
                <a:lnTo>
                  <a:pt x="1230099" y="52578"/>
                </a:lnTo>
                <a:lnTo>
                  <a:pt x="1229842" y="52082"/>
                </a:lnTo>
                <a:lnTo>
                  <a:pt x="1229577" y="51594"/>
                </a:lnTo>
                <a:lnTo>
                  <a:pt x="1229304" y="51113"/>
                </a:lnTo>
                <a:lnTo>
                  <a:pt x="1229024" y="50640"/>
                </a:lnTo>
                <a:lnTo>
                  <a:pt x="1228737" y="50175"/>
                </a:lnTo>
                <a:lnTo>
                  <a:pt x="1228443" y="49717"/>
                </a:lnTo>
                <a:lnTo>
                  <a:pt x="1228141" y="49268"/>
                </a:lnTo>
                <a:lnTo>
                  <a:pt x="1227832" y="48826"/>
                </a:lnTo>
                <a:lnTo>
                  <a:pt x="1227515" y="48392"/>
                </a:lnTo>
                <a:lnTo>
                  <a:pt x="1227191" y="47965"/>
                </a:lnTo>
                <a:lnTo>
                  <a:pt x="1226860" y="47547"/>
                </a:lnTo>
                <a:lnTo>
                  <a:pt x="1226521" y="47136"/>
                </a:lnTo>
                <a:lnTo>
                  <a:pt x="1226175" y="46733"/>
                </a:lnTo>
                <a:lnTo>
                  <a:pt x="1225822" y="46337"/>
                </a:lnTo>
                <a:lnTo>
                  <a:pt x="1225461" y="45950"/>
                </a:lnTo>
                <a:lnTo>
                  <a:pt x="1225093" y="45570"/>
                </a:lnTo>
                <a:lnTo>
                  <a:pt x="1224718" y="45198"/>
                </a:lnTo>
                <a:lnTo>
                  <a:pt x="1224335" y="44834"/>
                </a:lnTo>
                <a:lnTo>
                  <a:pt x="1223945" y="44477"/>
                </a:lnTo>
                <a:lnTo>
                  <a:pt x="1223547" y="44128"/>
                </a:lnTo>
                <a:lnTo>
                  <a:pt x="1223142" y="43787"/>
                </a:lnTo>
                <a:lnTo>
                  <a:pt x="1222730" y="43454"/>
                </a:lnTo>
                <a:lnTo>
                  <a:pt x="1222310" y="43129"/>
                </a:lnTo>
                <a:lnTo>
                  <a:pt x="1221884" y="42810"/>
                </a:lnTo>
                <a:lnTo>
                  <a:pt x="1221452" y="42499"/>
                </a:lnTo>
                <a:lnTo>
                  <a:pt x="1221015" y="42195"/>
                </a:lnTo>
                <a:lnTo>
                  <a:pt x="1220573" y="41898"/>
                </a:lnTo>
                <a:lnTo>
                  <a:pt x="1220125" y="41607"/>
                </a:lnTo>
                <a:lnTo>
                  <a:pt x="1219671" y="41324"/>
                </a:lnTo>
                <a:lnTo>
                  <a:pt x="1219212" y="41048"/>
                </a:lnTo>
                <a:lnTo>
                  <a:pt x="1218748" y="40780"/>
                </a:lnTo>
                <a:lnTo>
                  <a:pt x="1218278" y="40518"/>
                </a:lnTo>
                <a:lnTo>
                  <a:pt x="1217803" y="40263"/>
                </a:lnTo>
                <a:lnTo>
                  <a:pt x="1217322" y="40015"/>
                </a:lnTo>
                <a:lnTo>
                  <a:pt x="1216835" y="39775"/>
                </a:lnTo>
                <a:lnTo>
                  <a:pt x="1216344" y="39541"/>
                </a:lnTo>
                <a:lnTo>
                  <a:pt x="1215846" y="39315"/>
                </a:lnTo>
                <a:lnTo>
                  <a:pt x="1215343" y="39095"/>
                </a:lnTo>
                <a:lnTo>
                  <a:pt x="1214835" y="38883"/>
                </a:lnTo>
                <a:lnTo>
                  <a:pt x="1214321" y="38677"/>
                </a:lnTo>
                <a:lnTo>
                  <a:pt x="1213802" y="38479"/>
                </a:lnTo>
                <a:lnTo>
                  <a:pt x="1213277" y="38288"/>
                </a:lnTo>
                <a:lnTo>
                  <a:pt x="1212747" y="38104"/>
                </a:lnTo>
                <a:lnTo>
                  <a:pt x="1212212" y="37927"/>
                </a:lnTo>
                <a:lnTo>
                  <a:pt x="1211670" y="37757"/>
                </a:lnTo>
                <a:lnTo>
                  <a:pt x="1211124" y="37594"/>
                </a:lnTo>
                <a:lnTo>
                  <a:pt x="1210572" y="37438"/>
                </a:lnTo>
                <a:lnTo>
                  <a:pt x="1210015" y="37289"/>
                </a:lnTo>
                <a:lnTo>
                  <a:pt x="1209455" y="37146"/>
                </a:lnTo>
                <a:lnTo>
                  <a:pt x="1208892" y="37010"/>
                </a:lnTo>
                <a:lnTo>
                  <a:pt x="1208326" y="36880"/>
                </a:lnTo>
                <a:lnTo>
                  <a:pt x="1207757" y="36756"/>
                </a:lnTo>
                <a:lnTo>
                  <a:pt x="1207184" y="36638"/>
                </a:lnTo>
                <a:lnTo>
                  <a:pt x="1206608" y="36527"/>
                </a:lnTo>
                <a:lnTo>
                  <a:pt x="1206029" y="36423"/>
                </a:lnTo>
                <a:lnTo>
                  <a:pt x="1205446" y="36324"/>
                </a:lnTo>
                <a:lnTo>
                  <a:pt x="1204860" y="36232"/>
                </a:lnTo>
                <a:lnTo>
                  <a:pt x="1204271" y="36146"/>
                </a:lnTo>
                <a:lnTo>
                  <a:pt x="1203679" y="36067"/>
                </a:lnTo>
                <a:lnTo>
                  <a:pt x="1203083" y="35994"/>
                </a:lnTo>
                <a:lnTo>
                  <a:pt x="1202485" y="35927"/>
                </a:lnTo>
                <a:lnTo>
                  <a:pt x="1201883" y="35867"/>
                </a:lnTo>
                <a:lnTo>
                  <a:pt x="1201277" y="35813"/>
                </a:lnTo>
                <a:lnTo>
                  <a:pt x="1200669" y="35766"/>
                </a:lnTo>
                <a:lnTo>
                  <a:pt x="1200057" y="35724"/>
                </a:lnTo>
                <a:lnTo>
                  <a:pt x="1199442" y="35689"/>
                </a:lnTo>
                <a:lnTo>
                  <a:pt x="1198824" y="35661"/>
                </a:lnTo>
                <a:lnTo>
                  <a:pt x="1198202" y="35639"/>
                </a:lnTo>
                <a:lnTo>
                  <a:pt x="1197577" y="35623"/>
                </a:lnTo>
                <a:lnTo>
                  <a:pt x="1196949" y="35613"/>
                </a:lnTo>
                <a:lnTo>
                  <a:pt x="1196318" y="35610"/>
                </a:lnTo>
                <a:lnTo>
                  <a:pt x="1195678" y="35613"/>
                </a:lnTo>
                <a:lnTo>
                  <a:pt x="1195043" y="35622"/>
                </a:lnTo>
                <a:lnTo>
                  <a:pt x="1194411" y="35636"/>
                </a:lnTo>
                <a:lnTo>
                  <a:pt x="1193783" y="35657"/>
                </a:lnTo>
                <a:lnTo>
                  <a:pt x="1193159" y="35683"/>
                </a:lnTo>
                <a:lnTo>
                  <a:pt x="1192538" y="35715"/>
                </a:lnTo>
                <a:lnTo>
                  <a:pt x="1191922" y="35753"/>
                </a:lnTo>
                <a:lnTo>
                  <a:pt x="1191309" y="35796"/>
                </a:lnTo>
                <a:lnTo>
                  <a:pt x="1190700" y="35846"/>
                </a:lnTo>
                <a:lnTo>
                  <a:pt x="1190094" y="35901"/>
                </a:lnTo>
                <a:lnTo>
                  <a:pt x="1189493" y="35962"/>
                </a:lnTo>
                <a:lnTo>
                  <a:pt x="1188895" y="36029"/>
                </a:lnTo>
                <a:lnTo>
                  <a:pt x="1188301" y="36102"/>
                </a:lnTo>
                <a:lnTo>
                  <a:pt x="1187710" y="36181"/>
                </a:lnTo>
                <a:lnTo>
                  <a:pt x="1187124" y="36265"/>
                </a:lnTo>
                <a:lnTo>
                  <a:pt x="1186541" y="36355"/>
                </a:lnTo>
                <a:lnTo>
                  <a:pt x="1185962" y="36451"/>
                </a:lnTo>
                <a:lnTo>
                  <a:pt x="1185387" y="36553"/>
                </a:lnTo>
                <a:lnTo>
                  <a:pt x="1184815" y="36661"/>
                </a:lnTo>
                <a:lnTo>
                  <a:pt x="1184248" y="36775"/>
                </a:lnTo>
                <a:lnTo>
                  <a:pt x="1183684" y="36894"/>
                </a:lnTo>
                <a:lnTo>
                  <a:pt x="1183124" y="37019"/>
                </a:lnTo>
                <a:lnTo>
                  <a:pt x="1182567" y="37150"/>
                </a:lnTo>
                <a:lnTo>
                  <a:pt x="1182014" y="37287"/>
                </a:lnTo>
                <a:lnTo>
                  <a:pt x="1181467" y="37429"/>
                </a:lnTo>
                <a:lnTo>
                  <a:pt x="1180925" y="37578"/>
                </a:lnTo>
                <a:lnTo>
                  <a:pt x="1180389" y="37732"/>
                </a:lnTo>
                <a:lnTo>
                  <a:pt x="1179859" y="37892"/>
                </a:lnTo>
                <a:lnTo>
                  <a:pt x="1179336" y="38057"/>
                </a:lnTo>
                <a:lnTo>
                  <a:pt x="1178818" y="38229"/>
                </a:lnTo>
                <a:lnTo>
                  <a:pt x="1178306" y="38406"/>
                </a:lnTo>
                <a:lnTo>
                  <a:pt x="1177800" y="38590"/>
                </a:lnTo>
                <a:lnTo>
                  <a:pt x="1177300" y="38779"/>
                </a:lnTo>
                <a:lnTo>
                  <a:pt x="1176807" y="38974"/>
                </a:lnTo>
                <a:lnTo>
                  <a:pt x="1176319" y="39174"/>
                </a:lnTo>
                <a:lnTo>
                  <a:pt x="1175837" y="39381"/>
                </a:lnTo>
                <a:lnTo>
                  <a:pt x="1175361" y="39593"/>
                </a:lnTo>
                <a:lnTo>
                  <a:pt x="1174891" y="39811"/>
                </a:lnTo>
                <a:lnTo>
                  <a:pt x="1174427" y="40036"/>
                </a:lnTo>
                <a:lnTo>
                  <a:pt x="1173970" y="40265"/>
                </a:lnTo>
                <a:lnTo>
                  <a:pt x="1173518" y="40501"/>
                </a:lnTo>
                <a:lnTo>
                  <a:pt x="1173072" y="40743"/>
                </a:lnTo>
                <a:lnTo>
                  <a:pt x="1172632" y="40990"/>
                </a:lnTo>
                <a:lnTo>
                  <a:pt x="1172198" y="41243"/>
                </a:lnTo>
                <a:lnTo>
                  <a:pt x="1171770" y="41502"/>
                </a:lnTo>
                <a:lnTo>
                  <a:pt x="1171348" y="41767"/>
                </a:lnTo>
                <a:lnTo>
                  <a:pt x="1170932" y="42038"/>
                </a:lnTo>
                <a:lnTo>
                  <a:pt x="1170523" y="42315"/>
                </a:lnTo>
                <a:lnTo>
                  <a:pt x="1170119" y="42597"/>
                </a:lnTo>
                <a:lnTo>
                  <a:pt x="1169724" y="42885"/>
                </a:lnTo>
                <a:lnTo>
                  <a:pt x="1169336" y="43179"/>
                </a:lnTo>
                <a:lnTo>
                  <a:pt x="1168955" y="43478"/>
                </a:lnTo>
                <a:lnTo>
                  <a:pt x="1168582" y="43784"/>
                </a:lnTo>
                <a:lnTo>
                  <a:pt x="1168217" y="44095"/>
                </a:lnTo>
                <a:lnTo>
                  <a:pt x="1167859" y="44412"/>
                </a:lnTo>
                <a:lnTo>
                  <a:pt x="1167509" y="44735"/>
                </a:lnTo>
                <a:lnTo>
                  <a:pt x="1167166" y="45064"/>
                </a:lnTo>
                <a:lnTo>
                  <a:pt x="1166830" y="45398"/>
                </a:lnTo>
                <a:lnTo>
                  <a:pt x="1166503" y="45739"/>
                </a:lnTo>
                <a:lnTo>
                  <a:pt x="1166182" y="46085"/>
                </a:lnTo>
                <a:lnTo>
                  <a:pt x="1165870" y="46437"/>
                </a:lnTo>
                <a:lnTo>
                  <a:pt x="1165564" y="46795"/>
                </a:lnTo>
                <a:lnTo>
                  <a:pt x="1165267" y="47158"/>
                </a:lnTo>
                <a:lnTo>
                  <a:pt x="1164977" y="47528"/>
                </a:lnTo>
                <a:lnTo>
                  <a:pt x="1164694" y="47903"/>
                </a:lnTo>
                <a:lnTo>
                  <a:pt x="1164419" y="48284"/>
                </a:lnTo>
                <a:lnTo>
                  <a:pt x="1164152" y="48671"/>
                </a:lnTo>
                <a:lnTo>
                  <a:pt x="1163892" y="49064"/>
                </a:lnTo>
                <a:lnTo>
                  <a:pt x="1163639" y="49462"/>
                </a:lnTo>
                <a:lnTo>
                  <a:pt x="1163394" y="49867"/>
                </a:lnTo>
                <a:lnTo>
                  <a:pt x="1163157" y="50277"/>
                </a:lnTo>
                <a:lnTo>
                  <a:pt x="1162927" y="50693"/>
                </a:lnTo>
                <a:lnTo>
                  <a:pt x="1162706" y="51115"/>
                </a:lnTo>
                <a:lnTo>
                  <a:pt x="1162494" y="51542"/>
                </a:lnTo>
                <a:lnTo>
                  <a:pt x="1162291" y="51975"/>
                </a:lnTo>
                <a:lnTo>
                  <a:pt x="1162098" y="52413"/>
                </a:lnTo>
                <a:lnTo>
                  <a:pt x="1161915" y="52856"/>
                </a:lnTo>
                <a:lnTo>
                  <a:pt x="1161740" y="53305"/>
                </a:lnTo>
                <a:lnTo>
                  <a:pt x="1161575" y="53760"/>
                </a:lnTo>
                <a:lnTo>
                  <a:pt x="1161420" y="54220"/>
                </a:lnTo>
                <a:lnTo>
                  <a:pt x="1161274" y="54685"/>
                </a:lnTo>
                <a:lnTo>
                  <a:pt x="1161137" y="55156"/>
                </a:lnTo>
                <a:lnTo>
                  <a:pt x="1161010" y="55633"/>
                </a:lnTo>
                <a:lnTo>
                  <a:pt x="1160893" y="56115"/>
                </a:lnTo>
                <a:lnTo>
                  <a:pt x="1160784" y="56602"/>
                </a:lnTo>
                <a:lnTo>
                  <a:pt x="1160685" y="57095"/>
                </a:lnTo>
                <a:lnTo>
                  <a:pt x="1160596" y="57593"/>
                </a:lnTo>
                <a:lnTo>
                  <a:pt x="1160516" y="58097"/>
                </a:lnTo>
                <a:lnTo>
                  <a:pt x="1160445" y="58606"/>
                </a:lnTo>
                <a:lnTo>
                  <a:pt x="1160384" y="59121"/>
                </a:lnTo>
                <a:lnTo>
                  <a:pt x="1160332" y="59641"/>
                </a:lnTo>
                <a:lnTo>
                  <a:pt x="1160290" y="60167"/>
                </a:lnTo>
                <a:lnTo>
                  <a:pt x="1160257" y="60698"/>
                </a:lnTo>
                <a:lnTo>
                  <a:pt x="1160233" y="61234"/>
                </a:lnTo>
                <a:lnTo>
                  <a:pt x="1160219" y="61776"/>
                </a:lnTo>
                <a:lnTo>
                  <a:pt x="1160214" y="62324"/>
                </a:lnTo>
                <a:lnTo>
                  <a:pt x="1160221" y="63021"/>
                </a:lnTo>
                <a:lnTo>
                  <a:pt x="1160241" y="63709"/>
                </a:lnTo>
                <a:lnTo>
                  <a:pt x="1160275" y="64386"/>
                </a:lnTo>
                <a:lnTo>
                  <a:pt x="1160321" y="65054"/>
                </a:lnTo>
                <a:lnTo>
                  <a:pt x="1160381" y="65711"/>
                </a:lnTo>
                <a:lnTo>
                  <a:pt x="1160455" y="66358"/>
                </a:lnTo>
                <a:lnTo>
                  <a:pt x="1160542" y="66996"/>
                </a:lnTo>
                <a:lnTo>
                  <a:pt x="1160642" y="67623"/>
                </a:lnTo>
                <a:lnTo>
                  <a:pt x="1160755" y="68240"/>
                </a:lnTo>
                <a:lnTo>
                  <a:pt x="1160882" y="68847"/>
                </a:lnTo>
                <a:lnTo>
                  <a:pt x="1161023" y="69444"/>
                </a:lnTo>
                <a:lnTo>
                  <a:pt x="1161176" y="70031"/>
                </a:lnTo>
                <a:lnTo>
                  <a:pt x="1161343" y="70608"/>
                </a:lnTo>
                <a:lnTo>
                  <a:pt x="1161523" y="71175"/>
                </a:lnTo>
                <a:lnTo>
                  <a:pt x="1161717" y="71732"/>
                </a:lnTo>
                <a:lnTo>
                  <a:pt x="1161924" y="72279"/>
                </a:lnTo>
                <a:lnTo>
                  <a:pt x="1162145" y="72815"/>
                </a:lnTo>
                <a:lnTo>
                  <a:pt x="1162378" y="73342"/>
                </a:lnTo>
                <a:lnTo>
                  <a:pt x="1162626" y="73859"/>
                </a:lnTo>
                <a:lnTo>
                  <a:pt x="1162886" y="74365"/>
                </a:lnTo>
                <a:lnTo>
                  <a:pt x="1163160" y="74862"/>
                </a:lnTo>
                <a:lnTo>
                  <a:pt x="1163447" y="75348"/>
                </a:lnTo>
                <a:lnTo>
                  <a:pt x="1163748" y="75825"/>
                </a:lnTo>
                <a:lnTo>
                  <a:pt x="1164061" y="76291"/>
                </a:lnTo>
                <a:lnTo>
                  <a:pt x="1164389" y="76749"/>
                </a:lnTo>
                <a:lnTo>
                  <a:pt x="1164729" y="77200"/>
                </a:lnTo>
                <a:lnTo>
                  <a:pt x="1165083" y="77645"/>
                </a:lnTo>
                <a:lnTo>
                  <a:pt x="1165451" y="78083"/>
                </a:lnTo>
                <a:lnTo>
                  <a:pt x="1165831" y="78514"/>
                </a:lnTo>
                <a:lnTo>
                  <a:pt x="1166225" y="78939"/>
                </a:lnTo>
                <a:lnTo>
                  <a:pt x="1166633" y="79356"/>
                </a:lnTo>
                <a:lnTo>
                  <a:pt x="1167054" y="79767"/>
                </a:lnTo>
                <a:lnTo>
                  <a:pt x="1167488" y="80172"/>
                </a:lnTo>
                <a:lnTo>
                  <a:pt x="1167935" y="80570"/>
                </a:lnTo>
                <a:lnTo>
                  <a:pt x="1168396" y="80961"/>
                </a:lnTo>
                <a:lnTo>
                  <a:pt x="1168870" y="81345"/>
                </a:lnTo>
                <a:lnTo>
                  <a:pt x="1169358" y="81723"/>
                </a:lnTo>
                <a:lnTo>
                  <a:pt x="1169859" y="82093"/>
                </a:lnTo>
                <a:lnTo>
                  <a:pt x="1170373" y="82458"/>
                </a:lnTo>
                <a:lnTo>
                  <a:pt x="1170901" y="82815"/>
                </a:lnTo>
                <a:lnTo>
                  <a:pt x="1171442" y="83166"/>
                </a:lnTo>
                <a:lnTo>
                  <a:pt x="1171996" y="83510"/>
                </a:lnTo>
                <a:lnTo>
                  <a:pt x="1172564" y="83847"/>
                </a:lnTo>
                <a:lnTo>
                  <a:pt x="1173145" y="84178"/>
                </a:lnTo>
                <a:lnTo>
                  <a:pt x="1173739" y="84502"/>
                </a:lnTo>
                <a:lnTo>
                  <a:pt x="1174347" y="84819"/>
                </a:lnTo>
                <a:lnTo>
                  <a:pt x="1174968" y="85130"/>
                </a:lnTo>
                <a:lnTo>
                  <a:pt x="1175603" y="85434"/>
                </a:lnTo>
                <a:lnTo>
                  <a:pt x="1176250" y="85733"/>
                </a:lnTo>
                <a:lnTo>
                  <a:pt x="1176910" y="86029"/>
                </a:lnTo>
                <a:lnTo>
                  <a:pt x="1177582" y="86321"/>
                </a:lnTo>
                <a:lnTo>
                  <a:pt x="1178266" y="86611"/>
                </a:lnTo>
                <a:lnTo>
                  <a:pt x="1178963" y="86898"/>
                </a:lnTo>
                <a:lnTo>
                  <a:pt x="1179672" y="87182"/>
                </a:lnTo>
                <a:lnTo>
                  <a:pt x="1180393" y="87463"/>
                </a:lnTo>
                <a:lnTo>
                  <a:pt x="1181127" y="87741"/>
                </a:lnTo>
                <a:lnTo>
                  <a:pt x="1181873" y="88016"/>
                </a:lnTo>
                <a:lnTo>
                  <a:pt x="1182631" y="88288"/>
                </a:lnTo>
                <a:lnTo>
                  <a:pt x="1183402" y="88557"/>
                </a:lnTo>
                <a:lnTo>
                  <a:pt x="1184185" y="88823"/>
                </a:lnTo>
                <a:lnTo>
                  <a:pt x="1184980" y="89085"/>
                </a:lnTo>
                <a:lnTo>
                  <a:pt x="1185788" y="89345"/>
                </a:lnTo>
                <a:lnTo>
                  <a:pt x="1186608" y="89602"/>
                </a:lnTo>
                <a:lnTo>
                  <a:pt x="1187440" y="89856"/>
                </a:lnTo>
                <a:lnTo>
                  <a:pt x="1188284" y="90107"/>
                </a:lnTo>
                <a:lnTo>
                  <a:pt x="1189141" y="90356"/>
                </a:lnTo>
                <a:lnTo>
                  <a:pt x="1190011" y="90601"/>
                </a:lnTo>
                <a:lnTo>
                  <a:pt x="1190892" y="90843"/>
                </a:lnTo>
                <a:lnTo>
                  <a:pt x="1191786" y="91082"/>
                </a:lnTo>
                <a:lnTo>
                  <a:pt x="1192693" y="91318"/>
                </a:lnTo>
                <a:lnTo>
                  <a:pt x="1193611" y="91551"/>
                </a:lnTo>
                <a:lnTo>
                  <a:pt x="1194542" y="91781"/>
                </a:lnTo>
                <a:lnTo>
                  <a:pt x="1195678" y="92061"/>
                </a:lnTo>
                <a:lnTo>
                  <a:pt x="1196786" y="92341"/>
                </a:lnTo>
                <a:lnTo>
                  <a:pt x="1197864" y="92622"/>
                </a:lnTo>
                <a:lnTo>
                  <a:pt x="1198914" y="92904"/>
                </a:lnTo>
                <a:lnTo>
                  <a:pt x="1199935" y="93186"/>
                </a:lnTo>
                <a:lnTo>
                  <a:pt x="1200926" y="93469"/>
                </a:lnTo>
                <a:lnTo>
                  <a:pt x="1201889" y="93753"/>
                </a:lnTo>
                <a:lnTo>
                  <a:pt x="1202823" y="94038"/>
                </a:lnTo>
                <a:lnTo>
                  <a:pt x="1203727" y="94323"/>
                </a:lnTo>
                <a:lnTo>
                  <a:pt x="1204603" y="94609"/>
                </a:lnTo>
                <a:lnTo>
                  <a:pt x="1205450" y="94896"/>
                </a:lnTo>
                <a:lnTo>
                  <a:pt x="1206268" y="95183"/>
                </a:lnTo>
                <a:lnTo>
                  <a:pt x="1207057" y="95472"/>
                </a:lnTo>
                <a:lnTo>
                  <a:pt x="1207817" y="95761"/>
                </a:lnTo>
                <a:lnTo>
                  <a:pt x="1208549" y="96050"/>
                </a:lnTo>
                <a:lnTo>
                  <a:pt x="1209251" y="96341"/>
                </a:lnTo>
                <a:lnTo>
                  <a:pt x="1209924" y="96632"/>
                </a:lnTo>
                <a:lnTo>
                  <a:pt x="1210569" y="96923"/>
                </a:lnTo>
                <a:lnTo>
                  <a:pt x="1211184" y="97216"/>
                </a:lnTo>
                <a:lnTo>
                  <a:pt x="1211770" y="97509"/>
                </a:lnTo>
                <a:lnTo>
                  <a:pt x="1212328" y="97803"/>
                </a:lnTo>
                <a:lnTo>
                  <a:pt x="1212856" y="98098"/>
                </a:lnTo>
                <a:lnTo>
                  <a:pt x="1213356" y="98393"/>
                </a:lnTo>
                <a:lnTo>
                  <a:pt x="1213827" y="98689"/>
                </a:lnTo>
                <a:lnTo>
                  <a:pt x="1214274" y="98992"/>
                </a:lnTo>
                <a:lnTo>
                  <a:pt x="1214701" y="99308"/>
                </a:lnTo>
                <a:lnTo>
                  <a:pt x="1215110" y="99636"/>
                </a:lnTo>
                <a:lnTo>
                  <a:pt x="1215500" y="99978"/>
                </a:lnTo>
                <a:lnTo>
                  <a:pt x="1215870" y="100333"/>
                </a:lnTo>
                <a:lnTo>
                  <a:pt x="1216222" y="100701"/>
                </a:lnTo>
                <a:lnTo>
                  <a:pt x="1216555" y="101082"/>
                </a:lnTo>
                <a:lnTo>
                  <a:pt x="1216868" y="101476"/>
                </a:lnTo>
                <a:lnTo>
                  <a:pt x="1217163" y="101884"/>
                </a:lnTo>
                <a:lnTo>
                  <a:pt x="1217439" y="102304"/>
                </a:lnTo>
                <a:lnTo>
                  <a:pt x="1217695" y="102737"/>
                </a:lnTo>
                <a:lnTo>
                  <a:pt x="1217933" y="103184"/>
                </a:lnTo>
                <a:lnTo>
                  <a:pt x="1218151" y="103643"/>
                </a:lnTo>
                <a:lnTo>
                  <a:pt x="1218351" y="104115"/>
                </a:lnTo>
                <a:lnTo>
                  <a:pt x="1218532" y="104601"/>
                </a:lnTo>
                <a:lnTo>
                  <a:pt x="1218693" y="105100"/>
                </a:lnTo>
                <a:lnTo>
                  <a:pt x="1218836" y="105611"/>
                </a:lnTo>
                <a:lnTo>
                  <a:pt x="1218959" y="106136"/>
                </a:lnTo>
                <a:lnTo>
                  <a:pt x="1219064" y="106674"/>
                </a:lnTo>
                <a:lnTo>
                  <a:pt x="1219149" y="107224"/>
                </a:lnTo>
                <a:lnTo>
                  <a:pt x="1219216" y="107788"/>
                </a:lnTo>
                <a:lnTo>
                  <a:pt x="1219263" y="108365"/>
                </a:lnTo>
                <a:lnTo>
                  <a:pt x="1219292" y="108955"/>
                </a:lnTo>
                <a:lnTo>
                  <a:pt x="1219301" y="109558"/>
                </a:lnTo>
                <a:lnTo>
                  <a:pt x="1219291" y="110277"/>
                </a:lnTo>
                <a:lnTo>
                  <a:pt x="1219259" y="110979"/>
                </a:lnTo>
                <a:lnTo>
                  <a:pt x="1219207" y="111663"/>
                </a:lnTo>
                <a:lnTo>
                  <a:pt x="1219133" y="112330"/>
                </a:lnTo>
                <a:lnTo>
                  <a:pt x="1219038" y="112980"/>
                </a:lnTo>
                <a:lnTo>
                  <a:pt x="1218922" y="113613"/>
                </a:lnTo>
                <a:lnTo>
                  <a:pt x="1218785" y="114229"/>
                </a:lnTo>
                <a:lnTo>
                  <a:pt x="1218627" y="114828"/>
                </a:lnTo>
                <a:lnTo>
                  <a:pt x="1218448" y="115409"/>
                </a:lnTo>
                <a:lnTo>
                  <a:pt x="1218248" y="115974"/>
                </a:lnTo>
                <a:lnTo>
                  <a:pt x="1218027" y="116521"/>
                </a:lnTo>
                <a:lnTo>
                  <a:pt x="1217785" y="117051"/>
                </a:lnTo>
                <a:lnTo>
                  <a:pt x="1217522" y="117564"/>
                </a:lnTo>
                <a:lnTo>
                  <a:pt x="1217237" y="118060"/>
                </a:lnTo>
                <a:lnTo>
                  <a:pt x="1216932" y="118539"/>
                </a:lnTo>
                <a:lnTo>
                  <a:pt x="1216605" y="119001"/>
                </a:lnTo>
                <a:lnTo>
                  <a:pt x="1216258" y="119445"/>
                </a:lnTo>
                <a:lnTo>
                  <a:pt x="1215889" y="119872"/>
                </a:lnTo>
                <a:lnTo>
                  <a:pt x="1215499" y="120283"/>
                </a:lnTo>
                <a:lnTo>
                  <a:pt x="1215089" y="120676"/>
                </a:lnTo>
                <a:lnTo>
                  <a:pt x="1214657" y="121052"/>
                </a:lnTo>
                <a:lnTo>
                  <a:pt x="1214204" y="121411"/>
                </a:lnTo>
                <a:lnTo>
                  <a:pt x="1213730" y="121752"/>
                </a:lnTo>
                <a:lnTo>
                  <a:pt x="1213235" y="122077"/>
                </a:lnTo>
                <a:lnTo>
                  <a:pt x="1212724" y="122386"/>
                </a:lnTo>
                <a:lnTo>
                  <a:pt x="1212201" y="122682"/>
                </a:lnTo>
                <a:lnTo>
                  <a:pt x="1211667" y="122965"/>
                </a:lnTo>
                <a:lnTo>
                  <a:pt x="1211121" y="123235"/>
                </a:lnTo>
                <a:lnTo>
                  <a:pt x="1210564" y="123492"/>
                </a:lnTo>
                <a:lnTo>
                  <a:pt x="1209995" y="123736"/>
                </a:lnTo>
                <a:lnTo>
                  <a:pt x="1209415" y="123966"/>
                </a:lnTo>
                <a:lnTo>
                  <a:pt x="1208823" y="124183"/>
                </a:lnTo>
                <a:lnTo>
                  <a:pt x="1208220" y="124387"/>
                </a:lnTo>
                <a:lnTo>
                  <a:pt x="1207606" y="124578"/>
                </a:lnTo>
                <a:lnTo>
                  <a:pt x="1206980" y="124756"/>
                </a:lnTo>
                <a:lnTo>
                  <a:pt x="1206342" y="124920"/>
                </a:lnTo>
                <a:lnTo>
                  <a:pt x="1205693" y="125072"/>
                </a:lnTo>
                <a:lnTo>
                  <a:pt x="1205033" y="125210"/>
                </a:lnTo>
                <a:lnTo>
                  <a:pt x="1204361" y="125335"/>
                </a:lnTo>
                <a:lnTo>
                  <a:pt x="1203678" y="125447"/>
                </a:lnTo>
                <a:lnTo>
                  <a:pt x="1202983" y="125546"/>
                </a:lnTo>
                <a:lnTo>
                  <a:pt x="1202276" y="125631"/>
                </a:lnTo>
                <a:lnTo>
                  <a:pt x="1201559" y="125704"/>
                </a:lnTo>
                <a:lnTo>
                  <a:pt x="1200829" y="125763"/>
                </a:lnTo>
                <a:lnTo>
                  <a:pt x="1200088" y="125809"/>
                </a:lnTo>
                <a:lnTo>
                  <a:pt x="1199336" y="125842"/>
                </a:lnTo>
                <a:lnTo>
                  <a:pt x="1198573" y="125862"/>
                </a:lnTo>
                <a:lnTo>
                  <a:pt x="1197797" y="125868"/>
                </a:lnTo>
                <a:lnTo>
                  <a:pt x="1196932" y="125860"/>
                </a:lnTo>
                <a:lnTo>
                  <a:pt x="1196079" y="125835"/>
                </a:lnTo>
                <a:lnTo>
                  <a:pt x="1195238" y="125793"/>
                </a:lnTo>
                <a:lnTo>
                  <a:pt x="1194409" y="125735"/>
                </a:lnTo>
                <a:lnTo>
                  <a:pt x="1193593" y="125660"/>
                </a:lnTo>
                <a:lnTo>
                  <a:pt x="1192788" y="125568"/>
                </a:lnTo>
                <a:lnTo>
                  <a:pt x="1191996" y="125459"/>
                </a:lnTo>
                <a:lnTo>
                  <a:pt x="1191216" y="125334"/>
                </a:lnTo>
                <a:lnTo>
                  <a:pt x="1190448" y="125192"/>
                </a:lnTo>
                <a:lnTo>
                  <a:pt x="1189692" y="125034"/>
                </a:lnTo>
                <a:lnTo>
                  <a:pt x="1188948" y="124859"/>
                </a:lnTo>
                <a:lnTo>
                  <a:pt x="1188217" y="124667"/>
                </a:lnTo>
                <a:lnTo>
                  <a:pt x="1187497" y="124458"/>
                </a:lnTo>
                <a:lnTo>
                  <a:pt x="1186790" y="124233"/>
                </a:lnTo>
                <a:lnTo>
                  <a:pt x="1186095" y="123991"/>
                </a:lnTo>
                <a:lnTo>
                  <a:pt x="1185412" y="123732"/>
                </a:lnTo>
                <a:lnTo>
                  <a:pt x="1184741" y="123457"/>
                </a:lnTo>
                <a:lnTo>
                  <a:pt x="1184083" y="123165"/>
                </a:lnTo>
                <a:lnTo>
                  <a:pt x="1183437" y="122856"/>
                </a:lnTo>
                <a:lnTo>
                  <a:pt x="1182802" y="122531"/>
                </a:lnTo>
                <a:lnTo>
                  <a:pt x="1182180" y="122189"/>
                </a:lnTo>
                <a:lnTo>
                  <a:pt x="1181570" y="121830"/>
                </a:lnTo>
                <a:lnTo>
                  <a:pt x="1180972" y="121455"/>
                </a:lnTo>
                <a:lnTo>
                  <a:pt x="1180387" y="121063"/>
                </a:lnTo>
                <a:lnTo>
                  <a:pt x="1179819" y="120650"/>
                </a:lnTo>
                <a:lnTo>
                  <a:pt x="1179276" y="120213"/>
                </a:lnTo>
                <a:lnTo>
                  <a:pt x="1178757" y="119752"/>
                </a:lnTo>
                <a:lnTo>
                  <a:pt x="1178262" y="119267"/>
                </a:lnTo>
                <a:lnTo>
                  <a:pt x="1177791" y="118758"/>
                </a:lnTo>
                <a:lnTo>
                  <a:pt x="1177344" y="118224"/>
                </a:lnTo>
                <a:lnTo>
                  <a:pt x="1176922" y="117666"/>
                </a:lnTo>
                <a:lnTo>
                  <a:pt x="1176523" y="117084"/>
                </a:lnTo>
                <a:lnTo>
                  <a:pt x="1176149" y="116478"/>
                </a:lnTo>
                <a:lnTo>
                  <a:pt x="1175799" y="115847"/>
                </a:lnTo>
                <a:lnTo>
                  <a:pt x="1175473" y="115192"/>
                </a:lnTo>
                <a:lnTo>
                  <a:pt x="1175171" y="114514"/>
                </a:lnTo>
                <a:lnTo>
                  <a:pt x="1174893" y="113810"/>
                </a:lnTo>
                <a:lnTo>
                  <a:pt x="1174640" y="113083"/>
                </a:lnTo>
                <a:lnTo>
                  <a:pt x="1174411" y="112332"/>
                </a:lnTo>
                <a:lnTo>
                  <a:pt x="1174205" y="111556"/>
                </a:lnTo>
                <a:lnTo>
                  <a:pt x="1174024" y="110756"/>
                </a:lnTo>
                <a:lnTo>
                  <a:pt x="1173867" y="109932"/>
                </a:lnTo>
                <a:lnTo>
                  <a:pt x="1173734" y="109083"/>
                </a:lnTo>
                <a:lnTo>
                  <a:pt x="1173626" y="108211"/>
                </a:lnTo>
                <a:lnTo>
                  <a:pt x="1173541" y="107314"/>
                </a:lnTo>
                <a:lnTo>
                  <a:pt x="1173481" y="106393"/>
                </a:lnTo>
                <a:lnTo>
                  <a:pt x="1173445" y="105448"/>
                </a:lnTo>
                <a:lnTo>
                  <a:pt x="1173433" y="104478"/>
                </a:lnTo>
                <a:lnTo>
                  <a:pt x="1157551" y="104478"/>
                </a:lnTo>
                <a:lnTo>
                  <a:pt x="1157556" y="105235"/>
                </a:lnTo>
                <a:lnTo>
                  <a:pt x="1157573" y="105983"/>
                </a:lnTo>
                <a:lnTo>
                  <a:pt x="1157600" y="106722"/>
                </a:lnTo>
                <a:lnTo>
                  <a:pt x="1157637" y="107451"/>
                </a:lnTo>
                <a:lnTo>
                  <a:pt x="1157686" y="108171"/>
                </a:lnTo>
                <a:lnTo>
                  <a:pt x="1157745" y="108881"/>
                </a:lnTo>
                <a:lnTo>
                  <a:pt x="1157815" y="109583"/>
                </a:lnTo>
                <a:lnTo>
                  <a:pt x="1157896" y="110275"/>
                </a:lnTo>
                <a:lnTo>
                  <a:pt x="1157988" y="110957"/>
                </a:lnTo>
                <a:lnTo>
                  <a:pt x="1158091" y="111630"/>
                </a:lnTo>
                <a:lnTo>
                  <a:pt x="1158204" y="112294"/>
                </a:lnTo>
                <a:lnTo>
                  <a:pt x="1158328" y="112948"/>
                </a:lnTo>
                <a:lnTo>
                  <a:pt x="1158463" y="113594"/>
                </a:lnTo>
                <a:lnTo>
                  <a:pt x="1158608" y="114229"/>
                </a:lnTo>
                <a:lnTo>
                  <a:pt x="1158765" y="114856"/>
                </a:lnTo>
                <a:lnTo>
                  <a:pt x="1158932" y="115473"/>
                </a:lnTo>
                <a:lnTo>
                  <a:pt x="1159110" y="116081"/>
                </a:lnTo>
                <a:lnTo>
                  <a:pt x="1159299" y="116679"/>
                </a:lnTo>
                <a:lnTo>
                  <a:pt x="1159498" y="117268"/>
                </a:lnTo>
                <a:lnTo>
                  <a:pt x="1159709" y="117848"/>
                </a:lnTo>
                <a:lnTo>
                  <a:pt x="1159930" y="118418"/>
                </a:lnTo>
                <a:lnTo>
                  <a:pt x="1160162" y="118979"/>
                </a:lnTo>
                <a:lnTo>
                  <a:pt x="1160405" y="119531"/>
                </a:lnTo>
                <a:lnTo>
                  <a:pt x="1160658" y="120073"/>
                </a:lnTo>
                <a:lnTo>
                  <a:pt x="1160921" y="120606"/>
                </a:lnTo>
                <a:lnTo>
                  <a:pt x="1161193" y="121131"/>
                </a:lnTo>
                <a:lnTo>
                  <a:pt x="1161473" y="121646"/>
                </a:lnTo>
                <a:lnTo>
                  <a:pt x="1161761" y="122154"/>
                </a:lnTo>
                <a:lnTo>
                  <a:pt x="1162058" y="122652"/>
                </a:lnTo>
                <a:lnTo>
                  <a:pt x="1162363" y="123142"/>
                </a:lnTo>
                <a:lnTo>
                  <a:pt x="1162676" y="123623"/>
                </a:lnTo>
                <a:lnTo>
                  <a:pt x="1162998" y="124096"/>
                </a:lnTo>
                <a:lnTo>
                  <a:pt x="1163329" y="124560"/>
                </a:lnTo>
                <a:lnTo>
                  <a:pt x="1163667" y="125015"/>
                </a:lnTo>
                <a:lnTo>
                  <a:pt x="1164014" y="125462"/>
                </a:lnTo>
                <a:lnTo>
                  <a:pt x="1164370" y="125900"/>
                </a:lnTo>
                <a:lnTo>
                  <a:pt x="1164734" y="126329"/>
                </a:lnTo>
                <a:lnTo>
                  <a:pt x="1165106" y="126750"/>
                </a:lnTo>
                <a:lnTo>
                  <a:pt x="1165486" y="127162"/>
                </a:lnTo>
                <a:lnTo>
                  <a:pt x="1165875" y="127566"/>
                </a:lnTo>
                <a:lnTo>
                  <a:pt x="1166273" y="127961"/>
                </a:lnTo>
                <a:lnTo>
                  <a:pt x="1166679" y="128347"/>
                </a:lnTo>
                <a:lnTo>
                  <a:pt x="1167093" y="128724"/>
                </a:lnTo>
                <a:lnTo>
                  <a:pt x="1167515" y="129093"/>
                </a:lnTo>
                <a:lnTo>
                  <a:pt x="1167946" y="129454"/>
                </a:lnTo>
                <a:lnTo>
                  <a:pt x="1168386" y="129805"/>
                </a:lnTo>
                <a:lnTo>
                  <a:pt x="1168833" y="130149"/>
                </a:lnTo>
                <a:lnTo>
                  <a:pt x="1169290" y="130483"/>
                </a:lnTo>
                <a:lnTo>
                  <a:pt x="1169753" y="130809"/>
                </a:lnTo>
                <a:lnTo>
                  <a:pt x="1170222" y="131128"/>
                </a:lnTo>
                <a:lnTo>
                  <a:pt x="1170698" y="131440"/>
                </a:lnTo>
                <a:lnTo>
                  <a:pt x="1171179" y="131744"/>
                </a:lnTo>
                <a:lnTo>
                  <a:pt x="1171666" y="132041"/>
                </a:lnTo>
                <a:lnTo>
                  <a:pt x="1172159" y="132330"/>
                </a:lnTo>
                <a:lnTo>
                  <a:pt x="1172659" y="132612"/>
                </a:lnTo>
                <a:lnTo>
                  <a:pt x="1173164" y="132887"/>
                </a:lnTo>
                <a:lnTo>
                  <a:pt x="1173675" y="133154"/>
                </a:lnTo>
                <a:lnTo>
                  <a:pt x="1174193" y="133414"/>
                </a:lnTo>
                <a:lnTo>
                  <a:pt x="1174716" y="133666"/>
                </a:lnTo>
                <a:lnTo>
                  <a:pt x="1175245" y="133911"/>
                </a:lnTo>
                <a:lnTo>
                  <a:pt x="1175780" y="134148"/>
                </a:lnTo>
                <a:lnTo>
                  <a:pt x="1176322" y="134378"/>
                </a:lnTo>
                <a:lnTo>
                  <a:pt x="1176869" y="134601"/>
                </a:lnTo>
                <a:lnTo>
                  <a:pt x="1177422" y="134816"/>
                </a:lnTo>
                <a:lnTo>
                  <a:pt x="1177981" y="135024"/>
                </a:lnTo>
                <a:lnTo>
                  <a:pt x="1178547" y="135225"/>
                </a:lnTo>
                <a:lnTo>
                  <a:pt x="1179118" y="135418"/>
                </a:lnTo>
                <a:lnTo>
                  <a:pt x="1179695" y="135603"/>
                </a:lnTo>
                <a:lnTo>
                  <a:pt x="1180278" y="135782"/>
                </a:lnTo>
                <a:lnTo>
                  <a:pt x="1180867" y="135953"/>
                </a:lnTo>
                <a:lnTo>
                  <a:pt x="1181463" y="136116"/>
                </a:lnTo>
                <a:lnTo>
                  <a:pt x="1182064" y="136272"/>
                </a:lnTo>
                <a:lnTo>
                  <a:pt x="1182669" y="136421"/>
                </a:lnTo>
                <a:lnTo>
                  <a:pt x="1183278" y="136564"/>
                </a:lnTo>
                <a:lnTo>
                  <a:pt x="1183889" y="136700"/>
                </a:lnTo>
                <a:lnTo>
                  <a:pt x="1184504" y="136831"/>
                </a:lnTo>
                <a:lnTo>
                  <a:pt x="1185121" y="136954"/>
                </a:lnTo>
                <a:lnTo>
                  <a:pt x="1185741" y="137072"/>
                </a:lnTo>
                <a:lnTo>
                  <a:pt x="1186364" y="137183"/>
                </a:lnTo>
                <a:lnTo>
                  <a:pt x="1186990" y="137288"/>
                </a:lnTo>
                <a:lnTo>
                  <a:pt x="1187619" y="137386"/>
                </a:lnTo>
                <a:lnTo>
                  <a:pt x="1188251" y="137478"/>
                </a:lnTo>
                <a:lnTo>
                  <a:pt x="1188886" y="137564"/>
                </a:lnTo>
                <a:lnTo>
                  <a:pt x="1189524" y="137643"/>
                </a:lnTo>
                <a:lnTo>
                  <a:pt x="1190164" y="137716"/>
                </a:lnTo>
                <a:lnTo>
                  <a:pt x="1190808" y="137783"/>
                </a:lnTo>
                <a:lnTo>
                  <a:pt x="1191454" y="137843"/>
                </a:lnTo>
                <a:lnTo>
                  <a:pt x="1192103" y="137897"/>
                </a:lnTo>
                <a:lnTo>
                  <a:pt x="1192756" y="137945"/>
                </a:lnTo>
                <a:lnTo>
                  <a:pt x="1193411" y="137986"/>
                </a:lnTo>
                <a:lnTo>
                  <a:pt x="1194069" y="138021"/>
                </a:lnTo>
                <a:lnTo>
                  <a:pt x="1194730" y="138049"/>
                </a:lnTo>
                <a:lnTo>
                  <a:pt x="1195394" y="138071"/>
                </a:lnTo>
                <a:lnTo>
                  <a:pt x="1196060" y="138087"/>
                </a:lnTo>
                <a:lnTo>
                  <a:pt x="1196730" y="138097"/>
                </a:lnTo>
                <a:lnTo>
                  <a:pt x="1197403" y="138100"/>
                </a:lnTo>
                <a:lnTo>
                  <a:pt x="1198075" y="138097"/>
                </a:lnTo>
                <a:lnTo>
                  <a:pt x="1198743" y="138088"/>
                </a:lnTo>
                <a:lnTo>
                  <a:pt x="1199407" y="138073"/>
                </a:lnTo>
                <a:lnTo>
                  <a:pt x="1200068" y="138052"/>
                </a:lnTo>
                <a:lnTo>
                  <a:pt x="1200724" y="138025"/>
                </a:lnTo>
                <a:close/>
                <a:moveTo>
                  <a:pt x="1338382" y="138390"/>
                </a:moveTo>
                <a:lnTo>
                  <a:pt x="1338231" y="138878"/>
                </a:lnTo>
                <a:lnTo>
                  <a:pt x="1338067" y="139360"/>
                </a:lnTo>
                <a:lnTo>
                  <a:pt x="1337891" y="139837"/>
                </a:lnTo>
                <a:lnTo>
                  <a:pt x="1337703" y="140308"/>
                </a:lnTo>
                <a:lnTo>
                  <a:pt x="1337503" y="140773"/>
                </a:lnTo>
                <a:lnTo>
                  <a:pt x="1337291" y="141232"/>
                </a:lnTo>
                <a:lnTo>
                  <a:pt x="1337067" y="141685"/>
                </a:lnTo>
                <a:lnTo>
                  <a:pt x="1336832" y="142133"/>
                </a:lnTo>
                <a:lnTo>
                  <a:pt x="1336584" y="142574"/>
                </a:lnTo>
                <a:lnTo>
                  <a:pt x="1336324" y="143010"/>
                </a:lnTo>
                <a:lnTo>
                  <a:pt x="1336052" y="143440"/>
                </a:lnTo>
                <a:lnTo>
                  <a:pt x="1335768" y="143864"/>
                </a:lnTo>
                <a:lnTo>
                  <a:pt x="1335473" y="144283"/>
                </a:lnTo>
                <a:lnTo>
                  <a:pt x="1335165" y="144695"/>
                </a:lnTo>
                <a:lnTo>
                  <a:pt x="1334845" y="145102"/>
                </a:lnTo>
                <a:lnTo>
                  <a:pt x="1334513" y="145503"/>
                </a:lnTo>
                <a:lnTo>
                  <a:pt x="1334170" y="145898"/>
                </a:lnTo>
                <a:lnTo>
                  <a:pt x="1333814" y="146287"/>
                </a:lnTo>
                <a:lnTo>
                  <a:pt x="1333450" y="146670"/>
                </a:lnTo>
                <a:lnTo>
                  <a:pt x="1333081" y="147046"/>
                </a:lnTo>
                <a:lnTo>
                  <a:pt x="1332707" y="147414"/>
                </a:lnTo>
                <a:lnTo>
                  <a:pt x="1332329" y="147775"/>
                </a:lnTo>
                <a:lnTo>
                  <a:pt x="1331946" y="148129"/>
                </a:lnTo>
                <a:lnTo>
                  <a:pt x="1331558" y="148476"/>
                </a:lnTo>
                <a:lnTo>
                  <a:pt x="1331165" y="148816"/>
                </a:lnTo>
                <a:lnTo>
                  <a:pt x="1330767" y="149148"/>
                </a:lnTo>
                <a:lnTo>
                  <a:pt x="1330365" y="149473"/>
                </a:lnTo>
                <a:lnTo>
                  <a:pt x="1329957" y="149791"/>
                </a:lnTo>
                <a:lnTo>
                  <a:pt x="1329545" y="150102"/>
                </a:lnTo>
                <a:lnTo>
                  <a:pt x="1329129" y="150406"/>
                </a:lnTo>
                <a:lnTo>
                  <a:pt x="1328707" y="150702"/>
                </a:lnTo>
                <a:lnTo>
                  <a:pt x="1328280" y="150991"/>
                </a:lnTo>
                <a:lnTo>
                  <a:pt x="1327849" y="151273"/>
                </a:lnTo>
                <a:lnTo>
                  <a:pt x="1327413" y="151548"/>
                </a:lnTo>
                <a:lnTo>
                  <a:pt x="1326972" y="151816"/>
                </a:lnTo>
                <a:lnTo>
                  <a:pt x="1326527" y="152076"/>
                </a:lnTo>
                <a:lnTo>
                  <a:pt x="1326076" y="152330"/>
                </a:lnTo>
                <a:lnTo>
                  <a:pt x="1325621" y="152576"/>
                </a:lnTo>
                <a:lnTo>
                  <a:pt x="1325161" y="152815"/>
                </a:lnTo>
                <a:lnTo>
                  <a:pt x="1324696" y="153046"/>
                </a:lnTo>
                <a:lnTo>
                  <a:pt x="1324227" y="153271"/>
                </a:lnTo>
                <a:lnTo>
                  <a:pt x="1323753" y="153488"/>
                </a:lnTo>
                <a:lnTo>
                  <a:pt x="1327896" y="162761"/>
                </a:lnTo>
                <a:lnTo>
                  <a:pt x="1328477" y="162503"/>
                </a:lnTo>
                <a:lnTo>
                  <a:pt x="1329053" y="162239"/>
                </a:lnTo>
                <a:lnTo>
                  <a:pt x="1329624" y="161970"/>
                </a:lnTo>
                <a:lnTo>
                  <a:pt x="1330190" y="161695"/>
                </a:lnTo>
                <a:lnTo>
                  <a:pt x="1330752" y="161414"/>
                </a:lnTo>
                <a:lnTo>
                  <a:pt x="1331308" y="161127"/>
                </a:lnTo>
                <a:lnTo>
                  <a:pt x="1331859" y="160834"/>
                </a:lnTo>
                <a:lnTo>
                  <a:pt x="1332406" y="160536"/>
                </a:lnTo>
                <a:lnTo>
                  <a:pt x="1332947" y="160231"/>
                </a:lnTo>
                <a:lnTo>
                  <a:pt x="1333484" y="159921"/>
                </a:lnTo>
                <a:lnTo>
                  <a:pt x="1334015" y="159605"/>
                </a:lnTo>
                <a:lnTo>
                  <a:pt x="1334542" y="159284"/>
                </a:lnTo>
                <a:lnTo>
                  <a:pt x="1335063" y="158956"/>
                </a:lnTo>
                <a:lnTo>
                  <a:pt x="1335580" y="158623"/>
                </a:lnTo>
                <a:lnTo>
                  <a:pt x="1336091" y="158283"/>
                </a:lnTo>
                <a:lnTo>
                  <a:pt x="1336598" y="157938"/>
                </a:lnTo>
                <a:lnTo>
                  <a:pt x="1337100" y="157587"/>
                </a:lnTo>
                <a:lnTo>
                  <a:pt x="1337596" y="157231"/>
                </a:lnTo>
                <a:lnTo>
                  <a:pt x="1338088" y="156868"/>
                </a:lnTo>
                <a:lnTo>
                  <a:pt x="1338575" y="156500"/>
                </a:lnTo>
                <a:lnTo>
                  <a:pt x="1339057" y="156125"/>
                </a:lnTo>
                <a:lnTo>
                  <a:pt x="1339534" y="155745"/>
                </a:lnTo>
                <a:lnTo>
                  <a:pt x="1340006" y="155360"/>
                </a:lnTo>
                <a:lnTo>
                  <a:pt x="1340472" y="154968"/>
                </a:lnTo>
                <a:lnTo>
                  <a:pt x="1340933" y="154570"/>
                </a:lnTo>
                <a:lnTo>
                  <a:pt x="1341386" y="154164"/>
                </a:lnTo>
                <a:lnTo>
                  <a:pt x="1341830" y="153751"/>
                </a:lnTo>
                <a:lnTo>
                  <a:pt x="1342267" y="153331"/>
                </a:lnTo>
                <a:lnTo>
                  <a:pt x="1342696" y="152903"/>
                </a:lnTo>
                <a:lnTo>
                  <a:pt x="1343117" y="152468"/>
                </a:lnTo>
                <a:lnTo>
                  <a:pt x="1343531" y="152026"/>
                </a:lnTo>
                <a:lnTo>
                  <a:pt x="1343936" y="151576"/>
                </a:lnTo>
                <a:lnTo>
                  <a:pt x="1344333" y="151119"/>
                </a:lnTo>
                <a:lnTo>
                  <a:pt x="1344723" y="150654"/>
                </a:lnTo>
                <a:lnTo>
                  <a:pt x="1345105" y="150182"/>
                </a:lnTo>
                <a:lnTo>
                  <a:pt x="1345479" y="149703"/>
                </a:lnTo>
                <a:lnTo>
                  <a:pt x="1345845" y="149216"/>
                </a:lnTo>
                <a:lnTo>
                  <a:pt x="1346203" y="148722"/>
                </a:lnTo>
                <a:lnTo>
                  <a:pt x="1346553" y="148221"/>
                </a:lnTo>
                <a:lnTo>
                  <a:pt x="1346895" y="147712"/>
                </a:lnTo>
                <a:lnTo>
                  <a:pt x="1347230" y="147196"/>
                </a:lnTo>
                <a:lnTo>
                  <a:pt x="1347556" y="146673"/>
                </a:lnTo>
                <a:lnTo>
                  <a:pt x="1347875" y="146142"/>
                </a:lnTo>
                <a:lnTo>
                  <a:pt x="1348186" y="145604"/>
                </a:lnTo>
                <a:lnTo>
                  <a:pt x="1348489" y="145058"/>
                </a:lnTo>
                <a:lnTo>
                  <a:pt x="1348784" y="144505"/>
                </a:lnTo>
                <a:lnTo>
                  <a:pt x="1349071" y="143945"/>
                </a:lnTo>
                <a:lnTo>
                  <a:pt x="1349350" y="143377"/>
                </a:lnTo>
                <a:lnTo>
                  <a:pt x="1349620" y="142802"/>
                </a:lnTo>
                <a:lnTo>
                  <a:pt x="1349878" y="142217"/>
                </a:lnTo>
                <a:lnTo>
                  <a:pt x="1350125" y="141624"/>
                </a:lnTo>
                <a:lnTo>
                  <a:pt x="1350360" y="141022"/>
                </a:lnTo>
                <a:lnTo>
                  <a:pt x="1350584" y="140412"/>
                </a:lnTo>
                <a:lnTo>
                  <a:pt x="1350796" y="139792"/>
                </a:lnTo>
                <a:lnTo>
                  <a:pt x="1350997" y="139164"/>
                </a:lnTo>
                <a:lnTo>
                  <a:pt x="1351186" y="138527"/>
                </a:lnTo>
                <a:lnTo>
                  <a:pt x="1351364" y="137882"/>
                </a:lnTo>
                <a:lnTo>
                  <a:pt x="1351530" y="137228"/>
                </a:lnTo>
                <a:lnTo>
                  <a:pt x="1351685" y="136565"/>
                </a:lnTo>
                <a:lnTo>
                  <a:pt x="1351829" y="135893"/>
                </a:lnTo>
                <a:lnTo>
                  <a:pt x="1351961" y="135212"/>
                </a:lnTo>
                <a:lnTo>
                  <a:pt x="1352081" y="134523"/>
                </a:lnTo>
                <a:lnTo>
                  <a:pt x="1352190" y="133825"/>
                </a:lnTo>
                <a:lnTo>
                  <a:pt x="1352288" y="133119"/>
                </a:lnTo>
                <a:lnTo>
                  <a:pt x="1352374" y="132403"/>
                </a:lnTo>
                <a:lnTo>
                  <a:pt x="1352448" y="131679"/>
                </a:lnTo>
                <a:lnTo>
                  <a:pt x="1352511" y="130946"/>
                </a:lnTo>
                <a:lnTo>
                  <a:pt x="1352563" y="130204"/>
                </a:lnTo>
                <a:lnTo>
                  <a:pt x="1352603" y="129454"/>
                </a:lnTo>
                <a:lnTo>
                  <a:pt x="1352632" y="128695"/>
                </a:lnTo>
                <a:lnTo>
                  <a:pt x="1352649" y="127927"/>
                </a:lnTo>
                <a:lnTo>
                  <a:pt x="1352655" y="127151"/>
                </a:lnTo>
                <a:lnTo>
                  <a:pt x="1352649" y="126492"/>
                </a:lnTo>
                <a:lnTo>
                  <a:pt x="1352630" y="125848"/>
                </a:lnTo>
                <a:lnTo>
                  <a:pt x="1352599" y="125218"/>
                </a:lnTo>
                <a:lnTo>
                  <a:pt x="1352556" y="124602"/>
                </a:lnTo>
                <a:lnTo>
                  <a:pt x="1352501" y="124001"/>
                </a:lnTo>
                <a:lnTo>
                  <a:pt x="1352433" y="123415"/>
                </a:lnTo>
                <a:lnTo>
                  <a:pt x="1352353" y="122842"/>
                </a:lnTo>
                <a:lnTo>
                  <a:pt x="1352260" y="122284"/>
                </a:lnTo>
                <a:lnTo>
                  <a:pt x="1352155" y="121741"/>
                </a:lnTo>
                <a:lnTo>
                  <a:pt x="1352038" y="121212"/>
                </a:lnTo>
                <a:lnTo>
                  <a:pt x="1351909" y="120697"/>
                </a:lnTo>
                <a:lnTo>
                  <a:pt x="1351767" y="120196"/>
                </a:lnTo>
                <a:lnTo>
                  <a:pt x="1351613" y="119710"/>
                </a:lnTo>
                <a:lnTo>
                  <a:pt x="1351446" y="119239"/>
                </a:lnTo>
                <a:lnTo>
                  <a:pt x="1351268" y="118781"/>
                </a:lnTo>
                <a:lnTo>
                  <a:pt x="1351077" y="118339"/>
                </a:lnTo>
                <a:lnTo>
                  <a:pt x="1350873" y="117910"/>
                </a:lnTo>
                <a:lnTo>
                  <a:pt x="1350657" y="117496"/>
                </a:lnTo>
                <a:lnTo>
                  <a:pt x="1350429" y="117096"/>
                </a:lnTo>
                <a:lnTo>
                  <a:pt x="1350189" y="116711"/>
                </a:lnTo>
                <a:lnTo>
                  <a:pt x="1349936" y="116340"/>
                </a:lnTo>
                <a:lnTo>
                  <a:pt x="1349671" y="115983"/>
                </a:lnTo>
                <a:lnTo>
                  <a:pt x="1349393" y="115641"/>
                </a:lnTo>
                <a:lnTo>
                  <a:pt x="1349104" y="115314"/>
                </a:lnTo>
                <a:lnTo>
                  <a:pt x="1348805" y="115000"/>
                </a:lnTo>
                <a:lnTo>
                  <a:pt x="1348499" y="114699"/>
                </a:lnTo>
                <a:lnTo>
                  <a:pt x="1348187" y="114412"/>
                </a:lnTo>
                <a:lnTo>
                  <a:pt x="1347868" y="114138"/>
                </a:lnTo>
                <a:lnTo>
                  <a:pt x="1347543" y="113878"/>
                </a:lnTo>
                <a:lnTo>
                  <a:pt x="1347211" y="113630"/>
                </a:lnTo>
                <a:lnTo>
                  <a:pt x="1346873" y="113397"/>
                </a:lnTo>
                <a:lnTo>
                  <a:pt x="1346528" y="113176"/>
                </a:lnTo>
                <a:lnTo>
                  <a:pt x="1346177" y="112969"/>
                </a:lnTo>
                <a:lnTo>
                  <a:pt x="1345819" y="112776"/>
                </a:lnTo>
                <a:lnTo>
                  <a:pt x="1345455" y="112595"/>
                </a:lnTo>
                <a:lnTo>
                  <a:pt x="1345084" y="112428"/>
                </a:lnTo>
                <a:lnTo>
                  <a:pt x="1344707" y="112275"/>
                </a:lnTo>
                <a:lnTo>
                  <a:pt x="1344323" y="112134"/>
                </a:lnTo>
                <a:lnTo>
                  <a:pt x="1343933" y="112007"/>
                </a:lnTo>
                <a:lnTo>
                  <a:pt x="1343536" y="111894"/>
                </a:lnTo>
                <a:lnTo>
                  <a:pt x="1343133" y="111794"/>
                </a:lnTo>
                <a:lnTo>
                  <a:pt x="1342723" y="111707"/>
                </a:lnTo>
                <a:lnTo>
                  <a:pt x="1342306" y="111633"/>
                </a:lnTo>
                <a:lnTo>
                  <a:pt x="1341884" y="111573"/>
                </a:lnTo>
                <a:lnTo>
                  <a:pt x="1341454" y="111527"/>
                </a:lnTo>
                <a:lnTo>
                  <a:pt x="1341018" y="111493"/>
                </a:lnTo>
                <a:lnTo>
                  <a:pt x="1340576" y="111473"/>
                </a:lnTo>
                <a:lnTo>
                  <a:pt x="1340127" y="111466"/>
                </a:lnTo>
                <a:lnTo>
                  <a:pt x="1339670" y="111473"/>
                </a:lnTo>
                <a:lnTo>
                  <a:pt x="1339220" y="111491"/>
                </a:lnTo>
                <a:lnTo>
                  <a:pt x="1338776" y="111521"/>
                </a:lnTo>
                <a:lnTo>
                  <a:pt x="1338338" y="111564"/>
                </a:lnTo>
                <a:lnTo>
                  <a:pt x="1337907" y="111618"/>
                </a:lnTo>
                <a:lnTo>
                  <a:pt x="1337482" y="111685"/>
                </a:lnTo>
                <a:lnTo>
                  <a:pt x="1337064" y="111764"/>
                </a:lnTo>
                <a:lnTo>
                  <a:pt x="1336653" y="111856"/>
                </a:lnTo>
                <a:lnTo>
                  <a:pt x="1336248" y="111959"/>
                </a:lnTo>
                <a:lnTo>
                  <a:pt x="1335849" y="112074"/>
                </a:lnTo>
                <a:lnTo>
                  <a:pt x="1335457" y="112202"/>
                </a:lnTo>
                <a:lnTo>
                  <a:pt x="1335072" y="112342"/>
                </a:lnTo>
                <a:lnTo>
                  <a:pt x="1334693" y="112494"/>
                </a:lnTo>
                <a:lnTo>
                  <a:pt x="1334320" y="112658"/>
                </a:lnTo>
                <a:lnTo>
                  <a:pt x="1333954" y="112834"/>
                </a:lnTo>
                <a:lnTo>
                  <a:pt x="1333595" y="113023"/>
                </a:lnTo>
                <a:lnTo>
                  <a:pt x="1333242" y="113223"/>
                </a:lnTo>
                <a:lnTo>
                  <a:pt x="1332895" y="113436"/>
                </a:lnTo>
                <a:lnTo>
                  <a:pt x="1332556" y="113661"/>
                </a:lnTo>
                <a:lnTo>
                  <a:pt x="1332222" y="113898"/>
                </a:lnTo>
                <a:lnTo>
                  <a:pt x="1331895" y="114148"/>
                </a:lnTo>
                <a:lnTo>
                  <a:pt x="1331575" y="114409"/>
                </a:lnTo>
                <a:lnTo>
                  <a:pt x="1331261" y="114683"/>
                </a:lnTo>
                <a:lnTo>
                  <a:pt x="1330953" y="114968"/>
                </a:lnTo>
                <a:lnTo>
                  <a:pt x="1330656" y="115263"/>
                </a:lnTo>
                <a:lnTo>
                  <a:pt x="1330370" y="115565"/>
                </a:lnTo>
                <a:lnTo>
                  <a:pt x="1330098" y="115874"/>
                </a:lnTo>
                <a:lnTo>
                  <a:pt x="1329838" y="116189"/>
                </a:lnTo>
                <a:lnTo>
                  <a:pt x="1329591" y="116511"/>
                </a:lnTo>
                <a:lnTo>
                  <a:pt x="1329357" y="116839"/>
                </a:lnTo>
                <a:lnTo>
                  <a:pt x="1329135" y="117175"/>
                </a:lnTo>
                <a:lnTo>
                  <a:pt x="1328926" y="117517"/>
                </a:lnTo>
                <a:lnTo>
                  <a:pt x="1328729" y="117865"/>
                </a:lnTo>
                <a:lnTo>
                  <a:pt x="1328546" y="118220"/>
                </a:lnTo>
                <a:lnTo>
                  <a:pt x="1328375" y="118582"/>
                </a:lnTo>
                <a:lnTo>
                  <a:pt x="1328216" y="118951"/>
                </a:lnTo>
                <a:lnTo>
                  <a:pt x="1328070" y="119326"/>
                </a:lnTo>
                <a:lnTo>
                  <a:pt x="1327937" y="119708"/>
                </a:lnTo>
                <a:lnTo>
                  <a:pt x="1327817" y="120097"/>
                </a:lnTo>
                <a:lnTo>
                  <a:pt x="1327709" y="120492"/>
                </a:lnTo>
                <a:lnTo>
                  <a:pt x="1327614" y="120894"/>
                </a:lnTo>
                <a:lnTo>
                  <a:pt x="1327532" y="121303"/>
                </a:lnTo>
                <a:lnTo>
                  <a:pt x="1327462" y="121718"/>
                </a:lnTo>
                <a:lnTo>
                  <a:pt x="1327405" y="122140"/>
                </a:lnTo>
                <a:lnTo>
                  <a:pt x="1327361" y="122569"/>
                </a:lnTo>
                <a:lnTo>
                  <a:pt x="1327329" y="123005"/>
                </a:lnTo>
                <a:lnTo>
                  <a:pt x="1327310" y="123447"/>
                </a:lnTo>
                <a:lnTo>
                  <a:pt x="1327304" y="123895"/>
                </a:lnTo>
                <a:lnTo>
                  <a:pt x="1327310" y="124328"/>
                </a:lnTo>
                <a:lnTo>
                  <a:pt x="1327329" y="124755"/>
                </a:lnTo>
                <a:lnTo>
                  <a:pt x="1327361" y="125177"/>
                </a:lnTo>
                <a:lnTo>
                  <a:pt x="1327405" y="125593"/>
                </a:lnTo>
                <a:lnTo>
                  <a:pt x="1327462" y="126003"/>
                </a:lnTo>
                <a:lnTo>
                  <a:pt x="1327532" y="126408"/>
                </a:lnTo>
                <a:lnTo>
                  <a:pt x="1327614" y="126807"/>
                </a:lnTo>
                <a:lnTo>
                  <a:pt x="1327709" y="127200"/>
                </a:lnTo>
                <a:lnTo>
                  <a:pt x="1327817" y="127588"/>
                </a:lnTo>
                <a:lnTo>
                  <a:pt x="1327937" y="127970"/>
                </a:lnTo>
                <a:lnTo>
                  <a:pt x="1328070" y="128346"/>
                </a:lnTo>
                <a:lnTo>
                  <a:pt x="1328216" y="128717"/>
                </a:lnTo>
                <a:lnTo>
                  <a:pt x="1328375" y="129082"/>
                </a:lnTo>
                <a:lnTo>
                  <a:pt x="1328546" y="129441"/>
                </a:lnTo>
                <a:lnTo>
                  <a:pt x="1328729" y="129795"/>
                </a:lnTo>
                <a:lnTo>
                  <a:pt x="1328926" y="130143"/>
                </a:lnTo>
                <a:lnTo>
                  <a:pt x="1329135" y="130485"/>
                </a:lnTo>
                <a:lnTo>
                  <a:pt x="1329357" y="130822"/>
                </a:lnTo>
                <a:lnTo>
                  <a:pt x="1329591" y="131153"/>
                </a:lnTo>
                <a:lnTo>
                  <a:pt x="1329838" y="131479"/>
                </a:lnTo>
                <a:lnTo>
                  <a:pt x="1330098" y="131798"/>
                </a:lnTo>
                <a:lnTo>
                  <a:pt x="1330370" y="132113"/>
                </a:lnTo>
                <a:lnTo>
                  <a:pt x="1330656" y="132421"/>
                </a:lnTo>
                <a:lnTo>
                  <a:pt x="1330953" y="132724"/>
                </a:lnTo>
                <a:lnTo>
                  <a:pt x="1331261" y="133018"/>
                </a:lnTo>
                <a:lnTo>
                  <a:pt x="1331575" y="133299"/>
                </a:lnTo>
                <a:lnTo>
                  <a:pt x="1331895" y="133568"/>
                </a:lnTo>
                <a:lnTo>
                  <a:pt x="1332222" y="133824"/>
                </a:lnTo>
                <a:lnTo>
                  <a:pt x="1332556" y="134068"/>
                </a:lnTo>
                <a:lnTo>
                  <a:pt x="1332895" y="134299"/>
                </a:lnTo>
                <a:lnTo>
                  <a:pt x="1333242" y="134518"/>
                </a:lnTo>
                <a:lnTo>
                  <a:pt x="1333595" y="134724"/>
                </a:lnTo>
                <a:lnTo>
                  <a:pt x="1333954" y="134918"/>
                </a:lnTo>
                <a:lnTo>
                  <a:pt x="1334320" y="135099"/>
                </a:lnTo>
                <a:lnTo>
                  <a:pt x="1334693" y="135268"/>
                </a:lnTo>
                <a:lnTo>
                  <a:pt x="1335072" y="135424"/>
                </a:lnTo>
                <a:lnTo>
                  <a:pt x="1335457" y="135568"/>
                </a:lnTo>
                <a:lnTo>
                  <a:pt x="1335849" y="135699"/>
                </a:lnTo>
                <a:lnTo>
                  <a:pt x="1336248" y="135818"/>
                </a:lnTo>
                <a:lnTo>
                  <a:pt x="1336653" y="135924"/>
                </a:lnTo>
                <a:lnTo>
                  <a:pt x="1337064" y="136018"/>
                </a:lnTo>
                <a:lnTo>
                  <a:pt x="1337482" y="136099"/>
                </a:lnTo>
                <a:lnTo>
                  <a:pt x="1337907" y="136168"/>
                </a:lnTo>
                <a:lnTo>
                  <a:pt x="1338338" y="136224"/>
                </a:lnTo>
                <a:lnTo>
                  <a:pt x="1338776" y="136268"/>
                </a:lnTo>
                <a:lnTo>
                  <a:pt x="1338888" y="136276"/>
                </a:lnTo>
                <a:lnTo>
                  <a:pt x="1338870" y="136379"/>
                </a:lnTo>
                <a:lnTo>
                  <a:pt x="1338766" y="136890"/>
                </a:lnTo>
                <a:lnTo>
                  <a:pt x="1338650" y="137396"/>
                </a:lnTo>
                <a:lnTo>
                  <a:pt x="1338522" y="137896"/>
                </a:lnTo>
                <a:lnTo>
                  <a:pt x="1338382" y="13839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" name="Text needtounderstand">
            <a:extLst xmlns:a="http://schemas.openxmlformats.org/drawingml/2006/main">
              <a:ext uri="{FF2B5EF4-FFF2-40B4-BE49-F238E27FC236}">
                <a16:creationId xmlns:a16="http://schemas.microsoft.com/office/drawing/2014/main" id="{BAE79BFA-1A75-4587-97ED-3ED4D158D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03" y="5671189"/>
            <a:ext cx="1663081" cy="134409"/>
          </a:xfrm>
          <a:custGeom xmlns:a="http://schemas.openxmlformats.org/drawingml/2006/main">
            <a:pathLst>
              <a:path w="1663081" h="134409">
                <a:moveTo>
                  <a:pt x="0" y="132635"/>
                </a:moveTo>
                <a:lnTo>
                  <a:pt x="0" y="33701"/>
                </a:lnTo>
                <a:lnTo>
                  <a:pt x="15766" y="33701"/>
                </a:lnTo>
                <a:lnTo>
                  <a:pt x="16358" y="48186"/>
                </a:lnTo>
                <a:cubicBezTo>
                  <a:pt x="19314" y="44310"/>
                  <a:pt x="23551" y="40648"/>
                  <a:pt x="29069" y="37199"/>
                </a:cubicBezTo>
                <a:cubicBezTo>
                  <a:pt x="34588" y="33750"/>
                  <a:pt x="41650" y="32026"/>
                  <a:pt x="50256" y="32026"/>
                </a:cubicBezTo>
                <a:cubicBezTo>
                  <a:pt x="60766" y="32026"/>
                  <a:pt x="68420" y="35233"/>
                  <a:pt x="73215" y="41649"/>
                </a:cubicBezTo>
                <a:cubicBezTo>
                  <a:pt x="78011" y="48064"/>
                  <a:pt x="80409" y="57076"/>
                  <a:pt x="80409" y="68686"/>
                </a:cubicBezTo>
                <a:lnTo>
                  <a:pt x="80409" y="132635"/>
                </a:lnTo>
                <a:lnTo>
                  <a:pt x="63953" y="132635"/>
                </a:lnTo>
                <a:lnTo>
                  <a:pt x="63953" y="70801"/>
                </a:lnTo>
                <a:cubicBezTo>
                  <a:pt x="63953" y="65954"/>
                  <a:pt x="63460" y="61654"/>
                  <a:pt x="62474" y="57902"/>
                </a:cubicBezTo>
                <a:cubicBezTo>
                  <a:pt x="61489" y="54147"/>
                  <a:pt x="59732" y="51195"/>
                  <a:pt x="57203" y="49045"/>
                </a:cubicBezTo>
                <a:cubicBezTo>
                  <a:pt x="54673" y="46896"/>
                  <a:pt x="51011" y="45821"/>
                  <a:pt x="46215" y="45821"/>
                </a:cubicBezTo>
                <a:cubicBezTo>
                  <a:pt x="39055" y="45821"/>
                  <a:pt x="33044" y="47511"/>
                  <a:pt x="28183" y="50890"/>
                </a:cubicBezTo>
                <a:cubicBezTo>
                  <a:pt x="23321" y="54267"/>
                  <a:pt x="19412" y="57969"/>
                  <a:pt x="16456" y="61997"/>
                </a:cubicBezTo>
                <a:lnTo>
                  <a:pt x="16456" y="132635"/>
                </a:lnTo>
                <a:lnTo>
                  <a:pt x="0" y="132635"/>
                </a:lnTo>
                <a:close/>
                <a:moveTo>
                  <a:pt x="153326" y="134409"/>
                </a:moveTo>
                <a:cubicBezTo>
                  <a:pt x="142881" y="134409"/>
                  <a:pt x="134324" y="132160"/>
                  <a:pt x="127656" y="127662"/>
                </a:cubicBezTo>
                <a:cubicBezTo>
                  <a:pt x="120989" y="123162"/>
                  <a:pt x="116045" y="117040"/>
                  <a:pt x="112826" y="109297"/>
                </a:cubicBezTo>
                <a:cubicBezTo>
                  <a:pt x="109607" y="101551"/>
                  <a:pt x="107998" y="92841"/>
                  <a:pt x="107998" y="83168"/>
                </a:cubicBezTo>
                <a:cubicBezTo>
                  <a:pt x="107998" y="73088"/>
                  <a:pt x="109558" y="64209"/>
                  <a:pt x="112678" y="56531"/>
                </a:cubicBezTo>
                <a:cubicBezTo>
                  <a:pt x="115799" y="48853"/>
                  <a:pt x="120562" y="42850"/>
                  <a:pt x="126967" y="38520"/>
                </a:cubicBezTo>
                <a:cubicBezTo>
                  <a:pt x="133372" y="34190"/>
                  <a:pt x="141501" y="32026"/>
                  <a:pt x="151355" y="32026"/>
                </a:cubicBezTo>
                <a:cubicBezTo>
                  <a:pt x="164428" y="32026"/>
                  <a:pt x="174677" y="36079"/>
                  <a:pt x="182100" y="44186"/>
                </a:cubicBezTo>
                <a:cubicBezTo>
                  <a:pt x="189523" y="52291"/>
                  <a:pt x="193235" y="63943"/>
                  <a:pt x="193235" y="79143"/>
                </a:cubicBezTo>
                <a:cubicBezTo>
                  <a:pt x="193235" y="80157"/>
                  <a:pt x="193202" y="81357"/>
                  <a:pt x="193136" y="82743"/>
                </a:cubicBezTo>
                <a:cubicBezTo>
                  <a:pt x="193071" y="84127"/>
                  <a:pt x="192972" y="85122"/>
                  <a:pt x="192841" y="85730"/>
                </a:cubicBezTo>
                <a:lnTo>
                  <a:pt x="124454" y="85730"/>
                </a:lnTo>
                <a:cubicBezTo>
                  <a:pt x="124520" y="92238"/>
                  <a:pt x="125521" y="98215"/>
                  <a:pt x="127459" y="103661"/>
                </a:cubicBezTo>
                <a:cubicBezTo>
                  <a:pt x="129397" y="109108"/>
                  <a:pt x="132469" y="113475"/>
                  <a:pt x="136673" y="116764"/>
                </a:cubicBezTo>
                <a:cubicBezTo>
                  <a:pt x="140877" y="120053"/>
                  <a:pt x="146428" y="121697"/>
                  <a:pt x="153326" y="121697"/>
                </a:cubicBezTo>
                <a:cubicBezTo>
                  <a:pt x="160684" y="121697"/>
                  <a:pt x="166432" y="119884"/>
                  <a:pt x="170571" y="116259"/>
                </a:cubicBezTo>
                <a:cubicBezTo>
                  <a:pt x="174709" y="112634"/>
                  <a:pt x="176877" y="107403"/>
                  <a:pt x="177074" y="100566"/>
                </a:cubicBezTo>
                <a:lnTo>
                  <a:pt x="193334" y="100566"/>
                </a:lnTo>
                <a:cubicBezTo>
                  <a:pt x="193136" y="107544"/>
                  <a:pt x="191396" y="113557"/>
                  <a:pt x="188111" y="118605"/>
                </a:cubicBezTo>
                <a:cubicBezTo>
                  <a:pt x="184826" y="123654"/>
                  <a:pt x="180228" y="127550"/>
                  <a:pt x="174315" y="130295"/>
                </a:cubicBezTo>
                <a:cubicBezTo>
                  <a:pt x="168403" y="133038"/>
                  <a:pt x="161406" y="134409"/>
                  <a:pt x="153326" y="134409"/>
                </a:cubicBezTo>
                <a:moveTo>
                  <a:pt x="124552" y="73708"/>
                </a:moveTo>
                <a:lnTo>
                  <a:pt x="176976" y="73708"/>
                </a:lnTo>
                <a:cubicBezTo>
                  <a:pt x="176779" y="64295"/>
                  <a:pt x="174447" y="57098"/>
                  <a:pt x="169979" y="52115"/>
                </a:cubicBezTo>
                <a:cubicBezTo>
                  <a:pt x="165512" y="47131"/>
                  <a:pt x="159304" y="44639"/>
                  <a:pt x="151355" y="44639"/>
                </a:cubicBezTo>
                <a:cubicBezTo>
                  <a:pt x="143341" y="44639"/>
                  <a:pt x="137051" y="47114"/>
                  <a:pt x="132485" y="52063"/>
                </a:cubicBezTo>
                <a:cubicBezTo>
                  <a:pt x="127919" y="57011"/>
                  <a:pt x="125275" y="64226"/>
                  <a:pt x="124552" y="73708"/>
                </a:cubicBezTo>
                <a:close/>
                <a:moveTo>
                  <a:pt x="260286" y="134409"/>
                </a:moveTo>
                <a:cubicBezTo>
                  <a:pt x="249841" y="134409"/>
                  <a:pt x="241284" y="132160"/>
                  <a:pt x="234616" y="127662"/>
                </a:cubicBezTo>
                <a:cubicBezTo>
                  <a:pt x="227948" y="123162"/>
                  <a:pt x="223005" y="117040"/>
                  <a:pt x="219786" y="109297"/>
                </a:cubicBezTo>
                <a:cubicBezTo>
                  <a:pt x="216567" y="101551"/>
                  <a:pt x="214957" y="92841"/>
                  <a:pt x="214957" y="83168"/>
                </a:cubicBezTo>
                <a:cubicBezTo>
                  <a:pt x="214957" y="73088"/>
                  <a:pt x="216517" y="64209"/>
                  <a:pt x="219638" y="56531"/>
                </a:cubicBezTo>
                <a:cubicBezTo>
                  <a:pt x="222758" y="48853"/>
                  <a:pt x="227521" y="42850"/>
                  <a:pt x="233926" y="38520"/>
                </a:cubicBezTo>
                <a:cubicBezTo>
                  <a:pt x="240331" y="34190"/>
                  <a:pt x="248461" y="32026"/>
                  <a:pt x="258315" y="32026"/>
                </a:cubicBezTo>
                <a:cubicBezTo>
                  <a:pt x="271388" y="32026"/>
                  <a:pt x="281636" y="36079"/>
                  <a:pt x="289060" y="44186"/>
                </a:cubicBezTo>
                <a:cubicBezTo>
                  <a:pt x="296483" y="52291"/>
                  <a:pt x="300195" y="63943"/>
                  <a:pt x="300195" y="79143"/>
                </a:cubicBezTo>
                <a:cubicBezTo>
                  <a:pt x="300195" y="80157"/>
                  <a:pt x="300162" y="81357"/>
                  <a:pt x="300096" y="82743"/>
                </a:cubicBezTo>
                <a:cubicBezTo>
                  <a:pt x="300030" y="84127"/>
                  <a:pt x="299932" y="85122"/>
                  <a:pt x="299800" y="85730"/>
                </a:cubicBezTo>
                <a:lnTo>
                  <a:pt x="231413" y="85730"/>
                </a:lnTo>
                <a:cubicBezTo>
                  <a:pt x="231479" y="92238"/>
                  <a:pt x="232481" y="98215"/>
                  <a:pt x="234419" y="103661"/>
                </a:cubicBezTo>
                <a:cubicBezTo>
                  <a:pt x="236357" y="109108"/>
                  <a:pt x="239428" y="113475"/>
                  <a:pt x="243632" y="116764"/>
                </a:cubicBezTo>
                <a:cubicBezTo>
                  <a:pt x="247837" y="120053"/>
                  <a:pt x="253388" y="121697"/>
                  <a:pt x="260286" y="121697"/>
                </a:cubicBezTo>
                <a:cubicBezTo>
                  <a:pt x="267643" y="121697"/>
                  <a:pt x="273392" y="119884"/>
                  <a:pt x="277530" y="116259"/>
                </a:cubicBezTo>
                <a:cubicBezTo>
                  <a:pt x="281669" y="112634"/>
                  <a:pt x="283837" y="107403"/>
                  <a:pt x="284034" y="100566"/>
                </a:cubicBezTo>
                <a:lnTo>
                  <a:pt x="300293" y="100566"/>
                </a:lnTo>
                <a:cubicBezTo>
                  <a:pt x="300096" y="107544"/>
                  <a:pt x="298355" y="113557"/>
                  <a:pt x="295070" y="118605"/>
                </a:cubicBezTo>
                <a:cubicBezTo>
                  <a:pt x="291786" y="123654"/>
                  <a:pt x="287187" y="127550"/>
                  <a:pt x="281275" y="130295"/>
                </a:cubicBezTo>
                <a:cubicBezTo>
                  <a:pt x="275362" y="133038"/>
                  <a:pt x="268366" y="134409"/>
                  <a:pt x="260286" y="134409"/>
                </a:cubicBezTo>
                <a:moveTo>
                  <a:pt x="231512" y="73708"/>
                </a:moveTo>
                <a:lnTo>
                  <a:pt x="283935" y="73708"/>
                </a:lnTo>
                <a:cubicBezTo>
                  <a:pt x="283738" y="64295"/>
                  <a:pt x="281406" y="57098"/>
                  <a:pt x="276939" y="52115"/>
                </a:cubicBezTo>
                <a:cubicBezTo>
                  <a:pt x="272472" y="47131"/>
                  <a:pt x="266264" y="44639"/>
                  <a:pt x="258315" y="44639"/>
                </a:cubicBezTo>
                <a:cubicBezTo>
                  <a:pt x="250300" y="44639"/>
                  <a:pt x="244010" y="47114"/>
                  <a:pt x="239445" y="52063"/>
                </a:cubicBezTo>
                <a:cubicBezTo>
                  <a:pt x="234879" y="57011"/>
                  <a:pt x="232235" y="64226"/>
                  <a:pt x="231512" y="73708"/>
                </a:cubicBezTo>
                <a:close/>
                <a:moveTo>
                  <a:pt x="354096" y="134409"/>
                </a:moveTo>
                <a:cubicBezTo>
                  <a:pt x="346279" y="134409"/>
                  <a:pt x="339512" y="132481"/>
                  <a:pt x="333797" y="128626"/>
                </a:cubicBezTo>
                <a:cubicBezTo>
                  <a:pt x="328081" y="124770"/>
                  <a:pt x="323664" y="119004"/>
                  <a:pt x="320543" y="111326"/>
                </a:cubicBezTo>
                <a:cubicBezTo>
                  <a:pt x="317423" y="103648"/>
                  <a:pt x="315862" y="94160"/>
                  <a:pt x="315862" y="82863"/>
                </a:cubicBezTo>
                <a:cubicBezTo>
                  <a:pt x="315862" y="71634"/>
                  <a:pt x="317521" y="62265"/>
                  <a:pt x="320839" y="54758"/>
                </a:cubicBezTo>
                <a:cubicBezTo>
                  <a:pt x="324156" y="47248"/>
                  <a:pt x="328837" y="41582"/>
                  <a:pt x="334881" y="37759"/>
                </a:cubicBezTo>
                <a:cubicBezTo>
                  <a:pt x="340924" y="33937"/>
                  <a:pt x="348052" y="32026"/>
                  <a:pt x="356264" y="32026"/>
                </a:cubicBezTo>
                <a:cubicBezTo>
                  <a:pt x="363096" y="32026"/>
                  <a:pt x="369041" y="33520"/>
                  <a:pt x="374100" y="36509"/>
                </a:cubicBezTo>
                <a:cubicBezTo>
                  <a:pt x="379158" y="39498"/>
                  <a:pt x="383231" y="43555"/>
                  <a:pt x="386319" y="48679"/>
                </a:cubicBezTo>
                <a:lnTo>
                  <a:pt x="386319" y="0"/>
                </a:lnTo>
                <a:lnTo>
                  <a:pt x="402775" y="0"/>
                </a:lnTo>
                <a:lnTo>
                  <a:pt x="402775" y="132635"/>
                </a:lnTo>
                <a:lnTo>
                  <a:pt x="387206" y="132635"/>
                </a:lnTo>
                <a:lnTo>
                  <a:pt x="386319" y="118642"/>
                </a:lnTo>
                <a:cubicBezTo>
                  <a:pt x="382903" y="123307"/>
                  <a:pt x="378501" y="127100"/>
                  <a:pt x="373114" y="130024"/>
                </a:cubicBezTo>
                <a:cubicBezTo>
                  <a:pt x="367727" y="132947"/>
                  <a:pt x="361388" y="134409"/>
                  <a:pt x="354096" y="134409"/>
                </a:cubicBezTo>
                <a:moveTo>
                  <a:pt x="357446" y="120909"/>
                </a:moveTo>
                <a:cubicBezTo>
                  <a:pt x="364476" y="120909"/>
                  <a:pt x="370322" y="119182"/>
                  <a:pt x="374987" y="115729"/>
                </a:cubicBezTo>
                <a:cubicBezTo>
                  <a:pt x="379651" y="112276"/>
                  <a:pt x="383428" y="108123"/>
                  <a:pt x="386319" y="103270"/>
                </a:cubicBezTo>
                <a:lnTo>
                  <a:pt x="386319" y="64812"/>
                </a:lnTo>
                <a:cubicBezTo>
                  <a:pt x="383625" y="59205"/>
                  <a:pt x="380094" y="54573"/>
                  <a:pt x="375726" y="50915"/>
                </a:cubicBezTo>
                <a:cubicBezTo>
                  <a:pt x="371357" y="47256"/>
                  <a:pt x="365855" y="45427"/>
                  <a:pt x="359220" y="45427"/>
                </a:cubicBezTo>
                <a:cubicBezTo>
                  <a:pt x="350483" y="45427"/>
                  <a:pt x="343897" y="48675"/>
                  <a:pt x="339463" y="55170"/>
                </a:cubicBezTo>
                <a:cubicBezTo>
                  <a:pt x="335029" y="61666"/>
                  <a:pt x="332811" y="70896"/>
                  <a:pt x="332811" y="82860"/>
                </a:cubicBezTo>
                <a:cubicBezTo>
                  <a:pt x="332811" y="95235"/>
                  <a:pt x="334897" y="104670"/>
                  <a:pt x="339069" y="111166"/>
                </a:cubicBezTo>
                <a:cubicBezTo>
                  <a:pt x="343240" y="117661"/>
                  <a:pt x="349366" y="120909"/>
                  <a:pt x="357446" y="120909"/>
                </a:cubicBezTo>
                <a:close/>
                <a:moveTo>
                  <a:pt x="510720" y="132635"/>
                </a:moveTo>
                <a:cubicBezTo>
                  <a:pt x="502968" y="132635"/>
                  <a:pt x="497023" y="131359"/>
                  <a:pt x="492884" y="128807"/>
                </a:cubicBezTo>
                <a:cubicBezTo>
                  <a:pt x="488745" y="126256"/>
                  <a:pt x="485904" y="122582"/>
                  <a:pt x="484360" y="117786"/>
                </a:cubicBezTo>
                <a:cubicBezTo>
                  <a:pt x="482817" y="112989"/>
                  <a:pt x="482045" y="107222"/>
                  <a:pt x="482045" y="100486"/>
                </a:cubicBezTo>
                <a:lnTo>
                  <a:pt x="482045" y="47004"/>
                </a:lnTo>
                <a:lnTo>
                  <a:pt x="465983" y="47004"/>
                </a:lnTo>
                <a:lnTo>
                  <a:pt x="465983" y="33701"/>
                </a:lnTo>
                <a:lnTo>
                  <a:pt x="482045" y="33701"/>
                </a:lnTo>
                <a:lnTo>
                  <a:pt x="482045" y="11726"/>
                </a:lnTo>
                <a:lnTo>
                  <a:pt x="498402" y="11726"/>
                </a:lnTo>
                <a:lnTo>
                  <a:pt x="498402" y="33701"/>
                </a:lnTo>
                <a:lnTo>
                  <a:pt x="522052" y="33701"/>
                </a:lnTo>
                <a:lnTo>
                  <a:pt x="522052" y="47004"/>
                </a:lnTo>
                <a:lnTo>
                  <a:pt x="498402" y="47004"/>
                </a:lnTo>
                <a:lnTo>
                  <a:pt x="498402" y="100018"/>
                </a:lnTo>
                <a:cubicBezTo>
                  <a:pt x="498402" y="106251"/>
                  <a:pt x="499174" y="111028"/>
                  <a:pt x="500718" y="114350"/>
                </a:cubicBezTo>
                <a:cubicBezTo>
                  <a:pt x="502262" y="117671"/>
                  <a:pt x="505957" y="119332"/>
                  <a:pt x="511804" y="119332"/>
                </a:cubicBezTo>
                <a:lnTo>
                  <a:pt x="522249" y="119332"/>
                </a:lnTo>
                <a:lnTo>
                  <a:pt x="522249" y="132635"/>
                </a:lnTo>
                <a:lnTo>
                  <a:pt x="510720" y="132635"/>
                </a:lnTo>
                <a:close/>
                <a:moveTo>
                  <a:pt x="580977" y="134409"/>
                </a:moveTo>
                <a:cubicBezTo>
                  <a:pt x="571582" y="134409"/>
                  <a:pt x="563535" y="132363"/>
                  <a:pt x="556834" y="128272"/>
                </a:cubicBezTo>
                <a:cubicBezTo>
                  <a:pt x="550133" y="124178"/>
                  <a:pt x="545026" y="118326"/>
                  <a:pt x="541511" y="110716"/>
                </a:cubicBezTo>
                <a:cubicBezTo>
                  <a:pt x="537997" y="103106"/>
                  <a:pt x="536239" y="94058"/>
                  <a:pt x="536239" y="83571"/>
                </a:cubicBezTo>
                <a:cubicBezTo>
                  <a:pt x="536239" y="72816"/>
                  <a:pt x="537997" y="63600"/>
                  <a:pt x="541511" y="55922"/>
                </a:cubicBezTo>
                <a:cubicBezTo>
                  <a:pt x="545026" y="48244"/>
                  <a:pt x="550133" y="42342"/>
                  <a:pt x="556834" y="38215"/>
                </a:cubicBezTo>
                <a:cubicBezTo>
                  <a:pt x="563535" y="34089"/>
                  <a:pt x="571582" y="32026"/>
                  <a:pt x="580977" y="32026"/>
                </a:cubicBezTo>
                <a:cubicBezTo>
                  <a:pt x="590568" y="32026"/>
                  <a:pt x="598763" y="34089"/>
                  <a:pt x="605562" y="38215"/>
                </a:cubicBezTo>
                <a:cubicBezTo>
                  <a:pt x="612362" y="42342"/>
                  <a:pt x="617584" y="48244"/>
                  <a:pt x="621230" y="55922"/>
                </a:cubicBezTo>
                <a:cubicBezTo>
                  <a:pt x="624876" y="63600"/>
                  <a:pt x="626699" y="72816"/>
                  <a:pt x="626699" y="83571"/>
                </a:cubicBezTo>
                <a:cubicBezTo>
                  <a:pt x="626699" y="94058"/>
                  <a:pt x="624876" y="103106"/>
                  <a:pt x="621230" y="110716"/>
                </a:cubicBezTo>
                <a:cubicBezTo>
                  <a:pt x="617584" y="118326"/>
                  <a:pt x="612362" y="124178"/>
                  <a:pt x="605562" y="128272"/>
                </a:cubicBezTo>
                <a:cubicBezTo>
                  <a:pt x="598763" y="132363"/>
                  <a:pt x="590568" y="134409"/>
                  <a:pt x="580977" y="134409"/>
                </a:cubicBezTo>
                <a:moveTo>
                  <a:pt x="580977" y="121303"/>
                </a:moveTo>
                <a:cubicBezTo>
                  <a:pt x="588071" y="121303"/>
                  <a:pt x="593721" y="119680"/>
                  <a:pt x="597925" y="116435"/>
                </a:cubicBezTo>
                <a:cubicBezTo>
                  <a:pt x="602130" y="113187"/>
                  <a:pt x="605152" y="108709"/>
                  <a:pt x="606991" y="103002"/>
                </a:cubicBezTo>
                <a:cubicBezTo>
                  <a:pt x="608831" y="97295"/>
                  <a:pt x="609750" y="90820"/>
                  <a:pt x="609750" y="83578"/>
                </a:cubicBezTo>
                <a:cubicBezTo>
                  <a:pt x="609750" y="76195"/>
                  <a:pt x="608831" y="69599"/>
                  <a:pt x="606991" y="63789"/>
                </a:cubicBezTo>
                <a:cubicBezTo>
                  <a:pt x="605152" y="57980"/>
                  <a:pt x="602130" y="53418"/>
                  <a:pt x="597925" y="50105"/>
                </a:cubicBezTo>
                <a:cubicBezTo>
                  <a:pt x="593721" y="46789"/>
                  <a:pt x="588071" y="45131"/>
                  <a:pt x="580977" y="45131"/>
                </a:cubicBezTo>
                <a:cubicBezTo>
                  <a:pt x="574079" y="45131"/>
                  <a:pt x="568610" y="46789"/>
                  <a:pt x="564570" y="50105"/>
                </a:cubicBezTo>
                <a:cubicBezTo>
                  <a:pt x="560529" y="53418"/>
                  <a:pt x="557623" y="57980"/>
                  <a:pt x="555849" y="63789"/>
                </a:cubicBezTo>
                <a:cubicBezTo>
                  <a:pt x="554075" y="69599"/>
                  <a:pt x="553188" y="76195"/>
                  <a:pt x="553188" y="83578"/>
                </a:cubicBezTo>
                <a:cubicBezTo>
                  <a:pt x="553188" y="90820"/>
                  <a:pt x="554075" y="97295"/>
                  <a:pt x="555849" y="103002"/>
                </a:cubicBezTo>
                <a:cubicBezTo>
                  <a:pt x="557623" y="108709"/>
                  <a:pt x="560529" y="113187"/>
                  <a:pt x="564570" y="116435"/>
                </a:cubicBezTo>
                <a:cubicBezTo>
                  <a:pt x="568610" y="119680"/>
                  <a:pt x="574079" y="121303"/>
                  <a:pt x="580977" y="121303"/>
                </a:cubicBezTo>
                <a:close/>
                <a:moveTo>
                  <a:pt x="723466" y="134409"/>
                </a:moveTo>
                <a:cubicBezTo>
                  <a:pt x="712364" y="134409"/>
                  <a:pt x="704349" y="131219"/>
                  <a:pt x="699422" y="124838"/>
                </a:cubicBezTo>
                <a:cubicBezTo>
                  <a:pt x="694495" y="118456"/>
                  <a:pt x="692031" y="109664"/>
                  <a:pt x="692031" y="98463"/>
                </a:cubicBezTo>
                <a:lnTo>
                  <a:pt x="692031" y="33701"/>
                </a:lnTo>
                <a:lnTo>
                  <a:pt x="708586" y="33701"/>
                </a:lnTo>
                <a:lnTo>
                  <a:pt x="708586" y="96477"/>
                </a:lnTo>
                <a:cubicBezTo>
                  <a:pt x="708586" y="100983"/>
                  <a:pt x="709079" y="105011"/>
                  <a:pt x="710064" y="108561"/>
                </a:cubicBezTo>
                <a:cubicBezTo>
                  <a:pt x="711050" y="112110"/>
                  <a:pt x="712922" y="114875"/>
                  <a:pt x="715681" y="116856"/>
                </a:cubicBezTo>
                <a:cubicBezTo>
                  <a:pt x="718440" y="118835"/>
                  <a:pt x="722415" y="119825"/>
                  <a:pt x="727604" y="119825"/>
                </a:cubicBezTo>
                <a:cubicBezTo>
                  <a:pt x="734831" y="119825"/>
                  <a:pt x="740875" y="118272"/>
                  <a:pt x="745736" y="115166"/>
                </a:cubicBezTo>
                <a:cubicBezTo>
                  <a:pt x="750597" y="112060"/>
                  <a:pt x="754506" y="108458"/>
                  <a:pt x="757462" y="104360"/>
                </a:cubicBezTo>
                <a:lnTo>
                  <a:pt x="757462" y="33701"/>
                </a:lnTo>
                <a:lnTo>
                  <a:pt x="774017" y="33701"/>
                </a:lnTo>
                <a:lnTo>
                  <a:pt x="774017" y="132635"/>
                </a:lnTo>
                <a:lnTo>
                  <a:pt x="758152" y="132635"/>
                </a:lnTo>
                <a:lnTo>
                  <a:pt x="757659" y="118150"/>
                </a:lnTo>
                <a:cubicBezTo>
                  <a:pt x="754572" y="121960"/>
                  <a:pt x="750219" y="125622"/>
                  <a:pt x="744603" y="129137"/>
                </a:cubicBezTo>
                <a:cubicBezTo>
                  <a:pt x="738986" y="132652"/>
                  <a:pt x="731940" y="134409"/>
                  <a:pt x="723466" y="134409"/>
                </a:cubicBezTo>
                <a:close/>
                <a:moveTo>
                  <a:pt x="806232" y="132635"/>
                </a:moveTo>
                <a:lnTo>
                  <a:pt x="806232" y="33701"/>
                </a:lnTo>
                <a:lnTo>
                  <a:pt x="821999" y="33701"/>
                </a:lnTo>
                <a:lnTo>
                  <a:pt x="822590" y="48186"/>
                </a:lnTo>
                <a:cubicBezTo>
                  <a:pt x="825546" y="44310"/>
                  <a:pt x="829783" y="40648"/>
                  <a:pt x="835302" y="37199"/>
                </a:cubicBezTo>
                <a:cubicBezTo>
                  <a:pt x="840820" y="33750"/>
                  <a:pt x="847882" y="32026"/>
                  <a:pt x="856488" y="32026"/>
                </a:cubicBezTo>
                <a:cubicBezTo>
                  <a:pt x="866999" y="32026"/>
                  <a:pt x="874652" y="35233"/>
                  <a:pt x="879448" y="41649"/>
                </a:cubicBezTo>
                <a:cubicBezTo>
                  <a:pt x="884243" y="48064"/>
                  <a:pt x="886641" y="57076"/>
                  <a:pt x="886641" y="68686"/>
                </a:cubicBezTo>
                <a:lnTo>
                  <a:pt x="886641" y="132635"/>
                </a:lnTo>
                <a:lnTo>
                  <a:pt x="870185" y="132635"/>
                </a:lnTo>
                <a:lnTo>
                  <a:pt x="870185" y="70801"/>
                </a:lnTo>
                <a:cubicBezTo>
                  <a:pt x="870185" y="65954"/>
                  <a:pt x="869692" y="61654"/>
                  <a:pt x="868707" y="57902"/>
                </a:cubicBezTo>
                <a:cubicBezTo>
                  <a:pt x="867721" y="54147"/>
                  <a:pt x="865964" y="51195"/>
                  <a:pt x="863435" y="49045"/>
                </a:cubicBezTo>
                <a:cubicBezTo>
                  <a:pt x="860906" y="46896"/>
                  <a:pt x="857243" y="45821"/>
                  <a:pt x="852448" y="45821"/>
                </a:cubicBezTo>
                <a:cubicBezTo>
                  <a:pt x="845287" y="45821"/>
                  <a:pt x="839276" y="47511"/>
                  <a:pt x="834415" y="50890"/>
                </a:cubicBezTo>
                <a:cubicBezTo>
                  <a:pt x="829554" y="54267"/>
                  <a:pt x="825645" y="57969"/>
                  <a:pt x="822689" y="61997"/>
                </a:cubicBezTo>
                <a:lnTo>
                  <a:pt x="822689" y="132635"/>
                </a:lnTo>
                <a:lnTo>
                  <a:pt x="806232" y="132635"/>
                </a:lnTo>
                <a:close/>
                <a:moveTo>
                  <a:pt x="952464" y="134409"/>
                </a:moveTo>
                <a:cubicBezTo>
                  <a:pt x="944646" y="134409"/>
                  <a:pt x="937880" y="132481"/>
                  <a:pt x="932165" y="128626"/>
                </a:cubicBezTo>
                <a:cubicBezTo>
                  <a:pt x="926449" y="124770"/>
                  <a:pt x="922031" y="119004"/>
                  <a:pt x="918911" y="111326"/>
                </a:cubicBezTo>
                <a:cubicBezTo>
                  <a:pt x="915790" y="103648"/>
                  <a:pt x="914230" y="94160"/>
                  <a:pt x="914230" y="82863"/>
                </a:cubicBezTo>
                <a:cubicBezTo>
                  <a:pt x="914230" y="71634"/>
                  <a:pt x="915889" y="62265"/>
                  <a:pt x="919206" y="54758"/>
                </a:cubicBezTo>
                <a:cubicBezTo>
                  <a:pt x="922524" y="47248"/>
                  <a:pt x="927205" y="41582"/>
                  <a:pt x="933248" y="37759"/>
                </a:cubicBezTo>
                <a:cubicBezTo>
                  <a:pt x="939292" y="33937"/>
                  <a:pt x="946420" y="32026"/>
                  <a:pt x="954632" y="32026"/>
                </a:cubicBezTo>
                <a:cubicBezTo>
                  <a:pt x="961464" y="32026"/>
                  <a:pt x="967409" y="33520"/>
                  <a:pt x="972467" y="36509"/>
                </a:cubicBezTo>
                <a:cubicBezTo>
                  <a:pt x="977526" y="39498"/>
                  <a:pt x="981599" y="43555"/>
                  <a:pt x="984686" y="48679"/>
                </a:cubicBezTo>
                <a:lnTo>
                  <a:pt x="984686" y="0"/>
                </a:lnTo>
                <a:lnTo>
                  <a:pt x="1001143" y="0"/>
                </a:lnTo>
                <a:lnTo>
                  <a:pt x="1001143" y="132635"/>
                </a:lnTo>
                <a:lnTo>
                  <a:pt x="985573" y="132635"/>
                </a:lnTo>
                <a:lnTo>
                  <a:pt x="984686" y="118642"/>
                </a:lnTo>
                <a:cubicBezTo>
                  <a:pt x="981270" y="123307"/>
                  <a:pt x="976869" y="127100"/>
                  <a:pt x="971482" y="130024"/>
                </a:cubicBezTo>
                <a:cubicBezTo>
                  <a:pt x="966095" y="132947"/>
                  <a:pt x="959756" y="134409"/>
                  <a:pt x="952464" y="134409"/>
                </a:cubicBezTo>
                <a:moveTo>
                  <a:pt x="955814" y="120909"/>
                </a:moveTo>
                <a:cubicBezTo>
                  <a:pt x="962843" y="120909"/>
                  <a:pt x="968690" y="119182"/>
                  <a:pt x="973354" y="115729"/>
                </a:cubicBezTo>
                <a:cubicBezTo>
                  <a:pt x="978019" y="112276"/>
                  <a:pt x="981796" y="108123"/>
                  <a:pt x="984686" y="103270"/>
                </a:cubicBezTo>
                <a:lnTo>
                  <a:pt x="984686" y="64812"/>
                </a:lnTo>
                <a:cubicBezTo>
                  <a:pt x="981993" y="59205"/>
                  <a:pt x="978462" y="54573"/>
                  <a:pt x="974093" y="50915"/>
                </a:cubicBezTo>
                <a:cubicBezTo>
                  <a:pt x="969725" y="47256"/>
                  <a:pt x="964223" y="45427"/>
                  <a:pt x="957588" y="45427"/>
                </a:cubicBezTo>
                <a:cubicBezTo>
                  <a:pt x="948851" y="45427"/>
                  <a:pt x="942265" y="48675"/>
                  <a:pt x="937831" y="55170"/>
                </a:cubicBezTo>
                <a:cubicBezTo>
                  <a:pt x="933396" y="61666"/>
                  <a:pt x="931179" y="70896"/>
                  <a:pt x="931179" y="82860"/>
                </a:cubicBezTo>
                <a:cubicBezTo>
                  <a:pt x="931179" y="95235"/>
                  <a:pt x="933265" y="104670"/>
                  <a:pt x="937436" y="111166"/>
                </a:cubicBezTo>
                <a:cubicBezTo>
                  <a:pt x="941608" y="117661"/>
                  <a:pt x="947734" y="120909"/>
                  <a:pt x="955814" y="120909"/>
                </a:cubicBezTo>
                <a:close/>
                <a:moveTo>
                  <a:pt x="1072774" y="134409"/>
                </a:moveTo>
                <a:cubicBezTo>
                  <a:pt x="1062329" y="134409"/>
                  <a:pt x="1053773" y="132160"/>
                  <a:pt x="1047105" y="127662"/>
                </a:cubicBezTo>
                <a:cubicBezTo>
                  <a:pt x="1040437" y="123162"/>
                  <a:pt x="1035493" y="117040"/>
                  <a:pt x="1032274" y="109297"/>
                </a:cubicBezTo>
                <a:cubicBezTo>
                  <a:pt x="1029055" y="101551"/>
                  <a:pt x="1027446" y="92841"/>
                  <a:pt x="1027446" y="83168"/>
                </a:cubicBezTo>
                <a:cubicBezTo>
                  <a:pt x="1027446" y="73088"/>
                  <a:pt x="1029006" y="64209"/>
                  <a:pt x="1032127" y="56531"/>
                </a:cubicBezTo>
                <a:cubicBezTo>
                  <a:pt x="1035247" y="48853"/>
                  <a:pt x="1040010" y="42850"/>
                  <a:pt x="1046415" y="38520"/>
                </a:cubicBezTo>
                <a:cubicBezTo>
                  <a:pt x="1052820" y="34190"/>
                  <a:pt x="1060950" y="32026"/>
                  <a:pt x="1070804" y="32026"/>
                </a:cubicBezTo>
                <a:cubicBezTo>
                  <a:pt x="1083877" y="32026"/>
                  <a:pt x="1094125" y="36079"/>
                  <a:pt x="1101548" y="44186"/>
                </a:cubicBezTo>
                <a:cubicBezTo>
                  <a:pt x="1108972" y="52291"/>
                  <a:pt x="1112683" y="63943"/>
                  <a:pt x="1112683" y="79143"/>
                </a:cubicBezTo>
                <a:cubicBezTo>
                  <a:pt x="1112683" y="80157"/>
                  <a:pt x="1112650" y="81357"/>
                  <a:pt x="1112585" y="82743"/>
                </a:cubicBezTo>
                <a:cubicBezTo>
                  <a:pt x="1112519" y="84127"/>
                  <a:pt x="1112420" y="85122"/>
                  <a:pt x="1112289" y="85730"/>
                </a:cubicBezTo>
                <a:lnTo>
                  <a:pt x="1043902" y="85730"/>
                </a:lnTo>
                <a:cubicBezTo>
                  <a:pt x="1043968" y="92238"/>
                  <a:pt x="1044970" y="98215"/>
                  <a:pt x="1046908" y="103661"/>
                </a:cubicBezTo>
                <a:cubicBezTo>
                  <a:pt x="1048846" y="109108"/>
                  <a:pt x="1051917" y="113475"/>
                  <a:pt x="1056121" y="116764"/>
                </a:cubicBezTo>
                <a:cubicBezTo>
                  <a:pt x="1060326" y="120053"/>
                  <a:pt x="1065877" y="121697"/>
                  <a:pt x="1072774" y="121697"/>
                </a:cubicBezTo>
                <a:cubicBezTo>
                  <a:pt x="1080132" y="121697"/>
                  <a:pt x="1085880" y="119884"/>
                  <a:pt x="1090019" y="116259"/>
                </a:cubicBezTo>
                <a:cubicBezTo>
                  <a:pt x="1094158" y="112634"/>
                  <a:pt x="1096326" y="107403"/>
                  <a:pt x="1096523" y="100566"/>
                </a:cubicBezTo>
                <a:lnTo>
                  <a:pt x="1112782" y="100566"/>
                </a:lnTo>
                <a:cubicBezTo>
                  <a:pt x="1112585" y="107544"/>
                  <a:pt x="1110844" y="113557"/>
                  <a:pt x="1107559" y="118605"/>
                </a:cubicBezTo>
                <a:cubicBezTo>
                  <a:pt x="1104274" y="123654"/>
                  <a:pt x="1099676" y="127550"/>
                  <a:pt x="1093764" y="130295"/>
                </a:cubicBezTo>
                <a:cubicBezTo>
                  <a:pt x="1087851" y="133038"/>
                  <a:pt x="1080855" y="134409"/>
                  <a:pt x="1072774" y="134409"/>
                </a:cubicBezTo>
                <a:moveTo>
                  <a:pt x="1044001" y="73708"/>
                </a:moveTo>
                <a:lnTo>
                  <a:pt x="1096424" y="73708"/>
                </a:lnTo>
                <a:cubicBezTo>
                  <a:pt x="1096227" y="64295"/>
                  <a:pt x="1093895" y="57098"/>
                  <a:pt x="1089428" y="52115"/>
                </a:cubicBezTo>
                <a:cubicBezTo>
                  <a:pt x="1084961" y="47131"/>
                  <a:pt x="1078753" y="44639"/>
                  <a:pt x="1070804" y="44639"/>
                </a:cubicBezTo>
                <a:cubicBezTo>
                  <a:pt x="1062789" y="44639"/>
                  <a:pt x="1056499" y="47114"/>
                  <a:pt x="1051933" y="52063"/>
                </a:cubicBezTo>
                <a:cubicBezTo>
                  <a:pt x="1047367" y="57011"/>
                  <a:pt x="1044723" y="64226"/>
                  <a:pt x="1044001" y="73708"/>
                </a:cubicBezTo>
                <a:close/>
                <a:moveTo>
                  <a:pt x="1140229" y="132635"/>
                </a:moveTo>
                <a:lnTo>
                  <a:pt x="1140229" y="33701"/>
                </a:lnTo>
                <a:lnTo>
                  <a:pt x="1155699" y="33701"/>
                </a:lnTo>
                <a:lnTo>
                  <a:pt x="1156291" y="49566"/>
                </a:lnTo>
                <a:cubicBezTo>
                  <a:pt x="1158984" y="44573"/>
                  <a:pt x="1162729" y="40401"/>
                  <a:pt x="1167524" y="37051"/>
                </a:cubicBezTo>
                <a:cubicBezTo>
                  <a:pt x="1172320" y="33701"/>
                  <a:pt x="1178561" y="32026"/>
                  <a:pt x="1186247" y="32026"/>
                </a:cubicBezTo>
                <a:lnTo>
                  <a:pt x="1188218" y="32026"/>
                </a:lnTo>
                <a:lnTo>
                  <a:pt x="1188218" y="47102"/>
                </a:lnTo>
                <a:lnTo>
                  <a:pt x="1185951" y="47102"/>
                </a:lnTo>
                <a:cubicBezTo>
                  <a:pt x="1181156" y="47102"/>
                  <a:pt x="1176951" y="47753"/>
                  <a:pt x="1173338" y="49055"/>
                </a:cubicBezTo>
                <a:cubicBezTo>
                  <a:pt x="1169725" y="50354"/>
                  <a:pt x="1166572" y="52150"/>
                  <a:pt x="1163878" y="54443"/>
                </a:cubicBezTo>
                <a:cubicBezTo>
                  <a:pt x="1161185" y="56737"/>
                  <a:pt x="1158787" y="59389"/>
                  <a:pt x="1156685" y="62401"/>
                </a:cubicBezTo>
                <a:lnTo>
                  <a:pt x="1156685" y="132635"/>
                </a:lnTo>
                <a:lnTo>
                  <a:pt x="1140229" y="132635"/>
                </a:lnTo>
                <a:close/>
                <a:moveTo>
                  <a:pt x="1237392" y="134409"/>
                </a:moveTo>
                <a:cubicBezTo>
                  <a:pt x="1232005" y="134409"/>
                  <a:pt x="1226897" y="133800"/>
                  <a:pt x="1222069" y="132583"/>
                </a:cubicBezTo>
                <a:cubicBezTo>
                  <a:pt x="1217240" y="131365"/>
                  <a:pt x="1212987" y="129438"/>
                  <a:pt x="1209308" y="126800"/>
                </a:cubicBezTo>
                <a:cubicBezTo>
                  <a:pt x="1205629" y="124162"/>
                  <a:pt x="1202755" y="120695"/>
                  <a:pt x="1200686" y="116401"/>
                </a:cubicBezTo>
                <a:cubicBezTo>
                  <a:pt x="1198616" y="112104"/>
                  <a:pt x="1197582" y="106911"/>
                  <a:pt x="1197582" y="100822"/>
                </a:cubicBezTo>
                <a:lnTo>
                  <a:pt x="1213447" y="100822"/>
                </a:lnTo>
                <a:cubicBezTo>
                  <a:pt x="1213447" y="108666"/>
                  <a:pt x="1215762" y="114189"/>
                  <a:pt x="1220394" y="117389"/>
                </a:cubicBezTo>
                <a:cubicBezTo>
                  <a:pt x="1225025" y="120590"/>
                  <a:pt x="1230822" y="122190"/>
                  <a:pt x="1237786" y="122190"/>
                </a:cubicBezTo>
                <a:cubicBezTo>
                  <a:pt x="1244027" y="122190"/>
                  <a:pt x="1249167" y="120927"/>
                  <a:pt x="1253208" y="118402"/>
                </a:cubicBezTo>
                <a:cubicBezTo>
                  <a:pt x="1257248" y="115877"/>
                  <a:pt x="1259268" y="111709"/>
                  <a:pt x="1259268" y="105897"/>
                </a:cubicBezTo>
                <a:cubicBezTo>
                  <a:pt x="1259268" y="101025"/>
                  <a:pt x="1257445" y="97406"/>
                  <a:pt x="1253799" y="95039"/>
                </a:cubicBezTo>
                <a:cubicBezTo>
                  <a:pt x="1250153" y="92670"/>
                  <a:pt x="1243731" y="90370"/>
                  <a:pt x="1234534" y="88138"/>
                </a:cubicBezTo>
                <a:cubicBezTo>
                  <a:pt x="1227045" y="86311"/>
                  <a:pt x="1220739" y="84197"/>
                  <a:pt x="1215614" y="81798"/>
                </a:cubicBezTo>
                <a:cubicBezTo>
                  <a:pt x="1210490" y="79396"/>
                  <a:pt x="1206647" y="76351"/>
                  <a:pt x="1204085" y="72664"/>
                </a:cubicBezTo>
                <a:cubicBezTo>
                  <a:pt x="1201523" y="68977"/>
                  <a:pt x="1200242" y="64326"/>
                  <a:pt x="1200242" y="58711"/>
                </a:cubicBezTo>
                <a:cubicBezTo>
                  <a:pt x="1200242" y="54314"/>
                  <a:pt x="1201145" y="50441"/>
                  <a:pt x="1202952" y="47093"/>
                </a:cubicBezTo>
                <a:cubicBezTo>
                  <a:pt x="1204759" y="43745"/>
                  <a:pt x="1207288" y="40955"/>
                  <a:pt x="1210540" y="38723"/>
                </a:cubicBezTo>
                <a:cubicBezTo>
                  <a:pt x="1213791" y="36490"/>
                  <a:pt x="1217618" y="34815"/>
                  <a:pt x="1222020" y="33701"/>
                </a:cubicBezTo>
                <a:cubicBezTo>
                  <a:pt x="1226421" y="32584"/>
                  <a:pt x="1231184" y="32026"/>
                  <a:pt x="1236308" y="32026"/>
                </a:cubicBezTo>
                <a:cubicBezTo>
                  <a:pt x="1241366" y="32026"/>
                  <a:pt x="1246113" y="32634"/>
                  <a:pt x="1250547" y="33852"/>
                </a:cubicBezTo>
                <a:cubicBezTo>
                  <a:pt x="1254981" y="35069"/>
                  <a:pt x="1258890" y="36964"/>
                  <a:pt x="1262273" y="39536"/>
                </a:cubicBezTo>
                <a:cubicBezTo>
                  <a:pt x="1265656" y="42106"/>
                  <a:pt x="1268333" y="45421"/>
                  <a:pt x="1270304" y="49480"/>
                </a:cubicBezTo>
                <a:cubicBezTo>
                  <a:pt x="1272275" y="53538"/>
                  <a:pt x="1273260" y="58409"/>
                  <a:pt x="1273260" y="64091"/>
                </a:cubicBezTo>
                <a:lnTo>
                  <a:pt x="1257297" y="64091"/>
                </a:lnTo>
                <a:cubicBezTo>
                  <a:pt x="1257297" y="56920"/>
                  <a:pt x="1255260" y="51853"/>
                  <a:pt x="1251187" y="48888"/>
                </a:cubicBezTo>
                <a:cubicBezTo>
                  <a:pt x="1247114" y="45924"/>
                  <a:pt x="1242155" y="44442"/>
                  <a:pt x="1236308" y="44442"/>
                </a:cubicBezTo>
                <a:cubicBezTo>
                  <a:pt x="1230395" y="44442"/>
                  <a:pt x="1225600" y="45554"/>
                  <a:pt x="1221921" y="47780"/>
                </a:cubicBezTo>
                <a:cubicBezTo>
                  <a:pt x="1218242" y="50003"/>
                  <a:pt x="1216403" y="53478"/>
                  <a:pt x="1216403" y="58203"/>
                </a:cubicBezTo>
                <a:cubicBezTo>
                  <a:pt x="1216403" y="60841"/>
                  <a:pt x="1217224" y="63074"/>
                  <a:pt x="1218866" y="64901"/>
                </a:cubicBezTo>
                <a:cubicBezTo>
                  <a:pt x="1220509" y="66728"/>
                  <a:pt x="1223268" y="68369"/>
                  <a:pt x="1227144" y="69825"/>
                </a:cubicBezTo>
                <a:cubicBezTo>
                  <a:pt x="1231020" y="71278"/>
                  <a:pt x="1236242" y="72817"/>
                  <a:pt x="1242812" y="74441"/>
                </a:cubicBezTo>
                <a:cubicBezTo>
                  <a:pt x="1249972" y="76200"/>
                  <a:pt x="1255983" y="78297"/>
                  <a:pt x="1260844" y="80732"/>
                </a:cubicBezTo>
                <a:cubicBezTo>
                  <a:pt x="1265706" y="83167"/>
                  <a:pt x="1269368" y="86296"/>
                  <a:pt x="1271832" y="90118"/>
                </a:cubicBezTo>
                <a:cubicBezTo>
                  <a:pt x="1274295" y="93939"/>
                  <a:pt x="1275527" y="98826"/>
                  <a:pt x="1275527" y="104779"/>
                </a:cubicBezTo>
                <a:cubicBezTo>
                  <a:pt x="1275527" y="109920"/>
                  <a:pt x="1274558" y="114367"/>
                  <a:pt x="1272620" y="118122"/>
                </a:cubicBezTo>
                <a:cubicBezTo>
                  <a:pt x="1270682" y="121877"/>
                  <a:pt x="1267989" y="124955"/>
                  <a:pt x="1264540" y="127357"/>
                </a:cubicBezTo>
                <a:cubicBezTo>
                  <a:pt x="1261091" y="129759"/>
                  <a:pt x="1257051" y="131535"/>
                  <a:pt x="1252419" y="132684"/>
                </a:cubicBezTo>
                <a:cubicBezTo>
                  <a:pt x="1247788" y="133834"/>
                  <a:pt x="1242779" y="134409"/>
                  <a:pt x="1237392" y="134409"/>
                </a:cubicBezTo>
                <a:close/>
                <a:moveTo>
                  <a:pt x="1330070" y="132635"/>
                </a:moveTo>
                <a:cubicBezTo>
                  <a:pt x="1322318" y="132635"/>
                  <a:pt x="1316373" y="131359"/>
                  <a:pt x="1312234" y="128807"/>
                </a:cubicBezTo>
                <a:cubicBezTo>
                  <a:pt x="1308096" y="126256"/>
                  <a:pt x="1305254" y="122582"/>
                  <a:pt x="1303710" y="117786"/>
                </a:cubicBezTo>
                <a:cubicBezTo>
                  <a:pt x="1302167" y="112989"/>
                  <a:pt x="1301395" y="107222"/>
                  <a:pt x="1301395" y="100486"/>
                </a:cubicBezTo>
                <a:lnTo>
                  <a:pt x="1301395" y="47004"/>
                </a:lnTo>
                <a:lnTo>
                  <a:pt x="1285333" y="47004"/>
                </a:lnTo>
                <a:lnTo>
                  <a:pt x="1285333" y="33701"/>
                </a:lnTo>
                <a:lnTo>
                  <a:pt x="1301395" y="33701"/>
                </a:lnTo>
                <a:lnTo>
                  <a:pt x="1301395" y="11726"/>
                </a:lnTo>
                <a:lnTo>
                  <a:pt x="1317752" y="11726"/>
                </a:lnTo>
                <a:lnTo>
                  <a:pt x="1317752" y="33701"/>
                </a:lnTo>
                <a:lnTo>
                  <a:pt x="1341402" y="33701"/>
                </a:lnTo>
                <a:lnTo>
                  <a:pt x="1341402" y="47004"/>
                </a:lnTo>
                <a:lnTo>
                  <a:pt x="1317752" y="47004"/>
                </a:lnTo>
                <a:lnTo>
                  <a:pt x="1317752" y="100018"/>
                </a:lnTo>
                <a:cubicBezTo>
                  <a:pt x="1317752" y="106251"/>
                  <a:pt x="1318524" y="111028"/>
                  <a:pt x="1320068" y="114350"/>
                </a:cubicBezTo>
                <a:cubicBezTo>
                  <a:pt x="1321612" y="117671"/>
                  <a:pt x="1325307" y="119332"/>
                  <a:pt x="1331154" y="119332"/>
                </a:cubicBezTo>
                <a:lnTo>
                  <a:pt x="1341599" y="119332"/>
                </a:lnTo>
                <a:lnTo>
                  <a:pt x="1341599" y="132635"/>
                </a:lnTo>
                <a:lnTo>
                  <a:pt x="1330070" y="132635"/>
                </a:lnTo>
                <a:close/>
                <a:moveTo>
                  <a:pt x="1385743" y="134409"/>
                </a:moveTo>
                <a:cubicBezTo>
                  <a:pt x="1380224" y="134409"/>
                  <a:pt x="1375183" y="133332"/>
                  <a:pt x="1370617" y="131179"/>
                </a:cubicBezTo>
                <a:cubicBezTo>
                  <a:pt x="1366051" y="129025"/>
                  <a:pt x="1362405" y="125845"/>
                  <a:pt x="1359679" y="121639"/>
                </a:cubicBezTo>
                <a:cubicBezTo>
                  <a:pt x="1356953" y="117432"/>
                  <a:pt x="1355589" y="112233"/>
                  <a:pt x="1355589" y="106042"/>
                </a:cubicBezTo>
                <a:cubicBezTo>
                  <a:pt x="1355589" y="97226"/>
                  <a:pt x="1358283" y="90531"/>
                  <a:pt x="1363670" y="85955"/>
                </a:cubicBezTo>
                <a:cubicBezTo>
                  <a:pt x="1369057" y="81379"/>
                  <a:pt x="1376677" y="78267"/>
                  <a:pt x="1386531" y="76618"/>
                </a:cubicBezTo>
                <a:cubicBezTo>
                  <a:pt x="1396385" y="74970"/>
                  <a:pt x="1407914" y="74078"/>
                  <a:pt x="1421119" y="73942"/>
                </a:cubicBezTo>
                <a:lnTo>
                  <a:pt x="1421119" y="66881"/>
                </a:lnTo>
                <a:cubicBezTo>
                  <a:pt x="1421119" y="58228"/>
                  <a:pt x="1419082" y="52292"/>
                  <a:pt x="1415009" y="49073"/>
                </a:cubicBezTo>
                <a:cubicBezTo>
                  <a:pt x="1410936" y="45854"/>
                  <a:pt x="1405779" y="44245"/>
                  <a:pt x="1399538" y="44245"/>
                </a:cubicBezTo>
                <a:cubicBezTo>
                  <a:pt x="1392903" y="44245"/>
                  <a:pt x="1387319" y="45999"/>
                  <a:pt x="1382787" y="49507"/>
                </a:cubicBezTo>
                <a:cubicBezTo>
                  <a:pt x="1378254" y="53016"/>
                  <a:pt x="1375987" y="58553"/>
                  <a:pt x="1375987" y="66120"/>
                </a:cubicBezTo>
                <a:lnTo>
                  <a:pt x="1360024" y="66120"/>
                </a:lnTo>
                <a:cubicBezTo>
                  <a:pt x="1360024" y="58003"/>
                  <a:pt x="1361715" y="51442"/>
                  <a:pt x="1365099" y="46437"/>
                </a:cubicBezTo>
                <a:cubicBezTo>
                  <a:pt x="1368482" y="41430"/>
                  <a:pt x="1373146" y="37777"/>
                  <a:pt x="1379091" y="35478"/>
                </a:cubicBezTo>
                <a:cubicBezTo>
                  <a:pt x="1385037" y="33176"/>
                  <a:pt x="1391852" y="32026"/>
                  <a:pt x="1399538" y="32026"/>
                </a:cubicBezTo>
                <a:cubicBezTo>
                  <a:pt x="1404465" y="32026"/>
                  <a:pt x="1409179" y="32500"/>
                  <a:pt x="1413679" y="33448"/>
                </a:cubicBezTo>
                <a:cubicBezTo>
                  <a:pt x="1418179" y="34395"/>
                  <a:pt x="1422219" y="36120"/>
                  <a:pt x="1425799" y="38625"/>
                </a:cubicBezTo>
                <a:cubicBezTo>
                  <a:pt x="1429380" y="41129"/>
                  <a:pt x="1432221" y="44633"/>
                  <a:pt x="1434323" y="49135"/>
                </a:cubicBezTo>
                <a:cubicBezTo>
                  <a:pt x="1436425" y="53635"/>
                  <a:pt x="1437476" y="59437"/>
                  <a:pt x="1437476" y="66542"/>
                </a:cubicBezTo>
                <a:lnTo>
                  <a:pt x="1437476" y="132635"/>
                </a:lnTo>
                <a:lnTo>
                  <a:pt x="1422104" y="132635"/>
                </a:lnTo>
                <a:lnTo>
                  <a:pt x="1421414" y="118051"/>
                </a:lnTo>
                <a:cubicBezTo>
                  <a:pt x="1417013" y="122978"/>
                  <a:pt x="1411905" y="126936"/>
                  <a:pt x="1406091" y="129925"/>
                </a:cubicBezTo>
                <a:cubicBezTo>
                  <a:pt x="1400277" y="132914"/>
                  <a:pt x="1393495" y="134409"/>
                  <a:pt x="1385743" y="134409"/>
                </a:cubicBezTo>
                <a:moveTo>
                  <a:pt x="1390079" y="121796"/>
                </a:moveTo>
                <a:cubicBezTo>
                  <a:pt x="1396648" y="121796"/>
                  <a:pt x="1402560" y="120190"/>
                  <a:pt x="1407816" y="116980"/>
                </a:cubicBezTo>
                <a:cubicBezTo>
                  <a:pt x="1413071" y="113767"/>
                  <a:pt x="1417473" y="109701"/>
                  <a:pt x="1421020" y="104782"/>
                </a:cubicBezTo>
                <a:lnTo>
                  <a:pt x="1421020" y="84486"/>
                </a:lnTo>
                <a:cubicBezTo>
                  <a:pt x="1403546" y="84691"/>
                  <a:pt x="1391015" y="86400"/>
                  <a:pt x="1383427" y="89613"/>
                </a:cubicBezTo>
                <a:cubicBezTo>
                  <a:pt x="1375839" y="92824"/>
                  <a:pt x="1372046" y="98084"/>
                  <a:pt x="1372046" y="105395"/>
                </a:cubicBezTo>
                <a:cubicBezTo>
                  <a:pt x="1372046" y="110384"/>
                  <a:pt x="1373573" y="114364"/>
                  <a:pt x="1376628" y="117337"/>
                </a:cubicBezTo>
                <a:cubicBezTo>
                  <a:pt x="1379683" y="120309"/>
                  <a:pt x="1384166" y="121796"/>
                  <a:pt x="1390079" y="121796"/>
                </a:cubicBezTo>
                <a:close/>
                <a:moveTo>
                  <a:pt x="1468170" y="132635"/>
                </a:moveTo>
                <a:lnTo>
                  <a:pt x="1468170" y="33701"/>
                </a:lnTo>
                <a:lnTo>
                  <a:pt x="1483937" y="33701"/>
                </a:lnTo>
                <a:lnTo>
                  <a:pt x="1484528" y="48186"/>
                </a:lnTo>
                <a:cubicBezTo>
                  <a:pt x="1487484" y="44310"/>
                  <a:pt x="1491722" y="40648"/>
                  <a:pt x="1497240" y="37199"/>
                </a:cubicBezTo>
                <a:cubicBezTo>
                  <a:pt x="1502758" y="33750"/>
                  <a:pt x="1509820" y="32026"/>
                  <a:pt x="1518426" y="32026"/>
                </a:cubicBezTo>
                <a:cubicBezTo>
                  <a:pt x="1528937" y="32026"/>
                  <a:pt x="1536590" y="35233"/>
                  <a:pt x="1541386" y="41649"/>
                </a:cubicBezTo>
                <a:cubicBezTo>
                  <a:pt x="1546181" y="48064"/>
                  <a:pt x="1548579" y="57076"/>
                  <a:pt x="1548579" y="68686"/>
                </a:cubicBezTo>
                <a:lnTo>
                  <a:pt x="1548579" y="132635"/>
                </a:lnTo>
                <a:lnTo>
                  <a:pt x="1532123" y="132635"/>
                </a:lnTo>
                <a:lnTo>
                  <a:pt x="1532123" y="70801"/>
                </a:lnTo>
                <a:cubicBezTo>
                  <a:pt x="1532123" y="65954"/>
                  <a:pt x="1531630" y="61654"/>
                  <a:pt x="1530645" y="57902"/>
                </a:cubicBezTo>
                <a:cubicBezTo>
                  <a:pt x="1529660" y="54147"/>
                  <a:pt x="1527902" y="51195"/>
                  <a:pt x="1525373" y="49045"/>
                </a:cubicBezTo>
                <a:cubicBezTo>
                  <a:pt x="1522844" y="46896"/>
                  <a:pt x="1519181" y="45821"/>
                  <a:pt x="1514386" y="45821"/>
                </a:cubicBezTo>
                <a:cubicBezTo>
                  <a:pt x="1507225" y="45821"/>
                  <a:pt x="1501214" y="47511"/>
                  <a:pt x="1496353" y="50890"/>
                </a:cubicBezTo>
                <a:cubicBezTo>
                  <a:pt x="1491492" y="54267"/>
                  <a:pt x="1487583" y="57969"/>
                  <a:pt x="1484627" y="61997"/>
                </a:cubicBezTo>
                <a:lnTo>
                  <a:pt x="1484627" y="132635"/>
                </a:lnTo>
                <a:lnTo>
                  <a:pt x="1468170" y="132635"/>
                </a:lnTo>
                <a:close/>
                <a:moveTo>
                  <a:pt x="1614402" y="134409"/>
                </a:moveTo>
                <a:cubicBezTo>
                  <a:pt x="1606584" y="134409"/>
                  <a:pt x="1599818" y="132481"/>
                  <a:pt x="1594103" y="128626"/>
                </a:cubicBezTo>
                <a:cubicBezTo>
                  <a:pt x="1588387" y="124770"/>
                  <a:pt x="1583969" y="119004"/>
                  <a:pt x="1580849" y="111326"/>
                </a:cubicBezTo>
                <a:cubicBezTo>
                  <a:pt x="1577728" y="103648"/>
                  <a:pt x="1576168" y="94160"/>
                  <a:pt x="1576168" y="82863"/>
                </a:cubicBezTo>
                <a:cubicBezTo>
                  <a:pt x="1576168" y="71634"/>
                  <a:pt x="1577827" y="62265"/>
                  <a:pt x="1581145" y="54758"/>
                </a:cubicBezTo>
                <a:cubicBezTo>
                  <a:pt x="1584462" y="47248"/>
                  <a:pt x="1589143" y="41582"/>
                  <a:pt x="1595187" y="37759"/>
                </a:cubicBezTo>
                <a:cubicBezTo>
                  <a:pt x="1601230" y="33937"/>
                  <a:pt x="1608358" y="32026"/>
                  <a:pt x="1616570" y="32026"/>
                </a:cubicBezTo>
                <a:cubicBezTo>
                  <a:pt x="1623402" y="32026"/>
                  <a:pt x="1629347" y="33520"/>
                  <a:pt x="1634406" y="36509"/>
                </a:cubicBezTo>
                <a:cubicBezTo>
                  <a:pt x="1639464" y="39498"/>
                  <a:pt x="1643537" y="43555"/>
                  <a:pt x="1646625" y="48679"/>
                </a:cubicBezTo>
                <a:lnTo>
                  <a:pt x="1646625" y="0"/>
                </a:lnTo>
                <a:lnTo>
                  <a:pt x="1663081" y="0"/>
                </a:lnTo>
                <a:lnTo>
                  <a:pt x="1663081" y="132635"/>
                </a:lnTo>
                <a:lnTo>
                  <a:pt x="1647511" y="132635"/>
                </a:lnTo>
                <a:lnTo>
                  <a:pt x="1646625" y="118642"/>
                </a:lnTo>
                <a:cubicBezTo>
                  <a:pt x="1643208" y="123307"/>
                  <a:pt x="1638807" y="127100"/>
                  <a:pt x="1633420" y="130024"/>
                </a:cubicBezTo>
                <a:cubicBezTo>
                  <a:pt x="1628033" y="132947"/>
                  <a:pt x="1621694" y="134409"/>
                  <a:pt x="1614402" y="134409"/>
                </a:cubicBezTo>
                <a:moveTo>
                  <a:pt x="1617752" y="120909"/>
                </a:moveTo>
                <a:cubicBezTo>
                  <a:pt x="1624781" y="120909"/>
                  <a:pt x="1630628" y="119182"/>
                  <a:pt x="1635292" y="115729"/>
                </a:cubicBezTo>
                <a:cubicBezTo>
                  <a:pt x="1639957" y="112276"/>
                  <a:pt x="1643734" y="108123"/>
                  <a:pt x="1646625" y="103270"/>
                </a:cubicBezTo>
                <a:lnTo>
                  <a:pt x="1646625" y="64812"/>
                </a:lnTo>
                <a:cubicBezTo>
                  <a:pt x="1643931" y="59205"/>
                  <a:pt x="1640400" y="54573"/>
                  <a:pt x="1636031" y="50915"/>
                </a:cubicBezTo>
                <a:cubicBezTo>
                  <a:pt x="1631663" y="47256"/>
                  <a:pt x="1626161" y="45427"/>
                  <a:pt x="1619526" y="45427"/>
                </a:cubicBezTo>
                <a:cubicBezTo>
                  <a:pt x="1610789" y="45427"/>
                  <a:pt x="1604203" y="48675"/>
                  <a:pt x="1599769" y="55170"/>
                </a:cubicBezTo>
                <a:cubicBezTo>
                  <a:pt x="1595334" y="61666"/>
                  <a:pt x="1593117" y="70896"/>
                  <a:pt x="1593117" y="82860"/>
                </a:cubicBezTo>
                <a:cubicBezTo>
                  <a:pt x="1593117" y="95235"/>
                  <a:pt x="1595203" y="104670"/>
                  <a:pt x="1599374" y="111166"/>
                </a:cubicBezTo>
                <a:cubicBezTo>
                  <a:pt x="1603546" y="117661"/>
                  <a:pt x="1609672" y="120909"/>
                  <a:pt x="1617752" y="12090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" name="Text whataquad-treeis.">
            <a:extLst xmlns:a="http://schemas.openxmlformats.org/drawingml/2006/main">
              <a:ext uri="{FF2B5EF4-FFF2-40B4-BE49-F238E27FC236}">
                <a16:creationId xmlns:a16="http://schemas.microsoft.com/office/drawing/2014/main" id="{934C4FD6-5B1A-418F-94FA-2BF619B86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923" y="5907150"/>
            <a:ext cx="1695261" cy="171639"/>
          </a:xfrm>
          <a:custGeom xmlns:a="http://schemas.openxmlformats.org/drawingml/2006/main">
            <a:pathLst>
              <a:path w="1695261" h="171639">
                <a:moveTo>
                  <a:pt x="30678" y="136324"/>
                </a:moveTo>
                <a:lnTo>
                  <a:pt x="0" y="37287"/>
                </a:lnTo>
                <a:lnTo>
                  <a:pt x="17164" y="37287"/>
                </a:lnTo>
                <a:lnTo>
                  <a:pt x="39950" y="117209"/>
                </a:lnTo>
                <a:lnTo>
                  <a:pt x="62934" y="37287"/>
                </a:lnTo>
                <a:lnTo>
                  <a:pt x="81183" y="37287"/>
                </a:lnTo>
                <a:lnTo>
                  <a:pt x="104561" y="117108"/>
                </a:lnTo>
                <a:lnTo>
                  <a:pt x="127151" y="37287"/>
                </a:lnTo>
                <a:lnTo>
                  <a:pt x="143328" y="37287"/>
                </a:lnTo>
                <a:lnTo>
                  <a:pt x="112650" y="136324"/>
                </a:lnTo>
                <a:lnTo>
                  <a:pt x="95289" y="136324"/>
                </a:lnTo>
                <a:lnTo>
                  <a:pt x="71713" y="55690"/>
                </a:lnTo>
                <a:lnTo>
                  <a:pt x="48236" y="136324"/>
                </a:lnTo>
                <a:lnTo>
                  <a:pt x="30678" y="136324"/>
                </a:lnTo>
                <a:close/>
                <a:moveTo>
                  <a:pt x="160453" y="136324"/>
                </a:moveTo>
                <a:lnTo>
                  <a:pt x="160453" y="3551"/>
                </a:lnTo>
                <a:lnTo>
                  <a:pt x="176828" y="3551"/>
                </a:lnTo>
                <a:lnTo>
                  <a:pt x="176828" y="51788"/>
                </a:lnTo>
                <a:cubicBezTo>
                  <a:pt x="179787" y="47908"/>
                  <a:pt x="184029" y="44241"/>
                  <a:pt x="189553" y="40789"/>
                </a:cubicBezTo>
                <a:cubicBezTo>
                  <a:pt x="195077" y="37336"/>
                  <a:pt x="202114" y="35610"/>
                  <a:pt x="210663" y="35610"/>
                </a:cubicBezTo>
                <a:cubicBezTo>
                  <a:pt x="221448" y="35610"/>
                  <a:pt x="229191" y="38805"/>
                  <a:pt x="233893" y="45194"/>
                </a:cubicBezTo>
                <a:cubicBezTo>
                  <a:pt x="238595" y="51581"/>
                  <a:pt x="240946" y="60619"/>
                  <a:pt x="240946" y="72308"/>
                </a:cubicBezTo>
                <a:lnTo>
                  <a:pt x="240946" y="136324"/>
                </a:lnTo>
                <a:lnTo>
                  <a:pt x="224473" y="136324"/>
                </a:lnTo>
                <a:lnTo>
                  <a:pt x="224473" y="74324"/>
                </a:lnTo>
                <a:cubicBezTo>
                  <a:pt x="224473" y="69540"/>
                  <a:pt x="223996" y="65270"/>
                  <a:pt x="223042" y="61513"/>
                </a:cubicBezTo>
                <a:cubicBezTo>
                  <a:pt x="222089" y="57754"/>
                  <a:pt x="220330" y="54799"/>
                  <a:pt x="217765" y="52648"/>
                </a:cubicBezTo>
                <a:cubicBezTo>
                  <a:pt x="215200" y="50496"/>
                  <a:pt x="211517" y="49420"/>
                  <a:pt x="206717" y="49420"/>
                </a:cubicBezTo>
                <a:cubicBezTo>
                  <a:pt x="199549" y="49420"/>
                  <a:pt x="193532" y="51111"/>
                  <a:pt x="188665" y="54494"/>
                </a:cubicBezTo>
                <a:cubicBezTo>
                  <a:pt x="183799" y="57875"/>
                  <a:pt x="179886" y="61581"/>
                  <a:pt x="176927" y="65613"/>
                </a:cubicBezTo>
                <a:lnTo>
                  <a:pt x="176927" y="136324"/>
                </a:lnTo>
                <a:lnTo>
                  <a:pt x="160453" y="136324"/>
                </a:lnTo>
                <a:close/>
                <a:moveTo>
                  <a:pt x="297940" y="138100"/>
                </a:moveTo>
                <a:cubicBezTo>
                  <a:pt x="292416" y="138100"/>
                  <a:pt x="287369" y="137022"/>
                  <a:pt x="282799" y="134866"/>
                </a:cubicBezTo>
                <a:cubicBezTo>
                  <a:pt x="278228" y="132711"/>
                  <a:pt x="274578" y="129527"/>
                  <a:pt x="271849" y="125317"/>
                </a:cubicBezTo>
                <a:cubicBezTo>
                  <a:pt x="269120" y="121106"/>
                  <a:pt x="267755" y="115901"/>
                  <a:pt x="267755" y="109703"/>
                </a:cubicBezTo>
                <a:cubicBezTo>
                  <a:pt x="267755" y="100879"/>
                  <a:pt x="270452" y="94176"/>
                  <a:pt x="275844" y="89595"/>
                </a:cubicBezTo>
                <a:cubicBezTo>
                  <a:pt x="281237" y="85015"/>
                  <a:pt x="288865" y="81899"/>
                  <a:pt x="298729" y="80249"/>
                </a:cubicBezTo>
                <a:cubicBezTo>
                  <a:pt x="308594" y="78599"/>
                  <a:pt x="320135" y="77706"/>
                  <a:pt x="333353" y="77570"/>
                </a:cubicBezTo>
                <a:lnTo>
                  <a:pt x="333353" y="70502"/>
                </a:lnTo>
                <a:cubicBezTo>
                  <a:pt x="333353" y="61840"/>
                  <a:pt x="331314" y="55898"/>
                  <a:pt x="327237" y="52675"/>
                </a:cubicBezTo>
                <a:cubicBezTo>
                  <a:pt x="323160" y="49453"/>
                  <a:pt x="317998" y="47842"/>
                  <a:pt x="311750" y="47842"/>
                </a:cubicBezTo>
                <a:cubicBezTo>
                  <a:pt x="305108" y="47842"/>
                  <a:pt x="299518" y="49598"/>
                  <a:pt x="294981" y="53110"/>
                </a:cubicBezTo>
                <a:cubicBezTo>
                  <a:pt x="290443" y="56622"/>
                  <a:pt x="288175" y="62166"/>
                  <a:pt x="288175" y="69741"/>
                </a:cubicBezTo>
                <a:lnTo>
                  <a:pt x="272194" y="69741"/>
                </a:lnTo>
                <a:cubicBezTo>
                  <a:pt x="272194" y="61615"/>
                  <a:pt x="273888" y="55047"/>
                  <a:pt x="277275" y="50037"/>
                </a:cubicBezTo>
                <a:cubicBezTo>
                  <a:pt x="280661" y="45024"/>
                  <a:pt x="285330" y="41367"/>
                  <a:pt x="291282" y="39066"/>
                </a:cubicBezTo>
                <a:cubicBezTo>
                  <a:pt x="297233" y="36762"/>
                  <a:pt x="304056" y="35610"/>
                  <a:pt x="311750" y="35610"/>
                </a:cubicBezTo>
                <a:cubicBezTo>
                  <a:pt x="316682" y="35610"/>
                  <a:pt x="321401" y="36085"/>
                  <a:pt x="325905" y="37034"/>
                </a:cubicBezTo>
                <a:cubicBezTo>
                  <a:pt x="330410" y="37982"/>
                  <a:pt x="334454" y="39709"/>
                  <a:pt x="338039" y="42216"/>
                </a:cubicBezTo>
                <a:cubicBezTo>
                  <a:pt x="341623" y="44723"/>
                  <a:pt x="344467" y="48230"/>
                  <a:pt x="346571" y="52737"/>
                </a:cubicBezTo>
                <a:cubicBezTo>
                  <a:pt x="348675" y="57242"/>
                  <a:pt x="349728" y="63050"/>
                  <a:pt x="349728" y="70163"/>
                </a:cubicBezTo>
                <a:lnTo>
                  <a:pt x="349728" y="136324"/>
                </a:lnTo>
                <a:lnTo>
                  <a:pt x="334339" y="136324"/>
                </a:lnTo>
                <a:lnTo>
                  <a:pt x="333649" y="121725"/>
                </a:lnTo>
                <a:cubicBezTo>
                  <a:pt x="329243" y="126657"/>
                  <a:pt x="324130" y="130620"/>
                  <a:pt x="318310" y="133612"/>
                </a:cubicBezTo>
                <a:cubicBezTo>
                  <a:pt x="312490" y="136604"/>
                  <a:pt x="305700" y="138100"/>
                  <a:pt x="297940" y="138100"/>
                </a:cubicBezTo>
                <a:moveTo>
                  <a:pt x="302280" y="125474"/>
                </a:moveTo>
                <a:cubicBezTo>
                  <a:pt x="308857" y="125474"/>
                  <a:pt x="314775" y="123867"/>
                  <a:pt x="320036" y="120653"/>
                </a:cubicBezTo>
                <a:cubicBezTo>
                  <a:pt x="325297" y="117436"/>
                  <a:pt x="329703" y="113366"/>
                  <a:pt x="333254" y="108442"/>
                </a:cubicBezTo>
                <a:lnTo>
                  <a:pt x="333254" y="88125"/>
                </a:lnTo>
                <a:cubicBezTo>
                  <a:pt x="315762" y="88331"/>
                  <a:pt x="303218" y="90041"/>
                  <a:pt x="295622" y="93258"/>
                </a:cubicBezTo>
                <a:cubicBezTo>
                  <a:pt x="288027" y="96472"/>
                  <a:pt x="284229" y="101738"/>
                  <a:pt x="284229" y="109056"/>
                </a:cubicBezTo>
                <a:cubicBezTo>
                  <a:pt x="284229" y="114050"/>
                  <a:pt x="285758" y="118034"/>
                  <a:pt x="288816" y="121010"/>
                </a:cubicBezTo>
                <a:cubicBezTo>
                  <a:pt x="291874" y="123986"/>
                  <a:pt x="296362" y="125474"/>
                  <a:pt x="302280" y="125474"/>
                </a:cubicBezTo>
                <a:close/>
                <a:moveTo>
                  <a:pt x="406048" y="136324"/>
                </a:moveTo>
                <a:cubicBezTo>
                  <a:pt x="398288" y="136324"/>
                  <a:pt x="392337" y="135047"/>
                  <a:pt x="388194" y="132493"/>
                </a:cubicBezTo>
                <a:cubicBezTo>
                  <a:pt x="384051" y="129938"/>
                  <a:pt x="381206" y="126261"/>
                  <a:pt x="379661" y="121460"/>
                </a:cubicBezTo>
                <a:cubicBezTo>
                  <a:pt x="378116" y="116658"/>
                  <a:pt x="377343" y="110885"/>
                  <a:pt x="377343" y="104142"/>
                </a:cubicBezTo>
                <a:lnTo>
                  <a:pt x="377343" y="50604"/>
                </a:lnTo>
                <a:lnTo>
                  <a:pt x="361264" y="50604"/>
                </a:lnTo>
                <a:lnTo>
                  <a:pt x="361264" y="37287"/>
                </a:lnTo>
                <a:lnTo>
                  <a:pt x="377343" y="37287"/>
                </a:lnTo>
                <a:lnTo>
                  <a:pt x="377343" y="15290"/>
                </a:lnTo>
                <a:lnTo>
                  <a:pt x="393718" y="15290"/>
                </a:lnTo>
                <a:lnTo>
                  <a:pt x="393718" y="37287"/>
                </a:lnTo>
                <a:lnTo>
                  <a:pt x="417392" y="37287"/>
                </a:lnTo>
                <a:lnTo>
                  <a:pt x="417392" y="50604"/>
                </a:lnTo>
                <a:lnTo>
                  <a:pt x="393718" y="50604"/>
                </a:lnTo>
                <a:lnTo>
                  <a:pt x="393718" y="103674"/>
                </a:lnTo>
                <a:cubicBezTo>
                  <a:pt x="393718" y="109913"/>
                  <a:pt x="394490" y="114695"/>
                  <a:pt x="396036" y="118020"/>
                </a:cubicBezTo>
                <a:cubicBezTo>
                  <a:pt x="397581" y="121345"/>
                  <a:pt x="401280" y="123008"/>
                  <a:pt x="407133" y="123008"/>
                </a:cubicBezTo>
                <a:lnTo>
                  <a:pt x="417589" y="123008"/>
                </a:lnTo>
                <a:lnTo>
                  <a:pt x="417589" y="136324"/>
                </a:lnTo>
                <a:lnTo>
                  <a:pt x="406048" y="136324"/>
                </a:lnTo>
                <a:close/>
                <a:moveTo>
                  <a:pt x="505617" y="138100"/>
                </a:moveTo>
                <a:cubicBezTo>
                  <a:pt x="500093" y="138100"/>
                  <a:pt x="495046" y="137022"/>
                  <a:pt x="490476" y="134866"/>
                </a:cubicBezTo>
                <a:cubicBezTo>
                  <a:pt x="485905" y="132711"/>
                  <a:pt x="482255" y="129527"/>
                  <a:pt x="479526" y="125317"/>
                </a:cubicBezTo>
                <a:cubicBezTo>
                  <a:pt x="476797" y="121106"/>
                  <a:pt x="475433" y="115901"/>
                  <a:pt x="475433" y="109703"/>
                </a:cubicBezTo>
                <a:cubicBezTo>
                  <a:pt x="475433" y="100879"/>
                  <a:pt x="478129" y="94176"/>
                  <a:pt x="483521" y="89595"/>
                </a:cubicBezTo>
                <a:cubicBezTo>
                  <a:pt x="488914" y="85015"/>
                  <a:pt x="496542" y="81899"/>
                  <a:pt x="506407" y="80249"/>
                </a:cubicBezTo>
                <a:cubicBezTo>
                  <a:pt x="516271" y="78599"/>
                  <a:pt x="527812" y="77706"/>
                  <a:pt x="541030" y="77570"/>
                </a:cubicBezTo>
                <a:lnTo>
                  <a:pt x="541030" y="70502"/>
                </a:lnTo>
                <a:cubicBezTo>
                  <a:pt x="541030" y="61840"/>
                  <a:pt x="538992" y="55898"/>
                  <a:pt x="534914" y="52675"/>
                </a:cubicBezTo>
                <a:cubicBezTo>
                  <a:pt x="530837" y="49453"/>
                  <a:pt x="525675" y="47842"/>
                  <a:pt x="519427" y="47842"/>
                </a:cubicBezTo>
                <a:cubicBezTo>
                  <a:pt x="512785" y="47842"/>
                  <a:pt x="507196" y="49598"/>
                  <a:pt x="502658" y="53110"/>
                </a:cubicBezTo>
                <a:cubicBezTo>
                  <a:pt x="498121" y="56622"/>
                  <a:pt x="495852" y="62166"/>
                  <a:pt x="495852" y="69741"/>
                </a:cubicBezTo>
                <a:lnTo>
                  <a:pt x="479872" y="69741"/>
                </a:lnTo>
                <a:cubicBezTo>
                  <a:pt x="479872" y="61615"/>
                  <a:pt x="481565" y="55047"/>
                  <a:pt x="484952" y="50037"/>
                </a:cubicBezTo>
                <a:cubicBezTo>
                  <a:pt x="488338" y="45024"/>
                  <a:pt x="493008" y="41367"/>
                  <a:pt x="498959" y="39066"/>
                </a:cubicBezTo>
                <a:cubicBezTo>
                  <a:pt x="504910" y="36762"/>
                  <a:pt x="511733" y="35610"/>
                  <a:pt x="519427" y="35610"/>
                </a:cubicBezTo>
                <a:cubicBezTo>
                  <a:pt x="524360" y="35610"/>
                  <a:pt x="529078" y="36085"/>
                  <a:pt x="533583" y="37034"/>
                </a:cubicBezTo>
                <a:cubicBezTo>
                  <a:pt x="538087" y="37982"/>
                  <a:pt x="542132" y="39709"/>
                  <a:pt x="545716" y="42216"/>
                </a:cubicBezTo>
                <a:cubicBezTo>
                  <a:pt x="549300" y="44723"/>
                  <a:pt x="552144" y="48230"/>
                  <a:pt x="554248" y="52737"/>
                </a:cubicBezTo>
                <a:cubicBezTo>
                  <a:pt x="556353" y="57242"/>
                  <a:pt x="557405" y="63050"/>
                  <a:pt x="557405" y="70163"/>
                </a:cubicBezTo>
                <a:lnTo>
                  <a:pt x="557405" y="136324"/>
                </a:lnTo>
                <a:lnTo>
                  <a:pt x="542017" y="136324"/>
                </a:lnTo>
                <a:lnTo>
                  <a:pt x="541326" y="121725"/>
                </a:lnTo>
                <a:cubicBezTo>
                  <a:pt x="536920" y="126657"/>
                  <a:pt x="531807" y="130620"/>
                  <a:pt x="525987" y="133612"/>
                </a:cubicBezTo>
                <a:cubicBezTo>
                  <a:pt x="520167" y="136604"/>
                  <a:pt x="513377" y="138100"/>
                  <a:pt x="505617" y="138100"/>
                </a:cubicBezTo>
                <a:moveTo>
                  <a:pt x="509958" y="125474"/>
                </a:moveTo>
                <a:cubicBezTo>
                  <a:pt x="516534" y="125474"/>
                  <a:pt x="522452" y="123867"/>
                  <a:pt x="527713" y="120653"/>
                </a:cubicBezTo>
                <a:cubicBezTo>
                  <a:pt x="532974" y="117436"/>
                  <a:pt x="537380" y="113366"/>
                  <a:pt x="540932" y="108442"/>
                </a:cubicBezTo>
                <a:lnTo>
                  <a:pt x="540932" y="88125"/>
                </a:lnTo>
                <a:cubicBezTo>
                  <a:pt x="523439" y="88331"/>
                  <a:pt x="510895" y="90041"/>
                  <a:pt x="503299" y="93258"/>
                </a:cubicBezTo>
                <a:cubicBezTo>
                  <a:pt x="495704" y="96472"/>
                  <a:pt x="491906" y="101738"/>
                  <a:pt x="491906" y="109056"/>
                </a:cubicBezTo>
                <a:cubicBezTo>
                  <a:pt x="491906" y="114050"/>
                  <a:pt x="493435" y="118034"/>
                  <a:pt x="496493" y="121010"/>
                </a:cubicBezTo>
                <a:cubicBezTo>
                  <a:pt x="499551" y="123986"/>
                  <a:pt x="504039" y="125474"/>
                  <a:pt x="509958" y="125474"/>
                </a:cubicBezTo>
                <a:close/>
                <a:moveTo>
                  <a:pt x="697074" y="171639"/>
                </a:moveTo>
                <a:lnTo>
                  <a:pt x="697074" y="121824"/>
                </a:lnTo>
                <a:cubicBezTo>
                  <a:pt x="693654" y="126756"/>
                  <a:pt x="689232" y="130702"/>
                  <a:pt x="683806" y="133661"/>
                </a:cubicBezTo>
                <a:cubicBezTo>
                  <a:pt x="678381" y="136620"/>
                  <a:pt x="672084" y="138100"/>
                  <a:pt x="664916" y="138100"/>
                </a:cubicBezTo>
                <a:cubicBezTo>
                  <a:pt x="656959" y="138100"/>
                  <a:pt x="650103" y="136172"/>
                  <a:pt x="644349" y="132317"/>
                </a:cubicBezTo>
                <a:cubicBezTo>
                  <a:pt x="638595" y="128460"/>
                  <a:pt x="634189" y="122676"/>
                  <a:pt x="631131" y="114965"/>
                </a:cubicBezTo>
                <a:cubicBezTo>
                  <a:pt x="628073" y="107253"/>
                  <a:pt x="626544" y="97747"/>
                  <a:pt x="626544" y="86448"/>
                </a:cubicBezTo>
                <a:cubicBezTo>
                  <a:pt x="626544" y="75287"/>
                  <a:pt x="628205" y="65952"/>
                  <a:pt x="631526" y="58443"/>
                </a:cubicBezTo>
                <a:cubicBezTo>
                  <a:pt x="634846" y="50934"/>
                  <a:pt x="639516" y="45251"/>
                  <a:pt x="645533" y="41396"/>
                </a:cubicBezTo>
                <a:cubicBezTo>
                  <a:pt x="651550" y="37539"/>
                  <a:pt x="658636" y="35610"/>
                  <a:pt x="666790" y="35610"/>
                </a:cubicBezTo>
                <a:cubicBezTo>
                  <a:pt x="673893" y="35610"/>
                  <a:pt x="679943" y="37139"/>
                  <a:pt x="684941" y="40197"/>
                </a:cubicBezTo>
                <a:cubicBezTo>
                  <a:pt x="689939" y="43255"/>
                  <a:pt x="693983" y="47283"/>
                  <a:pt x="697074" y="52281"/>
                </a:cubicBezTo>
                <a:lnTo>
                  <a:pt x="697666" y="37287"/>
                </a:lnTo>
                <a:lnTo>
                  <a:pt x="713547" y="37287"/>
                </a:lnTo>
                <a:lnTo>
                  <a:pt x="713547" y="171639"/>
                </a:lnTo>
                <a:lnTo>
                  <a:pt x="697074" y="171639"/>
                </a:lnTo>
                <a:moveTo>
                  <a:pt x="667875" y="124586"/>
                </a:moveTo>
                <a:cubicBezTo>
                  <a:pt x="675043" y="124586"/>
                  <a:pt x="680978" y="122826"/>
                  <a:pt x="685680" y="119305"/>
                </a:cubicBezTo>
                <a:cubicBezTo>
                  <a:pt x="690382" y="115785"/>
                  <a:pt x="694180" y="111496"/>
                  <a:pt x="697074" y="106439"/>
                </a:cubicBezTo>
                <a:lnTo>
                  <a:pt x="697074" y="68301"/>
                </a:lnTo>
                <a:cubicBezTo>
                  <a:pt x="694377" y="62900"/>
                  <a:pt x="690859" y="58354"/>
                  <a:pt x="686519" y="54664"/>
                </a:cubicBezTo>
                <a:cubicBezTo>
                  <a:pt x="682179" y="50973"/>
                  <a:pt x="676655" y="49093"/>
                  <a:pt x="669947" y="49026"/>
                </a:cubicBezTo>
                <a:cubicBezTo>
                  <a:pt x="661201" y="49026"/>
                  <a:pt x="654542" y="52290"/>
                  <a:pt x="649972" y="58819"/>
                </a:cubicBezTo>
                <a:cubicBezTo>
                  <a:pt x="645401" y="65346"/>
                  <a:pt x="643116" y="74556"/>
                  <a:pt x="643116" y="86448"/>
                </a:cubicBezTo>
                <a:cubicBezTo>
                  <a:pt x="643116" y="98887"/>
                  <a:pt x="645270" y="108354"/>
                  <a:pt x="649577" y="114848"/>
                </a:cubicBezTo>
                <a:cubicBezTo>
                  <a:pt x="653885" y="121340"/>
                  <a:pt x="659984" y="124586"/>
                  <a:pt x="667875" y="124586"/>
                </a:cubicBezTo>
                <a:close/>
                <a:moveTo>
                  <a:pt x="775784" y="138100"/>
                </a:moveTo>
                <a:cubicBezTo>
                  <a:pt x="764670" y="138100"/>
                  <a:pt x="756647" y="134906"/>
                  <a:pt x="751715" y="128519"/>
                </a:cubicBezTo>
                <a:cubicBezTo>
                  <a:pt x="746783" y="122130"/>
                  <a:pt x="744317" y="113329"/>
                  <a:pt x="744317" y="102117"/>
                </a:cubicBezTo>
                <a:lnTo>
                  <a:pt x="744317" y="37287"/>
                </a:lnTo>
                <a:lnTo>
                  <a:pt x="760889" y="37287"/>
                </a:lnTo>
                <a:lnTo>
                  <a:pt x="760889" y="100129"/>
                </a:lnTo>
                <a:cubicBezTo>
                  <a:pt x="760889" y="104640"/>
                  <a:pt x="761382" y="108672"/>
                  <a:pt x="762368" y="112225"/>
                </a:cubicBezTo>
                <a:cubicBezTo>
                  <a:pt x="763355" y="115778"/>
                  <a:pt x="765229" y="118546"/>
                  <a:pt x="767991" y="120529"/>
                </a:cubicBezTo>
                <a:cubicBezTo>
                  <a:pt x="770753" y="122510"/>
                  <a:pt x="774731" y="123501"/>
                  <a:pt x="779927" y="123501"/>
                </a:cubicBezTo>
                <a:cubicBezTo>
                  <a:pt x="787160" y="123501"/>
                  <a:pt x="793211" y="121946"/>
                  <a:pt x="798077" y="118837"/>
                </a:cubicBezTo>
                <a:cubicBezTo>
                  <a:pt x="802943" y="115728"/>
                  <a:pt x="806856" y="112122"/>
                  <a:pt x="809815" y="108020"/>
                </a:cubicBezTo>
                <a:lnTo>
                  <a:pt x="809815" y="37287"/>
                </a:lnTo>
                <a:lnTo>
                  <a:pt x="826387" y="37287"/>
                </a:lnTo>
                <a:lnTo>
                  <a:pt x="826387" y="136324"/>
                </a:lnTo>
                <a:lnTo>
                  <a:pt x="810506" y="136324"/>
                </a:lnTo>
                <a:lnTo>
                  <a:pt x="810013" y="121824"/>
                </a:lnTo>
                <a:cubicBezTo>
                  <a:pt x="806922" y="125638"/>
                  <a:pt x="802565" y="129304"/>
                  <a:pt x="796943" y="132823"/>
                </a:cubicBezTo>
                <a:cubicBezTo>
                  <a:pt x="791320" y="136341"/>
                  <a:pt x="784267" y="138100"/>
                  <a:pt x="775784" y="138100"/>
                </a:cubicBezTo>
                <a:close/>
                <a:moveTo>
                  <a:pt x="883598" y="138100"/>
                </a:moveTo>
                <a:cubicBezTo>
                  <a:pt x="878074" y="138100"/>
                  <a:pt x="873027" y="137022"/>
                  <a:pt x="868456" y="134866"/>
                </a:cubicBezTo>
                <a:cubicBezTo>
                  <a:pt x="863886" y="132711"/>
                  <a:pt x="860236" y="129527"/>
                  <a:pt x="857507" y="125317"/>
                </a:cubicBezTo>
                <a:cubicBezTo>
                  <a:pt x="854778" y="121106"/>
                  <a:pt x="853413" y="115901"/>
                  <a:pt x="853413" y="109703"/>
                </a:cubicBezTo>
                <a:cubicBezTo>
                  <a:pt x="853413" y="100879"/>
                  <a:pt x="856110" y="94176"/>
                  <a:pt x="861502" y="89595"/>
                </a:cubicBezTo>
                <a:cubicBezTo>
                  <a:pt x="866894" y="85015"/>
                  <a:pt x="874523" y="81899"/>
                  <a:pt x="884387" y="80249"/>
                </a:cubicBezTo>
                <a:cubicBezTo>
                  <a:pt x="894251" y="78599"/>
                  <a:pt x="905793" y="77706"/>
                  <a:pt x="919011" y="77570"/>
                </a:cubicBezTo>
                <a:lnTo>
                  <a:pt x="919011" y="70502"/>
                </a:lnTo>
                <a:cubicBezTo>
                  <a:pt x="919011" y="61840"/>
                  <a:pt x="916972" y="55898"/>
                  <a:pt x="912895" y="52675"/>
                </a:cubicBezTo>
                <a:cubicBezTo>
                  <a:pt x="908818" y="49453"/>
                  <a:pt x="903655" y="47842"/>
                  <a:pt x="897408" y="47842"/>
                </a:cubicBezTo>
                <a:cubicBezTo>
                  <a:pt x="890766" y="47842"/>
                  <a:pt x="885176" y="49598"/>
                  <a:pt x="880639" y="53110"/>
                </a:cubicBezTo>
                <a:cubicBezTo>
                  <a:pt x="876101" y="56622"/>
                  <a:pt x="873832" y="62166"/>
                  <a:pt x="873832" y="69741"/>
                </a:cubicBezTo>
                <a:lnTo>
                  <a:pt x="857852" y="69741"/>
                </a:lnTo>
                <a:cubicBezTo>
                  <a:pt x="857852" y="61615"/>
                  <a:pt x="859546" y="55047"/>
                  <a:pt x="862932" y="50037"/>
                </a:cubicBezTo>
                <a:cubicBezTo>
                  <a:pt x="866319" y="45024"/>
                  <a:pt x="870988" y="41367"/>
                  <a:pt x="876940" y="39066"/>
                </a:cubicBezTo>
                <a:cubicBezTo>
                  <a:pt x="882891" y="36762"/>
                  <a:pt x="889714" y="35610"/>
                  <a:pt x="897408" y="35610"/>
                </a:cubicBezTo>
                <a:cubicBezTo>
                  <a:pt x="902340" y="35610"/>
                  <a:pt x="907059" y="36085"/>
                  <a:pt x="911563" y="37034"/>
                </a:cubicBezTo>
                <a:cubicBezTo>
                  <a:pt x="916068" y="37982"/>
                  <a:pt x="920112" y="39709"/>
                  <a:pt x="923696" y="42216"/>
                </a:cubicBezTo>
                <a:cubicBezTo>
                  <a:pt x="927280" y="44723"/>
                  <a:pt x="930125" y="48230"/>
                  <a:pt x="932229" y="52737"/>
                </a:cubicBezTo>
                <a:cubicBezTo>
                  <a:pt x="934333" y="57242"/>
                  <a:pt x="935386" y="63050"/>
                  <a:pt x="935386" y="70163"/>
                </a:cubicBezTo>
                <a:lnTo>
                  <a:pt x="935386" y="136324"/>
                </a:lnTo>
                <a:lnTo>
                  <a:pt x="919997" y="136324"/>
                </a:lnTo>
                <a:lnTo>
                  <a:pt x="919307" y="121725"/>
                </a:lnTo>
                <a:cubicBezTo>
                  <a:pt x="914901" y="126657"/>
                  <a:pt x="909788" y="130620"/>
                  <a:pt x="903968" y="133612"/>
                </a:cubicBezTo>
                <a:cubicBezTo>
                  <a:pt x="898148" y="136604"/>
                  <a:pt x="891358" y="138100"/>
                  <a:pt x="883598" y="138100"/>
                </a:cubicBezTo>
                <a:moveTo>
                  <a:pt x="887938" y="125474"/>
                </a:moveTo>
                <a:cubicBezTo>
                  <a:pt x="894514" y="125474"/>
                  <a:pt x="900433" y="123867"/>
                  <a:pt x="905694" y="120653"/>
                </a:cubicBezTo>
                <a:cubicBezTo>
                  <a:pt x="910955" y="117436"/>
                  <a:pt x="915361" y="113366"/>
                  <a:pt x="918912" y="108442"/>
                </a:cubicBezTo>
                <a:lnTo>
                  <a:pt x="918912" y="88125"/>
                </a:lnTo>
                <a:cubicBezTo>
                  <a:pt x="901419" y="88331"/>
                  <a:pt x="888875" y="90041"/>
                  <a:pt x="881280" y="93258"/>
                </a:cubicBezTo>
                <a:cubicBezTo>
                  <a:pt x="873684" y="96472"/>
                  <a:pt x="869887" y="101738"/>
                  <a:pt x="869887" y="109056"/>
                </a:cubicBezTo>
                <a:cubicBezTo>
                  <a:pt x="869887" y="114050"/>
                  <a:pt x="871416" y="118034"/>
                  <a:pt x="874474" y="121010"/>
                </a:cubicBezTo>
                <a:cubicBezTo>
                  <a:pt x="877531" y="123986"/>
                  <a:pt x="882020" y="125474"/>
                  <a:pt x="887938" y="125474"/>
                </a:cubicBezTo>
                <a:close/>
                <a:moveTo>
                  <a:pt x="998960" y="138100"/>
                </a:moveTo>
                <a:cubicBezTo>
                  <a:pt x="991134" y="138100"/>
                  <a:pt x="984361" y="136170"/>
                  <a:pt x="978639" y="132311"/>
                </a:cubicBezTo>
                <a:cubicBezTo>
                  <a:pt x="972918" y="128452"/>
                  <a:pt x="968496" y="122679"/>
                  <a:pt x="965372" y="114993"/>
                </a:cubicBezTo>
                <a:cubicBezTo>
                  <a:pt x="962248" y="107307"/>
                  <a:pt x="960686" y="97810"/>
                  <a:pt x="960686" y="86501"/>
                </a:cubicBezTo>
                <a:cubicBezTo>
                  <a:pt x="960686" y="75259"/>
                  <a:pt x="962347" y="65881"/>
                  <a:pt x="965668" y="58366"/>
                </a:cubicBezTo>
                <a:cubicBezTo>
                  <a:pt x="968989" y="50848"/>
                  <a:pt x="973674" y="45176"/>
                  <a:pt x="979724" y="41350"/>
                </a:cubicBezTo>
                <a:cubicBezTo>
                  <a:pt x="985774" y="37523"/>
                  <a:pt x="992910" y="35610"/>
                  <a:pt x="1001130" y="35610"/>
                </a:cubicBezTo>
                <a:cubicBezTo>
                  <a:pt x="1007969" y="35610"/>
                  <a:pt x="1013921" y="37106"/>
                  <a:pt x="1018984" y="40098"/>
                </a:cubicBezTo>
                <a:cubicBezTo>
                  <a:pt x="1024048" y="43090"/>
                  <a:pt x="1028125" y="47151"/>
                  <a:pt x="1031216" y="52281"/>
                </a:cubicBezTo>
                <a:lnTo>
                  <a:pt x="1031216" y="3551"/>
                </a:lnTo>
                <a:lnTo>
                  <a:pt x="1047689" y="3551"/>
                </a:lnTo>
                <a:lnTo>
                  <a:pt x="1047689" y="136324"/>
                </a:lnTo>
                <a:lnTo>
                  <a:pt x="1032104" y="136324"/>
                </a:lnTo>
                <a:lnTo>
                  <a:pt x="1031216" y="122317"/>
                </a:lnTo>
                <a:cubicBezTo>
                  <a:pt x="1027796" y="126986"/>
                  <a:pt x="1023390" y="130784"/>
                  <a:pt x="1017998" y="133710"/>
                </a:cubicBezTo>
                <a:cubicBezTo>
                  <a:pt x="1012605" y="136637"/>
                  <a:pt x="1006259" y="138100"/>
                  <a:pt x="998960" y="138100"/>
                </a:cubicBezTo>
                <a:moveTo>
                  <a:pt x="1002314" y="124586"/>
                </a:moveTo>
                <a:cubicBezTo>
                  <a:pt x="1009350" y="124586"/>
                  <a:pt x="1015203" y="122858"/>
                  <a:pt x="1019872" y="119401"/>
                </a:cubicBezTo>
                <a:cubicBezTo>
                  <a:pt x="1024541" y="115944"/>
                  <a:pt x="1028322" y="111787"/>
                  <a:pt x="1031216" y="106929"/>
                </a:cubicBezTo>
                <a:lnTo>
                  <a:pt x="1031216" y="68430"/>
                </a:lnTo>
                <a:cubicBezTo>
                  <a:pt x="1028520" y="62818"/>
                  <a:pt x="1024985" y="58181"/>
                  <a:pt x="1020612" y="54519"/>
                </a:cubicBezTo>
                <a:cubicBezTo>
                  <a:pt x="1016239" y="50857"/>
                  <a:pt x="1010731" y="49026"/>
                  <a:pt x="1004089" y="49026"/>
                </a:cubicBezTo>
                <a:cubicBezTo>
                  <a:pt x="995343" y="49026"/>
                  <a:pt x="988750" y="52277"/>
                  <a:pt x="984311" y="58779"/>
                </a:cubicBezTo>
                <a:cubicBezTo>
                  <a:pt x="979872" y="65281"/>
                  <a:pt x="977653" y="74521"/>
                  <a:pt x="977653" y="86497"/>
                </a:cubicBezTo>
                <a:cubicBezTo>
                  <a:pt x="977653" y="98885"/>
                  <a:pt x="979741" y="108330"/>
                  <a:pt x="983917" y="114833"/>
                </a:cubicBezTo>
                <a:cubicBezTo>
                  <a:pt x="988093" y="121335"/>
                  <a:pt x="994225" y="124586"/>
                  <a:pt x="1002314" y="124586"/>
                </a:cubicBezTo>
                <a:close/>
                <a:moveTo>
                  <a:pt x="1072389" y="94500"/>
                </a:moveTo>
                <a:lnTo>
                  <a:pt x="1072389" y="79901"/>
                </a:lnTo>
                <a:lnTo>
                  <a:pt x="1121612" y="79901"/>
                </a:lnTo>
                <a:lnTo>
                  <a:pt x="1121612" y="94500"/>
                </a:lnTo>
                <a:lnTo>
                  <a:pt x="1072389" y="94500"/>
                </a:lnTo>
                <a:close/>
                <a:moveTo>
                  <a:pt x="1178843" y="136324"/>
                </a:moveTo>
                <a:cubicBezTo>
                  <a:pt x="1171083" y="136324"/>
                  <a:pt x="1165132" y="135047"/>
                  <a:pt x="1160989" y="132493"/>
                </a:cubicBezTo>
                <a:cubicBezTo>
                  <a:pt x="1156846" y="129938"/>
                  <a:pt x="1154002" y="126261"/>
                  <a:pt x="1152456" y="121460"/>
                </a:cubicBezTo>
                <a:cubicBezTo>
                  <a:pt x="1150911" y="116658"/>
                  <a:pt x="1150138" y="110885"/>
                  <a:pt x="1150138" y="104142"/>
                </a:cubicBezTo>
                <a:lnTo>
                  <a:pt x="1150138" y="50604"/>
                </a:lnTo>
                <a:lnTo>
                  <a:pt x="1134059" y="50604"/>
                </a:lnTo>
                <a:lnTo>
                  <a:pt x="1134059" y="37287"/>
                </a:lnTo>
                <a:lnTo>
                  <a:pt x="1150138" y="37287"/>
                </a:lnTo>
                <a:lnTo>
                  <a:pt x="1150138" y="15290"/>
                </a:lnTo>
                <a:lnTo>
                  <a:pt x="1166513" y="15290"/>
                </a:lnTo>
                <a:lnTo>
                  <a:pt x="1166513" y="37287"/>
                </a:lnTo>
                <a:lnTo>
                  <a:pt x="1190187" y="37287"/>
                </a:lnTo>
                <a:lnTo>
                  <a:pt x="1190187" y="50604"/>
                </a:lnTo>
                <a:lnTo>
                  <a:pt x="1166513" y="50604"/>
                </a:lnTo>
                <a:lnTo>
                  <a:pt x="1166513" y="103674"/>
                </a:lnTo>
                <a:cubicBezTo>
                  <a:pt x="1166513" y="109913"/>
                  <a:pt x="1167286" y="114695"/>
                  <a:pt x="1168831" y="118020"/>
                </a:cubicBezTo>
                <a:cubicBezTo>
                  <a:pt x="1170376" y="121345"/>
                  <a:pt x="1174076" y="123008"/>
                  <a:pt x="1179928" y="123008"/>
                </a:cubicBezTo>
                <a:lnTo>
                  <a:pt x="1190385" y="123008"/>
                </a:lnTo>
                <a:lnTo>
                  <a:pt x="1190385" y="136324"/>
                </a:lnTo>
                <a:lnTo>
                  <a:pt x="1178843" y="136324"/>
                </a:lnTo>
                <a:close/>
                <a:moveTo>
                  <a:pt x="1209815" y="136324"/>
                </a:moveTo>
                <a:lnTo>
                  <a:pt x="1209815" y="37287"/>
                </a:lnTo>
                <a:lnTo>
                  <a:pt x="1225302" y="37287"/>
                </a:lnTo>
                <a:lnTo>
                  <a:pt x="1225894" y="53169"/>
                </a:lnTo>
                <a:cubicBezTo>
                  <a:pt x="1228590" y="48171"/>
                  <a:pt x="1232338" y="43995"/>
                  <a:pt x="1237139" y="40641"/>
                </a:cubicBezTo>
                <a:cubicBezTo>
                  <a:pt x="1241940" y="37287"/>
                  <a:pt x="1248187" y="35610"/>
                  <a:pt x="1255881" y="35610"/>
                </a:cubicBezTo>
                <a:lnTo>
                  <a:pt x="1257854" y="35610"/>
                </a:lnTo>
                <a:lnTo>
                  <a:pt x="1257854" y="50702"/>
                </a:lnTo>
                <a:lnTo>
                  <a:pt x="1255585" y="50702"/>
                </a:lnTo>
                <a:cubicBezTo>
                  <a:pt x="1250785" y="50702"/>
                  <a:pt x="1246576" y="51354"/>
                  <a:pt x="1242959" y="52657"/>
                </a:cubicBezTo>
                <a:cubicBezTo>
                  <a:pt x="1239342" y="53958"/>
                  <a:pt x="1236185" y="55756"/>
                  <a:pt x="1233489" y="58051"/>
                </a:cubicBezTo>
                <a:cubicBezTo>
                  <a:pt x="1230793" y="60347"/>
                  <a:pt x="1228393" y="63002"/>
                  <a:pt x="1226288" y="66017"/>
                </a:cubicBezTo>
                <a:lnTo>
                  <a:pt x="1226288" y="136324"/>
                </a:lnTo>
                <a:lnTo>
                  <a:pt x="1209815" y="136324"/>
                </a:lnTo>
                <a:close/>
                <a:moveTo>
                  <a:pt x="1318856" y="138100"/>
                </a:moveTo>
                <a:cubicBezTo>
                  <a:pt x="1308400" y="138100"/>
                  <a:pt x="1299835" y="135849"/>
                  <a:pt x="1293160" y="131346"/>
                </a:cubicBezTo>
                <a:cubicBezTo>
                  <a:pt x="1286485" y="126841"/>
                  <a:pt x="1281536" y="120713"/>
                  <a:pt x="1278314" y="112961"/>
                </a:cubicBezTo>
                <a:cubicBezTo>
                  <a:pt x="1275092" y="105208"/>
                  <a:pt x="1273481" y="96489"/>
                  <a:pt x="1273481" y="86806"/>
                </a:cubicBezTo>
                <a:cubicBezTo>
                  <a:pt x="1273481" y="76715"/>
                  <a:pt x="1275042" y="67827"/>
                  <a:pt x="1278166" y="60141"/>
                </a:cubicBezTo>
                <a:cubicBezTo>
                  <a:pt x="1281290" y="52455"/>
                  <a:pt x="1286058" y="46445"/>
                  <a:pt x="1292469" y="42111"/>
                </a:cubicBezTo>
                <a:cubicBezTo>
                  <a:pt x="1298881" y="37777"/>
                  <a:pt x="1307019" y="35610"/>
                  <a:pt x="1316883" y="35610"/>
                </a:cubicBezTo>
                <a:cubicBezTo>
                  <a:pt x="1329970" y="35610"/>
                  <a:pt x="1340229" y="39668"/>
                  <a:pt x="1347660" y="47783"/>
                </a:cubicBezTo>
                <a:cubicBezTo>
                  <a:pt x="1355091" y="55897"/>
                  <a:pt x="1358807" y="67561"/>
                  <a:pt x="1358807" y="82777"/>
                </a:cubicBezTo>
                <a:cubicBezTo>
                  <a:pt x="1358807" y="83792"/>
                  <a:pt x="1358774" y="84993"/>
                  <a:pt x="1358708" y="86380"/>
                </a:cubicBezTo>
                <a:cubicBezTo>
                  <a:pt x="1358642" y="87765"/>
                  <a:pt x="1358544" y="88762"/>
                  <a:pt x="1358412" y="89370"/>
                </a:cubicBezTo>
                <a:lnTo>
                  <a:pt x="1289954" y="89370"/>
                </a:lnTo>
                <a:cubicBezTo>
                  <a:pt x="1290020" y="95885"/>
                  <a:pt x="1291023" y="101868"/>
                  <a:pt x="1292963" y="107320"/>
                </a:cubicBezTo>
                <a:cubicBezTo>
                  <a:pt x="1294902" y="112772"/>
                  <a:pt x="1297977" y="117145"/>
                  <a:pt x="1302186" y="120437"/>
                </a:cubicBezTo>
                <a:cubicBezTo>
                  <a:pt x="1306394" y="123729"/>
                  <a:pt x="1311951" y="125375"/>
                  <a:pt x="1318856" y="125375"/>
                </a:cubicBezTo>
                <a:cubicBezTo>
                  <a:pt x="1326222" y="125375"/>
                  <a:pt x="1331976" y="123560"/>
                  <a:pt x="1336119" y="119931"/>
                </a:cubicBezTo>
                <a:cubicBezTo>
                  <a:pt x="1340262" y="116302"/>
                  <a:pt x="1342432" y="111066"/>
                  <a:pt x="1342629" y="104222"/>
                </a:cubicBezTo>
                <a:lnTo>
                  <a:pt x="1358905" y="104222"/>
                </a:lnTo>
                <a:cubicBezTo>
                  <a:pt x="1358708" y="111208"/>
                  <a:pt x="1356965" y="117227"/>
                  <a:pt x="1353677" y="122280"/>
                </a:cubicBezTo>
                <a:cubicBezTo>
                  <a:pt x="1350389" y="127334"/>
                  <a:pt x="1345786" y="131234"/>
                  <a:pt x="1339867" y="133982"/>
                </a:cubicBezTo>
                <a:cubicBezTo>
                  <a:pt x="1333949" y="136727"/>
                  <a:pt x="1326945" y="138100"/>
                  <a:pt x="1318856" y="138100"/>
                </a:cubicBezTo>
                <a:moveTo>
                  <a:pt x="1290053" y="77336"/>
                </a:moveTo>
                <a:lnTo>
                  <a:pt x="1342531" y="77336"/>
                </a:lnTo>
                <a:cubicBezTo>
                  <a:pt x="1342333" y="67914"/>
                  <a:pt x="1339999" y="60709"/>
                  <a:pt x="1335527" y="55721"/>
                </a:cubicBezTo>
                <a:cubicBezTo>
                  <a:pt x="1331055" y="50731"/>
                  <a:pt x="1324841" y="48236"/>
                  <a:pt x="1316883" y="48236"/>
                </a:cubicBezTo>
                <a:cubicBezTo>
                  <a:pt x="1308860" y="48236"/>
                  <a:pt x="1302564" y="50714"/>
                  <a:pt x="1297993" y="55668"/>
                </a:cubicBezTo>
                <a:cubicBezTo>
                  <a:pt x="1293423" y="60621"/>
                  <a:pt x="1290776" y="67844"/>
                  <a:pt x="1290053" y="77336"/>
                </a:cubicBezTo>
                <a:close/>
                <a:moveTo>
                  <a:pt x="1419664" y="138100"/>
                </a:moveTo>
                <a:cubicBezTo>
                  <a:pt x="1409208" y="138100"/>
                  <a:pt x="1400643" y="135849"/>
                  <a:pt x="1393968" y="131346"/>
                </a:cubicBezTo>
                <a:cubicBezTo>
                  <a:pt x="1387293" y="126841"/>
                  <a:pt x="1382345" y="120713"/>
                  <a:pt x="1379122" y="112961"/>
                </a:cubicBezTo>
                <a:cubicBezTo>
                  <a:pt x="1375900" y="105208"/>
                  <a:pt x="1374289" y="96489"/>
                  <a:pt x="1374289" y="86806"/>
                </a:cubicBezTo>
                <a:cubicBezTo>
                  <a:pt x="1374289" y="76715"/>
                  <a:pt x="1375851" y="67827"/>
                  <a:pt x="1378974" y="60141"/>
                </a:cubicBezTo>
                <a:cubicBezTo>
                  <a:pt x="1382098" y="52455"/>
                  <a:pt x="1386866" y="46445"/>
                  <a:pt x="1393277" y="42111"/>
                </a:cubicBezTo>
                <a:cubicBezTo>
                  <a:pt x="1399689" y="37777"/>
                  <a:pt x="1407827" y="35610"/>
                  <a:pt x="1417692" y="35610"/>
                </a:cubicBezTo>
                <a:cubicBezTo>
                  <a:pt x="1430778" y="35610"/>
                  <a:pt x="1441037" y="39668"/>
                  <a:pt x="1448468" y="47783"/>
                </a:cubicBezTo>
                <a:cubicBezTo>
                  <a:pt x="1455899" y="55897"/>
                  <a:pt x="1459615" y="67561"/>
                  <a:pt x="1459615" y="82777"/>
                </a:cubicBezTo>
                <a:cubicBezTo>
                  <a:pt x="1459615" y="83792"/>
                  <a:pt x="1459582" y="84993"/>
                  <a:pt x="1459516" y="86380"/>
                </a:cubicBezTo>
                <a:cubicBezTo>
                  <a:pt x="1459450" y="87765"/>
                  <a:pt x="1459352" y="88762"/>
                  <a:pt x="1459220" y="89370"/>
                </a:cubicBezTo>
                <a:lnTo>
                  <a:pt x="1390762" y="89370"/>
                </a:lnTo>
                <a:cubicBezTo>
                  <a:pt x="1390828" y="95885"/>
                  <a:pt x="1391831" y="101868"/>
                  <a:pt x="1393771" y="107320"/>
                </a:cubicBezTo>
                <a:cubicBezTo>
                  <a:pt x="1395711" y="112772"/>
                  <a:pt x="1398785" y="117145"/>
                  <a:pt x="1402994" y="120437"/>
                </a:cubicBezTo>
                <a:cubicBezTo>
                  <a:pt x="1407203" y="123729"/>
                  <a:pt x="1412759" y="125375"/>
                  <a:pt x="1419664" y="125375"/>
                </a:cubicBezTo>
                <a:cubicBezTo>
                  <a:pt x="1427030" y="125375"/>
                  <a:pt x="1432784" y="123560"/>
                  <a:pt x="1436927" y="119931"/>
                </a:cubicBezTo>
                <a:cubicBezTo>
                  <a:pt x="1441070" y="116302"/>
                  <a:pt x="1443240" y="111066"/>
                  <a:pt x="1443437" y="104222"/>
                </a:cubicBezTo>
                <a:lnTo>
                  <a:pt x="1459713" y="104222"/>
                </a:lnTo>
                <a:cubicBezTo>
                  <a:pt x="1459516" y="111208"/>
                  <a:pt x="1457773" y="117227"/>
                  <a:pt x="1454485" y="122280"/>
                </a:cubicBezTo>
                <a:cubicBezTo>
                  <a:pt x="1451197" y="127334"/>
                  <a:pt x="1446594" y="131234"/>
                  <a:pt x="1440675" y="133982"/>
                </a:cubicBezTo>
                <a:cubicBezTo>
                  <a:pt x="1434757" y="136727"/>
                  <a:pt x="1427753" y="138100"/>
                  <a:pt x="1419664" y="138100"/>
                </a:cubicBezTo>
                <a:moveTo>
                  <a:pt x="1390861" y="77336"/>
                </a:moveTo>
                <a:lnTo>
                  <a:pt x="1443339" y="77336"/>
                </a:lnTo>
                <a:cubicBezTo>
                  <a:pt x="1443141" y="67914"/>
                  <a:pt x="1440807" y="60709"/>
                  <a:pt x="1436335" y="55721"/>
                </a:cubicBezTo>
                <a:cubicBezTo>
                  <a:pt x="1431863" y="50731"/>
                  <a:pt x="1425649" y="48236"/>
                  <a:pt x="1417692" y="48236"/>
                </a:cubicBezTo>
                <a:cubicBezTo>
                  <a:pt x="1409669" y="48236"/>
                  <a:pt x="1403372" y="50714"/>
                  <a:pt x="1398801" y="55668"/>
                </a:cubicBezTo>
                <a:cubicBezTo>
                  <a:pt x="1394231" y="60621"/>
                  <a:pt x="1391584" y="67844"/>
                  <a:pt x="1390861" y="77336"/>
                </a:cubicBezTo>
                <a:close/>
                <a:moveTo>
                  <a:pt x="1530826" y="136324"/>
                </a:moveTo>
                <a:lnTo>
                  <a:pt x="1530826" y="37287"/>
                </a:lnTo>
                <a:lnTo>
                  <a:pt x="1547299" y="37287"/>
                </a:lnTo>
                <a:lnTo>
                  <a:pt x="1547299" y="136324"/>
                </a:lnTo>
                <a:lnTo>
                  <a:pt x="1530826" y="136324"/>
                </a:lnTo>
                <a:moveTo>
                  <a:pt x="1539013" y="19137"/>
                </a:moveTo>
                <a:cubicBezTo>
                  <a:pt x="1535922" y="19137"/>
                  <a:pt x="1533440" y="18232"/>
                  <a:pt x="1531565" y="16424"/>
                </a:cubicBezTo>
                <a:cubicBezTo>
                  <a:pt x="1529691" y="14616"/>
                  <a:pt x="1528754" y="12330"/>
                  <a:pt x="1528754" y="9568"/>
                </a:cubicBezTo>
                <a:cubicBezTo>
                  <a:pt x="1528754" y="6806"/>
                  <a:pt x="1529691" y="4521"/>
                  <a:pt x="1531565" y="2713"/>
                </a:cubicBezTo>
                <a:cubicBezTo>
                  <a:pt x="1533440" y="904"/>
                  <a:pt x="1535922" y="0"/>
                  <a:pt x="1539013" y="0"/>
                </a:cubicBezTo>
                <a:cubicBezTo>
                  <a:pt x="1542104" y="0"/>
                  <a:pt x="1544603" y="904"/>
                  <a:pt x="1546510" y="2713"/>
                </a:cubicBezTo>
                <a:cubicBezTo>
                  <a:pt x="1548417" y="4521"/>
                  <a:pt x="1549370" y="6806"/>
                  <a:pt x="1549370" y="9568"/>
                </a:cubicBezTo>
                <a:cubicBezTo>
                  <a:pt x="1549370" y="12330"/>
                  <a:pt x="1548417" y="14616"/>
                  <a:pt x="1546510" y="16424"/>
                </a:cubicBezTo>
                <a:cubicBezTo>
                  <a:pt x="1544603" y="18232"/>
                  <a:pt x="1542104" y="19137"/>
                  <a:pt x="1539013" y="19137"/>
                </a:cubicBezTo>
                <a:close/>
                <a:moveTo>
                  <a:pt x="1609100" y="138100"/>
                </a:moveTo>
                <a:cubicBezTo>
                  <a:pt x="1603707" y="138100"/>
                  <a:pt x="1598594" y="137491"/>
                  <a:pt x="1593761" y="136272"/>
                </a:cubicBezTo>
                <a:cubicBezTo>
                  <a:pt x="1588927" y="135053"/>
                  <a:pt x="1584669" y="133124"/>
                  <a:pt x="1580987" y="130483"/>
                </a:cubicBezTo>
                <a:cubicBezTo>
                  <a:pt x="1577304" y="127842"/>
                  <a:pt x="1574427" y="124372"/>
                  <a:pt x="1572355" y="120073"/>
                </a:cubicBezTo>
                <a:cubicBezTo>
                  <a:pt x="1570284" y="115772"/>
                  <a:pt x="1569248" y="110574"/>
                  <a:pt x="1569248" y="104478"/>
                </a:cubicBezTo>
                <a:lnTo>
                  <a:pt x="1585130" y="104478"/>
                </a:lnTo>
                <a:cubicBezTo>
                  <a:pt x="1585130" y="112331"/>
                  <a:pt x="1587448" y="117859"/>
                  <a:pt x="1592084" y="121063"/>
                </a:cubicBezTo>
                <a:cubicBezTo>
                  <a:pt x="1596720" y="124266"/>
                  <a:pt x="1602524" y="125868"/>
                  <a:pt x="1609494" y="125868"/>
                </a:cubicBezTo>
                <a:cubicBezTo>
                  <a:pt x="1615742" y="125868"/>
                  <a:pt x="1620888" y="124604"/>
                  <a:pt x="1624932" y="122077"/>
                </a:cubicBezTo>
                <a:cubicBezTo>
                  <a:pt x="1628976" y="119549"/>
                  <a:pt x="1630999" y="115376"/>
                  <a:pt x="1630999" y="109558"/>
                </a:cubicBezTo>
                <a:cubicBezTo>
                  <a:pt x="1630999" y="104682"/>
                  <a:pt x="1629174" y="101059"/>
                  <a:pt x="1625524" y="98689"/>
                </a:cubicBezTo>
                <a:cubicBezTo>
                  <a:pt x="1621874" y="96318"/>
                  <a:pt x="1615446" y="94015"/>
                  <a:pt x="1606239" y="91781"/>
                </a:cubicBezTo>
                <a:cubicBezTo>
                  <a:pt x="1598742" y="89952"/>
                  <a:pt x="1592429" y="87836"/>
                  <a:pt x="1587300" y="85434"/>
                </a:cubicBezTo>
                <a:cubicBezTo>
                  <a:pt x="1582170" y="83030"/>
                  <a:pt x="1578323" y="79982"/>
                  <a:pt x="1575759" y="76291"/>
                </a:cubicBezTo>
                <a:cubicBezTo>
                  <a:pt x="1573194" y="72600"/>
                  <a:pt x="1571911" y="67944"/>
                  <a:pt x="1571911" y="62324"/>
                </a:cubicBezTo>
                <a:cubicBezTo>
                  <a:pt x="1571911" y="57922"/>
                  <a:pt x="1572816" y="54045"/>
                  <a:pt x="1574624" y="50693"/>
                </a:cubicBezTo>
                <a:cubicBezTo>
                  <a:pt x="1576433" y="47341"/>
                  <a:pt x="1578964" y="44549"/>
                  <a:pt x="1582220" y="42315"/>
                </a:cubicBezTo>
                <a:cubicBezTo>
                  <a:pt x="1585475" y="40079"/>
                  <a:pt x="1589306" y="38403"/>
                  <a:pt x="1593712" y="37287"/>
                </a:cubicBezTo>
                <a:cubicBezTo>
                  <a:pt x="1598118" y="36169"/>
                  <a:pt x="1602885" y="35610"/>
                  <a:pt x="1608015" y="35610"/>
                </a:cubicBezTo>
                <a:cubicBezTo>
                  <a:pt x="1613078" y="35610"/>
                  <a:pt x="1617830" y="36219"/>
                  <a:pt x="1622269" y="37438"/>
                </a:cubicBezTo>
                <a:cubicBezTo>
                  <a:pt x="1626708" y="38657"/>
                  <a:pt x="1630620" y="40554"/>
                  <a:pt x="1634007" y="43129"/>
                </a:cubicBezTo>
                <a:cubicBezTo>
                  <a:pt x="1637394" y="45701"/>
                  <a:pt x="1640074" y="49019"/>
                  <a:pt x="1642047" y="53082"/>
                </a:cubicBezTo>
                <a:cubicBezTo>
                  <a:pt x="1644019" y="57145"/>
                  <a:pt x="1645006" y="62021"/>
                  <a:pt x="1645006" y="67709"/>
                </a:cubicBezTo>
                <a:lnTo>
                  <a:pt x="1629026" y="67709"/>
                </a:lnTo>
                <a:cubicBezTo>
                  <a:pt x="1629026" y="60531"/>
                  <a:pt x="1626987" y="55458"/>
                  <a:pt x="1622910" y="52490"/>
                </a:cubicBezTo>
                <a:cubicBezTo>
                  <a:pt x="1618833" y="49523"/>
                  <a:pt x="1613868" y="48039"/>
                  <a:pt x="1608015" y="48039"/>
                </a:cubicBezTo>
                <a:cubicBezTo>
                  <a:pt x="1602096" y="48039"/>
                  <a:pt x="1597296" y="49153"/>
                  <a:pt x="1593613" y="51381"/>
                </a:cubicBezTo>
                <a:cubicBezTo>
                  <a:pt x="1589930" y="53606"/>
                  <a:pt x="1588089" y="57084"/>
                  <a:pt x="1588089" y="61815"/>
                </a:cubicBezTo>
                <a:cubicBezTo>
                  <a:pt x="1588089" y="64456"/>
                  <a:pt x="1588911" y="66691"/>
                  <a:pt x="1590555" y="68520"/>
                </a:cubicBezTo>
                <a:cubicBezTo>
                  <a:pt x="1592199" y="70349"/>
                  <a:pt x="1594961" y="71992"/>
                  <a:pt x="1598841" y="73449"/>
                </a:cubicBezTo>
                <a:cubicBezTo>
                  <a:pt x="1602721" y="74904"/>
                  <a:pt x="1607949" y="76444"/>
                  <a:pt x="1614525" y="78070"/>
                </a:cubicBezTo>
                <a:cubicBezTo>
                  <a:pt x="1621693" y="79831"/>
                  <a:pt x="1627710" y="81930"/>
                  <a:pt x="1632577" y="84367"/>
                </a:cubicBezTo>
                <a:cubicBezTo>
                  <a:pt x="1637443" y="86805"/>
                  <a:pt x="1641109" y="89937"/>
                  <a:pt x="1643576" y="93763"/>
                </a:cubicBezTo>
                <a:cubicBezTo>
                  <a:pt x="1646042" y="97588"/>
                  <a:pt x="1647275" y="102480"/>
                  <a:pt x="1647275" y="108439"/>
                </a:cubicBezTo>
                <a:cubicBezTo>
                  <a:pt x="1647275" y="113585"/>
                  <a:pt x="1646305" y="118037"/>
                  <a:pt x="1644365" y="121796"/>
                </a:cubicBezTo>
                <a:cubicBezTo>
                  <a:pt x="1642425" y="125555"/>
                  <a:pt x="1639728" y="128636"/>
                  <a:pt x="1636276" y="131041"/>
                </a:cubicBezTo>
                <a:cubicBezTo>
                  <a:pt x="1632823" y="133445"/>
                  <a:pt x="1628779" y="135223"/>
                  <a:pt x="1624143" y="136374"/>
                </a:cubicBezTo>
                <a:cubicBezTo>
                  <a:pt x="1619507" y="137525"/>
                  <a:pt x="1614492" y="138100"/>
                  <a:pt x="1609100" y="138100"/>
                </a:cubicBezTo>
                <a:close/>
                <a:moveTo>
                  <a:pt x="1682733" y="136324"/>
                </a:moveTo>
                <a:cubicBezTo>
                  <a:pt x="1679051" y="136324"/>
                  <a:pt x="1675993" y="135124"/>
                  <a:pt x="1673559" y="132724"/>
                </a:cubicBezTo>
                <a:cubicBezTo>
                  <a:pt x="1671126" y="130324"/>
                  <a:pt x="1669910" y="127381"/>
                  <a:pt x="1669910" y="123895"/>
                </a:cubicBezTo>
                <a:cubicBezTo>
                  <a:pt x="1669910" y="120279"/>
                  <a:pt x="1671126" y="117303"/>
                  <a:pt x="1673559" y="114968"/>
                </a:cubicBezTo>
                <a:cubicBezTo>
                  <a:pt x="1675993" y="112634"/>
                  <a:pt x="1679051" y="111466"/>
                  <a:pt x="1682733" y="111466"/>
                </a:cubicBezTo>
                <a:cubicBezTo>
                  <a:pt x="1686350" y="111466"/>
                  <a:pt x="1689342" y="112634"/>
                  <a:pt x="1691710" y="114968"/>
                </a:cubicBezTo>
                <a:cubicBezTo>
                  <a:pt x="1694077" y="117303"/>
                  <a:pt x="1695261" y="120279"/>
                  <a:pt x="1695261" y="123895"/>
                </a:cubicBezTo>
                <a:cubicBezTo>
                  <a:pt x="1695261" y="127381"/>
                  <a:pt x="1694077" y="130324"/>
                  <a:pt x="1691710" y="132724"/>
                </a:cubicBezTo>
                <a:cubicBezTo>
                  <a:pt x="1689342" y="135124"/>
                  <a:pt x="1686350" y="136324"/>
                  <a:pt x="1682733" y="13632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" name="Text Fromthe">
            <a:extLst xmlns:a="http://schemas.openxmlformats.org/drawingml/2006/main">
              <a:ext uri="{FF2B5EF4-FFF2-40B4-BE49-F238E27FC236}">
                <a16:creationId xmlns:a16="http://schemas.microsoft.com/office/drawing/2014/main" id="{2E94EACF-481B-492E-A64A-268E26B21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199" y="6156826"/>
            <a:ext cx="746602" cy="134549"/>
          </a:xfrm>
          <a:custGeom xmlns:a="http://schemas.openxmlformats.org/drawingml/2006/main">
            <a:pathLst>
              <a:path w="746602" h="134549">
                <a:moveTo>
                  <a:pt x="76547" y="71615"/>
                </a:moveTo>
                <a:lnTo>
                  <a:pt x="76547" y="57114"/>
                </a:lnTo>
                <a:lnTo>
                  <a:pt x="17756" y="57114"/>
                </a:lnTo>
                <a:lnTo>
                  <a:pt x="17756" y="14796"/>
                </a:lnTo>
                <a:lnTo>
                  <a:pt x="82663" y="14796"/>
                </a:lnTo>
                <a:lnTo>
                  <a:pt x="82663" y="0"/>
                </a:lnTo>
                <a:lnTo>
                  <a:pt x="0" y="0"/>
                </a:lnTo>
                <a:lnTo>
                  <a:pt x="0" y="132773"/>
                </a:lnTo>
                <a:lnTo>
                  <a:pt x="17756" y="132773"/>
                </a:lnTo>
                <a:lnTo>
                  <a:pt x="17756" y="71615"/>
                </a:lnTo>
                <a:lnTo>
                  <a:pt x="76547" y="71615"/>
                </a:lnTo>
                <a:close/>
                <a:moveTo>
                  <a:pt x="576178" y="61559"/>
                </a:moveTo>
                <a:lnTo>
                  <a:pt x="576563" y="61061"/>
                </a:lnTo>
                <a:lnTo>
                  <a:pt x="576957" y="60565"/>
                </a:lnTo>
                <a:lnTo>
                  <a:pt x="577362" y="60073"/>
                </a:lnTo>
                <a:lnTo>
                  <a:pt x="577777" y="59584"/>
                </a:lnTo>
                <a:lnTo>
                  <a:pt x="578201" y="59099"/>
                </a:lnTo>
                <a:lnTo>
                  <a:pt x="578636" y="58617"/>
                </a:lnTo>
                <a:lnTo>
                  <a:pt x="579080" y="58138"/>
                </a:lnTo>
                <a:lnTo>
                  <a:pt x="579534" y="57663"/>
                </a:lnTo>
                <a:lnTo>
                  <a:pt x="579999" y="57191"/>
                </a:lnTo>
                <a:lnTo>
                  <a:pt x="580473" y="56723"/>
                </a:lnTo>
                <a:lnTo>
                  <a:pt x="580957" y="56258"/>
                </a:lnTo>
                <a:lnTo>
                  <a:pt x="581451" y="55796"/>
                </a:lnTo>
                <a:lnTo>
                  <a:pt x="581955" y="55338"/>
                </a:lnTo>
                <a:lnTo>
                  <a:pt x="582469" y="54883"/>
                </a:lnTo>
                <a:lnTo>
                  <a:pt x="582993" y="54432"/>
                </a:lnTo>
                <a:lnTo>
                  <a:pt x="583527" y="53984"/>
                </a:lnTo>
                <a:lnTo>
                  <a:pt x="584070" y="53539"/>
                </a:lnTo>
                <a:lnTo>
                  <a:pt x="584624" y="53098"/>
                </a:lnTo>
                <a:lnTo>
                  <a:pt x="585188" y="52660"/>
                </a:lnTo>
                <a:lnTo>
                  <a:pt x="585761" y="52226"/>
                </a:lnTo>
                <a:lnTo>
                  <a:pt x="586345" y="51795"/>
                </a:lnTo>
                <a:lnTo>
                  <a:pt x="586938" y="51367"/>
                </a:lnTo>
                <a:lnTo>
                  <a:pt x="587541" y="50943"/>
                </a:lnTo>
                <a:lnTo>
                  <a:pt x="588156" y="50529"/>
                </a:lnTo>
                <a:lnTo>
                  <a:pt x="588782" y="50132"/>
                </a:lnTo>
                <a:lnTo>
                  <a:pt x="589420" y="49754"/>
                </a:lnTo>
                <a:lnTo>
                  <a:pt x="590071" y="49393"/>
                </a:lnTo>
                <a:lnTo>
                  <a:pt x="590733" y="49049"/>
                </a:lnTo>
                <a:lnTo>
                  <a:pt x="591407" y="48723"/>
                </a:lnTo>
                <a:lnTo>
                  <a:pt x="592093" y="48415"/>
                </a:lnTo>
                <a:lnTo>
                  <a:pt x="592791" y="48124"/>
                </a:lnTo>
                <a:lnTo>
                  <a:pt x="593502" y="47851"/>
                </a:lnTo>
                <a:lnTo>
                  <a:pt x="594224" y="47595"/>
                </a:lnTo>
                <a:lnTo>
                  <a:pt x="594958" y="47358"/>
                </a:lnTo>
                <a:lnTo>
                  <a:pt x="595704" y="47137"/>
                </a:lnTo>
                <a:lnTo>
                  <a:pt x="596462" y="46935"/>
                </a:lnTo>
                <a:lnTo>
                  <a:pt x="597232" y="46750"/>
                </a:lnTo>
                <a:lnTo>
                  <a:pt x="598015" y="46582"/>
                </a:lnTo>
                <a:lnTo>
                  <a:pt x="598809" y="46433"/>
                </a:lnTo>
                <a:lnTo>
                  <a:pt x="599615" y="46301"/>
                </a:lnTo>
                <a:lnTo>
                  <a:pt x="600433" y="46186"/>
                </a:lnTo>
                <a:lnTo>
                  <a:pt x="601263" y="46089"/>
                </a:lnTo>
                <a:lnTo>
                  <a:pt x="602105" y="46010"/>
                </a:lnTo>
                <a:lnTo>
                  <a:pt x="602959" y="45948"/>
                </a:lnTo>
                <a:lnTo>
                  <a:pt x="603825" y="45904"/>
                </a:lnTo>
                <a:lnTo>
                  <a:pt x="604703" y="45878"/>
                </a:lnTo>
                <a:lnTo>
                  <a:pt x="605593" y="45869"/>
                </a:lnTo>
                <a:lnTo>
                  <a:pt x="606187" y="45875"/>
                </a:lnTo>
                <a:lnTo>
                  <a:pt x="606770" y="45891"/>
                </a:lnTo>
                <a:lnTo>
                  <a:pt x="607341" y="45919"/>
                </a:lnTo>
                <a:lnTo>
                  <a:pt x="607900" y="45959"/>
                </a:lnTo>
                <a:lnTo>
                  <a:pt x="608448" y="46009"/>
                </a:lnTo>
                <a:lnTo>
                  <a:pt x="608984" y="46071"/>
                </a:lnTo>
                <a:lnTo>
                  <a:pt x="609508" y="46143"/>
                </a:lnTo>
                <a:lnTo>
                  <a:pt x="610021" y="46228"/>
                </a:lnTo>
                <a:lnTo>
                  <a:pt x="610522" y="46323"/>
                </a:lnTo>
                <a:lnTo>
                  <a:pt x="611012" y="46429"/>
                </a:lnTo>
                <a:lnTo>
                  <a:pt x="611489" y="46547"/>
                </a:lnTo>
                <a:lnTo>
                  <a:pt x="611956" y="46676"/>
                </a:lnTo>
                <a:lnTo>
                  <a:pt x="612410" y="46816"/>
                </a:lnTo>
                <a:lnTo>
                  <a:pt x="612853" y="46967"/>
                </a:lnTo>
                <a:lnTo>
                  <a:pt x="613284" y="47130"/>
                </a:lnTo>
                <a:lnTo>
                  <a:pt x="613704" y="47303"/>
                </a:lnTo>
                <a:lnTo>
                  <a:pt x="614112" y="47488"/>
                </a:lnTo>
                <a:lnTo>
                  <a:pt x="614508" y="47684"/>
                </a:lnTo>
                <a:lnTo>
                  <a:pt x="614893" y="47892"/>
                </a:lnTo>
                <a:lnTo>
                  <a:pt x="615266" y="48110"/>
                </a:lnTo>
                <a:lnTo>
                  <a:pt x="615627" y="48340"/>
                </a:lnTo>
                <a:lnTo>
                  <a:pt x="615977" y="48581"/>
                </a:lnTo>
                <a:lnTo>
                  <a:pt x="616315" y="48833"/>
                </a:lnTo>
                <a:lnTo>
                  <a:pt x="616641" y="49096"/>
                </a:lnTo>
                <a:lnTo>
                  <a:pt x="616958" y="49370"/>
                </a:lnTo>
                <a:lnTo>
                  <a:pt x="617266" y="49651"/>
                </a:lnTo>
                <a:lnTo>
                  <a:pt x="617565" y="49941"/>
                </a:lnTo>
                <a:lnTo>
                  <a:pt x="617856" y="50239"/>
                </a:lnTo>
                <a:lnTo>
                  <a:pt x="618139" y="50546"/>
                </a:lnTo>
                <a:lnTo>
                  <a:pt x="618414" y="50861"/>
                </a:lnTo>
                <a:lnTo>
                  <a:pt x="618680" y="51184"/>
                </a:lnTo>
                <a:lnTo>
                  <a:pt x="618937" y="51516"/>
                </a:lnTo>
                <a:lnTo>
                  <a:pt x="619187" y="51856"/>
                </a:lnTo>
                <a:lnTo>
                  <a:pt x="619427" y="52204"/>
                </a:lnTo>
                <a:lnTo>
                  <a:pt x="619660" y="52561"/>
                </a:lnTo>
                <a:lnTo>
                  <a:pt x="619884" y="52927"/>
                </a:lnTo>
                <a:lnTo>
                  <a:pt x="620100" y="53300"/>
                </a:lnTo>
                <a:lnTo>
                  <a:pt x="620307" y="53682"/>
                </a:lnTo>
                <a:lnTo>
                  <a:pt x="620506" y="54072"/>
                </a:lnTo>
                <a:lnTo>
                  <a:pt x="620696" y="54471"/>
                </a:lnTo>
                <a:lnTo>
                  <a:pt x="620879" y="54878"/>
                </a:lnTo>
                <a:lnTo>
                  <a:pt x="621052" y="55294"/>
                </a:lnTo>
                <a:lnTo>
                  <a:pt x="621218" y="55717"/>
                </a:lnTo>
                <a:lnTo>
                  <a:pt x="621375" y="56150"/>
                </a:lnTo>
                <a:lnTo>
                  <a:pt x="621523" y="56590"/>
                </a:lnTo>
                <a:lnTo>
                  <a:pt x="621663" y="57039"/>
                </a:lnTo>
                <a:lnTo>
                  <a:pt x="621795" y="57496"/>
                </a:lnTo>
                <a:lnTo>
                  <a:pt x="621919" y="57962"/>
                </a:lnTo>
                <a:lnTo>
                  <a:pt x="622035" y="58434"/>
                </a:lnTo>
                <a:lnTo>
                  <a:pt x="622147" y="58912"/>
                </a:lnTo>
                <a:lnTo>
                  <a:pt x="622254" y="59395"/>
                </a:lnTo>
                <a:lnTo>
                  <a:pt x="622356" y="59883"/>
                </a:lnTo>
                <a:lnTo>
                  <a:pt x="622452" y="60377"/>
                </a:lnTo>
                <a:lnTo>
                  <a:pt x="622544" y="60876"/>
                </a:lnTo>
                <a:lnTo>
                  <a:pt x="622631" y="61380"/>
                </a:lnTo>
                <a:lnTo>
                  <a:pt x="622713" y="61890"/>
                </a:lnTo>
                <a:lnTo>
                  <a:pt x="622790" y="62405"/>
                </a:lnTo>
                <a:lnTo>
                  <a:pt x="622862" y="62925"/>
                </a:lnTo>
                <a:lnTo>
                  <a:pt x="622929" y="63451"/>
                </a:lnTo>
                <a:lnTo>
                  <a:pt x="622991" y="63982"/>
                </a:lnTo>
                <a:lnTo>
                  <a:pt x="623048" y="64519"/>
                </a:lnTo>
                <a:lnTo>
                  <a:pt x="623101" y="65061"/>
                </a:lnTo>
                <a:lnTo>
                  <a:pt x="623148" y="65608"/>
                </a:lnTo>
                <a:lnTo>
                  <a:pt x="623190" y="66160"/>
                </a:lnTo>
                <a:lnTo>
                  <a:pt x="623227" y="66718"/>
                </a:lnTo>
                <a:lnTo>
                  <a:pt x="623259" y="67281"/>
                </a:lnTo>
                <a:lnTo>
                  <a:pt x="623287" y="67850"/>
                </a:lnTo>
                <a:lnTo>
                  <a:pt x="623309" y="68424"/>
                </a:lnTo>
                <a:lnTo>
                  <a:pt x="623326" y="69003"/>
                </a:lnTo>
                <a:lnTo>
                  <a:pt x="623339" y="69588"/>
                </a:lnTo>
                <a:lnTo>
                  <a:pt x="623346" y="70178"/>
                </a:lnTo>
                <a:lnTo>
                  <a:pt x="623349" y="70773"/>
                </a:lnTo>
                <a:lnTo>
                  <a:pt x="623349" y="132773"/>
                </a:lnTo>
                <a:lnTo>
                  <a:pt x="639822" y="132773"/>
                </a:lnTo>
                <a:lnTo>
                  <a:pt x="639822" y="68757"/>
                </a:lnTo>
                <a:lnTo>
                  <a:pt x="639810" y="67310"/>
                </a:lnTo>
                <a:lnTo>
                  <a:pt x="639773" y="65890"/>
                </a:lnTo>
                <a:lnTo>
                  <a:pt x="639712" y="64498"/>
                </a:lnTo>
                <a:lnTo>
                  <a:pt x="639626" y="63133"/>
                </a:lnTo>
                <a:lnTo>
                  <a:pt x="639516" y="61797"/>
                </a:lnTo>
                <a:lnTo>
                  <a:pt x="639381" y="60487"/>
                </a:lnTo>
                <a:lnTo>
                  <a:pt x="639222" y="59206"/>
                </a:lnTo>
                <a:lnTo>
                  <a:pt x="639039" y="57952"/>
                </a:lnTo>
                <a:lnTo>
                  <a:pt x="638830" y="56725"/>
                </a:lnTo>
                <a:lnTo>
                  <a:pt x="638598" y="55526"/>
                </a:lnTo>
                <a:lnTo>
                  <a:pt x="638341" y="54355"/>
                </a:lnTo>
                <a:lnTo>
                  <a:pt x="638059" y="53212"/>
                </a:lnTo>
                <a:lnTo>
                  <a:pt x="637753" y="52096"/>
                </a:lnTo>
                <a:lnTo>
                  <a:pt x="637422" y="51007"/>
                </a:lnTo>
                <a:lnTo>
                  <a:pt x="637067" y="49947"/>
                </a:lnTo>
                <a:lnTo>
                  <a:pt x="636688" y="48914"/>
                </a:lnTo>
                <a:lnTo>
                  <a:pt x="636283" y="47908"/>
                </a:lnTo>
                <a:lnTo>
                  <a:pt x="635855" y="46930"/>
                </a:lnTo>
                <a:lnTo>
                  <a:pt x="635402" y="45980"/>
                </a:lnTo>
                <a:lnTo>
                  <a:pt x="634924" y="45057"/>
                </a:lnTo>
                <a:lnTo>
                  <a:pt x="634422" y="44162"/>
                </a:lnTo>
                <a:lnTo>
                  <a:pt x="633896" y="43295"/>
                </a:lnTo>
                <a:lnTo>
                  <a:pt x="633345" y="42455"/>
                </a:lnTo>
                <a:lnTo>
                  <a:pt x="632769" y="41643"/>
                </a:lnTo>
                <a:lnTo>
                  <a:pt x="632166" y="40861"/>
                </a:lnTo>
                <a:lnTo>
                  <a:pt x="631530" y="40112"/>
                </a:lnTo>
                <a:lnTo>
                  <a:pt x="630863" y="39397"/>
                </a:lnTo>
                <a:lnTo>
                  <a:pt x="630165" y="38714"/>
                </a:lnTo>
                <a:lnTo>
                  <a:pt x="629434" y="38065"/>
                </a:lnTo>
                <a:lnTo>
                  <a:pt x="628672" y="37450"/>
                </a:lnTo>
                <a:lnTo>
                  <a:pt x="627879" y="36867"/>
                </a:lnTo>
                <a:lnTo>
                  <a:pt x="627053" y="36318"/>
                </a:lnTo>
                <a:lnTo>
                  <a:pt x="626196" y="35803"/>
                </a:lnTo>
                <a:lnTo>
                  <a:pt x="625308" y="35320"/>
                </a:lnTo>
                <a:lnTo>
                  <a:pt x="624387" y="34871"/>
                </a:lnTo>
                <a:lnTo>
                  <a:pt x="623435" y="34455"/>
                </a:lnTo>
                <a:lnTo>
                  <a:pt x="622451" y="34072"/>
                </a:lnTo>
                <a:lnTo>
                  <a:pt x="621436" y="33723"/>
                </a:lnTo>
                <a:lnTo>
                  <a:pt x="620389" y="33407"/>
                </a:lnTo>
                <a:lnTo>
                  <a:pt x="619310" y="33124"/>
                </a:lnTo>
                <a:lnTo>
                  <a:pt x="618199" y="32874"/>
                </a:lnTo>
                <a:lnTo>
                  <a:pt x="617057" y="32658"/>
                </a:lnTo>
                <a:lnTo>
                  <a:pt x="615883" y="32475"/>
                </a:lnTo>
                <a:lnTo>
                  <a:pt x="614678" y="32325"/>
                </a:lnTo>
                <a:lnTo>
                  <a:pt x="613441" y="32209"/>
                </a:lnTo>
                <a:lnTo>
                  <a:pt x="612172" y="32125"/>
                </a:lnTo>
                <a:lnTo>
                  <a:pt x="610871" y="32076"/>
                </a:lnTo>
                <a:lnTo>
                  <a:pt x="609539" y="32059"/>
                </a:lnTo>
                <a:lnTo>
                  <a:pt x="608478" y="32068"/>
                </a:lnTo>
                <a:lnTo>
                  <a:pt x="607433" y="32095"/>
                </a:lnTo>
                <a:lnTo>
                  <a:pt x="606404" y="32140"/>
                </a:lnTo>
                <a:lnTo>
                  <a:pt x="605390" y="32203"/>
                </a:lnTo>
                <a:lnTo>
                  <a:pt x="604393" y="32284"/>
                </a:lnTo>
                <a:lnTo>
                  <a:pt x="603411" y="32383"/>
                </a:lnTo>
                <a:lnTo>
                  <a:pt x="602444" y="32499"/>
                </a:lnTo>
                <a:lnTo>
                  <a:pt x="601494" y="32634"/>
                </a:lnTo>
                <a:lnTo>
                  <a:pt x="600559" y="32787"/>
                </a:lnTo>
                <a:lnTo>
                  <a:pt x="599640" y="32958"/>
                </a:lnTo>
                <a:lnTo>
                  <a:pt x="598737" y="33147"/>
                </a:lnTo>
                <a:lnTo>
                  <a:pt x="597850" y="33354"/>
                </a:lnTo>
                <a:lnTo>
                  <a:pt x="596978" y="33578"/>
                </a:lnTo>
                <a:lnTo>
                  <a:pt x="596122" y="33821"/>
                </a:lnTo>
                <a:lnTo>
                  <a:pt x="595282" y="34082"/>
                </a:lnTo>
                <a:lnTo>
                  <a:pt x="594457" y="34361"/>
                </a:lnTo>
                <a:lnTo>
                  <a:pt x="593649" y="34657"/>
                </a:lnTo>
                <a:lnTo>
                  <a:pt x="592856" y="34972"/>
                </a:lnTo>
                <a:lnTo>
                  <a:pt x="592079" y="35305"/>
                </a:lnTo>
                <a:lnTo>
                  <a:pt x="591317" y="35655"/>
                </a:lnTo>
                <a:lnTo>
                  <a:pt x="590572" y="36024"/>
                </a:lnTo>
                <a:lnTo>
                  <a:pt x="589842" y="36411"/>
                </a:lnTo>
                <a:lnTo>
                  <a:pt x="589128" y="36815"/>
                </a:lnTo>
                <a:lnTo>
                  <a:pt x="588429" y="37238"/>
                </a:lnTo>
                <a:lnTo>
                  <a:pt x="587745" y="37670"/>
                </a:lnTo>
                <a:lnTo>
                  <a:pt x="587075" y="38105"/>
                </a:lnTo>
                <a:lnTo>
                  <a:pt x="586418" y="38542"/>
                </a:lnTo>
                <a:lnTo>
                  <a:pt x="585774" y="38982"/>
                </a:lnTo>
                <a:lnTo>
                  <a:pt x="585144" y="39423"/>
                </a:lnTo>
                <a:lnTo>
                  <a:pt x="584527" y="39867"/>
                </a:lnTo>
                <a:lnTo>
                  <a:pt x="583923" y="40313"/>
                </a:lnTo>
                <a:lnTo>
                  <a:pt x="583333" y="40761"/>
                </a:lnTo>
                <a:lnTo>
                  <a:pt x="582756" y="41212"/>
                </a:lnTo>
                <a:lnTo>
                  <a:pt x="582192" y="41665"/>
                </a:lnTo>
                <a:lnTo>
                  <a:pt x="581642" y="42120"/>
                </a:lnTo>
                <a:lnTo>
                  <a:pt x="581105" y="42577"/>
                </a:lnTo>
                <a:lnTo>
                  <a:pt x="580581" y="43036"/>
                </a:lnTo>
                <a:lnTo>
                  <a:pt x="580071" y="43498"/>
                </a:lnTo>
                <a:lnTo>
                  <a:pt x="579575" y="43962"/>
                </a:lnTo>
                <a:lnTo>
                  <a:pt x="579091" y="44428"/>
                </a:lnTo>
                <a:lnTo>
                  <a:pt x="578621" y="44896"/>
                </a:lnTo>
                <a:lnTo>
                  <a:pt x="578164" y="45366"/>
                </a:lnTo>
                <a:lnTo>
                  <a:pt x="577721" y="45839"/>
                </a:lnTo>
                <a:lnTo>
                  <a:pt x="577291" y="46314"/>
                </a:lnTo>
                <a:lnTo>
                  <a:pt x="576874" y="46791"/>
                </a:lnTo>
                <a:lnTo>
                  <a:pt x="576471" y="47271"/>
                </a:lnTo>
                <a:lnTo>
                  <a:pt x="576081" y="47752"/>
                </a:lnTo>
                <a:lnTo>
                  <a:pt x="575704" y="48236"/>
                </a:lnTo>
                <a:lnTo>
                  <a:pt x="575704" y="0"/>
                </a:lnTo>
                <a:lnTo>
                  <a:pt x="559330" y="0"/>
                </a:lnTo>
                <a:lnTo>
                  <a:pt x="559330" y="132773"/>
                </a:lnTo>
                <a:lnTo>
                  <a:pt x="575803" y="132773"/>
                </a:lnTo>
                <a:lnTo>
                  <a:pt x="575803" y="62062"/>
                </a:lnTo>
                <a:lnTo>
                  <a:pt x="576178" y="61559"/>
                </a:lnTo>
                <a:close/>
                <a:moveTo>
                  <a:pt x="523383" y="119457"/>
                </a:moveTo>
                <a:lnTo>
                  <a:pt x="522662" y="119448"/>
                </a:lnTo>
                <a:lnTo>
                  <a:pt x="521964" y="119422"/>
                </a:lnTo>
                <a:lnTo>
                  <a:pt x="521289" y="119379"/>
                </a:lnTo>
                <a:lnTo>
                  <a:pt x="520636" y="119318"/>
                </a:lnTo>
                <a:lnTo>
                  <a:pt x="520005" y="119240"/>
                </a:lnTo>
                <a:lnTo>
                  <a:pt x="519397" y="119145"/>
                </a:lnTo>
                <a:lnTo>
                  <a:pt x="518811" y="119032"/>
                </a:lnTo>
                <a:lnTo>
                  <a:pt x="518248" y="118902"/>
                </a:lnTo>
                <a:lnTo>
                  <a:pt x="517707" y="118755"/>
                </a:lnTo>
                <a:lnTo>
                  <a:pt x="517188" y="118591"/>
                </a:lnTo>
                <a:lnTo>
                  <a:pt x="516692" y="118409"/>
                </a:lnTo>
                <a:lnTo>
                  <a:pt x="516219" y="118210"/>
                </a:lnTo>
                <a:lnTo>
                  <a:pt x="515767" y="117993"/>
                </a:lnTo>
                <a:lnTo>
                  <a:pt x="515339" y="117759"/>
                </a:lnTo>
                <a:lnTo>
                  <a:pt x="514932" y="117508"/>
                </a:lnTo>
                <a:lnTo>
                  <a:pt x="514549" y="117240"/>
                </a:lnTo>
                <a:lnTo>
                  <a:pt x="514187" y="116954"/>
                </a:lnTo>
                <a:lnTo>
                  <a:pt x="513848" y="116651"/>
                </a:lnTo>
                <a:lnTo>
                  <a:pt x="513532" y="116331"/>
                </a:lnTo>
                <a:lnTo>
                  <a:pt x="513237" y="115993"/>
                </a:lnTo>
                <a:lnTo>
                  <a:pt x="512966" y="115638"/>
                </a:lnTo>
                <a:lnTo>
                  <a:pt x="512716" y="115266"/>
                </a:lnTo>
                <a:lnTo>
                  <a:pt x="512490" y="114876"/>
                </a:lnTo>
                <a:lnTo>
                  <a:pt x="512285" y="114469"/>
                </a:lnTo>
                <a:lnTo>
                  <a:pt x="512096" y="114046"/>
                </a:lnTo>
                <a:lnTo>
                  <a:pt x="511915" y="113607"/>
                </a:lnTo>
                <a:lnTo>
                  <a:pt x="511742" y="113154"/>
                </a:lnTo>
                <a:lnTo>
                  <a:pt x="511577" y="112685"/>
                </a:lnTo>
                <a:lnTo>
                  <a:pt x="511420" y="112201"/>
                </a:lnTo>
                <a:lnTo>
                  <a:pt x="511271" y="111702"/>
                </a:lnTo>
                <a:lnTo>
                  <a:pt x="511130" y="111188"/>
                </a:lnTo>
                <a:lnTo>
                  <a:pt x="510997" y="110658"/>
                </a:lnTo>
                <a:lnTo>
                  <a:pt x="510873" y="110113"/>
                </a:lnTo>
                <a:lnTo>
                  <a:pt x="510756" y="109554"/>
                </a:lnTo>
                <a:lnTo>
                  <a:pt x="510647" y="108979"/>
                </a:lnTo>
                <a:lnTo>
                  <a:pt x="510547" y="108388"/>
                </a:lnTo>
                <a:lnTo>
                  <a:pt x="510454" y="107783"/>
                </a:lnTo>
                <a:lnTo>
                  <a:pt x="510370" y="107163"/>
                </a:lnTo>
                <a:lnTo>
                  <a:pt x="510293" y="106527"/>
                </a:lnTo>
                <a:lnTo>
                  <a:pt x="510225" y="105876"/>
                </a:lnTo>
                <a:lnTo>
                  <a:pt x="510164" y="105210"/>
                </a:lnTo>
                <a:lnTo>
                  <a:pt x="510112" y="104529"/>
                </a:lnTo>
                <a:lnTo>
                  <a:pt x="510068" y="103832"/>
                </a:lnTo>
                <a:lnTo>
                  <a:pt x="510032" y="103121"/>
                </a:lnTo>
                <a:lnTo>
                  <a:pt x="510003" y="102394"/>
                </a:lnTo>
                <a:lnTo>
                  <a:pt x="509983" y="101652"/>
                </a:lnTo>
                <a:lnTo>
                  <a:pt x="509971" y="100895"/>
                </a:lnTo>
                <a:lnTo>
                  <a:pt x="509967" y="100123"/>
                </a:lnTo>
                <a:lnTo>
                  <a:pt x="509967" y="47053"/>
                </a:lnTo>
                <a:lnTo>
                  <a:pt x="533641" y="47053"/>
                </a:lnTo>
                <a:lnTo>
                  <a:pt x="533641" y="33736"/>
                </a:lnTo>
                <a:lnTo>
                  <a:pt x="509967" y="33736"/>
                </a:lnTo>
                <a:lnTo>
                  <a:pt x="509967" y="11739"/>
                </a:lnTo>
                <a:lnTo>
                  <a:pt x="493592" y="11739"/>
                </a:lnTo>
                <a:lnTo>
                  <a:pt x="493592" y="33736"/>
                </a:lnTo>
                <a:lnTo>
                  <a:pt x="477514" y="33736"/>
                </a:lnTo>
                <a:lnTo>
                  <a:pt x="477514" y="47053"/>
                </a:lnTo>
                <a:lnTo>
                  <a:pt x="493592" y="47053"/>
                </a:lnTo>
                <a:lnTo>
                  <a:pt x="493592" y="100591"/>
                </a:lnTo>
                <a:lnTo>
                  <a:pt x="493596" y="101429"/>
                </a:lnTo>
                <a:lnTo>
                  <a:pt x="493608" y="102257"/>
                </a:lnTo>
                <a:lnTo>
                  <a:pt x="493629" y="103074"/>
                </a:lnTo>
                <a:lnTo>
                  <a:pt x="493657" y="103882"/>
                </a:lnTo>
                <a:lnTo>
                  <a:pt x="493693" y="104679"/>
                </a:lnTo>
                <a:lnTo>
                  <a:pt x="493737" y="105466"/>
                </a:lnTo>
                <a:lnTo>
                  <a:pt x="493790" y="106243"/>
                </a:lnTo>
                <a:lnTo>
                  <a:pt x="493850" y="107010"/>
                </a:lnTo>
                <a:lnTo>
                  <a:pt x="493918" y="107767"/>
                </a:lnTo>
                <a:lnTo>
                  <a:pt x="493995" y="108514"/>
                </a:lnTo>
                <a:lnTo>
                  <a:pt x="494079" y="109251"/>
                </a:lnTo>
                <a:lnTo>
                  <a:pt x="494172" y="109978"/>
                </a:lnTo>
                <a:lnTo>
                  <a:pt x="494273" y="110694"/>
                </a:lnTo>
                <a:lnTo>
                  <a:pt x="494381" y="111401"/>
                </a:lnTo>
                <a:lnTo>
                  <a:pt x="494498" y="112097"/>
                </a:lnTo>
                <a:lnTo>
                  <a:pt x="494623" y="112783"/>
                </a:lnTo>
                <a:lnTo>
                  <a:pt x="494755" y="113459"/>
                </a:lnTo>
                <a:lnTo>
                  <a:pt x="494896" y="114125"/>
                </a:lnTo>
                <a:lnTo>
                  <a:pt x="495045" y="114781"/>
                </a:lnTo>
                <a:lnTo>
                  <a:pt x="495202" y="115427"/>
                </a:lnTo>
                <a:lnTo>
                  <a:pt x="495367" y="116063"/>
                </a:lnTo>
                <a:lnTo>
                  <a:pt x="495540" y="116688"/>
                </a:lnTo>
                <a:lnTo>
                  <a:pt x="495721" y="117304"/>
                </a:lnTo>
                <a:lnTo>
                  <a:pt x="495911" y="117909"/>
                </a:lnTo>
                <a:lnTo>
                  <a:pt x="496110" y="118503"/>
                </a:lnTo>
                <a:lnTo>
                  <a:pt x="496324" y="119086"/>
                </a:lnTo>
                <a:lnTo>
                  <a:pt x="496551" y="119657"/>
                </a:lnTo>
                <a:lnTo>
                  <a:pt x="496791" y="120216"/>
                </a:lnTo>
                <a:lnTo>
                  <a:pt x="497045" y="120763"/>
                </a:lnTo>
                <a:lnTo>
                  <a:pt x="497313" y="121299"/>
                </a:lnTo>
                <a:lnTo>
                  <a:pt x="497594" y="121823"/>
                </a:lnTo>
                <a:lnTo>
                  <a:pt x="497889" y="122335"/>
                </a:lnTo>
                <a:lnTo>
                  <a:pt x="498197" y="122836"/>
                </a:lnTo>
                <a:lnTo>
                  <a:pt x="498519" y="123325"/>
                </a:lnTo>
                <a:lnTo>
                  <a:pt x="498854" y="123802"/>
                </a:lnTo>
                <a:lnTo>
                  <a:pt x="499203" y="124268"/>
                </a:lnTo>
                <a:lnTo>
                  <a:pt x="499565" y="124722"/>
                </a:lnTo>
                <a:lnTo>
                  <a:pt x="499941" y="125164"/>
                </a:lnTo>
                <a:lnTo>
                  <a:pt x="500330" y="125594"/>
                </a:lnTo>
                <a:lnTo>
                  <a:pt x="500733" y="126013"/>
                </a:lnTo>
                <a:lnTo>
                  <a:pt x="501149" y="126420"/>
                </a:lnTo>
                <a:lnTo>
                  <a:pt x="501579" y="126815"/>
                </a:lnTo>
                <a:lnTo>
                  <a:pt x="502023" y="127199"/>
                </a:lnTo>
                <a:lnTo>
                  <a:pt x="502480" y="127571"/>
                </a:lnTo>
                <a:lnTo>
                  <a:pt x="502950" y="127931"/>
                </a:lnTo>
                <a:lnTo>
                  <a:pt x="503434" y="128280"/>
                </a:lnTo>
                <a:lnTo>
                  <a:pt x="503932" y="128616"/>
                </a:lnTo>
                <a:lnTo>
                  <a:pt x="504443" y="128942"/>
                </a:lnTo>
                <a:lnTo>
                  <a:pt x="504970" y="129254"/>
                </a:lnTo>
                <a:lnTo>
                  <a:pt x="505517" y="129554"/>
                </a:lnTo>
                <a:lnTo>
                  <a:pt x="506082" y="129840"/>
                </a:lnTo>
                <a:lnTo>
                  <a:pt x="506665" y="130112"/>
                </a:lnTo>
                <a:lnTo>
                  <a:pt x="507268" y="130372"/>
                </a:lnTo>
                <a:lnTo>
                  <a:pt x="507889" y="130618"/>
                </a:lnTo>
                <a:lnTo>
                  <a:pt x="508530" y="130851"/>
                </a:lnTo>
                <a:lnTo>
                  <a:pt x="509189" y="131070"/>
                </a:lnTo>
                <a:lnTo>
                  <a:pt x="509867" y="131277"/>
                </a:lnTo>
                <a:lnTo>
                  <a:pt x="510564" y="131469"/>
                </a:lnTo>
                <a:lnTo>
                  <a:pt x="511279" y="131649"/>
                </a:lnTo>
                <a:lnTo>
                  <a:pt x="512014" y="131815"/>
                </a:lnTo>
                <a:lnTo>
                  <a:pt x="512767" y="131968"/>
                </a:lnTo>
                <a:lnTo>
                  <a:pt x="513539" y="132108"/>
                </a:lnTo>
                <a:lnTo>
                  <a:pt x="514331" y="132234"/>
                </a:lnTo>
                <a:lnTo>
                  <a:pt x="515140" y="132348"/>
                </a:lnTo>
                <a:lnTo>
                  <a:pt x="515969" y="132447"/>
                </a:lnTo>
                <a:lnTo>
                  <a:pt x="516817" y="132534"/>
                </a:lnTo>
                <a:lnTo>
                  <a:pt x="517683" y="132607"/>
                </a:lnTo>
                <a:lnTo>
                  <a:pt x="518568" y="132667"/>
                </a:lnTo>
                <a:lnTo>
                  <a:pt x="519472" y="132713"/>
                </a:lnTo>
                <a:lnTo>
                  <a:pt x="520395" y="132747"/>
                </a:lnTo>
                <a:lnTo>
                  <a:pt x="521337" y="132767"/>
                </a:lnTo>
                <a:lnTo>
                  <a:pt x="522297" y="132773"/>
                </a:lnTo>
                <a:lnTo>
                  <a:pt x="533839" y="132773"/>
                </a:lnTo>
                <a:lnTo>
                  <a:pt x="533839" y="119457"/>
                </a:lnTo>
                <a:lnTo>
                  <a:pt x="523383" y="119457"/>
                </a:lnTo>
                <a:close/>
                <a:moveTo>
                  <a:pt x="122329" y="62091"/>
                </a:moveTo>
                <a:lnTo>
                  <a:pt x="122597" y="61719"/>
                </a:lnTo>
                <a:lnTo>
                  <a:pt x="122868" y="61352"/>
                </a:lnTo>
                <a:lnTo>
                  <a:pt x="123141" y="60988"/>
                </a:lnTo>
                <a:lnTo>
                  <a:pt x="123418" y="60628"/>
                </a:lnTo>
                <a:lnTo>
                  <a:pt x="123698" y="60272"/>
                </a:lnTo>
                <a:lnTo>
                  <a:pt x="123981" y="59919"/>
                </a:lnTo>
                <a:lnTo>
                  <a:pt x="124268" y="59571"/>
                </a:lnTo>
                <a:lnTo>
                  <a:pt x="124557" y="59226"/>
                </a:lnTo>
                <a:lnTo>
                  <a:pt x="124849" y="58884"/>
                </a:lnTo>
                <a:lnTo>
                  <a:pt x="125145" y="58547"/>
                </a:lnTo>
                <a:lnTo>
                  <a:pt x="125443" y="58213"/>
                </a:lnTo>
                <a:lnTo>
                  <a:pt x="125745" y="57883"/>
                </a:lnTo>
                <a:lnTo>
                  <a:pt x="126049" y="57557"/>
                </a:lnTo>
                <a:lnTo>
                  <a:pt x="126357" y="57234"/>
                </a:lnTo>
                <a:lnTo>
                  <a:pt x="126668" y="56916"/>
                </a:lnTo>
                <a:lnTo>
                  <a:pt x="126982" y="56601"/>
                </a:lnTo>
                <a:lnTo>
                  <a:pt x="127299" y="56289"/>
                </a:lnTo>
                <a:lnTo>
                  <a:pt x="127619" y="55982"/>
                </a:lnTo>
                <a:lnTo>
                  <a:pt x="127942" y="55678"/>
                </a:lnTo>
                <a:lnTo>
                  <a:pt x="128268" y="55378"/>
                </a:lnTo>
                <a:lnTo>
                  <a:pt x="128598" y="55082"/>
                </a:lnTo>
                <a:lnTo>
                  <a:pt x="128930" y="54789"/>
                </a:lnTo>
                <a:lnTo>
                  <a:pt x="129266" y="54500"/>
                </a:lnTo>
                <a:lnTo>
                  <a:pt x="129605" y="54216"/>
                </a:lnTo>
                <a:lnTo>
                  <a:pt x="129949" y="53937"/>
                </a:lnTo>
                <a:lnTo>
                  <a:pt x="130298" y="53663"/>
                </a:lnTo>
                <a:lnTo>
                  <a:pt x="130652" y="53394"/>
                </a:lnTo>
                <a:lnTo>
                  <a:pt x="131011" y="53130"/>
                </a:lnTo>
                <a:lnTo>
                  <a:pt x="131374" y="52872"/>
                </a:lnTo>
                <a:lnTo>
                  <a:pt x="131742" y="52619"/>
                </a:lnTo>
                <a:lnTo>
                  <a:pt x="132115" y="52370"/>
                </a:lnTo>
                <a:lnTo>
                  <a:pt x="132493" y="52128"/>
                </a:lnTo>
                <a:lnTo>
                  <a:pt x="132876" y="51890"/>
                </a:lnTo>
                <a:lnTo>
                  <a:pt x="133263" y="51657"/>
                </a:lnTo>
                <a:lnTo>
                  <a:pt x="133655" y="51430"/>
                </a:lnTo>
                <a:lnTo>
                  <a:pt x="134052" y="51208"/>
                </a:lnTo>
                <a:lnTo>
                  <a:pt x="134454" y="50991"/>
                </a:lnTo>
                <a:lnTo>
                  <a:pt x="134860" y="50779"/>
                </a:lnTo>
                <a:lnTo>
                  <a:pt x="135272" y="50572"/>
                </a:lnTo>
                <a:lnTo>
                  <a:pt x="135688" y="50371"/>
                </a:lnTo>
                <a:lnTo>
                  <a:pt x="136109" y="50175"/>
                </a:lnTo>
                <a:lnTo>
                  <a:pt x="136535" y="49983"/>
                </a:lnTo>
                <a:lnTo>
                  <a:pt x="136965" y="49798"/>
                </a:lnTo>
                <a:lnTo>
                  <a:pt x="137400" y="49617"/>
                </a:lnTo>
                <a:lnTo>
                  <a:pt x="137841" y="49441"/>
                </a:lnTo>
                <a:lnTo>
                  <a:pt x="138286" y="49271"/>
                </a:lnTo>
                <a:lnTo>
                  <a:pt x="138735" y="49106"/>
                </a:lnTo>
                <a:lnTo>
                  <a:pt x="139190" y="48946"/>
                </a:lnTo>
                <a:lnTo>
                  <a:pt x="139652" y="48794"/>
                </a:lnTo>
                <a:lnTo>
                  <a:pt x="140119" y="48648"/>
                </a:lnTo>
                <a:lnTo>
                  <a:pt x="140593" y="48508"/>
                </a:lnTo>
                <a:lnTo>
                  <a:pt x="141073" y="48376"/>
                </a:lnTo>
                <a:lnTo>
                  <a:pt x="141559" y="48251"/>
                </a:lnTo>
                <a:lnTo>
                  <a:pt x="142051" y="48132"/>
                </a:lnTo>
                <a:lnTo>
                  <a:pt x="142549" y="48020"/>
                </a:lnTo>
                <a:lnTo>
                  <a:pt x="143054" y="47915"/>
                </a:lnTo>
                <a:lnTo>
                  <a:pt x="143565" y="47816"/>
                </a:lnTo>
                <a:lnTo>
                  <a:pt x="144081" y="47725"/>
                </a:lnTo>
                <a:lnTo>
                  <a:pt x="144604" y="47640"/>
                </a:lnTo>
                <a:lnTo>
                  <a:pt x="145134" y="47562"/>
                </a:lnTo>
                <a:lnTo>
                  <a:pt x="145669" y="47491"/>
                </a:lnTo>
                <a:lnTo>
                  <a:pt x="146211" y="47426"/>
                </a:lnTo>
                <a:lnTo>
                  <a:pt x="146758" y="47368"/>
                </a:lnTo>
                <a:lnTo>
                  <a:pt x="147312" y="47318"/>
                </a:lnTo>
                <a:lnTo>
                  <a:pt x="147872" y="47273"/>
                </a:lnTo>
                <a:lnTo>
                  <a:pt x="148438" y="47236"/>
                </a:lnTo>
                <a:lnTo>
                  <a:pt x="149011" y="47206"/>
                </a:lnTo>
                <a:lnTo>
                  <a:pt x="149589" y="47182"/>
                </a:lnTo>
                <a:lnTo>
                  <a:pt x="150174" y="47165"/>
                </a:lnTo>
                <a:lnTo>
                  <a:pt x="150765" y="47155"/>
                </a:lnTo>
                <a:lnTo>
                  <a:pt x="151362" y="47151"/>
                </a:lnTo>
                <a:lnTo>
                  <a:pt x="153630" y="47151"/>
                </a:lnTo>
                <a:lnTo>
                  <a:pt x="153630" y="32059"/>
                </a:lnTo>
                <a:lnTo>
                  <a:pt x="151657" y="32059"/>
                </a:lnTo>
                <a:lnTo>
                  <a:pt x="150703" y="32068"/>
                </a:lnTo>
                <a:lnTo>
                  <a:pt x="149764" y="32094"/>
                </a:lnTo>
                <a:lnTo>
                  <a:pt x="148840" y="32138"/>
                </a:lnTo>
                <a:lnTo>
                  <a:pt x="147931" y="32199"/>
                </a:lnTo>
                <a:lnTo>
                  <a:pt x="147037" y="32277"/>
                </a:lnTo>
                <a:lnTo>
                  <a:pt x="146158" y="32373"/>
                </a:lnTo>
                <a:lnTo>
                  <a:pt x="145294" y="32487"/>
                </a:lnTo>
                <a:lnTo>
                  <a:pt x="144446" y="32618"/>
                </a:lnTo>
                <a:lnTo>
                  <a:pt x="143612" y="32766"/>
                </a:lnTo>
                <a:lnTo>
                  <a:pt x="142793" y="32932"/>
                </a:lnTo>
                <a:lnTo>
                  <a:pt x="141990" y="33116"/>
                </a:lnTo>
                <a:lnTo>
                  <a:pt x="141201" y="33317"/>
                </a:lnTo>
                <a:lnTo>
                  <a:pt x="140428" y="33535"/>
                </a:lnTo>
                <a:lnTo>
                  <a:pt x="139670" y="33771"/>
                </a:lnTo>
                <a:lnTo>
                  <a:pt x="138926" y="34024"/>
                </a:lnTo>
                <a:lnTo>
                  <a:pt x="138198" y="34295"/>
                </a:lnTo>
                <a:lnTo>
                  <a:pt x="137485" y="34583"/>
                </a:lnTo>
                <a:lnTo>
                  <a:pt x="136787" y="34889"/>
                </a:lnTo>
                <a:lnTo>
                  <a:pt x="136104" y="35212"/>
                </a:lnTo>
                <a:lnTo>
                  <a:pt x="135436" y="35553"/>
                </a:lnTo>
                <a:lnTo>
                  <a:pt x="134783" y="35911"/>
                </a:lnTo>
                <a:lnTo>
                  <a:pt x="134146" y="36286"/>
                </a:lnTo>
                <a:lnTo>
                  <a:pt x="133523" y="36679"/>
                </a:lnTo>
                <a:lnTo>
                  <a:pt x="132915" y="37090"/>
                </a:lnTo>
                <a:lnTo>
                  <a:pt x="132321" y="37513"/>
                </a:lnTo>
                <a:lnTo>
                  <a:pt x="131737" y="37945"/>
                </a:lnTo>
                <a:lnTo>
                  <a:pt x="131164" y="38386"/>
                </a:lnTo>
                <a:lnTo>
                  <a:pt x="130603" y="38835"/>
                </a:lnTo>
                <a:lnTo>
                  <a:pt x="130052" y="39293"/>
                </a:lnTo>
                <a:lnTo>
                  <a:pt x="129512" y="39759"/>
                </a:lnTo>
                <a:lnTo>
                  <a:pt x="128983" y="40234"/>
                </a:lnTo>
                <a:lnTo>
                  <a:pt x="128465" y="40718"/>
                </a:lnTo>
                <a:lnTo>
                  <a:pt x="127959" y="41210"/>
                </a:lnTo>
                <a:lnTo>
                  <a:pt x="127463" y="41710"/>
                </a:lnTo>
                <a:lnTo>
                  <a:pt x="126978" y="42219"/>
                </a:lnTo>
                <a:lnTo>
                  <a:pt x="126504" y="42737"/>
                </a:lnTo>
                <a:lnTo>
                  <a:pt x="126040" y="43263"/>
                </a:lnTo>
                <a:lnTo>
                  <a:pt x="125588" y="43798"/>
                </a:lnTo>
                <a:lnTo>
                  <a:pt x="125147" y="44342"/>
                </a:lnTo>
                <a:lnTo>
                  <a:pt x="124717" y="44893"/>
                </a:lnTo>
                <a:lnTo>
                  <a:pt x="124298" y="45454"/>
                </a:lnTo>
                <a:lnTo>
                  <a:pt x="123889" y="46023"/>
                </a:lnTo>
                <a:lnTo>
                  <a:pt x="123492" y="46601"/>
                </a:lnTo>
                <a:lnTo>
                  <a:pt x="123106" y="47187"/>
                </a:lnTo>
                <a:lnTo>
                  <a:pt x="122730" y="47782"/>
                </a:lnTo>
                <a:lnTo>
                  <a:pt x="122366" y="48385"/>
                </a:lnTo>
                <a:lnTo>
                  <a:pt x="122013" y="48997"/>
                </a:lnTo>
                <a:lnTo>
                  <a:pt x="121670" y="49617"/>
                </a:lnTo>
                <a:lnTo>
                  <a:pt x="121078" y="33736"/>
                </a:lnTo>
                <a:lnTo>
                  <a:pt x="105591" y="33736"/>
                </a:lnTo>
                <a:lnTo>
                  <a:pt x="105591" y="132773"/>
                </a:lnTo>
                <a:lnTo>
                  <a:pt x="122065" y="132773"/>
                </a:lnTo>
                <a:lnTo>
                  <a:pt x="122065" y="62466"/>
                </a:lnTo>
                <a:lnTo>
                  <a:pt x="122329" y="62091"/>
                </a:lnTo>
                <a:close/>
                <a:moveTo>
                  <a:pt x="351165" y="47064"/>
                </a:moveTo>
                <a:lnTo>
                  <a:pt x="350715" y="46111"/>
                </a:lnTo>
                <a:lnTo>
                  <a:pt x="350241" y="45184"/>
                </a:lnTo>
                <a:lnTo>
                  <a:pt x="349743" y="44285"/>
                </a:lnTo>
                <a:lnTo>
                  <a:pt x="349220" y="43411"/>
                </a:lnTo>
                <a:lnTo>
                  <a:pt x="348673" y="42565"/>
                </a:lnTo>
                <a:lnTo>
                  <a:pt x="348101" y="41744"/>
                </a:lnTo>
                <a:lnTo>
                  <a:pt x="347502" y="40954"/>
                </a:lnTo>
                <a:lnTo>
                  <a:pt x="346872" y="40197"/>
                </a:lnTo>
                <a:lnTo>
                  <a:pt x="346210" y="39474"/>
                </a:lnTo>
                <a:lnTo>
                  <a:pt x="345517" y="38785"/>
                </a:lnTo>
                <a:lnTo>
                  <a:pt x="344793" y="38129"/>
                </a:lnTo>
                <a:lnTo>
                  <a:pt x="344038" y="37507"/>
                </a:lnTo>
                <a:lnTo>
                  <a:pt x="343252" y="36919"/>
                </a:lnTo>
                <a:lnTo>
                  <a:pt x="342435" y="36364"/>
                </a:lnTo>
                <a:lnTo>
                  <a:pt x="341586" y="35842"/>
                </a:lnTo>
                <a:lnTo>
                  <a:pt x="340706" y="35355"/>
                </a:lnTo>
                <a:lnTo>
                  <a:pt x="339796" y="34901"/>
                </a:lnTo>
                <a:lnTo>
                  <a:pt x="338853" y="34480"/>
                </a:lnTo>
                <a:lnTo>
                  <a:pt x="337880" y="34094"/>
                </a:lnTo>
                <a:lnTo>
                  <a:pt x="336876" y="33740"/>
                </a:lnTo>
                <a:lnTo>
                  <a:pt x="335840" y="33421"/>
                </a:lnTo>
                <a:lnTo>
                  <a:pt x="334773" y="33135"/>
                </a:lnTo>
                <a:lnTo>
                  <a:pt x="333676" y="32883"/>
                </a:lnTo>
                <a:lnTo>
                  <a:pt x="332546" y="32664"/>
                </a:lnTo>
                <a:lnTo>
                  <a:pt x="331386" y="32479"/>
                </a:lnTo>
                <a:lnTo>
                  <a:pt x="330195" y="32328"/>
                </a:lnTo>
                <a:lnTo>
                  <a:pt x="328972" y="32210"/>
                </a:lnTo>
                <a:lnTo>
                  <a:pt x="327718" y="32126"/>
                </a:lnTo>
                <a:lnTo>
                  <a:pt x="326434" y="32076"/>
                </a:lnTo>
                <a:lnTo>
                  <a:pt x="325117" y="32059"/>
                </a:lnTo>
                <a:lnTo>
                  <a:pt x="324105" y="32068"/>
                </a:lnTo>
                <a:lnTo>
                  <a:pt x="323107" y="32095"/>
                </a:lnTo>
                <a:lnTo>
                  <a:pt x="322123" y="32140"/>
                </a:lnTo>
                <a:lnTo>
                  <a:pt x="321153" y="32203"/>
                </a:lnTo>
                <a:lnTo>
                  <a:pt x="320196" y="32284"/>
                </a:lnTo>
                <a:lnTo>
                  <a:pt x="319254" y="32383"/>
                </a:lnTo>
                <a:lnTo>
                  <a:pt x="318326" y="32499"/>
                </a:lnTo>
                <a:lnTo>
                  <a:pt x="317412" y="32634"/>
                </a:lnTo>
                <a:lnTo>
                  <a:pt x="316512" y="32787"/>
                </a:lnTo>
                <a:lnTo>
                  <a:pt x="315626" y="32958"/>
                </a:lnTo>
                <a:lnTo>
                  <a:pt x="314755" y="33147"/>
                </a:lnTo>
                <a:lnTo>
                  <a:pt x="313897" y="33354"/>
                </a:lnTo>
                <a:lnTo>
                  <a:pt x="313053" y="33578"/>
                </a:lnTo>
                <a:lnTo>
                  <a:pt x="312223" y="33821"/>
                </a:lnTo>
                <a:lnTo>
                  <a:pt x="311408" y="34082"/>
                </a:lnTo>
                <a:lnTo>
                  <a:pt x="310606" y="34361"/>
                </a:lnTo>
                <a:lnTo>
                  <a:pt x="309818" y="34657"/>
                </a:lnTo>
                <a:lnTo>
                  <a:pt x="309045" y="34972"/>
                </a:lnTo>
                <a:lnTo>
                  <a:pt x="308285" y="35305"/>
                </a:lnTo>
                <a:lnTo>
                  <a:pt x="307540" y="35655"/>
                </a:lnTo>
                <a:lnTo>
                  <a:pt x="306808" y="36024"/>
                </a:lnTo>
                <a:lnTo>
                  <a:pt x="306091" y="36411"/>
                </a:lnTo>
                <a:lnTo>
                  <a:pt x="305388" y="36815"/>
                </a:lnTo>
                <a:lnTo>
                  <a:pt x="304698" y="37238"/>
                </a:lnTo>
                <a:lnTo>
                  <a:pt x="304023" y="37670"/>
                </a:lnTo>
                <a:lnTo>
                  <a:pt x="303361" y="38105"/>
                </a:lnTo>
                <a:lnTo>
                  <a:pt x="302713" y="38542"/>
                </a:lnTo>
                <a:lnTo>
                  <a:pt x="302079" y="38982"/>
                </a:lnTo>
                <a:lnTo>
                  <a:pt x="301458" y="39423"/>
                </a:lnTo>
                <a:lnTo>
                  <a:pt x="300851" y="39867"/>
                </a:lnTo>
                <a:lnTo>
                  <a:pt x="300258" y="40313"/>
                </a:lnTo>
                <a:lnTo>
                  <a:pt x="299679" y="40761"/>
                </a:lnTo>
                <a:lnTo>
                  <a:pt x="299113" y="41212"/>
                </a:lnTo>
                <a:lnTo>
                  <a:pt x="298561" y="41665"/>
                </a:lnTo>
                <a:lnTo>
                  <a:pt x="298022" y="42120"/>
                </a:lnTo>
                <a:lnTo>
                  <a:pt x="297497" y="42577"/>
                </a:lnTo>
                <a:lnTo>
                  <a:pt x="296986" y="43036"/>
                </a:lnTo>
                <a:lnTo>
                  <a:pt x="296489" y="43498"/>
                </a:lnTo>
                <a:lnTo>
                  <a:pt x="296005" y="43962"/>
                </a:lnTo>
                <a:lnTo>
                  <a:pt x="295536" y="44428"/>
                </a:lnTo>
                <a:lnTo>
                  <a:pt x="295079" y="44896"/>
                </a:lnTo>
                <a:lnTo>
                  <a:pt x="294637" y="45366"/>
                </a:lnTo>
                <a:lnTo>
                  <a:pt x="294208" y="45839"/>
                </a:lnTo>
                <a:lnTo>
                  <a:pt x="293793" y="46314"/>
                </a:lnTo>
                <a:lnTo>
                  <a:pt x="293391" y="46791"/>
                </a:lnTo>
                <a:lnTo>
                  <a:pt x="293004" y="47271"/>
                </a:lnTo>
                <a:lnTo>
                  <a:pt x="292630" y="47752"/>
                </a:lnTo>
                <a:lnTo>
                  <a:pt x="292269" y="48236"/>
                </a:lnTo>
                <a:lnTo>
                  <a:pt x="291677" y="33736"/>
                </a:lnTo>
                <a:lnTo>
                  <a:pt x="275895" y="33736"/>
                </a:lnTo>
                <a:lnTo>
                  <a:pt x="275895" y="132773"/>
                </a:lnTo>
                <a:lnTo>
                  <a:pt x="292368" y="132773"/>
                </a:lnTo>
                <a:lnTo>
                  <a:pt x="292368" y="62062"/>
                </a:lnTo>
                <a:lnTo>
                  <a:pt x="292726" y="61559"/>
                </a:lnTo>
                <a:lnTo>
                  <a:pt x="293094" y="61061"/>
                </a:lnTo>
                <a:lnTo>
                  <a:pt x="293472" y="60565"/>
                </a:lnTo>
                <a:lnTo>
                  <a:pt x="293859" y="60073"/>
                </a:lnTo>
                <a:lnTo>
                  <a:pt x="294255" y="59584"/>
                </a:lnTo>
                <a:lnTo>
                  <a:pt x="294661" y="59099"/>
                </a:lnTo>
                <a:lnTo>
                  <a:pt x="295077" y="58617"/>
                </a:lnTo>
                <a:lnTo>
                  <a:pt x="295503" y="58138"/>
                </a:lnTo>
                <a:lnTo>
                  <a:pt x="295938" y="57663"/>
                </a:lnTo>
                <a:lnTo>
                  <a:pt x="296382" y="57191"/>
                </a:lnTo>
                <a:lnTo>
                  <a:pt x="296836" y="56723"/>
                </a:lnTo>
                <a:lnTo>
                  <a:pt x="297300" y="56258"/>
                </a:lnTo>
                <a:lnTo>
                  <a:pt x="297773" y="55796"/>
                </a:lnTo>
                <a:lnTo>
                  <a:pt x="298256" y="55338"/>
                </a:lnTo>
                <a:lnTo>
                  <a:pt x="298749" y="54883"/>
                </a:lnTo>
                <a:lnTo>
                  <a:pt x="299251" y="54432"/>
                </a:lnTo>
                <a:lnTo>
                  <a:pt x="299763" y="53984"/>
                </a:lnTo>
                <a:lnTo>
                  <a:pt x="300284" y="53539"/>
                </a:lnTo>
                <a:lnTo>
                  <a:pt x="300815" y="53098"/>
                </a:lnTo>
                <a:lnTo>
                  <a:pt x="301355" y="52660"/>
                </a:lnTo>
                <a:lnTo>
                  <a:pt x="301906" y="52226"/>
                </a:lnTo>
                <a:lnTo>
                  <a:pt x="302465" y="51795"/>
                </a:lnTo>
                <a:lnTo>
                  <a:pt x="303034" y="51367"/>
                </a:lnTo>
                <a:lnTo>
                  <a:pt x="303613" y="50943"/>
                </a:lnTo>
                <a:lnTo>
                  <a:pt x="304202" y="50529"/>
                </a:lnTo>
                <a:lnTo>
                  <a:pt x="304802" y="50132"/>
                </a:lnTo>
                <a:lnTo>
                  <a:pt x="305414" y="49754"/>
                </a:lnTo>
                <a:lnTo>
                  <a:pt x="306036" y="49393"/>
                </a:lnTo>
                <a:lnTo>
                  <a:pt x="306668" y="49049"/>
                </a:lnTo>
                <a:lnTo>
                  <a:pt x="307312" y="48723"/>
                </a:lnTo>
                <a:lnTo>
                  <a:pt x="307967" y="48415"/>
                </a:lnTo>
                <a:lnTo>
                  <a:pt x="308633" y="48124"/>
                </a:lnTo>
                <a:lnTo>
                  <a:pt x="309310" y="47851"/>
                </a:lnTo>
                <a:lnTo>
                  <a:pt x="309998" y="47595"/>
                </a:lnTo>
                <a:lnTo>
                  <a:pt x="310696" y="47358"/>
                </a:lnTo>
                <a:lnTo>
                  <a:pt x="311406" y="47137"/>
                </a:lnTo>
                <a:lnTo>
                  <a:pt x="312127" y="46935"/>
                </a:lnTo>
                <a:lnTo>
                  <a:pt x="312858" y="46750"/>
                </a:lnTo>
                <a:lnTo>
                  <a:pt x="313601" y="46582"/>
                </a:lnTo>
                <a:lnTo>
                  <a:pt x="314354" y="46433"/>
                </a:lnTo>
                <a:lnTo>
                  <a:pt x="315119" y="46301"/>
                </a:lnTo>
                <a:lnTo>
                  <a:pt x="315894" y="46186"/>
                </a:lnTo>
                <a:lnTo>
                  <a:pt x="316681" y="46089"/>
                </a:lnTo>
                <a:lnTo>
                  <a:pt x="317478" y="46010"/>
                </a:lnTo>
                <a:lnTo>
                  <a:pt x="318286" y="45948"/>
                </a:lnTo>
                <a:lnTo>
                  <a:pt x="319106" y="45904"/>
                </a:lnTo>
                <a:lnTo>
                  <a:pt x="319936" y="45878"/>
                </a:lnTo>
                <a:lnTo>
                  <a:pt x="320777" y="45869"/>
                </a:lnTo>
                <a:lnTo>
                  <a:pt x="321371" y="45875"/>
                </a:lnTo>
                <a:lnTo>
                  <a:pt x="321954" y="45891"/>
                </a:lnTo>
                <a:lnTo>
                  <a:pt x="322525" y="45919"/>
                </a:lnTo>
                <a:lnTo>
                  <a:pt x="323084" y="45959"/>
                </a:lnTo>
                <a:lnTo>
                  <a:pt x="323632" y="46009"/>
                </a:lnTo>
                <a:lnTo>
                  <a:pt x="324168" y="46071"/>
                </a:lnTo>
                <a:lnTo>
                  <a:pt x="324692" y="46143"/>
                </a:lnTo>
                <a:lnTo>
                  <a:pt x="325205" y="46228"/>
                </a:lnTo>
                <a:lnTo>
                  <a:pt x="325706" y="46323"/>
                </a:lnTo>
                <a:lnTo>
                  <a:pt x="326196" y="46429"/>
                </a:lnTo>
                <a:lnTo>
                  <a:pt x="326673" y="46547"/>
                </a:lnTo>
                <a:lnTo>
                  <a:pt x="327140" y="46676"/>
                </a:lnTo>
                <a:lnTo>
                  <a:pt x="327594" y="46816"/>
                </a:lnTo>
                <a:lnTo>
                  <a:pt x="328037" y="46967"/>
                </a:lnTo>
                <a:lnTo>
                  <a:pt x="328468" y="47130"/>
                </a:lnTo>
                <a:lnTo>
                  <a:pt x="328888" y="47303"/>
                </a:lnTo>
                <a:lnTo>
                  <a:pt x="329296" y="47488"/>
                </a:lnTo>
                <a:lnTo>
                  <a:pt x="329692" y="47684"/>
                </a:lnTo>
                <a:lnTo>
                  <a:pt x="330077" y="47892"/>
                </a:lnTo>
                <a:lnTo>
                  <a:pt x="330450" y="48110"/>
                </a:lnTo>
                <a:lnTo>
                  <a:pt x="330811" y="48340"/>
                </a:lnTo>
                <a:lnTo>
                  <a:pt x="331161" y="48581"/>
                </a:lnTo>
                <a:lnTo>
                  <a:pt x="331499" y="48833"/>
                </a:lnTo>
                <a:lnTo>
                  <a:pt x="331825" y="49096"/>
                </a:lnTo>
                <a:lnTo>
                  <a:pt x="332142" y="49370"/>
                </a:lnTo>
                <a:lnTo>
                  <a:pt x="332450" y="49651"/>
                </a:lnTo>
                <a:lnTo>
                  <a:pt x="332749" y="49941"/>
                </a:lnTo>
                <a:lnTo>
                  <a:pt x="333040" y="50239"/>
                </a:lnTo>
                <a:lnTo>
                  <a:pt x="333323" y="50546"/>
                </a:lnTo>
                <a:lnTo>
                  <a:pt x="333598" y="50861"/>
                </a:lnTo>
                <a:lnTo>
                  <a:pt x="333864" y="51184"/>
                </a:lnTo>
                <a:lnTo>
                  <a:pt x="334121" y="51516"/>
                </a:lnTo>
                <a:lnTo>
                  <a:pt x="334371" y="51856"/>
                </a:lnTo>
                <a:lnTo>
                  <a:pt x="334611" y="52204"/>
                </a:lnTo>
                <a:lnTo>
                  <a:pt x="334844" y="52561"/>
                </a:lnTo>
                <a:lnTo>
                  <a:pt x="335068" y="52927"/>
                </a:lnTo>
                <a:lnTo>
                  <a:pt x="335284" y="53300"/>
                </a:lnTo>
                <a:lnTo>
                  <a:pt x="335491" y="53682"/>
                </a:lnTo>
                <a:lnTo>
                  <a:pt x="335690" y="54072"/>
                </a:lnTo>
                <a:lnTo>
                  <a:pt x="335880" y="54471"/>
                </a:lnTo>
                <a:lnTo>
                  <a:pt x="336063" y="54878"/>
                </a:lnTo>
                <a:lnTo>
                  <a:pt x="336236" y="55294"/>
                </a:lnTo>
                <a:lnTo>
                  <a:pt x="336402" y="55717"/>
                </a:lnTo>
                <a:lnTo>
                  <a:pt x="336559" y="56150"/>
                </a:lnTo>
                <a:lnTo>
                  <a:pt x="336707" y="56590"/>
                </a:lnTo>
                <a:lnTo>
                  <a:pt x="336847" y="57039"/>
                </a:lnTo>
                <a:lnTo>
                  <a:pt x="336979" y="57496"/>
                </a:lnTo>
                <a:lnTo>
                  <a:pt x="337103" y="57962"/>
                </a:lnTo>
                <a:lnTo>
                  <a:pt x="337219" y="58434"/>
                </a:lnTo>
                <a:lnTo>
                  <a:pt x="337331" y="58913"/>
                </a:lnTo>
                <a:lnTo>
                  <a:pt x="337438" y="59396"/>
                </a:lnTo>
                <a:lnTo>
                  <a:pt x="337540" y="59886"/>
                </a:lnTo>
                <a:lnTo>
                  <a:pt x="337636" y="60381"/>
                </a:lnTo>
                <a:lnTo>
                  <a:pt x="337728" y="60882"/>
                </a:lnTo>
                <a:lnTo>
                  <a:pt x="337815" y="61389"/>
                </a:lnTo>
                <a:lnTo>
                  <a:pt x="337897" y="61901"/>
                </a:lnTo>
                <a:lnTo>
                  <a:pt x="337974" y="62419"/>
                </a:lnTo>
                <a:lnTo>
                  <a:pt x="338046" y="62943"/>
                </a:lnTo>
                <a:lnTo>
                  <a:pt x="338113" y="63472"/>
                </a:lnTo>
                <a:lnTo>
                  <a:pt x="338175" y="64008"/>
                </a:lnTo>
                <a:lnTo>
                  <a:pt x="338232" y="64549"/>
                </a:lnTo>
                <a:lnTo>
                  <a:pt x="338285" y="65095"/>
                </a:lnTo>
                <a:lnTo>
                  <a:pt x="338332" y="65647"/>
                </a:lnTo>
                <a:lnTo>
                  <a:pt x="338374" y="66205"/>
                </a:lnTo>
                <a:lnTo>
                  <a:pt x="338411" y="66769"/>
                </a:lnTo>
                <a:lnTo>
                  <a:pt x="338443" y="67339"/>
                </a:lnTo>
                <a:lnTo>
                  <a:pt x="338471" y="67914"/>
                </a:lnTo>
                <a:lnTo>
                  <a:pt x="338493" y="68495"/>
                </a:lnTo>
                <a:lnTo>
                  <a:pt x="338511" y="69081"/>
                </a:lnTo>
                <a:lnTo>
                  <a:pt x="338523" y="69673"/>
                </a:lnTo>
                <a:lnTo>
                  <a:pt x="338530" y="70271"/>
                </a:lnTo>
                <a:lnTo>
                  <a:pt x="338533" y="70875"/>
                </a:lnTo>
                <a:lnTo>
                  <a:pt x="338533" y="132773"/>
                </a:lnTo>
                <a:lnTo>
                  <a:pt x="355105" y="132773"/>
                </a:lnTo>
                <a:lnTo>
                  <a:pt x="355105" y="68757"/>
                </a:lnTo>
                <a:lnTo>
                  <a:pt x="355093" y="67326"/>
                </a:lnTo>
                <a:lnTo>
                  <a:pt x="355056" y="65922"/>
                </a:lnTo>
                <a:lnTo>
                  <a:pt x="354995" y="64544"/>
                </a:lnTo>
                <a:lnTo>
                  <a:pt x="354910" y="63193"/>
                </a:lnTo>
                <a:lnTo>
                  <a:pt x="354801" y="61868"/>
                </a:lnTo>
                <a:lnTo>
                  <a:pt x="354712" y="61006"/>
                </a:lnTo>
                <a:lnTo>
                  <a:pt x="354895" y="60774"/>
                </a:lnTo>
                <a:lnTo>
                  <a:pt x="355286" y="60294"/>
                </a:lnTo>
                <a:lnTo>
                  <a:pt x="355686" y="59818"/>
                </a:lnTo>
                <a:lnTo>
                  <a:pt x="356094" y="59346"/>
                </a:lnTo>
                <a:lnTo>
                  <a:pt x="356511" y="58877"/>
                </a:lnTo>
                <a:lnTo>
                  <a:pt x="356936" y="58412"/>
                </a:lnTo>
                <a:lnTo>
                  <a:pt x="357370" y="57950"/>
                </a:lnTo>
                <a:lnTo>
                  <a:pt x="357812" y="57492"/>
                </a:lnTo>
                <a:lnTo>
                  <a:pt x="358263" y="57038"/>
                </a:lnTo>
                <a:lnTo>
                  <a:pt x="358722" y="56587"/>
                </a:lnTo>
                <a:lnTo>
                  <a:pt x="359190" y="56140"/>
                </a:lnTo>
                <a:lnTo>
                  <a:pt x="359667" y="55696"/>
                </a:lnTo>
                <a:lnTo>
                  <a:pt x="360152" y="55256"/>
                </a:lnTo>
                <a:lnTo>
                  <a:pt x="360646" y="54820"/>
                </a:lnTo>
                <a:lnTo>
                  <a:pt x="361148" y="54387"/>
                </a:lnTo>
                <a:lnTo>
                  <a:pt x="361659" y="53958"/>
                </a:lnTo>
                <a:lnTo>
                  <a:pt x="362179" y="53532"/>
                </a:lnTo>
                <a:lnTo>
                  <a:pt x="362707" y="53110"/>
                </a:lnTo>
                <a:lnTo>
                  <a:pt x="363243" y="52691"/>
                </a:lnTo>
                <a:lnTo>
                  <a:pt x="363788" y="52277"/>
                </a:lnTo>
                <a:lnTo>
                  <a:pt x="364342" y="51865"/>
                </a:lnTo>
                <a:lnTo>
                  <a:pt x="364904" y="51458"/>
                </a:lnTo>
                <a:lnTo>
                  <a:pt x="365475" y="51054"/>
                </a:lnTo>
                <a:lnTo>
                  <a:pt x="366054" y="50653"/>
                </a:lnTo>
                <a:lnTo>
                  <a:pt x="366644" y="50263"/>
                </a:lnTo>
                <a:lnTo>
                  <a:pt x="367244" y="49889"/>
                </a:lnTo>
                <a:lnTo>
                  <a:pt x="367856" y="49532"/>
                </a:lnTo>
                <a:lnTo>
                  <a:pt x="368479" y="49191"/>
                </a:lnTo>
                <a:lnTo>
                  <a:pt x="369114" y="48867"/>
                </a:lnTo>
                <a:lnTo>
                  <a:pt x="369759" y="48560"/>
                </a:lnTo>
                <a:lnTo>
                  <a:pt x="370417" y="48269"/>
                </a:lnTo>
                <a:lnTo>
                  <a:pt x="371085" y="47995"/>
                </a:lnTo>
                <a:lnTo>
                  <a:pt x="371765" y="47738"/>
                </a:lnTo>
                <a:lnTo>
                  <a:pt x="372456" y="47497"/>
                </a:lnTo>
                <a:lnTo>
                  <a:pt x="373158" y="47273"/>
                </a:lnTo>
                <a:lnTo>
                  <a:pt x="373872" y="47065"/>
                </a:lnTo>
                <a:lnTo>
                  <a:pt x="374597" y="46874"/>
                </a:lnTo>
                <a:lnTo>
                  <a:pt x="375333" y="46700"/>
                </a:lnTo>
                <a:lnTo>
                  <a:pt x="376080" y="46542"/>
                </a:lnTo>
                <a:lnTo>
                  <a:pt x="376839" y="46401"/>
                </a:lnTo>
                <a:lnTo>
                  <a:pt x="377609" y="46276"/>
                </a:lnTo>
                <a:lnTo>
                  <a:pt x="378391" y="46168"/>
                </a:lnTo>
                <a:lnTo>
                  <a:pt x="379183" y="46077"/>
                </a:lnTo>
                <a:lnTo>
                  <a:pt x="379988" y="46002"/>
                </a:lnTo>
                <a:lnTo>
                  <a:pt x="380803" y="45944"/>
                </a:lnTo>
                <a:lnTo>
                  <a:pt x="381630" y="45902"/>
                </a:lnTo>
                <a:lnTo>
                  <a:pt x="382467" y="45877"/>
                </a:lnTo>
                <a:lnTo>
                  <a:pt x="383317" y="45869"/>
                </a:lnTo>
                <a:lnTo>
                  <a:pt x="383903" y="45875"/>
                </a:lnTo>
                <a:lnTo>
                  <a:pt x="384478" y="45891"/>
                </a:lnTo>
                <a:lnTo>
                  <a:pt x="385041" y="45919"/>
                </a:lnTo>
                <a:lnTo>
                  <a:pt x="385594" y="45959"/>
                </a:lnTo>
                <a:lnTo>
                  <a:pt x="386135" y="46009"/>
                </a:lnTo>
                <a:lnTo>
                  <a:pt x="386664" y="46071"/>
                </a:lnTo>
                <a:lnTo>
                  <a:pt x="387183" y="46143"/>
                </a:lnTo>
                <a:lnTo>
                  <a:pt x="387690" y="46228"/>
                </a:lnTo>
                <a:lnTo>
                  <a:pt x="388186" y="46323"/>
                </a:lnTo>
                <a:lnTo>
                  <a:pt x="388670" y="46429"/>
                </a:lnTo>
                <a:lnTo>
                  <a:pt x="389143" y="46547"/>
                </a:lnTo>
                <a:lnTo>
                  <a:pt x="389605" y="46676"/>
                </a:lnTo>
                <a:lnTo>
                  <a:pt x="390056" y="46816"/>
                </a:lnTo>
                <a:lnTo>
                  <a:pt x="390495" y="46967"/>
                </a:lnTo>
                <a:lnTo>
                  <a:pt x="390923" y="47130"/>
                </a:lnTo>
                <a:lnTo>
                  <a:pt x="391340" y="47303"/>
                </a:lnTo>
                <a:lnTo>
                  <a:pt x="391745" y="47488"/>
                </a:lnTo>
                <a:lnTo>
                  <a:pt x="392139" y="47684"/>
                </a:lnTo>
                <a:lnTo>
                  <a:pt x="392522" y="47892"/>
                </a:lnTo>
                <a:lnTo>
                  <a:pt x="392893" y="48110"/>
                </a:lnTo>
                <a:lnTo>
                  <a:pt x="393253" y="48340"/>
                </a:lnTo>
                <a:lnTo>
                  <a:pt x="393602" y="48581"/>
                </a:lnTo>
                <a:lnTo>
                  <a:pt x="393940" y="48833"/>
                </a:lnTo>
                <a:lnTo>
                  <a:pt x="394266" y="49096"/>
                </a:lnTo>
                <a:lnTo>
                  <a:pt x="394582" y="49370"/>
                </a:lnTo>
                <a:lnTo>
                  <a:pt x="394890" y="49651"/>
                </a:lnTo>
                <a:lnTo>
                  <a:pt x="395190" y="49941"/>
                </a:lnTo>
                <a:lnTo>
                  <a:pt x="395481" y="50239"/>
                </a:lnTo>
                <a:lnTo>
                  <a:pt x="395764" y="50546"/>
                </a:lnTo>
                <a:lnTo>
                  <a:pt x="396039" y="50861"/>
                </a:lnTo>
                <a:lnTo>
                  <a:pt x="396305" y="51184"/>
                </a:lnTo>
                <a:lnTo>
                  <a:pt x="396562" y="51516"/>
                </a:lnTo>
                <a:lnTo>
                  <a:pt x="396812" y="51856"/>
                </a:lnTo>
                <a:lnTo>
                  <a:pt x="397052" y="52204"/>
                </a:lnTo>
                <a:lnTo>
                  <a:pt x="397285" y="52561"/>
                </a:lnTo>
                <a:lnTo>
                  <a:pt x="397509" y="52927"/>
                </a:lnTo>
                <a:lnTo>
                  <a:pt x="397725" y="53300"/>
                </a:lnTo>
                <a:lnTo>
                  <a:pt x="397932" y="53682"/>
                </a:lnTo>
                <a:lnTo>
                  <a:pt x="398131" y="54072"/>
                </a:lnTo>
                <a:lnTo>
                  <a:pt x="398321" y="54471"/>
                </a:lnTo>
                <a:lnTo>
                  <a:pt x="398504" y="54878"/>
                </a:lnTo>
                <a:lnTo>
                  <a:pt x="398677" y="55294"/>
                </a:lnTo>
                <a:lnTo>
                  <a:pt x="398843" y="55717"/>
                </a:lnTo>
                <a:lnTo>
                  <a:pt x="399000" y="56150"/>
                </a:lnTo>
                <a:lnTo>
                  <a:pt x="399148" y="56590"/>
                </a:lnTo>
                <a:lnTo>
                  <a:pt x="399288" y="57039"/>
                </a:lnTo>
                <a:lnTo>
                  <a:pt x="399420" y="57496"/>
                </a:lnTo>
                <a:lnTo>
                  <a:pt x="399543" y="57962"/>
                </a:lnTo>
                <a:lnTo>
                  <a:pt x="399660" y="58434"/>
                </a:lnTo>
                <a:lnTo>
                  <a:pt x="399772" y="58913"/>
                </a:lnTo>
                <a:lnTo>
                  <a:pt x="399879" y="59396"/>
                </a:lnTo>
                <a:lnTo>
                  <a:pt x="399981" y="59886"/>
                </a:lnTo>
                <a:lnTo>
                  <a:pt x="400077" y="60381"/>
                </a:lnTo>
                <a:lnTo>
                  <a:pt x="400169" y="60882"/>
                </a:lnTo>
                <a:lnTo>
                  <a:pt x="400256" y="61389"/>
                </a:lnTo>
                <a:lnTo>
                  <a:pt x="400338" y="61901"/>
                </a:lnTo>
                <a:lnTo>
                  <a:pt x="400415" y="62419"/>
                </a:lnTo>
                <a:lnTo>
                  <a:pt x="400487" y="62943"/>
                </a:lnTo>
                <a:lnTo>
                  <a:pt x="400554" y="63472"/>
                </a:lnTo>
                <a:lnTo>
                  <a:pt x="400616" y="64008"/>
                </a:lnTo>
                <a:lnTo>
                  <a:pt x="400673" y="64549"/>
                </a:lnTo>
                <a:lnTo>
                  <a:pt x="400725" y="65095"/>
                </a:lnTo>
                <a:lnTo>
                  <a:pt x="400773" y="65647"/>
                </a:lnTo>
                <a:lnTo>
                  <a:pt x="400815" y="66205"/>
                </a:lnTo>
                <a:lnTo>
                  <a:pt x="400852" y="66769"/>
                </a:lnTo>
                <a:lnTo>
                  <a:pt x="400884" y="67339"/>
                </a:lnTo>
                <a:lnTo>
                  <a:pt x="400912" y="67914"/>
                </a:lnTo>
                <a:lnTo>
                  <a:pt x="400934" y="68495"/>
                </a:lnTo>
                <a:lnTo>
                  <a:pt x="400951" y="69081"/>
                </a:lnTo>
                <a:lnTo>
                  <a:pt x="400964" y="69673"/>
                </a:lnTo>
                <a:lnTo>
                  <a:pt x="400971" y="70271"/>
                </a:lnTo>
                <a:lnTo>
                  <a:pt x="400974" y="70875"/>
                </a:lnTo>
                <a:lnTo>
                  <a:pt x="400974" y="132773"/>
                </a:lnTo>
                <a:lnTo>
                  <a:pt x="417447" y="132773"/>
                </a:lnTo>
                <a:lnTo>
                  <a:pt x="417447" y="68757"/>
                </a:lnTo>
                <a:lnTo>
                  <a:pt x="417435" y="67326"/>
                </a:lnTo>
                <a:lnTo>
                  <a:pt x="417399" y="65922"/>
                </a:lnTo>
                <a:lnTo>
                  <a:pt x="417338" y="64544"/>
                </a:lnTo>
                <a:lnTo>
                  <a:pt x="417253" y="63193"/>
                </a:lnTo>
                <a:lnTo>
                  <a:pt x="417143" y="61868"/>
                </a:lnTo>
                <a:lnTo>
                  <a:pt x="417009" y="60570"/>
                </a:lnTo>
                <a:lnTo>
                  <a:pt x="416851" y="59298"/>
                </a:lnTo>
                <a:lnTo>
                  <a:pt x="416669" y="58053"/>
                </a:lnTo>
                <a:lnTo>
                  <a:pt x="416462" y="56835"/>
                </a:lnTo>
                <a:lnTo>
                  <a:pt x="416231" y="55643"/>
                </a:lnTo>
                <a:lnTo>
                  <a:pt x="415976" y="54478"/>
                </a:lnTo>
                <a:lnTo>
                  <a:pt x="415696" y="53339"/>
                </a:lnTo>
                <a:lnTo>
                  <a:pt x="415392" y="52227"/>
                </a:lnTo>
                <a:lnTo>
                  <a:pt x="415064" y="51141"/>
                </a:lnTo>
                <a:lnTo>
                  <a:pt x="414711" y="50082"/>
                </a:lnTo>
                <a:lnTo>
                  <a:pt x="414334" y="49049"/>
                </a:lnTo>
                <a:lnTo>
                  <a:pt x="413933" y="48043"/>
                </a:lnTo>
                <a:lnTo>
                  <a:pt x="413508" y="47064"/>
                </a:lnTo>
                <a:lnTo>
                  <a:pt x="413058" y="46111"/>
                </a:lnTo>
                <a:lnTo>
                  <a:pt x="412584" y="45184"/>
                </a:lnTo>
                <a:lnTo>
                  <a:pt x="412085" y="44285"/>
                </a:lnTo>
                <a:lnTo>
                  <a:pt x="411562" y="43411"/>
                </a:lnTo>
                <a:lnTo>
                  <a:pt x="411015" y="42565"/>
                </a:lnTo>
                <a:lnTo>
                  <a:pt x="410444" y="41744"/>
                </a:lnTo>
                <a:lnTo>
                  <a:pt x="409844" y="40954"/>
                </a:lnTo>
                <a:lnTo>
                  <a:pt x="409214" y="40197"/>
                </a:lnTo>
                <a:lnTo>
                  <a:pt x="408552" y="39474"/>
                </a:lnTo>
                <a:lnTo>
                  <a:pt x="407860" y="38785"/>
                </a:lnTo>
                <a:lnTo>
                  <a:pt x="407136" y="38129"/>
                </a:lnTo>
                <a:lnTo>
                  <a:pt x="406381" y="37507"/>
                </a:lnTo>
                <a:lnTo>
                  <a:pt x="405594" y="36919"/>
                </a:lnTo>
                <a:lnTo>
                  <a:pt x="404777" y="36364"/>
                </a:lnTo>
                <a:lnTo>
                  <a:pt x="403928" y="35842"/>
                </a:lnTo>
                <a:lnTo>
                  <a:pt x="403049" y="35355"/>
                </a:lnTo>
                <a:lnTo>
                  <a:pt x="402138" y="34901"/>
                </a:lnTo>
                <a:lnTo>
                  <a:pt x="401196" y="34480"/>
                </a:lnTo>
                <a:lnTo>
                  <a:pt x="400222" y="34094"/>
                </a:lnTo>
                <a:lnTo>
                  <a:pt x="399218" y="33740"/>
                </a:lnTo>
                <a:lnTo>
                  <a:pt x="398183" y="33421"/>
                </a:lnTo>
                <a:lnTo>
                  <a:pt x="397116" y="33135"/>
                </a:lnTo>
                <a:lnTo>
                  <a:pt x="396018" y="32883"/>
                </a:lnTo>
                <a:lnTo>
                  <a:pt x="394889" y="32664"/>
                </a:lnTo>
                <a:lnTo>
                  <a:pt x="393729" y="32479"/>
                </a:lnTo>
                <a:lnTo>
                  <a:pt x="392537" y="32328"/>
                </a:lnTo>
                <a:lnTo>
                  <a:pt x="391315" y="32210"/>
                </a:lnTo>
                <a:lnTo>
                  <a:pt x="390061" y="32126"/>
                </a:lnTo>
                <a:lnTo>
                  <a:pt x="388776" y="32076"/>
                </a:lnTo>
                <a:lnTo>
                  <a:pt x="387460" y="32059"/>
                </a:lnTo>
                <a:lnTo>
                  <a:pt x="386446" y="32068"/>
                </a:lnTo>
                <a:lnTo>
                  <a:pt x="385445" y="32097"/>
                </a:lnTo>
                <a:lnTo>
                  <a:pt x="384457" y="32144"/>
                </a:lnTo>
                <a:lnTo>
                  <a:pt x="383480" y="32210"/>
                </a:lnTo>
                <a:lnTo>
                  <a:pt x="382515" y="32294"/>
                </a:lnTo>
                <a:lnTo>
                  <a:pt x="381563" y="32398"/>
                </a:lnTo>
                <a:lnTo>
                  <a:pt x="380622" y="32520"/>
                </a:lnTo>
                <a:lnTo>
                  <a:pt x="379694" y="32662"/>
                </a:lnTo>
                <a:lnTo>
                  <a:pt x="378778" y="32822"/>
                </a:lnTo>
                <a:lnTo>
                  <a:pt x="377875" y="33001"/>
                </a:lnTo>
                <a:lnTo>
                  <a:pt x="376983" y="33199"/>
                </a:lnTo>
                <a:lnTo>
                  <a:pt x="376103" y="33415"/>
                </a:lnTo>
                <a:lnTo>
                  <a:pt x="375236" y="33651"/>
                </a:lnTo>
                <a:lnTo>
                  <a:pt x="374381" y="33905"/>
                </a:lnTo>
                <a:lnTo>
                  <a:pt x="373538" y="34178"/>
                </a:lnTo>
                <a:lnTo>
                  <a:pt x="372707" y="34470"/>
                </a:lnTo>
                <a:lnTo>
                  <a:pt x="371888" y="34781"/>
                </a:lnTo>
                <a:lnTo>
                  <a:pt x="371082" y="35111"/>
                </a:lnTo>
                <a:lnTo>
                  <a:pt x="370288" y="35459"/>
                </a:lnTo>
                <a:lnTo>
                  <a:pt x="369505" y="35827"/>
                </a:lnTo>
                <a:lnTo>
                  <a:pt x="368735" y="36213"/>
                </a:lnTo>
                <a:lnTo>
                  <a:pt x="367977" y="36618"/>
                </a:lnTo>
                <a:lnTo>
                  <a:pt x="367232" y="37042"/>
                </a:lnTo>
                <a:lnTo>
                  <a:pt x="366498" y="37484"/>
                </a:lnTo>
                <a:lnTo>
                  <a:pt x="365776" y="37938"/>
                </a:lnTo>
                <a:lnTo>
                  <a:pt x="365064" y="38395"/>
                </a:lnTo>
                <a:lnTo>
                  <a:pt x="364363" y="38855"/>
                </a:lnTo>
                <a:lnTo>
                  <a:pt x="363672" y="39317"/>
                </a:lnTo>
                <a:lnTo>
                  <a:pt x="362991" y="39783"/>
                </a:lnTo>
                <a:lnTo>
                  <a:pt x="362321" y="40252"/>
                </a:lnTo>
                <a:lnTo>
                  <a:pt x="361662" y="40725"/>
                </a:lnTo>
                <a:lnTo>
                  <a:pt x="361012" y="41200"/>
                </a:lnTo>
                <a:lnTo>
                  <a:pt x="360374" y="41678"/>
                </a:lnTo>
                <a:lnTo>
                  <a:pt x="359746" y="42160"/>
                </a:lnTo>
                <a:lnTo>
                  <a:pt x="359128" y="42644"/>
                </a:lnTo>
                <a:lnTo>
                  <a:pt x="358520" y="43132"/>
                </a:lnTo>
                <a:lnTo>
                  <a:pt x="357923" y="43622"/>
                </a:lnTo>
                <a:lnTo>
                  <a:pt x="357337" y="44116"/>
                </a:lnTo>
                <a:lnTo>
                  <a:pt x="356761" y="44613"/>
                </a:lnTo>
                <a:lnTo>
                  <a:pt x="356195" y="45113"/>
                </a:lnTo>
                <a:lnTo>
                  <a:pt x="355640" y="45616"/>
                </a:lnTo>
                <a:lnTo>
                  <a:pt x="355096" y="46122"/>
                </a:lnTo>
                <a:lnTo>
                  <a:pt x="354561" y="46631"/>
                </a:lnTo>
                <a:lnTo>
                  <a:pt x="354038" y="47143"/>
                </a:lnTo>
                <a:lnTo>
                  <a:pt x="353524" y="47658"/>
                </a:lnTo>
                <a:lnTo>
                  <a:pt x="353021" y="48177"/>
                </a:lnTo>
                <a:lnTo>
                  <a:pt x="352529" y="48698"/>
                </a:lnTo>
                <a:lnTo>
                  <a:pt x="352053" y="49216"/>
                </a:lnTo>
                <a:lnTo>
                  <a:pt x="351992" y="49049"/>
                </a:lnTo>
                <a:lnTo>
                  <a:pt x="351591" y="48043"/>
                </a:lnTo>
                <a:lnTo>
                  <a:pt x="351165" y="47064"/>
                </a:lnTo>
                <a:close/>
                <a:moveTo>
                  <a:pt x="212664" y="134378"/>
                </a:moveTo>
                <a:lnTo>
                  <a:pt x="213799" y="134282"/>
                </a:lnTo>
                <a:lnTo>
                  <a:pt x="214919" y="134165"/>
                </a:lnTo>
                <a:lnTo>
                  <a:pt x="216025" y="134026"/>
                </a:lnTo>
                <a:lnTo>
                  <a:pt x="217116" y="133866"/>
                </a:lnTo>
                <a:lnTo>
                  <a:pt x="218192" y="133685"/>
                </a:lnTo>
                <a:lnTo>
                  <a:pt x="219254" y="133482"/>
                </a:lnTo>
                <a:lnTo>
                  <a:pt x="220301" y="133258"/>
                </a:lnTo>
                <a:lnTo>
                  <a:pt x="221334" y="133013"/>
                </a:lnTo>
                <a:lnTo>
                  <a:pt x="222352" y="132746"/>
                </a:lnTo>
                <a:lnTo>
                  <a:pt x="223356" y="132458"/>
                </a:lnTo>
                <a:lnTo>
                  <a:pt x="224345" y="132149"/>
                </a:lnTo>
                <a:lnTo>
                  <a:pt x="225319" y="131818"/>
                </a:lnTo>
                <a:lnTo>
                  <a:pt x="226279" y="131466"/>
                </a:lnTo>
                <a:lnTo>
                  <a:pt x="227225" y="131093"/>
                </a:lnTo>
                <a:lnTo>
                  <a:pt x="228156" y="130698"/>
                </a:lnTo>
                <a:lnTo>
                  <a:pt x="229072" y="130282"/>
                </a:lnTo>
                <a:lnTo>
                  <a:pt x="229974" y="129845"/>
                </a:lnTo>
                <a:lnTo>
                  <a:pt x="230861" y="129387"/>
                </a:lnTo>
                <a:lnTo>
                  <a:pt x="231734" y="128907"/>
                </a:lnTo>
                <a:lnTo>
                  <a:pt x="232592" y="128405"/>
                </a:lnTo>
                <a:lnTo>
                  <a:pt x="233434" y="127884"/>
                </a:lnTo>
                <a:lnTo>
                  <a:pt x="234260" y="127344"/>
                </a:lnTo>
                <a:lnTo>
                  <a:pt x="235070" y="126786"/>
                </a:lnTo>
                <a:lnTo>
                  <a:pt x="235863" y="126210"/>
                </a:lnTo>
                <a:lnTo>
                  <a:pt x="236640" y="125615"/>
                </a:lnTo>
                <a:lnTo>
                  <a:pt x="237400" y="125002"/>
                </a:lnTo>
                <a:lnTo>
                  <a:pt x="238144" y="124370"/>
                </a:lnTo>
                <a:lnTo>
                  <a:pt x="238872" y="123721"/>
                </a:lnTo>
                <a:lnTo>
                  <a:pt x="239583" y="123053"/>
                </a:lnTo>
                <a:lnTo>
                  <a:pt x="240278" y="122366"/>
                </a:lnTo>
                <a:lnTo>
                  <a:pt x="240956" y="121662"/>
                </a:lnTo>
                <a:lnTo>
                  <a:pt x="241617" y="120938"/>
                </a:lnTo>
                <a:lnTo>
                  <a:pt x="242263" y="120197"/>
                </a:lnTo>
                <a:lnTo>
                  <a:pt x="242892" y="119437"/>
                </a:lnTo>
                <a:lnTo>
                  <a:pt x="243504" y="118659"/>
                </a:lnTo>
                <a:lnTo>
                  <a:pt x="244100" y="117863"/>
                </a:lnTo>
                <a:lnTo>
                  <a:pt x="244680" y="117048"/>
                </a:lnTo>
                <a:lnTo>
                  <a:pt x="245243" y="116215"/>
                </a:lnTo>
                <a:lnTo>
                  <a:pt x="245789" y="115364"/>
                </a:lnTo>
                <a:lnTo>
                  <a:pt x="246319" y="114494"/>
                </a:lnTo>
                <a:lnTo>
                  <a:pt x="246833" y="113606"/>
                </a:lnTo>
                <a:lnTo>
                  <a:pt x="247331" y="112699"/>
                </a:lnTo>
                <a:lnTo>
                  <a:pt x="247811" y="111775"/>
                </a:lnTo>
                <a:lnTo>
                  <a:pt x="248276" y="110831"/>
                </a:lnTo>
                <a:lnTo>
                  <a:pt x="248723" y="109872"/>
                </a:lnTo>
                <a:lnTo>
                  <a:pt x="249150" y="108897"/>
                </a:lnTo>
                <a:lnTo>
                  <a:pt x="249559" y="107907"/>
                </a:lnTo>
                <a:lnTo>
                  <a:pt x="249949" y="106902"/>
                </a:lnTo>
                <a:lnTo>
                  <a:pt x="250319" y="105883"/>
                </a:lnTo>
                <a:lnTo>
                  <a:pt x="250671" y="104848"/>
                </a:lnTo>
                <a:lnTo>
                  <a:pt x="251004" y="103798"/>
                </a:lnTo>
                <a:lnTo>
                  <a:pt x="251317" y="102733"/>
                </a:lnTo>
                <a:lnTo>
                  <a:pt x="251612" y="101654"/>
                </a:lnTo>
                <a:lnTo>
                  <a:pt x="251888" y="100559"/>
                </a:lnTo>
                <a:lnTo>
                  <a:pt x="252144" y="99449"/>
                </a:lnTo>
                <a:lnTo>
                  <a:pt x="252382" y="98325"/>
                </a:lnTo>
                <a:lnTo>
                  <a:pt x="252600" y="97185"/>
                </a:lnTo>
                <a:lnTo>
                  <a:pt x="252800" y="96030"/>
                </a:lnTo>
                <a:lnTo>
                  <a:pt x="252981" y="94860"/>
                </a:lnTo>
                <a:lnTo>
                  <a:pt x="253142" y="93676"/>
                </a:lnTo>
                <a:lnTo>
                  <a:pt x="253285" y="92476"/>
                </a:lnTo>
                <a:lnTo>
                  <a:pt x="253408" y="91261"/>
                </a:lnTo>
                <a:lnTo>
                  <a:pt x="253513" y="90032"/>
                </a:lnTo>
                <a:lnTo>
                  <a:pt x="253598" y="88787"/>
                </a:lnTo>
                <a:lnTo>
                  <a:pt x="253665" y="87527"/>
                </a:lnTo>
                <a:lnTo>
                  <a:pt x="253713" y="86253"/>
                </a:lnTo>
                <a:lnTo>
                  <a:pt x="253741" y="84963"/>
                </a:lnTo>
                <a:lnTo>
                  <a:pt x="253751" y="83658"/>
                </a:lnTo>
                <a:lnTo>
                  <a:pt x="253741" y="82321"/>
                </a:lnTo>
                <a:lnTo>
                  <a:pt x="253713" y="80999"/>
                </a:lnTo>
                <a:lnTo>
                  <a:pt x="253665" y="79693"/>
                </a:lnTo>
                <a:lnTo>
                  <a:pt x="253598" y="78404"/>
                </a:lnTo>
                <a:lnTo>
                  <a:pt x="253513" y="77130"/>
                </a:lnTo>
                <a:lnTo>
                  <a:pt x="253408" y="75872"/>
                </a:lnTo>
                <a:lnTo>
                  <a:pt x="253285" y="74631"/>
                </a:lnTo>
                <a:lnTo>
                  <a:pt x="253142" y="73405"/>
                </a:lnTo>
                <a:lnTo>
                  <a:pt x="252981" y="72196"/>
                </a:lnTo>
                <a:lnTo>
                  <a:pt x="252800" y="71003"/>
                </a:lnTo>
                <a:lnTo>
                  <a:pt x="252600" y="69825"/>
                </a:lnTo>
                <a:lnTo>
                  <a:pt x="252382" y="68664"/>
                </a:lnTo>
                <a:lnTo>
                  <a:pt x="252144" y="67519"/>
                </a:lnTo>
                <a:lnTo>
                  <a:pt x="251888" y="66389"/>
                </a:lnTo>
                <a:lnTo>
                  <a:pt x="251612" y="65276"/>
                </a:lnTo>
                <a:lnTo>
                  <a:pt x="251317" y="64179"/>
                </a:lnTo>
                <a:lnTo>
                  <a:pt x="251004" y="63098"/>
                </a:lnTo>
                <a:lnTo>
                  <a:pt x="250671" y="62033"/>
                </a:lnTo>
                <a:lnTo>
                  <a:pt x="250319" y="60984"/>
                </a:lnTo>
                <a:lnTo>
                  <a:pt x="249949" y="59951"/>
                </a:lnTo>
                <a:lnTo>
                  <a:pt x="249559" y="58934"/>
                </a:lnTo>
                <a:lnTo>
                  <a:pt x="249150" y="57933"/>
                </a:lnTo>
                <a:lnTo>
                  <a:pt x="248723" y="56949"/>
                </a:lnTo>
                <a:lnTo>
                  <a:pt x="248276" y="55980"/>
                </a:lnTo>
                <a:lnTo>
                  <a:pt x="247811" y="55028"/>
                </a:lnTo>
                <a:lnTo>
                  <a:pt x="247331" y="54095"/>
                </a:lnTo>
                <a:lnTo>
                  <a:pt x="246833" y="53181"/>
                </a:lnTo>
                <a:lnTo>
                  <a:pt x="246319" y="52285"/>
                </a:lnTo>
                <a:lnTo>
                  <a:pt x="245789" y="51408"/>
                </a:lnTo>
                <a:lnTo>
                  <a:pt x="245243" y="50549"/>
                </a:lnTo>
                <a:lnTo>
                  <a:pt x="244680" y="49708"/>
                </a:lnTo>
                <a:lnTo>
                  <a:pt x="244100" y="48886"/>
                </a:lnTo>
                <a:lnTo>
                  <a:pt x="243504" y="48083"/>
                </a:lnTo>
                <a:lnTo>
                  <a:pt x="242892" y="47298"/>
                </a:lnTo>
                <a:lnTo>
                  <a:pt x="242263" y="46532"/>
                </a:lnTo>
                <a:lnTo>
                  <a:pt x="241617" y="45784"/>
                </a:lnTo>
                <a:lnTo>
                  <a:pt x="240956" y="45055"/>
                </a:lnTo>
                <a:lnTo>
                  <a:pt x="240278" y="44344"/>
                </a:lnTo>
                <a:lnTo>
                  <a:pt x="239583" y="43652"/>
                </a:lnTo>
                <a:lnTo>
                  <a:pt x="238872" y="42978"/>
                </a:lnTo>
                <a:lnTo>
                  <a:pt x="238144" y="42323"/>
                </a:lnTo>
                <a:lnTo>
                  <a:pt x="237400" y="41686"/>
                </a:lnTo>
                <a:lnTo>
                  <a:pt x="236640" y="41068"/>
                </a:lnTo>
                <a:lnTo>
                  <a:pt x="235863" y="40468"/>
                </a:lnTo>
                <a:lnTo>
                  <a:pt x="235070" y="39887"/>
                </a:lnTo>
                <a:lnTo>
                  <a:pt x="234260" y="39325"/>
                </a:lnTo>
                <a:lnTo>
                  <a:pt x="233434" y="38781"/>
                </a:lnTo>
                <a:lnTo>
                  <a:pt x="232592" y="38255"/>
                </a:lnTo>
                <a:lnTo>
                  <a:pt x="231734" y="37749"/>
                </a:lnTo>
                <a:lnTo>
                  <a:pt x="230861" y="37265"/>
                </a:lnTo>
                <a:lnTo>
                  <a:pt x="229974" y="36803"/>
                </a:lnTo>
                <a:lnTo>
                  <a:pt x="229072" y="36362"/>
                </a:lnTo>
                <a:lnTo>
                  <a:pt x="228156" y="35942"/>
                </a:lnTo>
                <a:lnTo>
                  <a:pt x="227225" y="35544"/>
                </a:lnTo>
                <a:lnTo>
                  <a:pt x="226279" y="35168"/>
                </a:lnTo>
                <a:lnTo>
                  <a:pt x="225319" y="34813"/>
                </a:lnTo>
                <a:lnTo>
                  <a:pt x="224345" y="34479"/>
                </a:lnTo>
                <a:lnTo>
                  <a:pt x="223356" y="34167"/>
                </a:lnTo>
                <a:lnTo>
                  <a:pt x="222352" y="33877"/>
                </a:lnTo>
                <a:lnTo>
                  <a:pt x="221334" y="33608"/>
                </a:lnTo>
                <a:lnTo>
                  <a:pt x="220301" y="33361"/>
                </a:lnTo>
                <a:lnTo>
                  <a:pt x="219254" y="33135"/>
                </a:lnTo>
                <a:lnTo>
                  <a:pt x="218192" y="32930"/>
                </a:lnTo>
                <a:lnTo>
                  <a:pt x="217116" y="32747"/>
                </a:lnTo>
                <a:lnTo>
                  <a:pt x="216025" y="32586"/>
                </a:lnTo>
                <a:lnTo>
                  <a:pt x="214919" y="32446"/>
                </a:lnTo>
                <a:lnTo>
                  <a:pt x="213799" y="32328"/>
                </a:lnTo>
                <a:lnTo>
                  <a:pt x="212664" y="32231"/>
                </a:lnTo>
                <a:lnTo>
                  <a:pt x="211515" y="32156"/>
                </a:lnTo>
                <a:lnTo>
                  <a:pt x="210351" y="32102"/>
                </a:lnTo>
                <a:lnTo>
                  <a:pt x="209173" y="32070"/>
                </a:lnTo>
                <a:lnTo>
                  <a:pt x="207980" y="32059"/>
                </a:lnTo>
                <a:lnTo>
                  <a:pt x="206812" y="32070"/>
                </a:lnTo>
                <a:lnTo>
                  <a:pt x="205657" y="32102"/>
                </a:lnTo>
                <a:lnTo>
                  <a:pt x="204517" y="32156"/>
                </a:lnTo>
                <a:lnTo>
                  <a:pt x="203391" y="32231"/>
                </a:lnTo>
                <a:lnTo>
                  <a:pt x="202278" y="32328"/>
                </a:lnTo>
                <a:lnTo>
                  <a:pt x="201180" y="32446"/>
                </a:lnTo>
                <a:lnTo>
                  <a:pt x="200096" y="32586"/>
                </a:lnTo>
                <a:lnTo>
                  <a:pt x="199026" y="32747"/>
                </a:lnTo>
                <a:lnTo>
                  <a:pt x="197970" y="32930"/>
                </a:lnTo>
                <a:lnTo>
                  <a:pt x="196927" y="33135"/>
                </a:lnTo>
                <a:lnTo>
                  <a:pt x="195899" y="33361"/>
                </a:lnTo>
                <a:lnTo>
                  <a:pt x="194885" y="33608"/>
                </a:lnTo>
                <a:lnTo>
                  <a:pt x="193885" y="33877"/>
                </a:lnTo>
                <a:lnTo>
                  <a:pt x="192900" y="34167"/>
                </a:lnTo>
                <a:lnTo>
                  <a:pt x="191928" y="34479"/>
                </a:lnTo>
                <a:lnTo>
                  <a:pt x="190970" y="34813"/>
                </a:lnTo>
                <a:lnTo>
                  <a:pt x="190026" y="35168"/>
                </a:lnTo>
                <a:lnTo>
                  <a:pt x="189096" y="35544"/>
                </a:lnTo>
                <a:lnTo>
                  <a:pt x="188181" y="35942"/>
                </a:lnTo>
                <a:lnTo>
                  <a:pt x="187279" y="36362"/>
                </a:lnTo>
                <a:lnTo>
                  <a:pt x="186391" y="36803"/>
                </a:lnTo>
                <a:lnTo>
                  <a:pt x="185518" y="37265"/>
                </a:lnTo>
                <a:lnTo>
                  <a:pt x="184658" y="37749"/>
                </a:lnTo>
                <a:lnTo>
                  <a:pt x="183813" y="38255"/>
                </a:lnTo>
                <a:lnTo>
                  <a:pt x="182983" y="38781"/>
                </a:lnTo>
                <a:lnTo>
                  <a:pt x="182169" y="39325"/>
                </a:lnTo>
                <a:lnTo>
                  <a:pt x="181372" y="39887"/>
                </a:lnTo>
                <a:lnTo>
                  <a:pt x="180592" y="40468"/>
                </a:lnTo>
                <a:lnTo>
                  <a:pt x="179828" y="41068"/>
                </a:lnTo>
                <a:lnTo>
                  <a:pt x="179081" y="41686"/>
                </a:lnTo>
                <a:lnTo>
                  <a:pt x="178350" y="42323"/>
                </a:lnTo>
                <a:lnTo>
                  <a:pt x="177637" y="42978"/>
                </a:lnTo>
                <a:lnTo>
                  <a:pt x="176939" y="43652"/>
                </a:lnTo>
                <a:lnTo>
                  <a:pt x="176259" y="44344"/>
                </a:lnTo>
                <a:lnTo>
                  <a:pt x="175595" y="45055"/>
                </a:lnTo>
                <a:lnTo>
                  <a:pt x="174947" y="45784"/>
                </a:lnTo>
                <a:lnTo>
                  <a:pt x="174316" y="46532"/>
                </a:lnTo>
                <a:lnTo>
                  <a:pt x="173702" y="47298"/>
                </a:lnTo>
                <a:lnTo>
                  <a:pt x="173105" y="48083"/>
                </a:lnTo>
                <a:lnTo>
                  <a:pt x="172524" y="48886"/>
                </a:lnTo>
                <a:lnTo>
                  <a:pt x="171959" y="49708"/>
                </a:lnTo>
                <a:lnTo>
                  <a:pt x="171411" y="50549"/>
                </a:lnTo>
                <a:lnTo>
                  <a:pt x="170880" y="51408"/>
                </a:lnTo>
                <a:lnTo>
                  <a:pt x="170366" y="52285"/>
                </a:lnTo>
                <a:lnTo>
                  <a:pt x="169868" y="53181"/>
                </a:lnTo>
                <a:lnTo>
                  <a:pt x="169387" y="54095"/>
                </a:lnTo>
                <a:lnTo>
                  <a:pt x="168922" y="55028"/>
                </a:lnTo>
                <a:lnTo>
                  <a:pt x="168474" y="55980"/>
                </a:lnTo>
                <a:lnTo>
                  <a:pt x="168043" y="56949"/>
                </a:lnTo>
                <a:lnTo>
                  <a:pt x="167631" y="57933"/>
                </a:lnTo>
                <a:lnTo>
                  <a:pt x="167237" y="58934"/>
                </a:lnTo>
                <a:lnTo>
                  <a:pt x="166861" y="59951"/>
                </a:lnTo>
                <a:lnTo>
                  <a:pt x="166504" y="60984"/>
                </a:lnTo>
                <a:lnTo>
                  <a:pt x="166165" y="62033"/>
                </a:lnTo>
                <a:lnTo>
                  <a:pt x="165844" y="63098"/>
                </a:lnTo>
                <a:lnTo>
                  <a:pt x="165542" y="64179"/>
                </a:lnTo>
                <a:lnTo>
                  <a:pt x="165258" y="65276"/>
                </a:lnTo>
                <a:lnTo>
                  <a:pt x="164992" y="66389"/>
                </a:lnTo>
                <a:lnTo>
                  <a:pt x="164745" y="67519"/>
                </a:lnTo>
                <a:lnTo>
                  <a:pt x="164516" y="68664"/>
                </a:lnTo>
                <a:lnTo>
                  <a:pt x="164305" y="69825"/>
                </a:lnTo>
                <a:lnTo>
                  <a:pt x="164113" y="71003"/>
                </a:lnTo>
                <a:lnTo>
                  <a:pt x="163939" y="72196"/>
                </a:lnTo>
                <a:lnTo>
                  <a:pt x="163783" y="73405"/>
                </a:lnTo>
                <a:lnTo>
                  <a:pt x="163645" y="74631"/>
                </a:lnTo>
                <a:lnTo>
                  <a:pt x="163526" y="75872"/>
                </a:lnTo>
                <a:lnTo>
                  <a:pt x="163425" y="77130"/>
                </a:lnTo>
                <a:lnTo>
                  <a:pt x="163343" y="78404"/>
                </a:lnTo>
                <a:lnTo>
                  <a:pt x="163279" y="79693"/>
                </a:lnTo>
                <a:lnTo>
                  <a:pt x="163233" y="80999"/>
                </a:lnTo>
                <a:lnTo>
                  <a:pt x="163206" y="82321"/>
                </a:lnTo>
                <a:lnTo>
                  <a:pt x="163196" y="83658"/>
                </a:lnTo>
                <a:lnTo>
                  <a:pt x="163206" y="84963"/>
                </a:lnTo>
                <a:lnTo>
                  <a:pt x="163233" y="86253"/>
                </a:lnTo>
                <a:lnTo>
                  <a:pt x="163279" y="87527"/>
                </a:lnTo>
                <a:lnTo>
                  <a:pt x="163343" y="88787"/>
                </a:lnTo>
                <a:lnTo>
                  <a:pt x="163425" y="90032"/>
                </a:lnTo>
                <a:lnTo>
                  <a:pt x="163526" y="91261"/>
                </a:lnTo>
                <a:lnTo>
                  <a:pt x="163645" y="92476"/>
                </a:lnTo>
                <a:lnTo>
                  <a:pt x="163783" y="93676"/>
                </a:lnTo>
                <a:lnTo>
                  <a:pt x="163939" y="94860"/>
                </a:lnTo>
                <a:lnTo>
                  <a:pt x="164113" y="96030"/>
                </a:lnTo>
                <a:lnTo>
                  <a:pt x="164305" y="97185"/>
                </a:lnTo>
                <a:lnTo>
                  <a:pt x="164516" y="98325"/>
                </a:lnTo>
                <a:lnTo>
                  <a:pt x="164745" y="99449"/>
                </a:lnTo>
                <a:lnTo>
                  <a:pt x="164992" y="100559"/>
                </a:lnTo>
                <a:lnTo>
                  <a:pt x="165258" y="101654"/>
                </a:lnTo>
                <a:lnTo>
                  <a:pt x="165542" y="102733"/>
                </a:lnTo>
                <a:lnTo>
                  <a:pt x="165844" y="103798"/>
                </a:lnTo>
                <a:lnTo>
                  <a:pt x="166165" y="104848"/>
                </a:lnTo>
                <a:lnTo>
                  <a:pt x="166504" y="105883"/>
                </a:lnTo>
                <a:lnTo>
                  <a:pt x="166861" y="106902"/>
                </a:lnTo>
                <a:lnTo>
                  <a:pt x="167237" y="107907"/>
                </a:lnTo>
                <a:lnTo>
                  <a:pt x="167631" y="108897"/>
                </a:lnTo>
                <a:lnTo>
                  <a:pt x="168043" y="109872"/>
                </a:lnTo>
                <a:lnTo>
                  <a:pt x="168474" y="110831"/>
                </a:lnTo>
                <a:lnTo>
                  <a:pt x="168922" y="111775"/>
                </a:lnTo>
                <a:lnTo>
                  <a:pt x="169387" y="112699"/>
                </a:lnTo>
                <a:lnTo>
                  <a:pt x="169868" y="113606"/>
                </a:lnTo>
                <a:lnTo>
                  <a:pt x="170366" y="114494"/>
                </a:lnTo>
                <a:lnTo>
                  <a:pt x="170880" y="115364"/>
                </a:lnTo>
                <a:lnTo>
                  <a:pt x="171411" y="116215"/>
                </a:lnTo>
                <a:lnTo>
                  <a:pt x="171959" y="117048"/>
                </a:lnTo>
                <a:lnTo>
                  <a:pt x="172524" y="117863"/>
                </a:lnTo>
                <a:lnTo>
                  <a:pt x="173105" y="118659"/>
                </a:lnTo>
                <a:lnTo>
                  <a:pt x="173702" y="119437"/>
                </a:lnTo>
                <a:lnTo>
                  <a:pt x="174316" y="120197"/>
                </a:lnTo>
                <a:lnTo>
                  <a:pt x="174947" y="120938"/>
                </a:lnTo>
                <a:lnTo>
                  <a:pt x="175595" y="121662"/>
                </a:lnTo>
                <a:lnTo>
                  <a:pt x="176259" y="122366"/>
                </a:lnTo>
                <a:lnTo>
                  <a:pt x="176939" y="123053"/>
                </a:lnTo>
                <a:lnTo>
                  <a:pt x="177637" y="123721"/>
                </a:lnTo>
                <a:lnTo>
                  <a:pt x="178350" y="124370"/>
                </a:lnTo>
                <a:lnTo>
                  <a:pt x="179081" y="125002"/>
                </a:lnTo>
                <a:lnTo>
                  <a:pt x="179828" y="125615"/>
                </a:lnTo>
                <a:lnTo>
                  <a:pt x="180592" y="126210"/>
                </a:lnTo>
                <a:lnTo>
                  <a:pt x="181372" y="126786"/>
                </a:lnTo>
                <a:lnTo>
                  <a:pt x="182169" y="127344"/>
                </a:lnTo>
                <a:lnTo>
                  <a:pt x="182983" y="127884"/>
                </a:lnTo>
                <a:lnTo>
                  <a:pt x="183813" y="128405"/>
                </a:lnTo>
                <a:lnTo>
                  <a:pt x="184658" y="128907"/>
                </a:lnTo>
                <a:lnTo>
                  <a:pt x="185518" y="129387"/>
                </a:lnTo>
                <a:lnTo>
                  <a:pt x="186391" y="129845"/>
                </a:lnTo>
                <a:lnTo>
                  <a:pt x="187279" y="130282"/>
                </a:lnTo>
                <a:lnTo>
                  <a:pt x="188181" y="130698"/>
                </a:lnTo>
                <a:lnTo>
                  <a:pt x="189096" y="131093"/>
                </a:lnTo>
                <a:lnTo>
                  <a:pt x="190026" y="131466"/>
                </a:lnTo>
                <a:lnTo>
                  <a:pt x="190970" y="131818"/>
                </a:lnTo>
                <a:lnTo>
                  <a:pt x="191928" y="132149"/>
                </a:lnTo>
                <a:lnTo>
                  <a:pt x="192900" y="132458"/>
                </a:lnTo>
                <a:lnTo>
                  <a:pt x="193885" y="132746"/>
                </a:lnTo>
                <a:lnTo>
                  <a:pt x="194885" y="133013"/>
                </a:lnTo>
                <a:lnTo>
                  <a:pt x="195899" y="133258"/>
                </a:lnTo>
                <a:lnTo>
                  <a:pt x="196927" y="133482"/>
                </a:lnTo>
                <a:lnTo>
                  <a:pt x="197970" y="133685"/>
                </a:lnTo>
                <a:lnTo>
                  <a:pt x="199026" y="133866"/>
                </a:lnTo>
                <a:lnTo>
                  <a:pt x="200096" y="134026"/>
                </a:lnTo>
                <a:lnTo>
                  <a:pt x="201180" y="134165"/>
                </a:lnTo>
                <a:lnTo>
                  <a:pt x="202278" y="134282"/>
                </a:lnTo>
                <a:lnTo>
                  <a:pt x="203391" y="134378"/>
                </a:lnTo>
                <a:lnTo>
                  <a:pt x="204517" y="134453"/>
                </a:lnTo>
                <a:lnTo>
                  <a:pt x="205657" y="134506"/>
                </a:lnTo>
                <a:lnTo>
                  <a:pt x="206812" y="134538"/>
                </a:lnTo>
                <a:lnTo>
                  <a:pt x="207980" y="134549"/>
                </a:lnTo>
                <a:lnTo>
                  <a:pt x="209173" y="134538"/>
                </a:lnTo>
                <a:lnTo>
                  <a:pt x="210351" y="134506"/>
                </a:lnTo>
                <a:lnTo>
                  <a:pt x="211515" y="134453"/>
                </a:lnTo>
                <a:lnTo>
                  <a:pt x="212664" y="134378"/>
                </a:lnTo>
                <a:close/>
                <a:moveTo>
                  <a:pt x="204647" y="121294"/>
                </a:moveTo>
                <a:lnTo>
                  <a:pt x="203851" y="121218"/>
                </a:lnTo>
                <a:lnTo>
                  <a:pt x="203070" y="121125"/>
                </a:lnTo>
                <a:lnTo>
                  <a:pt x="202303" y="121015"/>
                </a:lnTo>
                <a:lnTo>
                  <a:pt x="201552" y="120888"/>
                </a:lnTo>
                <a:lnTo>
                  <a:pt x="200816" y="120744"/>
                </a:lnTo>
                <a:lnTo>
                  <a:pt x="200094" y="120583"/>
                </a:lnTo>
                <a:lnTo>
                  <a:pt x="199387" y="120406"/>
                </a:lnTo>
                <a:lnTo>
                  <a:pt x="198695" y="120211"/>
                </a:lnTo>
                <a:lnTo>
                  <a:pt x="198019" y="119999"/>
                </a:lnTo>
                <a:lnTo>
                  <a:pt x="197357" y="119771"/>
                </a:lnTo>
                <a:lnTo>
                  <a:pt x="196710" y="119526"/>
                </a:lnTo>
                <a:lnTo>
                  <a:pt x="196077" y="119263"/>
                </a:lnTo>
                <a:lnTo>
                  <a:pt x="195460" y="118984"/>
                </a:lnTo>
                <a:lnTo>
                  <a:pt x="194858" y="118688"/>
                </a:lnTo>
                <a:lnTo>
                  <a:pt x="194270" y="118375"/>
                </a:lnTo>
                <a:lnTo>
                  <a:pt x="193698" y="118045"/>
                </a:lnTo>
                <a:lnTo>
                  <a:pt x="193140" y="117698"/>
                </a:lnTo>
                <a:lnTo>
                  <a:pt x="192597" y="117334"/>
                </a:lnTo>
                <a:lnTo>
                  <a:pt x="192069" y="116953"/>
                </a:lnTo>
                <a:lnTo>
                  <a:pt x="191556" y="116556"/>
                </a:lnTo>
                <a:lnTo>
                  <a:pt x="191057" y="116143"/>
                </a:lnTo>
                <a:lnTo>
                  <a:pt x="190569" y="115717"/>
                </a:lnTo>
                <a:lnTo>
                  <a:pt x="190093" y="115279"/>
                </a:lnTo>
                <a:lnTo>
                  <a:pt x="189629" y="114828"/>
                </a:lnTo>
                <a:lnTo>
                  <a:pt x="189176" y="114364"/>
                </a:lnTo>
                <a:lnTo>
                  <a:pt x="188736" y="113887"/>
                </a:lnTo>
                <a:lnTo>
                  <a:pt x="188307" y="113397"/>
                </a:lnTo>
                <a:lnTo>
                  <a:pt x="187890" y="112894"/>
                </a:lnTo>
                <a:lnTo>
                  <a:pt x="187485" y="112379"/>
                </a:lnTo>
                <a:lnTo>
                  <a:pt x="187092" y="111851"/>
                </a:lnTo>
                <a:lnTo>
                  <a:pt x="186710" y="111310"/>
                </a:lnTo>
                <a:lnTo>
                  <a:pt x="186340" y="110756"/>
                </a:lnTo>
                <a:lnTo>
                  <a:pt x="185983" y="110189"/>
                </a:lnTo>
                <a:lnTo>
                  <a:pt x="185637" y="109610"/>
                </a:lnTo>
                <a:lnTo>
                  <a:pt x="185302" y="109017"/>
                </a:lnTo>
                <a:lnTo>
                  <a:pt x="184980" y="108412"/>
                </a:lnTo>
                <a:lnTo>
                  <a:pt x="184669" y="107794"/>
                </a:lnTo>
                <a:lnTo>
                  <a:pt x="184371" y="107164"/>
                </a:lnTo>
                <a:lnTo>
                  <a:pt x="184084" y="106520"/>
                </a:lnTo>
                <a:lnTo>
                  <a:pt x="183809" y="105863"/>
                </a:lnTo>
                <a:lnTo>
                  <a:pt x="183545" y="105194"/>
                </a:lnTo>
                <a:lnTo>
                  <a:pt x="183294" y="104512"/>
                </a:lnTo>
                <a:lnTo>
                  <a:pt x="183054" y="103817"/>
                </a:lnTo>
                <a:lnTo>
                  <a:pt x="182826" y="103110"/>
                </a:lnTo>
                <a:lnTo>
                  <a:pt x="182609" y="102391"/>
                </a:lnTo>
                <a:lnTo>
                  <a:pt x="182401" y="101665"/>
                </a:lnTo>
                <a:lnTo>
                  <a:pt x="182202" y="100931"/>
                </a:lnTo>
                <a:lnTo>
                  <a:pt x="182013" y="100189"/>
                </a:lnTo>
                <a:lnTo>
                  <a:pt x="181832" y="99439"/>
                </a:lnTo>
                <a:lnTo>
                  <a:pt x="181661" y="98681"/>
                </a:lnTo>
                <a:lnTo>
                  <a:pt x="181499" y="97914"/>
                </a:lnTo>
                <a:lnTo>
                  <a:pt x="181347" y="97140"/>
                </a:lnTo>
                <a:lnTo>
                  <a:pt x="181203" y="96358"/>
                </a:lnTo>
                <a:lnTo>
                  <a:pt x="181069" y="95568"/>
                </a:lnTo>
                <a:lnTo>
                  <a:pt x="180944" y="94770"/>
                </a:lnTo>
                <a:lnTo>
                  <a:pt x="180829" y="93963"/>
                </a:lnTo>
                <a:lnTo>
                  <a:pt x="180722" y="93149"/>
                </a:lnTo>
                <a:lnTo>
                  <a:pt x="180625" y="92327"/>
                </a:lnTo>
                <a:lnTo>
                  <a:pt x="180537" y="91497"/>
                </a:lnTo>
                <a:lnTo>
                  <a:pt x="180459" y="90659"/>
                </a:lnTo>
                <a:lnTo>
                  <a:pt x="180390" y="89812"/>
                </a:lnTo>
                <a:lnTo>
                  <a:pt x="180329" y="88958"/>
                </a:lnTo>
                <a:lnTo>
                  <a:pt x="180279" y="88096"/>
                </a:lnTo>
                <a:lnTo>
                  <a:pt x="180237" y="87226"/>
                </a:lnTo>
                <a:lnTo>
                  <a:pt x="180205" y="86347"/>
                </a:lnTo>
                <a:lnTo>
                  <a:pt x="180181" y="85461"/>
                </a:lnTo>
                <a:lnTo>
                  <a:pt x="180168" y="84567"/>
                </a:lnTo>
                <a:lnTo>
                  <a:pt x="180163" y="83665"/>
                </a:lnTo>
                <a:lnTo>
                  <a:pt x="180168" y="82745"/>
                </a:lnTo>
                <a:lnTo>
                  <a:pt x="180181" y="81833"/>
                </a:lnTo>
                <a:lnTo>
                  <a:pt x="180205" y="80930"/>
                </a:lnTo>
                <a:lnTo>
                  <a:pt x="180237" y="80035"/>
                </a:lnTo>
                <a:lnTo>
                  <a:pt x="180279" y="79148"/>
                </a:lnTo>
                <a:lnTo>
                  <a:pt x="180329" y="78270"/>
                </a:lnTo>
                <a:lnTo>
                  <a:pt x="180390" y="77399"/>
                </a:lnTo>
                <a:lnTo>
                  <a:pt x="180459" y="76537"/>
                </a:lnTo>
                <a:lnTo>
                  <a:pt x="180537" y="75683"/>
                </a:lnTo>
                <a:lnTo>
                  <a:pt x="180625" y="74837"/>
                </a:lnTo>
                <a:lnTo>
                  <a:pt x="180722" y="73999"/>
                </a:lnTo>
                <a:lnTo>
                  <a:pt x="180829" y="73170"/>
                </a:lnTo>
                <a:lnTo>
                  <a:pt x="180944" y="72349"/>
                </a:lnTo>
                <a:lnTo>
                  <a:pt x="181069" y="71536"/>
                </a:lnTo>
                <a:lnTo>
                  <a:pt x="181203" y="70731"/>
                </a:lnTo>
                <a:lnTo>
                  <a:pt x="181347" y="69934"/>
                </a:lnTo>
                <a:lnTo>
                  <a:pt x="181499" y="69146"/>
                </a:lnTo>
                <a:lnTo>
                  <a:pt x="181661" y="68365"/>
                </a:lnTo>
                <a:lnTo>
                  <a:pt x="181832" y="67593"/>
                </a:lnTo>
                <a:lnTo>
                  <a:pt x="182013" y="66829"/>
                </a:lnTo>
                <a:lnTo>
                  <a:pt x="182202" y="66074"/>
                </a:lnTo>
                <a:lnTo>
                  <a:pt x="182401" y="65326"/>
                </a:lnTo>
                <a:lnTo>
                  <a:pt x="182609" y="64587"/>
                </a:lnTo>
                <a:lnTo>
                  <a:pt x="182826" y="63856"/>
                </a:lnTo>
                <a:lnTo>
                  <a:pt x="183054" y="63135"/>
                </a:lnTo>
                <a:lnTo>
                  <a:pt x="183294" y="62428"/>
                </a:lnTo>
                <a:lnTo>
                  <a:pt x="183545" y="61733"/>
                </a:lnTo>
                <a:lnTo>
                  <a:pt x="183809" y="61052"/>
                </a:lnTo>
                <a:lnTo>
                  <a:pt x="184084" y="60384"/>
                </a:lnTo>
                <a:lnTo>
                  <a:pt x="184371" y="59728"/>
                </a:lnTo>
                <a:lnTo>
                  <a:pt x="184669" y="59086"/>
                </a:lnTo>
                <a:lnTo>
                  <a:pt x="184980" y="58457"/>
                </a:lnTo>
                <a:lnTo>
                  <a:pt x="185302" y="57840"/>
                </a:lnTo>
                <a:lnTo>
                  <a:pt x="185637" y="57237"/>
                </a:lnTo>
                <a:lnTo>
                  <a:pt x="185983" y="56647"/>
                </a:lnTo>
                <a:lnTo>
                  <a:pt x="186340" y="56069"/>
                </a:lnTo>
                <a:lnTo>
                  <a:pt x="186710" y="55505"/>
                </a:lnTo>
                <a:lnTo>
                  <a:pt x="187092" y="54954"/>
                </a:lnTo>
                <a:lnTo>
                  <a:pt x="187485" y="54415"/>
                </a:lnTo>
                <a:lnTo>
                  <a:pt x="187890" y="53890"/>
                </a:lnTo>
                <a:lnTo>
                  <a:pt x="188307" y="53378"/>
                </a:lnTo>
                <a:lnTo>
                  <a:pt x="188736" y="52879"/>
                </a:lnTo>
                <a:lnTo>
                  <a:pt x="189176" y="52393"/>
                </a:lnTo>
                <a:lnTo>
                  <a:pt x="189629" y="51919"/>
                </a:lnTo>
                <a:lnTo>
                  <a:pt x="190093" y="51459"/>
                </a:lnTo>
                <a:lnTo>
                  <a:pt x="190569" y="51012"/>
                </a:lnTo>
                <a:lnTo>
                  <a:pt x="191057" y="50578"/>
                </a:lnTo>
                <a:lnTo>
                  <a:pt x="191556" y="50157"/>
                </a:lnTo>
                <a:lnTo>
                  <a:pt x="192069" y="49751"/>
                </a:lnTo>
                <a:lnTo>
                  <a:pt x="192597" y="49362"/>
                </a:lnTo>
                <a:lnTo>
                  <a:pt x="193140" y="48990"/>
                </a:lnTo>
                <a:lnTo>
                  <a:pt x="193698" y="48636"/>
                </a:lnTo>
                <a:lnTo>
                  <a:pt x="194270" y="48299"/>
                </a:lnTo>
                <a:lnTo>
                  <a:pt x="194858" y="47979"/>
                </a:lnTo>
                <a:lnTo>
                  <a:pt x="195460" y="47676"/>
                </a:lnTo>
                <a:lnTo>
                  <a:pt x="196077" y="47391"/>
                </a:lnTo>
                <a:lnTo>
                  <a:pt x="196710" y="47123"/>
                </a:lnTo>
                <a:lnTo>
                  <a:pt x="197357" y="46872"/>
                </a:lnTo>
                <a:lnTo>
                  <a:pt x="198019" y="46639"/>
                </a:lnTo>
                <a:lnTo>
                  <a:pt x="198695" y="46423"/>
                </a:lnTo>
                <a:lnTo>
                  <a:pt x="199387" y="46224"/>
                </a:lnTo>
                <a:lnTo>
                  <a:pt x="200094" y="46043"/>
                </a:lnTo>
                <a:lnTo>
                  <a:pt x="200816" y="45879"/>
                </a:lnTo>
                <a:lnTo>
                  <a:pt x="201552" y="45732"/>
                </a:lnTo>
                <a:lnTo>
                  <a:pt x="202303" y="45602"/>
                </a:lnTo>
                <a:lnTo>
                  <a:pt x="203070" y="45490"/>
                </a:lnTo>
                <a:lnTo>
                  <a:pt x="203851" y="45395"/>
                </a:lnTo>
                <a:lnTo>
                  <a:pt x="204647" y="45317"/>
                </a:lnTo>
                <a:lnTo>
                  <a:pt x="205458" y="45256"/>
                </a:lnTo>
                <a:lnTo>
                  <a:pt x="206284" y="45213"/>
                </a:lnTo>
                <a:lnTo>
                  <a:pt x="207125" y="45187"/>
                </a:lnTo>
                <a:lnTo>
                  <a:pt x="207980" y="45178"/>
                </a:lnTo>
                <a:lnTo>
                  <a:pt x="208860" y="45187"/>
                </a:lnTo>
                <a:lnTo>
                  <a:pt x="209726" y="45213"/>
                </a:lnTo>
                <a:lnTo>
                  <a:pt x="210576" y="45256"/>
                </a:lnTo>
                <a:lnTo>
                  <a:pt x="211411" y="45317"/>
                </a:lnTo>
                <a:lnTo>
                  <a:pt x="212231" y="45395"/>
                </a:lnTo>
                <a:lnTo>
                  <a:pt x="213036" y="45490"/>
                </a:lnTo>
                <a:lnTo>
                  <a:pt x="213826" y="45602"/>
                </a:lnTo>
                <a:lnTo>
                  <a:pt x="214600" y="45732"/>
                </a:lnTo>
                <a:lnTo>
                  <a:pt x="215360" y="45879"/>
                </a:lnTo>
                <a:lnTo>
                  <a:pt x="216105" y="46043"/>
                </a:lnTo>
                <a:lnTo>
                  <a:pt x="216834" y="46224"/>
                </a:lnTo>
                <a:lnTo>
                  <a:pt x="217549" y="46423"/>
                </a:lnTo>
                <a:lnTo>
                  <a:pt x="218248" y="46639"/>
                </a:lnTo>
                <a:lnTo>
                  <a:pt x="218932" y="46872"/>
                </a:lnTo>
                <a:lnTo>
                  <a:pt x="219602" y="47123"/>
                </a:lnTo>
                <a:lnTo>
                  <a:pt x="220256" y="47391"/>
                </a:lnTo>
                <a:lnTo>
                  <a:pt x="220895" y="47676"/>
                </a:lnTo>
                <a:lnTo>
                  <a:pt x="221519" y="47979"/>
                </a:lnTo>
                <a:lnTo>
                  <a:pt x="222128" y="48299"/>
                </a:lnTo>
                <a:lnTo>
                  <a:pt x="222722" y="48636"/>
                </a:lnTo>
                <a:lnTo>
                  <a:pt x="223301" y="48990"/>
                </a:lnTo>
                <a:lnTo>
                  <a:pt x="223864" y="49362"/>
                </a:lnTo>
                <a:lnTo>
                  <a:pt x="224413" y="49751"/>
                </a:lnTo>
                <a:lnTo>
                  <a:pt x="224947" y="50157"/>
                </a:lnTo>
                <a:lnTo>
                  <a:pt x="225467" y="50578"/>
                </a:lnTo>
                <a:lnTo>
                  <a:pt x="225974" y="51012"/>
                </a:lnTo>
                <a:lnTo>
                  <a:pt x="226470" y="51459"/>
                </a:lnTo>
                <a:lnTo>
                  <a:pt x="226953" y="51919"/>
                </a:lnTo>
                <a:lnTo>
                  <a:pt x="227423" y="52393"/>
                </a:lnTo>
                <a:lnTo>
                  <a:pt x="227881" y="52879"/>
                </a:lnTo>
                <a:lnTo>
                  <a:pt x="228327" y="53378"/>
                </a:lnTo>
                <a:lnTo>
                  <a:pt x="228761" y="53890"/>
                </a:lnTo>
                <a:lnTo>
                  <a:pt x="229182" y="54415"/>
                </a:lnTo>
                <a:lnTo>
                  <a:pt x="229591" y="54954"/>
                </a:lnTo>
                <a:lnTo>
                  <a:pt x="229988" y="55505"/>
                </a:lnTo>
                <a:lnTo>
                  <a:pt x="230372" y="56069"/>
                </a:lnTo>
                <a:lnTo>
                  <a:pt x="230744" y="56647"/>
                </a:lnTo>
                <a:lnTo>
                  <a:pt x="231104" y="57237"/>
                </a:lnTo>
                <a:lnTo>
                  <a:pt x="231451" y="57840"/>
                </a:lnTo>
                <a:lnTo>
                  <a:pt x="231786" y="58457"/>
                </a:lnTo>
                <a:lnTo>
                  <a:pt x="232109" y="59086"/>
                </a:lnTo>
                <a:lnTo>
                  <a:pt x="232419" y="59728"/>
                </a:lnTo>
                <a:lnTo>
                  <a:pt x="232717" y="60384"/>
                </a:lnTo>
                <a:lnTo>
                  <a:pt x="233003" y="61052"/>
                </a:lnTo>
                <a:lnTo>
                  <a:pt x="233276" y="61733"/>
                </a:lnTo>
                <a:lnTo>
                  <a:pt x="233537" y="62428"/>
                </a:lnTo>
                <a:lnTo>
                  <a:pt x="233786" y="63135"/>
                </a:lnTo>
                <a:lnTo>
                  <a:pt x="234022" y="63856"/>
                </a:lnTo>
                <a:lnTo>
                  <a:pt x="234247" y="64587"/>
                </a:lnTo>
                <a:lnTo>
                  <a:pt x="234463" y="65326"/>
                </a:lnTo>
                <a:lnTo>
                  <a:pt x="234669" y="66074"/>
                </a:lnTo>
                <a:lnTo>
                  <a:pt x="234866" y="66829"/>
                </a:lnTo>
                <a:lnTo>
                  <a:pt x="235053" y="67593"/>
                </a:lnTo>
                <a:lnTo>
                  <a:pt x="235230" y="68365"/>
                </a:lnTo>
                <a:lnTo>
                  <a:pt x="235398" y="69146"/>
                </a:lnTo>
                <a:lnTo>
                  <a:pt x="235556" y="69934"/>
                </a:lnTo>
                <a:lnTo>
                  <a:pt x="235705" y="70731"/>
                </a:lnTo>
                <a:lnTo>
                  <a:pt x="235844" y="71536"/>
                </a:lnTo>
                <a:lnTo>
                  <a:pt x="235974" y="72349"/>
                </a:lnTo>
                <a:lnTo>
                  <a:pt x="236093" y="73170"/>
                </a:lnTo>
                <a:lnTo>
                  <a:pt x="236204" y="73999"/>
                </a:lnTo>
                <a:lnTo>
                  <a:pt x="236304" y="74837"/>
                </a:lnTo>
                <a:lnTo>
                  <a:pt x="236396" y="75683"/>
                </a:lnTo>
                <a:lnTo>
                  <a:pt x="236477" y="76537"/>
                </a:lnTo>
                <a:lnTo>
                  <a:pt x="236549" y="77399"/>
                </a:lnTo>
                <a:lnTo>
                  <a:pt x="236611" y="78270"/>
                </a:lnTo>
                <a:lnTo>
                  <a:pt x="236664" y="79148"/>
                </a:lnTo>
                <a:lnTo>
                  <a:pt x="236707" y="80035"/>
                </a:lnTo>
                <a:lnTo>
                  <a:pt x="236741" y="80930"/>
                </a:lnTo>
                <a:lnTo>
                  <a:pt x="236765" y="81833"/>
                </a:lnTo>
                <a:lnTo>
                  <a:pt x="236779" y="82745"/>
                </a:lnTo>
                <a:lnTo>
                  <a:pt x="236784" y="83665"/>
                </a:lnTo>
                <a:lnTo>
                  <a:pt x="236779" y="84567"/>
                </a:lnTo>
                <a:lnTo>
                  <a:pt x="236765" y="85461"/>
                </a:lnTo>
                <a:lnTo>
                  <a:pt x="236741" y="86347"/>
                </a:lnTo>
                <a:lnTo>
                  <a:pt x="236707" y="87226"/>
                </a:lnTo>
                <a:lnTo>
                  <a:pt x="236664" y="88096"/>
                </a:lnTo>
                <a:lnTo>
                  <a:pt x="236611" y="88958"/>
                </a:lnTo>
                <a:lnTo>
                  <a:pt x="236549" y="89812"/>
                </a:lnTo>
                <a:lnTo>
                  <a:pt x="236477" y="90659"/>
                </a:lnTo>
                <a:lnTo>
                  <a:pt x="236396" y="91497"/>
                </a:lnTo>
                <a:lnTo>
                  <a:pt x="236304" y="92327"/>
                </a:lnTo>
                <a:lnTo>
                  <a:pt x="236204" y="93149"/>
                </a:lnTo>
                <a:lnTo>
                  <a:pt x="236093" y="93963"/>
                </a:lnTo>
                <a:lnTo>
                  <a:pt x="235974" y="94770"/>
                </a:lnTo>
                <a:lnTo>
                  <a:pt x="235844" y="95568"/>
                </a:lnTo>
                <a:lnTo>
                  <a:pt x="235705" y="96358"/>
                </a:lnTo>
                <a:lnTo>
                  <a:pt x="235556" y="97140"/>
                </a:lnTo>
                <a:lnTo>
                  <a:pt x="235398" y="97914"/>
                </a:lnTo>
                <a:lnTo>
                  <a:pt x="235230" y="98681"/>
                </a:lnTo>
                <a:lnTo>
                  <a:pt x="235053" y="99439"/>
                </a:lnTo>
                <a:lnTo>
                  <a:pt x="234866" y="100189"/>
                </a:lnTo>
                <a:lnTo>
                  <a:pt x="234669" y="100931"/>
                </a:lnTo>
                <a:lnTo>
                  <a:pt x="234463" y="101665"/>
                </a:lnTo>
                <a:lnTo>
                  <a:pt x="234247" y="102391"/>
                </a:lnTo>
                <a:lnTo>
                  <a:pt x="234022" y="103110"/>
                </a:lnTo>
                <a:lnTo>
                  <a:pt x="233786" y="103817"/>
                </a:lnTo>
                <a:lnTo>
                  <a:pt x="233537" y="104512"/>
                </a:lnTo>
                <a:lnTo>
                  <a:pt x="233276" y="105194"/>
                </a:lnTo>
                <a:lnTo>
                  <a:pt x="233003" y="105863"/>
                </a:lnTo>
                <a:lnTo>
                  <a:pt x="232717" y="106520"/>
                </a:lnTo>
                <a:lnTo>
                  <a:pt x="232419" y="107164"/>
                </a:lnTo>
                <a:lnTo>
                  <a:pt x="232109" y="107794"/>
                </a:lnTo>
                <a:lnTo>
                  <a:pt x="231786" y="108412"/>
                </a:lnTo>
                <a:lnTo>
                  <a:pt x="231451" y="109017"/>
                </a:lnTo>
                <a:lnTo>
                  <a:pt x="231104" y="109610"/>
                </a:lnTo>
                <a:lnTo>
                  <a:pt x="230744" y="110189"/>
                </a:lnTo>
                <a:lnTo>
                  <a:pt x="230372" y="110756"/>
                </a:lnTo>
                <a:lnTo>
                  <a:pt x="229988" y="111310"/>
                </a:lnTo>
                <a:lnTo>
                  <a:pt x="229591" y="111851"/>
                </a:lnTo>
                <a:lnTo>
                  <a:pt x="229182" y="112379"/>
                </a:lnTo>
                <a:lnTo>
                  <a:pt x="228761" y="112894"/>
                </a:lnTo>
                <a:lnTo>
                  <a:pt x="228327" y="113397"/>
                </a:lnTo>
                <a:lnTo>
                  <a:pt x="227881" y="113887"/>
                </a:lnTo>
                <a:lnTo>
                  <a:pt x="227423" y="114364"/>
                </a:lnTo>
                <a:lnTo>
                  <a:pt x="226953" y="114828"/>
                </a:lnTo>
                <a:lnTo>
                  <a:pt x="226470" y="115279"/>
                </a:lnTo>
                <a:lnTo>
                  <a:pt x="225974" y="115717"/>
                </a:lnTo>
                <a:lnTo>
                  <a:pt x="225467" y="116143"/>
                </a:lnTo>
                <a:lnTo>
                  <a:pt x="224947" y="116556"/>
                </a:lnTo>
                <a:lnTo>
                  <a:pt x="224413" y="116953"/>
                </a:lnTo>
                <a:lnTo>
                  <a:pt x="223864" y="117334"/>
                </a:lnTo>
                <a:lnTo>
                  <a:pt x="223301" y="117698"/>
                </a:lnTo>
                <a:lnTo>
                  <a:pt x="222722" y="118045"/>
                </a:lnTo>
                <a:lnTo>
                  <a:pt x="222128" y="118375"/>
                </a:lnTo>
                <a:lnTo>
                  <a:pt x="221519" y="118688"/>
                </a:lnTo>
                <a:lnTo>
                  <a:pt x="220895" y="118984"/>
                </a:lnTo>
                <a:lnTo>
                  <a:pt x="220256" y="119263"/>
                </a:lnTo>
                <a:lnTo>
                  <a:pt x="219602" y="119526"/>
                </a:lnTo>
                <a:lnTo>
                  <a:pt x="218932" y="119771"/>
                </a:lnTo>
                <a:lnTo>
                  <a:pt x="218248" y="119999"/>
                </a:lnTo>
                <a:lnTo>
                  <a:pt x="217549" y="120211"/>
                </a:lnTo>
                <a:lnTo>
                  <a:pt x="216834" y="120406"/>
                </a:lnTo>
                <a:lnTo>
                  <a:pt x="216105" y="120583"/>
                </a:lnTo>
                <a:lnTo>
                  <a:pt x="215360" y="120744"/>
                </a:lnTo>
                <a:lnTo>
                  <a:pt x="214600" y="120888"/>
                </a:lnTo>
                <a:lnTo>
                  <a:pt x="213826" y="121015"/>
                </a:lnTo>
                <a:lnTo>
                  <a:pt x="213036" y="121125"/>
                </a:lnTo>
                <a:lnTo>
                  <a:pt x="212231" y="121218"/>
                </a:lnTo>
                <a:lnTo>
                  <a:pt x="211411" y="121294"/>
                </a:lnTo>
                <a:lnTo>
                  <a:pt x="210576" y="121353"/>
                </a:lnTo>
                <a:lnTo>
                  <a:pt x="209726" y="121396"/>
                </a:lnTo>
                <a:lnTo>
                  <a:pt x="208860" y="121421"/>
                </a:lnTo>
                <a:lnTo>
                  <a:pt x="207980" y="121429"/>
                </a:lnTo>
                <a:lnTo>
                  <a:pt x="207125" y="121421"/>
                </a:lnTo>
                <a:lnTo>
                  <a:pt x="206284" y="121396"/>
                </a:lnTo>
                <a:lnTo>
                  <a:pt x="205458" y="121353"/>
                </a:lnTo>
                <a:lnTo>
                  <a:pt x="204647" y="121294"/>
                </a:lnTo>
                <a:close/>
                <a:moveTo>
                  <a:pt x="710507" y="134434"/>
                </a:moveTo>
                <a:lnTo>
                  <a:pt x="711467" y="134370"/>
                </a:lnTo>
                <a:lnTo>
                  <a:pt x="712416" y="134291"/>
                </a:lnTo>
                <a:lnTo>
                  <a:pt x="713354" y="134199"/>
                </a:lnTo>
                <a:lnTo>
                  <a:pt x="714280" y="134091"/>
                </a:lnTo>
                <a:lnTo>
                  <a:pt x="715195" y="133970"/>
                </a:lnTo>
                <a:lnTo>
                  <a:pt x="716099" y="133834"/>
                </a:lnTo>
                <a:lnTo>
                  <a:pt x="716991" y="133684"/>
                </a:lnTo>
                <a:lnTo>
                  <a:pt x="717872" y="133519"/>
                </a:lnTo>
                <a:lnTo>
                  <a:pt x="718742" y="133341"/>
                </a:lnTo>
                <a:lnTo>
                  <a:pt x="719601" y="133147"/>
                </a:lnTo>
                <a:lnTo>
                  <a:pt x="720448" y="132940"/>
                </a:lnTo>
                <a:lnTo>
                  <a:pt x="721284" y="132718"/>
                </a:lnTo>
                <a:lnTo>
                  <a:pt x="722108" y="132483"/>
                </a:lnTo>
                <a:lnTo>
                  <a:pt x="722921" y="132232"/>
                </a:lnTo>
                <a:lnTo>
                  <a:pt x="723723" y="131968"/>
                </a:lnTo>
                <a:lnTo>
                  <a:pt x="724514" y="131689"/>
                </a:lnTo>
                <a:lnTo>
                  <a:pt x="725294" y="131396"/>
                </a:lnTo>
                <a:lnTo>
                  <a:pt x="726062" y="131088"/>
                </a:lnTo>
                <a:lnTo>
                  <a:pt x="726818" y="130767"/>
                </a:lnTo>
                <a:lnTo>
                  <a:pt x="727564" y="130431"/>
                </a:lnTo>
                <a:lnTo>
                  <a:pt x="728297" y="130081"/>
                </a:lnTo>
                <a:lnTo>
                  <a:pt x="729016" y="129720"/>
                </a:lnTo>
                <a:lnTo>
                  <a:pt x="729722" y="129346"/>
                </a:lnTo>
                <a:lnTo>
                  <a:pt x="730414" y="128961"/>
                </a:lnTo>
                <a:lnTo>
                  <a:pt x="731092" y="128563"/>
                </a:lnTo>
                <a:lnTo>
                  <a:pt x="731756" y="128154"/>
                </a:lnTo>
                <a:lnTo>
                  <a:pt x="732407" y="127732"/>
                </a:lnTo>
                <a:lnTo>
                  <a:pt x="733044" y="127299"/>
                </a:lnTo>
                <a:lnTo>
                  <a:pt x="733667" y="126853"/>
                </a:lnTo>
                <a:lnTo>
                  <a:pt x="734277" y="126396"/>
                </a:lnTo>
                <a:lnTo>
                  <a:pt x="734873" y="125926"/>
                </a:lnTo>
                <a:lnTo>
                  <a:pt x="735455" y="125444"/>
                </a:lnTo>
                <a:lnTo>
                  <a:pt x="736024" y="124951"/>
                </a:lnTo>
                <a:lnTo>
                  <a:pt x="736579" y="124445"/>
                </a:lnTo>
                <a:lnTo>
                  <a:pt x="737120" y="123928"/>
                </a:lnTo>
                <a:lnTo>
                  <a:pt x="737647" y="123398"/>
                </a:lnTo>
                <a:lnTo>
                  <a:pt x="738161" y="122857"/>
                </a:lnTo>
                <a:lnTo>
                  <a:pt x="738661" y="122303"/>
                </a:lnTo>
                <a:lnTo>
                  <a:pt x="739148" y="121737"/>
                </a:lnTo>
                <a:lnTo>
                  <a:pt x="739620" y="121160"/>
                </a:lnTo>
                <a:lnTo>
                  <a:pt x="740079" y="120570"/>
                </a:lnTo>
                <a:lnTo>
                  <a:pt x="740524" y="119968"/>
                </a:lnTo>
                <a:lnTo>
                  <a:pt x="740956" y="119355"/>
                </a:lnTo>
                <a:lnTo>
                  <a:pt x="741374" y="118729"/>
                </a:lnTo>
                <a:lnTo>
                  <a:pt x="741777" y="118092"/>
                </a:lnTo>
                <a:lnTo>
                  <a:pt x="742164" y="117446"/>
                </a:lnTo>
                <a:lnTo>
                  <a:pt x="742534" y="116789"/>
                </a:lnTo>
                <a:lnTo>
                  <a:pt x="742889" y="116122"/>
                </a:lnTo>
                <a:lnTo>
                  <a:pt x="743228" y="115445"/>
                </a:lnTo>
                <a:lnTo>
                  <a:pt x="743550" y="114758"/>
                </a:lnTo>
                <a:lnTo>
                  <a:pt x="743857" y="114061"/>
                </a:lnTo>
                <a:lnTo>
                  <a:pt x="744147" y="113354"/>
                </a:lnTo>
                <a:lnTo>
                  <a:pt x="744421" y="112636"/>
                </a:lnTo>
                <a:lnTo>
                  <a:pt x="744679" y="111909"/>
                </a:lnTo>
                <a:lnTo>
                  <a:pt x="744921" y="111172"/>
                </a:lnTo>
                <a:lnTo>
                  <a:pt x="745147" y="110425"/>
                </a:lnTo>
                <a:lnTo>
                  <a:pt x="745357" y="109667"/>
                </a:lnTo>
                <a:lnTo>
                  <a:pt x="745550" y="108900"/>
                </a:lnTo>
                <a:lnTo>
                  <a:pt x="745728" y="108122"/>
                </a:lnTo>
                <a:lnTo>
                  <a:pt x="745890" y="107334"/>
                </a:lnTo>
                <a:lnTo>
                  <a:pt x="746035" y="106537"/>
                </a:lnTo>
                <a:lnTo>
                  <a:pt x="746164" y="105729"/>
                </a:lnTo>
                <a:lnTo>
                  <a:pt x="746277" y="104911"/>
                </a:lnTo>
                <a:lnTo>
                  <a:pt x="746375" y="104083"/>
                </a:lnTo>
                <a:lnTo>
                  <a:pt x="746456" y="103245"/>
                </a:lnTo>
                <a:lnTo>
                  <a:pt x="746520" y="102397"/>
                </a:lnTo>
                <a:lnTo>
                  <a:pt x="746569" y="101539"/>
                </a:lnTo>
                <a:lnTo>
                  <a:pt x="746602" y="100671"/>
                </a:lnTo>
                <a:lnTo>
                  <a:pt x="730326" y="100671"/>
                </a:lnTo>
                <a:lnTo>
                  <a:pt x="730291" y="101518"/>
                </a:lnTo>
                <a:lnTo>
                  <a:pt x="730235" y="102349"/>
                </a:lnTo>
                <a:lnTo>
                  <a:pt x="730159" y="103162"/>
                </a:lnTo>
                <a:lnTo>
                  <a:pt x="730063" y="103959"/>
                </a:lnTo>
                <a:lnTo>
                  <a:pt x="729946" y="104739"/>
                </a:lnTo>
                <a:lnTo>
                  <a:pt x="729808" y="105502"/>
                </a:lnTo>
                <a:lnTo>
                  <a:pt x="729650" y="106249"/>
                </a:lnTo>
                <a:lnTo>
                  <a:pt x="729471" y="106979"/>
                </a:lnTo>
                <a:lnTo>
                  <a:pt x="729272" y="107692"/>
                </a:lnTo>
                <a:lnTo>
                  <a:pt x="729052" y="108388"/>
                </a:lnTo>
                <a:lnTo>
                  <a:pt x="728811" y="109068"/>
                </a:lnTo>
                <a:lnTo>
                  <a:pt x="728550" y="109731"/>
                </a:lnTo>
                <a:lnTo>
                  <a:pt x="728269" y="110377"/>
                </a:lnTo>
                <a:lnTo>
                  <a:pt x="727967" y="111007"/>
                </a:lnTo>
                <a:lnTo>
                  <a:pt x="727644" y="111619"/>
                </a:lnTo>
                <a:lnTo>
                  <a:pt x="727301" y="112215"/>
                </a:lnTo>
                <a:lnTo>
                  <a:pt x="726937" y="112794"/>
                </a:lnTo>
                <a:lnTo>
                  <a:pt x="726553" y="113357"/>
                </a:lnTo>
                <a:lnTo>
                  <a:pt x="726148" y="113903"/>
                </a:lnTo>
                <a:lnTo>
                  <a:pt x="725723" y="114432"/>
                </a:lnTo>
                <a:lnTo>
                  <a:pt x="725277" y="114944"/>
                </a:lnTo>
                <a:lnTo>
                  <a:pt x="724810" y="115439"/>
                </a:lnTo>
                <a:lnTo>
                  <a:pt x="724323" y="115918"/>
                </a:lnTo>
                <a:lnTo>
                  <a:pt x="723815" y="116380"/>
                </a:lnTo>
                <a:lnTo>
                  <a:pt x="723289" y="116824"/>
                </a:lnTo>
                <a:lnTo>
                  <a:pt x="722746" y="117250"/>
                </a:lnTo>
                <a:lnTo>
                  <a:pt x="722186" y="117656"/>
                </a:lnTo>
                <a:lnTo>
                  <a:pt x="721610" y="118043"/>
                </a:lnTo>
                <a:lnTo>
                  <a:pt x="721016" y="118412"/>
                </a:lnTo>
                <a:lnTo>
                  <a:pt x="720406" y="118762"/>
                </a:lnTo>
                <a:lnTo>
                  <a:pt x="719779" y="119093"/>
                </a:lnTo>
                <a:lnTo>
                  <a:pt x="719135" y="119404"/>
                </a:lnTo>
                <a:lnTo>
                  <a:pt x="718475" y="119697"/>
                </a:lnTo>
                <a:lnTo>
                  <a:pt x="717798" y="119972"/>
                </a:lnTo>
                <a:lnTo>
                  <a:pt x="717103" y="120227"/>
                </a:lnTo>
                <a:lnTo>
                  <a:pt x="716393" y="120463"/>
                </a:lnTo>
                <a:lnTo>
                  <a:pt x="715665" y="120680"/>
                </a:lnTo>
                <a:lnTo>
                  <a:pt x="714920" y="120879"/>
                </a:lnTo>
                <a:lnTo>
                  <a:pt x="714159" y="121058"/>
                </a:lnTo>
                <a:lnTo>
                  <a:pt x="713381" y="121219"/>
                </a:lnTo>
                <a:lnTo>
                  <a:pt x="712586" y="121361"/>
                </a:lnTo>
                <a:lnTo>
                  <a:pt x="711775" y="121484"/>
                </a:lnTo>
                <a:lnTo>
                  <a:pt x="710946" y="121588"/>
                </a:lnTo>
                <a:lnTo>
                  <a:pt x="710101" y="121673"/>
                </a:lnTo>
                <a:lnTo>
                  <a:pt x="709239" y="121739"/>
                </a:lnTo>
                <a:lnTo>
                  <a:pt x="708361" y="121786"/>
                </a:lnTo>
                <a:lnTo>
                  <a:pt x="707465" y="121814"/>
                </a:lnTo>
                <a:lnTo>
                  <a:pt x="706553" y="121824"/>
                </a:lnTo>
                <a:lnTo>
                  <a:pt x="705697" y="121815"/>
                </a:lnTo>
                <a:lnTo>
                  <a:pt x="704855" y="121790"/>
                </a:lnTo>
                <a:lnTo>
                  <a:pt x="704027" y="121747"/>
                </a:lnTo>
                <a:lnTo>
                  <a:pt x="703213" y="121687"/>
                </a:lnTo>
                <a:lnTo>
                  <a:pt x="702413" y="121610"/>
                </a:lnTo>
                <a:lnTo>
                  <a:pt x="701627" y="121515"/>
                </a:lnTo>
                <a:lnTo>
                  <a:pt x="700855" y="121404"/>
                </a:lnTo>
                <a:lnTo>
                  <a:pt x="700097" y="121275"/>
                </a:lnTo>
                <a:lnTo>
                  <a:pt x="699354" y="121129"/>
                </a:lnTo>
                <a:lnTo>
                  <a:pt x="698624" y="120967"/>
                </a:lnTo>
                <a:lnTo>
                  <a:pt x="697908" y="120787"/>
                </a:lnTo>
                <a:lnTo>
                  <a:pt x="697207" y="120589"/>
                </a:lnTo>
                <a:lnTo>
                  <a:pt x="696519" y="120375"/>
                </a:lnTo>
                <a:lnTo>
                  <a:pt x="695845" y="120144"/>
                </a:lnTo>
                <a:lnTo>
                  <a:pt x="695186" y="119895"/>
                </a:lnTo>
                <a:lnTo>
                  <a:pt x="694540" y="119629"/>
                </a:lnTo>
                <a:lnTo>
                  <a:pt x="693909" y="119346"/>
                </a:lnTo>
                <a:lnTo>
                  <a:pt x="693292" y="119046"/>
                </a:lnTo>
                <a:lnTo>
                  <a:pt x="692688" y="118729"/>
                </a:lnTo>
                <a:lnTo>
                  <a:pt x="692099" y="118395"/>
                </a:lnTo>
                <a:lnTo>
                  <a:pt x="691524" y="118043"/>
                </a:lnTo>
                <a:lnTo>
                  <a:pt x="690963" y="117674"/>
                </a:lnTo>
                <a:lnTo>
                  <a:pt x="690415" y="117289"/>
                </a:lnTo>
                <a:lnTo>
                  <a:pt x="689882" y="116886"/>
                </a:lnTo>
                <a:lnTo>
                  <a:pt x="689362" y="116468"/>
                </a:lnTo>
                <a:lnTo>
                  <a:pt x="688854" y="116040"/>
                </a:lnTo>
                <a:lnTo>
                  <a:pt x="688357" y="115600"/>
                </a:lnTo>
                <a:lnTo>
                  <a:pt x="687872" y="115150"/>
                </a:lnTo>
                <a:lnTo>
                  <a:pt x="687400" y="114687"/>
                </a:lnTo>
                <a:lnTo>
                  <a:pt x="686938" y="114214"/>
                </a:lnTo>
                <a:lnTo>
                  <a:pt x="686489" y="113729"/>
                </a:lnTo>
                <a:lnTo>
                  <a:pt x="686052" y="113233"/>
                </a:lnTo>
                <a:lnTo>
                  <a:pt x="685626" y="112726"/>
                </a:lnTo>
                <a:lnTo>
                  <a:pt x="685212" y="112208"/>
                </a:lnTo>
                <a:lnTo>
                  <a:pt x="684810" y="111678"/>
                </a:lnTo>
                <a:lnTo>
                  <a:pt x="684420" y="111137"/>
                </a:lnTo>
                <a:lnTo>
                  <a:pt x="684042" y="110585"/>
                </a:lnTo>
                <a:lnTo>
                  <a:pt x="683675" y="110022"/>
                </a:lnTo>
                <a:lnTo>
                  <a:pt x="683320" y="109447"/>
                </a:lnTo>
                <a:lnTo>
                  <a:pt x="682977" y="108861"/>
                </a:lnTo>
                <a:lnTo>
                  <a:pt x="682646" y="108264"/>
                </a:lnTo>
                <a:lnTo>
                  <a:pt x="682327" y="107656"/>
                </a:lnTo>
                <a:lnTo>
                  <a:pt x="682019" y="107036"/>
                </a:lnTo>
                <a:lnTo>
                  <a:pt x="681724" y="106405"/>
                </a:lnTo>
                <a:lnTo>
                  <a:pt x="681440" y="105763"/>
                </a:lnTo>
                <a:lnTo>
                  <a:pt x="681168" y="105110"/>
                </a:lnTo>
                <a:lnTo>
                  <a:pt x="680908" y="104445"/>
                </a:lnTo>
                <a:lnTo>
                  <a:pt x="680659" y="103769"/>
                </a:lnTo>
                <a:lnTo>
                  <a:pt x="680422" y="103085"/>
                </a:lnTo>
                <a:lnTo>
                  <a:pt x="680194" y="102395"/>
                </a:lnTo>
                <a:lnTo>
                  <a:pt x="679976" y="101700"/>
                </a:lnTo>
                <a:lnTo>
                  <a:pt x="679767" y="100999"/>
                </a:lnTo>
                <a:lnTo>
                  <a:pt x="679569" y="100292"/>
                </a:lnTo>
                <a:lnTo>
                  <a:pt x="679380" y="99581"/>
                </a:lnTo>
                <a:lnTo>
                  <a:pt x="679201" y="98863"/>
                </a:lnTo>
                <a:lnTo>
                  <a:pt x="679032" y="98140"/>
                </a:lnTo>
                <a:lnTo>
                  <a:pt x="678872" y="97412"/>
                </a:lnTo>
                <a:lnTo>
                  <a:pt x="678722" y="96677"/>
                </a:lnTo>
                <a:lnTo>
                  <a:pt x="678582" y="95938"/>
                </a:lnTo>
                <a:lnTo>
                  <a:pt x="678452" y="95193"/>
                </a:lnTo>
                <a:lnTo>
                  <a:pt x="678332" y="94442"/>
                </a:lnTo>
                <a:lnTo>
                  <a:pt x="678221" y="93686"/>
                </a:lnTo>
                <a:lnTo>
                  <a:pt x="678120" y="92924"/>
                </a:lnTo>
                <a:lnTo>
                  <a:pt x="678029" y="92157"/>
                </a:lnTo>
                <a:lnTo>
                  <a:pt x="677947" y="91384"/>
                </a:lnTo>
                <a:lnTo>
                  <a:pt x="677876" y="90606"/>
                </a:lnTo>
                <a:lnTo>
                  <a:pt x="677814" y="89822"/>
                </a:lnTo>
                <a:lnTo>
                  <a:pt x="677762" y="89032"/>
                </a:lnTo>
                <a:lnTo>
                  <a:pt x="677719" y="88237"/>
                </a:lnTo>
                <a:lnTo>
                  <a:pt x="677687" y="87437"/>
                </a:lnTo>
                <a:lnTo>
                  <a:pt x="677664" y="86631"/>
                </a:lnTo>
                <a:lnTo>
                  <a:pt x="677651" y="85819"/>
                </a:lnTo>
                <a:lnTo>
                  <a:pt x="746109" y="85819"/>
                </a:lnTo>
                <a:lnTo>
                  <a:pt x="746125" y="85741"/>
                </a:lnTo>
                <a:lnTo>
                  <a:pt x="746141" y="85659"/>
                </a:lnTo>
                <a:lnTo>
                  <a:pt x="746157" y="85573"/>
                </a:lnTo>
                <a:lnTo>
                  <a:pt x="746172" y="85483"/>
                </a:lnTo>
                <a:lnTo>
                  <a:pt x="746187" y="85389"/>
                </a:lnTo>
                <a:lnTo>
                  <a:pt x="746201" y="85290"/>
                </a:lnTo>
                <a:lnTo>
                  <a:pt x="746215" y="85188"/>
                </a:lnTo>
                <a:lnTo>
                  <a:pt x="746229" y="85082"/>
                </a:lnTo>
                <a:lnTo>
                  <a:pt x="746243" y="84971"/>
                </a:lnTo>
                <a:lnTo>
                  <a:pt x="746256" y="84857"/>
                </a:lnTo>
                <a:lnTo>
                  <a:pt x="746269" y="84738"/>
                </a:lnTo>
                <a:lnTo>
                  <a:pt x="746281" y="84616"/>
                </a:lnTo>
                <a:lnTo>
                  <a:pt x="746294" y="84489"/>
                </a:lnTo>
                <a:lnTo>
                  <a:pt x="746305" y="84358"/>
                </a:lnTo>
                <a:lnTo>
                  <a:pt x="746317" y="84224"/>
                </a:lnTo>
                <a:lnTo>
                  <a:pt x="746328" y="84085"/>
                </a:lnTo>
                <a:lnTo>
                  <a:pt x="746339" y="83942"/>
                </a:lnTo>
                <a:lnTo>
                  <a:pt x="746349" y="83795"/>
                </a:lnTo>
                <a:lnTo>
                  <a:pt x="746359" y="83644"/>
                </a:lnTo>
                <a:lnTo>
                  <a:pt x="746369" y="83489"/>
                </a:lnTo>
                <a:lnTo>
                  <a:pt x="746378" y="83330"/>
                </a:lnTo>
                <a:lnTo>
                  <a:pt x="746388" y="83167"/>
                </a:lnTo>
                <a:lnTo>
                  <a:pt x="746396" y="83000"/>
                </a:lnTo>
                <a:lnTo>
                  <a:pt x="746405" y="82829"/>
                </a:lnTo>
                <a:lnTo>
                  <a:pt x="746413" y="82657"/>
                </a:lnTo>
                <a:lnTo>
                  <a:pt x="746420" y="82486"/>
                </a:lnTo>
                <a:lnTo>
                  <a:pt x="746428" y="82318"/>
                </a:lnTo>
                <a:lnTo>
                  <a:pt x="746435" y="82151"/>
                </a:lnTo>
                <a:lnTo>
                  <a:pt x="746441" y="81986"/>
                </a:lnTo>
                <a:lnTo>
                  <a:pt x="746448" y="81824"/>
                </a:lnTo>
                <a:lnTo>
                  <a:pt x="746454" y="81663"/>
                </a:lnTo>
                <a:lnTo>
                  <a:pt x="746459" y="81504"/>
                </a:lnTo>
                <a:lnTo>
                  <a:pt x="746465" y="81347"/>
                </a:lnTo>
                <a:lnTo>
                  <a:pt x="746470" y="81192"/>
                </a:lnTo>
                <a:lnTo>
                  <a:pt x="746474" y="81039"/>
                </a:lnTo>
                <a:lnTo>
                  <a:pt x="746479" y="80888"/>
                </a:lnTo>
                <a:lnTo>
                  <a:pt x="746483" y="80739"/>
                </a:lnTo>
                <a:lnTo>
                  <a:pt x="746486" y="80592"/>
                </a:lnTo>
                <a:lnTo>
                  <a:pt x="746489" y="80446"/>
                </a:lnTo>
                <a:lnTo>
                  <a:pt x="746492" y="80303"/>
                </a:lnTo>
                <a:lnTo>
                  <a:pt x="746495" y="80161"/>
                </a:lnTo>
                <a:lnTo>
                  <a:pt x="746497" y="80022"/>
                </a:lnTo>
                <a:lnTo>
                  <a:pt x="746499" y="79884"/>
                </a:lnTo>
                <a:lnTo>
                  <a:pt x="746501" y="79749"/>
                </a:lnTo>
                <a:lnTo>
                  <a:pt x="746502" y="79615"/>
                </a:lnTo>
                <a:lnTo>
                  <a:pt x="746503" y="79483"/>
                </a:lnTo>
                <a:lnTo>
                  <a:pt x="746503" y="79354"/>
                </a:lnTo>
                <a:lnTo>
                  <a:pt x="746503" y="79226"/>
                </a:lnTo>
                <a:lnTo>
                  <a:pt x="746484" y="77342"/>
                </a:lnTo>
                <a:lnTo>
                  <a:pt x="746426" y="75496"/>
                </a:lnTo>
                <a:lnTo>
                  <a:pt x="746329" y="73686"/>
                </a:lnTo>
                <a:lnTo>
                  <a:pt x="746194" y="71914"/>
                </a:lnTo>
                <a:lnTo>
                  <a:pt x="746020" y="70178"/>
                </a:lnTo>
                <a:lnTo>
                  <a:pt x="745807" y="68480"/>
                </a:lnTo>
                <a:lnTo>
                  <a:pt x="745555" y="66818"/>
                </a:lnTo>
                <a:lnTo>
                  <a:pt x="745265" y="65194"/>
                </a:lnTo>
                <a:lnTo>
                  <a:pt x="744936" y="63606"/>
                </a:lnTo>
                <a:lnTo>
                  <a:pt x="744568" y="62056"/>
                </a:lnTo>
                <a:lnTo>
                  <a:pt x="744162" y="60542"/>
                </a:lnTo>
                <a:lnTo>
                  <a:pt x="743717" y="59066"/>
                </a:lnTo>
                <a:lnTo>
                  <a:pt x="743233" y="57626"/>
                </a:lnTo>
                <a:lnTo>
                  <a:pt x="742710" y="56223"/>
                </a:lnTo>
                <a:lnTo>
                  <a:pt x="742149" y="54858"/>
                </a:lnTo>
                <a:lnTo>
                  <a:pt x="741549" y="53529"/>
                </a:lnTo>
                <a:lnTo>
                  <a:pt x="740911" y="52238"/>
                </a:lnTo>
                <a:lnTo>
                  <a:pt x="740233" y="50983"/>
                </a:lnTo>
                <a:lnTo>
                  <a:pt x="739517" y="49765"/>
                </a:lnTo>
                <a:lnTo>
                  <a:pt x="738763" y="48585"/>
                </a:lnTo>
                <a:lnTo>
                  <a:pt x="737969" y="47441"/>
                </a:lnTo>
                <a:lnTo>
                  <a:pt x="737137" y="46334"/>
                </a:lnTo>
                <a:lnTo>
                  <a:pt x="736266" y="45265"/>
                </a:lnTo>
                <a:lnTo>
                  <a:pt x="735357" y="44232"/>
                </a:lnTo>
                <a:lnTo>
                  <a:pt x="734413" y="43239"/>
                </a:lnTo>
                <a:lnTo>
                  <a:pt x="733440" y="42288"/>
                </a:lnTo>
                <a:lnTo>
                  <a:pt x="732437" y="41379"/>
                </a:lnTo>
                <a:lnTo>
                  <a:pt x="731405" y="40513"/>
                </a:lnTo>
                <a:lnTo>
                  <a:pt x="730344" y="39688"/>
                </a:lnTo>
                <a:lnTo>
                  <a:pt x="729253" y="38906"/>
                </a:lnTo>
                <a:lnTo>
                  <a:pt x="728133" y="38167"/>
                </a:lnTo>
                <a:lnTo>
                  <a:pt x="726983" y="37469"/>
                </a:lnTo>
                <a:lnTo>
                  <a:pt x="725804" y="36814"/>
                </a:lnTo>
                <a:lnTo>
                  <a:pt x="724595" y="36201"/>
                </a:lnTo>
                <a:lnTo>
                  <a:pt x="723357" y="35631"/>
                </a:lnTo>
                <a:lnTo>
                  <a:pt x="722089" y="35102"/>
                </a:lnTo>
                <a:lnTo>
                  <a:pt x="720792" y="34616"/>
                </a:lnTo>
                <a:lnTo>
                  <a:pt x="719466" y="34172"/>
                </a:lnTo>
                <a:lnTo>
                  <a:pt x="718110" y="33771"/>
                </a:lnTo>
                <a:lnTo>
                  <a:pt x="716724" y="33412"/>
                </a:lnTo>
                <a:lnTo>
                  <a:pt x="715309" y="33094"/>
                </a:lnTo>
                <a:lnTo>
                  <a:pt x="713865" y="32820"/>
                </a:lnTo>
                <a:lnTo>
                  <a:pt x="712391" y="32587"/>
                </a:lnTo>
                <a:lnTo>
                  <a:pt x="710888" y="32397"/>
                </a:lnTo>
                <a:lnTo>
                  <a:pt x="709355" y="32249"/>
                </a:lnTo>
                <a:lnTo>
                  <a:pt x="707793" y="32143"/>
                </a:lnTo>
                <a:lnTo>
                  <a:pt x="706201" y="32080"/>
                </a:lnTo>
                <a:lnTo>
                  <a:pt x="704580" y="32059"/>
                </a:lnTo>
                <a:lnTo>
                  <a:pt x="703356" y="32070"/>
                </a:lnTo>
                <a:lnTo>
                  <a:pt x="702150" y="32104"/>
                </a:lnTo>
                <a:lnTo>
                  <a:pt x="700962" y="32161"/>
                </a:lnTo>
                <a:lnTo>
                  <a:pt x="699792" y="32240"/>
                </a:lnTo>
                <a:lnTo>
                  <a:pt x="698640" y="32341"/>
                </a:lnTo>
                <a:lnTo>
                  <a:pt x="697506" y="32465"/>
                </a:lnTo>
                <a:lnTo>
                  <a:pt x="696389" y="32612"/>
                </a:lnTo>
                <a:lnTo>
                  <a:pt x="695291" y="32781"/>
                </a:lnTo>
                <a:lnTo>
                  <a:pt x="694211" y="32973"/>
                </a:lnTo>
                <a:lnTo>
                  <a:pt x="693149" y="33188"/>
                </a:lnTo>
                <a:lnTo>
                  <a:pt x="692105" y="33425"/>
                </a:lnTo>
                <a:lnTo>
                  <a:pt x="691078" y="33684"/>
                </a:lnTo>
                <a:lnTo>
                  <a:pt x="690070" y="33966"/>
                </a:lnTo>
                <a:lnTo>
                  <a:pt x="689080" y="34271"/>
                </a:lnTo>
                <a:lnTo>
                  <a:pt x="688108" y="34598"/>
                </a:lnTo>
                <a:lnTo>
                  <a:pt x="687153" y="34948"/>
                </a:lnTo>
                <a:lnTo>
                  <a:pt x="686217" y="35321"/>
                </a:lnTo>
                <a:lnTo>
                  <a:pt x="685298" y="35716"/>
                </a:lnTo>
                <a:lnTo>
                  <a:pt x="684398" y="36133"/>
                </a:lnTo>
                <a:lnTo>
                  <a:pt x="683516" y="36574"/>
                </a:lnTo>
                <a:lnTo>
                  <a:pt x="682651" y="37036"/>
                </a:lnTo>
                <a:lnTo>
                  <a:pt x="681805" y="37522"/>
                </a:lnTo>
                <a:lnTo>
                  <a:pt x="680976" y="38030"/>
                </a:lnTo>
                <a:lnTo>
                  <a:pt x="680166" y="38560"/>
                </a:lnTo>
                <a:lnTo>
                  <a:pt x="679373" y="39111"/>
                </a:lnTo>
                <a:lnTo>
                  <a:pt x="678597" y="39679"/>
                </a:lnTo>
                <a:lnTo>
                  <a:pt x="677839" y="40264"/>
                </a:lnTo>
                <a:lnTo>
                  <a:pt x="677097" y="40867"/>
                </a:lnTo>
                <a:lnTo>
                  <a:pt x="676373" y="41487"/>
                </a:lnTo>
                <a:lnTo>
                  <a:pt x="675665" y="42125"/>
                </a:lnTo>
                <a:lnTo>
                  <a:pt x="674975" y="42780"/>
                </a:lnTo>
                <a:lnTo>
                  <a:pt x="674302" y="43453"/>
                </a:lnTo>
                <a:lnTo>
                  <a:pt x="673646" y="44143"/>
                </a:lnTo>
                <a:lnTo>
                  <a:pt x="673008" y="44851"/>
                </a:lnTo>
                <a:lnTo>
                  <a:pt x="672386" y="45576"/>
                </a:lnTo>
                <a:lnTo>
                  <a:pt x="671781" y="46318"/>
                </a:lnTo>
                <a:lnTo>
                  <a:pt x="671194" y="47078"/>
                </a:lnTo>
                <a:lnTo>
                  <a:pt x="670624" y="47856"/>
                </a:lnTo>
                <a:lnTo>
                  <a:pt x="670070" y="48651"/>
                </a:lnTo>
                <a:lnTo>
                  <a:pt x="669534" y="49463"/>
                </a:lnTo>
                <a:lnTo>
                  <a:pt x="669016" y="50293"/>
                </a:lnTo>
                <a:lnTo>
                  <a:pt x="668514" y="51140"/>
                </a:lnTo>
                <a:lnTo>
                  <a:pt x="668029" y="52005"/>
                </a:lnTo>
                <a:lnTo>
                  <a:pt x="667562" y="52887"/>
                </a:lnTo>
                <a:lnTo>
                  <a:pt x="667111" y="53787"/>
                </a:lnTo>
                <a:lnTo>
                  <a:pt x="666678" y="54704"/>
                </a:lnTo>
                <a:lnTo>
                  <a:pt x="666262" y="55638"/>
                </a:lnTo>
                <a:lnTo>
                  <a:pt x="665863" y="56590"/>
                </a:lnTo>
                <a:lnTo>
                  <a:pt x="665480" y="57557"/>
                </a:lnTo>
                <a:lnTo>
                  <a:pt x="665114" y="58537"/>
                </a:lnTo>
                <a:lnTo>
                  <a:pt x="664765" y="59529"/>
                </a:lnTo>
                <a:lnTo>
                  <a:pt x="664431" y="60533"/>
                </a:lnTo>
                <a:lnTo>
                  <a:pt x="664114" y="61550"/>
                </a:lnTo>
                <a:lnTo>
                  <a:pt x="663813" y="62580"/>
                </a:lnTo>
                <a:lnTo>
                  <a:pt x="663528" y="63622"/>
                </a:lnTo>
                <a:lnTo>
                  <a:pt x="663260" y="64677"/>
                </a:lnTo>
                <a:lnTo>
                  <a:pt x="663008" y="65744"/>
                </a:lnTo>
                <a:lnTo>
                  <a:pt x="662772" y="66824"/>
                </a:lnTo>
                <a:lnTo>
                  <a:pt x="662552" y="67916"/>
                </a:lnTo>
                <a:lnTo>
                  <a:pt x="662349" y="69021"/>
                </a:lnTo>
                <a:lnTo>
                  <a:pt x="662162" y="70138"/>
                </a:lnTo>
                <a:lnTo>
                  <a:pt x="661991" y="71268"/>
                </a:lnTo>
                <a:lnTo>
                  <a:pt x="661836" y="72410"/>
                </a:lnTo>
                <a:lnTo>
                  <a:pt x="661698" y="73565"/>
                </a:lnTo>
                <a:lnTo>
                  <a:pt x="661576" y="74732"/>
                </a:lnTo>
                <a:lnTo>
                  <a:pt x="661470" y="75912"/>
                </a:lnTo>
                <a:lnTo>
                  <a:pt x="661381" y="77105"/>
                </a:lnTo>
                <a:lnTo>
                  <a:pt x="661307" y="78310"/>
                </a:lnTo>
                <a:lnTo>
                  <a:pt x="661250" y="79527"/>
                </a:lnTo>
                <a:lnTo>
                  <a:pt x="661210" y="80757"/>
                </a:lnTo>
                <a:lnTo>
                  <a:pt x="661185" y="82000"/>
                </a:lnTo>
                <a:lnTo>
                  <a:pt x="661177" y="83255"/>
                </a:lnTo>
                <a:lnTo>
                  <a:pt x="661186" y="84460"/>
                </a:lnTo>
                <a:lnTo>
                  <a:pt x="661211" y="85655"/>
                </a:lnTo>
                <a:lnTo>
                  <a:pt x="661253" y="86841"/>
                </a:lnTo>
                <a:lnTo>
                  <a:pt x="661311" y="88016"/>
                </a:lnTo>
                <a:lnTo>
                  <a:pt x="661387" y="89181"/>
                </a:lnTo>
                <a:lnTo>
                  <a:pt x="661479" y="90336"/>
                </a:lnTo>
                <a:lnTo>
                  <a:pt x="661588" y="91481"/>
                </a:lnTo>
                <a:lnTo>
                  <a:pt x="661714" y="92616"/>
                </a:lnTo>
                <a:lnTo>
                  <a:pt x="661857" y="93741"/>
                </a:lnTo>
                <a:lnTo>
                  <a:pt x="662016" y="94856"/>
                </a:lnTo>
                <a:lnTo>
                  <a:pt x="662193" y="95961"/>
                </a:lnTo>
                <a:lnTo>
                  <a:pt x="662386" y="97056"/>
                </a:lnTo>
                <a:lnTo>
                  <a:pt x="662595" y="98141"/>
                </a:lnTo>
                <a:lnTo>
                  <a:pt x="662822" y="99216"/>
                </a:lnTo>
                <a:lnTo>
                  <a:pt x="663065" y="100280"/>
                </a:lnTo>
                <a:lnTo>
                  <a:pt x="663325" y="101335"/>
                </a:lnTo>
                <a:lnTo>
                  <a:pt x="663602" y="102380"/>
                </a:lnTo>
                <a:lnTo>
                  <a:pt x="663896" y="103414"/>
                </a:lnTo>
                <a:lnTo>
                  <a:pt x="664207" y="104439"/>
                </a:lnTo>
                <a:lnTo>
                  <a:pt x="664534" y="105453"/>
                </a:lnTo>
                <a:lnTo>
                  <a:pt x="664878" y="106457"/>
                </a:lnTo>
                <a:lnTo>
                  <a:pt x="665239" y="107452"/>
                </a:lnTo>
                <a:lnTo>
                  <a:pt x="665616" y="108436"/>
                </a:lnTo>
                <a:lnTo>
                  <a:pt x="666011" y="109410"/>
                </a:lnTo>
                <a:lnTo>
                  <a:pt x="666423" y="110371"/>
                </a:lnTo>
                <a:lnTo>
                  <a:pt x="666852" y="111314"/>
                </a:lnTo>
                <a:lnTo>
                  <a:pt x="667300" y="112241"/>
                </a:lnTo>
                <a:lnTo>
                  <a:pt x="667766" y="113151"/>
                </a:lnTo>
                <a:lnTo>
                  <a:pt x="668249" y="114044"/>
                </a:lnTo>
                <a:lnTo>
                  <a:pt x="668751" y="114920"/>
                </a:lnTo>
                <a:lnTo>
                  <a:pt x="669271" y="115779"/>
                </a:lnTo>
                <a:lnTo>
                  <a:pt x="669808" y="116621"/>
                </a:lnTo>
                <a:lnTo>
                  <a:pt x="670364" y="117446"/>
                </a:lnTo>
                <a:lnTo>
                  <a:pt x="670938" y="118254"/>
                </a:lnTo>
                <a:lnTo>
                  <a:pt x="671529" y="119046"/>
                </a:lnTo>
                <a:lnTo>
                  <a:pt x="672139" y="119820"/>
                </a:lnTo>
                <a:lnTo>
                  <a:pt x="672766" y="120578"/>
                </a:lnTo>
                <a:lnTo>
                  <a:pt x="673412" y="121318"/>
                </a:lnTo>
                <a:lnTo>
                  <a:pt x="674076" y="122042"/>
                </a:lnTo>
                <a:lnTo>
                  <a:pt x="674757" y="122749"/>
                </a:lnTo>
                <a:lnTo>
                  <a:pt x="675457" y="123439"/>
                </a:lnTo>
                <a:lnTo>
                  <a:pt x="676174" y="124112"/>
                </a:lnTo>
                <a:lnTo>
                  <a:pt x="676909" y="124768"/>
                </a:lnTo>
                <a:lnTo>
                  <a:pt x="677663" y="125407"/>
                </a:lnTo>
                <a:lnTo>
                  <a:pt x="678434" y="126030"/>
                </a:lnTo>
                <a:lnTo>
                  <a:pt x="679224" y="126635"/>
                </a:lnTo>
                <a:lnTo>
                  <a:pt x="680031" y="127223"/>
                </a:lnTo>
                <a:lnTo>
                  <a:pt x="680856" y="127795"/>
                </a:lnTo>
                <a:lnTo>
                  <a:pt x="681701" y="128346"/>
                </a:lnTo>
                <a:lnTo>
                  <a:pt x="682565" y="128874"/>
                </a:lnTo>
                <a:lnTo>
                  <a:pt x="683448" y="129378"/>
                </a:lnTo>
                <a:lnTo>
                  <a:pt x="684351" y="129859"/>
                </a:lnTo>
                <a:lnTo>
                  <a:pt x="685274" y="130316"/>
                </a:lnTo>
                <a:lnTo>
                  <a:pt x="686217" y="130750"/>
                </a:lnTo>
                <a:lnTo>
                  <a:pt x="687179" y="131160"/>
                </a:lnTo>
                <a:lnTo>
                  <a:pt x="688162" y="131547"/>
                </a:lnTo>
                <a:lnTo>
                  <a:pt x="689163" y="131911"/>
                </a:lnTo>
                <a:lnTo>
                  <a:pt x="690185" y="132251"/>
                </a:lnTo>
                <a:lnTo>
                  <a:pt x="691226" y="132567"/>
                </a:lnTo>
                <a:lnTo>
                  <a:pt x="692287" y="132860"/>
                </a:lnTo>
                <a:lnTo>
                  <a:pt x="693367" y="133130"/>
                </a:lnTo>
                <a:lnTo>
                  <a:pt x="694467" y="133376"/>
                </a:lnTo>
                <a:lnTo>
                  <a:pt x="695587" y="133599"/>
                </a:lnTo>
                <a:lnTo>
                  <a:pt x="696727" y="133798"/>
                </a:lnTo>
                <a:lnTo>
                  <a:pt x="697886" y="133974"/>
                </a:lnTo>
                <a:lnTo>
                  <a:pt x="699065" y="134127"/>
                </a:lnTo>
                <a:lnTo>
                  <a:pt x="700264" y="134256"/>
                </a:lnTo>
                <a:lnTo>
                  <a:pt x="701482" y="134361"/>
                </a:lnTo>
                <a:lnTo>
                  <a:pt x="702721" y="134443"/>
                </a:lnTo>
                <a:lnTo>
                  <a:pt x="703978" y="134502"/>
                </a:lnTo>
                <a:lnTo>
                  <a:pt x="705256" y="134537"/>
                </a:lnTo>
                <a:lnTo>
                  <a:pt x="706553" y="134549"/>
                </a:lnTo>
                <a:lnTo>
                  <a:pt x="707558" y="134542"/>
                </a:lnTo>
                <a:lnTo>
                  <a:pt x="708553" y="134520"/>
                </a:lnTo>
                <a:lnTo>
                  <a:pt x="709535" y="134485"/>
                </a:lnTo>
                <a:lnTo>
                  <a:pt x="710507" y="134434"/>
                </a:lnTo>
                <a:close/>
                <a:moveTo>
                  <a:pt x="678271" y="69228"/>
                </a:moveTo>
                <a:lnTo>
                  <a:pt x="678452" y="68148"/>
                </a:lnTo>
                <a:lnTo>
                  <a:pt x="678652" y="67091"/>
                </a:lnTo>
                <a:lnTo>
                  <a:pt x="678873" y="66058"/>
                </a:lnTo>
                <a:lnTo>
                  <a:pt x="679114" y="65049"/>
                </a:lnTo>
                <a:lnTo>
                  <a:pt x="679375" y="64064"/>
                </a:lnTo>
                <a:lnTo>
                  <a:pt x="679655" y="63102"/>
                </a:lnTo>
                <a:lnTo>
                  <a:pt x="679956" y="62163"/>
                </a:lnTo>
                <a:lnTo>
                  <a:pt x="680277" y="61249"/>
                </a:lnTo>
                <a:lnTo>
                  <a:pt x="680618" y="60358"/>
                </a:lnTo>
                <a:lnTo>
                  <a:pt x="680979" y="59490"/>
                </a:lnTo>
                <a:lnTo>
                  <a:pt x="681360" y="58647"/>
                </a:lnTo>
                <a:lnTo>
                  <a:pt x="681761" y="57827"/>
                </a:lnTo>
                <a:lnTo>
                  <a:pt x="682182" y="57030"/>
                </a:lnTo>
                <a:lnTo>
                  <a:pt x="682623" y="56257"/>
                </a:lnTo>
                <a:lnTo>
                  <a:pt x="683084" y="55508"/>
                </a:lnTo>
                <a:lnTo>
                  <a:pt x="683565" y="54783"/>
                </a:lnTo>
                <a:lnTo>
                  <a:pt x="684066" y="54081"/>
                </a:lnTo>
                <a:lnTo>
                  <a:pt x="684587" y="53403"/>
                </a:lnTo>
                <a:lnTo>
                  <a:pt x="685129" y="52748"/>
                </a:lnTo>
                <a:lnTo>
                  <a:pt x="685690" y="52117"/>
                </a:lnTo>
                <a:lnTo>
                  <a:pt x="686270" y="51511"/>
                </a:lnTo>
                <a:lnTo>
                  <a:pt x="686869" y="50930"/>
                </a:lnTo>
                <a:lnTo>
                  <a:pt x="687485" y="50375"/>
                </a:lnTo>
                <a:lnTo>
                  <a:pt x="688119" y="49846"/>
                </a:lnTo>
                <a:lnTo>
                  <a:pt x="688771" y="49343"/>
                </a:lnTo>
                <a:lnTo>
                  <a:pt x="689441" y="48866"/>
                </a:lnTo>
                <a:lnTo>
                  <a:pt x="690130" y="48414"/>
                </a:lnTo>
                <a:lnTo>
                  <a:pt x="690836" y="47988"/>
                </a:lnTo>
                <a:lnTo>
                  <a:pt x="691560" y="47588"/>
                </a:lnTo>
                <a:lnTo>
                  <a:pt x="692302" y="47214"/>
                </a:lnTo>
                <a:lnTo>
                  <a:pt x="693062" y="46866"/>
                </a:lnTo>
                <a:lnTo>
                  <a:pt x="693840" y="46543"/>
                </a:lnTo>
                <a:lnTo>
                  <a:pt x="694636" y="46246"/>
                </a:lnTo>
                <a:lnTo>
                  <a:pt x="695450" y="45976"/>
                </a:lnTo>
                <a:lnTo>
                  <a:pt x="696283" y="45730"/>
                </a:lnTo>
                <a:lnTo>
                  <a:pt x="697133" y="45511"/>
                </a:lnTo>
                <a:lnTo>
                  <a:pt x="698001" y="45317"/>
                </a:lnTo>
                <a:lnTo>
                  <a:pt x="698887" y="45150"/>
                </a:lnTo>
                <a:lnTo>
                  <a:pt x="699791" y="45008"/>
                </a:lnTo>
                <a:lnTo>
                  <a:pt x="700712" y="44892"/>
                </a:lnTo>
                <a:lnTo>
                  <a:pt x="701652" y="44801"/>
                </a:lnTo>
                <a:lnTo>
                  <a:pt x="702610" y="44737"/>
                </a:lnTo>
                <a:lnTo>
                  <a:pt x="703586" y="44698"/>
                </a:lnTo>
                <a:lnTo>
                  <a:pt x="704580" y="44685"/>
                </a:lnTo>
                <a:lnTo>
                  <a:pt x="705566" y="44698"/>
                </a:lnTo>
                <a:lnTo>
                  <a:pt x="706533" y="44737"/>
                </a:lnTo>
                <a:lnTo>
                  <a:pt x="707482" y="44802"/>
                </a:lnTo>
                <a:lnTo>
                  <a:pt x="708413" y="44893"/>
                </a:lnTo>
                <a:lnTo>
                  <a:pt x="709326" y="45010"/>
                </a:lnTo>
                <a:lnTo>
                  <a:pt x="710221" y="45153"/>
                </a:lnTo>
                <a:lnTo>
                  <a:pt x="711098" y="45322"/>
                </a:lnTo>
                <a:lnTo>
                  <a:pt x="711956" y="45517"/>
                </a:lnTo>
                <a:lnTo>
                  <a:pt x="712797" y="45738"/>
                </a:lnTo>
                <a:lnTo>
                  <a:pt x="713619" y="45985"/>
                </a:lnTo>
                <a:lnTo>
                  <a:pt x="714423" y="46257"/>
                </a:lnTo>
                <a:lnTo>
                  <a:pt x="715209" y="46556"/>
                </a:lnTo>
                <a:lnTo>
                  <a:pt x="715977" y="46881"/>
                </a:lnTo>
                <a:lnTo>
                  <a:pt x="716726" y="47232"/>
                </a:lnTo>
                <a:lnTo>
                  <a:pt x="717458" y="47609"/>
                </a:lnTo>
                <a:lnTo>
                  <a:pt x="718171" y="48012"/>
                </a:lnTo>
                <a:lnTo>
                  <a:pt x="718866" y="48440"/>
                </a:lnTo>
                <a:lnTo>
                  <a:pt x="719543" y="48895"/>
                </a:lnTo>
                <a:lnTo>
                  <a:pt x="720202" y="49376"/>
                </a:lnTo>
                <a:lnTo>
                  <a:pt x="720842" y="49883"/>
                </a:lnTo>
                <a:lnTo>
                  <a:pt x="721465" y="50416"/>
                </a:lnTo>
                <a:lnTo>
                  <a:pt x="722069" y="50974"/>
                </a:lnTo>
                <a:lnTo>
                  <a:pt x="722656" y="51559"/>
                </a:lnTo>
                <a:lnTo>
                  <a:pt x="723224" y="52170"/>
                </a:lnTo>
                <a:lnTo>
                  <a:pt x="723771" y="52805"/>
                </a:lnTo>
                <a:lnTo>
                  <a:pt x="724297" y="53463"/>
                </a:lnTo>
                <a:lnTo>
                  <a:pt x="724800" y="54144"/>
                </a:lnTo>
                <a:lnTo>
                  <a:pt x="725281" y="54848"/>
                </a:lnTo>
                <a:lnTo>
                  <a:pt x="725740" y="55576"/>
                </a:lnTo>
                <a:lnTo>
                  <a:pt x="726177" y="56326"/>
                </a:lnTo>
                <a:lnTo>
                  <a:pt x="726591" y="57100"/>
                </a:lnTo>
                <a:lnTo>
                  <a:pt x="726983" y="57897"/>
                </a:lnTo>
                <a:lnTo>
                  <a:pt x="727353" y="58716"/>
                </a:lnTo>
                <a:lnTo>
                  <a:pt x="727700" y="59559"/>
                </a:lnTo>
                <a:lnTo>
                  <a:pt x="728025" y="60425"/>
                </a:lnTo>
                <a:lnTo>
                  <a:pt x="728328" y="61314"/>
                </a:lnTo>
                <a:lnTo>
                  <a:pt x="728609" y="62226"/>
                </a:lnTo>
                <a:lnTo>
                  <a:pt x="728867" y="63162"/>
                </a:lnTo>
                <a:lnTo>
                  <a:pt x="729104" y="64120"/>
                </a:lnTo>
                <a:lnTo>
                  <a:pt x="729318" y="65102"/>
                </a:lnTo>
                <a:lnTo>
                  <a:pt x="729509" y="66106"/>
                </a:lnTo>
                <a:lnTo>
                  <a:pt x="729679" y="67134"/>
                </a:lnTo>
                <a:lnTo>
                  <a:pt x="729826" y="68185"/>
                </a:lnTo>
                <a:lnTo>
                  <a:pt x="729950" y="69258"/>
                </a:lnTo>
                <a:lnTo>
                  <a:pt x="730053" y="70355"/>
                </a:lnTo>
                <a:lnTo>
                  <a:pt x="730133" y="71475"/>
                </a:lnTo>
                <a:lnTo>
                  <a:pt x="730191" y="72619"/>
                </a:lnTo>
                <a:lnTo>
                  <a:pt x="730227" y="73785"/>
                </a:lnTo>
                <a:lnTo>
                  <a:pt x="677749" y="73785"/>
                </a:lnTo>
                <a:lnTo>
                  <a:pt x="677850" y="72610"/>
                </a:lnTo>
                <a:lnTo>
                  <a:pt x="677970" y="71459"/>
                </a:lnTo>
                <a:lnTo>
                  <a:pt x="678111" y="70332"/>
                </a:lnTo>
                <a:lnTo>
                  <a:pt x="678271" y="6922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" name="Text description,it'sa">
            <a:extLst xmlns:a="http://schemas.openxmlformats.org/drawingml/2006/main">
              <a:ext uri="{FF2B5EF4-FFF2-40B4-BE49-F238E27FC236}">
                <a16:creationId xmlns:a16="http://schemas.microsoft.com/office/drawing/2014/main" id="{C9E79B15-B160-49D0-8EFA-D75B26FCB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294" y="6393177"/>
            <a:ext cx="1455106" cy="171639"/>
          </a:xfrm>
          <a:custGeom xmlns:a="http://schemas.openxmlformats.org/drawingml/2006/main">
            <a:pathLst>
              <a:path w="1455106" h="171639">
                <a:moveTo>
                  <a:pt x="506423" y="19061"/>
                </a:moveTo>
                <a:lnTo>
                  <a:pt x="506782" y="19019"/>
                </a:lnTo>
                <a:lnTo>
                  <a:pt x="507134" y="18967"/>
                </a:lnTo>
                <a:lnTo>
                  <a:pt x="507480" y="18906"/>
                </a:lnTo>
                <a:lnTo>
                  <a:pt x="507820" y="18835"/>
                </a:lnTo>
                <a:lnTo>
                  <a:pt x="508154" y="18755"/>
                </a:lnTo>
                <a:lnTo>
                  <a:pt x="508482" y="18666"/>
                </a:lnTo>
                <a:lnTo>
                  <a:pt x="508804" y="18567"/>
                </a:lnTo>
                <a:lnTo>
                  <a:pt x="509119" y="18459"/>
                </a:lnTo>
                <a:lnTo>
                  <a:pt x="509429" y="18341"/>
                </a:lnTo>
                <a:lnTo>
                  <a:pt x="509732" y="18214"/>
                </a:lnTo>
                <a:lnTo>
                  <a:pt x="510029" y="18077"/>
                </a:lnTo>
                <a:lnTo>
                  <a:pt x="510319" y="17931"/>
                </a:lnTo>
                <a:lnTo>
                  <a:pt x="510604" y="17776"/>
                </a:lnTo>
                <a:lnTo>
                  <a:pt x="510882" y="17611"/>
                </a:lnTo>
                <a:lnTo>
                  <a:pt x="511155" y="17437"/>
                </a:lnTo>
                <a:lnTo>
                  <a:pt x="511421" y="17253"/>
                </a:lnTo>
                <a:lnTo>
                  <a:pt x="511681" y="17060"/>
                </a:lnTo>
                <a:lnTo>
                  <a:pt x="511935" y="16857"/>
                </a:lnTo>
                <a:lnTo>
                  <a:pt x="512182" y="16645"/>
                </a:lnTo>
                <a:lnTo>
                  <a:pt x="512424" y="16424"/>
                </a:lnTo>
                <a:lnTo>
                  <a:pt x="512657" y="16195"/>
                </a:lnTo>
                <a:lnTo>
                  <a:pt x="512881" y="15962"/>
                </a:lnTo>
                <a:lnTo>
                  <a:pt x="513094" y="15724"/>
                </a:lnTo>
                <a:lnTo>
                  <a:pt x="513298" y="15480"/>
                </a:lnTo>
                <a:lnTo>
                  <a:pt x="513492" y="15232"/>
                </a:lnTo>
                <a:lnTo>
                  <a:pt x="513675" y="14978"/>
                </a:lnTo>
                <a:lnTo>
                  <a:pt x="513849" y="14720"/>
                </a:lnTo>
                <a:lnTo>
                  <a:pt x="514013" y="14457"/>
                </a:lnTo>
                <a:lnTo>
                  <a:pt x="514167" y="14188"/>
                </a:lnTo>
                <a:lnTo>
                  <a:pt x="514311" y="13915"/>
                </a:lnTo>
                <a:lnTo>
                  <a:pt x="514445" y="13637"/>
                </a:lnTo>
                <a:lnTo>
                  <a:pt x="514569" y="13354"/>
                </a:lnTo>
                <a:lnTo>
                  <a:pt x="514683" y="13066"/>
                </a:lnTo>
                <a:lnTo>
                  <a:pt x="514788" y="12773"/>
                </a:lnTo>
                <a:lnTo>
                  <a:pt x="514882" y="12474"/>
                </a:lnTo>
                <a:lnTo>
                  <a:pt x="514967" y="12171"/>
                </a:lnTo>
                <a:lnTo>
                  <a:pt x="515041" y="11863"/>
                </a:lnTo>
                <a:lnTo>
                  <a:pt x="515106" y="11550"/>
                </a:lnTo>
                <a:lnTo>
                  <a:pt x="515160" y="11233"/>
                </a:lnTo>
                <a:lnTo>
                  <a:pt x="515205" y="10910"/>
                </a:lnTo>
                <a:lnTo>
                  <a:pt x="515240" y="10582"/>
                </a:lnTo>
                <a:lnTo>
                  <a:pt x="515265" y="10249"/>
                </a:lnTo>
                <a:lnTo>
                  <a:pt x="515279" y="9911"/>
                </a:lnTo>
                <a:lnTo>
                  <a:pt x="515284" y="9568"/>
                </a:lnTo>
                <a:lnTo>
                  <a:pt x="515279" y="9226"/>
                </a:lnTo>
                <a:lnTo>
                  <a:pt x="515265" y="8888"/>
                </a:lnTo>
                <a:lnTo>
                  <a:pt x="515240" y="8555"/>
                </a:lnTo>
                <a:lnTo>
                  <a:pt x="515205" y="8227"/>
                </a:lnTo>
                <a:lnTo>
                  <a:pt x="515160" y="7904"/>
                </a:lnTo>
                <a:lnTo>
                  <a:pt x="515106" y="7586"/>
                </a:lnTo>
                <a:lnTo>
                  <a:pt x="515041" y="7273"/>
                </a:lnTo>
                <a:lnTo>
                  <a:pt x="514967" y="6965"/>
                </a:lnTo>
                <a:lnTo>
                  <a:pt x="514882" y="6662"/>
                </a:lnTo>
                <a:lnTo>
                  <a:pt x="514788" y="6364"/>
                </a:lnTo>
                <a:lnTo>
                  <a:pt x="514683" y="6071"/>
                </a:lnTo>
                <a:lnTo>
                  <a:pt x="514569" y="5783"/>
                </a:lnTo>
                <a:lnTo>
                  <a:pt x="514445" y="5500"/>
                </a:lnTo>
                <a:lnTo>
                  <a:pt x="514311" y="5222"/>
                </a:lnTo>
                <a:lnTo>
                  <a:pt x="514167" y="4948"/>
                </a:lnTo>
                <a:lnTo>
                  <a:pt x="514013" y="4680"/>
                </a:lnTo>
                <a:lnTo>
                  <a:pt x="513849" y="4417"/>
                </a:lnTo>
                <a:lnTo>
                  <a:pt x="513675" y="4158"/>
                </a:lnTo>
                <a:lnTo>
                  <a:pt x="513492" y="3905"/>
                </a:lnTo>
                <a:lnTo>
                  <a:pt x="513298" y="3657"/>
                </a:lnTo>
                <a:lnTo>
                  <a:pt x="513094" y="3413"/>
                </a:lnTo>
                <a:lnTo>
                  <a:pt x="512881" y="3175"/>
                </a:lnTo>
                <a:lnTo>
                  <a:pt x="512657" y="2941"/>
                </a:lnTo>
                <a:lnTo>
                  <a:pt x="512424" y="2713"/>
                </a:lnTo>
                <a:lnTo>
                  <a:pt x="512182" y="2491"/>
                </a:lnTo>
                <a:lnTo>
                  <a:pt x="511935" y="2279"/>
                </a:lnTo>
                <a:lnTo>
                  <a:pt x="511681" y="2077"/>
                </a:lnTo>
                <a:lnTo>
                  <a:pt x="511421" y="1884"/>
                </a:lnTo>
                <a:lnTo>
                  <a:pt x="511155" y="1700"/>
                </a:lnTo>
                <a:lnTo>
                  <a:pt x="510882" y="1526"/>
                </a:lnTo>
                <a:lnTo>
                  <a:pt x="510604" y="1361"/>
                </a:lnTo>
                <a:lnTo>
                  <a:pt x="510319" y="1206"/>
                </a:lnTo>
                <a:lnTo>
                  <a:pt x="510029" y="1060"/>
                </a:lnTo>
                <a:lnTo>
                  <a:pt x="509732" y="923"/>
                </a:lnTo>
                <a:lnTo>
                  <a:pt x="509429" y="796"/>
                </a:lnTo>
                <a:lnTo>
                  <a:pt x="509119" y="678"/>
                </a:lnTo>
                <a:lnTo>
                  <a:pt x="508804" y="570"/>
                </a:lnTo>
                <a:lnTo>
                  <a:pt x="508482" y="471"/>
                </a:lnTo>
                <a:lnTo>
                  <a:pt x="508154" y="381"/>
                </a:lnTo>
                <a:lnTo>
                  <a:pt x="507820" y="301"/>
                </a:lnTo>
                <a:lnTo>
                  <a:pt x="507480" y="231"/>
                </a:lnTo>
                <a:lnTo>
                  <a:pt x="507134" y="170"/>
                </a:lnTo>
                <a:lnTo>
                  <a:pt x="506782" y="118"/>
                </a:lnTo>
                <a:lnTo>
                  <a:pt x="506423" y="75"/>
                </a:lnTo>
                <a:lnTo>
                  <a:pt x="506058" y="42"/>
                </a:lnTo>
                <a:lnTo>
                  <a:pt x="505687" y="19"/>
                </a:lnTo>
                <a:lnTo>
                  <a:pt x="505310" y="5"/>
                </a:lnTo>
                <a:lnTo>
                  <a:pt x="504927" y="0"/>
                </a:lnTo>
                <a:lnTo>
                  <a:pt x="504544" y="5"/>
                </a:lnTo>
                <a:lnTo>
                  <a:pt x="504167" y="19"/>
                </a:lnTo>
                <a:lnTo>
                  <a:pt x="503796" y="42"/>
                </a:lnTo>
                <a:lnTo>
                  <a:pt x="503432" y="75"/>
                </a:lnTo>
                <a:lnTo>
                  <a:pt x="503074" y="118"/>
                </a:lnTo>
                <a:lnTo>
                  <a:pt x="502723" y="170"/>
                </a:lnTo>
                <a:lnTo>
                  <a:pt x="502378" y="231"/>
                </a:lnTo>
                <a:lnTo>
                  <a:pt x="502039" y="301"/>
                </a:lnTo>
                <a:lnTo>
                  <a:pt x="501706" y="381"/>
                </a:lnTo>
                <a:lnTo>
                  <a:pt x="501380" y="471"/>
                </a:lnTo>
                <a:lnTo>
                  <a:pt x="501060" y="570"/>
                </a:lnTo>
                <a:lnTo>
                  <a:pt x="500747" y="678"/>
                </a:lnTo>
                <a:lnTo>
                  <a:pt x="500440" y="796"/>
                </a:lnTo>
                <a:lnTo>
                  <a:pt x="500139" y="923"/>
                </a:lnTo>
                <a:lnTo>
                  <a:pt x="499844" y="1060"/>
                </a:lnTo>
                <a:lnTo>
                  <a:pt x="499556" y="1206"/>
                </a:lnTo>
                <a:lnTo>
                  <a:pt x="499275" y="1361"/>
                </a:lnTo>
                <a:lnTo>
                  <a:pt x="498999" y="1526"/>
                </a:lnTo>
                <a:lnTo>
                  <a:pt x="498730" y="1700"/>
                </a:lnTo>
                <a:lnTo>
                  <a:pt x="498467" y="1884"/>
                </a:lnTo>
                <a:lnTo>
                  <a:pt x="498211" y="2077"/>
                </a:lnTo>
                <a:lnTo>
                  <a:pt x="497961" y="2279"/>
                </a:lnTo>
                <a:lnTo>
                  <a:pt x="497717" y="2491"/>
                </a:lnTo>
                <a:lnTo>
                  <a:pt x="497479" y="2713"/>
                </a:lnTo>
                <a:lnTo>
                  <a:pt x="497250" y="2941"/>
                </a:lnTo>
                <a:lnTo>
                  <a:pt x="497030" y="3175"/>
                </a:lnTo>
                <a:lnTo>
                  <a:pt x="496820" y="3413"/>
                </a:lnTo>
                <a:lnTo>
                  <a:pt x="496620" y="3657"/>
                </a:lnTo>
                <a:lnTo>
                  <a:pt x="496430" y="3905"/>
                </a:lnTo>
                <a:lnTo>
                  <a:pt x="496249" y="4158"/>
                </a:lnTo>
                <a:lnTo>
                  <a:pt x="496079" y="4417"/>
                </a:lnTo>
                <a:lnTo>
                  <a:pt x="495918" y="4680"/>
                </a:lnTo>
                <a:lnTo>
                  <a:pt x="495766" y="4948"/>
                </a:lnTo>
                <a:lnTo>
                  <a:pt x="495625" y="5222"/>
                </a:lnTo>
                <a:lnTo>
                  <a:pt x="495493" y="5500"/>
                </a:lnTo>
                <a:lnTo>
                  <a:pt x="495371" y="5783"/>
                </a:lnTo>
                <a:lnTo>
                  <a:pt x="495259" y="6071"/>
                </a:lnTo>
                <a:lnTo>
                  <a:pt x="495156" y="6364"/>
                </a:lnTo>
                <a:lnTo>
                  <a:pt x="495063" y="6662"/>
                </a:lnTo>
                <a:lnTo>
                  <a:pt x="494980" y="6965"/>
                </a:lnTo>
                <a:lnTo>
                  <a:pt x="494907" y="7273"/>
                </a:lnTo>
                <a:lnTo>
                  <a:pt x="494844" y="7586"/>
                </a:lnTo>
                <a:lnTo>
                  <a:pt x="494790" y="7904"/>
                </a:lnTo>
                <a:lnTo>
                  <a:pt x="494746" y="8227"/>
                </a:lnTo>
                <a:lnTo>
                  <a:pt x="494712" y="8555"/>
                </a:lnTo>
                <a:lnTo>
                  <a:pt x="494688" y="8888"/>
                </a:lnTo>
                <a:lnTo>
                  <a:pt x="494673" y="9226"/>
                </a:lnTo>
                <a:lnTo>
                  <a:pt x="494668" y="9568"/>
                </a:lnTo>
                <a:lnTo>
                  <a:pt x="494673" y="9911"/>
                </a:lnTo>
                <a:lnTo>
                  <a:pt x="494688" y="10249"/>
                </a:lnTo>
                <a:lnTo>
                  <a:pt x="494712" y="10582"/>
                </a:lnTo>
                <a:lnTo>
                  <a:pt x="494746" y="10910"/>
                </a:lnTo>
                <a:lnTo>
                  <a:pt x="494790" y="11233"/>
                </a:lnTo>
                <a:lnTo>
                  <a:pt x="494844" y="11550"/>
                </a:lnTo>
                <a:lnTo>
                  <a:pt x="494907" y="11863"/>
                </a:lnTo>
                <a:lnTo>
                  <a:pt x="494980" y="12171"/>
                </a:lnTo>
                <a:lnTo>
                  <a:pt x="495063" y="12474"/>
                </a:lnTo>
                <a:lnTo>
                  <a:pt x="495156" y="12773"/>
                </a:lnTo>
                <a:lnTo>
                  <a:pt x="495259" y="13066"/>
                </a:lnTo>
                <a:lnTo>
                  <a:pt x="495371" y="13354"/>
                </a:lnTo>
                <a:lnTo>
                  <a:pt x="495493" y="13637"/>
                </a:lnTo>
                <a:lnTo>
                  <a:pt x="495625" y="13915"/>
                </a:lnTo>
                <a:lnTo>
                  <a:pt x="495766" y="14188"/>
                </a:lnTo>
                <a:lnTo>
                  <a:pt x="495918" y="14457"/>
                </a:lnTo>
                <a:lnTo>
                  <a:pt x="496079" y="14720"/>
                </a:lnTo>
                <a:lnTo>
                  <a:pt x="496249" y="14978"/>
                </a:lnTo>
                <a:lnTo>
                  <a:pt x="496430" y="15232"/>
                </a:lnTo>
                <a:lnTo>
                  <a:pt x="496620" y="15480"/>
                </a:lnTo>
                <a:lnTo>
                  <a:pt x="496820" y="15724"/>
                </a:lnTo>
                <a:lnTo>
                  <a:pt x="497030" y="15962"/>
                </a:lnTo>
                <a:lnTo>
                  <a:pt x="497250" y="16195"/>
                </a:lnTo>
                <a:lnTo>
                  <a:pt x="497479" y="16424"/>
                </a:lnTo>
                <a:lnTo>
                  <a:pt x="497717" y="16645"/>
                </a:lnTo>
                <a:lnTo>
                  <a:pt x="497961" y="16857"/>
                </a:lnTo>
                <a:lnTo>
                  <a:pt x="498211" y="17060"/>
                </a:lnTo>
                <a:lnTo>
                  <a:pt x="498467" y="17253"/>
                </a:lnTo>
                <a:lnTo>
                  <a:pt x="498730" y="17437"/>
                </a:lnTo>
                <a:lnTo>
                  <a:pt x="498999" y="17611"/>
                </a:lnTo>
                <a:lnTo>
                  <a:pt x="499275" y="17776"/>
                </a:lnTo>
                <a:lnTo>
                  <a:pt x="499556" y="17931"/>
                </a:lnTo>
                <a:lnTo>
                  <a:pt x="499844" y="18077"/>
                </a:lnTo>
                <a:lnTo>
                  <a:pt x="500139" y="18214"/>
                </a:lnTo>
                <a:lnTo>
                  <a:pt x="500440" y="18341"/>
                </a:lnTo>
                <a:lnTo>
                  <a:pt x="500747" y="18459"/>
                </a:lnTo>
                <a:lnTo>
                  <a:pt x="501060" y="18567"/>
                </a:lnTo>
                <a:lnTo>
                  <a:pt x="501380" y="18666"/>
                </a:lnTo>
                <a:lnTo>
                  <a:pt x="501706" y="18755"/>
                </a:lnTo>
                <a:lnTo>
                  <a:pt x="502039" y="18835"/>
                </a:lnTo>
                <a:lnTo>
                  <a:pt x="502378" y="18906"/>
                </a:lnTo>
                <a:lnTo>
                  <a:pt x="502723" y="18967"/>
                </a:lnTo>
                <a:lnTo>
                  <a:pt x="503074" y="19019"/>
                </a:lnTo>
                <a:lnTo>
                  <a:pt x="503432" y="19061"/>
                </a:lnTo>
                <a:lnTo>
                  <a:pt x="503796" y="19094"/>
                </a:lnTo>
                <a:lnTo>
                  <a:pt x="504167" y="19118"/>
                </a:lnTo>
                <a:lnTo>
                  <a:pt x="504544" y="19132"/>
                </a:lnTo>
                <a:lnTo>
                  <a:pt x="504927" y="19137"/>
                </a:lnTo>
                <a:lnTo>
                  <a:pt x="505310" y="19132"/>
                </a:lnTo>
                <a:lnTo>
                  <a:pt x="505687" y="19118"/>
                </a:lnTo>
                <a:lnTo>
                  <a:pt x="506058" y="19094"/>
                </a:lnTo>
                <a:lnTo>
                  <a:pt x="506423" y="19061"/>
                </a:lnTo>
                <a:close/>
                <a:moveTo>
                  <a:pt x="733292" y="19061"/>
                </a:moveTo>
                <a:lnTo>
                  <a:pt x="733651" y="19019"/>
                </a:lnTo>
                <a:lnTo>
                  <a:pt x="734003" y="18967"/>
                </a:lnTo>
                <a:lnTo>
                  <a:pt x="734349" y="18906"/>
                </a:lnTo>
                <a:lnTo>
                  <a:pt x="734690" y="18835"/>
                </a:lnTo>
                <a:lnTo>
                  <a:pt x="735024" y="18755"/>
                </a:lnTo>
                <a:lnTo>
                  <a:pt x="735351" y="18666"/>
                </a:lnTo>
                <a:lnTo>
                  <a:pt x="735673" y="18567"/>
                </a:lnTo>
                <a:lnTo>
                  <a:pt x="735988" y="18459"/>
                </a:lnTo>
                <a:lnTo>
                  <a:pt x="736298" y="18341"/>
                </a:lnTo>
                <a:lnTo>
                  <a:pt x="736601" y="18214"/>
                </a:lnTo>
                <a:lnTo>
                  <a:pt x="736898" y="18077"/>
                </a:lnTo>
                <a:lnTo>
                  <a:pt x="737189" y="17931"/>
                </a:lnTo>
                <a:lnTo>
                  <a:pt x="737473" y="17776"/>
                </a:lnTo>
                <a:lnTo>
                  <a:pt x="737752" y="17611"/>
                </a:lnTo>
                <a:lnTo>
                  <a:pt x="738024" y="17437"/>
                </a:lnTo>
                <a:lnTo>
                  <a:pt x="738290" y="17253"/>
                </a:lnTo>
                <a:lnTo>
                  <a:pt x="738550" y="17060"/>
                </a:lnTo>
                <a:lnTo>
                  <a:pt x="738804" y="16857"/>
                </a:lnTo>
                <a:lnTo>
                  <a:pt x="739051" y="16645"/>
                </a:lnTo>
                <a:lnTo>
                  <a:pt x="739293" y="16424"/>
                </a:lnTo>
                <a:lnTo>
                  <a:pt x="739526" y="16195"/>
                </a:lnTo>
                <a:lnTo>
                  <a:pt x="739750" y="15962"/>
                </a:lnTo>
                <a:lnTo>
                  <a:pt x="739963" y="15724"/>
                </a:lnTo>
                <a:lnTo>
                  <a:pt x="740167" y="15480"/>
                </a:lnTo>
                <a:lnTo>
                  <a:pt x="740361" y="15232"/>
                </a:lnTo>
                <a:lnTo>
                  <a:pt x="740544" y="14978"/>
                </a:lnTo>
                <a:lnTo>
                  <a:pt x="740718" y="14720"/>
                </a:lnTo>
                <a:lnTo>
                  <a:pt x="740882" y="14457"/>
                </a:lnTo>
                <a:lnTo>
                  <a:pt x="741036" y="14188"/>
                </a:lnTo>
                <a:lnTo>
                  <a:pt x="741180" y="13915"/>
                </a:lnTo>
                <a:lnTo>
                  <a:pt x="741314" y="13637"/>
                </a:lnTo>
                <a:lnTo>
                  <a:pt x="741438" y="13354"/>
                </a:lnTo>
                <a:lnTo>
                  <a:pt x="741553" y="13066"/>
                </a:lnTo>
                <a:lnTo>
                  <a:pt x="741657" y="12773"/>
                </a:lnTo>
                <a:lnTo>
                  <a:pt x="741751" y="12474"/>
                </a:lnTo>
                <a:lnTo>
                  <a:pt x="741836" y="12171"/>
                </a:lnTo>
                <a:lnTo>
                  <a:pt x="741910" y="11863"/>
                </a:lnTo>
                <a:lnTo>
                  <a:pt x="741975" y="11550"/>
                </a:lnTo>
                <a:lnTo>
                  <a:pt x="742029" y="11233"/>
                </a:lnTo>
                <a:lnTo>
                  <a:pt x="742074" y="10910"/>
                </a:lnTo>
                <a:lnTo>
                  <a:pt x="742109" y="10582"/>
                </a:lnTo>
                <a:lnTo>
                  <a:pt x="742134" y="10249"/>
                </a:lnTo>
                <a:lnTo>
                  <a:pt x="742149" y="9911"/>
                </a:lnTo>
                <a:lnTo>
                  <a:pt x="742154" y="9568"/>
                </a:lnTo>
                <a:lnTo>
                  <a:pt x="742149" y="9226"/>
                </a:lnTo>
                <a:lnTo>
                  <a:pt x="742134" y="8888"/>
                </a:lnTo>
                <a:lnTo>
                  <a:pt x="742109" y="8555"/>
                </a:lnTo>
                <a:lnTo>
                  <a:pt x="742074" y="8227"/>
                </a:lnTo>
                <a:lnTo>
                  <a:pt x="742029" y="7904"/>
                </a:lnTo>
                <a:lnTo>
                  <a:pt x="741975" y="7586"/>
                </a:lnTo>
                <a:lnTo>
                  <a:pt x="741910" y="7273"/>
                </a:lnTo>
                <a:lnTo>
                  <a:pt x="741836" y="6965"/>
                </a:lnTo>
                <a:lnTo>
                  <a:pt x="741751" y="6662"/>
                </a:lnTo>
                <a:lnTo>
                  <a:pt x="741657" y="6364"/>
                </a:lnTo>
                <a:lnTo>
                  <a:pt x="741553" y="6071"/>
                </a:lnTo>
                <a:lnTo>
                  <a:pt x="741438" y="5783"/>
                </a:lnTo>
                <a:lnTo>
                  <a:pt x="741314" y="5500"/>
                </a:lnTo>
                <a:lnTo>
                  <a:pt x="741180" y="5222"/>
                </a:lnTo>
                <a:lnTo>
                  <a:pt x="741036" y="4948"/>
                </a:lnTo>
                <a:lnTo>
                  <a:pt x="740882" y="4680"/>
                </a:lnTo>
                <a:lnTo>
                  <a:pt x="740718" y="4417"/>
                </a:lnTo>
                <a:lnTo>
                  <a:pt x="740544" y="4158"/>
                </a:lnTo>
                <a:lnTo>
                  <a:pt x="740361" y="3905"/>
                </a:lnTo>
                <a:lnTo>
                  <a:pt x="740167" y="3657"/>
                </a:lnTo>
                <a:lnTo>
                  <a:pt x="739963" y="3413"/>
                </a:lnTo>
                <a:lnTo>
                  <a:pt x="739750" y="3175"/>
                </a:lnTo>
                <a:lnTo>
                  <a:pt x="739526" y="2941"/>
                </a:lnTo>
                <a:lnTo>
                  <a:pt x="739293" y="2713"/>
                </a:lnTo>
                <a:lnTo>
                  <a:pt x="739051" y="2491"/>
                </a:lnTo>
                <a:lnTo>
                  <a:pt x="738804" y="2279"/>
                </a:lnTo>
                <a:lnTo>
                  <a:pt x="738550" y="2077"/>
                </a:lnTo>
                <a:lnTo>
                  <a:pt x="738290" y="1884"/>
                </a:lnTo>
                <a:lnTo>
                  <a:pt x="738024" y="1700"/>
                </a:lnTo>
                <a:lnTo>
                  <a:pt x="737752" y="1526"/>
                </a:lnTo>
                <a:lnTo>
                  <a:pt x="737473" y="1361"/>
                </a:lnTo>
                <a:lnTo>
                  <a:pt x="737189" y="1206"/>
                </a:lnTo>
                <a:lnTo>
                  <a:pt x="736898" y="1060"/>
                </a:lnTo>
                <a:lnTo>
                  <a:pt x="736601" y="923"/>
                </a:lnTo>
                <a:lnTo>
                  <a:pt x="736298" y="796"/>
                </a:lnTo>
                <a:lnTo>
                  <a:pt x="735988" y="678"/>
                </a:lnTo>
                <a:lnTo>
                  <a:pt x="735673" y="570"/>
                </a:lnTo>
                <a:lnTo>
                  <a:pt x="735351" y="471"/>
                </a:lnTo>
                <a:lnTo>
                  <a:pt x="735024" y="381"/>
                </a:lnTo>
                <a:lnTo>
                  <a:pt x="734690" y="301"/>
                </a:lnTo>
                <a:lnTo>
                  <a:pt x="734349" y="231"/>
                </a:lnTo>
                <a:lnTo>
                  <a:pt x="734003" y="170"/>
                </a:lnTo>
                <a:lnTo>
                  <a:pt x="733651" y="118"/>
                </a:lnTo>
                <a:lnTo>
                  <a:pt x="733292" y="75"/>
                </a:lnTo>
                <a:lnTo>
                  <a:pt x="732927" y="42"/>
                </a:lnTo>
                <a:lnTo>
                  <a:pt x="732556" y="19"/>
                </a:lnTo>
                <a:lnTo>
                  <a:pt x="732179" y="5"/>
                </a:lnTo>
                <a:lnTo>
                  <a:pt x="731796" y="0"/>
                </a:lnTo>
                <a:lnTo>
                  <a:pt x="731413" y="5"/>
                </a:lnTo>
                <a:lnTo>
                  <a:pt x="731036" y="19"/>
                </a:lnTo>
                <a:lnTo>
                  <a:pt x="730665" y="42"/>
                </a:lnTo>
                <a:lnTo>
                  <a:pt x="730301" y="75"/>
                </a:lnTo>
                <a:lnTo>
                  <a:pt x="729943" y="118"/>
                </a:lnTo>
                <a:lnTo>
                  <a:pt x="729592" y="170"/>
                </a:lnTo>
                <a:lnTo>
                  <a:pt x="729247" y="231"/>
                </a:lnTo>
                <a:lnTo>
                  <a:pt x="728908" y="301"/>
                </a:lnTo>
                <a:lnTo>
                  <a:pt x="728575" y="381"/>
                </a:lnTo>
                <a:lnTo>
                  <a:pt x="728249" y="471"/>
                </a:lnTo>
                <a:lnTo>
                  <a:pt x="727930" y="570"/>
                </a:lnTo>
                <a:lnTo>
                  <a:pt x="727616" y="678"/>
                </a:lnTo>
                <a:lnTo>
                  <a:pt x="727309" y="796"/>
                </a:lnTo>
                <a:lnTo>
                  <a:pt x="727008" y="923"/>
                </a:lnTo>
                <a:lnTo>
                  <a:pt x="726714" y="1060"/>
                </a:lnTo>
                <a:lnTo>
                  <a:pt x="726425" y="1206"/>
                </a:lnTo>
                <a:lnTo>
                  <a:pt x="726144" y="1361"/>
                </a:lnTo>
                <a:lnTo>
                  <a:pt x="725868" y="1526"/>
                </a:lnTo>
                <a:lnTo>
                  <a:pt x="725599" y="1700"/>
                </a:lnTo>
                <a:lnTo>
                  <a:pt x="725336" y="1884"/>
                </a:lnTo>
                <a:lnTo>
                  <a:pt x="725080" y="2077"/>
                </a:lnTo>
                <a:lnTo>
                  <a:pt x="724830" y="2279"/>
                </a:lnTo>
                <a:lnTo>
                  <a:pt x="724586" y="2491"/>
                </a:lnTo>
                <a:lnTo>
                  <a:pt x="724348" y="2713"/>
                </a:lnTo>
                <a:lnTo>
                  <a:pt x="724119" y="2941"/>
                </a:lnTo>
                <a:lnTo>
                  <a:pt x="723899" y="3175"/>
                </a:lnTo>
                <a:lnTo>
                  <a:pt x="723690" y="3413"/>
                </a:lnTo>
                <a:lnTo>
                  <a:pt x="723489" y="3657"/>
                </a:lnTo>
                <a:lnTo>
                  <a:pt x="723299" y="3905"/>
                </a:lnTo>
                <a:lnTo>
                  <a:pt x="723119" y="4158"/>
                </a:lnTo>
                <a:lnTo>
                  <a:pt x="722948" y="4417"/>
                </a:lnTo>
                <a:lnTo>
                  <a:pt x="722787" y="4680"/>
                </a:lnTo>
                <a:lnTo>
                  <a:pt x="722635" y="4948"/>
                </a:lnTo>
                <a:lnTo>
                  <a:pt x="722494" y="5222"/>
                </a:lnTo>
                <a:lnTo>
                  <a:pt x="722362" y="5500"/>
                </a:lnTo>
                <a:lnTo>
                  <a:pt x="722240" y="5783"/>
                </a:lnTo>
                <a:lnTo>
                  <a:pt x="722128" y="6071"/>
                </a:lnTo>
                <a:lnTo>
                  <a:pt x="722025" y="6364"/>
                </a:lnTo>
                <a:lnTo>
                  <a:pt x="721933" y="6662"/>
                </a:lnTo>
                <a:lnTo>
                  <a:pt x="721850" y="6965"/>
                </a:lnTo>
                <a:lnTo>
                  <a:pt x="721776" y="7273"/>
                </a:lnTo>
                <a:lnTo>
                  <a:pt x="721713" y="7586"/>
                </a:lnTo>
                <a:lnTo>
                  <a:pt x="721659" y="7904"/>
                </a:lnTo>
                <a:lnTo>
                  <a:pt x="721615" y="8227"/>
                </a:lnTo>
                <a:lnTo>
                  <a:pt x="721581" y="8555"/>
                </a:lnTo>
                <a:lnTo>
                  <a:pt x="721557" y="8888"/>
                </a:lnTo>
                <a:lnTo>
                  <a:pt x="721542" y="9226"/>
                </a:lnTo>
                <a:lnTo>
                  <a:pt x="721537" y="9568"/>
                </a:lnTo>
                <a:lnTo>
                  <a:pt x="721542" y="9911"/>
                </a:lnTo>
                <a:lnTo>
                  <a:pt x="721557" y="10249"/>
                </a:lnTo>
                <a:lnTo>
                  <a:pt x="721581" y="10582"/>
                </a:lnTo>
                <a:lnTo>
                  <a:pt x="721615" y="10910"/>
                </a:lnTo>
                <a:lnTo>
                  <a:pt x="721659" y="11233"/>
                </a:lnTo>
                <a:lnTo>
                  <a:pt x="721713" y="11550"/>
                </a:lnTo>
                <a:lnTo>
                  <a:pt x="721776" y="11863"/>
                </a:lnTo>
                <a:lnTo>
                  <a:pt x="721850" y="12171"/>
                </a:lnTo>
                <a:lnTo>
                  <a:pt x="721933" y="12474"/>
                </a:lnTo>
                <a:lnTo>
                  <a:pt x="722025" y="12773"/>
                </a:lnTo>
                <a:lnTo>
                  <a:pt x="722128" y="13066"/>
                </a:lnTo>
                <a:lnTo>
                  <a:pt x="722240" y="13354"/>
                </a:lnTo>
                <a:lnTo>
                  <a:pt x="722362" y="13637"/>
                </a:lnTo>
                <a:lnTo>
                  <a:pt x="722494" y="13915"/>
                </a:lnTo>
                <a:lnTo>
                  <a:pt x="722635" y="14188"/>
                </a:lnTo>
                <a:lnTo>
                  <a:pt x="722787" y="14457"/>
                </a:lnTo>
                <a:lnTo>
                  <a:pt x="722948" y="14720"/>
                </a:lnTo>
                <a:lnTo>
                  <a:pt x="723119" y="14978"/>
                </a:lnTo>
                <a:lnTo>
                  <a:pt x="723299" y="15232"/>
                </a:lnTo>
                <a:lnTo>
                  <a:pt x="723489" y="15480"/>
                </a:lnTo>
                <a:lnTo>
                  <a:pt x="723690" y="15724"/>
                </a:lnTo>
                <a:lnTo>
                  <a:pt x="723899" y="15962"/>
                </a:lnTo>
                <a:lnTo>
                  <a:pt x="724119" y="16195"/>
                </a:lnTo>
                <a:lnTo>
                  <a:pt x="724348" y="16424"/>
                </a:lnTo>
                <a:lnTo>
                  <a:pt x="724586" y="16645"/>
                </a:lnTo>
                <a:lnTo>
                  <a:pt x="724830" y="16857"/>
                </a:lnTo>
                <a:lnTo>
                  <a:pt x="725080" y="17060"/>
                </a:lnTo>
                <a:lnTo>
                  <a:pt x="725336" y="17253"/>
                </a:lnTo>
                <a:lnTo>
                  <a:pt x="725599" y="17437"/>
                </a:lnTo>
                <a:lnTo>
                  <a:pt x="725868" y="17611"/>
                </a:lnTo>
                <a:lnTo>
                  <a:pt x="726144" y="17776"/>
                </a:lnTo>
                <a:lnTo>
                  <a:pt x="726425" y="17931"/>
                </a:lnTo>
                <a:lnTo>
                  <a:pt x="726714" y="18077"/>
                </a:lnTo>
                <a:lnTo>
                  <a:pt x="727008" y="18214"/>
                </a:lnTo>
                <a:lnTo>
                  <a:pt x="727309" y="18341"/>
                </a:lnTo>
                <a:lnTo>
                  <a:pt x="727616" y="18459"/>
                </a:lnTo>
                <a:lnTo>
                  <a:pt x="727930" y="18567"/>
                </a:lnTo>
                <a:lnTo>
                  <a:pt x="728249" y="18666"/>
                </a:lnTo>
                <a:lnTo>
                  <a:pt x="728575" y="18755"/>
                </a:lnTo>
                <a:lnTo>
                  <a:pt x="728908" y="18835"/>
                </a:lnTo>
                <a:lnTo>
                  <a:pt x="729247" y="18906"/>
                </a:lnTo>
                <a:lnTo>
                  <a:pt x="729592" y="18967"/>
                </a:lnTo>
                <a:lnTo>
                  <a:pt x="729943" y="19019"/>
                </a:lnTo>
                <a:lnTo>
                  <a:pt x="730301" y="19061"/>
                </a:lnTo>
                <a:lnTo>
                  <a:pt x="730665" y="19094"/>
                </a:lnTo>
                <a:lnTo>
                  <a:pt x="731036" y="19118"/>
                </a:lnTo>
                <a:lnTo>
                  <a:pt x="731413" y="19132"/>
                </a:lnTo>
                <a:lnTo>
                  <a:pt x="731796" y="19137"/>
                </a:lnTo>
                <a:lnTo>
                  <a:pt x="732179" y="19132"/>
                </a:lnTo>
                <a:lnTo>
                  <a:pt x="732556" y="19118"/>
                </a:lnTo>
                <a:lnTo>
                  <a:pt x="732927" y="19094"/>
                </a:lnTo>
                <a:lnTo>
                  <a:pt x="733292" y="19061"/>
                </a:lnTo>
                <a:close/>
                <a:moveTo>
                  <a:pt x="41844" y="137978"/>
                </a:moveTo>
                <a:lnTo>
                  <a:pt x="42712" y="137909"/>
                </a:lnTo>
                <a:lnTo>
                  <a:pt x="43569" y="137826"/>
                </a:lnTo>
                <a:lnTo>
                  <a:pt x="44417" y="137727"/>
                </a:lnTo>
                <a:lnTo>
                  <a:pt x="45255" y="137612"/>
                </a:lnTo>
                <a:lnTo>
                  <a:pt x="46083" y="137483"/>
                </a:lnTo>
                <a:lnTo>
                  <a:pt x="46901" y="137338"/>
                </a:lnTo>
                <a:lnTo>
                  <a:pt x="47709" y="137178"/>
                </a:lnTo>
                <a:lnTo>
                  <a:pt x="48508" y="137003"/>
                </a:lnTo>
                <a:lnTo>
                  <a:pt x="49296" y="136812"/>
                </a:lnTo>
                <a:lnTo>
                  <a:pt x="50074" y="136606"/>
                </a:lnTo>
                <a:lnTo>
                  <a:pt x="50843" y="136385"/>
                </a:lnTo>
                <a:lnTo>
                  <a:pt x="51601" y="136149"/>
                </a:lnTo>
                <a:lnTo>
                  <a:pt x="52350" y="135898"/>
                </a:lnTo>
                <a:lnTo>
                  <a:pt x="53088" y="135631"/>
                </a:lnTo>
                <a:lnTo>
                  <a:pt x="53817" y="135349"/>
                </a:lnTo>
                <a:lnTo>
                  <a:pt x="54536" y="135052"/>
                </a:lnTo>
                <a:lnTo>
                  <a:pt x="55245" y="134739"/>
                </a:lnTo>
                <a:lnTo>
                  <a:pt x="55944" y="134412"/>
                </a:lnTo>
                <a:lnTo>
                  <a:pt x="56632" y="134069"/>
                </a:lnTo>
                <a:lnTo>
                  <a:pt x="57312" y="133710"/>
                </a:lnTo>
                <a:lnTo>
                  <a:pt x="57980" y="133340"/>
                </a:lnTo>
                <a:lnTo>
                  <a:pt x="58639" y="132961"/>
                </a:lnTo>
                <a:lnTo>
                  <a:pt x="59287" y="132572"/>
                </a:lnTo>
                <a:lnTo>
                  <a:pt x="59926" y="132175"/>
                </a:lnTo>
                <a:lnTo>
                  <a:pt x="60553" y="131768"/>
                </a:lnTo>
                <a:lnTo>
                  <a:pt x="61171" y="131352"/>
                </a:lnTo>
                <a:lnTo>
                  <a:pt x="61778" y="130927"/>
                </a:lnTo>
                <a:lnTo>
                  <a:pt x="62375" y="130494"/>
                </a:lnTo>
                <a:lnTo>
                  <a:pt x="62962" y="130051"/>
                </a:lnTo>
                <a:lnTo>
                  <a:pt x="63538" y="129599"/>
                </a:lnTo>
                <a:lnTo>
                  <a:pt x="64105" y="129137"/>
                </a:lnTo>
                <a:lnTo>
                  <a:pt x="64660" y="128667"/>
                </a:lnTo>
                <a:lnTo>
                  <a:pt x="65206" y="128188"/>
                </a:lnTo>
                <a:lnTo>
                  <a:pt x="65741" y="127700"/>
                </a:lnTo>
                <a:lnTo>
                  <a:pt x="66266" y="127202"/>
                </a:lnTo>
                <a:lnTo>
                  <a:pt x="66781" y="126696"/>
                </a:lnTo>
                <a:lnTo>
                  <a:pt x="67286" y="126180"/>
                </a:lnTo>
                <a:lnTo>
                  <a:pt x="67780" y="125656"/>
                </a:lnTo>
                <a:lnTo>
                  <a:pt x="68264" y="125122"/>
                </a:lnTo>
                <a:lnTo>
                  <a:pt x="68738" y="124579"/>
                </a:lnTo>
                <a:lnTo>
                  <a:pt x="69201" y="124027"/>
                </a:lnTo>
                <a:lnTo>
                  <a:pt x="69654" y="123466"/>
                </a:lnTo>
                <a:lnTo>
                  <a:pt x="70097" y="122896"/>
                </a:lnTo>
                <a:lnTo>
                  <a:pt x="70530" y="122317"/>
                </a:lnTo>
                <a:lnTo>
                  <a:pt x="71417" y="136324"/>
                </a:lnTo>
                <a:lnTo>
                  <a:pt x="87003" y="136324"/>
                </a:lnTo>
                <a:lnTo>
                  <a:pt x="87003" y="3551"/>
                </a:lnTo>
                <a:lnTo>
                  <a:pt x="70530" y="3551"/>
                </a:lnTo>
                <a:lnTo>
                  <a:pt x="70530" y="52281"/>
                </a:lnTo>
                <a:lnTo>
                  <a:pt x="70138" y="51645"/>
                </a:lnTo>
                <a:lnTo>
                  <a:pt x="69736" y="51021"/>
                </a:lnTo>
                <a:lnTo>
                  <a:pt x="69324" y="50407"/>
                </a:lnTo>
                <a:lnTo>
                  <a:pt x="68902" y="49805"/>
                </a:lnTo>
                <a:lnTo>
                  <a:pt x="68469" y="49214"/>
                </a:lnTo>
                <a:lnTo>
                  <a:pt x="68027" y="48634"/>
                </a:lnTo>
                <a:lnTo>
                  <a:pt x="67573" y="48065"/>
                </a:lnTo>
                <a:lnTo>
                  <a:pt x="67110" y="47508"/>
                </a:lnTo>
                <a:lnTo>
                  <a:pt x="66636" y="46961"/>
                </a:lnTo>
                <a:lnTo>
                  <a:pt x="66152" y="46426"/>
                </a:lnTo>
                <a:lnTo>
                  <a:pt x="65658" y="45901"/>
                </a:lnTo>
                <a:lnTo>
                  <a:pt x="65154" y="45388"/>
                </a:lnTo>
                <a:lnTo>
                  <a:pt x="64639" y="44886"/>
                </a:lnTo>
                <a:lnTo>
                  <a:pt x="64114" y="44395"/>
                </a:lnTo>
                <a:lnTo>
                  <a:pt x="63578" y="43915"/>
                </a:lnTo>
                <a:lnTo>
                  <a:pt x="63033" y="43447"/>
                </a:lnTo>
                <a:lnTo>
                  <a:pt x="62477" y="42989"/>
                </a:lnTo>
                <a:lnTo>
                  <a:pt x="61911" y="42543"/>
                </a:lnTo>
                <a:lnTo>
                  <a:pt x="61334" y="42108"/>
                </a:lnTo>
                <a:lnTo>
                  <a:pt x="60748" y="41683"/>
                </a:lnTo>
                <a:lnTo>
                  <a:pt x="60151" y="41270"/>
                </a:lnTo>
                <a:lnTo>
                  <a:pt x="59543" y="40869"/>
                </a:lnTo>
                <a:lnTo>
                  <a:pt x="58926" y="40478"/>
                </a:lnTo>
                <a:lnTo>
                  <a:pt x="58298" y="40098"/>
                </a:lnTo>
                <a:lnTo>
                  <a:pt x="57660" y="39732"/>
                </a:lnTo>
                <a:lnTo>
                  <a:pt x="57014" y="39381"/>
                </a:lnTo>
                <a:lnTo>
                  <a:pt x="56357" y="39046"/>
                </a:lnTo>
                <a:lnTo>
                  <a:pt x="55692" y="38727"/>
                </a:lnTo>
                <a:lnTo>
                  <a:pt x="55018" y="38423"/>
                </a:lnTo>
                <a:lnTo>
                  <a:pt x="54334" y="38135"/>
                </a:lnTo>
                <a:lnTo>
                  <a:pt x="53641" y="37862"/>
                </a:lnTo>
                <a:lnTo>
                  <a:pt x="52938" y="37605"/>
                </a:lnTo>
                <a:lnTo>
                  <a:pt x="52227" y="37363"/>
                </a:lnTo>
                <a:lnTo>
                  <a:pt x="51506" y="37137"/>
                </a:lnTo>
                <a:lnTo>
                  <a:pt x="50776" y="36927"/>
                </a:lnTo>
                <a:lnTo>
                  <a:pt x="50037" y="36732"/>
                </a:lnTo>
                <a:lnTo>
                  <a:pt x="49288" y="36553"/>
                </a:lnTo>
                <a:lnTo>
                  <a:pt x="48530" y="36389"/>
                </a:lnTo>
                <a:lnTo>
                  <a:pt x="47763" y="36241"/>
                </a:lnTo>
                <a:lnTo>
                  <a:pt x="46987" y="36109"/>
                </a:lnTo>
                <a:lnTo>
                  <a:pt x="46201" y="35992"/>
                </a:lnTo>
                <a:lnTo>
                  <a:pt x="45407" y="35891"/>
                </a:lnTo>
                <a:lnTo>
                  <a:pt x="44603" y="35805"/>
                </a:lnTo>
                <a:lnTo>
                  <a:pt x="43789" y="35735"/>
                </a:lnTo>
                <a:lnTo>
                  <a:pt x="42967" y="35680"/>
                </a:lnTo>
                <a:lnTo>
                  <a:pt x="42135" y="35641"/>
                </a:lnTo>
                <a:lnTo>
                  <a:pt x="41294" y="35618"/>
                </a:lnTo>
                <a:lnTo>
                  <a:pt x="40444" y="35610"/>
                </a:lnTo>
                <a:lnTo>
                  <a:pt x="39422" y="35620"/>
                </a:lnTo>
                <a:lnTo>
                  <a:pt x="38411" y="35650"/>
                </a:lnTo>
                <a:lnTo>
                  <a:pt x="37412" y="35700"/>
                </a:lnTo>
                <a:lnTo>
                  <a:pt x="36424" y="35770"/>
                </a:lnTo>
                <a:lnTo>
                  <a:pt x="35447" y="35859"/>
                </a:lnTo>
                <a:lnTo>
                  <a:pt x="34482" y="35969"/>
                </a:lnTo>
                <a:lnTo>
                  <a:pt x="33528" y="36098"/>
                </a:lnTo>
                <a:lnTo>
                  <a:pt x="32585" y="36248"/>
                </a:lnTo>
                <a:lnTo>
                  <a:pt x="31654" y="36417"/>
                </a:lnTo>
                <a:lnTo>
                  <a:pt x="30733" y="36607"/>
                </a:lnTo>
                <a:lnTo>
                  <a:pt x="29825" y="36816"/>
                </a:lnTo>
                <a:lnTo>
                  <a:pt x="28927" y="37045"/>
                </a:lnTo>
                <a:lnTo>
                  <a:pt x="28041" y="37294"/>
                </a:lnTo>
                <a:lnTo>
                  <a:pt x="27166" y="37563"/>
                </a:lnTo>
                <a:lnTo>
                  <a:pt x="26302" y="37852"/>
                </a:lnTo>
                <a:lnTo>
                  <a:pt x="25450" y="38161"/>
                </a:lnTo>
                <a:lnTo>
                  <a:pt x="24609" y="38490"/>
                </a:lnTo>
                <a:lnTo>
                  <a:pt x="23779" y="38839"/>
                </a:lnTo>
                <a:lnTo>
                  <a:pt x="22961" y="39207"/>
                </a:lnTo>
                <a:lnTo>
                  <a:pt x="22154" y="39596"/>
                </a:lnTo>
                <a:lnTo>
                  <a:pt x="21358" y="40005"/>
                </a:lnTo>
                <a:lnTo>
                  <a:pt x="20573" y="40433"/>
                </a:lnTo>
                <a:lnTo>
                  <a:pt x="19800" y="40882"/>
                </a:lnTo>
                <a:lnTo>
                  <a:pt x="19038" y="41350"/>
                </a:lnTo>
                <a:lnTo>
                  <a:pt x="18289" y="41838"/>
                </a:lnTo>
                <a:lnTo>
                  <a:pt x="17554" y="42345"/>
                </a:lnTo>
                <a:lnTo>
                  <a:pt x="16833" y="42871"/>
                </a:lnTo>
                <a:lnTo>
                  <a:pt x="16127" y="43417"/>
                </a:lnTo>
                <a:lnTo>
                  <a:pt x="15434" y="43982"/>
                </a:lnTo>
                <a:lnTo>
                  <a:pt x="14756" y="44566"/>
                </a:lnTo>
                <a:lnTo>
                  <a:pt x="14092" y="45169"/>
                </a:lnTo>
                <a:lnTo>
                  <a:pt x="13443" y="45792"/>
                </a:lnTo>
                <a:lnTo>
                  <a:pt x="12807" y="46433"/>
                </a:lnTo>
                <a:lnTo>
                  <a:pt x="12186" y="47094"/>
                </a:lnTo>
                <a:lnTo>
                  <a:pt x="11579" y="47774"/>
                </a:lnTo>
                <a:lnTo>
                  <a:pt x="10986" y="48474"/>
                </a:lnTo>
                <a:lnTo>
                  <a:pt x="10408" y="49192"/>
                </a:lnTo>
                <a:lnTo>
                  <a:pt x="9843" y="49930"/>
                </a:lnTo>
                <a:lnTo>
                  <a:pt x="9293" y="50687"/>
                </a:lnTo>
                <a:lnTo>
                  <a:pt x="8757" y="51463"/>
                </a:lnTo>
                <a:lnTo>
                  <a:pt x="8236" y="52259"/>
                </a:lnTo>
                <a:lnTo>
                  <a:pt x="7728" y="53074"/>
                </a:lnTo>
                <a:lnTo>
                  <a:pt x="7235" y="53908"/>
                </a:lnTo>
                <a:lnTo>
                  <a:pt x="6756" y="54761"/>
                </a:lnTo>
                <a:lnTo>
                  <a:pt x="6291" y="55633"/>
                </a:lnTo>
                <a:lnTo>
                  <a:pt x="5840" y="56525"/>
                </a:lnTo>
                <a:lnTo>
                  <a:pt x="5404" y="57436"/>
                </a:lnTo>
                <a:lnTo>
                  <a:pt x="4981" y="58366"/>
                </a:lnTo>
                <a:lnTo>
                  <a:pt x="4575" y="59315"/>
                </a:lnTo>
                <a:lnTo>
                  <a:pt x="4186" y="60283"/>
                </a:lnTo>
                <a:lnTo>
                  <a:pt x="3814" y="61271"/>
                </a:lnTo>
                <a:lnTo>
                  <a:pt x="3459" y="62279"/>
                </a:lnTo>
                <a:lnTo>
                  <a:pt x="3122" y="63305"/>
                </a:lnTo>
                <a:lnTo>
                  <a:pt x="2802" y="64352"/>
                </a:lnTo>
                <a:lnTo>
                  <a:pt x="2499" y="65417"/>
                </a:lnTo>
                <a:lnTo>
                  <a:pt x="2214" y="66502"/>
                </a:lnTo>
                <a:lnTo>
                  <a:pt x="1946" y="67606"/>
                </a:lnTo>
                <a:lnTo>
                  <a:pt x="1695" y="68730"/>
                </a:lnTo>
                <a:lnTo>
                  <a:pt x="1462" y="69873"/>
                </a:lnTo>
                <a:lnTo>
                  <a:pt x="1245" y="71036"/>
                </a:lnTo>
                <a:lnTo>
                  <a:pt x="1046" y="72218"/>
                </a:lnTo>
                <a:lnTo>
                  <a:pt x="865" y="73419"/>
                </a:lnTo>
                <a:lnTo>
                  <a:pt x="701" y="74640"/>
                </a:lnTo>
                <a:lnTo>
                  <a:pt x="553" y="75880"/>
                </a:lnTo>
                <a:lnTo>
                  <a:pt x="424" y="77140"/>
                </a:lnTo>
                <a:lnTo>
                  <a:pt x="311" y="78419"/>
                </a:lnTo>
                <a:lnTo>
                  <a:pt x="216" y="79717"/>
                </a:lnTo>
                <a:lnTo>
                  <a:pt x="138" y="81035"/>
                </a:lnTo>
                <a:lnTo>
                  <a:pt x="78" y="82372"/>
                </a:lnTo>
                <a:lnTo>
                  <a:pt x="35" y="83729"/>
                </a:lnTo>
                <a:lnTo>
                  <a:pt x="9" y="85105"/>
                </a:lnTo>
                <a:lnTo>
                  <a:pt x="0" y="86501"/>
                </a:lnTo>
                <a:lnTo>
                  <a:pt x="8" y="87905"/>
                </a:lnTo>
                <a:lnTo>
                  <a:pt x="33" y="89290"/>
                </a:lnTo>
                <a:lnTo>
                  <a:pt x="73" y="90657"/>
                </a:lnTo>
                <a:lnTo>
                  <a:pt x="130" y="92004"/>
                </a:lnTo>
                <a:lnTo>
                  <a:pt x="203" y="93333"/>
                </a:lnTo>
                <a:lnTo>
                  <a:pt x="293" y="94643"/>
                </a:lnTo>
                <a:lnTo>
                  <a:pt x="399" y="95934"/>
                </a:lnTo>
                <a:lnTo>
                  <a:pt x="521" y="97206"/>
                </a:lnTo>
                <a:lnTo>
                  <a:pt x="659" y="98459"/>
                </a:lnTo>
                <a:lnTo>
                  <a:pt x="813" y="99693"/>
                </a:lnTo>
                <a:lnTo>
                  <a:pt x="984" y="100909"/>
                </a:lnTo>
                <a:lnTo>
                  <a:pt x="1171" y="102105"/>
                </a:lnTo>
                <a:lnTo>
                  <a:pt x="1375" y="103283"/>
                </a:lnTo>
                <a:lnTo>
                  <a:pt x="1594" y="104442"/>
                </a:lnTo>
                <a:lnTo>
                  <a:pt x="1830" y="105582"/>
                </a:lnTo>
                <a:lnTo>
                  <a:pt x="2082" y="106703"/>
                </a:lnTo>
                <a:lnTo>
                  <a:pt x="2351" y="107805"/>
                </a:lnTo>
                <a:lnTo>
                  <a:pt x="2636" y="108889"/>
                </a:lnTo>
                <a:lnTo>
                  <a:pt x="2937" y="109953"/>
                </a:lnTo>
                <a:lnTo>
                  <a:pt x="3254" y="110999"/>
                </a:lnTo>
                <a:lnTo>
                  <a:pt x="3587" y="112026"/>
                </a:lnTo>
                <a:lnTo>
                  <a:pt x="3937" y="113034"/>
                </a:lnTo>
                <a:lnTo>
                  <a:pt x="4303" y="114023"/>
                </a:lnTo>
                <a:lnTo>
                  <a:pt x="4686" y="114993"/>
                </a:lnTo>
                <a:lnTo>
                  <a:pt x="5083" y="115944"/>
                </a:lnTo>
                <a:lnTo>
                  <a:pt x="5494" y="116875"/>
                </a:lnTo>
                <a:lnTo>
                  <a:pt x="5918" y="117785"/>
                </a:lnTo>
                <a:lnTo>
                  <a:pt x="6356" y="118676"/>
                </a:lnTo>
                <a:lnTo>
                  <a:pt x="6807" y="119548"/>
                </a:lnTo>
                <a:lnTo>
                  <a:pt x="7272" y="120399"/>
                </a:lnTo>
                <a:lnTo>
                  <a:pt x="7750" y="121230"/>
                </a:lnTo>
                <a:lnTo>
                  <a:pt x="8242" y="122041"/>
                </a:lnTo>
                <a:lnTo>
                  <a:pt x="8748" y="122832"/>
                </a:lnTo>
                <a:lnTo>
                  <a:pt x="9267" y="123604"/>
                </a:lnTo>
                <a:lnTo>
                  <a:pt x="9799" y="124355"/>
                </a:lnTo>
                <a:lnTo>
                  <a:pt x="10345" y="125087"/>
                </a:lnTo>
                <a:lnTo>
                  <a:pt x="10905" y="125798"/>
                </a:lnTo>
                <a:lnTo>
                  <a:pt x="11478" y="126490"/>
                </a:lnTo>
                <a:lnTo>
                  <a:pt x="12064" y="127162"/>
                </a:lnTo>
                <a:lnTo>
                  <a:pt x="12665" y="127814"/>
                </a:lnTo>
                <a:lnTo>
                  <a:pt x="13278" y="128446"/>
                </a:lnTo>
                <a:lnTo>
                  <a:pt x="13906" y="129058"/>
                </a:lnTo>
                <a:lnTo>
                  <a:pt x="14546" y="129650"/>
                </a:lnTo>
                <a:lnTo>
                  <a:pt x="15201" y="130222"/>
                </a:lnTo>
                <a:lnTo>
                  <a:pt x="15868" y="130774"/>
                </a:lnTo>
                <a:lnTo>
                  <a:pt x="16550" y="131306"/>
                </a:lnTo>
                <a:lnTo>
                  <a:pt x="17245" y="131819"/>
                </a:lnTo>
                <a:lnTo>
                  <a:pt x="17953" y="132311"/>
                </a:lnTo>
                <a:lnTo>
                  <a:pt x="18674" y="132783"/>
                </a:lnTo>
                <a:lnTo>
                  <a:pt x="19405" y="133236"/>
                </a:lnTo>
                <a:lnTo>
                  <a:pt x="20148" y="133668"/>
                </a:lnTo>
                <a:lnTo>
                  <a:pt x="20901" y="134080"/>
                </a:lnTo>
                <a:lnTo>
                  <a:pt x="21666" y="134472"/>
                </a:lnTo>
                <a:lnTo>
                  <a:pt x="22441" y="134844"/>
                </a:lnTo>
                <a:lnTo>
                  <a:pt x="23228" y="135195"/>
                </a:lnTo>
                <a:lnTo>
                  <a:pt x="24025" y="135527"/>
                </a:lnTo>
                <a:lnTo>
                  <a:pt x="24833" y="135839"/>
                </a:lnTo>
                <a:lnTo>
                  <a:pt x="25653" y="136130"/>
                </a:lnTo>
                <a:lnTo>
                  <a:pt x="26483" y="136401"/>
                </a:lnTo>
                <a:lnTo>
                  <a:pt x="27324" y="136653"/>
                </a:lnTo>
                <a:lnTo>
                  <a:pt x="28176" y="136884"/>
                </a:lnTo>
                <a:lnTo>
                  <a:pt x="29039" y="137095"/>
                </a:lnTo>
                <a:lnTo>
                  <a:pt x="29913" y="137286"/>
                </a:lnTo>
                <a:lnTo>
                  <a:pt x="30798" y="137457"/>
                </a:lnTo>
                <a:lnTo>
                  <a:pt x="31695" y="137608"/>
                </a:lnTo>
                <a:lnTo>
                  <a:pt x="32601" y="137738"/>
                </a:lnTo>
                <a:lnTo>
                  <a:pt x="33519" y="137849"/>
                </a:lnTo>
                <a:lnTo>
                  <a:pt x="34448" y="137939"/>
                </a:lnTo>
                <a:lnTo>
                  <a:pt x="35388" y="138010"/>
                </a:lnTo>
                <a:lnTo>
                  <a:pt x="36339" y="138060"/>
                </a:lnTo>
                <a:lnTo>
                  <a:pt x="37301" y="138090"/>
                </a:lnTo>
                <a:lnTo>
                  <a:pt x="38273" y="138100"/>
                </a:lnTo>
                <a:lnTo>
                  <a:pt x="39181" y="138092"/>
                </a:lnTo>
                <a:lnTo>
                  <a:pt x="40078" y="138070"/>
                </a:lnTo>
                <a:lnTo>
                  <a:pt x="40966" y="138031"/>
                </a:lnTo>
                <a:lnTo>
                  <a:pt x="41844" y="137978"/>
                </a:lnTo>
                <a:close/>
                <a:moveTo>
                  <a:pt x="37746" y="124315"/>
                </a:moveTo>
                <a:lnTo>
                  <a:pt x="36827" y="124163"/>
                </a:lnTo>
                <a:lnTo>
                  <a:pt x="35928" y="123976"/>
                </a:lnTo>
                <a:lnTo>
                  <a:pt x="35049" y="123756"/>
                </a:lnTo>
                <a:lnTo>
                  <a:pt x="34191" y="123502"/>
                </a:lnTo>
                <a:lnTo>
                  <a:pt x="33353" y="123214"/>
                </a:lnTo>
                <a:lnTo>
                  <a:pt x="32535" y="122893"/>
                </a:lnTo>
                <a:lnTo>
                  <a:pt x="31738" y="122537"/>
                </a:lnTo>
                <a:lnTo>
                  <a:pt x="30962" y="122148"/>
                </a:lnTo>
                <a:lnTo>
                  <a:pt x="30205" y="121724"/>
                </a:lnTo>
                <a:lnTo>
                  <a:pt x="29469" y="121267"/>
                </a:lnTo>
                <a:lnTo>
                  <a:pt x="28754" y="120776"/>
                </a:lnTo>
                <a:lnTo>
                  <a:pt x="28058" y="120251"/>
                </a:lnTo>
                <a:lnTo>
                  <a:pt x="27384" y="119692"/>
                </a:lnTo>
                <a:lnTo>
                  <a:pt x="26729" y="119100"/>
                </a:lnTo>
                <a:lnTo>
                  <a:pt x="26095" y="118473"/>
                </a:lnTo>
                <a:lnTo>
                  <a:pt x="25481" y="117813"/>
                </a:lnTo>
                <a:lnTo>
                  <a:pt x="24888" y="117119"/>
                </a:lnTo>
                <a:lnTo>
                  <a:pt x="24315" y="116390"/>
                </a:lnTo>
                <a:lnTo>
                  <a:pt x="23763" y="115628"/>
                </a:lnTo>
                <a:lnTo>
                  <a:pt x="23230" y="114833"/>
                </a:lnTo>
                <a:lnTo>
                  <a:pt x="22719" y="114005"/>
                </a:lnTo>
                <a:lnTo>
                  <a:pt x="22230" y="113146"/>
                </a:lnTo>
                <a:lnTo>
                  <a:pt x="21762" y="112256"/>
                </a:lnTo>
                <a:lnTo>
                  <a:pt x="21316" y="111336"/>
                </a:lnTo>
                <a:lnTo>
                  <a:pt x="20892" y="110386"/>
                </a:lnTo>
                <a:lnTo>
                  <a:pt x="20490" y="109404"/>
                </a:lnTo>
                <a:lnTo>
                  <a:pt x="20109" y="108392"/>
                </a:lnTo>
                <a:lnTo>
                  <a:pt x="19750" y="107349"/>
                </a:lnTo>
                <a:lnTo>
                  <a:pt x="19413" y="106276"/>
                </a:lnTo>
                <a:lnTo>
                  <a:pt x="19098" y="105172"/>
                </a:lnTo>
                <a:lnTo>
                  <a:pt x="18804" y="104037"/>
                </a:lnTo>
                <a:lnTo>
                  <a:pt x="18533" y="102872"/>
                </a:lnTo>
                <a:lnTo>
                  <a:pt x="18282" y="101676"/>
                </a:lnTo>
                <a:lnTo>
                  <a:pt x="18054" y="100450"/>
                </a:lnTo>
                <a:lnTo>
                  <a:pt x="17847" y="99192"/>
                </a:lnTo>
                <a:lnTo>
                  <a:pt x="17663" y="97904"/>
                </a:lnTo>
                <a:lnTo>
                  <a:pt x="17499" y="96586"/>
                </a:lnTo>
                <a:lnTo>
                  <a:pt x="17358" y="95237"/>
                </a:lnTo>
                <a:lnTo>
                  <a:pt x="17238" y="93857"/>
                </a:lnTo>
                <a:lnTo>
                  <a:pt x="17141" y="92446"/>
                </a:lnTo>
                <a:lnTo>
                  <a:pt x="17064" y="91005"/>
                </a:lnTo>
                <a:lnTo>
                  <a:pt x="17010" y="89533"/>
                </a:lnTo>
                <a:lnTo>
                  <a:pt x="16977" y="88031"/>
                </a:lnTo>
                <a:lnTo>
                  <a:pt x="16967" y="86497"/>
                </a:lnTo>
                <a:lnTo>
                  <a:pt x="16978" y="85015"/>
                </a:lnTo>
                <a:lnTo>
                  <a:pt x="17013" y="83560"/>
                </a:lnTo>
                <a:lnTo>
                  <a:pt x="17071" y="82134"/>
                </a:lnTo>
                <a:lnTo>
                  <a:pt x="17152" y="80737"/>
                </a:lnTo>
                <a:lnTo>
                  <a:pt x="17256" y="79368"/>
                </a:lnTo>
                <a:lnTo>
                  <a:pt x="17383" y="78028"/>
                </a:lnTo>
                <a:lnTo>
                  <a:pt x="17533" y="76716"/>
                </a:lnTo>
                <a:lnTo>
                  <a:pt x="17706" y="75433"/>
                </a:lnTo>
                <a:lnTo>
                  <a:pt x="17903" y="74178"/>
                </a:lnTo>
                <a:lnTo>
                  <a:pt x="18123" y="72952"/>
                </a:lnTo>
                <a:lnTo>
                  <a:pt x="18365" y="71754"/>
                </a:lnTo>
                <a:lnTo>
                  <a:pt x="18631" y="70585"/>
                </a:lnTo>
                <a:lnTo>
                  <a:pt x="18920" y="69444"/>
                </a:lnTo>
                <a:lnTo>
                  <a:pt x="19232" y="68332"/>
                </a:lnTo>
                <a:lnTo>
                  <a:pt x="19568" y="67249"/>
                </a:lnTo>
                <a:lnTo>
                  <a:pt x="19926" y="66193"/>
                </a:lnTo>
                <a:lnTo>
                  <a:pt x="20307" y="65167"/>
                </a:lnTo>
                <a:lnTo>
                  <a:pt x="20712" y="64169"/>
                </a:lnTo>
                <a:lnTo>
                  <a:pt x="21140" y="63199"/>
                </a:lnTo>
                <a:lnTo>
                  <a:pt x="21590" y="62258"/>
                </a:lnTo>
                <a:lnTo>
                  <a:pt x="22064" y="61345"/>
                </a:lnTo>
                <a:lnTo>
                  <a:pt x="22561" y="60461"/>
                </a:lnTo>
                <a:lnTo>
                  <a:pt x="23082" y="59606"/>
                </a:lnTo>
                <a:lnTo>
                  <a:pt x="23625" y="58779"/>
                </a:lnTo>
                <a:lnTo>
                  <a:pt x="24191" y="57983"/>
                </a:lnTo>
                <a:lnTo>
                  <a:pt x="24780" y="57221"/>
                </a:lnTo>
                <a:lnTo>
                  <a:pt x="25391" y="56493"/>
                </a:lnTo>
                <a:lnTo>
                  <a:pt x="26024" y="55799"/>
                </a:lnTo>
                <a:lnTo>
                  <a:pt x="26680" y="55138"/>
                </a:lnTo>
                <a:lnTo>
                  <a:pt x="27358" y="54512"/>
                </a:lnTo>
                <a:lnTo>
                  <a:pt x="28059" y="53919"/>
                </a:lnTo>
                <a:lnTo>
                  <a:pt x="28782" y="53360"/>
                </a:lnTo>
                <a:lnTo>
                  <a:pt x="29527" y="52835"/>
                </a:lnTo>
                <a:lnTo>
                  <a:pt x="30295" y="52344"/>
                </a:lnTo>
                <a:lnTo>
                  <a:pt x="31086" y="51887"/>
                </a:lnTo>
                <a:lnTo>
                  <a:pt x="31899" y="51464"/>
                </a:lnTo>
                <a:lnTo>
                  <a:pt x="32734" y="51074"/>
                </a:lnTo>
                <a:lnTo>
                  <a:pt x="33592" y="50719"/>
                </a:lnTo>
                <a:lnTo>
                  <a:pt x="34472" y="50397"/>
                </a:lnTo>
                <a:lnTo>
                  <a:pt x="35374" y="50109"/>
                </a:lnTo>
                <a:lnTo>
                  <a:pt x="36299" y="49855"/>
                </a:lnTo>
                <a:lnTo>
                  <a:pt x="37247" y="49635"/>
                </a:lnTo>
                <a:lnTo>
                  <a:pt x="38217" y="49449"/>
                </a:lnTo>
                <a:lnTo>
                  <a:pt x="39209" y="49296"/>
                </a:lnTo>
                <a:lnTo>
                  <a:pt x="40224" y="49178"/>
                </a:lnTo>
                <a:lnTo>
                  <a:pt x="41261" y="49093"/>
                </a:lnTo>
                <a:lnTo>
                  <a:pt x="42321" y="49042"/>
                </a:lnTo>
                <a:lnTo>
                  <a:pt x="43403" y="49026"/>
                </a:lnTo>
                <a:lnTo>
                  <a:pt x="44227" y="49035"/>
                </a:lnTo>
                <a:lnTo>
                  <a:pt x="45040" y="49064"/>
                </a:lnTo>
                <a:lnTo>
                  <a:pt x="45840" y="49111"/>
                </a:lnTo>
                <a:lnTo>
                  <a:pt x="46629" y="49178"/>
                </a:lnTo>
                <a:lnTo>
                  <a:pt x="47406" y="49264"/>
                </a:lnTo>
                <a:lnTo>
                  <a:pt x="48172" y="49369"/>
                </a:lnTo>
                <a:lnTo>
                  <a:pt x="48925" y="49493"/>
                </a:lnTo>
                <a:lnTo>
                  <a:pt x="49667" y="49636"/>
                </a:lnTo>
                <a:lnTo>
                  <a:pt x="50396" y="49798"/>
                </a:lnTo>
                <a:lnTo>
                  <a:pt x="51114" y="49979"/>
                </a:lnTo>
                <a:lnTo>
                  <a:pt x="51821" y="50179"/>
                </a:lnTo>
                <a:lnTo>
                  <a:pt x="52515" y="50399"/>
                </a:lnTo>
                <a:lnTo>
                  <a:pt x="53198" y="50637"/>
                </a:lnTo>
                <a:lnTo>
                  <a:pt x="53868" y="50895"/>
                </a:lnTo>
                <a:lnTo>
                  <a:pt x="54527" y="51171"/>
                </a:lnTo>
                <a:lnTo>
                  <a:pt x="55174" y="51467"/>
                </a:lnTo>
                <a:lnTo>
                  <a:pt x="55810" y="51782"/>
                </a:lnTo>
                <a:lnTo>
                  <a:pt x="56433" y="52115"/>
                </a:lnTo>
                <a:lnTo>
                  <a:pt x="57045" y="52468"/>
                </a:lnTo>
                <a:lnTo>
                  <a:pt x="57644" y="52840"/>
                </a:lnTo>
                <a:lnTo>
                  <a:pt x="58232" y="53231"/>
                </a:lnTo>
                <a:lnTo>
                  <a:pt x="58809" y="53641"/>
                </a:lnTo>
                <a:lnTo>
                  <a:pt x="59373" y="54070"/>
                </a:lnTo>
                <a:lnTo>
                  <a:pt x="59926" y="54519"/>
                </a:lnTo>
                <a:lnTo>
                  <a:pt x="60468" y="54982"/>
                </a:lnTo>
                <a:lnTo>
                  <a:pt x="61001" y="55455"/>
                </a:lnTo>
                <a:lnTo>
                  <a:pt x="61526" y="55938"/>
                </a:lnTo>
                <a:lnTo>
                  <a:pt x="62042" y="56431"/>
                </a:lnTo>
                <a:lnTo>
                  <a:pt x="62550" y="56934"/>
                </a:lnTo>
                <a:lnTo>
                  <a:pt x="63048" y="57448"/>
                </a:lnTo>
                <a:lnTo>
                  <a:pt x="63538" y="57972"/>
                </a:lnTo>
                <a:lnTo>
                  <a:pt x="64019" y="58506"/>
                </a:lnTo>
                <a:lnTo>
                  <a:pt x="64492" y="59050"/>
                </a:lnTo>
                <a:lnTo>
                  <a:pt x="64955" y="59604"/>
                </a:lnTo>
                <a:lnTo>
                  <a:pt x="65410" y="60169"/>
                </a:lnTo>
                <a:lnTo>
                  <a:pt x="65856" y="60743"/>
                </a:lnTo>
                <a:lnTo>
                  <a:pt x="66294" y="61328"/>
                </a:lnTo>
                <a:lnTo>
                  <a:pt x="66723" y="61923"/>
                </a:lnTo>
                <a:lnTo>
                  <a:pt x="67143" y="62528"/>
                </a:lnTo>
                <a:lnTo>
                  <a:pt x="67554" y="63143"/>
                </a:lnTo>
                <a:lnTo>
                  <a:pt x="67956" y="63768"/>
                </a:lnTo>
                <a:lnTo>
                  <a:pt x="68350" y="64404"/>
                </a:lnTo>
                <a:lnTo>
                  <a:pt x="68735" y="65050"/>
                </a:lnTo>
                <a:lnTo>
                  <a:pt x="69112" y="65705"/>
                </a:lnTo>
                <a:lnTo>
                  <a:pt x="69479" y="66371"/>
                </a:lnTo>
                <a:lnTo>
                  <a:pt x="69838" y="67048"/>
                </a:lnTo>
                <a:lnTo>
                  <a:pt x="70188" y="67734"/>
                </a:lnTo>
                <a:lnTo>
                  <a:pt x="70530" y="68430"/>
                </a:lnTo>
                <a:lnTo>
                  <a:pt x="70530" y="106929"/>
                </a:lnTo>
                <a:lnTo>
                  <a:pt x="70163" y="107532"/>
                </a:lnTo>
                <a:lnTo>
                  <a:pt x="69788" y="108129"/>
                </a:lnTo>
                <a:lnTo>
                  <a:pt x="69403" y="108718"/>
                </a:lnTo>
                <a:lnTo>
                  <a:pt x="69009" y="109300"/>
                </a:lnTo>
                <a:lnTo>
                  <a:pt x="68606" y="109874"/>
                </a:lnTo>
                <a:lnTo>
                  <a:pt x="68193" y="110441"/>
                </a:lnTo>
                <a:lnTo>
                  <a:pt x="67771" y="111001"/>
                </a:lnTo>
                <a:lnTo>
                  <a:pt x="67340" y="111553"/>
                </a:lnTo>
                <a:lnTo>
                  <a:pt x="66900" y="112099"/>
                </a:lnTo>
                <a:lnTo>
                  <a:pt x="66450" y="112637"/>
                </a:lnTo>
                <a:lnTo>
                  <a:pt x="65992" y="113167"/>
                </a:lnTo>
                <a:lnTo>
                  <a:pt x="65524" y="113691"/>
                </a:lnTo>
                <a:lnTo>
                  <a:pt x="65046" y="114207"/>
                </a:lnTo>
                <a:lnTo>
                  <a:pt x="64560" y="114715"/>
                </a:lnTo>
                <a:lnTo>
                  <a:pt x="64064" y="115217"/>
                </a:lnTo>
                <a:lnTo>
                  <a:pt x="63559" y="115711"/>
                </a:lnTo>
                <a:lnTo>
                  <a:pt x="63045" y="116198"/>
                </a:lnTo>
                <a:lnTo>
                  <a:pt x="62521" y="116677"/>
                </a:lnTo>
                <a:lnTo>
                  <a:pt x="61988" y="117149"/>
                </a:lnTo>
                <a:lnTo>
                  <a:pt x="61446" y="117614"/>
                </a:lnTo>
                <a:lnTo>
                  <a:pt x="60895" y="118072"/>
                </a:lnTo>
                <a:lnTo>
                  <a:pt x="60334" y="118522"/>
                </a:lnTo>
                <a:lnTo>
                  <a:pt x="59765" y="118965"/>
                </a:lnTo>
                <a:lnTo>
                  <a:pt x="59186" y="119401"/>
                </a:lnTo>
                <a:lnTo>
                  <a:pt x="58596" y="119824"/>
                </a:lnTo>
                <a:lnTo>
                  <a:pt x="57994" y="120229"/>
                </a:lnTo>
                <a:lnTo>
                  <a:pt x="57379" y="120616"/>
                </a:lnTo>
                <a:lnTo>
                  <a:pt x="56753" y="120985"/>
                </a:lnTo>
                <a:lnTo>
                  <a:pt x="56113" y="121336"/>
                </a:lnTo>
                <a:lnTo>
                  <a:pt x="55462" y="121669"/>
                </a:lnTo>
                <a:lnTo>
                  <a:pt x="54798" y="121984"/>
                </a:lnTo>
                <a:lnTo>
                  <a:pt x="54122" y="122282"/>
                </a:lnTo>
                <a:lnTo>
                  <a:pt x="53434" y="122561"/>
                </a:lnTo>
                <a:lnTo>
                  <a:pt x="52733" y="122822"/>
                </a:lnTo>
                <a:lnTo>
                  <a:pt x="52020" y="123065"/>
                </a:lnTo>
                <a:lnTo>
                  <a:pt x="51294" y="123290"/>
                </a:lnTo>
                <a:lnTo>
                  <a:pt x="50557" y="123497"/>
                </a:lnTo>
                <a:lnTo>
                  <a:pt x="49806" y="123686"/>
                </a:lnTo>
                <a:lnTo>
                  <a:pt x="49044" y="123857"/>
                </a:lnTo>
                <a:lnTo>
                  <a:pt x="48269" y="124010"/>
                </a:lnTo>
                <a:lnTo>
                  <a:pt x="47482" y="124145"/>
                </a:lnTo>
                <a:lnTo>
                  <a:pt x="46683" y="124262"/>
                </a:lnTo>
                <a:lnTo>
                  <a:pt x="45871" y="124361"/>
                </a:lnTo>
                <a:lnTo>
                  <a:pt x="45047" y="124442"/>
                </a:lnTo>
                <a:lnTo>
                  <a:pt x="44210" y="124505"/>
                </a:lnTo>
                <a:lnTo>
                  <a:pt x="43362" y="124550"/>
                </a:lnTo>
                <a:lnTo>
                  <a:pt x="42501" y="124577"/>
                </a:lnTo>
                <a:lnTo>
                  <a:pt x="41627" y="124586"/>
                </a:lnTo>
                <a:lnTo>
                  <a:pt x="40626" y="124569"/>
                </a:lnTo>
                <a:lnTo>
                  <a:pt x="39646" y="124518"/>
                </a:lnTo>
                <a:lnTo>
                  <a:pt x="38686" y="124434"/>
                </a:lnTo>
                <a:lnTo>
                  <a:pt x="37746" y="124315"/>
                </a:lnTo>
                <a:close/>
                <a:moveTo>
                  <a:pt x="692102" y="122973"/>
                </a:moveTo>
                <a:lnTo>
                  <a:pt x="691426" y="122930"/>
                </a:lnTo>
                <a:lnTo>
                  <a:pt x="690773" y="122869"/>
                </a:lnTo>
                <a:lnTo>
                  <a:pt x="690143" y="122791"/>
                </a:lnTo>
                <a:lnTo>
                  <a:pt x="689534" y="122696"/>
                </a:lnTo>
                <a:lnTo>
                  <a:pt x="688949" y="122583"/>
                </a:lnTo>
                <a:lnTo>
                  <a:pt x="688385" y="122453"/>
                </a:lnTo>
                <a:lnTo>
                  <a:pt x="687844" y="122306"/>
                </a:lnTo>
                <a:lnTo>
                  <a:pt x="687326" y="122142"/>
                </a:lnTo>
                <a:lnTo>
                  <a:pt x="686830" y="121960"/>
                </a:lnTo>
                <a:lnTo>
                  <a:pt x="686356" y="121761"/>
                </a:lnTo>
                <a:lnTo>
                  <a:pt x="685905" y="121544"/>
                </a:lnTo>
                <a:lnTo>
                  <a:pt x="685476" y="121310"/>
                </a:lnTo>
                <a:lnTo>
                  <a:pt x="685070" y="121059"/>
                </a:lnTo>
                <a:lnTo>
                  <a:pt x="684686" y="120791"/>
                </a:lnTo>
                <a:lnTo>
                  <a:pt x="684325" y="120505"/>
                </a:lnTo>
                <a:lnTo>
                  <a:pt x="683986" y="120202"/>
                </a:lnTo>
                <a:lnTo>
                  <a:pt x="683669" y="119882"/>
                </a:lnTo>
                <a:lnTo>
                  <a:pt x="683375" y="119544"/>
                </a:lnTo>
                <a:lnTo>
                  <a:pt x="683103" y="119189"/>
                </a:lnTo>
                <a:lnTo>
                  <a:pt x="682854" y="118817"/>
                </a:lnTo>
                <a:lnTo>
                  <a:pt x="682627" y="118427"/>
                </a:lnTo>
                <a:lnTo>
                  <a:pt x="682423" y="118020"/>
                </a:lnTo>
                <a:lnTo>
                  <a:pt x="682234" y="117597"/>
                </a:lnTo>
                <a:lnTo>
                  <a:pt x="682053" y="117158"/>
                </a:lnTo>
                <a:lnTo>
                  <a:pt x="681880" y="116705"/>
                </a:lnTo>
                <a:lnTo>
                  <a:pt x="681715" y="116236"/>
                </a:lnTo>
                <a:lnTo>
                  <a:pt x="681558" y="115752"/>
                </a:lnTo>
                <a:lnTo>
                  <a:pt x="681409" y="115253"/>
                </a:lnTo>
                <a:lnTo>
                  <a:pt x="681268" y="114739"/>
                </a:lnTo>
                <a:lnTo>
                  <a:pt x="681135" y="114209"/>
                </a:lnTo>
                <a:lnTo>
                  <a:pt x="681010" y="113665"/>
                </a:lnTo>
                <a:lnTo>
                  <a:pt x="680894" y="113105"/>
                </a:lnTo>
                <a:lnTo>
                  <a:pt x="680785" y="112530"/>
                </a:lnTo>
                <a:lnTo>
                  <a:pt x="680684" y="111940"/>
                </a:lnTo>
                <a:lnTo>
                  <a:pt x="680592" y="111334"/>
                </a:lnTo>
                <a:lnTo>
                  <a:pt x="680507" y="110714"/>
                </a:lnTo>
                <a:lnTo>
                  <a:pt x="680431" y="110078"/>
                </a:lnTo>
                <a:lnTo>
                  <a:pt x="680362" y="109427"/>
                </a:lnTo>
                <a:lnTo>
                  <a:pt x="680302" y="108761"/>
                </a:lnTo>
                <a:lnTo>
                  <a:pt x="680250" y="108080"/>
                </a:lnTo>
                <a:lnTo>
                  <a:pt x="680205" y="107383"/>
                </a:lnTo>
                <a:lnTo>
                  <a:pt x="680169" y="106672"/>
                </a:lnTo>
                <a:lnTo>
                  <a:pt x="680141" y="105945"/>
                </a:lnTo>
                <a:lnTo>
                  <a:pt x="680121" y="105203"/>
                </a:lnTo>
                <a:lnTo>
                  <a:pt x="680109" y="104446"/>
                </a:lnTo>
                <a:lnTo>
                  <a:pt x="680105" y="103674"/>
                </a:lnTo>
                <a:lnTo>
                  <a:pt x="680105" y="50604"/>
                </a:lnTo>
                <a:lnTo>
                  <a:pt x="703779" y="50604"/>
                </a:lnTo>
                <a:lnTo>
                  <a:pt x="703779" y="37287"/>
                </a:lnTo>
                <a:lnTo>
                  <a:pt x="680105" y="37287"/>
                </a:lnTo>
                <a:lnTo>
                  <a:pt x="680105" y="15290"/>
                </a:lnTo>
                <a:lnTo>
                  <a:pt x="663730" y="15290"/>
                </a:lnTo>
                <a:lnTo>
                  <a:pt x="663730" y="37287"/>
                </a:lnTo>
                <a:lnTo>
                  <a:pt x="647651" y="37287"/>
                </a:lnTo>
                <a:lnTo>
                  <a:pt x="647651" y="50604"/>
                </a:lnTo>
                <a:lnTo>
                  <a:pt x="663730" y="50604"/>
                </a:lnTo>
                <a:lnTo>
                  <a:pt x="663730" y="104142"/>
                </a:lnTo>
                <a:lnTo>
                  <a:pt x="663734" y="104980"/>
                </a:lnTo>
                <a:lnTo>
                  <a:pt x="663746" y="105808"/>
                </a:lnTo>
                <a:lnTo>
                  <a:pt x="663766" y="106625"/>
                </a:lnTo>
                <a:lnTo>
                  <a:pt x="663794" y="107433"/>
                </a:lnTo>
                <a:lnTo>
                  <a:pt x="663831" y="108230"/>
                </a:lnTo>
                <a:lnTo>
                  <a:pt x="663875" y="109017"/>
                </a:lnTo>
                <a:lnTo>
                  <a:pt x="663927" y="109794"/>
                </a:lnTo>
                <a:lnTo>
                  <a:pt x="663988" y="110562"/>
                </a:lnTo>
                <a:lnTo>
                  <a:pt x="664056" y="111318"/>
                </a:lnTo>
                <a:lnTo>
                  <a:pt x="664133" y="112065"/>
                </a:lnTo>
                <a:lnTo>
                  <a:pt x="664217" y="112802"/>
                </a:lnTo>
                <a:lnTo>
                  <a:pt x="664310" y="113529"/>
                </a:lnTo>
                <a:lnTo>
                  <a:pt x="664410" y="114245"/>
                </a:lnTo>
                <a:lnTo>
                  <a:pt x="664519" y="114952"/>
                </a:lnTo>
                <a:lnTo>
                  <a:pt x="664636" y="115648"/>
                </a:lnTo>
                <a:lnTo>
                  <a:pt x="664760" y="116334"/>
                </a:lnTo>
                <a:lnTo>
                  <a:pt x="664893" y="117010"/>
                </a:lnTo>
                <a:lnTo>
                  <a:pt x="665034" y="117676"/>
                </a:lnTo>
                <a:lnTo>
                  <a:pt x="665183" y="118332"/>
                </a:lnTo>
                <a:lnTo>
                  <a:pt x="665340" y="118978"/>
                </a:lnTo>
                <a:lnTo>
                  <a:pt x="665505" y="119614"/>
                </a:lnTo>
                <a:lnTo>
                  <a:pt x="665678" y="120239"/>
                </a:lnTo>
                <a:lnTo>
                  <a:pt x="665859" y="120855"/>
                </a:lnTo>
                <a:lnTo>
                  <a:pt x="666048" y="121460"/>
                </a:lnTo>
                <a:lnTo>
                  <a:pt x="666248" y="122054"/>
                </a:lnTo>
                <a:lnTo>
                  <a:pt x="666462" y="122637"/>
                </a:lnTo>
                <a:lnTo>
                  <a:pt x="666689" y="123208"/>
                </a:lnTo>
                <a:lnTo>
                  <a:pt x="666929" y="123767"/>
                </a:lnTo>
                <a:lnTo>
                  <a:pt x="667183" y="124314"/>
                </a:lnTo>
                <a:lnTo>
                  <a:pt x="667451" y="124850"/>
                </a:lnTo>
                <a:lnTo>
                  <a:pt x="667732" y="125374"/>
                </a:lnTo>
                <a:lnTo>
                  <a:pt x="668027" y="125886"/>
                </a:lnTo>
                <a:lnTo>
                  <a:pt x="668335" y="126387"/>
                </a:lnTo>
                <a:lnTo>
                  <a:pt x="668656" y="126876"/>
                </a:lnTo>
                <a:lnTo>
                  <a:pt x="668992" y="127353"/>
                </a:lnTo>
                <a:lnTo>
                  <a:pt x="669340" y="127819"/>
                </a:lnTo>
                <a:lnTo>
                  <a:pt x="669703" y="128273"/>
                </a:lnTo>
                <a:lnTo>
                  <a:pt x="670078" y="128715"/>
                </a:lnTo>
                <a:lnTo>
                  <a:pt x="670468" y="129145"/>
                </a:lnTo>
                <a:lnTo>
                  <a:pt x="670871" y="129564"/>
                </a:lnTo>
                <a:lnTo>
                  <a:pt x="671287" y="129971"/>
                </a:lnTo>
                <a:lnTo>
                  <a:pt x="671717" y="130366"/>
                </a:lnTo>
                <a:lnTo>
                  <a:pt x="672161" y="130750"/>
                </a:lnTo>
                <a:lnTo>
                  <a:pt x="672618" y="131122"/>
                </a:lnTo>
                <a:lnTo>
                  <a:pt x="673088" y="131482"/>
                </a:lnTo>
                <a:lnTo>
                  <a:pt x="673572" y="131831"/>
                </a:lnTo>
                <a:lnTo>
                  <a:pt x="674070" y="132168"/>
                </a:lnTo>
                <a:lnTo>
                  <a:pt x="674581" y="132493"/>
                </a:lnTo>
                <a:lnTo>
                  <a:pt x="675108" y="132805"/>
                </a:lnTo>
                <a:lnTo>
                  <a:pt x="675654" y="133105"/>
                </a:lnTo>
                <a:lnTo>
                  <a:pt x="676219" y="133391"/>
                </a:lnTo>
                <a:lnTo>
                  <a:pt x="676803" y="133664"/>
                </a:lnTo>
                <a:lnTo>
                  <a:pt x="677406" y="133923"/>
                </a:lnTo>
                <a:lnTo>
                  <a:pt x="678027" y="134169"/>
                </a:lnTo>
                <a:lnTo>
                  <a:pt x="678667" y="134402"/>
                </a:lnTo>
                <a:lnTo>
                  <a:pt x="679327" y="134621"/>
                </a:lnTo>
                <a:lnTo>
                  <a:pt x="680005" y="134828"/>
                </a:lnTo>
                <a:lnTo>
                  <a:pt x="680701" y="135021"/>
                </a:lnTo>
                <a:lnTo>
                  <a:pt x="681417" y="135200"/>
                </a:lnTo>
                <a:lnTo>
                  <a:pt x="682152" y="135367"/>
                </a:lnTo>
                <a:lnTo>
                  <a:pt x="682905" y="135520"/>
                </a:lnTo>
                <a:lnTo>
                  <a:pt x="683677" y="135659"/>
                </a:lnTo>
                <a:lnTo>
                  <a:pt x="684468" y="135786"/>
                </a:lnTo>
                <a:lnTo>
                  <a:pt x="685278" y="135899"/>
                </a:lnTo>
                <a:lnTo>
                  <a:pt x="686107" y="135998"/>
                </a:lnTo>
                <a:lnTo>
                  <a:pt x="686954" y="136085"/>
                </a:lnTo>
                <a:lnTo>
                  <a:pt x="687821" y="136158"/>
                </a:lnTo>
                <a:lnTo>
                  <a:pt x="688706" y="136218"/>
                </a:lnTo>
                <a:lnTo>
                  <a:pt x="689610" y="136265"/>
                </a:lnTo>
                <a:lnTo>
                  <a:pt x="690533" y="136298"/>
                </a:lnTo>
                <a:lnTo>
                  <a:pt x="691475" y="136318"/>
                </a:lnTo>
                <a:lnTo>
                  <a:pt x="692435" y="136324"/>
                </a:lnTo>
                <a:lnTo>
                  <a:pt x="703976" y="136324"/>
                </a:lnTo>
                <a:lnTo>
                  <a:pt x="703976" y="123008"/>
                </a:lnTo>
                <a:lnTo>
                  <a:pt x="693520" y="123008"/>
                </a:lnTo>
                <a:lnTo>
                  <a:pt x="692800" y="122999"/>
                </a:lnTo>
                <a:lnTo>
                  <a:pt x="692102" y="122973"/>
                </a:lnTo>
                <a:close/>
                <a:moveTo>
                  <a:pt x="444925" y="64903"/>
                </a:moveTo>
                <a:lnTo>
                  <a:pt x="445199" y="64539"/>
                </a:lnTo>
                <a:lnTo>
                  <a:pt x="445476" y="64179"/>
                </a:lnTo>
                <a:lnTo>
                  <a:pt x="445756" y="63823"/>
                </a:lnTo>
                <a:lnTo>
                  <a:pt x="446039" y="63471"/>
                </a:lnTo>
                <a:lnTo>
                  <a:pt x="446325" y="63122"/>
                </a:lnTo>
                <a:lnTo>
                  <a:pt x="446614" y="62777"/>
                </a:lnTo>
                <a:lnTo>
                  <a:pt x="446906" y="62436"/>
                </a:lnTo>
                <a:lnTo>
                  <a:pt x="447202" y="62098"/>
                </a:lnTo>
                <a:lnTo>
                  <a:pt x="447500" y="61764"/>
                </a:lnTo>
                <a:lnTo>
                  <a:pt x="447802" y="61434"/>
                </a:lnTo>
                <a:lnTo>
                  <a:pt x="448107" y="61108"/>
                </a:lnTo>
                <a:lnTo>
                  <a:pt x="448414" y="60785"/>
                </a:lnTo>
                <a:lnTo>
                  <a:pt x="448725" y="60467"/>
                </a:lnTo>
                <a:lnTo>
                  <a:pt x="449039" y="60152"/>
                </a:lnTo>
                <a:lnTo>
                  <a:pt x="449356" y="59840"/>
                </a:lnTo>
                <a:lnTo>
                  <a:pt x="449676" y="59533"/>
                </a:lnTo>
                <a:lnTo>
                  <a:pt x="449999" y="59229"/>
                </a:lnTo>
                <a:lnTo>
                  <a:pt x="450326" y="58929"/>
                </a:lnTo>
                <a:lnTo>
                  <a:pt x="450655" y="58633"/>
                </a:lnTo>
                <a:lnTo>
                  <a:pt x="450987" y="58340"/>
                </a:lnTo>
                <a:lnTo>
                  <a:pt x="451323" y="58051"/>
                </a:lnTo>
                <a:lnTo>
                  <a:pt x="451662" y="57767"/>
                </a:lnTo>
                <a:lnTo>
                  <a:pt x="452006" y="57488"/>
                </a:lnTo>
                <a:lnTo>
                  <a:pt x="452355" y="57214"/>
                </a:lnTo>
                <a:lnTo>
                  <a:pt x="452709" y="56945"/>
                </a:lnTo>
                <a:lnTo>
                  <a:pt x="453068" y="56681"/>
                </a:lnTo>
                <a:lnTo>
                  <a:pt x="453431" y="56423"/>
                </a:lnTo>
                <a:lnTo>
                  <a:pt x="453799" y="56170"/>
                </a:lnTo>
                <a:lnTo>
                  <a:pt x="454172" y="55922"/>
                </a:lnTo>
                <a:lnTo>
                  <a:pt x="454550" y="55679"/>
                </a:lnTo>
                <a:lnTo>
                  <a:pt x="454933" y="55441"/>
                </a:lnTo>
                <a:lnTo>
                  <a:pt x="455320" y="55208"/>
                </a:lnTo>
                <a:lnTo>
                  <a:pt x="455712" y="54981"/>
                </a:lnTo>
                <a:lnTo>
                  <a:pt x="456109" y="54759"/>
                </a:lnTo>
                <a:lnTo>
                  <a:pt x="456511" y="54542"/>
                </a:lnTo>
                <a:lnTo>
                  <a:pt x="456918" y="54330"/>
                </a:lnTo>
                <a:lnTo>
                  <a:pt x="457329" y="54123"/>
                </a:lnTo>
                <a:lnTo>
                  <a:pt x="457745" y="53922"/>
                </a:lnTo>
                <a:lnTo>
                  <a:pt x="458166" y="53726"/>
                </a:lnTo>
                <a:lnTo>
                  <a:pt x="458592" y="53535"/>
                </a:lnTo>
                <a:lnTo>
                  <a:pt x="459022" y="53349"/>
                </a:lnTo>
                <a:lnTo>
                  <a:pt x="459458" y="53168"/>
                </a:lnTo>
                <a:lnTo>
                  <a:pt x="459898" y="52992"/>
                </a:lnTo>
                <a:lnTo>
                  <a:pt x="460343" y="52822"/>
                </a:lnTo>
                <a:lnTo>
                  <a:pt x="460793" y="52657"/>
                </a:lnTo>
                <a:lnTo>
                  <a:pt x="461248" y="52497"/>
                </a:lnTo>
                <a:lnTo>
                  <a:pt x="461709" y="52345"/>
                </a:lnTo>
                <a:lnTo>
                  <a:pt x="462177" y="52199"/>
                </a:lnTo>
                <a:lnTo>
                  <a:pt x="462650" y="52060"/>
                </a:lnTo>
                <a:lnTo>
                  <a:pt x="463130" y="51927"/>
                </a:lnTo>
                <a:lnTo>
                  <a:pt x="463616" y="51802"/>
                </a:lnTo>
                <a:lnTo>
                  <a:pt x="464108" y="51683"/>
                </a:lnTo>
                <a:lnTo>
                  <a:pt x="464607" y="51571"/>
                </a:lnTo>
                <a:lnTo>
                  <a:pt x="465111" y="51466"/>
                </a:lnTo>
                <a:lnTo>
                  <a:pt x="465622" y="51367"/>
                </a:lnTo>
                <a:lnTo>
                  <a:pt x="466139" y="51276"/>
                </a:lnTo>
                <a:lnTo>
                  <a:pt x="466662" y="51191"/>
                </a:lnTo>
                <a:lnTo>
                  <a:pt x="467191" y="51113"/>
                </a:lnTo>
                <a:lnTo>
                  <a:pt x="467726" y="51042"/>
                </a:lnTo>
                <a:lnTo>
                  <a:pt x="468268" y="50977"/>
                </a:lnTo>
                <a:lnTo>
                  <a:pt x="468815" y="50920"/>
                </a:lnTo>
                <a:lnTo>
                  <a:pt x="469369" y="50869"/>
                </a:lnTo>
                <a:lnTo>
                  <a:pt x="469929" y="50825"/>
                </a:lnTo>
                <a:lnTo>
                  <a:pt x="470495" y="50787"/>
                </a:lnTo>
                <a:lnTo>
                  <a:pt x="471068" y="50757"/>
                </a:lnTo>
                <a:lnTo>
                  <a:pt x="471646" y="50733"/>
                </a:lnTo>
                <a:lnTo>
                  <a:pt x="472231" y="50716"/>
                </a:lnTo>
                <a:lnTo>
                  <a:pt x="472822" y="50706"/>
                </a:lnTo>
                <a:lnTo>
                  <a:pt x="473419" y="50702"/>
                </a:lnTo>
                <a:lnTo>
                  <a:pt x="475688" y="50702"/>
                </a:lnTo>
                <a:lnTo>
                  <a:pt x="475688" y="35610"/>
                </a:lnTo>
                <a:lnTo>
                  <a:pt x="473715" y="35610"/>
                </a:lnTo>
                <a:lnTo>
                  <a:pt x="472761" y="35619"/>
                </a:lnTo>
                <a:lnTo>
                  <a:pt x="471821" y="35645"/>
                </a:lnTo>
                <a:lnTo>
                  <a:pt x="470897" y="35689"/>
                </a:lnTo>
                <a:lnTo>
                  <a:pt x="469988" y="35750"/>
                </a:lnTo>
                <a:lnTo>
                  <a:pt x="469094" y="35828"/>
                </a:lnTo>
                <a:lnTo>
                  <a:pt x="468215" y="35924"/>
                </a:lnTo>
                <a:lnTo>
                  <a:pt x="467352" y="36038"/>
                </a:lnTo>
                <a:lnTo>
                  <a:pt x="466503" y="36169"/>
                </a:lnTo>
                <a:lnTo>
                  <a:pt x="465669" y="36318"/>
                </a:lnTo>
                <a:lnTo>
                  <a:pt x="464851" y="36483"/>
                </a:lnTo>
                <a:lnTo>
                  <a:pt x="464047" y="36667"/>
                </a:lnTo>
                <a:lnTo>
                  <a:pt x="463259" y="36868"/>
                </a:lnTo>
                <a:lnTo>
                  <a:pt x="462485" y="37086"/>
                </a:lnTo>
                <a:lnTo>
                  <a:pt x="461727" y="37322"/>
                </a:lnTo>
                <a:lnTo>
                  <a:pt x="460984" y="37575"/>
                </a:lnTo>
                <a:lnTo>
                  <a:pt x="460255" y="37846"/>
                </a:lnTo>
                <a:lnTo>
                  <a:pt x="459542" y="38134"/>
                </a:lnTo>
                <a:lnTo>
                  <a:pt x="458844" y="38440"/>
                </a:lnTo>
                <a:lnTo>
                  <a:pt x="458161" y="38763"/>
                </a:lnTo>
                <a:lnTo>
                  <a:pt x="457493" y="39104"/>
                </a:lnTo>
                <a:lnTo>
                  <a:pt x="456841" y="39462"/>
                </a:lnTo>
                <a:lnTo>
                  <a:pt x="456203" y="39837"/>
                </a:lnTo>
                <a:lnTo>
                  <a:pt x="455580" y="40230"/>
                </a:lnTo>
                <a:lnTo>
                  <a:pt x="454973" y="40641"/>
                </a:lnTo>
                <a:lnTo>
                  <a:pt x="454378" y="41064"/>
                </a:lnTo>
                <a:lnTo>
                  <a:pt x="453794" y="41496"/>
                </a:lnTo>
                <a:lnTo>
                  <a:pt x="453222" y="41937"/>
                </a:lnTo>
                <a:lnTo>
                  <a:pt x="452660" y="42386"/>
                </a:lnTo>
                <a:lnTo>
                  <a:pt x="452109" y="42844"/>
                </a:lnTo>
                <a:lnTo>
                  <a:pt x="451569" y="43310"/>
                </a:lnTo>
                <a:lnTo>
                  <a:pt x="451041" y="43785"/>
                </a:lnTo>
                <a:lnTo>
                  <a:pt x="450523" y="44269"/>
                </a:lnTo>
                <a:lnTo>
                  <a:pt x="450016" y="44761"/>
                </a:lnTo>
                <a:lnTo>
                  <a:pt x="449520" y="45261"/>
                </a:lnTo>
                <a:lnTo>
                  <a:pt x="449035" y="45770"/>
                </a:lnTo>
                <a:lnTo>
                  <a:pt x="448561" y="46288"/>
                </a:lnTo>
                <a:lnTo>
                  <a:pt x="448098" y="46814"/>
                </a:lnTo>
                <a:lnTo>
                  <a:pt x="447646" y="47349"/>
                </a:lnTo>
                <a:lnTo>
                  <a:pt x="447204" y="47893"/>
                </a:lnTo>
                <a:lnTo>
                  <a:pt x="446774" y="48445"/>
                </a:lnTo>
                <a:lnTo>
                  <a:pt x="446355" y="49005"/>
                </a:lnTo>
                <a:lnTo>
                  <a:pt x="445947" y="49574"/>
                </a:lnTo>
                <a:lnTo>
                  <a:pt x="445549" y="50152"/>
                </a:lnTo>
                <a:lnTo>
                  <a:pt x="445163" y="50738"/>
                </a:lnTo>
                <a:lnTo>
                  <a:pt x="444788" y="51333"/>
                </a:lnTo>
                <a:lnTo>
                  <a:pt x="444423" y="51936"/>
                </a:lnTo>
                <a:lnTo>
                  <a:pt x="444070" y="52548"/>
                </a:lnTo>
                <a:lnTo>
                  <a:pt x="443727" y="53169"/>
                </a:lnTo>
                <a:lnTo>
                  <a:pt x="443135" y="37287"/>
                </a:lnTo>
                <a:lnTo>
                  <a:pt x="427649" y="37287"/>
                </a:lnTo>
                <a:lnTo>
                  <a:pt x="427649" y="136324"/>
                </a:lnTo>
                <a:lnTo>
                  <a:pt x="444122" y="136324"/>
                </a:lnTo>
                <a:lnTo>
                  <a:pt x="444122" y="66017"/>
                </a:lnTo>
                <a:lnTo>
                  <a:pt x="444386" y="65642"/>
                </a:lnTo>
                <a:lnTo>
                  <a:pt x="444654" y="65271"/>
                </a:lnTo>
                <a:lnTo>
                  <a:pt x="444925" y="64903"/>
                </a:lnTo>
                <a:close/>
                <a:moveTo>
                  <a:pt x="496740" y="136324"/>
                </a:moveTo>
                <a:lnTo>
                  <a:pt x="513213" y="136324"/>
                </a:lnTo>
                <a:lnTo>
                  <a:pt x="513213" y="37287"/>
                </a:lnTo>
                <a:lnTo>
                  <a:pt x="496740" y="37287"/>
                </a:lnTo>
                <a:lnTo>
                  <a:pt x="496740" y="136324"/>
                </a:lnTo>
                <a:close/>
                <a:moveTo>
                  <a:pt x="723609" y="136324"/>
                </a:moveTo>
                <a:lnTo>
                  <a:pt x="740082" y="136324"/>
                </a:lnTo>
                <a:lnTo>
                  <a:pt x="740082" y="37287"/>
                </a:lnTo>
                <a:lnTo>
                  <a:pt x="723609" y="37287"/>
                </a:lnTo>
                <a:lnTo>
                  <a:pt x="723609" y="136324"/>
                </a:lnTo>
                <a:close/>
                <a:moveTo>
                  <a:pt x="162663" y="137986"/>
                </a:moveTo>
                <a:lnTo>
                  <a:pt x="163623" y="137921"/>
                </a:lnTo>
                <a:lnTo>
                  <a:pt x="164572" y="137843"/>
                </a:lnTo>
                <a:lnTo>
                  <a:pt x="165510" y="137750"/>
                </a:lnTo>
                <a:lnTo>
                  <a:pt x="166436" y="137642"/>
                </a:lnTo>
                <a:lnTo>
                  <a:pt x="167351" y="137521"/>
                </a:lnTo>
                <a:lnTo>
                  <a:pt x="168255" y="137385"/>
                </a:lnTo>
                <a:lnTo>
                  <a:pt x="169147" y="137235"/>
                </a:lnTo>
                <a:lnTo>
                  <a:pt x="170029" y="137070"/>
                </a:lnTo>
                <a:lnTo>
                  <a:pt x="170898" y="136892"/>
                </a:lnTo>
                <a:lnTo>
                  <a:pt x="171757" y="136699"/>
                </a:lnTo>
                <a:lnTo>
                  <a:pt x="172604" y="136491"/>
                </a:lnTo>
                <a:lnTo>
                  <a:pt x="173440" y="136270"/>
                </a:lnTo>
                <a:lnTo>
                  <a:pt x="174265" y="136034"/>
                </a:lnTo>
                <a:lnTo>
                  <a:pt x="175078" y="135783"/>
                </a:lnTo>
                <a:lnTo>
                  <a:pt x="175880" y="135519"/>
                </a:lnTo>
                <a:lnTo>
                  <a:pt x="176670" y="135240"/>
                </a:lnTo>
                <a:lnTo>
                  <a:pt x="177450" y="134947"/>
                </a:lnTo>
                <a:lnTo>
                  <a:pt x="178218" y="134639"/>
                </a:lnTo>
                <a:lnTo>
                  <a:pt x="178975" y="134318"/>
                </a:lnTo>
                <a:lnTo>
                  <a:pt x="179720" y="133982"/>
                </a:lnTo>
                <a:lnTo>
                  <a:pt x="180453" y="133632"/>
                </a:lnTo>
                <a:lnTo>
                  <a:pt x="181172" y="133271"/>
                </a:lnTo>
                <a:lnTo>
                  <a:pt x="181878" y="132897"/>
                </a:lnTo>
                <a:lnTo>
                  <a:pt x="182570" y="132512"/>
                </a:lnTo>
                <a:lnTo>
                  <a:pt x="183248" y="132114"/>
                </a:lnTo>
                <a:lnTo>
                  <a:pt x="183913" y="131705"/>
                </a:lnTo>
                <a:lnTo>
                  <a:pt x="184563" y="131283"/>
                </a:lnTo>
                <a:lnTo>
                  <a:pt x="185200" y="130850"/>
                </a:lnTo>
                <a:lnTo>
                  <a:pt x="185824" y="130404"/>
                </a:lnTo>
                <a:lnTo>
                  <a:pt x="186433" y="129947"/>
                </a:lnTo>
                <a:lnTo>
                  <a:pt x="187029" y="129477"/>
                </a:lnTo>
                <a:lnTo>
                  <a:pt x="187612" y="128996"/>
                </a:lnTo>
                <a:lnTo>
                  <a:pt x="188180" y="128502"/>
                </a:lnTo>
                <a:lnTo>
                  <a:pt x="188735" y="127996"/>
                </a:lnTo>
                <a:lnTo>
                  <a:pt x="189276" y="127479"/>
                </a:lnTo>
                <a:lnTo>
                  <a:pt x="189804" y="126949"/>
                </a:lnTo>
                <a:lnTo>
                  <a:pt x="190317" y="126408"/>
                </a:lnTo>
                <a:lnTo>
                  <a:pt x="190818" y="125854"/>
                </a:lnTo>
                <a:lnTo>
                  <a:pt x="191304" y="125288"/>
                </a:lnTo>
                <a:lnTo>
                  <a:pt x="191777" y="124711"/>
                </a:lnTo>
                <a:lnTo>
                  <a:pt x="192236" y="124121"/>
                </a:lnTo>
                <a:lnTo>
                  <a:pt x="192681" y="123519"/>
                </a:lnTo>
                <a:lnTo>
                  <a:pt x="193112" y="122906"/>
                </a:lnTo>
                <a:lnTo>
                  <a:pt x="193530" y="122280"/>
                </a:lnTo>
                <a:lnTo>
                  <a:pt x="193933" y="121643"/>
                </a:lnTo>
                <a:lnTo>
                  <a:pt x="194320" y="120997"/>
                </a:lnTo>
                <a:lnTo>
                  <a:pt x="194691" y="120340"/>
                </a:lnTo>
                <a:lnTo>
                  <a:pt x="195045" y="119673"/>
                </a:lnTo>
                <a:lnTo>
                  <a:pt x="195384" y="118996"/>
                </a:lnTo>
                <a:lnTo>
                  <a:pt x="195707" y="118309"/>
                </a:lnTo>
                <a:lnTo>
                  <a:pt x="196013" y="117612"/>
                </a:lnTo>
                <a:lnTo>
                  <a:pt x="196303" y="116905"/>
                </a:lnTo>
                <a:lnTo>
                  <a:pt x="196577" y="116188"/>
                </a:lnTo>
                <a:lnTo>
                  <a:pt x="196835" y="115460"/>
                </a:lnTo>
                <a:lnTo>
                  <a:pt x="197077" y="114723"/>
                </a:lnTo>
                <a:lnTo>
                  <a:pt x="197303" y="113976"/>
                </a:lnTo>
                <a:lnTo>
                  <a:pt x="197513" y="113218"/>
                </a:lnTo>
                <a:lnTo>
                  <a:pt x="197707" y="112451"/>
                </a:lnTo>
                <a:lnTo>
                  <a:pt x="197884" y="111673"/>
                </a:lnTo>
                <a:lnTo>
                  <a:pt x="198046" y="110886"/>
                </a:lnTo>
                <a:lnTo>
                  <a:pt x="198191" y="110088"/>
                </a:lnTo>
                <a:lnTo>
                  <a:pt x="198321" y="109280"/>
                </a:lnTo>
                <a:lnTo>
                  <a:pt x="198434" y="108462"/>
                </a:lnTo>
                <a:lnTo>
                  <a:pt x="198531" y="107634"/>
                </a:lnTo>
                <a:lnTo>
                  <a:pt x="198612" y="106797"/>
                </a:lnTo>
                <a:lnTo>
                  <a:pt x="198677" y="105949"/>
                </a:lnTo>
                <a:lnTo>
                  <a:pt x="198726" y="105090"/>
                </a:lnTo>
                <a:lnTo>
                  <a:pt x="198758" y="104222"/>
                </a:lnTo>
                <a:lnTo>
                  <a:pt x="182482" y="104222"/>
                </a:lnTo>
                <a:lnTo>
                  <a:pt x="182447" y="105069"/>
                </a:lnTo>
                <a:lnTo>
                  <a:pt x="182392" y="105900"/>
                </a:lnTo>
                <a:lnTo>
                  <a:pt x="182316" y="106713"/>
                </a:lnTo>
                <a:lnTo>
                  <a:pt x="182219" y="107510"/>
                </a:lnTo>
                <a:lnTo>
                  <a:pt x="182102" y="108290"/>
                </a:lnTo>
                <a:lnTo>
                  <a:pt x="181964" y="109054"/>
                </a:lnTo>
                <a:lnTo>
                  <a:pt x="181806" y="109800"/>
                </a:lnTo>
                <a:lnTo>
                  <a:pt x="181627" y="110530"/>
                </a:lnTo>
                <a:lnTo>
                  <a:pt x="181428" y="111243"/>
                </a:lnTo>
                <a:lnTo>
                  <a:pt x="181208" y="111940"/>
                </a:lnTo>
                <a:lnTo>
                  <a:pt x="180968" y="112619"/>
                </a:lnTo>
                <a:lnTo>
                  <a:pt x="180707" y="113282"/>
                </a:lnTo>
                <a:lnTo>
                  <a:pt x="180425" y="113928"/>
                </a:lnTo>
                <a:lnTo>
                  <a:pt x="180123" y="114558"/>
                </a:lnTo>
                <a:lnTo>
                  <a:pt x="179800" y="115170"/>
                </a:lnTo>
                <a:lnTo>
                  <a:pt x="179457" y="115766"/>
                </a:lnTo>
                <a:lnTo>
                  <a:pt x="179093" y="116346"/>
                </a:lnTo>
                <a:lnTo>
                  <a:pt x="178709" y="116908"/>
                </a:lnTo>
                <a:lnTo>
                  <a:pt x="178304" y="117454"/>
                </a:lnTo>
                <a:lnTo>
                  <a:pt x="177879" y="117983"/>
                </a:lnTo>
                <a:lnTo>
                  <a:pt x="177433" y="118495"/>
                </a:lnTo>
                <a:lnTo>
                  <a:pt x="176966" y="118990"/>
                </a:lnTo>
                <a:lnTo>
                  <a:pt x="176479" y="119469"/>
                </a:lnTo>
                <a:lnTo>
                  <a:pt x="175972" y="119931"/>
                </a:lnTo>
                <a:lnTo>
                  <a:pt x="175446" y="120375"/>
                </a:lnTo>
                <a:lnTo>
                  <a:pt x="174902" y="120801"/>
                </a:lnTo>
                <a:lnTo>
                  <a:pt x="174343" y="121207"/>
                </a:lnTo>
                <a:lnTo>
                  <a:pt x="173766" y="121595"/>
                </a:lnTo>
                <a:lnTo>
                  <a:pt x="173173" y="121963"/>
                </a:lnTo>
                <a:lnTo>
                  <a:pt x="172562" y="122313"/>
                </a:lnTo>
                <a:lnTo>
                  <a:pt x="171935" y="122644"/>
                </a:lnTo>
                <a:lnTo>
                  <a:pt x="171292" y="122956"/>
                </a:lnTo>
                <a:lnTo>
                  <a:pt x="170631" y="123249"/>
                </a:lnTo>
                <a:lnTo>
                  <a:pt x="169954" y="123523"/>
                </a:lnTo>
                <a:lnTo>
                  <a:pt x="169260" y="123778"/>
                </a:lnTo>
                <a:lnTo>
                  <a:pt x="168549" y="124014"/>
                </a:lnTo>
                <a:lnTo>
                  <a:pt x="167821" y="124231"/>
                </a:lnTo>
                <a:lnTo>
                  <a:pt x="167077" y="124430"/>
                </a:lnTo>
                <a:lnTo>
                  <a:pt x="166316" y="124610"/>
                </a:lnTo>
                <a:lnTo>
                  <a:pt x="165538" y="124770"/>
                </a:lnTo>
                <a:lnTo>
                  <a:pt x="164743" y="124912"/>
                </a:lnTo>
                <a:lnTo>
                  <a:pt x="163931" y="125035"/>
                </a:lnTo>
                <a:lnTo>
                  <a:pt x="163103" y="125139"/>
                </a:lnTo>
                <a:lnTo>
                  <a:pt x="162258" y="125224"/>
                </a:lnTo>
                <a:lnTo>
                  <a:pt x="161396" y="125290"/>
                </a:lnTo>
                <a:lnTo>
                  <a:pt x="160517" y="125337"/>
                </a:lnTo>
                <a:lnTo>
                  <a:pt x="159622" y="125366"/>
                </a:lnTo>
                <a:lnTo>
                  <a:pt x="158709" y="125375"/>
                </a:lnTo>
                <a:lnTo>
                  <a:pt x="157853" y="125367"/>
                </a:lnTo>
                <a:lnTo>
                  <a:pt x="157011" y="125341"/>
                </a:lnTo>
                <a:lnTo>
                  <a:pt x="156183" y="125298"/>
                </a:lnTo>
                <a:lnTo>
                  <a:pt x="155369" y="125238"/>
                </a:lnTo>
                <a:lnTo>
                  <a:pt x="154569" y="125161"/>
                </a:lnTo>
                <a:lnTo>
                  <a:pt x="153783" y="125066"/>
                </a:lnTo>
                <a:lnTo>
                  <a:pt x="153011" y="124955"/>
                </a:lnTo>
                <a:lnTo>
                  <a:pt x="152254" y="124826"/>
                </a:lnTo>
                <a:lnTo>
                  <a:pt x="151510" y="124681"/>
                </a:lnTo>
                <a:lnTo>
                  <a:pt x="150780" y="124518"/>
                </a:lnTo>
                <a:lnTo>
                  <a:pt x="150064" y="124338"/>
                </a:lnTo>
                <a:lnTo>
                  <a:pt x="149363" y="124141"/>
                </a:lnTo>
                <a:lnTo>
                  <a:pt x="148675" y="123926"/>
                </a:lnTo>
                <a:lnTo>
                  <a:pt x="148002" y="123695"/>
                </a:lnTo>
                <a:lnTo>
                  <a:pt x="147342" y="123446"/>
                </a:lnTo>
                <a:lnTo>
                  <a:pt x="146697" y="123180"/>
                </a:lnTo>
                <a:lnTo>
                  <a:pt x="146065" y="122897"/>
                </a:lnTo>
                <a:lnTo>
                  <a:pt x="145448" y="122597"/>
                </a:lnTo>
                <a:lnTo>
                  <a:pt x="144845" y="122280"/>
                </a:lnTo>
                <a:lnTo>
                  <a:pt x="144255" y="121946"/>
                </a:lnTo>
                <a:lnTo>
                  <a:pt x="143680" y="121594"/>
                </a:lnTo>
                <a:lnTo>
                  <a:pt x="143119" y="121226"/>
                </a:lnTo>
                <a:lnTo>
                  <a:pt x="142572" y="120840"/>
                </a:lnTo>
                <a:lnTo>
                  <a:pt x="142039" y="120437"/>
                </a:lnTo>
                <a:lnTo>
                  <a:pt x="141518" y="120020"/>
                </a:lnTo>
                <a:lnTo>
                  <a:pt x="141010" y="119591"/>
                </a:lnTo>
                <a:lnTo>
                  <a:pt x="140514" y="119152"/>
                </a:lnTo>
                <a:lnTo>
                  <a:pt x="140029" y="118701"/>
                </a:lnTo>
                <a:lnTo>
                  <a:pt x="139556" y="118239"/>
                </a:lnTo>
                <a:lnTo>
                  <a:pt x="139095" y="117765"/>
                </a:lnTo>
                <a:lnTo>
                  <a:pt x="138645" y="117280"/>
                </a:lnTo>
                <a:lnTo>
                  <a:pt x="138208" y="116785"/>
                </a:lnTo>
                <a:lnTo>
                  <a:pt x="137782" y="116277"/>
                </a:lnTo>
                <a:lnTo>
                  <a:pt x="137369" y="115759"/>
                </a:lnTo>
                <a:lnTo>
                  <a:pt x="136966" y="115229"/>
                </a:lnTo>
                <a:lnTo>
                  <a:pt x="136576" y="114689"/>
                </a:lnTo>
                <a:lnTo>
                  <a:pt x="136198" y="114136"/>
                </a:lnTo>
                <a:lnTo>
                  <a:pt x="135831" y="113573"/>
                </a:lnTo>
                <a:lnTo>
                  <a:pt x="135477" y="112998"/>
                </a:lnTo>
                <a:lnTo>
                  <a:pt x="135134" y="112412"/>
                </a:lnTo>
                <a:lnTo>
                  <a:pt x="134803" y="111815"/>
                </a:lnTo>
                <a:lnTo>
                  <a:pt x="134483" y="111207"/>
                </a:lnTo>
                <a:lnTo>
                  <a:pt x="134176" y="110587"/>
                </a:lnTo>
                <a:lnTo>
                  <a:pt x="133880" y="109956"/>
                </a:lnTo>
                <a:lnTo>
                  <a:pt x="133596" y="109314"/>
                </a:lnTo>
                <a:lnTo>
                  <a:pt x="133324" y="108661"/>
                </a:lnTo>
                <a:lnTo>
                  <a:pt x="133064" y="107996"/>
                </a:lnTo>
                <a:lnTo>
                  <a:pt x="132816" y="107320"/>
                </a:lnTo>
                <a:lnTo>
                  <a:pt x="132578" y="106636"/>
                </a:lnTo>
                <a:lnTo>
                  <a:pt x="132350" y="105946"/>
                </a:lnTo>
                <a:lnTo>
                  <a:pt x="132132" y="105251"/>
                </a:lnTo>
                <a:lnTo>
                  <a:pt x="131924" y="104550"/>
                </a:lnTo>
                <a:lnTo>
                  <a:pt x="131725" y="103844"/>
                </a:lnTo>
                <a:lnTo>
                  <a:pt x="131536" y="103132"/>
                </a:lnTo>
                <a:lnTo>
                  <a:pt x="131357" y="102414"/>
                </a:lnTo>
                <a:lnTo>
                  <a:pt x="131188" y="101691"/>
                </a:lnTo>
                <a:lnTo>
                  <a:pt x="131028" y="100963"/>
                </a:lnTo>
                <a:lnTo>
                  <a:pt x="130879" y="100229"/>
                </a:lnTo>
                <a:lnTo>
                  <a:pt x="130739" y="99489"/>
                </a:lnTo>
                <a:lnTo>
                  <a:pt x="130608" y="98744"/>
                </a:lnTo>
                <a:lnTo>
                  <a:pt x="130488" y="97993"/>
                </a:lnTo>
                <a:lnTo>
                  <a:pt x="130377" y="97237"/>
                </a:lnTo>
                <a:lnTo>
                  <a:pt x="130276" y="96475"/>
                </a:lnTo>
                <a:lnTo>
                  <a:pt x="130185" y="95708"/>
                </a:lnTo>
                <a:lnTo>
                  <a:pt x="130104" y="94935"/>
                </a:lnTo>
                <a:lnTo>
                  <a:pt x="130032" y="94157"/>
                </a:lnTo>
                <a:lnTo>
                  <a:pt x="129970" y="93373"/>
                </a:lnTo>
                <a:lnTo>
                  <a:pt x="129918" y="92583"/>
                </a:lnTo>
                <a:lnTo>
                  <a:pt x="129875" y="91788"/>
                </a:lnTo>
                <a:lnTo>
                  <a:pt x="129843" y="90988"/>
                </a:lnTo>
                <a:lnTo>
                  <a:pt x="129820" y="90182"/>
                </a:lnTo>
                <a:lnTo>
                  <a:pt x="129807" y="89370"/>
                </a:lnTo>
                <a:lnTo>
                  <a:pt x="198265" y="89370"/>
                </a:lnTo>
                <a:lnTo>
                  <a:pt x="198281" y="89292"/>
                </a:lnTo>
                <a:lnTo>
                  <a:pt x="198297" y="89210"/>
                </a:lnTo>
                <a:lnTo>
                  <a:pt x="198313" y="89124"/>
                </a:lnTo>
                <a:lnTo>
                  <a:pt x="198328" y="89034"/>
                </a:lnTo>
                <a:lnTo>
                  <a:pt x="198343" y="88940"/>
                </a:lnTo>
                <a:lnTo>
                  <a:pt x="198358" y="88841"/>
                </a:lnTo>
                <a:lnTo>
                  <a:pt x="198372" y="88739"/>
                </a:lnTo>
                <a:lnTo>
                  <a:pt x="198386" y="88633"/>
                </a:lnTo>
                <a:lnTo>
                  <a:pt x="198399" y="88522"/>
                </a:lnTo>
                <a:lnTo>
                  <a:pt x="198412" y="88408"/>
                </a:lnTo>
                <a:lnTo>
                  <a:pt x="198425" y="88289"/>
                </a:lnTo>
                <a:lnTo>
                  <a:pt x="198438" y="88167"/>
                </a:lnTo>
                <a:lnTo>
                  <a:pt x="198450" y="88040"/>
                </a:lnTo>
                <a:lnTo>
                  <a:pt x="198462" y="87909"/>
                </a:lnTo>
                <a:lnTo>
                  <a:pt x="198473" y="87775"/>
                </a:lnTo>
                <a:lnTo>
                  <a:pt x="198484" y="87636"/>
                </a:lnTo>
                <a:lnTo>
                  <a:pt x="198495" y="87493"/>
                </a:lnTo>
                <a:lnTo>
                  <a:pt x="198505" y="87346"/>
                </a:lnTo>
                <a:lnTo>
                  <a:pt x="198516" y="87195"/>
                </a:lnTo>
                <a:lnTo>
                  <a:pt x="198525" y="87041"/>
                </a:lnTo>
                <a:lnTo>
                  <a:pt x="198535" y="86882"/>
                </a:lnTo>
                <a:lnTo>
                  <a:pt x="198544" y="86719"/>
                </a:lnTo>
                <a:lnTo>
                  <a:pt x="198553" y="86551"/>
                </a:lnTo>
                <a:lnTo>
                  <a:pt x="198561" y="86380"/>
                </a:lnTo>
                <a:lnTo>
                  <a:pt x="198569" y="86208"/>
                </a:lnTo>
                <a:lnTo>
                  <a:pt x="198577" y="86037"/>
                </a:lnTo>
                <a:lnTo>
                  <a:pt x="198584" y="85869"/>
                </a:lnTo>
                <a:lnTo>
                  <a:pt x="198591" y="85702"/>
                </a:lnTo>
                <a:lnTo>
                  <a:pt x="198598" y="85538"/>
                </a:lnTo>
                <a:lnTo>
                  <a:pt x="198604" y="85375"/>
                </a:lnTo>
                <a:lnTo>
                  <a:pt x="198610" y="85214"/>
                </a:lnTo>
                <a:lnTo>
                  <a:pt x="198616" y="85055"/>
                </a:lnTo>
                <a:lnTo>
                  <a:pt x="198621" y="84898"/>
                </a:lnTo>
                <a:lnTo>
                  <a:pt x="198626" y="84743"/>
                </a:lnTo>
                <a:lnTo>
                  <a:pt x="198631" y="84590"/>
                </a:lnTo>
                <a:lnTo>
                  <a:pt x="198635" y="84439"/>
                </a:lnTo>
                <a:lnTo>
                  <a:pt x="198639" y="84290"/>
                </a:lnTo>
                <a:lnTo>
                  <a:pt x="198643" y="84143"/>
                </a:lnTo>
                <a:lnTo>
                  <a:pt x="198646" y="83997"/>
                </a:lnTo>
                <a:lnTo>
                  <a:pt x="198649" y="83854"/>
                </a:lnTo>
                <a:lnTo>
                  <a:pt x="198651" y="83713"/>
                </a:lnTo>
                <a:lnTo>
                  <a:pt x="198653" y="83573"/>
                </a:lnTo>
                <a:lnTo>
                  <a:pt x="198655" y="83435"/>
                </a:lnTo>
                <a:lnTo>
                  <a:pt x="198657" y="83300"/>
                </a:lnTo>
                <a:lnTo>
                  <a:pt x="198658" y="83166"/>
                </a:lnTo>
                <a:lnTo>
                  <a:pt x="198659" y="83034"/>
                </a:lnTo>
                <a:lnTo>
                  <a:pt x="198659" y="82905"/>
                </a:lnTo>
                <a:lnTo>
                  <a:pt x="198660" y="82777"/>
                </a:lnTo>
                <a:lnTo>
                  <a:pt x="198640" y="80893"/>
                </a:lnTo>
                <a:lnTo>
                  <a:pt x="198582" y="79047"/>
                </a:lnTo>
                <a:lnTo>
                  <a:pt x="198485" y="77237"/>
                </a:lnTo>
                <a:lnTo>
                  <a:pt x="198350" y="75465"/>
                </a:lnTo>
                <a:lnTo>
                  <a:pt x="198176" y="73729"/>
                </a:lnTo>
                <a:lnTo>
                  <a:pt x="197963" y="72031"/>
                </a:lnTo>
                <a:lnTo>
                  <a:pt x="197711" y="70369"/>
                </a:lnTo>
                <a:lnTo>
                  <a:pt x="197421" y="68745"/>
                </a:lnTo>
                <a:lnTo>
                  <a:pt x="197092" y="67157"/>
                </a:lnTo>
                <a:lnTo>
                  <a:pt x="196724" y="65607"/>
                </a:lnTo>
                <a:lnTo>
                  <a:pt x="196318" y="64093"/>
                </a:lnTo>
                <a:lnTo>
                  <a:pt x="195873" y="62617"/>
                </a:lnTo>
                <a:lnTo>
                  <a:pt x="195389" y="61177"/>
                </a:lnTo>
                <a:lnTo>
                  <a:pt x="194867" y="59774"/>
                </a:lnTo>
                <a:lnTo>
                  <a:pt x="194305" y="58409"/>
                </a:lnTo>
                <a:lnTo>
                  <a:pt x="193706" y="57080"/>
                </a:lnTo>
                <a:lnTo>
                  <a:pt x="193067" y="55789"/>
                </a:lnTo>
                <a:lnTo>
                  <a:pt x="192390" y="54534"/>
                </a:lnTo>
                <a:lnTo>
                  <a:pt x="191674" y="53316"/>
                </a:lnTo>
                <a:lnTo>
                  <a:pt x="190919" y="52136"/>
                </a:lnTo>
                <a:lnTo>
                  <a:pt x="190125" y="50992"/>
                </a:lnTo>
                <a:lnTo>
                  <a:pt x="189293" y="49886"/>
                </a:lnTo>
                <a:lnTo>
                  <a:pt x="188423" y="48816"/>
                </a:lnTo>
                <a:lnTo>
                  <a:pt x="187513" y="47783"/>
                </a:lnTo>
                <a:lnTo>
                  <a:pt x="186569" y="46790"/>
                </a:lnTo>
                <a:lnTo>
                  <a:pt x="185596" y="45839"/>
                </a:lnTo>
                <a:lnTo>
                  <a:pt x="184594" y="44930"/>
                </a:lnTo>
                <a:lnTo>
                  <a:pt x="183562" y="44064"/>
                </a:lnTo>
                <a:lnTo>
                  <a:pt x="182500" y="43239"/>
                </a:lnTo>
                <a:lnTo>
                  <a:pt x="181409" y="42457"/>
                </a:lnTo>
                <a:lnTo>
                  <a:pt x="180289" y="41718"/>
                </a:lnTo>
                <a:lnTo>
                  <a:pt x="179139" y="41020"/>
                </a:lnTo>
                <a:lnTo>
                  <a:pt x="177960" y="40365"/>
                </a:lnTo>
                <a:lnTo>
                  <a:pt x="176751" y="39752"/>
                </a:lnTo>
                <a:lnTo>
                  <a:pt x="175513" y="39182"/>
                </a:lnTo>
                <a:lnTo>
                  <a:pt x="174246" y="38653"/>
                </a:lnTo>
                <a:lnTo>
                  <a:pt x="172948" y="38167"/>
                </a:lnTo>
                <a:lnTo>
                  <a:pt x="171622" y="37723"/>
                </a:lnTo>
                <a:lnTo>
                  <a:pt x="170266" y="37322"/>
                </a:lnTo>
                <a:lnTo>
                  <a:pt x="168880" y="36963"/>
                </a:lnTo>
                <a:lnTo>
                  <a:pt x="167466" y="36646"/>
                </a:lnTo>
                <a:lnTo>
                  <a:pt x="166021" y="36371"/>
                </a:lnTo>
                <a:lnTo>
                  <a:pt x="164547" y="36138"/>
                </a:lnTo>
                <a:lnTo>
                  <a:pt x="163044" y="35948"/>
                </a:lnTo>
                <a:lnTo>
                  <a:pt x="161511" y="35800"/>
                </a:lnTo>
                <a:lnTo>
                  <a:pt x="159949" y="35695"/>
                </a:lnTo>
                <a:lnTo>
                  <a:pt x="158358" y="35631"/>
                </a:lnTo>
                <a:lnTo>
                  <a:pt x="156736" y="35610"/>
                </a:lnTo>
                <a:lnTo>
                  <a:pt x="155512" y="35621"/>
                </a:lnTo>
                <a:lnTo>
                  <a:pt x="154306" y="35655"/>
                </a:lnTo>
                <a:lnTo>
                  <a:pt x="153118" y="35712"/>
                </a:lnTo>
                <a:lnTo>
                  <a:pt x="151948" y="35791"/>
                </a:lnTo>
                <a:lnTo>
                  <a:pt x="150796" y="35892"/>
                </a:lnTo>
                <a:lnTo>
                  <a:pt x="149662" y="36016"/>
                </a:lnTo>
                <a:lnTo>
                  <a:pt x="148546" y="36163"/>
                </a:lnTo>
                <a:lnTo>
                  <a:pt x="147448" y="36332"/>
                </a:lnTo>
                <a:lnTo>
                  <a:pt x="146367" y="36524"/>
                </a:lnTo>
                <a:lnTo>
                  <a:pt x="145305" y="36739"/>
                </a:lnTo>
                <a:lnTo>
                  <a:pt x="144261" y="36976"/>
                </a:lnTo>
                <a:lnTo>
                  <a:pt x="143235" y="37235"/>
                </a:lnTo>
                <a:lnTo>
                  <a:pt x="142226" y="37518"/>
                </a:lnTo>
                <a:lnTo>
                  <a:pt x="141236" y="37822"/>
                </a:lnTo>
                <a:lnTo>
                  <a:pt x="140264" y="38150"/>
                </a:lnTo>
                <a:lnTo>
                  <a:pt x="139310" y="38499"/>
                </a:lnTo>
                <a:lnTo>
                  <a:pt x="138373" y="38872"/>
                </a:lnTo>
                <a:lnTo>
                  <a:pt x="137455" y="39267"/>
                </a:lnTo>
                <a:lnTo>
                  <a:pt x="136554" y="39685"/>
                </a:lnTo>
                <a:lnTo>
                  <a:pt x="135672" y="40125"/>
                </a:lnTo>
                <a:lnTo>
                  <a:pt x="134808" y="40588"/>
                </a:lnTo>
                <a:lnTo>
                  <a:pt x="133961" y="41073"/>
                </a:lnTo>
                <a:lnTo>
                  <a:pt x="133133" y="41581"/>
                </a:lnTo>
                <a:lnTo>
                  <a:pt x="132322" y="42111"/>
                </a:lnTo>
                <a:lnTo>
                  <a:pt x="131529" y="42662"/>
                </a:lnTo>
                <a:lnTo>
                  <a:pt x="130754" y="43230"/>
                </a:lnTo>
                <a:lnTo>
                  <a:pt x="129995" y="43815"/>
                </a:lnTo>
                <a:lnTo>
                  <a:pt x="129253" y="44418"/>
                </a:lnTo>
                <a:lnTo>
                  <a:pt x="128529" y="45038"/>
                </a:lnTo>
                <a:lnTo>
                  <a:pt x="127822" y="45676"/>
                </a:lnTo>
                <a:lnTo>
                  <a:pt x="127132" y="46331"/>
                </a:lnTo>
                <a:lnTo>
                  <a:pt x="126459" y="47004"/>
                </a:lnTo>
                <a:lnTo>
                  <a:pt x="125803" y="47694"/>
                </a:lnTo>
                <a:lnTo>
                  <a:pt x="125164" y="48402"/>
                </a:lnTo>
                <a:lnTo>
                  <a:pt x="124542" y="49127"/>
                </a:lnTo>
                <a:lnTo>
                  <a:pt x="123938" y="49869"/>
                </a:lnTo>
                <a:lnTo>
                  <a:pt x="123350" y="50629"/>
                </a:lnTo>
                <a:lnTo>
                  <a:pt x="122780" y="51407"/>
                </a:lnTo>
                <a:lnTo>
                  <a:pt x="122227" y="52202"/>
                </a:lnTo>
                <a:lnTo>
                  <a:pt x="121691" y="53014"/>
                </a:lnTo>
                <a:lnTo>
                  <a:pt x="121172" y="53844"/>
                </a:lnTo>
                <a:lnTo>
                  <a:pt x="120670" y="54691"/>
                </a:lnTo>
                <a:lnTo>
                  <a:pt x="120185" y="55556"/>
                </a:lnTo>
                <a:lnTo>
                  <a:pt x="119718" y="56438"/>
                </a:lnTo>
                <a:lnTo>
                  <a:pt x="119268" y="57338"/>
                </a:lnTo>
                <a:lnTo>
                  <a:pt x="118834" y="58255"/>
                </a:lnTo>
                <a:lnTo>
                  <a:pt x="118418" y="59189"/>
                </a:lnTo>
                <a:lnTo>
                  <a:pt x="118019" y="60141"/>
                </a:lnTo>
                <a:lnTo>
                  <a:pt x="117637" y="61108"/>
                </a:lnTo>
                <a:lnTo>
                  <a:pt x="117271" y="62088"/>
                </a:lnTo>
                <a:lnTo>
                  <a:pt x="116921" y="63080"/>
                </a:lnTo>
                <a:lnTo>
                  <a:pt x="116587" y="64084"/>
                </a:lnTo>
                <a:lnTo>
                  <a:pt x="116270" y="65102"/>
                </a:lnTo>
                <a:lnTo>
                  <a:pt x="115969" y="66131"/>
                </a:lnTo>
                <a:lnTo>
                  <a:pt x="115684" y="67173"/>
                </a:lnTo>
                <a:lnTo>
                  <a:pt x="115416" y="68228"/>
                </a:lnTo>
                <a:lnTo>
                  <a:pt x="115164" y="69295"/>
                </a:lnTo>
                <a:lnTo>
                  <a:pt x="114928" y="70375"/>
                </a:lnTo>
                <a:lnTo>
                  <a:pt x="114708" y="71467"/>
                </a:lnTo>
                <a:lnTo>
                  <a:pt x="114505" y="72572"/>
                </a:lnTo>
                <a:lnTo>
                  <a:pt x="114318" y="73689"/>
                </a:lnTo>
                <a:lnTo>
                  <a:pt x="114147" y="74819"/>
                </a:lnTo>
                <a:lnTo>
                  <a:pt x="113992" y="75961"/>
                </a:lnTo>
                <a:lnTo>
                  <a:pt x="113854" y="77116"/>
                </a:lnTo>
                <a:lnTo>
                  <a:pt x="113732" y="78283"/>
                </a:lnTo>
                <a:lnTo>
                  <a:pt x="113626" y="79463"/>
                </a:lnTo>
                <a:lnTo>
                  <a:pt x="113537" y="80656"/>
                </a:lnTo>
                <a:lnTo>
                  <a:pt x="113464" y="81861"/>
                </a:lnTo>
                <a:lnTo>
                  <a:pt x="113407" y="83078"/>
                </a:lnTo>
                <a:lnTo>
                  <a:pt x="113366" y="84308"/>
                </a:lnTo>
                <a:lnTo>
                  <a:pt x="113342" y="85551"/>
                </a:lnTo>
                <a:lnTo>
                  <a:pt x="113334" y="86806"/>
                </a:lnTo>
                <a:lnTo>
                  <a:pt x="113342" y="88011"/>
                </a:lnTo>
                <a:lnTo>
                  <a:pt x="113367" y="89206"/>
                </a:lnTo>
                <a:lnTo>
                  <a:pt x="113409" y="90392"/>
                </a:lnTo>
                <a:lnTo>
                  <a:pt x="113468" y="91567"/>
                </a:lnTo>
                <a:lnTo>
                  <a:pt x="113543" y="92732"/>
                </a:lnTo>
                <a:lnTo>
                  <a:pt x="113636" y="93887"/>
                </a:lnTo>
                <a:lnTo>
                  <a:pt x="113745" y="95032"/>
                </a:lnTo>
                <a:lnTo>
                  <a:pt x="113871" y="96168"/>
                </a:lnTo>
                <a:lnTo>
                  <a:pt x="114013" y="97293"/>
                </a:lnTo>
                <a:lnTo>
                  <a:pt x="114173" y="98407"/>
                </a:lnTo>
                <a:lnTo>
                  <a:pt x="114349" y="99512"/>
                </a:lnTo>
                <a:lnTo>
                  <a:pt x="114542" y="100607"/>
                </a:lnTo>
                <a:lnTo>
                  <a:pt x="114752" y="101692"/>
                </a:lnTo>
                <a:lnTo>
                  <a:pt x="114978" y="102767"/>
                </a:lnTo>
                <a:lnTo>
                  <a:pt x="115222" y="103831"/>
                </a:lnTo>
                <a:lnTo>
                  <a:pt x="115482" y="104886"/>
                </a:lnTo>
                <a:lnTo>
                  <a:pt x="115759" y="105931"/>
                </a:lnTo>
                <a:lnTo>
                  <a:pt x="116052" y="106965"/>
                </a:lnTo>
                <a:lnTo>
                  <a:pt x="116363" y="107990"/>
                </a:lnTo>
                <a:lnTo>
                  <a:pt x="116690" y="109004"/>
                </a:lnTo>
                <a:lnTo>
                  <a:pt x="117034" y="110009"/>
                </a:lnTo>
                <a:lnTo>
                  <a:pt x="117395" y="111003"/>
                </a:lnTo>
                <a:lnTo>
                  <a:pt x="117773" y="111987"/>
                </a:lnTo>
                <a:lnTo>
                  <a:pt x="118167" y="112961"/>
                </a:lnTo>
                <a:lnTo>
                  <a:pt x="118579" y="113922"/>
                </a:lnTo>
                <a:lnTo>
                  <a:pt x="119009" y="114866"/>
                </a:lnTo>
                <a:lnTo>
                  <a:pt x="119456" y="115792"/>
                </a:lnTo>
                <a:lnTo>
                  <a:pt x="119922" y="116702"/>
                </a:lnTo>
                <a:lnTo>
                  <a:pt x="120406" y="117595"/>
                </a:lnTo>
                <a:lnTo>
                  <a:pt x="120907" y="118471"/>
                </a:lnTo>
                <a:lnTo>
                  <a:pt x="121427" y="119330"/>
                </a:lnTo>
                <a:lnTo>
                  <a:pt x="121965" y="120172"/>
                </a:lnTo>
                <a:lnTo>
                  <a:pt x="122520" y="120997"/>
                </a:lnTo>
                <a:lnTo>
                  <a:pt x="123094" y="121806"/>
                </a:lnTo>
                <a:lnTo>
                  <a:pt x="123686" y="122597"/>
                </a:lnTo>
                <a:lnTo>
                  <a:pt x="124295" y="123371"/>
                </a:lnTo>
                <a:lnTo>
                  <a:pt x="124923" y="124129"/>
                </a:lnTo>
                <a:lnTo>
                  <a:pt x="125568" y="124870"/>
                </a:lnTo>
                <a:lnTo>
                  <a:pt x="126232" y="125593"/>
                </a:lnTo>
                <a:lnTo>
                  <a:pt x="126913" y="126300"/>
                </a:lnTo>
                <a:lnTo>
                  <a:pt x="127613" y="126990"/>
                </a:lnTo>
                <a:lnTo>
                  <a:pt x="128330" y="127663"/>
                </a:lnTo>
                <a:lnTo>
                  <a:pt x="129066" y="128319"/>
                </a:lnTo>
                <a:lnTo>
                  <a:pt x="129819" y="128958"/>
                </a:lnTo>
                <a:lnTo>
                  <a:pt x="130591" y="129581"/>
                </a:lnTo>
                <a:lnTo>
                  <a:pt x="131380" y="130186"/>
                </a:lnTo>
                <a:lnTo>
                  <a:pt x="132187" y="130775"/>
                </a:lnTo>
                <a:lnTo>
                  <a:pt x="133013" y="131346"/>
                </a:lnTo>
                <a:lnTo>
                  <a:pt x="133857" y="131897"/>
                </a:lnTo>
                <a:lnTo>
                  <a:pt x="134721" y="132425"/>
                </a:lnTo>
                <a:lnTo>
                  <a:pt x="135604" y="132929"/>
                </a:lnTo>
                <a:lnTo>
                  <a:pt x="136508" y="133410"/>
                </a:lnTo>
                <a:lnTo>
                  <a:pt x="137431" y="133867"/>
                </a:lnTo>
                <a:lnTo>
                  <a:pt x="138373" y="134301"/>
                </a:lnTo>
                <a:lnTo>
                  <a:pt x="139336" y="134711"/>
                </a:lnTo>
                <a:lnTo>
                  <a:pt x="140318" y="135098"/>
                </a:lnTo>
                <a:lnTo>
                  <a:pt x="141320" y="135462"/>
                </a:lnTo>
                <a:lnTo>
                  <a:pt x="142341" y="135802"/>
                </a:lnTo>
                <a:lnTo>
                  <a:pt x="143382" y="136118"/>
                </a:lnTo>
                <a:lnTo>
                  <a:pt x="144443" y="136412"/>
                </a:lnTo>
                <a:lnTo>
                  <a:pt x="145524" y="136681"/>
                </a:lnTo>
                <a:lnTo>
                  <a:pt x="146624" y="136927"/>
                </a:lnTo>
                <a:lnTo>
                  <a:pt x="147744" y="137150"/>
                </a:lnTo>
                <a:lnTo>
                  <a:pt x="148883" y="137350"/>
                </a:lnTo>
                <a:lnTo>
                  <a:pt x="150043" y="137525"/>
                </a:lnTo>
                <a:lnTo>
                  <a:pt x="151222" y="137678"/>
                </a:lnTo>
                <a:lnTo>
                  <a:pt x="152420" y="137807"/>
                </a:lnTo>
                <a:lnTo>
                  <a:pt x="153639" y="137912"/>
                </a:lnTo>
                <a:lnTo>
                  <a:pt x="154877" y="137994"/>
                </a:lnTo>
                <a:lnTo>
                  <a:pt x="156135" y="138053"/>
                </a:lnTo>
                <a:lnTo>
                  <a:pt x="157412" y="138088"/>
                </a:lnTo>
                <a:lnTo>
                  <a:pt x="158709" y="138100"/>
                </a:lnTo>
                <a:lnTo>
                  <a:pt x="159715" y="138093"/>
                </a:lnTo>
                <a:lnTo>
                  <a:pt x="160709" y="138071"/>
                </a:lnTo>
                <a:lnTo>
                  <a:pt x="161692" y="138036"/>
                </a:lnTo>
                <a:lnTo>
                  <a:pt x="162663" y="137986"/>
                </a:lnTo>
                <a:close/>
                <a:moveTo>
                  <a:pt x="130428" y="72779"/>
                </a:moveTo>
                <a:lnTo>
                  <a:pt x="130608" y="71699"/>
                </a:lnTo>
                <a:lnTo>
                  <a:pt x="130809" y="70642"/>
                </a:lnTo>
                <a:lnTo>
                  <a:pt x="131029" y="69609"/>
                </a:lnTo>
                <a:lnTo>
                  <a:pt x="131270" y="68600"/>
                </a:lnTo>
                <a:lnTo>
                  <a:pt x="131531" y="67615"/>
                </a:lnTo>
                <a:lnTo>
                  <a:pt x="131812" y="66653"/>
                </a:lnTo>
                <a:lnTo>
                  <a:pt x="132112" y="65715"/>
                </a:lnTo>
                <a:lnTo>
                  <a:pt x="132433" y="64800"/>
                </a:lnTo>
                <a:lnTo>
                  <a:pt x="132774" y="63909"/>
                </a:lnTo>
                <a:lnTo>
                  <a:pt x="133135" y="63042"/>
                </a:lnTo>
                <a:lnTo>
                  <a:pt x="133516" y="62198"/>
                </a:lnTo>
                <a:lnTo>
                  <a:pt x="133917" y="61378"/>
                </a:lnTo>
                <a:lnTo>
                  <a:pt x="134338" y="60581"/>
                </a:lnTo>
                <a:lnTo>
                  <a:pt x="134779" y="59809"/>
                </a:lnTo>
                <a:lnTo>
                  <a:pt x="135240" y="59059"/>
                </a:lnTo>
                <a:lnTo>
                  <a:pt x="135721" y="58334"/>
                </a:lnTo>
                <a:lnTo>
                  <a:pt x="136223" y="57632"/>
                </a:lnTo>
                <a:lnTo>
                  <a:pt x="136744" y="56954"/>
                </a:lnTo>
                <a:lnTo>
                  <a:pt x="137285" y="56299"/>
                </a:lnTo>
                <a:lnTo>
                  <a:pt x="137846" y="55668"/>
                </a:lnTo>
                <a:lnTo>
                  <a:pt x="138427" y="55062"/>
                </a:lnTo>
                <a:lnTo>
                  <a:pt x="139025" y="54481"/>
                </a:lnTo>
                <a:lnTo>
                  <a:pt x="139641" y="53927"/>
                </a:lnTo>
                <a:lnTo>
                  <a:pt x="140275" y="53398"/>
                </a:lnTo>
                <a:lnTo>
                  <a:pt x="140928" y="52894"/>
                </a:lnTo>
                <a:lnTo>
                  <a:pt x="141598" y="52417"/>
                </a:lnTo>
                <a:lnTo>
                  <a:pt x="142286" y="51965"/>
                </a:lnTo>
                <a:lnTo>
                  <a:pt x="142992" y="51540"/>
                </a:lnTo>
                <a:lnTo>
                  <a:pt x="143716" y="51140"/>
                </a:lnTo>
                <a:lnTo>
                  <a:pt x="144458" y="50765"/>
                </a:lnTo>
                <a:lnTo>
                  <a:pt x="145219" y="50417"/>
                </a:lnTo>
                <a:lnTo>
                  <a:pt x="145997" y="50094"/>
                </a:lnTo>
                <a:lnTo>
                  <a:pt x="146793" y="49798"/>
                </a:lnTo>
                <a:lnTo>
                  <a:pt x="147607" y="49527"/>
                </a:lnTo>
                <a:lnTo>
                  <a:pt x="148439" y="49282"/>
                </a:lnTo>
                <a:lnTo>
                  <a:pt x="149289" y="49062"/>
                </a:lnTo>
                <a:lnTo>
                  <a:pt x="150157" y="48869"/>
                </a:lnTo>
                <a:lnTo>
                  <a:pt x="151043" y="48701"/>
                </a:lnTo>
                <a:lnTo>
                  <a:pt x="151947" y="48559"/>
                </a:lnTo>
                <a:lnTo>
                  <a:pt x="152869" y="48443"/>
                </a:lnTo>
                <a:lnTo>
                  <a:pt x="153809" y="48352"/>
                </a:lnTo>
                <a:lnTo>
                  <a:pt x="154767" y="48288"/>
                </a:lnTo>
                <a:lnTo>
                  <a:pt x="155743" y="48249"/>
                </a:lnTo>
                <a:lnTo>
                  <a:pt x="156736" y="48236"/>
                </a:lnTo>
                <a:lnTo>
                  <a:pt x="157722" y="48249"/>
                </a:lnTo>
                <a:lnTo>
                  <a:pt x="158689" y="48288"/>
                </a:lnTo>
                <a:lnTo>
                  <a:pt x="159639" y="48353"/>
                </a:lnTo>
                <a:lnTo>
                  <a:pt x="160570" y="48444"/>
                </a:lnTo>
                <a:lnTo>
                  <a:pt x="161483" y="48561"/>
                </a:lnTo>
                <a:lnTo>
                  <a:pt x="162378" y="48704"/>
                </a:lnTo>
                <a:lnTo>
                  <a:pt x="163254" y="48873"/>
                </a:lnTo>
                <a:lnTo>
                  <a:pt x="164113" y="49068"/>
                </a:lnTo>
                <a:lnTo>
                  <a:pt x="164953" y="49289"/>
                </a:lnTo>
                <a:lnTo>
                  <a:pt x="165775" y="49536"/>
                </a:lnTo>
                <a:lnTo>
                  <a:pt x="166579" y="49809"/>
                </a:lnTo>
                <a:lnTo>
                  <a:pt x="167365" y="50107"/>
                </a:lnTo>
                <a:lnTo>
                  <a:pt x="168133" y="50432"/>
                </a:lnTo>
                <a:lnTo>
                  <a:pt x="168882" y="50783"/>
                </a:lnTo>
                <a:lnTo>
                  <a:pt x="169614" y="51160"/>
                </a:lnTo>
                <a:lnTo>
                  <a:pt x="170327" y="51563"/>
                </a:lnTo>
                <a:lnTo>
                  <a:pt x="171022" y="51992"/>
                </a:lnTo>
                <a:lnTo>
                  <a:pt x="171699" y="52446"/>
                </a:lnTo>
                <a:lnTo>
                  <a:pt x="172358" y="52927"/>
                </a:lnTo>
                <a:lnTo>
                  <a:pt x="172999" y="53434"/>
                </a:lnTo>
                <a:lnTo>
                  <a:pt x="173621" y="53967"/>
                </a:lnTo>
                <a:lnTo>
                  <a:pt x="174226" y="54525"/>
                </a:lnTo>
                <a:lnTo>
                  <a:pt x="174812" y="55110"/>
                </a:lnTo>
                <a:lnTo>
                  <a:pt x="175380" y="55721"/>
                </a:lnTo>
                <a:lnTo>
                  <a:pt x="175928" y="56356"/>
                </a:lnTo>
                <a:lnTo>
                  <a:pt x="176453" y="57014"/>
                </a:lnTo>
                <a:lnTo>
                  <a:pt x="176957" y="57695"/>
                </a:lnTo>
                <a:lnTo>
                  <a:pt x="177438" y="58399"/>
                </a:lnTo>
                <a:lnTo>
                  <a:pt x="177897" y="59127"/>
                </a:lnTo>
                <a:lnTo>
                  <a:pt x="178333" y="59877"/>
                </a:lnTo>
                <a:lnTo>
                  <a:pt x="178747" y="60651"/>
                </a:lnTo>
                <a:lnTo>
                  <a:pt x="179139" y="61448"/>
                </a:lnTo>
                <a:lnTo>
                  <a:pt x="179509" y="62267"/>
                </a:lnTo>
                <a:lnTo>
                  <a:pt x="179857" y="63110"/>
                </a:lnTo>
                <a:lnTo>
                  <a:pt x="180182" y="63976"/>
                </a:lnTo>
                <a:lnTo>
                  <a:pt x="180485" y="64865"/>
                </a:lnTo>
                <a:lnTo>
                  <a:pt x="180765" y="65778"/>
                </a:lnTo>
                <a:lnTo>
                  <a:pt x="181024" y="66713"/>
                </a:lnTo>
                <a:lnTo>
                  <a:pt x="181260" y="67671"/>
                </a:lnTo>
                <a:lnTo>
                  <a:pt x="181474" y="68653"/>
                </a:lnTo>
                <a:lnTo>
                  <a:pt x="181665" y="69657"/>
                </a:lnTo>
                <a:lnTo>
                  <a:pt x="181835" y="70685"/>
                </a:lnTo>
                <a:lnTo>
                  <a:pt x="181982" y="71736"/>
                </a:lnTo>
                <a:lnTo>
                  <a:pt x="182107" y="72810"/>
                </a:lnTo>
                <a:lnTo>
                  <a:pt x="182209" y="73907"/>
                </a:lnTo>
                <a:lnTo>
                  <a:pt x="182290" y="75027"/>
                </a:lnTo>
                <a:lnTo>
                  <a:pt x="182348" y="76170"/>
                </a:lnTo>
                <a:lnTo>
                  <a:pt x="182384" y="77336"/>
                </a:lnTo>
                <a:lnTo>
                  <a:pt x="129906" y="77336"/>
                </a:lnTo>
                <a:lnTo>
                  <a:pt x="130006" y="76161"/>
                </a:lnTo>
                <a:lnTo>
                  <a:pt x="130126" y="75010"/>
                </a:lnTo>
                <a:lnTo>
                  <a:pt x="130267" y="73883"/>
                </a:lnTo>
                <a:lnTo>
                  <a:pt x="130428" y="72779"/>
                </a:lnTo>
                <a:close/>
                <a:moveTo>
                  <a:pt x="263385" y="138025"/>
                </a:moveTo>
                <a:lnTo>
                  <a:pt x="264037" y="137992"/>
                </a:lnTo>
                <a:lnTo>
                  <a:pt x="264686" y="137953"/>
                </a:lnTo>
                <a:lnTo>
                  <a:pt x="265330" y="137908"/>
                </a:lnTo>
                <a:lnTo>
                  <a:pt x="265971" y="137857"/>
                </a:lnTo>
                <a:lnTo>
                  <a:pt x="266607" y="137800"/>
                </a:lnTo>
                <a:lnTo>
                  <a:pt x="267240" y="137737"/>
                </a:lnTo>
                <a:lnTo>
                  <a:pt x="267869" y="137668"/>
                </a:lnTo>
                <a:lnTo>
                  <a:pt x="268494" y="137594"/>
                </a:lnTo>
                <a:lnTo>
                  <a:pt x="269114" y="137513"/>
                </a:lnTo>
                <a:lnTo>
                  <a:pt x="269731" y="137426"/>
                </a:lnTo>
                <a:lnTo>
                  <a:pt x="270344" y="137333"/>
                </a:lnTo>
                <a:lnTo>
                  <a:pt x="270953" y="137234"/>
                </a:lnTo>
                <a:lnTo>
                  <a:pt x="271559" y="137129"/>
                </a:lnTo>
                <a:lnTo>
                  <a:pt x="272160" y="137018"/>
                </a:lnTo>
                <a:lnTo>
                  <a:pt x="272757" y="136901"/>
                </a:lnTo>
                <a:lnTo>
                  <a:pt x="273350" y="136778"/>
                </a:lnTo>
                <a:lnTo>
                  <a:pt x="273940" y="136649"/>
                </a:lnTo>
                <a:lnTo>
                  <a:pt x="274525" y="136515"/>
                </a:lnTo>
                <a:lnTo>
                  <a:pt x="275107" y="136374"/>
                </a:lnTo>
                <a:lnTo>
                  <a:pt x="275683" y="136227"/>
                </a:lnTo>
                <a:lnTo>
                  <a:pt x="276253" y="136073"/>
                </a:lnTo>
                <a:lnTo>
                  <a:pt x="276817" y="135913"/>
                </a:lnTo>
                <a:lnTo>
                  <a:pt x="277375" y="135746"/>
                </a:lnTo>
                <a:lnTo>
                  <a:pt x="277927" y="135573"/>
                </a:lnTo>
                <a:lnTo>
                  <a:pt x="278473" y="135393"/>
                </a:lnTo>
                <a:lnTo>
                  <a:pt x="279012" y="135207"/>
                </a:lnTo>
                <a:lnTo>
                  <a:pt x="279546" y="135014"/>
                </a:lnTo>
                <a:lnTo>
                  <a:pt x="280073" y="134815"/>
                </a:lnTo>
                <a:lnTo>
                  <a:pt x="280594" y="134609"/>
                </a:lnTo>
                <a:lnTo>
                  <a:pt x="281108" y="134396"/>
                </a:lnTo>
                <a:lnTo>
                  <a:pt x="281617" y="134177"/>
                </a:lnTo>
                <a:lnTo>
                  <a:pt x="282120" y="133952"/>
                </a:lnTo>
                <a:lnTo>
                  <a:pt x="282616" y="133720"/>
                </a:lnTo>
                <a:lnTo>
                  <a:pt x="283106" y="133481"/>
                </a:lnTo>
                <a:lnTo>
                  <a:pt x="283590" y="133236"/>
                </a:lnTo>
                <a:lnTo>
                  <a:pt x="284068" y="132985"/>
                </a:lnTo>
                <a:lnTo>
                  <a:pt x="284539" y="132727"/>
                </a:lnTo>
                <a:lnTo>
                  <a:pt x="285005" y="132462"/>
                </a:lnTo>
                <a:lnTo>
                  <a:pt x="285464" y="132191"/>
                </a:lnTo>
                <a:lnTo>
                  <a:pt x="285917" y="131913"/>
                </a:lnTo>
                <a:lnTo>
                  <a:pt x="286364" y="131629"/>
                </a:lnTo>
                <a:lnTo>
                  <a:pt x="286805" y="131338"/>
                </a:lnTo>
                <a:lnTo>
                  <a:pt x="287240" y="131041"/>
                </a:lnTo>
                <a:lnTo>
                  <a:pt x="287667" y="130737"/>
                </a:lnTo>
                <a:lnTo>
                  <a:pt x="288087" y="130426"/>
                </a:lnTo>
                <a:lnTo>
                  <a:pt x="288499" y="130107"/>
                </a:lnTo>
                <a:lnTo>
                  <a:pt x="288903" y="129782"/>
                </a:lnTo>
                <a:lnTo>
                  <a:pt x="289299" y="129450"/>
                </a:lnTo>
                <a:lnTo>
                  <a:pt x="289687" y="129111"/>
                </a:lnTo>
                <a:lnTo>
                  <a:pt x="290068" y="128764"/>
                </a:lnTo>
                <a:lnTo>
                  <a:pt x="290440" y="128411"/>
                </a:lnTo>
                <a:lnTo>
                  <a:pt x="290805" y="128050"/>
                </a:lnTo>
                <a:lnTo>
                  <a:pt x="291161" y="127683"/>
                </a:lnTo>
                <a:lnTo>
                  <a:pt x="291510" y="127308"/>
                </a:lnTo>
                <a:lnTo>
                  <a:pt x="291851" y="126926"/>
                </a:lnTo>
                <a:lnTo>
                  <a:pt x="292184" y="126538"/>
                </a:lnTo>
                <a:lnTo>
                  <a:pt x="292510" y="126142"/>
                </a:lnTo>
                <a:lnTo>
                  <a:pt x="292827" y="125739"/>
                </a:lnTo>
                <a:lnTo>
                  <a:pt x="293136" y="125329"/>
                </a:lnTo>
                <a:lnTo>
                  <a:pt x="293438" y="124912"/>
                </a:lnTo>
                <a:lnTo>
                  <a:pt x="293732" y="124488"/>
                </a:lnTo>
                <a:lnTo>
                  <a:pt x="294017" y="124057"/>
                </a:lnTo>
                <a:lnTo>
                  <a:pt x="294295" y="123619"/>
                </a:lnTo>
                <a:lnTo>
                  <a:pt x="294565" y="123174"/>
                </a:lnTo>
                <a:lnTo>
                  <a:pt x="294828" y="122722"/>
                </a:lnTo>
                <a:lnTo>
                  <a:pt x="295082" y="122263"/>
                </a:lnTo>
                <a:lnTo>
                  <a:pt x="295328" y="121796"/>
                </a:lnTo>
                <a:lnTo>
                  <a:pt x="295566" y="121323"/>
                </a:lnTo>
                <a:lnTo>
                  <a:pt x="295793" y="120842"/>
                </a:lnTo>
                <a:lnTo>
                  <a:pt x="296010" y="120354"/>
                </a:lnTo>
                <a:lnTo>
                  <a:pt x="296218" y="119859"/>
                </a:lnTo>
                <a:lnTo>
                  <a:pt x="296415" y="119357"/>
                </a:lnTo>
                <a:lnTo>
                  <a:pt x="296602" y="118847"/>
                </a:lnTo>
                <a:lnTo>
                  <a:pt x="296778" y="118330"/>
                </a:lnTo>
                <a:lnTo>
                  <a:pt x="296945" y="117806"/>
                </a:lnTo>
                <a:lnTo>
                  <a:pt x="297102" y="117275"/>
                </a:lnTo>
                <a:lnTo>
                  <a:pt x="297248" y="116737"/>
                </a:lnTo>
                <a:lnTo>
                  <a:pt x="297385" y="116191"/>
                </a:lnTo>
                <a:lnTo>
                  <a:pt x="297511" y="115638"/>
                </a:lnTo>
                <a:lnTo>
                  <a:pt x="297627" y="115078"/>
                </a:lnTo>
                <a:lnTo>
                  <a:pt x="297733" y="114510"/>
                </a:lnTo>
                <a:lnTo>
                  <a:pt x="297829" y="113936"/>
                </a:lnTo>
                <a:lnTo>
                  <a:pt x="297915" y="113354"/>
                </a:lnTo>
                <a:lnTo>
                  <a:pt x="297991" y="112765"/>
                </a:lnTo>
                <a:lnTo>
                  <a:pt x="298057" y="112169"/>
                </a:lnTo>
                <a:lnTo>
                  <a:pt x="298112" y="111565"/>
                </a:lnTo>
                <a:lnTo>
                  <a:pt x="298158" y="110954"/>
                </a:lnTo>
                <a:lnTo>
                  <a:pt x="298193" y="110337"/>
                </a:lnTo>
                <a:lnTo>
                  <a:pt x="298218" y="109711"/>
                </a:lnTo>
                <a:lnTo>
                  <a:pt x="298233" y="109079"/>
                </a:lnTo>
                <a:lnTo>
                  <a:pt x="298238" y="108439"/>
                </a:lnTo>
                <a:lnTo>
                  <a:pt x="298232" y="107700"/>
                </a:lnTo>
                <a:lnTo>
                  <a:pt x="298213" y="106972"/>
                </a:lnTo>
                <a:lnTo>
                  <a:pt x="298181" y="106255"/>
                </a:lnTo>
                <a:lnTo>
                  <a:pt x="298136" y="105548"/>
                </a:lnTo>
                <a:lnTo>
                  <a:pt x="298078" y="104854"/>
                </a:lnTo>
                <a:lnTo>
                  <a:pt x="298007" y="104170"/>
                </a:lnTo>
                <a:lnTo>
                  <a:pt x="297924" y="103497"/>
                </a:lnTo>
                <a:lnTo>
                  <a:pt x="297827" y="102836"/>
                </a:lnTo>
                <a:lnTo>
                  <a:pt x="297718" y="102185"/>
                </a:lnTo>
                <a:lnTo>
                  <a:pt x="297596" y="101546"/>
                </a:lnTo>
                <a:lnTo>
                  <a:pt x="297461" y="100918"/>
                </a:lnTo>
                <a:lnTo>
                  <a:pt x="297314" y="100301"/>
                </a:lnTo>
                <a:lnTo>
                  <a:pt x="297153" y="99695"/>
                </a:lnTo>
                <a:lnTo>
                  <a:pt x="296980" y="99100"/>
                </a:lnTo>
                <a:lnTo>
                  <a:pt x="296793" y="98516"/>
                </a:lnTo>
                <a:lnTo>
                  <a:pt x="296594" y="97943"/>
                </a:lnTo>
                <a:lnTo>
                  <a:pt x="296382" y="97382"/>
                </a:lnTo>
                <a:lnTo>
                  <a:pt x="296158" y="96832"/>
                </a:lnTo>
                <a:lnTo>
                  <a:pt x="295920" y="96292"/>
                </a:lnTo>
                <a:lnTo>
                  <a:pt x="295670" y="95764"/>
                </a:lnTo>
                <a:lnTo>
                  <a:pt x="295406" y="95247"/>
                </a:lnTo>
                <a:lnTo>
                  <a:pt x="295130" y="94741"/>
                </a:lnTo>
                <a:lnTo>
                  <a:pt x="294841" y="94247"/>
                </a:lnTo>
                <a:lnTo>
                  <a:pt x="294539" y="93763"/>
                </a:lnTo>
                <a:lnTo>
                  <a:pt x="294225" y="93288"/>
                </a:lnTo>
                <a:lnTo>
                  <a:pt x="293898" y="92821"/>
                </a:lnTo>
                <a:lnTo>
                  <a:pt x="293558" y="92361"/>
                </a:lnTo>
                <a:lnTo>
                  <a:pt x="293206" y="91908"/>
                </a:lnTo>
                <a:lnTo>
                  <a:pt x="292842" y="91462"/>
                </a:lnTo>
                <a:lnTo>
                  <a:pt x="292465" y="91023"/>
                </a:lnTo>
                <a:lnTo>
                  <a:pt x="292075" y="90592"/>
                </a:lnTo>
                <a:lnTo>
                  <a:pt x="291673" y="90168"/>
                </a:lnTo>
                <a:lnTo>
                  <a:pt x="291259" y="89751"/>
                </a:lnTo>
                <a:lnTo>
                  <a:pt x="290832" y="89342"/>
                </a:lnTo>
                <a:lnTo>
                  <a:pt x="290392" y="88939"/>
                </a:lnTo>
                <a:lnTo>
                  <a:pt x="289940" y="88544"/>
                </a:lnTo>
                <a:lnTo>
                  <a:pt x="289476" y="88156"/>
                </a:lnTo>
                <a:lnTo>
                  <a:pt x="288998" y="87776"/>
                </a:lnTo>
                <a:lnTo>
                  <a:pt x="288509" y="87402"/>
                </a:lnTo>
                <a:lnTo>
                  <a:pt x="288007" y="87036"/>
                </a:lnTo>
                <a:lnTo>
                  <a:pt x="287492" y="86677"/>
                </a:lnTo>
                <a:lnTo>
                  <a:pt x="286965" y="86326"/>
                </a:lnTo>
                <a:lnTo>
                  <a:pt x="286426" y="85981"/>
                </a:lnTo>
                <a:lnTo>
                  <a:pt x="285874" y="85644"/>
                </a:lnTo>
                <a:lnTo>
                  <a:pt x="285309" y="85314"/>
                </a:lnTo>
                <a:lnTo>
                  <a:pt x="284732" y="84991"/>
                </a:lnTo>
                <a:lnTo>
                  <a:pt x="284143" y="84676"/>
                </a:lnTo>
                <a:lnTo>
                  <a:pt x="283541" y="84367"/>
                </a:lnTo>
                <a:lnTo>
                  <a:pt x="282926" y="84064"/>
                </a:lnTo>
                <a:lnTo>
                  <a:pt x="282300" y="83765"/>
                </a:lnTo>
                <a:lnTo>
                  <a:pt x="281662" y="83469"/>
                </a:lnTo>
                <a:lnTo>
                  <a:pt x="281012" y="83177"/>
                </a:lnTo>
                <a:lnTo>
                  <a:pt x="280349" y="82888"/>
                </a:lnTo>
                <a:lnTo>
                  <a:pt x="279675" y="82603"/>
                </a:lnTo>
                <a:lnTo>
                  <a:pt x="278989" y="82321"/>
                </a:lnTo>
                <a:lnTo>
                  <a:pt x="278291" y="82043"/>
                </a:lnTo>
                <a:lnTo>
                  <a:pt x="277580" y="81768"/>
                </a:lnTo>
                <a:lnTo>
                  <a:pt x="276858" y="81497"/>
                </a:lnTo>
                <a:lnTo>
                  <a:pt x="276124" y="81229"/>
                </a:lnTo>
                <a:lnTo>
                  <a:pt x="275378" y="80965"/>
                </a:lnTo>
                <a:lnTo>
                  <a:pt x="274620" y="80704"/>
                </a:lnTo>
                <a:lnTo>
                  <a:pt x="273850" y="80447"/>
                </a:lnTo>
                <a:lnTo>
                  <a:pt x="273067" y="80194"/>
                </a:lnTo>
                <a:lnTo>
                  <a:pt x="272273" y="79944"/>
                </a:lnTo>
                <a:lnTo>
                  <a:pt x="271467" y="79697"/>
                </a:lnTo>
                <a:lnTo>
                  <a:pt x="270649" y="79454"/>
                </a:lnTo>
                <a:lnTo>
                  <a:pt x="269819" y="79214"/>
                </a:lnTo>
                <a:lnTo>
                  <a:pt x="268977" y="78978"/>
                </a:lnTo>
                <a:lnTo>
                  <a:pt x="268123" y="78746"/>
                </a:lnTo>
                <a:lnTo>
                  <a:pt x="267257" y="78517"/>
                </a:lnTo>
                <a:lnTo>
                  <a:pt x="266379" y="78292"/>
                </a:lnTo>
                <a:lnTo>
                  <a:pt x="265489" y="78070"/>
                </a:lnTo>
                <a:lnTo>
                  <a:pt x="264674" y="77867"/>
                </a:lnTo>
                <a:lnTo>
                  <a:pt x="263873" y="77665"/>
                </a:lnTo>
                <a:lnTo>
                  <a:pt x="263086" y="77464"/>
                </a:lnTo>
                <a:lnTo>
                  <a:pt x="262313" y="77264"/>
                </a:lnTo>
                <a:lnTo>
                  <a:pt x="261554" y="77065"/>
                </a:lnTo>
                <a:lnTo>
                  <a:pt x="260810" y="76866"/>
                </a:lnTo>
                <a:lnTo>
                  <a:pt x="260079" y="76669"/>
                </a:lnTo>
                <a:lnTo>
                  <a:pt x="259362" y="76473"/>
                </a:lnTo>
                <a:lnTo>
                  <a:pt x="258659" y="76277"/>
                </a:lnTo>
                <a:lnTo>
                  <a:pt x="257971" y="76082"/>
                </a:lnTo>
                <a:lnTo>
                  <a:pt x="257296" y="75888"/>
                </a:lnTo>
                <a:lnTo>
                  <a:pt x="256636" y="75695"/>
                </a:lnTo>
                <a:lnTo>
                  <a:pt x="255989" y="75503"/>
                </a:lnTo>
                <a:lnTo>
                  <a:pt x="255357" y="75312"/>
                </a:lnTo>
                <a:lnTo>
                  <a:pt x="254738" y="75122"/>
                </a:lnTo>
                <a:lnTo>
                  <a:pt x="254134" y="74932"/>
                </a:lnTo>
                <a:lnTo>
                  <a:pt x="253544" y="74744"/>
                </a:lnTo>
                <a:lnTo>
                  <a:pt x="252967" y="74556"/>
                </a:lnTo>
                <a:lnTo>
                  <a:pt x="252405" y="74369"/>
                </a:lnTo>
                <a:lnTo>
                  <a:pt x="251857" y="74183"/>
                </a:lnTo>
                <a:lnTo>
                  <a:pt x="251323" y="73998"/>
                </a:lnTo>
                <a:lnTo>
                  <a:pt x="250803" y="73814"/>
                </a:lnTo>
                <a:lnTo>
                  <a:pt x="250297" y="73631"/>
                </a:lnTo>
                <a:lnTo>
                  <a:pt x="249805" y="73449"/>
                </a:lnTo>
                <a:lnTo>
                  <a:pt x="249326" y="73266"/>
                </a:lnTo>
                <a:lnTo>
                  <a:pt x="248858" y="73081"/>
                </a:lnTo>
                <a:lnTo>
                  <a:pt x="248402" y="72894"/>
                </a:lnTo>
                <a:lnTo>
                  <a:pt x="247958" y="72705"/>
                </a:lnTo>
                <a:lnTo>
                  <a:pt x="247525" y="72514"/>
                </a:lnTo>
                <a:lnTo>
                  <a:pt x="247104" y="72321"/>
                </a:lnTo>
                <a:lnTo>
                  <a:pt x="246695" y="72126"/>
                </a:lnTo>
                <a:lnTo>
                  <a:pt x="246297" y="71930"/>
                </a:lnTo>
                <a:lnTo>
                  <a:pt x="245911" y="71731"/>
                </a:lnTo>
                <a:lnTo>
                  <a:pt x="245537" y="71531"/>
                </a:lnTo>
                <a:lnTo>
                  <a:pt x="245174" y="71328"/>
                </a:lnTo>
                <a:lnTo>
                  <a:pt x="244823" y="71124"/>
                </a:lnTo>
                <a:lnTo>
                  <a:pt x="244484" y="70917"/>
                </a:lnTo>
                <a:lnTo>
                  <a:pt x="244156" y="70709"/>
                </a:lnTo>
                <a:lnTo>
                  <a:pt x="243840" y="70499"/>
                </a:lnTo>
                <a:lnTo>
                  <a:pt x="243535" y="70287"/>
                </a:lnTo>
                <a:lnTo>
                  <a:pt x="243243" y="70073"/>
                </a:lnTo>
                <a:lnTo>
                  <a:pt x="242961" y="69857"/>
                </a:lnTo>
                <a:lnTo>
                  <a:pt x="242692" y="69639"/>
                </a:lnTo>
                <a:lnTo>
                  <a:pt x="242434" y="69419"/>
                </a:lnTo>
                <a:lnTo>
                  <a:pt x="242188" y="69197"/>
                </a:lnTo>
                <a:lnTo>
                  <a:pt x="241953" y="68973"/>
                </a:lnTo>
                <a:lnTo>
                  <a:pt x="241730" y="68747"/>
                </a:lnTo>
                <a:lnTo>
                  <a:pt x="241519" y="68520"/>
                </a:lnTo>
                <a:lnTo>
                  <a:pt x="241318" y="68289"/>
                </a:lnTo>
                <a:lnTo>
                  <a:pt x="241125" y="68054"/>
                </a:lnTo>
                <a:lnTo>
                  <a:pt x="240941" y="67815"/>
                </a:lnTo>
                <a:lnTo>
                  <a:pt x="240765" y="67571"/>
                </a:lnTo>
                <a:lnTo>
                  <a:pt x="240598" y="67324"/>
                </a:lnTo>
                <a:lnTo>
                  <a:pt x="240440" y="67072"/>
                </a:lnTo>
                <a:lnTo>
                  <a:pt x="240290" y="66816"/>
                </a:lnTo>
                <a:lnTo>
                  <a:pt x="240149" y="66556"/>
                </a:lnTo>
                <a:lnTo>
                  <a:pt x="240016" y="66291"/>
                </a:lnTo>
                <a:lnTo>
                  <a:pt x="239892" y="66022"/>
                </a:lnTo>
                <a:lnTo>
                  <a:pt x="239776" y="65749"/>
                </a:lnTo>
                <a:lnTo>
                  <a:pt x="239669" y="65472"/>
                </a:lnTo>
                <a:lnTo>
                  <a:pt x="239571" y="65190"/>
                </a:lnTo>
                <a:lnTo>
                  <a:pt x="239481" y="64905"/>
                </a:lnTo>
                <a:lnTo>
                  <a:pt x="239399" y="64615"/>
                </a:lnTo>
                <a:lnTo>
                  <a:pt x="239327" y="64321"/>
                </a:lnTo>
                <a:lnTo>
                  <a:pt x="239262" y="64022"/>
                </a:lnTo>
                <a:lnTo>
                  <a:pt x="239207" y="63720"/>
                </a:lnTo>
                <a:lnTo>
                  <a:pt x="239160" y="63413"/>
                </a:lnTo>
                <a:lnTo>
                  <a:pt x="239121" y="63102"/>
                </a:lnTo>
                <a:lnTo>
                  <a:pt x="239091" y="62786"/>
                </a:lnTo>
                <a:lnTo>
                  <a:pt x="239070" y="62467"/>
                </a:lnTo>
                <a:lnTo>
                  <a:pt x="239057" y="62143"/>
                </a:lnTo>
                <a:lnTo>
                  <a:pt x="239053" y="61815"/>
                </a:lnTo>
                <a:lnTo>
                  <a:pt x="239062" y="61230"/>
                </a:lnTo>
                <a:lnTo>
                  <a:pt x="239091" y="60659"/>
                </a:lnTo>
                <a:lnTo>
                  <a:pt x="239139" y="60100"/>
                </a:lnTo>
                <a:lnTo>
                  <a:pt x="239206" y="59554"/>
                </a:lnTo>
                <a:lnTo>
                  <a:pt x="239292" y="59022"/>
                </a:lnTo>
                <a:lnTo>
                  <a:pt x="239398" y="58502"/>
                </a:lnTo>
                <a:lnTo>
                  <a:pt x="239523" y="57995"/>
                </a:lnTo>
                <a:lnTo>
                  <a:pt x="239666" y="57502"/>
                </a:lnTo>
                <a:lnTo>
                  <a:pt x="239829" y="57022"/>
                </a:lnTo>
                <a:lnTo>
                  <a:pt x="240012" y="56554"/>
                </a:lnTo>
                <a:lnTo>
                  <a:pt x="240213" y="56100"/>
                </a:lnTo>
                <a:lnTo>
                  <a:pt x="240434" y="55658"/>
                </a:lnTo>
                <a:lnTo>
                  <a:pt x="240673" y="55230"/>
                </a:lnTo>
                <a:lnTo>
                  <a:pt x="240932" y="54815"/>
                </a:lnTo>
                <a:lnTo>
                  <a:pt x="241210" y="54413"/>
                </a:lnTo>
                <a:lnTo>
                  <a:pt x="241508" y="54024"/>
                </a:lnTo>
                <a:lnTo>
                  <a:pt x="241824" y="53648"/>
                </a:lnTo>
                <a:lnTo>
                  <a:pt x="242160" y="53285"/>
                </a:lnTo>
                <a:lnTo>
                  <a:pt x="242515" y="52935"/>
                </a:lnTo>
                <a:lnTo>
                  <a:pt x="242889" y="52598"/>
                </a:lnTo>
                <a:lnTo>
                  <a:pt x="243282" y="52274"/>
                </a:lnTo>
                <a:lnTo>
                  <a:pt x="243694" y="51963"/>
                </a:lnTo>
                <a:lnTo>
                  <a:pt x="244126" y="51665"/>
                </a:lnTo>
                <a:lnTo>
                  <a:pt x="244577" y="51381"/>
                </a:lnTo>
                <a:lnTo>
                  <a:pt x="245043" y="51108"/>
                </a:lnTo>
                <a:lnTo>
                  <a:pt x="245521" y="50847"/>
                </a:lnTo>
                <a:lnTo>
                  <a:pt x="246010" y="50597"/>
                </a:lnTo>
                <a:lnTo>
                  <a:pt x="246511" y="50360"/>
                </a:lnTo>
                <a:lnTo>
                  <a:pt x="247024" y="50133"/>
                </a:lnTo>
                <a:lnTo>
                  <a:pt x="247548" y="49919"/>
                </a:lnTo>
                <a:lnTo>
                  <a:pt x="248084" y="49716"/>
                </a:lnTo>
                <a:lnTo>
                  <a:pt x="248632" y="49524"/>
                </a:lnTo>
                <a:lnTo>
                  <a:pt x="249191" y="49344"/>
                </a:lnTo>
                <a:lnTo>
                  <a:pt x="249762" y="49176"/>
                </a:lnTo>
                <a:lnTo>
                  <a:pt x="250345" y="49019"/>
                </a:lnTo>
                <a:lnTo>
                  <a:pt x="250939" y="48874"/>
                </a:lnTo>
                <a:lnTo>
                  <a:pt x="251545" y="48741"/>
                </a:lnTo>
                <a:lnTo>
                  <a:pt x="252163" y="48619"/>
                </a:lnTo>
                <a:lnTo>
                  <a:pt x="252792" y="48509"/>
                </a:lnTo>
                <a:lnTo>
                  <a:pt x="253433" y="48410"/>
                </a:lnTo>
                <a:lnTo>
                  <a:pt x="254085" y="48323"/>
                </a:lnTo>
                <a:lnTo>
                  <a:pt x="254749" y="48248"/>
                </a:lnTo>
                <a:lnTo>
                  <a:pt x="255425" y="48184"/>
                </a:lnTo>
                <a:lnTo>
                  <a:pt x="256112" y="48132"/>
                </a:lnTo>
                <a:lnTo>
                  <a:pt x="256811" y="48091"/>
                </a:lnTo>
                <a:lnTo>
                  <a:pt x="257522" y="48062"/>
                </a:lnTo>
                <a:lnTo>
                  <a:pt x="258245" y="48045"/>
                </a:lnTo>
                <a:lnTo>
                  <a:pt x="258979" y="48039"/>
                </a:lnTo>
                <a:lnTo>
                  <a:pt x="259705" y="48047"/>
                </a:lnTo>
                <a:lnTo>
                  <a:pt x="260423" y="48070"/>
                </a:lnTo>
                <a:lnTo>
                  <a:pt x="261132" y="48109"/>
                </a:lnTo>
                <a:lnTo>
                  <a:pt x="261831" y="48163"/>
                </a:lnTo>
                <a:lnTo>
                  <a:pt x="262521" y="48232"/>
                </a:lnTo>
                <a:lnTo>
                  <a:pt x="263202" y="48317"/>
                </a:lnTo>
                <a:lnTo>
                  <a:pt x="263873" y="48418"/>
                </a:lnTo>
                <a:lnTo>
                  <a:pt x="264535" y="48534"/>
                </a:lnTo>
                <a:lnTo>
                  <a:pt x="265188" y="48665"/>
                </a:lnTo>
                <a:lnTo>
                  <a:pt x="265832" y="48812"/>
                </a:lnTo>
                <a:lnTo>
                  <a:pt x="266467" y="48974"/>
                </a:lnTo>
                <a:lnTo>
                  <a:pt x="267092" y="49152"/>
                </a:lnTo>
                <a:lnTo>
                  <a:pt x="267708" y="49345"/>
                </a:lnTo>
                <a:lnTo>
                  <a:pt x="268315" y="49554"/>
                </a:lnTo>
                <a:lnTo>
                  <a:pt x="268912" y="49778"/>
                </a:lnTo>
                <a:lnTo>
                  <a:pt x="269500" y="50017"/>
                </a:lnTo>
                <a:lnTo>
                  <a:pt x="270079" y="50272"/>
                </a:lnTo>
                <a:lnTo>
                  <a:pt x="270649" y="50543"/>
                </a:lnTo>
                <a:lnTo>
                  <a:pt x="271210" y="50829"/>
                </a:lnTo>
                <a:lnTo>
                  <a:pt x="271761" y="51130"/>
                </a:lnTo>
                <a:lnTo>
                  <a:pt x="272303" y="51447"/>
                </a:lnTo>
                <a:lnTo>
                  <a:pt x="272836" y="51779"/>
                </a:lnTo>
                <a:lnTo>
                  <a:pt x="273359" y="52127"/>
                </a:lnTo>
                <a:lnTo>
                  <a:pt x="273874" y="52490"/>
                </a:lnTo>
                <a:lnTo>
                  <a:pt x="274373" y="52872"/>
                </a:lnTo>
                <a:lnTo>
                  <a:pt x="274850" y="53276"/>
                </a:lnTo>
                <a:lnTo>
                  <a:pt x="275307" y="53702"/>
                </a:lnTo>
                <a:lnTo>
                  <a:pt x="275742" y="54150"/>
                </a:lnTo>
                <a:lnTo>
                  <a:pt x="276156" y="54619"/>
                </a:lnTo>
                <a:lnTo>
                  <a:pt x="276549" y="55111"/>
                </a:lnTo>
                <a:lnTo>
                  <a:pt x="276921" y="55624"/>
                </a:lnTo>
                <a:lnTo>
                  <a:pt x="277271" y="56160"/>
                </a:lnTo>
                <a:lnTo>
                  <a:pt x="277600" y="56717"/>
                </a:lnTo>
                <a:lnTo>
                  <a:pt x="277908" y="57296"/>
                </a:lnTo>
                <a:lnTo>
                  <a:pt x="278195" y="57898"/>
                </a:lnTo>
                <a:lnTo>
                  <a:pt x="278460" y="58521"/>
                </a:lnTo>
                <a:lnTo>
                  <a:pt x="278705" y="59166"/>
                </a:lnTo>
                <a:lnTo>
                  <a:pt x="278928" y="59833"/>
                </a:lnTo>
                <a:lnTo>
                  <a:pt x="279129" y="60522"/>
                </a:lnTo>
                <a:lnTo>
                  <a:pt x="279310" y="61233"/>
                </a:lnTo>
                <a:lnTo>
                  <a:pt x="279469" y="61965"/>
                </a:lnTo>
                <a:lnTo>
                  <a:pt x="279607" y="62720"/>
                </a:lnTo>
                <a:lnTo>
                  <a:pt x="279724" y="63497"/>
                </a:lnTo>
                <a:lnTo>
                  <a:pt x="279820" y="64295"/>
                </a:lnTo>
                <a:lnTo>
                  <a:pt x="279894" y="65116"/>
                </a:lnTo>
                <a:lnTo>
                  <a:pt x="279947" y="65958"/>
                </a:lnTo>
                <a:lnTo>
                  <a:pt x="279979" y="66823"/>
                </a:lnTo>
                <a:lnTo>
                  <a:pt x="279989" y="67709"/>
                </a:lnTo>
                <a:lnTo>
                  <a:pt x="295970" y="67709"/>
                </a:lnTo>
                <a:lnTo>
                  <a:pt x="295964" y="67002"/>
                </a:lnTo>
                <a:lnTo>
                  <a:pt x="295949" y="66304"/>
                </a:lnTo>
                <a:lnTo>
                  <a:pt x="295923" y="65614"/>
                </a:lnTo>
                <a:lnTo>
                  <a:pt x="295887" y="64933"/>
                </a:lnTo>
                <a:lnTo>
                  <a:pt x="295841" y="64260"/>
                </a:lnTo>
                <a:lnTo>
                  <a:pt x="295785" y="63595"/>
                </a:lnTo>
                <a:lnTo>
                  <a:pt x="295718" y="62939"/>
                </a:lnTo>
                <a:lnTo>
                  <a:pt x="295641" y="62292"/>
                </a:lnTo>
                <a:lnTo>
                  <a:pt x="295553" y="61653"/>
                </a:lnTo>
                <a:lnTo>
                  <a:pt x="295456" y="61022"/>
                </a:lnTo>
                <a:lnTo>
                  <a:pt x="295348" y="60400"/>
                </a:lnTo>
                <a:lnTo>
                  <a:pt x="295230" y="59786"/>
                </a:lnTo>
                <a:lnTo>
                  <a:pt x="295101" y="59181"/>
                </a:lnTo>
                <a:lnTo>
                  <a:pt x="294963" y="58584"/>
                </a:lnTo>
                <a:lnTo>
                  <a:pt x="294814" y="57996"/>
                </a:lnTo>
                <a:lnTo>
                  <a:pt x="294654" y="57416"/>
                </a:lnTo>
                <a:lnTo>
                  <a:pt x="294485" y="56845"/>
                </a:lnTo>
                <a:lnTo>
                  <a:pt x="294305" y="56282"/>
                </a:lnTo>
                <a:lnTo>
                  <a:pt x="294115" y="55727"/>
                </a:lnTo>
                <a:lnTo>
                  <a:pt x="293915" y="55181"/>
                </a:lnTo>
                <a:lnTo>
                  <a:pt x="293704" y="54644"/>
                </a:lnTo>
                <a:lnTo>
                  <a:pt x="293483" y="54115"/>
                </a:lnTo>
                <a:lnTo>
                  <a:pt x="293252" y="53594"/>
                </a:lnTo>
                <a:lnTo>
                  <a:pt x="293010" y="53082"/>
                </a:lnTo>
                <a:lnTo>
                  <a:pt x="292760" y="52578"/>
                </a:lnTo>
                <a:lnTo>
                  <a:pt x="292502" y="52082"/>
                </a:lnTo>
                <a:lnTo>
                  <a:pt x="292237" y="51594"/>
                </a:lnTo>
                <a:lnTo>
                  <a:pt x="291965" y="51113"/>
                </a:lnTo>
                <a:lnTo>
                  <a:pt x="291685" y="50640"/>
                </a:lnTo>
                <a:lnTo>
                  <a:pt x="291398" y="50175"/>
                </a:lnTo>
                <a:lnTo>
                  <a:pt x="291104" y="49717"/>
                </a:lnTo>
                <a:lnTo>
                  <a:pt x="290802" y="49268"/>
                </a:lnTo>
                <a:lnTo>
                  <a:pt x="290493" y="48826"/>
                </a:lnTo>
                <a:lnTo>
                  <a:pt x="290176" y="48392"/>
                </a:lnTo>
                <a:lnTo>
                  <a:pt x="289852" y="47965"/>
                </a:lnTo>
                <a:lnTo>
                  <a:pt x="289521" y="47547"/>
                </a:lnTo>
                <a:lnTo>
                  <a:pt x="289182" y="47136"/>
                </a:lnTo>
                <a:lnTo>
                  <a:pt x="288836" y="46733"/>
                </a:lnTo>
                <a:lnTo>
                  <a:pt x="288483" y="46337"/>
                </a:lnTo>
                <a:lnTo>
                  <a:pt x="288122" y="45950"/>
                </a:lnTo>
                <a:lnTo>
                  <a:pt x="287754" y="45570"/>
                </a:lnTo>
                <a:lnTo>
                  <a:pt x="287378" y="45198"/>
                </a:lnTo>
                <a:lnTo>
                  <a:pt x="286996" y="44834"/>
                </a:lnTo>
                <a:lnTo>
                  <a:pt x="286605" y="44477"/>
                </a:lnTo>
                <a:lnTo>
                  <a:pt x="286208" y="44128"/>
                </a:lnTo>
                <a:lnTo>
                  <a:pt x="285803" y="43787"/>
                </a:lnTo>
                <a:lnTo>
                  <a:pt x="285391" y="43454"/>
                </a:lnTo>
                <a:lnTo>
                  <a:pt x="284971" y="43129"/>
                </a:lnTo>
                <a:lnTo>
                  <a:pt x="284545" y="42810"/>
                </a:lnTo>
                <a:lnTo>
                  <a:pt x="284113" y="42499"/>
                </a:lnTo>
                <a:lnTo>
                  <a:pt x="283676" y="42195"/>
                </a:lnTo>
                <a:lnTo>
                  <a:pt x="283234" y="41898"/>
                </a:lnTo>
                <a:lnTo>
                  <a:pt x="282786" y="41607"/>
                </a:lnTo>
                <a:lnTo>
                  <a:pt x="282332" y="41324"/>
                </a:lnTo>
                <a:lnTo>
                  <a:pt x="281873" y="41048"/>
                </a:lnTo>
                <a:lnTo>
                  <a:pt x="281409" y="40780"/>
                </a:lnTo>
                <a:lnTo>
                  <a:pt x="280939" y="40518"/>
                </a:lnTo>
                <a:lnTo>
                  <a:pt x="280463" y="40263"/>
                </a:lnTo>
                <a:lnTo>
                  <a:pt x="279983" y="40015"/>
                </a:lnTo>
                <a:lnTo>
                  <a:pt x="279496" y="39775"/>
                </a:lnTo>
                <a:lnTo>
                  <a:pt x="279004" y="39541"/>
                </a:lnTo>
                <a:lnTo>
                  <a:pt x="278507" y="39315"/>
                </a:lnTo>
                <a:lnTo>
                  <a:pt x="278004" y="39095"/>
                </a:lnTo>
                <a:lnTo>
                  <a:pt x="277496" y="38883"/>
                </a:lnTo>
                <a:lnTo>
                  <a:pt x="276982" y="38677"/>
                </a:lnTo>
                <a:lnTo>
                  <a:pt x="276463" y="38479"/>
                </a:lnTo>
                <a:lnTo>
                  <a:pt x="275938" y="38288"/>
                </a:lnTo>
                <a:lnTo>
                  <a:pt x="275408" y="38104"/>
                </a:lnTo>
                <a:lnTo>
                  <a:pt x="274872" y="37927"/>
                </a:lnTo>
                <a:lnTo>
                  <a:pt x="274331" y="37757"/>
                </a:lnTo>
                <a:lnTo>
                  <a:pt x="273785" y="37594"/>
                </a:lnTo>
                <a:lnTo>
                  <a:pt x="273232" y="37438"/>
                </a:lnTo>
                <a:lnTo>
                  <a:pt x="272676" y="37289"/>
                </a:lnTo>
                <a:lnTo>
                  <a:pt x="272116" y="37146"/>
                </a:lnTo>
                <a:lnTo>
                  <a:pt x="271553" y="37010"/>
                </a:lnTo>
                <a:lnTo>
                  <a:pt x="270987" y="36880"/>
                </a:lnTo>
                <a:lnTo>
                  <a:pt x="270417" y="36756"/>
                </a:lnTo>
                <a:lnTo>
                  <a:pt x="269845" y="36638"/>
                </a:lnTo>
                <a:lnTo>
                  <a:pt x="269269" y="36527"/>
                </a:lnTo>
                <a:lnTo>
                  <a:pt x="268689" y="36423"/>
                </a:lnTo>
                <a:lnTo>
                  <a:pt x="268107" y="36324"/>
                </a:lnTo>
                <a:lnTo>
                  <a:pt x="267521" y="36232"/>
                </a:lnTo>
                <a:lnTo>
                  <a:pt x="266932" y="36146"/>
                </a:lnTo>
                <a:lnTo>
                  <a:pt x="266340" y="36067"/>
                </a:lnTo>
                <a:lnTo>
                  <a:pt x="265744" y="35994"/>
                </a:lnTo>
                <a:lnTo>
                  <a:pt x="265145" y="35927"/>
                </a:lnTo>
                <a:lnTo>
                  <a:pt x="264543" y="35867"/>
                </a:lnTo>
                <a:lnTo>
                  <a:pt x="263938" y="35813"/>
                </a:lnTo>
                <a:lnTo>
                  <a:pt x="263330" y="35766"/>
                </a:lnTo>
                <a:lnTo>
                  <a:pt x="262718" y="35724"/>
                </a:lnTo>
                <a:lnTo>
                  <a:pt x="262103" y="35689"/>
                </a:lnTo>
                <a:lnTo>
                  <a:pt x="261484" y="35661"/>
                </a:lnTo>
                <a:lnTo>
                  <a:pt x="260863" y="35639"/>
                </a:lnTo>
                <a:lnTo>
                  <a:pt x="260238" y="35623"/>
                </a:lnTo>
                <a:lnTo>
                  <a:pt x="259610" y="35613"/>
                </a:lnTo>
                <a:lnTo>
                  <a:pt x="258979" y="35610"/>
                </a:lnTo>
                <a:lnTo>
                  <a:pt x="258339" y="35613"/>
                </a:lnTo>
                <a:lnTo>
                  <a:pt x="257704" y="35622"/>
                </a:lnTo>
                <a:lnTo>
                  <a:pt x="257072" y="35636"/>
                </a:lnTo>
                <a:lnTo>
                  <a:pt x="256444" y="35657"/>
                </a:lnTo>
                <a:lnTo>
                  <a:pt x="255820" y="35683"/>
                </a:lnTo>
                <a:lnTo>
                  <a:pt x="255199" y="35715"/>
                </a:lnTo>
                <a:lnTo>
                  <a:pt x="254583" y="35753"/>
                </a:lnTo>
                <a:lnTo>
                  <a:pt x="253970" y="35796"/>
                </a:lnTo>
                <a:lnTo>
                  <a:pt x="253360" y="35846"/>
                </a:lnTo>
                <a:lnTo>
                  <a:pt x="252755" y="35901"/>
                </a:lnTo>
                <a:lnTo>
                  <a:pt x="252153" y="35962"/>
                </a:lnTo>
                <a:lnTo>
                  <a:pt x="251556" y="36029"/>
                </a:lnTo>
                <a:lnTo>
                  <a:pt x="250962" y="36102"/>
                </a:lnTo>
                <a:lnTo>
                  <a:pt x="250371" y="36181"/>
                </a:lnTo>
                <a:lnTo>
                  <a:pt x="249785" y="36265"/>
                </a:lnTo>
                <a:lnTo>
                  <a:pt x="249202" y="36355"/>
                </a:lnTo>
                <a:lnTo>
                  <a:pt x="248623" y="36451"/>
                </a:lnTo>
                <a:lnTo>
                  <a:pt x="248048" y="36553"/>
                </a:lnTo>
                <a:lnTo>
                  <a:pt x="247476" y="36661"/>
                </a:lnTo>
                <a:lnTo>
                  <a:pt x="246908" y="36775"/>
                </a:lnTo>
                <a:lnTo>
                  <a:pt x="246345" y="36894"/>
                </a:lnTo>
                <a:lnTo>
                  <a:pt x="245784" y="37019"/>
                </a:lnTo>
                <a:lnTo>
                  <a:pt x="245228" y="37150"/>
                </a:lnTo>
                <a:lnTo>
                  <a:pt x="244675" y="37287"/>
                </a:lnTo>
                <a:lnTo>
                  <a:pt x="244128" y="37429"/>
                </a:lnTo>
                <a:lnTo>
                  <a:pt x="243586" y="37578"/>
                </a:lnTo>
                <a:lnTo>
                  <a:pt x="243050" y="37732"/>
                </a:lnTo>
                <a:lnTo>
                  <a:pt x="242520" y="37892"/>
                </a:lnTo>
                <a:lnTo>
                  <a:pt x="241996" y="38057"/>
                </a:lnTo>
                <a:lnTo>
                  <a:pt x="241479" y="38229"/>
                </a:lnTo>
                <a:lnTo>
                  <a:pt x="240967" y="38406"/>
                </a:lnTo>
                <a:lnTo>
                  <a:pt x="240461" y="38590"/>
                </a:lnTo>
                <a:lnTo>
                  <a:pt x="239961" y="38779"/>
                </a:lnTo>
                <a:lnTo>
                  <a:pt x="239467" y="38974"/>
                </a:lnTo>
                <a:lnTo>
                  <a:pt x="238980" y="39174"/>
                </a:lnTo>
                <a:lnTo>
                  <a:pt x="238498" y="39381"/>
                </a:lnTo>
                <a:lnTo>
                  <a:pt x="238022" y="39593"/>
                </a:lnTo>
                <a:lnTo>
                  <a:pt x="237552" y="39811"/>
                </a:lnTo>
                <a:lnTo>
                  <a:pt x="237088" y="40036"/>
                </a:lnTo>
                <a:lnTo>
                  <a:pt x="236630" y="40265"/>
                </a:lnTo>
                <a:lnTo>
                  <a:pt x="236179" y="40501"/>
                </a:lnTo>
                <a:lnTo>
                  <a:pt x="235733" y="40743"/>
                </a:lnTo>
                <a:lnTo>
                  <a:pt x="235293" y="40990"/>
                </a:lnTo>
                <a:lnTo>
                  <a:pt x="234859" y="41243"/>
                </a:lnTo>
                <a:lnTo>
                  <a:pt x="234431" y="41502"/>
                </a:lnTo>
                <a:lnTo>
                  <a:pt x="234009" y="41767"/>
                </a:lnTo>
                <a:lnTo>
                  <a:pt x="233593" y="42038"/>
                </a:lnTo>
                <a:lnTo>
                  <a:pt x="233183" y="42315"/>
                </a:lnTo>
                <a:lnTo>
                  <a:pt x="232780" y="42597"/>
                </a:lnTo>
                <a:lnTo>
                  <a:pt x="232385" y="42885"/>
                </a:lnTo>
                <a:lnTo>
                  <a:pt x="231997" y="43179"/>
                </a:lnTo>
                <a:lnTo>
                  <a:pt x="231616" y="43478"/>
                </a:lnTo>
                <a:lnTo>
                  <a:pt x="231243" y="43784"/>
                </a:lnTo>
                <a:lnTo>
                  <a:pt x="230878" y="44095"/>
                </a:lnTo>
                <a:lnTo>
                  <a:pt x="230520" y="44412"/>
                </a:lnTo>
                <a:lnTo>
                  <a:pt x="230169" y="44735"/>
                </a:lnTo>
                <a:lnTo>
                  <a:pt x="229826" y="45064"/>
                </a:lnTo>
                <a:lnTo>
                  <a:pt x="229491" y="45398"/>
                </a:lnTo>
                <a:lnTo>
                  <a:pt x="229163" y="45739"/>
                </a:lnTo>
                <a:lnTo>
                  <a:pt x="228843" y="46085"/>
                </a:lnTo>
                <a:lnTo>
                  <a:pt x="228530" y="46437"/>
                </a:lnTo>
                <a:lnTo>
                  <a:pt x="228225" y="46795"/>
                </a:lnTo>
                <a:lnTo>
                  <a:pt x="227928" y="47158"/>
                </a:lnTo>
                <a:lnTo>
                  <a:pt x="227637" y="47528"/>
                </a:lnTo>
                <a:lnTo>
                  <a:pt x="227355" y="47903"/>
                </a:lnTo>
                <a:lnTo>
                  <a:pt x="227080" y="48284"/>
                </a:lnTo>
                <a:lnTo>
                  <a:pt x="226812" y="48671"/>
                </a:lnTo>
                <a:lnTo>
                  <a:pt x="226552" y="49064"/>
                </a:lnTo>
                <a:lnTo>
                  <a:pt x="226300" y="49462"/>
                </a:lnTo>
                <a:lnTo>
                  <a:pt x="226055" y="49867"/>
                </a:lnTo>
                <a:lnTo>
                  <a:pt x="225818" y="50277"/>
                </a:lnTo>
                <a:lnTo>
                  <a:pt x="225588" y="50693"/>
                </a:lnTo>
                <a:lnTo>
                  <a:pt x="225367" y="51115"/>
                </a:lnTo>
                <a:lnTo>
                  <a:pt x="225155" y="51542"/>
                </a:lnTo>
                <a:lnTo>
                  <a:pt x="224952" y="51975"/>
                </a:lnTo>
                <a:lnTo>
                  <a:pt x="224759" y="52413"/>
                </a:lnTo>
                <a:lnTo>
                  <a:pt x="224575" y="52856"/>
                </a:lnTo>
                <a:lnTo>
                  <a:pt x="224401" y="53305"/>
                </a:lnTo>
                <a:lnTo>
                  <a:pt x="224236" y="53760"/>
                </a:lnTo>
                <a:lnTo>
                  <a:pt x="224081" y="54220"/>
                </a:lnTo>
                <a:lnTo>
                  <a:pt x="223935" y="54685"/>
                </a:lnTo>
                <a:lnTo>
                  <a:pt x="223798" y="55156"/>
                </a:lnTo>
                <a:lnTo>
                  <a:pt x="223671" y="55633"/>
                </a:lnTo>
                <a:lnTo>
                  <a:pt x="223553" y="56115"/>
                </a:lnTo>
                <a:lnTo>
                  <a:pt x="223445" y="56602"/>
                </a:lnTo>
                <a:lnTo>
                  <a:pt x="223346" y="57095"/>
                </a:lnTo>
                <a:lnTo>
                  <a:pt x="223257" y="57593"/>
                </a:lnTo>
                <a:lnTo>
                  <a:pt x="223177" y="58097"/>
                </a:lnTo>
                <a:lnTo>
                  <a:pt x="223106" y="58606"/>
                </a:lnTo>
                <a:lnTo>
                  <a:pt x="223045" y="59121"/>
                </a:lnTo>
                <a:lnTo>
                  <a:pt x="222993" y="59641"/>
                </a:lnTo>
                <a:lnTo>
                  <a:pt x="222951" y="60167"/>
                </a:lnTo>
                <a:lnTo>
                  <a:pt x="222918" y="60698"/>
                </a:lnTo>
                <a:lnTo>
                  <a:pt x="222894" y="61234"/>
                </a:lnTo>
                <a:lnTo>
                  <a:pt x="222880" y="61776"/>
                </a:lnTo>
                <a:lnTo>
                  <a:pt x="222875" y="62324"/>
                </a:lnTo>
                <a:lnTo>
                  <a:pt x="222882" y="63021"/>
                </a:lnTo>
                <a:lnTo>
                  <a:pt x="222902" y="63709"/>
                </a:lnTo>
                <a:lnTo>
                  <a:pt x="222935" y="64386"/>
                </a:lnTo>
                <a:lnTo>
                  <a:pt x="222982" y="65054"/>
                </a:lnTo>
                <a:lnTo>
                  <a:pt x="223042" y="65711"/>
                </a:lnTo>
                <a:lnTo>
                  <a:pt x="223116" y="66358"/>
                </a:lnTo>
                <a:lnTo>
                  <a:pt x="223202" y="66996"/>
                </a:lnTo>
                <a:lnTo>
                  <a:pt x="223303" y="67623"/>
                </a:lnTo>
                <a:lnTo>
                  <a:pt x="223416" y="68240"/>
                </a:lnTo>
                <a:lnTo>
                  <a:pt x="223543" y="68847"/>
                </a:lnTo>
                <a:lnTo>
                  <a:pt x="223683" y="69444"/>
                </a:lnTo>
                <a:lnTo>
                  <a:pt x="223837" y="70031"/>
                </a:lnTo>
                <a:lnTo>
                  <a:pt x="224004" y="70608"/>
                </a:lnTo>
                <a:lnTo>
                  <a:pt x="224184" y="71175"/>
                </a:lnTo>
                <a:lnTo>
                  <a:pt x="224378" y="71732"/>
                </a:lnTo>
                <a:lnTo>
                  <a:pt x="224585" y="72279"/>
                </a:lnTo>
                <a:lnTo>
                  <a:pt x="224805" y="72815"/>
                </a:lnTo>
                <a:lnTo>
                  <a:pt x="225039" y="73342"/>
                </a:lnTo>
                <a:lnTo>
                  <a:pt x="225286" y="73859"/>
                </a:lnTo>
                <a:lnTo>
                  <a:pt x="225547" y="74365"/>
                </a:lnTo>
                <a:lnTo>
                  <a:pt x="225821" y="74862"/>
                </a:lnTo>
                <a:lnTo>
                  <a:pt x="226108" y="75348"/>
                </a:lnTo>
                <a:lnTo>
                  <a:pt x="226408" y="75825"/>
                </a:lnTo>
                <a:lnTo>
                  <a:pt x="226722" y="76291"/>
                </a:lnTo>
                <a:lnTo>
                  <a:pt x="227050" y="76749"/>
                </a:lnTo>
                <a:lnTo>
                  <a:pt x="227390" y="77200"/>
                </a:lnTo>
                <a:lnTo>
                  <a:pt x="227744" y="77645"/>
                </a:lnTo>
                <a:lnTo>
                  <a:pt x="228112" y="78083"/>
                </a:lnTo>
                <a:lnTo>
                  <a:pt x="228492" y="78514"/>
                </a:lnTo>
                <a:lnTo>
                  <a:pt x="228886" y="78939"/>
                </a:lnTo>
                <a:lnTo>
                  <a:pt x="229294" y="79356"/>
                </a:lnTo>
                <a:lnTo>
                  <a:pt x="229714" y="79767"/>
                </a:lnTo>
                <a:lnTo>
                  <a:pt x="230149" y="80172"/>
                </a:lnTo>
                <a:lnTo>
                  <a:pt x="230596" y="80570"/>
                </a:lnTo>
                <a:lnTo>
                  <a:pt x="231057" y="80961"/>
                </a:lnTo>
                <a:lnTo>
                  <a:pt x="231531" y="81345"/>
                </a:lnTo>
                <a:lnTo>
                  <a:pt x="232019" y="81723"/>
                </a:lnTo>
                <a:lnTo>
                  <a:pt x="232520" y="82093"/>
                </a:lnTo>
                <a:lnTo>
                  <a:pt x="233034" y="82458"/>
                </a:lnTo>
                <a:lnTo>
                  <a:pt x="233562" y="82815"/>
                </a:lnTo>
                <a:lnTo>
                  <a:pt x="234103" y="83166"/>
                </a:lnTo>
                <a:lnTo>
                  <a:pt x="234657" y="83510"/>
                </a:lnTo>
                <a:lnTo>
                  <a:pt x="235225" y="83847"/>
                </a:lnTo>
                <a:lnTo>
                  <a:pt x="235806" y="84178"/>
                </a:lnTo>
                <a:lnTo>
                  <a:pt x="236400" y="84502"/>
                </a:lnTo>
                <a:lnTo>
                  <a:pt x="237008" y="84819"/>
                </a:lnTo>
                <a:lnTo>
                  <a:pt x="237629" y="85130"/>
                </a:lnTo>
                <a:lnTo>
                  <a:pt x="238264" y="85434"/>
                </a:lnTo>
                <a:lnTo>
                  <a:pt x="238911" y="85733"/>
                </a:lnTo>
                <a:lnTo>
                  <a:pt x="239571" y="86029"/>
                </a:lnTo>
                <a:lnTo>
                  <a:pt x="240243" y="86321"/>
                </a:lnTo>
                <a:lnTo>
                  <a:pt x="240927" y="86611"/>
                </a:lnTo>
                <a:lnTo>
                  <a:pt x="241624" y="86898"/>
                </a:lnTo>
                <a:lnTo>
                  <a:pt x="242333" y="87182"/>
                </a:lnTo>
                <a:lnTo>
                  <a:pt x="243054" y="87463"/>
                </a:lnTo>
                <a:lnTo>
                  <a:pt x="243788" y="87741"/>
                </a:lnTo>
                <a:lnTo>
                  <a:pt x="244534" y="88016"/>
                </a:lnTo>
                <a:lnTo>
                  <a:pt x="245292" y="88288"/>
                </a:lnTo>
                <a:lnTo>
                  <a:pt x="246062" y="88557"/>
                </a:lnTo>
                <a:lnTo>
                  <a:pt x="246845" y="88823"/>
                </a:lnTo>
                <a:lnTo>
                  <a:pt x="247641" y="89085"/>
                </a:lnTo>
                <a:lnTo>
                  <a:pt x="248448" y="89345"/>
                </a:lnTo>
                <a:lnTo>
                  <a:pt x="249268" y="89602"/>
                </a:lnTo>
                <a:lnTo>
                  <a:pt x="250101" y="89856"/>
                </a:lnTo>
                <a:lnTo>
                  <a:pt x="250945" y="90107"/>
                </a:lnTo>
                <a:lnTo>
                  <a:pt x="251802" y="90356"/>
                </a:lnTo>
                <a:lnTo>
                  <a:pt x="252672" y="90601"/>
                </a:lnTo>
                <a:lnTo>
                  <a:pt x="253553" y="90843"/>
                </a:lnTo>
                <a:lnTo>
                  <a:pt x="254447" y="91082"/>
                </a:lnTo>
                <a:lnTo>
                  <a:pt x="255353" y="91318"/>
                </a:lnTo>
                <a:lnTo>
                  <a:pt x="256272" y="91551"/>
                </a:lnTo>
                <a:lnTo>
                  <a:pt x="257203" y="91781"/>
                </a:lnTo>
                <a:lnTo>
                  <a:pt x="258339" y="92061"/>
                </a:lnTo>
                <a:lnTo>
                  <a:pt x="259447" y="92341"/>
                </a:lnTo>
                <a:lnTo>
                  <a:pt x="260525" y="92622"/>
                </a:lnTo>
                <a:lnTo>
                  <a:pt x="261575" y="92904"/>
                </a:lnTo>
                <a:lnTo>
                  <a:pt x="262595" y="93186"/>
                </a:lnTo>
                <a:lnTo>
                  <a:pt x="263587" y="93469"/>
                </a:lnTo>
                <a:lnTo>
                  <a:pt x="264550" y="93753"/>
                </a:lnTo>
                <a:lnTo>
                  <a:pt x="265483" y="94038"/>
                </a:lnTo>
                <a:lnTo>
                  <a:pt x="266388" y="94323"/>
                </a:lnTo>
                <a:lnTo>
                  <a:pt x="267264" y="94609"/>
                </a:lnTo>
                <a:lnTo>
                  <a:pt x="268111" y="94896"/>
                </a:lnTo>
                <a:lnTo>
                  <a:pt x="268929" y="95183"/>
                </a:lnTo>
                <a:lnTo>
                  <a:pt x="269718" y="95472"/>
                </a:lnTo>
                <a:lnTo>
                  <a:pt x="270478" y="95761"/>
                </a:lnTo>
                <a:lnTo>
                  <a:pt x="271209" y="96050"/>
                </a:lnTo>
                <a:lnTo>
                  <a:pt x="271912" y="96341"/>
                </a:lnTo>
                <a:lnTo>
                  <a:pt x="272585" y="96632"/>
                </a:lnTo>
                <a:lnTo>
                  <a:pt x="273229" y="96923"/>
                </a:lnTo>
                <a:lnTo>
                  <a:pt x="273845" y="97216"/>
                </a:lnTo>
                <a:lnTo>
                  <a:pt x="274431" y="97509"/>
                </a:lnTo>
                <a:lnTo>
                  <a:pt x="274989" y="97803"/>
                </a:lnTo>
                <a:lnTo>
                  <a:pt x="275517" y="98098"/>
                </a:lnTo>
                <a:lnTo>
                  <a:pt x="276017" y="98393"/>
                </a:lnTo>
                <a:lnTo>
                  <a:pt x="276488" y="98689"/>
                </a:lnTo>
                <a:lnTo>
                  <a:pt x="276934" y="98992"/>
                </a:lnTo>
                <a:lnTo>
                  <a:pt x="277362" y="99308"/>
                </a:lnTo>
                <a:lnTo>
                  <a:pt x="277771" y="99636"/>
                </a:lnTo>
                <a:lnTo>
                  <a:pt x="278160" y="99978"/>
                </a:lnTo>
                <a:lnTo>
                  <a:pt x="278531" y="100333"/>
                </a:lnTo>
                <a:lnTo>
                  <a:pt x="278883" y="100701"/>
                </a:lnTo>
                <a:lnTo>
                  <a:pt x="279215" y="101082"/>
                </a:lnTo>
                <a:lnTo>
                  <a:pt x="279529" y="101476"/>
                </a:lnTo>
                <a:lnTo>
                  <a:pt x="279824" y="101884"/>
                </a:lnTo>
                <a:lnTo>
                  <a:pt x="280099" y="102304"/>
                </a:lnTo>
                <a:lnTo>
                  <a:pt x="280356" y="102737"/>
                </a:lnTo>
                <a:lnTo>
                  <a:pt x="280594" y="103184"/>
                </a:lnTo>
                <a:lnTo>
                  <a:pt x="280812" y="103643"/>
                </a:lnTo>
                <a:lnTo>
                  <a:pt x="281012" y="104115"/>
                </a:lnTo>
                <a:lnTo>
                  <a:pt x="281192" y="104601"/>
                </a:lnTo>
                <a:lnTo>
                  <a:pt x="281354" y="105100"/>
                </a:lnTo>
                <a:lnTo>
                  <a:pt x="281497" y="105611"/>
                </a:lnTo>
                <a:lnTo>
                  <a:pt x="281620" y="106136"/>
                </a:lnTo>
                <a:lnTo>
                  <a:pt x="281725" y="106674"/>
                </a:lnTo>
                <a:lnTo>
                  <a:pt x="281810" y="107224"/>
                </a:lnTo>
                <a:lnTo>
                  <a:pt x="281877" y="107788"/>
                </a:lnTo>
                <a:lnTo>
                  <a:pt x="281924" y="108365"/>
                </a:lnTo>
                <a:lnTo>
                  <a:pt x="281953" y="108955"/>
                </a:lnTo>
                <a:lnTo>
                  <a:pt x="281962" y="109558"/>
                </a:lnTo>
                <a:lnTo>
                  <a:pt x="281952" y="110277"/>
                </a:lnTo>
                <a:lnTo>
                  <a:pt x="281920" y="110979"/>
                </a:lnTo>
                <a:lnTo>
                  <a:pt x="281868" y="111663"/>
                </a:lnTo>
                <a:lnTo>
                  <a:pt x="281794" y="112330"/>
                </a:lnTo>
                <a:lnTo>
                  <a:pt x="281699" y="112980"/>
                </a:lnTo>
                <a:lnTo>
                  <a:pt x="281583" y="113613"/>
                </a:lnTo>
                <a:lnTo>
                  <a:pt x="281446" y="114229"/>
                </a:lnTo>
                <a:lnTo>
                  <a:pt x="281288" y="114828"/>
                </a:lnTo>
                <a:lnTo>
                  <a:pt x="281109" y="115409"/>
                </a:lnTo>
                <a:lnTo>
                  <a:pt x="280909" y="115974"/>
                </a:lnTo>
                <a:lnTo>
                  <a:pt x="280688" y="116521"/>
                </a:lnTo>
                <a:lnTo>
                  <a:pt x="280446" y="117051"/>
                </a:lnTo>
                <a:lnTo>
                  <a:pt x="280182" y="117564"/>
                </a:lnTo>
                <a:lnTo>
                  <a:pt x="279898" y="118060"/>
                </a:lnTo>
                <a:lnTo>
                  <a:pt x="279593" y="118539"/>
                </a:lnTo>
                <a:lnTo>
                  <a:pt x="279266" y="119001"/>
                </a:lnTo>
                <a:lnTo>
                  <a:pt x="278919" y="119445"/>
                </a:lnTo>
                <a:lnTo>
                  <a:pt x="278550" y="119872"/>
                </a:lnTo>
                <a:lnTo>
                  <a:pt x="278160" y="120283"/>
                </a:lnTo>
                <a:lnTo>
                  <a:pt x="277749" y="120676"/>
                </a:lnTo>
                <a:lnTo>
                  <a:pt x="277318" y="121052"/>
                </a:lnTo>
                <a:lnTo>
                  <a:pt x="276865" y="121411"/>
                </a:lnTo>
                <a:lnTo>
                  <a:pt x="276391" y="121752"/>
                </a:lnTo>
                <a:lnTo>
                  <a:pt x="275896" y="122077"/>
                </a:lnTo>
                <a:lnTo>
                  <a:pt x="275384" y="122386"/>
                </a:lnTo>
                <a:lnTo>
                  <a:pt x="274862" y="122682"/>
                </a:lnTo>
                <a:lnTo>
                  <a:pt x="274328" y="122965"/>
                </a:lnTo>
                <a:lnTo>
                  <a:pt x="273782" y="123235"/>
                </a:lnTo>
                <a:lnTo>
                  <a:pt x="273225" y="123492"/>
                </a:lnTo>
                <a:lnTo>
                  <a:pt x="272656" y="123736"/>
                </a:lnTo>
                <a:lnTo>
                  <a:pt x="272076" y="123966"/>
                </a:lnTo>
                <a:lnTo>
                  <a:pt x="271484" y="124183"/>
                </a:lnTo>
                <a:lnTo>
                  <a:pt x="270881" y="124387"/>
                </a:lnTo>
                <a:lnTo>
                  <a:pt x="270267" y="124578"/>
                </a:lnTo>
                <a:lnTo>
                  <a:pt x="269641" y="124756"/>
                </a:lnTo>
                <a:lnTo>
                  <a:pt x="269003" y="124920"/>
                </a:lnTo>
                <a:lnTo>
                  <a:pt x="268354" y="125072"/>
                </a:lnTo>
                <a:lnTo>
                  <a:pt x="267694" y="125210"/>
                </a:lnTo>
                <a:lnTo>
                  <a:pt x="267022" y="125335"/>
                </a:lnTo>
                <a:lnTo>
                  <a:pt x="266338" y="125447"/>
                </a:lnTo>
                <a:lnTo>
                  <a:pt x="265644" y="125546"/>
                </a:lnTo>
                <a:lnTo>
                  <a:pt x="264937" y="125631"/>
                </a:lnTo>
                <a:lnTo>
                  <a:pt x="264219" y="125704"/>
                </a:lnTo>
                <a:lnTo>
                  <a:pt x="263490" y="125763"/>
                </a:lnTo>
                <a:lnTo>
                  <a:pt x="262749" y="125809"/>
                </a:lnTo>
                <a:lnTo>
                  <a:pt x="261997" y="125842"/>
                </a:lnTo>
                <a:lnTo>
                  <a:pt x="261233" y="125862"/>
                </a:lnTo>
                <a:lnTo>
                  <a:pt x="260458" y="125868"/>
                </a:lnTo>
                <a:lnTo>
                  <a:pt x="259593" y="125860"/>
                </a:lnTo>
                <a:lnTo>
                  <a:pt x="258740" y="125835"/>
                </a:lnTo>
                <a:lnTo>
                  <a:pt x="257899" y="125793"/>
                </a:lnTo>
                <a:lnTo>
                  <a:pt x="257070" y="125735"/>
                </a:lnTo>
                <a:lnTo>
                  <a:pt x="256253" y="125660"/>
                </a:lnTo>
                <a:lnTo>
                  <a:pt x="255449" y="125568"/>
                </a:lnTo>
                <a:lnTo>
                  <a:pt x="254657" y="125459"/>
                </a:lnTo>
                <a:lnTo>
                  <a:pt x="253876" y="125334"/>
                </a:lnTo>
                <a:lnTo>
                  <a:pt x="253108" y="125192"/>
                </a:lnTo>
                <a:lnTo>
                  <a:pt x="252353" y="125034"/>
                </a:lnTo>
                <a:lnTo>
                  <a:pt x="251609" y="124859"/>
                </a:lnTo>
                <a:lnTo>
                  <a:pt x="250877" y="124667"/>
                </a:lnTo>
                <a:lnTo>
                  <a:pt x="250158" y="124458"/>
                </a:lnTo>
                <a:lnTo>
                  <a:pt x="249451" y="124233"/>
                </a:lnTo>
                <a:lnTo>
                  <a:pt x="248756" y="123991"/>
                </a:lnTo>
                <a:lnTo>
                  <a:pt x="248073" y="123732"/>
                </a:lnTo>
                <a:lnTo>
                  <a:pt x="247402" y="123457"/>
                </a:lnTo>
                <a:lnTo>
                  <a:pt x="246744" y="123165"/>
                </a:lnTo>
                <a:lnTo>
                  <a:pt x="246097" y="122856"/>
                </a:lnTo>
                <a:lnTo>
                  <a:pt x="245463" y="122531"/>
                </a:lnTo>
                <a:lnTo>
                  <a:pt x="244841" y="122189"/>
                </a:lnTo>
                <a:lnTo>
                  <a:pt x="244231" y="121830"/>
                </a:lnTo>
                <a:lnTo>
                  <a:pt x="243633" y="121455"/>
                </a:lnTo>
                <a:lnTo>
                  <a:pt x="243048" y="121063"/>
                </a:lnTo>
                <a:lnTo>
                  <a:pt x="242480" y="120650"/>
                </a:lnTo>
                <a:lnTo>
                  <a:pt x="241937" y="120213"/>
                </a:lnTo>
                <a:lnTo>
                  <a:pt x="241418" y="119752"/>
                </a:lnTo>
                <a:lnTo>
                  <a:pt x="240923" y="119267"/>
                </a:lnTo>
                <a:lnTo>
                  <a:pt x="240452" y="118758"/>
                </a:lnTo>
                <a:lnTo>
                  <a:pt x="240005" y="118224"/>
                </a:lnTo>
                <a:lnTo>
                  <a:pt x="239583" y="117666"/>
                </a:lnTo>
                <a:lnTo>
                  <a:pt x="239184" y="117084"/>
                </a:lnTo>
                <a:lnTo>
                  <a:pt x="238810" y="116478"/>
                </a:lnTo>
                <a:lnTo>
                  <a:pt x="238460" y="115847"/>
                </a:lnTo>
                <a:lnTo>
                  <a:pt x="238134" y="115192"/>
                </a:lnTo>
                <a:lnTo>
                  <a:pt x="237832" y="114514"/>
                </a:lnTo>
                <a:lnTo>
                  <a:pt x="237554" y="113810"/>
                </a:lnTo>
                <a:lnTo>
                  <a:pt x="237301" y="113083"/>
                </a:lnTo>
                <a:lnTo>
                  <a:pt x="237071" y="112332"/>
                </a:lnTo>
                <a:lnTo>
                  <a:pt x="236866" y="111556"/>
                </a:lnTo>
                <a:lnTo>
                  <a:pt x="236685" y="110756"/>
                </a:lnTo>
                <a:lnTo>
                  <a:pt x="236528" y="109932"/>
                </a:lnTo>
                <a:lnTo>
                  <a:pt x="236395" y="109083"/>
                </a:lnTo>
                <a:lnTo>
                  <a:pt x="236287" y="108211"/>
                </a:lnTo>
                <a:lnTo>
                  <a:pt x="236202" y="107314"/>
                </a:lnTo>
                <a:lnTo>
                  <a:pt x="236142" y="106393"/>
                </a:lnTo>
                <a:lnTo>
                  <a:pt x="236105" y="105448"/>
                </a:lnTo>
                <a:lnTo>
                  <a:pt x="236093" y="104478"/>
                </a:lnTo>
                <a:lnTo>
                  <a:pt x="220212" y="104478"/>
                </a:lnTo>
                <a:lnTo>
                  <a:pt x="220217" y="105235"/>
                </a:lnTo>
                <a:lnTo>
                  <a:pt x="220233" y="105983"/>
                </a:lnTo>
                <a:lnTo>
                  <a:pt x="220260" y="106722"/>
                </a:lnTo>
                <a:lnTo>
                  <a:pt x="220298" y="107451"/>
                </a:lnTo>
                <a:lnTo>
                  <a:pt x="220347" y="108171"/>
                </a:lnTo>
                <a:lnTo>
                  <a:pt x="220406" y="108881"/>
                </a:lnTo>
                <a:lnTo>
                  <a:pt x="220476" y="109583"/>
                </a:lnTo>
                <a:lnTo>
                  <a:pt x="220557" y="110275"/>
                </a:lnTo>
                <a:lnTo>
                  <a:pt x="220649" y="110957"/>
                </a:lnTo>
                <a:lnTo>
                  <a:pt x="220751" y="111630"/>
                </a:lnTo>
                <a:lnTo>
                  <a:pt x="220865" y="112294"/>
                </a:lnTo>
                <a:lnTo>
                  <a:pt x="220989" y="112948"/>
                </a:lnTo>
                <a:lnTo>
                  <a:pt x="221124" y="113594"/>
                </a:lnTo>
                <a:lnTo>
                  <a:pt x="221269" y="114229"/>
                </a:lnTo>
                <a:lnTo>
                  <a:pt x="221426" y="114856"/>
                </a:lnTo>
                <a:lnTo>
                  <a:pt x="221593" y="115473"/>
                </a:lnTo>
                <a:lnTo>
                  <a:pt x="221771" y="116081"/>
                </a:lnTo>
                <a:lnTo>
                  <a:pt x="221960" y="116679"/>
                </a:lnTo>
                <a:lnTo>
                  <a:pt x="222159" y="117268"/>
                </a:lnTo>
                <a:lnTo>
                  <a:pt x="222370" y="117848"/>
                </a:lnTo>
                <a:lnTo>
                  <a:pt x="222591" y="118418"/>
                </a:lnTo>
                <a:lnTo>
                  <a:pt x="222823" y="118979"/>
                </a:lnTo>
                <a:lnTo>
                  <a:pt x="223066" y="119531"/>
                </a:lnTo>
                <a:lnTo>
                  <a:pt x="223319" y="120073"/>
                </a:lnTo>
                <a:lnTo>
                  <a:pt x="223582" y="120606"/>
                </a:lnTo>
                <a:lnTo>
                  <a:pt x="223854" y="121131"/>
                </a:lnTo>
                <a:lnTo>
                  <a:pt x="224134" y="121646"/>
                </a:lnTo>
                <a:lnTo>
                  <a:pt x="224422" y="122154"/>
                </a:lnTo>
                <a:lnTo>
                  <a:pt x="224719" y="122652"/>
                </a:lnTo>
                <a:lnTo>
                  <a:pt x="225024" y="123142"/>
                </a:lnTo>
                <a:lnTo>
                  <a:pt x="225337" y="123623"/>
                </a:lnTo>
                <a:lnTo>
                  <a:pt x="225659" y="124096"/>
                </a:lnTo>
                <a:lnTo>
                  <a:pt x="225989" y="124560"/>
                </a:lnTo>
                <a:lnTo>
                  <a:pt x="226328" y="125015"/>
                </a:lnTo>
                <a:lnTo>
                  <a:pt x="226675" y="125462"/>
                </a:lnTo>
                <a:lnTo>
                  <a:pt x="227031" y="125900"/>
                </a:lnTo>
                <a:lnTo>
                  <a:pt x="227394" y="126329"/>
                </a:lnTo>
                <a:lnTo>
                  <a:pt x="227767" y="126750"/>
                </a:lnTo>
                <a:lnTo>
                  <a:pt x="228147" y="127162"/>
                </a:lnTo>
                <a:lnTo>
                  <a:pt x="228536" y="127566"/>
                </a:lnTo>
                <a:lnTo>
                  <a:pt x="228934" y="127961"/>
                </a:lnTo>
                <a:lnTo>
                  <a:pt x="229339" y="128347"/>
                </a:lnTo>
                <a:lnTo>
                  <a:pt x="229754" y="128724"/>
                </a:lnTo>
                <a:lnTo>
                  <a:pt x="230176" y="129093"/>
                </a:lnTo>
                <a:lnTo>
                  <a:pt x="230607" y="129454"/>
                </a:lnTo>
                <a:lnTo>
                  <a:pt x="231046" y="129805"/>
                </a:lnTo>
                <a:lnTo>
                  <a:pt x="231494" y="130149"/>
                </a:lnTo>
                <a:lnTo>
                  <a:pt x="231950" y="130483"/>
                </a:lnTo>
                <a:lnTo>
                  <a:pt x="232414" y="130809"/>
                </a:lnTo>
                <a:lnTo>
                  <a:pt x="232883" y="131128"/>
                </a:lnTo>
                <a:lnTo>
                  <a:pt x="233358" y="131440"/>
                </a:lnTo>
                <a:lnTo>
                  <a:pt x="233840" y="131744"/>
                </a:lnTo>
                <a:lnTo>
                  <a:pt x="234327" y="132041"/>
                </a:lnTo>
                <a:lnTo>
                  <a:pt x="234820" y="132330"/>
                </a:lnTo>
                <a:lnTo>
                  <a:pt x="235320" y="132612"/>
                </a:lnTo>
                <a:lnTo>
                  <a:pt x="235825" y="132887"/>
                </a:lnTo>
                <a:lnTo>
                  <a:pt x="236336" y="133154"/>
                </a:lnTo>
                <a:lnTo>
                  <a:pt x="236853" y="133414"/>
                </a:lnTo>
                <a:lnTo>
                  <a:pt x="237377" y="133666"/>
                </a:lnTo>
                <a:lnTo>
                  <a:pt x="237906" y="133911"/>
                </a:lnTo>
                <a:lnTo>
                  <a:pt x="238441" y="134148"/>
                </a:lnTo>
                <a:lnTo>
                  <a:pt x="238982" y="134378"/>
                </a:lnTo>
                <a:lnTo>
                  <a:pt x="239530" y="134601"/>
                </a:lnTo>
                <a:lnTo>
                  <a:pt x="240083" y="134816"/>
                </a:lnTo>
                <a:lnTo>
                  <a:pt x="240642" y="135024"/>
                </a:lnTo>
                <a:lnTo>
                  <a:pt x="241207" y="135225"/>
                </a:lnTo>
                <a:lnTo>
                  <a:pt x="241779" y="135418"/>
                </a:lnTo>
                <a:lnTo>
                  <a:pt x="242356" y="135603"/>
                </a:lnTo>
                <a:lnTo>
                  <a:pt x="242939" y="135782"/>
                </a:lnTo>
                <a:lnTo>
                  <a:pt x="243528" y="135953"/>
                </a:lnTo>
                <a:lnTo>
                  <a:pt x="244123" y="136116"/>
                </a:lnTo>
                <a:lnTo>
                  <a:pt x="244725" y="136272"/>
                </a:lnTo>
                <a:lnTo>
                  <a:pt x="245330" y="136421"/>
                </a:lnTo>
                <a:lnTo>
                  <a:pt x="245939" y="136564"/>
                </a:lnTo>
                <a:lnTo>
                  <a:pt x="246550" y="136700"/>
                </a:lnTo>
                <a:lnTo>
                  <a:pt x="247165" y="136831"/>
                </a:lnTo>
                <a:lnTo>
                  <a:pt x="247782" y="136954"/>
                </a:lnTo>
                <a:lnTo>
                  <a:pt x="248402" y="137072"/>
                </a:lnTo>
                <a:lnTo>
                  <a:pt x="249025" y="137183"/>
                </a:lnTo>
                <a:lnTo>
                  <a:pt x="249651" y="137288"/>
                </a:lnTo>
                <a:lnTo>
                  <a:pt x="250280" y="137386"/>
                </a:lnTo>
                <a:lnTo>
                  <a:pt x="250912" y="137478"/>
                </a:lnTo>
                <a:lnTo>
                  <a:pt x="251547" y="137564"/>
                </a:lnTo>
                <a:lnTo>
                  <a:pt x="252184" y="137643"/>
                </a:lnTo>
                <a:lnTo>
                  <a:pt x="252825" y="137716"/>
                </a:lnTo>
                <a:lnTo>
                  <a:pt x="253469" y="137783"/>
                </a:lnTo>
                <a:lnTo>
                  <a:pt x="254115" y="137843"/>
                </a:lnTo>
                <a:lnTo>
                  <a:pt x="254764" y="137897"/>
                </a:lnTo>
                <a:lnTo>
                  <a:pt x="255417" y="137945"/>
                </a:lnTo>
                <a:lnTo>
                  <a:pt x="256072" y="137986"/>
                </a:lnTo>
                <a:lnTo>
                  <a:pt x="256730" y="138021"/>
                </a:lnTo>
                <a:lnTo>
                  <a:pt x="257391" y="138049"/>
                </a:lnTo>
                <a:lnTo>
                  <a:pt x="258055" y="138071"/>
                </a:lnTo>
                <a:lnTo>
                  <a:pt x="258721" y="138087"/>
                </a:lnTo>
                <a:lnTo>
                  <a:pt x="259391" y="138097"/>
                </a:lnTo>
                <a:lnTo>
                  <a:pt x="260064" y="138100"/>
                </a:lnTo>
                <a:lnTo>
                  <a:pt x="260736" y="138097"/>
                </a:lnTo>
                <a:lnTo>
                  <a:pt x="261404" y="138088"/>
                </a:lnTo>
                <a:lnTo>
                  <a:pt x="262068" y="138073"/>
                </a:lnTo>
                <a:lnTo>
                  <a:pt x="262728" y="138052"/>
                </a:lnTo>
                <a:lnTo>
                  <a:pt x="263385" y="138025"/>
                </a:lnTo>
                <a:close/>
                <a:moveTo>
                  <a:pt x="364270" y="137928"/>
                </a:moveTo>
                <a:lnTo>
                  <a:pt x="365173" y="137852"/>
                </a:lnTo>
                <a:lnTo>
                  <a:pt x="366069" y="137763"/>
                </a:lnTo>
                <a:lnTo>
                  <a:pt x="366956" y="137659"/>
                </a:lnTo>
                <a:lnTo>
                  <a:pt x="367836" y="137542"/>
                </a:lnTo>
                <a:lnTo>
                  <a:pt x="368708" y="137411"/>
                </a:lnTo>
                <a:lnTo>
                  <a:pt x="369572" y="137267"/>
                </a:lnTo>
                <a:lnTo>
                  <a:pt x="370429" y="137108"/>
                </a:lnTo>
                <a:lnTo>
                  <a:pt x="371278" y="136936"/>
                </a:lnTo>
                <a:lnTo>
                  <a:pt x="372119" y="136750"/>
                </a:lnTo>
                <a:lnTo>
                  <a:pt x="372953" y="136550"/>
                </a:lnTo>
                <a:lnTo>
                  <a:pt x="373779" y="136337"/>
                </a:lnTo>
                <a:lnTo>
                  <a:pt x="374597" y="136109"/>
                </a:lnTo>
                <a:lnTo>
                  <a:pt x="375408" y="135868"/>
                </a:lnTo>
                <a:lnTo>
                  <a:pt x="376210" y="135614"/>
                </a:lnTo>
                <a:lnTo>
                  <a:pt x="377005" y="135345"/>
                </a:lnTo>
                <a:lnTo>
                  <a:pt x="377793" y="135063"/>
                </a:lnTo>
                <a:lnTo>
                  <a:pt x="378572" y="134766"/>
                </a:lnTo>
                <a:lnTo>
                  <a:pt x="379344" y="134456"/>
                </a:lnTo>
                <a:lnTo>
                  <a:pt x="380108" y="134133"/>
                </a:lnTo>
                <a:lnTo>
                  <a:pt x="380862" y="133795"/>
                </a:lnTo>
                <a:lnTo>
                  <a:pt x="381603" y="133444"/>
                </a:lnTo>
                <a:lnTo>
                  <a:pt x="382331" y="133078"/>
                </a:lnTo>
                <a:lnTo>
                  <a:pt x="383046" y="132699"/>
                </a:lnTo>
                <a:lnTo>
                  <a:pt x="383748" y="132305"/>
                </a:lnTo>
                <a:lnTo>
                  <a:pt x="384436" y="131898"/>
                </a:lnTo>
                <a:lnTo>
                  <a:pt x="385112" y="131477"/>
                </a:lnTo>
                <a:lnTo>
                  <a:pt x="385775" y="131042"/>
                </a:lnTo>
                <a:lnTo>
                  <a:pt x="386425" y="130592"/>
                </a:lnTo>
                <a:lnTo>
                  <a:pt x="387061" y="130129"/>
                </a:lnTo>
                <a:lnTo>
                  <a:pt x="387685" y="129652"/>
                </a:lnTo>
                <a:lnTo>
                  <a:pt x="388296" y="129161"/>
                </a:lnTo>
                <a:lnTo>
                  <a:pt x="388894" y="128656"/>
                </a:lnTo>
                <a:lnTo>
                  <a:pt x="389478" y="128137"/>
                </a:lnTo>
                <a:lnTo>
                  <a:pt x="390050" y="127605"/>
                </a:lnTo>
                <a:lnTo>
                  <a:pt x="390608" y="127058"/>
                </a:lnTo>
                <a:lnTo>
                  <a:pt x="391154" y="126497"/>
                </a:lnTo>
                <a:lnTo>
                  <a:pt x="391687" y="125922"/>
                </a:lnTo>
                <a:lnTo>
                  <a:pt x="392206" y="125334"/>
                </a:lnTo>
                <a:lnTo>
                  <a:pt x="392713" y="124731"/>
                </a:lnTo>
                <a:lnTo>
                  <a:pt x="393206" y="124115"/>
                </a:lnTo>
                <a:lnTo>
                  <a:pt x="393687" y="123484"/>
                </a:lnTo>
                <a:lnTo>
                  <a:pt x="394154" y="122840"/>
                </a:lnTo>
                <a:lnTo>
                  <a:pt x="394609" y="122182"/>
                </a:lnTo>
                <a:lnTo>
                  <a:pt x="395048" y="121509"/>
                </a:lnTo>
                <a:lnTo>
                  <a:pt x="395470" y="120823"/>
                </a:lnTo>
                <a:lnTo>
                  <a:pt x="395874" y="120123"/>
                </a:lnTo>
                <a:lnTo>
                  <a:pt x="396260" y="119409"/>
                </a:lnTo>
                <a:lnTo>
                  <a:pt x="396628" y="118680"/>
                </a:lnTo>
                <a:lnTo>
                  <a:pt x="396979" y="117938"/>
                </a:lnTo>
                <a:lnTo>
                  <a:pt x="397313" y="117182"/>
                </a:lnTo>
                <a:lnTo>
                  <a:pt x="397629" y="116412"/>
                </a:lnTo>
                <a:lnTo>
                  <a:pt x="397927" y="115628"/>
                </a:lnTo>
                <a:lnTo>
                  <a:pt x="398207" y="114830"/>
                </a:lnTo>
                <a:lnTo>
                  <a:pt x="398470" y="114019"/>
                </a:lnTo>
                <a:lnTo>
                  <a:pt x="398715" y="113193"/>
                </a:lnTo>
                <a:lnTo>
                  <a:pt x="398942" y="112353"/>
                </a:lnTo>
                <a:lnTo>
                  <a:pt x="399152" y="111499"/>
                </a:lnTo>
                <a:lnTo>
                  <a:pt x="399345" y="110631"/>
                </a:lnTo>
                <a:lnTo>
                  <a:pt x="399519" y="109750"/>
                </a:lnTo>
                <a:lnTo>
                  <a:pt x="399676" y="108854"/>
                </a:lnTo>
                <a:lnTo>
                  <a:pt x="399815" y="107945"/>
                </a:lnTo>
                <a:lnTo>
                  <a:pt x="399937" y="107021"/>
                </a:lnTo>
                <a:lnTo>
                  <a:pt x="400041" y="106084"/>
                </a:lnTo>
                <a:lnTo>
                  <a:pt x="400128" y="105132"/>
                </a:lnTo>
                <a:lnTo>
                  <a:pt x="400196" y="104167"/>
                </a:lnTo>
                <a:lnTo>
                  <a:pt x="400247" y="103187"/>
                </a:lnTo>
                <a:lnTo>
                  <a:pt x="400281" y="102194"/>
                </a:lnTo>
                <a:lnTo>
                  <a:pt x="384005" y="102194"/>
                </a:lnTo>
                <a:lnTo>
                  <a:pt x="383969" y="103109"/>
                </a:lnTo>
                <a:lnTo>
                  <a:pt x="383912" y="104005"/>
                </a:lnTo>
                <a:lnTo>
                  <a:pt x="383832" y="104883"/>
                </a:lnTo>
                <a:lnTo>
                  <a:pt x="383731" y="105742"/>
                </a:lnTo>
                <a:lnTo>
                  <a:pt x="383608" y="106582"/>
                </a:lnTo>
                <a:lnTo>
                  <a:pt x="383462" y="107405"/>
                </a:lnTo>
                <a:lnTo>
                  <a:pt x="383295" y="108208"/>
                </a:lnTo>
                <a:lnTo>
                  <a:pt x="383106" y="108993"/>
                </a:lnTo>
                <a:lnTo>
                  <a:pt x="382895" y="109760"/>
                </a:lnTo>
                <a:lnTo>
                  <a:pt x="382662" y="110508"/>
                </a:lnTo>
                <a:lnTo>
                  <a:pt x="382407" y="111237"/>
                </a:lnTo>
                <a:lnTo>
                  <a:pt x="382131" y="111948"/>
                </a:lnTo>
                <a:lnTo>
                  <a:pt x="381832" y="112641"/>
                </a:lnTo>
                <a:lnTo>
                  <a:pt x="381511" y="113314"/>
                </a:lnTo>
                <a:lnTo>
                  <a:pt x="381169" y="113970"/>
                </a:lnTo>
                <a:lnTo>
                  <a:pt x="380804" y="114607"/>
                </a:lnTo>
                <a:lnTo>
                  <a:pt x="380418" y="115225"/>
                </a:lnTo>
                <a:lnTo>
                  <a:pt x="380010" y="115825"/>
                </a:lnTo>
                <a:lnTo>
                  <a:pt x="379580" y="116406"/>
                </a:lnTo>
                <a:lnTo>
                  <a:pt x="379128" y="116969"/>
                </a:lnTo>
                <a:lnTo>
                  <a:pt x="378653" y="117513"/>
                </a:lnTo>
                <a:lnTo>
                  <a:pt x="378158" y="118038"/>
                </a:lnTo>
                <a:lnTo>
                  <a:pt x="377640" y="118546"/>
                </a:lnTo>
                <a:lnTo>
                  <a:pt x="377100" y="119034"/>
                </a:lnTo>
                <a:lnTo>
                  <a:pt x="376542" y="119503"/>
                </a:lnTo>
                <a:lnTo>
                  <a:pt x="375971" y="119952"/>
                </a:lnTo>
                <a:lnTo>
                  <a:pt x="375386" y="120382"/>
                </a:lnTo>
                <a:lnTo>
                  <a:pt x="374787" y="120791"/>
                </a:lnTo>
                <a:lnTo>
                  <a:pt x="374175" y="121180"/>
                </a:lnTo>
                <a:lnTo>
                  <a:pt x="373549" y="121549"/>
                </a:lnTo>
                <a:lnTo>
                  <a:pt x="372909" y="121899"/>
                </a:lnTo>
                <a:lnTo>
                  <a:pt x="372255" y="122228"/>
                </a:lnTo>
                <a:lnTo>
                  <a:pt x="371588" y="122538"/>
                </a:lnTo>
                <a:lnTo>
                  <a:pt x="370907" y="122827"/>
                </a:lnTo>
                <a:lnTo>
                  <a:pt x="370213" y="123096"/>
                </a:lnTo>
                <a:lnTo>
                  <a:pt x="369504" y="123346"/>
                </a:lnTo>
                <a:lnTo>
                  <a:pt x="368782" y="123576"/>
                </a:lnTo>
                <a:lnTo>
                  <a:pt x="368047" y="123785"/>
                </a:lnTo>
                <a:lnTo>
                  <a:pt x="367297" y="123975"/>
                </a:lnTo>
                <a:lnTo>
                  <a:pt x="366534" y="124144"/>
                </a:lnTo>
                <a:lnTo>
                  <a:pt x="365757" y="124294"/>
                </a:lnTo>
                <a:lnTo>
                  <a:pt x="364967" y="124424"/>
                </a:lnTo>
                <a:lnTo>
                  <a:pt x="364163" y="124534"/>
                </a:lnTo>
                <a:lnTo>
                  <a:pt x="363345" y="124624"/>
                </a:lnTo>
                <a:lnTo>
                  <a:pt x="362513" y="124693"/>
                </a:lnTo>
                <a:lnTo>
                  <a:pt x="361668" y="124743"/>
                </a:lnTo>
                <a:lnTo>
                  <a:pt x="360809" y="124773"/>
                </a:lnTo>
                <a:lnTo>
                  <a:pt x="359936" y="124783"/>
                </a:lnTo>
                <a:lnTo>
                  <a:pt x="359169" y="124775"/>
                </a:lnTo>
                <a:lnTo>
                  <a:pt x="358412" y="124752"/>
                </a:lnTo>
                <a:lnTo>
                  <a:pt x="357666" y="124713"/>
                </a:lnTo>
                <a:lnTo>
                  <a:pt x="356930" y="124659"/>
                </a:lnTo>
                <a:lnTo>
                  <a:pt x="356205" y="124589"/>
                </a:lnTo>
                <a:lnTo>
                  <a:pt x="355491" y="124504"/>
                </a:lnTo>
                <a:lnTo>
                  <a:pt x="354787" y="124403"/>
                </a:lnTo>
                <a:lnTo>
                  <a:pt x="354094" y="124287"/>
                </a:lnTo>
                <a:lnTo>
                  <a:pt x="353412" y="124155"/>
                </a:lnTo>
                <a:lnTo>
                  <a:pt x="352740" y="124007"/>
                </a:lnTo>
                <a:lnTo>
                  <a:pt x="352079" y="123844"/>
                </a:lnTo>
                <a:lnTo>
                  <a:pt x="351428" y="123666"/>
                </a:lnTo>
                <a:lnTo>
                  <a:pt x="350788" y="123472"/>
                </a:lnTo>
                <a:lnTo>
                  <a:pt x="350159" y="123262"/>
                </a:lnTo>
                <a:lnTo>
                  <a:pt x="349540" y="123037"/>
                </a:lnTo>
                <a:lnTo>
                  <a:pt x="348932" y="122797"/>
                </a:lnTo>
                <a:lnTo>
                  <a:pt x="348334" y="122541"/>
                </a:lnTo>
                <a:lnTo>
                  <a:pt x="347747" y="122269"/>
                </a:lnTo>
                <a:lnTo>
                  <a:pt x="347171" y="121982"/>
                </a:lnTo>
                <a:lnTo>
                  <a:pt x="346606" y="121679"/>
                </a:lnTo>
                <a:lnTo>
                  <a:pt x="346050" y="121361"/>
                </a:lnTo>
                <a:lnTo>
                  <a:pt x="345506" y="121027"/>
                </a:lnTo>
                <a:lnTo>
                  <a:pt x="344972" y="120678"/>
                </a:lnTo>
                <a:lnTo>
                  <a:pt x="344449" y="120313"/>
                </a:lnTo>
                <a:lnTo>
                  <a:pt x="343937" y="119934"/>
                </a:lnTo>
                <a:lnTo>
                  <a:pt x="343435" y="119541"/>
                </a:lnTo>
                <a:lnTo>
                  <a:pt x="342945" y="119134"/>
                </a:lnTo>
                <a:lnTo>
                  <a:pt x="342465" y="118714"/>
                </a:lnTo>
                <a:lnTo>
                  <a:pt x="341997" y="118280"/>
                </a:lnTo>
                <a:lnTo>
                  <a:pt x="341539" y="117833"/>
                </a:lnTo>
                <a:lnTo>
                  <a:pt x="341092" y="117372"/>
                </a:lnTo>
                <a:lnTo>
                  <a:pt x="340657" y="116898"/>
                </a:lnTo>
                <a:lnTo>
                  <a:pt x="340232" y="116410"/>
                </a:lnTo>
                <a:lnTo>
                  <a:pt x="339818" y="115909"/>
                </a:lnTo>
                <a:lnTo>
                  <a:pt x="339416" y="115394"/>
                </a:lnTo>
                <a:lnTo>
                  <a:pt x="339024" y="114865"/>
                </a:lnTo>
                <a:lnTo>
                  <a:pt x="338643" y="114323"/>
                </a:lnTo>
                <a:lnTo>
                  <a:pt x="338273" y="113767"/>
                </a:lnTo>
                <a:lnTo>
                  <a:pt x="337914" y="113198"/>
                </a:lnTo>
                <a:lnTo>
                  <a:pt x="337566" y="112615"/>
                </a:lnTo>
                <a:lnTo>
                  <a:pt x="337229" y="112019"/>
                </a:lnTo>
                <a:lnTo>
                  <a:pt x="336903" y="111409"/>
                </a:lnTo>
                <a:lnTo>
                  <a:pt x="336588" y="110786"/>
                </a:lnTo>
                <a:lnTo>
                  <a:pt x="336284" y="110149"/>
                </a:lnTo>
                <a:lnTo>
                  <a:pt x="335990" y="109498"/>
                </a:lnTo>
                <a:lnTo>
                  <a:pt x="335708" y="108834"/>
                </a:lnTo>
                <a:lnTo>
                  <a:pt x="335437" y="108156"/>
                </a:lnTo>
                <a:lnTo>
                  <a:pt x="335177" y="107465"/>
                </a:lnTo>
                <a:lnTo>
                  <a:pt x="334927" y="106761"/>
                </a:lnTo>
                <a:lnTo>
                  <a:pt x="334688" y="106043"/>
                </a:lnTo>
                <a:lnTo>
                  <a:pt x="334460" y="105314"/>
                </a:lnTo>
                <a:lnTo>
                  <a:pt x="334242" y="104571"/>
                </a:lnTo>
                <a:lnTo>
                  <a:pt x="334035" y="103816"/>
                </a:lnTo>
                <a:lnTo>
                  <a:pt x="333839" y="103048"/>
                </a:lnTo>
                <a:lnTo>
                  <a:pt x="333653" y="102268"/>
                </a:lnTo>
                <a:lnTo>
                  <a:pt x="333478" y="101474"/>
                </a:lnTo>
                <a:lnTo>
                  <a:pt x="333313" y="100669"/>
                </a:lnTo>
                <a:lnTo>
                  <a:pt x="333159" y="99850"/>
                </a:lnTo>
                <a:lnTo>
                  <a:pt x="333016" y="99019"/>
                </a:lnTo>
                <a:lnTo>
                  <a:pt x="332883" y="98175"/>
                </a:lnTo>
                <a:lnTo>
                  <a:pt x="332761" y="97319"/>
                </a:lnTo>
                <a:lnTo>
                  <a:pt x="332650" y="96449"/>
                </a:lnTo>
                <a:lnTo>
                  <a:pt x="332549" y="95568"/>
                </a:lnTo>
                <a:lnTo>
                  <a:pt x="332458" y="94673"/>
                </a:lnTo>
                <a:lnTo>
                  <a:pt x="332379" y="93766"/>
                </a:lnTo>
                <a:lnTo>
                  <a:pt x="332310" y="92846"/>
                </a:lnTo>
                <a:lnTo>
                  <a:pt x="332251" y="91914"/>
                </a:lnTo>
                <a:lnTo>
                  <a:pt x="332204" y="90969"/>
                </a:lnTo>
                <a:lnTo>
                  <a:pt x="332166" y="90011"/>
                </a:lnTo>
                <a:lnTo>
                  <a:pt x="332140" y="89040"/>
                </a:lnTo>
                <a:lnTo>
                  <a:pt x="332124" y="88057"/>
                </a:lnTo>
                <a:lnTo>
                  <a:pt x="332119" y="87062"/>
                </a:lnTo>
                <a:lnTo>
                  <a:pt x="332131" y="85568"/>
                </a:lnTo>
                <a:lnTo>
                  <a:pt x="332167" y="84102"/>
                </a:lnTo>
                <a:lnTo>
                  <a:pt x="332227" y="82665"/>
                </a:lnTo>
                <a:lnTo>
                  <a:pt x="332311" y="81255"/>
                </a:lnTo>
                <a:lnTo>
                  <a:pt x="332418" y="79874"/>
                </a:lnTo>
                <a:lnTo>
                  <a:pt x="332550" y="78520"/>
                </a:lnTo>
                <a:lnTo>
                  <a:pt x="332706" y="77195"/>
                </a:lnTo>
                <a:lnTo>
                  <a:pt x="332886" y="75897"/>
                </a:lnTo>
                <a:lnTo>
                  <a:pt x="333090" y="74628"/>
                </a:lnTo>
                <a:lnTo>
                  <a:pt x="333318" y="73386"/>
                </a:lnTo>
                <a:lnTo>
                  <a:pt x="333569" y="72173"/>
                </a:lnTo>
                <a:lnTo>
                  <a:pt x="333845" y="70987"/>
                </a:lnTo>
                <a:lnTo>
                  <a:pt x="334145" y="69830"/>
                </a:lnTo>
                <a:lnTo>
                  <a:pt x="334468" y="68701"/>
                </a:lnTo>
                <a:lnTo>
                  <a:pt x="334816" y="67599"/>
                </a:lnTo>
                <a:lnTo>
                  <a:pt x="335188" y="66526"/>
                </a:lnTo>
                <a:lnTo>
                  <a:pt x="335583" y="65481"/>
                </a:lnTo>
                <a:lnTo>
                  <a:pt x="336003" y="64463"/>
                </a:lnTo>
                <a:lnTo>
                  <a:pt x="336446" y="63474"/>
                </a:lnTo>
                <a:lnTo>
                  <a:pt x="336914" y="62513"/>
                </a:lnTo>
                <a:lnTo>
                  <a:pt x="337405" y="61580"/>
                </a:lnTo>
                <a:lnTo>
                  <a:pt x="337921" y="60675"/>
                </a:lnTo>
                <a:lnTo>
                  <a:pt x="338460" y="59797"/>
                </a:lnTo>
                <a:lnTo>
                  <a:pt x="339024" y="58948"/>
                </a:lnTo>
                <a:lnTo>
                  <a:pt x="339611" y="58131"/>
                </a:lnTo>
                <a:lnTo>
                  <a:pt x="340224" y="57348"/>
                </a:lnTo>
                <a:lnTo>
                  <a:pt x="340861" y="56600"/>
                </a:lnTo>
                <a:lnTo>
                  <a:pt x="341523" y="55886"/>
                </a:lnTo>
                <a:lnTo>
                  <a:pt x="342209" y="55208"/>
                </a:lnTo>
                <a:lnTo>
                  <a:pt x="342920" y="54564"/>
                </a:lnTo>
                <a:lnTo>
                  <a:pt x="343656" y="53955"/>
                </a:lnTo>
                <a:lnTo>
                  <a:pt x="344416" y="53381"/>
                </a:lnTo>
                <a:lnTo>
                  <a:pt x="345201" y="52842"/>
                </a:lnTo>
                <a:lnTo>
                  <a:pt x="346011" y="52337"/>
                </a:lnTo>
                <a:lnTo>
                  <a:pt x="346845" y="51867"/>
                </a:lnTo>
                <a:lnTo>
                  <a:pt x="347704" y="51432"/>
                </a:lnTo>
                <a:lnTo>
                  <a:pt x="348588" y="51032"/>
                </a:lnTo>
                <a:lnTo>
                  <a:pt x="349496" y="50667"/>
                </a:lnTo>
                <a:lnTo>
                  <a:pt x="350429" y="50336"/>
                </a:lnTo>
                <a:lnTo>
                  <a:pt x="351387" y="50040"/>
                </a:lnTo>
                <a:lnTo>
                  <a:pt x="352369" y="49779"/>
                </a:lnTo>
                <a:lnTo>
                  <a:pt x="353376" y="49553"/>
                </a:lnTo>
                <a:lnTo>
                  <a:pt x="354408" y="49362"/>
                </a:lnTo>
                <a:lnTo>
                  <a:pt x="355464" y="49205"/>
                </a:lnTo>
                <a:lnTo>
                  <a:pt x="356545" y="49083"/>
                </a:lnTo>
                <a:lnTo>
                  <a:pt x="357651" y="48996"/>
                </a:lnTo>
                <a:lnTo>
                  <a:pt x="358781" y="48944"/>
                </a:lnTo>
                <a:lnTo>
                  <a:pt x="359936" y="48927"/>
                </a:lnTo>
                <a:lnTo>
                  <a:pt x="360808" y="48937"/>
                </a:lnTo>
                <a:lnTo>
                  <a:pt x="361664" y="48966"/>
                </a:lnTo>
                <a:lnTo>
                  <a:pt x="362505" y="49014"/>
                </a:lnTo>
                <a:lnTo>
                  <a:pt x="363331" y="49082"/>
                </a:lnTo>
                <a:lnTo>
                  <a:pt x="364141" y="49170"/>
                </a:lnTo>
                <a:lnTo>
                  <a:pt x="364936" y="49276"/>
                </a:lnTo>
                <a:lnTo>
                  <a:pt x="365715" y="49403"/>
                </a:lnTo>
                <a:lnTo>
                  <a:pt x="366479" y="49548"/>
                </a:lnTo>
                <a:lnTo>
                  <a:pt x="367228" y="49713"/>
                </a:lnTo>
                <a:lnTo>
                  <a:pt x="367961" y="49898"/>
                </a:lnTo>
                <a:lnTo>
                  <a:pt x="368679" y="50102"/>
                </a:lnTo>
                <a:lnTo>
                  <a:pt x="369381" y="50325"/>
                </a:lnTo>
                <a:lnTo>
                  <a:pt x="370068" y="50568"/>
                </a:lnTo>
                <a:lnTo>
                  <a:pt x="370739" y="50830"/>
                </a:lnTo>
                <a:lnTo>
                  <a:pt x="371396" y="51111"/>
                </a:lnTo>
                <a:lnTo>
                  <a:pt x="372036" y="51412"/>
                </a:lnTo>
                <a:lnTo>
                  <a:pt x="372661" y="51732"/>
                </a:lnTo>
                <a:lnTo>
                  <a:pt x="373271" y="52072"/>
                </a:lnTo>
                <a:lnTo>
                  <a:pt x="373866" y="52431"/>
                </a:lnTo>
                <a:lnTo>
                  <a:pt x="374445" y="52810"/>
                </a:lnTo>
                <a:lnTo>
                  <a:pt x="375008" y="53208"/>
                </a:lnTo>
                <a:lnTo>
                  <a:pt x="375557" y="53626"/>
                </a:lnTo>
                <a:lnTo>
                  <a:pt x="376089" y="54062"/>
                </a:lnTo>
                <a:lnTo>
                  <a:pt x="376607" y="54519"/>
                </a:lnTo>
                <a:lnTo>
                  <a:pt x="377107" y="54992"/>
                </a:lnTo>
                <a:lnTo>
                  <a:pt x="377588" y="55479"/>
                </a:lnTo>
                <a:lnTo>
                  <a:pt x="378049" y="55981"/>
                </a:lnTo>
                <a:lnTo>
                  <a:pt x="378492" y="56497"/>
                </a:lnTo>
                <a:lnTo>
                  <a:pt x="378915" y="57027"/>
                </a:lnTo>
                <a:lnTo>
                  <a:pt x="379319" y="57572"/>
                </a:lnTo>
                <a:lnTo>
                  <a:pt x="379704" y="58131"/>
                </a:lnTo>
                <a:lnTo>
                  <a:pt x="380070" y="58705"/>
                </a:lnTo>
                <a:lnTo>
                  <a:pt x="380417" y="59293"/>
                </a:lnTo>
                <a:lnTo>
                  <a:pt x="380744" y="59895"/>
                </a:lnTo>
                <a:lnTo>
                  <a:pt x="381052" y="60512"/>
                </a:lnTo>
                <a:lnTo>
                  <a:pt x="381342" y="61143"/>
                </a:lnTo>
                <a:lnTo>
                  <a:pt x="381611" y="61789"/>
                </a:lnTo>
                <a:lnTo>
                  <a:pt x="381862" y="62449"/>
                </a:lnTo>
                <a:lnTo>
                  <a:pt x="382094" y="63123"/>
                </a:lnTo>
                <a:lnTo>
                  <a:pt x="382306" y="63812"/>
                </a:lnTo>
                <a:lnTo>
                  <a:pt x="382499" y="64515"/>
                </a:lnTo>
                <a:lnTo>
                  <a:pt x="382673" y="65232"/>
                </a:lnTo>
                <a:lnTo>
                  <a:pt x="382828" y="65964"/>
                </a:lnTo>
                <a:lnTo>
                  <a:pt x="382964" y="66710"/>
                </a:lnTo>
                <a:lnTo>
                  <a:pt x="383080" y="67471"/>
                </a:lnTo>
                <a:lnTo>
                  <a:pt x="383177" y="68246"/>
                </a:lnTo>
                <a:lnTo>
                  <a:pt x="383255" y="69035"/>
                </a:lnTo>
                <a:lnTo>
                  <a:pt x="383314" y="69839"/>
                </a:lnTo>
                <a:lnTo>
                  <a:pt x="399590" y="69839"/>
                </a:lnTo>
                <a:lnTo>
                  <a:pt x="399557" y="68881"/>
                </a:lnTo>
                <a:lnTo>
                  <a:pt x="399506" y="67937"/>
                </a:lnTo>
                <a:lnTo>
                  <a:pt x="399438" y="67007"/>
                </a:lnTo>
                <a:lnTo>
                  <a:pt x="399352" y="66091"/>
                </a:lnTo>
                <a:lnTo>
                  <a:pt x="399249" y="65189"/>
                </a:lnTo>
                <a:lnTo>
                  <a:pt x="399128" y="64301"/>
                </a:lnTo>
                <a:lnTo>
                  <a:pt x="398990" y="63426"/>
                </a:lnTo>
                <a:lnTo>
                  <a:pt x="398834" y="62566"/>
                </a:lnTo>
                <a:lnTo>
                  <a:pt x="398661" y="61719"/>
                </a:lnTo>
                <a:lnTo>
                  <a:pt x="398470" y="60887"/>
                </a:lnTo>
                <a:lnTo>
                  <a:pt x="398262" y="60068"/>
                </a:lnTo>
                <a:lnTo>
                  <a:pt x="398037" y="59264"/>
                </a:lnTo>
                <a:lnTo>
                  <a:pt x="397794" y="58473"/>
                </a:lnTo>
                <a:lnTo>
                  <a:pt x="397533" y="57696"/>
                </a:lnTo>
                <a:lnTo>
                  <a:pt x="397255" y="56933"/>
                </a:lnTo>
                <a:lnTo>
                  <a:pt x="396960" y="56184"/>
                </a:lnTo>
                <a:lnTo>
                  <a:pt x="396647" y="55449"/>
                </a:lnTo>
                <a:lnTo>
                  <a:pt x="396317" y="54728"/>
                </a:lnTo>
                <a:lnTo>
                  <a:pt x="395969" y="54020"/>
                </a:lnTo>
                <a:lnTo>
                  <a:pt x="395604" y="53327"/>
                </a:lnTo>
                <a:lnTo>
                  <a:pt x="395221" y="52648"/>
                </a:lnTo>
                <a:lnTo>
                  <a:pt x="394821" y="51982"/>
                </a:lnTo>
                <a:lnTo>
                  <a:pt x="394403" y="51331"/>
                </a:lnTo>
                <a:lnTo>
                  <a:pt x="393968" y="50693"/>
                </a:lnTo>
                <a:lnTo>
                  <a:pt x="393518" y="50069"/>
                </a:lnTo>
                <a:lnTo>
                  <a:pt x="393055" y="49458"/>
                </a:lnTo>
                <a:lnTo>
                  <a:pt x="392580" y="48861"/>
                </a:lnTo>
                <a:lnTo>
                  <a:pt x="392092" y="48276"/>
                </a:lnTo>
                <a:lnTo>
                  <a:pt x="391592" y="47705"/>
                </a:lnTo>
                <a:lnTo>
                  <a:pt x="391079" y="47147"/>
                </a:lnTo>
                <a:lnTo>
                  <a:pt x="390554" y="46603"/>
                </a:lnTo>
                <a:lnTo>
                  <a:pt x="390017" y="46071"/>
                </a:lnTo>
                <a:lnTo>
                  <a:pt x="389466" y="45553"/>
                </a:lnTo>
                <a:lnTo>
                  <a:pt x="388904" y="45048"/>
                </a:lnTo>
                <a:lnTo>
                  <a:pt x="388329" y="44556"/>
                </a:lnTo>
                <a:lnTo>
                  <a:pt x="387741" y="44078"/>
                </a:lnTo>
                <a:lnTo>
                  <a:pt x="387141" y="43613"/>
                </a:lnTo>
                <a:lnTo>
                  <a:pt x="386528" y="43161"/>
                </a:lnTo>
                <a:lnTo>
                  <a:pt x="385903" y="42722"/>
                </a:lnTo>
                <a:lnTo>
                  <a:pt x="385265" y="42296"/>
                </a:lnTo>
                <a:lnTo>
                  <a:pt x="384615" y="41884"/>
                </a:lnTo>
                <a:lnTo>
                  <a:pt x="383952" y="41485"/>
                </a:lnTo>
                <a:lnTo>
                  <a:pt x="383277" y="41099"/>
                </a:lnTo>
                <a:lnTo>
                  <a:pt x="382590" y="40726"/>
                </a:lnTo>
                <a:lnTo>
                  <a:pt x="381889" y="40367"/>
                </a:lnTo>
                <a:lnTo>
                  <a:pt x="381177" y="40020"/>
                </a:lnTo>
                <a:lnTo>
                  <a:pt x="380452" y="39688"/>
                </a:lnTo>
                <a:lnTo>
                  <a:pt x="379714" y="39368"/>
                </a:lnTo>
                <a:lnTo>
                  <a:pt x="378966" y="39061"/>
                </a:lnTo>
                <a:lnTo>
                  <a:pt x="378211" y="38768"/>
                </a:lnTo>
                <a:lnTo>
                  <a:pt x="377447" y="38487"/>
                </a:lnTo>
                <a:lnTo>
                  <a:pt x="376677" y="38220"/>
                </a:lnTo>
                <a:lnTo>
                  <a:pt x="375898" y="37965"/>
                </a:lnTo>
                <a:lnTo>
                  <a:pt x="375112" y="37724"/>
                </a:lnTo>
                <a:lnTo>
                  <a:pt x="374318" y="37495"/>
                </a:lnTo>
                <a:lnTo>
                  <a:pt x="373516" y="37280"/>
                </a:lnTo>
                <a:lnTo>
                  <a:pt x="372706" y="37078"/>
                </a:lnTo>
                <a:lnTo>
                  <a:pt x="371889" y="36889"/>
                </a:lnTo>
                <a:lnTo>
                  <a:pt x="371064" y="36713"/>
                </a:lnTo>
                <a:lnTo>
                  <a:pt x="370232" y="36549"/>
                </a:lnTo>
                <a:lnTo>
                  <a:pt x="369392" y="36399"/>
                </a:lnTo>
                <a:lnTo>
                  <a:pt x="368544" y="36262"/>
                </a:lnTo>
                <a:lnTo>
                  <a:pt x="367688" y="36138"/>
                </a:lnTo>
                <a:lnTo>
                  <a:pt x="366825" y="36028"/>
                </a:lnTo>
                <a:lnTo>
                  <a:pt x="365953" y="35930"/>
                </a:lnTo>
                <a:lnTo>
                  <a:pt x="365075" y="35845"/>
                </a:lnTo>
                <a:lnTo>
                  <a:pt x="364188" y="35773"/>
                </a:lnTo>
                <a:lnTo>
                  <a:pt x="363294" y="35714"/>
                </a:lnTo>
                <a:lnTo>
                  <a:pt x="362392" y="35669"/>
                </a:lnTo>
                <a:lnTo>
                  <a:pt x="361482" y="35636"/>
                </a:lnTo>
                <a:lnTo>
                  <a:pt x="360565" y="35617"/>
                </a:lnTo>
                <a:lnTo>
                  <a:pt x="359640" y="35610"/>
                </a:lnTo>
                <a:lnTo>
                  <a:pt x="358536" y="35620"/>
                </a:lnTo>
                <a:lnTo>
                  <a:pt x="357444" y="35650"/>
                </a:lnTo>
                <a:lnTo>
                  <a:pt x="356363" y="35700"/>
                </a:lnTo>
                <a:lnTo>
                  <a:pt x="355293" y="35770"/>
                </a:lnTo>
                <a:lnTo>
                  <a:pt x="354235" y="35859"/>
                </a:lnTo>
                <a:lnTo>
                  <a:pt x="353188" y="35969"/>
                </a:lnTo>
                <a:lnTo>
                  <a:pt x="352153" y="36099"/>
                </a:lnTo>
                <a:lnTo>
                  <a:pt x="351129" y="36249"/>
                </a:lnTo>
                <a:lnTo>
                  <a:pt x="350117" y="36418"/>
                </a:lnTo>
                <a:lnTo>
                  <a:pt x="349116" y="36608"/>
                </a:lnTo>
                <a:lnTo>
                  <a:pt x="348127" y="36817"/>
                </a:lnTo>
                <a:lnTo>
                  <a:pt x="347149" y="37047"/>
                </a:lnTo>
                <a:lnTo>
                  <a:pt x="346183" y="37296"/>
                </a:lnTo>
                <a:lnTo>
                  <a:pt x="345228" y="37565"/>
                </a:lnTo>
                <a:lnTo>
                  <a:pt x="344285" y="37855"/>
                </a:lnTo>
                <a:lnTo>
                  <a:pt x="343353" y="38164"/>
                </a:lnTo>
                <a:lnTo>
                  <a:pt x="342433" y="38493"/>
                </a:lnTo>
                <a:lnTo>
                  <a:pt x="341524" y="38842"/>
                </a:lnTo>
                <a:lnTo>
                  <a:pt x="340626" y="39211"/>
                </a:lnTo>
                <a:lnTo>
                  <a:pt x="339740" y="39600"/>
                </a:lnTo>
                <a:lnTo>
                  <a:pt x="338866" y="40009"/>
                </a:lnTo>
                <a:lnTo>
                  <a:pt x="338003" y="40438"/>
                </a:lnTo>
                <a:lnTo>
                  <a:pt x="337151" y="40887"/>
                </a:lnTo>
                <a:lnTo>
                  <a:pt x="336311" y="41356"/>
                </a:lnTo>
                <a:lnTo>
                  <a:pt x="335484" y="41844"/>
                </a:lnTo>
                <a:lnTo>
                  <a:pt x="334673" y="42353"/>
                </a:lnTo>
                <a:lnTo>
                  <a:pt x="333877" y="42881"/>
                </a:lnTo>
                <a:lnTo>
                  <a:pt x="333097" y="43429"/>
                </a:lnTo>
                <a:lnTo>
                  <a:pt x="332332" y="43996"/>
                </a:lnTo>
                <a:lnTo>
                  <a:pt x="331582" y="44583"/>
                </a:lnTo>
                <a:lnTo>
                  <a:pt x="330848" y="45191"/>
                </a:lnTo>
                <a:lnTo>
                  <a:pt x="330129" y="45818"/>
                </a:lnTo>
                <a:lnTo>
                  <a:pt x="329426" y="46464"/>
                </a:lnTo>
                <a:lnTo>
                  <a:pt x="328738" y="47131"/>
                </a:lnTo>
                <a:lnTo>
                  <a:pt x="328066" y="47817"/>
                </a:lnTo>
                <a:lnTo>
                  <a:pt x="327409" y="48523"/>
                </a:lnTo>
                <a:lnTo>
                  <a:pt x="326767" y="49249"/>
                </a:lnTo>
                <a:lnTo>
                  <a:pt x="326141" y="49994"/>
                </a:lnTo>
                <a:lnTo>
                  <a:pt x="325530" y="50760"/>
                </a:lnTo>
                <a:lnTo>
                  <a:pt x="324934" y="51545"/>
                </a:lnTo>
                <a:lnTo>
                  <a:pt x="324354" y="52350"/>
                </a:lnTo>
                <a:lnTo>
                  <a:pt x="323790" y="53175"/>
                </a:lnTo>
                <a:lnTo>
                  <a:pt x="323240" y="54019"/>
                </a:lnTo>
                <a:lnTo>
                  <a:pt x="322707" y="54883"/>
                </a:lnTo>
                <a:lnTo>
                  <a:pt x="322188" y="55768"/>
                </a:lnTo>
                <a:lnTo>
                  <a:pt x="321685" y="56671"/>
                </a:lnTo>
                <a:lnTo>
                  <a:pt x="321198" y="57595"/>
                </a:lnTo>
                <a:lnTo>
                  <a:pt x="320725" y="58538"/>
                </a:lnTo>
                <a:lnTo>
                  <a:pt x="320271" y="59501"/>
                </a:lnTo>
                <a:lnTo>
                  <a:pt x="319835" y="60484"/>
                </a:lnTo>
                <a:lnTo>
                  <a:pt x="319419" y="61486"/>
                </a:lnTo>
                <a:lnTo>
                  <a:pt x="319023" y="62508"/>
                </a:lnTo>
                <a:lnTo>
                  <a:pt x="318645" y="63550"/>
                </a:lnTo>
                <a:lnTo>
                  <a:pt x="318287" y="64611"/>
                </a:lnTo>
                <a:lnTo>
                  <a:pt x="317948" y="65691"/>
                </a:lnTo>
                <a:lnTo>
                  <a:pt x="317629" y="66791"/>
                </a:lnTo>
                <a:lnTo>
                  <a:pt x="317329" y="67911"/>
                </a:lnTo>
                <a:lnTo>
                  <a:pt x="317049" y="69051"/>
                </a:lnTo>
                <a:lnTo>
                  <a:pt x="316787" y="70210"/>
                </a:lnTo>
                <a:lnTo>
                  <a:pt x="316545" y="71388"/>
                </a:lnTo>
                <a:lnTo>
                  <a:pt x="316323" y="72586"/>
                </a:lnTo>
                <a:lnTo>
                  <a:pt x="316120" y="73804"/>
                </a:lnTo>
                <a:lnTo>
                  <a:pt x="315936" y="75041"/>
                </a:lnTo>
                <a:lnTo>
                  <a:pt x="315771" y="76298"/>
                </a:lnTo>
                <a:lnTo>
                  <a:pt x="315626" y="77575"/>
                </a:lnTo>
                <a:lnTo>
                  <a:pt x="315500" y="78871"/>
                </a:lnTo>
                <a:lnTo>
                  <a:pt x="315394" y="80186"/>
                </a:lnTo>
                <a:lnTo>
                  <a:pt x="315307" y="81522"/>
                </a:lnTo>
                <a:lnTo>
                  <a:pt x="315239" y="82876"/>
                </a:lnTo>
                <a:lnTo>
                  <a:pt x="315191" y="84251"/>
                </a:lnTo>
                <a:lnTo>
                  <a:pt x="315162" y="85645"/>
                </a:lnTo>
                <a:lnTo>
                  <a:pt x="315152" y="87058"/>
                </a:lnTo>
                <a:lnTo>
                  <a:pt x="315162" y="88472"/>
                </a:lnTo>
                <a:lnTo>
                  <a:pt x="315192" y="89865"/>
                </a:lnTo>
                <a:lnTo>
                  <a:pt x="315241" y="91239"/>
                </a:lnTo>
                <a:lnTo>
                  <a:pt x="315310" y="92593"/>
                </a:lnTo>
                <a:lnTo>
                  <a:pt x="315398" y="93926"/>
                </a:lnTo>
                <a:lnTo>
                  <a:pt x="315507" y="95240"/>
                </a:lnTo>
                <a:lnTo>
                  <a:pt x="315635" y="96534"/>
                </a:lnTo>
                <a:lnTo>
                  <a:pt x="315782" y="97807"/>
                </a:lnTo>
                <a:lnTo>
                  <a:pt x="315950" y="99061"/>
                </a:lnTo>
                <a:lnTo>
                  <a:pt x="316137" y="100295"/>
                </a:lnTo>
                <a:lnTo>
                  <a:pt x="316344" y="101509"/>
                </a:lnTo>
                <a:lnTo>
                  <a:pt x="316570" y="102703"/>
                </a:lnTo>
                <a:lnTo>
                  <a:pt x="316816" y="103878"/>
                </a:lnTo>
                <a:lnTo>
                  <a:pt x="317082" y="105032"/>
                </a:lnTo>
                <a:lnTo>
                  <a:pt x="317368" y="106166"/>
                </a:lnTo>
                <a:lnTo>
                  <a:pt x="317673" y="107280"/>
                </a:lnTo>
                <a:lnTo>
                  <a:pt x="317998" y="108375"/>
                </a:lnTo>
                <a:lnTo>
                  <a:pt x="318343" y="109449"/>
                </a:lnTo>
                <a:lnTo>
                  <a:pt x="318707" y="110504"/>
                </a:lnTo>
                <a:lnTo>
                  <a:pt x="319091" y="111538"/>
                </a:lnTo>
                <a:lnTo>
                  <a:pt x="319495" y="112553"/>
                </a:lnTo>
                <a:lnTo>
                  <a:pt x="319918" y="113547"/>
                </a:lnTo>
                <a:lnTo>
                  <a:pt x="320361" y="114522"/>
                </a:lnTo>
                <a:lnTo>
                  <a:pt x="320824" y="115477"/>
                </a:lnTo>
                <a:lnTo>
                  <a:pt x="321304" y="116412"/>
                </a:lnTo>
                <a:lnTo>
                  <a:pt x="321800" y="117327"/>
                </a:lnTo>
                <a:lnTo>
                  <a:pt x="322311" y="118222"/>
                </a:lnTo>
                <a:lnTo>
                  <a:pt x="322837" y="119098"/>
                </a:lnTo>
                <a:lnTo>
                  <a:pt x="323378" y="119954"/>
                </a:lnTo>
                <a:lnTo>
                  <a:pt x="323934" y="120790"/>
                </a:lnTo>
                <a:lnTo>
                  <a:pt x="324506" y="121606"/>
                </a:lnTo>
                <a:lnTo>
                  <a:pt x="325093" y="122403"/>
                </a:lnTo>
                <a:lnTo>
                  <a:pt x="325695" y="123180"/>
                </a:lnTo>
                <a:lnTo>
                  <a:pt x="326313" y="123937"/>
                </a:lnTo>
                <a:lnTo>
                  <a:pt x="326946" y="124674"/>
                </a:lnTo>
                <a:lnTo>
                  <a:pt x="327593" y="125391"/>
                </a:lnTo>
                <a:lnTo>
                  <a:pt x="328257" y="126089"/>
                </a:lnTo>
                <a:lnTo>
                  <a:pt x="328935" y="126767"/>
                </a:lnTo>
                <a:lnTo>
                  <a:pt x="329629" y="127425"/>
                </a:lnTo>
                <a:lnTo>
                  <a:pt x="330338" y="128063"/>
                </a:lnTo>
                <a:lnTo>
                  <a:pt x="331062" y="128682"/>
                </a:lnTo>
                <a:lnTo>
                  <a:pt x="331801" y="129281"/>
                </a:lnTo>
                <a:lnTo>
                  <a:pt x="332556" y="129860"/>
                </a:lnTo>
                <a:lnTo>
                  <a:pt x="333326" y="130419"/>
                </a:lnTo>
                <a:lnTo>
                  <a:pt x="334111" y="130959"/>
                </a:lnTo>
                <a:lnTo>
                  <a:pt x="334911" y="131479"/>
                </a:lnTo>
                <a:lnTo>
                  <a:pt x="335727" y="131979"/>
                </a:lnTo>
                <a:lnTo>
                  <a:pt x="336558" y="132459"/>
                </a:lnTo>
                <a:lnTo>
                  <a:pt x="337401" y="132919"/>
                </a:lnTo>
                <a:lnTo>
                  <a:pt x="338255" y="133360"/>
                </a:lnTo>
                <a:lnTo>
                  <a:pt x="339119" y="133781"/>
                </a:lnTo>
                <a:lnTo>
                  <a:pt x="339994" y="134183"/>
                </a:lnTo>
                <a:lnTo>
                  <a:pt x="340878" y="134565"/>
                </a:lnTo>
                <a:lnTo>
                  <a:pt x="341773" y="134927"/>
                </a:lnTo>
                <a:lnTo>
                  <a:pt x="342679" y="135270"/>
                </a:lnTo>
                <a:lnTo>
                  <a:pt x="343594" y="135593"/>
                </a:lnTo>
                <a:lnTo>
                  <a:pt x="344520" y="135896"/>
                </a:lnTo>
                <a:lnTo>
                  <a:pt x="345456" y="136180"/>
                </a:lnTo>
                <a:lnTo>
                  <a:pt x="346402" y="136445"/>
                </a:lnTo>
                <a:lnTo>
                  <a:pt x="347359" y="136690"/>
                </a:lnTo>
                <a:lnTo>
                  <a:pt x="348326" y="136915"/>
                </a:lnTo>
                <a:lnTo>
                  <a:pt x="349303" y="137121"/>
                </a:lnTo>
                <a:lnTo>
                  <a:pt x="350291" y="137307"/>
                </a:lnTo>
                <a:lnTo>
                  <a:pt x="351288" y="137473"/>
                </a:lnTo>
                <a:lnTo>
                  <a:pt x="352296" y="137620"/>
                </a:lnTo>
                <a:lnTo>
                  <a:pt x="353315" y="137747"/>
                </a:lnTo>
                <a:lnTo>
                  <a:pt x="354343" y="137855"/>
                </a:lnTo>
                <a:lnTo>
                  <a:pt x="355382" y="137943"/>
                </a:lnTo>
                <a:lnTo>
                  <a:pt x="356431" y="138012"/>
                </a:lnTo>
                <a:lnTo>
                  <a:pt x="357490" y="138061"/>
                </a:lnTo>
                <a:lnTo>
                  <a:pt x="358560" y="138090"/>
                </a:lnTo>
                <a:lnTo>
                  <a:pt x="359640" y="138100"/>
                </a:lnTo>
                <a:lnTo>
                  <a:pt x="360582" y="138093"/>
                </a:lnTo>
                <a:lnTo>
                  <a:pt x="361515" y="138072"/>
                </a:lnTo>
                <a:lnTo>
                  <a:pt x="362441" y="138038"/>
                </a:lnTo>
                <a:lnTo>
                  <a:pt x="363360" y="137990"/>
                </a:lnTo>
                <a:lnTo>
                  <a:pt x="364270" y="137928"/>
                </a:lnTo>
                <a:close/>
                <a:moveTo>
                  <a:pt x="564211" y="123973"/>
                </a:moveTo>
                <a:lnTo>
                  <a:pt x="564624" y="124539"/>
                </a:lnTo>
                <a:lnTo>
                  <a:pt x="565048" y="125094"/>
                </a:lnTo>
                <a:lnTo>
                  <a:pt x="565482" y="125639"/>
                </a:lnTo>
                <a:lnTo>
                  <a:pt x="565927" y="126173"/>
                </a:lnTo>
                <a:lnTo>
                  <a:pt x="566382" y="126697"/>
                </a:lnTo>
                <a:lnTo>
                  <a:pt x="566848" y="127211"/>
                </a:lnTo>
                <a:lnTo>
                  <a:pt x="567325" y="127714"/>
                </a:lnTo>
                <a:lnTo>
                  <a:pt x="567812" y="128207"/>
                </a:lnTo>
                <a:lnTo>
                  <a:pt x="568310" y="128689"/>
                </a:lnTo>
                <a:lnTo>
                  <a:pt x="568818" y="129161"/>
                </a:lnTo>
                <a:lnTo>
                  <a:pt x="569337" y="129622"/>
                </a:lnTo>
                <a:lnTo>
                  <a:pt x="569867" y="130073"/>
                </a:lnTo>
                <a:lnTo>
                  <a:pt x="570407" y="130513"/>
                </a:lnTo>
                <a:lnTo>
                  <a:pt x="570958" y="130943"/>
                </a:lnTo>
                <a:lnTo>
                  <a:pt x="571520" y="131362"/>
                </a:lnTo>
                <a:lnTo>
                  <a:pt x="572092" y="131771"/>
                </a:lnTo>
                <a:lnTo>
                  <a:pt x="572675" y="132170"/>
                </a:lnTo>
                <a:lnTo>
                  <a:pt x="573268" y="132558"/>
                </a:lnTo>
                <a:lnTo>
                  <a:pt x="573872" y="132936"/>
                </a:lnTo>
                <a:lnTo>
                  <a:pt x="574487" y="133303"/>
                </a:lnTo>
                <a:lnTo>
                  <a:pt x="575112" y="133660"/>
                </a:lnTo>
                <a:lnTo>
                  <a:pt x="575748" y="134006"/>
                </a:lnTo>
                <a:lnTo>
                  <a:pt x="576393" y="134340"/>
                </a:lnTo>
                <a:lnTo>
                  <a:pt x="577048" y="134660"/>
                </a:lnTo>
                <a:lnTo>
                  <a:pt x="577711" y="134966"/>
                </a:lnTo>
                <a:lnTo>
                  <a:pt x="578384" y="135257"/>
                </a:lnTo>
                <a:lnTo>
                  <a:pt x="579065" y="135534"/>
                </a:lnTo>
                <a:lnTo>
                  <a:pt x="579755" y="135797"/>
                </a:lnTo>
                <a:lnTo>
                  <a:pt x="580454" y="136046"/>
                </a:lnTo>
                <a:lnTo>
                  <a:pt x="581162" y="136281"/>
                </a:lnTo>
                <a:lnTo>
                  <a:pt x="581879" y="136501"/>
                </a:lnTo>
                <a:lnTo>
                  <a:pt x="582605" y="136707"/>
                </a:lnTo>
                <a:lnTo>
                  <a:pt x="583339" y="136899"/>
                </a:lnTo>
                <a:lnTo>
                  <a:pt x="584083" y="137077"/>
                </a:lnTo>
                <a:lnTo>
                  <a:pt x="584836" y="137240"/>
                </a:lnTo>
                <a:lnTo>
                  <a:pt x="585597" y="137389"/>
                </a:lnTo>
                <a:lnTo>
                  <a:pt x="586367" y="137524"/>
                </a:lnTo>
                <a:lnTo>
                  <a:pt x="587146" y="137645"/>
                </a:lnTo>
                <a:lnTo>
                  <a:pt x="587935" y="137752"/>
                </a:lnTo>
                <a:lnTo>
                  <a:pt x="588732" y="137844"/>
                </a:lnTo>
                <a:lnTo>
                  <a:pt x="589538" y="137922"/>
                </a:lnTo>
                <a:lnTo>
                  <a:pt x="590352" y="137986"/>
                </a:lnTo>
                <a:lnTo>
                  <a:pt x="591176" y="138036"/>
                </a:lnTo>
                <a:lnTo>
                  <a:pt x="592009" y="138072"/>
                </a:lnTo>
                <a:lnTo>
                  <a:pt x="592850" y="138093"/>
                </a:lnTo>
                <a:lnTo>
                  <a:pt x="593701" y="138100"/>
                </a:lnTo>
                <a:lnTo>
                  <a:pt x="594715" y="138090"/>
                </a:lnTo>
                <a:lnTo>
                  <a:pt x="595717" y="138059"/>
                </a:lnTo>
                <a:lnTo>
                  <a:pt x="596709" y="138009"/>
                </a:lnTo>
                <a:lnTo>
                  <a:pt x="597690" y="137938"/>
                </a:lnTo>
                <a:lnTo>
                  <a:pt x="598660" y="137847"/>
                </a:lnTo>
                <a:lnTo>
                  <a:pt x="599619" y="137735"/>
                </a:lnTo>
                <a:lnTo>
                  <a:pt x="600567" y="137603"/>
                </a:lnTo>
                <a:lnTo>
                  <a:pt x="601504" y="137451"/>
                </a:lnTo>
                <a:lnTo>
                  <a:pt x="602431" y="137279"/>
                </a:lnTo>
                <a:lnTo>
                  <a:pt x="603346" y="137086"/>
                </a:lnTo>
                <a:lnTo>
                  <a:pt x="604250" y="136874"/>
                </a:lnTo>
                <a:lnTo>
                  <a:pt x="605143" y="136640"/>
                </a:lnTo>
                <a:lnTo>
                  <a:pt x="606026" y="136387"/>
                </a:lnTo>
                <a:lnTo>
                  <a:pt x="606897" y="136113"/>
                </a:lnTo>
                <a:lnTo>
                  <a:pt x="607757" y="135819"/>
                </a:lnTo>
                <a:lnTo>
                  <a:pt x="608607" y="135505"/>
                </a:lnTo>
                <a:lnTo>
                  <a:pt x="609445" y="135171"/>
                </a:lnTo>
                <a:lnTo>
                  <a:pt x="610273" y="134816"/>
                </a:lnTo>
                <a:lnTo>
                  <a:pt x="611089" y="134441"/>
                </a:lnTo>
                <a:lnTo>
                  <a:pt x="611895" y="134046"/>
                </a:lnTo>
                <a:lnTo>
                  <a:pt x="612689" y="133630"/>
                </a:lnTo>
                <a:lnTo>
                  <a:pt x="613473" y="133194"/>
                </a:lnTo>
                <a:lnTo>
                  <a:pt x="614246" y="132738"/>
                </a:lnTo>
                <a:lnTo>
                  <a:pt x="615008" y="132262"/>
                </a:lnTo>
                <a:lnTo>
                  <a:pt x="615757" y="131765"/>
                </a:lnTo>
                <a:lnTo>
                  <a:pt x="616492" y="131249"/>
                </a:lnTo>
                <a:lnTo>
                  <a:pt x="617212" y="130714"/>
                </a:lnTo>
                <a:lnTo>
                  <a:pt x="617919" y="130159"/>
                </a:lnTo>
                <a:lnTo>
                  <a:pt x="618611" y="129585"/>
                </a:lnTo>
                <a:lnTo>
                  <a:pt x="619289" y="128992"/>
                </a:lnTo>
                <a:lnTo>
                  <a:pt x="619953" y="128379"/>
                </a:lnTo>
                <a:lnTo>
                  <a:pt x="620603" y="127747"/>
                </a:lnTo>
                <a:lnTo>
                  <a:pt x="621238" y="127095"/>
                </a:lnTo>
                <a:lnTo>
                  <a:pt x="621859" y="126424"/>
                </a:lnTo>
                <a:lnTo>
                  <a:pt x="622466" y="125733"/>
                </a:lnTo>
                <a:lnTo>
                  <a:pt x="623059" y="125024"/>
                </a:lnTo>
                <a:lnTo>
                  <a:pt x="623638" y="124294"/>
                </a:lnTo>
                <a:lnTo>
                  <a:pt x="624202" y="123546"/>
                </a:lnTo>
                <a:lnTo>
                  <a:pt x="624752" y="122778"/>
                </a:lnTo>
                <a:lnTo>
                  <a:pt x="625288" y="121990"/>
                </a:lnTo>
                <a:lnTo>
                  <a:pt x="625810" y="121184"/>
                </a:lnTo>
                <a:lnTo>
                  <a:pt x="626318" y="120357"/>
                </a:lnTo>
                <a:lnTo>
                  <a:pt x="626811" y="119512"/>
                </a:lnTo>
                <a:lnTo>
                  <a:pt x="627290" y="118647"/>
                </a:lnTo>
                <a:lnTo>
                  <a:pt x="627755" y="117762"/>
                </a:lnTo>
                <a:lnTo>
                  <a:pt x="628206" y="116859"/>
                </a:lnTo>
                <a:lnTo>
                  <a:pt x="628642" y="115935"/>
                </a:lnTo>
                <a:lnTo>
                  <a:pt x="629064" y="114993"/>
                </a:lnTo>
                <a:lnTo>
                  <a:pt x="629471" y="114031"/>
                </a:lnTo>
                <a:lnTo>
                  <a:pt x="629860" y="113051"/>
                </a:lnTo>
                <a:lnTo>
                  <a:pt x="630232" y="112053"/>
                </a:lnTo>
                <a:lnTo>
                  <a:pt x="630586" y="111036"/>
                </a:lnTo>
                <a:lnTo>
                  <a:pt x="630924" y="110000"/>
                </a:lnTo>
                <a:lnTo>
                  <a:pt x="631244" y="108946"/>
                </a:lnTo>
                <a:lnTo>
                  <a:pt x="631546" y="107873"/>
                </a:lnTo>
                <a:lnTo>
                  <a:pt x="631832" y="106782"/>
                </a:lnTo>
                <a:lnTo>
                  <a:pt x="632100" y="105673"/>
                </a:lnTo>
                <a:lnTo>
                  <a:pt x="632351" y="104544"/>
                </a:lnTo>
                <a:lnTo>
                  <a:pt x="632584" y="103398"/>
                </a:lnTo>
                <a:lnTo>
                  <a:pt x="632800" y="102233"/>
                </a:lnTo>
                <a:lnTo>
                  <a:pt x="632999" y="101049"/>
                </a:lnTo>
                <a:lnTo>
                  <a:pt x="633181" y="99847"/>
                </a:lnTo>
                <a:lnTo>
                  <a:pt x="633345" y="98626"/>
                </a:lnTo>
                <a:lnTo>
                  <a:pt x="633492" y="97387"/>
                </a:lnTo>
                <a:lnTo>
                  <a:pt x="633622" y="96129"/>
                </a:lnTo>
                <a:lnTo>
                  <a:pt x="633734" y="94852"/>
                </a:lnTo>
                <a:lnTo>
                  <a:pt x="633829" y="93558"/>
                </a:lnTo>
                <a:lnTo>
                  <a:pt x="633907" y="92244"/>
                </a:lnTo>
                <a:lnTo>
                  <a:pt x="633968" y="90912"/>
                </a:lnTo>
                <a:lnTo>
                  <a:pt x="634011" y="89562"/>
                </a:lnTo>
                <a:lnTo>
                  <a:pt x="634037" y="88193"/>
                </a:lnTo>
                <a:lnTo>
                  <a:pt x="634046" y="86806"/>
                </a:lnTo>
                <a:lnTo>
                  <a:pt x="634038" y="85402"/>
                </a:lnTo>
                <a:lnTo>
                  <a:pt x="634013" y="84017"/>
                </a:lnTo>
                <a:lnTo>
                  <a:pt x="633972" y="82652"/>
                </a:lnTo>
                <a:lnTo>
                  <a:pt x="633915" y="81306"/>
                </a:lnTo>
                <a:lnTo>
                  <a:pt x="633842" y="79980"/>
                </a:lnTo>
                <a:lnTo>
                  <a:pt x="633753" y="78673"/>
                </a:lnTo>
                <a:lnTo>
                  <a:pt x="633647" y="77386"/>
                </a:lnTo>
                <a:lnTo>
                  <a:pt x="633525" y="76118"/>
                </a:lnTo>
                <a:lnTo>
                  <a:pt x="633387" y="74869"/>
                </a:lnTo>
                <a:lnTo>
                  <a:pt x="633232" y="73640"/>
                </a:lnTo>
                <a:lnTo>
                  <a:pt x="633061" y="72430"/>
                </a:lnTo>
                <a:lnTo>
                  <a:pt x="632874" y="71239"/>
                </a:lnTo>
                <a:lnTo>
                  <a:pt x="632671" y="70068"/>
                </a:lnTo>
                <a:lnTo>
                  <a:pt x="632451" y="68917"/>
                </a:lnTo>
                <a:lnTo>
                  <a:pt x="632215" y="67784"/>
                </a:lnTo>
                <a:lnTo>
                  <a:pt x="631963" y="66672"/>
                </a:lnTo>
                <a:lnTo>
                  <a:pt x="631695" y="65578"/>
                </a:lnTo>
                <a:lnTo>
                  <a:pt x="631410" y="64504"/>
                </a:lnTo>
                <a:lnTo>
                  <a:pt x="631109" y="63450"/>
                </a:lnTo>
                <a:lnTo>
                  <a:pt x="630792" y="62414"/>
                </a:lnTo>
                <a:lnTo>
                  <a:pt x="630458" y="61398"/>
                </a:lnTo>
                <a:lnTo>
                  <a:pt x="630108" y="60402"/>
                </a:lnTo>
                <a:lnTo>
                  <a:pt x="629742" y="59425"/>
                </a:lnTo>
                <a:lnTo>
                  <a:pt x="629360" y="58467"/>
                </a:lnTo>
                <a:lnTo>
                  <a:pt x="628963" y="57529"/>
                </a:lnTo>
                <a:lnTo>
                  <a:pt x="628552" y="56610"/>
                </a:lnTo>
                <a:lnTo>
                  <a:pt x="628128" y="55711"/>
                </a:lnTo>
                <a:lnTo>
                  <a:pt x="627690" y="54831"/>
                </a:lnTo>
                <a:lnTo>
                  <a:pt x="627239" y="53971"/>
                </a:lnTo>
                <a:lnTo>
                  <a:pt x="626774" y="53131"/>
                </a:lnTo>
                <a:lnTo>
                  <a:pt x="626295" y="52310"/>
                </a:lnTo>
                <a:lnTo>
                  <a:pt x="625803" y="51509"/>
                </a:lnTo>
                <a:lnTo>
                  <a:pt x="625298" y="50727"/>
                </a:lnTo>
                <a:lnTo>
                  <a:pt x="624779" y="49965"/>
                </a:lnTo>
                <a:lnTo>
                  <a:pt x="624247" y="49222"/>
                </a:lnTo>
                <a:lnTo>
                  <a:pt x="623700" y="48499"/>
                </a:lnTo>
                <a:lnTo>
                  <a:pt x="623141" y="47796"/>
                </a:lnTo>
                <a:lnTo>
                  <a:pt x="622568" y="47112"/>
                </a:lnTo>
                <a:lnTo>
                  <a:pt x="621981" y="46448"/>
                </a:lnTo>
                <a:lnTo>
                  <a:pt x="621381" y="45803"/>
                </a:lnTo>
                <a:lnTo>
                  <a:pt x="620767" y="45178"/>
                </a:lnTo>
                <a:lnTo>
                  <a:pt x="620140" y="44572"/>
                </a:lnTo>
                <a:lnTo>
                  <a:pt x="619499" y="43986"/>
                </a:lnTo>
                <a:lnTo>
                  <a:pt x="618845" y="43420"/>
                </a:lnTo>
                <a:lnTo>
                  <a:pt x="618177" y="42873"/>
                </a:lnTo>
                <a:lnTo>
                  <a:pt x="617496" y="42346"/>
                </a:lnTo>
                <a:lnTo>
                  <a:pt x="616801" y="41838"/>
                </a:lnTo>
                <a:lnTo>
                  <a:pt x="616093" y="41350"/>
                </a:lnTo>
                <a:lnTo>
                  <a:pt x="615372" y="40882"/>
                </a:lnTo>
                <a:lnTo>
                  <a:pt x="614640" y="40433"/>
                </a:lnTo>
                <a:lnTo>
                  <a:pt x="613896" y="40005"/>
                </a:lnTo>
                <a:lnTo>
                  <a:pt x="613142" y="39596"/>
                </a:lnTo>
                <a:lnTo>
                  <a:pt x="612376" y="39207"/>
                </a:lnTo>
                <a:lnTo>
                  <a:pt x="611598" y="38839"/>
                </a:lnTo>
                <a:lnTo>
                  <a:pt x="610810" y="38490"/>
                </a:lnTo>
                <a:lnTo>
                  <a:pt x="610010" y="38161"/>
                </a:lnTo>
                <a:lnTo>
                  <a:pt x="609198" y="37852"/>
                </a:lnTo>
                <a:lnTo>
                  <a:pt x="608376" y="37563"/>
                </a:lnTo>
                <a:lnTo>
                  <a:pt x="607542" y="37294"/>
                </a:lnTo>
                <a:lnTo>
                  <a:pt x="606697" y="37045"/>
                </a:lnTo>
                <a:lnTo>
                  <a:pt x="605840" y="36816"/>
                </a:lnTo>
                <a:lnTo>
                  <a:pt x="604973" y="36607"/>
                </a:lnTo>
                <a:lnTo>
                  <a:pt x="604094" y="36417"/>
                </a:lnTo>
                <a:lnTo>
                  <a:pt x="603203" y="36248"/>
                </a:lnTo>
                <a:lnTo>
                  <a:pt x="602302" y="36098"/>
                </a:lnTo>
                <a:lnTo>
                  <a:pt x="601389" y="35969"/>
                </a:lnTo>
                <a:lnTo>
                  <a:pt x="600464" y="35859"/>
                </a:lnTo>
                <a:lnTo>
                  <a:pt x="599529" y="35770"/>
                </a:lnTo>
                <a:lnTo>
                  <a:pt x="598582" y="35700"/>
                </a:lnTo>
                <a:lnTo>
                  <a:pt x="597624" y="35650"/>
                </a:lnTo>
                <a:lnTo>
                  <a:pt x="596654" y="35620"/>
                </a:lnTo>
                <a:lnTo>
                  <a:pt x="595674" y="35610"/>
                </a:lnTo>
                <a:lnTo>
                  <a:pt x="594782" y="35618"/>
                </a:lnTo>
                <a:lnTo>
                  <a:pt x="593900" y="35644"/>
                </a:lnTo>
                <a:lnTo>
                  <a:pt x="593026" y="35686"/>
                </a:lnTo>
                <a:lnTo>
                  <a:pt x="592162" y="35744"/>
                </a:lnTo>
                <a:lnTo>
                  <a:pt x="591307" y="35820"/>
                </a:lnTo>
                <a:lnTo>
                  <a:pt x="590461" y="35912"/>
                </a:lnTo>
                <a:lnTo>
                  <a:pt x="589624" y="36021"/>
                </a:lnTo>
                <a:lnTo>
                  <a:pt x="588796" y="36147"/>
                </a:lnTo>
                <a:lnTo>
                  <a:pt x="587977" y="36290"/>
                </a:lnTo>
                <a:lnTo>
                  <a:pt x="587167" y="36449"/>
                </a:lnTo>
                <a:lnTo>
                  <a:pt x="586367" y="36625"/>
                </a:lnTo>
                <a:lnTo>
                  <a:pt x="585575" y="36818"/>
                </a:lnTo>
                <a:lnTo>
                  <a:pt x="584792" y="37028"/>
                </a:lnTo>
                <a:lnTo>
                  <a:pt x="584019" y="37255"/>
                </a:lnTo>
                <a:lnTo>
                  <a:pt x="583255" y="37498"/>
                </a:lnTo>
                <a:lnTo>
                  <a:pt x="582499" y="37758"/>
                </a:lnTo>
                <a:lnTo>
                  <a:pt x="581753" y="38035"/>
                </a:lnTo>
                <a:lnTo>
                  <a:pt x="581016" y="38329"/>
                </a:lnTo>
                <a:lnTo>
                  <a:pt x="580288" y="38639"/>
                </a:lnTo>
                <a:lnTo>
                  <a:pt x="579569" y="38967"/>
                </a:lnTo>
                <a:lnTo>
                  <a:pt x="578859" y="39311"/>
                </a:lnTo>
                <a:lnTo>
                  <a:pt x="578158" y="39672"/>
                </a:lnTo>
                <a:lnTo>
                  <a:pt x="577466" y="40049"/>
                </a:lnTo>
                <a:lnTo>
                  <a:pt x="576783" y="40444"/>
                </a:lnTo>
                <a:lnTo>
                  <a:pt x="576111" y="40851"/>
                </a:lnTo>
                <a:lnTo>
                  <a:pt x="575448" y="41269"/>
                </a:lnTo>
                <a:lnTo>
                  <a:pt x="574796" y="41697"/>
                </a:lnTo>
                <a:lnTo>
                  <a:pt x="574154" y="42134"/>
                </a:lnTo>
                <a:lnTo>
                  <a:pt x="573523" y="42582"/>
                </a:lnTo>
                <a:lnTo>
                  <a:pt x="572902" y="43039"/>
                </a:lnTo>
                <a:lnTo>
                  <a:pt x="572292" y="43506"/>
                </a:lnTo>
                <a:lnTo>
                  <a:pt x="571692" y="43984"/>
                </a:lnTo>
                <a:lnTo>
                  <a:pt x="571103" y="44471"/>
                </a:lnTo>
                <a:lnTo>
                  <a:pt x="570524" y="44968"/>
                </a:lnTo>
                <a:lnTo>
                  <a:pt x="569956" y="45475"/>
                </a:lnTo>
                <a:lnTo>
                  <a:pt x="569398" y="45992"/>
                </a:lnTo>
                <a:lnTo>
                  <a:pt x="568850" y="46519"/>
                </a:lnTo>
                <a:lnTo>
                  <a:pt x="568313" y="47056"/>
                </a:lnTo>
                <a:lnTo>
                  <a:pt x="567786" y="47603"/>
                </a:lnTo>
                <a:lnTo>
                  <a:pt x="567270" y="48160"/>
                </a:lnTo>
                <a:lnTo>
                  <a:pt x="566764" y="48726"/>
                </a:lnTo>
                <a:lnTo>
                  <a:pt x="566269" y="49303"/>
                </a:lnTo>
                <a:lnTo>
                  <a:pt x="565784" y="49889"/>
                </a:lnTo>
                <a:lnTo>
                  <a:pt x="565309" y="50486"/>
                </a:lnTo>
                <a:lnTo>
                  <a:pt x="564845" y="51092"/>
                </a:lnTo>
                <a:lnTo>
                  <a:pt x="564392" y="51709"/>
                </a:lnTo>
                <a:lnTo>
                  <a:pt x="563949" y="52335"/>
                </a:lnTo>
                <a:lnTo>
                  <a:pt x="563516" y="52971"/>
                </a:lnTo>
                <a:lnTo>
                  <a:pt x="563023" y="37287"/>
                </a:lnTo>
                <a:lnTo>
                  <a:pt x="547043" y="37287"/>
                </a:lnTo>
                <a:lnTo>
                  <a:pt x="547043" y="171639"/>
                </a:lnTo>
                <a:lnTo>
                  <a:pt x="563417" y="171639"/>
                </a:lnTo>
                <a:lnTo>
                  <a:pt x="563417" y="122810"/>
                </a:lnTo>
                <a:lnTo>
                  <a:pt x="563809" y="123397"/>
                </a:lnTo>
                <a:lnTo>
                  <a:pt x="564211" y="123973"/>
                </a:lnTo>
                <a:close/>
                <a:moveTo>
                  <a:pt x="587473" y="124450"/>
                </a:moveTo>
                <a:lnTo>
                  <a:pt x="586706" y="124374"/>
                </a:lnTo>
                <a:lnTo>
                  <a:pt x="585951" y="124281"/>
                </a:lnTo>
                <a:lnTo>
                  <a:pt x="585206" y="124171"/>
                </a:lnTo>
                <a:lnTo>
                  <a:pt x="584472" y="124044"/>
                </a:lnTo>
                <a:lnTo>
                  <a:pt x="583749" y="123900"/>
                </a:lnTo>
                <a:lnTo>
                  <a:pt x="583036" y="123739"/>
                </a:lnTo>
                <a:lnTo>
                  <a:pt x="582333" y="123562"/>
                </a:lnTo>
                <a:lnTo>
                  <a:pt x="581642" y="123367"/>
                </a:lnTo>
                <a:lnTo>
                  <a:pt x="580961" y="123155"/>
                </a:lnTo>
                <a:lnTo>
                  <a:pt x="580290" y="122927"/>
                </a:lnTo>
                <a:lnTo>
                  <a:pt x="579630" y="122681"/>
                </a:lnTo>
                <a:lnTo>
                  <a:pt x="578981" y="122419"/>
                </a:lnTo>
                <a:lnTo>
                  <a:pt x="578342" y="122139"/>
                </a:lnTo>
                <a:lnTo>
                  <a:pt x="577714" y="121843"/>
                </a:lnTo>
                <a:lnTo>
                  <a:pt x="577097" y="121530"/>
                </a:lnTo>
                <a:lnTo>
                  <a:pt x="576490" y="121199"/>
                </a:lnTo>
                <a:lnTo>
                  <a:pt x="575894" y="120852"/>
                </a:lnTo>
                <a:lnTo>
                  <a:pt x="575309" y="120488"/>
                </a:lnTo>
                <a:lnTo>
                  <a:pt x="574734" y="120107"/>
                </a:lnTo>
                <a:lnTo>
                  <a:pt x="574169" y="119709"/>
                </a:lnTo>
                <a:lnTo>
                  <a:pt x="573615" y="119298"/>
                </a:lnTo>
                <a:lnTo>
                  <a:pt x="573071" y="118876"/>
                </a:lnTo>
                <a:lnTo>
                  <a:pt x="572536" y="118444"/>
                </a:lnTo>
                <a:lnTo>
                  <a:pt x="572010" y="118002"/>
                </a:lnTo>
                <a:lnTo>
                  <a:pt x="571494" y="117550"/>
                </a:lnTo>
                <a:lnTo>
                  <a:pt x="570988" y="117088"/>
                </a:lnTo>
                <a:lnTo>
                  <a:pt x="570492" y="116616"/>
                </a:lnTo>
                <a:lnTo>
                  <a:pt x="570005" y="116133"/>
                </a:lnTo>
                <a:lnTo>
                  <a:pt x="569527" y="115640"/>
                </a:lnTo>
                <a:lnTo>
                  <a:pt x="569059" y="115138"/>
                </a:lnTo>
                <a:lnTo>
                  <a:pt x="568601" y="114624"/>
                </a:lnTo>
                <a:lnTo>
                  <a:pt x="568152" y="114101"/>
                </a:lnTo>
                <a:lnTo>
                  <a:pt x="567713" y="113568"/>
                </a:lnTo>
                <a:lnTo>
                  <a:pt x="567284" y="113024"/>
                </a:lnTo>
                <a:lnTo>
                  <a:pt x="566864" y="112471"/>
                </a:lnTo>
                <a:lnTo>
                  <a:pt x="566453" y="111907"/>
                </a:lnTo>
                <a:lnTo>
                  <a:pt x="566053" y="111333"/>
                </a:lnTo>
                <a:lnTo>
                  <a:pt x="565661" y="110749"/>
                </a:lnTo>
                <a:lnTo>
                  <a:pt x="565280" y="110154"/>
                </a:lnTo>
                <a:lnTo>
                  <a:pt x="564908" y="109550"/>
                </a:lnTo>
                <a:lnTo>
                  <a:pt x="564546" y="108935"/>
                </a:lnTo>
                <a:lnTo>
                  <a:pt x="564193" y="108311"/>
                </a:lnTo>
                <a:lnTo>
                  <a:pt x="563850" y="107676"/>
                </a:lnTo>
                <a:lnTo>
                  <a:pt x="563516" y="107031"/>
                </a:lnTo>
                <a:lnTo>
                  <a:pt x="563516" y="68430"/>
                </a:lnTo>
                <a:lnTo>
                  <a:pt x="563859" y="67784"/>
                </a:lnTo>
                <a:lnTo>
                  <a:pt x="564212" y="67144"/>
                </a:lnTo>
                <a:lnTo>
                  <a:pt x="564577" y="66510"/>
                </a:lnTo>
                <a:lnTo>
                  <a:pt x="564953" y="65884"/>
                </a:lnTo>
                <a:lnTo>
                  <a:pt x="565340" y="65264"/>
                </a:lnTo>
                <a:lnTo>
                  <a:pt x="565739" y="64651"/>
                </a:lnTo>
                <a:lnTo>
                  <a:pt x="566148" y="64045"/>
                </a:lnTo>
                <a:lnTo>
                  <a:pt x="566568" y="63446"/>
                </a:lnTo>
                <a:lnTo>
                  <a:pt x="567000" y="62853"/>
                </a:lnTo>
                <a:lnTo>
                  <a:pt x="567443" y="62267"/>
                </a:lnTo>
                <a:lnTo>
                  <a:pt x="567897" y="61688"/>
                </a:lnTo>
                <a:lnTo>
                  <a:pt x="568362" y="61116"/>
                </a:lnTo>
                <a:lnTo>
                  <a:pt x="568838" y="60551"/>
                </a:lnTo>
                <a:lnTo>
                  <a:pt x="569325" y="59992"/>
                </a:lnTo>
                <a:lnTo>
                  <a:pt x="569824" y="59440"/>
                </a:lnTo>
                <a:lnTo>
                  <a:pt x="570333" y="58895"/>
                </a:lnTo>
                <a:lnTo>
                  <a:pt x="570854" y="58357"/>
                </a:lnTo>
                <a:lnTo>
                  <a:pt x="571386" y="57825"/>
                </a:lnTo>
                <a:lnTo>
                  <a:pt x="571929" y="57300"/>
                </a:lnTo>
                <a:lnTo>
                  <a:pt x="572483" y="56782"/>
                </a:lnTo>
                <a:lnTo>
                  <a:pt x="573048" y="56271"/>
                </a:lnTo>
                <a:lnTo>
                  <a:pt x="573624" y="55766"/>
                </a:lnTo>
                <a:lnTo>
                  <a:pt x="574212" y="55269"/>
                </a:lnTo>
                <a:lnTo>
                  <a:pt x="574811" y="54778"/>
                </a:lnTo>
                <a:lnTo>
                  <a:pt x="575421" y="54300"/>
                </a:lnTo>
                <a:lnTo>
                  <a:pt x="576042" y="53843"/>
                </a:lnTo>
                <a:lnTo>
                  <a:pt x="576675" y="53406"/>
                </a:lnTo>
                <a:lnTo>
                  <a:pt x="577319" y="52990"/>
                </a:lnTo>
                <a:lnTo>
                  <a:pt x="577975" y="52594"/>
                </a:lnTo>
                <a:lnTo>
                  <a:pt x="578642" y="52218"/>
                </a:lnTo>
                <a:lnTo>
                  <a:pt x="579321" y="51862"/>
                </a:lnTo>
                <a:lnTo>
                  <a:pt x="580011" y="51527"/>
                </a:lnTo>
                <a:lnTo>
                  <a:pt x="580713" y="51212"/>
                </a:lnTo>
                <a:lnTo>
                  <a:pt x="581426" y="50918"/>
                </a:lnTo>
                <a:lnTo>
                  <a:pt x="582151" y="50643"/>
                </a:lnTo>
                <a:lnTo>
                  <a:pt x="582887" y="50390"/>
                </a:lnTo>
                <a:lnTo>
                  <a:pt x="583635" y="50156"/>
                </a:lnTo>
                <a:lnTo>
                  <a:pt x="584394" y="49943"/>
                </a:lnTo>
                <a:lnTo>
                  <a:pt x="585164" y="49750"/>
                </a:lnTo>
                <a:lnTo>
                  <a:pt x="585946" y="49577"/>
                </a:lnTo>
                <a:lnTo>
                  <a:pt x="586740" y="49425"/>
                </a:lnTo>
                <a:lnTo>
                  <a:pt x="587545" y="49293"/>
                </a:lnTo>
                <a:lnTo>
                  <a:pt x="588361" y="49181"/>
                </a:lnTo>
                <a:lnTo>
                  <a:pt x="589189" y="49089"/>
                </a:lnTo>
                <a:lnTo>
                  <a:pt x="590029" y="49018"/>
                </a:lnTo>
                <a:lnTo>
                  <a:pt x="590879" y="48967"/>
                </a:lnTo>
                <a:lnTo>
                  <a:pt x="591742" y="48937"/>
                </a:lnTo>
                <a:lnTo>
                  <a:pt x="592616" y="48927"/>
                </a:lnTo>
                <a:lnTo>
                  <a:pt x="593608" y="48944"/>
                </a:lnTo>
                <a:lnTo>
                  <a:pt x="594581" y="48995"/>
                </a:lnTo>
                <a:lnTo>
                  <a:pt x="595533" y="49079"/>
                </a:lnTo>
                <a:lnTo>
                  <a:pt x="596465" y="49198"/>
                </a:lnTo>
                <a:lnTo>
                  <a:pt x="597377" y="49350"/>
                </a:lnTo>
                <a:lnTo>
                  <a:pt x="598269" y="49536"/>
                </a:lnTo>
                <a:lnTo>
                  <a:pt x="599141" y="49757"/>
                </a:lnTo>
                <a:lnTo>
                  <a:pt x="599992" y="50011"/>
                </a:lnTo>
                <a:lnTo>
                  <a:pt x="600823" y="50298"/>
                </a:lnTo>
                <a:lnTo>
                  <a:pt x="601634" y="50620"/>
                </a:lnTo>
                <a:lnTo>
                  <a:pt x="602425" y="50976"/>
                </a:lnTo>
                <a:lnTo>
                  <a:pt x="603195" y="51365"/>
                </a:lnTo>
                <a:lnTo>
                  <a:pt x="603945" y="51789"/>
                </a:lnTo>
                <a:lnTo>
                  <a:pt x="604675" y="52246"/>
                </a:lnTo>
                <a:lnTo>
                  <a:pt x="605385" y="52737"/>
                </a:lnTo>
                <a:lnTo>
                  <a:pt x="606075" y="53262"/>
                </a:lnTo>
                <a:lnTo>
                  <a:pt x="606744" y="53820"/>
                </a:lnTo>
                <a:lnTo>
                  <a:pt x="607394" y="54413"/>
                </a:lnTo>
                <a:lnTo>
                  <a:pt x="608023" y="55040"/>
                </a:lnTo>
                <a:lnTo>
                  <a:pt x="608631" y="55700"/>
                </a:lnTo>
                <a:lnTo>
                  <a:pt x="609220" y="56394"/>
                </a:lnTo>
                <a:lnTo>
                  <a:pt x="609788" y="57122"/>
                </a:lnTo>
                <a:lnTo>
                  <a:pt x="610337" y="57884"/>
                </a:lnTo>
                <a:lnTo>
                  <a:pt x="610865" y="58680"/>
                </a:lnTo>
                <a:lnTo>
                  <a:pt x="611372" y="59508"/>
                </a:lnTo>
                <a:lnTo>
                  <a:pt x="611857" y="60365"/>
                </a:lnTo>
                <a:lnTo>
                  <a:pt x="612321" y="61253"/>
                </a:lnTo>
                <a:lnTo>
                  <a:pt x="612763" y="62170"/>
                </a:lnTo>
                <a:lnTo>
                  <a:pt x="613184" y="63117"/>
                </a:lnTo>
                <a:lnTo>
                  <a:pt x="613583" y="64095"/>
                </a:lnTo>
                <a:lnTo>
                  <a:pt x="613961" y="65102"/>
                </a:lnTo>
                <a:lnTo>
                  <a:pt x="614317" y="66139"/>
                </a:lnTo>
                <a:lnTo>
                  <a:pt x="614652" y="67206"/>
                </a:lnTo>
                <a:lnTo>
                  <a:pt x="614964" y="68303"/>
                </a:lnTo>
                <a:lnTo>
                  <a:pt x="615256" y="69430"/>
                </a:lnTo>
                <a:lnTo>
                  <a:pt x="615525" y="70587"/>
                </a:lnTo>
                <a:lnTo>
                  <a:pt x="615774" y="71774"/>
                </a:lnTo>
                <a:lnTo>
                  <a:pt x="616000" y="72991"/>
                </a:lnTo>
                <a:lnTo>
                  <a:pt x="616205" y="74238"/>
                </a:lnTo>
                <a:lnTo>
                  <a:pt x="616389" y="75515"/>
                </a:lnTo>
                <a:lnTo>
                  <a:pt x="616550" y="76822"/>
                </a:lnTo>
                <a:lnTo>
                  <a:pt x="616691" y="78159"/>
                </a:lnTo>
                <a:lnTo>
                  <a:pt x="616809" y="79526"/>
                </a:lnTo>
                <a:lnTo>
                  <a:pt x="616906" y="80922"/>
                </a:lnTo>
                <a:lnTo>
                  <a:pt x="616982" y="82349"/>
                </a:lnTo>
                <a:lnTo>
                  <a:pt x="617036" y="83806"/>
                </a:lnTo>
                <a:lnTo>
                  <a:pt x="617068" y="85292"/>
                </a:lnTo>
                <a:lnTo>
                  <a:pt x="617079" y="86809"/>
                </a:lnTo>
                <a:lnTo>
                  <a:pt x="617068" y="88308"/>
                </a:lnTo>
                <a:lnTo>
                  <a:pt x="617033" y="89779"/>
                </a:lnTo>
                <a:lnTo>
                  <a:pt x="616975" y="91220"/>
                </a:lnTo>
                <a:lnTo>
                  <a:pt x="616894" y="92633"/>
                </a:lnTo>
                <a:lnTo>
                  <a:pt x="616790" y="94016"/>
                </a:lnTo>
                <a:lnTo>
                  <a:pt x="616663" y="95371"/>
                </a:lnTo>
                <a:lnTo>
                  <a:pt x="616513" y="96696"/>
                </a:lnTo>
                <a:lnTo>
                  <a:pt x="616339" y="97992"/>
                </a:lnTo>
                <a:lnTo>
                  <a:pt x="616143" y="99259"/>
                </a:lnTo>
                <a:lnTo>
                  <a:pt x="615923" y="100498"/>
                </a:lnTo>
                <a:lnTo>
                  <a:pt x="615680" y="101707"/>
                </a:lnTo>
                <a:lnTo>
                  <a:pt x="615414" y="102887"/>
                </a:lnTo>
                <a:lnTo>
                  <a:pt x="615125" y="104038"/>
                </a:lnTo>
                <a:lnTo>
                  <a:pt x="614813" y="105160"/>
                </a:lnTo>
                <a:lnTo>
                  <a:pt x="614478" y="106253"/>
                </a:lnTo>
                <a:lnTo>
                  <a:pt x="614120" y="107317"/>
                </a:lnTo>
                <a:lnTo>
                  <a:pt x="613738" y="108352"/>
                </a:lnTo>
                <a:lnTo>
                  <a:pt x="613334" y="109358"/>
                </a:lnTo>
                <a:lnTo>
                  <a:pt x="612906" y="110335"/>
                </a:lnTo>
                <a:lnTo>
                  <a:pt x="612455" y="111282"/>
                </a:lnTo>
                <a:lnTo>
                  <a:pt x="611981" y="112201"/>
                </a:lnTo>
                <a:lnTo>
                  <a:pt x="611484" y="113091"/>
                </a:lnTo>
                <a:lnTo>
                  <a:pt x="610964" y="113952"/>
                </a:lnTo>
                <a:lnTo>
                  <a:pt x="610421" y="114783"/>
                </a:lnTo>
                <a:lnTo>
                  <a:pt x="609855" y="115583"/>
                </a:lnTo>
                <a:lnTo>
                  <a:pt x="609266" y="116349"/>
                </a:lnTo>
                <a:lnTo>
                  <a:pt x="608655" y="117081"/>
                </a:lnTo>
                <a:lnTo>
                  <a:pt x="608022" y="117779"/>
                </a:lnTo>
                <a:lnTo>
                  <a:pt x="607366" y="118442"/>
                </a:lnTo>
                <a:lnTo>
                  <a:pt x="606688" y="119072"/>
                </a:lnTo>
                <a:lnTo>
                  <a:pt x="605987" y="119668"/>
                </a:lnTo>
                <a:lnTo>
                  <a:pt x="605264" y="120229"/>
                </a:lnTo>
                <a:lnTo>
                  <a:pt x="604518" y="120757"/>
                </a:lnTo>
                <a:lnTo>
                  <a:pt x="603750" y="121250"/>
                </a:lnTo>
                <a:lnTo>
                  <a:pt x="602960" y="121710"/>
                </a:lnTo>
                <a:lnTo>
                  <a:pt x="602147" y="122135"/>
                </a:lnTo>
                <a:lnTo>
                  <a:pt x="601312" y="122527"/>
                </a:lnTo>
                <a:lnTo>
                  <a:pt x="600454" y="122884"/>
                </a:lnTo>
                <a:lnTo>
                  <a:pt x="599574" y="123207"/>
                </a:lnTo>
                <a:lnTo>
                  <a:pt x="598671" y="123497"/>
                </a:lnTo>
                <a:lnTo>
                  <a:pt x="597746" y="123752"/>
                </a:lnTo>
                <a:lnTo>
                  <a:pt x="596799" y="123973"/>
                </a:lnTo>
                <a:lnTo>
                  <a:pt x="595829" y="124160"/>
                </a:lnTo>
                <a:lnTo>
                  <a:pt x="594836" y="124314"/>
                </a:lnTo>
                <a:lnTo>
                  <a:pt x="593822" y="124433"/>
                </a:lnTo>
                <a:lnTo>
                  <a:pt x="592784" y="124518"/>
                </a:lnTo>
                <a:lnTo>
                  <a:pt x="591725" y="124569"/>
                </a:lnTo>
                <a:lnTo>
                  <a:pt x="590643" y="124586"/>
                </a:lnTo>
                <a:lnTo>
                  <a:pt x="589834" y="124577"/>
                </a:lnTo>
                <a:lnTo>
                  <a:pt x="589036" y="124552"/>
                </a:lnTo>
                <a:lnTo>
                  <a:pt x="588249" y="124510"/>
                </a:lnTo>
                <a:lnTo>
                  <a:pt x="587473" y="124450"/>
                </a:lnTo>
                <a:close/>
                <a:moveTo>
                  <a:pt x="1105010" y="19061"/>
                </a:moveTo>
                <a:lnTo>
                  <a:pt x="1105369" y="19019"/>
                </a:lnTo>
                <a:lnTo>
                  <a:pt x="1105721" y="18967"/>
                </a:lnTo>
                <a:lnTo>
                  <a:pt x="1106067" y="18906"/>
                </a:lnTo>
                <a:lnTo>
                  <a:pt x="1106407" y="18835"/>
                </a:lnTo>
                <a:lnTo>
                  <a:pt x="1106741" y="18755"/>
                </a:lnTo>
                <a:lnTo>
                  <a:pt x="1107069" y="18666"/>
                </a:lnTo>
                <a:lnTo>
                  <a:pt x="1107391" y="18567"/>
                </a:lnTo>
                <a:lnTo>
                  <a:pt x="1107706" y="18459"/>
                </a:lnTo>
                <a:lnTo>
                  <a:pt x="1108016" y="18341"/>
                </a:lnTo>
                <a:lnTo>
                  <a:pt x="1108319" y="18214"/>
                </a:lnTo>
                <a:lnTo>
                  <a:pt x="1108616" y="18077"/>
                </a:lnTo>
                <a:lnTo>
                  <a:pt x="1108906" y="17931"/>
                </a:lnTo>
                <a:lnTo>
                  <a:pt x="1109191" y="17776"/>
                </a:lnTo>
                <a:lnTo>
                  <a:pt x="1109469" y="17611"/>
                </a:lnTo>
                <a:lnTo>
                  <a:pt x="1109742" y="17437"/>
                </a:lnTo>
                <a:lnTo>
                  <a:pt x="1110008" y="17253"/>
                </a:lnTo>
                <a:lnTo>
                  <a:pt x="1110268" y="17060"/>
                </a:lnTo>
                <a:lnTo>
                  <a:pt x="1110522" y="16857"/>
                </a:lnTo>
                <a:lnTo>
                  <a:pt x="1110769" y="16645"/>
                </a:lnTo>
                <a:lnTo>
                  <a:pt x="1111011" y="16424"/>
                </a:lnTo>
                <a:lnTo>
                  <a:pt x="1111244" y="16195"/>
                </a:lnTo>
                <a:lnTo>
                  <a:pt x="1111468" y="15962"/>
                </a:lnTo>
                <a:lnTo>
                  <a:pt x="1111681" y="15724"/>
                </a:lnTo>
                <a:lnTo>
                  <a:pt x="1111885" y="15480"/>
                </a:lnTo>
                <a:lnTo>
                  <a:pt x="1112079" y="15232"/>
                </a:lnTo>
                <a:lnTo>
                  <a:pt x="1112262" y="14978"/>
                </a:lnTo>
                <a:lnTo>
                  <a:pt x="1112436" y="14720"/>
                </a:lnTo>
                <a:lnTo>
                  <a:pt x="1112600" y="14457"/>
                </a:lnTo>
                <a:lnTo>
                  <a:pt x="1112754" y="14188"/>
                </a:lnTo>
                <a:lnTo>
                  <a:pt x="1112898" y="13915"/>
                </a:lnTo>
                <a:lnTo>
                  <a:pt x="1113032" y="13637"/>
                </a:lnTo>
                <a:lnTo>
                  <a:pt x="1113156" y="13354"/>
                </a:lnTo>
                <a:lnTo>
                  <a:pt x="1113270" y="13066"/>
                </a:lnTo>
                <a:lnTo>
                  <a:pt x="1113375" y="12773"/>
                </a:lnTo>
                <a:lnTo>
                  <a:pt x="1113469" y="12474"/>
                </a:lnTo>
                <a:lnTo>
                  <a:pt x="1113554" y="12171"/>
                </a:lnTo>
                <a:lnTo>
                  <a:pt x="1113628" y="11863"/>
                </a:lnTo>
                <a:lnTo>
                  <a:pt x="1113693" y="11550"/>
                </a:lnTo>
                <a:lnTo>
                  <a:pt x="1113747" y="11233"/>
                </a:lnTo>
                <a:lnTo>
                  <a:pt x="1113792" y="10910"/>
                </a:lnTo>
                <a:lnTo>
                  <a:pt x="1113827" y="10582"/>
                </a:lnTo>
                <a:lnTo>
                  <a:pt x="1113852" y="10249"/>
                </a:lnTo>
                <a:lnTo>
                  <a:pt x="1113866" y="9911"/>
                </a:lnTo>
                <a:lnTo>
                  <a:pt x="1113871" y="9568"/>
                </a:lnTo>
                <a:lnTo>
                  <a:pt x="1113866" y="9226"/>
                </a:lnTo>
                <a:lnTo>
                  <a:pt x="1113852" y="8888"/>
                </a:lnTo>
                <a:lnTo>
                  <a:pt x="1113827" y="8555"/>
                </a:lnTo>
                <a:lnTo>
                  <a:pt x="1113792" y="8227"/>
                </a:lnTo>
                <a:lnTo>
                  <a:pt x="1113747" y="7904"/>
                </a:lnTo>
                <a:lnTo>
                  <a:pt x="1113693" y="7586"/>
                </a:lnTo>
                <a:lnTo>
                  <a:pt x="1113628" y="7273"/>
                </a:lnTo>
                <a:lnTo>
                  <a:pt x="1113554" y="6965"/>
                </a:lnTo>
                <a:lnTo>
                  <a:pt x="1113469" y="6662"/>
                </a:lnTo>
                <a:lnTo>
                  <a:pt x="1113375" y="6364"/>
                </a:lnTo>
                <a:lnTo>
                  <a:pt x="1113270" y="6071"/>
                </a:lnTo>
                <a:lnTo>
                  <a:pt x="1113156" y="5783"/>
                </a:lnTo>
                <a:lnTo>
                  <a:pt x="1113032" y="5500"/>
                </a:lnTo>
                <a:lnTo>
                  <a:pt x="1112898" y="5222"/>
                </a:lnTo>
                <a:lnTo>
                  <a:pt x="1112754" y="4948"/>
                </a:lnTo>
                <a:lnTo>
                  <a:pt x="1112600" y="4680"/>
                </a:lnTo>
                <a:lnTo>
                  <a:pt x="1112436" y="4417"/>
                </a:lnTo>
                <a:lnTo>
                  <a:pt x="1112262" y="4158"/>
                </a:lnTo>
                <a:lnTo>
                  <a:pt x="1112079" y="3905"/>
                </a:lnTo>
                <a:lnTo>
                  <a:pt x="1111885" y="3657"/>
                </a:lnTo>
                <a:lnTo>
                  <a:pt x="1111681" y="3413"/>
                </a:lnTo>
                <a:lnTo>
                  <a:pt x="1111468" y="3175"/>
                </a:lnTo>
                <a:lnTo>
                  <a:pt x="1111244" y="2941"/>
                </a:lnTo>
                <a:lnTo>
                  <a:pt x="1111011" y="2713"/>
                </a:lnTo>
                <a:lnTo>
                  <a:pt x="1110769" y="2491"/>
                </a:lnTo>
                <a:lnTo>
                  <a:pt x="1110522" y="2279"/>
                </a:lnTo>
                <a:lnTo>
                  <a:pt x="1110268" y="2077"/>
                </a:lnTo>
                <a:lnTo>
                  <a:pt x="1110008" y="1884"/>
                </a:lnTo>
                <a:lnTo>
                  <a:pt x="1109742" y="1700"/>
                </a:lnTo>
                <a:lnTo>
                  <a:pt x="1109469" y="1526"/>
                </a:lnTo>
                <a:lnTo>
                  <a:pt x="1109191" y="1361"/>
                </a:lnTo>
                <a:lnTo>
                  <a:pt x="1108906" y="1206"/>
                </a:lnTo>
                <a:lnTo>
                  <a:pt x="1108616" y="1060"/>
                </a:lnTo>
                <a:lnTo>
                  <a:pt x="1108319" y="923"/>
                </a:lnTo>
                <a:lnTo>
                  <a:pt x="1108016" y="796"/>
                </a:lnTo>
                <a:lnTo>
                  <a:pt x="1107706" y="678"/>
                </a:lnTo>
                <a:lnTo>
                  <a:pt x="1107391" y="570"/>
                </a:lnTo>
                <a:lnTo>
                  <a:pt x="1107069" y="471"/>
                </a:lnTo>
                <a:lnTo>
                  <a:pt x="1106741" y="381"/>
                </a:lnTo>
                <a:lnTo>
                  <a:pt x="1106407" y="301"/>
                </a:lnTo>
                <a:lnTo>
                  <a:pt x="1106067" y="231"/>
                </a:lnTo>
                <a:lnTo>
                  <a:pt x="1105721" y="170"/>
                </a:lnTo>
                <a:lnTo>
                  <a:pt x="1105369" y="118"/>
                </a:lnTo>
                <a:lnTo>
                  <a:pt x="1105010" y="75"/>
                </a:lnTo>
                <a:lnTo>
                  <a:pt x="1104645" y="42"/>
                </a:lnTo>
                <a:lnTo>
                  <a:pt x="1104274" y="19"/>
                </a:lnTo>
                <a:lnTo>
                  <a:pt x="1103897" y="5"/>
                </a:lnTo>
                <a:lnTo>
                  <a:pt x="1103514" y="0"/>
                </a:lnTo>
                <a:lnTo>
                  <a:pt x="1103131" y="5"/>
                </a:lnTo>
                <a:lnTo>
                  <a:pt x="1102754" y="19"/>
                </a:lnTo>
                <a:lnTo>
                  <a:pt x="1102383" y="42"/>
                </a:lnTo>
                <a:lnTo>
                  <a:pt x="1102019" y="75"/>
                </a:lnTo>
                <a:lnTo>
                  <a:pt x="1101661" y="118"/>
                </a:lnTo>
                <a:lnTo>
                  <a:pt x="1101310" y="170"/>
                </a:lnTo>
                <a:lnTo>
                  <a:pt x="1100965" y="231"/>
                </a:lnTo>
                <a:lnTo>
                  <a:pt x="1100626" y="301"/>
                </a:lnTo>
                <a:lnTo>
                  <a:pt x="1100293" y="381"/>
                </a:lnTo>
                <a:lnTo>
                  <a:pt x="1099967" y="471"/>
                </a:lnTo>
                <a:lnTo>
                  <a:pt x="1099647" y="570"/>
                </a:lnTo>
                <a:lnTo>
                  <a:pt x="1099334" y="678"/>
                </a:lnTo>
                <a:lnTo>
                  <a:pt x="1099027" y="796"/>
                </a:lnTo>
                <a:lnTo>
                  <a:pt x="1098726" y="923"/>
                </a:lnTo>
                <a:lnTo>
                  <a:pt x="1098432" y="1060"/>
                </a:lnTo>
                <a:lnTo>
                  <a:pt x="1098143" y="1206"/>
                </a:lnTo>
                <a:lnTo>
                  <a:pt x="1097862" y="1361"/>
                </a:lnTo>
                <a:lnTo>
                  <a:pt x="1097586" y="1526"/>
                </a:lnTo>
                <a:lnTo>
                  <a:pt x="1097317" y="1700"/>
                </a:lnTo>
                <a:lnTo>
                  <a:pt x="1097054" y="1884"/>
                </a:lnTo>
                <a:lnTo>
                  <a:pt x="1096798" y="2077"/>
                </a:lnTo>
                <a:lnTo>
                  <a:pt x="1096548" y="2279"/>
                </a:lnTo>
                <a:lnTo>
                  <a:pt x="1096304" y="2491"/>
                </a:lnTo>
                <a:lnTo>
                  <a:pt x="1096066" y="2713"/>
                </a:lnTo>
                <a:lnTo>
                  <a:pt x="1095837" y="2941"/>
                </a:lnTo>
                <a:lnTo>
                  <a:pt x="1095617" y="3175"/>
                </a:lnTo>
                <a:lnTo>
                  <a:pt x="1095407" y="3413"/>
                </a:lnTo>
                <a:lnTo>
                  <a:pt x="1095207" y="3657"/>
                </a:lnTo>
                <a:lnTo>
                  <a:pt x="1095017" y="3905"/>
                </a:lnTo>
                <a:lnTo>
                  <a:pt x="1094836" y="4158"/>
                </a:lnTo>
                <a:lnTo>
                  <a:pt x="1094666" y="4417"/>
                </a:lnTo>
                <a:lnTo>
                  <a:pt x="1094505" y="4680"/>
                </a:lnTo>
                <a:lnTo>
                  <a:pt x="1094353" y="4948"/>
                </a:lnTo>
                <a:lnTo>
                  <a:pt x="1094212" y="5222"/>
                </a:lnTo>
                <a:lnTo>
                  <a:pt x="1094080" y="5500"/>
                </a:lnTo>
                <a:lnTo>
                  <a:pt x="1093958" y="5783"/>
                </a:lnTo>
                <a:lnTo>
                  <a:pt x="1093846" y="6071"/>
                </a:lnTo>
                <a:lnTo>
                  <a:pt x="1093743" y="6364"/>
                </a:lnTo>
                <a:lnTo>
                  <a:pt x="1093650" y="6662"/>
                </a:lnTo>
                <a:lnTo>
                  <a:pt x="1093567" y="6965"/>
                </a:lnTo>
                <a:lnTo>
                  <a:pt x="1093494" y="7273"/>
                </a:lnTo>
                <a:lnTo>
                  <a:pt x="1093431" y="7586"/>
                </a:lnTo>
                <a:lnTo>
                  <a:pt x="1093377" y="7904"/>
                </a:lnTo>
                <a:lnTo>
                  <a:pt x="1093333" y="8227"/>
                </a:lnTo>
                <a:lnTo>
                  <a:pt x="1093299" y="8555"/>
                </a:lnTo>
                <a:lnTo>
                  <a:pt x="1093275" y="8888"/>
                </a:lnTo>
                <a:lnTo>
                  <a:pt x="1093260" y="9226"/>
                </a:lnTo>
                <a:lnTo>
                  <a:pt x="1093255" y="9568"/>
                </a:lnTo>
                <a:lnTo>
                  <a:pt x="1093260" y="9911"/>
                </a:lnTo>
                <a:lnTo>
                  <a:pt x="1093275" y="10249"/>
                </a:lnTo>
                <a:lnTo>
                  <a:pt x="1093299" y="10582"/>
                </a:lnTo>
                <a:lnTo>
                  <a:pt x="1093333" y="10910"/>
                </a:lnTo>
                <a:lnTo>
                  <a:pt x="1093377" y="11233"/>
                </a:lnTo>
                <a:lnTo>
                  <a:pt x="1093431" y="11550"/>
                </a:lnTo>
                <a:lnTo>
                  <a:pt x="1093494" y="11863"/>
                </a:lnTo>
                <a:lnTo>
                  <a:pt x="1093567" y="12171"/>
                </a:lnTo>
                <a:lnTo>
                  <a:pt x="1093650" y="12474"/>
                </a:lnTo>
                <a:lnTo>
                  <a:pt x="1093743" y="12773"/>
                </a:lnTo>
                <a:lnTo>
                  <a:pt x="1093846" y="13066"/>
                </a:lnTo>
                <a:lnTo>
                  <a:pt x="1093958" y="13354"/>
                </a:lnTo>
                <a:lnTo>
                  <a:pt x="1094080" y="13637"/>
                </a:lnTo>
                <a:lnTo>
                  <a:pt x="1094212" y="13915"/>
                </a:lnTo>
                <a:lnTo>
                  <a:pt x="1094353" y="14188"/>
                </a:lnTo>
                <a:lnTo>
                  <a:pt x="1094505" y="14457"/>
                </a:lnTo>
                <a:lnTo>
                  <a:pt x="1094666" y="14720"/>
                </a:lnTo>
                <a:lnTo>
                  <a:pt x="1094836" y="14978"/>
                </a:lnTo>
                <a:lnTo>
                  <a:pt x="1095017" y="15232"/>
                </a:lnTo>
                <a:lnTo>
                  <a:pt x="1095207" y="15480"/>
                </a:lnTo>
                <a:lnTo>
                  <a:pt x="1095407" y="15724"/>
                </a:lnTo>
                <a:lnTo>
                  <a:pt x="1095617" y="15962"/>
                </a:lnTo>
                <a:lnTo>
                  <a:pt x="1095837" y="16195"/>
                </a:lnTo>
                <a:lnTo>
                  <a:pt x="1096066" y="16424"/>
                </a:lnTo>
                <a:lnTo>
                  <a:pt x="1096304" y="16645"/>
                </a:lnTo>
                <a:lnTo>
                  <a:pt x="1096548" y="16857"/>
                </a:lnTo>
                <a:lnTo>
                  <a:pt x="1096798" y="17060"/>
                </a:lnTo>
                <a:lnTo>
                  <a:pt x="1097054" y="17253"/>
                </a:lnTo>
                <a:lnTo>
                  <a:pt x="1097317" y="17437"/>
                </a:lnTo>
                <a:lnTo>
                  <a:pt x="1097586" y="17611"/>
                </a:lnTo>
                <a:lnTo>
                  <a:pt x="1097862" y="17776"/>
                </a:lnTo>
                <a:lnTo>
                  <a:pt x="1098143" y="17931"/>
                </a:lnTo>
                <a:lnTo>
                  <a:pt x="1098432" y="18077"/>
                </a:lnTo>
                <a:lnTo>
                  <a:pt x="1098726" y="18214"/>
                </a:lnTo>
                <a:lnTo>
                  <a:pt x="1099027" y="18341"/>
                </a:lnTo>
                <a:lnTo>
                  <a:pt x="1099334" y="18459"/>
                </a:lnTo>
                <a:lnTo>
                  <a:pt x="1099647" y="18567"/>
                </a:lnTo>
                <a:lnTo>
                  <a:pt x="1099967" y="18666"/>
                </a:lnTo>
                <a:lnTo>
                  <a:pt x="1100293" y="18755"/>
                </a:lnTo>
                <a:lnTo>
                  <a:pt x="1100626" y="18835"/>
                </a:lnTo>
                <a:lnTo>
                  <a:pt x="1100965" y="18906"/>
                </a:lnTo>
                <a:lnTo>
                  <a:pt x="1101310" y="18967"/>
                </a:lnTo>
                <a:lnTo>
                  <a:pt x="1101661" y="19019"/>
                </a:lnTo>
                <a:lnTo>
                  <a:pt x="1102019" y="19061"/>
                </a:lnTo>
                <a:lnTo>
                  <a:pt x="1102383" y="19094"/>
                </a:lnTo>
                <a:lnTo>
                  <a:pt x="1102754" y="19118"/>
                </a:lnTo>
                <a:lnTo>
                  <a:pt x="1103131" y="19132"/>
                </a:lnTo>
                <a:lnTo>
                  <a:pt x="1103514" y="19137"/>
                </a:lnTo>
                <a:lnTo>
                  <a:pt x="1103897" y="19132"/>
                </a:lnTo>
                <a:lnTo>
                  <a:pt x="1104274" y="19118"/>
                </a:lnTo>
                <a:lnTo>
                  <a:pt x="1104645" y="19094"/>
                </a:lnTo>
                <a:lnTo>
                  <a:pt x="1105010" y="19061"/>
                </a:lnTo>
                <a:close/>
                <a:moveTo>
                  <a:pt x="1219679" y="47712"/>
                </a:moveTo>
                <a:lnTo>
                  <a:pt x="1219766" y="46921"/>
                </a:lnTo>
                <a:lnTo>
                  <a:pt x="1219851" y="46134"/>
                </a:lnTo>
                <a:lnTo>
                  <a:pt x="1219936" y="45351"/>
                </a:lnTo>
                <a:lnTo>
                  <a:pt x="1220020" y="44572"/>
                </a:lnTo>
                <a:lnTo>
                  <a:pt x="1220103" y="43797"/>
                </a:lnTo>
                <a:lnTo>
                  <a:pt x="1220184" y="43027"/>
                </a:lnTo>
                <a:lnTo>
                  <a:pt x="1220265" y="42260"/>
                </a:lnTo>
                <a:lnTo>
                  <a:pt x="1220345" y="41498"/>
                </a:lnTo>
                <a:lnTo>
                  <a:pt x="1220423" y="40740"/>
                </a:lnTo>
                <a:lnTo>
                  <a:pt x="1220501" y="39985"/>
                </a:lnTo>
                <a:lnTo>
                  <a:pt x="1220577" y="39235"/>
                </a:lnTo>
                <a:lnTo>
                  <a:pt x="1220653" y="38489"/>
                </a:lnTo>
                <a:lnTo>
                  <a:pt x="1220727" y="37747"/>
                </a:lnTo>
                <a:lnTo>
                  <a:pt x="1220801" y="37010"/>
                </a:lnTo>
                <a:lnTo>
                  <a:pt x="1220873" y="36276"/>
                </a:lnTo>
                <a:lnTo>
                  <a:pt x="1220945" y="35546"/>
                </a:lnTo>
                <a:lnTo>
                  <a:pt x="1221015" y="34821"/>
                </a:lnTo>
                <a:lnTo>
                  <a:pt x="1221085" y="34100"/>
                </a:lnTo>
                <a:lnTo>
                  <a:pt x="1221153" y="33382"/>
                </a:lnTo>
                <a:lnTo>
                  <a:pt x="1221220" y="32669"/>
                </a:lnTo>
                <a:lnTo>
                  <a:pt x="1221286" y="31960"/>
                </a:lnTo>
                <a:lnTo>
                  <a:pt x="1221351" y="31249"/>
                </a:lnTo>
                <a:lnTo>
                  <a:pt x="1221412" y="30531"/>
                </a:lnTo>
                <a:lnTo>
                  <a:pt x="1221471" y="29804"/>
                </a:lnTo>
                <a:lnTo>
                  <a:pt x="1221528" y="29069"/>
                </a:lnTo>
                <a:lnTo>
                  <a:pt x="1221581" y="28327"/>
                </a:lnTo>
                <a:lnTo>
                  <a:pt x="1221632" y="27577"/>
                </a:lnTo>
                <a:lnTo>
                  <a:pt x="1221680" y="26819"/>
                </a:lnTo>
                <a:lnTo>
                  <a:pt x="1221725" y="26053"/>
                </a:lnTo>
                <a:lnTo>
                  <a:pt x="1221767" y="25279"/>
                </a:lnTo>
                <a:lnTo>
                  <a:pt x="1221807" y="24497"/>
                </a:lnTo>
                <a:lnTo>
                  <a:pt x="1221844" y="23707"/>
                </a:lnTo>
                <a:lnTo>
                  <a:pt x="1221878" y="22910"/>
                </a:lnTo>
                <a:lnTo>
                  <a:pt x="1221910" y="22104"/>
                </a:lnTo>
                <a:lnTo>
                  <a:pt x="1221939" y="21291"/>
                </a:lnTo>
                <a:lnTo>
                  <a:pt x="1221965" y="20470"/>
                </a:lnTo>
                <a:lnTo>
                  <a:pt x="1221988" y="19641"/>
                </a:lnTo>
                <a:lnTo>
                  <a:pt x="1222008" y="18804"/>
                </a:lnTo>
                <a:lnTo>
                  <a:pt x="1222026" y="17959"/>
                </a:lnTo>
                <a:lnTo>
                  <a:pt x="1222041" y="17106"/>
                </a:lnTo>
                <a:lnTo>
                  <a:pt x="1222054" y="16246"/>
                </a:lnTo>
                <a:lnTo>
                  <a:pt x="1222063" y="15377"/>
                </a:lnTo>
                <a:lnTo>
                  <a:pt x="1222070" y="14501"/>
                </a:lnTo>
                <a:lnTo>
                  <a:pt x="1222074" y="13617"/>
                </a:lnTo>
                <a:lnTo>
                  <a:pt x="1222076" y="12725"/>
                </a:lnTo>
                <a:lnTo>
                  <a:pt x="1222076" y="3551"/>
                </a:lnTo>
                <a:lnTo>
                  <a:pt x="1205997" y="3551"/>
                </a:lnTo>
                <a:lnTo>
                  <a:pt x="1205997" y="12725"/>
                </a:lnTo>
                <a:lnTo>
                  <a:pt x="1205998" y="13601"/>
                </a:lnTo>
                <a:lnTo>
                  <a:pt x="1206002" y="14471"/>
                </a:lnTo>
                <a:lnTo>
                  <a:pt x="1206009" y="15335"/>
                </a:lnTo>
                <a:lnTo>
                  <a:pt x="1206019" y="16193"/>
                </a:lnTo>
                <a:lnTo>
                  <a:pt x="1206031" y="17044"/>
                </a:lnTo>
                <a:lnTo>
                  <a:pt x="1206046" y="17888"/>
                </a:lnTo>
                <a:lnTo>
                  <a:pt x="1206064" y="18727"/>
                </a:lnTo>
                <a:lnTo>
                  <a:pt x="1206084" y="19559"/>
                </a:lnTo>
                <a:lnTo>
                  <a:pt x="1206108" y="20384"/>
                </a:lnTo>
                <a:lnTo>
                  <a:pt x="1206134" y="21204"/>
                </a:lnTo>
                <a:lnTo>
                  <a:pt x="1206163" y="22017"/>
                </a:lnTo>
                <a:lnTo>
                  <a:pt x="1206194" y="22823"/>
                </a:lnTo>
                <a:lnTo>
                  <a:pt x="1206228" y="23624"/>
                </a:lnTo>
                <a:lnTo>
                  <a:pt x="1206265" y="24418"/>
                </a:lnTo>
                <a:lnTo>
                  <a:pt x="1206305" y="25206"/>
                </a:lnTo>
                <a:lnTo>
                  <a:pt x="1206348" y="25987"/>
                </a:lnTo>
                <a:lnTo>
                  <a:pt x="1206393" y="26762"/>
                </a:lnTo>
                <a:lnTo>
                  <a:pt x="1206441" y="27531"/>
                </a:lnTo>
                <a:lnTo>
                  <a:pt x="1206491" y="28293"/>
                </a:lnTo>
                <a:lnTo>
                  <a:pt x="1206545" y="29049"/>
                </a:lnTo>
                <a:lnTo>
                  <a:pt x="1206601" y="29799"/>
                </a:lnTo>
                <a:lnTo>
                  <a:pt x="1206660" y="30542"/>
                </a:lnTo>
                <a:lnTo>
                  <a:pt x="1206722" y="31279"/>
                </a:lnTo>
                <a:lnTo>
                  <a:pt x="1206786" y="32010"/>
                </a:lnTo>
                <a:lnTo>
                  <a:pt x="1206852" y="32738"/>
                </a:lnTo>
                <a:lnTo>
                  <a:pt x="1206920" y="33469"/>
                </a:lnTo>
                <a:lnTo>
                  <a:pt x="1206989" y="34202"/>
                </a:lnTo>
                <a:lnTo>
                  <a:pt x="1207060" y="34937"/>
                </a:lnTo>
                <a:lnTo>
                  <a:pt x="1207132" y="35675"/>
                </a:lnTo>
                <a:lnTo>
                  <a:pt x="1207205" y="36415"/>
                </a:lnTo>
                <a:lnTo>
                  <a:pt x="1207280" y="37157"/>
                </a:lnTo>
                <a:lnTo>
                  <a:pt x="1207356" y="37901"/>
                </a:lnTo>
                <a:lnTo>
                  <a:pt x="1207433" y="38647"/>
                </a:lnTo>
                <a:lnTo>
                  <a:pt x="1207512" y="39396"/>
                </a:lnTo>
                <a:lnTo>
                  <a:pt x="1207592" y="40147"/>
                </a:lnTo>
                <a:lnTo>
                  <a:pt x="1207674" y="40900"/>
                </a:lnTo>
                <a:lnTo>
                  <a:pt x="1207757" y="41655"/>
                </a:lnTo>
                <a:lnTo>
                  <a:pt x="1207841" y="42413"/>
                </a:lnTo>
                <a:lnTo>
                  <a:pt x="1207926" y="43172"/>
                </a:lnTo>
                <a:lnTo>
                  <a:pt x="1208013" y="43934"/>
                </a:lnTo>
                <a:lnTo>
                  <a:pt x="1208102" y="44699"/>
                </a:lnTo>
                <a:lnTo>
                  <a:pt x="1208192" y="45465"/>
                </a:lnTo>
                <a:lnTo>
                  <a:pt x="1208283" y="46234"/>
                </a:lnTo>
                <a:lnTo>
                  <a:pt x="1208375" y="47005"/>
                </a:lnTo>
                <a:lnTo>
                  <a:pt x="1208469" y="47778"/>
                </a:lnTo>
                <a:lnTo>
                  <a:pt x="1208564" y="48553"/>
                </a:lnTo>
                <a:lnTo>
                  <a:pt x="1208661" y="49331"/>
                </a:lnTo>
                <a:lnTo>
                  <a:pt x="1208759" y="50111"/>
                </a:lnTo>
                <a:lnTo>
                  <a:pt x="1219412" y="50111"/>
                </a:lnTo>
                <a:lnTo>
                  <a:pt x="1219502" y="49307"/>
                </a:lnTo>
                <a:lnTo>
                  <a:pt x="1219591" y="48508"/>
                </a:lnTo>
                <a:lnTo>
                  <a:pt x="1219679" y="47712"/>
                </a:lnTo>
                <a:close/>
                <a:moveTo>
                  <a:pt x="1171295" y="122973"/>
                </a:moveTo>
                <a:lnTo>
                  <a:pt x="1170619" y="122930"/>
                </a:lnTo>
                <a:lnTo>
                  <a:pt x="1169966" y="122869"/>
                </a:lnTo>
                <a:lnTo>
                  <a:pt x="1169335" y="122791"/>
                </a:lnTo>
                <a:lnTo>
                  <a:pt x="1168727" y="122696"/>
                </a:lnTo>
                <a:lnTo>
                  <a:pt x="1168141" y="122583"/>
                </a:lnTo>
                <a:lnTo>
                  <a:pt x="1167578" y="122453"/>
                </a:lnTo>
                <a:lnTo>
                  <a:pt x="1167037" y="122306"/>
                </a:lnTo>
                <a:lnTo>
                  <a:pt x="1166519" y="122142"/>
                </a:lnTo>
                <a:lnTo>
                  <a:pt x="1166023" y="121960"/>
                </a:lnTo>
                <a:lnTo>
                  <a:pt x="1165549" y="121761"/>
                </a:lnTo>
                <a:lnTo>
                  <a:pt x="1165098" y="121544"/>
                </a:lnTo>
                <a:lnTo>
                  <a:pt x="1164669" y="121310"/>
                </a:lnTo>
                <a:lnTo>
                  <a:pt x="1164263" y="121059"/>
                </a:lnTo>
                <a:lnTo>
                  <a:pt x="1163879" y="120791"/>
                </a:lnTo>
                <a:lnTo>
                  <a:pt x="1163518" y="120505"/>
                </a:lnTo>
                <a:lnTo>
                  <a:pt x="1163179" y="120202"/>
                </a:lnTo>
                <a:lnTo>
                  <a:pt x="1162862" y="119882"/>
                </a:lnTo>
                <a:lnTo>
                  <a:pt x="1162568" y="119544"/>
                </a:lnTo>
                <a:lnTo>
                  <a:pt x="1162296" y="119189"/>
                </a:lnTo>
                <a:lnTo>
                  <a:pt x="1162047" y="118817"/>
                </a:lnTo>
                <a:lnTo>
                  <a:pt x="1161820" y="118427"/>
                </a:lnTo>
                <a:lnTo>
                  <a:pt x="1161616" y="118020"/>
                </a:lnTo>
                <a:lnTo>
                  <a:pt x="1161427" y="117597"/>
                </a:lnTo>
                <a:lnTo>
                  <a:pt x="1161245" y="117158"/>
                </a:lnTo>
                <a:lnTo>
                  <a:pt x="1161072" y="116705"/>
                </a:lnTo>
                <a:lnTo>
                  <a:pt x="1160907" y="116236"/>
                </a:lnTo>
                <a:lnTo>
                  <a:pt x="1160750" y="115752"/>
                </a:lnTo>
                <a:lnTo>
                  <a:pt x="1160602" y="115253"/>
                </a:lnTo>
                <a:lnTo>
                  <a:pt x="1160461" y="114739"/>
                </a:lnTo>
                <a:lnTo>
                  <a:pt x="1160328" y="114209"/>
                </a:lnTo>
                <a:lnTo>
                  <a:pt x="1160203" y="113665"/>
                </a:lnTo>
                <a:lnTo>
                  <a:pt x="1160086" y="113105"/>
                </a:lnTo>
                <a:lnTo>
                  <a:pt x="1159978" y="112530"/>
                </a:lnTo>
                <a:lnTo>
                  <a:pt x="1159877" y="111940"/>
                </a:lnTo>
                <a:lnTo>
                  <a:pt x="1159785" y="111334"/>
                </a:lnTo>
                <a:lnTo>
                  <a:pt x="1159700" y="110714"/>
                </a:lnTo>
                <a:lnTo>
                  <a:pt x="1159624" y="110078"/>
                </a:lnTo>
                <a:lnTo>
                  <a:pt x="1159555" y="109427"/>
                </a:lnTo>
                <a:lnTo>
                  <a:pt x="1159495" y="108761"/>
                </a:lnTo>
                <a:lnTo>
                  <a:pt x="1159442" y="108080"/>
                </a:lnTo>
                <a:lnTo>
                  <a:pt x="1159398" y="107383"/>
                </a:lnTo>
                <a:lnTo>
                  <a:pt x="1159362" y="106672"/>
                </a:lnTo>
                <a:lnTo>
                  <a:pt x="1159334" y="105945"/>
                </a:lnTo>
                <a:lnTo>
                  <a:pt x="1159314" y="105203"/>
                </a:lnTo>
                <a:lnTo>
                  <a:pt x="1159302" y="104446"/>
                </a:lnTo>
                <a:lnTo>
                  <a:pt x="1159298" y="103674"/>
                </a:lnTo>
                <a:lnTo>
                  <a:pt x="1159298" y="50604"/>
                </a:lnTo>
                <a:lnTo>
                  <a:pt x="1182972" y="50604"/>
                </a:lnTo>
                <a:lnTo>
                  <a:pt x="1182972" y="37287"/>
                </a:lnTo>
                <a:lnTo>
                  <a:pt x="1159298" y="37287"/>
                </a:lnTo>
                <a:lnTo>
                  <a:pt x="1159298" y="15290"/>
                </a:lnTo>
                <a:lnTo>
                  <a:pt x="1142923" y="15290"/>
                </a:lnTo>
                <a:lnTo>
                  <a:pt x="1142923" y="37287"/>
                </a:lnTo>
                <a:lnTo>
                  <a:pt x="1126844" y="37287"/>
                </a:lnTo>
                <a:lnTo>
                  <a:pt x="1126844" y="50604"/>
                </a:lnTo>
                <a:lnTo>
                  <a:pt x="1142923" y="50604"/>
                </a:lnTo>
                <a:lnTo>
                  <a:pt x="1142923" y="104142"/>
                </a:lnTo>
                <a:lnTo>
                  <a:pt x="1142927" y="104980"/>
                </a:lnTo>
                <a:lnTo>
                  <a:pt x="1142939" y="105808"/>
                </a:lnTo>
                <a:lnTo>
                  <a:pt x="1142959" y="106625"/>
                </a:lnTo>
                <a:lnTo>
                  <a:pt x="1142987" y="107433"/>
                </a:lnTo>
                <a:lnTo>
                  <a:pt x="1143023" y="108230"/>
                </a:lnTo>
                <a:lnTo>
                  <a:pt x="1143068" y="109017"/>
                </a:lnTo>
                <a:lnTo>
                  <a:pt x="1143120" y="109794"/>
                </a:lnTo>
                <a:lnTo>
                  <a:pt x="1143180" y="110562"/>
                </a:lnTo>
                <a:lnTo>
                  <a:pt x="1143249" y="111318"/>
                </a:lnTo>
                <a:lnTo>
                  <a:pt x="1143325" y="112065"/>
                </a:lnTo>
                <a:lnTo>
                  <a:pt x="1143410" y="112802"/>
                </a:lnTo>
                <a:lnTo>
                  <a:pt x="1143502" y="113529"/>
                </a:lnTo>
                <a:lnTo>
                  <a:pt x="1143603" y="114245"/>
                </a:lnTo>
                <a:lnTo>
                  <a:pt x="1143712" y="114952"/>
                </a:lnTo>
                <a:lnTo>
                  <a:pt x="1143828" y="115648"/>
                </a:lnTo>
                <a:lnTo>
                  <a:pt x="1143953" y="116334"/>
                </a:lnTo>
                <a:lnTo>
                  <a:pt x="1144086" y="117010"/>
                </a:lnTo>
                <a:lnTo>
                  <a:pt x="1144227" y="117676"/>
                </a:lnTo>
                <a:lnTo>
                  <a:pt x="1144376" y="118332"/>
                </a:lnTo>
                <a:lnTo>
                  <a:pt x="1144533" y="118978"/>
                </a:lnTo>
                <a:lnTo>
                  <a:pt x="1144698" y="119614"/>
                </a:lnTo>
                <a:lnTo>
                  <a:pt x="1144871" y="120239"/>
                </a:lnTo>
                <a:lnTo>
                  <a:pt x="1145052" y="120855"/>
                </a:lnTo>
                <a:lnTo>
                  <a:pt x="1145241" y="121460"/>
                </a:lnTo>
                <a:lnTo>
                  <a:pt x="1145441" y="122054"/>
                </a:lnTo>
                <a:lnTo>
                  <a:pt x="1145654" y="122637"/>
                </a:lnTo>
                <a:lnTo>
                  <a:pt x="1145881" y="123208"/>
                </a:lnTo>
                <a:lnTo>
                  <a:pt x="1146122" y="123767"/>
                </a:lnTo>
                <a:lnTo>
                  <a:pt x="1146376" y="124314"/>
                </a:lnTo>
                <a:lnTo>
                  <a:pt x="1146644" y="124850"/>
                </a:lnTo>
                <a:lnTo>
                  <a:pt x="1146925" y="125374"/>
                </a:lnTo>
                <a:lnTo>
                  <a:pt x="1147219" y="125886"/>
                </a:lnTo>
                <a:lnTo>
                  <a:pt x="1147527" y="126387"/>
                </a:lnTo>
                <a:lnTo>
                  <a:pt x="1147849" y="126876"/>
                </a:lnTo>
                <a:lnTo>
                  <a:pt x="1148184" y="127353"/>
                </a:lnTo>
                <a:lnTo>
                  <a:pt x="1148533" y="127819"/>
                </a:lnTo>
                <a:lnTo>
                  <a:pt x="1148895" y="128273"/>
                </a:lnTo>
                <a:lnTo>
                  <a:pt x="1149271" y="128715"/>
                </a:lnTo>
                <a:lnTo>
                  <a:pt x="1149661" y="129145"/>
                </a:lnTo>
                <a:lnTo>
                  <a:pt x="1150064" y="129564"/>
                </a:lnTo>
                <a:lnTo>
                  <a:pt x="1150480" y="129971"/>
                </a:lnTo>
                <a:lnTo>
                  <a:pt x="1150910" y="130366"/>
                </a:lnTo>
                <a:lnTo>
                  <a:pt x="1151353" y="130750"/>
                </a:lnTo>
                <a:lnTo>
                  <a:pt x="1151810" y="131122"/>
                </a:lnTo>
                <a:lnTo>
                  <a:pt x="1152281" y="131482"/>
                </a:lnTo>
                <a:lnTo>
                  <a:pt x="1152765" y="131831"/>
                </a:lnTo>
                <a:lnTo>
                  <a:pt x="1153262" y="132168"/>
                </a:lnTo>
                <a:lnTo>
                  <a:pt x="1153774" y="132493"/>
                </a:lnTo>
                <a:lnTo>
                  <a:pt x="1154301" y="132805"/>
                </a:lnTo>
                <a:lnTo>
                  <a:pt x="1154847" y="133105"/>
                </a:lnTo>
                <a:lnTo>
                  <a:pt x="1155412" y="133391"/>
                </a:lnTo>
                <a:lnTo>
                  <a:pt x="1155996" y="133664"/>
                </a:lnTo>
                <a:lnTo>
                  <a:pt x="1156598" y="133923"/>
                </a:lnTo>
                <a:lnTo>
                  <a:pt x="1157220" y="134169"/>
                </a:lnTo>
                <a:lnTo>
                  <a:pt x="1157860" y="134402"/>
                </a:lnTo>
                <a:lnTo>
                  <a:pt x="1158519" y="134621"/>
                </a:lnTo>
                <a:lnTo>
                  <a:pt x="1159197" y="134828"/>
                </a:lnTo>
                <a:lnTo>
                  <a:pt x="1159894" y="135021"/>
                </a:lnTo>
                <a:lnTo>
                  <a:pt x="1160610" y="135200"/>
                </a:lnTo>
                <a:lnTo>
                  <a:pt x="1161344" y="135367"/>
                </a:lnTo>
                <a:lnTo>
                  <a:pt x="1162098" y="135520"/>
                </a:lnTo>
                <a:lnTo>
                  <a:pt x="1162870" y="135659"/>
                </a:lnTo>
                <a:lnTo>
                  <a:pt x="1163661" y="135786"/>
                </a:lnTo>
                <a:lnTo>
                  <a:pt x="1164471" y="135899"/>
                </a:lnTo>
                <a:lnTo>
                  <a:pt x="1165300" y="135998"/>
                </a:lnTo>
                <a:lnTo>
                  <a:pt x="1166147" y="136085"/>
                </a:lnTo>
                <a:lnTo>
                  <a:pt x="1167013" y="136158"/>
                </a:lnTo>
                <a:lnTo>
                  <a:pt x="1167899" y="136218"/>
                </a:lnTo>
                <a:lnTo>
                  <a:pt x="1168803" y="136265"/>
                </a:lnTo>
                <a:lnTo>
                  <a:pt x="1169726" y="136298"/>
                </a:lnTo>
                <a:lnTo>
                  <a:pt x="1170667" y="136318"/>
                </a:lnTo>
                <a:lnTo>
                  <a:pt x="1171628" y="136324"/>
                </a:lnTo>
                <a:lnTo>
                  <a:pt x="1183169" y="136324"/>
                </a:lnTo>
                <a:lnTo>
                  <a:pt x="1183169" y="123008"/>
                </a:lnTo>
                <a:lnTo>
                  <a:pt x="1172713" y="123008"/>
                </a:lnTo>
                <a:lnTo>
                  <a:pt x="1171993" y="122999"/>
                </a:lnTo>
                <a:lnTo>
                  <a:pt x="1171295" y="122973"/>
                </a:lnTo>
                <a:close/>
                <a:moveTo>
                  <a:pt x="898812" y="64116"/>
                </a:moveTo>
                <a:lnTo>
                  <a:pt x="899217" y="63624"/>
                </a:lnTo>
                <a:lnTo>
                  <a:pt x="899632" y="63135"/>
                </a:lnTo>
                <a:lnTo>
                  <a:pt x="900056" y="62650"/>
                </a:lnTo>
                <a:lnTo>
                  <a:pt x="900491" y="62168"/>
                </a:lnTo>
                <a:lnTo>
                  <a:pt x="900935" y="61689"/>
                </a:lnTo>
                <a:lnTo>
                  <a:pt x="901389" y="61214"/>
                </a:lnTo>
                <a:lnTo>
                  <a:pt x="901854" y="60743"/>
                </a:lnTo>
                <a:lnTo>
                  <a:pt x="902328" y="60274"/>
                </a:lnTo>
                <a:lnTo>
                  <a:pt x="902812" y="59809"/>
                </a:lnTo>
                <a:lnTo>
                  <a:pt x="903306" y="59348"/>
                </a:lnTo>
                <a:lnTo>
                  <a:pt x="903810" y="58889"/>
                </a:lnTo>
                <a:lnTo>
                  <a:pt x="904324" y="58435"/>
                </a:lnTo>
                <a:lnTo>
                  <a:pt x="904848" y="57983"/>
                </a:lnTo>
                <a:lnTo>
                  <a:pt x="905382" y="57535"/>
                </a:lnTo>
                <a:lnTo>
                  <a:pt x="905926" y="57091"/>
                </a:lnTo>
                <a:lnTo>
                  <a:pt x="906479" y="56649"/>
                </a:lnTo>
                <a:lnTo>
                  <a:pt x="907043" y="56211"/>
                </a:lnTo>
                <a:lnTo>
                  <a:pt x="907616" y="55777"/>
                </a:lnTo>
                <a:lnTo>
                  <a:pt x="908200" y="55346"/>
                </a:lnTo>
                <a:lnTo>
                  <a:pt x="908793" y="54918"/>
                </a:lnTo>
                <a:lnTo>
                  <a:pt x="909397" y="54494"/>
                </a:lnTo>
                <a:lnTo>
                  <a:pt x="910011" y="54080"/>
                </a:lnTo>
                <a:lnTo>
                  <a:pt x="910637" y="53684"/>
                </a:lnTo>
                <a:lnTo>
                  <a:pt x="911275" y="53305"/>
                </a:lnTo>
                <a:lnTo>
                  <a:pt x="911926" y="52944"/>
                </a:lnTo>
                <a:lnTo>
                  <a:pt x="912588" y="52600"/>
                </a:lnTo>
                <a:lnTo>
                  <a:pt x="913262" y="52274"/>
                </a:lnTo>
                <a:lnTo>
                  <a:pt x="913948" y="51966"/>
                </a:lnTo>
                <a:lnTo>
                  <a:pt x="914647" y="51675"/>
                </a:lnTo>
                <a:lnTo>
                  <a:pt x="915357" y="51402"/>
                </a:lnTo>
                <a:lnTo>
                  <a:pt x="916079" y="51147"/>
                </a:lnTo>
                <a:lnTo>
                  <a:pt x="916813" y="50909"/>
                </a:lnTo>
                <a:lnTo>
                  <a:pt x="917559" y="50689"/>
                </a:lnTo>
                <a:lnTo>
                  <a:pt x="918317" y="50486"/>
                </a:lnTo>
                <a:lnTo>
                  <a:pt x="919087" y="50301"/>
                </a:lnTo>
                <a:lnTo>
                  <a:pt x="919870" y="50134"/>
                </a:lnTo>
                <a:lnTo>
                  <a:pt x="920664" y="49984"/>
                </a:lnTo>
                <a:lnTo>
                  <a:pt x="921470" y="49852"/>
                </a:lnTo>
                <a:lnTo>
                  <a:pt x="922288" y="49737"/>
                </a:lnTo>
                <a:lnTo>
                  <a:pt x="923118" y="49640"/>
                </a:lnTo>
                <a:lnTo>
                  <a:pt x="923960" y="49561"/>
                </a:lnTo>
                <a:lnTo>
                  <a:pt x="924814" y="49499"/>
                </a:lnTo>
                <a:lnTo>
                  <a:pt x="925680" y="49455"/>
                </a:lnTo>
                <a:lnTo>
                  <a:pt x="926558" y="49429"/>
                </a:lnTo>
                <a:lnTo>
                  <a:pt x="927448" y="49420"/>
                </a:lnTo>
                <a:lnTo>
                  <a:pt x="928042" y="49426"/>
                </a:lnTo>
                <a:lnTo>
                  <a:pt x="928625" y="49442"/>
                </a:lnTo>
                <a:lnTo>
                  <a:pt x="929195" y="49471"/>
                </a:lnTo>
                <a:lnTo>
                  <a:pt x="929754" y="49510"/>
                </a:lnTo>
                <a:lnTo>
                  <a:pt x="930301" y="49560"/>
                </a:lnTo>
                <a:lnTo>
                  <a:pt x="930836" y="49622"/>
                </a:lnTo>
                <a:lnTo>
                  <a:pt x="931359" y="49695"/>
                </a:lnTo>
                <a:lnTo>
                  <a:pt x="931871" y="49779"/>
                </a:lnTo>
                <a:lnTo>
                  <a:pt x="932370" y="49874"/>
                </a:lnTo>
                <a:lnTo>
                  <a:pt x="932858" y="49980"/>
                </a:lnTo>
                <a:lnTo>
                  <a:pt x="933334" y="50098"/>
                </a:lnTo>
                <a:lnTo>
                  <a:pt x="933798" y="50227"/>
                </a:lnTo>
                <a:lnTo>
                  <a:pt x="934251" y="50367"/>
                </a:lnTo>
                <a:lnTo>
                  <a:pt x="934691" y="50518"/>
                </a:lnTo>
                <a:lnTo>
                  <a:pt x="935120" y="50681"/>
                </a:lnTo>
                <a:lnTo>
                  <a:pt x="935537" y="50855"/>
                </a:lnTo>
                <a:lnTo>
                  <a:pt x="935942" y="51039"/>
                </a:lnTo>
                <a:lnTo>
                  <a:pt x="936335" y="51236"/>
                </a:lnTo>
                <a:lnTo>
                  <a:pt x="936717" y="51443"/>
                </a:lnTo>
                <a:lnTo>
                  <a:pt x="937086" y="51661"/>
                </a:lnTo>
                <a:lnTo>
                  <a:pt x="937444" y="51891"/>
                </a:lnTo>
                <a:lnTo>
                  <a:pt x="937790" y="52132"/>
                </a:lnTo>
                <a:lnTo>
                  <a:pt x="938124" y="52384"/>
                </a:lnTo>
                <a:lnTo>
                  <a:pt x="938447" y="52648"/>
                </a:lnTo>
                <a:lnTo>
                  <a:pt x="938759" y="52921"/>
                </a:lnTo>
                <a:lnTo>
                  <a:pt x="939064" y="53202"/>
                </a:lnTo>
                <a:lnTo>
                  <a:pt x="939360" y="53492"/>
                </a:lnTo>
                <a:lnTo>
                  <a:pt x="939648" y="53790"/>
                </a:lnTo>
                <a:lnTo>
                  <a:pt x="939929" y="54097"/>
                </a:lnTo>
                <a:lnTo>
                  <a:pt x="940201" y="54412"/>
                </a:lnTo>
                <a:lnTo>
                  <a:pt x="940465" y="54735"/>
                </a:lnTo>
                <a:lnTo>
                  <a:pt x="940721" y="55067"/>
                </a:lnTo>
                <a:lnTo>
                  <a:pt x="940969" y="55407"/>
                </a:lnTo>
                <a:lnTo>
                  <a:pt x="941209" y="55756"/>
                </a:lnTo>
                <a:lnTo>
                  <a:pt x="941441" y="56112"/>
                </a:lnTo>
                <a:lnTo>
                  <a:pt x="941665" y="56478"/>
                </a:lnTo>
                <a:lnTo>
                  <a:pt x="941881" y="56851"/>
                </a:lnTo>
                <a:lnTo>
                  <a:pt x="942089" y="57233"/>
                </a:lnTo>
                <a:lnTo>
                  <a:pt x="942289" y="57624"/>
                </a:lnTo>
                <a:lnTo>
                  <a:pt x="942480" y="58022"/>
                </a:lnTo>
                <a:lnTo>
                  <a:pt x="942664" y="58429"/>
                </a:lnTo>
                <a:lnTo>
                  <a:pt x="942840" y="58845"/>
                </a:lnTo>
                <a:lnTo>
                  <a:pt x="943007" y="59269"/>
                </a:lnTo>
                <a:lnTo>
                  <a:pt x="943167" y="59701"/>
                </a:lnTo>
                <a:lnTo>
                  <a:pt x="943318" y="60141"/>
                </a:lnTo>
                <a:lnTo>
                  <a:pt x="943462" y="60590"/>
                </a:lnTo>
                <a:lnTo>
                  <a:pt x="943597" y="61047"/>
                </a:lnTo>
                <a:lnTo>
                  <a:pt x="943724" y="61513"/>
                </a:lnTo>
                <a:lnTo>
                  <a:pt x="943845" y="61986"/>
                </a:lnTo>
                <a:lnTo>
                  <a:pt x="943961" y="62464"/>
                </a:lnTo>
                <a:lnTo>
                  <a:pt x="944071" y="62947"/>
                </a:lnTo>
                <a:lnTo>
                  <a:pt x="944176" y="63437"/>
                </a:lnTo>
                <a:lnTo>
                  <a:pt x="944277" y="63932"/>
                </a:lnTo>
                <a:lnTo>
                  <a:pt x="944372" y="64433"/>
                </a:lnTo>
                <a:lnTo>
                  <a:pt x="944461" y="64940"/>
                </a:lnTo>
                <a:lnTo>
                  <a:pt x="944546" y="65452"/>
                </a:lnTo>
                <a:lnTo>
                  <a:pt x="944626" y="65970"/>
                </a:lnTo>
                <a:lnTo>
                  <a:pt x="944700" y="66494"/>
                </a:lnTo>
                <a:lnTo>
                  <a:pt x="944770" y="67024"/>
                </a:lnTo>
                <a:lnTo>
                  <a:pt x="944834" y="67559"/>
                </a:lnTo>
                <a:lnTo>
                  <a:pt x="944893" y="68100"/>
                </a:lnTo>
                <a:lnTo>
                  <a:pt x="944947" y="68646"/>
                </a:lnTo>
                <a:lnTo>
                  <a:pt x="944996" y="69199"/>
                </a:lnTo>
                <a:lnTo>
                  <a:pt x="945039" y="69757"/>
                </a:lnTo>
                <a:lnTo>
                  <a:pt x="945078" y="70320"/>
                </a:lnTo>
                <a:lnTo>
                  <a:pt x="945111" y="70890"/>
                </a:lnTo>
                <a:lnTo>
                  <a:pt x="945140" y="71465"/>
                </a:lnTo>
                <a:lnTo>
                  <a:pt x="945163" y="72046"/>
                </a:lnTo>
                <a:lnTo>
                  <a:pt x="945181" y="72632"/>
                </a:lnTo>
                <a:lnTo>
                  <a:pt x="945194" y="73224"/>
                </a:lnTo>
                <a:lnTo>
                  <a:pt x="945201" y="73822"/>
                </a:lnTo>
                <a:lnTo>
                  <a:pt x="945204" y="74426"/>
                </a:lnTo>
                <a:lnTo>
                  <a:pt x="945204" y="136324"/>
                </a:lnTo>
                <a:lnTo>
                  <a:pt x="961677" y="136324"/>
                </a:lnTo>
                <a:lnTo>
                  <a:pt x="961677" y="72308"/>
                </a:lnTo>
                <a:lnTo>
                  <a:pt x="961665" y="70869"/>
                </a:lnTo>
                <a:lnTo>
                  <a:pt x="961627" y="69457"/>
                </a:lnTo>
                <a:lnTo>
                  <a:pt x="961565" y="68072"/>
                </a:lnTo>
                <a:lnTo>
                  <a:pt x="961477" y="66714"/>
                </a:lnTo>
                <a:lnTo>
                  <a:pt x="961365" y="65383"/>
                </a:lnTo>
                <a:lnTo>
                  <a:pt x="961227" y="64080"/>
                </a:lnTo>
                <a:lnTo>
                  <a:pt x="961065" y="62803"/>
                </a:lnTo>
                <a:lnTo>
                  <a:pt x="960877" y="61553"/>
                </a:lnTo>
                <a:lnTo>
                  <a:pt x="960665" y="60331"/>
                </a:lnTo>
                <a:lnTo>
                  <a:pt x="960427" y="59136"/>
                </a:lnTo>
                <a:lnTo>
                  <a:pt x="960165" y="57967"/>
                </a:lnTo>
                <a:lnTo>
                  <a:pt x="959877" y="56826"/>
                </a:lnTo>
                <a:lnTo>
                  <a:pt x="959564" y="55712"/>
                </a:lnTo>
                <a:lnTo>
                  <a:pt x="959227" y="54625"/>
                </a:lnTo>
                <a:lnTo>
                  <a:pt x="958864" y="53565"/>
                </a:lnTo>
                <a:lnTo>
                  <a:pt x="958477" y="52532"/>
                </a:lnTo>
                <a:lnTo>
                  <a:pt x="958064" y="51526"/>
                </a:lnTo>
                <a:lnTo>
                  <a:pt x="957627" y="50547"/>
                </a:lnTo>
                <a:lnTo>
                  <a:pt x="957164" y="49595"/>
                </a:lnTo>
                <a:lnTo>
                  <a:pt x="956677" y="48671"/>
                </a:lnTo>
                <a:lnTo>
                  <a:pt x="956164" y="47773"/>
                </a:lnTo>
                <a:lnTo>
                  <a:pt x="955626" y="46903"/>
                </a:lnTo>
                <a:lnTo>
                  <a:pt x="955064" y="46059"/>
                </a:lnTo>
                <a:lnTo>
                  <a:pt x="954476" y="45243"/>
                </a:lnTo>
                <a:lnTo>
                  <a:pt x="953861" y="44457"/>
                </a:lnTo>
                <a:lnTo>
                  <a:pt x="953217" y="43705"/>
                </a:lnTo>
                <a:lnTo>
                  <a:pt x="952542" y="42985"/>
                </a:lnTo>
                <a:lnTo>
                  <a:pt x="951838" y="42300"/>
                </a:lnTo>
                <a:lnTo>
                  <a:pt x="951103" y="41647"/>
                </a:lnTo>
                <a:lnTo>
                  <a:pt x="950339" y="41029"/>
                </a:lnTo>
                <a:lnTo>
                  <a:pt x="949546" y="40443"/>
                </a:lnTo>
                <a:lnTo>
                  <a:pt x="948722" y="39891"/>
                </a:lnTo>
                <a:lnTo>
                  <a:pt x="947869" y="39373"/>
                </a:lnTo>
                <a:lnTo>
                  <a:pt x="946986" y="38888"/>
                </a:lnTo>
                <a:lnTo>
                  <a:pt x="946073" y="38436"/>
                </a:lnTo>
                <a:lnTo>
                  <a:pt x="945130" y="38018"/>
                </a:lnTo>
                <a:lnTo>
                  <a:pt x="944157" y="37634"/>
                </a:lnTo>
                <a:lnTo>
                  <a:pt x="943155" y="37282"/>
                </a:lnTo>
                <a:lnTo>
                  <a:pt x="942123" y="36965"/>
                </a:lnTo>
                <a:lnTo>
                  <a:pt x="941061" y="36680"/>
                </a:lnTo>
                <a:lnTo>
                  <a:pt x="939969" y="36430"/>
                </a:lnTo>
                <a:lnTo>
                  <a:pt x="938848" y="36212"/>
                </a:lnTo>
                <a:lnTo>
                  <a:pt x="937696" y="36028"/>
                </a:lnTo>
                <a:lnTo>
                  <a:pt x="936515" y="35878"/>
                </a:lnTo>
                <a:lnTo>
                  <a:pt x="935304" y="35761"/>
                </a:lnTo>
                <a:lnTo>
                  <a:pt x="934063" y="35677"/>
                </a:lnTo>
                <a:lnTo>
                  <a:pt x="932793" y="35627"/>
                </a:lnTo>
                <a:lnTo>
                  <a:pt x="931493" y="35610"/>
                </a:lnTo>
                <a:lnTo>
                  <a:pt x="930424" y="35619"/>
                </a:lnTo>
                <a:lnTo>
                  <a:pt x="929371" y="35646"/>
                </a:lnTo>
                <a:lnTo>
                  <a:pt x="928334" y="35691"/>
                </a:lnTo>
                <a:lnTo>
                  <a:pt x="927314" y="35754"/>
                </a:lnTo>
                <a:lnTo>
                  <a:pt x="926309" y="35835"/>
                </a:lnTo>
                <a:lnTo>
                  <a:pt x="925321" y="35934"/>
                </a:lnTo>
                <a:lnTo>
                  <a:pt x="924349" y="36051"/>
                </a:lnTo>
                <a:lnTo>
                  <a:pt x="923393" y="36185"/>
                </a:lnTo>
                <a:lnTo>
                  <a:pt x="922453" y="36338"/>
                </a:lnTo>
                <a:lnTo>
                  <a:pt x="921529" y="36509"/>
                </a:lnTo>
                <a:lnTo>
                  <a:pt x="920621" y="36698"/>
                </a:lnTo>
                <a:lnTo>
                  <a:pt x="919729" y="36905"/>
                </a:lnTo>
                <a:lnTo>
                  <a:pt x="918854" y="37130"/>
                </a:lnTo>
                <a:lnTo>
                  <a:pt x="917994" y="37372"/>
                </a:lnTo>
                <a:lnTo>
                  <a:pt x="917151" y="37633"/>
                </a:lnTo>
                <a:lnTo>
                  <a:pt x="916323" y="37912"/>
                </a:lnTo>
                <a:lnTo>
                  <a:pt x="915512" y="38208"/>
                </a:lnTo>
                <a:lnTo>
                  <a:pt x="914717" y="38523"/>
                </a:lnTo>
                <a:lnTo>
                  <a:pt x="913938" y="38856"/>
                </a:lnTo>
                <a:lnTo>
                  <a:pt x="913175" y="39206"/>
                </a:lnTo>
                <a:lnTo>
                  <a:pt x="912428" y="39575"/>
                </a:lnTo>
                <a:lnTo>
                  <a:pt x="911697" y="39962"/>
                </a:lnTo>
                <a:lnTo>
                  <a:pt x="910983" y="40366"/>
                </a:lnTo>
                <a:lnTo>
                  <a:pt x="910284" y="40789"/>
                </a:lnTo>
                <a:lnTo>
                  <a:pt x="909600" y="41222"/>
                </a:lnTo>
                <a:lnTo>
                  <a:pt x="908930" y="41656"/>
                </a:lnTo>
                <a:lnTo>
                  <a:pt x="908273" y="42094"/>
                </a:lnTo>
                <a:lnTo>
                  <a:pt x="907629" y="42533"/>
                </a:lnTo>
                <a:lnTo>
                  <a:pt x="906999" y="42974"/>
                </a:lnTo>
                <a:lnTo>
                  <a:pt x="906382" y="43418"/>
                </a:lnTo>
                <a:lnTo>
                  <a:pt x="905778" y="43864"/>
                </a:lnTo>
                <a:lnTo>
                  <a:pt x="905188" y="44313"/>
                </a:lnTo>
                <a:lnTo>
                  <a:pt x="904611" y="44763"/>
                </a:lnTo>
                <a:lnTo>
                  <a:pt x="904047" y="45216"/>
                </a:lnTo>
                <a:lnTo>
                  <a:pt x="903497" y="45671"/>
                </a:lnTo>
                <a:lnTo>
                  <a:pt x="902960" y="46128"/>
                </a:lnTo>
                <a:lnTo>
                  <a:pt x="902437" y="46587"/>
                </a:lnTo>
                <a:lnTo>
                  <a:pt x="901926" y="47049"/>
                </a:lnTo>
                <a:lnTo>
                  <a:pt x="901430" y="47513"/>
                </a:lnTo>
                <a:lnTo>
                  <a:pt x="900946" y="47979"/>
                </a:lnTo>
                <a:lnTo>
                  <a:pt x="900476" y="48447"/>
                </a:lnTo>
                <a:lnTo>
                  <a:pt x="900019" y="48918"/>
                </a:lnTo>
                <a:lnTo>
                  <a:pt x="899576" y="49390"/>
                </a:lnTo>
                <a:lnTo>
                  <a:pt x="899146" y="49865"/>
                </a:lnTo>
                <a:lnTo>
                  <a:pt x="898729" y="50343"/>
                </a:lnTo>
                <a:lnTo>
                  <a:pt x="898326" y="50822"/>
                </a:lnTo>
                <a:lnTo>
                  <a:pt x="897936" y="51304"/>
                </a:lnTo>
                <a:lnTo>
                  <a:pt x="897559" y="51788"/>
                </a:lnTo>
                <a:lnTo>
                  <a:pt x="896968" y="37287"/>
                </a:lnTo>
                <a:lnTo>
                  <a:pt x="881185" y="37287"/>
                </a:lnTo>
                <a:lnTo>
                  <a:pt x="881185" y="136324"/>
                </a:lnTo>
                <a:lnTo>
                  <a:pt x="897658" y="136324"/>
                </a:lnTo>
                <a:lnTo>
                  <a:pt x="897658" y="65613"/>
                </a:lnTo>
                <a:lnTo>
                  <a:pt x="898033" y="65111"/>
                </a:lnTo>
                <a:lnTo>
                  <a:pt x="898418" y="64612"/>
                </a:lnTo>
                <a:lnTo>
                  <a:pt x="898812" y="64116"/>
                </a:lnTo>
                <a:close/>
                <a:moveTo>
                  <a:pt x="1095327" y="136324"/>
                </a:moveTo>
                <a:lnTo>
                  <a:pt x="1111800" y="136324"/>
                </a:lnTo>
                <a:lnTo>
                  <a:pt x="1111800" y="37287"/>
                </a:lnTo>
                <a:lnTo>
                  <a:pt x="1095327" y="37287"/>
                </a:lnTo>
                <a:lnTo>
                  <a:pt x="1095327" y="136324"/>
                </a:lnTo>
                <a:close/>
                <a:moveTo>
                  <a:pt x="819089" y="137833"/>
                </a:moveTo>
                <a:lnTo>
                  <a:pt x="820209" y="137716"/>
                </a:lnTo>
                <a:lnTo>
                  <a:pt x="821315" y="137577"/>
                </a:lnTo>
                <a:lnTo>
                  <a:pt x="822406" y="137417"/>
                </a:lnTo>
                <a:lnTo>
                  <a:pt x="823482" y="137236"/>
                </a:lnTo>
                <a:lnTo>
                  <a:pt x="824544" y="137033"/>
                </a:lnTo>
                <a:lnTo>
                  <a:pt x="825591" y="136809"/>
                </a:lnTo>
                <a:lnTo>
                  <a:pt x="826624" y="136564"/>
                </a:lnTo>
                <a:lnTo>
                  <a:pt x="827642" y="136297"/>
                </a:lnTo>
                <a:lnTo>
                  <a:pt x="828646" y="136009"/>
                </a:lnTo>
                <a:lnTo>
                  <a:pt x="829635" y="135700"/>
                </a:lnTo>
                <a:lnTo>
                  <a:pt x="830609" y="135370"/>
                </a:lnTo>
                <a:lnTo>
                  <a:pt x="831569" y="135018"/>
                </a:lnTo>
                <a:lnTo>
                  <a:pt x="832515" y="134644"/>
                </a:lnTo>
                <a:lnTo>
                  <a:pt x="833446" y="134250"/>
                </a:lnTo>
                <a:lnTo>
                  <a:pt x="834362" y="133834"/>
                </a:lnTo>
                <a:lnTo>
                  <a:pt x="835264" y="133396"/>
                </a:lnTo>
                <a:lnTo>
                  <a:pt x="836151" y="132938"/>
                </a:lnTo>
                <a:lnTo>
                  <a:pt x="837024" y="132458"/>
                </a:lnTo>
                <a:lnTo>
                  <a:pt x="837882" y="131956"/>
                </a:lnTo>
                <a:lnTo>
                  <a:pt x="838724" y="131435"/>
                </a:lnTo>
                <a:lnTo>
                  <a:pt x="839550" y="130895"/>
                </a:lnTo>
                <a:lnTo>
                  <a:pt x="840360" y="130337"/>
                </a:lnTo>
                <a:lnTo>
                  <a:pt x="841153" y="129761"/>
                </a:lnTo>
                <a:lnTo>
                  <a:pt x="841930" y="129166"/>
                </a:lnTo>
                <a:lnTo>
                  <a:pt x="842691" y="128553"/>
                </a:lnTo>
                <a:lnTo>
                  <a:pt x="843434" y="127922"/>
                </a:lnTo>
                <a:lnTo>
                  <a:pt x="844162" y="127272"/>
                </a:lnTo>
                <a:lnTo>
                  <a:pt x="844873" y="126604"/>
                </a:lnTo>
                <a:lnTo>
                  <a:pt x="845568" y="125917"/>
                </a:lnTo>
                <a:lnTo>
                  <a:pt x="846246" y="125213"/>
                </a:lnTo>
                <a:lnTo>
                  <a:pt x="846907" y="124490"/>
                </a:lnTo>
                <a:lnTo>
                  <a:pt x="847553" y="123748"/>
                </a:lnTo>
                <a:lnTo>
                  <a:pt x="848182" y="122988"/>
                </a:lnTo>
                <a:lnTo>
                  <a:pt x="848794" y="122210"/>
                </a:lnTo>
                <a:lnTo>
                  <a:pt x="849390" y="121414"/>
                </a:lnTo>
                <a:lnTo>
                  <a:pt x="849970" y="120599"/>
                </a:lnTo>
                <a:lnTo>
                  <a:pt x="850533" y="119766"/>
                </a:lnTo>
                <a:lnTo>
                  <a:pt x="851079" y="118915"/>
                </a:lnTo>
                <a:lnTo>
                  <a:pt x="851609" y="118045"/>
                </a:lnTo>
                <a:lnTo>
                  <a:pt x="852123" y="117157"/>
                </a:lnTo>
                <a:lnTo>
                  <a:pt x="852621" y="116250"/>
                </a:lnTo>
                <a:lnTo>
                  <a:pt x="853101" y="115326"/>
                </a:lnTo>
                <a:lnTo>
                  <a:pt x="853566" y="114383"/>
                </a:lnTo>
                <a:lnTo>
                  <a:pt x="854013" y="113423"/>
                </a:lnTo>
                <a:lnTo>
                  <a:pt x="854440" y="112448"/>
                </a:lnTo>
                <a:lnTo>
                  <a:pt x="854849" y="111458"/>
                </a:lnTo>
                <a:lnTo>
                  <a:pt x="855239" y="110454"/>
                </a:lnTo>
                <a:lnTo>
                  <a:pt x="855609" y="109434"/>
                </a:lnTo>
                <a:lnTo>
                  <a:pt x="855961" y="108399"/>
                </a:lnTo>
                <a:lnTo>
                  <a:pt x="856294" y="107349"/>
                </a:lnTo>
                <a:lnTo>
                  <a:pt x="856607" y="106285"/>
                </a:lnTo>
                <a:lnTo>
                  <a:pt x="856902" y="105205"/>
                </a:lnTo>
                <a:lnTo>
                  <a:pt x="857178" y="104110"/>
                </a:lnTo>
                <a:lnTo>
                  <a:pt x="857434" y="103000"/>
                </a:lnTo>
                <a:lnTo>
                  <a:pt x="857672" y="101876"/>
                </a:lnTo>
                <a:lnTo>
                  <a:pt x="857890" y="100736"/>
                </a:lnTo>
                <a:lnTo>
                  <a:pt x="858090" y="99581"/>
                </a:lnTo>
                <a:lnTo>
                  <a:pt x="858271" y="98412"/>
                </a:lnTo>
                <a:lnTo>
                  <a:pt x="858432" y="97227"/>
                </a:lnTo>
                <a:lnTo>
                  <a:pt x="858575" y="96027"/>
                </a:lnTo>
                <a:lnTo>
                  <a:pt x="858698" y="94813"/>
                </a:lnTo>
                <a:lnTo>
                  <a:pt x="858803" y="93583"/>
                </a:lnTo>
                <a:lnTo>
                  <a:pt x="858888" y="92338"/>
                </a:lnTo>
                <a:lnTo>
                  <a:pt x="858955" y="91079"/>
                </a:lnTo>
                <a:lnTo>
                  <a:pt x="859003" y="89804"/>
                </a:lnTo>
                <a:lnTo>
                  <a:pt x="859031" y="88514"/>
                </a:lnTo>
                <a:lnTo>
                  <a:pt x="859041" y="87210"/>
                </a:lnTo>
                <a:lnTo>
                  <a:pt x="859031" y="85872"/>
                </a:lnTo>
                <a:lnTo>
                  <a:pt x="859003" y="84550"/>
                </a:lnTo>
                <a:lnTo>
                  <a:pt x="858955" y="83244"/>
                </a:lnTo>
                <a:lnTo>
                  <a:pt x="858888" y="81955"/>
                </a:lnTo>
                <a:lnTo>
                  <a:pt x="858803" y="80681"/>
                </a:lnTo>
                <a:lnTo>
                  <a:pt x="858698" y="79423"/>
                </a:lnTo>
                <a:lnTo>
                  <a:pt x="858575" y="78182"/>
                </a:lnTo>
                <a:lnTo>
                  <a:pt x="858432" y="76957"/>
                </a:lnTo>
                <a:lnTo>
                  <a:pt x="858271" y="75747"/>
                </a:lnTo>
                <a:lnTo>
                  <a:pt x="858090" y="74554"/>
                </a:lnTo>
                <a:lnTo>
                  <a:pt x="857890" y="73376"/>
                </a:lnTo>
                <a:lnTo>
                  <a:pt x="857672" y="72215"/>
                </a:lnTo>
                <a:lnTo>
                  <a:pt x="857434" y="71070"/>
                </a:lnTo>
                <a:lnTo>
                  <a:pt x="857178" y="69941"/>
                </a:lnTo>
                <a:lnTo>
                  <a:pt x="856902" y="68827"/>
                </a:lnTo>
                <a:lnTo>
                  <a:pt x="856607" y="67730"/>
                </a:lnTo>
                <a:lnTo>
                  <a:pt x="856294" y="66649"/>
                </a:lnTo>
                <a:lnTo>
                  <a:pt x="855961" y="65584"/>
                </a:lnTo>
                <a:lnTo>
                  <a:pt x="855609" y="64535"/>
                </a:lnTo>
                <a:lnTo>
                  <a:pt x="855239" y="63502"/>
                </a:lnTo>
                <a:lnTo>
                  <a:pt x="854849" y="62485"/>
                </a:lnTo>
                <a:lnTo>
                  <a:pt x="854440" y="61485"/>
                </a:lnTo>
                <a:lnTo>
                  <a:pt x="854013" y="60500"/>
                </a:lnTo>
                <a:lnTo>
                  <a:pt x="853566" y="59531"/>
                </a:lnTo>
                <a:lnTo>
                  <a:pt x="853101" y="58579"/>
                </a:lnTo>
                <a:lnTo>
                  <a:pt x="852621" y="57647"/>
                </a:lnTo>
                <a:lnTo>
                  <a:pt x="852123" y="56732"/>
                </a:lnTo>
                <a:lnTo>
                  <a:pt x="851609" y="55836"/>
                </a:lnTo>
                <a:lnTo>
                  <a:pt x="851079" y="54959"/>
                </a:lnTo>
                <a:lnTo>
                  <a:pt x="850533" y="54100"/>
                </a:lnTo>
                <a:lnTo>
                  <a:pt x="849970" y="53259"/>
                </a:lnTo>
                <a:lnTo>
                  <a:pt x="849390" y="52438"/>
                </a:lnTo>
                <a:lnTo>
                  <a:pt x="848794" y="51634"/>
                </a:lnTo>
                <a:lnTo>
                  <a:pt x="848182" y="50849"/>
                </a:lnTo>
                <a:lnTo>
                  <a:pt x="847553" y="50083"/>
                </a:lnTo>
                <a:lnTo>
                  <a:pt x="846907" y="49335"/>
                </a:lnTo>
                <a:lnTo>
                  <a:pt x="846246" y="48606"/>
                </a:lnTo>
                <a:lnTo>
                  <a:pt x="845568" y="47895"/>
                </a:lnTo>
                <a:lnTo>
                  <a:pt x="844873" y="47203"/>
                </a:lnTo>
                <a:lnTo>
                  <a:pt x="844162" y="46529"/>
                </a:lnTo>
                <a:lnTo>
                  <a:pt x="843434" y="45874"/>
                </a:lnTo>
                <a:lnTo>
                  <a:pt x="842691" y="45237"/>
                </a:lnTo>
                <a:lnTo>
                  <a:pt x="841930" y="44619"/>
                </a:lnTo>
                <a:lnTo>
                  <a:pt x="841153" y="44020"/>
                </a:lnTo>
                <a:lnTo>
                  <a:pt x="840360" y="43438"/>
                </a:lnTo>
                <a:lnTo>
                  <a:pt x="839550" y="42876"/>
                </a:lnTo>
                <a:lnTo>
                  <a:pt x="838724" y="42332"/>
                </a:lnTo>
                <a:lnTo>
                  <a:pt x="837882" y="41806"/>
                </a:lnTo>
                <a:lnTo>
                  <a:pt x="837024" y="41301"/>
                </a:lnTo>
                <a:lnTo>
                  <a:pt x="836151" y="40816"/>
                </a:lnTo>
                <a:lnTo>
                  <a:pt x="835264" y="40354"/>
                </a:lnTo>
                <a:lnTo>
                  <a:pt x="834362" y="39913"/>
                </a:lnTo>
                <a:lnTo>
                  <a:pt x="833446" y="39493"/>
                </a:lnTo>
                <a:lnTo>
                  <a:pt x="832515" y="39095"/>
                </a:lnTo>
                <a:lnTo>
                  <a:pt x="831569" y="38719"/>
                </a:lnTo>
                <a:lnTo>
                  <a:pt x="830609" y="38364"/>
                </a:lnTo>
                <a:lnTo>
                  <a:pt x="829635" y="38030"/>
                </a:lnTo>
                <a:lnTo>
                  <a:pt x="828646" y="37718"/>
                </a:lnTo>
                <a:lnTo>
                  <a:pt x="827642" y="37428"/>
                </a:lnTo>
                <a:lnTo>
                  <a:pt x="826624" y="37159"/>
                </a:lnTo>
                <a:lnTo>
                  <a:pt x="825591" y="36912"/>
                </a:lnTo>
                <a:lnTo>
                  <a:pt x="824544" y="36686"/>
                </a:lnTo>
                <a:lnTo>
                  <a:pt x="823482" y="36481"/>
                </a:lnTo>
                <a:lnTo>
                  <a:pt x="822406" y="36299"/>
                </a:lnTo>
                <a:lnTo>
                  <a:pt x="821315" y="36137"/>
                </a:lnTo>
                <a:lnTo>
                  <a:pt x="820209" y="35997"/>
                </a:lnTo>
                <a:lnTo>
                  <a:pt x="819089" y="35879"/>
                </a:lnTo>
                <a:lnTo>
                  <a:pt x="817954" y="35782"/>
                </a:lnTo>
                <a:lnTo>
                  <a:pt x="816805" y="35707"/>
                </a:lnTo>
                <a:lnTo>
                  <a:pt x="815641" y="35653"/>
                </a:lnTo>
                <a:lnTo>
                  <a:pt x="814463" y="35621"/>
                </a:lnTo>
                <a:lnTo>
                  <a:pt x="813270" y="35610"/>
                </a:lnTo>
                <a:lnTo>
                  <a:pt x="812102" y="35621"/>
                </a:lnTo>
                <a:lnTo>
                  <a:pt x="810947" y="35653"/>
                </a:lnTo>
                <a:lnTo>
                  <a:pt x="809807" y="35707"/>
                </a:lnTo>
                <a:lnTo>
                  <a:pt x="808681" y="35782"/>
                </a:lnTo>
                <a:lnTo>
                  <a:pt x="807568" y="35879"/>
                </a:lnTo>
                <a:lnTo>
                  <a:pt x="806470" y="35997"/>
                </a:lnTo>
                <a:lnTo>
                  <a:pt x="805386" y="36137"/>
                </a:lnTo>
                <a:lnTo>
                  <a:pt x="804316" y="36299"/>
                </a:lnTo>
                <a:lnTo>
                  <a:pt x="803260" y="36481"/>
                </a:lnTo>
                <a:lnTo>
                  <a:pt x="802217" y="36686"/>
                </a:lnTo>
                <a:lnTo>
                  <a:pt x="801189" y="36912"/>
                </a:lnTo>
                <a:lnTo>
                  <a:pt x="800175" y="37159"/>
                </a:lnTo>
                <a:lnTo>
                  <a:pt x="799175" y="37428"/>
                </a:lnTo>
                <a:lnTo>
                  <a:pt x="798190" y="37718"/>
                </a:lnTo>
                <a:lnTo>
                  <a:pt x="797218" y="38030"/>
                </a:lnTo>
                <a:lnTo>
                  <a:pt x="796260" y="38364"/>
                </a:lnTo>
                <a:lnTo>
                  <a:pt x="795316" y="38719"/>
                </a:lnTo>
                <a:lnTo>
                  <a:pt x="794386" y="39095"/>
                </a:lnTo>
                <a:lnTo>
                  <a:pt x="793471" y="39493"/>
                </a:lnTo>
                <a:lnTo>
                  <a:pt x="792569" y="39913"/>
                </a:lnTo>
                <a:lnTo>
                  <a:pt x="791681" y="40354"/>
                </a:lnTo>
                <a:lnTo>
                  <a:pt x="790808" y="40816"/>
                </a:lnTo>
                <a:lnTo>
                  <a:pt x="789948" y="41301"/>
                </a:lnTo>
                <a:lnTo>
                  <a:pt x="789103" y="41806"/>
                </a:lnTo>
                <a:lnTo>
                  <a:pt x="788273" y="42332"/>
                </a:lnTo>
                <a:lnTo>
                  <a:pt x="787459" y="42876"/>
                </a:lnTo>
                <a:lnTo>
                  <a:pt x="786662" y="43438"/>
                </a:lnTo>
                <a:lnTo>
                  <a:pt x="785882" y="44020"/>
                </a:lnTo>
                <a:lnTo>
                  <a:pt x="785118" y="44619"/>
                </a:lnTo>
                <a:lnTo>
                  <a:pt x="784371" y="45237"/>
                </a:lnTo>
                <a:lnTo>
                  <a:pt x="783641" y="45874"/>
                </a:lnTo>
                <a:lnTo>
                  <a:pt x="782927" y="46529"/>
                </a:lnTo>
                <a:lnTo>
                  <a:pt x="782229" y="47203"/>
                </a:lnTo>
                <a:lnTo>
                  <a:pt x="781549" y="47895"/>
                </a:lnTo>
                <a:lnTo>
                  <a:pt x="780885" y="48606"/>
                </a:lnTo>
                <a:lnTo>
                  <a:pt x="780237" y="49335"/>
                </a:lnTo>
                <a:lnTo>
                  <a:pt x="779606" y="50083"/>
                </a:lnTo>
                <a:lnTo>
                  <a:pt x="778992" y="50849"/>
                </a:lnTo>
                <a:lnTo>
                  <a:pt x="778395" y="51634"/>
                </a:lnTo>
                <a:lnTo>
                  <a:pt x="777814" y="52438"/>
                </a:lnTo>
                <a:lnTo>
                  <a:pt x="777249" y="53259"/>
                </a:lnTo>
                <a:lnTo>
                  <a:pt x="776702" y="54100"/>
                </a:lnTo>
                <a:lnTo>
                  <a:pt x="776170" y="54959"/>
                </a:lnTo>
                <a:lnTo>
                  <a:pt x="775656" y="55836"/>
                </a:lnTo>
                <a:lnTo>
                  <a:pt x="775158" y="56732"/>
                </a:lnTo>
                <a:lnTo>
                  <a:pt x="774677" y="57647"/>
                </a:lnTo>
                <a:lnTo>
                  <a:pt x="774212" y="58579"/>
                </a:lnTo>
                <a:lnTo>
                  <a:pt x="773764" y="59531"/>
                </a:lnTo>
                <a:lnTo>
                  <a:pt x="773333" y="60500"/>
                </a:lnTo>
                <a:lnTo>
                  <a:pt x="772921" y="61485"/>
                </a:lnTo>
                <a:lnTo>
                  <a:pt x="772527" y="62485"/>
                </a:lnTo>
                <a:lnTo>
                  <a:pt x="772151" y="63502"/>
                </a:lnTo>
                <a:lnTo>
                  <a:pt x="771794" y="64535"/>
                </a:lnTo>
                <a:lnTo>
                  <a:pt x="771455" y="65584"/>
                </a:lnTo>
                <a:lnTo>
                  <a:pt x="771134" y="66649"/>
                </a:lnTo>
                <a:lnTo>
                  <a:pt x="770832" y="67730"/>
                </a:lnTo>
                <a:lnTo>
                  <a:pt x="770548" y="68827"/>
                </a:lnTo>
                <a:lnTo>
                  <a:pt x="770282" y="69941"/>
                </a:lnTo>
                <a:lnTo>
                  <a:pt x="770035" y="71070"/>
                </a:lnTo>
                <a:lnTo>
                  <a:pt x="769806" y="72215"/>
                </a:lnTo>
                <a:lnTo>
                  <a:pt x="769595" y="73376"/>
                </a:lnTo>
                <a:lnTo>
                  <a:pt x="769403" y="74554"/>
                </a:lnTo>
                <a:lnTo>
                  <a:pt x="769229" y="75747"/>
                </a:lnTo>
                <a:lnTo>
                  <a:pt x="769073" y="76957"/>
                </a:lnTo>
                <a:lnTo>
                  <a:pt x="768935" y="78182"/>
                </a:lnTo>
                <a:lnTo>
                  <a:pt x="768816" y="79423"/>
                </a:lnTo>
                <a:lnTo>
                  <a:pt x="768715" y="80681"/>
                </a:lnTo>
                <a:lnTo>
                  <a:pt x="768633" y="81955"/>
                </a:lnTo>
                <a:lnTo>
                  <a:pt x="768569" y="83244"/>
                </a:lnTo>
                <a:lnTo>
                  <a:pt x="768523" y="84550"/>
                </a:lnTo>
                <a:lnTo>
                  <a:pt x="768496" y="85872"/>
                </a:lnTo>
                <a:lnTo>
                  <a:pt x="768486" y="87210"/>
                </a:lnTo>
                <a:lnTo>
                  <a:pt x="768496" y="88514"/>
                </a:lnTo>
                <a:lnTo>
                  <a:pt x="768523" y="89804"/>
                </a:lnTo>
                <a:lnTo>
                  <a:pt x="768569" y="91079"/>
                </a:lnTo>
                <a:lnTo>
                  <a:pt x="768633" y="92338"/>
                </a:lnTo>
                <a:lnTo>
                  <a:pt x="768715" y="93583"/>
                </a:lnTo>
                <a:lnTo>
                  <a:pt x="768816" y="94813"/>
                </a:lnTo>
                <a:lnTo>
                  <a:pt x="768935" y="96027"/>
                </a:lnTo>
                <a:lnTo>
                  <a:pt x="769073" y="97227"/>
                </a:lnTo>
                <a:lnTo>
                  <a:pt x="769229" y="98412"/>
                </a:lnTo>
                <a:lnTo>
                  <a:pt x="769403" y="99581"/>
                </a:lnTo>
                <a:lnTo>
                  <a:pt x="769595" y="100736"/>
                </a:lnTo>
                <a:lnTo>
                  <a:pt x="769806" y="101876"/>
                </a:lnTo>
                <a:lnTo>
                  <a:pt x="770035" y="103000"/>
                </a:lnTo>
                <a:lnTo>
                  <a:pt x="770282" y="104110"/>
                </a:lnTo>
                <a:lnTo>
                  <a:pt x="770548" y="105205"/>
                </a:lnTo>
                <a:lnTo>
                  <a:pt x="770832" y="106285"/>
                </a:lnTo>
                <a:lnTo>
                  <a:pt x="771134" y="107349"/>
                </a:lnTo>
                <a:lnTo>
                  <a:pt x="771455" y="108399"/>
                </a:lnTo>
                <a:lnTo>
                  <a:pt x="771794" y="109434"/>
                </a:lnTo>
                <a:lnTo>
                  <a:pt x="772151" y="110454"/>
                </a:lnTo>
                <a:lnTo>
                  <a:pt x="772527" y="111458"/>
                </a:lnTo>
                <a:lnTo>
                  <a:pt x="772921" y="112448"/>
                </a:lnTo>
                <a:lnTo>
                  <a:pt x="773333" y="113423"/>
                </a:lnTo>
                <a:lnTo>
                  <a:pt x="773764" y="114383"/>
                </a:lnTo>
                <a:lnTo>
                  <a:pt x="774212" y="115326"/>
                </a:lnTo>
                <a:lnTo>
                  <a:pt x="774677" y="116250"/>
                </a:lnTo>
                <a:lnTo>
                  <a:pt x="775158" y="117157"/>
                </a:lnTo>
                <a:lnTo>
                  <a:pt x="775656" y="118045"/>
                </a:lnTo>
                <a:lnTo>
                  <a:pt x="776170" y="118915"/>
                </a:lnTo>
                <a:lnTo>
                  <a:pt x="776702" y="119766"/>
                </a:lnTo>
                <a:lnTo>
                  <a:pt x="777249" y="120599"/>
                </a:lnTo>
                <a:lnTo>
                  <a:pt x="777814" y="121414"/>
                </a:lnTo>
                <a:lnTo>
                  <a:pt x="778395" y="122210"/>
                </a:lnTo>
                <a:lnTo>
                  <a:pt x="778992" y="122988"/>
                </a:lnTo>
                <a:lnTo>
                  <a:pt x="779606" y="123748"/>
                </a:lnTo>
                <a:lnTo>
                  <a:pt x="780237" y="124490"/>
                </a:lnTo>
                <a:lnTo>
                  <a:pt x="780885" y="125213"/>
                </a:lnTo>
                <a:lnTo>
                  <a:pt x="781549" y="125917"/>
                </a:lnTo>
                <a:lnTo>
                  <a:pt x="782229" y="126604"/>
                </a:lnTo>
                <a:lnTo>
                  <a:pt x="782927" y="127272"/>
                </a:lnTo>
                <a:lnTo>
                  <a:pt x="783641" y="127922"/>
                </a:lnTo>
                <a:lnTo>
                  <a:pt x="784371" y="128553"/>
                </a:lnTo>
                <a:lnTo>
                  <a:pt x="785118" y="129166"/>
                </a:lnTo>
                <a:lnTo>
                  <a:pt x="785882" y="129761"/>
                </a:lnTo>
                <a:lnTo>
                  <a:pt x="786662" y="130337"/>
                </a:lnTo>
                <a:lnTo>
                  <a:pt x="787459" y="130895"/>
                </a:lnTo>
                <a:lnTo>
                  <a:pt x="788273" y="131435"/>
                </a:lnTo>
                <a:lnTo>
                  <a:pt x="789103" y="131956"/>
                </a:lnTo>
                <a:lnTo>
                  <a:pt x="789948" y="132458"/>
                </a:lnTo>
                <a:lnTo>
                  <a:pt x="790808" y="132938"/>
                </a:lnTo>
                <a:lnTo>
                  <a:pt x="791681" y="133396"/>
                </a:lnTo>
                <a:lnTo>
                  <a:pt x="792569" y="133834"/>
                </a:lnTo>
                <a:lnTo>
                  <a:pt x="793471" y="134250"/>
                </a:lnTo>
                <a:lnTo>
                  <a:pt x="794386" y="134644"/>
                </a:lnTo>
                <a:lnTo>
                  <a:pt x="795316" y="135018"/>
                </a:lnTo>
                <a:lnTo>
                  <a:pt x="796260" y="135370"/>
                </a:lnTo>
                <a:lnTo>
                  <a:pt x="797218" y="135700"/>
                </a:lnTo>
                <a:lnTo>
                  <a:pt x="798190" y="136009"/>
                </a:lnTo>
                <a:lnTo>
                  <a:pt x="799175" y="136297"/>
                </a:lnTo>
                <a:lnTo>
                  <a:pt x="800175" y="136564"/>
                </a:lnTo>
                <a:lnTo>
                  <a:pt x="801189" y="136809"/>
                </a:lnTo>
                <a:lnTo>
                  <a:pt x="802217" y="137033"/>
                </a:lnTo>
                <a:lnTo>
                  <a:pt x="803260" y="137236"/>
                </a:lnTo>
                <a:lnTo>
                  <a:pt x="804316" y="137417"/>
                </a:lnTo>
                <a:lnTo>
                  <a:pt x="805386" y="137577"/>
                </a:lnTo>
                <a:lnTo>
                  <a:pt x="806470" y="137716"/>
                </a:lnTo>
                <a:lnTo>
                  <a:pt x="807568" y="137833"/>
                </a:lnTo>
                <a:lnTo>
                  <a:pt x="808681" y="137929"/>
                </a:lnTo>
                <a:lnTo>
                  <a:pt x="809807" y="138004"/>
                </a:lnTo>
                <a:lnTo>
                  <a:pt x="810947" y="138057"/>
                </a:lnTo>
                <a:lnTo>
                  <a:pt x="812102" y="138089"/>
                </a:lnTo>
                <a:lnTo>
                  <a:pt x="813270" y="138100"/>
                </a:lnTo>
                <a:lnTo>
                  <a:pt x="814463" y="138089"/>
                </a:lnTo>
                <a:lnTo>
                  <a:pt x="815641" y="138057"/>
                </a:lnTo>
                <a:lnTo>
                  <a:pt x="816805" y="138004"/>
                </a:lnTo>
                <a:lnTo>
                  <a:pt x="817954" y="137929"/>
                </a:lnTo>
                <a:lnTo>
                  <a:pt x="819089" y="137833"/>
                </a:lnTo>
                <a:close/>
                <a:moveTo>
                  <a:pt x="809141" y="124769"/>
                </a:moveTo>
                <a:lnTo>
                  <a:pt x="808360" y="124676"/>
                </a:lnTo>
                <a:lnTo>
                  <a:pt x="807593" y="124566"/>
                </a:lnTo>
                <a:lnTo>
                  <a:pt x="806842" y="124439"/>
                </a:lnTo>
                <a:lnTo>
                  <a:pt x="806106" y="124295"/>
                </a:lnTo>
                <a:lnTo>
                  <a:pt x="805384" y="124134"/>
                </a:lnTo>
                <a:lnTo>
                  <a:pt x="804677" y="123957"/>
                </a:lnTo>
                <a:lnTo>
                  <a:pt x="803986" y="123762"/>
                </a:lnTo>
                <a:lnTo>
                  <a:pt x="803309" y="123551"/>
                </a:lnTo>
                <a:lnTo>
                  <a:pt x="802647" y="123322"/>
                </a:lnTo>
                <a:lnTo>
                  <a:pt x="802000" y="123077"/>
                </a:lnTo>
                <a:lnTo>
                  <a:pt x="801367" y="122814"/>
                </a:lnTo>
                <a:lnTo>
                  <a:pt x="800750" y="122535"/>
                </a:lnTo>
                <a:lnTo>
                  <a:pt x="800148" y="122239"/>
                </a:lnTo>
                <a:lnTo>
                  <a:pt x="799560" y="121926"/>
                </a:lnTo>
                <a:lnTo>
                  <a:pt x="798988" y="121596"/>
                </a:lnTo>
                <a:lnTo>
                  <a:pt x="798430" y="121249"/>
                </a:lnTo>
                <a:lnTo>
                  <a:pt x="797887" y="120885"/>
                </a:lnTo>
                <a:lnTo>
                  <a:pt x="797359" y="120505"/>
                </a:lnTo>
                <a:lnTo>
                  <a:pt x="796846" y="120107"/>
                </a:lnTo>
                <a:lnTo>
                  <a:pt x="796347" y="119694"/>
                </a:lnTo>
                <a:lnTo>
                  <a:pt x="795859" y="119269"/>
                </a:lnTo>
                <a:lnTo>
                  <a:pt x="795383" y="118830"/>
                </a:lnTo>
                <a:lnTo>
                  <a:pt x="794919" y="118379"/>
                </a:lnTo>
                <a:lnTo>
                  <a:pt x="794466" y="117915"/>
                </a:lnTo>
                <a:lnTo>
                  <a:pt x="794026" y="117438"/>
                </a:lnTo>
                <a:lnTo>
                  <a:pt x="793597" y="116948"/>
                </a:lnTo>
                <a:lnTo>
                  <a:pt x="793180" y="116446"/>
                </a:lnTo>
                <a:lnTo>
                  <a:pt x="792775" y="115930"/>
                </a:lnTo>
                <a:lnTo>
                  <a:pt x="792382" y="115402"/>
                </a:lnTo>
                <a:lnTo>
                  <a:pt x="792000" y="114861"/>
                </a:lnTo>
                <a:lnTo>
                  <a:pt x="791630" y="114307"/>
                </a:lnTo>
                <a:lnTo>
                  <a:pt x="791273" y="113740"/>
                </a:lnTo>
                <a:lnTo>
                  <a:pt x="790927" y="113161"/>
                </a:lnTo>
                <a:lnTo>
                  <a:pt x="790592" y="112569"/>
                </a:lnTo>
                <a:lnTo>
                  <a:pt x="790270" y="111963"/>
                </a:lnTo>
                <a:lnTo>
                  <a:pt x="789959" y="111345"/>
                </a:lnTo>
                <a:lnTo>
                  <a:pt x="789661" y="110715"/>
                </a:lnTo>
                <a:lnTo>
                  <a:pt x="789374" y="110071"/>
                </a:lnTo>
                <a:lnTo>
                  <a:pt x="789099" y="109415"/>
                </a:lnTo>
                <a:lnTo>
                  <a:pt x="788835" y="108745"/>
                </a:lnTo>
                <a:lnTo>
                  <a:pt x="788584" y="108063"/>
                </a:lnTo>
                <a:lnTo>
                  <a:pt x="788344" y="107368"/>
                </a:lnTo>
                <a:lnTo>
                  <a:pt x="788116" y="106661"/>
                </a:lnTo>
                <a:lnTo>
                  <a:pt x="787899" y="105943"/>
                </a:lnTo>
                <a:lnTo>
                  <a:pt x="787691" y="105216"/>
                </a:lnTo>
                <a:lnTo>
                  <a:pt x="787492" y="104482"/>
                </a:lnTo>
                <a:lnTo>
                  <a:pt x="787303" y="103740"/>
                </a:lnTo>
                <a:lnTo>
                  <a:pt x="787122" y="102990"/>
                </a:lnTo>
                <a:lnTo>
                  <a:pt x="786951" y="102232"/>
                </a:lnTo>
                <a:lnTo>
                  <a:pt x="786789" y="101466"/>
                </a:lnTo>
                <a:lnTo>
                  <a:pt x="786637" y="100691"/>
                </a:lnTo>
                <a:lnTo>
                  <a:pt x="786493" y="99909"/>
                </a:lnTo>
                <a:lnTo>
                  <a:pt x="786359" y="99119"/>
                </a:lnTo>
                <a:lnTo>
                  <a:pt x="786234" y="98321"/>
                </a:lnTo>
                <a:lnTo>
                  <a:pt x="786119" y="97515"/>
                </a:lnTo>
                <a:lnTo>
                  <a:pt x="786012" y="96700"/>
                </a:lnTo>
                <a:lnTo>
                  <a:pt x="785915" y="95878"/>
                </a:lnTo>
                <a:lnTo>
                  <a:pt x="785828" y="95048"/>
                </a:lnTo>
                <a:lnTo>
                  <a:pt x="785749" y="94210"/>
                </a:lnTo>
                <a:lnTo>
                  <a:pt x="785680" y="93364"/>
                </a:lnTo>
                <a:lnTo>
                  <a:pt x="785619" y="92509"/>
                </a:lnTo>
                <a:lnTo>
                  <a:pt x="785569" y="91647"/>
                </a:lnTo>
                <a:lnTo>
                  <a:pt x="785527" y="90777"/>
                </a:lnTo>
                <a:lnTo>
                  <a:pt x="785495" y="89899"/>
                </a:lnTo>
                <a:lnTo>
                  <a:pt x="785471" y="89012"/>
                </a:lnTo>
                <a:lnTo>
                  <a:pt x="785458" y="88118"/>
                </a:lnTo>
                <a:lnTo>
                  <a:pt x="785453" y="87216"/>
                </a:lnTo>
                <a:lnTo>
                  <a:pt x="785458" y="86296"/>
                </a:lnTo>
                <a:lnTo>
                  <a:pt x="785471" y="85385"/>
                </a:lnTo>
                <a:lnTo>
                  <a:pt x="785495" y="84481"/>
                </a:lnTo>
                <a:lnTo>
                  <a:pt x="785527" y="83586"/>
                </a:lnTo>
                <a:lnTo>
                  <a:pt x="785569" y="82699"/>
                </a:lnTo>
                <a:lnTo>
                  <a:pt x="785619" y="81821"/>
                </a:lnTo>
                <a:lnTo>
                  <a:pt x="785680" y="80950"/>
                </a:lnTo>
                <a:lnTo>
                  <a:pt x="785749" y="80088"/>
                </a:lnTo>
                <a:lnTo>
                  <a:pt x="785828" y="79234"/>
                </a:lnTo>
                <a:lnTo>
                  <a:pt x="785915" y="78388"/>
                </a:lnTo>
                <a:lnTo>
                  <a:pt x="786012" y="77550"/>
                </a:lnTo>
                <a:lnTo>
                  <a:pt x="786119" y="76721"/>
                </a:lnTo>
                <a:lnTo>
                  <a:pt x="786234" y="75900"/>
                </a:lnTo>
                <a:lnTo>
                  <a:pt x="786359" y="75087"/>
                </a:lnTo>
                <a:lnTo>
                  <a:pt x="786493" y="74282"/>
                </a:lnTo>
                <a:lnTo>
                  <a:pt x="786637" y="73485"/>
                </a:lnTo>
                <a:lnTo>
                  <a:pt x="786789" y="72697"/>
                </a:lnTo>
                <a:lnTo>
                  <a:pt x="786951" y="71916"/>
                </a:lnTo>
                <a:lnTo>
                  <a:pt x="787122" y="71144"/>
                </a:lnTo>
                <a:lnTo>
                  <a:pt x="787303" y="70380"/>
                </a:lnTo>
                <a:lnTo>
                  <a:pt x="787492" y="69625"/>
                </a:lnTo>
                <a:lnTo>
                  <a:pt x="787691" y="68877"/>
                </a:lnTo>
                <a:lnTo>
                  <a:pt x="787899" y="68138"/>
                </a:lnTo>
                <a:lnTo>
                  <a:pt x="788116" y="67407"/>
                </a:lnTo>
                <a:lnTo>
                  <a:pt x="788344" y="66687"/>
                </a:lnTo>
                <a:lnTo>
                  <a:pt x="788584" y="65979"/>
                </a:lnTo>
                <a:lnTo>
                  <a:pt x="788835" y="65285"/>
                </a:lnTo>
                <a:lnTo>
                  <a:pt x="789099" y="64603"/>
                </a:lnTo>
                <a:lnTo>
                  <a:pt x="789374" y="63935"/>
                </a:lnTo>
                <a:lnTo>
                  <a:pt x="789661" y="63279"/>
                </a:lnTo>
                <a:lnTo>
                  <a:pt x="789959" y="62637"/>
                </a:lnTo>
                <a:lnTo>
                  <a:pt x="790270" y="62008"/>
                </a:lnTo>
                <a:lnTo>
                  <a:pt x="790592" y="61391"/>
                </a:lnTo>
                <a:lnTo>
                  <a:pt x="790927" y="60788"/>
                </a:lnTo>
                <a:lnTo>
                  <a:pt x="791273" y="60198"/>
                </a:lnTo>
                <a:lnTo>
                  <a:pt x="791630" y="59620"/>
                </a:lnTo>
                <a:lnTo>
                  <a:pt x="792000" y="59056"/>
                </a:lnTo>
                <a:lnTo>
                  <a:pt x="792382" y="58505"/>
                </a:lnTo>
                <a:lnTo>
                  <a:pt x="792775" y="57967"/>
                </a:lnTo>
                <a:lnTo>
                  <a:pt x="793180" y="57441"/>
                </a:lnTo>
                <a:lnTo>
                  <a:pt x="793597" y="56929"/>
                </a:lnTo>
                <a:lnTo>
                  <a:pt x="794026" y="56430"/>
                </a:lnTo>
                <a:lnTo>
                  <a:pt x="794466" y="55944"/>
                </a:lnTo>
                <a:lnTo>
                  <a:pt x="794919" y="55471"/>
                </a:lnTo>
                <a:lnTo>
                  <a:pt x="795383" y="55010"/>
                </a:lnTo>
                <a:lnTo>
                  <a:pt x="795859" y="54563"/>
                </a:lnTo>
                <a:lnTo>
                  <a:pt x="796347" y="54129"/>
                </a:lnTo>
                <a:lnTo>
                  <a:pt x="796846" y="53708"/>
                </a:lnTo>
                <a:lnTo>
                  <a:pt x="797359" y="53302"/>
                </a:lnTo>
                <a:lnTo>
                  <a:pt x="797887" y="52913"/>
                </a:lnTo>
                <a:lnTo>
                  <a:pt x="798430" y="52541"/>
                </a:lnTo>
                <a:lnTo>
                  <a:pt x="798988" y="52187"/>
                </a:lnTo>
                <a:lnTo>
                  <a:pt x="799560" y="51850"/>
                </a:lnTo>
                <a:lnTo>
                  <a:pt x="800148" y="51530"/>
                </a:lnTo>
                <a:lnTo>
                  <a:pt x="800750" y="51227"/>
                </a:lnTo>
                <a:lnTo>
                  <a:pt x="801367" y="50942"/>
                </a:lnTo>
                <a:lnTo>
                  <a:pt x="802000" y="50674"/>
                </a:lnTo>
                <a:lnTo>
                  <a:pt x="802647" y="50424"/>
                </a:lnTo>
                <a:lnTo>
                  <a:pt x="803309" y="50190"/>
                </a:lnTo>
                <a:lnTo>
                  <a:pt x="803986" y="49974"/>
                </a:lnTo>
                <a:lnTo>
                  <a:pt x="804677" y="49775"/>
                </a:lnTo>
                <a:lnTo>
                  <a:pt x="805384" y="49594"/>
                </a:lnTo>
                <a:lnTo>
                  <a:pt x="806106" y="49430"/>
                </a:lnTo>
                <a:lnTo>
                  <a:pt x="806842" y="49283"/>
                </a:lnTo>
                <a:lnTo>
                  <a:pt x="807593" y="49153"/>
                </a:lnTo>
                <a:lnTo>
                  <a:pt x="808360" y="49041"/>
                </a:lnTo>
                <a:lnTo>
                  <a:pt x="809141" y="48946"/>
                </a:lnTo>
                <a:lnTo>
                  <a:pt x="809937" y="48868"/>
                </a:lnTo>
                <a:lnTo>
                  <a:pt x="810748" y="48807"/>
                </a:lnTo>
                <a:lnTo>
                  <a:pt x="811574" y="48764"/>
                </a:lnTo>
                <a:lnTo>
                  <a:pt x="812415" y="48738"/>
                </a:lnTo>
                <a:lnTo>
                  <a:pt x="813270" y="48730"/>
                </a:lnTo>
                <a:lnTo>
                  <a:pt x="814151" y="48738"/>
                </a:lnTo>
                <a:lnTo>
                  <a:pt x="815016" y="48764"/>
                </a:lnTo>
                <a:lnTo>
                  <a:pt x="815866" y="48807"/>
                </a:lnTo>
                <a:lnTo>
                  <a:pt x="816701" y="48868"/>
                </a:lnTo>
                <a:lnTo>
                  <a:pt x="817521" y="48946"/>
                </a:lnTo>
                <a:lnTo>
                  <a:pt x="818326" y="49041"/>
                </a:lnTo>
                <a:lnTo>
                  <a:pt x="819116" y="49153"/>
                </a:lnTo>
                <a:lnTo>
                  <a:pt x="819890" y="49283"/>
                </a:lnTo>
                <a:lnTo>
                  <a:pt x="820650" y="49430"/>
                </a:lnTo>
                <a:lnTo>
                  <a:pt x="821395" y="49594"/>
                </a:lnTo>
                <a:lnTo>
                  <a:pt x="822124" y="49775"/>
                </a:lnTo>
                <a:lnTo>
                  <a:pt x="822839" y="49974"/>
                </a:lnTo>
                <a:lnTo>
                  <a:pt x="823538" y="50190"/>
                </a:lnTo>
                <a:lnTo>
                  <a:pt x="824222" y="50424"/>
                </a:lnTo>
                <a:lnTo>
                  <a:pt x="824892" y="50674"/>
                </a:lnTo>
                <a:lnTo>
                  <a:pt x="825546" y="50942"/>
                </a:lnTo>
                <a:lnTo>
                  <a:pt x="826185" y="51227"/>
                </a:lnTo>
                <a:lnTo>
                  <a:pt x="826809" y="51530"/>
                </a:lnTo>
                <a:lnTo>
                  <a:pt x="827418" y="51850"/>
                </a:lnTo>
                <a:lnTo>
                  <a:pt x="828012" y="52187"/>
                </a:lnTo>
                <a:lnTo>
                  <a:pt x="828591" y="52541"/>
                </a:lnTo>
                <a:lnTo>
                  <a:pt x="829155" y="52913"/>
                </a:lnTo>
                <a:lnTo>
                  <a:pt x="829703" y="53302"/>
                </a:lnTo>
                <a:lnTo>
                  <a:pt x="830237" y="53708"/>
                </a:lnTo>
                <a:lnTo>
                  <a:pt x="830757" y="54129"/>
                </a:lnTo>
                <a:lnTo>
                  <a:pt x="831264" y="54563"/>
                </a:lnTo>
                <a:lnTo>
                  <a:pt x="831760" y="55010"/>
                </a:lnTo>
                <a:lnTo>
                  <a:pt x="832243" y="55471"/>
                </a:lnTo>
                <a:lnTo>
                  <a:pt x="832713" y="55944"/>
                </a:lnTo>
                <a:lnTo>
                  <a:pt x="833171" y="56430"/>
                </a:lnTo>
                <a:lnTo>
                  <a:pt x="833617" y="56929"/>
                </a:lnTo>
                <a:lnTo>
                  <a:pt x="834051" y="57441"/>
                </a:lnTo>
                <a:lnTo>
                  <a:pt x="834472" y="57967"/>
                </a:lnTo>
                <a:lnTo>
                  <a:pt x="834881" y="58505"/>
                </a:lnTo>
                <a:lnTo>
                  <a:pt x="835278" y="59056"/>
                </a:lnTo>
                <a:lnTo>
                  <a:pt x="835662" y="59620"/>
                </a:lnTo>
                <a:lnTo>
                  <a:pt x="836034" y="60198"/>
                </a:lnTo>
                <a:lnTo>
                  <a:pt x="836394" y="60788"/>
                </a:lnTo>
                <a:lnTo>
                  <a:pt x="836741" y="61391"/>
                </a:lnTo>
                <a:lnTo>
                  <a:pt x="837076" y="62008"/>
                </a:lnTo>
                <a:lnTo>
                  <a:pt x="837399" y="62637"/>
                </a:lnTo>
                <a:lnTo>
                  <a:pt x="837709" y="63279"/>
                </a:lnTo>
                <a:lnTo>
                  <a:pt x="838007" y="63935"/>
                </a:lnTo>
                <a:lnTo>
                  <a:pt x="838293" y="64603"/>
                </a:lnTo>
                <a:lnTo>
                  <a:pt x="838566" y="65285"/>
                </a:lnTo>
                <a:lnTo>
                  <a:pt x="838827" y="65979"/>
                </a:lnTo>
                <a:lnTo>
                  <a:pt x="839076" y="66687"/>
                </a:lnTo>
                <a:lnTo>
                  <a:pt x="839312" y="67407"/>
                </a:lnTo>
                <a:lnTo>
                  <a:pt x="839537" y="68138"/>
                </a:lnTo>
                <a:lnTo>
                  <a:pt x="839753" y="68877"/>
                </a:lnTo>
                <a:lnTo>
                  <a:pt x="839959" y="69625"/>
                </a:lnTo>
                <a:lnTo>
                  <a:pt x="840156" y="70380"/>
                </a:lnTo>
                <a:lnTo>
                  <a:pt x="840343" y="71144"/>
                </a:lnTo>
                <a:lnTo>
                  <a:pt x="840520" y="71916"/>
                </a:lnTo>
                <a:lnTo>
                  <a:pt x="840688" y="72697"/>
                </a:lnTo>
                <a:lnTo>
                  <a:pt x="840846" y="73485"/>
                </a:lnTo>
                <a:lnTo>
                  <a:pt x="840995" y="74282"/>
                </a:lnTo>
                <a:lnTo>
                  <a:pt x="841134" y="75087"/>
                </a:lnTo>
                <a:lnTo>
                  <a:pt x="841264" y="75900"/>
                </a:lnTo>
                <a:lnTo>
                  <a:pt x="841383" y="76721"/>
                </a:lnTo>
                <a:lnTo>
                  <a:pt x="841494" y="77550"/>
                </a:lnTo>
                <a:lnTo>
                  <a:pt x="841594" y="78388"/>
                </a:lnTo>
                <a:lnTo>
                  <a:pt x="841686" y="79234"/>
                </a:lnTo>
                <a:lnTo>
                  <a:pt x="841767" y="80088"/>
                </a:lnTo>
                <a:lnTo>
                  <a:pt x="841839" y="80950"/>
                </a:lnTo>
                <a:lnTo>
                  <a:pt x="841901" y="81821"/>
                </a:lnTo>
                <a:lnTo>
                  <a:pt x="841954" y="82699"/>
                </a:lnTo>
                <a:lnTo>
                  <a:pt x="841997" y="83586"/>
                </a:lnTo>
                <a:lnTo>
                  <a:pt x="842031" y="84481"/>
                </a:lnTo>
                <a:lnTo>
                  <a:pt x="842055" y="85385"/>
                </a:lnTo>
                <a:lnTo>
                  <a:pt x="842069" y="86296"/>
                </a:lnTo>
                <a:lnTo>
                  <a:pt x="842074" y="87216"/>
                </a:lnTo>
                <a:lnTo>
                  <a:pt x="842069" y="88118"/>
                </a:lnTo>
                <a:lnTo>
                  <a:pt x="842055" y="89012"/>
                </a:lnTo>
                <a:lnTo>
                  <a:pt x="842031" y="89899"/>
                </a:lnTo>
                <a:lnTo>
                  <a:pt x="841997" y="90777"/>
                </a:lnTo>
                <a:lnTo>
                  <a:pt x="841954" y="91647"/>
                </a:lnTo>
                <a:lnTo>
                  <a:pt x="841901" y="92509"/>
                </a:lnTo>
                <a:lnTo>
                  <a:pt x="841839" y="93364"/>
                </a:lnTo>
                <a:lnTo>
                  <a:pt x="841767" y="94210"/>
                </a:lnTo>
                <a:lnTo>
                  <a:pt x="841686" y="95048"/>
                </a:lnTo>
                <a:lnTo>
                  <a:pt x="841594" y="95878"/>
                </a:lnTo>
                <a:lnTo>
                  <a:pt x="841494" y="96700"/>
                </a:lnTo>
                <a:lnTo>
                  <a:pt x="841383" y="97515"/>
                </a:lnTo>
                <a:lnTo>
                  <a:pt x="841264" y="98321"/>
                </a:lnTo>
                <a:lnTo>
                  <a:pt x="841134" y="99119"/>
                </a:lnTo>
                <a:lnTo>
                  <a:pt x="840995" y="99909"/>
                </a:lnTo>
                <a:lnTo>
                  <a:pt x="840846" y="100691"/>
                </a:lnTo>
                <a:lnTo>
                  <a:pt x="840688" y="101466"/>
                </a:lnTo>
                <a:lnTo>
                  <a:pt x="840520" y="102232"/>
                </a:lnTo>
                <a:lnTo>
                  <a:pt x="840343" y="102990"/>
                </a:lnTo>
                <a:lnTo>
                  <a:pt x="840156" y="103740"/>
                </a:lnTo>
                <a:lnTo>
                  <a:pt x="839959" y="104482"/>
                </a:lnTo>
                <a:lnTo>
                  <a:pt x="839753" y="105216"/>
                </a:lnTo>
                <a:lnTo>
                  <a:pt x="839537" y="105943"/>
                </a:lnTo>
                <a:lnTo>
                  <a:pt x="839312" y="106661"/>
                </a:lnTo>
                <a:lnTo>
                  <a:pt x="839076" y="107368"/>
                </a:lnTo>
                <a:lnTo>
                  <a:pt x="838827" y="108063"/>
                </a:lnTo>
                <a:lnTo>
                  <a:pt x="838566" y="108745"/>
                </a:lnTo>
                <a:lnTo>
                  <a:pt x="838293" y="109415"/>
                </a:lnTo>
                <a:lnTo>
                  <a:pt x="838007" y="110071"/>
                </a:lnTo>
                <a:lnTo>
                  <a:pt x="837709" y="110715"/>
                </a:lnTo>
                <a:lnTo>
                  <a:pt x="837399" y="111345"/>
                </a:lnTo>
                <a:lnTo>
                  <a:pt x="837076" y="111963"/>
                </a:lnTo>
                <a:lnTo>
                  <a:pt x="836741" y="112569"/>
                </a:lnTo>
                <a:lnTo>
                  <a:pt x="836394" y="113161"/>
                </a:lnTo>
                <a:lnTo>
                  <a:pt x="836034" y="113740"/>
                </a:lnTo>
                <a:lnTo>
                  <a:pt x="835662" y="114307"/>
                </a:lnTo>
                <a:lnTo>
                  <a:pt x="835278" y="114861"/>
                </a:lnTo>
                <a:lnTo>
                  <a:pt x="834881" y="115402"/>
                </a:lnTo>
                <a:lnTo>
                  <a:pt x="834472" y="115930"/>
                </a:lnTo>
                <a:lnTo>
                  <a:pt x="834051" y="116446"/>
                </a:lnTo>
                <a:lnTo>
                  <a:pt x="833617" y="116948"/>
                </a:lnTo>
                <a:lnTo>
                  <a:pt x="833171" y="117438"/>
                </a:lnTo>
                <a:lnTo>
                  <a:pt x="832713" y="117915"/>
                </a:lnTo>
                <a:lnTo>
                  <a:pt x="832243" y="118379"/>
                </a:lnTo>
                <a:lnTo>
                  <a:pt x="831760" y="118830"/>
                </a:lnTo>
                <a:lnTo>
                  <a:pt x="831264" y="119269"/>
                </a:lnTo>
                <a:lnTo>
                  <a:pt x="830757" y="119694"/>
                </a:lnTo>
                <a:lnTo>
                  <a:pt x="830237" y="120107"/>
                </a:lnTo>
                <a:lnTo>
                  <a:pt x="829703" y="120505"/>
                </a:lnTo>
                <a:lnTo>
                  <a:pt x="829155" y="120885"/>
                </a:lnTo>
                <a:lnTo>
                  <a:pt x="828591" y="121249"/>
                </a:lnTo>
                <a:lnTo>
                  <a:pt x="828012" y="121596"/>
                </a:lnTo>
                <a:lnTo>
                  <a:pt x="827418" y="121926"/>
                </a:lnTo>
                <a:lnTo>
                  <a:pt x="826809" y="122239"/>
                </a:lnTo>
                <a:lnTo>
                  <a:pt x="826185" y="122535"/>
                </a:lnTo>
                <a:lnTo>
                  <a:pt x="825546" y="122814"/>
                </a:lnTo>
                <a:lnTo>
                  <a:pt x="824892" y="123077"/>
                </a:lnTo>
                <a:lnTo>
                  <a:pt x="824222" y="123322"/>
                </a:lnTo>
                <a:lnTo>
                  <a:pt x="823538" y="123551"/>
                </a:lnTo>
                <a:lnTo>
                  <a:pt x="822839" y="123762"/>
                </a:lnTo>
                <a:lnTo>
                  <a:pt x="822124" y="123957"/>
                </a:lnTo>
                <a:lnTo>
                  <a:pt x="821395" y="124134"/>
                </a:lnTo>
                <a:lnTo>
                  <a:pt x="820650" y="124295"/>
                </a:lnTo>
                <a:lnTo>
                  <a:pt x="819890" y="124439"/>
                </a:lnTo>
                <a:lnTo>
                  <a:pt x="819116" y="124566"/>
                </a:lnTo>
                <a:lnTo>
                  <a:pt x="818326" y="124676"/>
                </a:lnTo>
                <a:lnTo>
                  <a:pt x="817521" y="124769"/>
                </a:lnTo>
                <a:lnTo>
                  <a:pt x="816701" y="124845"/>
                </a:lnTo>
                <a:lnTo>
                  <a:pt x="815866" y="124904"/>
                </a:lnTo>
                <a:lnTo>
                  <a:pt x="815016" y="124947"/>
                </a:lnTo>
                <a:lnTo>
                  <a:pt x="814151" y="124972"/>
                </a:lnTo>
                <a:lnTo>
                  <a:pt x="813270" y="124981"/>
                </a:lnTo>
                <a:lnTo>
                  <a:pt x="812415" y="124972"/>
                </a:lnTo>
                <a:lnTo>
                  <a:pt x="811574" y="124947"/>
                </a:lnTo>
                <a:lnTo>
                  <a:pt x="810748" y="124904"/>
                </a:lnTo>
                <a:lnTo>
                  <a:pt x="809937" y="124845"/>
                </a:lnTo>
                <a:lnTo>
                  <a:pt x="809141" y="124769"/>
                </a:lnTo>
                <a:close/>
                <a:moveTo>
                  <a:pt x="1277528" y="138025"/>
                </a:moveTo>
                <a:lnTo>
                  <a:pt x="1278180" y="137992"/>
                </a:lnTo>
                <a:lnTo>
                  <a:pt x="1278829" y="137953"/>
                </a:lnTo>
                <a:lnTo>
                  <a:pt x="1279473" y="137908"/>
                </a:lnTo>
                <a:lnTo>
                  <a:pt x="1280114" y="137857"/>
                </a:lnTo>
                <a:lnTo>
                  <a:pt x="1280751" y="137800"/>
                </a:lnTo>
                <a:lnTo>
                  <a:pt x="1281383" y="137737"/>
                </a:lnTo>
                <a:lnTo>
                  <a:pt x="1282012" y="137668"/>
                </a:lnTo>
                <a:lnTo>
                  <a:pt x="1282637" y="137594"/>
                </a:lnTo>
                <a:lnTo>
                  <a:pt x="1283258" y="137513"/>
                </a:lnTo>
                <a:lnTo>
                  <a:pt x="1283875" y="137426"/>
                </a:lnTo>
                <a:lnTo>
                  <a:pt x="1284488" y="137333"/>
                </a:lnTo>
                <a:lnTo>
                  <a:pt x="1285097" y="137234"/>
                </a:lnTo>
                <a:lnTo>
                  <a:pt x="1285702" y="137129"/>
                </a:lnTo>
                <a:lnTo>
                  <a:pt x="1286303" y="137018"/>
                </a:lnTo>
                <a:lnTo>
                  <a:pt x="1286900" y="136901"/>
                </a:lnTo>
                <a:lnTo>
                  <a:pt x="1287494" y="136778"/>
                </a:lnTo>
                <a:lnTo>
                  <a:pt x="1288083" y="136649"/>
                </a:lnTo>
                <a:lnTo>
                  <a:pt x="1288669" y="136515"/>
                </a:lnTo>
                <a:lnTo>
                  <a:pt x="1289250" y="136374"/>
                </a:lnTo>
                <a:lnTo>
                  <a:pt x="1289826" y="136227"/>
                </a:lnTo>
                <a:lnTo>
                  <a:pt x="1290397" y="136073"/>
                </a:lnTo>
                <a:lnTo>
                  <a:pt x="1290961" y="135913"/>
                </a:lnTo>
                <a:lnTo>
                  <a:pt x="1291519" y="135746"/>
                </a:lnTo>
                <a:lnTo>
                  <a:pt x="1292071" y="135573"/>
                </a:lnTo>
                <a:lnTo>
                  <a:pt x="1292616" y="135393"/>
                </a:lnTo>
                <a:lnTo>
                  <a:pt x="1293156" y="135207"/>
                </a:lnTo>
                <a:lnTo>
                  <a:pt x="1293689" y="135014"/>
                </a:lnTo>
                <a:lnTo>
                  <a:pt x="1294216" y="134815"/>
                </a:lnTo>
                <a:lnTo>
                  <a:pt x="1294737" y="134609"/>
                </a:lnTo>
                <a:lnTo>
                  <a:pt x="1295252" y="134396"/>
                </a:lnTo>
                <a:lnTo>
                  <a:pt x="1295760" y="134177"/>
                </a:lnTo>
                <a:lnTo>
                  <a:pt x="1296263" y="133952"/>
                </a:lnTo>
                <a:lnTo>
                  <a:pt x="1296759" y="133720"/>
                </a:lnTo>
                <a:lnTo>
                  <a:pt x="1297249" y="133481"/>
                </a:lnTo>
                <a:lnTo>
                  <a:pt x="1297733" y="133236"/>
                </a:lnTo>
                <a:lnTo>
                  <a:pt x="1298211" y="132985"/>
                </a:lnTo>
                <a:lnTo>
                  <a:pt x="1298683" y="132727"/>
                </a:lnTo>
                <a:lnTo>
                  <a:pt x="1299148" y="132462"/>
                </a:lnTo>
                <a:lnTo>
                  <a:pt x="1299608" y="132191"/>
                </a:lnTo>
                <a:lnTo>
                  <a:pt x="1300061" y="131913"/>
                </a:lnTo>
                <a:lnTo>
                  <a:pt x="1300508" y="131629"/>
                </a:lnTo>
                <a:lnTo>
                  <a:pt x="1300948" y="131338"/>
                </a:lnTo>
                <a:lnTo>
                  <a:pt x="1301383" y="131041"/>
                </a:lnTo>
                <a:lnTo>
                  <a:pt x="1301811" y="130737"/>
                </a:lnTo>
                <a:lnTo>
                  <a:pt x="1302230" y="130426"/>
                </a:lnTo>
                <a:lnTo>
                  <a:pt x="1302642" y="130107"/>
                </a:lnTo>
                <a:lnTo>
                  <a:pt x="1303046" y="129782"/>
                </a:lnTo>
                <a:lnTo>
                  <a:pt x="1303442" y="129450"/>
                </a:lnTo>
                <a:lnTo>
                  <a:pt x="1303831" y="129111"/>
                </a:lnTo>
                <a:lnTo>
                  <a:pt x="1304211" y="128764"/>
                </a:lnTo>
                <a:lnTo>
                  <a:pt x="1304584" y="128411"/>
                </a:lnTo>
                <a:lnTo>
                  <a:pt x="1304948" y="128050"/>
                </a:lnTo>
                <a:lnTo>
                  <a:pt x="1305305" y="127683"/>
                </a:lnTo>
                <a:lnTo>
                  <a:pt x="1305654" y="127308"/>
                </a:lnTo>
                <a:lnTo>
                  <a:pt x="1305995" y="126926"/>
                </a:lnTo>
                <a:lnTo>
                  <a:pt x="1306328" y="126538"/>
                </a:lnTo>
                <a:lnTo>
                  <a:pt x="1306653" y="126142"/>
                </a:lnTo>
                <a:lnTo>
                  <a:pt x="1306970" y="125739"/>
                </a:lnTo>
                <a:lnTo>
                  <a:pt x="1307280" y="125329"/>
                </a:lnTo>
                <a:lnTo>
                  <a:pt x="1307581" y="124912"/>
                </a:lnTo>
                <a:lnTo>
                  <a:pt x="1307875" y="124488"/>
                </a:lnTo>
                <a:lnTo>
                  <a:pt x="1308161" y="124057"/>
                </a:lnTo>
                <a:lnTo>
                  <a:pt x="1308439" y="123619"/>
                </a:lnTo>
                <a:lnTo>
                  <a:pt x="1308709" y="123174"/>
                </a:lnTo>
                <a:lnTo>
                  <a:pt x="1308971" y="122722"/>
                </a:lnTo>
                <a:lnTo>
                  <a:pt x="1309225" y="122263"/>
                </a:lnTo>
                <a:lnTo>
                  <a:pt x="1309472" y="121796"/>
                </a:lnTo>
                <a:lnTo>
                  <a:pt x="1309709" y="121323"/>
                </a:lnTo>
                <a:lnTo>
                  <a:pt x="1309937" y="120842"/>
                </a:lnTo>
                <a:lnTo>
                  <a:pt x="1310154" y="120354"/>
                </a:lnTo>
                <a:lnTo>
                  <a:pt x="1310361" y="119859"/>
                </a:lnTo>
                <a:lnTo>
                  <a:pt x="1310558" y="119357"/>
                </a:lnTo>
                <a:lnTo>
                  <a:pt x="1310745" y="118847"/>
                </a:lnTo>
                <a:lnTo>
                  <a:pt x="1310922" y="118330"/>
                </a:lnTo>
                <a:lnTo>
                  <a:pt x="1311088" y="117806"/>
                </a:lnTo>
                <a:lnTo>
                  <a:pt x="1311245" y="117275"/>
                </a:lnTo>
                <a:lnTo>
                  <a:pt x="1311392" y="116737"/>
                </a:lnTo>
                <a:lnTo>
                  <a:pt x="1311528" y="116191"/>
                </a:lnTo>
                <a:lnTo>
                  <a:pt x="1311654" y="115638"/>
                </a:lnTo>
                <a:lnTo>
                  <a:pt x="1311770" y="115078"/>
                </a:lnTo>
                <a:lnTo>
                  <a:pt x="1311877" y="114510"/>
                </a:lnTo>
                <a:lnTo>
                  <a:pt x="1311973" y="113936"/>
                </a:lnTo>
                <a:lnTo>
                  <a:pt x="1312058" y="113354"/>
                </a:lnTo>
                <a:lnTo>
                  <a:pt x="1312134" y="112765"/>
                </a:lnTo>
                <a:lnTo>
                  <a:pt x="1312200" y="112169"/>
                </a:lnTo>
                <a:lnTo>
                  <a:pt x="1312255" y="111565"/>
                </a:lnTo>
                <a:lnTo>
                  <a:pt x="1312301" y="110954"/>
                </a:lnTo>
                <a:lnTo>
                  <a:pt x="1312336" y="110337"/>
                </a:lnTo>
                <a:lnTo>
                  <a:pt x="1312362" y="109711"/>
                </a:lnTo>
                <a:lnTo>
                  <a:pt x="1312377" y="109079"/>
                </a:lnTo>
                <a:lnTo>
                  <a:pt x="1312382" y="108439"/>
                </a:lnTo>
                <a:lnTo>
                  <a:pt x="1312375" y="107700"/>
                </a:lnTo>
                <a:lnTo>
                  <a:pt x="1312356" y="106972"/>
                </a:lnTo>
                <a:lnTo>
                  <a:pt x="1312324" y="106255"/>
                </a:lnTo>
                <a:lnTo>
                  <a:pt x="1312279" y="105548"/>
                </a:lnTo>
                <a:lnTo>
                  <a:pt x="1312221" y="104854"/>
                </a:lnTo>
                <a:lnTo>
                  <a:pt x="1312151" y="104170"/>
                </a:lnTo>
                <a:lnTo>
                  <a:pt x="1312067" y="103497"/>
                </a:lnTo>
                <a:lnTo>
                  <a:pt x="1311971" y="102836"/>
                </a:lnTo>
                <a:lnTo>
                  <a:pt x="1311862" y="102185"/>
                </a:lnTo>
                <a:lnTo>
                  <a:pt x="1311740" y="101546"/>
                </a:lnTo>
                <a:lnTo>
                  <a:pt x="1311605" y="100918"/>
                </a:lnTo>
                <a:lnTo>
                  <a:pt x="1311457" y="100301"/>
                </a:lnTo>
                <a:lnTo>
                  <a:pt x="1311296" y="99695"/>
                </a:lnTo>
                <a:lnTo>
                  <a:pt x="1311123" y="99100"/>
                </a:lnTo>
                <a:lnTo>
                  <a:pt x="1310937" y="98516"/>
                </a:lnTo>
                <a:lnTo>
                  <a:pt x="1310738" y="97943"/>
                </a:lnTo>
                <a:lnTo>
                  <a:pt x="1310526" y="97382"/>
                </a:lnTo>
                <a:lnTo>
                  <a:pt x="1310301" y="96832"/>
                </a:lnTo>
                <a:lnTo>
                  <a:pt x="1310063" y="96292"/>
                </a:lnTo>
                <a:lnTo>
                  <a:pt x="1309813" y="95764"/>
                </a:lnTo>
                <a:lnTo>
                  <a:pt x="1309550" y="95247"/>
                </a:lnTo>
                <a:lnTo>
                  <a:pt x="1309274" y="94741"/>
                </a:lnTo>
                <a:lnTo>
                  <a:pt x="1308985" y="94247"/>
                </a:lnTo>
                <a:lnTo>
                  <a:pt x="1308683" y="93763"/>
                </a:lnTo>
                <a:lnTo>
                  <a:pt x="1308368" y="93288"/>
                </a:lnTo>
                <a:lnTo>
                  <a:pt x="1308041" y="92821"/>
                </a:lnTo>
                <a:lnTo>
                  <a:pt x="1307702" y="92361"/>
                </a:lnTo>
                <a:lnTo>
                  <a:pt x="1307350" y="91908"/>
                </a:lnTo>
                <a:lnTo>
                  <a:pt x="1306985" y="91462"/>
                </a:lnTo>
                <a:lnTo>
                  <a:pt x="1306608" y="91023"/>
                </a:lnTo>
                <a:lnTo>
                  <a:pt x="1306219" y="90592"/>
                </a:lnTo>
                <a:lnTo>
                  <a:pt x="1305817" y="90168"/>
                </a:lnTo>
                <a:lnTo>
                  <a:pt x="1305402" y="89751"/>
                </a:lnTo>
                <a:lnTo>
                  <a:pt x="1304975" y="89342"/>
                </a:lnTo>
                <a:lnTo>
                  <a:pt x="1304535" y="88939"/>
                </a:lnTo>
                <a:lnTo>
                  <a:pt x="1304083" y="88544"/>
                </a:lnTo>
                <a:lnTo>
                  <a:pt x="1303619" y="88156"/>
                </a:lnTo>
                <a:lnTo>
                  <a:pt x="1303142" y="87776"/>
                </a:lnTo>
                <a:lnTo>
                  <a:pt x="1302652" y="87402"/>
                </a:lnTo>
                <a:lnTo>
                  <a:pt x="1302150" y="87036"/>
                </a:lnTo>
                <a:lnTo>
                  <a:pt x="1301636" y="86677"/>
                </a:lnTo>
                <a:lnTo>
                  <a:pt x="1301109" y="86326"/>
                </a:lnTo>
                <a:lnTo>
                  <a:pt x="1300569" y="85981"/>
                </a:lnTo>
                <a:lnTo>
                  <a:pt x="1300017" y="85644"/>
                </a:lnTo>
                <a:lnTo>
                  <a:pt x="1299453" y="85314"/>
                </a:lnTo>
                <a:lnTo>
                  <a:pt x="1298876" y="84991"/>
                </a:lnTo>
                <a:lnTo>
                  <a:pt x="1298286" y="84676"/>
                </a:lnTo>
                <a:lnTo>
                  <a:pt x="1297684" y="84367"/>
                </a:lnTo>
                <a:lnTo>
                  <a:pt x="1297070" y="84064"/>
                </a:lnTo>
                <a:lnTo>
                  <a:pt x="1296443" y="83765"/>
                </a:lnTo>
                <a:lnTo>
                  <a:pt x="1295805" y="83469"/>
                </a:lnTo>
                <a:lnTo>
                  <a:pt x="1295155" y="83177"/>
                </a:lnTo>
                <a:lnTo>
                  <a:pt x="1294493" y="82888"/>
                </a:lnTo>
                <a:lnTo>
                  <a:pt x="1293818" y="82603"/>
                </a:lnTo>
                <a:lnTo>
                  <a:pt x="1293132" y="82321"/>
                </a:lnTo>
                <a:lnTo>
                  <a:pt x="1292434" y="82043"/>
                </a:lnTo>
                <a:lnTo>
                  <a:pt x="1291724" y="81768"/>
                </a:lnTo>
                <a:lnTo>
                  <a:pt x="1291002" y="81497"/>
                </a:lnTo>
                <a:lnTo>
                  <a:pt x="1290267" y="81229"/>
                </a:lnTo>
                <a:lnTo>
                  <a:pt x="1289521" y="80965"/>
                </a:lnTo>
                <a:lnTo>
                  <a:pt x="1288763" y="80704"/>
                </a:lnTo>
                <a:lnTo>
                  <a:pt x="1287993" y="80447"/>
                </a:lnTo>
                <a:lnTo>
                  <a:pt x="1287211" y="80194"/>
                </a:lnTo>
                <a:lnTo>
                  <a:pt x="1286417" y="79944"/>
                </a:lnTo>
                <a:lnTo>
                  <a:pt x="1285611" y="79697"/>
                </a:lnTo>
                <a:lnTo>
                  <a:pt x="1284793" y="79454"/>
                </a:lnTo>
                <a:lnTo>
                  <a:pt x="1283963" y="79214"/>
                </a:lnTo>
                <a:lnTo>
                  <a:pt x="1283120" y="78978"/>
                </a:lnTo>
                <a:lnTo>
                  <a:pt x="1282266" y="78746"/>
                </a:lnTo>
                <a:lnTo>
                  <a:pt x="1281400" y="78517"/>
                </a:lnTo>
                <a:lnTo>
                  <a:pt x="1280522" y="78292"/>
                </a:lnTo>
                <a:lnTo>
                  <a:pt x="1279632" y="78070"/>
                </a:lnTo>
                <a:lnTo>
                  <a:pt x="1278817" y="77867"/>
                </a:lnTo>
                <a:lnTo>
                  <a:pt x="1278016" y="77665"/>
                </a:lnTo>
                <a:lnTo>
                  <a:pt x="1277229" y="77464"/>
                </a:lnTo>
                <a:lnTo>
                  <a:pt x="1276457" y="77264"/>
                </a:lnTo>
                <a:lnTo>
                  <a:pt x="1275698" y="77065"/>
                </a:lnTo>
                <a:lnTo>
                  <a:pt x="1274953" y="76866"/>
                </a:lnTo>
                <a:lnTo>
                  <a:pt x="1274222" y="76669"/>
                </a:lnTo>
                <a:lnTo>
                  <a:pt x="1273506" y="76473"/>
                </a:lnTo>
                <a:lnTo>
                  <a:pt x="1272803" y="76277"/>
                </a:lnTo>
                <a:lnTo>
                  <a:pt x="1272114" y="76082"/>
                </a:lnTo>
                <a:lnTo>
                  <a:pt x="1271440" y="75888"/>
                </a:lnTo>
                <a:lnTo>
                  <a:pt x="1270779" y="75695"/>
                </a:lnTo>
                <a:lnTo>
                  <a:pt x="1270133" y="75503"/>
                </a:lnTo>
                <a:lnTo>
                  <a:pt x="1269500" y="75312"/>
                </a:lnTo>
                <a:lnTo>
                  <a:pt x="1268882" y="75122"/>
                </a:lnTo>
                <a:lnTo>
                  <a:pt x="1268277" y="74932"/>
                </a:lnTo>
                <a:lnTo>
                  <a:pt x="1267687" y="74744"/>
                </a:lnTo>
                <a:lnTo>
                  <a:pt x="1267111" y="74556"/>
                </a:lnTo>
                <a:lnTo>
                  <a:pt x="1266549" y="74369"/>
                </a:lnTo>
                <a:lnTo>
                  <a:pt x="1266000" y="74183"/>
                </a:lnTo>
                <a:lnTo>
                  <a:pt x="1265466" y="73998"/>
                </a:lnTo>
                <a:lnTo>
                  <a:pt x="1264946" y="73814"/>
                </a:lnTo>
                <a:lnTo>
                  <a:pt x="1264440" y="73631"/>
                </a:lnTo>
                <a:lnTo>
                  <a:pt x="1263948" y="73449"/>
                </a:lnTo>
                <a:lnTo>
                  <a:pt x="1263469" y="73266"/>
                </a:lnTo>
                <a:lnTo>
                  <a:pt x="1263001" y="73081"/>
                </a:lnTo>
                <a:lnTo>
                  <a:pt x="1262546" y="72894"/>
                </a:lnTo>
                <a:lnTo>
                  <a:pt x="1262101" y="72705"/>
                </a:lnTo>
                <a:lnTo>
                  <a:pt x="1261669" y="72514"/>
                </a:lnTo>
                <a:lnTo>
                  <a:pt x="1261248" y="72321"/>
                </a:lnTo>
                <a:lnTo>
                  <a:pt x="1260838" y="72126"/>
                </a:lnTo>
                <a:lnTo>
                  <a:pt x="1260441" y="71930"/>
                </a:lnTo>
                <a:lnTo>
                  <a:pt x="1260055" y="71731"/>
                </a:lnTo>
                <a:lnTo>
                  <a:pt x="1259680" y="71531"/>
                </a:lnTo>
                <a:lnTo>
                  <a:pt x="1259318" y="71328"/>
                </a:lnTo>
                <a:lnTo>
                  <a:pt x="1258967" y="71124"/>
                </a:lnTo>
                <a:lnTo>
                  <a:pt x="1258627" y="70917"/>
                </a:lnTo>
                <a:lnTo>
                  <a:pt x="1258299" y="70709"/>
                </a:lnTo>
                <a:lnTo>
                  <a:pt x="1257983" y="70499"/>
                </a:lnTo>
                <a:lnTo>
                  <a:pt x="1257679" y="70287"/>
                </a:lnTo>
                <a:lnTo>
                  <a:pt x="1257386" y="70073"/>
                </a:lnTo>
                <a:lnTo>
                  <a:pt x="1257105" y="69857"/>
                </a:lnTo>
                <a:lnTo>
                  <a:pt x="1256835" y="69639"/>
                </a:lnTo>
                <a:lnTo>
                  <a:pt x="1256577" y="69419"/>
                </a:lnTo>
                <a:lnTo>
                  <a:pt x="1256331" y="69197"/>
                </a:lnTo>
                <a:lnTo>
                  <a:pt x="1256096" y="68973"/>
                </a:lnTo>
                <a:lnTo>
                  <a:pt x="1255873" y="68747"/>
                </a:lnTo>
                <a:lnTo>
                  <a:pt x="1255662" y="68520"/>
                </a:lnTo>
                <a:lnTo>
                  <a:pt x="1255461" y="68289"/>
                </a:lnTo>
                <a:lnTo>
                  <a:pt x="1255268" y="68054"/>
                </a:lnTo>
                <a:lnTo>
                  <a:pt x="1255084" y="67815"/>
                </a:lnTo>
                <a:lnTo>
                  <a:pt x="1254909" y="67571"/>
                </a:lnTo>
                <a:lnTo>
                  <a:pt x="1254742" y="67324"/>
                </a:lnTo>
                <a:lnTo>
                  <a:pt x="1254583" y="67072"/>
                </a:lnTo>
                <a:lnTo>
                  <a:pt x="1254433" y="66816"/>
                </a:lnTo>
                <a:lnTo>
                  <a:pt x="1254292" y="66556"/>
                </a:lnTo>
                <a:lnTo>
                  <a:pt x="1254159" y="66291"/>
                </a:lnTo>
                <a:lnTo>
                  <a:pt x="1254035" y="66022"/>
                </a:lnTo>
                <a:lnTo>
                  <a:pt x="1253920" y="65749"/>
                </a:lnTo>
                <a:lnTo>
                  <a:pt x="1253813" y="65472"/>
                </a:lnTo>
                <a:lnTo>
                  <a:pt x="1253714" y="65190"/>
                </a:lnTo>
                <a:lnTo>
                  <a:pt x="1253624" y="64905"/>
                </a:lnTo>
                <a:lnTo>
                  <a:pt x="1253543" y="64615"/>
                </a:lnTo>
                <a:lnTo>
                  <a:pt x="1253470" y="64321"/>
                </a:lnTo>
                <a:lnTo>
                  <a:pt x="1253406" y="64022"/>
                </a:lnTo>
                <a:lnTo>
                  <a:pt x="1253350" y="63720"/>
                </a:lnTo>
                <a:lnTo>
                  <a:pt x="1253303" y="63413"/>
                </a:lnTo>
                <a:lnTo>
                  <a:pt x="1253265" y="63102"/>
                </a:lnTo>
                <a:lnTo>
                  <a:pt x="1253235" y="62786"/>
                </a:lnTo>
                <a:lnTo>
                  <a:pt x="1253213" y="62467"/>
                </a:lnTo>
                <a:lnTo>
                  <a:pt x="1253200" y="62143"/>
                </a:lnTo>
                <a:lnTo>
                  <a:pt x="1253196" y="61815"/>
                </a:lnTo>
                <a:lnTo>
                  <a:pt x="1253206" y="61230"/>
                </a:lnTo>
                <a:lnTo>
                  <a:pt x="1253234" y="60659"/>
                </a:lnTo>
                <a:lnTo>
                  <a:pt x="1253282" y="60100"/>
                </a:lnTo>
                <a:lnTo>
                  <a:pt x="1253350" y="59554"/>
                </a:lnTo>
                <a:lnTo>
                  <a:pt x="1253436" y="59022"/>
                </a:lnTo>
                <a:lnTo>
                  <a:pt x="1253541" y="58502"/>
                </a:lnTo>
                <a:lnTo>
                  <a:pt x="1253666" y="57995"/>
                </a:lnTo>
                <a:lnTo>
                  <a:pt x="1253810" y="57502"/>
                </a:lnTo>
                <a:lnTo>
                  <a:pt x="1253973" y="57022"/>
                </a:lnTo>
                <a:lnTo>
                  <a:pt x="1254155" y="56554"/>
                </a:lnTo>
                <a:lnTo>
                  <a:pt x="1254356" y="56100"/>
                </a:lnTo>
                <a:lnTo>
                  <a:pt x="1254577" y="55658"/>
                </a:lnTo>
                <a:lnTo>
                  <a:pt x="1254817" y="55230"/>
                </a:lnTo>
                <a:lnTo>
                  <a:pt x="1255076" y="54815"/>
                </a:lnTo>
                <a:lnTo>
                  <a:pt x="1255354" y="54413"/>
                </a:lnTo>
                <a:lnTo>
                  <a:pt x="1255651" y="54024"/>
                </a:lnTo>
                <a:lnTo>
                  <a:pt x="1255968" y="53648"/>
                </a:lnTo>
                <a:lnTo>
                  <a:pt x="1256303" y="53285"/>
                </a:lnTo>
                <a:lnTo>
                  <a:pt x="1256658" y="52935"/>
                </a:lnTo>
                <a:lnTo>
                  <a:pt x="1257032" y="52598"/>
                </a:lnTo>
                <a:lnTo>
                  <a:pt x="1257425" y="52274"/>
                </a:lnTo>
                <a:lnTo>
                  <a:pt x="1257838" y="51963"/>
                </a:lnTo>
                <a:lnTo>
                  <a:pt x="1258269" y="51665"/>
                </a:lnTo>
                <a:lnTo>
                  <a:pt x="1258720" y="51381"/>
                </a:lnTo>
                <a:lnTo>
                  <a:pt x="1259186" y="51108"/>
                </a:lnTo>
                <a:lnTo>
                  <a:pt x="1259664" y="50847"/>
                </a:lnTo>
                <a:lnTo>
                  <a:pt x="1260153" y="50597"/>
                </a:lnTo>
                <a:lnTo>
                  <a:pt x="1260655" y="50360"/>
                </a:lnTo>
                <a:lnTo>
                  <a:pt x="1261167" y="50133"/>
                </a:lnTo>
                <a:lnTo>
                  <a:pt x="1261692" y="49919"/>
                </a:lnTo>
                <a:lnTo>
                  <a:pt x="1262228" y="49716"/>
                </a:lnTo>
                <a:lnTo>
                  <a:pt x="1262775" y="49524"/>
                </a:lnTo>
                <a:lnTo>
                  <a:pt x="1263335" y="49344"/>
                </a:lnTo>
                <a:lnTo>
                  <a:pt x="1263906" y="49176"/>
                </a:lnTo>
                <a:lnTo>
                  <a:pt x="1264488" y="49019"/>
                </a:lnTo>
                <a:lnTo>
                  <a:pt x="1265083" y="48874"/>
                </a:lnTo>
                <a:lnTo>
                  <a:pt x="1265688" y="48741"/>
                </a:lnTo>
                <a:lnTo>
                  <a:pt x="1266306" y="48619"/>
                </a:lnTo>
                <a:lnTo>
                  <a:pt x="1266935" y="48509"/>
                </a:lnTo>
                <a:lnTo>
                  <a:pt x="1267576" y="48410"/>
                </a:lnTo>
                <a:lnTo>
                  <a:pt x="1268228" y="48323"/>
                </a:lnTo>
                <a:lnTo>
                  <a:pt x="1268893" y="48248"/>
                </a:lnTo>
                <a:lnTo>
                  <a:pt x="1269568" y="48184"/>
                </a:lnTo>
                <a:lnTo>
                  <a:pt x="1270256" y="48132"/>
                </a:lnTo>
                <a:lnTo>
                  <a:pt x="1270955" y="48091"/>
                </a:lnTo>
                <a:lnTo>
                  <a:pt x="1271666" y="48062"/>
                </a:lnTo>
                <a:lnTo>
                  <a:pt x="1272388" y="48045"/>
                </a:lnTo>
                <a:lnTo>
                  <a:pt x="1273122" y="48039"/>
                </a:lnTo>
                <a:lnTo>
                  <a:pt x="1273849" y="48047"/>
                </a:lnTo>
                <a:lnTo>
                  <a:pt x="1274567" y="48070"/>
                </a:lnTo>
                <a:lnTo>
                  <a:pt x="1275275" y="48109"/>
                </a:lnTo>
                <a:lnTo>
                  <a:pt x="1275974" y="48163"/>
                </a:lnTo>
                <a:lnTo>
                  <a:pt x="1276664" y="48232"/>
                </a:lnTo>
                <a:lnTo>
                  <a:pt x="1277345" y="48317"/>
                </a:lnTo>
                <a:lnTo>
                  <a:pt x="1278017" y="48418"/>
                </a:lnTo>
                <a:lnTo>
                  <a:pt x="1278679" y="48534"/>
                </a:lnTo>
                <a:lnTo>
                  <a:pt x="1279332" y="48665"/>
                </a:lnTo>
                <a:lnTo>
                  <a:pt x="1279976" y="48812"/>
                </a:lnTo>
                <a:lnTo>
                  <a:pt x="1280610" y="48974"/>
                </a:lnTo>
                <a:lnTo>
                  <a:pt x="1281235" y="49152"/>
                </a:lnTo>
                <a:lnTo>
                  <a:pt x="1281851" y="49345"/>
                </a:lnTo>
                <a:lnTo>
                  <a:pt x="1282458" y="49554"/>
                </a:lnTo>
                <a:lnTo>
                  <a:pt x="1283056" y="49778"/>
                </a:lnTo>
                <a:lnTo>
                  <a:pt x="1283644" y="50017"/>
                </a:lnTo>
                <a:lnTo>
                  <a:pt x="1284223" y="50272"/>
                </a:lnTo>
                <a:lnTo>
                  <a:pt x="1284793" y="50543"/>
                </a:lnTo>
                <a:lnTo>
                  <a:pt x="1285353" y="50829"/>
                </a:lnTo>
                <a:lnTo>
                  <a:pt x="1285904" y="51130"/>
                </a:lnTo>
                <a:lnTo>
                  <a:pt x="1286446" y="51447"/>
                </a:lnTo>
                <a:lnTo>
                  <a:pt x="1286979" y="51779"/>
                </a:lnTo>
                <a:lnTo>
                  <a:pt x="1287503" y="52127"/>
                </a:lnTo>
                <a:lnTo>
                  <a:pt x="1288017" y="52490"/>
                </a:lnTo>
                <a:lnTo>
                  <a:pt x="1288516" y="52872"/>
                </a:lnTo>
                <a:lnTo>
                  <a:pt x="1288994" y="53276"/>
                </a:lnTo>
                <a:lnTo>
                  <a:pt x="1289450" y="53702"/>
                </a:lnTo>
                <a:lnTo>
                  <a:pt x="1289886" y="54150"/>
                </a:lnTo>
                <a:lnTo>
                  <a:pt x="1290300" y="54619"/>
                </a:lnTo>
                <a:lnTo>
                  <a:pt x="1290693" y="55111"/>
                </a:lnTo>
                <a:lnTo>
                  <a:pt x="1291064" y="55624"/>
                </a:lnTo>
                <a:lnTo>
                  <a:pt x="1291415" y="56160"/>
                </a:lnTo>
                <a:lnTo>
                  <a:pt x="1291744" y="56717"/>
                </a:lnTo>
                <a:lnTo>
                  <a:pt x="1292052" y="57296"/>
                </a:lnTo>
                <a:lnTo>
                  <a:pt x="1292338" y="57898"/>
                </a:lnTo>
                <a:lnTo>
                  <a:pt x="1292604" y="58521"/>
                </a:lnTo>
                <a:lnTo>
                  <a:pt x="1292848" y="59166"/>
                </a:lnTo>
                <a:lnTo>
                  <a:pt x="1293071" y="59833"/>
                </a:lnTo>
                <a:lnTo>
                  <a:pt x="1293273" y="60522"/>
                </a:lnTo>
                <a:lnTo>
                  <a:pt x="1293453" y="61233"/>
                </a:lnTo>
                <a:lnTo>
                  <a:pt x="1293613" y="61965"/>
                </a:lnTo>
                <a:lnTo>
                  <a:pt x="1293751" y="62720"/>
                </a:lnTo>
                <a:lnTo>
                  <a:pt x="1293867" y="63497"/>
                </a:lnTo>
                <a:lnTo>
                  <a:pt x="1293963" y="64295"/>
                </a:lnTo>
                <a:lnTo>
                  <a:pt x="1294037" y="65116"/>
                </a:lnTo>
                <a:lnTo>
                  <a:pt x="1294090" y="65958"/>
                </a:lnTo>
                <a:lnTo>
                  <a:pt x="1294122" y="66823"/>
                </a:lnTo>
                <a:lnTo>
                  <a:pt x="1294133" y="67709"/>
                </a:lnTo>
                <a:lnTo>
                  <a:pt x="1310113" y="67709"/>
                </a:lnTo>
                <a:lnTo>
                  <a:pt x="1310108" y="67002"/>
                </a:lnTo>
                <a:lnTo>
                  <a:pt x="1310092" y="66304"/>
                </a:lnTo>
                <a:lnTo>
                  <a:pt x="1310067" y="65614"/>
                </a:lnTo>
                <a:lnTo>
                  <a:pt x="1310031" y="64933"/>
                </a:lnTo>
                <a:lnTo>
                  <a:pt x="1309985" y="64260"/>
                </a:lnTo>
                <a:lnTo>
                  <a:pt x="1309928" y="63595"/>
                </a:lnTo>
                <a:lnTo>
                  <a:pt x="1309861" y="62939"/>
                </a:lnTo>
                <a:lnTo>
                  <a:pt x="1309784" y="62292"/>
                </a:lnTo>
                <a:lnTo>
                  <a:pt x="1309697" y="61653"/>
                </a:lnTo>
                <a:lnTo>
                  <a:pt x="1309599" y="61022"/>
                </a:lnTo>
                <a:lnTo>
                  <a:pt x="1309491" y="60400"/>
                </a:lnTo>
                <a:lnTo>
                  <a:pt x="1309373" y="59786"/>
                </a:lnTo>
                <a:lnTo>
                  <a:pt x="1309245" y="59181"/>
                </a:lnTo>
                <a:lnTo>
                  <a:pt x="1309106" y="58584"/>
                </a:lnTo>
                <a:lnTo>
                  <a:pt x="1308957" y="57996"/>
                </a:lnTo>
                <a:lnTo>
                  <a:pt x="1308798" y="57416"/>
                </a:lnTo>
                <a:lnTo>
                  <a:pt x="1308628" y="56845"/>
                </a:lnTo>
                <a:lnTo>
                  <a:pt x="1308448" y="56282"/>
                </a:lnTo>
                <a:lnTo>
                  <a:pt x="1308258" y="55727"/>
                </a:lnTo>
                <a:lnTo>
                  <a:pt x="1308058" y="55181"/>
                </a:lnTo>
                <a:lnTo>
                  <a:pt x="1307847" y="54644"/>
                </a:lnTo>
                <a:lnTo>
                  <a:pt x="1307626" y="54115"/>
                </a:lnTo>
                <a:lnTo>
                  <a:pt x="1307395" y="53594"/>
                </a:lnTo>
                <a:lnTo>
                  <a:pt x="1307154" y="53082"/>
                </a:lnTo>
                <a:lnTo>
                  <a:pt x="1306903" y="52578"/>
                </a:lnTo>
                <a:lnTo>
                  <a:pt x="1306646" y="52082"/>
                </a:lnTo>
                <a:lnTo>
                  <a:pt x="1306381" y="51594"/>
                </a:lnTo>
                <a:lnTo>
                  <a:pt x="1306108" y="51113"/>
                </a:lnTo>
                <a:lnTo>
                  <a:pt x="1305829" y="50640"/>
                </a:lnTo>
                <a:lnTo>
                  <a:pt x="1305542" y="50175"/>
                </a:lnTo>
                <a:lnTo>
                  <a:pt x="1305247" y="49717"/>
                </a:lnTo>
                <a:lnTo>
                  <a:pt x="1304945" y="49268"/>
                </a:lnTo>
                <a:lnTo>
                  <a:pt x="1304636" y="48826"/>
                </a:lnTo>
                <a:lnTo>
                  <a:pt x="1304319" y="48392"/>
                </a:lnTo>
                <a:lnTo>
                  <a:pt x="1303996" y="47965"/>
                </a:lnTo>
                <a:lnTo>
                  <a:pt x="1303664" y="47547"/>
                </a:lnTo>
                <a:lnTo>
                  <a:pt x="1303326" y="47136"/>
                </a:lnTo>
                <a:lnTo>
                  <a:pt x="1302980" y="46733"/>
                </a:lnTo>
                <a:lnTo>
                  <a:pt x="1302626" y="46337"/>
                </a:lnTo>
                <a:lnTo>
                  <a:pt x="1302265" y="45950"/>
                </a:lnTo>
                <a:lnTo>
                  <a:pt x="1301897" y="45570"/>
                </a:lnTo>
                <a:lnTo>
                  <a:pt x="1301522" y="45198"/>
                </a:lnTo>
                <a:lnTo>
                  <a:pt x="1301139" y="44834"/>
                </a:lnTo>
                <a:lnTo>
                  <a:pt x="1300749" y="44477"/>
                </a:lnTo>
                <a:lnTo>
                  <a:pt x="1300351" y="44128"/>
                </a:lnTo>
                <a:lnTo>
                  <a:pt x="1299946" y="43787"/>
                </a:lnTo>
                <a:lnTo>
                  <a:pt x="1299534" y="43454"/>
                </a:lnTo>
                <a:lnTo>
                  <a:pt x="1299114" y="43129"/>
                </a:lnTo>
                <a:lnTo>
                  <a:pt x="1298688" y="42810"/>
                </a:lnTo>
                <a:lnTo>
                  <a:pt x="1298257" y="42499"/>
                </a:lnTo>
                <a:lnTo>
                  <a:pt x="1297820" y="42195"/>
                </a:lnTo>
                <a:lnTo>
                  <a:pt x="1297377" y="41898"/>
                </a:lnTo>
                <a:lnTo>
                  <a:pt x="1296929" y="41607"/>
                </a:lnTo>
                <a:lnTo>
                  <a:pt x="1296476" y="41324"/>
                </a:lnTo>
                <a:lnTo>
                  <a:pt x="1296017" y="41048"/>
                </a:lnTo>
                <a:lnTo>
                  <a:pt x="1295552" y="40780"/>
                </a:lnTo>
                <a:lnTo>
                  <a:pt x="1295082" y="40518"/>
                </a:lnTo>
                <a:lnTo>
                  <a:pt x="1294607" y="40263"/>
                </a:lnTo>
                <a:lnTo>
                  <a:pt x="1294126" y="40015"/>
                </a:lnTo>
                <a:lnTo>
                  <a:pt x="1293640" y="39775"/>
                </a:lnTo>
                <a:lnTo>
                  <a:pt x="1293148" y="39541"/>
                </a:lnTo>
                <a:lnTo>
                  <a:pt x="1292650" y="39315"/>
                </a:lnTo>
                <a:lnTo>
                  <a:pt x="1292148" y="39095"/>
                </a:lnTo>
                <a:lnTo>
                  <a:pt x="1291639" y="38883"/>
                </a:lnTo>
                <a:lnTo>
                  <a:pt x="1291126" y="38677"/>
                </a:lnTo>
                <a:lnTo>
                  <a:pt x="1290606" y="38479"/>
                </a:lnTo>
                <a:lnTo>
                  <a:pt x="1290082" y="38288"/>
                </a:lnTo>
                <a:lnTo>
                  <a:pt x="1289551" y="38104"/>
                </a:lnTo>
                <a:lnTo>
                  <a:pt x="1289016" y="37927"/>
                </a:lnTo>
                <a:lnTo>
                  <a:pt x="1288475" y="37757"/>
                </a:lnTo>
                <a:lnTo>
                  <a:pt x="1287928" y="37594"/>
                </a:lnTo>
                <a:lnTo>
                  <a:pt x="1287376" y="37438"/>
                </a:lnTo>
                <a:lnTo>
                  <a:pt x="1286819" y="37289"/>
                </a:lnTo>
                <a:lnTo>
                  <a:pt x="1286260" y="37146"/>
                </a:lnTo>
                <a:lnTo>
                  <a:pt x="1285697" y="37010"/>
                </a:lnTo>
                <a:lnTo>
                  <a:pt x="1285130" y="36880"/>
                </a:lnTo>
                <a:lnTo>
                  <a:pt x="1284561" y="36756"/>
                </a:lnTo>
                <a:lnTo>
                  <a:pt x="1283988" y="36638"/>
                </a:lnTo>
                <a:lnTo>
                  <a:pt x="1283412" y="36527"/>
                </a:lnTo>
                <a:lnTo>
                  <a:pt x="1282833" y="36423"/>
                </a:lnTo>
                <a:lnTo>
                  <a:pt x="1282250" y="36324"/>
                </a:lnTo>
                <a:lnTo>
                  <a:pt x="1281664" y="36232"/>
                </a:lnTo>
                <a:lnTo>
                  <a:pt x="1281075" y="36146"/>
                </a:lnTo>
                <a:lnTo>
                  <a:pt x="1280483" y="36067"/>
                </a:lnTo>
                <a:lnTo>
                  <a:pt x="1279888" y="35994"/>
                </a:lnTo>
                <a:lnTo>
                  <a:pt x="1279289" y="35927"/>
                </a:lnTo>
                <a:lnTo>
                  <a:pt x="1278687" y="35867"/>
                </a:lnTo>
                <a:lnTo>
                  <a:pt x="1278081" y="35813"/>
                </a:lnTo>
                <a:lnTo>
                  <a:pt x="1277473" y="35766"/>
                </a:lnTo>
                <a:lnTo>
                  <a:pt x="1276861" y="35724"/>
                </a:lnTo>
                <a:lnTo>
                  <a:pt x="1276246" y="35689"/>
                </a:lnTo>
                <a:lnTo>
                  <a:pt x="1275628" y="35661"/>
                </a:lnTo>
                <a:lnTo>
                  <a:pt x="1275006" y="35639"/>
                </a:lnTo>
                <a:lnTo>
                  <a:pt x="1274381" y="35623"/>
                </a:lnTo>
                <a:lnTo>
                  <a:pt x="1273753" y="35613"/>
                </a:lnTo>
                <a:lnTo>
                  <a:pt x="1273122" y="35610"/>
                </a:lnTo>
                <a:lnTo>
                  <a:pt x="1272483" y="35613"/>
                </a:lnTo>
                <a:lnTo>
                  <a:pt x="1271847" y="35622"/>
                </a:lnTo>
                <a:lnTo>
                  <a:pt x="1271215" y="35636"/>
                </a:lnTo>
                <a:lnTo>
                  <a:pt x="1270587" y="35657"/>
                </a:lnTo>
                <a:lnTo>
                  <a:pt x="1269963" y="35683"/>
                </a:lnTo>
                <a:lnTo>
                  <a:pt x="1269343" y="35715"/>
                </a:lnTo>
                <a:lnTo>
                  <a:pt x="1268726" y="35753"/>
                </a:lnTo>
                <a:lnTo>
                  <a:pt x="1268113" y="35796"/>
                </a:lnTo>
                <a:lnTo>
                  <a:pt x="1267504" y="35846"/>
                </a:lnTo>
                <a:lnTo>
                  <a:pt x="1266899" y="35901"/>
                </a:lnTo>
                <a:lnTo>
                  <a:pt x="1266297" y="35962"/>
                </a:lnTo>
                <a:lnTo>
                  <a:pt x="1265699" y="36029"/>
                </a:lnTo>
                <a:lnTo>
                  <a:pt x="1265105" y="36102"/>
                </a:lnTo>
                <a:lnTo>
                  <a:pt x="1264515" y="36181"/>
                </a:lnTo>
                <a:lnTo>
                  <a:pt x="1263928" y="36265"/>
                </a:lnTo>
                <a:lnTo>
                  <a:pt x="1263345" y="36355"/>
                </a:lnTo>
                <a:lnTo>
                  <a:pt x="1262766" y="36451"/>
                </a:lnTo>
                <a:lnTo>
                  <a:pt x="1262191" y="36553"/>
                </a:lnTo>
                <a:lnTo>
                  <a:pt x="1261620" y="36661"/>
                </a:lnTo>
                <a:lnTo>
                  <a:pt x="1261052" y="36775"/>
                </a:lnTo>
                <a:lnTo>
                  <a:pt x="1260488" y="36894"/>
                </a:lnTo>
                <a:lnTo>
                  <a:pt x="1259928" y="37019"/>
                </a:lnTo>
                <a:lnTo>
                  <a:pt x="1259371" y="37150"/>
                </a:lnTo>
                <a:lnTo>
                  <a:pt x="1258819" y="37287"/>
                </a:lnTo>
                <a:lnTo>
                  <a:pt x="1258271" y="37429"/>
                </a:lnTo>
                <a:lnTo>
                  <a:pt x="1257729" y="37578"/>
                </a:lnTo>
                <a:lnTo>
                  <a:pt x="1257193" y="37732"/>
                </a:lnTo>
                <a:lnTo>
                  <a:pt x="1256664" y="37892"/>
                </a:lnTo>
                <a:lnTo>
                  <a:pt x="1256140" y="38057"/>
                </a:lnTo>
                <a:lnTo>
                  <a:pt x="1255622" y="38229"/>
                </a:lnTo>
                <a:lnTo>
                  <a:pt x="1255110" y="38406"/>
                </a:lnTo>
                <a:lnTo>
                  <a:pt x="1254604" y="38590"/>
                </a:lnTo>
                <a:lnTo>
                  <a:pt x="1254105" y="38779"/>
                </a:lnTo>
                <a:lnTo>
                  <a:pt x="1253611" y="38974"/>
                </a:lnTo>
                <a:lnTo>
                  <a:pt x="1253123" y="39174"/>
                </a:lnTo>
                <a:lnTo>
                  <a:pt x="1252641" y="39381"/>
                </a:lnTo>
                <a:lnTo>
                  <a:pt x="1252165" y="39593"/>
                </a:lnTo>
                <a:lnTo>
                  <a:pt x="1251696" y="39811"/>
                </a:lnTo>
                <a:lnTo>
                  <a:pt x="1251232" y="40036"/>
                </a:lnTo>
                <a:lnTo>
                  <a:pt x="1250774" y="40265"/>
                </a:lnTo>
                <a:lnTo>
                  <a:pt x="1250322" y="40501"/>
                </a:lnTo>
                <a:lnTo>
                  <a:pt x="1249876" y="40743"/>
                </a:lnTo>
                <a:lnTo>
                  <a:pt x="1249436" y="40990"/>
                </a:lnTo>
                <a:lnTo>
                  <a:pt x="1249002" y="41243"/>
                </a:lnTo>
                <a:lnTo>
                  <a:pt x="1248574" y="41502"/>
                </a:lnTo>
                <a:lnTo>
                  <a:pt x="1248153" y="41767"/>
                </a:lnTo>
                <a:lnTo>
                  <a:pt x="1247737" y="42038"/>
                </a:lnTo>
                <a:lnTo>
                  <a:pt x="1247327" y="42315"/>
                </a:lnTo>
                <a:lnTo>
                  <a:pt x="1246924" y="42597"/>
                </a:lnTo>
                <a:lnTo>
                  <a:pt x="1246528" y="42885"/>
                </a:lnTo>
                <a:lnTo>
                  <a:pt x="1246140" y="43179"/>
                </a:lnTo>
                <a:lnTo>
                  <a:pt x="1245759" y="43478"/>
                </a:lnTo>
                <a:lnTo>
                  <a:pt x="1245386" y="43784"/>
                </a:lnTo>
                <a:lnTo>
                  <a:pt x="1245021" y="44095"/>
                </a:lnTo>
                <a:lnTo>
                  <a:pt x="1244663" y="44412"/>
                </a:lnTo>
                <a:lnTo>
                  <a:pt x="1244313" y="44735"/>
                </a:lnTo>
                <a:lnTo>
                  <a:pt x="1243970" y="45064"/>
                </a:lnTo>
                <a:lnTo>
                  <a:pt x="1243635" y="45398"/>
                </a:lnTo>
                <a:lnTo>
                  <a:pt x="1243307" y="45739"/>
                </a:lnTo>
                <a:lnTo>
                  <a:pt x="1242987" y="46085"/>
                </a:lnTo>
                <a:lnTo>
                  <a:pt x="1242674" y="46437"/>
                </a:lnTo>
                <a:lnTo>
                  <a:pt x="1242369" y="46795"/>
                </a:lnTo>
                <a:lnTo>
                  <a:pt x="1242071" y="47158"/>
                </a:lnTo>
                <a:lnTo>
                  <a:pt x="1241781" y="47528"/>
                </a:lnTo>
                <a:lnTo>
                  <a:pt x="1241498" y="47903"/>
                </a:lnTo>
                <a:lnTo>
                  <a:pt x="1241223" y="48284"/>
                </a:lnTo>
                <a:lnTo>
                  <a:pt x="1240956" y="48671"/>
                </a:lnTo>
                <a:lnTo>
                  <a:pt x="1240696" y="49064"/>
                </a:lnTo>
                <a:lnTo>
                  <a:pt x="1240443" y="49462"/>
                </a:lnTo>
                <a:lnTo>
                  <a:pt x="1240199" y="49867"/>
                </a:lnTo>
                <a:lnTo>
                  <a:pt x="1239961" y="50277"/>
                </a:lnTo>
                <a:lnTo>
                  <a:pt x="1239731" y="50693"/>
                </a:lnTo>
                <a:lnTo>
                  <a:pt x="1239510" y="51115"/>
                </a:lnTo>
                <a:lnTo>
                  <a:pt x="1239298" y="51542"/>
                </a:lnTo>
                <a:lnTo>
                  <a:pt x="1239096" y="51975"/>
                </a:lnTo>
                <a:lnTo>
                  <a:pt x="1238902" y="52413"/>
                </a:lnTo>
                <a:lnTo>
                  <a:pt x="1238719" y="52856"/>
                </a:lnTo>
                <a:lnTo>
                  <a:pt x="1238545" y="53305"/>
                </a:lnTo>
                <a:lnTo>
                  <a:pt x="1238380" y="53760"/>
                </a:lnTo>
                <a:lnTo>
                  <a:pt x="1238224" y="54220"/>
                </a:lnTo>
                <a:lnTo>
                  <a:pt x="1238078" y="54685"/>
                </a:lnTo>
                <a:lnTo>
                  <a:pt x="1237942" y="55156"/>
                </a:lnTo>
                <a:lnTo>
                  <a:pt x="1237815" y="55633"/>
                </a:lnTo>
                <a:lnTo>
                  <a:pt x="1237697" y="56115"/>
                </a:lnTo>
                <a:lnTo>
                  <a:pt x="1237588" y="56602"/>
                </a:lnTo>
                <a:lnTo>
                  <a:pt x="1237490" y="57095"/>
                </a:lnTo>
                <a:lnTo>
                  <a:pt x="1237400" y="57593"/>
                </a:lnTo>
                <a:lnTo>
                  <a:pt x="1237320" y="58097"/>
                </a:lnTo>
                <a:lnTo>
                  <a:pt x="1237249" y="58606"/>
                </a:lnTo>
                <a:lnTo>
                  <a:pt x="1237188" y="59121"/>
                </a:lnTo>
                <a:lnTo>
                  <a:pt x="1237136" y="59641"/>
                </a:lnTo>
                <a:lnTo>
                  <a:pt x="1237094" y="60167"/>
                </a:lnTo>
                <a:lnTo>
                  <a:pt x="1237061" y="60698"/>
                </a:lnTo>
                <a:lnTo>
                  <a:pt x="1237037" y="61234"/>
                </a:lnTo>
                <a:lnTo>
                  <a:pt x="1237023" y="61776"/>
                </a:lnTo>
                <a:lnTo>
                  <a:pt x="1237019" y="62324"/>
                </a:lnTo>
                <a:lnTo>
                  <a:pt x="1237025" y="63021"/>
                </a:lnTo>
                <a:lnTo>
                  <a:pt x="1237045" y="63709"/>
                </a:lnTo>
                <a:lnTo>
                  <a:pt x="1237079" y="64386"/>
                </a:lnTo>
                <a:lnTo>
                  <a:pt x="1237126" y="65054"/>
                </a:lnTo>
                <a:lnTo>
                  <a:pt x="1237186" y="65711"/>
                </a:lnTo>
                <a:lnTo>
                  <a:pt x="1237259" y="66358"/>
                </a:lnTo>
                <a:lnTo>
                  <a:pt x="1237346" y="66996"/>
                </a:lnTo>
                <a:lnTo>
                  <a:pt x="1237446" y="67623"/>
                </a:lnTo>
                <a:lnTo>
                  <a:pt x="1237560" y="68240"/>
                </a:lnTo>
                <a:lnTo>
                  <a:pt x="1237687" y="68847"/>
                </a:lnTo>
                <a:lnTo>
                  <a:pt x="1237827" y="69444"/>
                </a:lnTo>
                <a:lnTo>
                  <a:pt x="1237980" y="70031"/>
                </a:lnTo>
                <a:lnTo>
                  <a:pt x="1238147" y="70608"/>
                </a:lnTo>
                <a:lnTo>
                  <a:pt x="1238328" y="71175"/>
                </a:lnTo>
                <a:lnTo>
                  <a:pt x="1238521" y="71732"/>
                </a:lnTo>
                <a:lnTo>
                  <a:pt x="1238728" y="72279"/>
                </a:lnTo>
                <a:lnTo>
                  <a:pt x="1238949" y="72815"/>
                </a:lnTo>
                <a:lnTo>
                  <a:pt x="1239183" y="73342"/>
                </a:lnTo>
                <a:lnTo>
                  <a:pt x="1239430" y="73859"/>
                </a:lnTo>
                <a:lnTo>
                  <a:pt x="1239690" y="74365"/>
                </a:lnTo>
                <a:lnTo>
                  <a:pt x="1239964" y="74862"/>
                </a:lnTo>
                <a:lnTo>
                  <a:pt x="1240251" y="75348"/>
                </a:lnTo>
                <a:lnTo>
                  <a:pt x="1240552" y="75825"/>
                </a:lnTo>
                <a:lnTo>
                  <a:pt x="1240866" y="76291"/>
                </a:lnTo>
                <a:lnTo>
                  <a:pt x="1241193" y="76749"/>
                </a:lnTo>
                <a:lnTo>
                  <a:pt x="1241534" y="77200"/>
                </a:lnTo>
                <a:lnTo>
                  <a:pt x="1241888" y="77645"/>
                </a:lnTo>
                <a:lnTo>
                  <a:pt x="1242255" y="78083"/>
                </a:lnTo>
                <a:lnTo>
                  <a:pt x="1242636" y="78514"/>
                </a:lnTo>
                <a:lnTo>
                  <a:pt x="1243030" y="78939"/>
                </a:lnTo>
                <a:lnTo>
                  <a:pt x="1243437" y="79356"/>
                </a:lnTo>
                <a:lnTo>
                  <a:pt x="1243858" y="79767"/>
                </a:lnTo>
                <a:lnTo>
                  <a:pt x="1244292" y="80172"/>
                </a:lnTo>
                <a:lnTo>
                  <a:pt x="1244739" y="80570"/>
                </a:lnTo>
                <a:lnTo>
                  <a:pt x="1245200" y="80961"/>
                </a:lnTo>
                <a:lnTo>
                  <a:pt x="1245675" y="81345"/>
                </a:lnTo>
                <a:lnTo>
                  <a:pt x="1246162" y="81723"/>
                </a:lnTo>
                <a:lnTo>
                  <a:pt x="1246663" y="82093"/>
                </a:lnTo>
                <a:lnTo>
                  <a:pt x="1247177" y="82458"/>
                </a:lnTo>
                <a:lnTo>
                  <a:pt x="1247705" y="82815"/>
                </a:lnTo>
                <a:lnTo>
                  <a:pt x="1248246" y="83166"/>
                </a:lnTo>
                <a:lnTo>
                  <a:pt x="1248800" y="83510"/>
                </a:lnTo>
                <a:lnTo>
                  <a:pt x="1249368" y="83847"/>
                </a:lnTo>
                <a:lnTo>
                  <a:pt x="1249949" y="84178"/>
                </a:lnTo>
                <a:lnTo>
                  <a:pt x="1250544" y="84502"/>
                </a:lnTo>
                <a:lnTo>
                  <a:pt x="1251151" y="84819"/>
                </a:lnTo>
                <a:lnTo>
                  <a:pt x="1251772" y="85130"/>
                </a:lnTo>
                <a:lnTo>
                  <a:pt x="1252407" y="85434"/>
                </a:lnTo>
                <a:lnTo>
                  <a:pt x="1253054" y="85733"/>
                </a:lnTo>
                <a:lnTo>
                  <a:pt x="1253714" y="86029"/>
                </a:lnTo>
                <a:lnTo>
                  <a:pt x="1254386" y="86321"/>
                </a:lnTo>
                <a:lnTo>
                  <a:pt x="1255070" y="86611"/>
                </a:lnTo>
                <a:lnTo>
                  <a:pt x="1255767" y="86898"/>
                </a:lnTo>
                <a:lnTo>
                  <a:pt x="1256476" y="87182"/>
                </a:lnTo>
                <a:lnTo>
                  <a:pt x="1257197" y="87463"/>
                </a:lnTo>
                <a:lnTo>
                  <a:pt x="1257931" y="87741"/>
                </a:lnTo>
                <a:lnTo>
                  <a:pt x="1258677" y="88016"/>
                </a:lnTo>
                <a:lnTo>
                  <a:pt x="1259435" y="88288"/>
                </a:lnTo>
                <a:lnTo>
                  <a:pt x="1260206" y="88557"/>
                </a:lnTo>
                <a:lnTo>
                  <a:pt x="1260989" y="88823"/>
                </a:lnTo>
                <a:lnTo>
                  <a:pt x="1261784" y="89085"/>
                </a:lnTo>
                <a:lnTo>
                  <a:pt x="1262592" y="89345"/>
                </a:lnTo>
                <a:lnTo>
                  <a:pt x="1263412" y="89602"/>
                </a:lnTo>
                <a:lnTo>
                  <a:pt x="1264244" y="89856"/>
                </a:lnTo>
                <a:lnTo>
                  <a:pt x="1265089" y="90107"/>
                </a:lnTo>
                <a:lnTo>
                  <a:pt x="1265946" y="90356"/>
                </a:lnTo>
                <a:lnTo>
                  <a:pt x="1266815" y="90601"/>
                </a:lnTo>
                <a:lnTo>
                  <a:pt x="1267697" y="90843"/>
                </a:lnTo>
                <a:lnTo>
                  <a:pt x="1268591" y="91082"/>
                </a:lnTo>
                <a:lnTo>
                  <a:pt x="1269497" y="91318"/>
                </a:lnTo>
                <a:lnTo>
                  <a:pt x="1270415" y="91551"/>
                </a:lnTo>
                <a:lnTo>
                  <a:pt x="1271346" y="91781"/>
                </a:lnTo>
                <a:lnTo>
                  <a:pt x="1272483" y="92061"/>
                </a:lnTo>
                <a:lnTo>
                  <a:pt x="1273590" y="92341"/>
                </a:lnTo>
                <a:lnTo>
                  <a:pt x="1274669" y="92622"/>
                </a:lnTo>
                <a:lnTo>
                  <a:pt x="1275718" y="92904"/>
                </a:lnTo>
                <a:lnTo>
                  <a:pt x="1276739" y="93186"/>
                </a:lnTo>
                <a:lnTo>
                  <a:pt x="1277730" y="93469"/>
                </a:lnTo>
                <a:lnTo>
                  <a:pt x="1278693" y="93753"/>
                </a:lnTo>
                <a:lnTo>
                  <a:pt x="1279627" y="94038"/>
                </a:lnTo>
                <a:lnTo>
                  <a:pt x="1280532" y="94323"/>
                </a:lnTo>
                <a:lnTo>
                  <a:pt x="1281408" y="94609"/>
                </a:lnTo>
                <a:lnTo>
                  <a:pt x="1282255" y="94896"/>
                </a:lnTo>
                <a:lnTo>
                  <a:pt x="1283073" y="95183"/>
                </a:lnTo>
                <a:lnTo>
                  <a:pt x="1283862" y="95472"/>
                </a:lnTo>
                <a:lnTo>
                  <a:pt x="1284622" y="95761"/>
                </a:lnTo>
                <a:lnTo>
                  <a:pt x="1285353" y="96050"/>
                </a:lnTo>
                <a:lnTo>
                  <a:pt x="1286055" y="96341"/>
                </a:lnTo>
                <a:lnTo>
                  <a:pt x="1286728" y="96632"/>
                </a:lnTo>
                <a:lnTo>
                  <a:pt x="1287373" y="96923"/>
                </a:lnTo>
                <a:lnTo>
                  <a:pt x="1287988" y="97216"/>
                </a:lnTo>
                <a:lnTo>
                  <a:pt x="1288575" y="97509"/>
                </a:lnTo>
                <a:lnTo>
                  <a:pt x="1289132" y="97803"/>
                </a:lnTo>
                <a:lnTo>
                  <a:pt x="1289661" y="98098"/>
                </a:lnTo>
                <a:lnTo>
                  <a:pt x="1290160" y="98393"/>
                </a:lnTo>
                <a:lnTo>
                  <a:pt x="1290631" y="98689"/>
                </a:lnTo>
                <a:lnTo>
                  <a:pt x="1291078" y="98992"/>
                </a:lnTo>
                <a:lnTo>
                  <a:pt x="1291505" y="99308"/>
                </a:lnTo>
                <a:lnTo>
                  <a:pt x="1291914" y="99636"/>
                </a:lnTo>
                <a:lnTo>
                  <a:pt x="1292304" y="99978"/>
                </a:lnTo>
                <a:lnTo>
                  <a:pt x="1292675" y="100333"/>
                </a:lnTo>
                <a:lnTo>
                  <a:pt x="1293026" y="100701"/>
                </a:lnTo>
                <a:lnTo>
                  <a:pt x="1293359" y="101082"/>
                </a:lnTo>
                <a:lnTo>
                  <a:pt x="1293673" y="101476"/>
                </a:lnTo>
                <a:lnTo>
                  <a:pt x="1293967" y="101884"/>
                </a:lnTo>
                <a:lnTo>
                  <a:pt x="1294243" y="102304"/>
                </a:lnTo>
                <a:lnTo>
                  <a:pt x="1294499" y="102737"/>
                </a:lnTo>
                <a:lnTo>
                  <a:pt x="1294737" y="103184"/>
                </a:lnTo>
                <a:lnTo>
                  <a:pt x="1294956" y="103643"/>
                </a:lnTo>
                <a:lnTo>
                  <a:pt x="1295155" y="104115"/>
                </a:lnTo>
                <a:lnTo>
                  <a:pt x="1295336" y="104601"/>
                </a:lnTo>
                <a:lnTo>
                  <a:pt x="1295497" y="105100"/>
                </a:lnTo>
                <a:lnTo>
                  <a:pt x="1295640" y="105611"/>
                </a:lnTo>
                <a:lnTo>
                  <a:pt x="1295764" y="106136"/>
                </a:lnTo>
                <a:lnTo>
                  <a:pt x="1295868" y="106674"/>
                </a:lnTo>
                <a:lnTo>
                  <a:pt x="1295954" y="107224"/>
                </a:lnTo>
                <a:lnTo>
                  <a:pt x="1296020" y="107788"/>
                </a:lnTo>
                <a:lnTo>
                  <a:pt x="1296068" y="108365"/>
                </a:lnTo>
                <a:lnTo>
                  <a:pt x="1296096" y="108955"/>
                </a:lnTo>
                <a:lnTo>
                  <a:pt x="1296106" y="109558"/>
                </a:lnTo>
                <a:lnTo>
                  <a:pt x="1296095" y="110277"/>
                </a:lnTo>
                <a:lnTo>
                  <a:pt x="1296064" y="110979"/>
                </a:lnTo>
                <a:lnTo>
                  <a:pt x="1296011" y="111663"/>
                </a:lnTo>
                <a:lnTo>
                  <a:pt x="1295937" y="112330"/>
                </a:lnTo>
                <a:lnTo>
                  <a:pt x="1295842" y="112980"/>
                </a:lnTo>
                <a:lnTo>
                  <a:pt x="1295727" y="113613"/>
                </a:lnTo>
                <a:lnTo>
                  <a:pt x="1295590" y="114229"/>
                </a:lnTo>
                <a:lnTo>
                  <a:pt x="1295432" y="114828"/>
                </a:lnTo>
                <a:lnTo>
                  <a:pt x="1295253" y="115409"/>
                </a:lnTo>
                <a:lnTo>
                  <a:pt x="1295052" y="115974"/>
                </a:lnTo>
                <a:lnTo>
                  <a:pt x="1294831" y="116521"/>
                </a:lnTo>
                <a:lnTo>
                  <a:pt x="1294589" y="117051"/>
                </a:lnTo>
                <a:lnTo>
                  <a:pt x="1294326" y="117564"/>
                </a:lnTo>
                <a:lnTo>
                  <a:pt x="1294041" y="118060"/>
                </a:lnTo>
                <a:lnTo>
                  <a:pt x="1293736" y="118539"/>
                </a:lnTo>
                <a:lnTo>
                  <a:pt x="1293409" y="119001"/>
                </a:lnTo>
                <a:lnTo>
                  <a:pt x="1293062" y="119445"/>
                </a:lnTo>
                <a:lnTo>
                  <a:pt x="1292693" y="119872"/>
                </a:lnTo>
                <a:lnTo>
                  <a:pt x="1292304" y="120283"/>
                </a:lnTo>
                <a:lnTo>
                  <a:pt x="1291893" y="120676"/>
                </a:lnTo>
                <a:lnTo>
                  <a:pt x="1291461" y="121052"/>
                </a:lnTo>
                <a:lnTo>
                  <a:pt x="1291008" y="121411"/>
                </a:lnTo>
                <a:lnTo>
                  <a:pt x="1290534" y="121752"/>
                </a:lnTo>
                <a:lnTo>
                  <a:pt x="1290039" y="122077"/>
                </a:lnTo>
                <a:lnTo>
                  <a:pt x="1289528" y="122386"/>
                </a:lnTo>
                <a:lnTo>
                  <a:pt x="1289005" y="122682"/>
                </a:lnTo>
                <a:lnTo>
                  <a:pt x="1288471" y="122965"/>
                </a:lnTo>
                <a:lnTo>
                  <a:pt x="1287925" y="123235"/>
                </a:lnTo>
                <a:lnTo>
                  <a:pt x="1287368" y="123492"/>
                </a:lnTo>
                <a:lnTo>
                  <a:pt x="1286799" y="123736"/>
                </a:lnTo>
                <a:lnTo>
                  <a:pt x="1286219" y="123966"/>
                </a:lnTo>
                <a:lnTo>
                  <a:pt x="1285628" y="124183"/>
                </a:lnTo>
                <a:lnTo>
                  <a:pt x="1285025" y="124387"/>
                </a:lnTo>
                <a:lnTo>
                  <a:pt x="1284410" y="124578"/>
                </a:lnTo>
                <a:lnTo>
                  <a:pt x="1283784" y="124756"/>
                </a:lnTo>
                <a:lnTo>
                  <a:pt x="1283147" y="124920"/>
                </a:lnTo>
                <a:lnTo>
                  <a:pt x="1282498" y="125072"/>
                </a:lnTo>
                <a:lnTo>
                  <a:pt x="1281837" y="125210"/>
                </a:lnTo>
                <a:lnTo>
                  <a:pt x="1281165" y="125335"/>
                </a:lnTo>
                <a:lnTo>
                  <a:pt x="1280482" y="125447"/>
                </a:lnTo>
                <a:lnTo>
                  <a:pt x="1279787" y="125546"/>
                </a:lnTo>
                <a:lnTo>
                  <a:pt x="1279081" y="125631"/>
                </a:lnTo>
                <a:lnTo>
                  <a:pt x="1278363" y="125704"/>
                </a:lnTo>
                <a:lnTo>
                  <a:pt x="1277633" y="125763"/>
                </a:lnTo>
                <a:lnTo>
                  <a:pt x="1276893" y="125809"/>
                </a:lnTo>
                <a:lnTo>
                  <a:pt x="1276140" y="125842"/>
                </a:lnTo>
                <a:lnTo>
                  <a:pt x="1275377" y="125862"/>
                </a:lnTo>
                <a:lnTo>
                  <a:pt x="1274602" y="125868"/>
                </a:lnTo>
                <a:lnTo>
                  <a:pt x="1273736" y="125860"/>
                </a:lnTo>
                <a:lnTo>
                  <a:pt x="1272883" y="125835"/>
                </a:lnTo>
                <a:lnTo>
                  <a:pt x="1272042" y="125793"/>
                </a:lnTo>
                <a:lnTo>
                  <a:pt x="1271213" y="125735"/>
                </a:lnTo>
                <a:lnTo>
                  <a:pt x="1270397" y="125660"/>
                </a:lnTo>
                <a:lnTo>
                  <a:pt x="1269592" y="125568"/>
                </a:lnTo>
                <a:lnTo>
                  <a:pt x="1268800" y="125459"/>
                </a:lnTo>
                <a:lnTo>
                  <a:pt x="1268020" y="125334"/>
                </a:lnTo>
                <a:lnTo>
                  <a:pt x="1267252" y="125192"/>
                </a:lnTo>
                <a:lnTo>
                  <a:pt x="1266496" y="125034"/>
                </a:lnTo>
                <a:lnTo>
                  <a:pt x="1265752" y="124859"/>
                </a:lnTo>
                <a:lnTo>
                  <a:pt x="1265021" y="124667"/>
                </a:lnTo>
                <a:lnTo>
                  <a:pt x="1264302" y="124458"/>
                </a:lnTo>
                <a:lnTo>
                  <a:pt x="1263594" y="124233"/>
                </a:lnTo>
                <a:lnTo>
                  <a:pt x="1262899" y="123991"/>
                </a:lnTo>
                <a:lnTo>
                  <a:pt x="1262216" y="123732"/>
                </a:lnTo>
                <a:lnTo>
                  <a:pt x="1261546" y="123457"/>
                </a:lnTo>
                <a:lnTo>
                  <a:pt x="1260887" y="123165"/>
                </a:lnTo>
                <a:lnTo>
                  <a:pt x="1260241" y="122856"/>
                </a:lnTo>
                <a:lnTo>
                  <a:pt x="1259606" y="122531"/>
                </a:lnTo>
                <a:lnTo>
                  <a:pt x="1258984" y="122189"/>
                </a:lnTo>
                <a:lnTo>
                  <a:pt x="1258374" y="121830"/>
                </a:lnTo>
                <a:lnTo>
                  <a:pt x="1257777" y="121455"/>
                </a:lnTo>
                <a:lnTo>
                  <a:pt x="1257191" y="121063"/>
                </a:lnTo>
                <a:lnTo>
                  <a:pt x="1256624" y="120650"/>
                </a:lnTo>
                <a:lnTo>
                  <a:pt x="1256080" y="120213"/>
                </a:lnTo>
                <a:lnTo>
                  <a:pt x="1255561" y="119752"/>
                </a:lnTo>
                <a:lnTo>
                  <a:pt x="1255066" y="119267"/>
                </a:lnTo>
                <a:lnTo>
                  <a:pt x="1254595" y="118758"/>
                </a:lnTo>
                <a:lnTo>
                  <a:pt x="1254149" y="118224"/>
                </a:lnTo>
                <a:lnTo>
                  <a:pt x="1253726" y="117666"/>
                </a:lnTo>
                <a:lnTo>
                  <a:pt x="1253328" y="117084"/>
                </a:lnTo>
                <a:lnTo>
                  <a:pt x="1252953" y="116478"/>
                </a:lnTo>
                <a:lnTo>
                  <a:pt x="1252603" y="115847"/>
                </a:lnTo>
                <a:lnTo>
                  <a:pt x="1252277" y="115192"/>
                </a:lnTo>
                <a:lnTo>
                  <a:pt x="1251975" y="114514"/>
                </a:lnTo>
                <a:lnTo>
                  <a:pt x="1251698" y="113810"/>
                </a:lnTo>
                <a:lnTo>
                  <a:pt x="1251444" y="113083"/>
                </a:lnTo>
                <a:lnTo>
                  <a:pt x="1251215" y="112332"/>
                </a:lnTo>
                <a:lnTo>
                  <a:pt x="1251009" y="111556"/>
                </a:lnTo>
                <a:lnTo>
                  <a:pt x="1250828" y="110756"/>
                </a:lnTo>
                <a:lnTo>
                  <a:pt x="1250671" y="109932"/>
                </a:lnTo>
                <a:lnTo>
                  <a:pt x="1250539" y="109083"/>
                </a:lnTo>
                <a:lnTo>
                  <a:pt x="1250430" y="108211"/>
                </a:lnTo>
                <a:lnTo>
                  <a:pt x="1250345" y="107314"/>
                </a:lnTo>
                <a:lnTo>
                  <a:pt x="1250285" y="106393"/>
                </a:lnTo>
                <a:lnTo>
                  <a:pt x="1250249" y="105448"/>
                </a:lnTo>
                <a:lnTo>
                  <a:pt x="1250237" y="104478"/>
                </a:lnTo>
                <a:lnTo>
                  <a:pt x="1234355" y="104478"/>
                </a:lnTo>
                <a:lnTo>
                  <a:pt x="1234361" y="105235"/>
                </a:lnTo>
                <a:lnTo>
                  <a:pt x="1234377" y="105983"/>
                </a:lnTo>
                <a:lnTo>
                  <a:pt x="1234404" y="106722"/>
                </a:lnTo>
                <a:lnTo>
                  <a:pt x="1234442" y="107451"/>
                </a:lnTo>
                <a:lnTo>
                  <a:pt x="1234490" y="108171"/>
                </a:lnTo>
                <a:lnTo>
                  <a:pt x="1234549" y="108881"/>
                </a:lnTo>
                <a:lnTo>
                  <a:pt x="1234620" y="109583"/>
                </a:lnTo>
                <a:lnTo>
                  <a:pt x="1234701" y="110275"/>
                </a:lnTo>
                <a:lnTo>
                  <a:pt x="1234792" y="110957"/>
                </a:lnTo>
                <a:lnTo>
                  <a:pt x="1234895" y="111630"/>
                </a:lnTo>
                <a:lnTo>
                  <a:pt x="1235008" y="112294"/>
                </a:lnTo>
                <a:lnTo>
                  <a:pt x="1235132" y="112948"/>
                </a:lnTo>
                <a:lnTo>
                  <a:pt x="1235267" y="113594"/>
                </a:lnTo>
                <a:lnTo>
                  <a:pt x="1235413" y="114229"/>
                </a:lnTo>
                <a:lnTo>
                  <a:pt x="1235569" y="114856"/>
                </a:lnTo>
                <a:lnTo>
                  <a:pt x="1235736" y="115473"/>
                </a:lnTo>
                <a:lnTo>
                  <a:pt x="1235914" y="116081"/>
                </a:lnTo>
                <a:lnTo>
                  <a:pt x="1236103" y="116679"/>
                </a:lnTo>
                <a:lnTo>
                  <a:pt x="1236303" y="117268"/>
                </a:lnTo>
                <a:lnTo>
                  <a:pt x="1236513" y="117848"/>
                </a:lnTo>
                <a:lnTo>
                  <a:pt x="1236734" y="118418"/>
                </a:lnTo>
                <a:lnTo>
                  <a:pt x="1236966" y="118979"/>
                </a:lnTo>
                <a:lnTo>
                  <a:pt x="1237209" y="119531"/>
                </a:lnTo>
                <a:lnTo>
                  <a:pt x="1237463" y="120073"/>
                </a:lnTo>
                <a:lnTo>
                  <a:pt x="1237726" y="120606"/>
                </a:lnTo>
                <a:lnTo>
                  <a:pt x="1237997" y="121131"/>
                </a:lnTo>
                <a:lnTo>
                  <a:pt x="1238277" y="121646"/>
                </a:lnTo>
                <a:lnTo>
                  <a:pt x="1238565" y="122154"/>
                </a:lnTo>
                <a:lnTo>
                  <a:pt x="1238862" y="122652"/>
                </a:lnTo>
                <a:lnTo>
                  <a:pt x="1239167" y="123142"/>
                </a:lnTo>
                <a:lnTo>
                  <a:pt x="1239481" y="123623"/>
                </a:lnTo>
                <a:lnTo>
                  <a:pt x="1239803" y="124096"/>
                </a:lnTo>
                <a:lnTo>
                  <a:pt x="1240133" y="124560"/>
                </a:lnTo>
                <a:lnTo>
                  <a:pt x="1240471" y="125015"/>
                </a:lnTo>
                <a:lnTo>
                  <a:pt x="1240819" y="125462"/>
                </a:lnTo>
                <a:lnTo>
                  <a:pt x="1241174" y="125900"/>
                </a:lnTo>
                <a:lnTo>
                  <a:pt x="1241538" y="126329"/>
                </a:lnTo>
                <a:lnTo>
                  <a:pt x="1241910" y="126750"/>
                </a:lnTo>
                <a:lnTo>
                  <a:pt x="1242291" y="127162"/>
                </a:lnTo>
                <a:lnTo>
                  <a:pt x="1242680" y="127566"/>
                </a:lnTo>
                <a:lnTo>
                  <a:pt x="1243077" y="127961"/>
                </a:lnTo>
                <a:lnTo>
                  <a:pt x="1243483" y="128347"/>
                </a:lnTo>
                <a:lnTo>
                  <a:pt x="1243897" y="128724"/>
                </a:lnTo>
                <a:lnTo>
                  <a:pt x="1244320" y="129093"/>
                </a:lnTo>
                <a:lnTo>
                  <a:pt x="1244751" y="129454"/>
                </a:lnTo>
                <a:lnTo>
                  <a:pt x="1245190" y="129805"/>
                </a:lnTo>
                <a:lnTo>
                  <a:pt x="1245638" y="130149"/>
                </a:lnTo>
                <a:lnTo>
                  <a:pt x="1246094" y="130483"/>
                </a:lnTo>
                <a:lnTo>
                  <a:pt x="1246557" y="130809"/>
                </a:lnTo>
                <a:lnTo>
                  <a:pt x="1247026" y="131128"/>
                </a:lnTo>
                <a:lnTo>
                  <a:pt x="1247502" y="131440"/>
                </a:lnTo>
                <a:lnTo>
                  <a:pt x="1247983" y="131744"/>
                </a:lnTo>
                <a:lnTo>
                  <a:pt x="1248470" y="132041"/>
                </a:lnTo>
                <a:lnTo>
                  <a:pt x="1248964" y="132330"/>
                </a:lnTo>
                <a:lnTo>
                  <a:pt x="1249463" y="132612"/>
                </a:lnTo>
                <a:lnTo>
                  <a:pt x="1249968" y="132887"/>
                </a:lnTo>
                <a:lnTo>
                  <a:pt x="1250480" y="133154"/>
                </a:lnTo>
                <a:lnTo>
                  <a:pt x="1250997" y="133414"/>
                </a:lnTo>
                <a:lnTo>
                  <a:pt x="1251520" y="133666"/>
                </a:lnTo>
                <a:lnTo>
                  <a:pt x="1252049" y="133911"/>
                </a:lnTo>
                <a:lnTo>
                  <a:pt x="1252585" y="134148"/>
                </a:lnTo>
                <a:lnTo>
                  <a:pt x="1253126" y="134378"/>
                </a:lnTo>
                <a:lnTo>
                  <a:pt x="1253673" y="134601"/>
                </a:lnTo>
                <a:lnTo>
                  <a:pt x="1254226" y="134816"/>
                </a:lnTo>
                <a:lnTo>
                  <a:pt x="1254786" y="135024"/>
                </a:lnTo>
                <a:lnTo>
                  <a:pt x="1255351" y="135225"/>
                </a:lnTo>
                <a:lnTo>
                  <a:pt x="1255922" y="135418"/>
                </a:lnTo>
                <a:lnTo>
                  <a:pt x="1256499" y="135603"/>
                </a:lnTo>
                <a:lnTo>
                  <a:pt x="1257082" y="135782"/>
                </a:lnTo>
                <a:lnTo>
                  <a:pt x="1257672" y="135953"/>
                </a:lnTo>
                <a:lnTo>
                  <a:pt x="1258267" y="136116"/>
                </a:lnTo>
                <a:lnTo>
                  <a:pt x="1258868" y="136272"/>
                </a:lnTo>
                <a:lnTo>
                  <a:pt x="1259474" y="136421"/>
                </a:lnTo>
                <a:lnTo>
                  <a:pt x="1260082" y="136564"/>
                </a:lnTo>
                <a:lnTo>
                  <a:pt x="1260694" y="136700"/>
                </a:lnTo>
                <a:lnTo>
                  <a:pt x="1261308" y="136831"/>
                </a:lnTo>
                <a:lnTo>
                  <a:pt x="1261925" y="136954"/>
                </a:lnTo>
                <a:lnTo>
                  <a:pt x="1262546" y="137072"/>
                </a:lnTo>
                <a:lnTo>
                  <a:pt x="1263169" y="137183"/>
                </a:lnTo>
                <a:lnTo>
                  <a:pt x="1263795" y="137288"/>
                </a:lnTo>
                <a:lnTo>
                  <a:pt x="1264424" y="137386"/>
                </a:lnTo>
                <a:lnTo>
                  <a:pt x="1265055" y="137478"/>
                </a:lnTo>
                <a:lnTo>
                  <a:pt x="1265690" y="137564"/>
                </a:lnTo>
                <a:lnTo>
                  <a:pt x="1266328" y="137643"/>
                </a:lnTo>
                <a:lnTo>
                  <a:pt x="1266968" y="137716"/>
                </a:lnTo>
                <a:lnTo>
                  <a:pt x="1267612" y="137783"/>
                </a:lnTo>
                <a:lnTo>
                  <a:pt x="1268258" y="137843"/>
                </a:lnTo>
                <a:lnTo>
                  <a:pt x="1268908" y="137897"/>
                </a:lnTo>
                <a:lnTo>
                  <a:pt x="1269560" y="137945"/>
                </a:lnTo>
                <a:lnTo>
                  <a:pt x="1270215" y="137986"/>
                </a:lnTo>
                <a:lnTo>
                  <a:pt x="1270873" y="138021"/>
                </a:lnTo>
                <a:lnTo>
                  <a:pt x="1271534" y="138049"/>
                </a:lnTo>
                <a:lnTo>
                  <a:pt x="1272198" y="138071"/>
                </a:lnTo>
                <a:lnTo>
                  <a:pt x="1272865" y="138087"/>
                </a:lnTo>
                <a:lnTo>
                  <a:pt x="1273534" y="138097"/>
                </a:lnTo>
                <a:lnTo>
                  <a:pt x="1274207" y="138100"/>
                </a:lnTo>
                <a:lnTo>
                  <a:pt x="1274879" y="138097"/>
                </a:lnTo>
                <a:lnTo>
                  <a:pt x="1275547" y="138088"/>
                </a:lnTo>
                <a:lnTo>
                  <a:pt x="1276211" y="138073"/>
                </a:lnTo>
                <a:lnTo>
                  <a:pt x="1276872" y="138052"/>
                </a:lnTo>
                <a:lnTo>
                  <a:pt x="1277528" y="138025"/>
                </a:lnTo>
                <a:close/>
                <a:moveTo>
                  <a:pt x="1407118" y="137975"/>
                </a:moveTo>
                <a:lnTo>
                  <a:pt x="1408042" y="137905"/>
                </a:lnTo>
                <a:lnTo>
                  <a:pt x="1408957" y="137819"/>
                </a:lnTo>
                <a:lnTo>
                  <a:pt x="1409861" y="137718"/>
                </a:lnTo>
                <a:lnTo>
                  <a:pt x="1410755" y="137601"/>
                </a:lnTo>
                <a:lnTo>
                  <a:pt x="1411639" y="137469"/>
                </a:lnTo>
                <a:lnTo>
                  <a:pt x="1412513" y="137321"/>
                </a:lnTo>
                <a:lnTo>
                  <a:pt x="1413377" y="137157"/>
                </a:lnTo>
                <a:lnTo>
                  <a:pt x="1414231" y="136978"/>
                </a:lnTo>
                <a:lnTo>
                  <a:pt x="1415075" y="136783"/>
                </a:lnTo>
                <a:lnTo>
                  <a:pt x="1415908" y="136573"/>
                </a:lnTo>
                <a:lnTo>
                  <a:pt x="1416732" y="136347"/>
                </a:lnTo>
                <a:lnTo>
                  <a:pt x="1417545" y="136105"/>
                </a:lnTo>
                <a:lnTo>
                  <a:pt x="1418349" y="135848"/>
                </a:lnTo>
                <a:lnTo>
                  <a:pt x="1419142" y="135575"/>
                </a:lnTo>
                <a:lnTo>
                  <a:pt x="1419925" y="135287"/>
                </a:lnTo>
                <a:lnTo>
                  <a:pt x="1420698" y="134983"/>
                </a:lnTo>
                <a:lnTo>
                  <a:pt x="1421461" y="134664"/>
                </a:lnTo>
                <a:lnTo>
                  <a:pt x="1422213" y="134329"/>
                </a:lnTo>
                <a:lnTo>
                  <a:pt x="1422956" y="133978"/>
                </a:lnTo>
                <a:lnTo>
                  <a:pt x="1423689" y="133612"/>
                </a:lnTo>
                <a:lnTo>
                  <a:pt x="1424412" y="133233"/>
                </a:lnTo>
                <a:lnTo>
                  <a:pt x="1425129" y="132844"/>
                </a:lnTo>
                <a:lnTo>
                  <a:pt x="1425838" y="132444"/>
                </a:lnTo>
                <a:lnTo>
                  <a:pt x="1426540" y="132035"/>
                </a:lnTo>
                <a:lnTo>
                  <a:pt x="1427234" y="131615"/>
                </a:lnTo>
                <a:lnTo>
                  <a:pt x="1427921" y="131186"/>
                </a:lnTo>
                <a:lnTo>
                  <a:pt x="1428601" y="130746"/>
                </a:lnTo>
                <a:lnTo>
                  <a:pt x="1429273" y="130296"/>
                </a:lnTo>
                <a:lnTo>
                  <a:pt x="1429938" y="129836"/>
                </a:lnTo>
                <a:lnTo>
                  <a:pt x="1430595" y="129366"/>
                </a:lnTo>
                <a:lnTo>
                  <a:pt x="1431245" y="128886"/>
                </a:lnTo>
                <a:lnTo>
                  <a:pt x="1431888" y="128396"/>
                </a:lnTo>
                <a:lnTo>
                  <a:pt x="1432524" y="127896"/>
                </a:lnTo>
                <a:lnTo>
                  <a:pt x="1433152" y="127385"/>
                </a:lnTo>
                <a:lnTo>
                  <a:pt x="1433772" y="126865"/>
                </a:lnTo>
                <a:lnTo>
                  <a:pt x="1434386" y="126334"/>
                </a:lnTo>
                <a:lnTo>
                  <a:pt x="1434992" y="125793"/>
                </a:lnTo>
                <a:lnTo>
                  <a:pt x="1435590" y="125243"/>
                </a:lnTo>
                <a:lnTo>
                  <a:pt x="1436182" y="124682"/>
                </a:lnTo>
                <a:lnTo>
                  <a:pt x="1436766" y="124111"/>
                </a:lnTo>
                <a:lnTo>
                  <a:pt x="1437342" y="123529"/>
                </a:lnTo>
                <a:lnTo>
                  <a:pt x="1437911" y="122938"/>
                </a:lnTo>
                <a:lnTo>
                  <a:pt x="1438473" y="122337"/>
                </a:lnTo>
                <a:lnTo>
                  <a:pt x="1439027" y="121725"/>
                </a:lnTo>
                <a:lnTo>
                  <a:pt x="1439718" y="136324"/>
                </a:lnTo>
                <a:lnTo>
                  <a:pt x="1455106" y="136324"/>
                </a:lnTo>
                <a:lnTo>
                  <a:pt x="1455106" y="70163"/>
                </a:lnTo>
                <a:lnTo>
                  <a:pt x="1455101" y="69281"/>
                </a:lnTo>
                <a:lnTo>
                  <a:pt x="1455084" y="68412"/>
                </a:lnTo>
                <a:lnTo>
                  <a:pt x="1455057" y="67557"/>
                </a:lnTo>
                <a:lnTo>
                  <a:pt x="1455019" y="66715"/>
                </a:lnTo>
                <a:lnTo>
                  <a:pt x="1454969" y="65887"/>
                </a:lnTo>
                <a:lnTo>
                  <a:pt x="1454909" y="65073"/>
                </a:lnTo>
                <a:lnTo>
                  <a:pt x="1454838" y="64272"/>
                </a:lnTo>
                <a:lnTo>
                  <a:pt x="1454756" y="63485"/>
                </a:lnTo>
                <a:lnTo>
                  <a:pt x="1454662" y="62711"/>
                </a:lnTo>
                <a:lnTo>
                  <a:pt x="1454558" y="61951"/>
                </a:lnTo>
                <a:lnTo>
                  <a:pt x="1454443" y="61205"/>
                </a:lnTo>
                <a:lnTo>
                  <a:pt x="1454317" y="60472"/>
                </a:lnTo>
                <a:lnTo>
                  <a:pt x="1454180" y="59753"/>
                </a:lnTo>
                <a:lnTo>
                  <a:pt x="1454032" y="59047"/>
                </a:lnTo>
                <a:lnTo>
                  <a:pt x="1453873" y="58355"/>
                </a:lnTo>
                <a:lnTo>
                  <a:pt x="1453703" y="57676"/>
                </a:lnTo>
                <a:lnTo>
                  <a:pt x="1453523" y="57011"/>
                </a:lnTo>
                <a:lnTo>
                  <a:pt x="1453331" y="56360"/>
                </a:lnTo>
                <a:lnTo>
                  <a:pt x="1453128" y="55722"/>
                </a:lnTo>
                <a:lnTo>
                  <a:pt x="1452914" y="55098"/>
                </a:lnTo>
                <a:lnTo>
                  <a:pt x="1452690" y="54487"/>
                </a:lnTo>
                <a:lnTo>
                  <a:pt x="1452454" y="53890"/>
                </a:lnTo>
                <a:lnTo>
                  <a:pt x="1452207" y="53307"/>
                </a:lnTo>
                <a:lnTo>
                  <a:pt x="1451950" y="52737"/>
                </a:lnTo>
                <a:lnTo>
                  <a:pt x="1451683" y="52179"/>
                </a:lnTo>
                <a:lnTo>
                  <a:pt x="1451408" y="51631"/>
                </a:lnTo>
                <a:lnTo>
                  <a:pt x="1451126" y="51094"/>
                </a:lnTo>
                <a:lnTo>
                  <a:pt x="1450836" y="50567"/>
                </a:lnTo>
                <a:lnTo>
                  <a:pt x="1450538" y="50050"/>
                </a:lnTo>
                <a:lnTo>
                  <a:pt x="1450233" y="49544"/>
                </a:lnTo>
                <a:lnTo>
                  <a:pt x="1449920" y="49049"/>
                </a:lnTo>
                <a:lnTo>
                  <a:pt x="1449599" y="48563"/>
                </a:lnTo>
                <a:lnTo>
                  <a:pt x="1449270" y="48089"/>
                </a:lnTo>
                <a:lnTo>
                  <a:pt x="1448934" y="47624"/>
                </a:lnTo>
                <a:lnTo>
                  <a:pt x="1448590" y="47170"/>
                </a:lnTo>
                <a:lnTo>
                  <a:pt x="1448238" y="46727"/>
                </a:lnTo>
                <a:lnTo>
                  <a:pt x="1447879" y="46294"/>
                </a:lnTo>
                <a:lnTo>
                  <a:pt x="1447512" y="45871"/>
                </a:lnTo>
                <a:lnTo>
                  <a:pt x="1447137" y="45458"/>
                </a:lnTo>
                <a:lnTo>
                  <a:pt x="1446755" y="45057"/>
                </a:lnTo>
                <a:lnTo>
                  <a:pt x="1446364" y="44665"/>
                </a:lnTo>
                <a:lnTo>
                  <a:pt x="1445966" y="44284"/>
                </a:lnTo>
                <a:lnTo>
                  <a:pt x="1445561" y="43913"/>
                </a:lnTo>
                <a:lnTo>
                  <a:pt x="1445147" y="43553"/>
                </a:lnTo>
                <a:lnTo>
                  <a:pt x="1444726" y="43203"/>
                </a:lnTo>
                <a:lnTo>
                  <a:pt x="1444298" y="42864"/>
                </a:lnTo>
                <a:lnTo>
                  <a:pt x="1443861" y="42535"/>
                </a:lnTo>
                <a:lnTo>
                  <a:pt x="1443417" y="42216"/>
                </a:lnTo>
                <a:lnTo>
                  <a:pt x="1442967" y="41907"/>
                </a:lnTo>
                <a:lnTo>
                  <a:pt x="1442512" y="41606"/>
                </a:lnTo>
                <a:lnTo>
                  <a:pt x="1442052" y="41312"/>
                </a:lnTo>
                <a:lnTo>
                  <a:pt x="1441587" y="41027"/>
                </a:lnTo>
                <a:lnTo>
                  <a:pt x="1441117" y="40751"/>
                </a:lnTo>
                <a:lnTo>
                  <a:pt x="1440643" y="40482"/>
                </a:lnTo>
                <a:lnTo>
                  <a:pt x="1440164" y="40221"/>
                </a:lnTo>
                <a:lnTo>
                  <a:pt x="1439680" y="39969"/>
                </a:lnTo>
                <a:lnTo>
                  <a:pt x="1439191" y="39725"/>
                </a:lnTo>
                <a:lnTo>
                  <a:pt x="1438697" y="39488"/>
                </a:lnTo>
                <a:lnTo>
                  <a:pt x="1438199" y="39260"/>
                </a:lnTo>
                <a:lnTo>
                  <a:pt x="1437696" y="39040"/>
                </a:lnTo>
                <a:lnTo>
                  <a:pt x="1437188" y="38828"/>
                </a:lnTo>
                <a:lnTo>
                  <a:pt x="1436675" y="38625"/>
                </a:lnTo>
                <a:lnTo>
                  <a:pt x="1436158" y="38429"/>
                </a:lnTo>
                <a:lnTo>
                  <a:pt x="1435635" y="38242"/>
                </a:lnTo>
                <a:lnTo>
                  <a:pt x="1435108" y="38062"/>
                </a:lnTo>
                <a:lnTo>
                  <a:pt x="1434576" y="37891"/>
                </a:lnTo>
                <a:lnTo>
                  <a:pt x="1434040" y="37728"/>
                </a:lnTo>
                <a:lnTo>
                  <a:pt x="1433498" y="37573"/>
                </a:lnTo>
                <a:lnTo>
                  <a:pt x="1432952" y="37426"/>
                </a:lnTo>
                <a:lnTo>
                  <a:pt x="1432401" y="37287"/>
                </a:lnTo>
                <a:lnTo>
                  <a:pt x="1431845" y="37157"/>
                </a:lnTo>
                <a:lnTo>
                  <a:pt x="1431284" y="37034"/>
                </a:lnTo>
                <a:lnTo>
                  <a:pt x="1430720" y="36918"/>
                </a:lnTo>
                <a:lnTo>
                  <a:pt x="1430153" y="36807"/>
                </a:lnTo>
                <a:lnTo>
                  <a:pt x="1429585" y="36700"/>
                </a:lnTo>
                <a:lnTo>
                  <a:pt x="1429014" y="36599"/>
                </a:lnTo>
                <a:lnTo>
                  <a:pt x="1428441" y="36503"/>
                </a:lnTo>
                <a:lnTo>
                  <a:pt x="1427865" y="36411"/>
                </a:lnTo>
                <a:lnTo>
                  <a:pt x="1427288" y="36325"/>
                </a:lnTo>
                <a:lnTo>
                  <a:pt x="1426708" y="36243"/>
                </a:lnTo>
                <a:lnTo>
                  <a:pt x="1426126" y="36166"/>
                </a:lnTo>
                <a:lnTo>
                  <a:pt x="1425542" y="36095"/>
                </a:lnTo>
                <a:lnTo>
                  <a:pt x="1424955" y="36028"/>
                </a:lnTo>
                <a:lnTo>
                  <a:pt x="1424367" y="35966"/>
                </a:lnTo>
                <a:lnTo>
                  <a:pt x="1423776" y="35909"/>
                </a:lnTo>
                <a:lnTo>
                  <a:pt x="1423183" y="35857"/>
                </a:lnTo>
                <a:lnTo>
                  <a:pt x="1422587" y="35810"/>
                </a:lnTo>
                <a:lnTo>
                  <a:pt x="1421990" y="35768"/>
                </a:lnTo>
                <a:lnTo>
                  <a:pt x="1421390" y="35731"/>
                </a:lnTo>
                <a:lnTo>
                  <a:pt x="1420788" y="35699"/>
                </a:lnTo>
                <a:lnTo>
                  <a:pt x="1420184" y="35672"/>
                </a:lnTo>
                <a:lnTo>
                  <a:pt x="1419577" y="35650"/>
                </a:lnTo>
                <a:lnTo>
                  <a:pt x="1418968" y="35632"/>
                </a:lnTo>
                <a:lnTo>
                  <a:pt x="1418357" y="35620"/>
                </a:lnTo>
                <a:lnTo>
                  <a:pt x="1417744" y="35613"/>
                </a:lnTo>
                <a:lnTo>
                  <a:pt x="1417129" y="35610"/>
                </a:lnTo>
                <a:lnTo>
                  <a:pt x="1416172" y="35616"/>
                </a:lnTo>
                <a:lnTo>
                  <a:pt x="1415223" y="35634"/>
                </a:lnTo>
                <a:lnTo>
                  <a:pt x="1414284" y="35664"/>
                </a:lnTo>
                <a:lnTo>
                  <a:pt x="1413354" y="35706"/>
                </a:lnTo>
                <a:lnTo>
                  <a:pt x="1412433" y="35760"/>
                </a:lnTo>
                <a:lnTo>
                  <a:pt x="1411522" y="35826"/>
                </a:lnTo>
                <a:lnTo>
                  <a:pt x="1410619" y="35904"/>
                </a:lnTo>
                <a:lnTo>
                  <a:pt x="1409725" y="35994"/>
                </a:lnTo>
                <a:lnTo>
                  <a:pt x="1408840" y="36096"/>
                </a:lnTo>
                <a:lnTo>
                  <a:pt x="1407965" y="36210"/>
                </a:lnTo>
                <a:lnTo>
                  <a:pt x="1407098" y="36336"/>
                </a:lnTo>
                <a:lnTo>
                  <a:pt x="1406241" y="36474"/>
                </a:lnTo>
                <a:lnTo>
                  <a:pt x="1405393" y="36624"/>
                </a:lnTo>
                <a:lnTo>
                  <a:pt x="1404554" y="36786"/>
                </a:lnTo>
                <a:lnTo>
                  <a:pt x="1403723" y="36960"/>
                </a:lnTo>
                <a:lnTo>
                  <a:pt x="1402902" y="37146"/>
                </a:lnTo>
                <a:lnTo>
                  <a:pt x="1402090" y="37344"/>
                </a:lnTo>
                <a:lnTo>
                  <a:pt x="1401287" y="37554"/>
                </a:lnTo>
                <a:lnTo>
                  <a:pt x="1400494" y="37776"/>
                </a:lnTo>
                <a:lnTo>
                  <a:pt x="1399709" y="38010"/>
                </a:lnTo>
                <a:lnTo>
                  <a:pt x="1398933" y="38256"/>
                </a:lnTo>
                <a:lnTo>
                  <a:pt x="1398166" y="38514"/>
                </a:lnTo>
                <a:lnTo>
                  <a:pt x="1397409" y="38784"/>
                </a:lnTo>
                <a:lnTo>
                  <a:pt x="1396660" y="39066"/>
                </a:lnTo>
                <a:lnTo>
                  <a:pt x="1395923" y="39360"/>
                </a:lnTo>
                <a:lnTo>
                  <a:pt x="1395199" y="39669"/>
                </a:lnTo>
                <a:lnTo>
                  <a:pt x="1394489" y="39992"/>
                </a:lnTo>
                <a:lnTo>
                  <a:pt x="1393792" y="40329"/>
                </a:lnTo>
                <a:lnTo>
                  <a:pt x="1393108" y="40681"/>
                </a:lnTo>
                <a:lnTo>
                  <a:pt x="1392437" y="41046"/>
                </a:lnTo>
                <a:lnTo>
                  <a:pt x="1391780" y="41426"/>
                </a:lnTo>
                <a:lnTo>
                  <a:pt x="1391136" y="41819"/>
                </a:lnTo>
                <a:lnTo>
                  <a:pt x="1390506" y="42227"/>
                </a:lnTo>
                <a:lnTo>
                  <a:pt x="1389889" y="42649"/>
                </a:lnTo>
                <a:lnTo>
                  <a:pt x="1389285" y="43085"/>
                </a:lnTo>
                <a:lnTo>
                  <a:pt x="1388695" y="43535"/>
                </a:lnTo>
                <a:lnTo>
                  <a:pt x="1388118" y="43999"/>
                </a:lnTo>
                <a:lnTo>
                  <a:pt x="1387554" y="44477"/>
                </a:lnTo>
                <a:lnTo>
                  <a:pt x="1387004" y="44970"/>
                </a:lnTo>
                <a:lnTo>
                  <a:pt x="1386467" y="45476"/>
                </a:lnTo>
                <a:lnTo>
                  <a:pt x="1385944" y="45997"/>
                </a:lnTo>
                <a:lnTo>
                  <a:pt x="1385434" y="46531"/>
                </a:lnTo>
                <a:lnTo>
                  <a:pt x="1384937" y="47080"/>
                </a:lnTo>
                <a:lnTo>
                  <a:pt x="1384453" y="47643"/>
                </a:lnTo>
                <a:lnTo>
                  <a:pt x="1383983" y="48221"/>
                </a:lnTo>
                <a:lnTo>
                  <a:pt x="1383526" y="48812"/>
                </a:lnTo>
                <a:lnTo>
                  <a:pt x="1383083" y="49417"/>
                </a:lnTo>
                <a:lnTo>
                  <a:pt x="1382653" y="50037"/>
                </a:lnTo>
                <a:lnTo>
                  <a:pt x="1382239" y="50671"/>
                </a:lnTo>
                <a:lnTo>
                  <a:pt x="1381842" y="51322"/>
                </a:lnTo>
                <a:lnTo>
                  <a:pt x="1381462" y="51988"/>
                </a:lnTo>
                <a:lnTo>
                  <a:pt x="1381101" y="52672"/>
                </a:lnTo>
                <a:lnTo>
                  <a:pt x="1380757" y="53371"/>
                </a:lnTo>
                <a:lnTo>
                  <a:pt x="1380431" y="54086"/>
                </a:lnTo>
                <a:lnTo>
                  <a:pt x="1380122" y="54818"/>
                </a:lnTo>
                <a:lnTo>
                  <a:pt x="1379831" y="55566"/>
                </a:lnTo>
                <a:lnTo>
                  <a:pt x="1379557" y="56330"/>
                </a:lnTo>
                <a:lnTo>
                  <a:pt x="1379302" y="57111"/>
                </a:lnTo>
                <a:lnTo>
                  <a:pt x="1379064" y="57907"/>
                </a:lnTo>
                <a:lnTo>
                  <a:pt x="1378843" y="58720"/>
                </a:lnTo>
                <a:lnTo>
                  <a:pt x="1378640" y="59549"/>
                </a:lnTo>
                <a:lnTo>
                  <a:pt x="1378455" y="60395"/>
                </a:lnTo>
                <a:lnTo>
                  <a:pt x="1378287" y="61256"/>
                </a:lnTo>
                <a:lnTo>
                  <a:pt x="1378137" y="62134"/>
                </a:lnTo>
                <a:lnTo>
                  <a:pt x="1378005" y="63028"/>
                </a:lnTo>
                <a:lnTo>
                  <a:pt x="1377890" y="63938"/>
                </a:lnTo>
                <a:lnTo>
                  <a:pt x="1377793" y="64865"/>
                </a:lnTo>
                <a:lnTo>
                  <a:pt x="1377714" y="65807"/>
                </a:lnTo>
                <a:lnTo>
                  <a:pt x="1377652" y="66766"/>
                </a:lnTo>
                <a:lnTo>
                  <a:pt x="1377608" y="67742"/>
                </a:lnTo>
                <a:lnTo>
                  <a:pt x="1377582" y="68733"/>
                </a:lnTo>
                <a:lnTo>
                  <a:pt x="1377573" y="69741"/>
                </a:lnTo>
                <a:lnTo>
                  <a:pt x="1393553" y="69741"/>
                </a:lnTo>
                <a:lnTo>
                  <a:pt x="1393565" y="68804"/>
                </a:lnTo>
                <a:lnTo>
                  <a:pt x="1393600" y="67889"/>
                </a:lnTo>
                <a:lnTo>
                  <a:pt x="1393659" y="66995"/>
                </a:lnTo>
                <a:lnTo>
                  <a:pt x="1393742" y="66122"/>
                </a:lnTo>
                <a:lnTo>
                  <a:pt x="1393849" y="65271"/>
                </a:lnTo>
                <a:lnTo>
                  <a:pt x="1393979" y="64440"/>
                </a:lnTo>
                <a:lnTo>
                  <a:pt x="1394132" y="63631"/>
                </a:lnTo>
                <a:lnTo>
                  <a:pt x="1394309" y="62843"/>
                </a:lnTo>
                <a:lnTo>
                  <a:pt x="1394510" y="62076"/>
                </a:lnTo>
                <a:lnTo>
                  <a:pt x="1394735" y="61330"/>
                </a:lnTo>
                <a:lnTo>
                  <a:pt x="1394983" y="60605"/>
                </a:lnTo>
                <a:lnTo>
                  <a:pt x="1395255" y="59902"/>
                </a:lnTo>
                <a:lnTo>
                  <a:pt x="1395550" y="59219"/>
                </a:lnTo>
                <a:lnTo>
                  <a:pt x="1395869" y="58558"/>
                </a:lnTo>
                <a:lnTo>
                  <a:pt x="1396212" y="57918"/>
                </a:lnTo>
                <a:lnTo>
                  <a:pt x="1396578" y="57299"/>
                </a:lnTo>
                <a:lnTo>
                  <a:pt x="1396968" y="56701"/>
                </a:lnTo>
                <a:lnTo>
                  <a:pt x="1397382" y="56125"/>
                </a:lnTo>
                <a:lnTo>
                  <a:pt x="1397819" y="55570"/>
                </a:lnTo>
                <a:lnTo>
                  <a:pt x="1398280" y="55035"/>
                </a:lnTo>
                <a:lnTo>
                  <a:pt x="1398764" y="54522"/>
                </a:lnTo>
                <a:lnTo>
                  <a:pt x="1399272" y="54030"/>
                </a:lnTo>
                <a:lnTo>
                  <a:pt x="1399804" y="53560"/>
                </a:lnTo>
                <a:lnTo>
                  <a:pt x="1400359" y="53110"/>
                </a:lnTo>
                <a:lnTo>
                  <a:pt x="1400932" y="52680"/>
                </a:lnTo>
                <a:lnTo>
                  <a:pt x="1401516" y="52268"/>
                </a:lnTo>
                <a:lnTo>
                  <a:pt x="1402110" y="51875"/>
                </a:lnTo>
                <a:lnTo>
                  <a:pt x="1402716" y="51500"/>
                </a:lnTo>
                <a:lnTo>
                  <a:pt x="1403332" y="51144"/>
                </a:lnTo>
                <a:lnTo>
                  <a:pt x="1403960" y="50805"/>
                </a:lnTo>
                <a:lnTo>
                  <a:pt x="1404598" y="50485"/>
                </a:lnTo>
                <a:lnTo>
                  <a:pt x="1405248" y="50183"/>
                </a:lnTo>
                <a:lnTo>
                  <a:pt x="1405908" y="49900"/>
                </a:lnTo>
                <a:lnTo>
                  <a:pt x="1406579" y="49634"/>
                </a:lnTo>
                <a:lnTo>
                  <a:pt x="1407262" y="49387"/>
                </a:lnTo>
                <a:lnTo>
                  <a:pt x="1407955" y="49159"/>
                </a:lnTo>
                <a:lnTo>
                  <a:pt x="1408659" y="48948"/>
                </a:lnTo>
                <a:lnTo>
                  <a:pt x="1409374" y="48756"/>
                </a:lnTo>
                <a:lnTo>
                  <a:pt x="1410100" y="48583"/>
                </a:lnTo>
                <a:lnTo>
                  <a:pt x="1410838" y="48427"/>
                </a:lnTo>
                <a:lnTo>
                  <a:pt x="1411586" y="48290"/>
                </a:lnTo>
                <a:lnTo>
                  <a:pt x="1412345" y="48171"/>
                </a:lnTo>
                <a:lnTo>
                  <a:pt x="1413115" y="48070"/>
                </a:lnTo>
                <a:lnTo>
                  <a:pt x="1413895" y="47988"/>
                </a:lnTo>
                <a:lnTo>
                  <a:pt x="1414687" y="47924"/>
                </a:lnTo>
                <a:lnTo>
                  <a:pt x="1415490" y="47878"/>
                </a:lnTo>
                <a:lnTo>
                  <a:pt x="1416304" y="47851"/>
                </a:lnTo>
                <a:lnTo>
                  <a:pt x="1417129" y="47842"/>
                </a:lnTo>
                <a:lnTo>
                  <a:pt x="1417904" y="47850"/>
                </a:lnTo>
                <a:lnTo>
                  <a:pt x="1418668" y="47875"/>
                </a:lnTo>
                <a:lnTo>
                  <a:pt x="1419421" y="47917"/>
                </a:lnTo>
                <a:lnTo>
                  <a:pt x="1420162" y="47976"/>
                </a:lnTo>
                <a:lnTo>
                  <a:pt x="1420892" y="48052"/>
                </a:lnTo>
                <a:lnTo>
                  <a:pt x="1421611" y="48144"/>
                </a:lnTo>
                <a:lnTo>
                  <a:pt x="1422318" y="48253"/>
                </a:lnTo>
                <a:lnTo>
                  <a:pt x="1423014" y="48379"/>
                </a:lnTo>
                <a:lnTo>
                  <a:pt x="1423699" y="48522"/>
                </a:lnTo>
                <a:lnTo>
                  <a:pt x="1424373" y="48681"/>
                </a:lnTo>
                <a:lnTo>
                  <a:pt x="1425035" y="48857"/>
                </a:lnTo>
                <a:lnTo>
                  <a:pt x="1425686" y="49050"/>
                </a:lnTo>
                <a:lnTo>
                  <a:pt x="1426326" y="49260"/>
                </a:lnTo>
                <a:lnTo>
                  <a:pt x="1426954" y="49487"/>
                </a:lnTo>
                <a:lnTo>
                  <a:pt x="1427571" y="49730"/>
                </a:lnTo>
                <a:lnTo>
                  <a:pt x="1428177" y="49990"/>
                </a:lnTo>
                <a:lnTo>
                  <a:pt x="1428771" y="50267"/>
                </a:lnTo>
                <a:lnTo>
                  <a:pt x="1429354" y="50561"/>
                </a:lnTo>
                <a:lnTo>
                  <a:pt x="1429926" y="50871"/>
                </a:lnTo>
                <a:lnTo>
                  <a:pt x="1430487" y="51198"/>
                </a:lnTo>
                <a:lnTo>
                  <a:pt x="1431036" y="51542"/>
                </a:lnTo>
                <a:lnTo>
                  <a:pt x="1431574" y="51903"/>
                </a:lnTo>
                <a:lnTo>
                  <a:pt x="1432100" y="52281"/>
                </a:lnTo>
                <a:lnTo>
                  <a:pt x="1432616" y="52675"/>
                </a:lnTo>
                <a:lnTo>
                  <a:pt x="1433115" y="53092"/>
                </a:lnTo>
                <a:lnTo>
                  <a:pt x="1433593" y="53538"/>
                </a:lnTo>
                <a:lnTo>
                  <a:pt x="1434049" y="54011"/>
                </a:lnTo>
                <a:lnTo>
                  <a:pt x="1434484" y="54513"/>
                </a:lnTo>
                <a:lnTo>
                  <a:pt x="1434899" y="55043"/>
                </a:lnTo>
                <a:lnTo>
                  <a:pt x="1435291" y="55602"/>
                </a:lnTo>
                <a:lnTo>
                  <a:pt x="1435663" y="56189"/>
                </a:lnTo>
                <a:lnTo>
                  <a:pt x="1436013" y="56804"/>
                </a:lnTo>
                <a:lnTo>
                  <a:pt x="1436343" y="57448"/>
                </a:lnTo>
                <a:lnTo>
                  <a:pt x="1436650" y="58120"/>
                </a:lnTo>
                <a:lnTo>
                  <a:pt x="1436937" y="58820"/>
                </a:lnTo>
                <a:lnTo>
                  <a:pt x="1437203" y="59549"/>
                </a:lnTo>
                <a:lnTo>
                  <a:pt x="1437447" y="60306"/>
                </a:lnTo>
                <a:lnTo>
                  <a:pt x="1437670" y="61091"/>
                </a:lnTo>
                <a:lnTo>
                  <a:pt x="1437872" y="61905"/>
                </a:lnTo>
                <a:lnTo>
                  <a:pt x="1438052" y="62746"/>
                </a:lnTo>
                <a:lnTo>
                  <a:pt x="1438211" y="63617"/>
                </a:lnTo>
                <a:lnTo>
                  <a:pt x="1438349" y="64515"/>
                </a:lnTo>
                <a:lnTo>
                  <a:pt x="1438466" y="65442"/>
                </a:lnTo>
                <a:lnTo>
                  <a:pt x="1438562" y="66398"/>
                </a:lnTo>
                <a:lnTo>
                  <a:pt x="1438636" y="67381"/>
                </a:lnTo>
                <a:lnTo>
                  <a:pt x="1438689" y="68393"/>
                </a:lnTo>
                <a:lnTo>
                  <a:pt x="1438721" y="69433"/>
                </a:lnTo>
                <a:lnTo>
                  <a:pt x="1438732" y="70502"/>
                </a:lnTo>
                <a:lnTo>
                  <a:pt x="1438732" y="77570"/>
                </a:lnTo>
                <a:lnTo>
                  <a:pt x="1437088" y="77591"/>
                </a:lnTo>
                <a:lnTo>
                  <a:pt x="1435462" y="77620"/>
                </a:lnTo>
                <a:lnTo>
                  <a:pt x="1433853" y="77657"/>
                </a:lnTo>
                <a:lnTo>
                  <a:pt x="1432262" y="77701"/>
                </a:lnTo>
                <a:lnTo>
                  <a:pt x="1430689" y="77754"/>
                </a:lnTo>
                <a:lnTo>
                  <a:pt x="1429132" y="77814"/>
                </a:lnTo>
                <a:lnTo>
                  <a:pt x="1427594" y="77882"/>
                </a:lnTo>
                <a:lnTo>
                  <a:pt x="1426072" y="77958"/>
                </a:lnTo>
                <a:lnTo>
                  <a:pt x="1424569" y="78042"/>
                </a:lnTo>
                <a:lnTo>
                  <a:pt x="1423082" y="78134"/>
                </a:lnTo>
                <a:lnTo>
                  <a:pt x="1421613" y="78234"/>
                </a:lnTo>
                <a:lnTo>
                  <a:pt x="1420162" y="78342"/>
                </a:lnTo>
                <a:lnTo>
                  <a:pt x="1418728" y="78457"/>
                </a:lnTo>
                <a:lnTo>
                  <a:pt x="1417312" y="78581"/>
                </a:lnTo>
                <a:lnTo>
                  <a:pt x="1415913" y="78712"/>
                </a:lnTo>
                <a:lnTo>
                  <a:pt x="1414531" y="78851"/>
                </a:lnTo>
                <a:lnTo>
                  <a:pt x="1413167" y="78998"/>
                </a:lnTo>
                <a:lnTo>
                  <a:pt x="1411821" y="79153"/>
                </a:lnTo>
                <a:lnTo>
                  <a:pt x="1410491" y="79316"/>
                </a:lnTo>
                <a:lnTo>
                  <a:pt x="1409180" y="79487"/>
                </a:lnTo>
                <a:lnTo>
                  <a:pt x="1407886" y="79666"/>
                </a:lnTo>
                <a:lnTo>
                  <a:pt x="1406609" y="79852"/>
                </a:lnTo>
                <a:lnTo>
                  <a:pt x="1405350" y="80047"/>
                </a:lnTo>
                <a:lnTo>
                  <a:pt x="1404108" y="80249"/>
                </a:lnTo>
                <a:lnTo>
                  <a:pt x="1402887" y="80463"/>
                </a:lnTo>
                <a:lnTo>
                  <a:pt x="1401688" y="80692"/>
                </a:lnTo>
                <a:lnTo>
                  <a:pt x="1400514" y="80937"/>
                </a:lnTo>
                <a:lnTo>
                  <a:pt x="1399362" y="81196"/>
                </a:lnTo>
                <a:lnTo>
                  <a:pt x="1398234" y="81471"/>
                </a:lnTo>
                <a:lnTo>
                  <a:pt x="1397129" y="81761"/>
                </a:lnTo>
                <a:lnTo>
                  <a:pt x="1396047" y="82067"/>
                </a:lnTo>
                <a:lnTo>
                  <a:pt x="1394989" y="82388"/>
                </a:lnTo>
                <a:lnTo>
                  <a:pt x="1393954" y="82724"/>
                </a:lnTo>
                <a:lnTo>
                  <a:pt x="1392942" y="83075"/>
                </a:lnTo>
                <a:lnTo>
                  <a:pt x="1391954" y="83442"/>
                </a:lnTo>
                <a:lnTo>
                  <a:pt x="1390988" y="83823"/>
                </a:lnTo>
                <a:lnTo>
                  <a:pt x="1390047" y="84220"/>
                </a:lnTo>
                <a:lnTo>
                  <a:pt x="1389128" y="84633"/>
                </a:lnTo>
                <a:lnTo>
                  <a:pt x="1388233" y="85060"/>
                </a:lnTo>
                <a:lnTo>
                  <a:pt x="1387361" y="85503"/>
                </a:lnTo>
                <a:lnTo>
                  <a:pt x="1386512" y="85961"/>
                </a:lnTo>
                <a:lnTo>
                  <a:pt x="1385686" y="86435"/>
                </a:lnTo>
                <a:lnTo>
                  <a:pt x="1384884" y="86923"/>
                </a:lnTo>
                <a:lnTo>
                  <a:pt x="1384105" y="87427"/>
                </a:lnTo>
                <a:lnTo>
                  <a:pt x="1383350" y="87946"/>
                </a:lnTo>
                <a:lnTo>
                  <a:pt x="1382617" y="88481"/>
                </a:lnTo>
                <a:lnTo>
                  <a:pt x="1381908" y="89031"/>
                </a:lnTo>
                <a:lnTo>
                  <a:pt x="1381223" y="89595"/>
                </a:lnTo>
                <a:lnTo>
                  <a:pt x="1380563" y="90179"/>
                </a:lnTo>
                <a:lnTo>
                  <a:pt x="1379931" y="90785"/>
                </a:lnTo>
                <a:lnTo>
                  <a:pt x="1379327" y="91413"/>
                </a:lnTo>
                <a:lnTo>
                  <a:pt x="1378751" y="92063"/>
                </a:lnTo>
                <a:lnTo>
                  <a:pt x="1378204" y="92735"/>
                </a:lnTo>
                <a:lnTo>
                  <a:pt x="1377684" y="93429"/>
                </a:lnTo>
                <a:lnTo>
                  <a:pt x="1377192" y="94145"/>
                </a:lnTo>
                <a:lnTo>
                  <a:pt x="1376729" y="94883"/>
                </a:lnTo>
                <a:lnTo>
                  <a:pt x="1376294" y="95644"/>
                </a:lnTo>
                <a:lnTo>
                  <a:pt x="1375886" y="96427"/>
                </a:lnTo>
                <a:lnTo>
                  <a:pt x="1375507" y="97231"/>
                </a:lnTo>
                <a:lnTo>
                  <a:pt x="1375156" y="98058"/>
                </a:lnTo>
                <a:lnTo>
                  <a:pt x="1374833" y="98907"/>
                </a:lnTo>
                <a:lnTo>
                  <a:pt x="1374538" y="99778"/>
                </a:lnTo>
                <a:lnTo>
                  <a:pt x="1374272" y="100671"/>
                </a:lnTo>
                <a:lnTo>
                  <a:pt x="1374033" y="101586"/>
                </a:lnTo>
                <a:lnTo>
                  <a:pt x="1373822" y="102523"/>
                </a:lnTo>
                <a:lnTo>
                  <a:pt x="1373640" y="103483"/>
                </a:lnTo>
                <a:lnTo>
                  <a:pt x="1373485" y="104464"/>
                </a:lnTo>
                <a:lnTo>
                  <a:pt x="1373359" y="105468"/>
                </a:lnTo>
                <a:lnTo>
                  <a:pt x="1373260" y="106493"/>
                </a:lnTo>
                <a:lnTo>
                  <a:pt x="1373190" y="107541"/>
                </a:lnTo>
                <a:lnTo>
                  <a:pt x="1373148" y="108611"/>
                </a:lnTo>
                <a:lnTo>
                  <a:pt x="1373134" y="109703"/>
                </a:lnTo>
                <a:lnTo>
                  <a:pt x="1373141" y="110473"/>
                </a:lnTo>
                <a:lnTo>
                  <a:pt x="1373162" y="111232"/>
                </a:lnTo>
                <a:lnTo>
                  <a:pt x="1373198" y="111981"/>
                </a:lnTo>
                <a:lnTo>
                  <a:pt x="1373248" y="112719"/>
                </a:lnTo>
                <a:lnTo>
                  <a:pt x="1373312" y="113448"/>
                </a:lnTo>
                <a:lnTo>
                  <a:pt x="1373390" y="114165"/>
                </a:lnTo>
                <a:lnTo>
                  <a:pt x="1373482" y="114873"/>
                </a:lnTo>
                <a:lnTo>
                  <a:pt x="1373589" y="115570"/>
                </a:lnTo>
                <a:lnTo>
                  <a:pt x="1373710" y="116257"/>
                </a:lnTo>
                <a:lnTo>
                  <a:pt x="1373845" y="116933"/>
                </a:lnTo>
                <a:lnTo>
                  <a:pt x="1373994" y="117599"/>
                </a:lnTo>
                <a:lnTo>
                  <a:pt x="1374157" y="118255"/>
                </a:lnTo>
                <a:lnTo>
                  <a:pt x="1374335" y="118900"/>
                </a:lnTo>
                <a:lnTo>
                  <a:pt x="1374527" y="119535"/>
                </a:lnTo>
                <a:lnTo>
                  <a:pt x="1374733" y="120160"/>
                </a:lnTo>
                <a:lnTo>
                  <a:pt x="1374953" y="120774"/>
                </a:lnTo>
                <a:lnTo>
                  <a:pt x="1375188" y="121378"/>
                </a:lnTo>
                <a:lnTo>
                  <a:pt x="1375437" y="121972"/>
                </a:lnTo>
                <a:lnTo>
                  <a:pt x="1375700" y="122555"/>
                </a:lnTo>
                <a:lnTo>
                  <a:pt x="1375977" y="123128"/>
                </a:lnTo>
                <a:lnTo>
                  <a:pt x="1376268" y="123691"/>
                </a:lnTo>
                <a:lnTo>
                  <a:pt x="1376574" y="124243"/>
                </a:lnTo>
                <a:lnTo>
                  <a:pt x="1376894" y="124785"/>
                </a:lnTo>
                <a:lnTo>
                  <a:pt x="1377228" y="125317"/>
                </a:lnTo>
                <a:lnTo>
                  <a:pt x="1377574" y="125838"/>
                </a:lnTo>
                <a:lnTo>
                  <a:pt x="1377929" y="126348"/>
                </a:lnTo>
                <a:lnTo>
                  <a:pt x="1378294" y="126847"/>
                </a:lnTo>
                <a:lnTo>
                  <a:pt x="1378669" y="127336"/>
                </a:lnTo>
                <a:lnTo>
                  <a:pt x="1379053" y="127814"/>
                </a:lnTo>
                <a:lnTo>
                  <a:pt x="1379447" y="128282"/>
                </a:lnTo>
                <a:lnTo>
                  <a:pt x="1379851" y="128739"/>
                </a:lnTo>
                <a:lnTo>
                  <a:pt x="1380264" y="129185"/>
                </a:lnTo>
                <a:lnTo>
                  <a:pt x="1380686" y="129620"/>
                </a:lnTo>
                <a:lnTo>
                  <a:pt x="1381119" y="130045"/>
                </a:lnTo>
                <a:lnTo>
                  <a:pt x="1381560" y="130459"/>
                </a:lnTo>
                <a:lnTo>
                  <a:pt x="1382012" y="130862"/>
                </a:lnTo>
                <a:lnTo>
                  <a:pt x="1382473" y="131255"/>
                </a:lnTo>
                <a:lnTo>
                  <a:pt x="1382944" y="131637"/>
                </a:lnTo>
                <a:lnTo>
                  <a:pt x="1383424" y="132008"/>
                </a:lnTo>
                <a:lnTo>
                  <a:pt x="1383914" y="132368"/>
                </a:lnTo>
                <a:lnTo>
                  <a:pt x="1384413" y="132718"/>
                </a:lnTo>
                <a:lnTo>
                  <a:pt x="1384922" y="133057"/>
                </a:lnTo>
                <a:lnTo>
                  <a:pt x="1385440" y="133385"/>
                </a:lnTo>
                <a:lnTo>
                  <a:pt x="1385969" y="133703"/>
                </a:lnTo>
                <a:lnTo>
                  <a:pt x="1386506" y="134010"/>
                </a:lnTo>
                <a:lnTo>
                  <a:pt x="1387054" y="134306"/>
                </a:lnTo>
                <a:lnTo>
                  <a:pt x="1387611" y="134592"/>
                </a:lnTo>
                <a:lnTo>
                  <a:pt x="1388177" y="134866"/>
                </a:lnTo>
                <a:lnTo>
                  <a:pt x="1388751" y="135130"/>
                </a:lnTo>
                <a:lnTo>
                  <a:pt x="1389330" y="135383"/>
                </a:lnTo>
                <a:lnTo>
                  <a:pt x="1389913" y="135624"/>
                </a:lnTo>
                <a:lnTo>
                  <a:pt x="1390502" y="135854"/>
                </a:lnTo>
                <a:lnTo>
                  <a:pt x="1391096" y="136073"/>
                </a:lnTo>
                <a:lnTo>
                  <a:pt x="1391694" y="136281"/>
                </a:lnTo>
                <a:lnTo>
                  <a:pt x="1392298" y="136478"/>
                </a:lnTo>
                <a:lnTo>
                  <a:pt x="1392906" y="136663"/>
                </a:lnTo>
                <a:lnTo>
                  <a:pt x="1393520" y="136837"/>
                </a:lnTo>
                <a:lnTo>
                  <a:pt x="1394138" y="137000"/>
                </a:lnTo>
                <a:lnTo>
                  <a:pt x="1394762" y="137151"/>
                </a:lnTo>
                <a:lnTo>
                  <a:pt x="1395390" y="137292"/>
                </a:lnTo>
                <a:lnTo>
                  <a:pt x="1396024" y="137421"/>
                </a:lnTo>
                <a:lnTo>
                  <a:pt x="1396662" y="137539"/>
                </a:lnTo>
                <a:lnTo>
                  <a:pt x="1397305" y="137645"/>
                </a:lnTo>
                <a:lnTo>
                  <a:pt x="1397954" y="137741"/>
                </a:lnTo>
                <a:lnTo>
                  <a:pt x="1398607" y="137825"/>
                </a:lnTo>
                <a:lnTo>
                  <a:pt x="1399265" y="137898"/>
                </a:lnTo>
                <a:lnTo>
                  <a:pt x="1399928" y="137960"/>
                </a:lnTo>
                <a:lnTo>
                  <a:pt x="1400597" y="138010"/>
                </a:lnTo>
                <a:lnTo>
                  <a:pt x="1401270" y="138049"/>
                </a:lnTo>
                <a:lnTo>
                  <a:pt x="1401948" y="138078"/>
                </a:lnTo>
                <a:lnTo>
                  <a:pt x="1402631" y="138094"/>
                </a:lnTo>
                <a:lnTo>
                  <a:pt x="1403319" y="138100"/>
                </a:lnTo>
                <a:lnTo>
                  <a:pt x="1404284" y="138092"/>
                </a:lnTo>
                <a:lnTo>
                  <a:pt x="1405239" y="138069"/>
                </a:lnTo>
                <a:lnTo>
                  <a:pt x="1406183" y="138030"/>
                </a:lnTo>
                <a:lnTo>
                  <a:pt x="1407118" y="137975"/>
                </a:lnTo>
                <a:close/>
                <a:moveTo>
                  <a:pt x="1404819" y="125350"/>
                </a:moveTo>
                <a:lnTo>
                  <a:pt x="1404146" y="125280"/>
                </a:lnTo>
                <a:lnTo>
                  <a:pt x="1403488" y="125195"/>
                </a:lnTo>
                <a:lnTo>
                  <a:pt x="1402845" y="125094"/>
                </a:lnTo>
                <a:lnTo>
                  <a:pt x="1402217" y="124978"/>
                </a:lnTo>
                <a:lnTo>
                  <a:pt x="1401604" y="124846"/>
                </a:lnTo>
                <a:lnTo>
                  <a:pt x="1401006" y="124699"/>
                </a:lnTo>
                <a:lnTo>
                  <a:pt x="1400422" y="124536"/>
                </a:lnTo>
                <a:lnTo>
                  <a:pt x="1399854" y="124358"/>
                </a:lnTo>
                <a:lnTo>
                  <a:pt x="1399300" y="124164"/>
                </a:lnTo>
                <a:lnTo>
                  <a:pt x="1398762" y="123955"/>
                </a:lnTo>
                <a:lnTo>
                  <a:pt x="1398238" y="123730"/>
                </a:lnTo>
                <a:lnTo>
                  <a:pt x="1397729" y="123490"/>
                </a:lnTo>
                <a:lnTo>
                  <a:pt x="1397235" y="123234"/>
                </a:lnTo>
                <a:lnTo>
                  <a:pt x="1396756" y="122963"/>
                </a:lnTo>
                <a:lnTo>
                  <a:pt x="1396292" y="122676"/>
                </a:lnTo>
                <a:lnTo>
                  <a:pt x="1395842" y="122374"/>
                </a:lnTo>
                <a:lnTo>
                  <a:pt x="1395408" y="122056"/>
                </a:lnTo>
                <a:lnTo>
                  <a:pt x="1394989" y="121723"/>
                </a:lnTo>
                <a:lnTo>
                  <a:pt x="1394584" y="121374"/>
                </a:lnTo>
                <a:lnTo>
                  <a:pt x="1394194" y="121010"/>
                </a:lnTo>
                <a:lnTo>
                  <a:pt x="1393820" y="120633"/>
                </a:lnTo>
                <a:lnTo>
                  <a:pt x="1393462" y="120245"/>
                </a:lnTo>
                <a:lnTo>
                  <a:pt x="1393119" y="119847"/>
                </a:lnTo>
                <a:lnTo>
                  <a:pt x="1392793" y="119438"/>
                </a:lnTo>
                <a:lnTo>
                  <a:pt x="1392482" y="119019"/>
                </a:lnTo>
                <a:lnTo>
                  <a:pt x="1392188" y="118589"/>
                </a:lnTo>
                <a:lnTo>
                  <a:pt x="1391909" y="118149"/>
                </a:lnTo>
                <a:lnTo>
                  <a:pt x="1391646" y="117698"/>
                </a:lnTo>
                <a:lnTo>
                  <a:pt x="1391399" y="117237"/>
                </a:lnTo>
                <a:lnTo>
                  <a:pt x="1391168" y="116765"/>
                </a:lnTo>
                <a:lnTo>
                  <a:pt x="1390953" y="116283"/>
                </a:lnTo>
                <a:lnTo>
                  <a:pt x="1390754" y="115790"/>
                </a:lnTo>
                <a:lnTo>
                  <a:pt x="1390571" y="115286"/>
                </a:lnTo>
                <a:lnTo>
                  <a:pt x="1390404" y="114773"/>
                </a:lnTo>
                <a:lnTo>
                  <a:pt x="1390252" y="114248"/>
                </a:lnTo>
                <a:lnTo>
                  <a:pt x="1390117" y="113713"/>
                </a:lnTo>
                <a:lnTo>
                  <a:pt x="1389998" y="113168"/>
                </a:lnTo>
                <a:lnTo>
                  <a:pt x="1389894" y="112612"/>
                </a:lnTo>
                <a:lnTo>
                  <a:pt x="1389807" y="112046"/>
                </a:lnTo>
                <a:lnTo>
                  <a:pt x="1389735" y="111469"/>
                </a:lnTo>
                <a:lnTo>
                  <a:pt x="1389679" y="110881"/>
                </a:lnTo>
                <a:lnTo>
                  <a:pt x="1389639" y="110283"/>
                </a:lnTo>
                <a:lnTo>
                  <a:pt x="1389615" y="109675"/>
                </a:lnTo>
                <a:lnTo>
                  <a:pt x="1389607" y="109056"/>
                </a:lnTo>
                <a:lnTo>
                  <a:pt x="1389627" y="108152"/>
                </a:lnTo>
                <a:lnTo>
                  <a:pt x="1389687" y="107269"/>
                </a:lnTo>
                <a:lnTo>
                  <a:pt x="1389785" y="106408"/>
                </a:lnTo>
                <a:lnTo>
                  <a:pt x="1389924" y="105568"/>
                </a:lnTo>
                <a:lnTo>
                  <a:pt x="1390102" y="104749"/>
                </a:lnTo>
                <a:lnTo>
                  <a:pt x="1390319" y="103952"/>
                </a:lnTo>
                <a:lnTo>
                  <a:pt x="1390577" y="103176"/>
                </a:lnTo>
                <a:lnTo>
                  <a:pt x="1390873" y="102422"/>
                </a:lnTo>
                <a:lnTo>
                  <a:pt x="1391210" y="101689"/>
                </a:lnTo>
                <a:lnTo>
                  <a:pt x="1391585" y="100977"/>
                </a:lnTo>
                <a:lnTo>
                  <a:pt x="1392001" y="100287"/>
                </a:lnTo>
                <a:lnTo>
                  <a:pt x="1392456" y="99618"/>
                </a:lnTo>
                <a:lnTo>
                  <a:pt x="1392950" y="98970"/>
                </a:lnTo>
                <a:lnTo>
                  <a:pt x="1393484" y="98344"/>
                </a:lnTo>
                <a:lnTo>
                  <a:pt x="1394058" y="97739"/>
                </a:lnTo>
                <a:lnTo>
                  <a:pt x="1394671" y="97156"/>
                </a:lnTo>
                <a:lnTo>
                  <a:pt x="1395324" y="96594"/>
                </a:lnTo>
                <a:lnTo>
                  <a:pt x="1396016" y="96053"/>
                </a:lnTo>
                <a:lnTo>
                  <a:pt x="1396748" y="95534"/>
                </a:lnTo>
                <a:lnTo>
                  <a:pt x="1397519" y="95036"/>
                </a:lnTo>
                <a:lnTo>
                  <a:pt x="1398330" y="94559"/>
                </a:lnTo>
                <a:lnTo>
                  <a:pt x="1399181" y="94104"/>
                </a:lnTo>
                <a:lnTo>
                  <a:pt x="1400071" y="93670"/>
                </a:lnTo>
                <a:lnTo>
                  <a:pt x="1401001" y="93258"/>
                </a:lnTo>
                <a:lnTo>
                  <a:pt x="1401976" y="92863"/>
                </a:lnTo>
                <a:lnTo>
                  <a:pt x="1403003" y="92485"/>
                </a:lnTo>
                <a:lnTo>
                  <a:pt x="1404081" y="92122"/>
                </a:lnTo>
                <a:lnTo>
                  <a:pt x="1405211" y="91775"/>
                </a:lnTo>
                <a:lnTo>
                  <a:pt x="1406392" y="91443"/>
                </a:lnTo>
                <a:lnTo>
                  <a:pt x="1407625" y="91128"/>
                </a:lnTo>
                <a:lnTo>
                  <a:pt x="1408910" y="90828"/>
                </a:lnTo>
                <a:lnTo>
                  <a:pt x="1410246" y="90543"/>
                </a:lnTo>
                <a:lnTo>
                  <a:pt x="1411633" y="90274"/>
                </a:lnTo>
                <a:lnTo>
                  <a:pt x="1413072" y="90021"/>
                </a:lnTo>
                <a:lnTo>
                  <a:pt x="1414563" y="89784"/>
                </a:lnTo>
                <a:lnTo>
                  <a:pt x="1416105" y="89562"/>
                </a:lnTo>
                <a:lnTo>
                  <a:pt x="1417699" y="89356"/>
                </a:lnTo>
                <a:lnTo>
                  <a:pt x="1419344" y="89166"/>
                </a:lnTo>
                <a:lnTo>
                  <a:pt x="1421041" y="88991"/>
                </a:lnTo>
                <a:lnTo>
                  <a:pt x="1422790" y="88832"/>
                </a:lnTo>
                <a:lnTo>
                  <a:pt x="1424590" y="88689"/>
                </a:lnTo>
                <a:lnTo>
                  <a:pt x="1426441" y="88561"/>
                </a:lnTo>
                <a:lnTo>
                  <a:pt x="1428344" y="88450"/>
                </a:lnTo>
                <a:lnTo>
                  <a:pt x="1430299" y="88353"/>
                </a:lnTo>
                <a:lnTo>
                  <a:pt x="1432305" y="88273"/>
                </a:lnTo>
                <a:lnTo>
                  <a:pt x="1434363" y="88208"/>
                </a:lnTo>
                <a:lnTo>
                  <a:pt x="1436472" y="88159"/>
                </a:lnTo>
                <a:lnTo>
                  <a:pt x="1438633" y="88125"/>
                </a:lnTo>
                <a:lnTo>
                  <a:pt x="1438633" y="108442"/>
                </a:lnTo>
                <a:lnTo>
                  <a:pt x="1438185" y="109053"/>
                </a:lnTo>
                <a:lnTo>
                  <a:pt x="1437727" y="109656"/>
                </a:lnTo>
                <a:lnTo>
                  <a:pt x="1437261" y="110249"/>
                </a:lnTo>
                <a:lnTo>
                  <a:pt x="1436786" y="110833"/>
                </a:lnTo>
                <a:lnTo>
                  <a:pt x="1436302" y="111409"/>
                </a:lnTo>
                <a:lnTo>
                  <a:pt x="1435809" y="111975"/>
                </a:lnTo>
                <a:lnTo>
                  <a:pt x="1435307" y="112533"/>
                </a:lnTo>
                <a:lnTo>
                  <a:pt x="1434797" y="113082"/>
                </a:lnTo>
                <a:lnTo>
                  <a:pt x="1434277" y="113622"/>
                </a:lnTo>
                <a:lnTo>
                  <a:pt x="1433749" y="114153"/>
                </a:lnTo>
                <a:lnTo>
                  <a:pt x="1433211" y="114675"/>
                </a:lnTo>
                <a:lnTo>
                  <a:pt x="1432665" y="115188"/>
                </a:lnTo>
                <a:lnTo>
                  <a:pt x="1432110" y="115692"/>
                </a:lnTo>
                <a:lnTo>
                  <a:pt x="1431546" y="116188"/>
                </a:lnTo>
                <a:lnTo>
                  <a:pt x="1430973" y="116674"/>
                </a:lnTo>
                <a:lnTo>
                  <a:pt x="1430391" y="117152"/>
                </a:lnTo>
                <a:lnTo>
                  <a:pt x="1429800" y="117620"/>
                </a:lnTo>
                <a:lnTo>
                  <a:pt x="1429200" y="118080"/>
                </a:lnTo>
                <a:lnTo>
                  <a:pt x="1428592" y="118531"/>
                </a:lnTo>
                <a:lnTo>
                  <a:pt x="1427974" y="118973"/>
                </a:lnTo>
                <a:lnTo>
                  <a:pt x="1427348" y="119406"/>
                </a:lnTo>
                <a:lnTo>
                  <a:pt x="1426712" y="119831"/>
                </a:lnTo>
                <a:lnTo>
                  <a:pt x="1426068" y="120246"/>
                </a:lnTo>
                <a:lnTo>
                  <a:pt x="1425415" y="120653"/>
                </a:lnTo>
                <a:lnTo>
                  <a:pt x="1424754" y="121046"/>
                </a:lnTo>
                <a:lnTo>
                  <a:pt x="1424086" y="121423"/>
                </a:lnTo>
                <a:lnTo>
                  <a:pt x="1423411" y="121783"/>
                </a:lnTo>
                <a:lnTo>
                  <a:pt x="1422730" y="122126"/>
                </a:lnTo>
                <a:lnTo>
                  <a:pt x="1422041" y="122452"/>
                </a:lnTo>
                <a:lnTo>
                  <a:pt x="1421346" y="122762"/>
                </a:lnTo>
                <a:lnTo>
                  <a:pt x="1420644" y="123055"/>
                </a:lnTo>
                <a:lnTo>
                  <a:pt x="1419935" y="123331"/>
                </a:lnTo>
                <a:lnTo>
                  <a:pt x="1419219" y="123590"/>
                </a:lnTo>
                <a:lnTo>
                  <a:pt x="1418496" y="123833"/>
                </a:lnTo>
                <a:lnTo>
                  <a:pt x="1417767" y="124059"/>
                </a:lnTo>
                <a:lnTo>
                  <a:pt x="1417030" y="124268"/>
                </a:lnTo>
                <a:lnTo>
                  <a:pt x="1416287" y="124461"/>
                </a:lnTo>
                <a:lnTo>
                  <a:pt x="1415537" y="124637"/>
                </a:lnTo>
                <a:lnTo>
                  <a:pt x="1414780" y="124796"/>
                </a:lnTo>
                <a:lnTo>
                  <a:pt x="1414016" y="124938"/>
                </a:lnTo>
                <a:lnTo>
                  <a:pt x="1413245" y="125064"/>
                </a:lnTo>
                <a:lnTo>
                  <a:pt x="1412468" y="125172"/>
                </a:lnTo>
                <a:lnTo>
                  <a:pt x="1411684" y="125264"/>
                </a:lnTo>
                <a:lnTo>
                  <a:pt x="1410892" y="125340"/>
                </a:lnTo>
                <a:lnTo>
                  <a:pt x="1410094" y="125398"/>
                </a:lnTo>
                <a:lnTo>
                  <a:pt x="1409289" y="125440"/>
                </a:lnTo>
                <a:lnTo>
                  <a:pt x="1408478" y="125465"/>
                </a:lnTo>
                <a:lnTo>
                  <a:pt x="1407659" y="125474"/>
                </a:lnTo>
                <a:lnTo>
                  <a:pt x="1406927" y="125466"/>
                </a:lnTo>
                <a:lnTo>
                  <a:pt x="1406209" y="125443"/>
                </a:lnTo>
                <a:lnTo>
                  <a:pt x="1405507" y="125404"/>
                </a:lnTo>
                <a:lnTo>
                  <a:pt x="1404819" y="125350"/>
                </a:lnTo>
                <a:close/>
                <a:moveTo>
                  <a:pt x="1005893" y="138390"/>
                </a:moveTo>
                <a:lnTo>
                  <a:pt x="1005741" y="138878"/>
                </a:lnTo>
                <a:lnTo>
                  <a:pt x="1005577" y="139360"/>
                </a:lnTo>
                <a:lnTo>
                  <a:pt x="1005401" y="139837"/>
                </a:lnTo>
                <a:lnTo>
                  <a:pt x="1005213" y="140308"/>
                </a:lnTo>
                <a:lnTo>
                  <a:pt x="1005014" y="140773"/>
                </a:lnTo>
                <a:lnTo>
                  <a:pt x="1004802" y="141232"/>
                </a:lnTo>
                <a:lnTo>
                  <a:pt x="1004578" y="141685"/>
                </a:lnTo>
                <a:lnTo>
                  <a:pt x="1004342" y="142133"/>
                </a:lnTo>
                <a:lnTo>
                  <a:pt x="1004094" y="142574"/>
                </a:lnTo>
                <a:lnTo>
                  <a:pt x="1003834" y="143010"/>
                </a:lnTo>
                <a:lnTo>
                  <a:pt x="1003563" y="143440"/>
                </a:lnTo>
                <a:lnTo>
                  <a:pt x="1003279" y="143864"/>
                </a:lnTo>
                <a:lnTo>
                  <a:pt x="1002983" y="144283"/>
                </a:lnTo>
                <a:lnTo>
                  <a:pt x="1002675" y="144695"/>
                </a:lnTo>
                <a:lnTo>
                  <a:pt x="1002356" y="145102"/>
                </a:lnTo>
                <a:lnTo>
                  <a:pt x="1002024" y="145503"/>
                </a:lnTo>
                <a:lnTo>
                  <a:pt x="1001680" y="145898"/>
                </a:lnTo>
                <a:lnTo>
                  <a:pt x="1001325" y="146287"/>
                </a:lnTo>
                <a:lnTo>
                  <a:pt x="1000960" y="146670"/>
                </a:lnTo>
                <a:lnTo>
                  <a:pt x="1000592" y="147046"/>
                </a:lnTo>
                <a:lnTo>
                  <a:pt x="1000218" y="147414"/>
                </a:lnTo>
                <a:lnTo>
                  <a:pt x="999839" y="147775"/>
                </a:lnTo>
                <a:lnTo>
                  <a:pt x="999456" y="148129"/>
                </a:lnTo>
                <a:lnTo>
                  <a:pt x="999068" y="148476"/>
                </a:lnTo>
                <a:lnTo>
                  <a:pt x="998675" y="148816"/>
                </a:lnTo>
                <a:lnTo>
                  <a:pt x="998278" y="149148"/>
                </a:lnTo>
                <a:lnTo>
                  <a:pt x="997875" y="149473"/>
                </a:lnTo>
                <a:lnTo>
                  <a:pt x="997468" y="149791"/>
                </a:lnTo>
                <a:lnTo>
                  <a:pt x="997056" y="150102"/>
                </a:lnTo>
                <a:lnTo>
                  <a:pt x="996639" y="150406"/>
                </a:lnTo>
                <a:lnTo>
                  <a:pt x="996217" y="150702"/>
                </a:lnTo>
                <a:lnTo>
                  <a:pt x="995791" y="150991"/>
                </a:lnTo>
                <a:lnTo>
                  <a:pt x="995360" y="151273"/>
                </a:lnTo>
                <a:lnTo>
                  <a:pt x="994924" y="151548"/>
                </a:lnTo>
                <a:lnTo>
                  <a:pt x="994483" y="151816"/>
                </a:lnTo>
                <a:lnTo>
                  <a:pt x="994037" y="152076"/>
                </a:lnTo>
                <a:lnTo>
                  <a:pt x="993587" y="152330"/>
                </a:lnTo>
                <a:lnTo>
                  <a:pt x="993132" y="152576"/>
                </a:lnTo>
                <a:lnTo>
                  <a:pt x="992672" y="152815"/>
                </a:lnTo>
                <a:lnTo>
                  <a:pt x="992207" y="153046"/>
                </a:lnTo>
                <a:lnTo>
                  <a:pt x="991737" y="153271"/>
                </a:lnTo>
                <a:lnTo>
                  <a:pt x="991263" y="153488"/>
                </a:lnTo>
                <a:lnTo>
                  <a:pt x="995406" y="162761"/>
                </a:lnTo>
                <a:lnTo>
                  <a:pt x="995987" y="162503"/>
                </a:lnTo>
                <a:lnTo>
                  <a:pt x="996563" y="162239"/>
                </a:lnTo>
                <a:lnTo>
                  <a:pt x="997135" y="161970"/>
                </a:lnTo>
                <a:lnTo>
                  <a:pt x="997701" y="161695"/>
                </a:lnTo>
                <a:lnTo>
                  <a:pt x="998262" y="161414"/>
                </a:lnTo>
                <a:lnTo>
                  <a:pt x="998818" y="161127"/>
                </a:lnTo>
                <a:lnTo>
                  <a:pt x="999370" y="160834"/>
                </a:lnTo>
                <a:lnTo>
                  <a:pt x="999916" y="160536"/>
                </a:lnTo>
                <a:lnTo>
                  <a:pt x="1000458" y="160231"/>
                </a:lnTo>
                <a:lnTo>
                  <a:pt x="1000994" y="159921"/>
                </a:lnTo>
                <a:lnTo>
                  <a:pt x="1001526" y="159605"/>
                </a:lnTo>
                <a:lnTo>
                  <a:pt x="1002052" y="159284"/>
                </a:lnTo>
                <a:lnTo>
                  <a:pt x="1002574" y="158956"/>
                </a:lnTo>
                <a:lnTo>
                  <a:pt x="1003090" y="158623"/>
                </a:lnTo>
                <a:lnTo>
                  <a:pt x="1003602" y="158283"/>
                </a:lnTo>
                <a:lnTo>
                  <a:pt x="1004109" y="157938"/>
                </a:lnTo>
                <a:lnTo>
                  <a:pt x="1004610" y="157587"/>
                </a:lnTo>
                <a:lnTo>
                  <a:pt x="1005107" y="157231"/>
                </a:lnTo>
                <a:lnTo>
                  <a:pt x="1005599" y="156868"/>
                </a:lnTo>
                <a:lnTo>
                  <a:pt x="1006085" y="156500"/>
                </a:lnTo>
                <a:lnTo>
                  <a:pt x="1006567" y="156125"/>
                </a:lnTo>
                <a:lnTo>
                  <a:pt x="1007044" y="155745"/>
                </a:lnTo>
                <a:lnTo>
                  <a:pt x="1007516" y="155360"/>
                </a:lnTo>
                <a:lnTo>
                  <a:pt x="1007983" y="154968"/>
                </a:lnTo>
                <a:lnTo>
                  <a:pt x="1008443" y="154570"/>
                </a:lnTo>
                <a:lnTo>
                  <a:pt x="1008896" y="154164"/>
                </a:lnTo>
                <a:lnTo>
                  <a:pt x="1009341" y="153751"/>
                </a:lnTo>
                <a:lnTo>
                  <a:pt x="1009778" y="153331"/>
                </a:lnTo>
                <a:lnTo>
                  <a:pt x="1010207" y="152903"/>
                </a:lnTo>
                <a:lnTo>
                  <a:pt x="1010628" y="152468"/>
                </a:lnTo>
                <a:lnTo>
                  <a:pt x="1011041" y="152026"/>
                </a:lnTo>
                <a:lnTo>
                  <a:pt x="1011446" y="151576"/>
                </a:lnTo>
                <a:lnTo>
                  <a:pt x="1011844" y="151119"/>
                </a:lnTo>
                <a:lnTo>
                  <a:pt x="1012234" y="150654"/>
                </a:lnTo>
                <a:lnTo>
                  <a:pt x="1012615" y="150182"/>
                </a:lnTo>
                <a:lnTo>
                  <a:pt x="1012989" y="149703"/>
                </a:lnTo>
                <a:lnTo>
                  <a:pt x="1013355" y="149216"/>
                </a:lnTo>
                <a:lnTo>
                  <a:pt x="1013713" y="148722"/>
                </a:lnTo>
                <a:lnTo>
                  <a:pt x="1014063" y="148221"/>
                </a:lnTo>
                <a:lnTo>
                  <a:pt x="1014406" y="147712"/>
                </a:lnTo>
                <a:lnTo>
                  <a:pt x="1014740" y="147196"/>
                </a:lnTo>
                <a:lnTo>
                  <a:pt x="1015067" y="146673"/>
                </a:lnTo>
                <a:lnTo>
                  <a:pt x="1015385" y="146142"/>
                </a:lnTo>
                <a:lnTo>
                  <a:pt x="1015696" y="145604"/>
                </a:lnTo>
                <a:lnTo>
                  <a:pt x="1015999" y="145058"/>
                </a:lnTo>
                <a:lnTo>
                  <a:pt x="1016294" y="144505"/>
                </a:lnTo>
                <a:lnTo>
                  <a:pt x="1016582" y="143945"/>
                </a:lnTo>
                <a:lnTo>
                  <a:pt x="1016861" y="143377"/>
                </a:lnTo>
                <a:lnTo>
                  <a:pt x="1017130" y="142802"/>
                </a:lnTo>
                <a:lnTo>
                  <a:pt x="1017389" y="142217"/>
                </a:lnTo>
                <a:lnTo>
                  <a:pt x="1017635" y="141624"/>
                </a:lnTo>
                <a:lnTo>
                  <a:pt x="1017871" y="141022"/>
                </a:lnTo>
                <a:lnTo>
                  <a:pt x="1018094" y="140412"/>
                </a:lnTo>
                <a:lnTo>
                  <a:pt x="1018307" y="139792"/>
                </a:lnTo>
                <a:lnTo>
                  <a:pt x="1018507" y="139164"/>
                </a:lnTo>
                <a:lnTo>
                  <a:pt x="1018697" y="138527"/>
                </a:lnTo>
                <a:lnTo>
                  <a:pt x="1018875" y="137882"/>
                </a:lnTo>
                <a:lnTo>
                  <a:pt x="1019041" y="137228"/>
                </a:lnTo>
                <a:lnTo>
                  <a:pt x="1019196" y="136565"/>
                </a:lnTo>
                <a:lnTo>
                  <a:pt x="1019339" y="135893"/>
                </a:lnTo>
                <a:lnTo>
                  <a:pt x="1019471" y="135212"/>
                </a:lnTo>
                <a:lnTo>
                  <a:pt x="1019592" y="134523"/>
                </a:lnTo>
                <a:lnTo>
                  <a:pt x="1019701" y="133825"/>
                </a:lnTo>
                <a:lnTo>
                  <a:pt x="1019798" y="133119"/>
                </a:lnTo>
                <a:lnTo>
                  <a:pt x="1019884" y="132403"/>
                </a:lnTo>
                <a:lnTo>
                  <a:pt x="1019959" y="131679"/>
                </a:lnTo>
                <a:lnTo>
                  <a:pt x="1020022" y="130946"/>
                </a:lnTo>
                <a:lnTo>
                  <a:pt x="1020074" y="130204"/>
                </a:lnTo>
                <a:lnTo>
                  <a:pt x="1020114" y="129454"/>
                </a:lnTo>
                <a:lnTo>
                  <a:pt x="1020142" y="128695"/>
                </a:lnTo>
                <a:lnTo>
                  <a:pt x="1020160" y="127927"/>
                </a:lnTo>
                <a:lnTo>
                  <a:pt x="1020165" y="127151"/>
                </a:lnTo>
                <a:lnTo>
                  <a:pt x="1020159" y="126492"/>
                </a:lnTo>
                <a:lnTo>
                  <a:pt x="1020141" y="125848"/>
                </a:lnTo>
                <a:lnTo>
                  <a:pt x="1020110" y="125218"/>
                </a:lnTo>
                <a:lnTo>
                  <a:pt x="1020067" y="124602"/>
                </a:lnTo>
                <a:lnTo>
                  <a:pt x="1020011" y="124001"/>
                </a:lnTo>
                <a:lnTo>
                  <a:pt x="1019943" y="123415"/>
                </a:lnTo>
                <a:lnTo>
                  <a:pt x="1019863" y="122842"/>
                </a:lnTo>
                <a:lnTo>
                  <a:pt x="1019771" y="122284"/>
                </a:lnTo>
                <a:lnTo>
                  <a:pt x="1019666" y="121741"/>
                </a:lnTo>
                <a:lnTo>
                  <a:pt x="1019549" y="121212"/>
                </a:lnTo>
                <a:lnTo>
                  <a:pt x="1019419" y="120697"/>
                </a:lnTo>
                <a:lnTo>
                  <a:pt x="1019278" y="120196"/>
                </a:lnTo>
                <a:lnTo>
                  <a:pt x="1019123" y="119710"/>
                </a:lnTo>
                <a:lnTo>
                  <a:pt x="1018957" y="119239"/>
                </a:lnTo>
                <a:lnTo>
                  <a:pt x="1018778" y="118781"/>
                </a:lnTo>
                <a:lnTo>
                  <a:pt x="1018587" y="118339"/>
                </a:lnTo>
                <a:lnTo>
                  <a:pt x="1018384" y="117910"/>
                </a:lnTo>
                <a:lnTo>
                  <a:pt x="1018168" y="117496"/>
                </a:lnTo>
                <a:lnTo>
                  <a:pt x="1017940" y="117096"/>
                </a:lnTo>
                <a:lnTo>
                  <a:pt x="1017699" y="116711"/>
                </a:lnTo>
                <a:lnTo>
                  <a:pt x="1017447" y="116340"/>
                </a:lnTo>
                <a:lnTo>
                  <a:pt x="1017181" y="115983"/>
                </a:lnTo>
                <a:lnTo>
                  <a:pt x="1016904" y="115641"/>
                </a:lnTo>
                <a:lnTo>
                  <a:pt x="1016614" y="115314"/>
                </a:lnTo>
                <a:lnTo>
                  <a:pt x="1016315" y="115000"/>
                </a:lnTo>
                <a:lnTo>
                  <a:pt x="1016009" y="114699"/>
                </a:lnTo>
                <a:lnTo>
                  <a:pt x="1015697" y="114412"/>
                </a:lnTo>
                <a:lnTo>
                  <a:pt x="1015378" y="114138"/>
                </a:lnTo>
                <a:lnTo>
                  <a:pt x="1015053" y="113878"/>
                </a:lnTo>
                <a:lnTo>
                  <a:pt x="1014722" y="113630"/>
                </a:lnTo>
                <a:lnTo>
                  <a:pt x="1014383" y="113397"/>
                </a:lnTo>
                <a:lnTo>
                  <a:pt x="1014039" y="113176"/>
                </a:lnTo>
                <a:lnTo>
                  <a:pt x="1013687" y="112969"/>
                </a:lnTo>
                <a:lnTo>
                  <a:pt x="1013330" y="112776"/>
                </a:lnTo>
                <a:lnTo>
                  <a:pt x="1012965" y="112595"/>
                </a:lnTo>
                <a:lnTo>
                  <a:pt x="1012595" y="112428"/>
                </a:lnTo>
                <a:lnTo>
                  <a:pt x="1012217" y="112275"/>
                </a:lnTo>
                <a:lnTo>
                  <a:pt x="1011833" y="112134"/>
                </a:lnTo>
                <a:lnTo>
                  <a:pt x="1011443" y="112007"/>
                </a:lnTo>
                <a:lnTo>
                  <a:pt x="1011046" y="111894"/>
                </a:lnTo>
                <a:lnTo>
                  <a:pt x="1010643" y="111794"/>
                </a:lnTo>
                <a:lnTo>
                  <a:pt x="1010233" y="111707"/>
                </a:lnTo>
                <a:lnTo>
                  <a:pt x="1009817" y="111633"/>
                </a:lnTo>
                <a:lnTo>
                  <a:pt x="1009394" y="111573"/>
                </a:lnTo>
                <a:lnTo>
                  <a:pt x="1008965" y="111527"/>
                </a:lnTo>
                <a:lnTo>
                  <a:pt x="1008529" y="111493"/>
                </a:lnTo>
                <a:lnTo>
                  <a:pt x="1008087" y="111473"/>
                </a:lnTo>
                <a:lnTo>
                  <a:pt x="1007638" y="111466"/>
                </a:lnTo>
                <a:lnTo>
                  <a:pt x="1007181" y="111473"/>
                </a:lnTo>
                <a:lnTo>
                  <a:pt x="1006730" y="111491"/>
                </a:lnTo>
                <a:lnTo>
                  <a:pt x="1006286" y="111521"/>
                </a:lnTo>
                <a:lnTo>
                  <a:pt x="1005848" y="111564"/>
                </a:lnTo>
                <a:lnTo>
                  <a:pt x="1005417" y="111618"/>
                </a:lnTo>
                <a:lnTo>
                  <a:pt x="1004993" y="111685"/>
                </a:lnTo>
                <a:lnTo>
                  <a:pt x="1004575" y="111764"/>
                </a:lnTo>
                <a:lnTo>
                  <a:pt x="1004163" y="111856"/>
                </a:lnTo>
                <a:lnTo>
                  <a:pt x="1003758" y="111959"/>
                </a:lnTo>
                <a:lnTo>
                  <a:pt x="1003360" y="112074"/>
                </a:lnTo>
                <a:lnTo>
                  <a:pt x="1002968" y="112202"/>
                </a:lnTo>
                <a:lnTo>
                  <a:pt x="1002582" y="112342"/>
                </a:lnTo>
                <a:lnTo>
                  <a:pt x="1002203" y="112494"/>
                </a:lnTo>
                <a:lnTo>
                  <a:pt x="1001831" y="112658"/>
                </a:lnTo>
                <a:lnTo>
                  <a:pt x="1001465" y="112834"/>
                </a:lnTo>
                <a:lnTo>
                  <a:pt x="1001105" y="113023"/>
                </a:lnTo>
                <a:lnTo>
                  <a:pt x="1000752" y="113223"/>
                </a:lnTo>
                <a:lnTo>
                  <a:pt x="1000406" y="113436"/>
                </a:lnTo>
                <a:lnTo>
                  <a:pt x="1000066" y="113661"/>
                </a:lnTo>
                <a:lnTo>
                  <a:pt x="999733" y="113898"/>
                </a:lnTo>
                <a:lnTo>
                  <a:pt x="999406" y="114148"/>
                </a:lnTo>
                <a:lnTo>
                  <a:pt x="999085" y="114409"/>
                </a:lnTo>
                <a:lnTo>
                  <a:pt x="998771" y="114683"/>
                </a:lnTo>
                <a:lnTo>
                  <a:pt x="998464" y="114968"/>
                </a:lnTo>
                <a:lnTo>
                  <a:pt x="998166" y="115263"/>
                </a:lnTo>
                <a:lnTo>
                  <a:pt x="997881" y="115565"/>
                </a:lnTo>
                <a:lnTo>
                  <a:pt x="997609" y="115874"/>
                </a:lnTo>
                <a:lnTo>
                  <a:pt x="997349" y="116189"/>
                </a:lnTo>
                <a:lnTo>
                  <a:pt x="997102" y="116511"/>
                </a:lnTo>
                <a:lnTo>
                  <a:pt x="996867" y="116839"/>
                </a:lnTo>
                <a:lnTo>
                  <a:pt x="996645" y="117175"/>
                </a:lnTo>
                <a:lnTo>
                  <a:pt x="996436" y="117517"/>
                </a:lnTo>
                <a:lnTo>
                  <a:pt x="996240" y="117865"/>
                </a:lnTo>
                <a:lnTo>
                  <a:pt x="996056" y="118220"/>
                </a:lnTo>
                <a:lnTo>
                  <a:pt x="995885" y="118582"/>
                </a:lnTo>
                <a:lnTo>
                  <a:pt x="995727" y="118951"/>
                </a:lnTo>
                <a:lnTo>
                  <a:pt x="995581" y="119326"/>
                </a:lnTo>
                <a:lnTo>
                  <a:pt x="995448" y="119708"/>
                </a:lnTo>
                <a:lnTo>
                  <a:pt x="995327" y="120097"/>
                </a:lnTo>
                <a:lnTo>
                  <a:pt x="995220" y="120492"/>
                </a:lnTo>
                <a:lnTo>
                  <a:pt x="995125" y="120894"/>
                </a:lnTo>
                <a:lnTo>
                  <a:pt x="995042" y="121303"/>
                </a:lnTo>
                <a:lnTo>
                  <a:pt x="994973" y="121718"/>
                </a:lnTo>
                <a:lnTo>
                  <a:pt x="994916" y="122140"/>
                </a:lnTo>
                <a:lnTo>
                  <a:pt x="994871" y="122569"/>
                </a:lnTo>
                <a:lnTo>
                  <a:pt x="994839" y="123005"/>
                </a:lnTo>
                <a:lnTo>
                  <a:pt x="994820" y="123447"/>
                </a:lnTo>
                <a:lnTo>
                  <a:pt x="994814" y="123895"/>
                </a:lnTo>
                <a:lnTo>
                  <a:pt x="994820" y="124328"/>
                </a:lnTo>
                <a:lnTo>
                  <a:pt x="994839" y="124755"/>
                </a:lnTo>
                <a:lnTo>
                  <a:pt x="994871" y="125177"/>
                </a:lnTo>
                <a:lnTo>
                  <a:pt x="994916" y="125593"/>
                </a:lnTo>
                <a:lnTo>
                  <a:pt x="994973" y="126003"/>
                </a:lnTo>
                <a:lnTo>
                  <a:pt x="995042" y="126408"/>
                </a:lnTo>
                <a:lnTo>
                  <a:pt x="995125" y="126807"/>
                </a:lnTo>
                <a:lnTo>
                  <a:pt x="995220" y="127200"/>
                </a:lnTo>
                <a:lnTo>
                  <a:pt x="995327" y="127588"/>
                </a:lnTo>
                <a:lnTo>
                  <a:pt x="995448" y="127970"/>
                </a:lnTo>
                <a:lnTo>
                  <a:pt x="995581" y="128346"/>
                </a:lnTo>
                <a:lnTo>
                  <a:pt x="995727" y="128717"/>
                </a:lnTo>
                <a:lnTo>
                  <a:pt x="995885" y="129082"/>
                </a:lnTo>
                <a:lnTo>
                  <a:pt x="996056" y="129441"/>
                </a:lnTo>
                <a:lnTo>
                  <a:pt x="996240" y="129795"/>
                </a:lnTo>
                <a:lnTo>
                  <a:pt x="996436" y="130143"/>
                </a:lnTo>
                <a:lnTo>
                  <a:pt x="996645" y="130485"/>
                </a:lnTo>
                <a:lnTo>
                  <a:pt x="996867" y="130822"/>
                </a:lnTo>
                <a:lnTo>
                  <a:pt x="997102" y="131153"/>
                </a:lnTo>
                <a:lnTo>
                  <a:pt x="997349" y="131479"/>
                </a:lnTo>
                <a:lnTo>
                  <a:pt x="997609" y="131798"/>
                </a:lnTo>
                <a:lnTo>
                  <a:pt x="997881" y="132113"/>
                </a:lnTo>
                <a:lnTo>
                  <a:pt x="998166" y="132421"/>
                </a:lnTo>
                <a:lnTo>
                  <a:pt x="998464" y="132724"/>
                </a:lnTo>
                <a:lnTo>
                  <a:pt x="998771" y="133018"/>
                </a:lnTo>
                <a:lnTo>
                  <a:pt x="999085" y="133299"/>
                </a:lnTo>
                <a:lnTo>
                  <a:pt x="999406" y="133568"/>
                </a:lnTo>
                <a:lnTo>
                  <a:pt x="999733" y="133824"/>
                </a:lnTo>
                <a:lnTo>
                  <a:pt x="1000066" y="134068"/>
                </a:lnTo>
                <a:lnTo>
                  <a:pt x="1000406" y="134299"/>
                </a:lnTo>
                <a:lnTo>
                  <a:pt x="1000752" y="134518"/>
                </a:lnTo>
                <a:lnTo>
                  <a:pt x="1001105" y="134724"/>
                </a:lnTo>
                <a:lnTo>
                  <a:pt x="1001465" y="134918"/>
                </a:lnTo>
                <a:lnTo>
                  <a:pt x="1001831" y="135099"/>
                </a:lnTo>
                <a:lnTo>
                  <a:pt x="1002203" y="135268"/>
                </a:lnTo>
                <a:lnTo>
                  <a:pt x="1002582" y="135424"/>
                </a:lnTo>
                <a:lnTo>
                  <a:pt x="1002968" y="135568"/>
                </a:lnTo>
                <a:lnTo>
                  <a:pt x="1003360" y="135699"/>
                </a:lnTo>
                <a:lnTo>
                  <a:pt x="1003758" y="135818"/>
                </a:lnTo>
                <a:lnTo>
                  <a:pt x="1004163" y="135924"/>
                </a:lnTo>
                <a:lnTo>
                  <a:pt x="1004575" y="136018"/>
                </a:lnTo>
                <a:lnTo>
                  <a:pt x="1004993" y="136099"/>
                </a:lnTo>
                <a:lnTo>
                  <a:pt x="1005417" y="136168"/>
                </a:lnTo>
                <a:lnTo>
                  <a:pt x="1005848" y="136224"/>
                </a:lnTo>
                <a:lnTo>
                  <a:pt x="1006286" y="136268"/>
                </a:lnTo>
                <a:lnTo>
                  <a:pt x="1006399" y="136276"/>
                </a:lnTo>
                <a:lnTo>
                  <a:pt x="1006381" y="136379"/>
                </a:lnTo>
                <a:lnTo>
                  <a:pt x="1006277" y="136890"/>
                </a:lnTo>
                <a:lnTo>
                  <a:pt x="1006161" y="137396"/>
                </a:lnTo>
                <a:lnTo>
                  <a:pt x="1006033" y="137896"/>
                </a:lnTo>
                <a:lnTo>
                  <a:pt x="1005893" y="13839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" name="Text treedatastructure">
            <a:extLst xmlns:a="http://schemas.openxmlformats.org/drawingml/2006/main">
              <a:ext uri="{FF2B5EF4-FFF2-40B4-BE49-F238E27FC236}">
                <a16:creationId xmlns:a16="http://schemas.microsoft.com/office/drawing/2014/main" id="{FD644F65-90BB-4F3A-AB53-7889C2181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91" y="6642990"/>
            <a:ext cx="1597931" cy="134409"/>
          </a:xfrm>
          <a:custGeom xmlns:a="http://schemas.openxmlformats.org/drawingml/2006/main">
            <a:pathLst>
              <a:path w="1597931" h="134409">
                <a:moveTo>
                  <a:pt x="44737" y="132635"/>
                </a:moveTo>
                <a:cubicBezTo>
                  <a:pt x="36985" y="132635"/>
                  <a:pt x="31040" y="131359"/>
                  <a:pt x="26901" y="128807"/>
                </a:cubicBezTo>
                <a:cubicBezTo>
                  <a:pt x="22763" y="126256"/>
                  <a:pt x="19922" y="122582"/>
                  <a:pt x="18378" y="117786"/>
                </a:cubicBezTo>
                <a:cubicBezTo>
                  <a:pt x="16834" y="112989"/>
                  <a:pt x="16062" y="107222"/>
                  <a:pt x="16062" y="100486"/>
                </a:cubicBezTo>
                <a:lnTo>
                  <a:pt x="16062" y="47004"/>
                </a:lnTo>
                <a:lnTo>
                  <a:pt x="0" y="47004"/>
                </a:lnTo>
                <a:lnTo>
                  <a:pt x="0" y="33701"/>
                </a:lnTo>
                <a:lnTo>
                  <a:pt x="16062" y="33701"/>
                </a:lnTo>
                <a:lnTo>
                  <a:pt x="16062" y="11726"/>
                </a:lnTo>
                <a:lnTo>
                  <a:pt x="32420" y="11726"/>
                </a:lnTo>
                <a:lnTo>
                  <a:pt x="32420" y="33701"/>
                </a:lnTo>
                <a:lnTo>
                  <a:pt x="56069" y="33701"/>
                </a:lnTo>
                <a:lnTo>
                  <a:pt x="56069" y="47004"/>
                </a:lnTo>
                <a:lnTo>
                  <a:pt x="32420" y="47004"/>
                </a:lnTo>
                <a:lnTo>
                  <a:pt x="32420" y="100018"/>
                </a:lnTo>
                <a:cubicBezTo>
                  <a:pt x="32420" y="106251"/>
                  <a:pt x="33192" y="111028"/>
                  <a:pt x="34735" y="114350"/>
                </a:cubicBezTo>
                <a:cubicBezTo>
                  <a:pt x="36279" y="117671"/>
                  <a:pt x="39974" y="119332"/>
                  <a:pt x="45821" y="119332"/>
                </a:cubicBezTo>
                <a:lnTo>
                  <a:pt x="56266" y="119332"/>
                </a:lnTo>
                <a:lnTo>
                  <a:pt x="56266" y="132635"/>
                </a:lnTo>
                <a:lnTo>
                  <a:pt x="44737" y="132635"/>
                </a:lnTo>
                <a:close/>
                <a:moveTo>
                  <a:pt x="75676" y="132635"/>
                </a:moveTo>
                <a:lnTo>
                  <a:pt x="75676" y="33701"/>
                </a:lnTo>
                <a:lnTo>
                  <a:pt x="91147" y="33701"/>
                </a:lnTo>
                <a:lnTo>
                  <a:pt x="91739" y="49566"/>
                </a:lnTo>
                <a:cubicBezTo>
                  <a:pt x="94432" y="44573"/>
                  <a:pt x="98177" y="40401"/>
                  <a:pt x="102972" y="37051"/>
                </a:cubicBezTo>
                <a:cubicBezTo>
                  <a:pt x="107768" y="33701"/>
                  <a:pt x="114009" y="32026"/>
                  <a:pt x="121695" y="32026"/>
                </a:cubicBezTo>
                <a:lnTo>
                  <a:pt x="123666" y="32026"/>
                </a:lnTo>
                <a:lnTo>
                  <a:pt x="123666" y="47102"/>
                </a:lnTo>
                <a:lnTo>
                  <a:pt x="121399" y="47102"/>
                </a:lnTo>
                <a:cubicBezTo>
                  <a:pt x="116604" y="47102"/>
                  <a:pt x="112399" y="47753"/>
                  <a:pt x="108786" y="49055"/>
                </a:cubicBezTo>
                <a:cubicBezTo>
                  <a:pt x="105173" y="50354"/>
                  <a:pt x="102020" y="52150"/>
                  <a:pt x="99326" y="54443"/>
                </a:cubicBezTo>
                <a:cubicBezTo>
                  <a:pt x="96633" y="56737"/>
                  <a:pt x="94235" y="59389"/>
                  <a:pt x="92133" y="62401"/>
                </a:cubicBezTo>
                <a:lnTo>
                  <a:pt x="92133" y="132635"/>
                </a:lnTo>
                <a:lnTo>
                  <a:pt x="75676" y="132635"/>
                </a:lnTo>
                <a:close/>
                <a:moveTo>
                  <a:pt x="184806" y="134409"/>
                </a:moveTo>
                <a:cubicBezTo>
                  <a:pt x="174361" y="134409"/>
                  <a:pt x="165804" y="132160"/>
                  <a:pt x="159137" y="127662"/>
                </a:cubicBezTo>
                <a:cubicBezTo>
                  <a:pt x="152469" y="123162"/>
                  <a:pt x="147525" y="117040"/>
                  <a:pt x="144306" y="109297"/>
                </a:cubicBezTo>
                <a:cubicBezTo>
                  <a:pt x="141087" y="101551"/>
                  <a:pt x="139478" y="92841"/>
                  <a:pt x="139478" y="83168"/>
                </a:cubicBezTo>
                <a:cubicBezTo>
                  <a:pt x="139478" y="73088"/>
                  <a:pt x="141038" y="64209"/>
                  <a:pt x="144158" y="56531"/>
                </a:cubicBezTo>
                <a:cubicBezTo>
                  <a:pt x="147279" y="48853"/>
                  <a:pt x="152042" y="42850"/>
                  <a:pt x="158447" y="38520"/>
                </a:cubicBezTo>
                <a:cubicBezTo>
                  <a:pt x="164852" y="34190"/>
                  <a:pt x="172982" y="32026"/>
                  <a:pt x="182836" y="32026"/>
                </a:cubicBezTo>
                <a:cubicBezTo>
                  <a:pt x="195909" y="32026"/>
                  <a:pt x="206157" y="36079"/>
                  <a:pt x="213580" y="44186"/>
                </a:cubicBezTo>
                <a:cubicBezTo>
                  <a:pt x="221003" y="52291"/>
                  <a:pt x="224715" y="63943"/>
                  <a:pt x="224715" y="79143"/>
                </a:cubicBezTo>
                <a:cubicBezTo>
                  <a:pt x="224715" y="80157"/>
                  <a:pt x="224682" y="81357"/>
                  <a:pt x="224617" y="82743"/>
                </a:cubicBezTo>
                <a:cubicBezTo>
                  <a:pt x="224551" y="84127"/>
                  <a:pt x="224452" y="85122"/>
                  <a:pt x="224321" y="85730"/>
                </a:cubicBezTo>
                <a:lnTo>
                  <a:pt x="155934" y="85730"/>
                </a:lnTo>
                <a:cubicBezTo>
                  <a:pt x="156000" y="92238"/>
                  <a:pt x="157002" y="98215"/>
                  <a:pt x="158940" y="103661"/>
                </a:cubicBezTo>
                <a:cubicBezTo>
                  <a:pt x="160877" y="109108"/>
                  <a:pt x="163949" y="113475"/>
                  <a:pt x="168153" y="116764"/>
                </a:cubicBezTo>
                <a:cubicBezTo>
                  <a:pt x="172357" y="120053"/>
                  <a:pt x="177909" y="121697"/>
                  <a:pt x="184806" y="121697"/>
                </a:cubicBezTo>
                <a:cubicBezTo>
                  <a:pt x="192164" y="121697"/>
                  <a:pt x="197912" y="119884"/>
                  <a:pt x="202051" y="116259"/>
                </a:cubicBezTo>
                <a:cubicBezTo>
                  <a:pt x="206190" y="112634"/>
                  <a:pt x="208357" y="107403"/>
                  <a:pt x="208555" y="100566"/>
                </a:cubicBezTo>
                <a:lnTo>
                  <a:pt x="224814" y="100566"/>
                </a:lnTo>
                <a:cubicBezTo>
                  <a:pt x="224617" y="107544"/>
                  <a:pt x="222876" y="113557"/>
                  <a:pt x="219591" y="118605"/>
                </a:cubicBezTo>
                <a:cubicBezTo>
                  <a:pt x="216306" y="123654"/>
                  <a:pt x="211708" y="127550"/>
                  <a:pt x="205795" y="130295"/>
                </a:cubicBezTo>
                <a:cubicBezTo>
                  <a:pt x="199883" y="133038"/>
                  <a:pt x="192887" y="134409"/>
                  <a:pt x="184806" y="134409"/>
                </a:cubicBezTo>
                <a:moveTo>
                  <a:pt x="156033" y="73708"/>
                </a:moveTo>
                <a:lnTo>
                  <a:pt x="208456" y="73708"/>
                </a:lnTo>
                <a:cubicBezTo>
                  <a:pt x="208259" y="64295"/>
                  <a:pt x="205927" y="57098"/>
                  <a:pt x="201460" y="52115"/>
                </a:cubicBezTo>
                <a:cubicBezTo>
                  <a:pt x="196992" y="47131"/>
                  <a:pt x="190784" y="44639"/>
                  <a:pt x="182836" y="44639"/>
                </a:cubicBezTo>
                <a:cubicBezTo>
                  <a:pt x="174821" y="44639"/>
                  <a:pt x="168531" y="47114"/>
                  <a:pt x="163965" y="52063"/>
                </a:cubicBezTo>
                <a:cubicBezTo>
                  <a:pt x="159399" y="57011"/>
                  <a:pt x="156755" y="64226"/>
                  <a:pt x="156033" y="73708"/>
                </a:cubicBezTo>
                <a:close/>
                <a:moveTo>
                  <a:pt x="285711" y="134409"/>
                </a:moveTo>
                <a:cubicBezTo>
                  <a:pt x="275266" y="134409"/>
                  <a:pt x="266710" y="132160"/>
                  <a:pt x="260042" y="127662"/>
                </a:cubicBezTo>
                <a:cubicBezTo>
                  <a:pt x="253374" y="123162"/>
                  <a:pt x="248430" y="117040"/>
                  <a:pt x="245211" y="109297"/>
                </a:cubicBezTo>
                <a:cubicBezTo>
                  <a:pt x="241992" y="101551"/>
                  <a:pt x="240383" y="92841"/>
                  <a:pt x="240383" y="83168"/>
                </a:cubicBezTo>
                <a:cubicBezTo>
                  <a:pt x="240383" y="73088"/>
                  <a:pt x="241943" y="64209"/>
                  <a:pt x="245064" y="56531"/>
                </a:cubicBezTo>
                <a:cubicBezTo>
                  <a:pt x="248184" y="48853"/>
                  <a:pt x="252947" y="42850"/>
                  <a:pt x="259352" y="38520"/>
                </a:cubicBezTo>
                <a:cubicBezTo>
                  <a:pt x="265757" y="34190"/>
                  <a:pt x="273887" y="32026"/>
                  <a:pt x="283741" y="32026"/>
                </a:cubicBezTo>
                <a:cubicBezTo>
                  <a:pt x="296814" y="32026"/>
                  <a:pt x="307062" y="36079"/>
                  <a:pt x="314485" y="44186"/>
                </a:cubicBezTo>
                <a:cubicBezTo>
                  <a:pt x="321909" y="52291"/>
                  <a:pt x="325620" y="63943"/>
                  <a:pt x="325620" y="79143"/>
                </a:cubicBezTo>
                <a:cubicBezTo>
                  <a:pt x="325620" y="80157"/>
                  <a:pt x="325587" y="81357"/>
                  <a:pt x="325522" y="82743"/>
                </a:cubicBezTo>
                <a:cubicBezTo>
                  <a:pt x="325456" y="84127"/>
                  <a:pt x="325357" y="85122"/>
                  <a:pt x="325226" y="85730"/>
                </a:cubicBezTo>
                <a:lnTo>
                  <a:pt x="256839" y="85730"/>
                </a:lnTo>
                <a:cubicBezTo>
                  <a:pt x="256905" y="92238"/>
                  <a:pt x="257907" y="98215"/>
                  <a:pt x="259845" y="103661"/>
                </a:cubicBezTo>
                <a:cubicBezTo>
                  <a:pt x="261783" y="109108"/>
                  <a:pt x="264854" y="113475"/>
                  <a:pt x="269058" y="116764"/>
                </a:cubicBezTo>
                <a:cubicBezTo>
                  <a:pt x="273263" y="120053"/>
                  <a:pt x="278814" y="121697"/>
                  <a:pt x="285711" y="121697"/>
                </a:cubicBezTo>
                <a:cubicBezTo>
                  <a:pt x="293069" y="121697"/>
                  <a:pt x="298817" y="119884"/>
                  <a:pt x="302956" y="116259"/>
                </a:cubicBezTo>
                <a:cubicBezTo>
                  <a:pt x="307095" y="112634"/>
                  <a:pt x="309263" y="107403"/>
                  <a:pt x="309460" y="100566"/>
                </a:cubicBezTo>
                <a:lnTo>
                  <a:pt x="325719" y="100566"/>
                </a:lnTo>
                <a:cubicBezTo>
                  <a:pt x="325522" y="107544"/>
                  <a:pt x="323781" y="113557"/>
                  <a:pt x="320496" y="118605"/>
                </a:cubicBezTo>
                <a:cubicBezTo>
                  <a:pt x="317212" y="123654"/>
                  <a:pt x="312613" y="127550"/>
                  <a:pt x="306701" y="130295"/>
                </a:cubicBezTo>
                <a:cubicBezTo>
                  <a:pt x="300788" y="133038"/>
                  <a:pt x="293792" y="134409"/>
                  <a:pt x="285711" y="134409"/>
                </a:cubicBezTo>
                <a:moveTo>
                  <a:pt x="256938" y="73708"/>
                </a:moveTo>
                <a:lnTo>
                  <a:pt x="309361" y="73708"/>
                </a:lnTo>
                <a:cubicBezTo>
                  <a:pt x="309164" y="64295"/>
                  <a:pt x="306832" y="57098"/>
                  <a:pt x="302365" y="52115"/>
                </a:cubicBezTo>
                <a:cubicBezTo>
                  <a:pt x="297898" y="47131"/>
                  <a:pt x="291690" y="44639"/>
                  <a:pt x="283741" y="44639"/>
                </a:cubicBezTo>
                <a:cubicBezTo>
                  <a:pt x="275726" y="44639"/>
                  <a:pt x="269436" y="47114"/>
                  <a:pt x="264870" y="52063"/>
                </a:cubicBezTo>
                <a:cubicBezTo>
                  <a:pt x="260305" y="57011"/>
                  <a:pt x="257660" y="64226"/>
                  <a:pt x="256938" y="73708"/>
                </a:cubicBezTo>
                <a:close/>
                <a:moveTo>
                  <a:pt x="429571" y="134409"/>
                </a:moveTo>
                <a:cubicBezTo>
                  <a:pt x="421753" y="134409"/>
                  <a:pt x="414987" y="132481"/>
                  <a:pt x="409272" y="128626"/>
                </a:cubicBezTo>
                <a:cubicBezTo>
                  <a:pt x="403556" y="124770"/>
                  <a:pt x="399138" y="119004"/>
                  <a:pt x="396018" y="111326"/>
                </a:cubicBezTo>
                <a:cubicBezTo>
                  <a:pt x="392897" y="103648"/>
                  <a:pt x="391337" y="94160"/>
                  <a:pt x="391337" y="82863"/>
                </a:cubicBezTo>
                <a:cubicBezTo>
                  <a:pt x="391337" y="71634"/>
                  <a:pt x="392996" y="62265"/>
                  <a:pt x="396314" y="54758"/>
                </a:cubicBezTo>
                <a:cubicBezTo>
                  <a:pt x="399631" y="47248"/>
                  <a:pt x="404312" y="41582"/>
                  <a:pt x="410355" y="37759"/>
                </a:cubicBezTo>
                <a:cubicBezTo>
                  <a:pt x="416399" y="33937"/>
                  <a:pt x="423527" y="32026"/>
                  <a:pt x="431739" y="32026"/>
                </a:cubicBezTo>
                <a:cubicBezTo>
                  <a:pt x="438571" y="32026"/>
                  <a:pt x="444516" y="33520"/>
                  <a:pt x="449574" y="36509"/>
                </a:cubicBezTo>
                <a:cubicBezTo>
                  <a:pt x="454633" y="39498"/>
                  <a:pt x="458706" y="43555"/>
                  <a:pt x="461793" y="48679"/>
                </a:cubicBezTo>
                <a:lnTo>
                  <a:pt x="461793" y="0"/>
                </a:lnTo>
                <a:lnTo>
                  <a:pt x="478250" y="0"/>
                </a:lnTo>
                <a:lnTo>
                  <a:pt x="478250" y="132635"/>
                </a:lnTo>
                <a:lnTo>
                  <a:pt x="462680" y="132635"/>
                </a:lnTo>
                <a:lnTo>
                  <a:pt x="461793" y="118642"/>
                </a:lnTo>
                <a:cubicBezTo>
                  <a:pt x="458377" y="123307"/>
                  <a:pt x="453976" y="127100"/>
                  <a:pt x="448589" y="130024"/>
                </a:cubicBezTo>
                <a:cubicBezTo>
                  <a:pt x="443202" y="132947"/>
                  <a:pt x="436863" y="134409"/>
                  <a:pt x="429571" y="134409"/>
                </a:cubicBezTo>
                <a:moveTo>
                  <a:pt x="432921" y="120909"/>
                </a:moveTo>
                <a:cubicBezTo>
                  <a:pt x="439950" y="120909"/>
                  <a:pt x="445797" y="119182"/>
                  <a:pt x="450461" y="115729"/>
                </a:cubicBezTo>
                <a:cubicBezTo>
                  <a:pt x="455126" y="112276"/>
                  <a:pt x="458903" y="108123"/>
                  <a:pt x="461793" y="103270"/>
                </a:cubicBezTo>
                <a:lnTo>
                  <a:pt x="461793" y="64812"/>
                </a:lnTo>
                <a:cubicBezTo>
                  <a:pt x="459100" y="59205"/>
                  <a:pt x="455569" y="54573"/>
                  <a:pt x="451200" y="50915"/>
                </a:cubicBezTo>
                <a:cubicBezTo>
                  <a:pt x="446832" y="47256"/>
                  <a:pt x="441330" y="45427"/>
                  <a:pt x="434695" y="45427"/>
                </a:cubicBezTo>
                <a:cubicBezTo>
                  <a:pt x="425958" y="45427"/>
                  <a:pt x="419372" y="48675"/>
                  <a:pt x="414938" y="55170"/>
                </a:cubicBezTo>
                <a:cubicBezTo>
                  <a:pt x="410503" y="61666"/>
                  <a:pt x="408286" y="70896"/>
                  <a:pt x="408286" y="82860"/>
                </a:cubicBezTo>
                <a:cubicBezTo>
                  <a:pt x="408286" y="95235"/>
                  <a:pt x="410372" y="104670"/>
                  <a:pt x="414543" y="111166"/>
                </a:cubicBezTo>
                <a:cubicBezTo>
                  <a:pt x="418715" y="117661"/>
                  <a:pt x="424841" y="120909"/>
                  <a:pt x="432921" y="120909"/>
                </a:cubicBezTo>
                <a:close/>
                <a:moveTo>
                  <a:pt x="534706" y="134409"/>
                </a:moveTo>
                <a:cubicBezTo>
                  <a:pt x="529188" y="134409"/>
                  <a:pt x="524146" y="133332"/>
                  <a:pt x="519580" y="131179"/>
                </a:cubicBezTo>
                <a:cubicBezTo>
                  <a:pt x="515015" y="129025"/>
                  <a:pt x="511369" y="125845"/>
                  <a:pt x="508642" y="121639"/>
                </a:cubicBezTo>
                <a:cubicBezTo>
                  <a:pt x="505916" y="117432"/>
                  <a:pt x="504553" y="112233"/>
                  <a:pt x="504553" y="106042"/>
                </a:cubicBezTo>
                <a:cubicBezTo>
                  <a:pt x="504553" y="97226"/>
                  <a:pt x="507246" y="90531"/>
                  <a:pt x="512633" y="85955"/>
                </a:cubicBezTo>
                <a:cubicBezTo>
                  <a:pt x="518020" y="81379"/>
                  <a:pt x="525640" y="78267"/>
                  <a:pt x="535494" y="76618"/>
                </a:cubicBezTo>
                <a:cubicBezTo>
                  <a:pt x="545348" y="74970"/>
                  <a:pt x="556878" y="74078"/>
                  <a:pt x="570082" y="73942"/>
                </a:cubicBezTo>
                <a:lnTo>
                  <a:pt x="570082" y="66881"/>
                </a:lnTo>
                <a:cubicBezTo>
                  <a:pt x="570082" y="58228"/>
                  <a:pt x="568046" y="52292"/>
                  <a:pt x="563973" y="49073"/>
                </a:cubicBezTo>
                <a:cubicBezTo>
                  <a:pt x="559900" y="45854"/>
                  <a:pt x="554743" y="44245"/>
                  <a:pt x="548502" y="44245"/>
                </a:cubicBezTo>
                <a:cubicBezTo>
                  <a:pt x="541867" y="44245"/>
                  <a:pt x="536283" y="45999"/>
                  <a:pt x="531750" y="49507"/>
                </a:cubicBezTo>
                <a:cubicBezTo>
                  <a:pt x="527217" y="53016"/>
                  <a:pt x="524951" y="58553"/>
                  <a:pt x="524951" y="66120"/>
                </a:cubicBezTo>
                <a:lnTo>
                  <a:pt x="508987" y="66120"/>
                </a:lnTo>
                <a:cubicBezTo>
                  <a:pt x="508987" y="58003"/>
                  <a:pt x="510679" y="51442"/>
                  <a:pt x="514062" y="46437"/>
                </a:cubicBezTo>
                <a:cubicBezTo>
                  <a:pt x="517445" y="41430"/>
                  <a:pt x="522109" y="37777"/>
                  <a:pt x="528055" y="35478"/>
                </a:cubicBezTo>
                <a:cubicBezTo>
                  <a:pt x="534000" y="33176"/>
                  <a:pt x="540816" y="32026"/>
                  <a:pt x="548502" y="32026"/>
                </a:cubicBezTo>
                <a:cubicBezTo>
                  <a:pt x="553429" y="32026"/>
                  <a:pt x="558142" y="32500"/>
                  <a:pt x="562642" y="33448"/>
                </a:cubicBezTo>
                <a:cubicBezTo>
                  <a:pt x="567142" y="34395"/>
                  <a:pt x="571182" y="36120"/>
                  <a:pt x="574763" y="38625"/>
                </a:cubicBezTo>
                <a:cubicBezTo>
                  <a:pt x="578343" y="41129"/>
                  <a:pt x="581184" y="44633"/>
                  <a:pt x="583286" y="49135"/>
                </a:cubicBezTo>
                <a:cubicBezTo>
                  <a:pt x="585389" y="53635"/>
                  <a:pt x="586440" y="59437"/>
                  <a:pt x="586440" y="66542"/>
                </a:cubicBezTo>
                <a:lnTo>
                  <a:pt x="586440" y="132635"/>
                </a:lnTo>
                <a:lnTo>
                  <a:pt x="571067" y="132635"/>
                </a:lnTo>
                <a:lnTo>
                  <a:pt x="570378" y="118051"/>
                </a:lnTo>
                <a:cubicBezTo>
                  <a:pt x="565976" y="122978"/>
                  <a:pt x="560869" y="126936"/>
                  <a:pt x="555055" y="129925"/>
                </a:cubicBezTo>
                <a:cubicBezTo>
                  <a:pt x="549241" y="132914"/>
                  <a:pt x="542458" y="134409"/>
                  <a:pt x="534706" y="134409"/>
                </a:cubicBezTo>
                <a:moveTo>
                  <a:pt x="539042" y="121796"/>
                </a:moveTo>
                <a:cubicBezTo>
                  <a:pt x="545611" y="121796"/>
                  <a:pt x="551524" y="120190"/>
                  <a:pt x="556779" y="116980"/>
                </a:cubicBezTo>
                <a:cubicBezTo>
                  <a:pt x="562035" y="113767"/>
                  <a:pt x="566436" y="109701"/>
                  <a:pt x="569984" y="104782"/>
                </a:cubicBezTo>
                <a:lnTo>
                  <a:pt x="569984" y="84486"/>
                </a:lnTo>
                <a:cubicBezTo>
                  <a:pt x="552509" y="84691"/>
                  <a:pt x="539978" y="86400"/>
                  <a:pt x="532390" y="89613"/>
                </a:cubicBezTo>
                <a:cubicBezTo>
                  <a:pt x="524803" y="92824"/>
                  <a:pt x="521009" y="98084"/>
                  <a:pt x="521009" y="105395"/>
                </a:cubicBezTo>
                <a:cubicBezTo>
                  <a:pt x="521009" y="110384"/>
                  <a:pt x="522536" y="114364"/>
                  <a:pt x="525591" y="117337"/>
                </a:cubicBezTo>
                <a:cubicBezTo>
                  <a:pt x="528646" y="120309"/>
                  <a:pt x="533129" y="121796"/>
                  <a:pt x="539042" y="121796"/>
                </a:cubicBezTo>
                <a:close/>
                <a:moveTo>
                  <a:pt x="643105" y="132635"/>
                </a:moveTo>
                <a:cubicBezTo>
                  <a:pt x="635353" y="132635"/>
                  <a:pt x="629408" y="131359"/>
                  <a:pt x="625269" y="128807"/>
                </a:cubicBezTo>
                <a:cubicBezTo>
                  <a:pt x="621131" y="126256"/>
                  <a:pt x="618289" y="122582"/>
                  <a:pt x="616746" y="117786"/>
                </a:cubicBezTo>
                <a:cubicBezTo>
                  <a:pt x="615202" y="112989"/>
                  <a:pt x="614430" y="107222"/>
                  <a:pt x="614430" y="100486"/>
                </a:cubicBezTo>
                <a:lnTo>
                  <a:pt x="614430" y="47004"/>
                </a:lnTo>
                <a:lnTo>
                  <a:pt x="598368" y="47004"/>
                </a:lnTo>
                <a:lnTo>
                  <a:pt x="598368" y="33701"/>
                </a:lnTo>
                <a:lnTo>
                  <a:pt x="614430" y="33701"/>
                </a:lnTo>
                <a:lnTo>
                  <a:pt x="614430" y="11726"/>
                </a:lnTo>
                <a:lnTo>
                  <a:pt x="630788" y="11726"/>
                </a:lnTo>
                <a:lnTo>
                  <a:pt x="630788" y="33701"/>
                </a:lnTo>
                <a:lnTo>
                  <a:pt x="654437" y="33701"/>
                </a:lnTo>
                <a:lnTo>
                  <a:pt x="654437" y="47004"/>
                </a:lnTo>
                <a:lnTo>
                  <a:pt x="630788" y="47004"/>
                </a:lnTo>
                <a:lnTo>
                  <a:pt x="630788" y="100018"/>
                </a:lnTo>
                <a:cubicBezTo>
                  <a:pt x="630788" y="106251"/>
                  <a:pt x="631560" y="111028"/>
                  <a:pt x="633103" y="114350"/>
                </a:cubicBezTo>
                <a:cubicBezTo>
                  <a:pt x="634647" y="117671"/>
                  <a:pt x="638342" y="119332"/>
                  <a:pt x="644189" y="119332"/>
                </a:cubicBezTo>
                <a:lnTo>
                  <a:pt x="654634" y="119332"/>
                </a:lnTo>
                <a:lnTo>
                  <a:pt x="654634" y="132635"/>
                </a:lnTo>
                <a:lnTo>
                  <a:pt x="643105" y="132635"/>
                </a:lnTo>
                <a:close/>
                <a:moveTo>
                  <a:pt x="705034" y="134409"/>
                </a:moveTo>
                <a:cubicBezTo>
                  <a:pt x="699516" y="134409"/>
                  <a:pt x="694474" y="133332"/>
                  <a:pt x="689908" y="131179"/>
                </a:cubicBezTo>
                <a:cubicBezTo>
                  <a:pt x="685342" y="129025"/>
                  <a:pt x="681696" y="125845"/>
                  <a:pt x="678970" y="121639"/>
                </a:cubicBezTo>
                <a:cubicBezTo>
                  <a:pt x="676244" y="117432"/>
                  <a:pt x="674881" y="112233"/>
                  <a:pt x="674881" y="106042"/>
                </a:cubicBezTo>
                <a:cubicBezTo>
                  <a:pt x="674881" y="97226"/>
                  <a:pt x="677574" y="90531"/>
                  <a:pt x="682961" y="85955"/>
                </a:cubicBezTo>
                <a:cubicBezTo>
                  <a:pt x="688348" y="81379"/>
                  <a:pt x="695968" y="78267"/>
                  <a:pt x="705822" y="76618"/>
                </a:cubicBezTo>
                <a:cubicBezTo>
                  <a:pt x="715676" y="74970"/>
                  <a:pt x="727206" y="74078"/>
                  <a:pt x="740410" y="73942"/>
                </a:cubicBezTo>
                <a:lnTo>
                  <a:pt x="740410" y="66881"/>
                </a:lnTo>
                <a:cubicBezTo>
                  <a:pt x="740410" y="58228"/>
                  <a:pt x="738373" y="52292"/>
                  <a:pt x="734300" y="49073"/>
                </a:cubicBezTo>
                <a:cubicBezTo>
                  <a:pt x="730228" y="45854"/>
                  <a:pt x="725071" y="44245"/>
                  <a:pt x="718830" y="44245"/>
                </a:cubicBezTo>
                <a:cubicBezTo>
                  <a:pt x="712195" y="44245"/>
                  <a:pt x="706611" y="45999"/>
                  <a:pt x="702078" y="49507"/>
                </a:cubicBezTo>
                <a:cubicBezTo>
                  <a:pt x="697545" y="53016"/>
                  <a:pt x="695279" y="58553"/>
                  <a:pt x="695279" y="66120"/>
                </a:cubicBezTo>
                <a:lnTo>
                  <a:pt x="679315" y="66120"/>
                </a:lnTo>
                <a:cubicBezTo>
                  <a:pt x="679315" y="58003"/>
                  <a:pt x="681007" y="51442"/>
                  <a:pt x="684390" y="46437"/>
                </a:cubicBezTo>
                <a:cubicBezTo>
                  <a:pt x="687773" y="41430"/>
                  <a:pt x="692437" y="37777"/>
                  <a:pt x="698383" y="35478"/>
                </a:cubicBezTo>
                <a:cubicBezTo>
                  <a:pt x="704328" y="33176"/>
                  <a:pt x="711144" y="32026"/>
                  <a:pt x="718830" y="32026"/>
                </a:cubicBezTo>
                <a:cubicBezTo>
                  <a:pt x="723757" y="32026"/>
                  <a:pt x="728470" y="32500"/>
                  <a:pt x="732970" y="33448"/>
                </a:cubicBezTo>
                <a:cubicBezTo>
                  <a:pt x="737470" y="34395"/>
                  <a:pt x="741510" y="36120"/>
                  <a:pt x="745091" y="38625"/>
                </a:cubicBezTo>
                <a:cubicBezTo>
                  <a:pt x="748671" y="41129"/>
                  <a:pt x="751512" y="44633"/>
                  <a:pt x="753614" y="49135"/>
                </a:cubicBezTo>
                <a:cubicBezTo>
                  <a:pt x="755717" y="53635"/>
                  <a:pt x="756768" y="59437"/>
                  <a:pt x="756768" y="66542"/>
                </a:cubicBezTo>
                <a:lnTo>
                  <a:pt x="756768" y="132635"/>
                </a:lnTo>
                <a:lnTo>
                  <a:pt x="741395" y="132635"/>
                </a:lnTo>
                <a:lnTo>
                  <a:pt x="740706" y="118051"/>
                </a:lnTo>
                <a:cubicBezTo>
                  <a:pt x="736304" y="122978"/>
                  <a:pt x="731196" y="126936"/>
                  <a:pt x="725383" y="129925"/>
                </a:cubicBezTo>
                <a:cubicBezTo>
                  <a:pt x="719569" y="132914"/>
                  <a:pt x="712786" y="134409"/>
                  <a:pt x="705034" y="134409"/>
                </a:cubicBezTo>
                <a:moveTo>
                  <a:pt x="709370" y="121796"/>
                </a:moveTo>
                <a:cubicBezTo>
                  <a:pt x="715939" y="121796"/>
                  <a:pt x="721852" y="120190"/>
                  <a:pt x="727107" y="116980"/>
                </a:cubicBezTo>
                <a:cubicBezTo>
                  <a:pt x="732363" y="113767"/>
                  <a:pt x="736764" y="109701"/>
                  <a:pt x="740311" y="104782"/>
                </a:cubicBezTo>
                <a:lnTo>
                  <a:pt x="740311" y="84486"/>
                </a:lnTo>
                <a:cubicBezTo>
                  <a:pt x="722837" y="84691"/>
                  <a:pt x="710306" y="86400"/>
                  <a:pt x="702718" y="89613"/>
                </a:cubicBezTo>
                <a:cubicBezTo>
                  <a:pt x="695131" y="92824"/>
                  <a:pt x="691337" y="98084"/>
                  <a:pt x="691337" y="105395"/>
                </a:cubicBezTo>
                <a:cubicBezTo>
                  <a:pt x="691337" y="110384"/>
                  <a:pt x="692864" y="114364"/>
                  <a:pt x="695919" y="117337"/>
                </a:cubicBezTo>
                <a:cubicBezTo>
                  <a:pt x="698974" y="120309"/>
                  <a:pt x="703457" y="121796"/>
                  <a:pt x="709370" y="121796"/>
                </a:cubicBezTo>
                <a:close/>
                <a:moveTo>
                  <a:pt x="859399" y="134409"/>
                </a:moveTo>
                <a:cubicBezTo>
                  <a:pt x="854012" y="134409"/>
                  <a:pt x="848904" y="133800"/>
                  <a:pt x="844076" y="132583"/>
                </a:cubicBezTo>
                <a:cubicBezTo>
                  <a:pt x="839247" y="131365"/>
                  <a:pt x="834993" y="129438"/>
                  <a:pt x="831315" y="126800"/>
                </a:cubicBezTo>
                <a:cubicBezTo>
                  <a:pt x="827636" y="124162"/>
                  <a:pt x="824762" y="120695"/>
                  <a:pt x="822692" y="116401"/>
                </a:cubicBezTo>
                <a:cubicBezTo>
                  <a:pt x="820623" y="112104"/>
                  <a:pt x="819588" y="106911"/>
                  <a:pt x="819588" y="100822"/>
                </a:cubicBezTo>
                <a:lnTo>
                  <a:pt x="835453" y="100822"/>
                </a:lnTo>
                <a:cubicBezTo>
                  <a:pt x="835453" y="108666"/>
                  <a:pt x="837769" y="114189"/>
                  <a:pt x="842400" y="117389"/>
                </a:cubicBezTo>
                <a:cubicBezTo>
                  <a:pt x="847032" y="120590"/>
                  <a:pt x="852829" y="122190"/>
                  <a:pt x="859793" y="122190"/>
                </a:cubicBezTo>
                <a:cubicBezTo>
                  <a:pt x="866034" y="122190"/>
                  <a:pt x="871174" y="120927"/>
                  <a:pt x="875214" y="118402"/>
                </a:cubicBezTo>
                <a:cubicBezTo>
                  <a:pt x="879254" y="115877"/>
                  <a:pt x="881274" y="111709"/>
                  <a:pt x="881274" y="105897"/>
                </a:cubicBezTo>
                <a:cubicBezTo>
                  <a:pt x="881274" y="101025"/>
                  <a:pt x="879451" y="97406"/>
                  <a:pt x="875805" y="95039"/>
                </a:cubicBezTo>
                <a:cubicBezTo>
                  <a:pt x="872159" y="92670"/>
                  <a:pt x="865738" y="90370"/>
                  <a:pt x="856541" y="88138"/>
                </a:cubicBezTo>
                <a:cubicBezTo>
                  <a:pt x="849052" y="86311"/>
                  <a:pt x="842745" y="84197"/>
                  <a:pt x="837621" y="81798"/>
                </a:cubicBezTo>
                <a:cubicBezTo>
                  <a:pt x="832497" y="79396"/>
                  <a:pt x="828654" y="76351"/>
                  <a:pt x="826092" y="72664"/>
                </a:cubicBezTo>
                <a:cubicBezTo>
                  <a:pt x="823530" y="68977"/>
                  <a:pt x="822249" y="64326"/>
                  <a:pt x="822249" y="58711"/>
                </a:cubicBezTo>
                <a:cubicBezTo>
                  <a:pt x="822249" y="54314"/>
                  <a:pt x="823152" y="50441"/>
                  <a:pt x="824959" y="47093"/>
                </a:cubicBezTo>
                <a:cubicBezTo>
                  <a:pt x="826765" y="43745"/>
                  <a:pt x="829294" y="40955"/>
                  <a:pt x="832546" y="38723"/>
                </a:cubicBezTo>
                <a:cubicBezTo>
                  <a:pt x="835798" y="36490"/>
                  <a:pt x="839625" y="34815"/>
                  <a:pt x="844026" y="33701"/>
                </a:cubicBezTo>
                <a:cubicBezTo>
                  <a:pt x="848428" y="32584"/>
                  <a:pt x="853190" y="32026"/>
                  <a:pt x="858315" y="32026"/>
                </a:cubicBezTo>
                <a:cubicBezTo>
                  <a:pt x="863373" y="32026"/>
                  <a:pt x="868119" y="32634"/>
                  <a:pt x="872554" y="33852"/>
                </a:cubicBezTo>
                <a:cubicBezTo>
                  <a:pt x="876988" y="35069"/>
                  <a:pt x="880897" y="36964"/>
                  <a:pt x="884280" y="39536"/>
                </a:cubicBezTo>
                <a:cubicBezTo>
                  <a:pt x="887663" y="42106"/>
                  <a:pt x="890340" y="45421"/>
                  <a:pt x="892311" y="49480"/>
                </a:cubicBezTo>
                <a:cubicBezTo>
                  <a:pt x="894282" y="53538"/>
                  <a:pt x="895267" y="58409"/>
                  <a:pt x="895267" y="64091"/>
                </a:cubicBezTo>
                <a:lnTo>
                  <a:pt x="879304" y="64091"/>
                </a:lnTo>
                <a:cubicBezTo>
                  <a:pt x="879304" y="56920"/>
                  <a:pt x="877267" y="51853"/>
                  <a:pt x="873194" y="48888"/>
                </a:cubicBezTo>
                <a:cubicBezTo>
                  <a:pt x="869121" y="45924"/>
                  <a:pt x="864161" y="44442"/>
                  <a:pt x="858315" y="44442"/>
                </a:cubicBezTo>
                <a:cubicBezTo>
                  <a:pt x="852402" y="44442"/>
                  <a:pt x="847607" y="45554"/>
                  <a:pt x="843928" y="47780"/>
                </a:cubicBezTo>
                <a:cubicBezTo>
                  <a:pt x="840249" y="50003"/>
                  <a:pt x="838409" y="53478"/>
                  <a:pt x="838409" y="58203"/>
                </a:cubicBezTo>
                <a:cubicBezTo>
                  <a:pt x="838409" y="60841"/>
                  <a:pt x="839231" y="63074"/>
                  <a:pt x="840873" y="64901"/>
                </a:cubicBezTo>
                <a:cubicBezTo>
                  <a:pt x="842515" y="66728"/>
                  <a:pt x="845274" y="68369"/>
                  <a:pt x="849150" y="69825"/>
                </a:cubicBezTo>
                <a:cubicBezTo>
                  <a:pt x="853026" y="71278"/>
                  <a:pt x="858249" y="72817"/>
                  <a:pt x="864818" y="74441"/>
                </a:cubicBezTo>
                <a:cubicBezTo>
                  <a:pt x="871979" y="76200"/>
                  <a:pt x="877990" y="78297"/>
                  <a:pt x="882851" y="80732"/>
                </a:cubicBezTo>
                <a:cubicBezTo>
                  <a:pt x="887712" y="83167"/>
                  <a:pt x="891375" y="86296"/>
                  <a:pt x="893838" y="90118"/>
                </a:cubicBezTo>
                <a:cubicBezTo>
                  <a:pt x="896302" y="93939"/>
                  <a:pt x="897534" y="98826"/>
                  <a:pt x="897534" y="104779"/>
                </a:cubicBezTo>
                <a:cubicBezTo>
                  <a:pt x="897534" y="109920"/>
                  <a:pt x="896565" y="114367"/>
                  <a:pt x="894627" y="118122"/>
                </a:cubicBezTo>
                <a:cubicBezTo>
                  <a:pt x="892689" y="121877"/>
                  <a:pt x="889995" y="124955"/>
                  <a:pt x="886546" y="127357"/>
                </a:cubicBezTo>
                <a:cubicBezTo>
                  <a:pt x="883097" y="129759"/>
                  <a:pt x="879057" y="131535"/>
                  <a:pt x="874426" y="132684"/>
                </a:cubicBezTo>
                <a:cubicBezTo>
                  <a:pt x="869795" y="133834"/>
                  <a:pt x="864785" y="134409"/>
                  <a:pt x="859399" y="134409"/>
                </a:cubicBezTo>
                <a:close/>
                <a:moveTo>
                  <a:pt x="952077" y="132635"/>
                </a:moveTo>
                <a:cubicBezTo>
                  <a:pt x="944325" y="132635"/>
                  <a:pt x="938380" y="131359"/>
                  <a:pt x="934241" y="128807"/>
                </a:cubicBezTo>
                <a:cubicBezTo>
                  <a:pt x="930102" y="126256"/>
                  <a:pt x="927261" y="122582"/>
                  <a:pt x="925717" y="117786"/>
                </a:cubicBezTo>
                <a:cubicBezTo>
                  <a:pt x="924173" y="112989"/>
                  <a:pt x="923402" y="107222"/>
                  <a:pt x="923402" y="100486"/>
                </a:cubicBezTo>
                <a:lnTo>
                  <a:pt x="923402" y="47004"/>
                </a:lnTo>
                <a:lnTo>
                  <a:pt x="907339" y="47004"/>
                </a:lnTo>
                <a:lnTo>
                  <a:pt x="907339" y="33701"/>
                </a:lnTo>
                <a:lnTo>
                  <a:pt x="923402" y="33701"/>
                </a:lnTo>
                <a:lnTo>
                  <a:pt x="923402" y="11726"/>
                </a:lnTo>
                <a:lnTo>
                  <a:pt x="939759" y="11726"/>
                </a:lnTo>
                <a:lnTo>
                  <a:pt x="939759" y="33701"/>
                </a:lnTo>
                <a:lnTo>
                  <a:pt x="963409" y="33701"/>
                </a:lnTo>
                <a:lnTo>
                  <a:pt x="963409" y="47004"/>
                </a:lnTo>
                <a:lnTo>
                  <a:pt x="939759" y="47004"/>
                </a:lnTo>
                <a:lnTo>
                  <a:pt x="939759" y="100018"/>
                </a:lnTo>
                <a:cubicBezTo>
                  <a:pt x="939759" y="106251"/>
                  <a:pt x="940531" y="111028"/>
                  <a:pt x="942075" y="114350"/>
                </a:cubicBezTo>
                <a:cubicBezTo>
                  <a:pt x="943619" y="117671"/>
                  <a:pt x="947314" y="119332"/>
                  <a:pt x="953161" y="119332"/>
                </a:cubicBezTo>
                <a:lnTo>
                  <a:pt x="963606" y="119332"/>
                </a:lnTo>
                <a:lnTo>
                  <a:pt x="963606" y="132635"/>
                </a:lnTo>
                <a:lnTo>
                  <a:pt x="952077" y="132635"/>
                </a:lnTo>
                <a:close/>
                <a:moveTo>
                  <a:pt x="989272" y="132635"/>
                </a:moveTo>
                <a:lnTo>
                  <a:pt x="989272" y="33701"/>
                </a:lnTo>
                <a:lnTo>
                  <a:pt x="1004743" y="33701"/>
                </a:lnTo>
                <a:lnTo>
                  <a:pt x="1005334" y="49566"/>
                </a:lnTo>
                <a:cubicBezTo>
                  <a:pt x="1008028" y="44573"/>
                  <a:pt x="1011772" y="40401"/>
                  <a:pt x="1016568" y="37051"/>
                </a:cubicBezTo>
                <a:cubicBezTo>
                  <a:pt x="1021363" y="33701"/>
                  <a:pt x="1027604" y="32026"/>
                  <a:pt x="1035290" y="32026"/>
                </a:cubicBezTo>
                <a:lnTo>
                  <a:pt x="1037261" y="32026"/>
                </a:lnTo>
                <a:lnTo>
                  <a:pt x="1037261" y="47102"/>
                </a:lnTo>
                <a:lnTo>
                  <a:pt x="1034995" y="47102"/>
                </a:lnTo>
                <a:cubicBezTo>
                  <a:pt x="1030199" y="47102"/>
                  <a:pt x="1025995" y="47753"/>
                  <a:pt x="1022382" y="49055"/>
                </a:cubicBezTo>
                <a:cubicBezTo>
                  <a:pt x="1018768" y="50354"/>
                  <a:pt x="1015615" y="52150"/>
                  <a:pt x="1012922" y="54443"/>
                </a:cubicBezTo>
                <a:cubicBezTo>
                  <a:pt x="1010228" y="56737"/>
                  <a:pt x="1007830" y="59389"/>
                  <a:pt x="1005728" y="62401"/>
                </a:cubicBezTo>
                <a:lnTo>
                  <a:pt x="1005728" y="132635"/>
                </a:lnTo>
                <a:lnTo>
                  <a:pt x="989272" y="132635"/>
                </a:lnTo>
                <a:close/>
                <a:moveTo>
                  <a:pt x="1082888" y="134409"/>
                </a:moveTo>
                <a:cubicBezTo>
                  <a:pt x="1071785" y="134409"/>
                  <a:pt x="1063771" y="131219"/>
                  <a:pt x="1058844" y="124838"/>
                </a:cubicBezTo>
                <a:cubicBezTo>
                  <a:pt x="1053917" y="118456"/>
                  <a:pt x="1051453" y="109664"/>
                  <a:pt x="1051453" y="98463"/>
                </a:cubicBezTo>
                <a:lnTo>
                  <a:pt x="1051453" y="33701"/>
                </a:lnTo>
                <a:lnTo>
                  <a:pt x="1068008" y="33701"/>
                </a:lnTo>
                <a:lnTo>
                  <a:pt x="1068008" y="96477"/>
                </a:lnTo>
                <a:cubicBezTo>
                  <a:pt x="1068008" y="100983"/>
                  <a:pt x="1068501" y="105011"/>
                  <a:pt x="1069486" y="108561"/>
                </a:cubicBezTo>
                <a:cubicBezTo>
                  <a:pt x="1070472" y="112110"/>
                  <a:pt x="1072344" y="114875"/>
                  <a:pt x="1075103" y="116856"/>
                </a:cubicBezTo>
                <a:cubicBezTo>
                  <a:pt x="1077862" y="118835"/>
                  <a:pt x="1081837" y="119825"/>
                  <a:pt x="1087026" y="119825"/>
                </a:cubicBezTo>
                <a:cubicBezTo>
                  <a:pt x="1094253" y="119825"/>
                  <a:pt x="1100296" y="118272"/>
                  <a:pt x="1105158" y="115166"/>
                </a:cubicBezTo>
                <a:cubicBezTo>
                  <a:pt x="1110019" y="112060"/>
                  <a:pt x="1113928" y="108458"/>
                  <a:pt x="1116884" y="104360"/>
                </a:cubicBezTo>
                <a:lnTo>
                  <a:pt x="1116884" y="33701"/>
                </a:lnTo>
                <a:lnTo>
                  <a:pt x="1133439" y="33701"/>
                </a:lnTo>
                <a:lnTo>
                  <a:pt x="1133439" y="132635"/>
                </a:lnTo>
                <a:lnTo>
                  <a:pt x="1117574" y="132635"/>
                </a:lnTo>
                <a:lnTo>
                  <a:pt x="1117081" y="118150"/>
                </a:lnTo>
                <a:cubicBezTo>
                  <a:pt x="1113994" y="121960"/>
                  <a:pt x="1109641" y="125622"/>
                  <a:pt x="1104025" y="129137"/>
                </a:cubicBezTo>
                <a:cubicBezTo>
                  <a:pt x="1098408" y="132652"/>
                  <a:pt x="1091362" y="134409"/>
                  <a:pt x="1082888" y="134409"/>
                </a:cubicBezTo>
                <a:close/>
                <a:moveTo>
                  <a:pt x="1204676" y="134409"/>
                </a:moveTo>
                <a:cubicBezTo>
                  <a:pt x="1196005" y="134409"/>
                  <a:pt x="1188319" y="132530"/>
                  <a:pt x="1181618" y="128774"/>
                </a:cubicBezTo>
                <a:cubicBezTo>
                  <a:pt x="1174917" y="125015"/>
                  <a:pt x="1169678" y="119360"/>
                  <a:pt x="1165901" y="111809"/>
                </a:cubicBezTo>
                <a:cubicBezTo>
                  <a:pt x="1162123" y="104259"/>
                  <a:pt x="1160235" y="94796"/>
                  <a:pt x="1160235" y="83420"/>
                </a:cubicBezTo>
                <a:cubicBezTo>
                  <a:pt x="1160235" y="72045"/>
                  <a:pt x="1162091" y="62548"/>
                  <a:pt x="1165802" y="54930"/>
                </a:cubicBezTo>
                <a:cubicBezTo>
                  <a:pt x="1169514" y="47312"/>
                  <a:pt x="1174704" y="41590"/>
                  <a:pt x="1181372" y="37766"/>
                </a:cubicBezTo>
                <a:cubicBezTo>
                  <a:pt x="1188039" y="33939"/>
                  <a:pt x="1195808" y="32026"/>
                  <a:pt x="1204676" y="32026"/>
                </a:cubicBezTo>
                <a:cubicBezTo>
                  <a:pt x="1212100" y="32026"/>
                  <a:pt x="1218784" y="33277"/>
                  <a:pt x="1224729" y="35779"/>
                </a:cubicBezTo>
                <a:cubicBezTo>
                  <a:pt x="1230675" y="38282"/>
                  <a:pt x="1235421" y="42053"/>
                  <a:pt x="1238968" y="47093"/>
                </a:cubicBezTo>
                <a:cubicBezTo>
                  <a:pt x="1242516" y="52133"/>
                  <a:pt x="1244388" y="58508"/>
                  <a:pt x="1244585" y="66219"/>
                </a:cubicBezTo>
                <a:lnTo>
                  <a:pt x="1228326" y="66219"/>
                </a:lnTo>
                <a:cubicBezTo>
                  <a:pt x="1227932" y="59738"/>
                  <a:pt x="1225698" y="54636"/>
                  <a:pt x="1221625" y="50915"/>
                </a:cubicBezTo>
                <a:cubicBezTo>
                  <a:pt x="1217552" y="47191"/>
                  <a:pt x="1212001" y="45329"/>
                  <a:pt x="1204972" y="45329"/>
                </a:cubicBezTo>
                <a:cubicBezTo>
                  <a:pt x="1195643" y="45329"/>
                  <a:pt x="1188680" y="48666"/>
                  <a:pt x="1184081" y="55340"/>
                </a:cubicBezTo>
                <a:cubicBezTo>
                  <a:pt x="1179483" y="62014"/>
                  <a:pt x="1177184" y="71375"/>
                  <a:pt x="1177184" y="83424"/>
                </a:cubicBezTo>
                <a:cubicBezTo>
                  <a:pt x="1177184" y="91432"/>
                  <a:pt x="1178202" y="98226"/>
                  <a:pt x="1180238" y="103806"/>
                </a:cubicBezTo>
                <a:cubicBezTo>
                  <a:pt x="1182275" y="109384"/>
                  <a:pt x="1185362" y="113662"/>
                  <a:pt x="1189501" y="116641"/>
                </a:cubicBezTo>
                <a:cubicBezTo>
                  <a:pt x="1193640" y="119618"/>
                  <a:pt x="1198797" y="121106"/>
                  <a:pt x="1204972" y="121106"/>
                </a:cubicBezTo>
                <a:cubicBezTo>
                  <a:pt x="1212001" y="121106"/>
                  <a:pt x="1217716" y="119192"/>
                  <a:pt x="1222118" y="115363"/>
                </a:cubicBezTo>
                <a:cubicBezTo>
                  <a:pt x="1226519" y="111532"/>
                  <a:pt x="1228819" y="105925"/>
                  <a:pt x="1229016" y="98540"/>
                </a:cubicBezTo>
                <a:lnTo>
                  <a:pt x="1245275" y="98540"/>
                </a:lnTo>
                <a:cubicBezTo>
                  <a:pt x="1245078" y="106534"/>
                  <a:pt x="1243189" y="113190"/>
                  <a:pt x="1239609" y="118507"/>
                </a:cubicBezTo>
                <a:cubicBezTo>
                  <a:pt x="1236029" y="123824"/>
                  <a:pt x="1231200" y="127804"/>
                  <a:pt x="1225123" y="130446"/>
                </a:cubicBezTo>
                <a:cubicBezTo>
                  <a:pt x="1219047" y="133088"/>
                  <a:pt x="1212231" y="134409"/>
                  <a:pt x="1204676" y="134409"/>
                </a:cubicBezTo>
                <a:close/>
                <a:moveTo>
                  <a:pt x="1304639" y="132635"/>
                </a:moveTo>
                <a:cubicBezTo>
                  <a:pt x="1296888" y="132635"/>
                  <a:pt x="1290942" y="131359"/>
                  <a:pt x="1286804" y="128807"/>
                </a:cubicBezTo>
                <a:cubicBezTo>
                  <a:pt x="1282665" y="126256"/>
                  <a:pt x="1279824" y="122582"/>
                  <a:pt x="1278280" y="117786"/>
                </a:cubicBezTo>
                <a:cubicBezTo>
                  <a:pt x="1276736" y="112989"/>
                  <a:pt x="1275964" y="107222"/>
                  <a:pt x="1275964" y="100486"/>
                </a:cubicBezTo>
                <a:lnTo>
                  <a:pt x="1275964" y="47004"/>
                </a:lnTo>
                <a:lnTo>
                  <a:pt x="1259902" y="47004"/>
                </a:lnTo>
                <a:lnTo>
                  <a:pt x="1259902" y="33701"/>
                </a:lnTo>
                <a:lnTo>
                  <a:pt x="1275964" y="33701"/>
                </a:lnTo>
                <a:lnTo>
                  <a:pt x="1275964" y="11726"/>
                </a:lnTo>
                <a:lnTo>
                  <a:pt x="1292322" y="11726"/>
                </a:lnTo>
                <a:lnTo>
                  <a:pt x="1292322" y="33701"/>
                </a:lnTo>
                <a:lnTo>
                  <a:pt x="1315972" y="33701"/>
                </a:lnTo>
                <a:lnTo>
                  <a:pt x="1315972" y="47004"/>
                </a:lnTo>
                <a:lnTo>
                  <a:pt x="1292322" y="47004"/>
                </a:lnTo>
                <a:lnTo>
                  <a:pt x="1292322" y="100018"/>
                </a:lnTo>
                <a:cubicBezTo>
                  <a:pt x="1292322" y="106251"/>
                  <a:pt x="1293094" y="111028"/>
                  <a:pt x="1294638" y="114350"/>
                </a:cubicBezTo>
                <a:cubicBezTo>
                  <a:pt x="1296181" y="117671"/>
                  <a:pt x="1299877" y="119332"/>
                  <a:pt x="1305723" y="119332"/>
                </a:cubicBezTo>
                <a:lnTo>
                  <a:pt x="1316169" y="119332"/>
                </a:lnTo>
                <a:lnTo>
                  <a:pt x="1316169" y="132635"/>
                </a:lnTo>
                <a:lnTo>
                  <a:pt x="1304639" y="132635"/>
                </a:lnTo>
                <a:close/>
                <a:moveTo>
                  <a:pt x="1366028" y="134409"/>
                </a:moveTo>
                <a:cubicBezTo>
                  <a:pt x="1354925" y="134409"/>
                  <a:pt x="1346911" y="131219"/>
                  <a:pt x="1341984" y="124838"/>
                </a:cubicBezTo>
                <a:cubicBezTo>
                  <a:pt x="1337057" y="118456"/>
                  <a:pt x="1334593" y="109664"/>
                  <a:pt x="1334593" y="98463"/>
                </a:cubicBezTo>
                <a:lnTo>
                  <a:pt x="1334593" y="33701"/>
                </a:lnTo>
                <a:lnTo>
                  <a:pt x="1351148" y="33701"/>
                </a:lnTo>
                <a:lnTo>
                  <a:pt x="1351148" y="96477"/>
                </a:lnTo>
                <a:cubicBezTo>
                  <a:pt x="1351148" y="100983"/>
                  <a:pt x="1351641" y="105011"/>
                  <a:pt x="1352626" y="108561"/>
                </a:cubicBezTo>
                <a:cubicBezTo>
                  <a:pt x="1353612" y="112110"/>
                  <a:pt x="1355484" y="114875"/>
                  <a:pt x="1358243" y="116856"/>
                </a:cubicBezTo>
                <a:cubicBezTo>
                  <a:pt x="1361002" y="118835"/>
                  <a:pt x="1364977" y="119825"/>
                  <a:pt x="1370166" y="119825"/>
                </a:cubicBezTo>
                <a:cubicBezTo>
                  <a:pt x="1377393" y="119825"/>
                  <a:pt x="1383436" y="118272"/>
                  <a:pt x="1388298" y="115166"/>
                </a:cubicBezTo>
                <a:cubicBezTo>
                  <a:pt x="1393159" y="112060"/>
                  <a:pt x="1397068" y="108458"/>
                  <a:pt x="1400024" y="104360"/>
                </a:cubicBezTo>
                <a:lnTo>
                  <a:pt x="1400024" y="33701"/>
                </a:lnTo>
                <a:lnTo>
                  <a:pt x="1416579" y="33701"/>
                </a:lnTo>
                <a:lnTo>
                  <a:pt x="1416579" y="132635"/>
                </a:lnTo>
                <a:lnTo>
                  <a:pt x="1400714" y="132635"/>
                </a:lnTo>
                <a:lnTo>
                  <a:pt x="1400221" y="118150"/>
                </a:lnTo>
                <a:cubicBezTo>
                  <a:pt x="1397134" y="121960"/>
                  <a:pt x="1392781" y="125622"/>
                  <a:pt x="1387165" y="129137"/>
                </a:cubicBezTo>
                <a:cubicBezTo>
                  <a:pt x="1381548" y="132652"/>
                  <a:pt x="1374502" y="134409"/>
                  <a:pt x="1366028" y="134409"/>
                </a:cubicBezTo>
                <a:close/>
                <a:moveTo>
                  <a:pt x="1448794" y="132635"/>
                </a:moveTo>
                <a:lnTo>
                  <a:pt x="1448794" y="33701"/>
                </a:lnTo>
                <a:lnTo>
                  <a:pt x="1464265" y="33701"/>
                </a:lnTo>
                <a:lnTo>
                  <a:pt x="1464856" y="49566"/>
                </a:lnTo>
                <a:cubicBezTo>
                  <a:pt x="1467550" y="44573"/>
                  <a:pt x="1471294" y="40401"/>
                  <a:pt x="1476090" y="37051"/>
                </a:cubicBezTo>
                <a:cubicBezTo>
                  <a:pt x="1480885" y="33701"/>
                  <a:pt x="1487126" y="32026"/>
                  <a:pt x="1494812" y="32026"/>
                </a:cubicBezTo>
                <a:lnTo>
                  <a:pt x="1496783" y="32026"/>
                </a:lnTo>
                <a:lnTo>
                  <a:pt x="1496783" y="47102"/>
                </a:lnTo>
                <a:lnTo>
                  <a:pt x="1494517" y="47102"/>
                </a:lnTo>
                <a:cubicBezTo>
                  <a:pt x="1489721" y="47102"/>
                  <a:pt x="1485517" y="47753"/>
                  <a:pt x="1481904" y="49055"/>
                </a:cubicBezTo>
                <a:cubicBezTo>
                  <a:pt x="1478291" y="50354"/>
                  <a:pt x="1475137" y="52150"/>
                  <a:pt x="1472444" y="54443"/>
                </a:cubicBezTo>
                <a:cubicBezTo>
                  <a:pt x="1469750" y="56737"/>
                  <a:pt x="1467353" y="59389"/>
                  <a:pt x="1465250" y="62401"/>
                </a:cubicBezTo>
                <a:lnTo>
                  <a:pt x="1465250" y="132635"/>
                </a:lnTo>
                <a:lnTo>
                  <a:pt x="1448794" y="132635"/>
                </a:lnTo>
                <a:close/>
                <a:moveTo>
                  <a:pt x="1557924" y="134409"/>
                </a:moveTo>
                <a:cubicBezTo>
                  <a:pt x="1547479" y="134409"/>
                  <a:pt x="1538922" y="132160"/>
                  <a:pt x="1532254" y="127662"/>
                </a:cubicBezTo>
                <a:cubicBezTo>
                  <a:pt x="1525586" y="123162"/>
                  <a:pt x="1520643" y="117040"/>
                  <a:pt x="1517424" y="109297"/>
                </a:cubicBezTo>
                <a:cubicBezTo>
                  <a:pt x="1514205" y="101551"/>
                  <a:pt x="1512595" y="92841"/>
                  <a:pt x="1512595" y="83168"/>
                </a:cubicBezTo>
                <a:cubicBezTo>
                  <a:pt x="1512595" y="73088"/>
                  <a:pt x="1514156" y="64209"/>
                  <a:pt x="1517276" y="56531"/>
                </a:cubicBezTo>
                <a:cubicBezTo>
                  <a:pt x="1520397" y="48853"/>
                  <a:pt x="1525159" y="42850"/>
                  <a:pt x="1531564" y="38520"/>
                </a:cubicBezTo>
                <a:cubicBezTo>
                  <a:pt x="1537970" y="34190"/>
                  <a:pt x="1546099" y="32026"/>
                  <a:pt x="1555953" y="32026"/>
                </a:cubicBezTo>
                <a:cubicBezTo>
                  <a:pt x="1569026" y="32026"/>
                  <a:pt x="1579274" y="36079"/>
                  <a:pt x="1586698" y="44186"/>
                </a:cubicBezTo>
                <a:cubicBezTo>
                  <a:pt x="1594121" y="52291"/>
                  <a:pt x="1597833" y="63943"/>
                  <a:pt x="1597833" y="79143"/>
                </a:cubicBezTo>
                <a:cubicBezTo>
                  <a:pt x="1597833" y="80157"/>
                  <a:pt x="1597800" y="81357"/>
                  <a:pt x="1597734" y="82743"/>
                </a:cubicBezTo>
                <a:cubicBezTo>
                  <a:pt x="1597668" y="84127"/>
                  <a:pt x="1597570" y="85122"/>
                  <a:pt x="1597439" y="85730"/>
                </a:cubicBezTo>
                <a:lnTo>
                  <a:pt x="1529052" y="85730"/>
                </a:lnTo>
                <a:cubicBezTo>
                  <a:pt x="1529117" y="92238"/>
                  <a:pt x="1530119" y="98215"/>
                  <a:pt x="1532057" y="103661"/>
                </a:cubicBezTo>
                <a:cubicBezTo>
                  <a:pt x="1533995" y="109108"/>
                  <a:pt x="1537066" y="113475"/>
                  <a:pt x="1541271" y="116764"/>
                </a:cubicBezTo>
                <a:cubicBezTo>
                  <a:pt x="1545475" y="120053"/>
                  <a:pt x="1551026" y="121697"/>
                  <a:pt x="1557924" y="121697"/>
                </a:cubicBezTo>
                <a:cubicBezTo>
                  <a:pt x="1565282" y="121697"/>
                  <a:pt x="1571030" y="119884"/>
                  <a:pt x="1575168" y="116259"/>
                </a:cubicBezTo>
                <a:cubicBezTo>
                  <a:pt x="1579307" y="112634"/>
                  <a:pt x="1581475" y="107403"/>
                  <a:pt x="1581672" y="100566"/>
                </a:cubicBezTo>
                <a:lnTo>
                  <a:pt x="1597931" y="100566"/>
                </a:lnTo>
                <a:cubicBezTo>
                  <a:pt x="1597734" y="107544"/>
                  <a:pt x="1595993" y="113557"/>
                  <a:pt x="1592709" y="118605"/>
                </a:cubicBezTo>
                <a:cubicBezTo>
                  <a:pt x="1589424" y="123654"/>
                  <a:pt x="1584825" y="127550"/>
                  <a:pt x="1578913" y="130295"/>
                </a:cubicBezTo>
                <a:cubicBezTo>
                  <a:pt x="1573001" y="133038"/>
                  <a:pt x="1566004" y="134409"/>
                  <a:pt x="1557924" y="134409"/>
                </a:cubicBezTo>
                <a:moveTo>
                  <a:pt x="1529150" y="73708"/>
                </a:moveTo>
                <a:lnTo>
                  <a:pt x="1581574" y="73708"/>
                </a:lnTo>
                <a:cubicBezTo>
                  <a:pt x="1581377" y="64295"/>
                  <a:pt x="1579044" y="57098"/>
                  <a:pt x="1574577" y="52115"/>
                </a:cubicBezTo>
                <a:cubicBezTo>
                  <a:pt x="1570110" y="47131"/>
                  <a:pt x="1563902" y="44639"/>
                  <a:pt x="1555953" y="44639"/>
                </a:cubicBezTo>
                <a:cubicBezTo>
                  <a:pt x="1547939" y="44639"/>
                  <a:pt x="1541648" y="47114"/>
                  <a:pt x="1537083" y="52063"/>
                </a:cubicBezTo>
                <a:cubicBezTo>
                  <a:pt x="1532517" y="57011"/>
                  <a:pt x="1529873" y="64226"/>
                  <a:pt x="1529150" y="7370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" name="Text whereeachinternal">
            <a:extLst xmlns:a="http://schemas.openxmlformats.org/drawingml/2006/main">
              <a:ext uri="{FF2B5EF4-FFF2-40B4-BE49-F238E27FC236}">
                <a16:creationId xmlns:a16="http://schemas.microsoft.com/office/drawing/2014/main" id="{A240691B-BEF8-4CEF-BDD1-7186CC82A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923" y="6878951"/>
            <a:ext cx="1711176" cy="138100"/>
          </a:xfrm>
          <a:custGeom xmlns:a="http://schemas.openxmlformats.org/drawingml/2006/main">
            <a:pathLst>
              <a:path w="1711176" h="138100">
                <a:moveTo>
                  <a:pt x="30678" y="136324"/>
                </a:moveTo>
                <a:lnTo>
                  <a:pt x="0" y="37287"/>
                </a:lnTo>
                <a:lnTo>
                  <a:pt x="17164" y="37287"/>
                </a:lnTo>
                <a:lnTo>
                  <a:pt x="39950" y="117209"/>
                </a:lnTo>
                <a:lnTo>
                  <a:pt x="62934" y="37287"/>
                </a:lnTo>
                <a:lnTo>
                  <a:pt x="81183" y="37287"/>
                </a:lnTo>
                <a:lnTo>
                  <a:pt x="104561" y="117108"/>
                </a:lnTo>
                <a:lnTo>
                  <a:pt x="127151" y="37287"/>
                </a:lnTo>
                <a:lnTo>
                  <a:pt x="143328" y="37287"/>
                </a:lnTo>
                <a:lnTo>
                  <a:pt x="112650" y="136324"/>
                </a:lnTo>
                <a:lnTo>
                  <a:pt x="95289" y="136324"/>
                </a:lnTo>
                <a:lnTo>
                  <a:pt x="71713" y="55690"/>
                </a:lnTo>
                <a:lnTo>
                  <a:pt x="48236" y="136324"/>
                </a:lnTo>
                <a:lnTo>
                  <a:pt x="30678" y="136324"/>
                </a:lnTo>
                <a:close/>
                <a:moveTo>
                  <a:pt x="160453" y="136324"/>
                </a:moveTo>
                <a:lnTo>
                  <a:pt x="160453" y="3551"/>
                </a:lnTo>
                <a:lnTo>
                  <a:pt x="176828" y="3551"/>
                </a:lnTo>
                <a:lnTo>
                  <a:pt x="176828" y="51788"/>
                </a:lnTo>
                <a:cubicBezTo>
                  <a:pt x="179787" y="47908"/>
                  <a:pt x="184029" y="44241"/>
                  <a:pt x="189553" y="40789"/>
                </a:cubicBezTo>
                <a:cubicBezTo>
                  <a:pt x="195077" y="37336"/>
                  <a:pt x="202114" y="35610"/>
                  <a:pt x="210663" y="35610"/>
                </a:cubicBezTo>
                <a:cubicBezTo>
                  <a:pt x="221448" y="35610"/>
                  <a:pt x="229191" y="38805"/>
                  <a:pt x="233893" y="45194"/>
                </a:cubicBezTo>
                <a:cubicBezTo>
                  <a:pt x="238595" y="51581"/>
                  <a:pt x="240946" y="60619"/>
                  <a:pt x="240946" y="72308"/>
                </a:cubicBezTo>
                <a:lnTo>
                  <a:pt x="240946" y="136324"/>
                </a:lnTo>
                <a:lnTo>
                  <a:pt x="224473" y="136324"/>
                </a:lnTo>
                <a:lnTo>
                  <a:pt x="224473" y="74324"/>
                </a:lnTo>
                <a:cubicBezTo>
                  <a:pt x="224473" y="69540"/>
                  <a:pt x="223996" y="65270"/>
                  <a:pt x="223042" y="61513"/>
                </a:cubicBezTo>
                <a:cubicBezTo>
                  <a:pt x="222089" y="57754"/>
                  <a:pt x="220330" y="54799"/>
                  <a:pt x="217765" y="52648"/>
                </a:cubicBezTo>
                <a:cubicBezTo>
                  <a:pt x="215200" y="50496"/>
                  <a:pt x="211517" y="49420"/>
                  <a:pt x="206717" y="49420"/>
                </a:cubicBezTo>
                <a:cubicBezTo>
                  <a:pt x="199549" y="49420"/>
                  <a:pt x="193532" y="51111"/>
                  <a:pt x="188665" y="54494"/>
                </a:cubicBezTo>
                <a:cubicBezTo>
                  <a:pt x="183799" y="57875"/>
                  <a:pt x="179886" y="61581"/>
                  <a:pt x="176927" y="65613"/>
                </a:cubicBezTo>
                <a:lnTo>
                  <a:pt x="176927" y="136324"/>
                </a:lnTo>
                <a:lnTo>
                  <a:pt x="160453" y="136324"/>
                </a:lnTo>
                <a:close/>
                <a:moveTo>
                  <a:pt x="313131" y="138100"/>
                </a:moveTo>
                <a:cubicBezTo>
                  <a:pt x="302675" y="138100"/>
                  <a:pt x="294110" y="135849"/>
                  <a:pt x="287435" y="131346"/>
                </a:cubicBezTo>
                <a:cubicBezTo>
                  <a:pt x="280760" y="126841"/>
                  <a:pt x="275811" y="120713"/>
                  <a:pt x="272589" y="112961"/>
                </a:cubicBezTo>
                <a:cubicBezTo>
                  <a:pt x="269367" y="105208"/>
                  <a:pt x="267755" y="96489"/>
                  <a:pt x="267755" y="86806"/>
                </a:cubicBezTo>
                <a:cubicBezTo>
                  <a:pt x="267755" y="76715"/>
                  <a:pt x="269317" y="67827"/>
                  <a:pt x="272441" y="60141"/>
                </a:cubicBezTo>
                <a:cubicBezTo>
                  <a:pt x="275565" y="52455"/>
                  <a:pt x="280332" y="46445"/>
                  <a:pt x="286744" y="42111"/>
                </a:cubicBezTo>
                <a:cubicBezTo>
                  <a:pt x="293156" y="37777"/>
                  <a:pt x="301294" y="35610"/>
                  <a:pt x="311158" y="35610"/>
                </a:cubicBezTo>
                <a:cubicBezTo>
                  <a:pt x="324245" y="35610"/>
                  <a:pt x="334504" y="39668"/>
                  <a:pt x="341935" y="47783"/>
                </a:cubicBezTo>
                <a:cubicBezTo>
                  <a:pt x="349366" y="55897"/>
                  <a:pt x="353082" y="67561"/>
                  <a:pt x="353082" y="82777"/>
                </a:cubicBezTo>
                <a:cubicBezTo>
                  <a:pt x="353082" y="83792"/>
                  <a:pt x="353049" y="84993"/>
                  <a:pt x="352983" y="86380"/>
                </a:cubicBezTo>
                <a:cubicBezTo>
                  <a:pt x="352917" y="87765"/>
                  <a:pt x="352818" y="88762"/>
                  <a:pt x="352687" y="89370"/>
                </a:cubicBezTo>
                <a:lnTo>
                  <a:pt x="284229" y="89370"/>
                </a:lnTo>
                <a:cubicBezTo>
                  <a:pt x="284295" y="95885"/>
                  <a:pt x="285297" y="101868"/>
                  <a:pt x="287237" y="107320"/>
                </a:cubicBezTo>
                <a:cubicBezTo>
                  <a:pt x="289177" y="112772"/>
                  <a:pt x="292252" y="117145"/>
                  <a:pt x="296461" y="120437"/>
                </a:cubicBezTo>
                <a:cubicBezTo>
                  <a:pt x="300669" y="123729"/>
                  <a:pt x="306226" y="125375"/>
                  <a:pt x="313131" y="125375"/>
                </a:cubicBezTo>
                <a:cubicBezTo>
                  <a:pt x="320497" y="125375"/>
                  <a:pt x="326251" y="123560"/>
                  <a:pt x="330394" y="119931"/>
                </a:cubicBezTo>
                <a:cubicBezTo>
                  <a:pt x="334537" y="116302"/>
                  <a:pt x="336707" y="111066"/>
                  <a:pt x="336904" y="104222"/>
                </a:cubicBezTo>
                <a:lnTo>
                  <a:pt x="353180" y="104222"/>
                </a:lnTo>
                <a:cubicBezTo>
                  <a:pt x="352983" y="111208"/>
                  <a:pt x="351240" y="117227"/>
                  <a:pt x="347952" y="122280"/>
                </a:cubicBezTo>
                <a:cubicBezTo>
                  <a:pt x="344664" y="127334"/>
                  <a:pt x="340061" y="131234"/>
                  <a:pt x="334142" y="133982"/>
                </a:cubicBezTo>
                <a:cubicBezTo>
                  <a:pt x="328224" y="136727"/>
                  <a:pt x="321220" y="138100"/>
                  <a:pt x="313131" y="138100"/>
                </a:cubicBezTo>
                <a:moveTo>
                  <a:pt x="284327" y="77336"/>
                </a:moveTo>
                <a:lnTo>
                  <a:pt x="336805" y="77336"/>
                </a:lnTo>
                <a:cubicBezTo>
                  <a:pt x="336608" y="67914"/>
                  <a:pt x="334274" y="60709"/>
                  <a:pt x="329802" y="55721"/>
                </a:cubicBezTo>
                <a:cubicBezTo>
                  <a:pt x="325330" y="50731"/>
                  <a:pt x="319116" y="48236"/>
                  <a:pt x="311158" y="48236"/>
                </a:cubicBezTo>
                <a:cubicBezTo>
                  <a:pt x="303135" y="48236"/>
                  <a:pt x="296839" y="50714"/>
                  <a:pt x="292268" y="55668"/>
                </a:cubicBezTo>
                <a:cubicBezTo>
                  <a:pt x="287698" y="60621"/>
                  <a:pt x="285051" y="67844"/>
                  <a:pt x="284327" y="77336"/>
                </a:cubicBezTo>
                <a:close/>
                <a:moveTo>
                  <a:pt x="380252" y="136324"/>
                </a:moveTo>
                <a:lnTo>
                  <a:pt x="380252" y="37287"/>
                </a:lnTo>
                <a:lnTo>
                  <a:pt x="395739" y="37287"/>
                </a:lnTo>
                <a:lnTo>
                  <a:pt x="396331" y="53169"/>
                </a:lnTo>
                <a:cubicBezTo>
                  <a:pt x="399027" y="48171"/>
                  <a:pt x="402775" y="43995"/>
                  <a:pt x="407576" y="40641"/>
                </a:cubicBezTo>
                <a:cubicBezTo>
                  <a:pt x="412376" y="37287"/>
                  <a:pt x="418624" y="35610"/>
                  <a:pt x="426318" y="35610"/>
                </a:cubicBezTo>
                <a:lnTo>
                  <a:pt x="428291" y="35610"/>
                </a:lnTo>
                <a:lnTo>
                  <a:pt x="428291" y="50702"/>
                </a:lnTo>
                <a:lnTo>
                  <a:pt x="426022" y="50702"/>
                </a:lnTo>
                <a:cubicBezTo>
                  <a:pt x="421221" y="50702"/>
                  <a:pt x="417013" y="51354"/>
                  <a:pt x="413396" y="52657"/>
                </a:cubicBezTo>
                <a:cubicBezTo>
                  <a:pt x="409779" y="53958"/>
                  <a:pt x="406622" y="55756"/>
                  <a:pt x="403926" y="58051"/>
                </a:cubicBezTo>
                <a:cubicBezTo>
                  <a:pt x="401230" y="60347"/>
                  <a:pt x="398829" y="63002"/>
                  <a:pt x="396725" y="66017"/>
                </a:cubicBezTo>
                <a:lnTo>
                  <a:pt x="396725" y="136324"/>
                </a:lnTo>
                <a:lnTo>
                  <a:pt x="380252" y="136324"/>
                </a:lnTo>
                <a:close/>
                <a:moveTo>
                  <a:pt x="483233" y="138100"/>
                </a:moveTo>
                <a:cubicBezTo>
                  <a:pt x="472776" y="138100"/>
                  <a:pt x="464211" y="135849"/>
                  <a:pt x="457536" y="131346"/>
                </a:cubicBezTo>
                <a:cubicBezTo>
                  <a:pt x="450861" y="126841"/>
                  <a:pt x="445913" y="120713"/>
                  <a:pt x="442690" y="112961"/>
                </a:cubicBezTo>
                <a:cubicBezTo>
                  <a:pt x="439468" y="105208"/>
                  <a:pt x="437857" y="96489"/>
                  <a:pt x="437857" y="86806"/>
                </a:cubicBezTo>
                <a:cubicBezTo>
                  <a:pt x="437857" y="76715"/>
                  <a:pt x="439419" y="67827"/>
                  <a:pt x="442542" y="60141"/>
                </a:cubicBezTo>
                <a:cubicBezTo>
                  <a:pt x="445666" y="52455"/>
                  <a:pt x="450434" y="46445"/>
                  <a:pt x="456846" y="42111"/>
                </a:cubicBezTo>
                <a:cubicBezTo>
                  <a:pt x="463257" y="37777"/>
                  <a:pt x="471395" y="35610"/>
                  <a:pt x="481260" y="35610"/>
                </a:cubicBezTo>
                <a:cubicBezTo>
                  <a:pt x="494346" y="35610"/>
                  <a:pt x="504605" y="39668"/>
                  <a:pt x="512036" y="47783"/>
                </a:cubicBezTo>
                <a:cubicBezTo>
                  <a:pt x="519467" y="55897"/>
                  <a:pt x="523183" y="67561"/>
                  <a:pt x="523183" y="82777"/>
                </a:cubicBezTo>
                <a:cubicBezTo>
                  <a:pt x="523183" y="83792"/>
                  <a:pt x="523150" y="84993"/>
                  <a:pt x="523084" y="86380"/>
                </a:cubicBezTo>
                <a:cubicBezTo>
                  <a:pt x="523019" y="87765"/>
                  <a:pt x="522920" y="88762"/>
                  <a:pt x="522788" y="89370"/>
                </a:cubicBezTo>
                <a:lnTo>
                  <a:pt x="454330" y="89370"/>
                </a:lnTo>
                <a:cubicBezTo>
                  <a:pt x="454396" y="95885"/>
                  <a:pt x="455399" y="101868"/>
                  <a:pt x="457339" y="107320"/>
                </a:cubicBezTo>
                <a:cubicBezTo>
                  <a:pt x="459279" y="112772"/>
                  <a:pt x="462353" y="117145"/>
                  <a:pt x="466562" y="120437"/>
                </a:cubicBezTo>
                <a:cubicBezTo>
                  <a:pt x="470771" y="123729"/>
                  <a:pt x="476328" y="125375"/>
                  <a:pt x="483233" y="125375"/>
                </a:cubicBezTo>
                <a:cubicBezTo>
                  <a:pt x="490598" y="125375"/>
                  <a:pt x="496352" y="123560"/>
                  <a:pt x="500495" y="119931"/>
                </a:cubicBezTo>
                <a:cubicBezTo>
                  <a:pt x="504638" y="116302"/>
                  <a:pt x="506808" y="111066"/>
                  <a:pt x="507006" y="104222"/>
                </a:cubicBezTo>
                <a:lnTo>
                  <a:pt x="523282" y="104222"/>
                </a:lnTo>
                <a:cubicBezTo>
                  <a:pt x="523084" y="111208"/>
                  <a:pt x="521342" y="117227"/>
                  <a:pt x="518054" y="122280"/>
                </a:cubicBezTo>
                <a:cubicBezTo>
                  <a:pt x="514765" y="127334"/>
                  <a:pt x="510162" y="131234"/>
                  <a:pt x="504244" y="133982"/>
                </a:cubicBezTo>
                <a:cubicBezTo>
                  <a:pt x="498325" y="136727"/>
                  <a:pt x="491321" y="138100"/>
                  <a:pt x="483233" y="138100"/>
                </a:cubicBezTo>
                <a:moveTo>
                  <a:pt x="454429" y="77336"/>
                </a:moveTo>
                <a:lnTo>
                  <a:pt x="506907" y="77336"/>
                </a:lnTo>
                <a:cubicBezTo>
                  <a:pt x="506710" y="67914"/>
                  <a:pt x="504375" y="60709"/>
                  <a:pt x="499903" y="55721"/>
                </a:cubicBezTo>
                <a:cubicBezTo>
                  <a:pt x="495431" y="50731"/>
                  <a:pt x="489217" y="48236"/>
                  <a:pt x="481260" y="48236"/>
                </a:cubicBezTo>
                <a:cubicBezTo>
                  <a:pt x="473237" y="48236"/>
                  <a:pt x="466940" y="50714"/>
                  <a:pt x="462370" y="55668"/>
                </a:cubicBezTo>
                <a:cubicBezTo>
                  <a:pt x="457799" y="60621"/>
                  <a:pt x="455152" y="67844"/>
                  <a:pt x="454429" y="77336"/>
                </a:cubicBezTo>
                <a:close/>
                <a:moveTo>
                  <a:pt x="628081" y="138100"/>
                </a:moveTo>
                <a:cubicBezTo>
                  <a:pt x="617625" y="138100"/>
                  <a:pt x="609060" y="135849"/>
                  <a:pt x="602385" y="131346"/>
                </a:cubicBezTo>
                <a:cubicBezTo>
                  <a:pt x="595710" y="126841"/>
                  <a:pt x="590762" y="120713"/>
                  <a:pt x="587539" y="112961"/>
                </a:cubicBezTo>
                <a:cubicBezTo>
                  <a:pt x="584317" y="105208"/>
                  <a:pt x="582706" y="96489"/>
                  <a:pt x="582706" y="86806"/>
                </a:cubicBezTo>
                <a:cubicBezTo>
                  <a:pt x="582706" y="76715"/>
                  <a:pt x="584268" y="67827"/>
                  <a:pt x="587391" y="60141"/>
                </a:cubicBezTo>
                <a:cubicBezTo>
                  <a:pt x="590515" y="52455"/>
                  <a:pt x="595283" y="46445"/>
                  <a:pt x="601694" y="42111"/>
                </a:cubicBezTo>
                <a:cubicBezTo>
                  <a:pt x="608106" y="37777"/>
                  <a:pt x="616244" y="35610"/>
                  <a:pt x="626109" y="35610"/>
                </a:cubicBezTo>
                <a:cubicBezTo>
                  <a:pt x="639195" y="35610"/>
                  <a:pt x="649454" y="39668"/>
                  <a:pt x="656885" y="47783"/>
                </a:cubicBezTo>
                <a:cubicBezTo>
                  <a:pt x="664316" y="55897"/>
                  <a:pt x="668032" y="67561"/>
                  <a:pt x="668032" y="82777"/>
                </a:cubicBezTo>
                <a:cubicBezTo>
                  <a:pt x="668032" y="83792"/>
                  <a:pt x="667999" y="84993"/>
                  <a:pt x="667933" y="86380"/>
                </a:cubicBezTo>
                <a:cubicBezTo>
                  <a:pt x="667867" y="87765"/>
                  <a:pt x="667769" y="88762"/>
                  <a:pt x="667637" y="89370"/>
                </a:cubicBezTo>
                <a:lnTo>
                  <a:pt x="599179" y="89370"/>
                </a:lnTo>
                <a:cubicBezTo>
                  <a:pt x="599245" y="95885"/>
                  <a:pt x="600248" y="101868"/>
                  <a:pt x="602188" y="107320"/>
                </a:cubicBezTo>
                <a:cubicBezTo>
                  <a:pt x="604128" y="112772"/>
                  <a:pt x="607202" y="117145"/>
                  <a:pt x="611411" y="120437"/>
                </a:cubicBezTo>
                <a:cubicBezTo>
                  <a:pt x="615620" y="123729"/>
                  <a:pt x="621176" y="125375"/>
                  <a:pt x="628081" y="125375"/>
                </a:cubicBezTo>
                <a:cubicBezTo>
                  <a:pt x="635447" y="125375"/>
                  <a:pt x="641201" y="123560"/>
                  <a:pt x="645344" y="119931"/>
                </a:cubicBezTo>
                <a:cubicBezTo>
                  <a:pt x="649487" y="116302"/>
                  <a:pt x="651657" y="111066"/>
                  <a:pt x="651854" y="104222"/>
                </a:cubicBezTo>
                <a:lnTo>
                  <a:pt x="668130" y="104222"/>
                </a:lnTo>
                <a:cubicBezTo>
                  <a:pt x="667933" y="111208"/>
                  <a:pt x="666190" y="117227"/>
                  <a:pt x="662902" y="122280"/>
                </a:cubicBezTo>
                <a:cubicBezTo>
                  <a:pt x="659614" y="127334"/>
                  <a:pt x="655011" y="131234"/>
                  <a:pt x="649092" y="133982"/>
                </a:cubicBezTo>
                <a:cubicBezTo>
                  <a:pt x="643174" y="136727"/>
                  <a:pt x="636170" y="138100"/>
                  <a:pt x="628081" y="138100"/>
                </a:cubicBezTo>
                <a:moveTo>
                  <a:pt x="599278" y="77336"/>
                </a:moveTo>
                <a:lnTo>
                  <a:pt x="651756" y="77336"/>
                </a:lnTo>
                <a:cubicBezTo>
                  <a:pt x="651558" y="67914"/>
                  <a:pt x="649224" y="60709"/>
                  <a:pt x="644752" y="55721"/>
                </a:cubicBezTo>
                <a:cubicBezTo>
                  <a:pt x="640280" y="50731"/>
                  <a:pt x="634066" y="48236"/>
                  <a:pt x="626109" y="48236"/>
                </a:cubicBezTo>
                <a:cubicBezTo>
                  <a:pt x="618086" y="48236"/>
                  <a:pt x="611789" y="50714"/>
                  <a:pt x="607218" y="55668"/>
                </a:cubicBezTo>
                <a:cubicBezTo>
                  <a:pt x="602648" y="60621"/>
                  <a:pt x="600001" y="67844"/>
                  <a:pt x="599278" y="77336"/>
                </a:cubicBezTo>
                <a:close/>
                <a:moveTo>
                  <a:pt x="719961" y="138100"/>
                </a:moveTo>
                <a:cubicBezTo>
                  <a:pt x="714437" y="138100"/>
                  <a:pt x="709390" y="137022"/>
                  <a:pt x="704820" y="134866"/>
                </a:cubicBezTo>
                <a:cubicBezTo>
                  <a:pt x="700249" y="132711"/>
                  <a:pt x="696600" y="129527"/>
                  <a:pt x="693870" y="125317"/>
                </a:cubicBezTo>
                <a:cubicBezTo>
                  <a:pt x="691141" y="121106"/>
                  <a:pt x="689777" y="115901"/>
                  <a:pt x="689777" y="109703"/>
                </a:cubicBezTo>
                <a:cubicBezTo>
                  <a:pt x="689777" y="100879"/>
                  <a:pt x="692473" y="94176"/>
                  <a:pt x="697865" y="89595"/>
                </a:cubicBezTo>
                <a:cubicBezTo>
                  <a:pt x="703258" y="85015"/>
                  <a:pt x="710886" y="81899"/>
                  <a:pt x="720751" y="80249"/>
                </a:cubicBezTo>
                <a:cubicBezTo>
                  <a:pt x="730615" y="78599"/>
                  <a:pt x="742156" y="77706"/>
                  <a:pt x="755374" y="77570"/>
                </a:cubicBezTo>
                <a:lnTo>
                  <a:pt x="755374" y="70502"/>
                </a:lnTo>
                <a:cubicBezTo>
                  <a:pt x="755374" y="61840"/>
                  <a:pt x="753336" y="55898"/>
                  <a:pt x="749258" y="52675"/>
                </a:cubicBezTo>
                <a:cubicBezTo>
                  <a:pt x="745181" y="49453"/>
                  <a:pt x="740019" y="47842"/>
                  <a:pt x="733771" y="47842"/>
                </a:cubicBezTo>
                <a:cubicBezTo>
                  <a:pt x="727130" y="47842"/>
                  <a:pt x="721540" y="49598"/>
                  <a:pt x="717002" y="53110"/>
                </a:cubicBezTo>
                <a:cubicBezTo>
                  <a:pt x="712465" y="56622"/>
                  <a:pt x="710196" y="62166"/>
                  <a:pt x="710196" y="69741"/>
                </a:cubicBezTo>
                <a:lnTo>
                  <a:pt x="694216" y="69741"/>
                </a:lnTo>
                <a:cubicBezTo>
                  <a:pt x="694216" y="61615"/>
                  <a:pt x="695909" y="55047"/>
                  <a:pt x="699296" y="50037"/>
                </a:cubicBezTo>
                <a:cubicBezTo>
                  <a:pt x="702683" y="45024"/>
                  <a:pt x="707352" y="41367"/>
                  <a:pt x="713303" y="39066"/>
                </a:cubicBezTo>
                <a:cubicBezTo>
                  <a:pt x="719255" y="36762"/>
                  <a:pt x="726077" y="35610"/>
                  <a:pt x="733771" y="35610"/>
                </a:cubicBezTo>
                <a:cubicBezTo>
                  <a:pt x="738704" y="35610"/>
                  <a:pt x="743422" y="36085"/>
                  <a:pt x="747927" y="37034"/>
                </a:cubicBezTo>
                <a:cubicBezTo>
                  <a:pt x="752431" y="37982"/>
                  <a:pt x="756476" y="39709"/>
                  <a:pt x="760060" y="42216"/>
                </a:cubicBezTo>
                <a:cubicBezTo>
                  <a:pt x="763644" y="44723"/>
                  <a:pt x="766488" y="48230"/>
                  <a:pt x="768592" y="52737"/>
                </a:cubicBezTo>
                <a:cubicBezTo>
                  <a:pt x="770697" y="57242"/>
                  <a:pt x="771749" y="63050"/>
                  <a:pt x="771749" y="70163"/>
                </a:cubicBezTo>
                <a:lnTo>
                  <a:pt x="771749" y="136324"/>
                </a:lnTo>
                <a:lnTo>
                  <a:pt x="756361" y="136324"/>
                </a:lnTo>
                <a:lnTo>
                  <a:pt x="755670" y="121725"/>
                </a:lnTo>
                <a:cubicBezTo>
                  <a:pt x="751264" y="126657"/>
                  <a:pt x="746151" y="130620"/>
                  <a:pt x="740331" y="133612"/>
                </a:cubicBezTo>
                <a:cubicBezTo>
                  <a:pt x="734511" y="136604"/>
                  <a:pt x="727721" y="138100"/>
                  <a:pt x="719961" y="138100"/>
                </a:cubicBezTo>
                <a:moveTo>
                  <a:pt x="724302" y="125474"/>
                </a:moveTo>
                <a:cubicBezTo>
                  <a:pt x="730878" y="125474"/>
                  <a:pt x="736797" y="123867"/>
                  <a:pt x="742057" y="120653"/>
                </a:cubicBezTo>
                <a:cubicBezTo>
                  <a:pt x="747318" y="117436"/>
                  <a:pt x="751724" y="113366"/>
                  <a:pt x="755276" y="108442"/>
                </a:cubicBezTo>
                <a:lnTo>
                  <a:pt x="755276" y="88125"/>
                </a:lnTo>
                <a:cubicBezTo>
                  <a:pt x="737783" y="88331"/>
                  <a:pt x="725239" y="90041"/>
                  <a:pt x="717643" y="93258"/>
                </a:cubicBezTo>
                <a:cubicBezTo>
                  <a:pt x="710048" y="96472"/>
                  <a:pt x="706250" y="101738"/>
                  <a:pt x="706250" y="109056"/>
                </a:cubicBezTo>
                <a:cubicBezTo>
                  <a:pt x="706250" y="114050"/>
                  <a:pt x="707779" y="118034"/>
                  <a:pt x="710837" y="121010"/>
                </a:cubicBezTo>
                <a:cubicBezTo>
                  <a:pt x="713895" y="123986"/>
                  <a:pt x="718383" y="125474"/>
                  <a:pt x="724302" y="125474"/>
                </a:cubicBezTo>
                <a:close/>
                <a:moveTo>
                  <a:pt x="841538" y="138100"/>
                </a:moveTo>
                <a:cubicBezTo>
                  <a:pt x="832857" y="138100"/>
                  <a:pt x="825163" y="136220"/>
                  <a:pt x="818455" y="132459"/>
                </a:cubicBezTo>
                <a:cubicBezTo>
                  <a:pt x="811747" y="128696"/>
                  <a:pt x="806503" y="123035"/>
                  <a:pt x="802722" y="115477"/>
                </a:cubicBezTo>
                <a:cubicBezTo>
                  <a:pt x="798940" y="107918"/>
                  <a:pt x="797050" y="98446"/>
                  <a:pt x="797050" y="87058"/>
                </a:cubicBezTo>
                <a:cubicBezTo>
                  <a:pt x="797050" y="75671"/>
                  <a:pt x="798907" y="66165"/>
                  <a:pt x="802623" y="58538"/>
                </a:cubicBezTo>
                <a:cubicBezTo>
                  <a:pt x="806339" y="50912"/>
                  <a:pt x="811534" y="45185"/>
                  <a:pt x="818209" y="41356"/>
                </a:cubicBezTo>
                <a:cubicBezTo>
                  <a:pt x="824883" y="37525"/>
                  <a:pt x="832660" y="35610"/>
                  <a:pt x="841538" y="35610"/>
                </a:cubicBezTo>
                <a:cubicBezTo>
                  <a:pt x="848969" y="35610"/>
                  <a:pt x="855660" y="36863"/>
                  <a:pt x="861611" y="39368"/>
                </a:cubicBezTo>
                <a:cubicBezTo>
                  <a:pt x="867563" y="41873"/>
                  <a:pt x="872314" y="45648"/>
                  <a:pt x="875865" y="50693"/>
                </a:cubicBezTo>
                <a:cubicBezTo>
                  <a:pt x="879416" y="55738"/>
                  <a:pt x="881291" y="62120"/>
                  <a:pt x="881488" y="69839"/>
                </a:cubicBezTo>
                <a:lnTo>
                  <a:pt x="865212" y="69839"/>
                </a:lnTo>
                <a:cubicBezTo>
                  <a:pt x="864817" y="63351"/>
                  <a:pt x="862581" y="58245"/>
                  <a:pt x="858504" y="54519"/>
                </a:cubicBezTo>
                <a:cubicBezTo>
                  <a:pt x="854427" y="50791"/>
                  <a:pt x="848870" y="48927"/>
                  <a:pt x="841834" y="48927"/>
                </a:cubicBezTo>
                <a:cubicBezTo>
                  <a:pt x="832495" y="48927"/>
                  <a:pt x="825525" y="52267"/>
                  <a:pt x="820921" y="58948"/>
                </a:cubicBezTo>
                <a:cubicBezTo>
                  <a:pt x="816318" y="65629"/>
                  <a:pt x="814016" y="75000"/>
                  <a:pt x="814016" y="87062"/>
                </a:cubicBezTo>
                <a:cubicBezTo>
                  <a:pt x="814016" y="95078"/>
                  <a:pt x="815036" y="101880"/>
                  <a:pt x="817074" y="107465"/>
                </a:cubicBezTo>
                <a:cubicBezTo>
                  <a:pt x="819113" y="113049"/>
                  <a:pt x="822204" y="117332"/>
                  <a:pt x="826347" y="120313"/>
                </a:cubicBezTo>
                <a:cubicBezTo>
                  <a:pt x="830490" y="123293"/>
                  <a:pt x="835652" y="124783"/>
                  <a:pt x="841834" y="124783"/>
                </a:cubicBezTo>
                <a:cubicBezTo>
                  <a:pt x="848870" y="124783"/>
                  <a:pt x="854591" y="122867"/>
                  <a:pt x="858997" y="119034"/>
                </a:cubicBezTo>
                <a:cubicBezTo>
                  <a:pt x="863403" y="115199"/>
                  <a:pt x="865705" y="109586"/>
                  <a:pt x="865902" y="102194"/>
                </a:cubicBezTo>
                <a:lnTo>
                  <a:pt x="882178" y="102194"/>
                </a:lnTo>
                <a:cubicBezTo>
                  <a:pt x="881981" y="110196"/>
                  <a:pt x="880091" y="116859"/>
                  <a:pt x="876507" y="122182"/>
                </a:cubicBezTo>
                <a:cubicBezTo>
                  <a:pt x="872923" y="127504"/>
                  <a:pt x="868089" y="131488"/>
                  <a:pt x="862006" y="134133"/>
                </a:cubicBezTo>
                <a:cubicBezTo>
                  <a:pt x="855923" y="136778"/>
                  <a:pt x="849100" y="138100"/>
                  <a:pt x="841538" y="138100"/>
                </a:cubicBezTo>
                <a:close/>
                <a:moveTo>
                  <a:pt x="909344" y="136324"/>
                </a:moveTo>
                <a:lnTo>
                  <a:pt x="909344" y="3551"/>
                </a:lnTo>
                <a:lnTo>
                  <a:pt x="925719" y="3551"/>
                </a:lnTo>
                <a:lnTo>
                  <a:pt x="925719" y="51788"/>
                </a:lnTo>
                <a:cubicBezTo>
                  <a:pt x="928678" y="47908"/>
                  <a:pt x="932920" y="44241"/>
                  <a:pt x="938444" y="40789"/>
                </a:cubicBezTo>
                <a:cubicBezTo>
                  <a:pt x="943968" y="37336"/>
                  <a:pt x="951004" y="35610"/>
                  <a:pt x="959553" y="35610"/>
                </a:cubicBezTo>
                <a:cubicBezTo>
                  <a:pt x="970338" y="35610"/>
                  <a:pt x="978082" y="38805"/>
                  <a:pt x="982784" y="45194"/>
                </a:cubicBezTo>
                <a:cubicBezTo>
                  <a:pt x="987486" y="51581"/>
                  <a:pt x="989837" y="60619"/>
                  <a:pt x="989837" y="72308"/>
                </a:cubicBezTo>
                <a:lnTo>
                  <a:pt x="989837" y="136324"/>
                </a:lnTo>
                <a:lnTo>
                  <a:pt x="973363" y="136324"/>
                </a:lnTo>
                <a:lnTo>
                  <a:pt x="973363" y="74324"/>
                </a:lnTo>
                <a:cubicBezTo>
                  <a:pt x="973363" y="69540"/>
                  <a:pt x="972886" y="65270"/>
                  <a:pt x="971933" y="61513"/>
                </a:cubicBezTo>
                <a:cubicBezTo>
                  <a:pt x="970979" y="57754"/>
                  <a:pt x="969220" y="54799"/>
                  <a:pt x="966656" y="52648"/>
                </a:cubicBezTo>
                <a:cubicBezTo>
                  <a:pt x="964091" y="50496"/>
                  <a:pt x="960408" y="49420"/>
                  <a:pt x="955608" y="49420"/>
                </a:cubicBezTo>
                <a:cubicBezTo>
                  <a:pt x="948440" y="49420"/>
                  <a:pt x="942422" y="51111"/>
                  <a:pt x="937556" y="54494"/>
                </a:cubicBezTo>
                <a:cubicBezTo>
                  <a:pt x="932690" y="57875"/>
                  <a:pt x="928777" y="61581"/>
                  <a:pt x="925817" y="65613"/>
                </a:cubicBezTo>
                <a:lnTo>
                  <a:pt x="925817" y="136324"/>
                </a:lnTo>
                <a:lnTo>
                  <a:pt x="909344" y="136324"/>
                </a:lnTo>
                <a:close/>
                <a:moveTo>
                  <a:pt x="1060657" y="136324"/>
                </a:moveTo>
                <a:lnTo>
                  <a:pt x="1060657" y="37287"/>
                </a:lnTo>
                <a:lnTo>
                  <a:pt x="1077131" y="37287"/>
                </a:lnTo>
                <a:lnTo>
                  <a:pt x="1077131" y="136324"/>
                </a:lnTo>
                <a:lnTo>
                  <a:pt x="1060657" y="136324"/>
                </a:lnTo>
                <a:moveTo>
                  <a:pt x="1068845" y="19137"/>
                </a:moveTo>
                <a:cubicBezTo>
                  <a:pt x="1065754" y="19137"/>
                  <a:pt x="1063271" y="18232"/>
                  <a:pt x="1061397" y="16424"/>
                </a:cubicBezTo>
                <a:cubicBezTo>
                  <a:pt x="1059523" y="14616"/>
                  <a:pt x="1058586" y="12330"/>
                  <a:pt x="1058586" y="9568"/>
                </a:cubicBezTo>
                <a:cubicBezTo>
                  <a:pt x="1058586" y="6806"/>
                  <a:pt x="1059523" y="4521"/>
                  <a:pt x="1061397" y="2713"/>
                </a:cubicBezTo>
                <a:cubicBezTo>
                  <a:pt x="1063271" y="904"/>
                  <a:pt x="1065754" y="0"/>
                  <a:pt x="1068845" y="0"/>
                </a:cubicBezTo>
                <a:cubicBezTo>
                  <a:pt x="1071936" y="0"/>
                  <a:pt x="1074435" y="904"/>
                  <a:pt x="1076342" y="2713"/>
                </a:cubicBezTo>
                <a:cubicBezTo>
                  <a:pt x="1078249" y="4521"/>
                  <a:pt x="1079202" y="6806"/>
                  <a:pt x="1079202" y="9568"/>
                </a:cubicBezTo>
                <a:cubicBezTo>
                  <a:pt x="1079202" y="12330"/>
                  <a:pt x="1078249" y="14616"/>
                  <a:pt x="1076342" y="16424"/>
                </a:cubicBezTo>
                <a:cubicBezTo>
                  <a:pt x="1074435" y="18232"/>
                  <a:pt x="1071936" y="19137"/>
                  <a:pt x="1068845" y="19137"/>
                </a:cubicBezTo>
                <a:close/>
                <a:moveTo>
                  <a:pt x="1110961" y="136324"/>
                </a:moveTo>
                <a:lnTo>
                  <a:pt x="1110961" y="37287"/>
                </a:lnTo>
                <a:lnTo>
                  <a:pt x="1126743" y="37287"/>
                </a:lnTo>
                <a:lnTo>
                  <a:pt x="1127335" y="51788"/>
                </a:lnTo>
                <a:cubicBezTo>
                  <a:pt x="1130295" y="47908"/>
                  <a:pt x="1134536" y="44241"/>
                  <a:pt x="1140060" y="40789"/>
                </a:cubicBezTo>
                <a:cubicBezTo>
                  <a:pt x="1145584" y="37336"/>
                  <a:pt x="1152654" y="35610"/>
                  <a:pt x="1161268" y="35610"/>
                </a:cubicBezTo>
                <a:cubicBezTo>
                  <a:pt x="1171790" y="35610"/>
                  <a:pt x="1179452" y="38821"/>
                  <a:pt x="1184252" y="45243"/>
                </a:cubicBezTo>
                <a:cubicBezTo>
                  <a:pt x="1189053" y="51665"/>
                  <a:pt x="1191453" y="60687"/>
                  <a:pt x="1191453" y="72308"/>
                </a:cubicBezTo>
                <a:lnTo>
                  <a:pt x="1191453" y="136324"/>
                </a:lnTo>
                <a:lnTo>
                  <a:pt x="1174980" y="136324"/>
                </a:lnTo>
                <a:lnTo>
                  <a:pt x="1174980" y="74426"/>
                </a:lnTo>
                <a:cubicBezTo>
                  <a:pt x="1174980" y="69574"/>
                  <a:pt x="1174487" y="65270"/>
                  <a:pt x="1173500" y="61513"/>
                </a:cubicBezTo>
                <a:cubicBezTo>
                  <a:pt x="1172514" y="57754"/>
                  <a:pt x="1170755" y="54799"/>
                  <a:pt x="1168223" y="52648"/>
                </a:cubicBezTo>
                <a:cubicBezTo>
                  <a:pt x="1165691" y="50496"/>
                  <a:pt x="1162025" y="49420"/>
                  <a:pt x="1157224" y="49420"/>
                </a:cubicBezTo>
                <a:cubicBezTo>
                  <a:pt x="1150056" y="49420"/>
                  <a:pt x="1144039" y="51111"/>
                  <a:pt x="1139172" y="54494"/>
                </a:cubicBezTo>
                <a:cubicBezTo>
                  <a:pt x="1134306" y="57875"/>
                  <a:pt x="1130393" y="61581"/>
                  <a:pt x="1127434" y="65613"/>
                </a:cubicBezTo>
                <a:lnTo>
                  <a:pt x="1127434" y="136324"/>
                </a:lnTo>
                <a:lnTo>
                  <a:pt x="1110961" y="136324"/>
                </a:lnTo>
                <a:close/>
                <a:moveTo>
                  <a:pt x="1250292" y="136324"/>
                </a:moveTo>
                <a:cubicBezTo>
                  <a:pt x="1242533" y="136324"/>
                  <a:pt x="1236581" y="135047"/>
                  <a:pt x="1232438" y="132493"/>
                </a:cubicBezTo>
                <a:cubicBezTo>
                  <a:pt x="1228295" y="129938"/>
                  <a:pt x="1225451" y="126261"/>
                  <a:pt x="1223905" y="121460"/>
                </a:cubicBezTo>
                <a:cubicBezTo>
                  <a:pt x="1222360" y="116658"/>
                  <a:pt x="1221587" y="110885"/>
                  <a:pt x="1221587" y="104142"/>
                </a:cubicBezTo>
                <a:lnTo>
                  <a:pt x="1221587" y="50604"/>
                </a:lnTo>
                <a:lnTo>
                  <a:pt x="1205509" y="50604"/>
                </a:lnTo>
                <a:lnTo>
                  <a:pt x="1205509" y="37287"/>
                </a:lnTo>
                <a:lnTo>
                  <a:pt x="1221587" y="37287"/>
                </a:lnTo>
                <a:lnTo>
                  <a:pt x="1221587" y="15290"/>
                </a:lnTo>
                <a:lnTo>
                  <a:pt x="1237962" y="15290"/>
                </a:lnTo>
                <a:lnTo>
                  <a:pt x="1237962" y="37287"/>
                </a:lnTo>
                <a:lnTo>
                  <a:pt x="1261636" y="37287"/>
                </a:lnTo>
                <a:lnTo>
                  <a:pt x="1261636" y="50604"/>
                </a:lnTo>
                <a:lnTo>
                  <a:pt x="1237962" y="50604"/>
                </a:lnTo>
                <a:lnTo>
                  <a:pt x="1237962" y="103674"/>
                </a:lnTo>
                <a:cubicBezTo>
                  <a:pt x="1237962" y="109913"/>
                  <a:pt x="1238735" y="114695"/>
                  <a:pt x="1240280" y="118020"/>
                </a:cubicBezTo>
                <a:cubicBezTo>
                  <a:pt x="1241826" y="121345"/>
                  <a:pt x="1245525" y="123008"/>
                  <a:pt x="1251378" y="123008"/>
                </a:cubicBezTo>
                <a:lnTo>
                  <a:pt x="1261834" y="123008"/>
                </a:lnTo>
                <a:lnTo>
                  <a:pt x="1261834" y="136324"/>
                </a:lnTo>
                <a:lnTo>
                  <a:pt x="1250292" y="136324"/>
                </a:lnTo>
                <a:close/>
                <a:moveTo>
                  <a:pt x="1321214" y="138100"/>
                </a:moveTo>
                <a:cubicBezTo>
                  <a:pt x="1310758" y="138100"/>
                  <a:pt x="1302193" y="135849"/>
                  <a:pt x="1295518" y="131346"/>
                </a:cubicBezTo>
                <a:cubicBezTo>
                  <a:pt x="1288843" y="126841"/>
                  <a:pt x="1283894" y="120713"/>
                  <a:pt x="1280672" y="112961"/>
                </a:cubicBezTo>
                <a:cubicBezTo>
                  <a:pt x="1277450" y="105208"/>
                  <a:pt x="1275839" y="96489"/>
                  <a:pt x="1275839" y="86806"/>
                </a:cubicBezTo>
                <a:cubicBezTo>
                  <a:pt x="1275839" y="76715"/>
                  <a:pt x="1277400" y="67827"/>
                  <a:pt x="1280524" y="60141"/>
                </a:cubicBezTo>
                <a:cubicBezTo>
                  <a:pt x="1283648" y="52455"/>
                  <a:pt x="1288416" y="46445"/>
                  <a:pt x="1294827" y="42111"/>
                </a:cubicBezTo>
                <a:cubicBezTo>
                  <a:pt x="1301239" y="37777"/>
                  <a:pt x="1309377" y="35610"/>
                  <a:pt x="1319241" y="35610"/>
                </a:cubicBezTo>
                <a:cubicBezTo>
                  <a:pt x="1332328" y="35610"/>
                  <a:pt x="1342587" y="39668"/>
                  <a:pt x="1350018" y="47783"/>
                </a:cubicBezTo>
                <a:cubicBezTo>
                  <a:pt x="1357449" y="55897"/>
                  <a:pt x="1361165" y="67561"/>
                  <a:pt x="1361165" y="82777"/>
                </a:cubicBezTo>
                <a:cubicBezTo>
                  <a:pt x="1361165" y="83792"/>
                  <a:pt x="1361132" y="84993"/>
                  <a:pt x="1361066" y="86380"/>
                </a:cubicBezTo>
                <a:cubicBezTo>
                  <a:pt x="1361000" y="87765"/>
                  <a:pt x="1360902" y="88762"/>
                  <a:pt x="1360770" y="89370"/>
                </a:cubicBezTo>
                <a:lnTo>
                  <a:pt x="1292312" y="89370"/>
                </a:lnTo>
                <a:cubicBezTo>
                  <a:pt x="1292378" y="95885"/>
                  <a:pt x="1293381" y="101868"/>
                  <a:pt x="1295321" y="107320"/>
                </a:cubicBezTo>
                <a:cubicBezTo>
                  <a:pt x="1297260" y="112772"/>
                  <a:pt x="1300335" y="117145"/>
                  <a:pt x="1304544" y="120437"/>
                </a:cubicBezTo>
                <a:cubicBezTo>
                  <a:pt x="1308752" y="123729"/>
                  <a:pt x="1314309" y="125375"/>
                  <a:pt x="1321214" y="125375"/>
                </a:cubicBezTo>
                <a:cubicBezTo>
                  <a:pt x="1328580" y="125375"/>
                  <a:pt x="1334334" y="123560"/>
                  <a:pt x="1338477" y="119931"/>
                </a:cubicBezTo>
                <a:cubicBezTo>
                  <a:pt x="1342620" y="116302"/>
                  <a:pt x="1344790" y="111066"/>
                  <a:pt x="1344987" y="104222"/>
                </a:cubicBezTo>
                <a:lnTo>
                  <a:pt x="1361263" y="104222"/>
                </a:lnTo>
                <a:cubicBezTo>
                  <a:pt x="1361066" y="111208"/>
                  <a:pt x="1359323" y="117227"/>
                  <a:pt x="1356035" y="122280"/>
                </a:cubicBezTo>
                <a:cubicBezTo>
                  <a:pt x="1352747" y="127334"/>
                  <a:pt x="1348144" y="131234"/>
                  <a:pt x="1342225" y="133982"/>
                </a:cubicBezTo>
                <a:cubicBezTo>
                  <a:pt x="1336307" y="136727"/>
                  <a:pt x="1329303" y="138100"/>
                  <a:pt x="1321214" y="138100"/>
                </a:cubicBezTo>
                <a:moveTo>
                  <a:pt x="1292411" y="77336"/>
                </a:moveTo>
                <a:lnTo>
                  <a:pt x="1344889" y="77336"/>
                </a:lnTo>
                <a:cubicBezTo>
                  <a:pt x="1344691" y="67914"/>
                  <a:pt x="1342357" y="60709"/>
                  <a:pt x="1337885" y="55721"/>
                </a:cubicBezTo>
                <a:cubicBezTo>
                  <a:pt x="1333413" y="50731"/>
                  <a:pt x="1327199" y="48236"/>
                  <a:pt x="1319241" y="48236"/>
                </a:cubicBezTo>
                <a:cubicBezTo>
                  <a:pt x="1311218" y="48236"/>
                  <a:pt x="1304922" y="50714"/>
                  <a:pt x="1300351" y="55668"/>
                </a:cubicBezTo>
                <a:cubicBezTo>
                  <a:pt x="1295781" y="60621"/>
                  <a:pt x="1293134" y="67844"/>
                  <a:pt x="1292411" y="77336"/>
                </a:cubicBezTo>
                <a:close/>
                <a:moveTo>
                  <a:pt x="1388335" y="136324"/>
                </a:moveTo>
                <a:lnTo>
                  <a:pt x="1388335" y="37287"/>
                </a:lnTo>
                <a:lnTo>
                  <a:pt x="1403822" y="37287"/>
                </a:lnTo>
                <a:lnTo>
                  <a:pt x="1404414" y="53169"/>
                </a:lnTo>
                <a:cubicBezTo>
                  <a:pt x="1407110" y="48171"/>
                  <a:pt x="1410858" y="43995"/>
                  <a:pt x="1415659" y="40641"/>
                </a:cubicBezTo>
                <a:cubicBezTo>
                  <a:pt x="1420460" y="37287"/>
                  <a:pt x="1426707" y="35610"/>
                  <a:pt x="1434401" y="35610"/>
                </a:cubicBezTo>
                <a:lnTo>
                  <a:pt x="1436374" y="35610"/>
                </a:lnTo>
                <a:lnTo>
                  <a:pt x="1436374" y="50702"/>
                </a:lnTo>
                <a:lnTo>
                  <a:pt x="1434105" y="50702"/>
                </a:lnTo>
                <a:cubicBezTo>
                  <a:pt x="1429305" y="50702"/>
                  <a:pt x="1425096" y="51354"/>
                  <a:pt x="1421479" y="52657"/>
                </a:cubicBezTo>
                <a:cubicBezTo>
                  <a:pt x="1417862" y="53958"/>
                  <a:pt x="1414705" y="55756"/>
                  <a:pt x="1412009" y="58051"/>
                </a:cubicBezTo>
                <a:cubicBezTo>
                  <a:pt x="1409313" y="60347"/>
                  <a:pt x="1406913" y="63002"/>
                  <a:pt x="1404808" y="66017"/>
                </a:cubicBezTo>
                <a:lnTo>
                  <a:pt x="1404808" y="136324"/>
                </a:lnTo>
                <a:lnTo>
                  <a:pt x="1388335" y="136324"/>
                </a:lnTo>
                <a:close/>
                <a:moveTo>
                  <a:pt x="1457426" y="136324"/>
                </a:moveTo>
                <a:lnTo>
                  <a:pt x="1457426" y="37287"/>
                </a:lnTo>
                <a:lnTo>
                  <a:pt x="1473209" y="37287"/>
                </a:lnTo>
                <a:lnTo>
                  <a:pt x="1473801" y="51788"/>
                </a:lnTo>
                <a:cubicBezTo>
                  <a:pt x="1476760" y="47908"/>
                  <a:pt x="1481002" y="44241"/>
                  <a:pt x="1486526" y="40789"/>
                </a:cubicBezTo>
                <a:cubicBezTo>
                  <a:pt x="1492050" y="37336"/>
                  <a:pt x="1499119" y="35610"/>
                  <a:pt x="1507734" y="35610"/>
                </a:cubicBezTo>
                <a:cubicBezTo>
                  <a:pt x="1518256" y="35610"/>
                  <a:pt x="1525917" y="38821"/>
                  <a:pt x="1530718" y="45243"/>
                </a:cubicBezTo>
                <a:cubicBezTo>
                  <a:pt x="1535518" y="51665"/>
                  <a:pt x="1537919" y="60687"/>
                  <a:pt x="1537919" y="72308"/>
                </a:cubicBezTo>
                <a:lnTo>
                  <a:pt x="1537919" y="136324"/>
                </a:lnTo>
                <a:lnTo>
                  <a:pt x="1521445" y="136324"/>
                </a:lnTo>
                <a:lnTo>
                  <a:pt x="1521445" y="74426"/>
                </a:lnTo>
                <a:cubicBezTo>
                  <a:pt x="1521445" y="69574"/>
                  <a:pt x="1520952" y="65270"/>
                  <a:pt x="1519966" y="61513"/>
                </a:cubicBezTo>
                <a:cubicBezTo>
                  <a:pt x="1518979" y="57754"/>
                  <a:pt x="1517220" y="54799"/>
                  <a:pt x="1514688" y="52648"/>
                </a:cubicBezTo>
                <a:cubicBezTo>
                  <a:pt x="1512156" y="50496"/>
                  <a:pt x="1508490" y="49420"/>
                  <a:pt x="1503689" y="49420"/>
                </a:cubicBezTo>
                <a:cubicBezTo>
                  <a:pt x="1496521" y="49420"/>
                  <a:pt x="1490504" y="51111"/>
                  <a:pt x="1485638" y="54494"/>
                </a:cubicBezTo>
                <a:cubicBezTo>
                  <a:pt x="1480771" y="57875"/>
                  <a:pt x="1476859" y="61581"/>
                  <a:pt x="1473899" y="65613"/>
                </a:cubicBezTo>
                <a:lnTo>
                  <a:pt x="1473899" y="136324"/>
                </a:lnTo>
                <a:lnTo>
                  <a:pt x="1457426" y="136324"/>
                </a:lnTo>
                <a:close/>
                <a:moveTo>
                  <a:pt x="1595519" y="138100"/>
                </a:moveTo>
                <a:cubicBezTo>
                  <a:pt x="1589995" y="138100"/>
                  <a:pt x="1584948" y="137022"/>
                  <a:pt x="1580377" y="134866"/>
                </a:cubicBezTo>
                <a:cubicBezTo>
                  <a:pt x="1575807" y="132711"/>
                  <a:pt x="1572157" y="129527"/>
                  <a:pt x="1569428" y="125317"/>
                </a:cubicBezTo>
                <a:cubicBezTo>
                  <a:pt x="1566699" y="121106"/>
                  <a:pt x="1565334" y="115901"/>
                  <a:pt x="1565334" y="109703"/>
                </a:cubicBezTo>
                <a:cubicBezTo>
                  <a:pt x="1565334" y="100879"/>
                  <a:pt x="1568030" y="94176"/>
                  <a:pt x="1573423" y="89595"/>
                </a:cubicBezTo>
                <a:cubicBezTo>
                  <a:pt x="1578815" y="85015"/>
                  <a:pt x="1586444" y="81899"/>
                  <a:pt x="1596308" y="80249"/>
                </a:cubicBezTo>
                <a:cubicBezTo>
                  <a:pt x="1606172" y="78599"/>
                  <a:pt x="1617714" y="77706"/>
                  <a:pt x="1630932" y="77570"/>
                </a:cubicBezTo>
                <a:lnTo>
                  <a:pt x="1630932" y="70502"/>
                </a:lnTo>
                <a:cubicBezTo>
                  <a:pt x="1630932" y="61840"/>
                  <a:pt x="1628893" y="55898"/>
                  <a:pt x="1624816" y="52675"/>
                </a:cubicBezTo>
                <a:cubicBezTo>
                  <a:pt x="1620739" y="49453"/>
                  <a:pt x="1615576" y="47842"/>
                  <a:pt x="1609329" y="47842"/>
                </a:cubicBezTo>
                <a:cubicBezTo>
                  <a:pt x="1602687" y="47842"/>
                  <a:pt x="1597097" y="49598"/>
                  <a:pt x="1592560" y="53110"/>
                </a:cubicBezTo>
                <a:cubicBezTo>
                  <a:pt x="1588022" y="56622"/>
                  <a:pt x="1585753" y="62166"/>
                  <a:pt x="1585753" y="69741"/>
                </a:cubicBezTo>
                <a:lnTo>
                  <a:pt x="1569773" y="69741"/>
                </a:lnTo>
                <a:cubicBezTo>
                  <a:pt x="1569773" y="61615"/>
                  <a:pt x="1571466" y="55047"/>
                  <a:pt x="1574853" y="50037"/>
                </a:cubicBezTo>
                <a:cubicBezTo>
                  <a:pt x="1578240" y="45024"/>
                  <a:pt x="1582909" y="41367"/>
                  <a:pt x="1588860" y="39066"/>
                </a:cubicBezTo>
                <a:cubicBezTo>
                  <a:pt x="1594812" y="36762"/>
                  <a:pt x="1601635" y="35610"/>
                  <a:pt x="1609329" y="35610"/>
                </a:cubicBezTo>
                <a:cubicBezTo>
                  <a:pt x="1614261" y="35610"/>
                  <a:pt x="1618979" y="36085"/>
                  <a:pt x="1623484" y="37034"/>
                </a:cubicBezTo>
                <a:cubicBezTo>
                  <a:pt x="1627989" y="37982"/>
                  <a:pt x="1632033" y="39709"/>
                  <a:pt x="1635617" y="42216"/>
                </a:cubicBezTo>
                <a:cubicBezTo>
                  <a:pt x="1639201" y="44723"/>
                  <a:pt x="1642045" y="48230"/>
                  <a:pt x="1644150" y="52737"/>
                </a:cubicBezTo>
                <a:cubicBezTo>
                  <a:pt x="1646254" y="57242"/>
                  <a:pt x="1647306" y="63050"/>
                  <a:pt x="1647306" y="70163"/>
                </a:cubicBezTo>
                <a:lnTo>
                  <a:pt x="1647306" y="136324"/>
                </a:lnTo>
                <a:lnTo>
                  <a:pt x="1631918" y="136324"/>
                </a:lnTo>
                <a:lnTo>
                  <a:pt x="1631228" y="121725"/>
                </a:lnTo>
                <a:cubicBezTo>
                  <a:pt x="1626822" y="126657"/>
                  <a:pt x="1621709" y="130620"/>
                  <a:pt x="1615889" y="133612"/>
                </a:cubicBezTo>
                <a:cubicBezTo>
                  <a:pt x="1610069" y="136604"/>
                  <a:pt x="1603279" y="138100"/>
                  <a:pt x="1595519" y="138100"/>
                </a:cubicBezTo>
                <a:moveTo>
                  <a:pt x="1599859" y="125474"/>
                </a:moveTo>
                <a:cubicBezTo>
                  <a:pt x="1606435" y="125474"/>
                  <a:pt x="1612354" y="123867"/>
                  <a:pt x="1617615" y="120653"/>
                </a:cubicBezTo>
                <a:cubicBezTo>
                  <a:pt x="1622876" y="117436"/>
                  <a:pt x="1627282" y="113366"/>
                  <a:pt x="1630833" y="108442"/>
                </a:cubicBezTo>
                <a:lnTo>
                  <a:pt x="1630833" y="88125"/>
                </a:lnTo>
                <a:cubicBezTo>
                  <a:pt x="1613340" y="88331"/>
                  <a:pt x="1600796" y="90041"/>
                  <a:pt x="1593201" y="93258"/>
                </a:cubicBezTo>
                <a:cubicBezTo>
                  <a:pt x="1585605" y="96472"/>
                  <a:pt x="1581808" y="101738"/>
                  <a:pt x="1581808" y="109056"/>
                </a:cubicBezTo>
                <a:cubicBezTo>
                  <a:pt x="1581808" y="114050"/>
                  <a:pt x="1583336" y="118034"/>
                  <a:pt x="1586394" y="121010"/>
                </a:cubicBezTo>
                <a:cubicBezTo>
                  <a:pt x="1589452" y="123986"/>
                  <a:pt x="1593941" y="125474"/>
                  <a:pt x="1599859" y="125474"/>
                </a:cubicBezTo>
                <a:close/>
                <a:moveTo>
                  <a:pt x="1705652" y="136324"/>
                </a:moveTo>
                <a:cubicBezTo>
                  <a:pt x="1697827" y="136324"/>
                  <a:pt x="1691842" y="135091"/>
                  <a:pt x="1687699" y="132625"/>
                </a:cubicBezTo>
                <a:cubicBezTo>
                  <a:pt x="1683556" y="130159"/>
                  <a:pt x="1680729" y="126608"/>
                  <a:pt x="1679216" y="121972"/>
                </a:cubicBezTo>
                <a:cubicBezTo>
                  <a:pt x="1677704" y="117336"/>
                  <a:pt x="1676947" y="111762"/>
                  <a:pt x="1676947" y="105252"/>
                </a:cubicBezTo>
                <a:lnTo>
                  <a:pt x="1676947" y="3551"/>
                </a:lnTo>
                <a:lnTo>
                  <a:pt x="1693322" y="3551"/>
                </a:lnTo>
                <a:lnTo>
                  <a:pt x="1693322" y="104463"/>
                </a:lnTo>
                <a:cubicBezTo>
                  <a:pt x="1693322" y="110447"/>
                  <a:pt x="1694095" y="115018"/>
                  <a:pt x="1695640" y="118174"/>
                </a:cubicBezTo>
                <a:cubicBezTo>
                  <a:pt x="1697186" y="121331"/>
                  <a:pt x="1700885" y="122909"/>
                  <a:pt x="1706738" y="122909"/>
                </a:cubicBezTo>
                <a:lnTo>
                  <a:pt x="1711176" y="122909"/>
                </a:lnTo>
                <a:lnTo>
                  <a:pt x="1711176" y="136324"/>
                </a:lnTo>
                <a:lnTo>
                  <a:pt x="1705652" y="1363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" name="Text nodehasexactly">
            <a:extLst xmlns:a="http://schemas.openxmlformats.org/drawingml/2006/main">
              <a:ext uri="{FF2B5EF4-FFF2-40B4-BE49-F238E27FC236}">
                <a16:creationId xmlns:a16="http://schemas.microsoft.com/office/drawing/2014/main" id="{D7C6EF1D-652E-401E-BA1B-B21FC2596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19" y="7122404"/>
            <a:ext cx="1436677" cy="168087"/>
          </a:xfrm>
          <a:custGeom xmlns:a="http://schemas.openxmlformats.org/drawingml/2006/main">
            <a:pathLst>
              <a:path w="1436677" h="168087">
                <a:moveTo>
                  <a:pt x="502487" y="61061"/>
                </a:moveTo>
                <a:lnTo>
                  <a:pt x="502881" y="60565"/>
                </a:lnTo>
                <a:lnTo>
                  <a:pt x="503286" y="60073"/>
                </a:lnTo>
                <a:lnTo>
                  <a:pt x="503701" y="59584"/>
                </a:lnTo>
                <a:lnTo>
                  <a:pt x="504125" y="59099"/>
                </a:lnTo>
                <a:lnTo>
                  <a:pt x="504560" y="58617"/>
                </a:lnTo>
                <a:lnTo>
                  <a:pt x="505004" y="58138"/>
                </a:lnTo>
                <a:lnTo>
                  <a:pt x="505458" y="57663"/>
                </a:lnTo>
                <a:lnTo>
                  <a:pt x="505923" y="57191"/>
                </a:lnTo>
                <a:lnTo>
                  <a:pt x="506397" y="56723"/>
                </a:lnTo>
                <a:lnTo>
                  <a:pt x="506881" y="56258"/>
                </a:lnTo>
                <a:lnTo>
                  <a:pt x="507375" y="55796"/>
                </a:lnTo>
                <a:lnTo>
                  <a:pt x="507879" y="55338"/>
                </a:lnTo>
                <a:lnTo>
                  <a:pt x="508393" y="54883"/>
                </a:lnTo>
                <a:lnTo>
                  <a:pt x="508917" y="54432"/>
                </a:lnTo>
                <a:lnTo>
                  <a:pt x="509451" y="53984"/>
                </a:lnTo>
                <a:lnTo>
                  <a:pt x="509994" y="53539"/>
                </a:lnTo>
                <a:lnTo>
                  <a:pt x="510548" y="53098"/>
                </a:lnTo>
                <a:lnTo>
                  <a:pt x="511112" y="52660"/>
                </a:lnTo>
                <a:lnTo>
                  <a:pt x="511685" y="52226"/>
                </a:lnTo>
                <a:lnTo>
                  <a:pt x="512269" y="51795"/>
                </a:lnTo>
                <a:lnTo>
                  <a:pt x="512862" y="51367"/>
                </a:lnTo>
                <a:lnTo>
                  <a:pt x="513465" y="50943"/>
                </a:lnTo>
                <a:lnTo>
                  <a:pt x="514080" y="50529"/>
                </a:lnTo>
                <a:lnTo>
                  <a:pt x="514706" y="50132"/>
                </a:lnTo>
                <a:lnTo>
                  <a:pt x="515344" y="49754"/>
                </a:lnTo>
                <a:lnTo>
                  <a:pt x="515994" y="49393"/>
                </a:lnTo>
                <a:lnTo>
                  <a:pt x="516657" y="49049"/>
                </a:lnTo>
                <a:lnTo>
                  <a:pt x="517331" y="48723"/>
                </a:lnTo>
                <a:lnTo>
                  <a:pt x="518017" y="48415"/>
                </a:lnTo>
                <a:lnTo>
                  <a:pt x="518715" y="48124"/>
                </a:lnTo>
                <a:lnTo>
                  <a:pt x="519426" y="47851"/>
                </a:lnTo>
                <a:lnTo>
                  <a:pt x="520148" y="47595"/>
                </a:lnTo>
                <a:lnTo>
                  <a:pt x="520882" y="47358"/>
                </a:lnTo>
                <a:lnTo>
                  <a:pt x="521628" y="47137"/>
                </a:lnTo>
                <a:lnTo>
                  <a:pt x="522386" y="46935"/>
                </a:lnTo>
                <a:lnTo>
                  <a:pt x="523156" y="46750"/>
                </a:lnTo>
                <a:lnTo>
                  <a:pt x="523938" y="46582"/>
                </a:lnTo>
                <a:lnTo>
                  <a:pt x="524733" y="46433"/>
                </a:lnTo>
                <a:lnTo>
                  <a:pt x="525539" y="46301"/>
                </a:lnTo>
                <a:lnTo>
                  <a:pt x="526357" y="46186"/>
                </a:lnTo>
                <a:lnTo>
                  <a:pt x="527187" y="46089"/>
                </a:lnTo>
                <a:lnTo>
                  <a:pt x="528029" y="46010"/>
                </a:lnTo>
                <a:lnTo>
                  <a:pt x="528883" y="45948"/>
                </a:lnTo>
                <a:lnTo>
                  <a:pt x="529749" y="45904"/>
                </a:lnTo>
                <a:lnTo>
                  <a:pt x="530627" y="45878"/>
                </a:lnTo>
                <a:lnTo>
                  <a:pt x="531517" y="45869"/>
                </a:lnTo>
                <a:lnTo>
                  <a:pt x="532111" y="45875"/>
                </a:lnTo>
                <a:lnTo>
                  <a:pt x="532694" y="45891"/>
                </a:lnTo>
                <a:lnTo>
                  <a:pt x="533265" y="45919"/>
                </a:lnTo>
                <a:lnTo>
                  <a:pt x="533824" y="45959"/>
                </a:lnTo>
                <a:lnTo>
                  <a:pt x="534372" y="46009"/>
                </a:lnTo>
                <a:lnTo>
                  <a:pt x="534908" y="46071"/>
                </a:lnTo>
                <a:lnTo>
                  <a:pt x="535432" y="46143"/>
                </a:lnTo>
                <a:lnTo>
                  <a:pt x="535945" y="46228"/>
                </a:lnTo>
                <a:lnTo>
                  <a:pt x="536446" y="46323"/>
                </a:lnTo>
                <a:lnTo>
                  <a:pt x="536936" y="46429"/>
                </a:lnTo>
                <a:lnTo>
                  <a:pt x="537413" y="46547"/>
                </a:lnTo>
                <a:lnTo>
                  <a:pt x="537879" y="46676"/>
                </a:lnTo>
                <a:lnTo>
                  <a:pt x="538334" y="46816"/>
                </a:lnTo>
                <a:lnTo>
                  <a:pt x="538777" y="46967"/>
                </a:lnTo>
                <a:lnTo>
                  <a:pt x="539208" y="47130"/>
                </a:lnTo>
                <a:lnTo>
                  <a:pt x="539628" y="47303"/>
                </a:lnTo>
                <a:lnTo>
                  <a:pt x="540036" y="47488"/>
                </a:lnTo>
                <a:lnTo>
                  <a:pt x="540432" y="47684"/>
                </a:lnTo>
                <a:lnTo>
                  <a:pt x="540817" y="47892"/>
                </a:lnTo>
                <a:lnTo>
                  <a:pt x="541190" y="48110"/>
                </a:lnTo>
                <a:lnTo>
                  <a:pt x="541551" y="48340"/>
                </a:lnTo>
                <a:lnTo>
                  <a:pt x="541901" y="48581"/>
                </a:lnTo>
                <a:lnTo>
                  <a:pt x="542239" y="48833"/>
                </a:lnTo>
                <a:lnTo>
                  <a:pt x="542565" y="49096"/>
                </a:lnTo>
                <a:lnTo>
                  <a:pt x="542881" y="49370"/>
                </a:lnTo>
                <a:lnTo>
                  <a:pt x="543189" y="49651"/>
                </a:lnTo>
                <a:lnTo>
                  <a:pt x="543489" y="49941"/>
                </a:lnTo>
                <a:lnTo>
                  <a:pt x="543780" y="50239"/>
                </a:lnTo>
                <a:lnTo>
                  <a:pt x="544063" y="50546"/>
                </a:lnTo>
                <a:lnTo>
                  <a:pt x="544338" y="50861"/>
                </a:lnTo>
                <a:lnTo>
                  <a:pt x="544604" y="51184"/>
                </a:lnTo>
                <a:lnTo>
                  <a:pt x="544861" y="51516"/>
                </a:lnTo>
                <a:lnTo>
                  <a:pt x="545110" y="51856"/>
                </a:lnTo>
                <a:lnTo>
                  <a:pt x="545351" y="52204"/>
                </a:lnTo>
                <a:lnTo>
                  <a:pt x="545584" y="52561"/>
                </a:lnTo>
                <a:lnTo>
                  <a:pt x="545808" y="52927"/>
                </a:lnTo>
                <a:lnTo>
                  <a:pt x="546024" y="53300"/>
                </a:lnTo>
                <a:lnTo>
                  <a:pt x="546231" y="53682"/>
                </a:lnTo>
                <a:lnTo>
                  <a:pt x="546430" y="54072"/>
                </a:lnTo>
                <a:lnTo>
                  <a:pt x="546620" y="54471"/>
                </a:lnTo>
                <a:lnTo>
                  <a:pt x="546802" y="54878"/>
                </a:lnTo>
                <a:lnTo>
                  <a:pt x="546976" y="55294"/>
                </a:lnTo>
                <a:lnTo>
                  <a:pt x="547142" y="55717"/>
                </a:lnTo>
                <a:lnTo>
                  <a:pt x="547299" y="56150"/>
                </a:lnTo>
                <a:lnTo>
                  <a:pt x="547447" y="56590"/>
                </a:lnTo>
                <a:lnTo>
                  <a:pt x="547587" y="57039"/>
                </a:lnTo>
                <a:lnTo>
                  <a:pt x="547719" y="57496"/>
                </a:lnTo>
                <a:lnTo>
                  <a:pt x="547842" y="57962"/>
                </a:lnTo>
                <a:lnTo>
                  <a:pt x="547959" y="58434"/>
                </a:lnTo>
                <a:lnTo>
                  <a:pt x="548071" y="58912"/>
                </a:lnTo>
                <a:lnTo>
                  <a:pt x="548178" y="59395"/>
                </a:lnTo>
                <a:lnTo>
                  <a:pt x="548279" y="59883"/>
                </a:lnTo>
                <a:lnTo>
                  <a:pt x="548376" y="60377"/>
                </a:lnTo>
                <a:lnTo>
                  <a:pt x="548468" y="60876"/>
                </a:lnTo>
                <a:lnTo>
                  <a:pt x="548555" y="61380"/>
                </a:lnTo>
                <a:lnTo>
                  <a:pt x="548637" y="61890"/>
                </a:lnTo>
                <a:lnTo>
                  <a:pt x="548714" y="62405"/>
                </a:lnTo>
                <a:lnTo>
                  <a:pt x="548786" y="62925"/>
                </a:lnTo>
                <a:lnTo>
                  <a:pt x="548853" y="63451"/>
                </a:lnTo>
                <a:lnTo>
                  <a:pt x="548915" y="63982"/>
                </a:lnTo>
                <a:lnTo>
                  <a:pt x="548972" y="64519"/>
                </a:lnTo>
                <a:lnTo>
                  <a:pt x="549024" y="65061"/>
                </a:lnTo>
                <a:lnTo>
                  <a:pt x="549072" y="65608"/>
                </a:lnTo>
                <a:lnTo>
                  <a:pt x="549114" y="66160"/>
                </a:lnTo>
                <a:lnTo>
                  <a:pt x="549151" y="66718"/>
                </a:lnTo>
                <a:lnTo>
                  <a:pt x="549183" y="67281"/>
                </a:lnTo>
                <a:lnTo>
                  <a:pt x="549211" y="67850"/>
                </a:lnTo>
                <a:lnTo>
                  <a:pt x="549233" y="68424"/>
                </a:lnTo>
                <a:lnTo>
                  <a:pt x="549250" y="69003"/>
                </a:lnTo>
                <a:lnTo>
                  <a:pt x="549263" y="69588"/>
                </a:lnTo>
                <a:lnTo>
                  <a:pt x="549270" y="70178"/>
                </a:lnTo>
                <a:lnTo>
                  <a:pt x="549273" y="70773"/>
                </a:lnTo>
                <a:lnTo>
                  <a:pt x="549273" y="132773"/>
                </a:lnTo>
                <a:lnTo>
                  <a:pt x="565746" y="132773"/>
                </a:lnTo>
                <a:lnTo>
                  <a:pt x="565746" y="68757"/>
                </a:lnTo>
                <a:lnTo>
                  <a:pt x="565734" y="67310"/>
                </a:lnTo>
                <a:lnTo>
                  <a:pt x="565697" y="65890"/>
                </a:lnTo>
                <a:lnTo>
                  <a:pt x="565636" y="64498"/>
                </a:lnTo>
                <a:lnTo>
                  <a:pt x="565550" y="63133"/>
                </a:lnTo>
                <a:lnTo>
                  <a:pt x="565440" y="61797"/>
                </a:lnTo>
                <a:lnTo>
                  <a:pt x="565305" y="60487"/>
                </a:lnTo>
                <a:lnTo>
                  <a:pt x="565146" y="59206"/>
                </a:lnTo>
                <a:lnTo>
                  <a:pt x="564962" y="57952"/>
                </a:lnTo>
                <a:lnTo>
                  <a:pt x="564754" y="56725"/>
                </a:lnTo>
                <a:lnTo>
                  <a:pt x="564522" y="55526"/>
                </a:lnTo>
                <a:lnTo>
                  <a:pt x="564264" y="54355"/>
                </a:lnTo>
                <a:lnTo>
                  <a:pt x="563983" y="53212"/>
                </a:lnTo>
                <a:lnTo>
                  <a:pt x="563677" y="52096"/>
                </a:lnTo>
                <a:lnTo>
                  <a:pt x="563346" y="51007"/>
                </a:lnTo>
                <a:lnTo>
                  <a:pt x="562991" y="49947"/>
                </a:lnTo>
                <a:lnTo>
                  <a:pt x="562611" y="48914"/>
                </a:lnTo>
                <a:lnTo>
                  <a:pt x="562207" y="47908"/>
                </a:lnTo>
                <a:lnTo>
                  <a:pt x="561779" y="46930"/>
                </a:lnTo>
                <a:lnTo>
                  <a:pt x="561326" y="45980"/>
                </a:lnTo>
                <a:lnTo>
                  <a:pt x="560848" y="45057"/>
                </a:lnTo>
                <a:lnTo>
                  <a:pt x="560346" y="44162"/>
                </a:lnTo>
                <a:lnTo>
                  <a:pt x="559820" y="43295"/>
                </a:lnTo>
                <a:lnTo>
                  <a:pt x="559269" y="42455"/>
                </a:lnTo>
                <a:lnTo>
                  <a:pt x="558693" y="41643"/>
                </a:lnTo>
                <a:lnTo>
                  <a:pt x="558090" y="40861"/>
                </a:lnTo>
                <a:lnTo>
                  <a:pt x="557454" y="40112"/>
                </a:lnTo>
                <a:lnTo>
                  <a:pt x="556787" y="39397"/>
                </a:lnTo>
                <a:lnTo>
                  <a:pt x="556089" y="38714"/>
                </a:lnTo>
                <a:lnTo>
                  <a:pt x="555358" y="38065"/>
                </a:lnTo>
                <a:lnTo>
                  <a:pt x="554596" y="37450"/>
                </a:lnTo>
                <a:lnTo>
                  <a:pt x="553803" y="36867"/>
                </a:lnTo>
                <a:lnTo>
                  <a:pt x="552977" y="36318"/>
                </a:lnTo>
                <a:lnTo>
                  <a:pt x="552120" y="35803"/>
                </a:lnTo>
                <a:lnTo>
                  <a:pt x="551232" y="35320"/>
                </a:lnTo>
                <a:lnTo>
                  <a:pt x="550311" y="34871"/>
                </a:lnTo>
                <a:lnTo>
                  <a:pt x="549359" y="34455"/>
                </a:lnTo>
                <a:lnTo>
                  <a:pt x="548375" y="34072"/>
                </a:lnTo>
                <a:lnTo>
                  <a:pt x="547360" y="33723"/>
                </a:lnTo>
                <a:lnTo>
                  <a:pt x="546313" y="33407"/>
                </a:lnTo>
                <a:lnTo>
                  <a:pt x="545234" y="33124"/>
                </a:lnTo>
                <a:lnTo>
                  <a:pt x="544123" y="32874"/>
                </a:lnTo>
                <a:lnTo>
                  <a:pt x="542981" y="32658"/>
                </a:lnTo>
                <a:lnTo>
                  <a:pt x="541807" y="32475"/>
                </a:lnTo>
                <a:lnTo>
                  <a:pt x="540602" y="32325"/>
                </a:lnTo>
                <a:lnTo>
                  <a:pt x="539365" y="32209"/>
                </a:lnTo>
                <a:lnTo>
                  <a:pt x="538096" y="32125"/>
                </a:lnTo>
                <a:lnTo>
                  <a:pt x="536795" y="32076"/>
                </a:lnTo>
                <a:lnTo>
                  <a:pt x="535463" y="32059"/>
                </a:lnTo>
                <a:lnTo>
                  <a:pt x="534402" y="32068"/>
                </a:lnTo>
                <a:lnTo>
                  <a:pt x="533357" y="32095"/>
                </a:lnTo>
                <a:lnTo>
                  <a:pt x="532328" y="32140"/>
                </a:lnTo>
                <a:lnTo>
                  <a:pt x="531314" y="32203"/>
                </a:lnTo>
                <a:lnTo>
                  <a:pt x="530317" y="32284"/>
                </a:lnTo>
                <a:lnTo>
                  <a:pt x="529335" y="32383"/>
                </a:lnTo>
                <a:lnTo>
                  <a:pt x="528368" y="32499"/>
                </a:lnTo>
                <a:lnTo>
                  <a:pt x="527418" y="32634"/>
                </a:lnTo>
                <a:lnTo>
                  <a:pt x="526483" y="32787"/>
                </a:lnTo>
                <a:lnTo>
                  <a:pt x="525564" y="32958"/>
                </a:lnTo>
                <a:lnTo>
                  <a:pt x="524661" y="33147"/>
                </a:lnTo>
                <a:lnTo>
                  <a:pt x="523774" y="33354"/>
                </a:lnTo>
                <a:lnTo>
                  <a:pt x="522902" y="33578"/>
                </a:lnTo>
                <a:lnTo>
                  <a:pt x="522046" y="33821"/>
                </a:lnTo>
                <a:lnTo>
                  <a:pt x="521206" y="34082"/>
                </a:lnTo>
                <a:lnTo>
                  <a:pt x="520381" y="34361"/>
                </a:lnTo>
                <a:lnTo>
                  <a:pt x="519573" y="34657"/>
                </a:lnTo>
                <a:lnTo>
                  <a:pt x="518780" y="34972"/>
                </a:lnTo>
                <a:lnTo>
                  <a:pt x="518003" y="35305"/>
                </a:lnTo>
                <a:lnTo>
                  <a:pt x="517241" y="35655"/>
                </a:lnTo>
                <a:lnTo>
                  <a:pt x="516496" y="36024"/>
                </a:lnTo>
                <a:lnTo>
                  <a:pt x="515766" y="36411"/>
                </a:lnTo>
                <a:lnTo>
                  <a:pt x="515052" y="36815"/>
                </a:lnTo>
                <a:lnTo>
                  <a:pt x="514353" y="37238"/>
                </a:lnTo>
                <a:lnTo>
                  <a:pt x="513669" y="37670"/>
                </a:lnTo>
                <a:lnTo>
                  <a:pt x="512999" y="38105"/>
                </a:lnTo>
                <a:lnTo>
                  <a:pt x="512342" y="38542"/>
                </a:lnTo>
                <a:lnTo>
                  <a:pt x="511698" y="38982"/>
                </a:lnTo>
                <a:lnTo>
                  <a:pt x="511068" y="39423"/>
                </a:lnTo>
                <a:lnTo>
                  <a:pt x="510451" y="39867"/>
                </a:lnTo>
                <a:lnTo>
                  <a:pt x="509847" y="40313"/>
                </a:lnTo>
                <a:lnTo>
                  <a:pt x="509257" y="40761"/>
                </a:lnTo>
                <a:lnTo>
                  <a:pt x="508680" y="41212"/>
                </a:lnTo>
                <a:lnTo>
                  <a:pt x="508116" y="41665"/>
                </a:lnTo>
                <a:lnTo>
                  <a:pt x="507566" y="42120"/>
                </a:lnTo>
                <a:lnTo>
                  <a:pt x="507029" y="42577"/>
                </a:lnTo>
                <a:lnTo>
                  <a:pt x="506505" y="43036"/>
                </a:lnTo>
                <a:lnTo>
                  <a:pt x="505995" y="43498"/>
                </a:lnTo>
                <a:lnTo>
                  <a:pt x="505498" y="43962"/>
                </a:lnTo>
                <a:lnTo>
                  <a:pt x="505015" y="44428"/>
                </a:lnTo>
                <a:lnTo>
                  <a:pt x="504545" y="44896"/>
                </a:lnTo>
                <a:lnTo>
                  <a:pt x="504088" y="45366"/>
                </a:lnTo>
                <a:lnTo>
                  <a:pt x="503645" y="45839"/>
                </a:lnTo>
                <a:lnTo>
                  <a:pt x="503215" y="46314"/>
                </a:lnTo>
                <a:lnTo>
                  <a:pt x="502798" y="46791"/>
                </a:lnTo>
                <a:lnTo>
                  <a:pt x="502395" y="47271"/>
                </a:lnTo>
                <a:lnTo>
                  <a:pt x="502005" y="47752"/>
                </a:lnTo>
                <a:lnTo>
                  <a:pt x="501628" y="48236"/>
                </a:lnTo>
                <a:lnTo>
                  <a:pt x="501628" y="0"/>
                </a:lnTo>
                <a:lnTo>
                  <a:pt x="485254" y="0"/>
                </a:lnTo>
                <a:lnTo>
                  <a:pt x="485254" y="132773"/>
                </a:lnTo>
                <a:lnTo>
                  <a:pt x="501727" y="132773"/>
                </a:lnTo>
                <a:lnTo>
                  <a:pt x="501727" y="62062"/>
                </a:lnTo>
                <a:lnTo>
                  <a:pt x="502102" y="61559"/>
                </a:lnTo>
                <a:lnTo>
                  <a:pt x="502487" y="61061"/>
                </a:lnTo>
                <a:close/>
                <a:moveTo>
                  <a:pt x="257025" y="134427"/>
                </a:moveTo>
                <a:lnTo>
                  <a:pt x="257893" y="134358"/>
                </a:lnTo>
                <a:lnTo>
                  <a:pt x="258751" y="134275"/>
                </a:lnTo>
                <a:lnTo>
                  <a:pt x="259598" y="134175"/>
                </a:lnTo>
                <a:lnTo>
                  <a:pt x="260436" y="134061"/>
                </a:lnTo>
                <a:lnTo>
                  <a:pt x="261264" y="133932"/>
                </a:lnTo>
                <a:lnTo>
                  <a:pt x="262082" y="133787"/>
                </a:lnTo>
                <a:lnTo>
                  <a:pt x="262891" y="133627"/>
                </a:lnTo>
                <a:lnTo>
                  <a:pt x="263689" y="133451"/>
                </a:lnTo>
                <a:lnTo>
                  <a:pt x="264477" y="133261"/>
                </a:lnTo>
                <a:lnTo>
                  <a:pt x="265255" y="133055"/>
                </a:lnTo>
                <a:lnTo>
                  <a:pt x="266024" y="132834"/>
                </a:lnTo>
                <a:lnTo>
                  <a:pt x="266782" y="132598"/>
                </a:lnTo>
                <a:lnTo>
                  <a:pt x="267531" y="132346"/>
                </a:lnTo>
                <a:lnTo>
                  <a:pt x="268270" y="132080"/>
                </a:lnTo>
                <a:lnTo>
                  <a:pt x="268998" y="131798"/>
                </a:lnTo>
                <a:lnTo>
                  <a:pt x="269717" y="131501"/>
                </a:lnTo>
                <a:lnTo>
                  <a:pt x="270426" y="131188"/>
                </a:lnTo>
                <a:lnTo>
                  <a:pt x="271125" y="130860"/>
                </a:lnTo>
                <a:lnTo>
                  <a:pt x="271814" y="130517"/>
                </a:lnTo>
                <a:lnTo>
                  <a:pt x="272493" y="130159"/>
                </a:lnTo>
                <a:lnTo>
                  <a:pt x="273162" y="129789"/>
                </a:lnTo>
                <a:lnTo>
                  <a:pt x="273820" y="129410"/>
                </a:lnTo>
                <a:lnTo>
                  <a:pt x="274469" y="129021"/>
                </a:lnTo>
                <a:lnTo>
                  <a:pt x="275107" y="128623"/>
                </a:lnTo>
                <a:lnTo>
                  <a:pt x="275735" y="128217"/>
                </a:lnTo>
                <a:lnTo>
                  <a:pt x="276352" y="127801"/>
                </a:lnTo>
                <a:lnTo>
                  <a:pt x="276959" y="127376"/>
                </a:lnTo>
                <a:lnTo>
                  <a:pt x="277556" y="126942"/>
                </a:lnTo>
                <a:lnTo>
                  <a:pt x="278143" y="126499"/>
                </a:lnTo>
                <a:lnTo>
                  <a:pt x="278720" y="126047"/>
                </a:lnTo>
                <a:lnTo>
                  <a:pt x="279286" y="125586"/>
                </a:lnTo>
                <a:lnTo>
                  <a:pt x="279842" y="125116"/>
                </a:lnTo>
                <a:lnTo>
                  <a:pt x="280387" y="124637"/>
                </a:lnTo>
                <a:lnTo>
                  <a:pt x="280923" y="124149"/>
                </a:lnTo>
                <a:lnTo>
                  <a:pt x="281448" y="123651"/>
                </a:lnTo>
                <a:lnTo>
                  <a:pt x="281962" y="123145"/>
                </a:lnTo>
                <a:lnTo>
                  <a:pt x="282467" y="122629"/>
                </a:lnTo>
                <a:lnTo>
                  <a:pt x="282961" y="122104"/>
                </a:lnTo>
                <a:lnTo>
                  <a:pt x="283445" y="121571"/>
                </a:lnTo>
                <a:lnTo>
                  <a:pt x="283919" y="121028"/>
                </a:lnTo>
                <a:lnTo>
                  <a:pt x="284382" y="120476"/>
                </a:lnTo>
                <a:lnTo>
                  <a:pt x="284835" y="119915"/>
                </a:lnTo>
                <a:lnTo>
                  <a:pt x="285278" y="119345"/>
                </a:lnTo>
                <a:lnTo>
                  <a:pt x="285711" y="118766"/>
                </a:lnTo>
                <a:lnTo>
                  <a:pt x="286599" y="132773"/>
                </a:lnTo>
                <a:lnTo>
                  <a:pt x="302184" y="132773"/>
                </a:lnTo>
                <a:lnTo>
                  <a:pt x="302184" y="0"/>
                </a:lnTo>
                <a:lnTo>
                  <a:pt x="285711" y="0"/>
                </a:lnTo>
                <a:lnTo>
                  <a:pt x="285711" y="48730"/>
                </a:lnTo>
                <a:lnTo>
                  <a:pt x="285319" y="48094"/>
                </a:lnTo>
                <a:lnTo>
                  <a:pt x="284918" y="47469"/>
                </a:lnTo>
                <a:lnTo>
                  <a:pt x="284506" y="46856"/>
                </a:lnTo>
                <a:lnTo>
                  <a:pt x="284083" y="46254"/>
                </a:lnTo>
                <a:lnTo>
                  <a:pt x="283651" y="45663"/>
                </a:lnTo>
                <a:lnTo>
                  <a:pt x="283208" y="45083"/>
                </a:lnTo>
                <a:lnTo>
                  <a:pt x="282755" y="44514"/>
                </a:lnTo>
                <a:lnTo>
                  <a:pt x="282291" y="43956"/>
                </a:lnTo>
                <a:lnTo>
                  <a:pt x="281818" y="43410"/>
                </a:lnTo>
                <a:lnTo>
                  <a:pt x="281334" y="42874"/>
                </a:lnTo>
                <a:lnTo>
                  <a:pt x="280839" y="42350"/>
                </a:lnTo>
                <a:lnTo>
                  <a:pt x="280335" y="41837"/>
                </a:lnTo>
                <a:lnTo>
                  <a:pt x="279820" y="41335"/>
                </a:lnTo>
                <a:lnTo>
                  <a:pt x="279295" y="40844"/>
                </a:lnTo>
                <a:lnTo>
                  <a:pt x="278760" y="40364"/>
                </a:lnTo>
                <a:lnTo>
                  <a:pt x="278214" y="39896"/>
                </a:lnTo>
                <a:lnTo>
                  <a:pt x="277658" y="39438"/>
                </a:lnTo>
                <a:lnTo>
                  <a:pt x="277092" y="38992"/>
                </a:lnTo>
                <a:lnTo>
                  <a:pt x="276515" y="38556"/>
                </a:lnTo>
                <a:lnTo>
                  <a:pt x="275929" y="38132"/>
                </a:lnTo>
                <a:lnTo>
                  <a:pt x="275332" y="37719"/>
                </a:lnTo>
                <a:lnTo>
                  <a:pt x="274725" y="37317"/>
                </a:lnTo>
                <a:lnTo>
                  <a:pt x="274107" y="36927"/>
                </a:lnTo>
                <a:lnTo>
                  <a:pt x="273479" y="36547"/>
                </a:lnTo>
                <a:lnTo>
                  <a:pt x="272842" y="36181"/>
                </a:lnTo>
                <a:lnTo>
                  <a:pt x="272195" y="35830"/>
                </a:lnTo>
                <a:lnTo>
                  <a:pt x="271539" y="35495"/>
                </a:lnTo>
                <a:lnTo>
                  <a:pt x="270873" y="35176"/>
                </a:lnTo>
                <a:lnTo>
                  <a:pt x="270199" y="34872"/>
                </a:lnTo>
                <a:lnTo>
                  <a:pt x="269515" y="34584"/>
                </a:lnTo>
                <a:lnTo>
                  <a:pt x="268822" y="34311"/>
                </a:lnTo>
                <a:lnTo>
                  <a:pt x="268120" y="34054"/>
                </a:lnTo>
                <a:lnTo>
                  <a:pt x="267408" y="33812"/>
                </a:lnTo>
                <a:lnTo>
                  <a:pt x="266687" y="33586"/>
                </a:lnTo>
                <a:lnTo>
                  <a:pt x="265957" y="33376"/>
                </a:lnTo>
                <a:lnTo>
                  <a:pt x="265218" y="33181"/>
                </a:lnTo>
                <a:lnTo>
                  <a:pt x="264469" y="33002"/>
                </a:lnTo>
                <a:lnTo>
                  <a:pt x="263711" y="32838"/>
                </a:lnTo>
                <a:lnTo>
                  <a:pt x="262944" y="32690"/>
                </a:lnTo>
                <a:lnTo>
                  <a:pt x="262168" y="32558"/>
                </a:lnTo>
                <a:lnTo>
                  <a:pt x="261383" y="32441"/>
                </a:lnTo>
                <a:lnTo>
                  <a:pt x="260588" y="32339"/>
                </a:lnTo>
                <a:lnTo>
                  <a:pt x="259784" y="32254"/>
                </a:lnTo>
                <a:lnTo>
                  <a:pt x="258970" y="32184"/>
                </a:lnTo>
                <a:lnTo>
                  <a:pt x="258148" y="32129"/>
                </a:lnTo>
                <a:lnTo>
                  <a:pt x="257316" y="32090"/>
                </a:lnTo>
                <a:lnTo>
                  <a:pt x="256475" y="32067"/>
                </a:lnTo>
                <a:lnTo>
                  <a:pt x="255625" y="32059"/>
                </a:lnTo>
                <a:lnTo>
                  <a:pt x="254603" y="32069"/>
                </a:lnTo>
                <a:lnTo>
                  <a:pt x="253592" y="32099"/>
                </a:lnTo>
                <a:lnTo>
                  <a:pt x="252593" y="32149"/>
                </a:lnTo>
                <a:lnTo>
                  <a:pt x="251605" y="32218"/>
                </a:lnTo>
                <a:lnTo>
                  <a:pt x="250628" y="32308"/>
                </a:lnTo>
                <a:lnTo>
                  <a:pt x="249663" y="32418"/>
                </a:lnTo>
                <a:lnTo>
                  <a:pt x="248709" y="32547"/>
                </a:lnTo>
                <a:lnTo>
                  <a:pt x="247766" y="32697"/>
                </a:lnTo>
                <a:lnTo>
                  <a:pt x="246835" y="32866"/>
                </a:lnTo>
                <a:lnTo>
                  <a:pt x="245915" y="33055"/>
                </a:lnTo>
                <a:lnTo>
                  <a:pt x="245006" y="33265"/>
                </a:lnTo>
                <a:lnTo>
                  <a:pt x="244108" y="33494"/>
                </a:lnTo>
                <a:lnTo>
                  <a:pt x="243222" y="33743"/>
                </a:lnTo>
                <a:lnTo>
                  <a:pt x="242347" y="34012"/>
                </a:lnTo>
                <a:lnTo>
                  <a:pt x="241483" y="34301"/>
                </a:lnTo>
                <a:lnTo>
                  <a:pt x="240631" y="34610"/>
                </a:lnTo>
                <a:lnTo>
                  <a:pt x="239790" y="34939"/>
                </a:lnTo>
                <a:lnTo>
                  <a:pt x="238960" y="35288"/>
                </a:lnTo>
                <a:lnTo>
                  <a:pt x="238142" y="35656"/>
                </a:lnTo>
                <a:lnTo>
                  <a:pt x="237335" y="36045"/>
                </a:lnTo>
                <a:lnTo>
                  <a:pt x="236539" y="36453"/>
                </a:lnTo>
                <a:lnTo>
                  <a:pt x="235754" y="36882"/>
                </a:lnTo>
                <a:lnTo>
                  <a:pt x="234981" y="37330"/>
                </a:lnTo>
                <a:lnTo>
                  <a:pt x="234219" y="37799"/>
                </a:lnTo>
                <a:lnTo>
                  <a:pt x="233470" y="38287"/>
                </a:lnTo>
                <a:lnTo>
                  <a:pt x="232735" y="38794"/>
                </a:lnTo>
                <a:lnTo>
                  <a:pt x="232014" y="39320"/>
                </a:lnTo>
                <a:lnTo>
                  <a:pt x="231308" y="39866"/>
                </a:lnTo>
                <a:lnTo>
                  <a:pt x="230616" y="40431"/>
                </a:lnTo>
                <a:lnTo>
                  <a:pt x="229938" y="41015"/>
                </a:lnTo>
                <a:lnTo>
                  <a:pt x="229274" y="41618"/>
                </a:lnTo>
                <a:lnTo>
                  <a:pt x="228624" y="42240"/>
                </a:lnTo>
                <a:lnTo>
                  <a:pt x="227989" y="42882"/>
                </a:lnTo>
                <a:lnTo>
                  <a:pt x="227367" y="43543"/>
                </a:lnTo>
                <a:lnTo>
                  <a:pt x="226760" y="44223"/>
                </a:lnTo>
                <a:lnTo>
                  <a:pt x="226168" y="44923"/>
                </a:lnTo>
                <a:lnTo>
                  <a:pt x="225589" y="45641"/>
                </a:lnTo>
                <a:lnTo>
                  <a:pt x="225025" y="46379"/>
                </a:lnTo>
                <a:lnTo>
                  <a:pt x="224474" y="47136"/>
                </a:lnTo>
                <a:lnTo>
                  <a:pt x="223938" y="47912"/>
                </a:lnTo>
                <a:lnTo>
                  <a:pt x="223417" y="48708"/>
                </a:lnTo>
                <a:lnTo>
                  <a:pt x="222909" y="49523"/>
                </a:lnTo>
                <a:lnTo>
                  <a:pt x="222416" y="50357"/>
                </a:lnTo>
                <a:lnTo>
                  <a:pt x="221937" y="51210"/>
                </a:lnTo>
                <a:lnTo>
                  <a:pt x="221472" y="52082"/>
                </a:lnTo>
                <a:lnTo>
                  <a:pt x="221021" y="52974"/>
                </a:lnTo>
                <a:lnTo>
                  <a:pt x="220585" y="53885"/>
                </a:lnTo>
                <a:lnTo>
                  <a:pt x="220163" y="54815"/>
                </a:lnTo>
                <a:lnTo>
                  <a:pt x="219756" y="55764"/>
                </a:lnTo>
                <a:lnTo>
                  <a:pt x="219367" y="56732"/>
                </a:lnTo>
                <a:lnTo>
                  <a:pt x="218995" y="57720"/>
                </a:lnTo>
                <a:lnTo>
                  <a:pt x="218641" y="58728"/>
                </a:lnTo>
                <a:lnTo>
                  <a:pt x="218303" y="59754"/>
                </a:lnTo>
                <a:lnTo>
                  <a:pt x="217983" y="60800"/>
                </a:lnTo>
                <a:lnTo>
                  <a:pt x="217681" y="61866"/>
                </a:lnTo>
                <a:lnTo>
                  <a:pt x="217395" y="62951"/>
                </a:lnTo>
                <a:lnTo>
                  <a:pt x="217127" y="64055"/>
                </a:lnTo>
                <a:lnTo>
                  <a:pt x="216876" y="65179"/>
                </a:lnTo>
                <a:lnTo>
                  <a:pt x="216643" y="66322"/>
                </a:lnTo>
                <a:lnTo>
                  <a:pt x="216427" y="67485"/>
                </a:lnTo>
                <a:lnTo>
                  <a:pt x="216228" y="68667"/>
                </a:lnTo>
                <a:lnTo>
                  <a:pt x="216046" y="69868"/>
                </a:lnTo>
                <a:lnTo>
                  <a:pt x="215882" y="71089"/>
                </a:lnTo>
                <a:lnTo>
                  <a:pt x="215735" y="72329"/>
                </a:lnTo>
                <a:lnTo>
                  <a:pt x="215605" y="73589"/>
                </a:lnTo>
                <a:lnTo>
                  <a:pt x="215493" y="74868"/>
                </a:lnTo>
                <a:lnTo>
                  <a:pt x="215397" y="76166"/>
                </a:lnTo>
                <a:lnTo>
                  <a:pt x="215320" y="77484"/>
                </a:lnTo>
                <a:lnTo>
                  <a:pt x="215259" y="78821"/>
                </a:lnTo>
                <a:lnTo>
                  <a:pt x="215216" y="80178"/>
                </a:lnTo>
                <a:lnTo>
                  <a:pt x="215190" y="81554"/>
                </a:lnTo>
                <a:lnTo>
                  <a:pt x="215181" y="82949"/>
                </a:lnTo>
                <a:lnTo>
                  <a:pt x="215189" y="84354"/>
                </a:lnTo>
                <a:lnTo>
                  <a:pt x="215214" y="85739"/>
                </a:lnTo>
                <a:lnTo>
                  <a:pt x="215254" y="87105"/>
                </a:lnTo>
                <a:lnTo>
                  <a:pt x="215311" y="88453"/>
                </a:lnTo>
                <a:lnTo>
                  <a:pt x="215385" y="89782"/>
                </a:lnTo>
                <a:lnTo>
                  <a:pt x="215474" y="91091"/>
                </a:lnTo>
                <a:lnTo>
                  <a:pt x="215580" y="92382"/>
                </a:lnTo>
                <a:lnTo>
                  <a:pt x="215702" y="93655"/>
                </a:lnTo>
                <a:lnTo>
                  <a:pt x="215840" y="94908"/>
                </a:lnTo>
                <a:lnTo>
                  <a:pt x="215995" y="96142"/>
                </a:lnTo>
                <a:lnTo>
                  <a:pt x="216165" y="97358"/>
                </a:lnTo>
                <a:lnTo>
                  <a:pt x="216353" y="98554"/>
                </a:lnTo>
                <a:lnTo>
                  <a:pt x="216556" y="99732"/>
                </a:lnTo>
                <a:lnTo>
                  <a:pt x="216776" y="100891"/>
                </a:lnTo>
                <a:lnTo>
                  <a:pt x="217011" y="102031"/>
                </a:lnTo>
                <a:lnTo>
                  <a:pt x="217264" y="103152"/>
                </a:lnTo>
                <a:lnTo>
                  <a:pt x="217532" y="104254"/>
                </a:lnTo>
                <a:lnTo>
                  <a:pt x="217817" y="105338"/>
                </a:lnTo>
                <a:lnTo>
                  <a:pt x="218118" y="106402"/>
                </a:lnTo>
                <a:lnTo>
                  <a:pt x="218435" y="107448"/>
                </a:lnTo>
                <a:lnTo>
                  <a:pt x="218769" y="108475"/>
                </a:lnTo>
                <a:lnTo>
                  <a:pt x="219118" y="109483"/>
                </a:lnTo>
                <a:lnTo>
                  <a:pt x="219484" y="110472"/>
                </a:lnTo>
                <a:lnTo>
                  <a:pt x="219867" y="111442"/>
                </a:lnTo>
                <a:lnTo>
                  <a:pt x="220264" y="112393"/>
                </a:lnTo>
                <a:lnTo>
                  <a:pt x="220675" y="113323"/>
                </a:lnTo>
                <a:lnTo>
                  <a:pt x="221099" y="114234"/>
                </a:lnTo>
                <a:lnTo>
                  <a:pt x="221537" y="115125"/>
                </a:lnTo>
                <a:lnTo>
                  <a:pt x="221988" y="115996"/>
                </a:lnTo>
                <a:lnTo>
                  <a:pt x="222453" y="116847"/>
                </a:lnTo>
                <a:lnTo>
                  <a:pt x="222931" y="117679"/>
                </a:lnTo>
                <a:lnTo>
                  <a:pt x="223423" y="118490"/>
                </a:lnTo>
                <a:lnTo>
                  <a:pt x="223929" y="119281"/>
                </a:lnTo>
                <a:lnTo>
                  <a:pt x="224448" y="120053"/>
                </a:lnTo>
                <a:lnTo>
                  <a:pt x="224980" y="120804"/>
                </a:lnTo>
                <a:lnTo>
                  <a:pt x="225526" y="121536"/>
                </a:lnTo>
                <a:lnTo>
                  <a:pt x="226086" y="122247"/>
                </a:lnTo>
                <a:lnTo>
                  <a:pt x="226659" y="122939"/>
                </a:lnTo>
                <a:lnTo>
                  <a:pt x="227246" y="123611"/>
                </a:lnTo>
                <a:lnTo>
                  <a:pt x="227846" y="124263"/>
                </a:lnTo>
                <a:lnTo>
                  <a:pt x="228460" y="124895"/>
                </a:lnTo>
                <a:lnTo>
                  <a:pt x="229087" y="125506"/>
                </a:lnTo>
                <a:lnTo>
                  <a:pt x="229728" y="126099"/>
                </a:lnTo>
                <a:lnTo>
                  <a:pt x="230382" y="126671"/>
                </a:lnTo>
                <a:lnTo>
                  <a:pt x="231050" y="127223"/>
                </a:lnTo>
                <a:lnTo>
                  <a:pt x="231731" y="127755"/>
                </a:lnTo>
                <a:lnTo>
                  <a:pt x="232426" y="128267"/>
                </a:lnTo>
                <a:lnTo>
                  <a:pt x="233134" y="128760"/>
                </a:lnTo>
                <a:lnTo>
                  <a:pt x="233855" y="129232"/>
                </a:lnTo>
                <a:lnTo>
                  <a:pt x="234586" y="129684"/>
                </a:lnTo>
                <a:lnTo>
                  <a:pt x="235329" y="130117"/>
                </a:lnTo>
                <a:lnTo>
                  <a:pt x="236083" y="130529"/>
                </a:lnTo>
                <a:lnTo>
                  <a:pt x="236847" y="130921"/>
                </a:lnTo>
                <a:lnTo>
                  <a:pt x="237622" y="131293"/>
                </a:lnTo>
                <a:lnTo>
                  <a:pt x="238409" y="131644"/>
                </a:lnTo>
                <a:lnTo>
                  <a:pt x="239206" y="131976"/>
                </a:lnTo>
                <a:lnTo>
                  <a:pt x="240015" y="132288"/>
                </a:lnTo>
                <a:lnTo>
                  <a:pt x="240834" y="132579"/>
                </a:lnTo>
                <a:lnTo>
                  <a:pt x="241664" y="132850"/>
                </a:lnTo>
                <a:lnTo>
                  <a:pt x="242505" y="133102"/>
                </a:lnTo>
                <a:lnTo>
                  <a:pt x="243357" y="133333"/>
                </a:lnTo>
                <a:lnTo>
                  <a:pt x="244221" y="133544"/>
                </a:lnTo>
                <a:lnTo>
                  <a:pt x="245095" y="133735"/>
                </a:lnTo>
                <a:lnTo>
                  <a:pt x="245980" y="133906"/>
                </a:lnTo>
                <a:lnTo>
                  <a:pt x="246876" y="134056"/>
                </a:lnTo>
                <a:lnTo>
                  <a:pt x="247783" y="134187"/>
                </a:lnTo>
                <a:lnTo>
                  <a:pt x="248701" y="134298"/>
                </a:lnTo>
                <a:lnTo>
                  <a:pt x="249629" y="134388"/>
                </a:lnTo>
                <a:lnTo>
                  <a:pt x="250569" y="134458"/>
                </a:lnTo>
                <a:lnTo>
                  <a:pt x="251520" y="134509"/>
                </a:lnTo>
                <a:lnTo>
                  <a:pt x="252482" y="134539"/>
                </a:lnTo>
                <a:lnTo>
                  <a:pt x="253455" y="134549"/>
                </a:lnTo>
                <a:lnTo>
                  <a:pt x="254362" y="134541"/>
                </a:lnTo>
                <a:lnTo>
                  <a:pt x="255260" y="134518"/>
                </a:lnTo>
                <a:lnTo>
                  <a:pt x="256147" y="134480"/>
                </a:lnTo>
                <a:lnTo>
                  <a:pt x="257025" y="134427"/>
                </a:lnTo>
                <a:close/>
                <a:moveTo>
                  <a:pt x="252927" y="120764"/>
                </a:moveTo>
                <a:lnTo>
                  <a:pt x="252008" y="120611"/>
                </a:lnTo>
                <a:lnTo>
                  <a:pt x="251109" y="120425"/>
                </a:lnTo>
                <a:lnTo>
                  <a:pt x="250230" y="120205"/>
                </a:lnTo>
                <a:lnTo>
                  <a:pt x="249372" y="119951"/>
                </a:lnTo>
                <a:lnTo>
                  <a:pt x="248534" y="119663"/>
                </a:lnTo>
                <a:lnTo>
                  <a:pt x="247717" y="119342"/>
                </a:lnTo>
                <a:lnTo>
                  <a:pt x="246919" y="118986"/>
                </a:lnTo>
                <a:lnTo>
                  <a:pt x="246143" y="118596"/>
                </a:lnTo>
                <a:lnTo>
                  <a:pt x="245386" y="118173"/>
                </a:lnTo>
                <a:lnTo>
                  <a:pt x="244650" y="117716"/>
                </a:lnTo>
                <a:lnTo>
                  <a:pt x="243935" y="117225"/>
                </a:lnTo>
                <a:lnTo>
                  <a:pt x="243240" y="116700"/>
                </a:lnTo>
                <a:lnTo>
                  <a:pt x="242565" y="116141"/>
                </a:lnTo>
                <a:lnTo>
                  <a:pt x="241910" y="115549"/>
                </a:lnTo>
                <a:lnTo>
                  <a:pt x="241276" y="114922"/>
                </a:lnTo>
                <a:lnTo>
                  <a:pt x="240663" y="114262"/>
                </a:lnTo>
                <a:lnTo>
                  <a:pt x="240069" y="113567"/>
                </a:lnTo>
                <a:lnTo>
                  <a:pt x="239496" y="112839"/>
                </a:lnTo>
                <a:lnTo>
                  <a:pt x="238944" y="112077"/>
                </a:lnTo>
                <a:lnTo>
                  <a:pt x="238412" y="111281"/>
                </a:lnTo>
                <a:lnTo>
                  <a:pt x="237900" y="110453"/>
                </a:lnTo>
                <a:lnTo>
                  <a:pt x="237411" y="109595"/>
                </a:lnTo>
                <a:lnTo>
                  <a:pt x="236944" y="108705"/>
                </a:lnTo>
                <a:lnTo>
                  <a:pt x="236498" y="107785"/>
                </a:lnTo>
                <a:lnTo>
                  <a:pt x="236074" y="106834"/>
                </a:lnTo>
                <a:lnTo>
                  <a:pt x="235671" y="105853"/>
                </a:lnTo>
                <a:lnTo>
                  <a:pt x="235291" y="104841"/>
                </a:lnTo>
                <a:lnTo>
                  <a:pt x="234932" y="103798"/>
                </a:lnTo>
                <a:lnTo>
                  <a:pt x="234595" y="102725"/>
                </a:lnTo>
                <a:lnTo>
                  <a:pt x="234279" y="101621"/>
                </a:lnTo>
                <a:lnTo>
                  <a:pt x="233986" y="100486"/>
                </a:lnTo>
                <a:lnTo>
                  <a:pt x="233714" y="99321"/>
                </a:lnTo>
                <a:lnTo>
                  <a:pt x="233464" y="98125"/>
                </a:lnTo>
                <a:lnTo>
                  <a:pt x="233235" y="96898"/>
                </a:lnTo>
                <a:lnTo>
                  <a:pt x="233029" y="95641"/>
                </a:lnTo>
                <a:lnTo>
                  <a:pt x="232844" y="94353"/>
                </a:lnTo>
                <a:lnTo>
                  <a:pt x="232681" y="93035"/>
                </a:lnTo>
                <a:lnTo>
                  <a:pt x="232539" y="91685"/>
                </a:lnTo>
                <a:lnTo>
                  <a:pt x="232420" y="90306"/>
                </a:lnTo>
                <a:lnTo>
                  <a:pt x="232322" y="88895"/>
                </a:lnTo>
                <a:lnTo>
                  <a:pt x="232246" y="87454"/>
                </a:lnTo>
                <a:lnTo>
                  <a:pt x="232191" y="85982"/>
                </a:lnTo>
                <a:lnTo>
                  <a:pt x="232159" y="84479"/>
                </a:lnTo>
                <a:lnTo>
                  <a:pt x="232148" y="82946"/>
                </a:lnTo>
                <a:lnTo>
                  <a:pt x="232159" y="81463"/>
                </a:lnTo>
                <a:lnTo>
                  <a:pt x="232194" y="80009"/>
                </a:lnTo>
                <a:lnTo>
                  <a:pt x="232252" y="78583"/>
                </a:lnTo>
                <a:lnTo>
                  <a:pt x="232333" y="77186"/>
                </a:lnTo>
                <a:lnTo>
                  <a:pt x="232437" y="75817"/>
                </a:lnTo>
                <a:lnTo>
                  <a:pt x="232564" y="74477"/>
                </a:lnTo>
                <a:lnTo>
                  <a:pt x="232714" y="73165"/>
                </a:lnTo>
                <a:lnTo>
                  <a:pt x="232888" y="71882"/>
                </a:lnTo>
                <a:lnTo>
                  <a:pt x="233084" y="70627"/>
                </a:lnTo>
                <a:lnTo>
                  <a:pt x="233304" y="69401"/>
                </a:lnTo>
                <a:lnTo>
                  <a:pt x="233546" y="68203"/>
                </a:lnTo>
                <a:lnTo>
                  <a:pt x="233812" y="67034"/>
                </a:lnTo>
                <a:lnTo>
                  <a:pt x="234101" y="65893"/>
                </a:lnTo>
                <a:lnTo>
                  <a:pt x="234413" y="64781"/>
                </a:lnTo>
                <a:lnTo>
                  <a:pt x="234749" y="63697"/>
                </a:lnTo>
                <a:lnTo>
                  <a:pt x="235107" y="62642"/>
                </a:lnTo>
                <a:lnTo>
                  <a:pt x="235489" y="61616"/>
                </a:lnTo>
                <a:lnTo>
                  <a:pt x="235893" y="60618"/>
                </a:lnTo>
                <a:lnTo>
                  <a:pt x="236321" y="59648"/>
                </a:lnTo>
                <a:lnTo>
                  <a:pt x="236772" y="58707"/>
                </a:lnTo>
                <a:lnTo>
                  <a:pt x="237246" y="57794"/>
                </a:lnTo>
                <a:lnTo>
                  <a:pt x="237743" y="56910"/>
                </a:lnTo>
                <a:lnTo>
                  <a:pt x="238263" y="56055"/>
                </a:lnTo>
                <a:lnTo>
                  <a:pt x="238806" y="55228"/>
                </a:lnTo>
                <a:lnTo>
                  <a:pt x="239372" y="54432"/>
                </a:lnTo>
                <a:lnTo>
                  <a:pt x="239961" y="53670"/>
                </a:lnTo>
                <a:lnTo>
                  <a:pt x="240572" y="52942"/>
                </a:lnTo>
                <a:lnTo>
                  <a:pt x="241205" y="52247"/>
                </a:lnTo>
                <a:lnTo>
                  <a:pt x="241861" y="51587"/>
                </a:lnTo>
                <a:lnTo>
                  <a:pt x="242539" y="50961"/>
                </a:lnTo>
                <a:lnTo>
                  <a:pt x="243240" y="50368"/>
                </a:lnTo>
                <a:lnTo>
                  <a:pt x="243963" y="49809"/>
                </a:lnTo>
                <a:lnTo>
                  <a:pt x="244709" y="49284"/>
                </a:lnTo>
                <a:lnTo>
                  <a:pt x="245477" y="48793"/>
                </a:lnTo>
                <a:lnTo>
                  <a:pt x="246267" y="48336"/>
                </a:lnTo>
                <a:lnTo>
                  <a:pt x="247080" y="47913"/>
                </a:lnTo>
                <a:lnTo>
                  <a:pt x="247915" y="47523"/>
                </a:lnTo>
                <a:lnTo>
                  <a:pt x="248773" y="47168"/>
                </a:lnTo>
                <a:lnTo>
                  <a:pt x="249653" y="46846"/>
                </a:lnTo>
                <a:lnTo>
                  <a:pt x="250556" y="46558"/>
                </a:lnTo>
                <a:lnTo>
                  <a:pt x="251481" y="46304"/>
                </a:lnTo>
                <a:lnTo>
                  <a:pt x="252428" y="46084"/>
                </a:lnTo>
                <a:lnTo>
                  <a:pt x="253398" y="45898"/>
                </a:lnTo>
                <a:lnTo>
                  <a:pt x="254390" y="45745"/>
                </a:lnTo>
                <a:lnTo>
                  <a:pt x="255405" y="45627"/>
                </a:lnTo>
                <a:lnTo>
                  <a:pt x="256442" y="45542"/>
                </a:lnTo>
                <a:lnTo>
                  <a:pt x="257502" y="45491"/>
                </a:lnTo>
                <a:lnTo>
                  <a:pt x="258584" y="45474"/>
                </a:lnTo>
                <a:lnTo>
                  <a:pt x="259408" y="45484"/>
                </a:lnTo>
                <a:lnTo>
                  <a:pt x="260221" y="45513"/>
                </a:lnTo>
                <a:lnTo>
                  <a:pt x="261022" y="45560"/>
                </a:lnTo>
                <a:lnTo>
                  <a:pt x="261811" y="45627"/>
                </a:lnTo>
                <a:lnTo>
                  <a:pt x="262588" y="45713"/>
                </a:lnTo>
                <a:lnTo>
                  <a:pt x="263353" y="45818"/>
                </a:lnTo>
                <a:lnTo>
                  <a:pt x="264106" y="45942"/>
                </a:lnTo>
                <a:lnTo>
                  <a:pt x="264848" y="46085"/>
                </a:lnTo>
                <a:lnTo>
                  <a:pt x="265578" y="46247"/>
                </a:lnTo>
                <a:lnTo>
                  <a:pt x="266296" y="46428"/>
                </a:lnTo>
                <a:lnTo>
                  <a:pt x="267002" y="46628"/>
                </a:lnTo>
                <a:lnTo>
                  <a:pt x="267696" y="46848"/>
                </a:lnTo>
                <a:lnTo>
                  <a:pt x="268379" y="47086"/>
                </a:lnTo>
                <a:lnTo>
                  <a:pt x="269049" y="47344"/>
                </a:lnTo>
                <a:lnTo>
                  <a:pt x="269708" y="47620"/>
                </a:lnTo>
                <a:lnTo>
                  <a:pt x="270355" y="47916"/>
                </a:lnTo>
                <a:lnTo>
                  <a:pt x="270991" y="48230"/>
                </a:lnTo>
                <a:lnTo>
                  <a:pt x="271614" y="48564"/>
                </a:lnTo>
                <a:lnTo>
                  <a:pt x="272226" y="48917"/>
                </a:lnTo>
                <a:lnTo>
                  <a:pt x="272826" y="49289"/>
                </a:lnTo>
                <a:lnTo>
                  <a:pt x="273414" y="49680"/>
                </a:lnTo>
                <a:lnTo>
                  <a:pt x="273990" y="50090"/>
                </a:lnTo>
                <a:lnTo>
                  <a:pt x="274554" y="50519"/>
                </a:lnTo>
                <a:lnTo>
                  <a:pt x="275107" y="50968"/>
                </a:lnTo>
                <a:lnTo>
                  <a:pt x="275649" y="51430"/>
                </a:lnTo>
                <a:lnTo>
                  <a:pt x="276183" y="51903"/>
                </a:lnTo>
                <a:lnTo>
                  <a:pt x="276707" y="52387"/>
                </a:lnTo>
                <a:lnTo>
                  <a:pt x="277223" y="52880"/>
                </a:lnTo>
                <a:lnTo>
                  <a:pt x="277731" y="53383"/>
                </a:lnTo>
                <a:lnTo>
                  <a:pt x="278229" y="53897"/>
                </a:lnTo>
                <a:lnTo>
                  <a:pt x="278719" y="54421"/>
                </a:lnTo>
                <a:lnTo>
                  <a:pt x="279200" y="54955"/>
                </a:lnTo>
                <a:lnTo>
                  <a:pt x="279673" y="55499"/>
                </a:lnTo>
                <a:lnTo>
                  <a:pt x="280137" y="56053"/>
                </a:lnTo>
                <a:lnTo>
                  <a:pt x="280591" y="56617"/>
                </a:lnTo>
                <a:lnTo>
                  <a:pt x="281038" y="57192"/>
                </a:lnTo>
                <a:lnTo>
                  <a:pt x="281475" y="57777"/>
                </a:lnTo>
                <a:lnTo>
                  <a:pt x="281904" y="58372"/>
                </a:lnTo>
                <a:lnTo>
                  <a:pt x="282324" y="58977"/>
                </a:lnTo>
                <a:lnTo>
                  <a:pt x="282735" y="59592"/>
                </a:lnTo>
                <a:lnTo>
                  <a:pt x="283138" y="60217"/>
                </a:lnTo>
                <a:lnTo>
                  <a:pt x="283531" y="60853"/>
                </a:lnTo>
                <a:lnTo>
                  <a:pt x="283917" y="61499"/>
                </a:lnTo>
                <a:lnTo>
                  <a:pt x="284293" y="62154"/>
                </a:lnTo>
                <a:lnTo>
                  <a:pt x="284660" y="62820"/>
                </a:lnTo>
                <a:lnTo>
                  <a:pt x="285019" y="63496"/>
                </a:lnTo>
                <a:lnTo>
                  <a:pt x="285369" y="64183"/>
                </a:lnTo>
                <a:lnTo>
                  <a:pt x="285711" y="64879"/>
                </a:lnTo>
                <a:lnTo>
                  <a:pt x="285711" y="103378"/>
                </a:lnTo>
                <a:lnTo>
                  <a:pt x="285345" y="103981"/>
                </a:lnTo>
                <a:lnTo>
                  <a:pt x="284969" y="104578"/>
                </a:lnTo>
                <a:lnTo>
                  <a:pt x="284584" y="105167"/>
                </a:lnTo>
                <a:lnTo>
                  <a:pt x="284190" y="105748"/>
                </a:lnTo>
                <a:lnTo>
                  <a:pt x="283787" y="106323"/>
                </a:lnTo>
                <a:lnTo>
                  <a:pt x="283374" y="106890"/>
                </a:lnTo>
                <a:lnTo>
                  <a:pt x="282952" y="107450"/>
                </a:lnTo>
                <a:lnTo>
                  <a:pt x="282521" y="108002"/>
                </a:lnTo>
                <a:lnTo>
                  <a:pt x="282081" y="108548"/>
                </a:lnTo>
                <a:lnTo>
                  <a:pt x="281632" y="109085"/>
                </a:lnTo>
                <a:lnTo>
                  <a:pt x="281173" y="109616"/>
                </a:lnTo>
                <a:lnTo>
                  <a:pt x="280705" y="110139"/>
                </a:lnTo>
                <a:lnTo>
                  <a:pt x="280227" y="110655"/>
                </a:lnTo>
                <a:lnTo>
                  <a:pt x="279741" y="111164"/>
                </a:lnTo>
                <a:lnTo>
                  <a:pt x="279245" y="111666"/>
                </a:lnTo>
                <a:lnTo>
                  <a:pt x="278740" y="112160"/>
                </a:lnTo>
                <a:lnTo>
                  <a:pt x="278226" y="112647"/>
                </a:lnTo>
                <a:lnTo>
                  <a:pt x="277702" y="113126"/>
                </a:lnTo>
                <a:lnTo>
                  <a:pt x="277170" y="113598"/>
                </a:lnTo>
                <a:lnTo>
                  <a:pt x="276627" y="114063"/>
                </a:lnTo>
                <a:lnTo>
                  <a:pt x="276076" y="114521"/>
                </a:lnTo>
                <a:lnTo>
                  <a:pt x="275516" y="114971"/>
                </a:lnTo>
                <a:lnTo>
                  <a:pt x="274946" y="115414"/>
                </a:lnTo>
                <a:lnTo>
                  <a:pt x="274367" y="115850"/>
                </a:lnTo>
                <a:lnTo>
                  <a:pt x="273777" y="116273"/>
                </a:lnTo>
                <a:lnTo>
                  <a:pt x="273175" y="116678"/>
                </a:lnTo>
                <a:lnTo>
                  <a:pt x="272561" y="117065"/>
                </a:lnTo>
                <a:lnTo>
                  <a:pt x="271934" y="117434"/>
                </a:lnTo>
                <a:lnTo>
                  <a:pt x="271295" y="117785"/>
                </a:lnTo>
                <a:lnTo>
                  <a:pt x="270643" y="118118"/>
                </a:lnTo>
                <a:lnTo>
                  <a:pt x="269979" y="118433"/>
                </a:lnTo>
                <a:lnTo>
                  <a:pt x="269303" y="118730"/>
                </a:lnTo>
                <a:lnTo>
                  <a:pt x="268615" y="119009"/>
                </a:lnTo>
                <a:lnTo>
                  <a:pt x="267914" y="119270"/>
                </a:lnTo>
                <a:lnTo>
                  <a:pt x="267201" y="119514"/>
                </a:lnTo>
                <a:lnTo>
                  <a:pt x="266475" y="119739"/>
                </a:lnTo>
                <a:lnTo>
                  <a:pt x="265738" y="119946"/>
                </a:lnTo>
                <a:lnTo>
                  <a:pt x="264988" y="120135"/>
                </a:lnTo>
                <a:lnTo>
                  <a:pt x="264225" y="120306"/>
                </a:lnTo>
                <a:lnTo>
                  <a:pt x="263450" y="120459"/>
                </a:lnTo>
                <a:lnTo>
                  <a:pt x="262663" y="120594"/>
                </a:lnTo>
                <a:lnTo>
                  <a:pt x="261864" y="120711"/>
                </a:lnTo>
                <a:lnTo>
                  <a:pt x="261052" y="120810"/>
                </a:lnTo>
                <a:lnTo>
                  <a:pt x="260228" y="120891"/>
                </a:lnTo>
                <a:lnTo>
                  <a:pt x="259392" y="120954"/>
                </a:lnTo>
                <a:lnTo>
                  <a:pt x="258543" y="120999"/>
                </a:lnTo>
                <a:lnTo>
                  <a:pt x="257682" y="121026"/>
                </a:lnTo>
                <a:lnTo>
                  <a:pt x="256808" y="121035"/>
                </a:lnTo>
                <a:lnTo>
                  <a:pt x="255808" y="121018"/>
                </a:lnTo>
                <a:lnTo>
                  <a:pt x="254827" y="120967"/>
                </a:lnTo>
                <a:lnTo>
                  <a:pt x="253867" y="120882"/>
                </a:lnTo>
                <a:lnTo>
                  <a:pt x="252927" y="120764"/>
                </a:lnTo>
                <a:close/>
                <a:moveTo>
                  <a:pt x="17233" y="61061"/>
                </a:moveTo>
                <a:lnTo>
                  <a:pt x="17628" y="60565"/>
                </a:lnTo>
                <a:lnTo>
                  <a:pt x="18032" y="60073"/>
                </a:lnTo>
                <a:lnTo>
                  <a:pt x="18447" y="59584"/>
                </a:lnTo>
                <a:lnTo>
                  <a:pt x="18872" y="59099"/>
                </a:lnTo>
                <a:lnTo>
                  <a:pt x="19306" y="58617"/>
                </a:lnTo>
                <a:lnTo>
                  <a:pt x="19750" y="58138"/>
                </a:lnTo>
                <a:lnTo>
                  <a:pt x="20205" y="57663"/>
                </a:lnTo>
                <a:lnTo>
                  <a:pt x="20669" y="57191"/>
                </a:lnTo>
                <a:lnTo>
                  <a:pt x="21143" y="56723"/>
                </a:lnTo>
                <a:lnTo>
                  <a:pt x="21627" y="56258"/>
                </a:lnTo>
                <a:lnTo>
                  <a:pt x="22122" y="55796"/>
                </a:lnTo>
                <a:lnTo>
                  <a:pt x="22626" y="55338"/>
                </a:lnTo>
                <a:lnTo>
                  <a:pt x="23139" y="54883"/>
                </a:lnTo>
                <a:lnTo>
                  <a:pt x="23663" y="54432"/>
                </a:lnTo>
                <a:lnTo>
                  <a:pt x="24197" y="53984"/>
                </a:lnTo>
                <a:lnTo>
                  <a:pt x="24741" y="53539"/>
                </a:lnTo>
                <a:lnTo>
                  <a:pt x="25295" y="53098"/>
                </a:lnTo>
                <a:lnTo>
                  <a:pt x="25858" y="52660"/>
                </a:lnTo>
                <a:lnTo>
                  <a:pt x="26432" y="52226"/>
                </a:lnTo>
                <a:lnTo>
                  <a:pt x="27015" y="51795"/>
                </a:lnTo>
                <a:lnTo>
                  <a:pt x="27609" y="51367"/>
                </a:lnTo>
                <a:lnTo>
                  <a:pt x="28212" y="50943"/>
                </a:lnTo>
                <a:lnTo>
                  <a:pt x="28826" y="50529"/>
                </a:lnTo>
                <a:lnTo>
                  <a:pt x="29452" y="50132"/>
                </a:lnTo>
                <a:lnTo>
                  <a:pt x="30091" y="49754"/>
                </a:lnTo>
                <a:lnTo>
                  <a:pt x="30741" y="49393"/>
                </a:lnTo>
                <a:lnTo>
                  <a:pt x="31403" y="49049"/>
                </a:lnTo>
                <a:lnTo>
                  <a:pt x="32077" y="48723"/>
                </a:lnTo>
                <a:lnTo>
                  <a:pt x="32764" y="48415"/>
                </a:lnTo>
                <a:lnTo>
                  <a:pt x="33462" y="48124"/>
                </a:lnTo>
                <a:lnTo>
                  <a:pt x="34172" y="47851"/>
                </a:lnTo>
                <a:lnTo>
                  <a:pt x="34894" y="47595"/>
                </a:lnTo>
                <a:lnTo>
                  <a:pt x="35628" y="47358"/>
                </a:lnTo>
                <a:lnTo>
                  <a:pt x="36375" y="47137"/>
                </a:lnTo>
                <a:lnTo>
                  <a:pt x="37133" y="46935"/>
                </a:lnTo>
                <a:lnTo>
                  <a:pt x="37903" y="46750"/>
                </a:lnTo>
                <a:lnTo>
                  <a:pt x="38685" y="46582"/>
                </a:lnTo>
                <a:lnTo>
                  <a:pt x="39479" y="46433"/>
                </a:lnTo>
                <a:lnTo>
                  <a:pt x="40285" y="46301"/>
                </a:lnTo>
                <a:lnTo>
                  <a:pt x="41103" y="46186"/>
                </a:lnTo>
                <a:lnTo>
                  <a:pt x="41933" y="46089"/>
                </a:lnTo>
                <a:lnTo>
                  <a:pt x="42775" y="46010"/>
                </a:lnTo>
                <a:lnTo>
                  <a:pt x="43629" y="45948"/>
                </a:lnTo>
                <a:lnTo>
                  <a:pt x="44495" y="45904"/>
                </a:lnTo>
                <a:lnTo>
                  <a:pt x="45373" y="45878"/>
                </a:lnTo>
                <a:lnTo>
                  <a:pt x="46264" y="45869"/>
                </a:lnTo>
                <a:lnTo>
                  <a:pt x="46858" y="45875"/>
                </a:lnTo>
                <a:lnTo>
                  <a:pt x="47440" y="45891"/>
                </a:lnTo>
                <a:lnTo>
                  <a:pt x="48011" y="45919"/>
                </a:lnTo>
                <a:lnTo>
                  <a:pt x="48569" y="45959"/>
                </a:lnTo>
                <a:lnTo>
                  <a:pt x="49116" y="46009"/>
                </a:lnTo>
                <a:lnTo>
                  <a:pt x="49651" y="46071"/>
                </a:lnTo>
                <a:lnTo>
                  <a:pt x="50175" y="46143"/>
                </a:lnTo>
                <a:lnTo>
                  <a:pt x="50686" y="46228"/>
                </a:lnTo>
                <a:lnTo>
                  <a:pt x="51186" y="46323"/>
                </a:lnTo>
                <a:lnTo>
                  <a:pt x="51673" y="46429"/>
                </a:lnTo>
                <a:lnTo>
                  <a:pt x="52149" y="46547"/>
                </a:lnTo>
                <a:lnTo>
                  <a:pt x="52614" y="46676"/>
                </a:lnTo>
                <a:lnTo>
                  <a:pt x="53066" y="46816"/>
                </a:lnTo>
                <a:lnTo>
                  <a:pt x="53507" y="46967"/>
                </a:lnTo>
                <a:lnTo>
                  <a:pt x="53935" y="47130"/>
                </a:lnTo>
                <a:lnTo>
                  <a:pt x="54352" y="47303"/>
                </a:lnTo>
                <a:lnTo>
                  <a:pt x="54757" y="47488"/>
                </a:lnTo>
                <a:lnTo>
                  <a:pt x="55151" y="47684"/>
                </a:lnTo>
                <a:lnTo>
                  <a:pt x="55532" y="47892"/>
                </a:lnTo>
                <a:lnTo>
                  <a:pt x="55902" y="48110"/>
                </a:lnTo>
                <a:lnTo>
                  <a:pt x="56260" y="48340"/>
                </a:lnTo>
                <a:lnTo>
                  <a:pt x="56606" y="48581"/>
                </a:lnTo>
                <a:lnTo>
                  <a:pt x="56940" y="48833"/>
                </a:lnTo>
                <a:lnTo>
                  <a:pt x="57262" y="49096"/>
                </a:lnTo>
                <a:lnTo>
                  <a:pt x="57575" y="49370"/>
                </a:lnTo>
                <a:lnTo>
                  <a:pt x="57879" y="49651"/>
                </a:lnTo>
                <a:lnTo>
                  <a:pt x="58175" y="49941"/>
                </a:lnTo>
                <a:lnTo>
                  <a:pt x="58464" y="50239"/>
                </a:lnTo>
                <a:lnTo>
                  <a:pt x="58744" y="50546"/>
                </a:lnTo>
                <a:lnTo>
                  <a:pt x="59016" y="50861"/>
                </a:lnTo>
                <a:lnTo>
                  <a:pt x="59280" y="51184"/>
                </a:lnTo>
                <a:lnTo>
                  <a:pt x="59536" y="51516"/>
                </a:lnTo>
                <a:lnTo>
                  <a:pt x="59785" y="51856"/>
                </a:lnTo>
                <a:lnTo>
                  <a:pt x="60025" y="52204"/>
                </a:lnTo>
                <a:lnTo>
                  <a:pt x="60256" y="52561"/>
                </a:lnTo>
                <a:lnTo>
                  <a:pt x="60480" y="52927"/>
                </a:lnTo>
                <a:lnTo>
                  <a:pt x="60696" y="53300"/>
                </a:lnTo>
                <a:lnTo>
                  <a:pt x="60904" y="53682"/>
                </a:lnTo>
                <a:lnTo>
                  <a:pt x="61104" y="54072"/>
                </a:lnTo>
                <a:lnTo>
                  <a:pt x="61296" y="54471"/>
                </a:lnTo>
                <a:lnTo>
                  <a:pt x="61479" y="54878"/>
                </a:lnTo>
                <a:lnTo>
                  <a:pt x="61655" y="55294"/>
                </a:lnTo>
                <a:lnTo>
                  <a:pt x="61822" y="55717"/>
                </a:lnTo>
                <a:lnTo>
                  <a:pt x="61982" y="56150"/>
                </a:lnTo>
                <a:lnTo>
                  <a:pt x="62133" y="56590"/>
                </a:lnTo>
                <a:lnTo>
                  <a:pt x="62277" y="57039"/>
                </a:lnTo>
                <a:lnTo>
                  <a:pt x="62412" y="57496"/>
                </a:lnTo>
                <a:lnTo>
                  <a:pt x="62540" y="57962"/>
                </a:lnTo>
                <a:lnTo>
                  <a:pt x="62660" y="58434"/>
                </a:lnTo>
                <a:lnTo>
                  <a:pt x="62776" y="58913"/>
                </a:lnTo>
                <a:lnTo>
                  <a:pt x="62886" y="59396"/>
                </a:lnTo>
                <a:lnTo>
                  <a:pt x="62992" y="59886"/>
                </a:lnTo>
                <a:lnTo>
                  <a:pt x="63092" y="60381"/>
                </a:lnTo>
                <a:lnTo>
                  <a:pt x="63187" y="60882"/>
                </a:lnTo>
                <a:lnTo>
                  <a:pt x="63277" y="61389"/>
                </a:lnTo>
                <a:lnTo>
                  <a:pt x="63362" y="61901"/>
                </a:lnTo>
                <a:lnTo>
                  <a:pt x="63441" y="62419"/>
                </a:lnTo>
                <a:lnTo>
                  <a:pt x="63516" y="62943"/>
                </a:lnTo>
                <a:lnTo>
                  <a:pt x="63585" y="63472"/>
                </a:lnTo>
                <a:lnTo>
                  <a:pt x="63649" y="64008"/>
                </a:lnTo>
                <a:lnTo>
                  <a:pt x="63708" y="64549"/>
                </a:lnTo>
                <a:lnTo>
                  <a:pt x="63762" y="65095"/>
                </a:lnTo>
                <a:lnTo>
                  <a:pt x="63811" y="65647"/>
                </a:lnTo>
                <a:lnTo>
                  <a:pt x="63855" y="66205"/>
                </a:lnTo>
                <a:lnTo>
                  <a:pt x="63893" y="66769"/>
                </a:lnTo>
                <a:lnTo>
                  <a:pt x="63927" y="67339"/>
                </a:lnTo>
                <a:lnTo>
                  <a:pt x="63955" y="67914"/>
                </a:lnTo>
                <a:lnTo>
                  <a:pt x="63978" y="68495"/>
                </a:lnTo>
                <a:lnTo>
                  <a:pt x="63996" y="69081"/>
                </a:lnTo>
                <a:lnTo>
                  <a:pt x="64009" y="69673"/>
                </a:lnTo>
                <a:lnTo>
                  <a:pt x="64017" y="70271"/>
                </a:lnTo>
                <a:lnTo>
                  <a:pt x="64019" y="70875"/>
                </a:lnTo>
                <a:lnTo>
                  <a:pt x="64019" y="132773"/>
                </a:lnTo>
                <a:lnTo>
                  <a:pt x="80493" y="132773"/>
                </a:lnTo>
                <a:lnTo>
                  <a:pt x="80493" y="68757"/>
                </a:lnTo>
                <a:lnTo>
                  <a:pt x="80480" y="67318"/>
                </a:lnTo>
                <a:lnTo>
                  <a:pt x="80443" y="65906"/>
                </a:lnTo>
                <a:lnTo>
                  <a:pt x="80380" y="64521"/>
                </a:lnTo>
                <a:lnTo>
                  <a:pt x="80293" y="63163"/>
                </a:lnTo>
                <a:lnTo>
                  <a:pt x="80180" y="61832"/>
                </a:lnTo>
                <a:lnTo>
                  <a:pt x="80043" y="60529"/>
                </a:lnTo>
                <a:lnTo>
                  <a:pt x="79880" y="59252"/>
                </a:lnTo>
                <a:lnTo>
                  <a:pt x="79692" y="58002"/>
                </a:lnTo>
                <a:lnTo>
                  <a:pt x="79480" y="56780"/>
                </a:lnTo>
                <a:lnTo>
                  <a:pt x="79242" y="55584"/>
                </a:lnTo>
                <a:lnTo>
                  <a:pt x="78980" y="54416"/>
                </a:lnTo>
                <a:lnTo>
                  <a:pt x="78692" y="53275"/>
                </a:lnTo>
                <a:lnTo>
                  <a:pt x="78380" y="52161"/>
                </a:lnTo>
                <a:lnTo>
                  <a:pt x="78042" y="51074"/>
                </a:lnTo>
                <a:lnTo>
                  <a:pt x="77680" y="50014"/>
                </a:lnTo>
                <a:lnTo>
                  <a:pt x="77292" y="48981"/>
                </a:lnTo>
                <a:lnTo>
                  <a:pt x="76880" y="47975"/>
                </a:lnTo>
                <a:lnTo>
                  <a:pt x="76442" y="46996"/>
                </a:lnTo>
                <a:lnTo>
                  <a:pt x="75979" y="46044"/>
                </a:lnTo>
                <a:lnTo>
                  <a:pt x="75492" y="45120"/>
                </a:lnTo>
                <a:lnTo>
                  <a:pt x="74979" y="44222"/>
                </a:lnTo>
                <a:lnTo>
                  <a:pt x="74442" y="43352"/>
                </a:lnTo>
                <a:lnTo>
                  <a:pt x="73879" y="42508"/>
                </a:lnTo>
                <a:lnTo>
                  <a:pt x="73292" y="41692"/>
                </a:lnTo>
                <a:lnTo>
                  <a:pt x="72677" y="40906"/>
                </a:lnTo>
                <a:lnTo>
                  <a:pt x="72032" y="40153"/>
                </a:lnTo>
                <a:lnTo>
                  <a:pt x="71357" y="39434"/>
                </a:lnTo>
                <a:lnTo>
                  <a:pt x="70653" y="38749"/>
                </a:lnTo>
                <a:lnTo>
                  <a:pt x="69919" y="38096"/>
                </a:lnTo>
                <a:lnTo>
                  <a:pt x="69155" y="37478"/>
                </a:lnTo>
                <a:lnTo>
                  <a:pt x="68361" y="36892"/>
                </a:lnTo>
                <a:lnTo>
                  <a:pt x="67537" y="36340"/>
                </a:lnTo>
                <a:lnTo>
                  <a:pt x="66684" y="35822"/>
                </a:lnTo>
                <a:lnTo>
                  <a:pt x="65801" y="35337"/>
                </a:lnTo>
                <a:lnTo>
                  <a:pt x="64888" y="34885"/>
                </a:lnTo>
                <a:lnTo>
                  <a:pt x="63945" y="34467"/>
                </a:lnTo>
                <a:lnTo>
                  <a:pt x="62973" y="34083"/>
                </a:lnTo>
                <a:lnTo>
                  <a:pt x="61970" y="33731"/>
                </a:lnTo>
                <a:lnTo>
                  <a:pt x="60938" y="33414"/>
                </a:lnTo>
                <a:lnTo>
                  <a:pt x="59876" y="33129"/>
                </a:lnTo>
                <a:lnTo>
                  <a:pt x="58784" y="32878"/>
                </a:lnTo>
                <a:lnTo>
                  <a:pt x="57663" y="32661"/>
                </a:lnTo>
                <a:lnTo>
                  <a:pt x="56512" y="32477"/>
                </a:lnTo>
                <a:lnTo>
                  <a:pt x="55330" y="32327"/>
                </a:lnTo>
                <a:lnTo>
                  <a:pt x="54119" y="32209"/>
                </a:lnTo>
                <a:lnTo>
                  <a:pt x="52879" y="32126"/>
                </a:lnTo>
                <a:lnTo>
                  <a:pt x="51608" y="32076"/>
                </a:lnTo>
                <a:lnTo>
                  <a:pt x="50308" y="32059"/>
                </a:lnTo>
                <a:lnTo>
                  <a:pt x="49239" y="32068"/>
                </a:lnTo>
                <a:lnTo>
                  <a:pt x="48186" y="32095"/>
                </a:lnTo>
                <a:lnTo>
                  <a:pt x="47150" y="32140"/>
                </a:lnTo>
                <a:lnTo>
                  <a:pt x="46129" y="32203"/>
                </a:lnTo>
                <a:lnTo>
                  <a:pt x="45125" y="32284"/>
                </a:lnTo>
                <a:lnTo>
                  <a:pt x="44137" y="32383"/>
                </a:lnTo>
                <a:lnTo>
                  <a:pt x="43164" y="32499"/>
                </a:lnTo>
                <a:lnTo>
                  <a:pt x="42208" y="32634"/>
                </a:lnTo>
                <a:lnTo>
                  <a:pt x="41268" y="32787"/>
                </a:lnTo>
                <a:lnTo>
                  <a:pt x="40344" y="32958"/>
                </a:lnTo>
                <a:lnTo>
                  <a:pt x="39436" y="33147"/>
                </a:lnTo>
                <a:lnTo>
                  <a:pt x="38545" y="33354"/>
                </a:lnTo>
                <a:lnTo>
                  <a:pt x="37669" y="33578"/>
                </a:lnTo>
                <a:lnTo>
                  <a:pt x="36810" y="33821"/>
                </a:lnTo>
                <a:lnTo>
                  <a:pt x="35966" y="34082"/>
                </a:lnTo>
                <a:lnTo>
                  <a:pt x="35139" y="34361"/>
                </a:lnTo>
                <a:lnTo>
                  <a:pt x="34328" y="34657"/>
                </a:lnTo>
                <a:lnTo>
                  <a:pt x="33532" y="34972"/>
                </a:lnTo>
                <a:lnTo>
                  <a:pt x="32753" y="35305"/>
                </a:lnTo>
                <a:lnTo>
                  <a:pt x="31990" y="35655"/>
                </a:lnTo>
                <a:lnTo>
                  <a:pt x="31244" y="36024"/>
                </a:lnTo>
                <a:lnTo>
                  <a:pt x="30513" y="36411"/>
                </a:lnTo>
                <a:lnTo>
                  <a:pt x="29798" y="36815"/>
                </a:lnTo>
                <a:lnTo>
                  <a:pt x="29100" y="37238"/>
                </a:lnTo>
                <a:lnTo>
                  <a:pt x="28416" y="37670"/>
                </a:lnTo>
                <a:lnTo>
                  <a:pt x="27745" y="38105"/>
                </a:lnTo>
                <a:lnTo>
                  <a:pt x="27088" y="38542"/>
                </a:lnTo>
                <a:lnTo>
                  <a:pt x="26445" y="38982"/>
                </a:lnTo>
                <a:lnTo>
                  <a:pt x="25814" y="39423"/>
                </a:lnTo>
                <a:lnTo>
                  <a:pt x="25197" y="39867"/>
                </a:lnTo>
                <a:lnTo>
                  <a:pt x="24593" y="40313"/>
                </a:lnTo>
                <a:lnTo>
                  <a:pt x="24003" y="40761"/>
                </a:lnTo>
                <a:lnTo>
                  <a:pt x="23426" y="41212"/>
                </a:lnTo>
                <a:lnTo>
                  <a:pt x="22863" y="41665"/>
                </a:lnTo>
                <a:lnTo>
                  <a:pt x="22312" y="42120"/>
                </a:lnTo>
                <a:lnTo>
                  <a:pt x="21775" y="42577"/>
                </a:lnTo>
                <a:lnTo>
                  <a:pt x="21252" y="43036"/>
                </a:lnTo>
                <a:lnTo>
                  <a:pt x="20742" y="43498"/>
                </a:lnTo>
                <a:lnTo>
                  <a:pt x="20245" y="43962"/>
                </a:lnTo>
                <a:lnTo>
                  <a:pt x="19761" y="44428"/>
                </a:lnTo>
                <a:lnTo>
                  <a:pt x="19291" y="44896"/>
                </a:lnTo>
                <a:lnTo>
                  <a:pt x="18835" y="45366"/>
                </a:lnTo>
                <a:lnTo>
                  <a:pt x="18391" y="45839"/>
                </a:lnTo>
                <a:lnTo>
                  <a:pt x="17961" y="46314"/>
                </a:lnTo>
                <a:lnTo>
                  <a:pt x="17545" y="46791"/>
                </a:lnTo>
                <a:lnTo>
                  <a:pt x="17141" y="47271"/>
                </a:lnTo>
                <a:lnTo>
                  <a:pt x="16751" y="47752"/>
                </a:lnTo>
                <a:lnTo>
                  <a:pt x="16375" y="48236"/>
                </a:lnTo>
                <a:lnTo>
                  <a:pt x="15783" y="33736"/>
                </a:lnTo>
                <a:lnTo>
                  <a:pt x="0" y="33736"/>
                </a:lnTo>
                <a:lnTo>
                  <a:pt x="0" y="132773"/>
                </a:lnTo>
                <a:lnTo>
                  <a:pt x="16473" y="132773"/>
                </a:lnTo>
                <a:lnTo>
                  <a:pt x="16473" y="62062"/>
                </a:lnTo>
                <a:lnTo>
                  <a:pt x="16848" y="61559"/>
                </a:lnTo>
                <a:lnTo>
                  <a:pt x="17233" y="61061"/>
                </a:lnTo>
                <a:close/>
                <a:moveTo>
                  <a:pt x="157376" y="134378"/>
                </a:moveTo>
                <a:lnTo>
                  <a:pt x="158511" y="134282"/>
                </a:lnTo>
                <a:lnTo>
                  <a:pt x="159631" y="134165"/>
                </a:lnTo>
                <a:lnTo>
                  <a:pt x="160736" y="134026"/>
                </a:lnTo>
                <a:lnTo>
                  <a:pt x="161827" y="133866"/>
                </a:lnTo>
                <a:lnTo>
                  <a:pt x="162904" y="133685"/>
                </a:lnTo>
                <a:lnTo>
                  <a:pt x="163966" y="133482"/>
                </a:lnTo>
                <a:lnTo>
                  <a:pt x="165013" y="133258"/>
                </a:lnTo>
                <a:lnTo>
                  <a:pt x="166046" y="133013"/>
                </a:lnTo>
                <a:lnTo>
                  <a:pt x="167064" y="132746"/>
                </a:lnTo>
                <a:lnTo>
                  <a:pt x="168068" y="132458"/>
                </a:lnTo>
                <a:lnTo>
                  <a:pt x="169057" y="132149"/>
                </a:lnTo>
                <a:lnTo>
                  <a:pt x="170031" y="131818"/>
                </a:lnTo>
                <a:lnTo>
                  <a:pt x="170991" y="131466"/>
                </a:lnTo>
                <a:lnTo>
                  <a:pt x="171937" y="131093"/>
                </a:lnTo>
                <a:lnTo>
                  <a:pt x="172868" y="130698"/>
                </a:lnTo>
                <a:lnTo>
                  <a:pt x="173784" y="130282"/>
                </a:lnTo>
                <a:lnTo>
                  <a:pt x="174686" y="129845"/>
                </a:lnTo>
                <a:lnTo>
                  <a:pt x="175573" y="129387"/>
                </a:lnTo>
                <a:lnTo>
                  <a:pt x="176445" y="128907"/>
                </a:lnTo>
                <a:lnTo>
                  <a:pt x="177303" y="128405"/>
                </a:lnTo>
                <a:lnTo>
                  <a:pt x="178146" y="127884"/>
                </a:lnTo>
                <a:lnTo>
                  <a:pt x="178972" y="127344"/>
                </a:lnTo>
                <a:lnTo>
                  <a:pt x="179782" y="126786"/>
                </a:lnTo>
                <a:lnTo>
                  <a:pt x="180575" y="126210"/>
                </a:lnTo>
                <a:lnTo>
                  <a:pt x="181352" y="125615"/>
                </a:lnTo>
                <a:lnTo>
                  <a:pt x="182112" y="125002"/>
                </a:lnTo>
                <a:lnTo>
                  <a:pt x="182856" y="124370"/>
                </a:lnTo>
                <a:lnTo>
                  <a:pt x="183584" y="123721"/>
                </a:lnTo>
                <a:lnTo>
                  <a:pt x="184295" y="123053"/>
                </a:lnTo>
                <a:lnTo>
                  <a:pt x="184989" y="122366"/>
                </a:lnTo>
                <a:lnTo>
                  <a:pt x="185668" y="121662"/>
                </a:lnTo>
                <a:lnTo>
                  <a:pt x="186329" y="120938"/>
                </a:lnTo>
                <a:lnTo>
                  <a:pt x="186975" y="120197"/>
                </a:lnTo>
                <a:lnTo>
                  <a:pt x="187603" y="119437"/>
                </a:lnTo>
                <a:lnTo>
                  <a:pt x="188216" y="118659"/>
                </a:lnTo>
                <a:lnTo>
                  <a:pt x="188812" y="117863"/>
                </a:lnTo>
                <a:lnTo>
                  <a:pt x="189391" y="117048"/>
                </a:lnTo>
                <a:lnTo>
                  <a:pt x="189954" y="116215"/>
                </a:lnTo>
                <a:lnTo>
                  <a:pt x="190501" y="115364"/>
                </a:lnTo>
                <a:lnTo>
                  <a:pt x="191031" y="114494"/>
                </a:lnTo>
                <a:lnTo>
                  <a:pt x="191545" y="113606"/>
                </a:lnTo>
                <a:lnTo>
                  <a:pt x="192042" y="112699"/>
                </a:lnTo>
                <a:lnTo>
                  <a:pt x="192523" y="111775"/>
                </a:lnTo>
                <a:lnTo>
                  <a:pt x="192988" y="110831"/>
                </a:lnTo>
                <a:lnTo>
                  <a:pt x="193434" y="109872"/>
                </a:lnTo>
                <a:lnTo>
                  <a:pt x="193862" y="108897"/>
                </a:lnTo>
                <a:lnTo>
                  <a:pt x="194271" y="107907"/>
                </a:lnTo>
                <a:lnTo>
                  <a:pt x="194660" y="106902"/>
                </a:lnTo>
                <a:lnTo>
                  <a:pt x="195031" y="105883"/>
                </a:lnTo>
                <a:lnTo>
                  <a:pt x="195383" y="104848"/>
                </a:lnTo>
                <a:lnTo>
                  <a:pt x="195715" y="103798"/>
                </a:lnTo>
                <a:lnTo>
                  <a:pt x="196029" y="102733"/>
                </a:lnTo>
                <a:lnTo>
                  <a:pt x="196324" y="101654"/>
                </a:lnTo>
                <a:lnTo>
                  <a:pt x="196599" y="100559"/>
                </a:lnTo>
                <a:lnTo>
                  <a:pt x="196856" y="99449"/>
                </a:lnTo>
                <a:lnTo>
                  <a:pt x="197094" y="98325"/>
                </a:lnTo>
                <a:lnTo>
                  <a:pt x="197312" y="97185"/>
                </a:lnTo>
                <a:lnTo>
                  <a:pt x="197512" y="96030"/>
                </a:lnTo>
                <a:lnTo>
                  <a:pt x="197692" y="94860"/>
                </a:lnTo>
                <a:lnTo>
                  <a:pt x="197854" y="93676"/>
                </a:lnTo>
                <a:lnTo>
                  <a:pt x="197997" y="92476"/>
                </a:lnTo>
                <a:lnTo>
                  <a:pt x="198120" y="91261"/>
                </a:lnTo>
                <a:lnTo>
                  <a:pt x="198225" y="90032"/>
                </a:lnTo>
                <a:lnTo>
                  <a:pt x="198310" y="88787"/>
                </a:lnTo>
                <a:lnTo>
                  <a:pt x="198377" y="87527"/>
                </a:lnTo>
                <a:lnTo>
                  <a:pt x="198424" y="86253"/>
                </a:lnTo>
                <a:lnTo>
                  <a:pt x="198453" y="84963"/>
                </a:lnTo>
                <a:lnTo>
                  <a:pt x="198462" y="83658"/>
                </a:lnTo>
                <a:lnTo>
                  <a:pt x="198453" y="82321"/>
                </a:lnTo>
                <a:lnTo>
                  <a:pt x="198424" y="80999"/>
                </a:lnTo>
                <a:lnTo>
                  <a:pt x="198377" y="79693"/>
                </a:lnTo>
                <a:lnTo>
                  <a:pt x="198310" y="78404"/>
                </a:lnTo>
                <a:lnTo>
                  <a:pt x="198225" y="77130"/>
                </a:lnTo>
                <a:lnTo>
                  <a:pt x="198120" y="75872"/>
                </a:lnTo>
                <a:lnTo>
                  <a:pt x="197997" y="74631"/>
                </a:lnTo>
                <a:lnTo>
                  <a:pt x="197854" y="73405"/>
                </a:lnTo>
                <a:lnTo>
                  <a:pt x="197692" y="72196"/>
                </a:lnTo>
                <a:lnTo>
                  <a:pt x="197512" y="71003"/>
                </a:lnTo>
                <a:lnTo>
                  <a:pt x="197312" y="69825"/>
                </a:lnTo>
                <a:lnTo>
                  <a:pt x="197094" y="68664"/>
                </a:lnTo>
                <a:lnTo>
                  <a:pt x="196856" y="67519"/>
                </a:lnTo>
                <a:lnTo>
                  <a:pt x="196599" y="66389"/>
                </a:lnTo>
                <a:lnTo>
                  <a:pt x="196324" y="65276"/>
                </a:lnTo>
                <a:lnTo>
                  <a:pt x="196029" y="64179"/>
                </a:lnTo>
                <a:lnTo>
                  <a:pt x="195715" y="63098"/>
                </a:lnTo>
                <a:lnTo>
                  <a:pt x="195383" y="62033"/>
                </a:lnTo>
                <a:lnTo>
                  <a:pt x="195031" y="60984"/>
                </a:lnTo>
                <a:lnTo>
                  <a:pt x="194660" y="59951"/>
                </a:lnTo>
                <a:lnTo>
                  <a:pt x="194271" y="58934"/>
                </a:lnTo>
                <a:lnTo>
                  <a:pt x="193862" y="57933"/>
                </a:lnTo>
                <a:lnTo>
                  <a:pt x="193434" y="56949"/>
                </a:lnTo>
                <a:lnTo>
                  <a:pt x="192988" y="55980"/>
                </a:lnTo>
                <a:lnTo>
                  <a:pt x="192523" y="55028"/>
                </a:lnTo>
                <a:lnTo>
                  <a:pt x="192042" y="54095"/>
                </a:lnTo>
                <a:lnTo>
                  <a:pt x="191545" y="53181"/>
                </a:lnTo>
                <a:lnTo>
                  <a:pt x="191031" y="52285"/>
                </a:lnTo>
                <a:lnTo>
                  <a:pt x="190501" y="51408"/>
                </a:lnTo>
                <a:lnTo>
                  <a:pt x="189954" y="50549"/>
                </a:lnTo>
                <a:lnTo>
                  <a:pt x="189391" y="49708"/>
                </a:lnTo>
                <a:lnTo>
                  <a:pt x="188812" y="48886"/>
                </a:lnTo>
                <a:lnTo>
                  <a:pt x="188216" y="48083"/>
                </a:lnTo>
                <a:lnTo>
                  <a:pt x="187603" y="47298"/>
                </a:lnTo>
                <a:lnTo>
                  <a:pt x="186975" y="46532"/>
                </a:lnTo>
                <a:lnTo>
                  <a:pt x="186329" y="45784"/>
                </a:lnTo>
                <a:lnTo>
                  <a:pt x="185668" y="45055"/>
                </a:lnTo>
                <a:lnTo>
                  <a:pt x="184989" y="44344"/>
                </a:lnTo>
                <a:lnTo>
                  <a:pt x="184295" y="43652"/>
                </a:lnTo>
                <a:lnTo>
                  <a:pt x="183584" y="42978"/>
                </a:lnTo>
                <a:lnTo>
                  <a:pt x="182856" y="42323"/>
                </a:lnTo>
                <a:lnTo>
                  <a:pt x="182112" y="41686"/>
                </a:lnTo>
                <a:lnTo>
                  <a:pt x="181352" y="41068"/>
                </a:lnTo>
                <a:lnTo>
                  <a:pt x="180575" y="40468"/>
                </a:lnTo>
                <a:lnTo>
                  <a:pt x="179782" y="39887"/>
                </a:lnTo>
                <a:lnTo>
                  <a:pt x="178972" y="39325"/>
                </a:lnTo>
                <a:lnTo>
                  <a:pt x="178146" y="38781"/>
                </a:lnTo>
                <a:lnTo>
                  <a:pt x="177303" y="38255"/>
                </a:lnTo>
                <a:lnTo>
                  <a:pt x="176445" y="37749"/>
                </a:lnTo>
                <a:lnTo>
                  <a:pt x="175573" y="37265"/>
                </a:lnTo>
                <a:lnTo>
                  <a:pt x="174686" y="36803"/>
                </a:lnTo>
                <a:lnTo>
                  <a:pt x="173784" y="36362"/>
                </a:lnTo>
                <a:lnTo>
                  <a:pt x="172868" y="35942"/>
                </a:lnTo>
                <a:lnTo>
                  <a:pt x="171937" y="35544"/>
                </a:lnTo>
                <a:lnTo>
                  <a:pt x="170991" y="35168"/>
                </a:lnTo>
                <a:lnTo>
                  <a:pt x="170031" y="34813"/>
                </a:lnTo>
                <a:lnTo>
                  <a:pt x="169057" y="34479"/>
                </a:lnTo>
                <a:lnTo>
                  <a:pt x="168068" y="34167"/>
                </a:lnTo>
                <a:lnTo>
                  <a:pt x="167064" y="33877"/>
                </a:lnTo>
                <a:lnTo>
                  <a:pt x="166046" y="33608"/>
                </a:lnTo>
                <a:lnTo>
                  <a:pt x="165013" y="33361"/>
                </a:lnTo>
                <a:lnTo>
                  <a:pt x="163966" y="33135"/>
                </a:lnTo>
                <a:lnTo>
                  <a:pt x="162904" y="32930"/>
                </a:lnTo>
                <a:lnTo>
                  <a:pt x="161827" y="32747"/>
                </a:lnTo>
                <a:lnTo>
                  <a:pt x="160736" y="32586"/>
                </a:lnTo>
                <a:lnTo>
                  <a:pt x="159631" y="32446"/>
                </a:lnTo>
                <a:lnTo>
                  <a:pt x="158511" y="32328"/>
                </a:lnTo>
                <a:lnTo>
                  <a:pt x="157376" y="32231"/>
                </a:lnTo>
                <a:lnTo>
                  <a:pt x="156227" y="32156"/>
                </a:lnTo>
                <a:lnTo>
                  <a:pt x="155063" y="32102"/>
                </a:lnTo>
                <a:lnTo>
                  <a:pt x="153885" y="32070"/>
                </a:lnTo>
                <a:lnTo>
                  <a:pt x="152692" y="32059"/>
                </a:lnTo>
                <a:lnTo>
                  <a:pt x="151524" y="32070"/>
                </a:lnTo>
                <a:lnTo>
                  <a:pt x="150369" y="32102"/>
                </a:lnTo>
                <a:lnTo>
                  <a:pt x="149229" y="32156"/>
                </a:lnTo>
                <a:lnTo>
                  <a:pt x="148102" y="32231"/>
                </a:lnTo>
                <a:lnTo>
                  <a:pt x="146990" y="32328"/>
                </a:lnTo>
                <a:lnTo>
                  <a:pt x="145892" y="32446"/>
                </a:lnTo>
                <a:lnTo>
                  <a:pt x="144808" y="32586"/>
                </a:lnTo>
                <a:lnTo>
                  <a:pt x="143737" y="32747"/>
                </a:lnTo>
                <a:lnTo>
                  <a:pt x="142681" y="32930"/>
                </a:lnTo>
                <a:lnTo>
                  <a:pt x="141639" y="33135"/>
                </a:lnTo>
                <a:lnTo>
                  <a:pt x="140611" y="33361"/>
                </a:lnTo>
                <a:lnTo>
                  <a:pt x="139597" y="33608"/>
                </a:lnTo>
                <a:lnTo>
                  <a:pt x="138597" y="33877"/>
                </a:lnTo>
                <a:lnTo>
                  <a:pt x="137611" y="34167"/>
                </a:lnTo>
                <a:lnTo>
                  <a:pt x="136639" y="34479"/>
                </a:lnTo>
                <a:lnTo>
                  <a:pt x="135682" y="34813"/>
                </a:lnTo>
                <a:lnTo>
                  <a:pt x="134738" y="35168"/>
                </a:lnTo>
                <a:lnTo>
                  <a:pt x="133808" y="35544"/>
                </a:lnTo>
                <a:lnTo>
                  <a:pt x="132892" y="35942"/>
                </a:lnTo>
                <a:lnTo>
                  <a:pt x="131991" y="36362"/>
                </a:lnTo>
                <a:lnTo>
                  <a:pt x="131103" y="36803"/>
                </a:lnTo>
                <a:lnTo>
                  <a:pt x="130230" y="37265"/>
                </a:lnTo>
                <a:lnTo>
                  <a:pt x="129370" y="37749"/>
                </a:lnTo>
                <a:lnTo>
                  <a:pt x="128525" y="38255"/>
                </a:lnTo>
                <a:lnTo>
                  <a:pt x="127694" y="38781"/>
                </a:lnTo>
                <a:lnTo>
                  <a:pt x="126881" y="39325"/>
                </a:lnTo>
                <a:lnTo>
                  <a:pt x="126084" y="39887"/>
                </a:lnTo>
                <a:lnTo>
                  <a:pt x="125304" y="40468"/>
                </a:lnTo>
                <a:lnTo>
                  <a:pt x="124540" y="41068"/>
                </a:lnTo>
                <a:lnTo>
                  <a:pt x="123793" y="41686"/>
                </a:lnTo>
                <a:lnTo>
                  <a:pt x="123062" y="42323"/>
                </a:lnTo>
                <a:lnTo>
                  <a:pt x="122348" y="42978"/>
                </a:lnTo>
                <a:lnTo>
                  <a:pt x="121651" y="43652"/>
                </a:lnTo>
                <a:lnTo>
                  <a:pt x="120970" y="44344"/>
                </a:lnTo>
                <a:lnTo>
                  <a:pt x="120306" y="45055"/>
                </a:lnTo>
                <a:lnTo>
                  <a:pt x="119659" y="45784"/>
                </a:lnTo>
                <a:lnTo>
                  <a:pt x="119028" y="46532"/>
                </a:lnTo>
                <a:lnTo>
                  <a:pt x="118414" y="47298"/>
                </a:lnTo>
                <a:lnTo>
                  <a:pt x="117816" y="48083"/>
                </a:lnTo>
                <a:lnTo>
                  <a:pt x="117235" y="48886"/>
                </a:lnTo>
                <a:lnTo>
                  <a:pt x="116671" y="49708"/>
                </a:lnTo>
                <a:lnTo>
                  <a:pt x="116123" y="50549"/>
                </a:lnTo>
                <a:lnTo>
                  <a:pt x="115592" y="51408"/>
                </a:lnTo>
                <a:lnTo>
                  <a:pt x="115078" y="52285"/>
                </a:lnTo>
                <a:lnTo>
                  <a:pt x="114580" y="53181"/>
                </a:lnTo>
                <a:lnTo>
                  <a:pt x="114098" y="54095"/>
                </a:lnTo>
                <a:lnTo>
                  <a:pt x="113634" y="55028"/>
                </a:lnTo>
                <a:lnTo>
                  <a:pt x="113186" y="55980"/>
                </a:lnTo>
                <a:lnTo>
                  <a:pt x="112755" y="56949"/>
                </a:lnTo>
                <a:lnTo>
                  <a:pt x="112343" y="57933"/>
                </a:lnTo>
                <a:lnTo>
                  <a:pt x="111949" y="58934"/>
                </a:lnTo>
                <a:lnTo>
                  <a:pt x="111573" y="59951"/>
                </a:lnTo>
                <a:lnTo>
                  <a:pt x="111216" y="60984"/>
                </a:lnTo>
                <a:lnTo>
                  <a:pt x="110877" y="62033"/>
                </a:lnTo>
                <a:lnTo>
                  <a:pt x="110556" y="63098"/>
                </a:lnTo>
                <a:lnTo>
                  <a:pt x="110254" y="64179"/>
                </a:lnTo>
                <a:lnTo>
                  <a:pt x="109970" y="65276"/>
                </a:lnTo>
                <a:lnTo>
                  <a:pt x="109704" y="66389"/>
                </a:lnTo>
                <a:lnTo>
                  <a:pt x="109457" y="67519"/>
                </a:lnTo>
                <a:lnTo>
                  <a:pt x="109228" y="68664"/>
                </a:lnTo>
                <a:lnTo>
                  <a:pt x="109017" y="69825"/>
                </a:lnTo>
                <a:lnTo>
                  <a:pt x="108824" y="71003"/>
                </a:lnTo>
                <a:lnTo>
                  <a:pt x="108650" y="72196"/>
                </a:lnTo>
                <a:lnTo>
                  <a:pt x="108495" y="73405"/>
                </a:lnTo>
                <a:lnTo>
                  <a:pt x="108357" y="74631"/>
                </a:lnTo>
                <a:lnTo>
                  <a:pt x="108238" y="75872"/>
                </a:lnTo>
                <a:lnTo>
                  <a:pt x="108137" y="77130"/>
                </a:lnTo>
                <a:lnTo>
                  <a:pt x="108055" y="78404"/>
                </a:lnTo>
                <a:lnTo>
                  <a:pt x="107991" y="79693"/>
                </a:lnTo>
                <a:lnTo>
                  <a:pt x="107945" y="80999"/>
                </a:lnTo>
                <a:lnTo>
                  <a:pt x="107917" y="82321"/>
                </a:lnTo>
                <a:lnTo>
                  <a:pt x="107908" y="83658"/>
                </a:lnTo>
                <a:lnTo>
                  <a:pt x="107917" y="84963"/>
                </a:lnTo>
                <a:lnTo>
                  <a:pt x="107945" y="86253"/>
                </a:lnTo>
                <a:lnTo>
                  <a:pt x="107991" y="87527"/>
                </a:lnTo>
                <a:lnTo>
                  <a:pt x="108055" y="88787"/>
                </a:lnTo>
                <a:lnTo>
                  <a:pt x="108137" y="90032"/>
                </a:lnTo>
                <a:lnTo>
                  <a:pt x="108238" y="91261"/>
                </a:lnTo>
                <a:lnTo>
                  <a:pt x="108357" y="92476"/>
                </a:lnTo>
                <a:lnTo>
                  <a:pt x="108495" y="93676"/>
                </a:lnTo>
                <a:lnTo>
                  <a:pt x="108650" y="94860"/>
                </a:lnTo>
                <a:lnTo>
                  <a:pt x="108824" y="96030"/>
                </a:lnTo>
                <a:lnTo>
                  <a:pt x="109017" y="97185"/>
                </a:lnTo>
                <a:lnTo>
                  <a:pt x="109228" y="98325"/>
                </a:lnTo>
                <a:lnTo>
                  <a:pt x="109457" y="99449"/>
                </a:lnTo>
                <a:lnTo>
                  <a:pt x="109704" y="100559"/>
                </a:lnTo>
                <a:lnTo>
                  <a:pt x="109970" y="101654"/>
                </a:lnTo>
                <a:lnTo>
                  <a:pt x="110254" y="102733"/>
                </a:lnTo>
                <a:lnTo>
                  <a:pt x="110556" y="103798"/>
                </a:lnTo>
                <a:lnTo>
                  <a:pt x="110877" y="104848"/>
                </a:lnTo>
                <a:lnTo>
                  <a:pt x="111216" y="105883"/>
                </a:lnTo>
                <a:lnTo>
                  <a:pt x="111573" y="106902"/>
                </a:lnTo>
                <a:lnTo>
                  <a:pt x="111949" y="107907"/>
                </a:lnTo>
                <a:lnTo>
                  <a:pt x="112343" y="108897"/>
                </a:lnTo>
                <a:lnTo>
                  <a:pt x="112755" y="109872"/>
                </a:lnTo>
                <a:lnTo>
                  <a:pt x="113186" y="110831"/>
                </a:lnTo>
                <a:lnTo>
                  <a:pt x="113634" y="111775"/>
                </a:lnTo>
                <a:lnTo>
                  <a:pt x="114098" y="112699"/>
                </a:lnTo>
                <a:lnTo>
                  <a:pt x="114580" y="113606"/>
                </a:lnTo>
                <a:lnTo>
                  <a:pt x="115078" y="114494"/>
                </a:lnTo>
                <a:lnTo>
                  <a:pt x="115592" y="115364"/>
                </a:lnTo>
                <a:lnTo>
                  <a:pt x="116123" y="116215"/>
                </a:lnTo>
                <a:lnTo>
                  <a:pt x="116671" y="117048"/>
                </a:lnTo>
                <a:lnTo>
                  <a:pt x="117235" y="117863"/>
                </a:lnTo>
                <a:lnTo>
                  <a:pt x="117816" y="118659"/>
                </a:lnTo>
                <a:lnTo>
                  <a:pt x="118414" y="119437"/>
                </a:lnTo>
                <a:lnTo>
                  <a:pt x="119028" y="120197"/>
                </a:lnTo>
                <a:lnTo>
                  <a:pt x="119659" y="120938"/>
                </a:lnTo>
                <a:lnTo>
                  <a:pt x="120306" y="121662"/>
                </a:lnTo>
                <a:lnTo>
                  <a:pt x="120970" y="122366"/>
                </a:lnTo>
                <a:lnTo>
                  <a:pt x="121651" y="123053"/>
                </a:lnTo>
                <a:lnTo>
                  <a:pt x="122348" y="123721"/>
                </a:lnTo>
                <a:lnTo>
                  <a:pt x="123062" y="124370"/>
                </a:lnTo>
                <a:lnTo>
                  <a:pt x="123793" y="125002"/>
                </a:lnTo>
                <a:lnTo>
                  <a:pt x="124540" y="125615"/>
                </a:lnTo>
                <a:lnTo>
                  <a:pt x="125304" y="126210"/>
                </a:lnTo>
                <a:lnTo>
                  <a:pt x="126084" y="126786"/>
                </a:lnTo>
                <a:lnTo>
                  <a:pt x="126881" y="127344"/>
                </a:lnTo>
                <a:lnTo>
                  <a:pt x="127694" y="127884"/>
                </a:lnTo>
                <a:lnTo>
                  <a:pt x="128525" y="128405"/>
                </a:lnTo>
                <a:lnTo>
                  <a:pt x="129370" y="128907"/>
                </a:lnTo>
                <a:lnTo>
                  <a:pt x="130230" y="129387"/>
                </a:lnTo>
                <a:lnTo>
                  <a:pt x="131103" y="129845"/>
                </a:lnTo>
                <a:lnTo>
                  <a:pt x="131991" y="130282"/>
                </a:lnTo>
                <a:lnTo>
                  <a:pt x="132892" y="130698"/>
                </a:lnTo>
                <a:lnTo>
                  <a:pt x="133808" y="131093"/>
                </a:lnTo>
                <a:lnTo>
                  <a:pt x="134738" y="131466"/>
                </a:lnTo>
                <a:lnTo>
                  <a:pt x="135682" y="131818"/>
                </a:lnTo>
                <a:lnTo>
                  <a:pt x="136639" y="132149"/>
                </a:lnTo>
                <a:lnTo>
                  <a:pt x="137611" y="132458"/>
                </a:lnTo>
                <a:lnTo>
                  <a:pt x="138597" y="132746"/>
                </a:lnTo>
                <a:lnTo>
                  <a:pt x="139597" y="133013"/>
                </a:lnTo>
                <a:lnTo>
                  <a:pt x="140611" y="133258"/>
                </a:lnTo>
                <a:lnTo>
                  <a:pt x="141639" y="133482"/>
                </a:lnTo>
                <a:lnTo>
                  <a:pt x="142681" y="133685"/>
                </a:lnTo>
                <a:lnTo>
                  <a:pt x="143737" y="133866"/>
                </a:lnTo>
                <a:lnTo>
                  <a:pt x="144808" y="134026"/>
                </a:lnTo>
                <a:lnTo>
                  <a:pt x="145892" y="134165"/>
                </a:lnTo>
                <a:lnTo>
                  <a:pt x="146990" y="134282"/>
                </a:lnTo>
                <a:lnTo>
                  <a:pt x="148102" y="134378"/>
                </a:lnTo>
                <a:lnTo>
                  <a:pt x="149229" y="134453"/>
                </a:lnTo>
                <a:lnTo>
                  <a:pt x="150369" y="134506"/>
                </a:lnTo>
                <a:lnTo>
                  <a:pt x="151524" y="134538"/>
                </a:lnTo>
                <a:lnTo>
                  <a:pt x="152692" y="134549"/>
                </a:lnTo>
                <a:lnTo>
                  <a:pt x="153885" y="134538"/>
                </a:lnTo>
                <a:lnTo>
                  <a:pt x="155063" y="134506"/>
                </a:lnTo>
                <a:lnTo>
                  <a:pt x="156227" y="134453"/>
                </a:lnTo>
                <a:lnTo>
                  <a:pt x="157376" y="134378"/>
                </a:lnTo>
                <a:close/>
                <a:moveTo>
                  <a:pt x="149359" y="121294"/>
                </a:moveTo>
                <a:lnTo>
                  <a:pt x="148563" y="121218"/>
                </a:lnTo>
                <a:lnTo>
                  <a:pt x="147781" y="121125"/>
                </a:lnTo>
                <a:lnTo>
                  <a:pt x="147015" y="121015"/>
                </a:lnTo>
                <a:lnTo>
                  <a:pt x="146264" y="120888"/>
                </a:lnTo>
                <a:lnTo>
                  <a:pt x="145527" y="120744"/>
                </a:lnTo>
                <a:lnTo>
                  <a:pt x="144806" y="120583"/>
                </a:lnTo>
                <a:lnTo>
                  <a:pt x="144099" y="120406"/>
                </a:lnTo>
                <a:lnTo>
                  <a:pt x="143407" y="120211"/>
                </a:lnTo>
                <a:lnTo>
                  <a:pt x="142730" y="119999"/>
                </a:lnTo>
                <a:lnTo>
                  <a:pt x="142068" y="119771"/>
                </a:lnTo>
                <a:lnTo>
                  <a:pt x="141421" y="119526"/>
                </a:lnTo>
                <a:lnTo>
                  <a:pt x="140789" y="119263"/>
                </a:lnTo>
                <a:lnTo>
                  <a:pt x="140172" y="118984"/>
                </a:lnTo>
                <a:lnTo>
                  <a:pt x="139569" y="118688"/>
                </a:lnTo>
                <a:lnTo>
                  <a:pt x="138982" y="118375"/>
                </a:lnTo>
                <a:lnTo>
                  <a:pt x="138409" y="118045"/>
                </a:lnTo>
                <a:lnTo>
                  <a:pt x="137852" y="117698"/>
                </a:lnTo>
                <a:lnTo>
                  <a:pt x="137309" y="117334"/>
                </a:lnTo>
                <a:lnTo>
                  <a:pt x="136781" y="116953"/>
                </a:lnTo>
                <a:lnTo>
                  <a:pt x="136268" y="116556"/>
                </a:lnTo>
                <a:lnTo>
                  <a:pt x="135768" y="116143"/>
                </a:lnTo>
                <a:lnTo>
                  <a:pt x="135281" y="115717"/>
                </a:lnTo>
                <a:lnTo>
                  <a:pt x="134805" y="115279"/>
                </a:lnTo>
                <a:lnTo>
                  <a:pt x="134340" y="114828"/>
                </a:lnTo>
                <a:lnTo>
                  <a:pt x="133888" y="114364"/>
                </a:lnTo>
                <a:lnTo>
                  <a:pt x="133447" y="113887"/>
                </a:lnTo>
                <a:lnTo>
                  <a:pt x="133019" y="113397"/>
                </a:lnTo>
                <a:lnTo>
                  <a:pt x="132602" y="112894"/>
                </a:lnTo>
                <a:lnTo>
                  <a:pt x="132197" y="112379"/>
                </a:lnTo>
                <a:lnTo>
                  <a:pt x="131803" y="111851"/>
                </a:lnTo>
                <a:lnTo>
                  <a:pt x="131422" y="111310"/>
                </a:lnTo>
                <a:lnTo>
                  <a:pt x="131052" y="110756"/>
                </a:lnTo>
                <a:lnTo>
                  <a:pt x="130694" y="110189"/>
                </a:lnTo>
                <a:lnTo>
                  <a:pt x="130348" y="109610"/>
                </a:lnTo>
                <a:lnTo>
                  <a:pt x="130014" y="109017"/>
                </a:lnTo>
                <a:lnTo>
                  <a:pt x="129692" y="108412"/>
                </a:lnTo>
                <a:lnTo>
                  <a:pt x="129381" y="107794"/>
                </a:lnTo>
                <a:lnTo>
                  <a:pt x="129083" y="107164"/>
                </a:lnTo>
                <a:lnTo>
                  <a:pt x="128796" y="106520"/>
                </a:lnTo>
                <a:lnTo>
                  <a:pt x="128520" y="105863"/>
                </a:lnTo>
                <a:lnTo>
                  <a:pt x="128257" y="105194"/>
                </a:lnTo>
                <a:lnTo>
                  <a:pt x="128006" y="104512"/>
                </a:lnTo>
                <a:lnTo>
                  <a:pt x="127766" y="103817"/>
                </a:lnTo>
                <a:lnTo>
                  <a:pt x="127538" y="103110"/>
                </a:lnTo>
                <a:lnTo>
                  <a:pt x="127321" y="102391"/>
                </a:lnTo>
                <a:lnTo>
                  <a:pt x="127113" y="101665"/>
                </a:lnTo>
                <a:lnTo>
                  <a:pt x="126914" y="100931"/>
                </a:lnTo>
                <a:lnTo>
                  <a:pt x="126724" y="100189"/>
                </a:lnTo>
                <a:lnTo>
                  <a:pt x="126544" y="99439"/>
                </a:lnTo>
                <a:lnTo>
                  <a:pt x="126373" y="98681"/>
                </a:lnTo>
                <a:lnTo>
                  <a:pt x="126211" y="97914"/>
                </a:lnTo>
                <a:lnTo>
                  <a:pt x="126058" y="97140"/>
                </a:lnTo>
                <a:lnTo>
                  <a:pt x="125915" y="96358"/>
                </a:lnTo>
                <a:lnTo>
                  <a:pt x="125781" y="95568"/>
                </a:lnTo>
                <a:lnTo>
                  <a:pt x="125656" y="94770"/>
                </a:lnTo>
                <a:lnTo>
                  <a:pt x="125541" y="93963"/>
                </a:lnTo>
                <a:lnTo>
                  <a:pt x="125434" y="93149"/>
                </a:lnTo>
                <a:lnTo>
                  <a:pt x="125337" y="92327"/>
                </a:lnTo>
                <a:lnTo>
                  <a:pt x="125249" y="91497"/>
                </a:lnTo>
                <a:lnTo>
                  <a:pt x="125171" y="90659"/>
                </a:lnTo>
                <a:lnTo>
                  <a:pt x="125101" y="89812"/>
                </a:lnTo>
                <a:lnTo>
                  <a:pt x="125041" y="88958"/>
                </a:lnTo>
                <a:lnTo>
                  <a:pt x="124990" y="88096"/>
                </a:lnTo>
                <a:lnTo>
                  <a:pt x="124949" y="87226"/>
                </a:lnTo>
                <a:lnTo>
                  <a:pt x="124916" y="86347"/>
                </a:lnTo>
                <a:lnTo>
                  <a:pt x="124893" y="85461"/>
                </a:lnTo>
                <a:lnTo>
                  <a:pt x="124879" y="84567"/>
                </a:lnTo>
                <a:lnTo>
                  <a:pt x="124875" y="83665"/>
                </a:lnTo>
                <a:lnTo>
                  <a:pt x="124879" y="82745"/>
                </a:lnTo>
                <a:lnTo>
                  <a:pt x="124893" y="81833"/>
                </a:lnTo>
                <a:lnTo>
                  <a:pt x="124916" y="80930"/>
                </a:lnTo>
                <a:lnTo>
                  <a:pt x="124949" y="80035"/>
                </a:lnTo>
                <a:lnTo>
                  <a:pt x="124990" y="79148"/>
                </a:lnTo>
                <a:lnTo>
                  <a:pt x="125041" y="78270"/>
                </a:lnTo>
                <a:lnTo>
                  <a:pt x="125101" y="77399"/>
                </a:lnTo>
                <a:lnTo>
                  <a:pt x="125171" y="76537"/>
                </a:lnTo>
                <a:lnTo>
                  <a:pt x="125249" y="75683"/>
                </a:lnTo>
                <a:lnTo>
                  <a:pt x="125337" y="74837"/>
                </a:lnTo>
                <a:lnTo>
                  <a:pt x="125434" y="73999"/>
                </a:lnTo>
                <a:lnTo>
                  <a:pt x="125541" y="73170"/>
                </a:lnTo>
                <a:lnTo>
                  <a:pt x="125656" y="72349"/>
                </a:lnTo>
                <a:lnTo>
                  <a:pt x="125781" y="71536"/>
                </a:lnTo>
                <a:lnTo>
                  <a:pt x="125915" y="70731"/>
                </a:lnTo>
                <a:lnTo>
                  <a:pt x="126058" y="69934"/>
                </a:lnTo>
                <a:lnTo>
                  <a:pt x="126211" y="69146"/>
                </a:lnTo>
                <a:lnTo>
                  <a:pt x="126373" y="68365"/>
                </a:lnTo>
                <a:lnTo>
                  <a:pt x="126544" y="67593"/>
                </a:lnTo>
                <a:lnTo>
                  <a:pt x="126724" y="66829"/>
                </a:lnTo>
                <a:lnTo>
                  <a:pt x="126914" y="66074"/>
                </a:lnTo>
                <a:lnTo>
                  <a:pt x="127113" y="65326"/>
                </a:lnTo>
                <a:lnTo>
                  <a:pt x="127321" y="64587"/>
                </a:lnTo>
                <a:lnTo>
                  <a:pt x="127538" y="63856"/>
                </a:lnTo>
                <a:lnTo>
                  <a:pt x="127766" y="63135"/>
                </a:lnTo>
                <a:lnTo>
                  <a:pt x="128006" y="62428"/>
                </a:lnTo>
                <a:lnTo>
                  <a:pt x="128257" y="61733"/>
                </a:lnTo>
                <a:lnTo>
                  <a:pt x="128520" y="61052"/>
                </a:lnTo>
                <a:lnTo>
                  <a:pt x="128796" y="60384"/>
                </a:lnTo>
                <a:lnTo>
                  <a:pt x="129083" y="59728"/>
                </a:lnTo>
                <a:lnTo>
                  <a:pt x="129381" y="59086"/>
                </a:lnTo>
                <a:lnTo>
                  <a:pt x="129692" y="58457"/>
                </a:lnTo>
                <a:lnTo>
                  <a:pt x="130014" y="57840"/>
                </a:lnTo>
                <a:lnTo>
                  <a:pt x="130348" y="57237"/>
                </a:lnTo>
                <a:lnTo>
                  <a:pt x="130694" y="56647"/>
                </a:lnTo>
                <a:lnTo>
                  <a:pt x="131052" y="56069"/>
                </a:lnTo>
                <a:lnTo>
                  <a:pt x="131422" y="55505"/>
                </a:lnTo>
                <a:lnTo>
                  <a:pt x="131803" y="54954"/>
                </a:lnTo>
                <a:lnTo>
                  <a:pt x="132197" y="54415"/>
                </a:lnTo>
                <a:lnTo>
                  <a:pt x="132602" y="53890"/>
                </a:lnTo>
                <a:lnTo>
                  <a:pt x="133019" y="53378"/>
                </a:lnTo>
                <a:lnTo>
                  <a:pt x="133447" y="52879"/>
                </a:lnTo>
                <a:lnTo>
                  <a:pt x="133888" y="52393"/>
                </a:lnTo>
                <a:lnTo>
                  <a:pt x="134340" y="51919"/>
                </a:lnTo>
                <a:lnTo>
                  <a:pt x="134805" y="51459"/>
                </a:lnTo>
                <a:lnTo>
                  <a:pt x="135281" y="51012"/>
                </a:lnTo>
                <a:lnTo>
                  <a:pt x="135768" y="50578"/>
                </a:lnTo>
                <a:lnTo>
                  <a:pt x="136268" y="50157"/>
                </a:lnTo>
                <a:lnTo>
                  <a:pt x="136781" y="49751"/>
                </a:lnTo>
                <a:lnTo>
                  <a:pt x="137309" y="49362"/>
                </a:lnTo>
                <a:lnTo>
                  <a:pt x="137852" y="48990"/>
                </a:lnTo>
                <a:lnTo>
                  <a:pt x="138409" y="48636"/>
                </a:lnTo>
                <a:lnTo>
                  <a:pt x="138982" y="48299"/>
                </a:lnTo>
                <a:lnTo>
                  <a:pt x="139569" y="47979"/>
                </a:lnTo>
                <a:lnTo>
                  <a:pt x="140172" y="47676"/>
                </a:lnTo>
                <a:lnTo>
                  <a:pt x="140789" y="47391"/>
                </a:lnTo>
                <a:lnTo>
                  <a:pt x="141421" y="47123"/>
                </a:lnTo>
                <a:lnTo>
                  <a:pt x="142068" y="46872"/>
                </a:lnTo>
                <a:lnTo>
                  <a:pt x="142730" y="46639"/>
                </a:lnTo>
                <a:lnTo>
                  <a:pt x="143407" y="46423"/>
                </a:lnTo>
                <a:lnTo>
                  <a:pt x="144099" y="46224"/>
                </a:lnTo>
                <a:lnTo>
                  <a:pt x="144806" y="46043"/>
                </a:lnTo>
                <a:lnTo>
                  <a:pt x="145527" y="45879"/>
                </a:lnTo>
                <a:lnTo>
                  <a:pt x="146264" y="45732"/>
                </a:lnTo>
                <a:lnTo>
                  <a:pt x="147015" y="45602"/>
                </a:lnTo>
                <a:lnTo>
                  <a:pt x="147781" y="45490"/>
                </a:lnTo>
                <a:lnTo>
                  <a:pt x="148563" y="45395"/>
                </a:lnTo>
                <a:lnTo>
                  <a:pt x="149359" y="45317"/>
                </a:lnTo>
                <a:lnTo>
                  <a:pt x="150170" y="45256"/>
                </a:lnTo>
                <a:lnTo>
                  <a:pt x="150996" y="45213"/>
                </a:lnTo>
                <a:lnTo>
                  <a:pt x="151836" y="45187"/>
                </a:lnTo>
                <a:lnTo>
                  <a:pt x="152692" y="45178"/>
                </a:lnTo>
                <a:lnTo>
                  <a:pt x="153572" y="45187"/>
                </a:lnTo>
                <a:lnTo>
                  <a:pt x="154437" y="45213"/>
                </a:lnTo>
                <a:lnTo>
                  <a:pt x="155288" y="45256"/>
                </a:lnTo>
                <a:lnTo>
                  <a:pt x="156123" y="45317"/>
                </a:lnTo>
                <a:lnTo>
                  <a:pt x="156943" y="45395"/>
                </a:lnTo>
                <a:lnTo>
                  <a:pt x="157748" y="45490"/>
                </a:lnTo>
                <a:lnTo>
                  <a:pt x="158537" y="45602"/>
                </a:lnTo>
                <a:lnTo>
                  <a:pt x="159312" y="45732"/>
                </a:lnTo>
                <a:lnTo>
                  <a:pt x="160072" y="45879"/>
                </a:lnTo>
                <a:lnTo>
                  <a:pt x="160816" y="46043"/>
                </a:lnTo>
                <a:lnTo>
                  <a:pt x="161546" y="46224"/>
                </a:lnTo>
                <a:lnTo>
                  <a:pt x="162260" y="46423"/>
                </a:lnTo>
                <a:lnTo>
                  <a:pt x="162960" y="46639"/>
                </a:lnTo>
                <a:lnTo>
                  <a:pt x="163644" y="46872"/>
                </a:lnTo>
                <a:lnTo>
                  <a:pt x="164313" y="47123"/>
                </a:lnTo>
                <a:lnTo>
                  <a:pt x="164968" y="47391"/>
                </a:lnTo>
                <a:lnTo>
                  <a:pt x="165607" y="47676"/>
                </a:lnTo>
                <a:lnTo>
                  <a:pt x="166231" y="47979"/>
                </a:lnTo>
                <a:lnTo>
                  <a:pt x="166840" y="48299"/>
                </a:lnTo>
                <a:lnTo>
                  <a:pt x="167434" y="48636"/>
                </a:lnTo>
                <a:lnTo>
                  <a:pt x="168013" y="48990"/>
                </a:lnTo>
                <a:lnTo>
                  <a:pt x="168576" y="49362"/>
                </a:lnTo>
                <a:lnTo>
                  <a:pt x="169125" y="49751"/>
                </a:lnTo>
                <a:lnTo>
                  <a:pt x="169659" y="50157"/>
                </a:lnTo>
                <a:lnTo>
                  <a:pt x="170179" y="50578"/>
                </a:lnTo>
                <a:lnTo>
                  <a:pt x="170686" y="51012"/>
                </a:lnTo>
                <a:lnTo>
                  <a:pt x="171181" y="51459"/>
                </a:lnTo>
                <a:lnTo>
                  <a:pt x="171664" y="51919"/>
                </a:lnTo>
                <a:lnTo>
                  <a:pt x="172135" y="52393"/>
                </a:lnTo>
                <a:lnTo>
                  <a:pt x="172593" y="52879"/>
                </a:lnTo>
                <a:lnTo>
                  <a:pt x="173039" y="53378"/>
                </a:lnTo>
                <a:lnTo>
                  <a:pt x="173473" y="53890"/>
                </a:lnTo>
                <a:lnTo>
                  <a:pt x="173894" y="54415"/>
                </a:lnTo>
                <a:lnTo>
                  <a:pt x="174303" y="54954"/>
                </a:lnTo>
                <a:lnTo>
                  <a:pt x="174700" y="55505"/>
                </a:lnTo>
                <a:lnTo>
                  <a:pt x="175084" y="56069"/>
                </a:lnTo>
                <a:lnTo>
                  <a:pt x="175456" y="56647"/>
                </a:lnTo>
                <a:lnTo>
                  <a:pt x="175816" y="57237"/>
                </a:lnTo>
                <a:lnTo>
                  <a:pt x="176163" y="57840"/>
                </a:lnTo>
                <a:lnTo>
                  <a:pt x="176498" y="58457"/>
                </a:lnTo>
                <a:lnTo>
                  <a:pt x="176821" y="59086"/>
                </a:lnTo>
                <a:lnTo>
                  <a:pt x="177131" y="59728"/>
                </a:lnTo>
                <a:lnTo>
                  <a:pt x="177429" y="60384"/>
                </a:lnTo>
                <a:lnTo>
                  <a:pt x="177714" y="61052"/>
                </a:lnTo>
                <a:lnTo>
                  <a:pt x="177988" y="61733"/>
                </a:lnTo>
                <a:lnTo>
                  <a:pt x="178249" y="62428"/>
                </a:lnTo>
                <a:lnTo>
                  <a:pt x="178497" y="63135"/>
                </a:lnTo>
                <a:lnTo>
                  <a:pt x="178734" y="63856"/>
                </a:lnTo>
                <a:lnTo>
                  <a:pt x="178959" y="64587"/>
                </a:lnTo>
                <a:lnTo>
                  <a:pt x="179175" y="65326"/>
                </a:lnTo>
                <a:lnTo>
                  <a:pt x="179381" y="66074"/>
                </a:lnTo>
                <a:lnTo>
                  <a:pt x="179578" y="66829"/>
                </a:lnTo>
                <a:lnTo>
                  <a:pt x="179765" y="67593"/>
                </a:lnTo>
                <a:lnTo>
                  <a:pt x="179942" y="68365"/>
                </a:lnTo>
                <a:lnTo>
                  <a:pt x="180110" y="69146"/>
                </a:lnTo>
                <a:lnTo>
                  <a:pt x="180268" y="69934"/>
                </a:lnTo>
                <a:lnTo>
                  <a:pt x="180417" y="70731"/>
                </a:lnTo>
                <a:lnTo>
                  <a:pt x="180556" y="71536"/>
                </a:lnTo>
                <a:lnTo>
                  <a:pt x="180685" y="72349"/>
                </a:lnTo>
                <a:lnTo>
                  <a:pt x="180805" y="73170"/>
                </a:lnTo>
                <a:lnTo>
                  <a:pt x="180916" y="73999"/>
                </a:lnTo>
                <a:lnTo>
                  <a:pt x="181016" y="74837"/>
                </a:lnTo>
                <a:lnTo>
                  <a:pt x="181107" y="75683"/>
                </a:lnTo>
                <a:lnTo>
                  <a:pt x="181189" y="76537"/>
                </a:lnTo>
                <a:lnTo>
                  <a:pt x="181261" y="77399"/>
                </a:lnTo>
                <a:lnTo>
                  <a:pt x="181323" y="78270"/>
                </a:lnTo>
                <a:lnTo>
                  <a:pt x="181376" y="79148"/>
                </a:lnTo>
                <a:lnTo>
                  <a:pt x="181419" y="80035"/>
                </a:lnTo>
                <a:lnTo>
                  <a:pt x="181453" y="80930"/>
                </a:lnTo>
                <a:lnTo>
                  <a:pt x="181477" y="81833"/>
                </a:lnTo>
                <a:lnTo>
                  <a:pt x="181491" y="82745"/>
                </a:lnTo>
                <a:lnTo>
                  <a:pt x="181496" y="83665"/>
                </a:lnTo>
                <a:lnTo>
                  <a:pt x="181491" y="84567"/>
                </a:lnTo>
                <a:lnTo>
                  <a:pt x="181477" y="85461"/>
                </a:lnTo>
                <a:lnTo>
                  <a:pt x="181453" y="86347"/>
                </a:lnTo>
                <a:lnTo>
                  <a:pt x="181419" y="87226"/>
                </a:lnTo>
                <a:lnTo>
                  <a:pt x="181376" y="88096"/>
                </a:lnTo>
                <a:lnTo>
                  <a:pt x="181323" y="88958"/>
                </a:lnTo>
                <a:lnTo>
                  <a:pt x="181261" y="89812"/>
                </a:lnTo>
                <a:lnTo>
                  <a:pt x="181189" y="90659"/>
                </a:lnTo>
                <a:lnTo>
                  <a:pt x="181107" y="91497"/>
                </a:lnTo>
                <a:lnTo>
                  <a:pt x="181016" y="92327"/>
                </a:lnTo>
                <a:lnTo>
                  <a:pt x="180916" y="93149"/>
                </a:lnTo>
                <a:lnTo>
                  <a:pt x="180805" y="93963"/>
                </a:lnTo>
                <a:lnTo>
                  <a:pt x="180685" y="94770"/>
                </a:lnTo>
                <a:lnTo>
                  <a:pt x="180556" y="95568"/>
                </a:lnTo>
                <a:lnTo>
                  <a:pt x="180417" y="96358"/>
                </a:lnTo>
                <a:lnTo>
                  <a:pt x="180268" y="97140"/>
                </a:lnTo>
                <a:lnTo>
                  <a:pt x="180110" y="97914"/>
                </a:lnTo>
                <a:lnTo>
                  <a:pt x="179942" y="98681"/>
                </a:lnTo>
                <a:lnTo>
                  <a:pt x="179765" y="99439"/>
                </a:lnTo>
                <a:lnTo>
                  <a:pt x="179578" y="100189"/>
                </a:lnTo>
                <a:lnTo>
                  <a:pt x="179381" y="100931"/>
                </a:lnTo>
                <a:lnTo>
                  <a:pt x="179175" y="101665"/>
                </a:lnTo>
                <a:lnTo>
                  <a:pt x="178959" y="102391"/>
                </a:lnTo>
                <a:lnTo>
                  <a:pt x="178734" y="103110"/>
                </a:lnTo>
                <a:lnTo>
                  <a:pt x="178497" y="103817"/>
                </a:lnTo>
                <a:lnTo>
                  <a:pt x="178249" y="104512"/>
                </a:lnTo>
                <a:lnTo>
                  <a:pt x="177988" y="105194"/>
                </a:lnTo>
                <a:lnTo>
                  <a:pt x="177714" y="105863"/>
                </a:lnTo>
                <a:lnTo>
                  <a:pt x="177429" y="106520"/>
                </a:lnTo>
                <a:lnTo>
                  <a:pt x="177131" y="107164"/>
                </a:lnTo>
                <a:lnTo>
                  <a:pt x="176821" y="107794"/>
                </a:lnTo>
                <a:lnTo>
                  <a:pt x="176498" y="108412"/>
                </a:lnTo>
                <a:lnTo>
                  <a:pt x="176163" y="109017"/>
                </a:lnTo>
                <a:lnTo>
                  <a:pt x="175816" y="109610"/>
                </a:lnTo>
                <a:lnTo>
                  <a:pt x="175456" y="110189"/>
                </a:lnTo>
                <a:lnTo>
                  <a:pt x="175084" y="110756"/>
                </a:lnTo>
                <a:lnTo>
                  <a:pt x="174700" y="111310"/>
                </a:lnTo>
                <a:lnTo>
                  <a:pt x="174303" y="111851"/>
                </a:lnTo>
                <a:lnTo>
                  <a:pt x="173894" y="112379"/>
                </a:lnTo>
                <a:lnTo>
                  <a:pt x="173473" y="112894"/>
                </a:lnTo>
                <a:lnTo>
                  <a:pt x="173039" y="113397"/>
                </a:lnTo>
                <a:lnTo>
                  <a:pt x="172593" y="113887"/>
                </a:lnTo>
                <a:lnTo>
                  <a:pt x="172135" y="114364"/>
                </a:lnTo>
                <a:lnTo>
                  <a:pt x="171664" y="114828"/>
                </a:lnTo>
                <a:lnTo>
                  <a:pt x="171181" y="115279"/>
                </a:lnTo>
                <a:lnTo>
                  <a:pt x="170686" y="115717"/>
                </a:lnTo>
                <a:lnTo>
                  <a:pt x="170179" y="116143"/>
                </a:lnTo>
                <a:lnTo>
                  <a:pt x="169659" y="116556"/>
                </a:lnTo>
                <a:lnTo>
                  <a:pt x="169125" y="116953"/>
                </a:lnTo>
                <a:lnTo>
                  <a:pt x="168576" y="117334"/>
                </a:lnTo>
                <a:lnTo>
                  <a:pt x="168013" y="117698"/>
                </a:lnTo>
                <a:lnTo>
                  <a:pt x="167434" y="118045"/>
                </a:lnTo>
                <a:lnTo>
                  <a:pt x="166840" y="118375"/>
                </a:lnTo>
                <a:lnTo>
                  <a:pt x="166231" y="118688"/>
                </a:lnTo>
                <a:lnTo>
                  <a:pt x="165607" y="118984"/>
                </a:lnTo>
                <a:lnTo>
                  <a:pt x="164968" y="119263"/>
                </a:lnTo>
                <a:lnTo>
                  <a:pt x="164313" y="119526"/>
                </a:lnTo>
                <a:lnTo>
                  <a:pt x="163644" y="119771"/>
                </a:lnTo>
                <a:lnTo>
                  <a:pt x="162960" y="119999"/>
                </a:lnTo>
                <a:lnTo>
                  <a:pt x="162260" y="120211"/>
                </a:lnTo>
                <a:lnTo>
                  <a:pt x="161546" y="120406"/>
                </a:lnTo>
                <a:lnTo>
                  <a:pt x="160816" y="120583"/>
                </a:lnTo>
                <a:lnTo>
                  <a:pt x="160072" y="120744"/>
                </a:lnTo>
                <a:lnTo>
                  <a:pt x="159312" y="120888"/>
                </a:lnTo>
                <a:lnTo>
                  <a:pt x="158537" y="121015"/>
                </a:lnTo>
                <a:lnTo>
                  <a:pt x="157748" y="121125"/>
                </a:lnTo>
                <a:lnTo>
                  <a:pt x="156943" y="121218"/>
                </a:lnTo>
                <a:lnTo>
                  <a:pt x="156123" y="121294"/>
                </a:lnTo>
                <a:lnTo>
                  <a:pt x="155288" y="121353"/>
                </a:lnTo>
                <a:lnTo>
                  <a:pt x="154437" y="121396"/>
                </a:lnTo>
                <a:lnTo>
                  <a:pt x="153572" y="121421"/>
                </a:lnTo>
                <a:lnTo>
                  <a:pt x="152692" y="121429"/>
                </a:lnTo>
                <a:lnTo>
                  <a:pt x="151836" y="121421"/>
                </a:lnTo>
                <a:lnTo>
                  <a:pt x="150996" y="121396"/>
                </a:lnTo>
                <a:lnTo>
                  <a:pt x="150170" y="121353"/>
                </a:lnTo>
                <a:lnTo>
                  <a:pt x="149359" y="121294"/>
                </a:lnTo>
                <a:close/>
                <a:moveTo>
                  <a:pt x="377844" y="134434"/>
                </a:moveTo>
                <a:lnTo>
                  <a:pt x="378805" y="134370"/>
                </a:lnTo>
                <a:lnTo>
                  <a:pt x="379753" y="134291"/>
                </a:lnTo>
                <a:lnTo>
                  <a:pt x="380691" y="134199"/>
                </a:lnTo>
                <a:lnTo>
                  <a:pt x="381617" y="134091"/>
                </a:lnTo>
                <a:lnTo>
                  <a:pt x="382532" y="133970"/>
                </a:lnTo>
                <a:lnTo>
                  <a:pt x="383436" y="133834"/>
                </a:lnTo>
                <a:lnTo>
                  <a:pt x="384329" y="133684"/>
                </a:lnTo>
                <a:lnTo>
                  <a:pt x="385210" y="133519"/>
                </a:lnTo>
                <a:lnTo>
                  <a:pt x="386079" y="133341"/>
                </a:lnTo>
                <a:lnTo>
                  <a:pt x="386938" y="133147"/>
                </a:lnTo>
                <a:lnTo>
                  <a:pt x="387785" y="132940"/>
                </a:lnTo>
                <a:lnTo>
                  <a:pt x="388621" y="132718"/>
                </a:lnTo>
                <a:lnTo>
                  <a:pt x="389446" y="132483"/>
                </a:lnTo>
                <a:lnTo>
                  <a:pt x="390259" y="132232"/>
                </a:lnTo>
                <a:lnTo>
                  <a:pt x="391061" y="131968"/>
                </a:lnTo>
                <a:lnTo>
                  <a:pt x="391852" y="131689"/>
                </a:lnTo>
                <a:lnTo>
                  <a:pt x="392631" y="131396"/>
                </a:lnTo>
                <a:lnTo>
                  <a:pt x="393399" y="131088"/>
                </a:lnTo>
                <a:lnTo>
                  <a:pt x="394156" y="130767"/>
                </a:lnTo>
                <a:lnTo>
                  <a:pt x="394901" y="130431"/>
                </a:lnTo>
                <a:lnTo>
                  <a:pt x="395634" y="130081"/>
                </a:lnTo>
                <a:lnTo>
                  <a:pt x="396354" y="129720"/>
                </a:lnTo>
                <a:lnTo>
                  <a:pt x="397059" y="129346"/>
                </a:lnTo>
                <a:lnTo>
                  <a:pt x="397751" y="128961"/>
                </a:lnTo>
                <a:lnTo>
                  <a:pt x="398429" y="128563"/>
                </a:lnTo>
                <a:lnTo>
                  <a:pt x="399094" y="128154"/>
                </a:lnTo>
                <a:lnTo>
                  <a:pt x="399744" y="127732"/>
                </a:lnTo>
                <a:lnTo>
                  <a:pt x="400381" y="127299"/>
                </a:lnTo>
                <a:lnTo>
                  <a:pt x="401005" y="126853"/>
                </a:lnTo>
                <a:lnTo>
                  <a:pt x="401614" y="126396"/>
                </a:lnTo>
                <a:lnTo>
                  <a:pt x="402210" y="125926"/>
                </a:lnTo>
                <a:lnTo>
                  <a:pt x="402793" y="125444"/>
                </a:lnTo>
                <a:lnTo>
                  <a:pt x="403361" y="124951"/>
                </a:lnTo>
                <a:lnTo>
                  <a:pt x="403916" y="124445"/>
                </a:lnTo>
                <a:lnTo>
                  <a:pt x="404457" y="123928"/>
                </a:lnTo>
                <a:lnTo>
                  <a:pt x="404985" y="123398"/>
                </a:lnTo>
                <a:lnTo>
                  <a:pt x="405499" y="122857"/>
                </a:lnTo>
                <a:lnTo>
                  <a:pt x="405999" y="122303"/>
                </a:lnTo>
                <a:lnTo>
                  <a:pt x="406485" y="121737"/>
                </a:lnTo>
                <a:lnTo>
                  <a:pt x="406958" y="121160"/>
                </a:lnTo>
                <a:lnTo>
                  <a:pt x="407417" y="120570"/>
                </a:lnTo>
                <a:lnTo>
                  <a:pt x="407862" y="119968"/>
                </a:lnTo>
                <a:lnTo>
                  <a:pt x="408293" y="119355"/>
                </a:lnTo>
                <a:lnTo>
                  <a:pt x="408711" y="118729"/>
                </a:lnTo>
                <a:lnTo>
                  <a:pt x="409114" y="118092"/>
                </a:lnTo>
                <a:lnTo>
                  <a:pt x="409501" y="117446"/>
                </a:lnTo>
                <a:lnTo>
                  <a:pt x="409872" y="116789"/>
                </a:lnTo>
                <a:lnTo>
                  <a:pt x="410227" y="116122"/>
                </a:lnTo>
                <a:lnTo>
                  <a:pt x="410565" y="115445"/>
                </a:lnTo>
                <a:lnTo>
                  <a:pt x="410888" y="114758"/>
                </a:lnTo>
                <a:lnTo>
                  <a:pt x="411194" y="114061"/>
                </a:lnTo>
                <a:lnTo>
                  <a:pt x="411484" y="113354"/>
                </a:lnTo>
                <a:lnTo>
                  <a:pt x="411758" y="112636"/>
                </a:lnTo>
                <a:lnTo>
                  <a:pt x="412017" y="111909"/>
                </a:lnTo>
                <a:lnTo>
                  <a:pt x="412259" y="111172"/>
                </a:lnTo>
                <a:lnTo>
                  <a:pt x="412484" y="110425"/>
                </a:lnTo>
                <a:lnTo>
                  <a:pt x="412694" y="109667"/>
                </a:lnTo>
                <a:lnTo>
                  <a:pt x="412888" y="108900"/>
                </a:lnTo>
                <a:lnTo>
                  <a:pt x="413065" y="108122"/>
                </a:lnTo>
                <a:lnTo>
                  <a:pt x="413227" y="107334"/>
                </a:lnTo>
                <a:lnTo>
                  <a:pt x="413372" y="106537"/>
                </a:lnTo>
                <a:lnTo>
                  <a:pt x="413502" y="105729"/>
                </a:lnTo>
                <a:lnTo>
                  <a:pt x="413615" y="104911"/>
                </a:lnTo>
                <a:lnTo>
                  <a:pt x="413712" y="104083"/>
                </a:lnTo>
                <a:lnTo>
                  <a:pt x="413793" y="103245"/>
                </a:lnTo>
                <a:lnTo>
                  <a:pt x="413858" y="102397"/>
                </a:lnTo>
                <a:lnTo>
                  <a:pt x="413907" y="101539"/>
                </a:lnTo>
                <a:lnTo>
                  <a:pt x="413939" y="100671"/>
                </a:lnTo>
                <a:lnTo>
                  <a:pt x="397663" y="100671"/>
                </a:lnTo>
                <a:lnTo>
                  <a:pt x="397628" y="101518"/>
                </a:lnTo>
                <a:lnTo>
                  <a:pt x="397573" y="102349"/>
                </a:lnTo>
                <a:lnTo>
                  <a:pt x="397497" y="103162"/>
                </a:lnTo>
                <a:lnTo>
                  <a:pt x="397400" y="103959"/>
                </a:lnTo>
                <a:lnTo>
                  <a:pt x="397283" y="104739"/>
                </a:lnTo>
                <a:lnTo>
                  <a:pt x="397145" y="105502"/>
                </a:lnTo>
                <a:lnTo>
                  <a:pt x="396987" y="106249"/>
                </a:lnTo>
                <a:lnTo>
                  <a:pt x="396808" y="106979"/>
                </a:lnTo>
                <a:lnTo>
                  <a:pt x="396609" y="107692"/>
                </a:lnTo>
                <a:lnTo>
                  <a:pt x="396389" y="108388"/>
                </a:lnTo>
                <a:lnTo>
                  <a:pt x="396149" y="109068"/>
                </a:lnTo>
                <a:lnTo>
                  <a:pt x="395888" y="109731"/>
                </a:lnTo>
                <a:lnTo>
                  <a:pt x="395606" y="110377"/>
                </a:lnTo>
                <a:lnTo>
                  <a:pt x="395304" y="111007"/>
                </a:lnTo>
                <a:lnTo>
                  <a:pt x="394981" y="111619"/>
                </a:lnTo>
                <a:lnTo>
                  <a:pt x="394638" y="112215"/>
                </a:lnTo>
                <a:lnTo>
                  <a:pt x="394275" y="112794"/>
                </a:lnTo>
                <a:lnTo>
                  <a:pt x="393890" y="113357"/>
                </a:lnTo>
                <a:lnTo>
                  <a:pt x="393485" y="113903"/>
                </a:lnTo>
                <a:lnTo>
                  <a:pt x="393060" y="114432"/>
                </a:lnTo>
                <a:lnTo>
                  <a:pt x="392614" y="114944"/>
                </a:lnTo>
                <a:lnTo>
                  <a:pt x="392148" y="115439"/>
                </a:lnTo>
                <a:lnTo>
                  <a:pt x="391660" y="115918"/>
                </a:lnTo>
                <a:lnTo>
                  <a:pt x="391153" y="116380"/>
                </a:lnTo>
                <a:lnTo>
                  <a:pt x="390627" y="116824"/>
                </a:lnTo>
                <a:lnTo>
                  <a:pt x="390084" y="117250"/>
                </a:lnTo>
                <a:lnTo>
                  <a:pt x="389524" y="117656"/>
                </a:lnTo>
                <a:lnTo>
                  <a:pt x="388947" y="118043"/>
                </a:lnTo>
                <a:lnTo>
                  <a:pt x="388354" y="118412"/>
                </a:lnTo>
                <a:lnTo>
                  <a:pt x="387744" y="118762"/>
                </a:lnTo>
                <a:lnTo>
                  <a:pt x="387117" y="119093"/>
                </a:lnTo>
                <a:lnTo>
                  <a:pt x="386473" y="119404"/>
                </a:lnTo>
                <a:lnTo>
                  <a:pt x="385812" y="119697"/>
                </a:lnTo>
                <a:lnTo>
                  <a:pt x="385135" y="119972"/>
                </a:lnTo>
                <a:lnTo>
                  <a:pt x="384441" y="120227"/>
                </a:lnTo>
                <a:lnTo>
                  <a:pt x="383730" y="120463"/>
                </a:lnTo>
                <a:lnTo>
                  <a:pt x="383002" y="120680"/>
                </a:lnTo>
                <a:lnTo>
                  <a:pt x="382258" y="120879"/>
                </a:lnTo>
                <a:lnTo>
                  <a:pt x="381497" y="121058"/>
                </a:lnTo>
                <a:lnTo>
                  <a:pt x="380719" y="121219"/>
                </a:lnTo>
                <a:lnTo>
                  <a:pt x="379924" y="121361"/>
                </a:lnTo>
                <a:lnTo>
                  <a:pt x="379112" y="121484"/>
                </a:lnTo>
                <a:lnTo>
                  <a:pt x="378284" y="121588"/>
                </a:lnTo>
                <a:lnTo>
                  <a:pt x="377439" y="121673"/>
                </a:lnTo>
                <a:lnTo>
                  <a:pt x="376577" y="121739"/>
                </a:lnTo>
                <a:lnTo>
                  <a:pt x="375698" y="121786"/>
                </a:lnTo>
                <a:lnTo>
                  <a:pt x="374803" y="121814"/>
                </a:lnTo>
                <a:lnTo>
                  <a:pt x="373890" y="121824"/>
                </a:lnTo>
                <a:lnTo>
                  <a:pt x="373034" y="121815"/>
                </a:lnTo>
                <a:lnTo>
                  <a:pt x="372192" y="121790"/>
                </a:lnTo>
                <a:lnTo>
                  <a:pt x="371364" y="121747"/>
                </a:lnTo>
                <a:lnTo>
                  <a:pt x="370550" y="121687"/>
                </a:lnTo>
                <a:lnTo>
                  <a:pt x="369750" y="121610"/>
                </a:lnTo>
                <a:lnTo>
                  <a:pt x="368964" y="121515"/>
                </a:lnTo>
                <a:lnTo>
                  <a:pt x="368193" y="121404"/>
                </a:lnTo>
                <a:lnTo>
                  <a:pt x="367435" y="121275"/>
                </a:lnTo>
                <a:lnTo>
                  <a:pt x="366691" y="121129"/>
                </a:lnTo>
                <a:lnTo>
                  <a:pt x="365961" y="120967"/>
                </a:lnTo>
                <a:lnTo>
                  <a:pt x="365246" y="120787"/>
                </a:lnTo>
                <a:lnTo>
                  <a:pt x="364544" y="120589"/>
                </a:lnTo>
                <a:lnTo>
                  <a:pt x="363856" y="120375"/>
                </a:lnTo>
                <a:lnTo>
                  <a:pt x="363183" y="120144"/>
                </a:lnTo>
                <a:lnTo>
                  <a:pt x="362523" y="119895"/>
                </a:lnTo>
                <a:lnTo>
                  <a:pt x="361878" y="119629"/>
                </a:lnTo>
                <a:lnTo>
                  <a:pt x="361246" y="119346"/>
                </a:lnTo>
                <a:lnTo>
                  <a:pt x="360629" y="119046"/>
                </a:lnTo>
                <a:lnTo>
                  <a:pt x="360026" y="118729"/>
                </a:lnTo>
                <a:lnTo>
                  <a:pt x="359436" y="118395"/>
                </a:lnTo>
                <a:lnTo>
                  <a:pt x="358861" y="118043"/>
                </a:lnTo>
                <a:lnTo>
                  <a:pt x="358300" y="117674"/>
                </a:lnTo>
                <a:lnTo>
                  <a:pt x="357753" y="117289"/>
                </a:lnTo>
                <a:lnTo>
                  <a:pt x="357220" y="116886"/>
                </a:lnTo>
                <a:lnTo>
                  <a:pt x="356700" y="116468"/>
                </a:lnTo>
                <a:lnTo>
                  <a:pt x="356191" y="116040"/>
                </a:lnTo>
                <a:lnTo>
                  <a:pt x="355695" y="115600"/>
                </a:lnTo>
                <a:lnTo>
                  <a:pt x="355210" y="115150"/>
                </a:lnTo>
                <a:lnTo>
                  <a:pt x="354737" y="114687"/>
                </a:lnTo>
                <a:lnTo>
                  <a:pt x="354276" y="114214"/>
                </a:lnTo>
                <a:lnTo>
                  <a:pt x="353827" y="113729"/>
                </a:lnTo>
                <a:lnTo>
                  <a:pt x="353389" y="113233"/>
                </a:lnTo>
                <a:lnTo>
                  <a:pt x="352963" y="112726"/>
                </a:lnTo>
                <a:lnTo>
                  <a:pt x="352550" y="112208"/>
                </a:lnTo>
                <a:lnTo>
                  <a:pt x="352148" y="111678"/>
                </a:lnTo>
                <a:lnTo>
                  <a:pt x="351757" y="111137"/>
                </a:lnTo>
                <a:lnTo>
                  <a:pt x="351379" y="110585"/>
                </a:lnTo>
                <a:lnTo>
                  <a:pt x="351012" y="110022"/>
                </a:lnTo>
                <a:lnTo>
                  <a:pt x="350658" y="109447"/>
                </a:lnTo>
                <a:lnTo>
                  <a:pt x="350315" y="108861"/>
                </a:lnTo>
                <a:lnTo>
                  <a:pt x="349984" y="108264"/>
                </a:lnTo>
                <a:lnTo>
                  <a:pt x="349664" y="107656"/>
                </a:lnTo>
                <a:lnTo>
                  <a:pt x="349357" y="107036"/>
                </a:lnTo>
                <a:lnTo>
                  <a:pt x="349061" y="106405"/>
                </a:lnTo>
                <a:lnTo>
                  <a:pt x="348777" y="105763"/>
                </a:lnTo>
                <a:lnTo>
                  <a:pt x="348505" y="105110"/>
                </a:lnTo>
                <a:lnTo>
                  <a:pt x="348245" y="104445"/>
                </a:lnTo>
                <a:lnTo>
                  <a:pt x="347997" y="103769"/>
                </a:lnTo>
                <a:lnTo>
                  <a:pt x="347759" y="103085"/>
                </a:lnTo>
                <a:lnTo>
                  <a:pt x="347531" y="102395"/>
                </a:lnTo>
                <a:lnTo>
                  <a:pt x="347313" y="101700"/>
                </a:lnTo>
                <a:lnTo>
                  <a:pt x="347105" y="100999"/>
                </a:lnTo>
                <a:lnTo>
                  <a:pt x="346906" y="100292"/>
                </a:lnTo>
                <a:lnTo>
                  <a:pt x="346717" y="99581"/>
                </a:lnTo>
                <a:lnTo>
                  <a:pt x="346538" y="98863"/>
                </a:lnTo>
                <a:lnTo>
                  <a:pt x="346369" y="98140"/>
                </a:lnTo>
                <a:lnTo>
                  <a:pt x="346209" y="97412"/>
                </a:lnTo>
                <a:lnTo>
                  <a:pt x="346060" y="96677"/>
                </a:lnTo>
                <a:lnTo>
                  <a:pt x="345920" y="95938"/>
                </a:lnTo>
                <a:lnTo>
                  <a:pt x="345789" y="95193"/>
                </a:lnTo>
                <a:lnTo>
                  <a:pt x="345669" y="94442"/>
                </a:lnTo>
                <a:lnTo>
                  <a:pt x="345558" y="93686"/>
                </a:lnTo>
                <a:lnTo>
                  <a:pt x="345457" y="92924"/>
                </a:lnTo>
                <a:lnTo>
                  <a:pt x="345366" y="92157"/>
                </a:lnTo>
                <a:lnTo>
                  <a:pt x="345285" y="91384"/>
                </a:lnTo>
                <a:lnTo>
                  <a:pt x="345213" y="90606"/>
                </a:lnTo>
                <a:lnTo>
                  <a:pt x="345151" y="89822"/>
                </a:lnTo>
                <a:lnTo>
                  <a:pt x="345099" y="89032"/>
                </a:lnTo>
                <a:lnTo>
                  <a:pt x="345057" y="88237"/>
                </a:lnTo>
                <a:lnTo>
                  <a:pt x="345024" y="87437"/>
                </a:lnTo>
                <a:lnTo>
                  <a:pt x="345001" y="86631"/>
                </a:lnTo>
                <a:lnTo>
                  <a:pt x="344988" y="85819"/>
                </a:lnTo>
                <a:lnTo>
                  <a:pt x="413446" y="85819"/>
                </a:lnTo>
                <a:lnTo>
                  <a:pt x="413462" y="85741"/>
                </a:lnTo>
                <a:lnTo>
                  <a:pt x="413478" y="85659"/>
                </a:lnTo>
                <a:lnTo>
                  <a:pt x="413494" y="85573"/>
                </a:lnTo>
                <a:lnTo>
                  <a:pt x="413509" y="85483"/>
                </a:lnTo>
                <a:lnTo>
                  <a:pt x="413524" y="85389"/>
                </a:lnTo>
                <a:lnTo>
                  <a:pt x="413539" y="85290"/>
                </a:lnTo>
                <a:lnTo>
                  <a:pt x="413553" y="85188"/>
                </a:lnTo>
                <a:lnTo>
                  <a:pt x="413567" y="85082"/>
                </a:lnTo>
                <a:lnTo>
                  <a:pt x="413580" y="84971"/>
                </a:lnTo>
                <a:lnTo>
                  <a:pt x="413593" y="84857"/>
                </a:lnTo>
                <a:lnTo>
                  <a:pt x="413606" y="84738"/>
                </a:lnTo>
                <a:lnTo>
                  <a:pt x="413619" y="84616"/>
                </a:lnTo>
                <a:lnTo>
                  <a:pt x="413631" y="84489"/>
                </a:lnTo>
                <a:lnTo>
                  <a:pt x="413643" y="84358"/>
                </a:lnTo>
                <a:lnTo>
                  <a:pt x="413654" y="84224"/>
                </a:lnTo>
                <a:lnTo>
                  <a:pt x="413665" y="84085"/>
                </a:lnTo>
                <a:lnTo>
                  <a:pt x="413676" y="83942"/>
                </a:lnTo>
                <a:lnTo>
                  <a:pt x="413687" y="83795"/>
                </a:lnTo>
                <a:lnTo>
                  <a:pt x="413697" y="83644"/>
                </a:lnTo>
                <a:lnTo>
                  <a:pt x="413706" y="83489"/>
                </a:lnTo>
                <a:lnTo>
                  <a:pt x="413716" y="83330"/>
                </a:lnTo>
                <a:lnTo>
                  <a:pt x="413725" y="83167"/>
                </a:lnTo>
                <a:lnTo>
                  <a:pt x="413734" y="83000"/>
                </a:lnTo>
                <a:lnTo>
                  <a:pt x="413742" y="82829"/>
                </a:lnTo>
                <a:lnTo>
                  <a:pt x="413750" y="82657"/>
                </a:lnTo>
                <a:lnTo>
                  <a:pt x="413758" y="82486"/>
                </a:lnTo>
                <a:lnTo>
                  <a:pt x="413765" y="82318"/>
                </a:lnTo>
                <a:lnTo>
                  <a:pt x="413772" y="82151"/>
                </a:lnTo>
                <a:lnTo>
                  <a:pt x="413779" y="81986"/>
                </a:lnTo>
                <a:lnTo>
                  <a:pt x="413785" y="81824"/>
                </a:lnTo>
                <a:lnTo>
                  <a:pt x="413791" y="81663"/>
                </a:lnTo>
                <a:lnTo>
                  <a:pt x="413797" y="81504"/>
                </a:lnTo>
                <a:lnTo>
                  <a:pt x="413802" y="81347"/>
                </a:lnTo>
                <a:lnTo>
                  <a:pt x="413807" y="81192"/>
                </a:lnTo>
                <a:lnTo>
                  <a:pt x="413812" y="81039"/>
                </a:lnTo>
                <a:lnTo>
                  <a:pt x="413816" y="80888"/>
                </a:lnTo>
                <a:lnTo>
                  <a:pt x="413820" y="80739"/>
                </a:lnTo>
                <a:lnTo>
                  <a:pt x="413824" y="80592"/>
                </a:lnTo>
                <a:lnTo>
                  <a:pt x="413827" y="80446"/>
                </a:lnTo>
                <a:lnTo>
                  <a:pt x="413830" y="80303"/>
                </a:lnTo>
                <a:lnTo>
                  <a:pt x="413832" y="80161"/>
                </a:lnTo>
                <a:lnTo>
                  <a:pt x="413835" y="80022"/>
                </a:lnTo>
                <a:lnTo>
                  <a:pt x="413836" y="79884"/>
                </a:lnTo>
                <a:lnTo>
                  <a:pt x="413838" y="79749"/>
                </a:lnTo>
                <a:lnTo>
                  <a:pt x="413839" y="79615"/>
                </a:lnTo>
                <a:lnTo>
                  <a:pt x="413840" y="79483"/>
                </a:lnTo>
                <a:lnTo>
                  <a:pt x="413841" y="79354"/>
                </a:lnTo>
                <a:lnTo>
                  <a:pt x="413841" y="79226"/>
                </a:lnTo>
                <a:lnTo>
                  <a:pt x="413821" y="77342"/>
                </a:lnTo>
                <a:lnTo>
                  <a:pt x="413763" y="75496"/>
                </a:lnTo>
                <a:lnTo>
                  <a:pt x="413667" y="73686"/>
                </a:lnTo>
                <a:lnTo>
                  <a:pt x="413531" y="71914"/>
                </a:lnTo>
                <a:lnTo>
                  <a:pt x="413357" y="70178"/>
                </a:lnTo>
                <a:lnTo>
                  <a:pt x="413144" y="68480"/>
                </a:lnTo>
                <a:lnTo>
                  <a:pt x="412892" y="66818"/>
                </a:lnTo>
                <a:lnTo>
                  <a:pt x="412602" y="65194"/>
                </a:lnTo>
                <a:lnTo>
                  <a:pt x="412273" y="63606"/>
                </a:lnTo>
                <a:lnTo>
                  <a:pt x="411906" y="62056"/>
                </a:lnTo>
                <a:lnTo>
                  <a:pt x="411499" y="60542"/>
                </a:lnTo>
                <a:lnTo>
                  <a:pt x="411054" y="59066"/>
                </a:lnTo>
                <a:lnTo>
                  <a:pt x="410570" y="57626"/>
                </a:lnTo>
                <a:lnTo>
                  <a:pt x="410048" y="56223"/>
                </a:lnTo>
                <a:lnTo>
                  <a:pt x="409487" y="54858"/>
                </a:lnTo>
                <a:lnTo>
                  <a:pt x="408887" y="53529"/>
                </a:lnTo>
                <a:lnTo>
                  <a:pt x="408248" y="52238"/>
                </a:lnTo>
                <a:lnTo>
                  <a:pt x="407571" y="50983"/>
                </a:lnTo>
                <a:lnTo>
                  <a:pt x="406855" y="49765"/>
                </a:lnTo>
                <a:lnTo>
                  <a:pt x="406100" y="48585"/>
                </a:lnTo>
                <a:lnTo>
                  <a:pt x="405307" y="47441"/>
                </a:lnTo>
                <a:lnTo>
                  <a:pt x="404474" y="46334"/>
                </a:lnTo>
                <a:lnTo>
                  <a:pt x="403604" y="45265"/>
                </a:lnTo>
                <a:lnTo>
                  <a:pt x="402694" y="44232"/>
                </a:lnTo>
                <a:lnTo>
                  <a:pt x="401750" y="43239"/>
                </a:lnTo>
                <a:lnTo>
                  <a:pt x="400777" y="42288"/>
                </a:lnTo>
                <a:lnTo>
                  <a:pt x="399775" y="41379"/>
                </a:lnTo>
                <a:lnTo>
                  <a:pt x="398743" y="40513"/>
                </a:lnTo>
                <a:lnTo>
                  <a:pt x="397681" y="39688"/>
                </a:lnTo>
                <a:lnTo>
                  <a:pt x="396591" y="38906"/>
                </a:lnTo>
                <a:lnTo>
                  <a:pt x="395470" y="38167"/>
                </a:lnTo>
                <a:lnTo>
                  <a:pt x="394320" y="37469"/>
                </a:lnTo>
                <a:lnTo>
                  <a:pt x="393141" y="36814"/>
                </a:lnTo>
                <a:lnTo>
                  <a:pt x="391932" y="36201"/>
                </a:lnTo>
                <a:lnTo>
                  <a:pt x="390694" y="35631"/>
                </a:lnTo>
                <a:lnTo>
                  <a:pt x="389427" y="35102"/>
                </a:lnTo>
                <a:lnTo>
                  <a:pt x="388130" y="34616"/>
                </a:lnTo>
                <a:lnTo>
                  <a:pt x="386803" y="34172"/>
                </a:lnTo>
                <a:lnTo>
                  <a:pt x="385447" y="33771"/>
                </a:lnTo>
                <a:lnTo>
                  <a:pt x="384062" y="33412"/>
                </a:lnTo>
                <a:lnTo>
                  <a:pt x="382647" y="33094"/>
                </a:lnTo>
                <a:lnTo>
                  <a:pt x="381202" y="32820"/>
                </a:lnTo>
                <a:lnTo>
                  <a:pt x="379728" y="32587"/>
                </a:lnTo>
                <a:lnTo>
                  <a:pt x="378225" y="32397"/>
                </a:lnTo>
                <a:lnTo>
                  <a:pt x="376692" y="32249"/>
                </a:lnTo>
                <a:lnTo>
                  <a:pt x="375130" y="32143"/>
                </a:lnTo>
                <a:lnTo>
                  <a:pt x="373539" y="32080"/>
                </a:lnTo>
                <a:lnTo>
                  <a:pt x="371918" y="32059"/>
                </a:lnTo>
                <a:lnTo>
                  <a:pt x="370693" y="32070"/>
                </a:lnTo>
                <a:lnTo>
                  <a:pt x="369487" y="32104"/>
                </a:lnTo>
                <a:lnTo>
                  <a:pt x="368299" y="32161"/>
                </a:lnTo>
                <a:lnTo>
                  <a:pt x="367129" y="32240"/>
                </a:lnTo>
                <a:lnTo>
                  <a:pt x="365977" y="32341"/>
                </a:lnTo>
                <a:lnTo>
                  <a:pt x="364843" y="32465"/>
                </a:lnTo>
                <a:lnTo>
                  <a:pt x="363727" y="32612"/>
                </a:lnTo>
                <a:lnTo>
                  <a:pt x="362629" y="32781"/>
                </a:lnTo>
                <a:lnTo>
                  <a:pt x="361548" y="32973"/>
                </a:lnTo>
                <a:lnTo>
                  <a:pt x="360486" y="33188"/>
                </a:lnTo>
                <a:lnTo>
                  <a:pt x="359442" y="33425"/>
                </a:lnTo>
                <a:lnTo>
                  <a:pt x="358416" y="33684"/>
                </a:lnTo>
                <a:lnTo>
                  <a:pt x="357408" y="33966"/>
                </a:lnTo>
                <a:lnTo>
                  <a:pt x="356417" y="34271"/>
                </a:lnTo>
                <a:lnTo>
                  <a:pt x="355445" y="34598"/>
                </a:lnTo>
                <a:lnTo>
                  <a:pt x="354491" y="34948"/>
                </a:lnTo>
                <a:lnTo>
                  <a:pt x="353554" y="35321"/>
                </a:lnTo>
                <a:lnTo>
                  <a:pt x="352636" y="35716"/>
                </a:lnTo>
                <a:lnTo>
                  <a:pt x="351736" y="36133"/>
                </a:lnTo>
                <a:lnTo>
                  <a:pt x="350853" y="36574"/>
                </a:lnTo>
                <a:lnTo>
                  <a:pt x="349989" y="37036"/>
                </a:lnTo>
                <a:lnTo>
                  <a:pt x="349142" y="37522"/>
                </a:lnTo>
                <a:lnTo>
                  <a:pt x="348314" y="38030"/>
                </a:lnTo>
                <a:lnTo>
                  <a:pt x="347503" y="38560"/>
                </a:lnTo>
                <a:lnTo>
                  <a:pt x="346710" y="39111"/>
                </a:lnTo>
                <a:lnTo>
                  <a:pt x="345935" y="39679"/>
                </a:lnTo>
                <a:lnTo>
                  <a:pt x="345176" y="40264"/>
                </a:lnTo>
                <a:lnTo>
                  <a:pt x="344435" y="40867"/>
                </a:lnTo>
                <a:lnTo>
                  <a:pt x="343710" y="41487"/>
                </a:lnTo>
                <a:lnTo>
                  <a:pt x="343003" y="42125"/>
                </a:lnTo>
                <a:lnTo>
                  <a:pt x="342313" y="42780"/>
                </a:lnTo>
                <a:lnTo>
                  <a:pt x="341640" y="43453"/>
                </a:lnTo>
                <a:lnTo>
                  <a:pt x="340984" y="44143"/>
                </a:lnTo>
                <a:lnTo>
                  <a:pt x="340345" y="44851"/>
                </a:lnTo>
                <a:lnTo>
                  <a:pt x="339723" y="45576"/>
                </a:lnTo>
                <a:lnTo>
                  <a:pt x="339119" y="46318"/>
                </a:lnTo>
                <a:lnTo>
                  <a:pt x="338531" y="47078"/>
                </a:lnTo>
                <a:lnTo>
                  <a:pt x="337961" y="47856"/>
                </a:lnTo>
                <a:lnTo>
                  <a:pt x="337408" y="48651"/>
                </a:lnTo>
                <a:lnTo>
                  <a:pt x="336872" y="49463"/>
                </a:lnTo>
                <a:lnTo>
                  <a:pt x="336353" y="50293"/>
                </a:lnTo>
                <a:lnTo>
                  <a:pt x="335851" y="51140"/>
                </a:lnTo>
                <a:lnTo>
                  <a:pt x="335367" y="52005"/>
                </a:lnTo>
                <a:lnTo>
                  <a:pt x="334899" y="52887"/>
                </a:lnTo>
                <a:lnTo>
                  <a:pt x="334449" y="53787"/>
                </a:lnTo>
                <a:lnTo>
                  <a:pt x="334015" y="54704"/>
                </a:lnTo>
                <a:lnTo>
                  <a:pt x="333599" y="55638"/>
                </a:lnTo>
                <a:lnTo>
                  <a:pt x="333200" y="56590"/>
                </a:lnTo>
                <a:lnTo>
                  <a:pt x="332818" y="57557"/>
                </a:lnTo>
                <a:lnTo>
                  <a:pt x="332452" y="58537"/>
                </a:lnTo>
                <a:lnTo>
                  <a:pt x="332102" y="59529"/>
                </a:lnTo>
                <a:lnTo>
                  <a:pt x="331768" y="60533"/>
                </a:lnTo>
                <a:lnTo>
                  <a:pt x="331451" y="61550"/>
                </a:lnTo>
                <a:lnTo>
                  <a:pt x="331150" y="62580"/>
                </a:lnTo>
                <a:lnTo>
                  <a:pt x="330866" y="63622"/>
                </a:lnTo>
                <a:lnTo>
                  <a:pt x="330597" y="64677"/>
                </a:lnTo>
                <a:lnTo>
                  <a:pt x="330345" y="65744"/>
                </a:lnTo>
                <a:lnTo>
                  <a:pt x="330109" y="66824"/>
                </a:lnTo>
                <a:lnTo>
                  <a:pt x="329889" y="67916"/>
                </a:lnTo>
                <a:lnTo>
                  <a:pt x="329686" y="69021"/>
                </a:lnTo>
                <a:lnTo>
                  <a:pt x="329499" y="70138"/>
                </a:lnTo>
                <a:lnTo>
                  <a:pt x="329328" y="71268"/>
                </a:lnTo>
                <a:lnTo>
                  <a:pt x="329174" y="72410"/>
                </a:lnTo>
                <a:lnTo>
                  <a:pt x="329035" y="73565"/>
                </a:lnTo>
                <a:lnTo>
                  <a:pt x="328913" y="74732"/>
                </a:lnTo>
                <a:lnTo>
                  <a:pt x="328807" y="75912"/>
                </a:lnTo>
                <a:lnTo>
                  <a:pt x="328718" y="77105"/>
                </a:lnTo>
                <a:lnTo>
                  <a:pt x="328645" y="78310"/>
                </a:lnTo>
                <a:lnTo>
                  <a:pt x="328588" y="79527"/>
                </a:lnTo>
                <a:lnTo>
                  <a:pt x="328547" y="80757"/>
                </a:lnTo>
                <a:lnTo>
                  <a:pt x="328523" y="82000"/>
                </a:lnTo>
                <a:lnTo>
                  <a:pt x="328515" y="83255"/>
                </a:lnTo>
                <a:lnTo>
                  <a:pt x="328523" y="84460"/>
                </a:lnTo>
                <a:lnTo>
                  <a:pt x="328548" y="85655"/>
                </a:lnTo>
                <a:lnTo>
                  <a:pt x="328590" y="86841"/>
                </a:lnTo>
                <a:lnTo>
                  <a:pt x="328649" y="88016"/>
                </a:lnTo>
                <a:lnTo>
                  <a:pt x="328724" y="89181"/>
                </a:lnTo>
                <a:lnTo>
                  <a:pt x="328817" y="90336"/>
                </a:lnTo>
                <a:lnTo>
                  <a:pt x="328926" y="91481"/>
                </a:lnTo>
                <a:lnTo>
                  <a:pt x="329052" y="92616"/>
                </a:lnTo>
                <a:lnTo>
                  <a:pt x="329194" y="93741"/>
                </a:lnTo>
                <a:lnTo>
                  <a:pt x="329354" y="94856"/>
                </a:lnTo>
                <a:lnTo>
                  <a:pt x="329530" y="95961"/>
                </a:lnTo>
                <a:lnTo>
                  <a:pt x="329723" y="97056"/>
                </a:lnTo>
                <a:lnTo>
                  <a:pt x="329933" y="98141"/>
                </a:lnTo>
                <a:lnTo>
                  <a:pt x="330159" y="99216"/>
                </a:lnTo>
                <a:lnTo>
                  <a:pt x="330403" y="100280"/>
                </a:lnTo>
                <a:lnTo>
                  <a:pt x="330663" y="101335"/>
                </a:lnTo>
                <a:lnTo>
                  <a:pt x="330940" y="102380"/>
                </a:lnTo>
                <a:lnTo>
                  <a:pt x="331233" y="103414"/>
                </a:lnTo>
                <a:lnTo>
                  <a:pt x="331544" y="104439"/>
                </a:lnTo>
                <a:lnTo>
                  <a:pt x="331871" y="105453"/>
                </a:lnTo>
                <a:lnTo>
                  <a:pt x="332215" y="106457"/>
                </a:lnTo>
                <a:lnTo>
                  <a:pt x="332576" y="107452"/>
                </a:lnTo>
                <a:lnTo>
                  <a:pt x="332954" y="108436"/>
                </a:lnTo>
                <a:lnTo>
                  <a:pt x="333348" y="109410"/>
                </a:lnTo>
                <a:lnTo>
                  <a:pt x="333760" y="110371"/>
                </a:lnTo>
                <a:lnTo>
                  <a:pt x="334190" y="111314"/>
                </a:lnTo>
                <a:lnTo>
                  <a:pt x="334637" y="112241"/>
                </a:lnTo>
                <a:lnTo>
                  <a:pt x="335103" y="113151"/>
                </a:lnTo>
                <a:lnTo>
                  <a:pt x="335587" y="114044"/>
                </a:lnTo>
                <a:lnTo>
                  <a:pt x="336089" y="114920"/>
                </a:lnTo>
                <a:lnTo>
                  <a:pt x="336608" y="115779"/>
                </a:lnTo>
                <a:lnTo>
                  <a:pt x="337146" y="116621"/>
                </a:lnTo>
                <a:lnTo>
                  <a:pt x="337702" y="117446"/>
                </a:lnTo>
                <a:lnTo>
                  <a:pt x="338275" y="118254"/>
                </a:lnTo>
                <a:lnTo>
                  <a:pt x="338867" y="119046"/>
                </a:lnTo>
                <a:lnTo>
                  <a:pt x="339476" y="119820"/>
                </a:lnTo>
                <a:lnTo>
                  <a:pt x="340104" y="120578"/>
                </a:lnTo>
                <a:lnTo>
                  <a:pt x="340749" y="121318"/>
                </a:lnTo>
                <a:lnTo>
                  <a:pt x="341413" y="122042"/>
                </a:lnTo>
                <a:lnTo>
                  <a:pt x="342094" y="122749"/>
                </a:lnTo>
                <a:lnTo>
                  <a:pt x="342794" y="123439"/>
                </a:lnTo>
                <a:lnTo>
                  <a:pt x="343511" y="124112"/>
                </a:lnTo>
                <a:lnTo>
                  <a:pt x="344247" y="124768"/>
                </a:lnTo>
                <a:lnTo>
                  <a:pt x="345000" y="125407"/>
                </a:lnTo>
                <a:lnTo>
                  <a:pt x="345772" y="126030"/>
                </a:lnTo>
                <a:lnTo>
                  <a:pt x="346561" y="126635"/>
                </a:lnTo>
                <a:lnTo>
                  <a:pt x="347369" y="127223"/>
                </a:lnTo>
                <a:lnTo>
                  <a:pt x="348194" y="127795"/>
                </a:lnTo>
                <a:lnTo>
                  <a:pt x="349038" y="128346"/>
                </a:lnTo>
                <a:lnTo>
                  <a:pt x="349902" y="128874"/>
                </a:lnTo>
                <a:lnTo>
                  <a:pt x="350786" y="129378"/>
                </a:lnTo>
                <a:lnTo>
                  <a:pt x="351689" y="129859"/>
                </a:lnTo>
                <a:lnTo>
                  <a:pt x="352612" y="130316"/>
                </a:lnTo>
                <a:lnTo>
                  <a:pt x="353555" y="130750"/>
                </a:lnTo>
                <a:lnTo>
                  <a:pt x="354517" y="131160"/>
                </a:lnTo>
                <a:lnTo>
                  <a:pt x="355499" y="131547"/>
                </a:lnTo>
                <a:lnTo>
                  <a:pt x="356501" y="131911"/>
                </a:lnTo>
                <a:lnTo>
                  <a:pt x="357522" y="132251"/>
                </a:lnTo>
                <a:lnTo>
                  <a:pt x="358563" y="132567"/>
                </a:lnTo>
                <a:lnTo>
                  <a:pt x="359624" y="132860"/>
                </a:lnTo>
                <a:lnTo>
                  <a:pt x="360705" y="133130"/>
                </a:lnTo>
                <a:lnTo>
                  <a:pt x="361805" y="133376"/>
                </a:lnTo>
                <a:lnTo>
                  <a:pt x="362925" y="133599"/>
                </a:lnTo>
                <a:lnTo>
                  <a:pt x="364064" y="133798"/>
                </a:lnTo>
                <a:lnTo>
                  <a:pt x="365224" y="133974"/>
                </a:lnTo>
                <a:lnTo>
                  <a:pt x="366403" y="134127"/>
                </a:lnTo>
                <a:lnTo>
                  <a:pt x="367601" y="134256"/>
                </a:lnTo>
                <a:lnTo>
                  <a:pt x="368820" y="134361"/>
                </a:lnTo>
                <a:lnTo>
                  <a:pt x="370058" y="134443"/>
                </a:lnTo>
                <a:lnTo>
                  <a:pt x="371316" y="134502"/>
                </a:lnTo>
                <a:lnTo>
                  <a:pt x="372593" y="134537"/>
                </a:lnTo>
                <a:lnTo>
                  <a:pt x="373890" y="134549"/>
                </a:lnTo>
                <a:lnTo>
                  <a:pt x="374896" y="134542"/>
                </a:lnTo>
                <a:lnTo>
                  <a:pt x="375890" y="134520"/>
                </a:lnTo>
                <a:lnTo>
                  <a:pt x="376873" y="134485"/>
                </a:lnTo>
                <a:lnTo>
                  <a:pt x="377844" y="134434"/>
                </a:lnTo>
                <a:close/>
                <a:moveTo>
                  <a:pt x="345609" y="69228"/>
                </a:moveTo>
                <a:lnTo>
                  <a:pt x="345789" y="68148"/>
                </a:lnTo>
                <a:lnTo>
                  <a:pt x="345990" y="67091"/>
                </a:lnTo>
                <a:lnTo>
                  <a:pt x="346211" y="66058"/>
                </a:lnTo>
                <a:lnTo>
                  <a:pt x="346451" y="65049"/>
                </a:lnTo>
                <a:lnTo>
                  <a:pt x="346712" y="64064"/>
                </a:lnTo>
                <a:lnTo>
                  <a:pt x="346993" y="63102"/>
                </a:lnTo>
                <a:lnTo>
                  <a:pt x="347294" y="62163"/>
                </a:lnTo>
                <a:lnTo>
                  <a:pt x="347614" y="61249"/>
                </a:lnTo>
                <a:lnTo>
                  <a:pt x="347955" y="60358"/>
                </a:lnTo>
                <a:lnTo>
                  <a:pt x="348316" y="59490"/>
                </a:lnTo>
                <a:lnTo>
                  <a:pt x="348697" y="58647"/>
                </a:lnTo>
                <a:lnTo>
                  <a:pt x="349098" y="57827"/>
                </a:lnTo>
                <a:lnTo>
                  <a:pt x="349519" y="57030"/>
                </a:lnTo>
                <a:lnTo>
                  <a:pt x="349960" y="56257"/>
                </a:lnTo>
                <a:lnTo>
                  <a:pt x="350421" y="55508"/>
                </a:lnTo>
                <a:lnTo>
                  <a:pt x="350902" y="54783"/>
                </a:lnTo>
                <a:lnTo>
                  <a:pt x="351404" y="54081"/>
                </a:lnTo>
                <a:lnTo>
                  <a:pt x="351925" y="53403"/>
                </a:lnTo>
                <a:lnTo>
                  <a:pt x="352466" y="52748"/>
                </a:lnTo>
                <a:lnTo>
                  <a:pt x="353027" y="52117"/>
                </a:lnTo>
                <a:lnTo>
                  <a:pt x="353608" y="51511"/>
                </a:lnTo>
                <a:lnTo>
                  <a:pt x="354206" y="50930"/>
                </a:lnTo>
                <a:lnTo>
                  <a:pt x="354822" y="50375"/>
                </a:lnTo>
                <a:lnTo>
                  <a:pt x="355456" y="49846"/>
                </a:lnTo>
                <a:lnTo>
                  <a:pt x="356109" y="49343"/>
                </a:lnTo>
                <a:lnTo>
                  <a:pt x="356779" y="48866"/>
                </a:lnTo>
                <a:lnTo>
                  <a:pt x="357467" y="48414"/>
                </a:lnTo>
                <a:lnTo>
                  <a:pt x="358173" y="47988"/>
                </a:lnTo>
                <a:lnTo>
                  <a:pt x="358897" y="47588"/>
                </a:lnTo>
                <a:lnTo>
                  <a:pt x="359640" y="47214"/>
                </a:lnTo>
                <a:lnTo>
                  <a:pt x="360400" y="46866"/>
                </a:lnTo>
                <a:lnTo>
                  <a:pt x="361178" y="46543"/>
                </a:lnTo>
                <a:lnTo>
                  <a:pt x="361974" y="46246"/>
                </a:lnTo>
                <a:lnTo>
                  <a:pt x="362788" y="45976"/>
                </a:lnTo>
                <a:lnTo>
                  <a:pt x="363620" y="45730"/>
                </a:lnTo>
                <a:lnTo>
                  <a:pt x="364470" y="45511"/>
                </a:lnTo>
                <a:lnTo>
                  <a:pt x="365338" y="45317"/>
                </a:lnTo>
                <a:lnTo>
                  <a:pt x="366224" y="45150"/>
                </a:lnTo>
                <a:lnTo>
                  <a:pt x="367128" y="45008"/>
                </a:lnTo>
                <a:lnTo>
                  <a:pt x="368050" y="44892"/>
                </a:lnTo>
                <a:lnTo>
                  <a:pt x="368990" y="44801"/>
                </a:lnTo>
                <a:lnTo>
                  <a:pt x="369948" y="44737"/>
                </a:lnTo>
                <a:lnTo>
                  <a:pt x="370924" y="44698"/>
                </a:lnTo>
                <a:lnTo>
                  <a:pt x="371918" y="44685"/>
                </a:lnTo>
                <a:lnTo>
                  <a:pt x="372903" y="44698"/>
                </a:lnTo>
                <a:lnTo>
                  <a:pt x="373871" y="44737"/>
                </a:lnTo>
                <a:lnTo>
                  <a:pt x="374820" y="44802"/>
                </a:lnTo>
                <a:lnTo>
                  <a:pt x="375751" y="44893"/>
                </a:lnTo>
                <a:lnTo>
                  <a:pt x="376664" y="45010"/>
                </a:lnTo>
                <a:lnTo>
                  <a:pt x="377559" y="45153"/>
                </a:lnTo>
                <a:lnTo>
                  <a:pt x="378435" y="45322"/>
                </a:lnTo>
                <a:lnTo>
                  <a:pt x="379294" y="45517"/>
                </a:lnTo>
                <a:lnTo>
                  <a:pt x="380134" y="45738"/>
                </a:lnTo>
                <a:lnTo>
                  <a:pt x="380956" y="45985"/>
                </a:lnTo>
                <a:lnTo>
                  <a:pt x="381760" y="46257"/>
                </a:lnTo>
                <a:lnTo>
                  <a:pt x="382546" y="46556"/>
                </a:lnTo>
                <a:lnTo>
                  <a:pt x="383314" y="46881"/>
                </a:lnTo>
                <a:lnTo>
                  <a:pt x="384064" y="47232"/>
                </a:lnTo>
                <a:lnTo>
                  <a:pt x="384795" y="47609"/>
                </a:lnTo>
                <a:lnTo>
                  <a:pt x="385508" y="48012"/>
                </a:lnTo>
                <a:lnTo>
                  <a:pt x="386203" y="48440"/>
                </a:lnTo>
                <a:lnTo>
                  <a:pt x="386880" y="48895"/>
                </a:lnTo>
                <a:lnTo>
                  <a:pt x="387539" y="49376"/>
                </a:lnTo>
                <a:lnTo>
                  <a:pt x="388180" y="49883"/>
                </a:lnTo>
                <a:lnTo>
                  <a:pt x="388802" y="50416"/>
                </a:lnTo>
                <a:lnTo>
                  <a:pt x="389407" y="50974"/>
                </a:lnTo>
                <a:lnTo>
                  <a:pt x="389993" y="51559"/>
                </a:lnTo>
                <a:lnTo>
                  <a:pt x="390561" y="52170"/>
                </a:lnTo>
                <a:lnTo>
                  <a:pt x="391109" y="52805"/>
                </a:lnTo>
                <a:lnTo>
                  <a:pt x="391634" y="53463"/>
                </a:lnTo>
                <a:lnTo>
                  <a:pt x="392138" y="54144"/>
                </a:lnTo>
                <a:lnTo>
                  <a:pt x="392619" y="54848"/>
                </a:lnTo>
                <a:lnTo>
                  <a:pt x="393078" y="55576"/>
                </a:lnTo>
                <a:lnTo>
                  <a:pt x="393514" y="56326"/>
                </a:lnTo>
                <a:lnTo>
                  <a:pt x="393928" y="57100"/>
                </a:lnTo>
                <a:lnTo>
                  <a:pt x="394320" y="57897"/>
                </a:lnTo>
                <a:lnTo>
                  <a:pt x="394690" y="58716"/>
                </a:lnTo>
                <a:lnTo>
                  <a:pt x="395038" y="59559"/>
                </a:lnTo>
                <a:lnTo>
                  <a:pt x="395363" y="60425"/>
                </a:lnTo>
                <a:lnTo>
                  <a:pt x="395666" y="61314"/>
                </a:lnTo>
                <a:lnTo>
                  <a:pt x="395946" y="62226"/>
                </a:lnTo>
                <a:lnTo>
                  <a:pt x="396205" y="63162"/>
                </a:lnTo>
                <a:lnTo>
                  <a:pt x="396441" y="64120"/>
                </a:lnTo>
                <a:lnTo>
                  <a:pt x="396655" y="65102"/>
                </a:lnTo>
                <a:lnTo>
                  <a:pt x="396847" y="66106"/>
                </a:lnTo>
                <a:lnTo>
                  <a:pt x="397016" y="67134"/>
                </a:lnTo>
                <a:lnTo>
                  <a:pt x="397163" y="68185"/>
                </a:lnTo>
                <a:lnTo>
                  <a:pt x="397288" y="69258"/>
                </a:lnTo>
                <a:lnTo>
                  <a:pt x="397390" y="70355"/>
                </a:lnTo>
                <a:lnTo>
                  <a:pt x="397471" y="71475"/>
                </a:lnTo>
                <a:lnTo>
                  <a:pt x="397529" y="72619"/>
                </a:lnTo>
                <a:lnTo>
                  <a:pt x="397565" y="73785"/>
                </a:lnTo>
                <a:lnTo>
                  <a:pt x="345087" y="73785"/>
                </a:lnTo>
                <a:lnTo>
                  <a:pt x="345187" y="72610"/>
                </a:lnTo>
                <a:lnTo>
                  <a:pt x="345308" y="71459"/>
                </a:lnTo>
                <a:lnTo>
                  <a:pt x="345448" y="70332"/>
                </a:lnTo>
                <a:lnTo>
                  <a:pt x="345609" y="69228"/>
                </a:lnTo>
                <a:close/>
                <a:moveTo>
                  <a:pt x="621085" y="134424"/>
                </a:moveTo>
                <a:lnTo>
                  <a:pt x="622010" y="134354"/>
                </a:lnTo>
                <a:lnTo>
                  <a:pt x="622924" y="134268"/>
                </a:lnTo>
                <a:lnTo>
                  <a:pt x="623828" y="134167"/>
                </a:lnTo>
                <a:lnTo>
                  <a:pt x="624722" y="134050"/>
                </a:lnTo>
                <a:lnTo>
                  <a:pt x="625607" y="133918"/>
                </a:lnTo>
                <a:lnTo>
                  <a:pt x="626481" y="133770"/>
                </a:lnTo>
                <a:lnTo>
                  <a:pt x="627344" y="133606"/>
                </a:lnTo>
                <a:lnTo>
                  <a:pt x="628198" y="133427"/>
                </a:lnTo>
                <a:lnTo>
                  <a:pt x="629042" y="133232"/>
                </a:lnTo>
                <a:lnTo>
                  <a:pt x="629876" y="133022"/>
                </a:lnTo>
                <a:lnTo>
                  <a:pt x="630699" y="132796"/>
                </a:lnTo>
                <a:lnTo>
                  <a:pt x="631512" y="132554"/>
                </a:lnTo>
                <a:lnTo>
                  <a:pt x="632316" y="132297"/>
                </a:lnTo>
                <a:lnTo>
                  <a:pt x="633109" y="132024"/>
                </a:lnTo>
                <a:lnTo>
                  <a:pt x="633892" y="131736"/>
                </a:lnTo>
                <a:lnTo>
                  <a:pt x="634665" y="131432"/>
                </a:lnTo>
                <a:lnTo>
                  <a:pt x="635428" y="131113"/>
                </a:lnTo>
                <a:lnTo>
                  <a:pt x="636180" y="130777"/>
                </a:lnTo>
                <a:lnTo>
                  <a:pt x="636923" y="130427"/>
                </a:lnTo>
                <a:lnTo>
                  <a:pt x="637656" y="130061"/>
                </a:lnTo>
                <a:lnTo>
                  <a:pt x="638379" y="129682"/>
                </a:lnTo>
                <a:lnTo>
                  <a:pt x="639096" y="129292"/>
                </a:lnTo>
                <a:lnTo>
                  <a:pt x="639805" y="128893"/>
                </a:lnTo>
                <a:lnTo>
                  <a:pt x="640507" y="128484"/>
                </a:lnTo>
                <a:lnTo>
                  <a:pt x="641201" y="128064"/>
                </a:lnTo>
                <a:lnTo>
                  <a:pt x="641888" y="127635"/>
                </a:lnTo>
                <a:lnTo>
                  <a:pt x="642568" y="127195"/>
                </a:lnTo>
                <a:lnTo>
                  <a:pt x="643240" y="126745"/>
                </a:lnTo>
                <a:lnTo>
                  <a:pt x="643905" y="126285"/>
                </a:lnTo>
                <a:lnTo>
                  <a:pt x="644562" y="125815"/>
                </a:lnTo>
                <a:lnTo>
                  <a:pt x="645213" y="125335"/>
                </a:lnTo>
                <a:lnTo>
                  <a:pt x="645855" y="124845"/>
                </a:lnTo>
                <a:lnTo>
                  <a:pt x="646491" y="124345"/>
                </a:lnTo>
                <a:lnTo>
                  <a:pt x="647119" y="123834"/>
                </a:lnTo>
                <a:lnTo>
                  <a:pt x="647740" y="123314"/>
                </a:lnTo>
                <a:lnTo>
                  <a:pt x="648353" y="122783"/>
                </a:lnTo>
                <a:lnTo>
                  <a:pt x="648959" y="122242"/>
                </a:lnTo>
                <a:lnTo>
                  <a:pt x="649558" y="121691"/>
                </a:lnTo>
                <a:lnTo>
                  <a:pt x="650149" y="121130"/>
                </a:lnTo>
                <a:lnTo>
                  <a:pt x="650733" y="120559"/>
                </a:lnTo>
                <a:lnTo>
                  <a:pt x="651309" y="119978"/>
                </a:lnTo>
                <a:lnTo>
                  <a:pt x="651878" y="119387"/>
                </a:lnTo>
                <a:lnTo>
                  <a:pt x="652440" y="118786"/>
                </a:lnTo>
                <a:lnTo>
                  <a:pt x="652995" y="118174"/>
                </a:lnTo>
                <a:lnTo>
                  <a:pt x="653685" y="132773"/>
                </a:lnTo>
                <a:lnTo>
                  <a:pt x="669073" y="132773"/>
                </a:lnTo>
                <a:lnTo>
                  <a:pt x="669073" y="66612"/>
                </a:lnTo>
                <a:lnTo>
                  <a:pt x="669068" y="65729"/>
                </a:lnTo>
                <a:lnTo>
                  <a:pt x="669051" y="64861"/>
                </a:lnTo>
                <a:lnTo>
                  <a:pt x="669024" y="64006"/>
                </a:lnTo>
                <a:lnTo>
                  <a:pt x="668986" y="63164"/>
                </a:lnTo>
                <a:lnTo>
                  <a:pt x="668936" y="62336"/>
                </a:lnTo>
                <a:lnTo>
                  <a:pt x="668876" y="61522"/>
                </a:lnTo>
                <a:lnTo>
                  <a:pt x="668805" y="60721"/>
                </a:lnTo>
                <a:lnTo>
                  <a:pt x="668723" y="59934"/>
                </a:lnTo>
                <a:lnTo>
                  <a:pt x="668629" y="59160"/>
                </a:lnTo>
                <a:lnTo>
                  <a:pt x="668525" y="58400"/>
                </a:lnTo>
                <a:lnTo>
                  <a:pt x="668410" y="57654"/>
                </a:lnTo>
                <a:lnTo>
                  <a:pt x="668284" y="56921"/>
                </a:lnTo>
                <a:lnTo>
                  <a:pt x="668147" y="56202"/>
                </a:lnTo>
                <a:lnTo>
                  <a:pt x="667999" y="55496"/>
                </a:lnTo>
                <a:lnTo>
                  <a:pt x="667840" y="54804"/>
                </a:lnTo>
                <a:lnTo>
                  <a:pt x="667670" y="54125"/>
                </a:lnTo>
                <a:lnTo>
                  <a:pt x="667490" y="53460"/>
                </a:lnTo>
                <a:lnTo>
                  <a:pt x="667298" y="52809"/>
                </a:lnTo>
                <a:lnTo>
                  <a:pt x="667095" y="52171"/>
                </a:lnTo>
                <a:lnTo>
                  <a:pt x="666881" y="51547"/>
                </a:lnTo>
                <a:lnTo>
                  <a:pt x="666657" y="50936"/>
                </a:lnTo>
                <a:lnTo>
                  <a:pt x="666421" y="50339"/>
                </a:lnTo>
                <a:lnTo>
                  <a:pt x="666174" y="49756"/>
                </a:lnTo>
                <a:lnTo>
                  <a:pt x="665917" y="49186"/>
                </a:lnTo>
                <a:lnTo>
                  <a:pt x="665650" y="48628"/>
                </a:lnTo>
                <a:lnTo>
                  <a:pt x="665375" y="48080"/>
                </a:lnTo>
                <a:lnTo>
                  <a:pt x="665093" y="47543"/>
                </a:lnTo>
                <a:lnTo>
                  <a:pt x="664803" y="47016"/>
                </a:lnTo>
                <a:lnTo>
                  <a:pt x="664505" y="46499"/>
                </a:lnTo>
                <a:lnTo>
                  <a:pt x="664200" y="45993"/>
                </a:lnTo>
                <a:lnTo>
                  <a:pt x="663887" y="45498"/>
                </a:lnTo>
                <a:lnTo>
                  <a:pt x="663566" y="45012"/>
                </a:lnTo>
                <a:lnTo>
                  <a:pt x="663237" y="44537"/>
                </a:lnTo>
                <a:lnTo>
                  <a:pt x="662901" y="44073"/>
                </a:lnTo>
                <a:lnTo>
                  <a:pt x="662557" y="43619"/>
                </a:lnTo>
                <a:lnTo>
                  <a:pt x="662205" y="43176"/>
                </a:lnTo>
                <a:lnTo>
                  <a:pt x="661846" y="42742"/>
                </a:lnTo>
                <a:lnTo>
                  <a:pt x="661479" y="42320"/>
                </a:lnTo>
                <a:lnTo>
                  <a:pt x="661104" y="41907"/>
                </a:lnTo>
                <a:lnTo>
                  <a:pt x="660722" y="41505"/>
                </a:lnTo>
                <a:lnTo>
                  <a:pt x="660331" y="41114"/>
                </a:lnTo>
                <a:lnTo>
                  <a:pt x="659934" y="40733"/>
                </a:lnTo>
                <a:lnTo>
                  <a:pt x="659528" y="40362"/>
                </a:lnTo>
                <a:lnTo>
                  <a:pt x="659115" y="40002"/>
                </a:lnTo>
                <a:lnTo>
                  <a:pt x="658694" y="39652"/>
                </a:lnTo>
                <a:lnTo>
                  <a:pt x="658265" y="39313"/>
                </a:lnTo>
                <a:lnTo>
                  <a:pt x="657828" y="38984"/>
                </a:lnTo>
                <a:lnTo>
                  <a:pt x="657384" y="38665"/>
                </a:lnTo>
                <a:lnTo>
                  <a:pt x="656934" y="38356"/>
                </a:lnTo>
                <a:lnTo>
                  <a:pt x="656479" y="38054"/>
                </a:lnTo>
                <a:lnTo>
                  <a:pt x="656019" y="37761"/>
                </a:lnTo>
                <a:lnTo>
                  <a:pt x="655554" y="37476"/>
                </a:lnTo>
                <a:lnTo>
                  <a:pt x="655084" y="37199"/>
                </a:lnTo>
                <a:lnTo>
                  <a:pt x="654610" y="36931"/>
                </a:lnTo>
                <a:lnTo>
                  <a:pt x="654131" y="36670"/>
                </a:lnTo>
                <a:lnTo>
                  <a:pt x="653647" y="36418"/>
                </a:lnTo>
                <a:lnTo>
                  <a:pt x="653158" y="36173"/>
                </a:lnTo>
                <a:lnTo>
                  <a:pt x="652664" y="35937"/>
                </a:lnTo>
                <a:lnTo>
                  <a:pt x="652166" y="35709"/>
                </a:lnTo>
                <a:lnTo>
                  <a:pt x="651663" y="35489"/>
                </a:lnTo>
                <a:lnTo>
                  <a:pt x="651155" y="35277"/>
                </a:lnTo>
                <a:lnTo>
                  <a:pt x="650642" y="35074"/>
                </a:lnTo>
                <a:lnTo>
                  <a:pt x="650125" y="34878"/>
                </a:lnTo>
                <a:lnTo>
                  <a:pt x="649602" y="34690"/>
                </a:lnTo>
                <a:lnTo>
                  <a:pt x="649075" y="34511"/>
                </a:lnTo>
                <a:lnTo>
                  <a:pt x="648543" y="34340"/>
                </a:lnTo>
                <a:lnTo>
                  <a:pt x="648007" y="34177"/>
                </a:lnTo>
                <a:lnTo>
                  <a:pt x="647465" y="34022"/>
                </a:lnTo>
                <a:lnTo>
                  <a:pt x="646919" y="33875"/>
                </a:lnTo>
                <a:lnTo>
                  <a:pt x="646368" y="33736"/>
                </a:lnTo>
                <a:lnTo>
                  <a:pt x="645812" y="33606"/>
                </a:lnTo>
                <a:lnTo>
                  <a:pt x="645251" y="33483"/>
                </a:lnTo>
                <a:lnTo>
                  <a:pt x="644687" y="33367"/>
                </a:lnTo>
                <a:lnTo>
                  <a:pt x="644121" y="33256"/>
                </a:lnTo>
                <a:lnTo>
                  <a:pt x="643552" y="33149"/>
                </a:lnTo>
                <a:lnTo>
                  <a:pt x="642981" y="33048"/>
                </a:lnTo>
                <a:lnTo>
                  <a:pt x="642408" y="32952"/>
                </a:lnTo>
                <a:lnTo>
                  <a:pt x="641833" y="32860"/>
                </a:lnTo>
                <a:lnTo>
                  <a:pt x="641255" y="32773"/>
                </a:lnTo>
                <a:lnTo>
                  <a:pt x="640675" y="32692"/>
                </a:lnTo>
                <a:lnTo>
                  <a:pt x="640093" y="32615"/>
                </a:lnTo>
                <a:lnTo>
                  <a:pt x="639509" y="32544"/>
                </a:lnTo>
                <a:lnTo>
                  <a:pt x="638922" y="32477"/>
                </a:lnTo>
                <a:lnTo>
                  <a:pt x="638334" y="32415"/>
                </a:lnTo>
                <a:lnTo>
                  <a:pt x="637743" y="32358"/>
                </a:lnTo>
                <a:lnTo>
                  <a:pt x="637150" y="32306"/>
                </a:lnTo>
                <a:lnTo>
                  <a:pt x="636554" y="32259"/>
                </a:lnTo>
                <a:lnTo>
                  <a:pt x="635957" y="32217"/>
                </a:lnTo>
                <a:lnTo>
                  <a:pt x="635357" y="32180"/>
                </a:lnTo>
                <a:lnTo>
                  <a:pt x="634755" y="32148"/>
                </a:lnTo>
                <a:lnTo>
                  <a:pt x="634151" y="32121"/>
                </a:lnTo>
                <a:lnTo>
                  <a:pt x="633544" y="32098"/>
                </a:lnTo>
                <a:lnTo>
                  <a:pt x="632935" y="32081"/>
                </a:lnTo>
                <a:lnTo>
                  <a:pt x="632324" y="32069"/>
                </a:lnTo>
                <a:lnTo>
                  <a:pt x="631711" y="32061"/>
                </a:lnTo>
                <a:lnTo>
                  <a:pt x="631096" y="32059"/>
                </a:lnTo>
                <a:lnTo>
                  <a:pt x="630139" y="32065"/>
                </a:lnTo>
                <a:lnTo>
                  <a:pt x="629191" y="32083"/>
                </a:lnTo>
                <a:lnTo>
                  <a:pt x="628251" y="32113"/>
                </a:lnTo>
                <a:lnTo>
                  <a:pt x="627321" y="32155"/>
                </a:lnTo>
                <a:lnTo>
                  <a:pt x="626401" y="32209"/>
                </a:lnTo>
                <a:lnTo>
                  <a:pt x="625489" y="32275"/>
                </a:lnTo>
                <a:lnTo>
                  <a:pt x="624586" y="32353"/>
                </a:lnTo>
                <a:lnTo>
                  <a:pt x="623692" y="32443"/>
                </a:lnTo>
                <a:lnTo>
                  <a:pt x="622808" y="32545"/>
                </a:lnTo>
                <a:lnTo>
                  <a:pt x="621932" y="32659"/>
                </a:lnTo>
                <a:lnTo>
                  <a:pt x="621066" y="32785"/>
                </a:lnTo>
                <a:lnTo>
                  <a:pt x="620208" y="32923"/>
                </a:lnTo>
                <a:lnTo>
                  <a:pt x="619360" y="33073"/>
                </a:lnTo>
                <a:lnTo>
                  <a:pt x="618521" y="33235"/>
                </a:lnTo>
                <a:lnTo>
                  <a:pt x="617690" y="33409"/>
                </a:lnTo>
                <a:lnTo>
                  <a:pt x="616869" y="33595"/>
                </a:lnTo>
                <a:lnTo>
                  <a:pt x="616057" y="33793"/>
                </a:lnTo>
                <a:lnTo>
                  <a:pt x="615254" y="34003"/>
                </a:lnTo>
                <a:lnTo>
                  <a:pt x="614461" y="34225"/>
                </a:lnTo>
                <a:lnTo>
                  <a:pt x="613676" y="34459"/>
                </a:lnTo>
                <a:lnTo>
                  <a:pt x="612900" y="34705"/>
                </a:lnTo>
                <a:lnTo>
                  <a:pt x="612134" y="34963"/>
                </a:lnTo>
                <a:lnTo>
                  <a:pt x="611376" y="35233"/>
                </a:lnTo>
                <a:lnTo>
                  <a:pt x="610627" y="35515"/>
                </a:lnTo>
                <a:lnTo>
                  <a:pt x="609890" y="35809"/>
                </a:lnTo>
                <a:lnTo>
                  <a:pt x="609166" y="36118"/>
                </a:lnTo>
                <a:lnTo>
                  <a:pt x="608456" y="36441"/>
                </a:lnTo>
                <a:lnTo>
                  <a:pt x="607759" y="36778"/>
                </a:lnTo>
                <a:lnTo>
                  <a:pt x="607075" y="37130"/>
                </a:lnTo>
                <a:lnTo>
                  <a:pt x="606404" y="37495"/>
                </a:lnTo>
                <a:lnTo>
                  <a:pt x="605747" y="37874"/>
                </a:lnTo>
                <a:lnTo>
                  <a:pt x="605103" y="38268"/>
                </a:lnTo>
                <a:lnTo>
                  <a:pt x="604473" y="38676"/>
                </a:lnTo>
                <a:lnTo>
                  <a:pt x="603856" y="39097"/>
                </a:lnTo>
                <a:lnTo>
                  <a:pt x="603252" y="39533"/>
                </a:lnTo>
                <a:lnTo>
                  <a:pt x="602662" y="39984"/>
                </a:lnTo>
                <a:lnTo>
                  <a:pt x="602085" y="40448"/>
                </a:lnTo>
                <a:lnTo>
                  <a:pt x="601522" y="40926"/>
                </a:lnTo>
                <a:lnTo>
                  <a:pt x="600971" y="41418"/>
                </a:lnTo>
                <a:lnTo>
                  <a:pt x="600434" y="41925"/>
                </a:lnTo>
                <a:lnTo>
                  <a:pt x="599911" y="42446"/>
                </a:lnTo>
                <a:lnTo>
                  <a:pt x="599401" y="42980"/>
                </a:lnTo>
                <a:lnTo>
                  <a:pt x="598904" y="43529"/>
                </a:lnTo>
                <a:lnTo>
                  <a:pt x="598420" y="44092"/>
                </a:lnTo>
                <a:lnTo>
                  <a:pt x="597950" y="44669"/>
                </a:lnTo>
                <a:lnTo>
                  <a:pt x="597494" y="45261"/>
                </a:lnTo>
                <a:lnTo>
                  <a:pt x="597050" y="45866"/>
                </a:lnTo>
                <a:lnTo>
                  <a:pt x="596620" y="46485"/>
                </a:lnTo>
                <a:lnTo>
                  <a:pt x="596206" y="47120"/>
                </a:lnTo>
                <a:lnTo>
                  <a:pt x="595809" y="47770"/>
                </a:lnTo>
                <a:lnTo>
                  <a:pt x="595430" y="48437"/>
                </a:lnTo>
                <a:lnTo>
                  <a:pt x="595068" y="49120"/>
                </a:lnTo>
                <a:lnTo>
                  <a:pt x="594724" y="49820"/>
                </a:lnTo>
                <a:lnTo>
                  <a:pt x="594398" y="50535"/>
                </a:lnTo>
                <a:lnTo>
                  <a:pt x="594089" y="51267"/>
                </a:lnTo>
                <a:lnTo>
                  <a:pt x="593798" y="52015"/>
                </a:lnTo>
                <a:lnTo>
                  <a:pt x="593525" y="52779"/>
                </a:lnTo>
                <a:lnTo>
                  <a:pt x="593269" y="53560"/>
                </a:lnTo>
                <a:lnTo>
                  <a:pt x="593031" y="54356"/>
                </a:lnTo>
                <a:lnTo>
                  <a:pt x="592810" y="55169"/>
                </a:lnTo>
                <a:lnTo>
                  <a:pt x="592607" y="55998"/>
                </a:lnTo>
                <a:lnTo>
                  <a:pt x="592422" y="56844"/>
                </a:lnTo>
                <a:lnTo>
                  <a:pt x="592254" y="57705"/>
                </a:lnTo>
                <a:lnTo>
                  <a:pt x="592105" y="58583"/>
                </a:lnTo>
                <a:lnTo>
                  <a:pt x="591972" y="59477"/>
                </a:lnTo>
                <a:lnTo>
                  <a:pt x="591858" y="60387"/>
                </a:lnTo>
                <a:lnTo>
                  <a:pt x="591761" y="61314"/>
                </a:lnTo>
                <a:lnTo>
                  <a:pt x="591681" y="62256"/>
                </a:lnTo>
                <a:lnTo>
                  <a:pt x="591619" y="63215"/>
                </a:lnTo>
                <a:lnTo>
                  <a:pt x="591575" y="64190"/>
                </a:lnTo>
                <a:lnTo>
                  <a:pt x="591549" y="65182"/>
                </a:lnTo>
                <a:lnTo>
                  <a:pt x="591540" y="66189"/>
                </a:lnTo>
                <a:lnTo>
                  <a:pt x="607520" y="66189"/>
                </a:lnTo>
                <a:lnTo>
                  <a:pt x="607532" y="65253"/>
                </a:lnTo>
                <a:lnTo>
                  <a:pt x="607568" y="64338"/>
                </a:lnTo>
                <a:lnTo>
                  <a:pt x="607627" y="63444"/>
                </a:lnTo>
                <a:lnTo>
                  <a:pt x="607709" y="62571"/>
                </a:lnTo>
                <a:lnTo>
                  <a:pt x="607816" y="61720"/>
                </a:lnTo>
                <a:lnTo>
                  <a:pt x="607946" y="60889"/>
                </a:lnTo>
                <a:lnTo>
                  <a:pt x="608099" y="60080"/>
                </a:lnTo>
                <a:lnTo>
                  <a:pt x="608277" y="59292"/>
                </a:lnTo>
                <a:lnTo>
                  <a:pt x="608477" y="58525"/>
                </a:lnTo>
                <a:lnTo>
                  <a:pt x="608702" y="57779"/>
                </a:lnTo>
                <a:lnTo>
                  <a:pt x="608950" y="57054"/>
                </a:lnTo>
                <a:lnTo>
                  <a:pt x="609222" y="56351"/>
                </a:lnTo>
                <a:lnTo>
                  <a:pt x="609517" y="55668"/>
                </a:lnTo>
                <a:lnTo>
                  <a:pt x="609836" y="55007"/>
                </a:lnTo>
                <a:lnTo>
                  <a:pt x="610179" y="54367"/>
                </a:lnTo>
                <a:lnTo>
                  <a:pt x="610545" y="53748"/>
                </a:lnTo>
                <a:lnTo>
                  <a:pt x="610935" y="53150"/>
                </a:lnTo>
                <a:lnTo>
                  <a:pt x="611349" y="52574"/>
                </a:lnTo>
                <a:lnTo>
                  <a:pt x="611786" y="52018"/>
                </a:lnTo>
                <a:lnTo>
                  <a:pt x="612247" y="51484"/>
                </a:lnTo>
                <a:lnTo>
                  <a:pt x="612731" y="50971"/>
                </a:lnTo>
                <a:lnTo>
                  <a:pt x="613239" y="50479"/>
                </a:lnTo>
                <a:lnTo>
                  <a:pt x="613771" y="50008"/>
                </a:lnTo>
                <a:lnTo>
                  <a:pt x="614327" y="49559"/>
                </a:lnTo>
                <a:lnTo>
                  <a:pt x="614899" y="49129"/>
                </a:lnTo>
                <a:lnTo>
                  <a:pt x="615483" y="48717"/>
                </a:lnTo>
                <a:lnTo>
                  <a:pt x="616078" y="48324"/>
                </a:lnTo>
                <a:lnTo>
                  <a:pt x="616683" y="47949"/>
                </a:lnTo>
                <a:lnTo>
                  <a:pt x="617300" y="47592"/>
                </a:lnTo>
                <a:lnTo>
                  <a:pt x="617927" y="47254"/>
                </a:lnTo>
                <a:lnTo>
                  <a:pt x="618566" y="46934"/>
                </a:lnTo>
                <a:lnTo>
                  <a:pt x="619215" y="46632"/>
                </a:lnTo>
                <a:lnTo>
                  <a:pt x="619875" y="46349"/>
                </a:lnTo>
                <a:lnTo>
                  <a:pt x="620547" y="46083"/>
                </a:lnTo>
                <a:lnTo>
                  <a:pt x="621229" y="45836"/>
                </a:lnTo>
                <a:lnTo>
                  <a:pt x="621922" y="45608"/>
                </a:lnTo>
                <a:lnTo>
                  <a:pt x="622626" y="45397"/>
                </a:lnTo>
                <a:lnTo>
                  <a:pt x="623341" y="45205"/>
                </a:lnTo>
                <a:lnTo>
                  <a:pt x="624068" y="45031"/>
                </a:lnTo>
                <a:lnTo>
                  <a:pt x="624805" y="44876"/>
                </a:lnTo>
                <a:lnTo>
                  <a:pt x="625553" y="44739"/>
                </a:lnTo>
                <a:lnTo>
                  <a:pt x="626312" y="44620"/>
                </a:lnTo>
                <a:lnTo>
                  <a:pt x="627082" y="44519"/>
                </a:lnTo>
                <a:lnTo>
                  <a:pt x="627863" y="44437"/>
                </a:lnTo>
                <a:lnTo>
                  <a:pt x="628654" y="44373"/>
                </a:lnTo>
                <a:lnTo>
                  <a:pt x="629457" y="44327"/>
                </a:lnTo>
                <a:lnTo>
                  <a:pt x="630271" y="44300"/>
                </a:lnTo>
                <a:lnTo>
                  <a:pt x="631096" y="44291"/>
                </a:lnTo>
                <a:lnTo>
                  <a:pt x="631871" y="44299"/>
                </a:lnTo>
                <a:lnTo>
                  <a:pt x="632635" y="44324"/>
                </a:lnTo>
                <a:lnTo>
                  <a:pt x="633388" y="44366"/>
                </a:lnTo>
                <a:lnTo>
                  <a:pt x="634129" y="44425"/>
                </a:lnTo>
                <a:lnTo>
                  <a:pt x="634859" y="44500"/>
                </a:lnTo>
                <a:lnTo>
                  <a:pt x="635578" y="44593"/>
                </a:lnTo>
                <a:lnTo>
                  <a:pt x="636285" y="44702"/>
                </a:lnTo>
                <a:lnTo>
                  <a:pt x="636982" y="44828"/>
                </a:lnTo>
                <a:lnTo>
                  <a:pt x="637666" y="44970"/>
                </a:lnTo>
                <a:lnTo>
                  <a:pt x="638340" y="45130"/>
                </a:lnTo>
                <a:lnTo>
                  <a:pt x="639002" y="45306"/>
                </a:lnTo>
                <a:lnTo>
                  <a:pt x="639653" y="45499"/>
                </a:lnTo>
                <a:lnTo>
                  <a:pt x="640293" y="45709"/>
                </a:lnTo>
                <a:lnTo>
                  <a:pt x="640921" y="45935"/>
                </a:lnTo>
                <a:lnTo>
                  <a:pt x="641538" y="46179"/>
                </a:lnTo>
                <a:lnTo>
                  <a:pt x="642144" y="46439"/>
                </a:lnTo>
                <a:lnTo>
                  <a:pt x="642738" y="46716"/>
                </a:lnTo>
                <a:lnTo>
                  <a:pt x="643321" y="47009"/>
                </a:lnTo>
                <a:lnTo>
                  <a:pt x="643893" y="47320"/>
                </a:lnTo>
                <a:lnTo>
                  <a:pt x="644454" y="47647"/>
                </a:lnTo>
                <a:lnTo>
                  <a:pt x="645003" y="47991"/>
                </a:lnTo>
                <a:lnTo>
                  <a:pt x="645541" y="48352"/>
                </a:lnTo>
                <a:lnTo>
                  <a:pt x="646068" y="48730"/>
                </a:lnTo>
                <a:lnTo>
                  <a:pt x="646583" y="49124"/>
                </a:lnTo>
                <a:lnTo>
                  <a:pt x="647082" y="49541"/>
                </a:lnTo>
                <a:lnTo>
                  <a:pt x="647560" y="49986"/>
                </a:lnTo>
                <a:lnTo>
                  <a:pt x="648016" y="50460"/>
                </a:lnTo>
                <a:lnTo>
                  <a:pt x="648452" y="50962"/>
                </a:lnTo>
                <a:lnTo>
                  <a:pt x="648866" y="51492"/>
                </a:lnTo>
                <a:lnTo>
                  <a:pt x="649259" y="52051"/>
                </a:lnTo>
                <a:lnTo>
                  <a:pt x="649630" y="52638"/>
                </a:lnTo>
                <a:lnTo>
                  <a:pt x="649981" y="53253"/>
                </a:lnTo>
                <a:lnTo>
                  <a:pt x="650310" y="53897"/>
                </a:lnTo>
                <a:lnTo>
                  <a:pt x="650618" y="54569"/>
                </a:lnTo>
                <a:lnTo>
                  <a:pt x="650904" y="55269"/>
                </a:lnTo>
                <a:lnTo>
                  <a:pt x="651170" y="55998"/>
                </a:lnTo>
                <a:lnTo>
                  <a:pt x="651414" y="56754"/>
                </a:lnTo>
                <a:lnTo>
                  <a:pt x="651637" y="57540"/>
                </a:lnTo>
                <a:lnTo>
                  <a:pt x="651839" y="58353"/>
                </a:lnTo>
                <a:lnTo>
                  <a:pt x="652019" y="59195"/>
                </a:lnTo>
                <a:lnTo>
                  <a:pt x="652178" y="60066"/>
                </a:lnTo>
                <a:lnTo>
                  <a:pt x="652316" y="60964"/>
                </a:lnTo>
                <a:lnTo>
                  <a:pt x="652433" y="61891"/>
                </a:lnTo>
                <a:lnTo>
                  <a:pt x="652529" y="62846"/>
                </a:lnTo>
                <a:lnTo>
                  <a:pt x="652603" y="63830"/>
                </a:lnTo>
                <a:lnTo>
                  <a:pt x="652656" y="64842"/>
                </a:lnTo>
                <a:lnTo>
                  <a:pt x="652688" y="65882"/>
                </a:lnTo>
                <a:lnTo>
                  <a:pt x="652699" y="66951"/>
                </a:lnTo>
                <a:lnTo>
                  <a:pt x="652699" y="74019"/>
                </a:lnTo>
                <a:lnTo>
                  <a:pt x="651055" y="74040"/>
                </a:lnTo>
                <a:lnTo>
                  <a:pt x="649429" y="74069"/>
                </a:lnTo>
                <a:lnTo>
                  <a:pt x="647820" y="74106"/>
                </a:lnTo>
                <a:lnTo>
                  <a:pt x="646229" y="74150"/>
                </a:lnTo>
                <a:lnTo>
                  <a:pt x="644656" y="74203"/>
                </a:lnTo>
                <a:lnTo>
                  <a:pt x="643099" y="74263"/>
                </a:lnTo>
                <a:lnTo>
                  <a:pt x="641561" y="74331"/>
                </a:lnTo>
                <a:lnTo>
                  <a:pt x="640040" y="74407"/>
                </a:lnTo>
                <a:lnTo>
                  <a:pt x="638536" y="74491"/>
                </a:lnTo>
                <a:lnTo>
                  <a:pt x="637049" y="74583"/>
                </a:lnTo>
                <a:lnTo>
                  <a:pt x="635581" y="74683"/>
                </a:lnTo>
                <a:lnTo>
                  <a:pt x="634129" y="74791"/>
                </a:lnTo>
                <a:lnTo>
                  <a:pt x="632695" y="74906"/>
                </a:lnTo>
                <a:lnTo>
                  <a:pt x="631279" y="75030"/>
                </a:lnTo>
                <a:lnTo>
                  <a:pt x="629880" y="75161"/>
                </a:lnTo>
                <a:lnTo>
                  <a:pt x="628498" y="75300"/>
                </a:lnTo>
                <a:lnTo>
                  <a:pt x="627134" y="75447"/>
                </a:lnTo>
                <a:lnTo>
                  <a:pt x="625788" y="75602"/>
                </a:lnTo>
                <a:lnTo>
                  <a:pt x="624459" y="75765"/>
                </a:lnTo>
                <a:lnTo>
                  <a:pt x="623147" y="75936"/>
                </a:lnTo>
                <a:lnTo>
                  <a:pt x="621853" y="76115"/>
                </a:lnTo>
                <a:lnTo>
                  <a:pt x="620576" y="76301"/>
                </a:lnTo>
                <a:lnTo>
                  <a:pt x="619317" y="76496"/>
                </a:lnTo>
                <a:lnTo>
                  <a:pt x="618075" y="76698"/>
                </a:lnTo>
                <a:lnTo>
                  <a:pt x="616854" y="76912"/>
                </a:lnTo>
                <a:lnTo>
                  <a:pt x="615656" y="77141"/>
                </a:lnTo>
                <a:lnTo>
                  <a:pt x="614481" y="77385"/>
                </a:lnTo>
                <a:lnTo>
                  <a:pt x="613329" y="77645"/>
                </a:lnTo>
                <a:lnTo>
                  <a:pt x="612201" y="77920"/>
                </a:lnTo>
                <a:lnTo>
                  <a:pt x="611096" y="78210"/>
                </a:lnTo>
                <a:lnTo>
                  <a:pt x="610014" y="78516"/>
                </a:lnTo>
                <a:lnTo>
                  <a:pt x="608956" y="78837"/>
                </a:lnTo>
                <a:lnTo>
                  <a:pt x="607921" y="79173"/>
                </a:lnTo>
                <a:lnTo>
                  <a:pt x="606909" y="79524"/>
                </a:lnTo>
                <a:lnTo>
                  <a:pt x="605921" y="79890"/>
                </a:lnTo>
                <a:lnTo>
                  <a:pt x="604956" y="80272"/>
                </a:lnTo>
                <a:lnTo>
                  <a:pt x="604014" y="80669"/>
                </a:lnTo>
                <a:lnTo>
                  <a:pt x="603095" y="81082"/>
                </a:lnTo>
                <a:lnTo>
                  <a:pt x="602200" y="81509"/>
                </a:lnTo>
                <a:lnTo>
                  <a:pt x="601328" y="81952"/>
                </a:lnTo>
                <a:lnTo>
                  <a:pt x="600479" y="82410"/>
                </a:lnTo>
                <a:lnTo>
                  <a:pt x="599653" y="82884"/>
                </a:lnTo>
                <a:lnTo>
                  <a:pt x="598851" y="83372"/>
                </a:lnTo>
                <a:lnTo>
                  <a:pt x="598072" y="83876"/>
                </a:lnTo>
                <a:lnTo>
                  <a:pt x="597317" y="84395"/>
                </a:lnTo>
                <a:lnTo>
                  <a:pt x="596585" y="84930"/>
                </a:lnTo>
                <a:lnTo>
                  <a:pt x="595876" y="85479"/>
                </a:lnTo>
                <a:lnTo>
                  <a:pt x="595190" y="86044"/>
                </a:lnTo>
                <a:lnTo>
                  <a:pt x="594530" y="86628"/>
                </a:lnTo>
                <a:lnTo>
                  <a:pt x="593898" y="87234"/>
                </a:lnTo>
                <a:lnTo>
                  <a:pt x="593294" y="87862"/>
                </a:lnTo>
                <a:lnTo>
                  <a:pt x="592718" y="88512"/>
                </a:lnTo>
                <a:lnTo>
                  <a:pt x="592171" y="89184"/>
                </a:lnTo>
                <a:lnTo>
                  <a:pt x="591651" y="89878"/>
                </a:lnTo>
                <a:lnTo>
                  <a:pt x="591160" y="90594"/>
                </a:lnTo>
                <a:lnTo>
                  <a:pt x="590696" y="91332"/>
                </a:lnTo>
                <a:lnTo>
                  <a:pt x="590261" y="92093"/>
                </a:lnTo>
                <a:lnTo>
                  <a:pt x="589854" y="92875"/>
                </a:lnTo>
                <a:lnTo>
                  <a:pt x="589474" y="93680"/>
                </a:lnTo>
                <a:lnTo>
                  <a:pt x="589123" y="94507"/>
                </a:lnTo>
                <a:lnTo>
                  <a:pt x="588800" y="95356"/>
                </a:lnTo>
                <a:lnTo>
                  <a:pt x="588505" y="96227"/>
                </a:lnTo>
                <a:lnTo>
                  <a:pt x="588239" y="97120"/>
                </a:lnTo>
                <a:lnTo>
                  <a:pt x="588000" y="98035"/>
                </a:lnTo>
                <a:lnTo>
                  <a:pt x="587789" y="98972"/>
                </a:lnTo>
                <a:lnTo>
                  <a:pt x="587607" y="99932"/>
                </a:lnTo>
                <a:lnTo>
                  <a:pt x="587452" y="100913"/>
                </a:lnTo>
                <a:lnTo>
                  <a:pt x="587326" y="101917"/>
                </a:lnTo>
                <a:lnTo>
                  <a:pt x="587228" y="102942"/>
                </a:lnTo>
                <a:lnTo>
                  <a:pt x="587157" y="103990"/>
                </a:lnTo>
                <a:lnTo>
                  <a:pt x="587115" y="105060"/>
                </a:lnTo>
                <a:lnTo>
                  <a:pt x="587101" y="106152"/>
                </a:lnTo>
                <a:lnTo>
                  <a:pt x="587108" y="106922"/>
                </a:lnTo>
                <a:lnTo>
                  <a:pt x="587130" y="107681"/>
                </a:lnTo>
                <a:lnTo>
                  <a:pt x="587165" y="108430"/>
                </a:lnTo>
                <a:lnTo>
                  <a:pt x="587215" y="109168"/>
                </a:lnTo>
                <a:lnTo>
                  <a:pt x="587279" y="109896"/>
                </a:lnTo>
                <a:lnTo>
                  <a:pt x="587357" y="110614"/>
                </a:lnTo>
                <a:lnTo>
                  <a:pt x="587449" y="111322"/>
                </a:lnTo>
                <a:lnTo>
                  <a:pt x="587556" y="112019"/>
                </a:lnTo>
                <a:lnTo>
                  <a:pt x="587677" y="112706"/>
                </a:lnTo>
                <a:lnTo>
                  <a:pt x="587812" y="113382"/>
                </a:lnTo>
                <a:lnTo>
                  <a:pt x="587961" y="114048"/>
                </a:lnTo>
                <a:lnTo>
                  <a:pt x="588125" y="114704"/>
                </a:lnTo>
                <a:lnTo>
                  <a:pt x="588302" y="115349"/>
                </a:lnTo>
                <a:lnTo>
                  <a:pt x="588494" y="115984"/>
                </a:lnTo>
                <a:lnTo>
                  <a:pt x="588700" y="116609"/>
                </a:lnTo>
                <a:lnTo>
                  <a:pt x="588921" y="117223"/>
                </a:lnTo>
                <a:lnTo>
                  <a:pt x="589155" y="117827"/>
                </a:lnTo>
                <a:lnTo>
                  <a:pt x="589404" y="118421"/>
                </a:lnTo>
                <a:lnTo>
                  <a:pt x="589667" y="119004"/>
                </a:lnTo>
                <a:lnTo>
                  <a:pt x="589944" y="119577"/>
                </a:lnTo>
                <a:lnTo>
                  <a:pt x="590235" y="120140"/>
                </a:lnTo>
                <a:lnTo>
                  <a:pt x="590541" y="120692"/>
                </a:lnTo>
                <a:lnTo>
                  <a:pt x="590861" y="121234"/>
                </a:lnTo>
                <a:lnTo>
                  <a:pt x="591195" y="121765"/>
                </a:lnTo>
                <a:lnTo>
                  <a:pt x="591541" y="122286"/>
                </a:lnTo>
                <a:lnTo>
                  <a:pt x="591896" y="122797"/>
                </a:lnTo>
                <a:lnTo>
                  <a:pt x="592261" y="123296"/>
                </a:lnTo>
                <a:lnTo>
                  <a:pt x="592636" y="123785"/>
                </a:lnTo>
                <a:lnTo>
                  <a:pt x="593020" y="124263"/>
                </a:lnTo>
                <a:lnTo>
                  <a:pt x="593414" y="124731"/>
                </a:lnTo>
                <a:lnTo>
                  <a:pt x="593818" y="125188"/>
                </a:lnTo>
                <a:lnTo>
                  <a:pt x="594231" y="125634"/>
                </a:lnTo>
                <a:lnTo>
                  <a:pt x="594654" y="126069"/>
                </a:lnTo>
                <a:lnTo>
                  <a:pt x="595086" y="126494"/>
                </a:lnTo>
                <a:lnTo>
                  <a:pt x="595528" y="126908"/>
                </a:lnTo>
                <a:lnTo>
                  <a:pt x="595979" y="127311"/>
                </a:lnTo>
                <a:lnTo>
                  <a:pt x="596440" y="127704"/>
                </a:lnTo>
                <a:lnTo>
                  <a:pt x="596911" y="128085"/>
                </a:lnTo>
                <a:lnTo>
                  <a:pt x="597391" y="128457"/>
                </a:lnTo>
                <a:lnTo>
                  <a:pt x="597881" y="128817"/>
                </a:lnTo>
                <a:lnTo>
                  <a:pt x="598380" y="129167"/>
                </a:lnTo>
                <a:lnTo>
                  <a:pt x="598889" y="129506"/>
                </a:lnTo>
                <a:lnTo>
                  <a:pt x="599408" y="129834"/>
                </a:lnTo>
                <a:lnTo>
                  <a:pt x="599936" y="130152"/>
                </a:lnTo>
                <a:lnTo>
                  <a:pt x="600473" y="130459"/>
                </a:lnTo>
                <a:lnTo>
                  <a:pt x="601021" y="130755"/>
                </a:lnTo>
                <a:lnTo>
                  <a:pt x="601578" y="131040"/>
                </a:lnTo>
                <a:lnTo>
                  <a:pt x="602144" y="131315"/>
                </a:lnTo>
                <a:lnTo>
                  <a:pt x="602718" y="131579"/>
                </a:lnTo>
                <a:lnTo>
                  <a:pt x="603297" y="131832"/>
                </a:lnTo>
                <a:lnTo>
                  <a:pt x="603880" y="132073"/>
                </a:lnTo>
                <a:lnTo>
                  <a:pt x="604469" y="132303"/>
                </a:lnTo>
                <a:lnTo>
                  <a:pt x="605063" y="132522"/>
                </a:lnTo>
                <a:lnTo>
                  <a:pt x="605661" y="132730"/>
                </a:lnTo>
                <a:lnTo>
                  <a:pt x="606265" y="132926"/>
                </a:lnTo>
                <a:lnTo>
                  <a:pt x="606874" y="133112"/>
                </a:lnTo>
                <a:lnTo>
                  <a:pt x="607487" y="133286"/>
                </a:lnTo>
                <a:lnTo>
                  <a:pt x="608106" y="133449"/>
                </a:lnTo>
                <a:lnTo>
                  <a:pt x="608729" y="133600"/>
                </a:lnTo>
                <a:lnTo>
                  <a:pt x="609357" y="133740"/>
                </a:lnTo>
                <a:lnTo>
                  <a:pt x="609991" y="133870"/>
                </a:lnTo>
                <a:lnTo>
                  <a:pt x="610629" y="133987"/>
                </a:lnTo>
                <a:lnTo>
                  <a:pt x="611273" y="134094"/>
                </a:lnTo>
                <a:lnTo>
                  <a:pt x="611921" y="134190"/>
                </a:lnTo>
                <a:lnTo>
                  <a:pt x="612574" y="134274"/>
                </a:lnTo>
                <a:lnTo>
                  <a:pt x="613232" y="134347"/>
                </a:lnTo>
                <a:lnTo>
                  <a:pt x="613895" y="134409"/>
                </a:lnTo>
                <a:lnTo>
                  <a:pt x="614564" y="134459"/>
                </a:lnTo>
                <a:lnTo>
                  <a:pt x="615237" y="134498"/>
                </a:lnTo>
                <a:lnTo>
                  <a:pt x="615915" y="134526"/>
                </a:lnTo>
                <a:lnTo>
                  <a:pt x="616598" y="134543"/>
                </a:lnTo>
                <a:lnTo>
                  <a:pt x="617286" y="134549"/>
                </a:lnTo>
                <a:lnTo>
                  <a:pt x="618251" y="134541"/>
                </a:lnTo>
                <a:lnTo>
                  <a:pt x="619206" y="134518"/>
                </a:lnTo>
                <a:lnTo>
                  <a:pt x="620150" y="134479"/>
                </a:lnTo>
                <a:lnTo>
                  <a:pt x="621085" y="134424"/>
                </a:lnTo>
                <a:close/>
                <a:moveTo>
                  <a:pt x="618786" y="121799"/>
                </a:moveTo>
                <a:lnTo>
                  <a:pt x="618113" y="121729"/>
                </a:lnTo>
                <a:lnTo>
                  <a:pt x="617455" y="121644"/>
                </a:lnTo>
                <a:lnTo>
                  <a:pt x="616812" y="121543"/>
                </a:lnTo>
                <a:lnTo>
                  <a:pt x="616184" y="121427"/>
                </a:lnTo>
                <a:lnTo>
                  <a:pt x="615571" y="121295"/>
                </a:lnTo>
                <a:lnTo>
                  <a:pt x="614973" y="121148"/>
                </a:lnTo>
                <a:lnTo>
                  <a:pt x="614390" y="120985"/>
                </a:lnTo>
                <a:lnTo>
                  <a:pt x="613821" y="120807"/>
                </a:lnTo>
                <a:lnTo>
                  <a:pt x="613267" y="120613"/>
                </a:lnTo>
                <a:lnTo>
                  <a:pt x="612729" y="120404"/>
                </a:lnTo>
                <a:lnTo>
                  <a:pt x="612205" y="120179"/>
                </a:lnTo>
                <a:lnTo>
                  <a:pt x="611696" y="119939"/>
                </a:lnTo>
                <a:lnTo>
                  <a:pt x="611202" y="119683"/>
                </a:lnTo>
                <a:lnTo>
                  <a:pt x="610723" y="119412"/>
                </a:lnTo>
                <a:lnTo>
                  <a:pt x="610259" y="119125"/>
                </a:lnTo>
                <a:lnTo>
                  <a:pt x="609810" y="118823"/>
                </a:lnTo>
                <a:lnTo>
                  <a:pt x="609375" y="118505"/>
                </a:lnTo>
                <a:lnTo>
                  <a:pt x="608956" y="118172"/>
                </a:lnTo>
                <a:lnTo>
                  <a:pt x="608551" y="117823"/>
                </a:lnTo>
                <a:lnTo>
                  <a:pt x="608161" y="117459"/>
                </a:lnTo>
                <a:lnTo>
                  <a:pt x="607787" y="117082"/>
                </a:lnTo>
                <a:lnTo>
                  <a:pt x="607429" y="116694"/>
                </a:lnTo>
                <a:lnTo>
                  <a:pt x="607086" y="116296"/>
                </a:lnTo>
                <a:lnTo>
                  <a:pt x="606760" y="115887"/>
                </a:lnTo>
                <a:lnTo>
                  <a:pt x="606449" y="115468"/>
                </a:lnTo>
                <a:lnTo>
                  <a:pt x="606155" y="115038"/>
                </a:lnTo>
                <a:lnTo>
                  <a:pt x="605876" y="114598"/>
                </a:lnTo>
                <a:lnTo>
                  <a:pt x="605613" y="114147"/>
                </a:lnTo>
                <a:lnTo>
                  <a:pt x="605366" y="113686"/>
                </a:lnTo>
                <a:lnTo>
                  <a:pt x="605135" y="113214"/>
                </a:lnTo>
                <a:lnTo>
                  <a:pt x="604920" y="112731"/>
                </a:lnTo>
                <a:lnTo>
                  <a:pt x="604721" y="112239"/>
                </a:lnTo>
                <a:lnTo>
                  <a:pt x="604538" y="111735"/>
                </a:lnTo>
                <a:lnTo>
                  <a:pt x="604371" y="111221"/>
                </a:lnTo>
                <a:lnTo>
                  <a:pt x="604220" y="110697"/>
                </a:lnTo>
                <a:lnTo>
                  <a:pt x="604084" y="110162"/>
                </a:lnTo>
                <a:lnTo>
                  <a:pt x="603965" y="109617"/>
                </a:lnTo>
                <a:lnTo>
                  <a:pt x="603861" y="109061"/>
                </a:lnTo>
                <a:lnTo>
                  <a:pt x="603774" y="108494"/>
                </a:lnTo>
                <a:lnTo>
                  <a:pt x="603702" y="107918"/>
                </a:lnTo>
                <a:lnTo>
                  <a:pt x="603646" y="107330"/>
                </a:lnTo>
                <a:lnTo>
                  <a:pt x="603606" y="106732"/>
                </a:lnTo>
                <a:lnTo>
                  <a:pt x="603582" y="106124"/>
                </a:lnTo>
                <a:lnTo>
                  <a:pt x="603575" y="105505"/>
                </a:lnTo>
                <a:lnTo>
                  <a:pt x="603594" y="104601"/>
                </a:lnTo>
                <a:lnTo>
                  <a:pt x="603654" y="103718"/>
                </a:lnTo>
                <a:lnTo>
                  <a:pt x="603753" y="102857"/>
                </a:lnTo>
                <a:lnTo>
                  <a:pt x="603891" y="102017"/>
                </a:lnTo>
                <a:lnTo>
                  <a:pt x="604069" y="101198"/>
                </a:lnTo>
                <a:lnTo>
                  <a:pt x="604287" y="100401"/>
                </a:lnTo>
                <a:lnTo>
                  <a:pt x="604544" y="99625"/>
                </a:lnTo>
                <a:lnTo>
                  <a:pt x="604840" y="98871"/>
                </a:lnTo>
                <a:lnTo>
                  <a:pt x="605177" y="98138"/>
                </a:lnTo>
                <a:lnTo>
                  <a:pt x="605553" y="97426"/>
                </a:lnTo>
                <a:lnTo>
                  <a:pt x="605968" y="96736"/>
                </a:lnTo>
                <a:lnTo>
                  <a:pt x="606423" y="96067"/>
                </a:lnTo>
                <a:lnTo>
                  <a:pt x="606917" y="95419"/>
                </a:lnTo>
                <a:lnTo>
                  <a:pt x="607451" y="94793"/>
                </a:lnTo>
                <a:lnTo>
                  <a:pt x="608025" y="94188"/>
                </a:lnTo>
                <a:lnTo>
                  <a:pt x="608638" y="93605"/>
                </a:lnTo>
                <a:lnTo>
                  <a:pt x="609291" y="93042"/>
                </a:lnTo>
                <a:lnTo>
                  <a:pt x="609983" y="92502"/>
                </a:lnTo>
                <a:lnTo>
                  <a:pt x="610715" y="91982"/>
                </a:lnTo>
                <a:lnTo>
                  <a:pt x="611487" y="91484"/>
                </a:lnTo>
                <a:lnTo>
                  <a:pt x="612297" y="91008"/>
                </a:lnTo>
                <a:lnTo>
                  <a:pt x="613148" y="90553"/>
                </a:lnTo>
                <a:lnTo>
                  <a:pt x="614038" y="90119"/>
                </a:lnTo>
                <a:lnTo>
                  <a:pt x="614968" y="89706"/>
                </a:lnTo>
                <a:lnTo>
                  <a:pt x="615943" y="89312"/>
                </a:lnTo>
                <a:lnTo>
                  <a:pt x="616970" y="88934"/>
                </a:lnTo>
                <a:lnTo>
                  <a:pt x="618048" y="88571"/>
                </a:lnTo>
                <a:lnTo>
                  <a:pt x="619178" y="88224"/>
                </a:lnTo>
                <a:lnTo>
                  <a:pt x="620359" y="87892"/>
                </a:lnTo>
                <a:lnTo>
                  <a:pt x="621592" y="87577"/>
                </a:lnTo>
                <a:lnTo>
                  <a:pt x="622877" y="87276"/>
                </a:lnTo>
                <a:lnTo>
                  <a:pt x="624213" y="86992"/>
                </a:lnTo>
                <a:lnTo>
                  <a:pt x="625600" y="86723"/>
                </a:lnTo>
                <a:lnTo>
                  <a:pt x="627040" y="86470"/>
                </a:lnTo>
                <a:lnTo>
                  <a:pt x="628530" y="86233"/>
                </a:lnTo>
                <a:lnTo>
                  <a:pt x="630072" y="86011"/>
                </a:lnTo>
                <a:lnTo>
                  <a:pt x="631666" y="85805"/>
                </a:lnTo>
                <a:lnTo>
                  <a:pt x="633312" y="85615"/>
                </a:lnTo>
                <a:lnTo>
                  <a:pt x="635008" y="85440"/>
                </a:lnTo>
                <a:lnTo>
                  <a:pt x="636757" y="85281"/>
                </a:lnTo>
                <a:lnTo>
                  <a:pt x="638557" y="85138"/>
                </a:lnTo>
                <a:lnTo>
                  <a:pt x="640408" y="85010"/>
                </a:lnTo>
                <a:lnTo>
                  <a:pt x="642311" y="84898"/>
                </a:lnTo>
                <a:lnTo>
                  <a:pt x="644266" y="84802"/>
                </a:lnTo>
                <a:lnTo>
                  <a:pt x="646272" y="84722"/>
                </a:lnTo>
                <a:lnTo>
                  <a:pt x="648330" y="84657"/>
                </a:lnTo>
                <a:lnTo>
                  <a:pt x="650439" y="84607"/>
                </a:lnTo>
                <a:lnTo>
                  <a:pt x="652600" y="84574"/>
                </a:lnTo>
                <a:lnTo>
                  <a:pt x="652600" y="104891"/>
                </a:lnTo>
                <a:lnTo>
                  <a:pt x="652152" y="105502"/>
                </a:lnTo>
                <a:lnTo>
                  <a:pt x="651694" y="106104"/>
                </a:lnTo>
                <a:lnTo>
                  <a:pt x="651228" y="106698"/>
                </a:lnTo>
                <a:lnTo>
                  <a:pt x="650753" y="107282"/>
                </a:lnTo>
                <a:lnTo>
                  <a:pt x="650269" y="107858"/>
                </a:lnTo>
                <a:lnTo>
                  <a:pt x="649776" y="108424"/>
                </a:lnTo>
                <a:lnTo>
                  <a:pt x="649275" y="108982"/>
                </a:lnTo>
                <a:lnTo>
                  <a:pt x="648764" y="109531"/>
                </a:lnTo>
                <a:lnTo>
                  <a:pt x="648244" y="110070"/>
                </a:lnTo>
                <a:lnTo>
                  <a:pt x="647716" y="110601"/>
                </a:lnTo>
                <a:lnTo>
                  <a:pt x="647178" y="111124"/>
                </a:lnTo>
                <a:lnTo>
                  <a:pt x="646632" y="111637"/>
                </a:lnTo>
                <a:lnTo>
                  <a:pt x="646077" y="112141"/>
                </a:lnTo>
                <a:lnTo>
                  <a:pt x="645513" y="112636"/>
                </a:lnTo>
                <a:lnTo>
                  <a:pt x="644940" y="113123"/>
                </a:lnTo>
                <a:lnTo>
                  <a:pt x="644358" y="113601"/>
                </a:lnTo>
                <a:lnTo>
                  <a:pt x="643767" y="114069"/>
                </a:lnTo>
                <a:lnTo>
                  <a:pt x="643167" y="114529"/>
                </a:lnTo>
                <a:lnTo>
                  <a:pt x="642559" y="114980"/>
                </a:lnTo>
                <a:lnTo>
                  <a:pt x="641941" y="115422"/>
                </a:lnTo>
                <a:lnTo>
                  <a:pt x="641315" y="115855"/>
                </a:lnTo>
                <a:lnTo>
                  <a:pt x="640679" y="116280"/>
                </a:lnTo>
                <a:lnTo>
                  <a:pt x="640035" y="116695"/>
                </a:lnTo>
                <a:lnTo>
                  <a:pt x="639382" y="117101"/>
                </a:lnTo>
                <a:lnTo>
                  <a:pt x="638721" y="117495"/>
                </a:lnTo>
                <a:lnTo>
                  <a:pt x="638053" y="117871"/>
                </a:lnTo>
                <a:lnTo>
                  <a:pt x="637378" y="118231"/>
                </a:lnTo>
                <a:lnTo>
                  <a:pt x="636697" y="118575"/>
                </a:lnTo>
                <a:lnTo>
                  <a:pt x="636008" y="118901"/>
                </a:lnTo>
                <a:lnTo>
                  <a:pt x="635313" y="119211"/>
                </a:lnTo>
                <a:lnTo>
                  <a:pt x="634611" y="119504"/>
                </a:lnTo>
                <a:lnTo>
                  <a:pt x="633902" y="119780"/>
                </a:lnTo>
                <a:lnTo>
                  <a:pt x="633186" y="120039"/>
                </a:lnTo>
                <a:lnTo>
                  <a:pt x="632463" y="120282"/>
                </a:lnTo>
                <a:lnTo>
                  <a:pt x="631734" y="120508"/>
                </a:lnTo>
                <a:lnTo>
                  <a:pt x="630997" y="120717"/>
                </a:lnTo>
                <a:lnTo>
                  <a:pt x="630254" y="120910"/>
                </a:lnTo>
                <a:lnTo>
                  <a:pt x="629504" y="121086"/>
                </a:lnTo>
                <a:lnTo>
                  <a:pt x="628747" y="121245"/>
                </a:lnTo>
                <a:lnTo>
                  <a:pt x="627983" y="121387"/>
                </a:lnTo>
                <a:lnTo>
                  <a:pt x="627213" y="121512"/>
                </a:lnTo>
                <a:lnTo>
                  <a:pt x="626435" y="121621"/>
                </a:lnTo>
                <a:lnTo>
                  <a:pt x="625651" y="121713"/>
                </a:lnTo>
                <a:lnTo>
                  <a:pt x="624859" y="121789"/>
                </a:lnTo>
                <a:lnTo>
                  <a:pt x="624061" y="121847"/>
                </a:lnTo>
                <a:lnTo>
                  <a:pt x="623257" y="121889"/>
                </a:lnTo>
                <a:lnTo>
                  <a:pt x="622445" y="121914"/>
                </a:lnTo>
                <a:lnTo>
                  <a:pt x="621626" y="121923"/>
                </a:lnTo>
                <a:lnTo>
                  <a:pt x="620894" y="121915"/>
                </a:lnTo>
                <a:lnTo>
                  <a:pt x="620176" y="121892"/>
                </a:lnTo>
                <a:lnTo>
                  <a:pt x="619474" y="121853"/>
                </a:lnTo>
                <a:lnTo>
                  <a:pt x="618786" y="121799"/>
                </a:lnTo>
                <a:close/>
                <a:moveTo>
                  <a:pt x="736496" y="134501"/>
                </a:moveTo>
                <a:lnTo>
                  <a:pt x="737152" y="134474"/>
                </a:lnTo>
                <a:lnTo>
                  <a:pt x="737805" y="134441"/>
                </a:lnTo>
                <a:lnTo>
                  <a:pt x="738453" y="134402"/>
                </a:lnTo>
                <a:lnTo>
                  <a:pt x="739098" y="134357"/>
                </a:lnTo>
                <a:lnTo>
                  <a:pt x="739738" y="134306"/>
                </a:lnTo>
                <a:lnTo>
                  <a:pt x="740375" y="134249"/>
                </a:lnTo>
                <a:lnTo>
                  <a:pt x="741008" y="134186"/>
                </a:lnTo>
                <a:lnTo>
                  <a:pt x="741636" y="134117"/>
                </a:lnTo>
                <a:lnTo>
                  <a:pt x="742261" y="134042"/>
                </a:lnTo>
                <a:lnTo>
                  <a:pt x="742882" y="133961"/>
                </a:lnTo>
                <a:lnTo>
                  <a:pt x="743499" y="133875"/>
                </a:lnTo>
                <a:lnTo>
                  <a:pt x="744112" y="133782"/>
                </a:lnTo>
                <a:lnTo>
                  <a:pt x="744721" y="133683"/>
                </a:lnTo>
                <a:lnTo>
                  <a:pt x="745326" y="133578"/>
                </a:lnTo>
                <a:lnTo>
                  <a:pt x="745927" y="133467"/>
                </a:lnTo>
                <a:lnTo>
                  <a:pt x="746525" y="133350"/>
                </a:lnTo>
                <a:lnTo>
                  <a:pt x="747118" y="133227"/>
                </a:lnTo>
                <a:lnTo>
                  <a:pt x="747707" y="133098"/>
                </a:lnTo>
                <a:lnTo>
                  <a:pt x="748293" y="132963"/>
                </a:lnTo>
                <a:lnTo>
                  <a:pt x="748874" y="132823"/>
                </a:lnTo>
                <a:lnTo>
                  <a:pt x="749451" y="132676"/>
                </a:lnTo>
                <a:lnTo>
                  <a:pt x="750021" y="132522"/>
                </a:lnTo>
                <a:lnTo>
                  <a:pt x="750585" y="132362"/>
                </a:lnTo>
                <a:lnTo>
                  <a:pt x="751143" y="132195"/>
                </a:lnTo>
                <a:lnTo>
                  <a:pt x="751695" y="132022"/>
                </a:lnTo>
                <a:lnTo>
                  <a:pt x="752241" y="131842"/>
                </a:lnTo>
                <a:lnTo>
                  <a:pt x="752780" y="131656"/>
                </a:lnTo>
                <a:lnTo>
                  <a:pt x="753313" y="131463"/>
                </a:lnTo>
                <a:lnTo>
                  <a:pt x="753840" y="131264"/>
                </a:lnTo>
                <a:lnTo>
                  <a:pt x="754361" y="131058"/>
                </a:lnTo>
                <a:lnTo>
                  <a:pt x="754876" y="130845"/>
                </a:lnTo>
                <a:lnTo>
                  <a:pt x="755385" y="130626"/>
                </a:lnTo>
                <a:lnTo>
                  <a:pt x="755887" y="130401"/>
                </a:lnTo>
                <a:lnTo>
                  <a:pt x="756384" y="130169"/>
                </a:lnTo>
                <a:lnTo>
                  <a:pt x="756874" y="129930"/>
                </a:lnTo>
                <a:lnTo>
                  <a:pt x="757358" y="129685"/>
                </a:lnTo>
                <a:lnTo>
                  <a:pt x="757835" y="129434"/>
                </a:lnTo>
                <a:lnTo>
                  <a:pt x="758307" y="129176"/>
                </a:lnTo>
                <a:lnTo>
                  <a:pt x="758773" y="128911"/>
                </a:lnTo>
                <a:lnTo>
                  <a:pt x="759232" y="128640"/>
                </a:lnTo>
                <a:lnTo>
                  <a:pt x="759685" y="128362"/>
                </a:lnTo>
                <a:lnTo>
                  <a:pt x="760132" y="128078"/>
                </a:lnTo>
                <a:lnTo>
                  <a:pt x="760573" y="127787"/>
                </a:lnTo>
                <a:lnTo>
                  <a:pt x="761007" y="127490"/>
                </a:lnTo>
                <a:lnTo>
                  <a:pt x="761435" y="127186"/>
                </a:lnTo>
                <a:lnTo>
                  <a:pt x="761855" y="126875"/>
                </a:lnTo>
                <a:lnTo>
                  <a:pt x="762267" y="126556"/>
                </a:lnTo>
                <a:lnTo>
                  <a:pt x="762671" y="126231"/>
                </a:lnTo>
                <a:lnTo>
                  <a:pt x="763067" y="125899"/>
                </a:lnTo>
                <a:lnTo>
                  <a:pt x="763455" y="125559"/>
                </a:lnTo>
                <a:lnTo>
                  <a:pt x="763835" y="125213"/>
                </a:lnTo>
                <a:lnTo>
                  <a:pt x="764208" y="124860"/>
                </a:lnTo>
                <a:lnTo>
                  <a:pt x="764572" y="124499"/>
                </a:lnTo>
                <a:lnTo>
                  <a:pt x="764929" y="124132"/>
                </a:lnTo>
                <a:lnTo>
                  <a:pt x="765278" y="123757"/>
                </a:lnTo>
                <a:lnTo>
                  <a:pt x="765619" y="123375"/>
                </a:lnTo>
                <a:lnTo>
                  <a:pt x="765952" y="122987"/>
                </a:lnTo>
                <a:lnTo>
                  <a:pt x="766277" y="122591"/>
                </a:lnTo>
                <a:lnTo>
                  <a:pt x="766595" y="122188"/>
                </a:lnTo>
                <a:lnTo>
                  <a:pt x="766904" y="121778"/>
                </a:lnTo>
                <a:lnTo>
                  <a:pt x="767206" y="121361"/>
                </a:lnTo>
                <a:lnTo>
                  <a:pt x="767499" y="120937"/>
                </a:lnTo>
                <a:lnTo>
                  <a:pt x="767785" y="120506"/>
                </a:lnTo>
                <a:lnTo>
                  <a:pt x="768063" y="120068"/>
                </a:lnTo>
                <a:lnTo>
                  <a:pt x="768333" y="119623"/>
                </a:lnTo>
                <a:lnTo>
                  <a:pt x="768595" y="119171"/>
                </a:lnTo>
                <a:lnTo>
                  <a:pt x="768850" y="118711"/>
                </a:lnTo>
                <a:lnTo>
                  <a:pt x="769096" y="118245"/>
                </a:lnTo>
                <a:lnTo>
                  <a:pt x="769334" y="117772"/>
                </a:lnTo>
                <a:lnTo>
                  <a:pt x="769561" y="117291"/>
                </a:lnTo>
                <a:lnTo>
                  <a:pt x="769778" y="116803"/>
                </a:lnTo>
                <a:lnTo>
                  <a:pt x="769985" y="116308"/>
                </a:lnTo>
                <a:lnTo>
                  <a:pt x="770182" y="115806"/>
                </a:lnTo>
                <a:lnTo>
                  <a:pt x="770369" y="115296"/>
                </a:lnTo>
                <a:lnTo>
                  <a:pt x="770546" y="114779"/>
                </a:lnTo>
                <a:lnTo>
                  <a:pt x="770713" y="114255"/>
                </a:lnTo>
                <a:lnTo>
                  <a:pt x="770869" y="113724"/>
                </a:lnTo>
                <a:lnTo>
                  <a:pt x="771016" y="113185"/>
                </a:lnTo>
                <a:lnTo>
                  <a:pt x="771152" y="112640"/>
                </a:lnTo>
                <a:lnTo>
                  <a:pt x="771279" y="112087"/>
                </a:lnTo>
                <a:lnTo>
                  <a:pt x="771395" y="111527"/>
                </a:lnTo>
                <a:lnTo>
                  <a:pt x="771501" y="110959"/>
                </a:lnTo>
                <a:lnTo>
                  <a:pt x="771597" y="110385"/>
                </a:lnTo>
                <a:lnTo>
                  <a:pt x="771683" y="109803"/>
                </a:lnTo>
                <a:lnTo>
                  <a:pt x="771759" y="109214"/>
                </a:lnTo>
                <a:lnTo>
                  <a:pt x="771824" y="108618"/>
                </a:lnTo>
                <a:lnTo>
                  <a:pt x="771880" y="108014"/>
                </a:lnTo>
                <a:lnTo>
                  <a:pt x="771925" y="107403"/>
                </a:lnTo>
                <a:lnTo>
                  <a:pt x="771961" y="106785"/>
                </a:lnTo>
                <a:lnTo>
                  <a:pt x="771986" y="106160"/>
                </a:lnTo>
                <a:lnTo>
                  <a:pt x="772001" y="105528"/>
                </a:lnTo>
                <a:lnTo>
                  <a:pt x="772006" y="104888"/>
                </a:lnTo>
                <a:lnTo>
                  <a:pt x="772000" y="104149"/>
                </a:lnTo>
                <a:lnTo>
                  <a:pt x="771980" y="103421"/>
                </a:lnTo>
                <a:lnTo>
                  <a:pt x="771948" y="102703"/>
                </a:lnTo>
                <a:lnTo>
                  <a:pt x="771903" y="101997"/>
                </a:lnTo>
                <a:lnTo>
                  <a:pt x="771846" y="101302"/>
                </a:lnTo>
                <a:lnTo>
                  <a:pt x="771775" y="100619"/>
                </a:lnTo>
                <a:lnTo>
                  <a:pt x="771691" y="99946"/>
                </a:lnTo>
                <a:lnTo>
                  <a:pt x="771595" y="99284"/>
                </a:lnTo>
                <a:lnTo>
                  <a:pt x="771486" y="98634"/>
                </a:lnTo>
                <a:lnTo>
                  <a:pt x="771364" y="97995"/>
                </a:lnTo>
                <a:lnTo>
                  <a:pt x="771229" y="97366"/>
                </a:lnTo>
                <a:lnTo>
                  <a:pt x="771081" y="96749"/>
                </a:lnTo>
                <a:lnTo>
                  <a:pt x="770921" y="96143"/>
                </a:lnTo>
                <a:lnTo>
                  <a:pt x="770747" y="95549"/>
                </a:lnTo>
                <a:lnTo>
                  <a:pt x="770561" y="94965"/>
                </a:lnTo>
                <a:lnTo>
                  <a:pt x="770362" y="94392"/>
                </a:lnTo>
                <a:lnTo>
                  <a:pt x="770150" y="93831"/>
                </a:lnTo>
                <a:lnTo>
                  <a:pt x="769925" y="93281"/>
                </a:lnTo>
                <a:lnTo>
                  <a:pt x="769688" y="92741"/>
                </a:lnTo>
                <a:lnTo>
                  <a:pt x="769437" y="92213"/>
                </a:lnTo>
                <a:lnTo>
                  <a:pt x="769174" y="91696"/>
                </a:lnTo>
                <a:lnTo>
                  <a:pt x="768898" y="91190"/>
                </a:lnTo>
                <a:lnTo>
                  <a:pt x="768609" y="90696"/>
                </a:lnTo>
                <a:lnTo>
                  <a:pt x="768307" y="90212"/>
                </a:lnTo>
                <a:lnTo>
                  <a:pt x="767992" y="89737"/>
                </a:lnTo>
                <a:lnTo>
                  <a:pt x="767665" y="89270"/>
                </a:lnTo>
                <a:lnTo>
                  <a:pt x="767326" y="88810"/>
                </a:lnTo>
                <a:lnTo>
                  <a:pt x="766974" y="88357"/>
                </a:lnTo>
                <a:lnTo>
                  <a:pt x="766609" y="87911"/>
                </a:lnTo>
                <a:lnTo>
                  <a:pt x="766232" y="87472"/>
                </a:lnTo>
                <a:lnTo>
                  <a:pt x="765843" y="87041"/>
                </a:lnTo>
                <a:lnTo>
                  <a:pt x="765441" y="86617"/>
                </a:lnTo>
                <a:lnTo>
                  <a:pt x="765026" y="86200"/>
                </a:lnTo>
                <a:lnTo>
                  <a:pt x="764599" y="85791"/>
                </a:lnTo>
                <a:lnTo>
                  <a:pt x="764160" y="85388"/>
                </a:lnTo>
                <a:lnTo>
                  <a:pt x="763708" y="84993"/>
                </a:lnTo>
                <a:lnTo>
                  <a:pt x="763243" y="84605"/>
                </a:lnTo>
                <a:lnTo>
                  <a:pt x="762766" y="84225"/>
                </a:lnTo>
                <a:lnTo>
                  <a:pt x="762277" y="83851"/>
                </a:lnTo>
                <a:lnTo>
                  <a:pt x="761775" y="83485"/>
                </a:lnTo>
                <a:lnTo>
                  <a:pt x="761260" y="83126"/>
                </a:lnTo>
                <a:lnTo>
                  <a:pt x="760733" y="82774"/>
                </a:lnTo>
                <a:lnTo>
                  <a:pt x="760194" y="82430"/>
                </a:lnTo>
                <a:lnTo>
                  <a:pt x="759641" y="82093"/>
                </a:lnTo>
                <a:lnTo>
                  <a:pt x="759077" y="81763"/>
                </a:lnTo>
                <a:lnTo>
                  <a:pt x="758500" y="81440"/>
                </a:lnTo>
                <a:lnTo>
                  <a:pt x="757910" y="81125"/>
                </a:lnTo>
                <a:lnTo>
                  <a:pt x="757308" y="80816"/>
                </a:lnTo>
                <a:lnTo>
                  <a:pt x="756694" y="80513"/>
                </a:lnTo>
                <a:lnTo>
                  <a:pt x="756068" y="80214"/>
                </a:lnTo>
                <a:lnTo>
                  <a:pt x="755429" y="79918"/>
                </a:lnTo>
                <a:lnTo>
                  <a:pt x="754779" y="79626"/>
                </a:lnTo>
                <a:lnTo>
                  <a:pt x="754117" y="79337"/>
                </a:lnTo>
                <a:lnTo>
                  <a:pt x="753443" y="79052"/>
                </a:lnTo>
                <a:lnTo>
                  <a:pt x="752757" y="78770"/>
                </a:lnTo>
                <a:lnTo>
                  <a:pt x="752058" y="78492"/>
                </a:lnTo>
                <a:lnTo>
                  <a:pt x="751348" y="78217"/>
                </a:lnTo>
                <a:lnTo>
                  <a:pt x="750626" y="77946"/>
                </a:lnTo>
                <a:lnTo>
                  <a:pt x="749892" y="77678"/>
                </a:lnTo>
                <a:lnTo>
                  <a:pt x="749146" y="77414"/>
                </a:lnTo>
                <a:lnTo>
                  <a:pt x="748387" y="77153"/>
                </a:lnTo>
                <a:lnTo>
                  <a:pt x="747617" y="76896"/>
                </a:lnTo>
                <a:lnTo>
                  <a:pt x="746835" y="76642"/>
                </a:lnTo>
                <a:lnTo>
                  <a:pt x="746041" y="76392"/>
                </a:lnTo>
                <a:lnTo>
                  <a:pt x="745235" y="76146"/>
                </a:lnTo>
                <a:lnTo>
                  <a:pt x="744417" y="75903"/>
                </a:lnTo>
                <a:lnTo>
                  <a:pt x="743587" y="75663"/>
                </a:lnTo>
                <a:lnTo>
                  <a:pt x="742745" y="75427"/>
                </a:lnTo>
                <a:lnTo>
                  <a:pt x="741891" y="75195"/>
                </a:lnTo>
                <a:lnTo>
                  <a:pt x="741025" y="74966"/>
                </a:lnTo>
                <a:lnTo>
                  <a:pt x="740147" y="74740"/>
                </a:lnTo>
                <a:lnTo>
                  <a:pt x="739257" y="74519"/>
                </a:lnTo>
                <a:lnTo>
                  <a:pt x="738442" y="74316"/>
                </a:lnTo>
                <a:lnTo>
                  <a:pt x="737641" y="74114"/>
                </a:lnTo>
                <a:lnTo>
                  <a:pt x="736854" y="73913"/>
                </a:lnTo>
                <a:lnTo>
                  <a:pt x="736081" y="73713"/>
                </a:lnTo>
                <a:lnTo>
                  <a:pt x="735322" y="73514"/>
                </a:lnTo>
                <a:lnTo>
                  <a:pt x="734577" y="73315"/>
                </a:lnTo>
                <a:lnTo>
                  <a:pt x="733847" y="73118"/>
                </a:lnTo>
                <a:lnTo>
                  <a:pt x="733130" y="72921"/>
                </a:lnTo>
                <a:lnTo>
                  <a:pt x="732427" y="72726"/>
                </a:lnTo>
                <a:lnTo>
                  <a:pt x="731739" y="72531"/>
                </a:lnTo>
                <a:lnTo>
                  <a:pt x="731064" y="72337"/>
                </a:lnTo>
                <a:lnTo>
                  <a:pt x="730403" y="72144"/>
                </a:lnTo>
                <a:lnTo>
                  <a:pt x="729757" y="71952"/>
                </a:lnTo>
                <a:lnTo>
                  <a:pt x="729125" y="71761"/>
                </a:lnTo>
                <a:lnTo>
                  <a:pt x="728506" y="71571"/>
                </a:lnTo>
                <a:lnTo>
                  <a:pt x="727902" y="71381"/>
                </a:lnTo>
                <a:lnTo>
                  <a:pt x="727311" y="71193"/>
                </a:lnTo>
                <a:lnTo>
                  <a:pt x="726735" y="71005"/>
                </a:lnTo>
                <a:lnTo>
                  <a:pt x="726173" y="70818"/>
                </a:lnTo>
                <a:lnTo>
                  <a:pt x="725625" y="70632"/>
                </a:lnTo>
                <a:lnTo>
                  <a:pt x="725091" y="70447"/>
                </a:lnTo>
                <a:lnTo>
                  <a:pt x="724571" y="70263"/>
                </a:lnTo>
                <a:lnTo>
                  <a:pt x="724064" y="70080"/>
                </a:lnTo>
                <a:lnTo>
                  <a:pt x="723572" y="69898"/>
                </a:lnTo>
                <a:lnTo>
                  <a:pt x="723093" y="69715"/>
                </a:lnTo>
                <a:lnTo>
                  <a:pt x="722626" y="69530"/>
                </a:lnTo>
                <a:lnTo>
                  <a:pt x="722170" y="69343"/>
                </a:lnTo>
                <a:lnTo>
                  <a:pt x="721726" y="69154"/>
                </a:lnTo>
                <a:lnTo>
                  <a:pt x="721293" y="68963"/>
                </a:lnTo>
                <a:lnTo>
                  <a:pt x="720872" y="68770"/>
                </a:lnTo>
                <a:lnTo>
                  <a:pt x="720463" y="68575"/>
                </a:lnTo>
                <a:lnTo>
                  <a:pt x="720065" y="68379"/>
                </a:lnTo>
                <a:lnTo>
                  <a:pt x="719679" y="68180"/>
                </a:lnTo>
                <a:lnTo>
                  <a:pt x="719305" y="67980"/>
                </a:lnTo>
                <a:lnTo>
                  <a:pt x="718942" y="67777"/>
                </a:lnTo>
                <a:lnTo>
                  <a:pt x="718591" y="67573"/>
                </a:lnTo>
                <a:lnTo>
                  <a:pt x="718252" y="67366"/>
                </a:lnTo>
                <a:lnTo>
                  <a:pt x="717924" y="67158"/>
                </a:lnTo>
                <a:lnTo>
                  <a:pt x="717608" y="66948"/>
                </a:lnTo>
                <a:lnTo>
                  <a:pt x="717303" y="66736"/>
                </a:lnTo>
                <a:lnTo>
                  <a:pt x="717010" y="66522"/>
                </a:lnTo>
                <a:lnTo>
                  <a:pt x="716729" y="66306"/>
                </a:lnTo>
                <a:lnTo>
                  <a:pt x="716460" y="66088"/>
                </a:lnTo>
                <a:lnTo>
                  <a:pt x="716202" y="65868"/>
                </a:lnTo>
                <a:lnTo>
                  <a:pt x="715955" y="65646"/>
                </a:lnTo>
                <a:lnTo>
                  <a:pt x="715721" y="65422"/>
                </a:lnTo>
                <a:lnTo>
                  <a:pt x="715498" y="65196"/>
                </a:lnTo>
                <a:lnTo>
                  <a:pt x="715286" y="64969"/>
                </a:lnTo>
                <a:lnTo>
                  <a:pt x="715085" y="64738"/>
                </a:lnTo>
                <a:lnTo>
                  <a:pt x="714893" y="64503"/>
                </a:lnTo>
                <a:lnTo>
                  <a:pt x="714708" y="64264"/>
                </a:lnTo>
                <a:lnTo>
                  <a:pt x="714533" y="64020"/>
                </a:lnTo>
                <a:lnTo>
                  <a:pt x="714366" y="63773"/>
                </a:lnTo>
                <a:lnTo>
                  <a:pt x="714208" y="63521"/>
                </a:lnTo>
                <a:lnTo>
                  <a:pt x="714058" y="63265"/>
                </a:lnTo>
                <a:lnTo>
                  <a:pt x="713916" y="63004"/>
                </a:lnTo>
                <a:lnTo>
                  <a:pt x="713784" y="62740"/>
                </a:lnTo>
                <a:lnTo>
                  <a:pt x="713660" y="62471"/>
                </a:lnTo>
                <a:lnTo>
                  <a:pt x="713544" y="62198"/>
                </a:lnTo>
                <a:lnTo>
                  <a:pt x="713437" y="61921"/>
                </a:lnTo>
                <a:lnTo>
                  <a:pt x="713338" y="61639"/>
                </a:lnTo>
                <a:lnTo>
                  <a:pt x="713249" y="61354"/>
                </a:lnTo>
                <a:lnTo>
                  <a:pt x="713167" y="61064"/>
                </a:lnTo>
                <a:lnTo>
                  <a:pt x="713094" y="60769"/>
                </a:lnTo>
                <a:lnTo>
                  <a:pt x="713030" y="60471"/>
                </a:lnTo>
                <a:lnTo>
                  <a:pt x="712974" y="60168"/>
                </a:lnTo>
                <a:lnTo>
                  <a:pt x="712927" y="59862"/>
                </a:lnTo>
                <a:lnTo>
                  <a:pt x="712889" y="59551"/>
                </a:lnTo>
                <a:lnTo>
                  <a:pt x="712859" y="59235"/>
                </a:lnTo>
                <a:lnTo>
                  <a:pt x="712837" y="58916"/>
                </a:lnTo>
                <a:lnTo>
                  <a:pt x="712825" y="58592"/>
                </a:lnTo>
                <a:lnTo>
                  <a:pt x="712820" y="58264"/>
                </a:lnTo>
                <a:lnTo>
                  <a:pt x="712830" y="57679"/>
                </a:lnTo>
                <a:lnTo>
                  <a:pt x="712859" y="57107"/>
                </a:lnTo>
                <a:lnTo>
                  <a:pt x="712907" y="56549"/>
                </a:lnTo>
                <a:lnTo>
                  <a:pt x="712974" y="56003"/>
                </a:lnTo>
                <a:lnTo>
                  <a:pt x="713060" y="55470"/>
                </a:lnTo>
                <a:lnTo>
                  <a:pt x="713166" y="54951"/>
                </a:lnTo>
                <a:lnTo>
                  <a:pt x="713290" y="54444"/>
                </a:lnTo>
                <a:lnTo>
                  <a:pt x="713434" y="53951"/>
                </a:lnTo>
                <a:lnTo>
                  <a:pt x="713597" y="53470"/>
                </a:lnTo>
                <a:lnTo>
                  <a:pt x="713779" y="53003"/>
                </a:lnTo>
                <a:lnTo>
                  <a:pt x="713981" y="52549"/>
                </a:lnTo>
                <a:lnTo>
                  <a:pt x="714201" y="52107"/>
                </a:lnTo>
                <a:lnTo>
                  <a:pt x="714441" y="51679"/>
                </a:lnTo>
                <a:lnTo>
                  <a:pt x="714700" y="51264"/>
                </a:lnTo>
                <a:lnTo>
                  <a:pt x="714978" y="50862"/>
                </a:lnTo>
                <a:lnTo>
                  <a:pt x="715275" y="50473"/>
                </a:lnTo>
                <a:lnTo>
                  <a:pt x="715592" y="50097"/>
                </a:lnTo>
                <a:lnTo>
                  <a:pt x="715928" y="49734"/>
                </a:lnTo>
                <a:lnTo>
                  <a:pt x="716282" y="49384"/>
                </a:lnTo>
                <a:lnTo>
                  <a:pt x="716656" y="49047"/>
                </a:lnTo>
                <a:lnTo>
                  <a:pt x="717050" y="48723"/>
                </a:lnTo>
                <a:lnTo>
                  <a:pt x="717462" y="48412"/>
                </a:lnTo>
                <a:lnTo>
                  <a:pt x="717894" y="48114"/>
                </a:lnTo>
                <a:lnTo>
                  <a:pt x="718344" y="47829"/>
                </a:lnTo>
                <a:lnTo>
                  <a:pt x="718811" y="47557"/>
                </a:lnTo>
                <a:lnTo>
                  <a:pt x="719288" y="47296"/>
                </a:lnTo>
                <a:lnTo>
                  <a:pt x="719778" y="47046"/>
                </a:lnTo>
                <a:lnTo>
                  <a:pt x="720279" y="46808"/>
                </a:lnTo>
                <a:lnTo>
                  <a:pt x="720792" y="46582"/>
                </a:lnTo>
                <a:lnTo>
                  <a:pt x="721316" y="46368"/>
                </a:lnTo>
                <a:lnTo>
                  <a:pt x="721852" y="46165"/>
                </a:lnTo>
                <a:lnTo>
                  <a:pt x="722400" y="45973"/>
                </a:lnTo>
                <a:lnTo>
                  <a:pt x="722959" y="45793"/>
                </a:lnTo>
                <a:lnTo>
                  <a:pt x="723530" y="45625"/>
                </a:lnTo>
                <a:lnTo>
                  <a:pt x="724113" y="45468"/>
                </a:lnTo>
                <a:lnTo>
                  <a:pt x="724707" y="45323"/>
                </a:lnTo>
                <a:lnTo>
                  <a:pt x="725313" y="45190"/>
                </a:lnTo>
                <a:lnTo>
                  <a:pt x="725930" y="45068"/>
                </a:lnTo>
                <a:lnTo>
                  <a:pt x="726559" y="44958"/>
                </a:lnTo>
                <a:lnTo>
                  <a:pt x="727200" y="44859"/>
                </a:lnTo>
                <a:lnTo>
                  <a:pt x="727853" y="44772"/>
                </a:lnTo>
                <a:lnTo>
                  <a:pt x="728517" y="44697"/>
                </a:lnTo>
                <a:lnTo>
                  <a:pt x="729193" y="44633"/>
                </a:lnTo>
                <a:lnTo>
                  <a:pt x="729880" y="44581"/>
                </a:lnTo>
                <a:lnTo>
                  <a:pt x="730579" y="44540"/>
                </a:lnTo>
                <a:lnTo>
                  <a:pt x="731290" y="44511"/>
                </a:lnTo>
                <a:lnTo>
                  <a:pt x="732012" y="44494"/>
                </a:lnTo>
                <a:lnTo>
                  <a:pt x="732746" y="44488"/>
                </a:lnTo>
                <a:lnTo>
                  <a:pt x="733473" y="44496"/>
                </a:lnTo>
                <a:lnTo>
                  <a:pt x="734191" y="44519"/>
                </a:lnTo>
                <a:lnTo>
                  <a:pt x="734899" y="44557"/>
                </a:lnTo>
                <a:lnTo>
                  <a:pt x="735599" y="44612"/>
                </a:lnTo>
                <a:lnTo>
                  <a:pt x="736289" y="44681"/>
                </a:lnTo>
                <a:lnTo>
                  <a:pt x="736969" y="44766"/>
                </a:lnTo>
                <a:lnTo>
                  <a:pt x="737641" y="44867"/>
                </a:lnTo>
                <a:lnTo>
                  <a:pt x="738303" y="44983"/>
                </a:lnTo>
                <a:lnTo>
                  <a:pt x="738956" y="45114"/>
                </a:lnTo>
                <a:lnTo>
                  <a:pt x="739600" y="45261"/>
                </a:lnTo>
                <a:lnTo>
                  <a:pt x="740234" y="45423"/>
                </a:lnTo>
                <a:lnTo>
                  <a:pt x="740860" y="45601"/>
                </a:lnTo>
                <a:lnTo>
                  <a:pt x="741476" y="45794"/>
                </a:lnTo>
                <a:lnTo>
                  <a:pt x="742082" y="46003"/>
                </a:lnTo>
                <a:lnTo>
                  <a:pt x="742680" y="46227"/>
                </a:lnTo>
                <a:lnTo>
                  <a:pt x="743268" y="46466"/>
                </a:lnTo>
                <a:lnTo>
                  <a:pt x="743847" y="46721"/>
                </a:lnTo>
                <a:lnTo>
                  <a:pt x="744417" y="46992"/>
                </a:lnTo>
                <a:lnTo>
                  <a:pt x="744977" y="47278"/>
                </a:lnTo>
                <a:lnTo>
                  <a:pt x="745529" y="47579"/>
                </a:lnTo>
                <a:lnTo>
                  <a:pt x="746071" y="47896"/>
                </a:lnTo>
                <a:lnTo>
                  <a:pt x="746603" y="48228"/>
                </a:lnTo>
                <a:lnTo>
                  <a:pt x="747127" y="48576"/>
                </a:lnTo>
                <a:lnTo>
                  <a:pt x="747641" y="48939"/>
                </a:lnTo>
                <a:lnTo>
                  <a:pt x="748140" y="49321"/>
                </a:lnTo>
                <a:lnTo>
                  <a:pt x="748618" y="49725"/>
                </a:lnTo>
                <a:lnTo>
                  <a:pt x="749075" y="50151"/>
                </a:lnTo>
                <a:lnTo>
                  <a:pt x="749510" y="50598"/>
                </a:lnTo>
                <a:lnTo>
                  <a:pt x="749924" y="51068"/>
                </a:lnTo>
                <a:lnTo>
                  <a:pt x="750317" y="51560"/>
                </a:lnTo>
                <a:lnTo>
                  <a:pt x="750689" y="52073"/>
                </a:lnTo>
                <a:lnTo>
                  <a:pt x="751039" y="52609"/>
                </a:lnTo>
                <a:lnTo>
                  <a:pt x="751368" y="53166"/>
                </a:lnTo>
                <a:lnTo>
                  <a:pt x="751676" y="53745"/>
                </a:lnTo>
                <a:lnTo>
                  <a:pt x="751963" y="54346"/>
                </a:lnTo>
                <a:lnTo>
                  <a:pt x="752228" y="54970"/>
                </a:lnTo>
                <a:lnTo>
                  <a:pt x="752472" y="55615"/>
                </a:lnTo>
                <a:lnTo>
                  <a:pt x="752695" y="56282"/>
                </a:lnTo>
                <a:lnTo>
                  <a:pt x="752897" y="56971"/>
                </a:lnTo>
                <a:lnTo>
                  <a:pt x="753078" y="57681"/>
                </a:lnTo>
                <a:lnTo>
                  <a:pt x="753237" y="58414"/>
                </a:lnTo>
                <a:lnTo>
                  <a:pt x="753375" y="59169"/>
                </a:lnTo>
                <a:lnTo>
                  <a:pt x="753492" y="59946"/>
                </a:lnTo>
                <a:lnTo>
                  <a:pt x="753587" y="60744"/>
                </a:lnTo>
                <a:lnTo>
                  <a:pt x="753662" y="61565"/>
                </a:lnTo>
                <a:lnTo>
                  <a:pt x="753715" y="62407"/>
                </a:lnTo>
                <a:lnTo>
                  <a:pt x="753747" y="63272"/>
                </a:lnTo>
                <a:lnTo>
                  <a:pt x="753757" y="64158"/>
                </a:lnTo>
                <a:lnTo>
                  <a:pt x="769737" y="64158"/>
                </a:lnTo>
                <a:lnTo>
                  <a:pt x="769732" y="63451"/>
                </a:lnTo>
                <a:lnTo>
                  <a:pt x="769717" y="62753"/>
                </a:lnTo>
                <a:lnTo>
                  <a:pt x="769691" y="62063"/>
                </a:lnTo>
                <a:lnTo>
                  <a:pt x="769655" y="61381"/>
                </a:lnTo>
                <a:lnTo>
                  <a:pt x="769609" y="60709"/>
                </a:lnTo>
                <a:lnTo>
                  <a:pt x="769552" y="60044"/>
                </a:lnTo>
                <a:lnTo>
                  <a:pt x="769486" y="59388"/>
                </a:lnTo>
                <a:lnTo>
                  <a:pt x="769408" y="58740"/>
                </a:lnTo>
                <a:lnTo>
                  <a:pt x="769321" y="58101"/>
                </a:lnTo>
                <a:lnTo>
                  <a:pt x="769224" y="57471"/>
                </a:lnTo>
                <a:lnTo>
                  <a:pt x="769116" y="56849"/>
                </a:lnTo>
                <a:lnTo>
                  <a:pt x="768997" y="56235"/>
                </a:lnTo>
                <a:lnTo>
                  <a:pt x="768869" y="55630"/>
                </a:lnTo>
                <a:lnTo>
                  <a:pt x="768730" y="55033"/>
                </a:lnTo>
                <a:lnTo>
                  <a:pt x="768581" y="54445"/>
                </a:lnTo>
                <a:lnTo>
                  <a:pt x="768422" y="53865"/>
                </a:lnTo>
                <a:lnTo>
                  <a:pt x="768253" y="53293"/>
                </a:lnTo>
                <a:lnTo>
                  <a:pt x="768073" y="52731"/>
                </a:lnTo>
                <a:lnTo>
                  <a:pt x="767883" y="52176"/>
                </a:lnTo>
                <a:lnTo>
                  <a:pt x="767682" y="51630"/>
                </a:lnTo>
                <a:lnTo>
                  <a:pt x="767472" y="51093"/>
                </a:lnTo>
                <a:lnTo>
                  <a:pt x="767251" y="50564"/>
                </a:lnTo>
                <a:lnTo>
                  <a:pt x="767019" y="50043"/>
                </a:lnTo>
                <a:lnTo>
                  <a:pt x="766778" y="49531"/>
                </a:lnTo>
                <a:lnTo>
                  <a:pt x="766528" y="49027"/>
                </a:lnTo>
                <a:lnTo>
                  <a:pt x="766270" y="48531"/>
                </a:lnTo>
                <a:lnTo>
                  <a:pt x="766005" y="48042"/>
                </a:lnTo>
                <a:lnTo>
                  <a:pt x="765733" y="47562"/>
                </a:lnTo>
                <a:lnTo>
                  <a:pt x="765453" y="47089"/>
                </a:lnTo>
                <a:lnTo>
                  <a:pt x="765166" y="46624"/>
                </a:lnTo>
                <a:lnTo>
                  <a:pt x="764871" y="46166"/>
                </a:lnTo>
                <a:lnTo>
                  <a:pt x="764570" y="45717"/>
                </a:lnTo>
                <a:lnTo>
                  <a:pt x="764260" y="45275"/>
                </a:lnTo>
                <a:lnTo>
                  <a:pt x="763944" y="44840"/>
                </a:lnTo>
                <a:lnTo>
                  <a:pt x="763620" y="44414"/>
                </a:lnTo>
                <a:lnTo>
                  <a:pt x="763289" y="43995"/>
                </a:lnTo>
                <a:lnTo>
                  <a:pt x="762950" y="43585"/>
                </a:lnTo>
                <a:lnTo>
                  <a:pt x="762604" y="43182"/>
                </a:lnTo>
                <a:lnTo>
                  <a:pt x="762250" y="42786"/>
                </a:lnTo>
                <a:lnTo>
                  <a:pt x="761890" y="42399"/>
                </a:lnTo>
                <a:lnTo>
                  <a:pt x="761522" y="42019"/>
                </a:lnTo>
                <a:lnTo>
                  <a:pt x="761146" y="41647"/>
                </a:lnTo>
                <a:lnTo>
                  <a:pt x="760763" y="41282"/>
                </a:lnTo>
                <a:lnTo>
                  <a:pt x="760373" y="40926"/>
                </a:lnTo>
                <a:lnTo>
                  <a:pt x="759976" y="40577"/>
                </a:lnTo>
                <a:lnTo>
                  <a:pt x="759571" y="40236"/>
                </a:lnTo>
                <a:lnTo>
                  <a:pt x="759158" y="39903"/>
                </a:lnTo>
                <a:lnTo>
                  <a:pt x="758739" y="39577"/>
                </a:lnTo>
                <a:lnTo>
                  <a:pt x="758313" y="39259"/>
                </a:lnTo>
                <a:lnTo>
                  <a:pt x="757881" y="38948"/>
                </a:lnTo>
                <a:lnTo>
                  <a:pt x="757444" y="38644"/>
                </a:lnTo>
                <a:lnTo>
                  <a:pt x="757001" y="38346"/>
                </a:lnTo>
                <a:lnTo>
                  <a:pt x="756553" y="38056"/>
                </a:lnTo>
                <a:lnTo>
                  <a:pt x="756100" y="37773"/>
                </a:lnTo>
                <a:lnTo>
                  <a:pt x="755641" y="37497"/>
                </a:lnTo>
                <a:lnTo>
                  <a:pt x="755177" y="37228"/>
                </a:lnTo>
                <a:lnTo>
                  <a:pt x="754707" y="36967"/>
                </a:lnTo>
                <a:lnTo>
                  <a:pt x="754231" y="36712"/>
                </a:lnTo>
                <a:lnTo>
                  <a:pt x="753750" y="36464"/>
                </a:lnTo>
                <a:lnTo>
                  <a:pt x="753264" y="36224"/>
                </a:lnTo>
                <a:lnTo>
                  <a:pt x="752772" y="35990"/>
                </a:lnTo>
                <a:lnTo>
                  <a:pt x="752275" y="35763"/>
                </a:lnTo>
                <a:lnTo>
                  <a:pt x="751772" y="35544"/>
                </a:lnTo>
                <a:lnTo>
                  <a:pt x="751264" y="35332"/>
                </a:lnTo>
                <a:lnTo>
                  <a:pt x="750750" y="35126"/>
                </a:lnTo>
                <a:lnTo>
                  <a:pt x="750231" y="34928"/>
                </a:lnTo>
                <a:lnTo>
                  <a:pt x="749706" y="34737"/>
                </a:lnTo>
                <a:lnTo>
                  <a:pt x="749176" y="34553"/>
                </a:lnTo>
                <a:lnTo>
                  <a:pt x="748640" y="34376"/>
                </a:lnTo>
                <a:lnTo>
                  <a:pt x="748099" y="34206"/>
                </a:lnTo>
                <a:lnTo>
                  <a:pt x="747552" y="34043"/>
                </a:lnTo>
                <a:lnTo>
                  <a:pt x="747000" y="33887"/>
                </a:lnTo>
                <a:lnTo>
                  <a:pt x="746444" y="33738"/>
                </a:lnTo>
                <a:lnTo>
                  <a:pt x="745884" y="33595"/>
                </a:lnTo>
                <a:lnTo>
                  <a:pt x="745321" y="33458"/>
                </a:lnTo>
                <a:lnTo>
                  <a:pt x="744755" y="33328"/>
                </a:lnTo>
                <a:lnTo>
                  <a:pt x="744185" y="33205"/>
                </a:lnTo>
                <a:lnTo>
                  <a:pt x="743612" y="33087"/>
                </a:lnTo>
                <a:lnTo>
                  <a:pt x="743036" y="32976"/>
                </a:lnTo>
                <a:lnTo>
                  <a:pt x="742457" y="32871"/>
                </a:lnTo>
                <a:lnTo>
                  <a:pt x="741875" y="32773"/>
                </a:lnTo>
                <a:lnTo>
                  <a:pt x="741289" y="32681"/>
                </a:lnTo>
                <a:lnTo>
                  <a:pt x="740700" y="32595"/>
                </a:lnTo>
                <a:lnTo>
                  <a:pt x="740107" y="32516"/>
                </a:lnTo>
                <a:lnTo>
                  <a:pt x="739512" y="32443"/>
                </a:lnTo>
                <a:lnTo>
                  <a:pt x="738913" y="32376"/>
                </a:lnTo>
                <a:lnTo>
                  <a:pt x="738311" y="32316"/>
                </a:lnTo>
                <a:lnTo>
                  <a:pt x="737706" y="32262"/>
                </a:lnTo>
                <a:lnTo>
                  <a:pt x="737097" y="32214"/>
                </a:lnTo>
                <a:lnTo>
                  <a:pt x="736485" y="32173"/>
                </a:lnTo>
                <a:lnTo>
                  <a:pt x="735870" y="32138"/>
                </a:lnTo>
                <a:lnTo>
                  <a:pt x="735252" y="32110"/>
                </a:lnTo>
                <a:lnTo>
                  <a:pt x="734630" y="32087"/>
                </a:lnTo>
                <a:lnTo>
                  <a:pt x="734006" y="32072"/>
                </a:lnTo>
                <a:lnTo>
                  <a:pt x="733378" y="32062"/>
                </a:lnTo>
                <a:lnTo>
                  <a:pt x="732746" y="32059"/>
                </a:lnTo>
                <a:lnTo>
                  <a:pt x="732107" y="32062"/>
                </a:lnTo>
                <a:lnTo>
                  <a:pt x="731471" y="32071"/>
                </a:lnTo>
                <a:lnTo>
                  <a:pt x="730840" y="32085"/>
                </a:lnTo>
                <a:lnTo>
                  <a:pt x="730212" y="32106"/>
                </a:lnTo>
                <a:lnTo>
                  <a:pt x="729587" y="32132"/>
                </a:lnTo>
                <a:lnTo>
                  <a:pt x="728967" y="32164"/>
                </a:lnTo>
                <a:lnTo>
                  <a:pt x="728350" y="32202"/>
                </a:lnTo>
                <a:lnTo>
                  <a:pt x="727737" y="32245"/>
                </a:lnTo>
                <a:lnTo>
                  <a:pt x="727128" y="32295"/>
                </a:lnTo>
                <a:lnTo>
                  <a:pt x="726523" y="32350"/>
                </a:lnTo>
                <a:lnTo>
                  <a:pt x="725921" y="32411"/>
                </a:lnTo>
                <a:lnTo>
                  <a:pt x="725323" y="32478"/>
                </a:lnTo>
                <a:lnTo>
                  <a:pt x="724729" y="32551"/>
                </a:lnTo>
                <a:lnTo>
                  <a:pt x="724139" y="32630"/>
                </a:lnTo>
                <a:lnTo>
                  <a:pt x="723552" y="32714"/>
                </a:lnTo>
                <a:lnTo>
                  <a:pt x="722970" y="32804"/>
                </a:lnTo>
                <a:lnTo>
                  <a:pt x="722391" y="32900"/>
                </a:lnTo>
                <a:lnTo>
                  <a:pt x="721815" y="33002"/>
                </a:lnTo>
                <a:lnTo>
                  <a:pt x="721244" y="33110"/>
                </a:lnTo>
                <a:lnTo>
                  <a:pt x="720676" y="33223"/>
                </a:lnTo>
                <a:lnTo>
                  <a:pt x="720112" y="33343"/>
                </a:lnTo>
                <a:lnTo>
                  <a:pt x="719552" y="33468"/>
                </a:lnTo>
                <a:lnTo>
                  <a:pt x="718996" y="33599"/>
                </a:lnTo>
                <a:lnTo>
                  <a:pt x="718443" y="33736"/>
                </a:lnTo>
                <a:lnTo>
                  <a:pt x="717895" y="33878"/>
                </a:lnTo>
                <a:lnTo>
                  <a:pt x="717353" y="34027"/>
                </a:lnTo>
                <a:lnTo>
                  <a:pt x="716818" y="34181"/>
                </a:lnTo>
                <a:lnTo>
                  <a:pt x="716288" y="34340"/>
                </a:lnTo>
                <a:lnTo>
                  <a:pt x="715764" y="34506"/>
                </a:lnTo>
                <a:lnTo>
                  <a:pt x="715246" y="34678"/>
                </a:lnTo>
                <a:lnTo>
                  <a:pt x="714735" y="34855"/>
                </a:lnTo>
                <a:lnTo>
                  <a:pt x="714229" y="35038"/>
                </a:lnTo>
                <a:lnTo>
                  <a:pt x="713729" y="35228"/>
                </a:lnTo>
                <a:lnTo>
                  <a:pt x="713235" y="35422"/>
                </a:lnTo>
                <a:lnTo>
                  <a:pt x="712747" y="35623"/>
                </a:lnTo>
                <a:lnTo>
                  <a:pt x="712266" y="35830"/>
                </a:lnTo>
                <a:lnTo>
                  <a:pt x="711790" y="36042"/>
                </a:lnTo>
                <a:lnTo>
                  <a:pt x="711320" y="36260"/>
                </a:lnTo>
                <a:lnTo>
                  <a:pt x="710856" y="36484"/>
                </a:lnTo>
                <a:lnTo>
                  <a:pt x="710398" y="36714"/>
                </a:lnTo>
                <a:lnTo>
                  <a:pt x="709946" y="36950"/>
                </a:lnTo>
                <a:lnTo>
                  <a:pt x="709500" y="37192"/>
                </a:lnTo>
                <a:lnTo>
                  <a:pt x="709061" y="37439"/>
                </a:lnTo>
                <a:lnTo>
                  <a:pt x="708627" y="37692"/>
                </a:lnTo>
                <a:lnTo>
                  <a:pt x="708199" y="37951"/>
                </a:lnTo>
                <a:lnTo>
                  <a:pt x="707777" y="38216"/>
                </a:lnTo>
                <a:lnTo>
                  <a:pt x="707361" y="38487"/>
                </a:lnTo>
                <a:lnTo>
                  <a:pt x="706951" y="38764"/>
                </a:lnTo>
                <a:lnTo>
                  <a:pt x="706548" y="39046"/>
                </a:lnTo>
                <a:lnTo>
                  <a:pt x="706152" y="39334"/>
                </a:lnTo>
                <a:lnTo>
                  <a:pt x="705764" y="39627"/>
                </a:lnTo>
                <a:lnTo>
                  <a:pt x="705384" y="39927"/>
                </a:lnTo>
                <a:lnTo>
                  <a:pt x="705011" y="40233"/>
                </a:lnTo>
                <a:lnTo>
                  <a:pt x="704645" y="40544"/>
                </a:lnTo>
                <a:lnTo>
                  <a:pt x="704287" y="40861"/>
                </a:lnTo>
                <a:lnTo>
                  <a:pt x="703937" y="41184"/>
                </a:lnTo>
                <a:lnTo>
                  <a:pt x="703594" y="41512"/>
                </a:lnTo>
                <a:lnTo>
                  <a:pt x="703259" y="41847"/>
                </a:lnTo>
                <a:lnTo>
                  <a:pt x="702931" y="42187"/>
                </a:lnTo>
                <a:lnTo>
                  <a:pt x="702611" y="42534"/>
                </a:lnTo>
                <a:lnTo>
                  <a:pt x="702298" y="42886"/>
                </a:lnTo>
                <a:lnTo>
                  <a:pt x="701993" y="43243"/>
                </a:lnTo>
                <a:lnTo>
                  <a:pt x="701695" y="43607"/>
                </a:lnTo>
                <a:lnTo>
                  <a:pt x="701405" y="43977"/>
                </a:lnTo>
                <a:lnTo>
                  <a:pt x="701123" y="44352"/>
                </a:lnTo>
                <a:lnTo>
                  <a:pt x="700848" y="44733"/>
                </a:lnTo>
                <a:lnTo>
                  <a:pt x="700580" y="45120"/>
                </a:lnTo>
                <a:lnTo>
                  <a:pt x="700320" y="45513"/>
                </a:lnTo>
                <a:lnTo>
                  <a:pt x="700068" y="45911"/>
                </a:lnTo>
                <a:lnTo>
                  <a:pt x="699823" y="46316"/>
                </a:lnTo>
                <a:lnTo>
                  <a:pt x="699585" y="46726"/>
                </a:lnTo>
                <a:lnTo>
                  <a:pt x="699356" y="47142"/>
                </a:lnTo>
                <a:lnTo>
                  <a:pt x="699134" y="47564"/>
                </a:lnTo>
                <a:lnTo>
                  <a:pt x="698922" y="47991"/>
                </a:lnTo>
                <a:lnTo>
                  <a:pt x="698720" y="48424"/>
                </a:lnTo>
                <a:lnTo>
                  <a:pt x="698527" y="48862"/>
                </a:lnTo>
                <a:lnTo>
                  <a:pt x="698343" y="49305"/>
                </a:lnTo>
                <a:lnTo>
                  <a:pt x="698169" y="49754"/>
                </a:lnTo>
                <a:lnTo>
                  <a:pt x="698004" y="50209"/>
                </a:lnTo>
                <a:lnTo>
                  <a:pt x="697849" y="50669"/>
                </a:lnTo>
                <a:lnTo>
                  <a:pt x="697703" y="51134"/>
                </a:lnTo>
                <a:lnTo>
                  <a:pt x="697566" y="51605"/>
                </a:lnTo>
                <a:lnTo>
                  <a:pt x="697439" y="52082"/>
                </a:lnTo>
                <a:lnTo>
                  <a:pt x="697321" y="52564"/>
                </a:lnTo>
                <a:lnTo>
                  <a:pt x="697213" y="53051"/>
                </a:lnTo>
                <a:lnTo>
                  <a:pt x="697114" y="53544"/>
                </a:lnTo>
                <a:lnTo>
                  <a:pt x="697024" y="54042"/>
                </a:lnTo>
                <a:lnTo>
                  <a:pt x="696944" y="54546"/>
                </a:lnTo>
                <a:lnTo>
                  <a:pt x="696874" y="55055"/>
                </a:lnTo>
                <a:lnTo>
                  <a:pt x="696812" y="55570"/>
                </a:lnTo>
                <a:lnTo>
                  <a:pt x="696761" y="56090"/>
                </a:lnTo>
                <a:lnTo>
                  <a:pt x="696718" y="56615"/>
                </a:lnTo>
                <a:lnTo>
                  <a:pt x="696685" y="57147"/>
                </a:lnTo>
                <a:lnTo>
                  <a:pt x="696662" y="57683"/>
                </a:lnTo>
                <a:lnTo>
                  <a:pt x="696648" y="58225"/>
                </a:lnTo>
                <a:lnTo>
                  <a:pt x="696643" y="58773"/>
                </a:lnTo>
                <a:lnTo>
                  <a:pt x="696650" y="59470"/>
                </a:lnTo>
                <a:lnTo>
                  <a:pt x="696670" y="60158"/>
                </a:lnTo>
                <a:lnTo>
                  <a:pt x="696703" y="60835"/>
                </a:lnTo>
                <a:lnTo>
                  <a:pt x="696750" y="61503"/>
                </a:lnTo>
                <a:lnTo>
                  <a:pt x="696810" y="62160"/>
                </a:lnTo>
                <a:lnTo>
                  <a:pt x="696883" y="62807"/>
                </a:lnTo>
                <a:lnTo>
                  <a:pt x="696970" y="63444"/>
                </a:lnTo>
                <a:lnTo>
                  <a:pt x="697070" y="64072"/>
                </a:lnTo>
                <a:lnTo>
                  <a:pt x="697184" y="64689"/>
                </a:lnTo>
                <a:lnTo>
                  <a:pt x="697311" y="65296"/>
                </a:lnTo>
                <a:lnTo>
                  <a:pt x="697451" y="65893"/>
                </a:lnTo>
                <a:lnTo>
                  <a:pt x="697605" y="66480"/>
                </a:lnTo>
                <a:lnTo>
                  <a:pt x="697772" y="67057"/>
                </a:lnTo>
                <a:lnTo>
                  <a:pt x="697952" y="67624"/>
                </a:lnTo>
                <a:lnTo>
                  <a:pt x="698146" y="68181"/>
                </a:lnTo>
                <a:lnTo>
                  <a:pt x="698353" y="68727"/>
                </a:lnTo>
                <a:lnTo>
                  <a:pt x="698573" y="69264"/>
                </a:lnTo>
                <a:lnTo>
                  <a:pt x="698807" y="69791"/>
                </a:lnTo>
                <a:lnTo>
                  <a:pt x="699054" y="70307"/>
                </a:lnTo>
                <a:lnTo>
                  <a:pt x="699315" y="70814"/>
                </a:lnTo>
                <a:lnTo>
                  <a:pt x="699588" y="71311"/>
                </a:lnTo>
                <a:lnTo>
                  <a:pt x="699876" y="71797"/>
                </a:lnTo>
                <a:lnTo>
                  <a:pt x="700176" y="72273"/>
                </a:lnTo>
                <a:lnTo>
                  <a:pt x="700490" y="72740"/>
                </a:lnTo>
                <a:lnTo>
                  <a:pt x="700817" y="73198"/>
                </a:lnTo>
                <a:lnTo>
                  <a:pt x="701158" y="73649"/>
                </a:lnTo>
                <a:lnTo>
                  <a:pt x="701512" y="74094"/>
                </a:lnTo>
                <a:lnTo>
                  <a:pt x="701879" y="74532"/>
                </a:lnTo>
                <a:lnTo>
                  <a:pt x="702260" y="74963"/>
                </a:lnTo>
                <a:lnTo>
                  <a:pt x="702654" y="75387"/>
                </a:lnTo>
                <a:lnTo>
                  <a:pt x="703061" y="75805"/>
                </a:lnTo>
                <a:lnTo>
                  <a:pt x="703482" y="76216"/>
                </a:lnTo>
                <a:lnTo>
                  <a:pt x="703916" y="76621"/>
                </a:lnTo>
                <a:lnTo>
                  <a:pt x="704364" y="77018"/>
                </a:lnTo>
                <a:lnTo>
                  <a:pt x="704825" y="77409"/>
                </a:lnTo>
                <a:lnTo>
                  <a:pt x="705299" y="77794"/>
                </a:lnTo>
                <a:lnTo>
                  <a:pt x="705786" y="78171"/>
                </a:lnTo>
                <a:lnTo>
                  <a:pt x="706287" y="78542"/>
                </a:lnTo>
                <a:lnTo>
                  <a:pt x="706802" y="78906"/>
                </a:lnTo>
                <a:lnTo>
                  <a:pt x="707329" y="79264"/>
                </a:lnTo>
                <a:lnTo>
                  <a:pt x="707870" y="79615"/>
                </a:lnTo>
                <a:lnTo>
                  <a:pt x="708425" y="79959"/>
                </a:lnTo>
                <a:lnTo>
                  <a:pt x="708992" y="80296"/>
                </a:lnTo>
                <a:lnTo>
                  <a:pt x="709573" y="80627"/>
                </a:lnTo>
                <a:lnTo>
                  <a:pt x="710168" y="80951"/>
                </a:lnTo>
                <a:lnTo>
                  <a:pt x="710776" y="81268"/>
                </a:lnTo>
                <a:lnTo>
                  <a:pt x="711397" y="81579"/>
                </a:lnTo>
                <a:lnTo>
                  <a:pt x="712031" y="81883"/>
                </a:lnTo>
                <a:lnTo>
                  <a:pt x="712679" y="82182"/>
                </a:lnTo>
                <a:lnTo>
                  <a:pt x="713338" y="82477"/>
                </a:lnTo>
                <a:lnTo>
                  <a:pt x="714010" y="82770"/>
                </a:lnTo>
                <a:lnTo>
                  <a:pt x="714695" y="83060"/>
                </a:lnTo>
                <a:lnTo>
                  <a:pt x="715391" y="83347"/>
                </a:lnTo>
                <a:lnTo>
                  <a:pt x="716100" y="83631"/>
                </a:lnTo>
                <a:lnTo>
                  <a:pt x="716822" y="83912"/>
                </a:lnTo>
                <a:lnTo>
                  <a:pt x="717555" y="84190"/>
                </a:lnTo>
                <a:lnTo>
                  <a:pt x="718301" y="84465"/>
                </a:lnTo>
                <a:lnTo>
                  <a:pt x="719060" y="84736"/>
                </a:lnTo>
                <a:lnTo>
                  <a:pt x="719830" y="85005"/>
                </a:lnTo>
                <a:lnTo>
                  <a:pt x="720613" y="85271"/>
                </a:lnTo>
                <a:lnTo>
                  <a:pt x="721408" y="85534"/>
                </a:lnTo>
                <a:lnTo>
                  <a:pt x="722216" y="85794"/>
                </a:lnTo>
                <a:lnTo>
                  <a:pt x="723036" y="86051"/>
                </a:lnTo>
                <a:lnTo>
                  <a:pt x="723868" y="86305"/>
                </a:lnTo>
                <a:lnTo>
                  <a:pt x="724713" y="86556"/>
                </a:lnTo>
                <a:lnTo>
                  <a:pt x="725570" y="86804"/>
                </a:lnTo>
                <a:lnTo>
                  <a:pt x="726439" y="87049"/>
                </a:lnTo>
                <a:lnTo>
                  <a:pt x="727321" y="87291"/>
                </a:lnTo>
                <a:lnTo>
                  <a:pt x="728215" y="87531"/>
                </a:lnTo>
                <a:lnTo>
                  <a:pt x="729121" y="87767"/>
                </a:lnTo>
                <a:lnTo>
                  <a:pt x="730040" y="88000"/>
                </a:lnTo>
                <a:lnTo>
                  <a:pt x="730971" y="88230"/>
                </a:lnTo>
                <a:lnTo>
                  <a:pt x="732107" y="88509"/>
                </a:lnTo>
                <a:lnTo>
                  <a:pt x="733214" y="88790"/>
                </a:lnTo>
                <a:lnTo>
                  <a:pt x="734293" y="89071"/>
                </a:lnTo>
                <a:lnTo>
                  <a:pt x="735342" y="89353"/>
                </a:lnTo>
                <a:lnTo>
                  <a:pt x="736363" y="89635"/>
                </a:lnTo>
                <a:lnTo>
                  <a:pt x="737355" y="89918"/>
                </a:lnTo>
                <a:lnTo>
                  <a:pt x="738317" y="90202"/>
                </a:lnTo>
                <a:lnTo>
                  <a:pt x="739251" y="90487"/>
                </a:lnTo>
                <a:lnTo>
                  <a:pt x="740156" y="90772"/>
                </a:lnTo>
                <a:lnTo>
                  <a:pt x="741032" y="91058"/>
                </a:lnTo>
                <a:lnTo>
                  <a:pt x="741879" y="91345"/>
                </a:lnTo>
                <a:lnTo>
                  <a:pt x="742697" y="91632"/>
                </a:lnTo>
                <a:lnTo>
                  <a:pt x="743486" y="91920"/>
                </a:lnTo>
                <a:lnTo>
                  <a:pt x="744246" y="92209"/>
                </a:lnTo>
                <a:lnTo>
                  <a:pt x="744977" y="92499"/>
                </a:lnTo>
                <a:lnTo>
                  <a:pt x="745679" y="92789"/>
                </a:lnTo>
                <a:lnTo>
                  <a:pt x="746353" y="93080"/>
                </a:lnTo>
                <a:lnTo>
                  <a:pt x="746997" y="93372"/>
                </a:lnTo>
                <a:lnTo>
                  <a:pt x="747612" y="93665"/>
                </a:lnTo>
                <a:lnTo>
                  <a:pt x="748199" y="93958"/>
                </a:lnTo>
                <a:lnTo>
                  <a:pt x="748756" y="94252"/>
                </a:lnTo>
                <a:lnTo>
                  <a:pt x="749285" y="94547"/>
                </a:lnTo>
                <a:lnTo>
                  <a:pt x="749785" y="94842"/>
                </a:lnTo>
                <a:lnTo>
                  <a:pt x="750255" y="95138"/>
                </a:lnTo>
                <a:lnTo>
                  <a:pt x="750702" y="95441"/>
                </a:lnTo>
                <a:lnTo>
                  <a:pt x="751130" y="95756"/>
                </a:lnTo>
                <a:lnTo>
                  <a:pt x="751538" y="96085"/>
                </a:lnTo>
                <a:lnTo>
                  <a:pt x="751928" y="96427"/>
                </a:lnTo>
                <a:lnTo>
                  <a:pt x="752299" y="96782"/>
                </a:lnTo>
                <a:lnTo>
                  <a:pt x="752651" y="97150"/>
                </a:lnTo>
                <a:lnTo>
                  <a:pt x="752983" y="97531"/>
                </a:lnTo>
                <a:lnTo>
                  <a:pt x="753297" y="97925"/>
                </a:lnTo>
                <a:lnTo>
                  <a:pt x="753591" y="98332"/>
                </a:lnTo>
                <a:lnTo>
                  <a:pt x="753867" y="98753"/>
                </a:lnTo>
                <a:lnTo>
                  <a:pt x="754124" y="99186"/>
                </a:lnTo>
                <a:lnTo>
                  <a:pt x="754361" y="99632"/>
                </a:lnTo>
                <a:lnTo>
                  <a:pt x="754580" y="100092"/>
                </a:lnTo>
                <a:lnTo>
                  <a:pt x="754780" y="100564"/>
                </a:lnTo>
                <a:lnTo>
                  <a:pt x="754960" y="101050"/>
                </a:lnTo>
                <a:lnTo>
                  <a:pt x="755122" y="101548"/>
                </a:lnTo>
                <a:lnTo>
                  <a:pt x="755264" y="102060"/>
                </a:lnTo>
                <a:lnTo>
                  <a:pt x="755388" y="102585"/>
                </a:lnTo>
                <a:lnTo>
                  <a:pt x="755492" y="103122"/>
                </a:lnTo>
                <a:lnTo>
                  <a:pt x="755578" y="103673"/>
                </a:lnTo>
                <a:lnTo>
                  <a:pt x="755644" y="104237"/>
                </a:lnTo>
                <a:lnTo>
                  <a:pt x="755692" y="104814"/>
                </a:lnTo>
                <a:lnTo>
                  <a:pt x="755721" y="105404"/>
                </a:lnTo>
                <a:lnTo>
                  <a:pt x="755730" y="106007"/>
                </a:lnTo>
                <a:lnTo>
                  <a:pt x="755719" y="106726"/>
                </a:lnTo>
                <a:lnTo>
                  <a:pt x="755688" y="107427"/>
                </a:lnTo>
                <a:lnTo>
                  <a:pt x="755635" y="108112"/>
                </a:lnTo>
                <a:lnTo>
                  <a:pt x="755561" y="108779"/>
                </a:lnTo>
                <a:lnTo>
                  <a:pt x="755467" y="109429"/>
                </a:lnTo>
                <a:lnTo>
                  <a:pt x="755351" y="110062"/>
                </a:lnTo>
                <a:lnTo>
                  <a:pt x="755214" y="110678"/>
                </a:lnTo>
                <a:lnTo>
                  <a:pt x="755056" y="111277"/>
                </a:lnTo>
                <a:lnTo>
                  <a:pt x="754877" y="111858"/>
                </a:lnTo>
                <a:lnTo>
                  <a:pt x="754677" y="112423"/>
                </a:lnTo>
                <a:lnTo>
                  <a:pt x="754456" y="112970"/>
                </a:lnTo>
                <a:lnTo>
                  <a:pt x="754213" y="113500"/>
                </a:lnTo>
                <a:lnTo>
                  <a:pt x="753950" y="114013"/>
                </a:lnTo>
                <a:lnTo>
                  <a:pt x="753666" y="114509"/>
                </a:lnTo>
                <a:lnTo>
                  <a:pt x="753360" y="114988"/>
                </a:lnTo>
                <a:lnTo>
                  <a:pt x="753034" y="115449"/>
                </a:lnTo>
                <a:lnTo>
                  <a:pt x="752686" y="115894"/>
                </a:lnTo>
                <a:lnTo>
                  <a:pt x="752318" y="116321"/>
                </a:lnTo>
                <a:lnTo>
                  <a:pt x="751928" y="116732"/>
                </a:lnTo>
                <a:lnTo>
                  <a:pt x="751517" y="117125"/>
                </a:lnTo>
                <a:lnTo>
                  <a:pt x="751085" y="117501"/>
                </a:lnTo>
                <a:lnTo>
                  <a:pt x="750632" y="117859"/>
                </a:lnTo>
                <a:lnTo>
                  <a:pt x="750158" y="118201"/>
                </a:lnTo>
                <a:lnTo>
                  <a:pt x="749663" y="118526"/>
                </a:lnTo>
                <a:lnTo>
                  <a:pt x="749152" y="118835"/>
                </a:lnTo>
                <a:lnTo>
                  <a:pt x="748629" y="119131"/>
                </a:lnTo>
                <a:lnTo>
                  <a:pt x="748095" y="119414"/>
                </a:lnTo>
                <a:lnTo>
                  <a:pt x="747550" y="119684"/>
                </a:lnTo>
                <a:lnTo>
                  <a:pt x="746992" y="119941"/>
                </a:lnTo>
                <a:lnTo>
                  <a:pt x="746424" y="120184"/>
                </a:lnTo>
                <a:lnTo>
                  <a:pt x="745844" y="120415"/>
                </a:lnTo>
                <a:lnTo>
                  <a:pt x="745252" y="120632"/>
                </a:lnTo>
                <a:lnTo>
                  <a:pt x="744649" y="120836"/>
                </a:lnTo>
                <a:lnTo>
                  <a:pt x="744034" y="121027"/>
                </a:lnTo>
                <a:lnTo>
                  <a:pt x="743408" y="121205"/>
                </a:lnTo>
                <a:lnTo>
                  <a:pt x="742771" y="121369"/>
                </a:lnTo>
                <a:lnTo>
                  <a:pt x="742122" y="121521"/>
                </a:lnTo>
                <a:lnTo>
                  <a:pt x="741461" y="121659"/>
                </a:lnTo>
                <a:lnTo>
                  <a:pt x="740789" y="121784"/>
                </a:lnTo>
                <a:lnTo>
                  <a:pt x="740106" y="121896"/>
                </a:lnTo>
                <a:lnTo>
                  <a:pt x="739411" y="121995"/>
                </a:lnTo>
                <a:lnTo>
                  <a:pt x="738705" y="122080"/>
                </a:lnTo>
                <a:lnTo>
                  <a:pt x="737987" y="122153"/>
                </a:lnTo>
                <a:lnTo>
                  <a:pt x="737258" y="122212"/>
                </a:lnTo>
                <a:lnTo>
                  <a:pt x="736517" y="122258"/>
                </a:lnTo>
                <a:lnTo>
                  <a:pt x="735765" y="122291"/>
                </a:lnTo>
                <a:lnTo>
                  <a:pt x="735001" y="122311"/>
                </a:lnTo>
                <a:lnTo>
                  <a:pt x="734226" y="122317"/>
                </a:lnTo>
                <a:lnTo>
                  <a:pt x="733361" y="122309"/>
                </a:lnTo>
                <a:lnTo>
                  <a:pt x="732507" y="122284"/>
                </a:lnTo>
                <a:lnTo>
                  <a:pt x="731667" y="122242"/>
                </a:lnTo>
                <a:lnTo>
                  <a:pt x="730838" y="122184"/>
                </a:lnTo>
                <a:lnTo>
                  <a:pt x="730021" y="122109"/>
                </a:lnTo>
                <a:lnTo>
                  <a:pt x="729217" y="122017"/>
                </a:lnTo>
                <a:lnTo>
                  <a:pt x="728424" y="121908"/>
                </a:lnTo>
                <a:lnTo>
                  <a:pt x="727644" y="121783"/>
                </a:lnTo>
                <a:lnTo>
                  <a:pt x="726876" y="121641"/>
                </a:lnTo>
                <a:lnTo>
                  <a:pt x="726120" y="121483"/>
                </a:lnTo>
                <a:lnTo>
                  <a:pt x="725377" y="121308"/>
                </a:lnTo>
                <a:lnTo>
                  <a:pt x="724645" y="121116"/>
                </a:lnTo>
                <a:lnTo>
                  <a:pt x="723926" y="120907"/>
                </a:lnTo>
                <a:lnTo>
                  <a:pt x="723219" y="120682"/>
                </a:lnTo>
                <a:lnTo>
                  <a:pt x="722524" y="120440"/>
                </a:lnTo>
                <a:lnTo>
                  <a:pt x="721841" y="120181"/>
                </a:lnTo>
                <a:lnTo>
                  <a:pt x="721170" y="119906"/>
                </a:lnTo>
                <a:lnTo>
                  <a:pt x="720511" y="119614"/>
                </a:lnTo>
                <a:lnTo>
                  <a:pt x="719865" y="119305"/>
                </a:lnTo>
                <a:lnTo>
                  <a:pt x="719231" y="118980"/>
                </a:lnTo>
                <a:lnTo>
                  <a:pt x="718609" y="118638"/>
                </a:lnTo>
                <a:lnTo>
                  <a:pt x="717999" y="118279"/>
                </a:lnTo>
                <a:lnTo>
                  <a:pt x="717401" y="117904"/>
                </a:lnTo>
                <a:lnTo>
                  <a:pt x="716815" y="117511"/>
                </a:lnTo>
                <a:lnTo>
                  <a:pt x="716248" y="117099"/>
                </a:lnTo>
                <a:lnTo>
                  <a:pt x="715705" y="116662"/>
                </a:lnTo>
                <a:lnTo>
                  <a:pt x="715185" y="116201"/>
                </a:lnTo>
                <a:lnTo>
                  <a:pt x="714690" y="115716"/>
                </a:lnTo>
                <a:lnTo>
                  <a:pt x="714220" y="115206"/>
                </a:lnTo>
                <a:lnTo>
                  <a:pt x="713773" y="114673"/>
                </a:lnTo>
                <a:lnTo>
                  <a:pt x="713350" y="114115"/>
                </a:lnTo>
                <a:lnTo>
                  <a:pt x="712952" y="113533"/>
                </a:lnTo>
                <a:lnTo>
                  <a:pt x="712578" y="112927"/>
                </a:lnTo>
                <a:lnTo>
                  <a:pt x="712227" y="112296"/>
                </a:lnTo>
                <a:lnTo>
                  <a:pt x="711901" y="111641"/>
                </a:lnTo>
                <a:lnTo>
                  <a:pt x="711600" y="110962"/>
                </a:lnTo>
                <a:lnTo>
                  <a:pt x="711322" y="110259"/>
                </a:lnTo>
                <a:lnTo>
                  <a:pt x="711068" y="109532"/>
                </a:lnTo>
                <a:lnTo>
                  <a:pt x="710839" y="108780"/>
                </a:lnTo>
                <a:lnTo>
                  <a:pt x="710634" y="108005"/>
                </a:lnTo>
                <a:lnTo>
                  <a:pt x="710453" y="107205"/>
                </a:lnTo>
                <a:lnTo>
                  <a:pt x="710296" y="106381"/>
                </a:lnTo>
                <a:lnTo>
                  <a:pt x="710163" y="105532"/>
                </a:lnTo>
                <a:lnTo>
                  <a:pt x="710054" y="104660"/>
                </a:lnTo>
                <a:lnTo>
                  <a:pt x="709970" y="103763"/>
                </a:lnTo>
                <a:lnTo>
                  <a:pt x="709909" y="102842"/>
                </a:lnTo>
                <a:lnTo>
                  <a:pt x="709873" y="101897"/>
                </a:lnTo>
                <a:lnTo>
                  <a:pt x="709861" y="100927"/>
                </a:lnTo>
                <a:lnTo>
                  <a:pt x="693980" y="100927"/>
                </a:lnTo>
                <a:lnTo>
                  <a:pt x="693985" y="101684"/>
                </a:lnTo>
                <a:lnTo>
                  <a:pt x="694001" y="102432"/>
                </a:lnTo>
                <a:lnTo>
                  <a:pt x="694028" y="103171"/>
                </a:lnTo>
                <a:lnTo>
                  <a:pt x="694066" y="103900"/>
                </a:lnTo>
                <a:lnTo>
                  <a:pt x="694114" y="104620"/>
                </a:lnTo>
                <a:lnTo>
                  <a:pt x="694174" y="105330"/>
                </a:lnTo>
                <a:lnTo>
                  <a:pt x="694244" y="106032"/>
                </a:lnTo>
                <a:lnTo>
                  <a:pt x="694325" y="106723"/>
                </a:lnTo>
                <a:lnTo>
                  <a:pt x="694417" y="107406"/>
                </a:lnTo>
                <a:lnTo>
                  <a:pt x="694519" y="108079"/>
                </a:lnTo>
                <a:lnTo>
                  <a:pt x="694632" y="108743"/>
                </a:lnTo>
                <a:lnTo>
                  <a:pt x="694756" y="109397"/>
                </a:lnTo>
                <a:lnTo>
                  <a:pt x="694891" y="110042"/>
                </a:lnTo>
                <a:lnTo>
                  <a:pt x="695037" y="110678"/>
                </a:lnTo>
                <a:lnTo>
                  <a:pt x="695193" y="111305"/>
                </a:lnTo>
                <a:lnTo>
                  <a:pt x="695361" y="111922"/>
                </a:lnTo>
                <a:lnTo>
                  <a:pt x="695539" y="112529"/>
                </a:lnTo>
                <a:lnTo>
                  <a:pt x="695727" y="113128"/>
                </a:lnTo>
                <a:lnTo>
                  <a:pt x="695927" y="113717"/>
                </a:lnTo>
                <a:lnTo>
                  <a:pt x="696137" y="114297"/>
                </a:lnTo>
                <a:lnTo>
                  <a:pt x="696359" y="114867"/>
                </a:lnTo>
                <a:lnTo>
                  <a:pt x="696591" y="115428"/>
                </a:lnTo>
                <a:lnTo>
                  <a:pt x="696833" y="115980"/>
                </a:lnTo>
                <a:lnTo>
                  <a:pt x="697087" y="116522"/>
                </a:lnTo>
                <a:lnTo>
                  <a:pt x="697350" y="117055"/>
                </a:lnTo>
                <a:lnTo>
                  <a:pt x="697621" y="117579"/>
                </a:lnTo>
                <a:lnTo>
                  <a:pt x="697901" y="118095"/>
                </a:lnTo>
                <a:lnTo>
                  <a:pt x="698190" y="118602"/>
                </a:lnTo>
                <a:lnTo>
                  <a:pt x="698486" y="119101"/>
                </a:lnTo>
                <a:lnTo>
                  <a:pt x="698792" y="119591"/>
                </a:lnTo>
                <a:lnTo>
                  <a:pt x="699105" y="120072"/>
                </a:lnTo>
                <a:lnTo>
                  <a:pt x="699427" y="120545"/>
                </a:lnTo>
                <a:lnTo>
                  <a:pt x="699757" y="121009"/>
                </a:lnTo>
                <a:lnTo>
                  <a:pt x="700096" y="121464"/>
                </a:lnTo>
                <a:lnTo>
                  <a:pt x="700443" y="121911"/>
                </a:lnTo>
                <a:lnTo>
                  <a:pt x="700798" y="122349"/>
                </a:lnTo>
                <a:lnTo>
                  <a:pt x="701162" y="122778"/>
                </a:lnTo>
                <a:lnTo>
                  <a:pt x="701534" y="123199"/>
                </a:lnTo>
                <a:lnTo>
                  <a:pt x="701915" y="123611"/>
                </a:lnTo>
                <a:lnTo>
                  <a:pt x="702304" y="124015"/>
                </a:lnTo>
                <a:lnTo>
                  <a:pt x="702701" y="124410"/>
                </a:lnTo>
                <a:lnTo>
                  <a:pt x="703107" y="124796"/>
                </a:lnTo>
                <a:lnTo>
                  <a:pt x="703521" y="125173"/>
                </a:lnTo>
                <a:lnTo>
                  <a:pt x="703944" y="125542"/>
                </a:lnTo>
                <a:lnTo>
                  <a:pt x="704375" y="125903"/>
                </a:lnTo>
                <a:lnTo>
                  <a:pt x="704814" y="126254"/>
                </a:lnTo>
                <a:lnTo>
                  <a:pt x="705262" y="126597"/>
                </a:lnTo>
                <a:lnTo>
                  <a:pt x="705718" y="126932"/>
                </a:lnTo>
                <a:lnTo>
                  <a:pt x="706181" y="127258"/>
                </a:lnTo>
                <a:lnTo>
                  <a:pt x="706651" y="127577"/>
                </a:lnTo>
                <a:lnTo>
                  <a:pt x="707126" y="127889"/>
                </a:lnTo>
                <a:lnTo>
                  <a:pt x="707607" y="128193"/>
                </a:lnTo>
                <a:lnTo>
                  <a:pt x="708095" y="128490"/>
                </a:lnTo>
                <a:lnTo>
                  <a:pt x="708588" y="128779"/>
                </a:lnTo>
                <a:lnTo>
                  <a:pt x="709087" y="129061"/>
                </a:lnTo>
                <a:lnTo>
                  <a:pt x="709593" y="129336"/>
                </a:lnTo>
                <a:lnTo>
                  <a:pt x="710104" y="129603"/>
                </a:lnTo>
                <a:lnTo>
                  <a:pt x="710621" y="129862"/>
                </a:lnTo>
                <a:lnTo>
                  <a:pt x="711144" y="130115"/>
                </a:lnTo>
                <a:lnTo>
                  <a:pt x="711674" y="130360"/>
                </a:lnTo>
                <a:lnTo>
                  <a:pt x="712209" y="130597"/>
                </a:lnTo>
                <a:lnTo>
                  <a:pt x="712750" y="130827"/>
                </a:lnTo>
                <a:lnTo>
                  <a:pt x="713297" y="131050"/>
                </a:lnTo>
                <a:lnTo>
                  <a:pt x="713851" y="131265"/>
                </a:lnTo>
                <a:lnTo>
                  <a:pt x="714410" y="131473"/>
                </a:lnTo>
                <a:lnTo>
                  <a:pt x="714975" y="131674"/>
                </a:lnTo>
                <a:lnTo>
                  <a:pt x="715546" y="131867"/>
                </a:lnTo>
                <a:lnTo>
                  <a:pt x="716124" y="132052"/>
                </a:lnTo>
                <a:lnTo>
                  <a:pt x="716707" y="132231"/>
                </a:lnTo>
                <a:lnTo>
                  <a:pt x="717296" y="132401"/>
                </a:lnTo>
                <a:lnTo>
                  <a:pt x="717891" y="132565"/>
                </a:lnTo>
                <a:lnTo>
                  <a:pt x="718492" y="132721"/>
                </a:lnTo>
                <a:lnTo>
                  <a:pt x="719098" y="132870"/>
                </a:lnTo>
                <a:lnTo>
                  <a:pt x="719707" y="133013"/>
                </a:lnTo>
                <a:lnTo>
                  <a:pt x="720318" y="133149"/>
                </a:lnTo>
                <a:lnTo>
                  <a:pt x="720932" y="133279"/>
                </a:lnTo>
                <a:lnTo>
                  <a:pt x="721550" y="133403"/>
                </a:lnTo>
                <a:lnTo>
                  <a:pt x="722170" y="133521"/>
                </a:lnTo>
                <a:lnTo>
                  <a:pt x="722793" y="133632"/>
                </a:lnTo>
                <a:lnTo>
                  <a:pt x="723419" y="133736"/>
                </a:lnTo>
                <a:lnTo>
                  <a:pt x="724048" y="133835"/>
                </a:lnTo>
                <a:lnTo>
                  <a:pt x="724680" y="133927"/>
                </a:lnTo>
                <a:lnTo>
                  <a:pt x="725315" y="134013"/>
                </a:lnTo>
                <a:lnTo>
                  <a:pt x="725952" y="134092"/>
                </a:lnTo>
                <a:lnTo>
                  <a:pt x="726593" y="134165"/>
                </a:lnTo>
                <a:lnTo>
                  <a:pt x="727236" y="134232"/>
                </a:lnTo>
                <a:lnTo>
                  <a:pt x="727883" y="134292"/>
                </a:lnTo>
                <a:lnTo>
                  <a:pt x="728532" y="134346"/>
                </a:lnTo>
                <a:lnTo>
                  <a:pt x="729184" y="134393"/>
                </a:lnTo>
                <a:lnTo>
                  <a:pt x="729839" y="134435"/>
                </a:lnTo>
                <a:lnTo>
                  <a:pt x="730497" y="134470"/>
                </a:lnTo>
                <a:lnTo>
                  <a:pt x="731158" y="134498"/>
                </a:lnTo>
                <a:lnTo>
                  <a:pt x="731822" y="134520"/>
                </a:lnTo>
                <a:lnTo>
                  <a:pt x="732489" y="134536"/>
                </a:lnTo>
                <a:lnTo>
                  <a:pt x="733159" y="134546"/>
                </a:lnTo>
                <a:lnTo>
                  <a:pt x="733831" y="134549"/>
                </a:lnTo>
                <a:lnTo>
                  <a:pt x="734503" y="134546"/>
                </a:lnTo>
                <a:lnTo>
                  <a:pt x="735172" y="134537"/>
                </a:lnTo>
                <a:lnTo>
                  <a:pt x="735836" y="134522"/>
                </a:lnTo>
                <a:lnTo>
                  <a:pt x="736496" y="134501"/>
                </a:lnTo>
                <a:close/>
                <a:moveTo>
                  <a:pt x="883048" y="134370"/>
                </a:moveTo>
                <a:lnTo>
                  <a:pt x="883997" y="134291"/>
                </a:lnTo>
                <a:lnTo>
                  <a:pt x="884935" y="134199"/>
                </a:lnTo>
                <a:lnTo>
                  <a:pt x="885861" y="134091"/>
                </a:lnTo>
                <a:lnTo>
                  <a:pt x="886776" y="133970"/>
                </a:lnTo>
                <a:lnTo>
                  <a:pt x="887680" y="133834"/>
                </a:lnTo>
                <a:lnTo>
                  <a:pt x="888572" y="133684"/>
                </a:lnTo>
                <a:lnTo>
                  <a:pt x="889453" y="133519"/>
                </a:lnTo>
                <a:lnTo>
                  <a:pt x="890323" y="133341"/>
                </a:lnTo>
                <a:lnTo>
                  <a:pt x="891182" y="133147"/>
                </a:lnTo>
                <a:lnTo>
                  <a:pt x="892029" y="132940"/>
                </a:lnTo>
                <a:lnTo>
                  <a:pt x="892865" y="132718"/>
                </a:lnTo>
                <a:lnTo>
                  <a:pt x="893689" y="132483"/>
                </a:lnTo>
                <a:lnTo>
                  <a:pt x="894503" y="132232"/>
                </a:lnTo>
                <a:lnTo>
                  <a:pt x="895305" y="131968"/>
                </a:lnTo>
                <a:lnTo>
                  <a:pt x="896095" y="131689"/>
                </a:lnTo>
                <a:lnTo>
                  <a:pt x="896875" y="131396"/>
                </a:lnTo>
                <a:lnTo>
                  <a:pt x="897643" y="131088"/>
                </a:lnTo>
                <a:lnTo>
                  <a:pt x="898399" y="130767"/>
                </a:lnTo>
                <a:lnTo>
                  <a:pt x="899145" y="130431"/>
                </a:lnTo>
                <a:lnTo>
                  <a:pt x="899878" y="130081"/>
                </a:lnTo>
                <a:lnTo>
                  <a:pt x="900597" y="129720"/>
                </a:lnTo>
                <a:lnTo>
                  <a:pt x="901303" y="129346"/>
                </a:lnTo>
                <a:lnTo>
                  <a:pt x="901995" y="128961"/>
                </a:lnTo>
                <a:lnTo>
                  <a:pt x="902673" y="128563"/>
                </a:lnTo>
                <a:lnTo>
                  <a:pt x="903337" y="128154"/>
                </a:lnTo>
                <a:lnTo>
                  <a:pt x="903988" y="127732"/>
                </a:lnTo>
                <a:lnTo>
                  <a:pt x="904625" y="127299"/>
                </a:lnTo>
                <a:lnTo>
                  <a:pt x="905248" y="126853"/>
                </a:lnTo>
                <a:lnTo>
                  <a:pt x="905858" y="126396"/>
                </a:lnTo>
                <a:lnTo>
                  <a:pt x="906454" y="125926"/>
                </a:lnTo>
                <a:lnTo>
                  <a:pt x="907036" y="125444"/>
                </a:lnTo>
                <a:lnTo>
                  <a:pt x="907605" y="124951"/>
                </a:lnTo>
                <a:lnTo>
                  <a:pt x="908160" y="124445"/>
                </a:lnTo>
                <a:lnTo>
                  <a:pt x="908701" y="123928"/>
                </a:lnTo>
                <a:lnTo>
                  <a:pt x="909228" y="123398"/>
                </a:lnTo>
                <a:lnTo>
                  <a:pt x="909742" y="122857"/>
                </a:lnTo>
                <a:lnTo>
                  <a:pt x="910242" y="122303"/>
                </a:lnTo>
                <a:lnTo>
                  <a:pt x="910729" y="121737"/>
                </a:lnTo>
                <a:lnTo>
                  <a:pt x="911201" y="121160"/>
                </a:lnTo>
                <a:lnTo>
                  <a:pt x="911660" y="120570"/>
                </a:lnTo>
                <a:lnTo>
                  <a:pt x="912106" y="119968"/>
                </a:lnTo>
                <a:lnTo>
                  <a:pt x="912537" y="119355"/>
                </a:lnTo>
                <a:lnTo>
                  <a:pt x="912955" y="118729"/>
                </a:lnTo>
                <a:lnTo>
                  <a:pt x="913358" y="118092"/>
                </a:lnTo>
                <a:lnTo>
                  <a:pt x="913745" y="117446"/>
                </a:lnTo>
                <a:lnTo>
                  <a:pt x="914116" y="116789"/>
                </a:lnTo>
                <a:lnTo>
                  <a:pt x="914470" y="116122"/>
                </a:lnTo>
                <a:lnTo>
                  <a:pt x="914809" y="115445"/>
                </a:lnTo>
                <a:lnTo>
                  <a:pt x="915131" y="114758"/>
                </a:lnTo>
                <a:lnTo>
                  <a:pt x="915438" y="114061"/>
                </a:lnTo>
                <a:lnTo>
                  <a:pt x="915728" y="113354"/>
                </a:lnTo>
                <a:lnTo>
                  <a:pt x="916002" y="112636"/>
                </a:lnTo>
                <a:lnTo>
                  <a:pt x="916260" y="111909"/>
                </a:lnTo>
                <a:lnTo>
                  <a:pt x="916502" y="111172"/>
                </a:lnTo>
                <a:lnTo>
                  <a:pt x="916728" y="110425"/>
                </a:lnTo>
                <a:lnTo>
                  <a:pt x="916938" y="109667"/>
                </a:lnTo>
                <a:lnTo>
                  <a:pt x="917132" y="108900"/>
                </a:lnTo>
                <a:lnTo>
                  <a:pt x="917309" y="108122"/>
                </a:lnTo>
                <a:lnTo>
                  <a:pt x="917471" y="107334"/>
                </a:lnTo>
                <a:lnTo>
                  <a:pt x="917616" y="106537"/>
                </a:lnTo>
                <a:lnTo>
                  <a:pt x="917745" y="105729"/>
                </a:lnTo>
                <a:lnTo>
                  <a:pt x="917858" y="104911"/>
                </a:lnTo>
                <a:lnTo>
                  <a:pt x="917956" y="104083"/>
                </a:lnTo>
                <a:lnTo>
                  <a:pt x="918037" y="103245"/>
                </a:lnTo>
                <a:lnTo>
                  <a:pt x="918102" y="102397"/>
                </a:lnTo>
                <a:lnTo>
                  <a:pt x="918150" y="101539"/>
                </a:lnTo>
                <a:lnTo>
                  <a:pt x="918183" y="100671"/>
                </a:lnTo>
                <a:lnTo>
                  <a:pt x="901907" y="100671"/>
                </a:lnTo>
                <a:lnTo>
                  <a:pt x="901872" y="101518"/>
                </a:lnTo>
                <a:lnTo>
                  <a:pt x="901817" y="102349"/>
                </a:lnTo>
                <a:lnTo>
                  <a:pt x="901740" y="103162"/>
                </a:lnTo>
                <a:lnTo>
                  <a:pt x="901644" y="103959"/>
                </a:lnTo>
                <a:lnTo>
                  <a:pt x="901527" y="104739"/>
                </a:lnTo>
                <a:lnTo>
                  <a:pt x="901389" y="105502"/>
                </a:lnTo>
                <a:lnTo>
                  <a:pt x="901231" y="106249"/>
                </a:lnTo>
                <a:lnTo>
                  <a:pt x="901052" y="106979"/>
                </a:lnTo>
                <a:lnTo>
                  <a:pt x="900853" y="107692"/>
                </a:lnTo>
                <a:lnTo>
                  <a:pt x="900633" y="108388"/>
                </a:lnTo>
                <a:lnTo>
                  <a:pt x="900392" y="109068"/>
                </a:lnTo>
                <a:lnTo>
                  <a:pt x="900131" y="109731"/>
                </a:lnTo>
                <a:lnTo>
                  <a:pt x="899850" y="110377"/>
                </a:lnTo>
                <a:lnTo>
                  <a:pt x="899548" y="111007"/>
                </a:lnTo>
                <a:lnTo>
                  <a:pt x="899225" y="111619"/>
                </a:lnTo>
                <a:lnTo>
                  <a:pt x="898882" y="112215"/>
                </a:lnTo>
                <a:lnTo>
                  <a:pt x="898518" y="112794"/>
                </a:lnTo>
                <a:lnTo>
                  <a:pt x="898134" y="113357"/>
                </a:lnTo>
                <a:lnTo>
                  <a:pt x="897729" y="113903"/>
                </a:lnTo>
                <a:lnTo>
                  <a:pt x="897304" y="114432"/>
                </a:lnTo>
                <a:lnTo>
                  <a:pt x="896858" y="114944"/>
                </a:lnTo>
                <a:lnTo>
                  <a:pt x="896391" y="115439"/>
                </a:lnTo>
                <a:lnTo>
                  <a:pt x="895904" y="115918"/>
                </a:lnTo>
                <a:lnTo>
                  <a:pt x="895397" y="116380"/>
                </a:lnTo>
                <a:lnTo>
                  <a:pt x="894870" y="116824"/>
                </a:lnTo>
                <a:lnTo>
                  <a:pt x="894327" y="117250"/>
                </a:lnTo>
                <a:lnTo>
                  <a:pt x="893767" y="117656"/>
                </a:lnTo>
                <a:lnTo>
                  <a:pt x="893191" y="118043"/>
                </a:lnTo>
                <a:lnTo>
                  <a:pt x="892597" y="118412"/>
                </a:lnTo>
                <a:lnTo>
                  <a:pt x="891987" y="118762"/>
                </a:lnTo>
                <a:lnTo>
                  <a:pt x="891360" y="119093"/>
                </a:lnTo>
                <a:lnTo>
                  <a:pt x="890716" y="119404"/>
                </a:lnTo>
                <a:lnTo>
                  <a:pt x="890056" y="119697"/>
                </a:lnTo>
                <a:lnTo>
                  <a:pt x="889379" y="119972"/>
                </a:lnTo>
                <a:lnTo>
                  <a:pt x="888685" y="120227"/>
                </a:lnTo>
                <a:lnTo>
                  <a:pt x="887974" y="120463"/>
                </a:lnTo>
                <a:lnTo>
                  <a:pt x="887246" y="120680"/>
                </a:lnTo>
                <a:lnTo>
                  <a:pt x="886502" y="120879"/>
                </a:lnTo>
                <a:lnTo>
                  <a:pt x="885740" y="121058"/>
                </a:lnTo>
                <a:lnTo>
                  <a:pt x="884962" y="121219"/>
                </a:lnTo>
                <a:lnTo>
                  <a:pt x="884168" y="121361"/>
                </a:lnTo>
                <a:lnTo>
                  <a:pt x="883356" y="121484"/>
                </a:lnTo>
                <a:lnTo>
                  <a:pt x="882528" y="121588"/>
                </a:lnTo>
                <a:lnTo>
                  <a:pt x="881682" y="121673"/>
                </a:lnTo>
                <a:lnTo>
                  <a:pt x="880820" y="121739"/>
                </a:lnTo>
                <a:lnTo>
                  <a:pt x="879942" y="121786"/>
                </a:lnTo>
                <a:lnTo>
                  <a:pt x="879046" y="121814"/>
                </a:lnTo>
                <a:lnTo>
                  <a:pt x="878134" y="121824"/>
                </a:lnTo>
                <a:lnTo>
                  <a:pt x="877278" y="121815"/>
                </a:lnTo>
                <a:lnTo>
                  <a:pt x="876436" y="121790"/>
                </a:lnTo>
                <a:lnTo>
                  <a:pt x="875608" y="121747"/>
                </a:lnTo>
                <a:lnTo>
                  <a:pt x="874794" y="121687"/>
                </a:lnTo>
                <a:lnTo>
                  <a:pt x="873994" y="121610"/>
                </a:lnTo>
                <a:lnTo>
                  <a:pt x="873208" y="121515"/>
                </a:lnTo>
                <a:lnTo>
                  <a:pt x="872436" y="121404"/>
                </a:lnTo>
                <a:lnTo>
                  <a:pt x="871678" y="121275"/>
                </a:lnTo>
                <a:lnTo>
                  <a:pt x="870935" y="121129"/>
                </a:lnTo>
                <a:lnTo>
                  <a:pt x="870205" y="120967"/>
                </a:lnTo>
                <a:lnTo>
                  <a:pt x="869489" y="120787"/>
                </a:lnTo>
                <a:lnTo>
                  <a:pt x="868788" y="120589"/>
                </a:lnTo>
                <a:lnTo>
                  <a:pt x="868100" y="120375"/>
                </a:lnTo>
                <a:lnTo>
                  <a:pt x="867426" y="120144"/>
                </a:lnTo>
                <a:lnTo>
                  <a:pt x="866767" y="119895"/>
                </a:lnTo>
                <a:lnTo>
                  <a:pt x="866122" y="119629"/>
                </a:lnTo>
                <a:lnTo>
                  <a:pt x="865490" y="119346"/>
                </a:lnTo>
                <a:lnTo>
                  <a:pt x="864873" y="119046"/>
                </a:lnTo>
                <a:lnTo>
                  <a:pt x="864269" y="118729"/>
                </a:lnTo>
                <a:lnTo>
                  <a:pt x="863680" y="118395"/>
                </a:lnTo>
                <a:lnTo>
                  <a:pt x="863105" y="118043"/>
                </a:lnTo>
                <a:lnTo>
                  <a:pt x="862544" y="117674"/>
                </a:lnTo>
                <a:lnTo>
                  <a:pt x="861996" y="117289"/>
                </a:lnTo>
                <a:lnTo>
                  <a:pt x="861463" y="116886"/>
                </a:lnTo>
                <a:lnTo>
                  <a:pt x="860943" y="116468"/>
                </a:lnTo>
                <a:lnTo>
                  <a:pt x="860435" y="116040"/>
                </a:lnTo>
                <a:lnTo>
                  <a:pt x="859938" y="115600"/>
                </a:lnTo>
                <a:lnTo>
                  <a:pt x="859454" y="115150"/>
                </a:lnTo>
                <a:lnTo>
                  <a:pt x="858981" y="114687"/>
                </a:lnTo>
                <a:lnTo>
                  <a:pt x="858520" y="114214"/>
                </a:lnTo>
                <a:lnTo>
                  <a:pt x="858070" y="113729"/>
                </a:lnTo>
                <a:lnTo>
                  <a:pt x="857633" y="113233"/>
                </a:lnTo>
                <a:lnTo>
                  <a:pt x="857207" y="112726"/>
                </a:lnTo>
                <a:lnTo>
                  <a:pt x="856793" y="112208"/>
                </a:lnTo>
                <a:lnTo>
                  <a:pt x="856391" y="111678"/>
                </a:lnTo>
                <a:lnTo>
                  <a:pt x="856001" y="111137"/>
                </a:lnTo>
                <a:lnTo>
                  <a:pt x="855623" y="110585"/>
                </a:lnTo>
                <a:lnTo>
                  <a:pt x="855256" y="110022"/>
                </a:lnTo>
                <a:lnTo>
                  <a:pt x="854901" y="109447"/>
                </a:lnTo>
                <a:lnTo>
                  <a:pt x="854558" y="108861"/>
                </a:lnTo>
                <a:lnTo>
                  <a:pt x="854227" y="108264"/>
                </a:lnTo>
                <a:lnTo>
                  <a:pt x="853908" y="107656"/>
                </a:lnTo>
                <a:lnTo>
                  <a:pt x="853600" y="107036"/>
                </a:lnTo>
                <a:lnTo>
                  <a:pt x="853305" y="106405"/>
                </a:lnTo>
                <a:lnTo>
                  <a:pt x="853021" y="105763"/>
                </a:lnTo>
                <a:lnTo>
                  <a:pt x="852749" y="105110"/>
                </a:lnTo>
                <a:lnTo>
                  <a:pt x="852489" y="104445"/>
                </a:lnTo>
                <a:lnTo>
                  <a:pt x="852240" y="103769"/>
                </a:lnTo>
                <a:lnTo>
                  <a:pt x="852003" y="103085"/>
                </a:lnTo>
                <a:lnTo>
                  <a:pt x="851775" y="102395"/>
                </a:lnTo>
                <a:lnTo>
                  <a:pt x="851557" y="101700"/>
                </a:lnTo>
                <a:lnTo>
                  <a:pt x="851348" y="100999"/>
                </a:lnTo>
                <a:lnTo>
                  <a:pt x="851150" y="100292"/>
                </a:lnTo>
                <a:lnTo>
                  <a:pt x="850961" y="99581"/>
                </a:lnTo>
                <a:lnTo>
                  <a:pt x="850782" y="98863"/>
                </a:lnTo>
                <a:lnTo>
                  <a:pt x="850613" y="98140"/>
                </a:lnTo>
                <a:lnTo>
                  <a:pt x="850453" y="97412"/>
                </a:lnTo>
                <a:lnTo>
                  <a:pt x="850303" y="96677"/>
                </a:lnTo>
                <a:lnTo>
                  <a:pt x="850163" y="95938"/>
                </a:lnTo>
                <a:lnTo>
                  <a:pt x="850033" y="95193"/>
                </a:lnTo>
                <a:lnTo>
                  <a:pt x="849913" y="94442"/>
                </a:lnTo>
                <a:lnTo>
                  <a:pt x="849802" y="93686"/>
                </a:lnTo>
                <a:lnTo>
                  <a:pt x="849701" y="92924"/>
                </a:lnTo>
                <a:lnTo>
                  <a:pt x="849610" y="92157"/>
                </a:lnTo>
                <a:lnTo>
                  <a:pt x="849528" y="91384"/>
                </a:lnTo>
                <a:lnTo>
                  <a:pt x="849457" y="90606"/>
                </a:lnTo>
                <a:lnTo>
                  <a:pt x="849395" y="89822"/>
                </a:lnTo>
                <a:lnTo>
                  <a:pt x="849343" y="89032"/>
                </a:lnTo>
                <a:lnTo>
                  <a:pt x="849300" y="88237"/>
                </a:lnTo>
                <a:lnTo>
                  <a:pt x="849268" y="87437"/>
                </a:lnTo>
                <a:lnTo>
                  <a:pt x="849245" y="86631"/>
                </a:lnTo>
                <a:lnTo>
                  <a:pt x="849232" y="85819"/>
                </a:lnTo>
                <a:lnTo>
                  <a:pt x="917690" y="85819"/>
                </a:lnTo>
                <a:lnTo>
                  <a:pt x="917706" y="85741"/>
                </a:lnTo>
                <a:lnTo>
                  <a:pt x="917722" y="85659"/>
                </a:lnTo>
                <a:lnTo>
                  <a:pt x="917738" y="85573"/>
                </a:lnTo>
                <a:lnTo>
                  <a:pt x="917753" y="85483"/>
                </a:lnTo>
                <a:lnTo>
                  <a:pt x="917768" y="85389"/>
                </a:lnTo>
                <a:lnTo>
                  <a:pt x="917782" y="85290"/>
                </a:lnTo>
                <a:lnTo>
                  <a:pt x="917797" y="85188"/>
                </a:lnTo>
                <a:lnTo>
                  <a:pt x="917810" y="85082"/>
                </a:lnTo>
                <a:lnTo>
                  <a:pt x="917824" y="84971"/>
                </a:lnTo>
                <a:lnTo>
                  <a:pt x="917837" y="84857"/>
                </a:lnTo>
                <a:lnTo>
                  <a:pt x="917850" y="84738"/>
                </a:lnTo>
                <a:lnTo>
                  <a:pt x="917862" y="84616"/>
                </a:lnTo>
                <a:lnTo>
                  <a:pt x="917875" y="84489"/>
                </a:lnTo>
                <a:lnTo>
                  <a:pt x="917886" y="84358"/>
                </a:lnTo>
                <a:lnTo>
                  <a:pt x="917898" y="84224"/>
                </a:lnTo>
                <a:lnTo>
                  <a:pt x="917909" y="84085"/>
                </a:lnTo>
                <a:lnTo>
                  <a:pt x="917920" y="83942"/>
                </a:lnTo>
                <a:lnTo>
                  <a:pt x="917930" y="83795"/>
                </a:lnTo>
                <a:lnTo>
                  <a:pt x="917940" y="83644"/>
                </a:lnTo>
                <a:lnTo>
                  <a:pt x="917950" y="83489"/>
                </a:lnTo>
                <a:lnTo>
                  <a:pt x="917960" y="83330"/>
                </a:lnTo>
                <a:lnTo>
                  <a:pt x="917969" y="83167"/>
                </a:lnTo>
                <a:lnTo>
                  <a:pt x="917977" y="83000"/>
                </a:lnTo>
                <a:lnTo>
                  <a:pt x="917986" y="82829"/>
                </a:lnTo>
                <a:lnTo>
                  <a:pt x="917994" y="82657"/>
                </a:lnTo>
                <a:lnTo>
                  <a:pt x="918001" y="82486"/>
                </a:lnTo>
                <a:lnTo>
                  <a:pt x="918009" y="82318"/>
                </a:lnTo>
                <a:lnTo>
                  <a:pt x="918016" y="82151"/>
                </a:lnTo>
                <a:lnTo>
                  <a:pt x="918023" y="81986"/>
                </a:lnTo>
                <a:lnTo>
                  <a:pt x="918029" y="81824"/>
                </a:lnTo>
                <a:lnTo>
                  <a:pt x="918035" y="81663"/>
                </a:lnTo>
                <a:lnTo>
                  <a:pt x="918041" y="81504"/>
                </a:lnTo>
                <a:lnTo>
                  <a:pt x="918046" y="81347"/>
                </a:lnTo>
                <a:lnTo>
                  <a:pt x="918051" y="81192"/>
                </a:lnTo>
                <a:lnTo>
                  <a:pt x="918055" y="81039"/>
                </a:lnTo>
                <a:lnTo>
                  <a:pt x="918060" y="80888"/>
                </a:lnTo>
                <a:lnTo>
                  <a:pt x="918064" y="80739"/>
                </a:lnTo>
                <a:lnTo>
                  <a:pt x="918067" y="80592"/>
                </a:lnTo>
                <a:lnTo>
                  <a:pt x="918071" y="80446"/>
                </a:lnTo>
                <a:lnTo>
                  <a:pt x="918073" y="80303"/>
                </a:lnTo>
                <a:lnTo>
                  <a:pt x="918076" y="80161"/>
                </a:lnTo>
                <a:lnTo>
                  <a:pt x="918078" y="80022"/>
                </a:lnTo>
                <a:lnTo>
                  <a:pt x="918080" y="79884"/>
                </a:lnTo>
                <a:lnTo>
                  <a:pt x="918082" y="79749"/>
                </a:lnTo>
                <a:lnTo>
                  <a:pt x="918083" y="79615"/>
                </a:lnTo>
                <a:lnTo>
                  <a:pt x="918084" y="79483"/>
                </a:lnTo>
                <a:lnTo>
                  <a:pt x="918084" y="79354"/>
                </a:lnTo>
                <a:lnTo>
                  <a:pt x="918084" y="79226"/>
                </a:lnTo>
                <a:lnTo>
                  <a:pt x="918065" y="77342"/>
                </a:lnTo>
                <a:lnTo>
                  <a:pt x="918007" y="75496"/>
                </a:lnTo>
                <a:lnTo>
                  <a:pt x="917910" y="73686"/>
                </a:lnTo>
                <a:lnTo>
                  <a:pt x="917775" y="71914"/>
                </a:lnTo>
                <a:lnTo>
                  <a:pt x="917601" y="70178"/>
                </a:lnTo>
                <a:lnTo>
                  <a:pt x="917388" y="68480"/>
                </a:lnTo>
                <a:lnTo>
                  <a:pt x="917136" y="66818"/>
                </a:lnTo>
                <a:lnTo>
                  <a:pt x="916846" y="65194"/>
                </a:lnTo>
                <a:lnTo>
                  <a:pt x="916517" y="63606"/>
                </a:lnTo>
                <a:lnTo>
                  <a:pt x="916149" y="62056"/>
                </a:lnTo>
                <a:lnTo>
                  <a:pt x="915743" y="60542"/>
                </a:lnTo>
                <a:lnTo>
                  <a:pt x="915298" y="59066"/>
                </a:lnTo>
                <a:lnTo>
                  <a:pt x="914814" y="57626"/>
                </a:lnTo>
                <a:lnTo>
                  <a:pt x="914291" y="56223"/>
                </a:lnTo>
                <a:lnTo>
                  <a:pt x="913730" y="54858"/>
                </a:lnTo>
                <a:lnTo>
                  <a:pt x="913130" y="53529"/>
                </a:lnTo>
                <a:lnTo>
                  <a:pt x="912492" y="52238"/>
                </a:lnTo>
                <a:lnTo>
                  <a:pt x="911814" y="50983"/>
                </a:lnTo>
                <a:lnTo>
                  <a:pt x="911098" y="49765"/>
                </a:lnTo>
                <a:lnTo>
                  <a:pt x="910344" y="48585"/>
                </a:lnTo>
                <a:lnTo>
                  <a:pt x="909550" y="47441"/>
                </a:lnTo>
                <a:lnTo>
                  <a:pt x="908718" y="46334"/>
                </a:lnTo>
                <a:lnTo>
                  <a:pt x="907847" y="45265"/>
                </a:lnTo>
                <a:lnTo>
                  <a:pt x="906938" y="44232"/>
                </a:lnTo>
                <a:lnTo>
                  <a:pt x="905994" y="43239"/>
                </a:lnTo>
                <a:lnTo>
                  <a:pt x="905021" y="42288"/>
                </a:lnTo>
                <a:lnTo>
                  <a:pt x="904019" y="41379"/>
                </a:lnTo>
                <a:lnTo>
                  <a:pt x="902987" y="40513"/>
                </a:lnTo>
                <a:lnTo>
                  <a:pt x="901925" y="39688"/>
                </a:lnTo>
                <a:lnTo>
                  <a:pt x="900834" y="38906"/>
                </a:lnTo>
                <a:lnTo>
                  <a:pt x="899714" y="38167"/>
                </a:lnTo>
                <a:lnTo>
                  <a:pt x="898564" y="37469"/>
                </a:lnTo>
                <a:lnTo>
                  <a:pt x="897385" y="36814"/>
                </a:lnTo>
                <a:lnTo>
                  <a:pt x="896176" y="36201"/>
                </a:lnTo>
                <a:lnTo>
                  <a:pt x="894938" y="35631"/>
                </a:lnTo>
                <a:lnTo>
                  <a:pt x="893670" y="35102"/>
                </a:lnTo>
                <a:lnTo>
                  <a:pt x="892373" y="34616"/>
                </a:lnTo>
                <a:lnTo>
                  <a:pt x="891047" y="34172"/>
                </a:lnTo>
                <a:lnTo>
                  <a:pt x="889691" y="33771"/>
                </a:lnTo>
                <a:lnTo>
                  <a:pt x="888305" y="33412"/>
                </a:lnTo>
                <a:lnTo>
                  <a:pt x="886890" y="33094"/>
                </a:lnTo>
                <a:lnTo>
                  <a:pt x="885446" y="32820"/>
                </a:lnTo>
                <a:lnTo>
                  <a:pt x="883972" y="32587"/>
                </a:lnTo>
                <a:lnTo>
                  <a:pt x="882469" y="32397"/>
                </a:lnTo>
                <a:lnTo>
                  <a:pt x="880936" y="32249"/>
                </a:lnTo>
                <a:lnTo>
                  <a:pt x="879374" y="32143"/>
                </a:lnTo>
                <a:lnTo>
                  <a:pt x="877782" y="32080"/>
                </a:lnTo>
                <a:lnTo>
                  <a:pt x="876161" y="32059"/>
                </a:lnTo>
                <a:lnTo>
                  <a:pt x="874937" y="32070"/>
                </a:lnTo>
                <a:lnTo>
                  <a:pt x="873731" y="32104"/>
                </a:lnTo>
                <a:lnTo>
                  <a:pt x="872543" y="32161"/>
                </a:lnTo>
                <a:lnTo>
                  <a:pt x="871373" y="32240"/>
                </a:lnTo>
                <a:lnTo>
                  <a:pt x="870221" y="32341"/>
                </a:lnTo>
                <a:lnTo>
                  <a:pt x="869087" y="32465"/>
                </a:lnTo>
                <a:lnTo>
                  <a:pt x="867970" y="32612"/>
                </a:lnTo>
                <a:lnTo>
                  <a:pt x="866872" y="32781"/>
                </a:lnTo>
                <a:lnTo>
                  <a:pt x="865792" y="32973"/>
                </a:lnTo>
                <a:lnTo>
                  <a:pt x="864730" y="33188"/>
                </a:lnTo>
                <a:lnTo>
                  <a:pt x="863686" y="33425"/>
                </a:lnTo>
                <a:lnTo>
                  <a:pt x="862659" y="33684"/>
                </a:lnTo>
                <a:lnTo>
                  <a:pt x="861651" y="33966"/>
                </a:lnTo>
                <a:lnTo>
                  <a:pt x="860661" y="34271"/>
                </a:lnTo>
                <a:lnTo>
                  <a:pt x="859689" y="34598"/>
                </a:lnTo>
                <a:lnTo>
                  <a:pt x="858734" y="34948"/>
                </a:lnTo>
                <a:lnTo>
                  <a:pt x="857798" y="35321"/>
                </a:lnTo>
                <a:lnTo>
                  <a:pt x="856880" y="35716"/>
                </a:lnTo>
                <a:lnTo>
                  <a:pt x="855979" y="36133"/>
                </a:lnTo>
                <a:lnTo>
                  <a:pt x="855097" y="36574"/>
                </a:lnTo>
                <a:lnTo>
                  <a:pt x="854232" y="37036"/>
                </a:lnTo>
                <a:lnTo>
                  <a:pt x="853386" y="37522"/>
                </a:lnTo>
                <a:lnTo>
                  <a:pt x="852558" y="38030"/>
                </a:lnTo>
                <a:lnTo>
                  <a:pt x="851747" y="38560"/>
                </a:lnTo>
                <a:lnTo>
                  <a:pt x="850954" y="39111"/>
                </a:lnTo>
                <a:lnTo>
                  <a:pt x="850178" y="39679"/>
                </a:lnTo>
                <a:lnTo>
                  <a:pt x="849420" y="40264"/>
                </a:lnTo>
                <a:lnTo>
                  <a:pt x="848678" y="40867"/>
                </a:lnTo>
                <a:lnTo>
                  <a:pt x="847954" y="41487"/>
                </a:lnTo>
                <a:lnTo>
                  <a:pt x="847246" y="42125"/>
                </a:lnTo>
                <a:lnTo>
                  <a:pt x="846556" y="42780"/>
                </a:lnTo>
                <a:lnTo>
                  <a:pt x="845883" y="43453"/>
                </a:lnTo>
                <a:lnTo>
                  <a:pt x="845227" y="44143"/>
                </a:lnTo>
                <a:lnTo>
                  <a:pt x="844589" y="44851"/>
                </a:lnTo>
                <a:lnTo>
                  <a:pt x="843967" y="45576"/>
                </a:lnTo>
                <a:lnTo>
                  <a:pt x="843362" y="46318"/>
                </a:lnTo>
                <a:lnTo>
                  <a:pt x="842775" y="47078"/>
                </a:lnTo>
                <a:lnTo>
                  <a:pt x="842205" y="47856"/>
                </a:lnTo>
                <a:lnTo>
                  <a:pt x="841652" y="48651"/>
                </a:lnTo>
                <a:lnTo>
                  <a:pt x="841116" y="49463"/>
                </a:lnTo>
                <a:lnTo>
                  <a:pt x="840597" y="50293"/>
                </a:lnTo>
                <a:lnTo>
                  <a:pt x="840095" y="51140"/>
                </a:lnTo>
                <a:lnTo>
                  <a:pt x="839610" y="52005"/>
                </a:lnTo>
                <a:lnTo>
                  <a:pt x="839143" y="52887"/>
                </a:lnTo>
                <a:lnTo>
                  <a:pt x="838692" y="53787"/>
                </a:lnTo>
                <a:lnTo>
                  <a:pt x="838259" y="54704"/>
                </a:lnTo>
                <a:lnTo>
                  <a:pt x="837843" y="55638"/>
                </a:lnTo>
                <a:lnTo>
                  <a:pt x="837444" y="56590"/>
                </a:lnTo>
                <a:lnTo>
                  <a:pt x="837062" y="57557"/>
                </a:lnTo>
                <a:lnTo>
                  <a:pt x="836695" y="58537"/>
                </a:lnTo>
                <a:lnTo>
                  <a:pt x="836346" y="59529"/>
                </a:lnTo>
                <a:lnTo>
                  <a:pt x="836012" y="60533"/>
                </a:lnTo>
                <a:lnTo>
                  <a:pt x="835695" y="61550"/>
                </a:lnTo>
                <a:lnTo>
                  <a:pt x="835394" y="62580"/>
                </a:lnTo>
                <a:lnTo>
                  <a:pt x="835109" y="63622"/>
                </a:lnTo>
                <a:lnTo>
                  <a:pt x="834841" y="64677"/>
                </a:lnTo>
                <a:lnTo>
                  <a:pt x="834589" y="65744"/>
                </a:lnTo>
                <a:lnTo>
                  <a:pt x="834353" y="66824"/>
                </a:lnTo>
                <a:lnTo>
                  <a:pt x="834133" y="67916"/>
                </a:lnTo>
                <a:lnTo>
                  <a:pt x="833930" y="69021"/>
                </a:lnTo>
                <a:lnTo>
                  <a:pt x="833743" y="70138"/>
                </a:lnTo>
                <a:lnTo>
                  <a:pt x="833572" y="71268"/>
                </a:lnTo>
                <a:lnTo>
                  <a:pt x="833417" y="72410"/>
                </a:lnTo>
                <a:lnTo>
                  <a:pt x="833279" y="73565"/>
                </a:lnTo>
                <a:lnTo>
                  <a:pt x="833157" y="74732"/>
                </a:lnTo>
                <a:lnTo>
                  <a:pt x="833051" y="75912"/>
                </a:lnTo>
                <a:lnTo>
                  <a:pt x="832962" y="77105"/>
                </a:lnTo>
                <a:lnTo>
                  <a:pt x="832888" y="78310"/>
                </a:lnTo>
                <a:lnTo>
                  <a:pt x="832832" y="79527"/>
                </a:lnTo>
                <a:lnTo>
                  <a:pt x="832791" y="80757"/>
                </a:lnTo>
                <a:lnTo>
                  <a:pt x="832766" y="82000"/>
                </a:lnTo>
                <a:lnTo>
                  <a:pt x="832758" y="83255"/>
                </a:lnTo>
                <a:lnTo>
                  <a:pt x="832767" y="84460"/>
                </a:lnTo>
                <a:lnTo>
                  <a:pt x="832792" y="85655"/>
                </a:lnTo>
                <a:lnTo>
                  <a:pt x="832834" y="86841"/>
                </a:lnTo>
                <a:lnTo>
                  <a:pt x="832893" y="88016"/>
                </a:lnTo>
                <a:lnTo>
                  <a:pt x="832968" y="89181"/>
                </a:lnTo>
                <a:lnTo>
                  <a:pt x="833060" y="90336"/>
                </a:lnTo>
                <a:lnTo>
                  <a:pt x="833169" y="91481"/>
                </a:lnTo>
                <a:lnTo>
                  <a:pt x="833295" y="92616"/>
                </a:lnTo>
                <a:lnTo>
                  <a:pt x="833438" y="93741"/>
                </a:lnTo>
                <a:lnTo>
                  <a:pt x="833597" y="94856"/>
                </a:lnTo>
                <a:lnTo>
                  <a:pt x="833774" y="95961"/>
                </a:lnTo>
                <a:lnTo>
                  <a:pt x="833967" y="97056"/>
                </a:lnTo>
                <a:lnTo>
                  <a:pt x="834176" y="98141"/>
                </a:lnTo>
                <a:lnTo>
                  <a:pt x="834403" y="99216"/>
                </a:lnTo>
                <a:lnTo>
                  <a:pt x="834646" y="100280"/>
                </a:lnTo>
                <a:lnTo>
                  <a:pt x="834907" y="101335"/>
                </a:lnTo>
                <a:lnTo>
                  <a:pt x="835183" y="102380"/>
                </a:lnTo>
                <a:lnTo>
                  <a:pt x="835477" y="103414"/>
                </a:lnTo>
                <a:lnTo>
                  <a:pt x="835788" y="104439"/>
                </a:lnTo>
                <a:lnTo>
                  <a:pt x="836115" y="105453"/>
                </a:lnTo>
                <a:lnTo>
                  <a:pt x="836459" y="106457"/>
                </a:lnTo>
                <a:lnTo>
                  <a:pt x="836820" y="107452"/>
                </a:lnTo>
                <a:lnTo>
                  <a:pt x="837197" y="108436"/>
                </a:lnTo>
                <a:lnTo>
                  <a:pt x="837592" y="109410"/>
                </a:lnTo>
                <a:lnTo>
                  <a:pt x="838004" y="110371"/>
                </a:lnTo>
                <a:lnTo>
                  <a:pt x="838433" y="111314"/>
                </a:lnTo>
                <a:lnTo>
                  <a:pt x="838881" y="112241"/>
                </a:lnTo>
                <a:lnTo>
                  <a:pt x="839347" y="113151"/>
                </a:lnTo>
                <a:lnTo>
                  <a:pt x="839831" y="114044"/>
                </a:lnTo>
                <a:lnTo>
                  <a:pt x="840332" y="114920"/>
                </a:lnTo>
                <a:lnTo>
                  <a:pt x="840852" y="115779"/>
                </a:lnTo>
                <a:lnTo>
                  <a:pt x="841390" y="116621"/>
                </a:lnTo>
                <a:lnTo>
                  <a:pt x="841945" y="117446"/>
                </a:lnTo>
                <a:lnTo>
                  <a:pt x="842519" y="118254"/>
                </a:lnTo>
                <a:lnTo>
                  <a:pt x="843110" y="119046"/>
                </a:lnTo>
                <a:lnTo>
                  <a:pt x="843720" y="119820"/>
                </a:lnTo>
                <a:lnTo>
                  <a:pt x="844348" y="120578"/>
                </a:lnTo>
                <a:lnTo>
                  <a:pt x="844993" y="121318"/>
                </a:lnTo>
                <a:lnTo>
                  <a:pt x="845657" y="122042"/>
                </a:lnTo>
                <a:lnTo>
                  <a:pt x="846338" y="122749"/>
                </a:lnTo>
                <a:lnTo>
                  <a:pt x="847038" y="123439"/>
                </a:lnTo>
                <a:lnTo>
                  <a:pt x="847755" y="124112"/>
                </a:lnTo>
                <a:lnTo>
                  <a:pt x="848491" y="124768"/>
                </a:lnTo>
                <a:lnTo>
                  <a:pt x="849244" y="125407"/>
                </a:lnTo>
                <a:lnTo>
                  <a:pt x="850015" y="126030"/>
                </a:lnTo>
                <a:lnTo>
                  <a:pt x="850805" y="126635"/>
                </a:lnTo>
                <a:lnTo>
                  <a:pt x="851612" y="127223"/>
                </a:lnTo>
                <a:lnTo>
                  <a:pt x="852438" y="127795"/>
                </a:lnTo>
                <a:lnTo>
                  <a:pt x="853282" y="128346"/>
                </a:lnTo>
                <a:lnTo>
                  <a:pt x="854146" y="128874"/>
                </a:lnTo>
                <a:lnTo>
                  <a:pt x="855029" y="129378"/>
                </a:lnTo>
                <a:lnTo>
                  <a:pt x="855933" y="129859"/>
                </a:lnTo>
                <a:lnTo>
                  <a:pt x="856856" y="130316"/>
                </a:lnTo>
                <a:lnTo>
                  <a:pt x="857798" y="130750"/>
                </a:lnTo>
                <a:lnTo>
                  <a:pt x="858761" y="131160"/>
                </a:lnTo>
                <a:lnTo>
                  <a:pt x="859743" y="131547"/>
                </a:lnTo>
                <a:lnTo>
                  <a:pt x="860744" y="131911"/>
                </a:lnTo>
                <a:lnTo>
                  <a:pt x="861766" y="132251"/>
                </a:lnTo>
                <a:lnTo>
                  <a:pt x="862807" y="132567"/>
                </a:lnTo>
                <a:lnTo>
                  <a:pt x="863868" y="132860"/>
                </a:lnTo>
                <a:lnTo>
                  <a:pt x="864948" y="133130"/>
                </a:lnTo>
                <a:lnTo>
                  <a:pt x="866049" y="133376"/>
                </a:lnTo>
                <a:lnTo>
                  <a:pt x="867168" y="133599"/>
                </a:lnTo>
                <a:lnTo>
                  <a:pt x="868308" y="133798"/>
                </a:lnTo>
                <a:lnTo>
                  <a:pt x="869467" y="133974"/>
                </a:lnTo>
                <a:lnTo>
                  <a:pt x="870646" y="134127"/>
                </a:lnTo>
                <a:lnTo>
                  <a:pt x="871845" y="134256"/>
                </a:lnTo>
                <a:lnTo>
                  <a:pt x="873064" y="134361"/>
                </a:lnTo>
                <a:lnTo>
                  <a:pt x="874302" y="134443"/>
                </a:lnTo>
                <a:lnTo>
                  <a:pt x="875559" y="134502"/>
                </a:lnTo>
                <a:lnTo>
                  <a:pt x="876837" y="134537"/>
                </a:lnTo>
                <a:lnTo>
                  <a:pt x="878134" y="134549"/>
                </a:lnTo>
                <a:lnTo>
                  <a:pt x="879139" y="134542"/>
                </a:lnTo>
                <a:lnTo>
                  <a:pt x="880134" y="134520"/>
                </a:lnTo>
                <a:lnTo>
                  <a:pt x="881116" y="134485"/>
                </a:lnTo>
                <a:lnTo>
                  <a:pt x="882088" y="134434"/>
                </a:lnTo>
                <a:lnTo>
                  <a:pt x="883048" y="134370"/>
                </a:lnTo>
                <a:close/>
                <a:moveTo>
                  <a:pt x="850033" y="68148"/>
                </a:moveTo>
                <a:lnTo>
                  <a:pt x="850234" y="67091"/>
                </a:lnTo>
                <a:lnTo>
                  <a:pt x="850454" y="66058"/>
                </a:lnTo>
                <a:lnTo>
                  <a:pt x="850695" y="65049"/>
                </a:lnTo>
                <a:lnTo>
                  <a:pt x="850956" y="64064"/>
                </a:lnTo>
                <a:lnTo>
                  <a:pt x="851236" y="63102"/>
                </a:lnTo>
                <a:lnTo>
                  <a:pt x="851537" y="62163"/>
                </a:lnTo>
                <a:lnTo>
                  <a:pt x="851858" y="61249"/>
                </a:lnTo>
                <a:lnTo>
                  <a:pt x="852199" y="60358"/>
                </a:lnTo>
                <a:lnTo>
                  <a:pt x="852560" y="59490"/>
                </a:lnTo>
                <a:lnTo>
                  <a:pt x="852941" y="58647"/>
                </a:lnTo>
                <a:lnTo>
                  <a:pt x="853342" y="57827"/>
                </a:lnTo>
                <a:lnTo>
                  <a:pt x="853763" y="57030"/>
                </a:lnTo>
                <a:lnTo>
                  <a:pt x="854204" y="56257"/>
                </a:lnTo>
                <a:lnTo>
                  <a:pt x="854665" y="55508"/>
                </a:lnTo>
                <a:lnTo>
                  <a:pt x="855146" y="54783"/>
                </a:lnTo>
                <a:lnTo>
                  <a:pt x="855647" y="54081"/>
                </a:lnTo>
                <a:lnTo>
                  <a:pt x="856169" y="53403"/>
                </a:lnTo>
                <a:lnTo>
                  <a:pt x="856710" y="52748"/>
                </a:lnTo>
                <a:lnTo>
                  <a:pt x="857271" y="52117"/>
                </a:lnTo>
                <a:lnTo>
                  <a:pt x="857851" y="51511"/>
                </a:lnTo>
                <a:lnTo>
                  <a:pt x="858450" y="50930"/>
                </a:lnTo>
                <a:lnTo>
                  <a:pt x="859066" y="50375"/>
                </a:lnTo>
                <a:lnTo>
                  <a:pt x="859700" y="49846"/>
                </a:lnTo>
                <a:lnTo>
                  <a:pt x="860352" y="49343"/>
                </a:lnTo>
                <a:lnTo>
                  <a:pt x="861023" y="48866"/>
                </a:lnTo>
                <a:lnTo>
                  <a:pt x="861711" y="48414"/>
                </a:lnTo>
                <a:lnTo>
                  <a:pt x="862417" y="47988"/>
                </a:lnTo>
                <a:lnTo>
                  <a:pt x="863141" y="47588"/>
                </a:lnTo>
                <a:lnTo>
                  <a:pt x="863883" y="47214"/>
                </a:lnTo>
                <a:lnTo>
                  <a:pt x="864643" y="46866"/>
                </a:lnTo>
                <a:lnTo>
                  <a:pt x="865421" y="46543"/>
                </a:lnTo>
                <a:lnTo>
                  <a:pt x="866217" y="46246"/>
                </a:lnTo>
                <a:lnTo>
                  <a:pt x="867032" y="45976"/>
                </a:lnTo>
                <a:lnTo>
                  <a:pt x="867864" y="45730"/>
                </a:lnTo>
                <a:lnTo>
                  <a:pt x="868714" y="45511"/>
                </a:lnTo>
                <a:lnTo>
                  <a:pt x="869582" y="45317"/>
                </a:lnTo>
                <a:lnTo>
                  <a:pt x="870468" y="45150"/>
                </a:lnTo>
                <a:lnTo>
                  <a:pt x="871372" y="45008"/>
                </a:lnTo>
                <a:lnTo>
                  <a:pt x="872294" y="44892"/>
                </a:lnTo>
                <a:lnTo>
                  <a:pt x="873233" y="44801"/>
                </a:lnTo>
                <a:lnTo>
                  <a:pt x="874191" y="44737"/>
                </a:lnTo>
                <a:lnTo>
                  <a:pt x="875167" y="44698"/>
                </a:lnTo>
                <a:lnTo>
                  <a:pt x="876161" y="44685"/>
                </a:lnTo>
                <a:lnTo>
                  <a:pt x="877147" y="44698"/>
                </a:lnTo>
                <a:lnTo>
                  <a:pt x="878114" y="44737"/>
                </a:lnTo>
                <a:lnTo>
                  <a:pt x="879063" y="44802"/>
                </a:lnTo>
                <a:lnTo>
                  <a:pt x="879995" y="44893"/>
                </a:lnTo>
                <a:lnTo>
                  <a:pt x="880907" y="45010"/>
                </a:lnTo>
                <a:lnTo>
                  <a:pt x="881802" y="45153"/>
                </a:lnTo>
                <a:lnTo>
                  <a:pt x="882679" y="45322"/>
                </a:lnTo>
                <a:lnTo>
                  <a:pt x="883537" y="45517"/>
                </a:lnTo>
                <a:lnTo>
                  <a:pt x="884378" y="45738"/>
                </a:lnTo>
                <a:lnTo>
                  <a:pt x="885200" y="45985"/>
                </a:lnTo>
                <a:lnTo>
                  <a:pt x="886004" y="46257"/>
                </a:lnTo>
                <a:lnTo>
                  <a:pt x="886790" y="46556"/>
                </a:lnTo>
                <a:lnTo>
                  <a:pt x="887558" y="46881"/>
                </a:lnTo>
                <a:lnTo>
                  <a:pt x="888307" y="47232"/>
                </a:lnTo>
                <a:lnTo>
                  <a:pt x="889039" y="47609"/>
                </a:lnTo>
                <a:lnTo>
                  <a:pt x="889752" y="48012"/>
                </a:lnTo>
                <a:lnTo>
                  <a:pt x="890447" y="48440"/>
                </a:lnTo>
                <a:lnTo>
                  <a:pt x="891124" y="48895"/>
                </a:lnTo>
                <a:lnTo>
                  <a:pt x="891783" y="49376"/>
                </a:lnTo>
                <a:lnTo>
                  <a:pt x="892424" y="49883"/>
                </a:lnTo>
                <a:lnTo>
                  <a:pt x="893046" y="50416"/>
                </a:lnTo>
                <a:lnTo>
                  <a:pt x="893650" y="50974"/>
                </a:lnTo>
                <a:lnTo>
                  <a:pt x="894237" y="51559"/>
                </a:lnTo>
                <a:lnTo>
                  <a:pt x="894805" y="52170"/>
                </a:lnTo>
                <a:lnTo>
                  <a:pt x="895353" y="52805"/>
                </a:lnTo>
                <a:lnTo>
                  <a:pt x="895878" y="53463"/>
                </a:lnTo>
                <a:lnTo>
                  <a:pt x="896381" y="54144"/>
                </a:lnTo>
                <a:lnTo>
                  <a:pt x="896862" y="54848"/>
                </a:lnTo>
                <a:lnTo>
                  <a:pt x="897321" y="55576"/>
                </a:lnTo>
                <a:lnTo>
                  <a:pt x="897758" y="56326"/>
                </a:lnTo>
                <a:lnTo>
                  <a:pt x="898172" y="57100"/>
                </a:lnTo>
                <a:lnTo>
                  <a:pt x="898564" y="57897"/>
                </a:lnTo>
                <a:lnTo>
                  <a:pt x="898934" y="58716"/>
                </a:lnTo>
                <a:lnTo>
                  <a:pt x="899281" y="59559"/>
                </a:lnTo>
                <a:lnTo>
                  <a:pt x="899606" y="60425"/>
                </a:lnTo>
                <a:lnTo>
                  <a:pt x="899909" y="61314"/>
                </a:lnTo>
                <a:lnTo>
                  <a:pt x="900190" y="62226"/>
                </a:lnTo>
                <a:lnTo>
                  <a:pt x="900449" y="63162"/>
                </a:lnTo>
                <a:lnTo>
                  <a:pt x="900685" y="64120"/>
                </a:lnTo>
                <a:lnTo>
                  <a:pt x="900899" y="65102"/>
                </a:lnTo>
                <a:lnTo>
                  <a:pt x="901090" y="66106"/>
                </a:lnTo>
                <a:lnTo>
                  <a:pt x="901260" y="67134"/>
                </a:lnTo>
                <a:lnTo>
                  <a:pt x="901407" y="68185"/>
                </a:lnTo>
                <a:lnTo>
                  <a:pt x="901532" y="69258"/>
                </a:lnTo>
                <a:lnTo>
                  <a:pt x="901634" y="70355"/>
                </a:lnTo>
                <a:lnTo>
                  <a:pt x="901714" y="71475"/>
                </a:lnTo>
                <a:lnTo>
                  <a:pt x="901773" y="72619"/>
                </a:lnTo>
                <a:lnTo>
                  <a:pt x="901808" y="73785"/>
                </a:lnTo>
                <a:lnTo>
                  <a:pt x="849330" y="73785"/>
                </a:lnTo>
                <a:lnTo>
                  <a:pt x="849431" y="72610"/>
                </a:lnTo>
                <a:lnTo>
                  <a:pt x="849551" y="71459"/>
                </a:lnTo>
                <a:lnTo>
                  <a:pt x="849692" y="70332"/>
                </a:lnTo>
                <a:lnTo>
                  <a:pt x="849852" y="69228"/>
                </a:lnTo>
                <a:lnTo>
                  <a:pt x="850033" y="68148"/>
                </a:lnTo>
                <a:close/>
                <a:moveTo>
                  <a:pt x="930261" y="132773"/>
                </a:moveTo>
                <a:lnTo>
                  <a:pt x="947721" y="132773"/>
                </a:lnTo>
                <a:lnTo>
                  <a:pt x="973962" y="91283"/>
                </a:lnTo>
                <a:lnTo>
                  <a:pt x="1000297" y="132773"/>
                </a:lnTo>
                <a:lnTo>
                  <a:pt x="1017856" y="132773"/>
                </a:lnTo>
                <a:lnTo>
                  <a:pt x="983611" y="80749"/>
                </a:lnTo>
                <a:lnTo>
                  <a:pt x="1014699" y="33736"/>
                </a:lnTo>
                <a:lnTo>
                  <a:pt x="997042" y="33736"/>
                </a:lnTo>
                <a:lnTo>
                  <a:pt x="974012" y="71067"/>
                </a:lnTo>
                <a:lnTo>
                  <a:pt x="951075" y="33736"/>
                </a:lnTo>
                <a:lnTo>
                  <a:pt x="933417" y="33736"/>
                </a:lnTo>
                <a:lnTo>
                  <a:pt x="964243" y="81014"/>
                </a:lnTo>
                <a:lnTo>
                  <a:pt x="930261" y="132773"/>
                </a:lnTo>
                <a:close/>
                <a:moveTo>
                  <a:pt x="1338694" y="119350"/>
                </a:moveTo>
                <a:lnTo>
                  <a:pt x="1337996" y="119325"/>
                </a:lnTo>
                <a:lnTo>
                  <a:pt x="1337321" y="119284"/>
                </a:lnTo>
                <a:lnTo>
                  <a:pt x="1336668" y="119226"/>
                </a:lnTo>
                <a:lnTo>
                  <a:pt x="1336037" y="119152"/>
                </a:lnTo>
                <a:lnTo>
                  <a:pt x="1335429" y="119062"/>
                </a:lnTo>
                <a:lnTo>
                  <a:pt x="1334843" y="118955"/>
                </a:lnTo>
                <a:lnTo>
                  <a:pt x="1334280" y="118832"/>
                </a:lnTo>
                <a:lnTo>
                  <a:pt x="1333739" y="118692"/>
                </a:lnTo>
                <a:lnTo>
                  <a:pt x="1333220" y="118536"/>
                </a:lnTo>
                <a:lnTo>
                  <a:pt x="1332724" y="118363"/>
                </a:lnTo>
                <a:lnTo>
                  <a:pt x="1332251" y="118174"/>
                </a:lnTo>
                <a:lnTo>
                  <a:pt x="1331800" y="117969"/>
                </a:lnTo>
                <a:lnTo>
                  <a:pt x="1331371" y="117747"/>
                </a:lnTo>
                <a:lnTo>
                  <a:pt x="1330965" y="117508"/>
                </a:lnTo>
                <a:lnTo>
                  <a:pt x="1330581" y="117253"/>
                </a:lnTo>
                <a:lnTo>
                  <a:pt x="1330219" y="116982"/>
                </a:lnTo>
                <a:lnTo>
                  <a:pt x="1329880" y="116695"/>
                </a:lnTo>
                <a:lnTo>
                  <a:pt x="1329564" y="116390"/>
                </a:lnTo>
                <a:lnTo>
                  <a:pt x="1329270" y="116070"/>
                </a:lnTo>
                <a:lnTo>
                  <a:pt x="1328998" y="115733"/>
                </a:lnTo>
                <a:lnTo>
                  <a:pt x="1328749" y="115379"/>
                </a:lnTo>
                <a:lnTo>
                  <a:pt x="1328522" y="115009"/>
                </a:lnTo>
                <a:lnTo>
                  <a:pt x="1328317" y="114623"/>
                </a:lnTo>
                <a:lnTo>
                  <a:pt x="1328128" y="114221"/>
                </a:lnTo>
                <a:lnTo>
                  <a:pt x="1327947" y="113804"/>
                </a:lnTo>
                <a:lnTo>
                  <a:pt x="1327774" y="113373"/>
                </a:lnTo>
                <a:lnTo>
                  <a:pt x="1327609" y="112927"/>
                </a:lnTo>
                <a:lnTo>
                  <a:pt x="1327452" y="112466"/>
                </a:lnTo>
                <a:lnTo>
                  <a:pt x="1327303" y="111990"/>
                </a:lnTo>
                <a:lnTo>
                  <a:pt x="1327162" y="111500"/>
                </a:lnTo>
                <a:lnTo>
                  <a:pt x="1327030" y="110995"/>
                </a:lnTo>
                <a:lnTo>
                  <a:pt x="1326905" y="110475"/>
                </a:lnTo>
                <a:lnTo>
                  <a:pt x="1326788" y="109941"/>
                </a:lnTo>
                <a:lnTo>
                  <a:pt x="1326680" y="109392"/>
                </a:lnTo>
                <a:lnTo>
                  <a:pt x="1326579" y="108828"/>
                </a:lnTo>
                <a:lnTo>
                  <a:pt x="1326486" y="108249"/>
                </a:lnTo>
                <a:lnTo>
                  <a:pt x="1326402" y="107656"/>
                </a:lnTo>
                <a:lnTo>
                  <a:pt x="1326325" y="107048"/>
                </a:lnTo>
                <a:lnTo>
                  <a:pt x="1326257" y="106425"/>
                </a:lnTo>
                <a:lnTo>
                  <a:pt x="1326197" y="105787"/>
                </a:lnTo>
                <a:lnTo>
                  <a:pt x="1326144" y="105135"/>
                </a:lnTo>
                <a:lnTo>
                  <a:pt x="1326100" y="104468"/>
                </a:lnTo>
                <a:lnTo>
                  <a:pt x="1326064" y="103786"/>
                </a:lnTo>
                <a:lnTo>
                  <a:pt x="1326036" y="103090"/>
                </a:lnTo>
                <a:lnTo>
                  <a:pt x="1326015" y="102378"/>
                </a:lnTo>
                <a:lnTo>
                  <a:pt x="1326003" y="101652"/>
                </a:lnTo>
                <a:lnTo>
                  <a:pt x="1325999" y="100912"/>
                </a:lnTo>
                <a:lnTo>
                  <a:pt x="1325999" y="0"/>
                </a:lnTo>
                <a:lnTo>
                  <a:pt x="1309625" y="0"/>
                </a:lnTo>
                <a:lnTo>
                  <a:pt x="1309625" y="101701"/>
                </a:lnTo>
                <a:lnTo>
                  <a:pt x="1309629" y="102510"/>
                </a:lnTo>
                <a:lnTo>
                  <a:pt x="1309640" y="103309"/>
                </a:lnTo>
                <a:lnTo>
                  <a:pt x="1309660" y="104098"/>
                </a:lnTo>
                <a:lnTo>
                  <a:pt x="1309688" y="104878"/>
                </a:lnTo>
                <a:lnTo>
                  <a:pt x="1309723" y="105648"/>
                </a:lnTo>
                <a:lnTo>
                  <a:pt x="1309766" y="106408"/>
                </a:lnTo>
                <a:lnTo>
                  <a:pt x="1309818" y="107158"/>
                </a:lnTo>
                <a:lnTo>
                  <a:pt x="1309877" y="107899"/>
                </a:lnTo>
                <a:lnTo>
                  <a:pt x="1309944" y="108630"/>
                </a:lnTo>
                <a:lnTo>
                  <a:pt x="1310019" y="109351"/>
                </a:lnTo>
                <a:lnTo>
                  <a:pt x="1310101" y="110062"/>
                </a:lnTo>
                <a:lnTo>
                  <a:pt x="1310192" y="110764"/>
                </a:lnTo>
                <a:lnTo>
                  <a:pt x="1310290" y="111455"/>
                </a:lnTo>
                <a:lnTo>
                  <a:pt x="1310397" y="112137"/>
                </a:lnTo>
                <a:lnTo>
                  <a:pt x="1310511" y="112810"/>
                </a:lnTo>
                <a:lnTo>
                  <a:pt x="1310633" y="113472"/>
                </a:lnTo>
                <a:lnTo>
                  <a:pt x="1310763" y="114125"/>
                </a:lnTo>
                <a:lnTo>
                  <a:pt x="1310901" y="114768"/>
                </a:lnTo>
                <a:lnTo>
                  <a:pt x="1311047" y="115401"/>
                </a:lnTo>
                <a:lnTo>
                  <a:pt x="1311200" y="116025"/>
                </a:lnTo>
                <a:lnTo>
                  <a:pt x="1311362" y="116638"/>
                </a:lnTo>
                <a:lnTo>
                  <a:pt x="1311531" y="117242"/>
                </a:lnTo>
                <a:lnTo>
                  <a:pt x="1311708" y="117836"/>
                </a:lnTo>
                <a:lnTo>
                  <a:pt x="1311893" y="118421"/>
                </a:lnTo>
                <a:lnTo>
                  <a:pt x="1312089" y="118995"/>
                </a:lnTo>
                <a:lnTo>
                  <a:pt x="1312299" y="119557"/>
                </a:lnTo>
                <a:lnTo>
                  <a:pt x="1312522" y="120108"/>
                </a:lnTo>
                <a:lnTo>
                  <a:pt x="1312759" y="120648"/>
                </a:lnTo>
                <a:lnTo>
                  <a:pt x="1313010" y="121177"/>
                </a:lnTo>
                <a:lnTo>
                  <a:pt x="1313274" y="121694"/>
                </a:lnTo>
                <a:lnTo>
                  <a:pt x="1313553" y="122201"/>
                </a:lnTo>
                <a:lnTo>
                  <a:pt x="1313844" y="122695"/>
                </a:lnTo>
                <a:lnTo>
                  <a:pt x="1314150" y="123179"/>
                </a:lnTo>
                <a:lnTo>
                  <a:pt x="1314469" y="123651"/>
                </a:lnTo>
                <a:lnTo>
                  <a:pt x="1314802" y="124112"/>
                </a:lnTo>
                <a:lnTo>
                  <a:pt x="1315149" y="124561"/>
                </a:lnTo>
                <a:lnTo>
                  <a:pt x="1315509" y="125000"/>
                </a:lnTo>
                <a:lnTo>
                  <a:pt x="1315883" y="125426"/>
                </a:lnTo>
                <a:lnTo>
                  <a:pt x="1316271" y="125842"/>
                </a:lnTo>
                <a:lnTo>
                  <a:pt x="1316672" y="126246"/>
                </a:lnTo>
                <a:lnTo>
                  <a:pt x="1317087" y="126639"/>
                </a:lnTo>
                <a:lnTo>
                  <a:pt x="1317516" y="127021"/>
                </a:lnTo>
                <a:lnTo>
                  <a:pt x="1317959" y="127392"/>
                </a:lnTo>
                <a:lnTo>
                  <a:pt x="1318415" y="127751"/>
                </a:lnTo>
                <a:lnTo>
                  <a:pt x="1318885" y="128099"/>
                </a:lnTo>
                <a:lnTo>
                  <a:pt x="1319368" y="128435"/>
                </a:lnTo>
                <a:lnTo>
                  <a:pt x="1319866" y="128760"/>
                </a:lnTo>
                <a:lnTo>
                  <a:pt x="1320377" y="129074"/>
                </a:lnTo>
                <a:lnTo>
                  <a:pt x="1320904" y="129376"/>
                </a:lnTo>
                <a:lnTo>
                  <a:pt x="1321451" y="129665"/>
                </a:lnTo>
                <a:lnTo>
                  <a:pt x="1322017" y="129941"/>
                </a:lnTo>
                <a:lnTo>
                  <a:pt x="1322602" y="130204"/>
                </a:lnTo>
                <a:lnTo>
                  <a:pt x="1323206" y="130455"/>
                </a:lnTo>
                <a:lnTo>
                  <a:pt x="1323829" y="130693"/>
                </a:lnTo>
                <a:lnTo>
                  <a:pt x="1324472" y="130917"/>
                </a:lnTo>
                <a:lnTo>
                  <a:pt x="1325133" y="131129"/>
                </a:lnTo>
                <a:lnTo>
                  <a:pt x="1325814" y="131328"/>
                </a:lnTo>
                <a:lnTo>
                  <a:pt x="1326514" y="131515"/>
                </a:lnTo>
                <a:lnTo>
                  <a:pt x="1327234" y="131688"/>
                </a:lnTo>
                <a:lnTo>
                  <a:pt x="1327972" y="131849"/>
                </a:lnTo>
                <a:lnTo>
                  <a:pt x="1328730" y="131996"/>
                </a:lnTo>
                <a:lnTo>
                  <a:pt x="1329507" y="132131"/>
                </a:lnTo>
                <a:lnTo>
                  <a:pt x="1330303" y="132253"/>
                </a:lnTo>
                <a:lnTo>
                  <a:pt x="1331118" y="132362"/>
                </a:lnTo>
                <a:lnTo>
                  <a:pt x="1331952" y="132459"/>
                </a:lnTo>
                <a:lnTo>
                  <a:pt x="1332806" y="132542"/>
                </a:lnTo>
                <a:lnTo>
                  <a:pt x="1333678" y="132613"/>
                </a:lnTo>
                <a:lnTo>
                  <a:pt x="1334570" y="132671"/>
                </a:lnTo>
                <a:lnTo>
                  <a:pt x="1335481" y="132716"/>
                </a:lnTo>
                <a:lnTo>
                  <a:pt x="1336412" y="132748"/>
                </a:lnTo>
                <a:lnTo>
                  <a:pt x="1337361" y="132767"/>
                </a:lnTo>
                <a:lnTo>
                  <a:pt x="1338330" y="132773"/>
                </a:lnTo>
                <a:lnTo>
                  <a:pt x="1343854" y="132773"/>
                </a:lnTo>
                <a:lnTo>
                  <a:pt x="1343854" y="119358"/>
                </a:lnTo>
                <a:lnTo>
                  <a:pt x="1339415" y="119358"/>
                </a:lnTo>
                <a:lnTo>
                  <a:pt x="1338694" y="119350"/>
                </a:lnTo>
                <a:close/>
                <a:moveTo>
                  <a:pt x="1280103" y="119448"/>
                </a:moveTo>
                <a:lnTo>
                  <a:pt x="1279405" y="119422"/>
                </a:lnTo>
                <a:lnTo>
                  <a:pt x="1278730" y="119379"/>
                </a:lnTo>
                <a:lnTo>
                  <a:pt x="1278076" y="119318"/>
                </a:lnTo>
                <a:lnTo>
                  <a:pt x="1277446" y="119240"/>
                </a:lnTo>
                <a:lnTo>
                  <a:pt x="1276838" y="119145"/>
                </a:lnTo>
                <a:lnTo>
                  <a:pt x="1276252" y="119032"/>
                </a:lnTo>
                <a:lnTo>
                  <a:pt x="1275688" y="118902"/>
                </a:lnTo>
                <a:lnTo>
                  <a:pt x="1275148" y="118755"/>
                </a:lnTo>
                <a:lnTo>
                  <a:pt x="1274629" y="118591"/>
                </a:lnTo>
                <a:lnTo>
                  <a:pt x="1274133" y="118409"/>
                </a:lnTo>
                <a:lnTo>
                  <a:pt x="1273659" y="118210"/>
                </a:lnTo>
                <a:lnTo>
                  <a:pt x="1273208" y="117993"/>
                </a:lnTo>
                <a:lnTo>
                  <a:pt x="1272780" y="117759"/>
                </a:lnTo>
                <a:lnTo>
                  <a:pt x="1272373" y="117508"/>
                </a:lnTo>
                <a:lnTo>
                  <a:pt x="1271989" y="117240"/>
                </a:lnTo>
                <a:lnTo>
                  <a:pt x="1271628" y="116954"/>
                </a:lnTo>
                <a:lnTo>
                  <a:pt x="1271289" y="116651"/>
                </a:lnTo>
                <a:lnTo>
                  <a:pt x="1270972" y="116331"/>
                </a:lnTo>
                <a:lnTo>
                  <a:pt x="1270678" y="115993"/>
                </a:lnTo>
                <a:lnTo>
                  <a:pt x="1270407" y="115638"/>
                </a:lnTo>
                <a:lnTo>
                  <a:pt x="1270157" y="115266"/>
                </a:lnTo>
                <a:lnTo>
                  <a:pt x="1269930" y="114876"/>
                </a:lnTo>
                <a:lnTo>
                  <a:pt x="1269726" y="114469"/>
                </a:lnTo>
                <a:lnTo>
                  <a:pt x="1269537" y="114046"/>
                </a:lnTo>
                <a:lnTo>
                  <a:pt x="1269356" y="113607"/>
                </a:lnTo>
                <a:lnTo>
                  <a:pt x="1269183" y="113154"/>
                </a:lnTo>
                <a:lnTo>
                  <a:pt x="1269018" y="112685"/>
                </a:lnTo>
                <a:lnTo>
                  <a:pt x="1268861" y="112201"/>
                </a:lnTo>
                <a:lnTo>
                  <a:pt x="1268712" y="111702"/>
                </a:lnTo>
                <a:lnTo>
                  <a:pt x="1268571" y="111188"/>
                </a:lnTo>
                <a:lnTo>
                  <a:pt x="1268438" y="110658"/>
                </a:lnTo>
                <a:lnTo>
                  <a:pt x="1268313" y="110113"/>
                </a:lnTo>
                <a:lnTo>
                  <a:pt x="1268197" y="109554"/>
                </a:lnTo>
                <a:lnTo>
                  <a:pt x="1268088" y="108979"/>
                </a:lnTo>
                <a:lnTo>
                  <a:pt x="1267987" y="108388"/>
                </a:lnTo>
                <a:lnTo>
                  <a:pt x="1267895" y="107783"/>
                </a:lnTo>
                <a:lnTo>
                  <a:pt x="1267810" y="107163"/>
                </a:lnTo>
                <a:lnTo>
                  <a:pt x="1267734" y="106527"/>
                </a:lnTo>
                <a:lnTo>
                  <a:pt x="1267665" y="105876"/>
                </a:lnTo>
                <a:lnTo>
                  <a:pt x="1267605" y="105210"/>
                </a:lnTo>
                <a:lnTo>
                  <a:pt x="1267553" y="104529"/>
                </a:lnTo>
                <a:lnTo>
                  <a:pt x="1267509" y="103832"/>
                </a:lnTo>
                <a:lnTo>
                  <a:pt x="1267472" y="103121"/>
                </a:lnTo>
                <a:lnTo>
                  <a:pt x="1267444" y="102394"/>
                </a:lnTo>
                <a:lnTo>
                  <a:pt x="1267424" y="101652"/>
                </a:lnTo>
                <a:lnTo>
                  <a:pt x="1267412" y="100895"/>
                </a:lnTo>
                <a:lnTo>
                  <a:pt x="1267408" y="100123"/>
                </a:lnTo>
                <a:lnTo>
                  <a:pt x="1267408" y="47053"/>
                </a:lnTo>
                <a:lnTo>
                  <a:pt x="1291082" y="47053"/>
                </a:lnTo>
                <a:lnTo>
                  <a:pt x="1291082" y="33736"/>
                </a:lnTo>
                <a:lnTo>
                  <a:pt x="1267408" y="33736"/>
                </a:lnTo>
                <a:lnTo>
                  <a:pt x="1267408" y="11739"/>
                </a:lnTo>
                <a:lnTo>
                  <a:pt x="1251033" y="11739"/>
                </a:lnTo>
                <a:lnTo>
                  <a:pt x="1251033" y="33736"/>
                </a:lnTo>
                <a:lnTo>
                  <a:pt x="1234954" y="33736"/>
                </a:lnTo>
                <a:lnTo>
                  <a:pt x="1234954" y="47053"/>
                </a:lnTo>
                <a:lnTo>
                  <a:pt x="1251033" y="47053"/>
                </a:lnTo>
                <a:lnTo>
                  <a:pt x="1251033" y="100591"/>
                </a:lnTo>
                <a:lnTo>
                  <a:pt x="1251037" y="101429"/>
                </a:lnTo>
                <a:lnTo>
                  <a:pt x="1251049" y="102257"/>
                </a:lnTo>
                <a:lnTo>
                  <a:pt x="1251069" y="103074"/>
                </a:lnTo>
                <a:lnTo>
                  <a:pt x="1251098" y="103882"/>
                </a:lnTo>
                <a:lnTo>
                  <a:pt x="1251134" y="104679"/>
                </a:lnTo>
                <a:lnTo>
                  <a:pt x="1251178" y="105466"/>
                </a:lnTo>
                <a:lnTo>
                  <a:pt x="1251230" y="106243"/>
                </a:lnTo>
                <a:lnTo>
                  <a:pt x="1251291" y="107010"/>
                </a:lnTo>
                <a:lnTo>
                  <a:pt x="1251359" y="107767"/>
                </a:lnTo>
                <a:lnTo>
                  <a:pt x="1251436" y="108514"/>
                </a:lnTo>
                <a:lnTo>
                  <a:pt x="1251520" y="109251"/>
                </a:lnTo>
                <a:lnTo>
                  <a:pt x="1251613" y="109978"/>
                </a:lnTo>
                <a:lnTo>
                  <a:pt x="1251713" y="110694"/>
                </a:lnTo>
                <a:lnTo>
                  <a:pt x="1251822" y="111401"/>
                </a:lnTo>
                <a:lnTo>
                  <a:pt x="1251939" y="112097"/>
                </a:lnTo>
                <a:lnTo>
                  <a:pt x="1252063" y="112783"/>
                </a:lnTo>
                <a:lnTo>
                  <a:pt x="1252196" y="113459"/>
                </a:lnTo>
                <a:lnTo>
                  <a:pt x="1252337" y="114125"/>
                </a:lnTo>
                <a:lnTo>
                  <a:pt x="1252486" y="114781"/>
                </a:lnTo>
                <a:lnTo>
                  <a:pt x="1252643" y="115427"/>
                </a:lnTo>
                <a:lnTo>
                  <a:pt x="1252808" y="116063"/>
                </a:lnTo>
                <a:lnTo>
                  <a:pt x="1252981" y="116688"/>
                </a:lnTo>
                <a:lnTo>
                  <a:pt x="1253162" y="117304"/>
                </a:lnTo>
                <a:lnTo>
                  <a:pt x="1253351" y="117909"/>
                </a:lnTo>
                <a:lnTo>
                  <a:pt x="1253551" y="118503"/>
                </a:lnTo>
                <a:lnTo>
                  <a:pt x="1253765" y="119086"/>
                </a:lnTo>
                <a:lnTo>
                  <a:pt x="1253992" y="119657"/>
                </a:lnTo>
                <a:lnTo>
                  <a:pt x="1254232" y="120216"/>
                </a:lnTo>
                <a:lnTo>
                  <a:pt x="1254486" y="120763"/>
                </a:lnTo>
                <a:lnTo>
                  <a:pt x="1254754" y="121299"/>
                </a:lnTo>
                <a:lnTo>
                  <a:pt x="1255035" y="121823"/>
                </a:lnTo>
                <a:lnTo>
                  <a:pt x="1255330" y="122335"/>
                </a:lnTo>
                <a:lnTo>
                  <a:pt x="1255638" y="122836"/>
                </a:lnTo>
                <a:lnTo>
                  <a:pt x="1255960" y="123325"/>
                </a:lnTo>
                <a:lnTo>
                  <a:pt x="1256295" y="123802"/>
                </a:lnTo>
                <a:lnTo>
                  <a:pt x="1256644" y="124268"/>
                </a:lnTo>
                <a:lnTo>
                  <a:pt x="1257006" y="124722"/>
                </a:lnTo>
                <a:lnTo>
                  <a:pt x="1257382" y="125164"/>
                </a:lnTo>
                <a:lnTo>
                  <a:pt x="1257771" y="125594"/>
                </a:lnTo>
                <a:lnTo>
                  <a:pt x="1258174" y="126013"/>
                </a:lnTo>
                <a:lnTo>
                  <a:pt x="1258590" y="126420"/>
                </a:lnTo>
                <a:lnTo>
                  <a:pt x="1259020" y="126815"/>
                </a:lnTo>
                <a:lnTo>
                  <a:pt x="1259464" y="127199"/>
                </a:lnTo>
                <a:lnTo>
                  <a:pt x="1259921" y="127571"/>
                </a:lnTo>
                <a:lnTo>
                  <a:pt x="1260391" y="127931"/>
                </a:lnTo>
                <a:lnTo>
                  <a:pt x="1260875" y="128280"/>
                </a:lnTo>
                <a:lnTo>
                  <a:pt x="1261373" y="128616"/>
                </a:lnTo>
                <a:lnTo>
                  <a:pt x="1261884" y="128942"/>
                </a:lnTo>
                <a:lnTo>
                  <a:pt x="1262411" y="129254"/>
                </a:lnTo>
                <a:lnTo>
                  <a:pt x="1262957" y="129554"/>
                </a:lnTo>
                <a:lnTo>
                  <a:pt x="1263522" y="129840"/>
                </a:lnTo>
                <a:lnTo>
                  <a:pt x="1264106" y="130112"/>
                </a:lnTo>
                <a:lnTo>
                  <a:pt x="1264709" y="130372"/>
                </a:lnTo>
                <a:lnTo>
                  <a:pt x="1265330" y="130618"/>
                </a:lnTo>
                <a:lnTo>
                  <a:pt x="1265971" y="130851"/>
                </a:lnTo>
                <a:lnTo>
                  <a:pt x="1266630" y="131070"/>
                </a:lnTo>
                <a:lnTo>
                  <a:pt x="1267308" y="131277"/>
                </a:lnTo>
                <a:lnTo>
                  <a:pt x="1268005" y="131469"/>
                </a:lnTo>
                <a:lnTo>
                  <a:pt x="1268720" y="131649"/>
                </a:lnTo>
                <a:lnTo>
                  <a:pt x="1269455" y="131815"/>
                </a:lnTo>
                <a:lnTo>
                  <a:pt x="1270208" y="131968"/>
                </a:lnTo>
                <a:lnTo>
                  <a:pt x="1270980" y="132108"/>
                </a:lnTo>
                <a:lnTo>
                  <a:pt x="1271771" y="132234"/>
                </a:lnTo>
                <a:lnTo>
                  <a:pt x="1272581" y="132348"/>
                </a:lnTo>
                <a:lnTo>
                  <a:pt x="1273410" y="132447"/>
                </a:lnTo>
                <a:lnTo>
                  <a:pt x="1274257" y="132534"/>
                </a:lnTo>
                <a:lnTo>
                  <a:pt x="1275124" y="132607"/>
                </a:lnTo>
                <a:lnTo>
                  <a:pt x="1276009" y="132667"/>
                </a:lnTo>
                <a:lnTo>
                  <a:pt x="1276913" y="132713"/>
                </a:lnTo>
                <a:lnTo>
                  <a:pt x="1277836" y="132747"/>
                </a:lnTo>
                <a:lnTo>
                  <a:pt x="1278778" y="132767"/>
                </a:lnTo>
                <a:lnTo>
                  <a:pt x="1279738" y="132773"/>
                </a:lnTo>
                <a:lnTo>
                  <a:pt x="1291280" y="132773"/>
                </a:lnTo>
                <a:lnTo>
                  <a:pt x="1291280" y="119457"/>
                </a:lnTo>
                <a:lnTo>
                  <a:pt x="1280823" y="119457"/>
                </a:lnTo>
                <a:lnTo>
                  <a:pt x="1280103" y="119448"/>
                </a:lnTo>
                <a:close/>
                <a:moveTo>
                  <a:pt x="1062096" y="134424"/>
                </a:moveTo>
                <a:lnTo>
                  <a:pt x="1063021" y="134354"/>
                </a:lnTo>
                <a:lnTo>
                  <a:pt x="1063935" y="134268"/>
                </a:lnTo>
                <a:lnTo>
                  <a:pt x="1064839" y="134167"/>
                </a:lnTo>
                <a:lnTo>
                  <a:pt x="1065733" y="134050"/>
                </a:lnTo>
                <a:lnTo>
                  <a:pt x="1066618" y="133918"/>
                </a:lnTo>
                <a:lnTo>
                  <a:pt x="1067492" y="133770"/>
                </a:lnTo>
                <a:lnTo>
                  <a:pt x="1068355" y="133606"/>
                </a:lnTo>
                <a:lnTo>
                  <a:pt x="1069209" y="133427"/>
                </a:lnTo>
                <a:lnTo>
                  <a:pt x="1070053" y="133232"/>
                </a:lnTo>
                <a:lnTo>
                  <a:pt x="1070887" y="133022"/>
                </a:lnTo>
                <a:lnTo>
                  <a:pt x="1071710" y="132796"/>
                </a:lnTo>
                <a:lnTo>
                  <a:pt x="1072523" y="132554"/>
                </a:lnTo>
                <a:lnTo>
                  <a:pt x="1073327" y="132297"/>
                </a:lnTo>
                <a:lnTo>
                  <a:pt x="1074120" y="132024"/>
                </a:lnTo>
                <a:lnTo>
                  <a:pt x="1074903" y="131736"/>
                </a:lnTo>
                <a:lnTo>
                  <a:pt x="1075676" y="131432"/>
                </a:lnTo>
                <a:lnTo>
                  <a:pt x="1076439" y="131113"/>
                </a:lnTo>
                <a:lnTo>
                  <a:pt x="1077191" y="130777"/>
                </a:lnTo>
                <a:lnTo>
                  <a:pt x="1077934" y="130427"/>
                </a:lnTo>
                <a:lnTo>
                  <a:pt x="1078667" y="130061"/>
                </a:lnTo>
                <a:lnTo>
                  <a:pt x="1079390" y="129682"/>
                </a:lnTo>
                <a:lnTo>
                  <a:pt x="1080107" y="129292"/>
                </a:lnTo>
                <a:lnTo>
                  <a:pt x="1080816" y="128893"/>
                </a:lnTo>
                <a:lnTo>
                  <a:pt x="1081518" y="128484"/>
                </a:lnTo>
                <a:lnTo>
                  <a:pt x="1082212" y="128064"/>
                </a:lnTo>
                <a:lnTo>
                  <a:pt x="1082899" y="127635"/>
                </a:lnTo>
                <a:lnTo>
                  <a:pt x="1083579" y="127195"/>
                </a:lnTo>
                <a:lnTo>
                  <a:pt x="1084251" y="126745"/>
                </a:lnTo>
                <a:lnTo>
                  <a:pt x="1084916" y="126285"/>
                </a:lnTo>
                <a:lnTo>
                  <a:pt x="1085573" y="125815"/>
                </a:lnTo>
                <a:lnTo>
                  <a:pt x="1086224" y="125335"/>
                </a:lnTo>
                <a:lnTo>
                  <a:pt x="1086866" y="124845"/>
                </a:lnTo>
                <a:lnTo>
                  <a:pt x="1087502" y="124345"/>
                </a:lnTo>
                <a:lnTo>
                  <a:pt x="1088130" y="123834"/>
                </a:lnTo>
                <a:lnTo>
                  <a:pt x="1088751" y="123314"/>
                </a:lnTo>
                <a:lnTo>
                  <a:pt x="1089364" y="122783"/>
                </a:lnTo>
                <a:lnTo>
                  <a:pt x="1089970" y="122242"/>
                </a:lnTo>
                <a:lnTo>
                  <a:pt x="1090569" y="121691"/>
                </a:lnTo>
                <a:lnTo>
                  <a:pt x="1091160" y="121130"/>
                </a:lnTo>
                <a:lnTo>
                  <a:pt x="1091744" y="120559"/>
                </a:lnTo>
                <a:lnTo>
                  <a:pt x="1092320" y="119978"/>
                </a:lnTo>
                <a:lnTo>
                  <a:pt x="1092889" y="119387"/>
                </a:lnTo>
                <a:lnTo>
                  <a:pt x="1093451" y="118786"/>
                </a:lnTo>
                <a:lnTo>
                  <a:pt x="1094006" y="118174"/>
                </a:lnTo>
                <a:lnTo>
                  <a:pt x="1094696" y="132773"/>
                </a:lnTo>
                <a:lnTo>
                  <a:pt x="1110084" y="132773"/>
                </a:lnTo>
                <a:lnTo>
                  <a:pt x="1110084" y="66612"/>
                </a:lnTo>
                <a:lnTo>
                  <a:pt x="1110079" y="65729"/>
                </a:lnTo>
                <a:lnTo>
                  <a:pt x="1110063" y="64861"/>
                </a:lnTo>
                <a:lnTo>
                  <a:pt x="1110035" y="64006"/>
                </a:lnTo>
                <a:lnTo>
                  <a:pt x="1109997" y="63164"/>
                </a:lnTo>
                <a:lnTo>
                  <a:pt x="1109947" y="62336"/>
                </a:lnTo>
                <a:lnTo>
                  <a:pt x="1109887" y="61522"/>
                </a:lnTo>
                <a:lnTo>
                  <a:pt x="1109816" y="60721"/>
                </a:lnTo>
                <a:lnTo>
                  <a:pt x="1109734" y="59934"/>
                </a:lnTo>
                <a:lnTo>
                  <a:pt x="1109641" y="59160"/>
                </a:lnTo>
                <a:lnTo>
                  <a:pt x="1109536" y="58400"/>
                </a:lnTo>
                <a:lnTo>
                  <a:pt x="1109421" y="57654"/>
                </a:lnTo>
                <a:lnTo>
                  <a:pt x="1109295" y="56921"/>
                </a:lnTo>
                <a:lnTo>
                  <a:pt x="1109158" y="56202"/>
                </a:lnTo>
                <a:lnTo>
                  <a:pt x="1109010" y="55496"/>
                </a:lnTo>
                <a:lnTo>
                  <a:pt x="1108851" y="54804"/>
                </a:lnTo>
                <a:lnTo>
                  <a:pt x="1108682" y="54125"/>
                </a:lnTo>
                <a:lnTo>
                  <a:pt x="1108501" y="53460"/>
                </a:lnTo>
                <a:lnTo>
                  <a:pt x="1108309" y="52809"/>
                </a:lnTo>
                <a:lnTo>
                  <a:pt x="1108106" y="52171"/>
                </a:lnTo>
                <a:lnTo>
                  <a:pt x="1107892" y="51547"/>
                </a:lnTo>
                <a:lnTo>
                  <a:pt x="1107668" y="50936"/>
                </a:lnTo>
                <a:lnTo>
                  <a:pt x="1107432" y="50339"/>
                </a:lnTo>
                <a:lnTo>
                  <a:pt x="1107185" y="49756"/>
                </a:lnTo>
                <a:lnTo>
                  <a:pt x="1106928" y="49186"/>
                </a:lnTo>
                <a:lnTo>
                  <a:pt x="1106661" y="48628"/>
                </a:lnTo>
                <a:lnTo>
                  <a:pt x="1106386" y="48080"/>
                </a:lnTo>
                <a:lnTo>
                  <a:pt x="1106104" y="47543"/>
                </a:lnTo>
                <a:lnTo>
                  <a:pt x="1105814" y="47016"/>
                </a:lnTo>
                <a:lnTo>
                  <a:pt x="1105516" y="46499"/>
                </a:lnTo>
                <a:lnTo>
                  <a:pt x="1105211" y="45993"/>
                </a:lnTo>
                <a:lnTo>
                  <a:pt x="1104898" y="45498"/>
                </a:lnTo>
                <a:lnTo>
                  <a:pt x="1104577" y="45012"/>
                </a:lnTo>
                <a:lnTo>
                  <a:pt x="1104248" y="44537"/>
                </a:lnTo>
                <a:lnTo>
                  <a:pt x="1103912" y="44073"/>
                </a:lnTo>
                <a:lnTo>
                  <a:pt x="1103568" y="43619"/>
                </a:lnTo>
                <a:lnTo>
                  <a:pt x="1103216" y="43176"/>
                </a:lnTo>
                <a:lnTo>
                  <a:pt x="1102857" y="42742"/>
                </a:lnTo>
                <a:lnTo>
                  <a:pt x="1102490" y="42320"/>
                </a:lnTo>
                <a:lnTo>
                  <a:pt x="1102115" y="41907"/>
                </a:lnTo>
                <a:lnTo>
                  <a:pt x="1101733" y="41505"/>
                </a:lnTo>
                <a:lnTo>
                  <a:pt x="1101342" y="41114"/>
                </a:lnTo>
                <a:lnTo>
                  <a:pt x="1100945" y="40733"/>
                </a:lnTo>
                <a:lnTo>
                  <a:pt x="1100539" y="40362"/>
                </a:lnTo>
                <a:lnTo>
                  <a:pt x="1100126" y="40002"/>
                </a:lnTo>
                <a:lnTo>
                  <a:pt x="1099705" y="39652"/>
                </a:lnTo>
                <a:lnTo>
                  <a:pt x="1099276" y="39313"/>
                </a:lnTo>
                <a:lnTo>
                  <a:pt x="1098839" y="38984"/>
                </a:lnTo>
                <a:lnTo>
                  <a:pt x="1098395" y="38665"/>
                </a:lnTo>
                <a:lnTo>
                  <a:pt x="1097945" y="38356"/>
                </a:lnTo>
                <a:lnTo>
                  <a:pt x="1097490" y="38054"/>
                </a:lnTo>
                <a:lnTo>
                  <a:pt x="1097030" y="37761"/>
                </a:lnTo>
                <a:lnTo>
                  <a:pt x="1096565" y="37476"/>
                </a:lnTo>
                <a:lnTo>
                  <a:pt x="1096095" y="37199"/>
                </a:lnTo>
                <a:lnTo>
                  <a:pt x="1095621" y="36931"/>
                </a:lnTo>
                <a:lnTo>
                  <a:pt x="1095142" y="36670"/>
                </a:lnTo>
                <a:lnTo>
                  <a:pt x="1094658" y="36418"/>
                </a:lnTo>
                <a:lnTo>
                  <a:pt x="1094169" y="36173"/>
                </a:lnTo>
                <a:lnTo>
                  <a:pt x="1093675" y="35937"/>
                </a:lnTo>
                <a:lnTo>
                  <a:pt x="1093177" y="35709"/>
                </a:lnTo>
                <a:lnTo>
                  <a:pt x="1092674" y="35489"/>
                </a:lnTo>
                <a:lnTo>
                  <a:pt x="1092166" y="35277"/>
                </a:lnTo>
                <a:lnTo>
                  <a:pt x="1091653" y="35074"/>
                </a:lnTo>
                <a:lnTo>
                  <a:pt x="1091136" y="34878"/>
                </a:lnTo>
                <a:lnTo>
                  <a:pt x="1090613" y="34690"/>
                </a:lnTo>
                <a:lnTo>
                  <a:pt x="1090086" y="34511"/>
                </a:lnTo>
                <a:lnTo>
                  <a:pt x="1089554" y="34340"/>
                </a:lnTo>
                <a:lnTo>
                  <a:pt x="1089018" y="34177"/>
                </a:lnTo>
                <a:lnTo>
                  <a:pt x="1088476" y="34022"/>
                </a:lnTo>
                <a:lnTo>
                  <a:pt x="1087930" y="33875"/>
                </a:lnTo>
                <a:lnTo>
                  <a:pt x="1087379" y="33736"/>
                </a:lnTo>
                <a:lnTo>
                  <a:pt x="1086823" y="33606"/>
                </a:lnTo>
                <a:lnTo>
                  <a:pt x="1086262" y="33483"/>
                </a:lnTo>
                <a:lnTo>
                  <a:pt x="1085698" y="33367"/>
                </a:lnTo>
                <a:lnTo>
                  <a:pt x="1085132" y="33256"/>
                </a:lnTo>
                <a:lnTo>
                  <a:pt x="1084563" y="33149"/>
                </a:lnTo>
                <a:lnTo>
                  <a:pt x="1083992" y="33048"/>
                </a:lnTo>
                <a:lnTo>
                  <a:pt x="1083419" y="32952"/>
                </a:lnTo>
                <a:lnTo>
                  <a:pt x="1082844" y="32860"/>
                </a:lnTo>
                <a:lnTo>
                  <a:pt x="1082266" y="32773"/>
                </a:lnTo>
                <a:lnTo>
                  <a:pt x="1081686" y="32692"/>
                </a:lnTo>
                <a:lnTo>
                  <a:pt x="1081104" y="32615"/>
                </a:lnTo>
                <a:lnTo>
                  <a:pt x="1080520" y="32544"/>
                </a:lnTo>
                <a:lnTo>
                  <a:pt x="1079934" y="32477"/>
                </a:lnTo>
                <a:lnTo>
                  <a:pt x="1079345" y="32415"/>
                </a:lnTo>
                <a:lnTo>
                  <a:pt x="1078754" y="32358"/>
                </a:lnTo>
                <a:lnTo>
                  <a:pt x="1078161" y="32306"/>
                </a:lnTo>
                <a:lnTo>
                  <a:pt x="1077565" y="32259"/>
                </a:lnTo>
                <a:lnTo>
                  <a:pt x="1076968" y="32217"/>
                </a:lnTo>
                <a:lnTo>
                  <a:pt x="1076368" y="32180"/>
                </a:lnTo>
                <a:lnTo>
                  <a:pt x="1075766" y="32148"/>
                </a:lnTo>
                <a:lnTo>
                  <a:pt x="1075162" y="32121"/>
                </a:lnTo>
                <a:lnTo>
                  <a:pt x="1074555" y="32098"/>
                </a:lnTo>
                <a:lnTo>
                  <a:pt x="1073946" y="32081"/>
                </a:lnTo>
                <a:lnTo>
                  <a:pt x="1073336" y="32069"/>
                </a:lnTo>
                <a:lnTo>
                  <a:pt x="1072722" y="32061"/>
                </a:lnTo>
                <a:lnTo>
                  <a:pt x="1072107" y="32059"/>
                </a:lnTo>
                <a:lnTo>
                  <a:pt x="1071150" y="32065"/>
                </a:lnTo>
                <a:lnTo>
                  <a:pt x="1070202" y="32083"/>
                </a:lnTo>
                <a:lnTo>
                  <a:pt x="1069262" y="32113"/>
                </a:lnTo>
                <a:lnTo>
                  <a:pt x="1068332" y="32155"/>
                </a:lnTo>
                <a:lnTo>
                  <a:pt x="1067412" y="32209"/>
                </a:lnTo>
                <a:lnTo>
                  <a:pt x="1066500" y="32275"/>
                </a:lnTo>
                <a:lnTo>
                  <a:pt x="1065597" y="32353"/>
                </a:lnTo>
                <a:lnTo>
                  <a:pt x="1064703" y="32443"/>
                </a:lnTo>
                <a:lnTo>
                  <a:pt x="1063819" y="32545"/>
                </a:lnTo>
                <a:lnTo>
                  <a:pt x="1062943" y="32659"/>
                </a:lnTo>
                <a:lnTo>
                  <a:pt x="1062077" y="32785"/>
                </a:lnTo>
                <a:lnTo>
                  <a:pt x="1061219" y="32923"/>
                </a:lnTo>
                <a:lnTo>
                  <a:pt x="1060371" y="33073"/>
                </a:lnTo>
                <a:lnTo>
                  <a:pt x="1059532" y="33235"/>
                </a:lnTo>
                <a:lnTo>
                  <a:pt x="1058702" y="33409"/>
                </a:lnTo>
                <a:lnTo>
                  <a:pt x="1057880" y="33595"/>
                </a:lnTo>
                <a:lnTo>
                  <a:pt x="1057068" y="33793"/>
                </a:lnTo>
                <a:lnTo>
                  <a:pt x="1056265" y="34003"/>
                </a:lnTo>
                <a:lnTo>
                  <a:pt x="1055472" y="34225"/>
                </a:lnTo>
                <a:lnTo>
                  <a:pt x="1054687" y="34459"/>
                </a:lnTo>
                <a:lnTo>
                  <a:pt x="1053911" y="34705"/>
                </a:lnTo>
                <a:lnTo>
                  <a:pt x="1053145" y="34963"/>
                </a:lnTo>
                <a:lnTo>
                  <a:pt x="1052387" y="35233"/>
                </a:lnTo>
                <a:lnTo>
                  <a:pt x="1051639" y="35515"/>
                </a:lnTo>
                <a:lnTo>
                  <a:pt x="1050901" y="35809"/>
                </a:lnTo>
                <a:lnTo>
                  <a:pt x="1050177" y="36118"/>
                </a:lnTo>
                <a:lnTo>
                  <a:pt x="1049467" y="36441"/>
                </a:lnTo>
                <a:lnTo>
                  <a:pt x="1048770" y="36778"/>
                </a:lnTo>
                <a:lnTo>
                  <a:pt x="1048086" y="37130"/>
                </a:lnTo>
                <a:lnTo>
                  <a:pt x="1047415" y="37495"/>
                </a:lnTo>
                <a:lnTo>
                  <a:pt x="1046758" y="37874"/>
                </a:lnTo>
                <a:lnTo>
                  <a:pt x="1046115" y="38268"/>
                </a:lnTo>
                <a:lnTo>
                  <a:pt x="1045484" y="38676"/>
                </a:lnTo>
                <a:lnTo>
                  <a:pt x="1044867" y="39097"/>
                </a:lnTo>
                <a:lnTo>
                  <a:pt x="1044263" y="39533"/>
                </a:lnTo>
                <a:lnTo>
                  <a:pt x="1043673" y="39984"/>
                </a:lnTo>
                <a:lnTo>
                  <a:pt x="1043096" y="40448"/>
                </a:lnTo>
                <a:lnTo>
                  <a:pt x="1042533" y="40926"/>
                </a:lnTo>
                <a:lnTo>
                  <a:pt x="1041982" y="41418"/>
                </a:lnTo>
                <a:lnTo>
                  <a:pt x="1041445" y="41925"/>
                </a:lnTo>
                <a:lnTo>
                  <a:pt x="1040922" y="42446"/>
                </a:lnTo>
                <a:lnTo>
                  <a:pt x="1040412" y="42980"/>
                </a:lnTo>
                <a:lnTo>
                  <a:pt x="1039915" y="43529"/>
                </a:lnTo>
                <a:lnTo>
                  <a:pt x="1039431" y="44092"/>
                </a:lnTo>
                <a:lnTo>
                  <a:pt x="1038961" y="44669"/>
                </a:lnTo>
                <a:lnTo>
                  <a:pt x="1038505" y="45261"/>
                </a:lnTo>
                <a:lnTo>
                  <a:pt x="1038061" y="45866"/>
                </a:lnTo>
                <a:lnTo>
                  <a:pt x="1037631" y="46485"/>
                </a:lnTo>
                <a:lnTo>
                  <a:pt x="1037217" y="47120"/>
                </a:lnTo>
                <a:lnTo>
                  <a:pt x="1036820" y="47770"/>
                </a:lnTo>
                <a:lnTo>
                  <a:pt x="1036441" y="48437"/>
                </a:lnTo>
                <a:lnTo>
                  <a:pt x="1036079" y="49120"/>
                </a:lnTo>
                <a:lnTo>
                  <a:pt x="1035735" y="49820"/>
                </a:lnTo>
                <a:lnTo>
                  <a:pt x="1035409" y="50535"/>
                </a:lnTo>
                <a:lnTo>
                  <a:pt x="1035100" y="51267"/>
                </a:lnTo>
                <a:lnTo>
                  <a:pt x="1034809" y="52015"/>
                </a:lnTo>
                <a:lnTo>
                  <a:pt x="1034536" y="52779"/>
                </a:lnTo>
                <a:lnTo>
                  <a:pt x="1034280" y="53560"/>
                </a:lnTo>
                <a:lnTo>
                  <a:pt x="1034042" y="54356"/>
                </a:lnTo>
                <a:lnTo>
                  <a:pt x="1033821" y="55169"/>
                </a:lnTo>
                <a:lnTo>
                  <a:pt x="1033618" y="55998"/>
                </a:lnTo>
                <a:lnTo>
                  <a:pt x="1033433" y="56844"/>
                </a:lnTo>
                <a:lnTo>
                  <a:pt x="1033266" y="57705"/>
                </a:lnTo>
                <a:lnTo>
                  <a:pt x="1033116" y="58583"/>
                </a:lnTo>
                <a:lnTo>
                  <a:pt x="1032983" y="59477"/>
                </a:lnTo>
                <a:lnTo>
                  <a:pt x="1032869" y="60387"/>
                </a:lnTo>
                <a:lnTo>
                  <a:pt x="1032772" y="61314"/>
                </a:lnTo>
                <a:lnTo>
                  <a:pt x="1032692" y="62256"/>
                </a:lnTo>
                <a:lnTo>
                  <a:pt x="1032631" y="63215"/>
                </a:lnTo>
                <a:lnTo>
                  <a:pt x="1032586" y="64190"/>
                </a:lnTo>
                <a:lnTo>
                  <a:pt x="1032560" y="65182"/>
                </a:lnTo>
                <a:lnTo>
                  <a:pt x="1032551" y="66189"/>
                </a:lnTo>
                <a:lnTo>
                  <a:pt x="1048531" y="66189"/>
                </a:lnTo>
                <a:lnTo>
                  <a:pt x="1048543" y="65253"/>
                </a:lnTo>
                <a:lnTo>
                  <a:pt x="1048579" y="64338"/>
                </a:lnTo>
                <a:lnTo>
                  <a:pt x="1048638" y="63444"/>
                </a:lnTo>
                <a:lnTo>
                  <a:pt x="1048720" y="62571"/>
                </a:lnTo>
                <a:lnTo>
                  <a:pt x="1048827" y="61720"/>
                </a:lnTo>
                <a:lnTo>
                  <a:pt x="1048957" y="60889"/>
                </a:lnTo>
                <a:lnTo>
                  <a:pt x="1049110" y="60080"/>
                </a:lnTo>
                <a:lnTo>
                  <a:pt x="1049288" y="59292"/>
                </a:lnTo>
                <a:lnTo>
                  <a:pt x="1049488" y="58525"/>
                </a:lnTo>
                <a:lnTo>
                  <a:pt x="1049713" y="57779"/>
                </a:lnTo>
                <a:lnTo>
                  <a:pt x="1049961" y="57054"/>
                </a:lnTo>
                <a:lnTo>
                  <a:pt x="1050233" y="56351"/>
                </a:lnTo>
                <a:lnTo>
                  <a:pt x="1050528" y="55668"/>
                </a:lnTo>
                <a:lnTo>
                  <a:pt x="1050847" y="55007"/>
                </a:lnTo>
                <a:lnTo>
                  <a:pt x="1051190" y="54367"/>
                </a:lnTo>
                <a:lnTo>
                  <a:pt x="1051556" y="53748"/>
                </a:lnTo>
                <a:lnTo>
                  <a:pt x="1051946" y="53150"/>
                </a:lnTo>
                <a:lnTo>
                  <a:pt x="1052360" y="52574"/>
                </a:lnTo>
                <a:lnTo>
                  <a:pt x="1052797" y="52018"/>
                </a:lnTo>
                <a:lnTo>
                  <a:pt x="1053258" y="51484"/>
                </a:lnTo>
                <a:lnTo>
                  <a:pt x="1053742" y="50971"/>
                </a:lnTo>
                <a:lnTo>
                  <a:pt x="1054251" y="50479"/>
                </a:lnTo>
                <a:lnTo>
                  <a:pt x="1054782" y="50008"/>
                </a:lnTo>
                <a:lnTo>
                  <a:pt x="1055338" y="49559"/>
                </a:lnTo>
                <a:lnTo>
                  <a:pt x="1055910" y="49129"/>
                </a:lnTo>
                <a:lnTo>
                  <a:pt x="1056494" y="48717"/>
                </a:lnTo>
                <a:lnTo>
                  <a:pt x="1057089" y="48324"/>
                </a:lnTo>
                <a:lnTo>
                  <a:pt x="1057694" y="47949"/>
                </a:lnTo>
                <a:lnTo>
                  <a:pt x="1058311" y="47592"/>
                </a:lnTo>
                <a:lnTo>
                  <a:pt x="1058938" y="47254"/>
                </a:lnTo>
                <a:lnTo>
                  <a:pt x="1059577" y="46934"/>
                </a:lnTo>
                <a:lnTo>
                  <a:pt x="1060226" y="46632"/>
                </a:lnTo>
                <a:lnTo>
                  <a:pt x="1060886" y="46349"/>
                </a:lnTo>
                <a:lnTo>
                  <a:pt x="1061558" y="46083"/>
                </a:lnTo>
                <a:lnTo>
                  <a:pt x="1062240" y="45836"/>
                </a:lnTo>
                <a:lnTo>
                  <a:pt x="1062933" y="45608"/>
                </a:lnTo>
                <a:lnTo>
                  <a:pt x="1063637" y="45397"/>
                </a:lnTo>
                <a:lnTo>
                  <a:pt x="1064352" y="45205"/>
                </a:lnTo>
                <a:lnTo>
                  <a:pt x="1065079" y="45031"/>
                </a:lnTo>
                <a:lnTo>
                  <a:pt x="1065816" y="44876"/>
                </a:lnTo>
                <a:lnTo>
                  <a:pt x="1066564" y="44739"/>
                </a:lnTo>
                <a:lnTo>
                  <a:pt x="1067323" y="44620"/>
                </a:lnTo>
                <a:lnTo>
                  <a:pt x="1068093" y="44519"/>
                </a:lnTo>
                <a:lnTo>
                  <a:pt x="1068874" y="44437"/>
                </a:lnTo>
                <a:lnTo>
                  <a:pt x="1069666" y="44373"/>
                </a:lnTo>
                <a:lnTo>
                  <a:pt x="1070468" y="44327"/>
                </a:lnTo>
                <a:lnTo>
                  <a:pt x="1071282" y="44300"/>
                </a:lnTo>
                <a:lnTo>
                  <a:pt x="1072107" y="44291"/>
                </a:lnTo>
                <a:lnTo>
                  <a:pt x="1072882" y="44299"/>
                </a:lnTo>
                <a:lnTo>
                  <a:pt x="1073646" y="44324"/>
                </a:lnTo>
                <a:lnTo>
                  <a:pt x="1074399" y="44366"/>
                </a:lnTo>
                <a:lnTo>
                  <a:pt x="1075140" y="44425"/>
                </a:lnTo>
                <a:lnTo>
                  <a:pt x="1075870" y="44500"/>
                </a:lnTo>
                <a:lnTo>
                  <a:pt x="1076589" y="44593"/>
                </a:lnTo>
                <a:lnTo>
                  <a:pt x="1077296" y="44702"/>
                </a:lnTo>
                <a:lnTo>
                  <a:pt x="1077993" y="44828"/>
                </a:lnTo>
                <a:lnTo>
                  <a:pt x="1078677" y="44970"/>
                </a:lnTo>
                <a:lnTo>
                  <a:pt x="1079351" y="45130"/>
                </a:lnTo>
                <a:lnTo>
                  <a:pt x="1080013" y="45306"/>
                </a:lnTo>
                <a:lnTo>
                  <a:pt x="1080664" y="45499"/>
                </a:lnTo>
                <a:lnTo>
                  <a:pt x="1081304" y="45709"/>
                </a:lnTo>
                <a:lnTo>
                  <a:pt x="1081932" y="45935"/>
                </a:lnTo>
                <a:lnTo>
                  <a:pt x="1082549" y="46179"/>
                </a:lnTo>
                <a:lnTo>
                  <a:pt x="1083155" y="46439"/>
                </a:lnTo>
                <a:lnTo>
                  <a:pt x="1083749" y="46716"/>
                </a:lnTo>
                <a:lnTo>
                  <a:pt x="1084332" y="47009"/>
                </a:lnTo>
                <a:lnTo>
                  <a:pt x="1084904" y="47320"/>
                </a:lnTo>
                <a:lnTo>
                  <a:pt x="1085465" y="47647"/>
                </a:lnTo>
                <a:lnTo>
                  <a:pt x="1086014" y="47991"/>
                </a:lnTo>
                <a:lnTo>
                  <a:pt x="1086552" y="48352"/>
                </a:lnTo>
                <a:lnTo>
                  <a:pt x="1087079" y="48730"/>
                </a:lnTo>
                <a:lnTo>
                  <a:pt x="1087594" y="49124"/>
                </a:lnTo>
                <a:lnTo>
                  <a:pt x="1088093" y="49541"/>
                </a:lnTo>
                <a:lnTo>
                  <a:pt x="1088571" y="49986"/>
                </a:lnTo>
                <a:lnTo>
                  <a:pt x="1089027" y="50460"/>
                </a:lnTo>
                <a:lnTo>
                  <a:pt x="1089463" y="50962"/>
                </a:lnTo>
                <a:lnTo>
                  <a:pt x="1089877" y="51492"/>
                </a:lnTo>
                <a:lnTo>
                  <a:pt x="1090270" y="52051"/>
                </a:lnTo>
                <a:lnTo>
                  <a:pt x="1090641" y="52638"/>
                </a:lnTo>
                <a:lnTo>
                  <a:pt x="1090992" y="53253"/>
                </a:lnTo>
                <a:lnTo>
                  <a:pt x="1091321" y="53897"/>
                </a:lnTo>
                <a:lnTo>
                  <a:pt x="1091629" y="54569"/>
                </a:lnTo>
                <a:lnTo>
                  <a:pt x="1091915" y="55269"/>
                </a:lnTo>
                <a:lnTo>
                  <a:pt x="1092181" y="55998"/>
                </a:lnTo>
                <a:lnTo>
                  <a:pt x="1092425" y="56754"/>
                </a:lnTo>
                <a:lnTo>
                  <a:pt x="1092648" y="57540"/>
                </a:lnTo>
                <a:lnTo>
                  <a:pt x="1092850" y="58353"/>
                </a:lnTo>
                <a:lnTo>
                  <a:pt x="1093030" y="59195"/>
                </a:lnTo>
                <a:lnTo>
                  <a:pt x="1093189" y="60066"/>
                </a:lnTo>
                <a:lnTo>
                  <a:pt x="1093327" y="60964"/>
                </a:lnTo>
                <a:lnTo>
                  <a:pt x="1093444" y="61891"/>
                </a:lnTo>
                <a:lnTo>
                  <a:pt x="1093540" y="62846"/>
                </a:lnTo>
                <a:lnTo>
                  <a:pt x="1093614" y="63830"/>
                </a:lnTo>
                <a:lnTo>
                  <a:pt x="1093667" y="64842"/>
                </a:lnTo>
                <a:lnTo>
                  <a:pt x="1093699" y="65882"/>
                </a:lnTo>
                <a:lnTo>
                  <a:pt x="1093710" y="66951"/>
                </a:lnTo>
                <a:lnTo>
                  <a:pt x="1093710" y="74019"/>
                </a:lnTo>
                <a:lnTo>
                  <a:pt x="1092066" y="74040"/>
                </a:lnTo>
                <a:lnTo>
                  <a:pt x="1090440" y="74069"/>
                </a:lnTo>
                <a:lnTo>
                  <a:pt x="1088832" y="74106"/>
                </a:lnTo>
                <a:lnTo>
                  <a:pt x="1087240" y="74150"/>
                </a:lnTo>
                <a:lnTo>
                  <a:pt x="1085667" y="74203"/>
                </a:lnTo>
                <a:lnTo>
                  <a:pt x="1084111" y="74263"/>
                </a:lnTo>
                <a:lnTo>
                  <a:pt x="1082572" y="74331"/>
                </a:lnTo>
                <a:lnTo>
                  <a:pt x="1081051" y="74407"/>
                </a:lnTo>
                <a:lnTo>
                  <a:pt x="1079547" y="74491"/>
                </a:lnTo>
                <a:lnTo>
                  <a:pt x="1078060" y="74583"/>
                </a:lnTo>
                <a:lnTo>
                  <a:pt x="1076592" y="74683"/>
                </a:lnTo>
                <a:lnTo>
                  <a:pt x="1075140" y="74791"/>
                </a:lnTo>
                <a:lnTo>
                  <a:pt x="1073706" y="74906"/>
                </a:lnTo>
                <a:lnTo>
                  <a:pt x="1072290" y="75030"/>
                </a:lnTo>
                <a:lnTo>
                  <a:pt x="1070891" y="75161"/>
                </a:lnTo>
                <a:lnTo>
                  <a:pt x="1069509" y="75300"/>
                </a:lnTo>
                <a:lnTo>
                  <a:pt x="1068145" y="75447"/>
                </a:lnTo>
                <a:lnTo>
                  <a:pt x="1066799" y="75602"/>
                </a:lnTo>
                <a:lnTo>
                  <a:pt x="1065470" y="75765"/>
                </a:lnTo>
                <a:lnTo>
                  <a:pt x="1064158" y="75936"/>
                </a:lnTo>
                <a:lnTo>
                  <a:pt x="1062864" y="76115"/>
                </a:lnTo>
                <a:lnTo>
                  <a:pt x="1061587" y="76301"/>
                </a:lnTo>
                <a:lnTo>
                  <a:pt x="1060328" y="76496"/>
                </a:lnTo>
                <a:lnTo>
                  <a:pt x="1059086" y="76698"/>
                </a:lnTo>
                <a:lnTo>
                  <a:pt x="1057865" y="76912"/>
                </a:lnTo>
                <a:lnTo>
                  <a:pt x="1056667" y="77141"/>
                </a:lnTo>
                <a:lnTo>
                  <a:pt x="1055492" y="77385"/>
                </a:lnTo>
                <a:lnTo>
                  <a:pt x="1054340" y="77645"/>
                </a:lnTo>
                <a:lnTo>
                  <a:pt x="1053212" y="77920"/>
                </a:lnTo>
                <a:lnTo>
                  <a:pt x="1052107" y="78210"/>
                </a:lnTo>
                <a:lnTo>
                  <a:pt x="1051025" y="78516"/>
                </a:lnTo>
                <a:lnTo>
                  <a:pt x="1049967" y="78837"/>
                </a:lnTo>
                <a:lnTo>
                  <a:pt x="1048932" y="79173"/>
                </a:lnTo>
                <a:lnTo>
                  <a:pt x="1047920" y="79524"/>
                </a:lnTo>
                <a:lnTo>
                  <a:pt x="1046932" y="79890"/>
                </a:lnTo>
                <a:lnTo>
                  <a:pt x="1045967" y="80272"/>
                </a:lnTo>
                <a:lnTo>
                  <a:pt x="1045025" y="80669"/>
                </a:lnTo>
                <a:lnTo>
                  <a:pt x="1044106" y="81082"/>
                </a:lnTo>
                <a:lnTo>
                  <a:pt x="1043211" y="81509"/>
                </a:lnTo>
                <a:lnTo>
                  <a:pt x="1042339" y="81952"/>
                </a:lnTo>
                <a:lnTo>
                  <a:pt x="1041490" y="82410"/>
                </a:lnTo>
                <a:lnTo>
                  <a:pt x="1040665" y="82884"/>
                </a:lnTo>
                <a:lnTo>
                  <a:pt x="1039862" y="83372"/>
                </a:lnTo>
                <a:lnTo>
                  <a:pt x="1039083" y="83876"/>
                </a:lnTo>
                <a:lnTo>
                  <a:pt x="1038328" y="84395"/>
                </a:lnTo>
                <a:lnTo>
                  <a:pt x="1037596" y="84930"/>
                </a:lnTo>
                <a:lnTo>
                  <a:pt x="1036887" y="85479"/>
                </a:lnTo>
                <a:lnTo>
                  <a:pt x="1036201" y="86044"/>
                </a:lnTo>
                <a:lnTo>
                  <a:pt x="1035541" y="86628"/>
                </a:lnTo>
                <a:lnTo>
                  <a:pt x="1034909" y="87234"/>
                </a:lnTo>
                <a:lnTo>
                  <a:pt x="1034305" y="87862"/>
                </a:lnTo>
                <a:lnTo>
                  <a:pt x="1033729" y="88512"/>
                </a:lnTo>
                <a:lnTo>
                  <a:pt x="1033182" y="89184"/>
                </a:lnTo>
                <a:lnTo>
                  <a:pt x="1032662" y="89878"/>
                </a:lnTo>
                <a:lnTo>
                  <a:pt x="1032171" y="90594"/>
                </a:lnTo>
                <a:lnTo>
                  <a:pt x="1031707" y="91332"/>
                </a:lnTo>
                <a:lnTo>
                  <a:pt x="1031272" y="92093"/>
                </a:lnTo>
                <a:lnTo>
                  <a:pt x="1030865" y="92875"/>
                </a:lnTo>
                <a:lnTo>
                  <a:pt x="1030485" y="93680"/>
                </a:lnTo>
                <a:lnTo>
                  <a:pt x="1030134" y="94507"/>
                </a:lnTo>
                <a:lnTo>
                  <a:pt x="1029811" y="95356"/>
                </a:lnTo>
                <a:lnTo>
                  <a:pt x="1029516" y="96227"/>
                </a:lnTo>
                <a:lnTo>
                  <a:pt x="1029250" y="97120"/>
                </a:lnTo>
                <a:lnTo>
                  <a:pt x="1029011" y="98035"/>
                </a:lnTo>
                <a:lnTo>
                  <a:pt x="1028800" y="98972"/>
                </a:lnTo>
                <a:lnTo>
                  <a:pt x="1028618" y="99932"/>
                </a:lnTo>
                <a:lnTo>
                  <a:pt x="1028463" y="100913"/>
                </a:lnTo>
                <a:lnTo>
                  <a:pt x="1028337" y="101917"/>
                </a:lnTo>
                <a:lnTo>
                  <a:pt x="1028239" y="102942"/>
                </a:lnTo>
                <a:lnTo>
                  <a:pt x="1028168" y="103990"/>
                </a:lnTo>
                <a:lnTo>
                  <a:pt x="1028126" y="105060"/>
                </a:lnTo>
                <a:lnTo>
                  <a:pt x="1028112" y="106152"/>
                </a:lnTo>
                <a:lnTo>
                  <a:pt x="1028119" y="106922"/>
                </a:lnTo>
                <a:lnTo>
                  <a:pt x="1028141" y="107681"/>
                </a:lnTo>
                <a:lnTo>
                  <a:pt x="1028176" y="108430"/>
                </a:lnTo>
                <a:lnTo>
                  <a:pt x="1028226" y="109168"/>
                </a:lnTo>
                <a:lnTo>
                  <a:pt x="1028290" y="109896"/>
                </a:lnTo>
                <a:lnTo>
                  <a:pt x="1028368" y="110614"/>
                </a:lnTo>
                <a:lnTo>
                  <a:pt x="1028460" y="111322"/>
                </a:lnTo>
                <a:lnTo>
                  <a:pt x="1028567" y="112019"/>
                </a:lnTo>
                <a:lnTo>
                  <a:pt x="1028688" y="112706"/>
                </a:lnTo>
                <a:lnTo>
                  <a:pt x="1028823" y="113382"/>
                </a:lnTo>
                <a:lnTo>
                  <a:pt x="1028972" y="114048"/>
                </a:lnTo>
                <a:lnTo>
                  <a:pt x="1029136" y="114704"/>
                </a:lnTo>
                <a:lnTo>
                  <a:pt x="1029313" y="115349"/>
                </a:lnTo>
                <a:lnTo>
                  <a:pt x="1029505" y="115984"/>
                </a:lnTo>
                <a:lnTo>
                  <a:pt x="1029711" y="116609"/>
                </a:lnTo>
                <a:lnTo>
                  <a:pt x="1029932" y="117223"/>
                </a:lnTo>
                <a:lnTo>
                  <a:pt x="1030166" y="117827"/>
                </a:lnTo>
                <a:lnTo>
                  <a:pt x="1030415" y="118421"/>
                </a:lnTo>
                <a:lnTo>
                  <a:pt x="1030678" y="119004"/>
                </a:lnTo>
                <a:lnTo>
                  <a:pt x="1030955" y="119577"/>
                </a:lnTo>
                <a:lnTo>
                  <a:pt x="1031246" y="120140"/>
                </a:lnTo>
                <a:lnTo>
                  <a:pt x="1031552" y="120692"/>
                </a:lnTo>
                <a:lnTo>
                  <a:pt x="1031872" y="121234"/>
                </a:lnTo>
                <a:lnTo>
                  <a:pt x="1032206" y="121765"/>
                </a:lnTo>
                <a:lnTo>
                  <a:pt x="1032552" y="122286"/>
                </a:lnTo>
                <a:lnTo>
                  <a:pt x="1032907" y="122797"/>
                </a:lnTo>
                <a:lnTo>
                  <a:pt x="1033272" y="123296"/>
                </a:lnTo>
                <a:lnTo>
                  <a:pt x="1033647" y="123785"/>
                </a:lnTo>
                <a:lnTo>
                  <a:pt x="1034031" y="124263"/>
                </a:lnTo>
                <a:lnTo>
                  <a:pt x="1034425" y="124731"/>
                </a:lnTo>
                <a:lnTo>
                  <a:pt x="1034829" y="125188"/>
                </a:lnTo>
                <a:lnTo>
                  <a:pt x="1035242" y="125634"/>
                </a:lnTo>
                <a:lnTo>
                  <a:pt x="1035665" y="126069"/>
                </a:lnTo>
                <a:lnTo>
                  <a:pt x="1036097" y="126494"/>
                </a:lnTo>
                <a:lnTo>
                  <a:pt x="1036539" y="126908"/>
                </a:lnTo>
                <a:lnTo>
                  <a:pt x="1036990" y="127311"/>
                </a:lnTo>
                <a:lnTo>
                  <a:pt x="1037451" y="127704"/>
                </a:lnTo>
                <a:lnTo>
                  <a:pt x="1037922" y="128085"/>
                </a:lnTo>
                <a:lnTo>
                  <a:pt x="1038402" y="128457"/>
                </a:lnTo>
                <a:lnTo>
                  <a:pt x="1038892" y="128817"/>
                </a:lnTo>
                <a:lnTo>
                  <a:pt x="1039391" y="129167"/>
                </a:lnTo>
                <a:lnTo>
                  <a:pt x="1039900" y="129506"/>
                </a:lnTo>
                <a:lnTo>
                  <a:pt x="1040419" y="129834"/>
                </a:lnTo>
                <a:lnTo>
                  <a:pt x="1040947" y="130152"/>
                </a:lnTo>
                <a:lnTo>
                  <a:pt x="1041484" y="130459"/>
                </a:lnTo>
                <a:lnTo>
                  <a:pt x="1042032" y="130755"/>
                </a:lnTo>
                <a:lnTo>
                  <a:pt x="1042589" y="131040"/>
                </a:lnTo>
                <a:lnTo>
                  <a:pt x="1043155" y="131315"/>
                </a:lnTo>
                <a:lnTo>
                  <a:pt x="1043729" y="131579"/>
                </a:lnTo>
                <a:lnTo>
                  <a:pt x="1044308" y="131832"/>
                </a:lnTo>
                <a:lnTo>
                  <a:pt x="1044892" y="132073"/>
                </a:lnTo>
                <a:lnTo>
                  <a:pt x="1045480" y="132303"/>
                </a:lnTo>
                <a:lnTo>
                  <a:pt x="1046074" y="132522"/>
                </a:lnTo>
                <a:lnTo>
                  <a:pt x="1046672" y="132730"/>
                </a:lnTo>
                <a:lnTo>
                  <a:pt x="1047276" y="132926"/>
                </a:lnTo>
                <a:lnTo>
                  <a:pt x="1047885" y="133112"/>
                </a:lnTo>
                <a:lnTo>
                  <a:pt x="1048498" y="133286"/>
                </a:lnTo>
                <a:lnTo>
                  <a:pt x="1049117" y="133449"/>
                </a:lnTo>
                <a:lnTo>
                  <a:pt x="1049740" y="133600"/>
                </a:lnTo>
                <a:lnTo>
                  <a:pt x="1050369" y="133740"/>
                </a:lnTo>
                <a:lnTo>
                  <a:pt x="1051002" y="133870"/>
                </a:lnTo>
                <a:lnTo>
                  <a:pt x="1051640" y="133987"/>
                </a:lnTo>
                <a:lnTo>
                  <a:pt x="1052284" y="134094"/>
                </a:lnTo>
                <a:lnTo>
                  <a:pt x="1052932" y="134190"/>
                </a:lnTo>
                <a:lnTo>
                  <a:pt x="1053585" y="134274"/>
                </a:lnTo>
                <a:lnTo>
                  <a:pt x="1054243" y="134347"/>
                </a:lnTo>
                <a:lnTo>
                  <a:pt x="1054907" y="134409"/>
                </a:lnTo>
                <a:lnTo>
                  <a:pt x="1055575" y="134459"/>
                </a:lnTo>
                <a:lnTo>
                  <a:pt x="1056248" y="134498"/>
                </a:lnTo>
                <a:lnTo>
                  <a:pt x="1056926" y="134526"/>
                </a:lnTo>
                <a:lnTo>
                  <a:pt x="1057609" y="134543"/>
                </a:lnTo>
                <a:lnTo>
                  <a:pt x="1058297" y="134549"/>
                </a:lnTo>
                <a:lnTo>
                  <a:pt x="1059262" y="134541"/>
                </a:lnTo>
                <a:lnTo>
                  <a:pt x="1060217" y="134518"/>
                </a:lnTo>
                <a:lnTo>
                  <a:pt x="1061161" y="134479"/>
                </a:lnTo>
                <a:lnTo>
                  <a:pt x="1062096" y="134424"/>
                </a:lnTo>
                <a:close/>
                <a:moveTo>
                  <a:pt x="1059797" y="121799"/>
                </a:moveTo>
                <a:lnTo>
                  <a:pt x="1059124" y="121729"/>
                </a:lnTo>
                <a:lnTo>
                  <a:pt x="1058466" y="121644"/>
                </a:lnTo>
                <a:lnTo>
                  <a:pt x="1057823" y="121543"/>
                </a:lnTo>
                <a:lnTo>
                  <a:pt x="1057195" y="121427"/>
                </a:lnTo>
                <a:lnTo>
                  <a:pt x="1056582" y="121295"/>
                </a:lnTo>
                <a:lnTo>
                  <a:pt x="1055984" y="121148"/>
                </a:lnTo>
                <a:lnTo>
                  <a:pt x="1055401" y="120985"/>
                </a:lnTo>
                <a:lnTo>
                  <a:pt x="1054832" y="120807"/>
                </a:lnTo>
                <a:lnTo>
                  <a:pt x="1054279" y="120613"/>
                </a:lnTo>
                <a:lnTo>
                  <a:pt x="1053740" y="120404"/>
                </a:lnTo>
                <a:lnTo>
                  <a:pt x="1053216" y="120179"/>
                </a:lnTo>
                <a:lnTo>
                  <a:pt x="1052707" y="119939"/>
                </a:lnTo>
                <a:lnTo>
                  <a:pt x="1052213" y="119683"/>
                </a:lnTo>
                <a:lnTo>
                  <a:pt x="1051734" y="119412"/>
                </a:lnTo>
                <a:lnTo>
                  <a:pt x="1051270" y="119125"/>
                </a:lnTo>
                <a:lnTo>
                  <a:pt x="1050821" y="118823"/>
                </a:lnTo>
                <a:lnTo>
                  <a:pt x="1050386" y="118505"/>
                </a:lnTo>
                <a:lnTo>
                  <a:pt x="1049967" y="118172"/>
                </a:lnTo>
                <a:lnTo>
                  <a:pt x="1049562" y="117823"/>
                </a:lnTo>
                <a:lnTo>
                  <a:pt x="1049172" y="117459"/>
                </a:lnTo>
                <a:lnTo>
                  <a:pt x="1048798" y="117082"/>
                </a:lnTo>
                <a:lnTo>
                  <a:pt x="1048440" y="116694"/>
                </a:lnTo>
                <a:lnTo>
                  <a:pt x="1048097" y="116296"/>
                </a:lnTo>
                <a:lnTo>
                  <a:pt x="1047771" y="115887"/>
                </a:lnTo>
                <a:lnTo>
                  <a:pt x="1047460" y="115468"/>
                </a:lnTo>
                <a:lnTo>
                  <a:pt x="1047166" y="115038"/>
                </a:lnTo>
                <a:lnTo>
                  <a:pt x="1046887" y="114598"/>
                </a:lnTo>
                <a:lnTo>
                  <a:pt x="1046624" y="114147"/>
                </a:lnTo>
                <a:lnTo>
                  <a:pt x="1046377" y="113686"/>
                </a:lnTo>
                <a:lnTo>
                  <a:pt x="1046146" y="113214"/>
                </a:lnTo>
                <a:lnTo>
                  <a:pt x="1045931" y="112731"/>
                </a:lnTo>
                <a:lnTo>
                  <a:pt x="1045732" y="112239"/>
                </a:lnTo>
                <a:lnTo>
                  <a:pt x="1045549" y="111735"/>
                </a:lnTo>
                <a:lnTo>
                  <a:pt x="1045382" y="111221"/>
                </a:lnTo>
                <a:lnTo>
                  <a:pt x="1045231" y="110697"/>
                </a:lnTo>
                <a:lnTo>
                  <a:pt x="1045095" y="110162"/>
                </a:lnTo>
                <a:lnTo>
                  <a:pt x="1044976" y="109617"/>
                </a:lnTo>
                <a:lnTo>
                  <a:pt x="1044872" y="109061"/>
                </a:lnTo>
                <a:lnTo>
                  <a:pt x="1044785" y="108494"/>
                </a:lnTo>
                <a:lnTo>
                  <a:pt x="1044713" y="107918"/>
                </a:lnTo>
                <a:lnTo>
                  <a:pt x="1044657" y="107330"/>
                </a:lnTo>
                <a:lnTo>
                  <a:pt x="1044617" y="106732"/>
                </a:lnTo>
                <a:lnTo>
                  <a:pt x="1044594" y="106124"/>
                </a:lnTo>
                <a:lnTo>
                  <a:pt x="1044586" y="105505"/>
                </a:lnTo>
                <a:lnTo>
                  <a:pt x="1044605" y="104601"/>
                </a:lnTo>
                <a:lnTo>
                  <a:pt x="1044665" y="103718"/>
                </a:lnTo>
                <a:lnTo>
                  <a:pt x="1044764" y="102857"/>
                </a:lnTo>
                <a:lnTo>
                  <a:pt x="1044902" y="102017"/>
                </a:lnTo>
                <a:lnTo>
                  <a:pt x="1045080" y="101198"/>
                </a:lnTo>
                <a:lnTo>
                  <a:pt x="1045298" y="100401"/>
                </a:lnTo>
                <a:lnTo>
                  <a:pt x="1045555" y="99625"/>
                </a:lnTo>
                <a:lnTo>
                  <a:pt x="1045851" y="98871"/>
                </a:lnTo>
                <a:lnTo>
                  <a:pt x="1046188" y="98138"/>
                </a:lnTo>
                <a:lnTo>
                  <a:pt x="1046564" y="97426"/>
                </a:lnTo>
                <a:lnTo>
                  <a:pt x="1046979" y="96736"/>
                </a:lnTo>
                <a:lnTo>
                  <a:pt x="1047434" y="96067"/>
                </a:lnTo>
                <a:lnTo>
                  <a:pt x="1047928" y="95419"/>
                </a:lnTo>
                <a:lnTo>
                  <a:pt x="1048462" y="94793"/>
                </a:lnTo>
                <a:lnTo>
                  <a:pt x="1049036" y="94188"/>
                </a:lnTo>
                <a:lnTo>
                  <a:pt x="1049649" y="93605"/>
                </a:lnTo>
                <a:lnTo>
                  <a:pt x="1050302" y="93042"/>
                </a:lnTo>
                <a:lnTo>
                  <a:pt x="1050994" y="92502"/>
                </a:lnTo>
                <a:lnTo>
                  <a:pt x="1051726" y="91982"/>
                </a:lnTo>
                <a:lnTo>
                  <a:pt x="1052498" y="91484"/>
                </a:lnTo>
                <a:lnTo>
                  <a:pt x="1053309" y="91008"/>
                </a:lnTo>
                <a:lnTo>
                  <a:pt x="1054159" y="90553"/>
                </a:lnTo>
                <a:lnTo>
                  <a:pt x="1055049" y="90119"/>
                </a:lnTo>
                <a:lnTo>
                  <a:pt x="1055979" y="89706"/>
                </a:lnTo>
                <a:lnTo>
                  <a:pt x="1056954" y="89312"/>
                </a:lnTo>
                <a:lnTo>
                  <a:pt x="1057981" y="88934"/>
                </a:lnTo>
                <a:lnTo>
                  <a:pt x="1059059" y="88571"/>
                </a:lnTo>
                <a:lnTo>
                  <a:pt x="1060189" y="88224"/>
                </a:lnTo>
                <a:lnTo>
                  <a:pt x="1061370" y="87892"/>
                </a:lnTo>
                <a:lnTo>
                  <a:pt x="1062603" y="87577"/>
                </a:lnTo>
                <a:lnTo>
                  <a:pt x="1063888" y="87276"/>
                </a:lnTo>
                <a:lnTo>
                  <a:pt x="1065224" y="86992"/>
                </a:lnTo>
                <a:lnTo>
                  <a:pt x="1066611" y="86723"/>
                </a:lnTo>
                <a:lnTo>
                  <a:pt x="1068051" y="86470"/>
                </a:lnTo>
                <a:lnTo>
                  <a:pt x="1069541" y="86233"/>
                </a:lnTo>
                <a:lnTo>
                  <a:pt x="1071084" y="86011"/>
                </a:lnTo>
                <a:lnTo>
                  <a:pt x="1072677" y="85805"/>
                </a:lnTo>
                <a:lnTo>
                  <a:pt x="1074323" y="85615"/>
                </a:lnTo>
                <a:lnTo>
                  <a:pt x="1076020" y="85440"/>
                </a:lnTo>
                <a:lnTo>
                  <a:pt x="1077768" y="85281"/>
                </a:lnTo>
                <a:lnTo>
                  <a:pt x="1079568" y="85138"/>
                </a:lnTo>
                <a:lnTo>
                  <a:pt x="1081419" y="85010"/>
                </a:lnTo>
                <a:lnTo>
                  <a:pt x="1083322" y="84898"/>
                </a:lnTo>
                <a:lnTo>
                  <a:pt x="1085277" y="84802"/>
                </a:lnTo>
                <a:lnTo>
                  <a:pt x="1087283" y="84722"/>
                </a:lnTo>
                <a:lnTo>
                  <a:pt x="1089341" y="84657"/>
                </a:lnTo>
                <a:lnTo>
                  <a:pt x="1091450" y="84607"/>
                </a:lnTo>
                <a:lnTo>
                  <a:pt x="1093611" y="84574"/>
                </a:lnTo>
                <a:lnTo>
                  <a:pt x="1093611" y="104891"/>
                </a:lnTo>
                <a:lnTo>
                  <a:pt x="1093163" y="105502"/>
                </a:lnTo>
                <a:lnTo>
                  <a:pt x="1092705" y="106104"/>
                </a:lnTo>
                <a:lnTo>
                  <a:pt x="1092239" y="106698"/>
                </a:lnTo>
                <a:lnTo>
                  <a:pt x="1091764" y="107282"/>
                </a:lnTo>
                <a:lnTo>
                  <a:pt x="1091280" y="107858"/>
                </a:lnTo>
                <a:lnTo>
                  <a:pt x="1090787" y="108424"/>
                </a:lnTo>
                <a:lnTo>
                  <a:pt x="1090286" y="108982"/>
                </a:lnTo>
                <a:lnTo>
                  <a:pt x="1089775" y="109531"/>
                </a:lnTo>
                <a:lnTo>
                  <a:pt x="1089255" y="110070"/>
                </a:lnTo>
                <a:lnTo>
                  <a:pt x="1088727" y="110601"/>
                </a:lnTo>
                <a:lnTo>
                  <a:pt x="1088189" y="111124"/>
                </a:lnTo>
                <a:lnTo>
                  <a:pt x="1087643" y="111637"/>
                </a:lnTo>
                <a:lnTo>
                  <a:pt x="1087088" y="112141"/>
                </a:lnTo>
                <a:lnTo>
                  <a:pt x="1086524" y="112636"/>
                </a:lnTo>
                <a:lnTo>
                  <a:pt x="1085951" y="113123"/>
                </a:lnTo>
                <a:lnTo>
                  <a:pt x="1085369" y="113601"/>
                </a:lnTo>
                <a:lnTo>
                  <a:pt x="1084778" y="114069"/>
                </a:lnTo>
                <a:lnTo>
                  <a:pt x="1084178" y="114529"/>
                </a:lnTo>
                <a:lnTo>
                  <a:pt x="1083570" y="114980"/>
                </a:lnTo>
                <a:lnTo>
                  <a:pt x="1082952" y="115422"/>
                </a:lnTo>
                <a:lnTo>
                  <a:pt x="1082326" y="115855"/>
                </a:lnTo>
                <a:lnTo>
                  <a:pt x="1081690" y="116280"/>
                </a:lnTo>
                <a:lnTo>
                  <a:pt x="1081046" y="116695"/>
                </a:lnTo>
                <a:lnTo>
                  <a:pt x="1080393" y="117101"/>
                </a:lnTo>
                <a:lnTo>
                  <a:pt x="1079732" y="117495"/>
                </a:lnTo>
                <a:lnTo>
                  <a:pt x="1079064" y="117871"/>
                </a:lnTo>
                <a:lnTo>
                  <a:pt x="1078389" y="118231"/>
                </a:lnTo>
                <a:lnTo>
                  <a:pt x="1077708" y="118575"/>
                </a:lnTo>
                <a:lnTo>
                  <a:pt x="1077019" y="118901"/>
                </a:lnTo>
                <a:lnTo>
                  <a:pt x="1076324" y="119211"/>
                </a:lnTo>
                <a:lnTo>
                  <a:pt x="1075622" y="119504"/>
                </a:lnTo>
                <a:lnTo>
                  <a:pt x="1074913" y="119780"/>
                </a:lnTo>
                <a:lnTo>
                  <a:pt x="1074197" y="120039"/>
                </a:lnTo>
                <a:lnTo>
                  <a:pt x="1073474" y="120282"/>
                </a:lnTo>
                <a:lnTo>
                  <a:pt x="1072745" y="120508"/>
                </a:lnTo>
                <a:lnTo>
                  <a:pt x="1072008" y="120717"/>
                </a:lnTo>
                <a:lnTo>
                  <a:pt x="1071265" y="120910"/>
                </a:lnTo>
                <a:lnTo>
                  <a:pt x="1070515" y="121086"/>
                </a:lnTo>
                <a:lnTo>
                  <a:pt x="1069758" y="121245"/>
                </a:lnTo>
                <a:lnTo>
                  <a:pt x="1068994" y="121387"/>
                </a:lnTo>
                <a:lnTo>
                  <a:pt x="1068224" y="121512"/>
                </a:lnTo>
                <a:lnTo>
                  <a:pt x="1067446" y="121621"/>
                </a:lnTo>
                <a:lnTo>
                  <a:pt x="1066662" y="121713"/>
                </a:lnTo>
                <a:lnTo>
                  <a:pt x="1065871" y="121789"/>
                </a:lnTo>
                <a:lnTo>
                  <a:pt x="1065072" y="121847"/>
                </a:lnTo>
                <a:lnTo>
                  <a:pt x="1064268" y="121889"/>
                </a:lnTo>
                <a:lnTo>
                  <a:pt x="1063456" y="121914"/>
                </a:lnTo>
                <a:lnTo>
                  <a:pt x="1062637" y="121923"/>
                </a:lnTo>
                <a:lnTo>
                  <a:pt x="1061905" y="121915"/>
                </a:lnTo>
                <a:lnTo>
                  <a:pt x="1061187" y="121892"/>
                </a:lnTo>
                <a:lnTo>
                  <a:pt x="1060485" y="121853"/>
                </a:lnTo>
                <a:lnTo>
                  <a:pt x="1059797" y="121799"/>
                </a:lnTo>
                <a:close/>
                <a:moveTo>
                  <a:pt x="1183593" y="134439"/>
                </a:moveTo>
                <a:lnTo>
                  <a:pt x="1184503" y="134377"/>
                </a:lnTo>
                <a:lnTo>
                  <a:pt x="1185406" y="134301"/>
                </a:lnTo>
                <a:lnTo>
                  <a:pt x="1186302" y="134211"/>
                </a:lnTo>
                <a:lnTo>
                  <a:pt x="1187189" y="134108"/>
                </a:lnTo>
                <a:lnTo>
                  <a:pt x="1188069" y="133991"/>
                </a:lnTo>
                <a:lnTo>
                  <a:pt x="1188941" y="133860"/>
                </a:lnTo>
                <a:lnTo>
                  <a:pt x="1189805" y="133715"/>
                </a:lnTo>
                <a:lnTo>
                  <a:pt x="1190662" y="133557"/>
                </a:lnTo>
                <a:lnTo>
                  <a:pt x="1191511" y="133385"/>
                </a:lnTo>
                <a:lnTo>
                  <a:pt x="1192352" y="133199"/>
                </a:lnTo>
                <a:lnTo>
                  <a:pt x="1193186" y="132999"/>
                </a:lnTo>
                <a:lnTo>
                  <a:pt x="1194012" y="132786"/>
                </a:lnTo>
                <a:lnTo>
                  <a:pt x="1194830" y="132558"/>
                </a:lnTo>
                <a:lnTo>
                  <a:pt x="1195640" y="132317"/>
                </a:lnTo>
                <a:lnTo>
                  <a:pt x="1196443" y="132062"/>
                </a:lnTo>
                <a:lnTo>
                  <a:pt x="1197238" y="131794"/>
                </a:lnTo>
                <a:lnTo>
                  <a:pt x="1198026" y="131511"/>
                </a:lnTo>
                <a:lnTo>
                  <a:pt x="1198805" y="131215"/>
                </a:lnTo>
                <a:lnTo>
                  <a:pt x="1199577" y="130905"/>
                </a:lnTo>
                <a:lnTo>
                  <a:pt x="1200341" y="130582"/>
                </a:lnTo>
                <a:lnTo>
                  <a:pt x="1201095" y="130244"/>
                </a:lnTo>
                <a:lnTo>
                  <a:pt x="1201836" y="129892"/>
                </a:lnTo>
                <a:lnTo>
                  <a:pt x="1202564" y="129527"/>
                </a:lnTo>
                <a:lnTo>
                  <a:pt x="1203279" y="129148"/>
                </a:lnTo>
                <a:lnTo>
                  <a:pt x="1203981" y="128754"/>
                </a:lnTo>
                <a:lnTo>
                  <a:pt x="1204669" y="128347"/>
                </a:lnTo>
                <a:lnTo>
                  <a:pt x="1205345" y="127926"/>
                </a:lnTo>
                <a:lnTo>
                  <a:pt x="1206008" y="127490"/>
                </a:lnTo>
                <a:lnTo>
                  <a:pt x="1206658" y="127041"/>
                </a:lnTo>
                <a:lnTo>
                  <a:pt x="1207294" y="126578"/>
                </a:lnTo>
                <a:lnTo>
                  <a:pt x="1207918" y="126101"/>
                </a:lnTo>
                <a:lnTo>
                  <a:pt x="1208529" y="125610"/>
                </a:lnTo>
                <a:lnTo>
                  <a:pt x="1209126" y="125105"/>
                </a:lnTo>
                <a:lnTo>
                  <a:pt x="1209711" y="124586"/>
                </a:lnTo>
                <a:lnTo>
                  <a:pt x="1210283" y="124053"/>
                </a:lnTo>
                <a:lnTo>
                  <a:pt x="1210841" y="123507"/>
                </a:lnTo>
                <a:lnTo>
                  <a:pt x="1211387" y="122946"/>
                </a:lnTo>
                <a:lnTo>
                  <a:pt x="1211920" y="122371"/>
                </a:lnTo>
                <a:lnTo>
                  <a:pt x="1212439" y="121783"/>
                </a:lnTo>
                <a:lnTo>
                  <a:pt x="1212946" y="121180"/>
                </a:lnTo>
                <a:lnTo>
                  <a:pt x="1213439" y="120564"/>
                </a:lnTo>
                <a:lnTo>
                  <a:pt x="1213920" y="119933"/>
                </a:lnTo>
                <a:lnTo>
                  <a:pt x="1214387" y="119289"/>
                </a:lnTo>
                <a:lnTo>
                  <a:pt x="1214842" y="118630"/>
                </a:lnTo>
                <a:lnTo>
                  <a:pt x="1215281" y="117958"/>
                </a:lnTo>
                <a:lnTo>
                  <a:pt x="1215703" y="117272"/>
                </a:lnTo>
                <a:lnTo>
                  <a:pt x="1216107" y="116572"/>
                </a:lnTo>
                <a:lnTo>
                  <a:pt x="1216493" y="115857"/>
                </a:lnTo>
                <a:lnTo>
                  <a:pt x="1216861" y="115129"/>
                </a:lnTo>
                <a:lnTo>
                  <a:pt x="1217212" y="114387"/>
                </a:lnTo>
                <a:lnTo>
                  <a:pt x="1217546" y="113631"/>
                </a:lnTo>
                <a:lnTo>
                  <a:pt x="1217861" y="112861"/>
                </a:lnTo>
                <a:lnTo>
                  <a:pt x="1218160" y="112077"/>
                </a:lnTo>
                <a:lnTo>
                  <a:pt x="1218440" y="111279"/>
                </a:lnTo>
                <a:lnTo>
                  <a:pt x="1218703" y="110467"/>
                </a:lnTo>
                <a:lnTo>
                  <a:pt x="1218948" y="109642"/>
                </a:lnTo>
                <a:lnTo>
                  <a:pt x="1219175" y="108802"/>
                </a:lnTo>
                <a:lnTo>
                  <a:pt x="1219385" y="107948"/>
                </a:lnTo>
                <a:lnTo>
                  <a:pt x="1219578" y="107080"/>
                </a:lnTo>
                <a:lnTo>
                  <a:pt x="1219752" y="106199"/>
                </a:lnTo>
                <a:lnTo>
                  <a:pt x="1219909" y="105303"/>
                </a:lnTo>
                <a:lnTo>
                  <a:pt x="1220048" y="104393"/>
                </a:lnTo>
                <a:lnTo>
                  <a:pt x="1220170" y="103470"/>
                </a:lnTo>
                <a:lnTo>
                  <a:pt x="1220274" y="102532"/>
                </a:lnTo>
                <a:lnTo>
                  <a:pt x="1220361" y="101581"/>
                </a:lnTo>
                <a:lnTo>
                  <a:pt x="1220429" y="100616"/>
                </a:lnTo>
                <a:lnTo>
                  <a:pt x="1220480" y="99636"/>
                </a:lnTo>
                <a:lnTo>
                  <a:pt x="1220514" y="98643"/>
                </a:lnTo>
                <a:lnTo>
                  <a:pt x="1204238" y="98643"/>
                </a:lnTo>
                <a:lnTo>
                  <a:pt x="1204202" y="99558"/>
                </a:lnTo>
                <a:lnTo>
                  <a:pt x="1204145" y="100454"/>
                </a:lnTo>
                <a:lnTo>
                  <a:pt x="1204065" y="101332"/>
                </a:lnTo>
                <a:lnTo>
                  <a:pt x="1203964" y="102191"/>
                </a:lnTo>
                <a:lnTo>
                  <a:pt x="1203841" y="103031"/>
                </a:lnTo>
                <a:lnTo>
                  <a:pt x="1203695" y="103853"/>
                </a:lnTo>
                <a:lnTo>
                  <a:pt x="1203528" y="104657"/>
                </a:lnTo>
                <a:lnTo>
                  <a:pt x="1203339" y="105442"/>
                </a:lnTo>
                <a:lnTo>
                  <a:pt x="1203128" y="106209"/>
                </a:lnTo>
                <a:lnTo>
                  <a:pt x="1202895" y="106957"/>
                </a:lnTo>
                <a:lnTo>
                  <a:pt x="1202640" y="107686"/>
                </a:lnTo>
                <a:lnTo>
                  <a:pt x="1202364" y="108397"/>
                </a:lnTo>
                <a:lnTo>
                  <a:pt x="1202065" y="109089"/>
                </a:lnTo>
                <a:lnTo>
                  <a:pt x="1201744" y="109763"/>
                </a:lnTo>
                <a:lnTo>
                  <a:pt x="1201402" y="110419"/>
                </a:lnTo>
                <a:lnTo>
                  <a:pt x="1201037" y="111055"/>
                </a:lnTo>
                <a:lnTo>
                  <a:pt x="1200651" y="111674"/>
                </a:lnTo>
                <a:lnTo>
                  <a:pt x="1200243" y="112274"/>
                </a:lnTo>
                <a:lnTo>
                  <a:pt x="1199813" y="112855"/>
                </a:lnTo>
                <a:lnTo>
                  <a:pt x="1199360" y="113417"/>
                </a:lnTo>
                <a:lnTo>
                  <a:pt x="1198886" y="113962"/>
                </a:lnTo>
                <a:lnTo>
                  <a:pt x="1198390" y="114487"/>
                </a:lnTo>
                <a:lnTo>
                  <a:pt x="1197873" y="114994"/>
                </a:lnTo>
                <a:lnTo>
                  <a:pt x="1197333" y="115483"/>
                </a:lnTo>
                <a:lnTo>
                  <a:pt x="1196775" y="115952"/>
                </a:lnTo>
                <a:lnTo>
                  <a:pt x="1196204" y="116401"/>
                </a:lnTo>
                <a:lnTo>
                  <a:pt x="1195619" y="116830"/>
                </a:lnTo>
                <a:lnTo>
                  <a:pt x="1195020" y="117240"/>
                </a:lnTo>
                <a:lnTo>
                  <a:pt x="1194408" y="117629"/>
                </a:lnTo>
                <a:lnTo>
                  <a:pt x="1193782" y="117998"/>
                </a:lnTo>
                <a:lnTo>
                  <a:pt x="1193142" y="118348"/>
                </a:lnTo>
                <a:lnTo>
                  <a:pt x="1192488" y="118677"/>
                </a:lnTo>
                <a:lnTo>
                  <a:pt x="1191821" y="118986"/>
                </a:lnTo>
                <a:lnTo>
                  <a:pt x="1191140" y="119276"/>
                </a:lnTo>
                <a:lnTo>
                  <a:pt x="1190446" y="119545"/>
                </a:lnTo>
                <a:lnTo>
                  <a:pt x="1189737" y="119795"/>
                </a:lnTo>
                <a:lnTo>
                  <a:pt x="1189015" y="120024"/>
                </a:lnTo>
                <a:lnTo>
                  <a:pt x="1188280" y="120234"/>
                </a:lnTo>
                <a:lnTo>
                  <a:pt x="1187530" y="120424"/>
                </a:lnTo>
                <a:lnTo>
                  <a:pt x="1186767" y="120593"/>
                </a:lnTo>
                <a:lnTo>
                  <a:pt x="1185990" y="120743"/>
                </a:lnTo>
                <a:lnTo>
                  <a:pt x="1185200" y="120873"/>
                </a:lnTo>
                <a:lnTo>
                  <a:pt x="1184396" y="120983"/>
                </a:lnTo>
                <a:lnTo>
                  <a:pt x="1183578" y="121072"/>
                </a:lnTo>
                <a:lnTo>
                  <a:pt x="1182746" y="121142"/>
                </a:lnTo>
                <a:lnTo>
                  <a:pt x="1181901" y="121192"/>
                </a:lnTo>
                <a:lnTo>
                  <a:pt x="1181042" y="121222"/>
                </a:lnTo>
                <a:lnTo>
                  <a:pt x="1180169" y="121232"/>
                </a:lnTo>
                <a:lnTo>
                  <a:pt x="1179402" y="121224"/>
                </a:lnTo>
                <a:lnTo>
                  <a:pt x="1178645" y="121201"/>
                </a:lnTo>
                <a:lnTo>
                  <a:pt x="1177899" y="121162"/>
                </a:lnTo>
                <a:lnTo>
                  <a:pt x="1177163" y="121108"/>
                </a:lnTo>
                <a:lnTo>
                  <a:pt x="1176438" y="121038"/>
                </a:lnTo>
                <a:lnTo>
                  <a:pt x="1175724" y="120953"/>
                </a:lnTo>
                <a:lnTo>
                  <a:pt x="1175020" y="120852"/>
                </a:lnTo>
                <a:lnTo>
                  <a:pt x="1174327" y="120735"/>
                </a:lnTo>
                <a:lnTo>
                  <a:pt x="1173645" y="120604"/>
                </a:lnTo>
                <a:lnTo>
                  <a:pt x="1172973" y="120456"/>
                </a:lnTo>
                <a:lnTo>
                  <a:pt x="1172312" y="120293"/>
                </a:lnTo>
                <a:lnTo>
                  <a:pt x="1171661" y="120115"/>
                </a:lnTo>
                <a:lnTo>
                  <a:pt x="1171021" y="119921"/>
                </a:lnTo>
                <a:lnTo>
                  <a:pt x="1170392" y="119711"/>
                </a:lnTo>
                <a:lnTo>
                  <a:pt x="1169773" y="119486"/>
                </a:lnTo>
                <a:lnTo>
                  <a:pt x="1169165" y="119246"/>
                </a:lnTo>
                <a:lnTo>
                  <a:pt x="1168567" y="118989"/>
                </a:lnTo>
                <a:lnTo>
                  <a:pt x="1167980" y="118718"/>
                </a:lnTo>
                <a:lnTo>
                  <a:pt x="1167404" y="118431"/>
                </a:lnTo>
                <a:lnTo>
                  <a:pt x="1166838" y="118128"/>
                </a:lnTo>
                <a:lnTo>
                  <a:pt x="1166283" y="117810"/>
                </a:lnTo>
                <a:lnTo>
                  <a:pt x="1165739" y="117476"/>
                </a:lnTo>
                <a:lnTo>
                  <a:pt x="1165205" y="117127"/>
                </a:lnTo>
                <a:lnTo>
                  <a:pt x="1164682" y="116762"/>
                </a:lnTo>
                <a:lnTo>
                  <a:pt x="1164170" y="116383"/>
                </a:lnTo>
                <a:lnTo>
                  <a:pt x="1163668" y="115990"/>
                </a:lnTo>
                <a:lnTo>
                  <a:pt x="1163178" y="115583"/>
                </a:lnTo>
                <a:lnTo>
                  <a:pt x="1162698" y="115163"/>
                </a:lnTo>
                <a:lnTo>
                  <a:pt x="1162230" y="114729"/>
                </a:lnTo>
                <a:lnTo>
                  <a:pt x="1161772" y="114282"/>
                </a:lnTo>
                <a:lnTo>
                  <a:pt x="1161325" y="113821"/>
                </a:lnTo>
                <a:lnTo>
                  <a:pt x="1160890" y="113347"/>
                </a:lnTo>
                <a:lnTo>
                  <a:pt x="1160465" y="112859"/>
                </a:lnTo>
                <a:lnTo>
                  <a:pt x="1160051" y="112357"/>
                </a:lnTo>
                <a:lnTo>
                  <a:pt x="1159649" y="111842"/>
                </a:lnTo>
                <a:lnTo>
                  <a:pt x="1159257" y="111314"/>
                </a:lnTo>
                <a:lnTo>
                  <a:pt x="1158876" y="110772"/>
                </a:lnTo>
                <a:lnTo>
                  <a:pt x="1158506" y="110216"/>
                </a:lnTo>
                <a:lnTo>
                  <a:pt x="1158147" y="109647"/>
                </a:lnTo>
                <a:lnTo>
                  <a:pt x="1157799" y="109064"/>
                </a:lnTo>
                <a:lnTo>
                  <a:pt x="1157462" y="108468"/>
                </a:lnTo>
                <a:lnTo>
                  <a:pt x="1157136" y="107858"/>
                </a:lnTo>
                <a:lnTo>
                  <a:pt x="1156821" y="107234"/>
                </a:lnTo>
                <a:lnTo>
                  <a:pt x="1156517" y="106597"/>
                </a:lnTo>
                <a:lnTo>
                  <a:pt x="1156223" y="105947"/>
                </a:lnTo>
                <a:lnTo>
                  <a:pt x="1155941" y="105283"/>
                </a:lnTo>
                <a:lnTo>
                  <a:pt x="1155670" y="104605"/>
                </a:lnTo>
                <a:lnTo>
                  <a:pt x="1155410" y="103914"/>
                </a:lnTo>
                <a:lnTo>
                  <a:pt x="1155160" y="103210"/>
                </a:lnTo>
                <a:lnTo>
                  <a:pt x="1154921" y="102492"/>
                </a:lnTo>
                <a:lnTo>
                  <a:pt x="1154693" y="101762"/>
                </a:lnTo>
                <a:lnTo>
                  <a:pt x="1154475" y="101020"/>
                </a:lnTo>
                <a:lnTo>
                  <a:pt x="1154268" y="100265"/>
                </a:lnTo>
                <a:lnTo>
                  <a:pt x="1154072" y="99497"/>
                </a:lnTo>
                <a:lnTo>
                  <a:pt x="1153886" y="98716"/>
                </a:lnTo>
                <a:lnTo>
                  <a:pt x="1153711" y="97923"/>
                </a:lnTo>
                <a:lnTo>
                  <a:pt x="1153546" y="97117"/>
                </a:lnTo>
                <a:lnTo>
                  <a:pt x="1153392" y="96299"/>
                </a:lnTo>
                <a:lnTo>
                  <a:pt x="1153249" y="95468"/>
                </a:lnTo>
                <a:lnTo>
                  <a:pt x="1153116" y="94624"/>
                </a:lnTo>
                <a:lnTo>
                  <a:pt x="1152994" y="93767"/>
                </a:lnTo>
                <a:lnTo>
                  <a:pt x="1152883" y="92898"/>
                </a:lnTo>
                <a:lnTo>
                  <a:pt x="1152782" y="92017"/>
                </a:lnTo>
                <a:lnTo>
                  <a:pt x="1152691" y="91122"/>
                </a:lnTo>
                <a:lnTo>
                  <a:pt x="1152612" y="90215"/>
                </a:lnTo>
                <a:lnTo>
                  <a:pt x="1152543" y="89295"/>
                </a:lnTo>
                <a:lnTo>
                  <a:pt x="1152484" y="88363"/>
                </a:lnTo>
                <a:lnTo>
                  <a:pt x="1152437" y="87418"/>
                </a:lnTo>
                <a:lnTo>
                  <a:pt x="1152399" y="86460"/>
                </a:lnTo>
                <a:lnTo>
                  <a:pt x="1152373" y="85489"/>
                </a:lnTo>
                <a:lnTo>
                  <a:pt x="1152357" y="84506"/>
                </a:lnTo>
                <a:lnTo>
                  <a:pt x="1152352" y="83510"/>
                </a:lnTo>
                <a:lnTo>
                  <a:pt x="1152364" y="82017"/>
                </a:lnTo>
                <a:lnTo>
                  <a:pt x="1152400" y="80551"/>
                </a:lnTo>
                <a:lnTo>
                  <a:pt x="1152460" y="79114"/>
                </a:lnTo>
                <a:lnTo>
                  <a:pt x="1152543" y="77704"/>
                </a:lnTo>
                <a:lnTo>
                  <a:pt x="1152651" y="76322"/>
                </a:lnTo>
                <a:lnTo>
                  <a:pt x="1152783" y="74969"/>
                </a:lnTo>
                <a:lnTo>
                  <a:pt x="1152939" y="73643"/>
                </a:lnTo>
                <a:lnTo>
                  <a:pt x="1153119" y="72346"/>
                </a:lnTo>
                <a:lnTo>
                  <a:pt x="1153323" y="71077"/>
                </a:lnTo>
                <a:lnTo>
                  <a:pt x="1153550" y="69835"/>
                </a:lnTo>
                <a:lnTo>
                  <a:pt x="1153802" y="68622"/>
                </a:lnTo>
                <a:lnTo>
                  <a:pt x="1154078" y="67436"/>
                </a:lnTo>
                <a:lnTo>
                  <a:pt x="1154378" y="66279"/>
                </a:lnTo>
                <a:lnTo>
                  <a:pt x="1154701" y="65150"/>
                </a:lnTo>
                <a:lnTo>
                  <a:pt x="1155049" y="64048"/>
                </a:lnTo>
                <a:lnTo>
                  <a:pt x="1155421" y="62975"/>
                </a:lnTo>
                <a:lnTo>
                  <a:pt x="1155816" y="61930"/>
                </a:lnTo>
                <a:lnTo>
                  <a:pt x="1156236" y="60912"/>
                </a:lnTo>
                <a:lnTo>
                  <a:pt x="1156679" y="59923"/>
                </a:lnTo>
                <a:lnTo>
                  <a:pt x="1157147" y="58962"/>
                </a:lnTo>
                <a:lnTo>
                  <a:pt x="1157638" y="58029"/>
                </a:lnTo>
                <a:lnTo>
                  <a:pt x="1158154" y="57124"/>
                </a:lnTo>
                <a:lnTo>
                  <a:pt x="1158693" y="56246"/>
                </a:lnTo>
                <a:lnTo>
                  <a:pt x="1159257" y="55397"/>
                </a:lnTo>
                <a:lnTo>
                  <a:pt x="1159844" y="54579"/>
                </a:lnTo>
                <a:lnTo>
                  <a:pt x="1160457" y="53797"/>
                </a:lnTo>
                <a:lnTo>
                  <a:pt x="1161094" y="53048"/>
                </a:lnTo>
                <a:lnTo>
                  <a:pt x="1161756" y="52335"/>
                </a:lnTo>
                <a:lnTo>
                  <a:pt x="1162442" y="51657"/>
                </a:lnTo>
                <a:lnTo>
                  <a:pt x="1163153" y="51013"/>
                </a:lnTo>
                <a:lnTo>
                  <a:pt x="1163889" y="50404"/>
                </a:lnTo>
                <a:lnTo>
                  <a:pt x="1164649" y="49830"/>
                </a:lnTo>
                <a:lnTo>
                  <a:pt x="1165434" y="49290"/>
                </a:lnTo>
                <a:lnTo>
                  <a:pt x="1166244" y="48786"/>
                </a:lnTo>
                <a:lnTo>
                  <a:pt x="1167078" y="48316"/>
                </a:lnTo>
                <a:lnTo>
                  <a:pt x="1167937" y="47881"/>
                </a:lnTo>
                <a:lnTo>
                  <a:pt x="1168821" y="47481"/>
                </a:lnTo>
                <a:lnTo>
                  <a:pt x="1169729" y="47116"/>
                </a:lnTo>
                <a:lnTo>
                  <a:pt x="1170662" y="46785"/>
                </a:lnTo>
                <a:lnTo>
                  <a:pt x="1171620" y="46489"/>
                </a:lnTo>
                <a:lnTo>
                  <a:pt x="1172602" y="46228"/>
                </a:lnTo>
                <a:lnTo>
                  <a:pt x="1173609" y="46002"/>
                </a:lnTo>
                <a:lnTo>
                  <a:pt x="1174641" y="45811"/>
                </a:lnTo>
                <a:lnTo>
                  <a:pt x="1175697" y="45654"/>
                </a:lnTo>
                <a:lnTo>
                  <a:pt x="1176778" y="45532"/>
                </a:lnTo>
                <a:lnTo>
                  <a:pt x="1177884" y="45445"/>
                </a:lnTo>
                <a:lnTo>
                  <a:pt x="1179014" y="45393"/>
                </a:lnTo>
                <a:lnTo>
                  <a:pt x="1180169" y="45376"/>
                </a:lnTo>
                <a:lnTo>
                  <a:pt x="1181041" y="45385"/>
                </a:lnTo>
                <a:lnTo>
                  <a:pt x="1181897" y="45415"/>
                </a:lnTo>
                <a:lnTo>
                  <a:pt x="1182738" y="45463"/>
                </a:lnTo>
                <a:lnTo>
                  <a:pt x="1183564" y="45531"/>
                </a:lnTo>
                <a:lnTo>
                  <a:pt x="1184374" y="45618"/>
                </a:lnTo>
                <a:lnTo>
                  <a:pt x="1185169" y="45725"/>
                </a:lnTo>
                <a:lnTo>
                  <a:pt x="1185948" y="45851"/>
                </a:lnTo>
                <a:lnTo>
                  <a:pt x="1186712" y="45997"/>
                </a:lnTo>
                <a:lnTo>
                  <a:pt x="1187461" y="46162"/>
                </a:lnTo>
                <a:lnTo>
                  <a:pt x="1188194" y="46347"/>
                </a:lnTo>
                <a:lnTo>
                  <a:pt x="1188912" y="46550"/>
                </a:lnTo>
                <a:lnTo>
                  <a:pt x="1189614" y="46774"/>
                </a:lnTo>
                <a:lnTo>
                  <a:pt x="1190301" y="47016"/>
                </a:lnTo>
                <a:lnTo>
                  <a:pt x="1190972" y="47278"/>
                </a:lnTo>
                <a:lnTo>
                  <a:pt x="1191628" y="47560"/>
                </a:lnTo>
                <a:lnTo>
                  <a:pt x="1192269" y="47861"/>
                </a:lnTo>
                <a:lnTo>
                  <a:pt x="1192894" y="48181"/>
                </a:lnTo>
                <a:lnTo>
                  <a:pt x="1193504" y="48521"/>
                </a:lnTo>
                <a:lnTo>
                  <a:pt x="1194099" y="48880"/>
                </a:lnTo>
                <a:lnTo>
                  <a:pt x="1194678" y="49259"/>
                </a:lnTo>
                <a:lnTo>
                  <a:pt x="1195241" y="49657"/>
                </a:lnTo>
                <a:lnTo>
                  <a:pt x="1195789" y="50074"/>
                </a:lnTo>
                <a:lnTo>
                  <a:pt x="1196322" y="50511"/>
                </a:lnTo>
                <a:lnTo>
                  <a:pt x="1196840" y="50968"/>
                </a:lnTo>
                <a:lnTo>
                  <a:pt x="1197340" y="51440"/>
                </a:lnTo>
                <a:lnTo>
                  <a:pt x="1197821" y="51928"/>
                </a:lnTo>
                <a:lnTo>
                  <a:pt x="1198282" y="52429"/>
                </a:lnTo>
                <a:lnTo>
                  <a:pt x="1198725" y="52946"/>
                </a:lnTo>
                <a:lnTo>
                  <a:pt x="1199148" y="53476"/>
                </a:lnTo>
                <a:lnTo>
                  <a:pt x="1199552" y="54021"/>
                </a:lnTo>
                <a:lnTo>
                  <a:pt x="1199937" y="54580"/>
                </a:lnTo>
                <a:lnTo>
                  <a:pt x="1200303" y="55154"/>
                </a:lnTo>
                <a:lnTo>
                  <a:pt x="1200650" y="55742"/>
                </a:lnTo>
                <a:lnTo>
                  <a:pt x="1200977" y="56344"/>
                </a:lnTo>
                <a:lnTo>
                  <a:pt x="1201285" y="56961"/>
                </a:lnTo>
                <a:lnTo>
                  <a:pt x="1201574" y="57592"/>
                </a:lnTo>
                <a:lnTo>
                  <a:pt x="1201844" y="58238"/>
                </a:lnTo>
                <a:lnTo>
                  <a:pt x="1202095" y="58898"/>
                </a:lnTo>
                <a:lnTo>
                  <a:pt x="1202327" y="59572"/>
                </a:lnTo>
                <a:lnTo>
                  <a:pt x="1202539" y="60261"/>
                </a:lnTo>
                <a:lnTo>
                  <a:pt x="1202732" y="60964"/>
                </a:lnTo>
                <a:lnTo>
                  <a:pt x="1202906" y="61681"/>
                </a:lnTo>
                <a:lnTo>
                  <a:pt x="1203061" y="62413"/>
                </a:lnTo>
                <a:lnTo>
                  <a:pt x="1203197" y="63159"/>
                </a:lnTo>
                <a:lnTo>
                  <a:pt x="1203313" y="63920"/>
                </a:lnTo>
                <a:lnTo>
                  <a:pt x="1203410" y="64695"/>
                </a:lnTo>
                <a:lnTo>
                  <a:pt x="1203488" y="65484"/>
                </a:lnTo>
                <a:lnTo>
                  <a:pt x="1203547" y="66288"/>
                </a:lnTo>
                <a:lnTo>
                  <a:pt x="1219823" y="66288"/>
                </a:lnTo>
                <a:lnTo>
                  <a:pt x="1219790" y="65330"/>
                </a:lnTo>
                <a:lnTo>
                  <a:pt x="1219739" y="64386"/>
                </a:lnTo>
                <a:lnTo>
                  <a:pt x="1219671" y="63456"/>
                </a:lnTo>
                <a:lnTo>
                  <a:pt x="1219585" y="62540"/>
                </a:lnTo>
                <a:lnTo>
                  <a:pt x="1219482" y="61638"/>
                </a:lnTo>
                <a:lnTo>
                  <a:pt x="1219361" y="60750"/>
                </a:lnTo>
                <a:lnTo>
                  <a:pt x="1219223" y="59875"/>
                </a:lnTo>
                <a:lnTo>
                  <a:pt x="1219067" y="59015"/>
                </a:lnTo>
                <a:lnTo>
                  <a:pt x="1218894" y="58168"/>
                </a:lnTo>
                <a:lnTo>
                  <a:pt x="1218703" y="57336"/>
                </a:lnTo>
                <a:lnTo>
                  <a:pt x="1218495" y="56517"/>
                </a:lnTo>
                <a:lnTo>
                  <a:pt x="1218270" y="55712"/>
                </a:lnTo>
                <a:lnTo>
                  <a:pt x="1218027" y="54922"/>
                </a:lnTo>
                <a:lnTo>
                  <a:pt x="1217766" y="54145"/>
                </a:lnTo>
                <a:lnTo>
                  <a:pt x="1217488" y="53382"/>
                </a:lnTo>
                <a:lnTo>
                  <a:pt x="1217193" y="52633"/>
                </a:lnTo>
                <a:lnTo>
                  <a:pt x="1216880" y="51898"/>
                </a:lnTo>
                <a:lnTo>
                  <a:pt x="1216550" y="51177"/>
                </a:lnTo>
                <a:lnTo>
                  <a:pt x="1216202" y="50469"/>
                </a:lnTo>
                <a:lnTo>
                  <a:pt x="1215837" y="49776"/>
                </a:lnTo>
                <a:lnTo>
                  <a:pt x="1215454" y="49097"/>
                </a:lnTo>
                <a:lnTo>
                  <a:pt x="1215054" y="48431"/>
                </a:lnTo>
                <a:lnTo>
                  <a:pt x="1214636" y="47780"/>
                </a:lnTo>
                <a:lnTo>
                  <a:pt x="1214201" y="47142"/>
                </a:lnTo>
                <a:lnTo>
                  <a:pt x="1213751" y="46518"/>
                </a:lnTo>
                <a:lnTo>
                  <a:pt x="1213288" y="45907"/>
                </a:lnTo>
                <a:lnTo>
                  <a:pt x="1212813" y="45310"/>
                </a:lnTo>
                <a:lnTo>
                  <a:pt x="1212325" y="44725"/>
                </a:lnTo>
                <a:lnTo>
                  <a:pt x="1211825" y="44154"/>
                </a:lnTo>
                <a:lnTo>
                  <a:pt x="1211312" y="43596"/>
                </a:lnTo>
                <a:lnTo>
                  <a:pt x="1210787" y="43052"/>
                </a:lnTo>
                <a:lnTo>
                  <a:pt x="1210250" y="42520"/>
                </a:lnTo>
                <a:lnTo>
                  <a:pt x="1209699" y="42002"/>
                </a:lnTo>
                <a:lnTo>
                  <a:pt x="1209137" y="41497"/>
                </a:lnTo>
                <a:lnTo>
                  <a:pt x="1208562" y="41005"/>
                </a:lnTo>
                <a:lnTo>
                  <a:pt x="1207974" y="40527"/>
                </a:lnTo>
                <a:lnTo>
                  <a:pt x="1207374" y="40062"/>
                </a:lnTo>
                <a:lnTo>
                  <a:pt x="1206761" y="39609"/>
                </a:lnTo>
                <a:lnTo>
                  <a:pt x="1206136" y="39171"/>
                </a:lnTo>
                <a:lnTo>
                  <a:pt x="1205498" y="38745"/>
                </a:lnTo>
                <a:lnTo>
                  <a:pt x="1204848" y="38333"/>
                </a:lnTo>
                <a:lnTo>
                  <a:pt x="1204185" y="37934"/>
                </a:lnTo>
                <a:lnTo>
                  <a:pt x="1203510" y="37548"/>
                </a:lnTo>
                <a:lnTo>
                  <a:pt x="1202823" y="37175"/>
                </a:lnTo>
                <a:lnTo>
                  <a:pt x="1202122" y="36816"/>
                </a:lnTo>
                <a:lnTo>
                  <a:pt x="1201410" y="36469"/>
                </a:lnTo>
                <a:lnTo>
                  <a:pt x="1200685" y="36136"/>
                </a:lnTo>
                <a:lnTo>
                  <a:pt x="1199947" y="35817"/>
                </a:lnTo>
                <a:lnTo>
                  <a:pt x="1199199" y="35510"/>
                </a:lnTo>
                <a:lnTo>
                  <a:pt x="1198444" y="35216"/>
                </a:lnTo>
                <a:lnTo>
                  <a:pt x="1197680" y="34936"/>
                </a:lnTo>
                <a:lnTo>
                  <a:pt x="1196909" y="34668"/>
                </a:lnTo>
                <a:lnTo>
                  <a:pt x="1196131" y="34414"/>
                </a:lnTo>
                <a:lnTo>
                  <a:pt x="1195345" y="34173"/>
                </a:lnTo>
                <a:lnTo>
                  <a:pt x="1194551" y="33944"/>
                </a:lnTo>
                <a:lnTo>
                  <a:pt x="1193749" y="33729"/>
                </a:lnTo>
                <a:lnTo>
                  <a:pt x="1192939" y="33527"/>
                </a:lnTo>
                <a:lnTo>
                  <a:pt x="1192122" y="33338"/>
                </a:lnTo>
                <a:lnTo>
                  <a:pt x="1191297" y="33161"/>
                </a:lnTo>
                <a:lnTo>
                  <a:pt x="1190465" y="32998"/>
                </a:lnTo>
                <a:lnTo>
                  <a:pt x="1189625" y="32848"/>
                </a:lnTo>
                <a:lnTo>
                  <a:pt x="1188777" y="32711"/>
                </a:lnTo>
                <a:lnTo>
                  <a:pt x="1187921" y="32587"/>
                </a:lnTo>
                <a:lnTo>
                  <a:pt x="1187058" y="32476"/>
                </a:lnTo>
                <a:lnTo>
                  <a:pt x="1186186" y="32379"/>
                </a:lnTo>
                <a:lnTo>
                  <a:pt x="1185308" y="32294"/>
                </a:lnTo>
                <a:lnTo>
                  <a:pt x="1184421" y="32222"/>
                </a:lnTo>
                <a:lnTo>
                  <a:pt x="1183527" y="32163"/>
                </a:lnTo>
                <a:lnTo>
                  <a:pt x="1182625" y="32118"/>
                </a:lnTo>
                <a:lnTo>
                  <a:pt x="1181715" y="32085"/>
                </a:lnTo>
                <a:lnTo>
                  <a:pt x="1180798" y="32065"/>
                </a:lnTo>
                <a:lnTo>
                  <a:pt x="1179873" y="32059"/>
                </a:lnTo>
                <a:lnTo>
                  <a:pt x="1178769" y="32069"/>
                </a:lnTo>
                <a:lnTo>
                  <a:pt x="1177677" y="32099"/>
                </a:lnTo>
                <a:lnTo>
                  <a:pt x="1176595" y="32149"/>
                </a:lnTo>
                <a:lnTo>
                  <a:pt x="1175526" y="32219"/>
                </a:lnTo>
                <a:lnTo>
                  <a:pt x="1174468" y="32308"/>
                </a:lnTo>
                <a:lnTo>
                  <a:pt x="1173421" y="32418"/>
                </a:lnTo>
                <a:lnTo>
                  <a:pt x="1172386" y="32548"/>
                </a:lnTo>
                <a:lnTo>
                  <a:pt x="1171362" y="32697"/>
                </a:lnTo>
                <a:lnTo>
                  <a:pt x="1170350" y="32867"/>
                </a:lnTo>
                <a:lnTo>
                  <a:pt x="1169349" y="33056"/>
                </a:lnTo>
                <a:lnTo>
                  <a:pt x="1168360" y="33266"/>
                </a:lnTo>
                <a:lnTo>
                  <a:pt x="1167382" y="33495"/>
                </a:lnTo>
                <a:lnTo>
                  <a:pt x="1166416" y="33745"/>
                </a:lnTo>
                <a:lnTo>
                  <a:pt x="1165461" y="34014"/>
                </a:lnTo>
                <a:lnTo>
                  <a:pt x="1164518" y="34303"/>
                </a:lnTo>
                <a:lnTo>
                  <a:pt x="1163586" y="34613"/>
                </a:lnTo>
                <a:lnTo>
                  <a:pt x="1162666" y="34942"/>
                </a:lnTo>
                <a:lnTo>
                  <a:pt x="1161757" y="35291"/>
                </a:lnTo>
                <a:lnTo>
                  <a:pt x="1160859" y="35660"/>
                </a:lnTo>
                <a:lnTo>
                  <a:pt x="1159973" y="36049"/>
                </a:lnTo>
                <a:lnTo>
                  <a:pt x="1159099" y="36458"/>
                </a:lnTo>
                <a:lnTo>
                  <a:pt x="1158236" y="36887"/>
                </a:lnTo>
                <a:lnTo>
                  <a:pt x="1157384" y="37336"/>
                </a:lnTo>
                <a:lnTo>
                  <a:pt x="1156544" y="37805"/>
                </a:lnTo>
                <a:lnTo>
                  <a:pt x="1155717" y="38293"/>
                </a:lnTo>
                <a:lnTo>
                  <a:pt x="1154906" y="38802"/>
                </a:lnTo>
                <a:lnTo>
                  <a:pt x="1154110" y="39330"/>
                </a:lnTo>
                <a:lnTo>
                  <a:pt x="1153330" y="39877"/>
                </a:lnTo>
                <a:lnTo>
                  <a:pt x="1152565" y="40445"/>
                </a:lnTo>
                <a:lnTo>
                  <a:pt x="1151815" y="41032"/>
                </a:lnTo>
                <a:lnTo>
                  <a:pt x="1151081" y="41639"/>
                </a:lnTo>
                <a:lnTo>
                  <a:pt x="1150362" y="42266"/>
                </a:lnTo>
                <a:lnTo>
                  <a:pt x="1149659" y="42913"/>
                </a:lnTo>
                <a:lnTo>
                  <a:pt x="1148971" y="43580"/>
                </a:lnTo>
                <a:lnTo>
                  <a:pt x="1148299" y="44266"/>
                </a:lnTo>
                <a:lnTo>
                  <a:pt x="1147641" y="44972"/>
                </a:lnTo>
                <a:lnTo>
                  <a:pt x="1147000" y="45698"/>
                </a:lnTo>
                <a:lnTo>
                  <a:pt x="1146374" y="46443"/>
                </a:lnTo>
                <a:lnTo>
                  <a:pt x="1145763" y="47209"/>
                </a:lnTo>
                <a:lnTo>
                  <a:pt x="1145167" y="47994"/>
                </a:lnTo>
                <a:lnTo>
                  <a:pt x="1144587" y="48799"/>
                </a:lnTo>
                <a:lnTo>
                  <a:pt x="1144023" y="49624"/>
                </a:lnTo>
                <a:lnTo>
                  <a:pt x="1143473" y="50468"/>
                </a:lnTo>
                <a:lnTo>
                  <a:pt x="1142939" y="51332"/>
                </a:lnTo>
                <a:lnTo>
                  <a:pt x="1142421" y="52216"/>
                </a:lnTo>
                <a:lnTo>
                  <a:pt x="1141918" y="53120"/>
                </a:lnTo>
                <a:lnTo>
                  <a:pt x="1141431" y="54044"/>
                </a:lnTo>
                <a:lnTo>
                  <a:pt x="1140958" y="54987"/>
                </a:lnTo>
                <a:lnTo>
                  <a:pt x="1140504" y="55950"/>
                </a:lnTo>
                <a:lnTo>
                  <a:pt x="1140068" y="56933"/>
                </a:lnTo>
                <a:lnTo>
                  <a:pt x="1139652" y="57935"/>
                </a:lnTo>
                <a:lnTo>
                  <a:pt x="1139255" y="58957"/>
                </a:lnTo>
                <a:lnTo>
                  <a:pt x="1138878" y="59999"/>
                </a:lnTo>
                <a:lnTo>
                  <a:pt x="1138520" y="61060"/>
                </a:lnTo>
                <a:lnTo>
                  <a:pt x="1138181" y="62140"/>
                </a:lnTo>
                <a:lnTo>
                  <a:pt x="1137862" y="63240"/>
                </a:lnTo>
                <a:lnTo>
                  <a:pt x="1137562" y="64360"/>
                </a:lnTo>
                <a:lnTo>
                  <a:pt x="1137282" y="65500"/>
                </a:lnTo>
                <a:lnTo>
                  <a:pt x="1137020" y="66658"/>
                </a:lnTo>
                <a:lnTo>
                  <a:pt x="1136778" y="67837"/>
                </a:lnTo>
                <a:lnTo>
                  <a:pt x="1136556" y="69035"/>
                </a:lnTo>
                <a:lnTo>
                  <a:pt x="1136353" y="70253"/>
                </a:lnTo>
                <a:lnTo>
                  <a:pt x="1136169" y="71490"/>
                </a:lnTo>
                <a:lnTo>
                  <a:pt x="1136004" y="72747"/>
                </a:lnTo>
                <a:lnTo>
                  <a:pt x="1135859" y="74024"/>
                </a:lnTo>
                <a:lnTo>
                  <a:pt x="1135733" y="75320"/>
                </a:lnTo>
                <a:lnTo>
                  <a:pt x="1135627" y="76635"/>
                </a:lnTo>
                <a:lnTo>
                  <a:pt x="1135540" y="77971"/>
                </a:lnTo>
                <a:lnTo>
                  <a:pt x="1135472" y="79325"/>
                </a:lnTo>
                <a:lnTo>
                  <a:pt x="1135424" y="80700"/>
                </a:lnTo>
                <a:lnTo>
                  <a:pt x="1135395" y="82094"/>
                </a:lnTo>
                <a:lnTo>
                  <a:pt x="1135385" y="83507"/>
                </a:lnTo>
                <a:lnTo>
                  <a:pt x="1135395" y="84921"/>
                </a:lnTo>
                <a:lnTo>
                  <a:pt x="1135424" y="86314"/>
                </a:lnTo>
                <a:lnTo>
                  <a:pt x="1135474" y="87688"/>
                </a:lnTo>
                <a:lnTo>
                  <a:pt x="1135543" y="89041"/>
                </a:lnTo>
                <a:lnTo>
                  <a:pt x="1135631" y="90375"/>
                </a:lnTo>
                <a:lnTo>
                  <a:pt x="1135740" y="91689"/>
                </a:lnTo>
                <a:lnTo>
                  <a:pt x="1135868" y="92983"/>
                </a:lnTo>
                <a:lnTo>
                  <a:pt x="1136015" y="94256"/>
                </a:lnTo>
                <a:lnTo>
                  <a:pt x="1136183" y="95510"/>
                </a:lnTo>
                <a:lnTo>
                  <a:pt x="1136370" y="96744"/>
                </a:lnTo>
                <a:lnTo>
                  <a:pt x="1136577" y="97958"/>
                </a:lnTo>
                <a:lnTo>
                  <a:pt x="1136803" y="99152"/>
                </a:lnTo>
                <a:lnTo>
                  <a:pt x="1137049" y="100326"/>
                </a:lnTo>
                <a:lnTo>
                  <a:pt x="1137315" y="101481"/>
                </a:lnTo>
                <a:lnTo>
                  <a:pt x="1137601" y="102615"/>
                </a:lnTo>
                <a:lnTo>
                  <a:pt x="1137906" y="103729"/>
                </a:lnTo>
                <a:lnTo>
                  <a:pt x="1138231" y="104824"/>
                </a:lnTo>
                <a:lnTo>
                  <a:pt x="1138576" y="105898"/>
                </a:lnTo>
                <a:lnTo>
                  <a:pt x="1138940" y="106952"/>
                </a:lnTo>
                <a:lnTo>
                  <a:pt x="1139324" y="107987"/>
                </a:lnTo>
                <a:lnTo>
                  <a:pt x="1139728" y="109002"/>
                </a:lnTo>
                <a:lnTo>
                  <a:pt x="1140151" y="109996"/>
                </a:lnTo>
                <a:lnTo>
                  <a:pt x="1140594" y="110971"/>
                </a:lnTo>
                <a:lnTo>
                  <a:pt x="1141057" y="111926"/>
                </a:lnTo>
                <a:lnTo>
                  <a:pt x="1141537" y="112861"/>
                </a:lnTo>
                <a:lnTo>
                  <a:pt x="1142033" y="113776"/>
                </a:lnTo>
                <a:lnTo>
                  <a:pt x="1142544" y="114671"/>
                </a:lnTo>
                <a:lnTo>
                  <a:pt x="1143070" y="115547"/>
                </a:lnTo>
                <a:lnTo>
                  <a:pt x="1143611" y="116403"/>
                </a:lnTo>
                <a:lnTo>
                  <a:pt x="1144167" y="117239"/>
                </a:lnTo>
                <a:lnTo>
                  <a:pt x="1144739" y="118055"/>
                </a:lnTo>
                <a:lnTo>
                  <a:pt x="1145326" y="118852"/>
                </a:lnTo>
                <a:lnTo>
                  <a:pt x="1145928" y="119628"/>
                </a:lnTo>
                <a:lnTo>
                  <a:pt x="1146546" y="120385"/>
                </a:lnTo>
                <a:lnTo>
                  <a:pt x="1147178" y="121123"/>
                </a:lnTo>
                <a:lnTo>
                  <a:pt x="1147826" y="121840"/>
                </a:lnTo>
                <a:lnTo>
                  <a:pt x="1148490" y="122538"/>
                </a:lnTo>
                <a:lnTo>
                  <a:pt x="1149168" y="123216"/>
                </a:lnTo>
                <a:lnTo>
                  <a:pt x="1149862" y="123874"/>
                </a:lnTo>
                <a:lnTo>
                  <a:pt x="1150571" y="124512"/>
                </a:lnTo>
                <a:lnTo>
                  <a:pt x="1151295" y="125131"/>
                </a:lnTo>
                <a:lnTo>
                  <a:pt x="1152034" y="125730"/>
                </a:lnTo>
                <a:lnTo>
                  <a:pt x="1152789" y="126309"/>
                </a:lnTo>
                <a:lnTo>
                  <a:pt x="1153559" y="126868"/>
                </a:lnTo>
                <a:lnTo>
                  <a:pt x="1154344" y="127408"/>
                </a:lnTo>
                <a:lnTo>
                  <a:pt x="1155144" y="127927"/>
                </a:lnTo>
                <a:lnTo>
                  <a:pt x="1155960" y="128427"/>
                </a:lnTo>
                <a:lnTo>
                  <a:pt x="1156791" y="128908"/>
                </a:lnTo>
                <a:lnTo>
                  <a:pt x="1157634" y="129368"/>
                </a:lnTo>
                <a:lnTo>
                  <a:pt x="1158488" y="129809"/>
                </a:lnTo>
                <a:lnTo>
                  <a:pt x="1159352" y="130230"/>
                </a:lnTo>
                <a:lnTo>
                  <a:pt x="1160227" y="130631"/>
                </a:lnTo>
                <a:lnTo>
                  <a:pt x="1161111" y="131013"/>
                </a:lnTo>
                <a:lnTo>
                  <a:pt x="1162006" y="131376"/>
                </a:lnTo>
                <a:lnTo>
                  <a:pt x="1162912" y="131719"/>
                </a:lnTo>
                <a:lnTo>
                  <a:pt x="1163827" y="132042"/>
                </a:lnTo>
                <a:lnTo>
                  <a:pt x="1164753" y="132345"/>
                </a:lnTo>
                <a:lnTo>
                  <a:pt x="1165689" y="132629"/>
                </a:lnTo>
                <a:lnTo>
                  <a:pt x="1166635" y="132894"/>
                </a:lnTo>
                <a:lnTo>
                  <a:pt x="1167592" y="133139"/>
                </a:lnTo>
                <a:lnTo>
                  <a:pt x="1168559" y="133364"/>
                </a:lnTo>
                <a:lnTo>
                  <a:pt x="1169536" y="133570"/>
                </a:lnTo>
                <a:lnTo>
                  <a:pt x="1170524" y="133756"/>
                </a:lnTo>
                <a:lnTo>
                  <a:pt x="1171521" y="133922"/>
                </a:lnTo>
                <a:lnTo>
                  <a:pt x="1172529" y="134069"/>
                </a:lnTo>
                <a:lnTo>
                  <a:pt x="1173548" y="134196"/>
                </a:lnTo>
                <a:lnTo>
                  <a:pt x="1174576" y="134304"/>
                </a:lnTo>
                <a:lnTo>
                  <a:pt x="1175615" y="134392"/>
                </a:lnTo>
                <a:lnTo>
                  <a:pt x="1176664" y="134461"/>
                </a:lnTo>
                <a:lnTo>
                  <a:pt x="1177723" y="134510"/>
                </a:lnTo>
                <a:lnTo>
                  <a:pt x="1178793" y="134539"/>
                </a:lnTo>
                <a:lnTo>
                  <a:pt x="1179873" y="134549"/>
                </a:lnTo>
                <a:lnTo>
                  <a:pt x="1180815" y="134542"/>
                </a:lnTo>
                <a:lnTo>
                  <a:pt x="1181748" y="134521"/>
                </a:lnTo>
                <a:lnTo>
                  <a:pt x="1182674" y="134487"/>
                </a:lnTo>
                <a:lnTo>
                  <a:pt x="1183593" y="134439"/>
                </a:lnTo>
                <a:close/>
                <a:moveTo>
                  <a:pt x="1368232" y="168022"/>
                </a:moveTo>
                <a:lnTo>
                  <a:pt x="1368900" y="167985"/>
                </a:lnTo>
                <a:lnTo>
                  <a:pt x="1369556" y="167939"/>
                </a:lnTo>
                <a:lnTo>
                  <a:pt x="1370202" y="167886"/>
                </a:lnTo>
                <a:lnTo>
                  <a:pt x="1370838" y="167824"/>
                </a:lnTo>
                <a:lnTo>
                  <a:pt x="1371463" y="167754"/>
                </a:lnTo>
                <a:lnTo>
                  <a:pt x="1372077" y="167676"/>
                </a:lnTo>
                <a:lnTo>
                  <a:pt x="1372681" y="167589"/>
                </a:lnTo>
                <a:lnTo>
                  <a:pt x="1373274" y="167495"/>
                </a:lnTo>
                <a:lnTo>
                  <a:pt x="1373856" y="167392"/>
                </a:lnTo>
                <a:lnTo>
                  <a:pt x="1374428" y="167281"/>
                </a:lnTo>
                <a:lnTo>
                  <a:pt x="1374989" y="167161"/>
                </a:lnTo>
                <a:lnTo>
                  <a:pt x="1375540" y="167034"/>
                </a:lnTo>
                <a:lnTo>
                  <a:pt x="1376080" y="166898"/>
                </a:lnTo>
                <a:lnTo>
                  <a:pt x="1376609" y="166754"/>
                </a:lnTo>
                <a:lnTo>
                  <a:pt x="1377128" y="166602"/>
                </a:lnTo>
                <a:lnTo>
                  <a:pt x="1377636" y="166441"/>
                </a:lnTo>
                <a:lnTo>
                  <a:pt x="1378134" y="166273"/>
                </a:lnTo>
                <a:lnTo>
                  <a:pt x="1378620" y="166096"/>
                </a:lnTo>
                <a:lnTo>
                  <a:pt x="1379097" y="165910"/>
                </a:lnTo>
                <a:lnTo>
                  <a:pt x="1379562" y="165717"/>
                </a:lnTo>
                <a:lnTo>
                  <a:pt x="1380020" y="165514"/>
                </a:lnTo>
                <a:lnTo>
                  <a:pt x="1380471" y="165301"/>
                </a:lnTo>
                <a:lnTo>
                  <a:pt x="1380916" y="165078"/>
                </a:lnTo>
                <a:lnTo>
                  <a:pt x="1381356" y="164844"/>
                </a:lnTo>
                <a:lnTo>
                  <a:pt x="1381789" y="164600"/>
                </a:lnTo>
                <a:lnTo>
                  <a:pt x="1382216" y="164346"/>
                </a:lnTo>
                <a:lnTo>
                  <a:pt x="1382638" y="164081"/>
                </a:lnTo>
                <a:lnTo>
                  <a:pt x="1383053" y="163806"/>
                </a:lnTo>
                <a:lnTo>
                  <a:pt x="1383463" y="163521"/>
                </a:lnTo>
                <a:lnTo>
                  <a:pt x="1383866" y="163225"/>
                </a:lnTo>
                <a:lnTo>
                  <a:pt x="1384263" y="162919"/>
                </a:lnTo>
                <a:lnTo>
                  <a:pt x="1384655" y="162603"/>
                </a:lnTo>
                <a:lnTo>
                  <a:pt x="1385040" y="162276"/>
                </a:lnTo>
                <a:lnTo>
                  <a:pt x="1385420" y="161939"/>
                </a:lnTo>
                <a:lnTo>
                  <a:pt x="1385793" y="161592"/>
                </a:lnTo>
                <a:lnTo>
                  <a:pt x="1386160" y="161234"/>
                </a:lnTo>
                <a:lnTo>
                  <a:pt x="1386522" y="160866"/>
                </a:lnTo>
                <a:lnTo>
                  <a:pt x="1386877" y="160488"/>
                </a:lnTo>
                <a:lnTo>
                  <a:pt x="1387227" y="160099"/>
                </a:lnTo>
                <a:lnTo>
                  <a:pt x="1387570" y="159700"/>
                </a:lnTo>
                <a:lnTo>
                  <a:pt x="1387908" y="159291"/>
                </a:lnTo>
                <a:lnTo>
                  <a:pt x="1388239" y="158871"/>
                </a:lnTo>
                <a:lnTo>
                  <a:pt x="1388565" y="158441"/>
                </a:lnTo>
                <a:lnTo>
                  <a:pt x="1388884" y="158001"/>
                </a:lnTo>
                <a:lnTo>
                  <a:pt x="1389200" y="157550"/>
                </a:lnTo>
                <a:lnTo>
                  <a:pt x="1389514" y="157087"/>
                </a:lnTo>
                <a:lnTo>
                  <a:pt x="1389827" y="156611"/>
                </a:lnTo>
                <a:lnTo>
                  <a:pt x="1390138" y="156124"/>
                </a:lnTo>
                <a:lnTo>
                  <a:pt x="1390447" y="155625"/>
                </a:lnTo>
                <a:lnTo>
                  <a:pt x="1390755" y="155114"/>
                </a:lnTo>
                <a:lnTo>
                  <a:pt x="1391062" y="154591"/>
                </a:lnTo>
                <a:lnTo>
                  <a:pt x="1391367" y="154057"/>
                </a:lnTo>
                <a:lnTo>
                  <a:pt x="1391670" y="153510"/>
                </a:lnTo>
                <a:lnTo>
                  <a:pt x="1391972" y="152951"/>
                </a:lnTo>
                <a:lnTo>
                  <a:pt x="1392272" y="152381"/>
                </a:lnTo>
                <a:lnTo>
                  <a:pt x="1392571" y="151798"/>
                </a:lnTo>
                <a:lnTo>
                  <a:pt x="1392868" y="151204"/>
                </a:lnTo>
                <a:lnTo>
                  <a:pt x="1393164" y="150598"/>
                </a:lnTo>
                <a:lnTo>
                  <a:pt x="1393458" y="149979"/>
                </a:lnTo>
                <a:lnTo>
                  <a:pt x="1393751" y="149349"/>
                </a:lnTo>
                <a:lnTo>
                  <a:pt x="1394042" y="148707"/>
                </a:lnTo>
                <a:lnTo>
                  <a:pt x="1394331" y="148054"/>
                </a:lnTo>
                <a:lnTo>
                  <a:pt x="1394619" y="147388"/>
                </a:lnTo>
                <a:lnTo>
                  <a:pt x="1394905" y="146710"/>
                </a:lnTo>
                <a:lnTo>
                  <a:pt x="1395190" y="146020"/>
                </a:lnTo>
                <a:lnTo>
                  <a:pt x="1395474" y="145319"/>
                </a:lnTo>
                <a:lnTo>
                  <a:pt x="1395755" y="144605"/>
                </a:lnTo>
                <a:lnTo>
                  <a:pt x="1396036" y="143880"/>
                </a:lnTo>
                <a:lnTo>
                  <a:pt x="1400573" y="131978"/>
                </a:lnTo>
                <a:lnTo>
                  <a:pt x="1436677" y="33736"/>
                </a:lnTo>
                <a:lnTo>
                  <a:pt x="1419907" y="33736"/>
                </a:lnTo>
                <a:lnTo>
                  <a:pt x="1392485" y="114777"/>
                </a:lnTo>
                <a:lnTo>
                  <a:pt x="1362793" y="33736"/>
                </a:lnTo>
                <a:lnTo>
                  <a:pt x="1345333" y="33736"/>
                </a:lnTo>
                <a:lnTo>
                  <a:pt x="1383705" y="132773"/>
                </a:lnTo>
                <a:lnTo>
                  <a:pt x="1379957" y="141454"/>
                </a:lnTo>
                <a:lnTo>
                  <a:pt x="1379725" y="142031"/>
                </a:lnTo>
                <a:lnTo>
                  <a:pt x="1379489" y="142593"/>
                </a:lnTo>
                <a:lnTo>
                  <a:pt x="1379249" y="143142"/>
                </a:lnTo>
                <a:lnTo>
                  <a:pt x="1379005" y="143677"/>
                </a:lnTo>
                <a:lnTo>
                  <a:pt x="1378757" y="144199"/>
                </a:lnTo>
                <a:lnTo>
                  <a:pt x="1378505" y="144706"/>
                </a:lnTo>
                <a:lnTo>
                  <a:pt x="1378249" y="145199"/>
                </a:lnTo>
                <a:lnTo>
                  <a:pt x="1377990" y="145679"/>
                </a:lnTo>
                <a:lnTo>
                  <a:pt x="1377726" y="146145"/>
                </a:lnTo>
                <a:lnTo>
                  <a:pt x="1377458" y="146597"/>
                </a:lnTo>
                <a:lnTo>
                  <a:pt x="1377187" y="147035"/>
                </a:lnTo>
                <a:lnTo>
                  <a:pt x="1376911" y="147459"/>
                </a:lnTo>
                <a:lnTo>
                  <a:pt x="1376632" y="147869"/>
                </a:lnTo>
                <a:lnTo>
                  <a:pt x="1376349" y="148265"/>
                </a:lnTo>
                <a:lnTo>
                  <a:pt x="1376061" y="148648"/>
                </a:lnTo>
                <a:lnTo>
                  <a:pt x="1375770" y="149016"/>
                </a:lnTo>
                <a:lnTo>
                  <a:pt x="1375475" y="149371"/>
                </a:lnTo>
                <a:lnTo>
                  <a:pt x="1375176" y="149712"/>
                </a:lnTo>
                <a:lnTo>
                  <a:pt x="1374873" y="150039"/>
                </a:lnTo>
                <a:lnTo>
                  <a:pt x="1374566" y="150352"/>
                </a:lnTo>
                <a:lnTo>
                  <a:pt x="1374255" y="150652"/>
                </a:lnTo>
                <a:lnTo>
                  <a:pt x="1373940" y="150937"/>
                </a:lnTo>
                <a:lnTo>
                  <a:pt x="1373621" y="151208"/>
                </a:lnTo>
                <a:lnTo>
                  <a:pt x="1373299" y="151466"/>
                </a:lnTo>
                <a:lnTo>
                  <a:pt x="1372971" y="151712"/>
                </a:lnTo>
                <a:lnTo>
                  <a:pt x="1372637" y="151947"/>
                </a:lnTo>
                <a:lnTo>
                  <a:pt x="1372297" y="152171"/>
                </a:lnTo>
                <a:lnTo>
                  <a:pt x="1371952" y="152385"/>
                </a:lnTo>
                <a:lnTo>
                  <a:pt x="1371600" y="152589"/>
                </a:lnTo>
                <a:lnTo>
                  <a:pt x="1371242" y="152782"/>
                </a:lnTo>
                <a:lnTo>
                  <a:pt x="1370879" y="152965"/>
                </a:lnTo>
                <a:lnTo>
                  <a:pt x="1370509" y="153138"/>
                </a:lnTo>
                <a:lnTo>
                  <a:pt x="1370134" y="153299"/>
                </a:lnTo>
                <a:lnTo>
                  <a:pt x="1369752" y="153451"/>
                </a:lnTo>
                <a:lnTo>
                  <a:pt x="1369364" y="153592"/>
                </a:lnTo>
                <a:lnTo>
                  <a:pt x="1368971" y="153723"/>
                </a:lnTo>
                <a:lnTo>
                  <a:pt x="1368571" y="153843"/>
                </a:lnTo>
                <a:lnTo>
                  <a:pt x="1368165" y="153952"/>
                </a:lnTo>
                <a:lnTo>
                  <a:pt x="1367754" y="154052"/>
                </a:lnTo>
                <a:lnTo>
                  <a:pt x="1367336" y="154140"/>
                </a:lnTo>
                <a:lnTo>
                  <a:pt x="1366913" y="154219"/>
                </a:lnTo>
                <a:lnTo>
                  <a:pt x="1366483" y="154287"/>
                </a:lnTo>
                <a:lnTo>
                  <a:pt x="1366047" y="154344"/>
                </a:lnTo>
                <a:lnTo>
                  <a:pt x="1365606" y="154391"/>
                </a:lnTo>
                <a:lnTo>
                  <a:pt x="1365158" y="154428"/>
                </a:lnTo>
                <a:lnTo>
                  <a:pt x="1364705" y="154454"/>
                </a:lnTo>
                <a:lnTo>
                  <a:pt x="1364245" y="154470"/>
                </a:lnTo>
                <a:lnTo>
                  <a:pt x="1363780" y="154475"/>
                </a:lnTo>
                <a:lnTo>
                  <a:pt x="1355691" y="154475"/>
                </a:lnTo>
                <a:lnTo>
                  <a:pt x="1355691" y="168087"/>
                </a:lnTo>
                <a:lnTo>
                  <a:pt x="1365456" y="168087"/>
                </a:lnTo>
                <a:lnTo>
                  <a:pt x="1366166" y="168083"/>
                </a:lnTo>
                <a:lnTo>
                  <a:pt x="1366866" y="168071"/>
                </a:lnTo>
                <a:lnTo>
                  <a:pt x="1367554" y="168050"/>
                </a:lnTo>
                <a:lnTo>
                  <a:pt x="1368232" y="16802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" name="Text fourchildren…">
            <a:extLst xmlns:a="http://schemas.openxmlformats.org/drawingml/2006/main">
              <a:ext uri="{FF2B5EF4-FFF2-40B4-BE49-F238E27FC236}">
                <a16:creationId xmlns:a16="http://schemas.microsoft.com/office/drawing/2014/main" id="{388B1F25-DA27-490E-8C06-65249A092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91" y="7365204"/>
            <a:ext cx="1291822" cy="137956"/>
          </a:xfrm>
          <a:custGeom xmlns:a="http://schemas.openxmlformats.org/drawingml/2006/main">
            <a:pathLst>
              <a:path w="1291822" h="137956">
                <a:moveTo>
                  <a:pt x="16062" y="136183"/>
                </a:moveTo>
                <a:lnTo>
                  <a:pt x="16062" y="50551"/>
                </a:lnTo>
                <a:lnTo>
                  <a:pt x="0" y="50551"/>
                </a:lnTo>
                <a:lnTo>
                  <a:pt x="0" y="37248"/>
                </a:lnTo>
                <a:lnTo>
                  <a:pt x="16062" y="37248"/>
                </a:lnTo>
                <a:lnTo>
                  <a:pt x="16062" y="32176"/>
                </a:lnTo>
                <a:cubicBezTo>
                  <a:pt x="16062" y="27705"/>
                  <a:pt x="16473" y="23689"/>
                  <a:pt x="17294" y="20127"/>
                </a:cubicBezTo>
                <a:cubicBezTo>
                  <a:pt x="18115" y="16563"/>
                  <a:pt x="19560" y="13559"/>
                  <a:pt x="21630" y="11113"/>
                </a:cubicBezTo>
                <a:cubicBezTo>
                  <a:pt x="23699" y="8666"/>
                  <a:pt x="26589" y="6794"/>
                  <a:pt x="30301" y="5497"/>
                </a:cubicBezTo>
                <a:cubicBezTo>
                  <a:pt x="34013" y="4197"/>
                  <a:pt x="38825" y="3547"/>
                  <a:pt x="44737" y="3547"/>
                </a:cubicBezTo>
                <a:lnTo>
                  <a:pt x="54690" y="3547"/>
                </a:lnTo>
                <a:lnTo>
                  <a:pt x="54690" y="16456"/>
                </a:lnTo>
                <a:lnTo>
                  <a:pt x="45821" y="16456"/>
                </a:lnTo>
                <a:cubicBezTo>
                  <a:pt x="39974" y="16456"/>
                  <a:pt x="36279" y="17837"/>
                  <a:pt x="34735" y="20598"/>
                </a:cubicBezTo>
                <a:cubicBezTo>
                  <a:pt x="33192" y="23359"/>
                  <a:pt x="32420" y="27356"/>
                  <a:pt x="32420" y="32589"/>
                </a:cubicBezTo>
                <a:lnTo>
                  <a:pt x="32420" y="37248"/>
                </a:lnTo>
                <a:lnTo>
                  <a:pt x="54788" y="37248"/>
                </a:lnTo>
                <a:lnTo>
                  <a:pt x="54788" y="50551"/>
                </a:lnTo>
                <a:lnTo>
                  <a:pt x="32420" y="50551"/>
                </a:lnTo>
                <a:lnTo>
                  <a:pt x="32420" y="136183"/>
                </a:lnTo>
                <a:lnTo>
                  <a:pt x="16062" y="136183"/>
                </a:lnTo>
                <a:close/>
                <a:moveTo>
                  <a:pt x="108738" y="137956"/>
                </a:moveTo>
                <a:cubicBezTo>
                  <a:pt x="99344" y="137956"/>
                  <a:pt x="91296" y="135911"/>
                  <a:pt x="84596" y="131819"/>
                </a:cubicBezTo>
                <a:cubicBezTo>
                  <a:pt x="77895" y="127726"/>
                  <a:pt x="72787" y="121874"/>
                  <a:pt x="69273" y="114264"/>
                </a:cubicBezTo>
                <a:cubicBezTo>
                  <a:pt x="65758" y="106653"/>
                  <a:pt x="64001" y="97605"/>
                  <a:pt x="64001" y="87119"/>
                </a:cubicBezTo>
                <a:cubicBezTo>
                  <a:pt x="64001" y="76364"/>
                  <a:pt x="65758" y="67147"/>
                  <a:pt x="69273" y="59469"/>
                </a:cubicBezTo>
                <a:cubicBezTo>
                  <a:pt x="72787" y="51791"/>
                  <a:pt x="77895" y="45889"/>
                  <a:pt x="84596" y="41763"/>
                </a:cubicBezTo>
                <a:cubicBezTo>
                  <a:pt x="91296" y="37636"/>
                  <a:pt x="99344" y="35573"/>
                  <a:pt x="108738" y="35573"/>
                </a:cubicBezTo>
                <a:cubicBezTo>
                  <a:pt x="118329" y="35573"/>
                  <a:pt x="126524" y="37636"/>
                  <a:pt x="133324" y="41763"/>
                </a:cubicBezTo>
                <a:cubicBezTo>
                  <a:pt x="140123" y="45889"/>
                  <a:pt x="145346" y="51791"/>
                  <a:pt x="148992" y="59469"/>
                </a:cubicBezTo>
                <a:cubicBezTo>
                  <a:pt x="152638" y="67147"/>
                  <a:pt x="154461" y="76364"/>
                  <a:pt x="154461" y="87119"/>
                </a:cubicBezTo>
                <a:cubicBezTo>
                  <a:pt x="154461" y="97605"/>
                  <a:pt x="152638" y="106653"/>
                  <a:pt x="148992" y="114264"/>
                </a:cubicBezTo>
                <a:cubicBezTo>
                  <a:pt x="145346" y="121874"/>
                  <a:pt x="140123" y="127726"/>
                  <a:pt x="133324" y="131819"/>
                </a:cubicBezTo>
                <a:cubicBezTo>
                  <a:pt x="126524" y="135911"/>
                  <a:pt x="118329" y="137956"/>
                  <a:pt x="108738" y="137956"/>
                </a:cubicBezTo>
                <a:moveTo>
                  <a:pt x="108738" y="124850"/>
                </a:moveTo>
                <a:cubicBezTo>
                  <a:pt x="115833" y="124850"/>
                  <a:pt x="121482" y="123228"/>
                  <a:pt x="125687" y="119982"/>
                </a:cubicBezTo>
                <a:cubicBezTo>
                  <a:pt x="129891" y="116734"/>
                  <a:pt x="132913" y="112257"/>
                  <a:pt x="134753" y="106550"/>
                </a:cubicBezTo>
                <a:cubicBezTo>
                  <a:pt x="136592" y="100843"/>
                  <a:pt x="137512" y="94368"/>
                  <a:pt x="137512" y="87125"/>
                </a:cubicBezTo>
                <a:cubicBezTo>
                  <a:pt x="137512" y="79743"/>
                  <a:pt x="136592" y="73147"/>
                  <a:pt x="134753" y="67337"/>
                </a:cubicBezTo>
                <a:cubicBezTo>
                  <a:pt x="132913" y="61527"/>
                  <a:pt x="129891" y="56965"/>
                  <a:pt x="125687" y="53652"/>
                </a:cubicBezTo>
                <a:cubicBezTo>
                  <a:pt x="121482" y="50337"/>
                  <a:pt x="115833" y="48679"/>
                  <a:pt x="108738" y="48679"/>
                </a:cubicBezTo>
                <a:cubicBezTo>
                  <a:pt x="101840" y="48679"/>
                  <a:pt x="96371" y="50337"/>
                  <a:pt x="92331" y="53652"/>
                </a:cubicBezTo>
                <a:cubicBezTo>
                  <a:pt x="88291" y="56965"/>
                  <a:pt x="85384" y="61527"/>
                  <a:pt x="83610" y="67337"/>
                </a:cubicBezTo>
                <a:cubicBezTo>
                  <a:pt x="81836" y="73147"/>
                  <a:pt x="80950" y="79743"/>
                  <a:pt x="80950" y="87125"/>
                </a:cubicBezTo>
                <a:cubicBezTo>
                  <a:pt x="80950" y="94368"/>
                  <a:pt x="81836" y="100843"/>
                  <a:pt x="83610" y="106550"/>
                </a:cubicBezTo>
                <a:cubicBezTo>
                  <a:pt x="85384" y="112257"/>
                  <a:pt x="88291" y="116734"/>
                  <a:pt x="92331" y="119982"/>
                </a:cubicBezTo>
                <a:cubicBezTo>
                  <a:pt x="96371" y="123228"/>
                  <a:pt x="101840" y="124850"/>
                  <a:pt x="108738" y="124850"/>
                </a:cubicBezTo>
                <a:close/>
                <a:moveTo>
                  <a:pt x="213287" y="137956"/>
                </a:moveTo>
                <a:cubicBezTo>
                  <a:pt x="202185" y="137956"/>
                  <a:pt x="194170" y="134766"/>
                  <a:pt x="189243" y="128386"/>
                </a:cubicBezTo>
                <a:cubicBezTo>
                  <a:pt x="184316" y="122003"/>
                  <a:pt x="181852" y="113211"/>
                  <a:pt x="181852" y="102011"/>
                </a:cubicBezTo>
                <a:lnTo>
                  <a:pt x="181852" y="37248"/>
                </a:lnTo>
                <a:lnTo>
                  <a:pt x="198407" y="37248"/>
                </a:lnTo>
                <a:lnTo>
                  <a:pt x="198407" y="100024"/>
                </a:lnTo>
                <a:cubicBezTo>
                  <a:pt x="198407" y="104531"/>
                  <a:pt x="198900" y="108558"/>
                  <a:pt x="199885" y="112108"/>
                </a:cubicBezTo>
                <a:cubicBezTo>
                  <a:pt x="200871" y="115657"/>
                  <a:pt x="202743" y="118423"/>
                  <a:pt x="205502" y="120404"/>
                </a:cubicBezTo>
                <a:cubicBezTo>
                  <a:pt x="208261" y="122383"/>
                  <a:pt x="212236" y="123372"/>
                  <a:pt x="217425" y="123372"/>
                </a:cubicBezTo>
                <a:cubicBezTo>
                  <a:pt x="224652" y="123372"/>
                  <a:pt x="230696" y="121819"/>
                  <a:pt x="235557" y="118713"/>
                </a:cubicBezTo>
                <a:cubicBezTo>
                  <a:pt x="240418" y="115607"/>
                  <a:pt x="244327" y="112005"/>
                  <a:pt x="247283" y="107908"/>
                </a:cubicBezTo>
                <a:lnTo>
                  <a:pt x="247283" y="37248"/>
                </a:lnTo>
                <a:lnTo>
                  <a:pt x="263838" y="37248"/>
                </a:lnTo>
                <a:lnTo>
                  <a:pt x="263838" y="136183"/>
                </a:lnTo>
                <a:lnTo>
                  <a:pt x="247973" y="136183"/>
                </a:lnTo>
                <a:lnTo>
                  <a:pt x="247480" y="121697"/>
                </a:lnTo>
                <a:cubicBezTo>
                  <a:pt x="244393" y="125507"/>
                  <a:pt x="240040" y="129170"/>
                  <a:pt x="234424" y="132684"/>
                </a:cubicBezTo>
                <a:cubicBezTo>
                  <a:pt x="228807" y="136199"/>
                  <a:pt x="221761" y="137956"/>
                  <a:pt x="213287" y="137956"/>
                </a:cubicBezTo>
                <a:close/>
                <a:moveTo>
                  <a:pt x="296054" y="136183"/>
                </a:moveTo>
                <a:lnTo>
                  <a:pt x="296054" y="37248"/>
                </a:lnTo>
                <a:lnTo>
                  <a:pt x="311524" y="37248"/>
                </a:lnTo>
                <a:lnTo>
                  <a:pt x="312116" y="53113"/>
                </a:lnTo>
                <a:cubicBezTo>
                  <a:pt x="314809" y="48120"/>
                  <a:pt x="318554" y="43949"/>
                  <a:pt x="323349" y="40599"/>
                </a:cubicBezTo>
                <a:cubicBezTo>
                  <a:pt x="328145" y="37248"/>
                  <a:pt x="334386" y="35573"/>
                  <a:pt x="342072" y="35573"/>
                </a:cubicBezTo>
                <a:lnTo>
                  <a:pt x="344043" y="35573"/>
                </a:lnTo>
                <a:lnTo>
                  <a:pt x="344043" y="50650"/>
                </a:lnTo>
                <a:lnTo>
                  <a:pt x="341776" y="50650"/>
                </a:lnTo>
                <a:cubicBezTo>
                  <a:pt x="336981" y="50650"/>
                  <a:pt x="332776" y="51300"/>
                  <a:pt x="329163" y="52602"/>
                </a:cubicBezTo>
                <a:cubicBezTo>
                  <a:pt x="325550" y="53902"/>
                  <a:pt x="322397" y="55698"/>
                  <a:pt x="319703" y="57991"/>
                </a:cubicBezTo>
                <a:cubicBezTo>
                  <a:pt x="317010" y="60284"/>
                  <a:pt x="314612" y="62936"/>
                  <a:pt x="312510" y="65948"/>
                </a:cubicBezTo>
                <a:lnTo>
                  <a:pt x="312510" y="136183"/>
                </a:lnTo>
                <a:lnTo>
                  <a:pt x="296054" y="136183"/>
                </a:lnTo>
                <a:close/>
                <a:moveTo>
                  <a:pt x="442237" y="137956"/>
                </a:moveTo>
                <a:cubicBezTo>
                  <a:pt x="433565" y="137956"/>
                  <a:pt x="425879" y="136078"/>
                  <a:pt x="419178" y="132321"/>
                </a:cubicBezTo>
                <a:cubicBezTo>
                  <a:pt x="412478" y="128562"/>
                  <a:pt x="407239" y="122907"/>
                  <a:pt x="403461" y="115357"/>
                </a:cubicBezTo>
                <a:cubicBezTo>
                  <a:pt x="399684" y="107806"/>
                  <a:pt x="397795" y="98343"/>
                  <a:pt x="397795" y="86968"/>
                </a:cubicBezTo>
                <a:cubicBezTo>
                  <a:pt x="397795" y="75593"/>
                  <a:pt x="399651" y="66096"/>
                  <a:pt x="403363" y="58477"/>
                </a:cubicBezTo>
                <a:cubicBezTo>
                  <a:pt x="407074" y="50859"/>
                  <a:pt x="412264" y="45138"/>
                  <a:pt x="418932" y="41313"/>
                </a:cubicBezTo>
                <a:cubicBezTo>
                  <a:pt x="425600" y="37486"/>
                  <a:pt x="433368" y="35573"/>
                  <a:pt x="442237" y="35573"/>
                </a:cubicBezTo>
                <a:cubicBezTo>
                  <a:pt x="449660" y="35573"/>
                  <a:pt x="456344" y="36824"/>
                  <a:pt x="462290" y="39327"/>
                </a:cubicBezTo>
                <a:cubicBezTo>
                  <a:pt x="468235" y="41829"/>
                  <a:pt x="472981" y="45601"/>
                  <a:pt x="476529" y="50640"/>
                </a:cubicBezTo>
                <a:cubicBezTo>
                  <a:pt x="480076" y="55680"/>
                  <a:pt x="481948" y="62056"/>
                  <a:pt x="482146" y="69766"/>
                </a:cubicBezTo>
                <a:lnTo>
                  <a:pt x="465886" y="69766"/>
                </a:lnTo>
                <a:cubicBezTo>
                  <a:pt x="465492" y="63285"/>
                  <a:pt x="463259" y="58184"/>
                  <a:pt x="459186" y="54462"/>
                </a:cubicBezTo>
                <a:cubicBezTo>
                  <a:pt x="455113" y="50738"/>
                  <a:pt x="449562" y="48876"/>
                  <a:pt x="442532" y="48876"/>
                </a:cubicBezTo>
                <a:cubicBezTo>
                  <a:pt x="433204" y="48876"/>
                  <a:pt x="426240" y="52213"/>
                  <a:pt x="421642" y="58887"/>
                </a:cubicBezTo>
                <a:cubicBezTo>
                  <a:pt x="417043" y="65561"/>
                  <a:pt x="414744" y="74922"/>
                  <a:pt x="414744" y="86971"/>
                </a:cubicBezTo>
                <a:cubicBezTo>
                  <a:pt x="414744" y="94979"/>
                  <a:pt x="415762" y="101774"/>
                  <a:pt x="417799" y="107353"/>
                </a:cubicBezTo>
                <a:cubicBezTo>
                  <a:pt x="419835" y="112931"/>
                  <a:pt x="422923" y="117209"/>
                  <a:pt x="427062" y="120188"/>
                </a:cubicBezTo>
                <a:cubicBezTo>
                  <a:pt x="431200" y="123165"/>
                  <a:pt x="436357" y="124653"/>
                  <a:pt x="442532" y="124653"/>
                </a:cubicBezTo>
                <a:cubicBezTo>
                  <a:pt x="449562" y="124653"/>
                  <a:pt x="455277" y="122739"/>
                  <a:pt x="459678" y="118910"/>
                </a:cubicBezTo>
                <a:cubicBezTo>
                  <a:pt x="464080" y="115080"/>
                  <a:pt x="466379" y="109472"/>
                  <a:pt x="466576" y="102088"/>
                </a:cubicBezTo>
                <a:lnTo>
                  <a:pt x="482835" y="102088"/>
                </a:lnTo>
                <a:cubicBezTo>
                  <a:pt x="482638" y="110082"/>
                  <a:pt x="480750" y="116737"/>
                  <a:pt x="477169" y="122054"/>
                </a:cubicBezTo>
                <a:cubicBezTo>
                  <a:pt x="473589" y="127371"/>
                  <a:pt x="468760" y="131351"/>
                  <a:pt x="462684" y="133993"/>
                </a:cubicBezTo>
                <a:cubicBezTo>
                  <a:pt x="456607" y="136635"/>
                  <a:pt x="449792" y="137956"/>
                  <a:pt x="442237" y="137956"/>
                </a:cubicBezTo>
                <a:close/>
                <a:moveTo>
                  <a:pt x="510174" y="136183"/>
                </a:moveTo>
                <a:lnTo>
                  <a:pt x="510174" y="3547"/>
                </a:lnTo>
                <a:lnTo>
                  <a:pt x="526532" y="3547"/>
                </a:lnTo>
                <a:lnTo>
                  <a:pt x="526532" y="51734"/>
                </a:lnTo>
                <a:cubicBezTo>
                  <a:pt x="529488" y="47858"/>
                  <a:pt x="533725" y="44195"/>
                  <a:pt x="539244" y="40746"/>
                </a:cubicBezTo>
                <a:cubicBezTo>
                  <a:pt x="544762" y="37297"/>
                  <a:pt x="551791" y="35573"/>
                  <a:pt x="560331" y="35573"/>
                </a:cubicBezTo>
                <a:cubicBezTo>
                  <a:pt x="571105" y="35573"/>
                  <a:pt x="578840" y="38764"/>
                  <a:pt x="583537" y="45147"/>
                </a:cubicBezTo>
                <a:cubicBezTo>
                  <a:pt x="588235" y="51527"/>
                  <a:pt x="590583" y="60556"/>
                  <a:pt x="590583" y="72233"/>
                </a:cubicBezTo>
                <a:lnTo>
                  <a:pt x="590583" y="136183"/>
                </a:lnTo>
                <a:lnTo>
                  <a:pt x="574127" y="136183"/>
                </a:lnTo>
                <a:lnTo>
                  <a:pt x="574127" y="74247"/>
                </a:lnTo>
                <a:cubicBezTo>
                  <a:pt x="574127" y="69468"/>
                  <a:pt x="573651" y="65202"/>
                  <a:pt x="572698" y="61449"/>
                </a:cubicBezTo>
                <a:cubicBezTo>
                  <a:pt x="571746" y="57694"/>
                  <a:pt x="569988" y="54742"/>
                  <a:pt x="567426" y="52593"/>
                </a:cubicBezTo>
                <a:cubicBezTo>
                  <a:pt x="564864" y="50443"/>
                  <a:pt x="561185" y="49369"/>
                  <a:pt x="556390" y="49369"/>
                </a:cubicBezTo>
                <a:cubicBezTo>
                  <a:pt x="549229" y="49369"/>
                  <a:pt x="543218" y="51058"/>
                  <a:pt x="538357" y="54437"/>
                </a:cubicBezTo>
                <a:cubicBezTo>
                  <a:pt x="533495" y="57814"/>
                  <a:pt x="529587" y="61517"/>
                  <a:pt x="526631" y="65545"/>
                </a:cubicBezTo>
                <a:lnTo>
                  <a:pt x="526631" y="136183"/>
                </a:lnTo>
                <a:lnTo>
                  <a:pt x="510174" y="136183"/>
                </a:lnTo>
                <a:close/>
                <a:moveTo>
                  <a:pt x="617336" y="136183"/>
                </a:moveTo>
                <a:lnTo>
                  <a:pt x="617336" y="37248"/>
                </a:lnTo>
                <a:lnTo>
                  <a:pt x="633792" y="37248"/>
                </a:lnTo>
                <a:lnTo>
                  <a:pt x="633792" y="136183"/>
                </a:lnTo>
                <a:lnTo>
                  <a:pt x="617336" y="136183"/>
                </a:lnTo>
                <a:moveTo>
                  <a:pt x="625515" y="19117"/>
                </a:moveTo>
                <a:cubicBezTo>
                  <a:pt x="622427" y="19117"/>
                  <a:pt x="619947" y="18214"/>
                  <a:pt x="618075" y="16407"/>
                </a:cubicBezTo>
                <a:cubicBezTo>
                  <a:pt x="616202" y="14600"/>
                  <a:pt x="615266" y="12318"/>
                  <a:pt x="615266" y="9558"/>
                </a:cubicBezTo>
                <a:cubicBezTo>
                  <a:pt x="615266" y="6799"/>
                  <a:pt x="616202" y="4516"/>
                  <a:pt x="618075" y="2710"/>
                </a:cubicBezTo>
                <a:cubicBezTo>
                  <a:pt x="619947" y="903"/>
                  <a:pt x="622427" y="0"/>
                  <a:pt x="625515" y="0"/>
                </a:cubicBezTo>
                <a:cubicBezTo>
                  <a:pt x="628602" y="0"/>
                  <a:pt x="631098" y="903"/>
                  <a:pt x="633004" y="2710"/>
                </a:cubicBezTo>
                <a:cubicBezTo>
                  <a:pt x="634909" y="4516"/>
                  <a:pt x="635861" y="6799"/>
                  <a:pt x="635861" y="9558"/>
                </a:cubicBezTo>
                <a:cubicBezTo>
                  <a:pt x="635861" y="12318"/>
                  <a:pt x="634909" y="14600"/>
                  <a:pt x="633004" y="16407"/>
                </a:cubicBezTo>
                <a:cubicBezTo>
                  <a:pt x="631098" y="18214"/>
                  <a:pt x="628602" y="19117"/>
                  <a:pt x="625515" y="19117"/>
                </a:cubicBezTo>
                <a:close/>
                <a:moveTo>
                  <a:pt x="695178" y="136183"/>
                </a:moveTo>
                <a:cubicBezTo>
                  <a:pt x="687360" y="136183"/>
                  <a:pt x="681382" y="134951"/>
                  <a:pt x="677243" y="132487"/>
                </a:cubicBezTo>
                <a:cubicBezTo>
                  <a:pt x="673105" y="130024"/>
                  <a:pt x="670280" y="126476"/>
                  <a:pt x="668769" y="121845"/>
                </a:cubicBezTo>
                <a:cubicBezTo>
                  <a:pt x="667258" y="117214"/>
                  <a:pt x="666502" y="111646"/>
                  <a:pt x="666502" y="105142"/>
                </a:cubicBezTo>
                <a:lnTo>
                  <a:pt x="666502" y="3547"/>
                </a:lnTo>
                <a:lnTo>
                  <a:pt x="682860" y="3547"/>
                </a:lnTo>
                <a:lnTo>
                  <a:pt x="682860" y="104354"/>
                </a:lnTo>
                <a:cubicBezTo>
                  <a:pt x="682860" y="110332"/>
                  <a:pt x="683632" y="114898"/>
                  <a:pt x="685176" y="118051"/>
                </a:cubicBezTo>
                <a:cubicBezTo>
                  <a:pt x="686720" y="121204"/>
                  <a:pt x="690415" y="122781"/>
                  <a:pt x="696262" y="122781"/>
                </a:cubicBezTo>
                <a:lnTo>
                  <a:pt x="700696" y="122781"/>
                </a:lnTo>
                <a:lnTo>
                  <a:pt x="700696" y="136183"/>
                </a:lnTo>
                <a:lnTo>
                  <a:pt x="695178" y="136183"/>
                </a:lnTo>
                <a:close/>
                <a:moveTo>
                  <a:pt x="750853" y="137956"/>
                </a:moveTo>
                <a:cubicBezTo>
                  <a:pt x="743035" y="137956"/>
                  <a:pt x="736269" y="136029"/>
                  <a:pt x="730554" y="132173"/>
                </a:cubicBezTo>
                <a:cubicBezTo>
                  <a:pt x="724838" y="128318"/>
                  <a:pt x="720420" y="122551"/>
                  <a:pt x="717300" y="114873"/>
                </a:cubicBezTo>
                <a:cubicBezTo>
                  <a:pt x="714180" y="107195"/>
                  <a:pt x="712619" y="97708"/>
                  <a:pt x="712619" y="86411"/>
                </a:cubicBezTo>
                <a:cubicBezTo>
                  <a:pt x="712619" y="75181"/>
                  <a:pt x="714278" y="65813"/>
                  <a:pt x="717596" y="58305"/>
                </a:cubicBezTo>
                <a:cubicBezTo>
                  <a:pt x="720913" y="50795"/>
                  <a:pt x="725594" y="45129"/>
                  <a:pt x="731638" y="41307"/>
                </a:cubicBezTo>
                <a:cubicBezTo>
                  <a:pt x="737681" y="37484"/>
                  <a:pt x="744809" y="35573"/>
                  <a:pt x="753021" y="35573"/>
                </a:cubicBezTo>
                <a:cubicBezTo>
                  <a:pt x="759853" y="35573"/>
                  <a:pt x="765798" y="37068"/>
                  <a:pt x="770857" y="40057"/>
                </a:cubicBezTo>
                <a:cubicBezTo>
                  <a:pt x="775915" y="43046"/>
                  <a:pt x="779988" y="47102"/>
                  <a:pt x="783076" y="52226"/>
                </a:cubicBezTo>
                <a:lnTo>
                  <a:pt x="783076" y="3547"/>
                </a:lnTo>
                <a:lnTo>
                  <a:pt x="799532" y="3547"/>
                </a:lnTo>
                <a:lnTo>
                  <a:pt x="799532" y="136183"/>
                </a:lnTo>
                <a:lnTo>
                  <a:pt x="783962" y="136183"/>
                </a:lnTo>
                <a:lnTo>
                  <a:pt x="783076" y="122190"/>
                </a:lnTo>
                <a:cubicBezTo>
                  <a:pt x="779660" y="126854"/>
                  <a:pt x="775258" y="130648"/>
                  <a:pt x="769871" y="133571"/>
                </a:cubicBezTo>
                <a:cubicBezTo>
                  <a:pt x="764484" y="136495"/>
                  <a:pt x="758145" y="137956"/>
                  <a:pt x="750853" y="137956"/>
                </a:cubicBezTo>
                <a:moveTo>
                  <a:pt x="754203" y="124456"/>
                </a:moveTo>
                <a:cubicBezTo>
                  <a:pt x="761233" y="124456"/>
                  <a:pt x="767079" y="122730"/>
                  <a:pt x="771743" y="119277"/>
                </a:cubicBezTo>
                <a:cubicBezTo>
                  <a:pt x="776408" y="115824"/>
                  <a:pt x="780185" y="111671"/>
                  <a:pt x="783076" y="106818"/>
                </a:cubicBezTo>
                <a:lnTo>
                  <a:pt x="783076" y="68359"/>
                </a:lnTo>
                <a:cubicBezTo>
                  <a:pt x="780382" y="62753"/>
                  <a:pt x="776851" y="58120"/>
                  <a:pt x="772483" y="54462"/>
                </a:cubicBezTo>
                <a:cubicBezTo>
                  <a:pt x="768114" y="50804"/>
                  <a:pt x="762612" y="48974"/>
                  <a:pt x="755977" y="48974"/>
                </a:cubicBezTo>
                <a:cubicBezTo>
                  <a:pt x="747240" y="48974"/>
                  <a:pt x="740654" y="52222"/>
                  <a:pt x="736220" y="58718"/>
                </a:cubicBezTo>
                <a:cubicBezTo>
                  <a:pt x="731785" y="65213"/>
                  <a:pt x="729568" y="74443"/>
                  <a:pt x="729568" y="86407"/>
                </a:cubicBezTo>
                <a:cubicBezTo>
                  <a:pt x="729568" y="98782"/>
                  <a:pt x="731654" y="108218"/>
                  <a:pt x="735826" y="114713"/>
                </a:cubicBezTo>
                <a:cubicBezTo>
                  <a:pt x="739997" y="121209"/>
                  <a:pt x="746123" y="124456"/>
                  <a:pt x="754203" y="124456"/>
                </a:cubicBezTo>
                <a:close/>
                <a:moveTo>
                  <a:pt x="831255" y="136183"/>
                </a:moveTo>
                <a:lnTo>
                  <a:pt x="831255" y="37248"/>
                </a:lnTo>
                <a:lnTo>
                  <a:pt x="846726" y="37248"/>
                </a:lnTo>
                <a:lnTo>
                  <a:pt x="847317" y="53113"/>
                </a:lnTo>
                <a:cubicBezTo>
                  <a:pt x="850010" y="48120"/>
                  <a:pt x="853755" y="43949"/>
                  <a:pt x="858550" y="40599"/>
                </a:cubicBezTo>
                <a:cubicBezTo>
                  <a:pt x="863346" y="37248"/>
                  <a:pt x="869587" y="35573"/>
                  <a:pt x="877273" y="35573"/>
                </a:cubicBezTo>
                <a:lnTo>
                  <a:pt x="879244" y="35573"/>
                </a:lnTo>
                <a:lnTo>
                  <a:pt x="879244" y="50650"/>
                </a:lnTo>
                <a:lnTo>
                  <a:pt x="876977" y="50650"/>
                </a:lnTo>
                <a:cubicBezTo>
                  <a:pt x="872182" y="50650"/>
                  <a:pt x="867977" y="51300"/>
                  <a:pt x="864364" y="52602"/>
                </a:cubicBezTo>
                <a:cubicBezTo>
                  <a:pt x="860751" y="53902"/>
                  <a:pt x="857598" y="55698"/>
                  <a:pt x="854904" y="57991"/>
                </a:cubicBezTo>
                <a:cubicBezTo>
                  <a:pt x="852211" y="60284"/>
                  <a:pt x="849813" y="62936"/>
                  <a:pt x="847711" y="65948"/>
                </a:cubicBezTo>
                <a:lnTo>
                  <a:pt x="847711" y="136183"/>
                </a:lnTo>
                <a:lnTo>
                  <a:pt x="831255" y="136183"/>
                </a:lnTo>
                <a:close/>
                <a:moveTo>
                  <a:pt x="940586" y="137956"/>
                </a:moveTo>
                <a:cubicBezTo>
                  <a:pt x="930141" y="137956"/>
                  <a:pt x="921585" y="135707"/>
                  <a:pt x="914917" y="131209"/>
                </a:cubicBezTo>
                <a:cubicBezTo>
                  <a:pt x="908249" y="126709"/>
                  <a:pt x="903305" y="120588"/>
                  <a:pt x="900086" y="112844"/>
                </a:cubicBezTo>
                <a:cubicBezTo>
                  <a:pt x="896867" y="105098"/>
                  <a:pt x="895258" y="96389"/>
                  <a:pt x="895258" y="86715"/>
                </a:cubicBezTo>
                <a:cubicBezTo>
                  <a:pt x="895258" y="76636"/>
                  <a:pt x="896818" y="67757"/>
                  <a:pt x="899939" y="60079"/>
                </a:cubicBezTo>
                <a:cubicBezTo>
                  <a:pt x="903059" y="52401"/>
                  <a:pt x="907822" y="46397"/>
                  <a:pt x="914227" y="42067"/>
                </a:cubicBezTo>
                <a:cubicBezTo>
                  <a:pt x="920632" y="37738"/>
                  <a:pt x="928762" y="35573"/>
                  <a:pt x="938616" y="35573"/>
                </a:cubicBezTo>
                <a:cubicBezTo>
                  <a:pt x="951689" y="35573"/>
                  <a:pt x="961937" y="39627"/>
                  <a:pt x="969360" y="47733"/>
                </a:cubicBezTo>
                <a:cubicBezTo>
                  <a:pt x="976783" y="55838"/>
                  <a:pt x="980495" y="67491"/>
                  <a:pt x="980495" y="82691"/>
                </a:cubicBezTo>
                <a:cubicBezTo>
                  <a:pt x="980495" y="83705"/>
                  <a:pt x="980462" y="84905"/>
                  <a:pt x="980397" y="86290"/>
                </a:cubicBezTo>
                <a:cubicBezTo>
                  <a:pt x="980331" y="87674"/>
                  <a:pt x="980232" y="88670"/>
                  <a:pt x="980101" y="89277"/>
                </a:cubicBezTo>
                <a:lnTo>
                  <a:pt x="911714" y="89277"/>
                </a:lnTo>
                <a:cubicBezTo>
                  <a:pt x="911780" y="95785"/>
                  <a:pt x="912782" y="101762"/>
                  <a:pt x="914720" y="107209"/>
                </a:cubicBezTo>
                <a:cubicBezTo>
                  <a:pt x="916658" y="112655"/>
                  <a:pt x="919729" y="117023"/>
                  <a:pt x="923933" y="120311"/>
                </a:cubicBezTo>
                <a:cubicBezTo>
                  <a:pt x="928137" y="123600"/>
                  <a:pt x="933689" y="125245"/>
                  <a:pt x="940586" y="125245"/>
                </a:cubicBezTo>
                <a:cubicBezTo>
                  <a:pt x="947944" y="125245"/>
                  <a:pt x="953692" y="123432"/>
                  <a:pt x="957831" y="119806"/>
                </a:cubicBezTo>
                <a:cubicBezTo>
                  <a:pt x="961970" y="116181"/>
                  <a:pt x="964137" y="110950"/>
                  <a:pt x="964335" y="104114"/>
                </a:cubicBezTo>
                <a:lnTo>
                  <a:pt x="980594" y="104114"/>
                </a:lnTo>
                <a:cubicBezTo>
                  <a:pt x="980397" y="111092"/>
                  <a:pt x="978656" y="117105"/>
                  <a:pt x="975371" y="122153"/>
                </a:cubicBezTo>
                <a:cubicBezTo>
                  <a:pt x="972086" y="127201"/>
                  <a:pt x="967488" y="131097"/>
                  <a:pt x="961575" y="133842"/>
                </a:cubicBezTo>
                <a:cubicBezTo>
                  <a:pt x="955663" y="136585"/>
                  <a:pt x="948667" y="137956"/>
                  <a:pt x="940586" y="137956"/>
                </a:cubicBezTo>
                <a:moveTo>
                  <a:pt x="911813" y="77256"/>
                </a:moveTo>
                <a:lnTo>
                  <a:pt x="964236" y="77256"/>
                </a:lnTo>
                <a:cubicBezTo>
                  <a:pt x="964039" y="67843"/>
                  <a:pt x="961707" y="60645"/>
                  <a:pt x="957240" y="55663"/>
                </a:cubicBezTo>
                <a:cubicBezTo>
                  <a:pt x="952772" y="50678"/>
                  <a:pt x="946564" y="48186"/>
                  <a:pt x="938616" y="48186"/>
                </a:cubicBezTo>
                <a:cubicBezTo>
                  <a:pt x="930601" y="48186"/>
                  <a:pt x="924311" y="50661"/>
                  <a:pt x="919745" y="55611"/>
                </a:cubicBezTo>
                <a:cubicBezTo>
                  <a:pt x="915179" y="60558"/>
                  <a:pt x="912535" y="67773"/>
                  <a:pt x="911813" y="77256"/>
                </a:cubicBezTo>
                <a:close/>
                <a:moveTo>
                  <a:pt x="1007637" y="136183"/>
                </a:moveTo>
                <a:lnTo>
                  <a:pt x="1007637" y="37248"/>
                </a:lnTo>
                <a:lnTo>
                  <a:pt x="1023404" y="37248"/>
                </a:lnTo>
                <a:lnTo>
                  <a:pt x="1023995" y="51734"/>
                </a:lnTo>
                <a:cubicBezTo>
                  <a:pt x="1026951" y="47858"/>
                  <a:pt x="1031188" y="44195"/>
                  <a:pt x="1036706" y="40746"/>
                </a:cubicBezTo>
                <a:cubicBezTo>
                  <a:pt x="1042225" y="37297"/>
                  <a:pt x="1049287" y="35573"/>
                  <a:pt x="1057893" y="35573"/>
                </a:cubicBezTo>
                <a:cubicBezTo>
                  <a:pt x="1068404" y="35573"/>
                  <a:pt x="1076057" y="38781"/>
                  <a:pt x="1080852" y="45196"/>
                </a:cubicBezTo>
                <a:cubicBezTo>
                  <a:pt x="1085648" y="51611"/>
                  <a:pt x="1088046" y="60624"/>
                  <a:pt x="1088046" y="72233"/>
                </a:cubicBezTo>
                <a:lnTo>
                  <a:pt x="1088046" y="136183"/>
                </a:lnTo>
                <a:lnTo>
                  <a:pt x="1071590" y="136183"/>
                </a:lnTo>
                <a:lnTo>
                  <a:pt x="1071590" y="74349"/>
                </a:lnTo>
                <a:cubicBezTo>
                  <a:pt x="1071590" y="69502"/>
                  <a:pt x="1071097" y="65202"/>
                  <a:pt x="1070112" y="61449"/>
                </a:cubicBezTo>
                <a:cubicBezTo>
                  <a:pt x="1069126" y="57694"/>
                  <a:pt x="1067369" y="54742"/>
                  <a:pt x="1064840" y="52593"/>
                </a:cubicBezTo>
                <a:cubicBezTo>
                  <a:pt x="1062310" y="50443"/>
                  <a:pt x="1058648" y="49369"/>
                  <a:pt x="1053852" y="49369"/>
                </a:cubicBezTo>
                <a:cubicBezTo>
                  <a:pt x="1046692" y="49369"/>
                  <a:pt x="1040681" y="51058"/>
                  <a:pt x="1035820" y="54437"/>
                </a:cubicBezTo>
                <a:cubicBezTo>
                  <a:pt x="1030958" y="57814"/>
                  <a:pt x="1027050" y="61517"/>
                  <a:pt x="1024093" y="65545"/>
                </a:cubicBezTo>
                <a:lnTo>
                  <a:pt x="1024093" y="136183"/>
                </a:lnTo>
                <a:lnTo>
                  <a:pt x="1007637" y="136183"/>
                </a:lnTo>
                <a:close/>
                <a:moveTo>
                  <a:pt x="1225702" y="136183"/>
                </a:moveTo>
                <a:cubicBezTo>
                  <a:pt x="1222023" y="136183"/>
                  <a:pt x="1218968" y="134984"/>
                  <a:pt x="1216538" y="132586"/>
                </a:cubicBezTo>
                <a:cubicBezTo>
                  <a:pt x="1214107" y="130188"/>
                  <a:pt x="1212892" y="127248"/>
                  <a:pt x="1212892" y="123767"/>
                </a:cubicBezTo>
                <a:cubicBezTo>
                  <a:pt x="1212892" y="120153"/>
                  <a:pt x="1214107" y="117181"/>
                  <a:pt x="1216538" y="114849"/>
                </a:cubicBezTo>
                <a:cubicBezTo>
                  <a:pt x="1218968" y="112517"/>
                  <a:pt x="1222023" y="111350"/>
                  <a:pt x="1225702" y="111350"/>
                </a:cubicBezTo>
                <a:cubicBezTo>
                  <a:pt x="1229315" y="111350"/>
                  <a:pt x="1232304" y="112517"/>
                  <a:pt x="1234669" y="114849"/>
                </a:cubicBezTo>
                <a:cubicBezTo>
                  <a:pt x="1237034" y="117181"/>
                  <a:pt x="1238216" y="120153"/>
                  <a:pt x="1238216" y="123767"/>
                </a:cubicBezTo>
                <a:cubicBezTo>
                  <a:pt x="1238216" y="127248"/>
                  <a:pt x="1237034" y="130188"/>
                  <a:pt x="1234669" y="132586"/>
                </a:cubicBezTo>
                <a:cubicBezTo>
                  <a:pt x="1232304" y="134984"/>
                  <a:pt x="1229315" y="136183"/>
                  <a:pt x="1225702" y="136183"/>
                </a:cubicBezTo>
                <a:moveTo>
                  <a:pt x="1171899" y="136183"/>
                </a:moveTo>
                <a:cubicBezTo>
                  <a:pt x="1168220" y="136183"/>
                  <a:pt x="1165165" y="134984"/>
                  <a:pt x="1162735" y="132586"/>
                </a:cubicBezTo>
                <a:cubicBezTo>
                  <a:pt x="1160304" y="130188"/>
                  <a:pt x="1159089" y="127248"/>
                  <a:pt x="1159089" y="123767"/>
                </a:cubicBezTo>
                <a:cubicBezTo>
                  <a:pt x="1159089" y="120153"/>
                  <a:pt x="1160304" y="117181"/>
                  <a:pt x="1162735" y="114849"/>
                </a:cubicBezTo>
                <a:cubicBezTo>
                  <a:pt x="1165165" y="112517"/>
                  <a:pt x="1168220" y="111350"/>
                  <a:pt x="1171899" y="111350"/>
                </a:cubicBezTo>
                <a:cubicBezTo>
                  <a:pt x="1175512" y="111350"/>
                  <a:pt x="1178501" y="112517"/>
                  <a:pt x="1180866" y="114849"/>
                </a:cubicBezTo>
                <a:cubicBezTo>
                  <a:pt x="1183231" y="117181"/>
                  <a:pt x="1184413" y="120153"/>
                  <a:pt x="1184413" y="123767"/>
                </a:cubicBezTo>
                <a:cubicBezTo>
                  <a:pt x="1184413" y="127248"/>
                  <a:pt x="1183231" y="130188"/>
                  <a:pt x="1180866" y="132586"/>
                </a:cubicBezTo>
                <a:cubicBezTo>
                  <a:pt x="1178501" y="134984"/>
                  <a:pt x="1175512" y="136183"/>
                  <a:pt x="1171899" y="136183"/>
                </a:cubicBezTo>
                <a:moveTo>
                  <a:pt x="1279308" y="136183"/>
                </a:moveTo>
                <a:cubicBezTo>
                  <a:pt x="1275629" y="136183"/>
                  <a:pt x="1272574" y="134984"/>
                  <a:pt x="1270143" y="132586"/>
                </a:cubicBezTo>
                <a:cubicBezTo>
                  <a:pt x="1267713" y="130188"/>
                  <a:pt x="1266497" y="127248"/>
                  <a:pt x="1266497" y="123767"/>
                </a:cubicBezTo>
                <a:cubicBezTo>
                  <a:pt x="1266497" y="120153"/>
                  <a:pt x="1267713" y="117181"/>
                  <a:pt x="1270143" y="114849"/>
                </a:cubicBezTo>
                <a:cubicBezTo>
                  <a:pt x="1272574" y="112517"/>
                  <a:pt x="1275629" y="111350"/>
                  <a:pt x="1279308" y="111350"/>
                </a:cubicBezTo>
                <a:cubicBezTo>
                  <a:pt x="1282921" y="111350"/>
                  <a:pt x="1285910" y="112517"/>
                  <a:pt x="1288275" y="114849"/>
                </a:cubicBezTo>
                <a:cubicBezTo>
                  <a:pt x="1290640" y="117181"/>
                  <a:pt x="1291822" y="120153"/>
                  <a:pt x="1291822" y="123767"/>
                </a:cubicBezTo>
                <a:cubicBezTo>
                  <a:pt x="1291822" y="127248"/>
                  <a:pt x="1290640" y="130188"/>
                  <a:pt x="1288275" y="132586"/>
                </a:cubicBezTo>
                <a:cubicBezTo>
                  <a:pt x="1285910" y="134984"/>
                  <a:pt x="1282921" y="136183"/>
                  <a:pt x="1279308" y="13618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" name="Text Planning">
            <a:extLst xmlns:a="http://schemas.openxmlformats.org/drawingml/2006/main">
              <a:ext uri="{FF2B5EF4-FFF2-40B4-BE49-F238E27FC236}">
                <a16:creationId xmlns:a16="http://schemas.microsoft.com/office/drawing/2014/main" id="{00F0FB19-BDDF-44BD-81D5-96ACED41B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9815" y="7971219"/>
            <a:ext cx="852576" cy="200415"/>
          </a:xfrm>
          <a:custGeom xmlns:a="http://schemas.openxmlformats.org/drawingml/2006/main">
            <a:pathLst>
              <a:path w="852576" h="200415">
                <a:moveTo>
                  <a:pt x="588913" y="22055"/>
                </a:moveTo>
                <a:lnTo>
                  <a:pt x="589334" y="22017"/>
                </a:lnTo>
                <a:lnTo>
                  <a:pt x="589748" y="21968"/>
                </a:lnTo>
                <a:lnTo>
                  <a:pt x="590155" y="21908"/>
                </a:lnTo>
                <a:lnTo>
                  <a:pt x="590555" y="21837"/>
                </a:lnTo>
                <a:lnTo>
                  <a:pt x="590948" y="21756"/>
                </a:lnTo>
                <a:lnTo>
                  <a:pt x="591334" y="21663"/>
                </a:lnTo>
                <a:lnTo>
                  <a:pt x="591712" y="21560"/>
                </a:lnTo>
                <a:lnTo>
                  <a:pt x="592084" y="21446"/>
                </a:lnTo>
                <a:lnTo>
                  <a:pt x="592448" y="21320"/>
                </a:lnTo>
                <a:lnTo>
                  <a:pt x="592805" y="21185"/>
                </a:lnTo>
                <a:lnTo>
                  <a:pt x="593156" y="21038"/>
                </a:lnTo>
                <a:lnTo>
                  <a:pt x="593499" y="20880"/>
                </a:lnTo>
                <a:lnTo>
                  <a:pt x="593834" y="20711"/>
                </a:lnTo>
                <a:lnTo>
                  <a:pt x="594163" y="20532"/>
                </a:lnTo>
                <a:lnTo>
                  <a:pt x="594485" y="20341"/>
                </a:lnTo>
                <a:lnTo>
                  <a:pt x="594799" y="20140"/>
                </a:lnTo>
                <a:lnTo>
                  <a:pt x="595107" y="19928"/>
                </a:lnTo>
                <a:lnTo>
                  <a:pt x="595407" y="19705"/>
                </a:lnTo>
                <a:lnTo>
                  <a:pt x="595700" y="19471"/>
                </a:lnTo>
                <a:lnTo>
                  <a:pt x="595986" y="19226"/>
                </a:lnTo>
                <a:lnTo>
                  <a:pt x="596265" y="18971"/>
                </a:lnTo>
                <a:lnTo>
                  <a:pt x="596535" y="18707"/>
                </a:lnTo>
                <a:lnTo>
                  <a:pt x="596793" y="18437"/>
                </a:lnTo>
                <a:lnTo>
                  <a:pt x="597039" y="18161"/>
                </a:lnTo>
                <a:lnTo>
                  <a:pt x="597275" y="17880"/>
                </a:lnTo>
                <a:lnTo>
                  <a:pt x="597498" y="17593"/>
                </a:lnTo>
                <a:lnTo>
                  <a:pt x="597711" y="17301"/>
                </a:lnTo>
                <a:lnTo>
                  <a:pt x="597911" y="17002"/>
                </a:lnTo>
                <a:lnTo>
                  <a:pt x="598101" y="16698"/>
                </a:lnTo>
                <a:lnTo>
                  <a:pt x="598279" y="16388"/>
                </a:lnTo>
                <a:lnTo>
                  <a:pt x="598445" y="16073"/>
                </a:lnTo>
                <a:lnTo>
                  <a:pt x="598600" y="15751"/>
                </a:lnTo>
                <a:lnTo>
                  <a:pt x="598743" y="15424"/>
                </a:lnTo>
                <a:lnTo>
                  <a:pt x="598875" y="15091"/>
                </a:lnTo>
                <a:lnTo>
                  <a:pt x="598996" y="14753"/>
                </a:lnTo>
                <a:lnTo>
                  <a:pt x="599105" y="14409"/>
                </a:lnTo>
                <a:lnTo>
                  <a:pt x="599202" y="14059"/>
                </a:lnTo>
                <a:lnTo>
                  <a:pt x="599288" y="13703"/>
                </a:lnTo>
                <a:lnTo>
                  <a:pt x="599363" y="13341"/>
                </a:lnTo>
                <a:lnTo>
                  <a:pt x="599426" y="12974"/>
                </a:lnTo>
                <a:lnTo>
                  <a:pt x="599477" y="12601"/>
                </a:lnTo>
                <a:lnTo>
                  <a:pt x="599518" y="12222"/>
                </a:lnTo>
                <a:lnTo>
                  <a:pt x="599546" y="11838"/>
                </a:lnTo>
                <a:lnTo>
                  <a:pt x="599563" y="11448"/>
                </a:lnTo>
                <a:lnTo>
                  <a:pt x="599569" y="11052"/>
                </a:lnTo>
                <a:lnTo>
                  <a:pt x="599563" y="10656"/>
                </a:lnTo>
                <a:lnTo>
                  <a:pt x="599546" y="10266"/>
                </a:lnTo>
                <a:lnTo>
                  <a:pt x="599518" y="9881"/>
                </a:lnTo>
                <a:lnTo>
                  <a:pt x="599477" y="9503"/>
                </a:lnTo>
                <a:lnTo>
                  <a:pt x="599426" y="9130"/>
                </a:lnTo>
                <a:lnTo>
                  <a:pt x="599363" y="8762"/>
                </a:lnTo>
                <a:lnTo>
                  <a:pt x="599288" y="8401"/>
                </a:lnTo>
                <a:lnTo>
                  <a:pt x="599202" y="8045"/>
                </a:lnTo>
                <a:lnTo>
                  <a:pt x="599105" y="7695"/>
                </a:lnTo>
                <a:lnTo>
                  <a:pt x="598996" y="7351"/>
                </a:lnTo>
                <a:lnTo>
                  <a:pt x="598875" y="7012"/>
                </a:lnTo>
                <a:lnTo>
                  <a:pt x="598743" y="6680"/>
                </a:lnTo>
                <a:lnTo>
                  <a:pt x="598600" y="6352"/>
                </a:lnTo>
                <a:lnTo>
                  <a:pt x="598445" y="6031"/>
                </a:lnTo>
                <a:lnTo>
                  <a:pt x="598279" y="5716"/>
                </a:lnTo>
                <a:lnTo>
                  <a:pt x="598101" y="5406"/>
                </a:lnTo>
                <a:lnTo>
                  <a:pt x="597911" y="5102"/>
                </a:lnTo>
                <a:lnTo>
                  <a:pt x="597711" y="4803"/>
                </a:lnTo>
                <a:lnTo>
                  <a:pt x="597498" y="4511"/>
                </a:lnTo>
                <a:lnTo>
                  <a:pt x="597275" y="4224"/>
                </a:lnTo>
                <a:lnTo>
                  <a:pt x="597039" y="3942"/>
                </a:lnTo>
                <a:lnTo>
                  <a:pt x="596793" y="3667"/>
                </a:lnTo>
                <a:lnTo>
                  <a:pt x="596535" y="3397"/>
                </a:lnTo>
                <a:lnTo>
                  <a:pt x="596265" y="3133"/>
                </a:lnTo>
                <a:lnTo>
                  <a:pt x="595986" y="2878"/>
                </a:lnTo>
                <a:lnTo>
                  <a:pt x="595700" y="2633"/>
                </a:lnTo>
                <a:lnTo>
                  <a:pt x="595407" y="2399"/>
                </a:lnTo>
                <a:lnTo>
                  <a:pt x="595107" y="2176"/>
                </a:lnTo>
                <a:lnTo>
                  <a:pt x="594799" y="1964"/>
                </a:lnTo>
                <a:lnTo>
                  <a:pt x="594485" y="1762"/>
                </a:lnTo>
                <a:lnTo>
                  <a:pt x="594163" y="1572"/>
                </a:lnTo>
                <a:lnTo>
                  <a:pt x="593834" y="1393"/>
                </a:lnTo>
                <a:lnTo>
                  <a:pt x="593499" y="1224"/>
                </a:lnTo>
                <a:lnTo>
                  <a:pt x="593156" y="1066"/>
                </a:lnTo>
                <a:lnTo>
                  <a:pt x="592805" y="919"/>
                </a:lnTo>
                <a:lnTo>
                  <a:pt x="592448" y="783"/>
                </a:lnTo>
                <a:lnTo>
                  <a:pt x="592084" y="658"/>
                </a:lnTo>
                <a:lnTo>
                  <a:pt x="591712" y="544"/>
                </a:lnTo>
                <a:lnTo>
                  <a:pt x="591334" y="441"/>
                </a:lnTo>
                <a:lnTo>
                  <a:pt x="590948" y="348"/>
                </a:lnTo>
                <a:lnTo>
                  <a:pt x="590555" y="267"/>
                </a:lnTo>
                <a:lnTo>
                  <a:pt x="590155" y="196"/>
                </a:lnTo>
                <a:lnTo>
                  <a:pt x="589748" y="136"/>
                </a:lnTo>
                <a:lnTo>
                  <a:pt x="589334" y="87"/>
                </a:lnTo>
                <a:lnTo>
                  <a:pt x="588913" y="49"/>
                </a:lnTo>
                <a:lnTo>
                  <a:pt x="588484" y="22"/>
                </a:lnTo>
                <a:lnTo>
                  <a:pt x="588049" y="5"/>
                </a:lnTo>
                <a:lnTo>
                  <a:pt x="587606" y="0"/>
                </a:lnTo>
                <a:lnTo>
                  <a:pt x="587163" y="5"/>
                </a:lnTo>
                <a:lnTo>
                  <a:pt x="586728" y="22"/>
                </a:lnTo>
                <a:lnTo>
                  <a:pt x="586300" y="49"/>
                </a:lnTo>
                <a:lnTo>
                  <a:pt x="585879" y="87"/>
                </a:lnTo>
                <a:lnTo>
                  <a:pt x="585466" y="136"/>
                </a:lnTo>
                <a:lnTo>
                  <a:pt x="585060" y="196"/>
                </a:lnTo>
                <a:lnTo>
                  <a:pt x="584661" y="267"/>
                </a:lnTo>
                <a:lnTo>
                  <a:pt x="584270" y="348"/>
                </a:lnTo>
                <a:lnTo>
                  <a:pt x="583886" y="441"/>
                </a:lnTo>
                <a:lnTo>
                  <a:pt x="583509" y="544"/>
                </a:lnTo>
                <a:lnTo>
                  <a:pt x="583140" y="658"/>
                </a:lnTo>
                <a:lnTo>
                  <a:pt x="582778" y="783"/>
                </a:lnTo>
                <a:lnTo>
                  <a:pt x="582423" y="919"/>
                </a:lnTo>
                <a:lnTo>
                  <a:pt x="582076" y="1066"/>
                </a:lnTo>
                <a:lnTo>
                  <a:pt x="581735" y="1224"/>
                </a:lnTo>
                <a:lnTo>
                  <a:pt x="581403" y="1393"/>
                </a:lnTo>
                <a:lnTo>
                  <a:pt x="581077" y="1572"/>
                </a:lnTo>
                <a:lnTo>
                  <a:pt x="580759" y="1762"/>
                </a:lnTo>
                <a:lnTo>
                  <a:pt x="580448" y="1964"/>
                </a:lnTo>
                <a:lnTo>
                  <a:pt x="580145" y="2176"/>
                </a:lnTo>
                <a:lnTo>
                  <a:pt x="579848" y="2399"/>
                </a:lnTo>
                <a:lnTo>
                  <a:pt x="579559" y="2633"/>
                </a:lnTo>
                <a:lnTo>
                  <a:pt x="579278" y="2878"/>
                </a:lnTo>
                <a:lnTo>
                  <a:pt x="579004" y="3133"/>
                </a:lnTo>
                <a:lnTo>
                  <a:pt x="578739" y="3397"/>
                </a:lnTo>
                <a:lnTo>
                  <a:pt x="578485" y="3667"/>
                </a:lnTo>
                <a:lnTo>
                  <a:pt x="578243" y="3942"/>
                </a:lnTo>
                <a:lnTo>
                  <a:pt x="578011" y="4224"/>
                </a:lnTo>
                <a:lnTo>
                  <a:pt x="577792" y="4511"/>
                </a:lnTo>
                <a:lnTo>
                  <a:pt x="577583" y="4803"/>
                </a:lnTo>
                <a:lnTo>
                  <a:pt x="577386" y="5102"/>
                </a:lnTo>
                <a:lnTo>
                  <a:pt x="577200" y="5406"/>
                </a:lnTo>
                <a:lnTo>
                  <a:pt x="577025" y="5716"/>
                </a:lnTo>
                <a:lnTo>
                  <a:pt x="576861" y="6031"/>
                </a:lnTo>
                <a:lnTo>
                  <a:pt x="576709" y="6352"/>
                </a:lnTo>
                <a:lnTo>
                  <a:pt x="576568" y="6680"/>
                </a:lnTo>
                <a:lnTo>
                  <a:pt x="576439" y="7012"/>
                </a:lnTo>
                <a:lnTo>
                  <a:pt x="576320" y="7351"/>
                </a:lnTo>
                <a:lnTo>
                  <a:pt x="576213" y="7695"/>
                </a:lnTo>
                <a:lnTo>
                  <a:pt x="576117" y="8045"/>
                </a:lnTo>
                <a:lnTo>
                  <a:pt x="576033" y="8401"/>
                </a:lnTo>
                <a:lnTo>
                  <a:pt x="575959" y="8762"/>
                </a:lnTo>
                <a:lnTo>
                  <a:pt x="575897" y="9130"/>
                </a:lnTo>
                <a:lnTo>
                  <a:pt x="575847" y="9503"/>
                </a:lnTo>
                <a:lnTo>
                  <a:pt x="575807" y="9881"/>
                </a:lnTo>
                <a:lnTo>
                  <a:pt x="575779" y="10266"/>
                </a:lnTo>
                <a:lnTo>
                  <a:pt x="575762" y="10656"/>
                </a:lnTo>
                <a:lnTo>
                  <a:pt x="575756" y="11052"/>
                </a:lnTo>
                <a:lnTo>
                  <a:pt x="575762" y="11448"/>
                </a:lnTo>
                <a:lnTo>
                  <a:pt x="575779" y="11838"/>
                </a:lnTo>
                <a:lnTo>
                  <a:pt x="575807" y="12222"/>
                </a:lnTo>
                <a:lnTo>
                  <a:pt x="575847" y="12601"/>
                </a:lnTo>
                <a:lnTo>
                  <a:pt x="575897" y="12974"/>
                </a:lnTo>
                <a:lnTo>
                  <a:pt x="575959" y="13341"/>
                </a:lnTo>
                <a:lnTo>
                  <a:pt x="576033" y="13703"/>
                </a:lnTo>
                <a:lnTo>
                  <a:pt x="576117" y="14059"/>
                </a:lnTo>
                <a:lnTo>
                  <a:pt x="576213" y="14409"/>
                </a:lnTo>
                <a:lnTo>
                  <a:pt x="576320" y="14753"/>
                </a:lnTo>
                <a:lnTo>
                  <a:pt x="576439" y="15091"/>
                </a:lnTo>
                <a:lnTo>
                  <a:pt x="576568" y="15424"/>
                </a:lnTo>
                <a:lnTo>
                  <a:pt x="576709" y="15751"/>
                </a:lnTo>
                <a:lnTo>
                  <a:pt x="576861" y="16073"/>
                </a:lnTo>
                <a:lnTo>
                  <a:pt x="577025" y="16388"/>
                </a:lnTo>
                <a:lnTo>
                  <a:pt x="577200" y="16698"/>
                </a:lnTo>
                <a:lnTo>
                  <a:pt x="577386" y="17002"/>
                </a:lnTo>
                <a:lnTo>
                  <a:pt x="577583" y="17301"/>
                </a:lnTo>
                <a:lnTo>
                  <a:pt x="577792" y="17593"/>
                </a:lnTo>
                <a:lnTo>
                  <a:pt x="578011" y="17880"/>
                </a:lnTo>
                <a:lnTo>
                  <a:pt x="578243" y="18161"/>
                </a:lnTo>
                <a:lnTo>
                  <a:pt x="578485" y="18437"/>
                </a:lnTo>
                <a:lnTo>
                  <a:pt x="578739" y="18707"/>
                </a:lnTo>
                <a:lnTo>
                  <a:pt x="579004" y="18971"/>
                </a:lnTo>
                <a:lnTo>
                  <a:pt x="579278" y="19226"/>
                </a:lnTo>
                <a:lnTo>
                  <a:pt x="579559" y="19471"/>
                </a:lnTo>
                <a:lnTo>
                  <a:pt x="579848" y="19705"/>
                </a:lnTo>
                <a:lnTo>
                  <a:pt x="580145" y="19928"/>
                </a:lnTo>
                <a:lnTo>
                  <a:pt x="580448" y="20140"/>
                </a:lnTo>
                <a:lnTo>
                  <a:pt x="580759" y="20341"/>
                </a:lnTo>
                <a:lnTo>
                  <a:pt x="581077" y="20532"/>
                </a:lnTo>
                <a:lnTo>
                  <a:pt x="581403" y="20711"/>
                </a:lnTo>
                <a:lnTo>
                  <a:pt x="581735" y="20880"/>
                </a:lnTo>
                <a:lnTo>
                  <a:pt x="582076" y="21038"/>
                </a:lnTo>
                <a:lnTo>
                  <a:pt x="582423" y="21185"/>
                </a:lnTo>
                <a:lnTo>
                  <a:pt x="582778" y="21320"/>
                </a:lnTo>
                <a:lnTo>
                  <a:pt x="583140" y="21446"/>
                </a:lnTo>
                <a:lnTo>
                  <a:pt x="583509" y="21560"/>
                </a:lnTo>
                <a:lnTo>
                  <a:pt x="583886" y="21663"/>
                </a:lnTo>
                <a:lnTo>
                  <a:pt x="584270" y="21756"/>
                </a:lnTo>
                <a:lnTo>
                  <a:pt x="584661" y="21837"/>
                </a:lnTo>
                <a:lnTo>
                  <a:pt x="585060" y="21908"/>
                </a:lnTo>
                <a:lnTo>
                  <a:pt x="585466" y="21968"/>
                </a:lnTo>
                <a:lnTo>
                  <a:pt x="585879" y="22017"/>
                </a:lnTo>
                <a:lnTo>
                  <a:pt x="586300" y="22055"/>
                </a:lnTo>
                <a:lnTo>
                  <a:pt x="586728" y="22082"/>
                </a:lnTo>
                <a:lnTo>
                  <a:pt x="587163" y="22098"/>
                </a:lnTo>
                <a:lnTo>
                  <a:pt x="587606" y="22104"/>
                </a:lnTo>
                <a:lnTo>
                  <a:pt x="588049" y="22098"/>
                </a:lnTo>
                <a:lnTo>
                  <a:pt x="588484" y="22082"/>
                </a:lnTo>
                <a:lnTo>
                  <a:pt x="588913" y="22055"/>
                </a:lnTo>
                <a:close/>
                <a:moveTo>
                  <a:pt x="56555" y="96837"/>
                </a:moveTo>
                <a:lnTo>
                  <a:pt x="57727" y="96810"/>
                </a:lnTo>
                <a:lnTo>
                  <a:pt x="58889" y="96765"/>
                </a:lnTo>
                <a:lnTo>
                  <a:pt x="60042" y="96701"/>
                </a:lnTo>
                <a:lnTo>
                  <a:pt x="61184" y="96619"/>
                </a:lnTo>
                <a:lnTo>
                  <a:pt x="62316" y="96519"/>
                </a:lnTo>
                <a:lnTo>
                  <a:pt x="63439" y="96401"/>
                </a:lnTo>
                <a:lnTo>
                  <a:pt x="64552" y="96265"/>
                </a:lnTo>
                <a:lnTo>
                  <a:pt x="65654" y="96111"/>
                </a:lnTo>
                <a:lnTo>
                  <a:pt x="66747" y="95938"/>
                </a:lnTo>
                <a:lnTo>
                  <a:pt x="67830" y="95747"/>
                </a:lnTo>
                <a:lnTo>
                  <a:pt x="68903" y="95538"/>
                </a:lnTo>
                <a:lnTo>
                  <a:pt x="69967" y="95311"/>
                </a:lnTo>
                <a:lnTo>
                  <a:pt x="71020" y="95066"/>
                </a:lnTo>
                <a:lnTo>
                  <a:pt x="72063" y="94802"/>
                </a:lnTo>
                <a:lnTo>
                  <a:pt x="73097" y="94520"/>
                </a:lnTo>
                <a:lnTo>
                  <a:pt x="74121" y="94220"/>
                </a:lnTo>
                <a:lnTo>
                  <a:pt x="75134" y="93902"/>
                </a:lnTo>
                <a:lnTo>
                  <a:pt x="76138" y="93566"/>
                </a:lnTo>
                <a:lnTo>
                  <a:pt x="77132" y="93212"/>
                </a:lnTo>
                <a:lnTo>
                  <a:pt x="78116" y="92839"/>
                </a:lnTo>
                <a:lnTo>
                  <a:pt x="79091" y="92449"/>
                </a:lnTo>
                <a:lnTo>
                  <a:pt x="80055" y="92040"/>
                </a:lnTo>
                <a:lnTo>
                  <a:pt x="81009" y="91613"/>
                </a:lnTo>
                <a:lnTo>
                  <a:pt x="81950" y="91168"/>
                </a:lnTo>
                <a:lnTo>
                  <a:pt x="82875" y="90706"/>
                </a:lnTo>
                <a:lnTo>
                  <a:pt x="83783" y="90228"/>
                </a:lnTo>
                <a:lnTo>
                  <a:pt x="84674" y="89732"/>
                </a:lnTo>
                <a:lnTo>
                  <a:pt x="85549" y="89219"/>
                </a:lnTo>
                <a:lnTo>
                  <a:pt x="86407" y="88690"/>
                </a:lnTo>
                <a:lnTo>
                  <a:pt x="87249" y="88143"/>
                </a:lnTo>
                <a:lnTo>
                  <a:pt x="88073" y="87580"/>
                </a:lnTo>
                <a:lnTo>
                  <a:pt x="88882" y="86999"/>
                </a:lnTo>
                <a:lnTo>
                  <a:pt x="89673" y="86402"/>
                </a:lnTo>
                <a:lnTo>
                  <a:pt x="90448" y="85787"/>
                </a:lnTo>
                <a:lnTo>
                  <a:pt x="91207" y="85156"/>
                </a:lnTo>
                <a:lnTo>
                  <a:pt x="91948" y="84507"/>
                </a:lnTo>
                <a:lnTo>
                  <a:pt x="92674" y="83842"/>
                </a:lnTo>
                <a:lnTo>
                  <a:pt x="93382" y="83159"/>
                </a:lnTo>
                <a:lnTo>
                  <a:pt x="94074" y="82460"/>
                </a:lnTo>
                <a:lnTo>
                  <a:pt x="94749" y="81743"/>
                </a:lnTo>
                <a:lnTo>
                  <a:pt x="95408" y="81010"/>
                </a:lnTo>
                <a:lnTo>
                  <a:pt x="96050" y="80259"/>
                </a:lnTo>
                <a:lnTo>
                  <a:pt x="96676" y="79492"/>
                </a:lnTo>
                <a:lnTo>
                  <a:pt x="97285" y="78708"/>
                </a:lnTo>
                <a:lnTo>
                  <a:pt x="97877" y="77906"/>
                </a:lnTo>
                <a:lnTo>
                  <a:pt x="98452" y="77088"/>
                </a:lnTo>
                <a:lnTo>
                  <a:pt x="99011" y="76252"/>
                </a:lnTo>
                <a:lnTo>
                  <a:pt x="99551" y="75400"/>
                </a:lnTo>
                <a:lnTo>
                  <a:pt x="100067" y="74531"/>
                </a:lnTo>
                <a:lnTo>
                  <a:pt x="100560" y="73645"/>
                </a:lnTo>
                <a:lnTo>
                  <a:pt x="101031" y="72743"/>
                </a:lnTo>
                <a:lnTo>
                  <a:pt x="101478" y="71824"/>
                </a:lnTo>
                <a:lnTo>
                  <a:pt x="101903" y="70889"/>
                </a:lnTo>
                <a:lnTo>
                  <a:pt x="102304" y="69937"/>
                </a:lnTo>
                <a:lnTo>
                  <a:pt x="102683" y="68968"/>
                </a:lnTo>
                <a:lnTo>
                  <a:pt x="103038" y="67983"/>
                </a:lnTo>
                <a:lnTo>
                  <a:pt x="103371" y="66981"/>
                </a:lnTo>
                <a:lnTo>
                  <a:pt x="103681" y="65963"/>
                </a:lnTo>
                <a:lnTo>
                  <a:pt x="103968" y="64928"/>
                </a:lnTo>
                <a:lnTo>
                  <a:pt x="104232" y="63877"/>
                </a:lnTo>
                <a:lnTo>
                  <a:pt x="104472" y="62808"/>
                </a:lnTo>
                <a:lnTo>
                  <a:pt x="104690" y="61724"/>
                </a:lnTo>
                <a:lnTo>
                  <a:pt x="104885" y="60622"/>
                </a:lnTo>
                <a:lnTo>
                  <a:pt x="105058" y="59505"/>
                </a:lnTo>
                <a:lnTo>
                  <a:pt x="105207" y="58370"/>
                </a:lnTo>
                <a:lnTo>
                  <a:pt x="105333" y="57219"/>
                </a:lnTo>
                <a:lnTo>
                  <a:pt x="105436" y="56051"/>
                </a:lnTo>
                <a:lnTo>
                  <a:pt x="105516" y="54867"/>
                </a:lnTo>
                <a:lnTo>
                  <a:pt x="105574" y="53666"/>
                </a:lnTo>
                <a:lnTo>
                  <a:pt x="105608" y="52449"/>
                </a:lnTo>
                <a:lnTo>
                  <a:pt x="105620" y="51215"/>
                </a:lnTo>
                <a:lnTo>
                  <a:pt x="105608" y="49952"/>
                </a:lnTo>
                <a:lnTo>
                  <a:pt x="105574" y="48706"/>
                </a:lnTo>
                <a:lnTo>
                  <a:pt x="105516" y="47476"/>
                </a:lnTo>
                <a:lnTo>
                  <a:pt x="105436" y="46263"/>
                </a:lnTo>
                <a:lnTo>
                  <a:pt x="105333" y="45066"/>
                </a:lnTo>
                <a:lnTo>
                  <a:pt x="105207" y="43885"/>
                </a:lnTo>
                <a:lnTo>
                  <a:pt x="105058" y="42721"/>
                </a:lnTo>
                <a:lnTo>
                  <a:pt x="104885" y="41573"/>
                </a:lnTo>
                <a:lnTo>
                  <a:pt x="104690" y="40442"/>
                </a:lnTo>
                <a:lnTo>
                  <a:pt x="104472" y="39327"/>
                </a:lnTo>
                <a:lnTo>
                  <a:pt x="104232" y="38228"/>
                </a:lnTo>
                <a:lnTo>
                  <a:pt x="103968" y="37146"/>
                </a:lnTo>
                <a:lnTo>
                  <a:pt x="103681" y="36080"/>
                </a:lnTo>
                <a:lnTo>
                  <a:pt x="103371" y="35031"/>
                </a:lnTo>
                <a:lnTo>
                  <a:pt x="103038" y="33998"/>
                </a:lnTo>
                <a:lnTo>
                  <a:pt x="102683" y="32982"/>
                </a:lnTo>
                <a:lnTo>
                  <a:pt x="102304" y="31982"/>
                </a:lnTo>
                <a:lnTo>
                  <a:pt x="101903" y="30998"/>
                </a:lnTo>
                <a:lnTo>
                  <a:pt x="101478" y="30030"/>
                </a:lnTo>
                <a:lnTo>
                  <a:pt x="101031" y="29080"/>
                </a:lnTo>
                <a:lnTo>
                  <a:pt x="100560" y="28145"/>
                </a:lnTo>
                <a:lnTo>
                  <a:pt x="100067" y="27227"/>
                </a:lnTo>
                <a:lnTo>
                  <a:pt x="99551" y="26325"/>
                </a:lnTo>
                <a:lnTo>
                  <a:pt x="99011" y="25440"/>
                </a:lnTo>
                <a:lnTo>
                  <a:pt x="98452" y="24572"/>
                </a:lnTo>
                <a:lnTo>
                  <a:pt x="97877" y="23721"/>
                </a:lnTo>
                <a:lnTo>
                  <a:pt x="97285" y="22888"/>
                </a:lnTo>
                <a:lnTo>
                  <a:pt x="96676" y="22073"/>
                </a:lnTo>
                <a:lnTo>
                  <a:pt x="96050" y="21276"/>
                </a:lnTo>
                <a:lnTo>
                  <a:pt x="95408" y="20496"/>
                </a:lnTo>
                <a:lnTo>
                  <a:pt x="94749" y="19734"/>
                </a:lnTo>
                <a:lnTo>
                  <a:pt x="94074" y="18990"/>
                </a:lnTo>
                <a:lnTo>
                  <a:pt x="93382" y="18264"/>
                </a:lnTo>
                <a:lnTo>
                  <a:pt x="92674" y="17556"/>
                </a:lnTo>
                <a:lnTo>
                  <a:pt x="91948" y="16865"/>
                </a:lnTo>
                <a:lnTo>
                  <a:pt x="91207" y="16192"/>
                </a:lnTo>
                <a:lnTo>
                  <a:pt x="90448" y="15537"/>
                </a:lnTo>
                <a:lnTo>
                  <a:pt x="89673" y="14900"/>
                </a:lnTo>
                <a:lnTo>
                  <a:pt x="88882" y="14281"/>
                </a:lnTo>
                <a:lnTo>
                  <a:pt x="88073" y="13679"/>
                </a:lnTo>
                <a:lnTo>
                  <a:pt x="87249" y="13095"/>
                </a:lnTo>
                <a:lnTo>
                  <a:pt x="86407" y="12529"/>
                </a:lnTo>
                <a:lnTo>
                  <a:pt x="85549" y="11981"/>
                </a:lnTo>
                <a:lnTo>
                  <a:pt x="84674" y="11451"/>
                </a:lnTo>
                <a:lnTo>
                  <a:pt x="83783" y="10938"/>
                </a:lnTo>
                <a:lnTo>
                  <a:pt x="82875" y="10443"/>
                </a:lnTo>
                <a:lnTo>
                  <a:pt x="81950" y="9966"/>
                </a:lnTo>
                <a:lnTo>
                  <a:pt x="81009" y="9507"/>
                </a:lnTo>
                <a:lnTo>
                  <a:pt x="80055" y="9066"/>
                </a:lnTo>
                <a:lnTo>
                  <a:pt x="79091" y="8643"/>
                </a:lnTo>
                <a:lnTo>
                  <a:pt x="78116" y="8240"/>
                </a:lnTo>
                <a:lnTo>
                  <a:pt x="77132" y="7855"/>
                </a:lnTo>
                <a:lnTo>
                  <a:pt x="76138" y="7489"/>
                </a:lnTo>
                <a:lnTo>
                  <a:pt x="75134" y="7142"/>
                </a:lnTo>
                <a:lnTo>
                  <a:pt x="74121" y="6814"/>
                </a:lnTo>
                <a:lnTo>
                  <a:pt x="73097" y="6504"/>
                </a:lnTo>
                <a:lnTo>
                  <a:pt x="72063" y="6213"/>
                </a:lnTo>
                <a:lnTo>
                  <a:pt x="71020" y="5941"/>
                </a:lnTo>
                <a:lnTo>
                  <a:pt x="69967" y="5688"/>
                </a:lnTo>
                <a:lnTo>
                  <a:pt x="68903" y="5453"/>
                </a:lnTo>
                <a:lnTo>
                  <a:pt x="67830" y="5237"/>
                </a:lnTo>
                <a:lnTo>
                  <a:pt x="66747" y="5040"/>
                </a:lnTo>
                <a:lnTo>
                  <a:pt x="65654" y="4862"/>
                </a:lnTo>
                <a:lnTo>
                  <a:pt x="64552" y="4702"/>
                </a:lnTo>
                <a:lnTo>
                  <a:pt x="63439" y="4562"/>
                </a:lnTo>
                <a:lnTo>
                  <a:pt x="62316" y="4440"/>
                </a:lnTo>
                <a:lnTo>
                  <a:pt x="61184" y="4336"/>
                </a:lnTo>
                <a:lnTo>
                  <a:pt x="60042" y="4252"/>
                </a:lnTo>
                <a:lnTo>
                  <a:pt x="58889" y="4186"/>
                </a:lnTo>
                <a:lnTo>
                  <a:pt x="57727" y="4139"/>
                </a:lnTo>
                <a:lnTo>
                  <a:pt x="56555" y="4111"/>
                </a:lnTo>
                <a:lnTo>
                  <a:pt x="55373" y="4102"/>
                </a:lnTo>
                <a:lnTo>
                  <a:pt x="0" y="4102"/>
                </a:lnTo>
                <a:lnTo>
                  <a:pt x="0" y="157461"/>
                </a:lnTo>
                <a:lnTo>
                  <a:pt x="20509" y="157461"/>
                </a:lnTo>
                <a:lnTo>
                  <a:pt x="20509" y="96847"/>
                </a:lnTo>
                <a:lnTo>
                  <a:pt x="55373" y="96847"/>
                </a:lnTo>
                <a:lnTo>
                  <a:pt x="56555" y="96837"/>
                </a:lnTo>
                <a:close/>
                <a:moveTo>
                  <a:pt x="56040" y="21016"/>
                </a:moveTo>
                <a:lnTo>
                  <a:pt x="57145" y="21080"/>
                </a:lnTo>
                <a:lnTo>
                  <a:pt x="58231" y="21170"/>
                </a:lnTo>
                <a:lnTo>
                  <a:pt x="59300" y="21285"/>
                </a:lnTo>
                <a:lnTo>
                  <a:pt x="60351" y="21426"/>
                </a:lnTo>
                <a:lnTo>
                  <a:pt x="61384" y="21593"/>
                </a:lnTo>
                <a:lnTo>
                  <a:pt x="62400" y="21786"/>
                </a:lnTo>
                <a:lnTo>
                  <a:pt x="63397" y="22004"/>
                </a:lnTo>
                <a:lnTo>
                  <a:pt x="64377" y="22248"/>
                </a:lnTo>
                <a:lnTo>
                  <a:pt x="65339" y="22517"/>
                </a:lnTo>
                <a:lnTo>
                  <a:pt x="66283" y="22812"/>
                </a:lnTo>
                <a:lnTo>
                  <a:pt x="67209" y="23133"/>
                </a:lnTo>
                <a:lnTo>
                  <a:pt x="68118" y="23480"/>
                </a:lnTo>
                <a:lnTo>
                  <a:pt x="69009" y="23852"/>
                </a:lnTo>
                <a:lnTo>
                  <a:pt x="69881" y="24250"/>
                </a:lnTo>
                <a:lnTo>
                  <a:pt x="70737" y="24673"/>
                </a:lnTo>
                <a:lnTo>
                  <a:pt x="71574" y="25122"/>
                </a:lnTo>
                <a:lnTo>
                  <a:pt x="72393" y="25597"/>
                </a:lnTo>
                <a:lnTo>
                  <a:pt x="73195" y="26098"/>
                </a:lnTo>
                <a:lnTo>
                  <a:pt x="73979" y="26624"/>
                </a:lnTo>
                <a:lnTo>
                  <a:pt x="74745" y="27175"/>
                </a:lnTo>
                <a:lnTo>
                  <a:pt x="75493" y="27753"/>
                </a:lnTo>
                <a:lnTo>
                  <a:pt x="76224" y="28356"/>
                </a:lnTo>
                <a:lnTo>
                  <a:pt x="76931" y="28986"/>
                </a:lnTo>
                <a:lnTo>
                  <a:pt x="77607" y="29644"/>
                </a:lnTo>
                <a:lnTo>
                  <a:pt x="78253" y="30330"/>
                </a:lnTo>
                <a:lnTo>
                  <a:pt x="78870" y="31044"/>
                </a:lnTo>
                <a:lnTo>
                  <a:pt x="79456" y="31786"/>
                </a:lnTo>
                <a:lnTo>
                  <a:pt x="80012" y="32557"/>
                </a:lnTo>
                <a:lnTo>
                  <a:pt x="80539" y="33355"/>
                </a:lnTo>
                <a:lnTo>
                  <a:pt x="81035" y="34181"/>
                </a:lnTo>
                <a:lnTo>
                  <a:pt x="81501" y="35035"/>
                </a:lnTo>
                <a:lnTo>
                  <a:pt x="81937" y="35918"/>
                </a:lnTo>
                <a:lnTo>
                  <a:pt x="82343" y="36828"/>
                </a:lnTo>
                <a:lnTo>
                  <a:pt x="82718" y="37767"/>
                </a:lnTo>
                <a:lnTo>
                  <a:pt x="83064" y="38733"/>
                </a:lnTo>
                <a:lnTo>
                  <a:pt x="83380" y="39728"/>
                </a:lnTo>
                <a:lnTo>
                  <a:pt x="83665" y="40750"/>
                </a:lnTo>
                <a:lnTo>
                  <a:pt x="83921" y="41801"/>
                </a:lnTo>
                <a:lnTo>
                  <a:pt x="84147" y="42879"/>
                </a:lnTo>
                <a:lnTo>
                  <a:pt x="84342" y="43986"/>
                </a:lnTo>
                <a:lnTo>
                  <a:pt x="84507" y="45121"/>
                </a:lnTo>
                <a:lnTo>
                  <a:pt x="84643" y="46283"/>
                </a:lnTo>
                <a:lnTo>
                  <a:pt x="84748" y="47474"/>
                </a:lnTo>
                <a:lnTo>
                  <a:pt x="84823" y="48693"/>
                </a:lnTo>
                <a:lnTo>
                  <a:pt x="84868" y="49940"/>
                </a:lnTo>
                <a:lnTo>
                  <a:pt x="84883" y="51215"/>
                </a:lnTo>
                <a:lnTo>
                  <a:pt x="84868" y="52405"/>
                </a:lnTo>
                <a:lnTo>
                  <a:pt x="84823" y="53571"/>
                </a:lnTo>
                <a:lnTo>
                  <a:pt x="84749" y="54711"/>
                </a:lnTo>
                <a:lnTo>
                  <a:pt x="84644" y="55825"/>
                </a:lnTo>
                <a:lnTo>
                  <a:pt x="84510" y="56914"/>
                </a:lnTo>
                <a:lnTo>
                  <a:pt x="84346" y="57977"/>
                </a:lnTo>
                <a:lnTo>
                  <a:pt x="84151" y="59015"/>
                </a:lnTo>
                <a:lnTo>
                  <a:pt x="83927" y="60027"/>
                </a:lnTo>
                <a:lnTo>
                  <a:pt x="83673" y="61014"/>
                </a:lnTo>
                <a:lnTo>
                  <a:pt x="83390" y="61976"/>
                </a:lnTo>
                <a:lnTo>
                  <a:pt x="83076" y="62912"/>
                </a:lnTo>
                <a:lnTo>
                  <a:pt x="82733" y="63823"/>
                </a:lnTo>
                <a:lnTo>
                  <a:pt x="82359" y="64708"/>
                </a:lnTo>
                <a:lnTo>
                  <a:pt x="81956" y="65567"/>
                </a:lnTo>
                <a:lnTo>
                  <a:pt x="81523" y="66402"/>
                </a:lnTo>
                <a:lnTo>
                  <a:pt x="81060" y="67210"/>
                </a:lnTo>
                <a:lnTo>
                  <a:pt x="80567" y="67993"/>
                </a:lnTo>
                <a:lnTo>
                  <a:pt x="80044" y="68751"/>
                </a:lnTo>
                <a:lnTo>
                  <a:pt x="79492" y="69484"/>
                </a:lnTo>
                <a:lnTo>
                  <a:pt x="78909" y="70190"/>
                </a:lnTo>
                <a:lnTo>
                  <a:pt x="78297" y="70872"/>
                </a:lnTo>
                <a:lnTo>
                  <a:pt x="77655" y="71528"/>
                </a:lnTo>
                <a:lnTo>
                  <a:pt x="76983" y="72158"/>
                </a:lnTo>
                <a:lnTo>
                  <a:pt x="76281" y="72763"/>
                </a:lnTo>
                <a:lnTo>
                  <a:pt x="75555" y="73343"/>
                </a:lnTo>
                <a:lnTo>
                  <a:pt x="74810" y="73898"/>
                </a:lnTo>
                <a:lnTo>
                  <a:pt x="74048" y="74429"/>
                </a:lnTo>
                <a:lnTo>
                  <a:pt x="73266" y="74935"/>
                </a:lnTo>
                <a:lnTo>
                  <a:pt x="72467" y="75416"/>
                </a:lnTo>
                <a:lnTo>
                  <a:pt x="71649" y="75872"/>
                </a:lnTo>
                <a:lnTo>
                  <a:pt x="70812" y="76304"/>
                </a:lnTo>
                <a:lnTo>
                  <a:pt x="69957" y="76711"/>
                </a:lnTo>
                <a:lnTo>
                  <a:pt x="69084" y="77094"/>
                </a:lnTo>
                <a:lnTo>
                  <a:pt x="68193" y="77452"/>
                </a:lnTo>
                <a:lnTo>
                  <a:pt x="67283" y="77785"/>
                </a:lnTo>
                <a:lnTo>
                  <a:pt x="66354" y="78093"/>
                </a:lnTo>
                <a:lnTo>
                  <a:pt x="65407" y="78377"/>
                </a:lnTo>
                <a:lnTo>
                  <a:pt x="64442" y="78636"/>
                </a:lnTo>
                <a:lnTo>
                  <a:pt x="63459" y="78871"/>
                </a:lnTo>
                <a:lnTo>
                  <a:pt x="62457" y="79080"/>
                </a:lnTo>
                <a:lnTo>
                  <a:pt x="61436" y="79265"/>
                </a:lnTo>
                <a:lnTo>
                  <a:pt x="60397" y="79426"/>
                </a:lnTo>
                <a:lnTo>
                  <a:pt x="59340" y="79561"/>
                </a:lnTo>
                <a:lnTo>
                  <a:pt x="58265" y="79673"/>
                </a:lnTo>
                <a:lnTo>
                  <a:pt x="57171" y="79759"/>
                </a:lnTo>
                <a:lnTo>
                  <a:pt x="56058" y="79821"/>
                </a:lnTo>
                <a:lnTo>
                  <a:pt x="54927" y="79858"/>
                </a:lnTo>
                <a:lnTo>
                  <a:pt x="53778" y="79870"/>
                </a:lnTo>
                <a:lnTo>
                  <a:pt x="20509" y="79870"/>
                </a:lnTo>
                <a:lnTo>
                  <a:pt x="20509" y="20964"/>
                </a:lnTo>
                <a:lnTo>
                  <a:pt x="53778" y="20964"/>
                </a:lnTo>
                <a:lnTo>
                  <a:pt x="54918" y="20977"/>
                </a:lnTo>
                <a:lnTo>
                  <a:pt x="56040" y="21016"/>
                </a:lnTo>
                <a:close/>
                <a:moveTo>
                  <a:pt x="169220" y="141956"/>
                </a:moveTo>
                <a:lnTo>
                  <a:pt x="168414" y="141928"/>
                </a:lnTo>
                <a:lnTo>
                  <a:pt x="167634" y="141880"/>
                </a:lnTo>
                <a:lnTo>
                  <a:pt x="166880" y="141814"/>
                </a:lnTo>
                <a:lnTo>
                  <a:pt x="166151" y="141728"/>
                </a:lnTo>
                <a:lnTo>
                  <a:pt x="165449" y="141624"/>
                </a:lnTo>
                <a:lnTo>
                  <a:pt x="164772" y="141500"/>
                </a:lnTo>
                <a:lnTo>
                  <a:pt x="164121" y="141358"/>
                </a:lnTo>
                <a:lnTo>
                  <a:pt x="163497" y="141197"/>
                </a:lnTo>
                <a:lnTo>
                  <a:pt x="162898" y="141016"/>
                </a:lnTo>
                <a:lnTo>
                  <a:pt x="162325" y="140817"/>
                </a:lnTo>
                <a:lnTo>
                  <a:pt x="161778" y="140598"/>
                </a:lnTo>
                <a:lnTo>
                  <a:pt x="161257" y="140361"/>
                </a:lnTo>
                <a:lnTo>
                  <a:pt x="160762" y="140105"/>
                </a:lnTo>
                <a:lnTo>
                  <a:pt x="160292" y="139829"/>
                </a:lnTo>
                <a:lnTo>
                  <a:pt x="159849" y="139535"/>
                </a:lnTo>
                <a:lnTo>
                  <a:pt x="159431" y="139222"/>
                </a:lnTo>
                <a:lnTo>
                  <a:pt x="159040" y="138889"/>
                </a:lnTo>
                <a:lnTo>
                  <a:pt x="158674" y="138538"/>
                </a:lnTo>
                <a:lnTo>
                  <a:pt x="158334" y="138168"/>
                </a:lnTo>
                <a:lnTo>
                  <a:pt x="158021" y="137778"/>
                </a:lnTo>
                <a:lnTo>
                  <a:pt x="157733" y="137370"/>
                </a:lnTo>
                <a:lnTo>
                  <a:pt x="157471" y="136943"/>
                </a:lnTo>
                <a:lnTo>
                  <a:pt x="157235" y="136497"/>
                </a:lnTo>
                <a:lnTo>
                  <a:pt x="157016" y="136032"/>
                </a:lnTo>
                <a:lnTo>
                  <a:pt x="156807" y="135551"/>
                </a:lnTo>
                <a:lnTo>
                  <a:pt x="156607" y="135053"/>
                </a:lnTo>
                <a:lnTo>
                  <a:pt x="156416" y="134538"/>
                </a:lnTo>
                <a:lnTo>
                  <a:pt x="156235" y="134005"/>
                </a:lnTo>
                <a:lnTo>
                  <a:pt x="156063" y="133456"/>
                </a:lnTo>
                <a:lnTo>
                  <a:pt x="155901" y="132890"/>
                </a:lnTo>
                <a:lnTo>
                  <a:pt x="155747" y="132306"/>
                </a:lnTo>
                <a:lnTo>
                  <a:pt x="155603" y="131706"/>
                </a:lnTo>
                <a:lnTo>
                  <a:pt x="155468" y="131089"/>
                </a:lnTo>
                <a:lnTo>
                  <a:pt x="155343" y="130454"/>
                </a:lnTo>
                <a:lnTo>
                  <a:pt x="155226" y="129803"/>
                </a:lnTo>
                <a:lnTo>
                  <a:pt x="155120" y="129134"/>
                </a:lnTo>
                <a:lnTo>
                  <a:pt x="155022" y="128449"/>
                </a:lnTo>
                <a:lnTo>
                  <a:pt x="154934" y="127747"/>
                </a:lnTo>
                <a:lnTo>
                  <a:pt x="154855" y="127027"/>
                </a:lnTo>
                <a:lnTo>
                  <a:pt x="154785" y="126291"/>
                </a:lnTo>
                <a:lnTo>
                  <a:pt x="154724" y="125537"/>
                </a:lnTo>
                <a:lnTo>
                  <a:pt x="154673" y="124767"/>
                </a:lnTo>
                <a:lnTo>
                  <a:pt x="154631" y="123979"/>
                </a:lnTo>
                <a:lnTo>
                  <a:pt x="154599" y="123175"/>
                </a:lnTo>
                <a:lnTo>
                  <a:pt x="154576" y="122353"/>
                </a:lnTo>
                <a:lnTo>
                  <a:pt x="154562" y="121515"/>
                </a:lnTo>
                <a:lnTo>
                  <a:pt x="154557" y="120659"/>
                </a:lnTo>
                <a:lnTo>
                  <a:pt x="154557" y="4102"/>
                </a:lnTo>
                <a:lnTo>
                  <a:pt x="135644" y="4102"/>
                </a:lnTo>
                <a:lnTo>
                  <a:pt x="135644" y="121571"/>
                </a:lnTo>
                <a:lnTo>
                  <a:pt x="135648" y="122505"/>
                </a:lnTo>
                <a:lnTo>
                  <a:pt x="135662" y="123428"/>
                </a:lnTo>
                <a:lnTo>
                  <a:pt x="135684" y="124340"/>
                </a:lnTo>
                <a:lnTo>
                  <a:pt x="135716" y="125241"/>
                </a:lnTo>
                <a:lnTo>
                  <a:pt x="135757" y="126130"/>
                </a:lnTo>
                <a:lnTo>
                  <a:pt x="135807" y="127008"/>
                </a:lnTo>
                <a:lnTo>
                  <a:pt x="135866" y="127875"/>
                </a:lnTo>
                <a:lnTo>
                  <a:pt x="135935" y="128730"/>
                </a:lnTo>
                <a:lnTo>
                  <a:pt x="136012" y="129574"/>
                </a:lnTo>
                <a:lnTo>
                  <a:pt x="136098" y="130407"/>
                </a:lnTo>
                <a:lnTo>
                  <a:pt x="136194" y="131229"/>
                </a:lnTo>
                <a:lnTo>
                  <a:pt x="136299" y="132039"/>
                </a:lnTo>
                <a:lnTo>
                  <a:pt x="136412" y="132838"/>
                </a:lnTo>
                <a:lnTo>
                  <a:pt x="136535" y="133626"/>
                </a:lnTo>
                <a:lnTo>
                  <a:pt x="136667" y="134402"/>
                </a:lnTo>
                <a:lnTo>
                  <a:pt x="136808" y="135167"/>
                </a:lnTo>
                <a:lnTo>
                  <a:pt x="136958" y="135921"/>
                </a:lnTo>
                <a:lnTo>
                  <a:pt x="137118" y="136664"/>
                </a:lnTo>
                <a:lnTo>
                  <a:pt x="137286" y="137395"/>
                </a:lnTo>
                <a:lnTo>
                  <a:pt x="137463" y="138116"/>
                </a:lnTo>
                <a:lnTo>
                  <a:pt x="137650" y="138824"/>
                </a:lnTo>
                <a:lnTo>
                  <a:pt x="137846" y="139522"/>
                </a:lnTo>
                <a:lnTo>
                  <a:pt x="138050" y="140208"/>
                </a:lnTo>
                <a:lnTo>
                  <a:pt x="138264" y="140883"/>
                </a:lnTo>
                <a:lnTo>
                  <a:pt x="138490" y="141546"/>
                </a:lnTo>
                <a:lnTo>
                  <a:pt x="138732" y="142196"/>
                </a:lnTo>
                <a:lnTo>
                  <a:pt x="138990" y="142833"/>
                </a:lnTo>
                <a:lnTo>
                  <a:pt x="139264" y="143456"/>
                </a:lnTo>
                <a:lnTo>
                  <a:pt x="139554" y="144067"/>
                </a:lnTo>
                <a:lnTo>
                  <a:pt x="139859" y="144665"/>
                </a:lnTo>
                <a:lnTo>
                  <a:pt x="140180" y="145249"/>
                </a:lnTo>
                <a:lnTo>
                  <a:pt x="140518" y="145821"/>
                </a:lnTo>
                <a:lnTo>
                  <a:pt x="140870" y="146379"/>
                </a:lnTo>
                <a:lnTo>
                  <a:pt x="141239" y="146924"/>
                </a:lnTo>
                <a:lnTo>
                  <a:pt x="141624" y="147457"/>
                </a:lnTo>
                <a:lnTo>
                  <a:pt x="142024" y="147976"/>
                </a:lnTo>
                <a:lnTo>
                  <a:pt x="142440" y="148482"/>
                </a:lnTo>
                <a:lnTo>
                  <a:pt x="142872" y="148975"/>
                </a:lnTo>
                <a:lnTo>
                  <a:pt x="143320" y="149455"/>
                </a:lnTo>
                <a:lnTo>
                  <a:pt x="143784" y="149922"/>
                </a:lnTo>
                <a:lnTo>
                  <a:pt x="144263" y="150376"/>
                </a:lnTo>
                <a:lnTo>
                  <a:pt x="144759" y="150817"/>
                </a:lnTo>
                <a:lnTo>
                  <a:pt x="145270" y="151245"/>
                </a:lnTo>
                <a:lnTo>
                  <a:pt x="145797" y="151660"/>
                </a:lnTo>
                <a:lnTo>
                  <a:pt x="146339" y="152062"/>
                </a:lnTo>
                <a:lnTo>
                  <a:pt x="146898" y="152450"/>
                </a:lnTo>
                <a:lnTo>
                  <a:pt x="147472" y="152826"/>
                </a:lnTo>
                <a:lnTo>
                  <a:pt x="148063" y="153188"/>
                </a:lnTo>
                <a:lnTo>
                  <a:pt x="148672" y="153537"/>
                </a:lnTo>
                <a:lnTo>
                  <a:pt x="149303" y="153871"/>
                </a:lnTo>
                <a:lnTo>
                  <a:pt x="149957" y="154190"/>
                </a:lnTo>
                <a:lnTo>
                  <a:pt x="150633" y="154494"/>
                </a:lnTo>
                <a:lnTo>
                  <a:pt x="151330" y="154783"/>
                </a:lnTo>
                <a:lnTo>
                  <a:pt x="152050" y="155058"/>
                </a:lnTo>
                <a:lnTo>
                  <a:pt x="152793" y="155317"/>
                </a:lnTo>
                <a:lnTo>
                  <a:pt x="153557" y="155562"/>
                </a:lnTo>
                <a:lnTo>
                  <a:pt x="154343" y="155792"/>
                </a:lnTo>
                <a:lnTo>
                  <a:pt x="155152" y="156007"/>
                </a:lnTo>
                <a:lnTo>
                  <a:pt x="155983" y="156208"/>
                </a:lnTo>
                <a:lnTo>
                  <a:pt x="156836" y="156393"/>
                </a:lnTo>
                <a:lnTo>
                  <a:pt x="157711" y="156564"/>
                </a:lnTo>
                <a:lnTo>
                  <a:pt x="158608" y="156719"/>
                </a:lnTo>
                <a:lnTo>
                  <a:pt x="159528" y="156860"/>
                </a:lnTo>
                <a:lnTo>
                  <a:pt x="160469" y="156986"/>
                </a:lnTo>
                <a:lnTo>
                  <a:pt x="161433" y="157098"/>
                </a:lnTo>
                <a:lnTo>
                  <a:pt x="162419" y="157194"/>
                </a:lnTo>
                <a:lnTo>
                  <a:pt x="163427" y="157276"/>
                </a:lnTo>
                <a:lnTo>
                  <a:pt x="164457" y="157342"/>
                </a:lnTo>
                <a:lnTo>
                  <a:pt x="165509" y="157394"/>
                </a:lnTo>
                <a:lnTo>
                  <a:pt x="166584" y="157431"/>
                </a:lnTo>
                <a:lnTo>
                  <a:pt x="167680" y="157454"/>
                </a:lnTo>
                <a:lnTo>
                  <a:pt x="168799" y="157461"/>
                </a:lnTo>
                <a:lnTo>
                  <a:pt x="175180" y="157461"/>
                </a:lnTo>
                <a:lnTo>
                  <a:pt x="175180" y="141966"/>
                </a:lnTo>
                <a:lnTo>
                  <a:pt x="170053" y="141966"/>
                </a:lnTo>
                <a:lnTo>
                  <a:pt x="169220" y="141956"/>
                </a:lnTo>
                <a:close/>
                <a:moveTo>
                  <a:pt x="339510" y="74630"/>
                </a:moveTo>
                <a:lnTo>
                  <a:pt x="339965" y="74057"/>
                </a:lnTo>
                <a:lnTo>
                  <a:pt x="340433" y="73489"/>
                </a:lnTo>
                <a:lnTo>
                  <a:pt x="340912" y="72924"/>
                </a:lnTo>
                <a:lnTo>
                  <a:pt x="341402" y="72364"/>
                </a:lnTo>
                <a:lnTo>
                  <a:pt x="341904" y="71807"/>
                </a:lnTo>
                <a:lnTo>
                  <a:pt x="342417" y="71254"/>
                </a:lnTo>
                <a:lnTo>
                  <a:pt x="342942" y="70705"/>
                </a:lnTo>
                <a:lnTo>
                  <a:pt x="343478" y="70160"/>
                </a:lnTo>
                <a:lnTo>
                  <a:pt x="344026" y="69619"/>
                </a:lnTo>
                <a:lnTo>
                  <a:pt x="344585" y="69082"/>
                </a:lnTo>
                <a:lnTo>
                  <a:pt x="345156" y="68549"/>
                </a:lnTo>
                <a:lnTo>
                  <a:pt x="345738" y="68020"/>
                </a:lnTo>
                <a:lnTo>
                  <a:pt x="346332" y="67495"/>
                </a:lnTo>
                <a:lnTo>
                  <a:pt x="346937" y="66973"/>
                </a:lnTo>
                <a:lnTo>
                  <a:pt x="347553" y="66456"/>
                </a:lnTo>
                <a:lnTo>
                  <a:pt x="348181" y="65942"/>
                </a:lnTo>
                <a:lnTo>
                  <a:pt x="348821" y="65433"/>
                </a:lnTo>
                <a:lnTo>
                  <a:pt x="349472" y="64927"/>
                </a:lnTo>
                <a:lnTo>
                  <a:pt x="350134" y="64425"/>
                </a:lnTo>
                <a:lnTo>
                  <a:pt x="350808" y="63927"/>
                </a:lnTo>
                <a:lnTo>
                  <a:pt x="351494" y="63433"/>
                </a:lnTo>
                <a:lnTo>
                  <a:pt x="352191" y="62943"/>
                </a:lnTo>
                <a:lnTo>
                  <a:pt x="352900" y="62465"/>
                </a:lnTo>
                <a:lnTo>
                  <a:pt x="353623" y="62007"/>
                </a:lnTo>
                <a:lnTo>
                  <a:pt x="354361" y="61570"/>
                </a:lnTo>
                <a:lnTo>
                  <a:pt x="355112" y="61152"/>
                </a:lnTo>
                <a:lnTo>
                  <a:pt x="355877" y="60756"/>
                </a:lnTo>
                <a:lnTo>
                  <a:pt x="356655" y="60379"/>
                </a:lnTo>
                <a:lnTo>
                  <a:pt x="357448" y="60023"/>
                </a:lnTo>
                <a:lnTo>
                  <a:pt x="358255" y="59687"/>
                </a:lnTo>
                <a:lnTo>
                  <a:pt x="359075" y="59372"/>
                </a:lnTo>
                <a:lnTo>
                  <a:pt x="359909" y="59077"/>
                </a:lnTo>
                <a:lnTo>
                  <a:pt x="360757" y="58802"/>
                </a:lnTo>
                <a:lnTo>
                  <a:pt x="361619" y="58548"/>
                </a:lnTo>
                <a:lnTo>
                  <a:pt x="362495" y="58314"/>
                </a:lnTo>
                <a:lnTo>
                  <a:pt x="363384" y="58100"/>
                </a:lnTo>
                <a:lnTo>
                  <a:pt x="364287" y="57907"/>
                </a:lnTo>
                <a:lnTo>
                  <a:pt x="365205" y="57734"/>
                </a:lnTo>
                <a:lnTo>
                  <a:pt x="366136" y="57581"/>
                </a:lnTo>
                <a:lnTo>
                  <a:pt x="367081" y="57449"/>
                </a:lnTo>
                <a:lnTo>
                  <a:pt x="368039" y="57337"/>
                </a:lnTo>
                <a:lnTo>
                  <a:pt x="369012" y="57245"/>
                </a:lnTo>
                <a:lnTo>
                  <a:pt x="369999" y="57174"/>
                </a:lnTo>
                <a:lnTo>
                  <a:pt x="370999" y="57123"/>
                </a:lnTo>
                <a:lnTo>
                  <a:pt x="372013" y="57093"/>
                </a:lnTo>
                <a:lnTo>
                  <a:pt x="373041" y="57083"/>
                </a:lnTo>
                <a:lnTo>
                  <a:pt x="373727" y="57089"/>
                </a:lnTo>
                <a:lnTo>
                  <a:pt x="374400" y="57108"/>
                </a:lnTo>
                <a:lnTo>
                  <a:pt x="375059" y="57141"/>
                </a:lnTo>
                <a:lnTo>
                  <a:pt x="375704" y="57186"/>
                </a:lnTo>
                <a:lnTo>
                  <a:pt x="376336" y="57244"/>
                </a:lnTo>
                <a:lnTo>
                  <a:pt x="376954" y="57315"/>
                </a:lnTo>
                <a:lnTo>
                  <a:pt x="377558" y="57400"/>
                </a:lnTo>
                <a:lnTo>
                  <a:pt x="378149" y="57497"/>
                </a:lnTo>
                <a:lnTo>
                  <a:pt x="378726" y="57607"/>
                </a:lnTo>
                <a:lnTo>
                  <a:pt x="379290" y="57730"/>
                </a:lnTo>
                <a:lnTo>
                  <a:pt x="379840" y="57866"/>
                </a:lnTo>
                <a:lnTo>
                  <a:pt x="380376" y="58014"/>
                </a:lnTo>
                <a:lnTo>
                  <a:pt x="380898" y="58176"/>
                </a:lnTo>
                <a:lnTo>
                  <a:pt x="381407" y="58351"/>
                </a:lnTo>
                <a:lnTo>
                  <a:pt x="381902" y="58539"/>
                </a:lnTo>
                <a:lnTo>
                  <a:pt x="382384" y="58739"/>
                </a:lnTo>
                <a:lnTo>
                  <a:pt x="382852" y="58953"/>
                </a:lnTo>
                <a:lnTo>
                  <a:pt x="383306" y="59179"/>
                </a:lnTo>
                <a:lnTo>
                  <a:pt x="383747" y="59419"/>
                </a:lnTo>
                <a:lnTo>
                  <a:pt x="384174" y="59671"/>
                </a:lnTo>
                <a:lnTo>
                  <a:pt x="384587" y="59937"/>
                </a:lnTo>
                <a:lnTo>
                  <a:pt x="384987" y="60215"/>
                </a:lnTo>
                <a:lnTo>
                  <a:pt x="385373" y="60506"/>
                </a:lnTo>
                <a:lnTo>
                  <a:pt x="385745" y="60810"/>
                </a:lnTo>
                <a:lnTo>
                  <a:pt x="386106" y="61126"/>
                </a:lnTo>
                <a:lnTo>
                  <a:pt x="386458" y="61451"/>
                </a:lnTo>
                <a:lnTo>
                  <a:pt x="386800" y="61786"/>
                </a:lnTo>
                <a:lnTo>
                  <a:pt x="387133" y="62130"/>
                </a:lnTo>
                <a:lnTo>
                  <a:pt x="387457" y="62485"/>
                </a:lnTo>
                <a:lnTo>
                  <a:pt x="387771" y="62848"/>
                </a:lnTo>
                <a:lnTo>
                  <a:pt x="388076" y="63222"/>
                </a:lnTo>
                <a:lnTo>
                  <a:pt x="388372" y="63605"/>
                </a:lnTo>
                <a:lnTo>
                  <a:pt x="388658" y="63998"/>
                </a:lnTo>
                <a:lnTo>
                  <a:pt x="388936" y="64400"/>
                </a:lnTo>
                <a:lnTo>
                  <a:pt x="389204" y="64813"/>
                </a:lnTo>
                <a:lnTo>
                  <a:pt x="389462" y="65234"/>
                </a:lnTo>
                <a:lnTo>
                  <a:pt x="389712" y="65666"/>
                </a:lnTo>
                <a:lnTo>
                  <a:pt x="389952" y="66107"/>
                </a:lnTo>
                <a:lnTo>
                  <a:pt x="390182" y="66558"/>
                </a:lnTo>
                <a:lnTo>
                  <a:pt x="390404" y="67018"/>
                </a:lnTo>
                <a:lnTo>
                  <a:pt x="390616" y="67489"/>
                </a:lnTo>
                <a:lnTo>
                  <a:pt x="390819" y="67968"/>
                </a:lnTo>
                <a:lnTo>
                  <a:pt x="391012" y="68458"/>
                </a:lnTo>
                <a:lnTo>
                  <a:pt x="391197" y="68957"/>
                </a:lnTo>
                <a:lnTo>
                  <a:pt x="391372" y="69466"/>
                </a:lnTo>
                <a:lnTo>
                  <a:pt x="391537" y="69984"/>
                </a:lnTo>
                <a:lnTo>
                  <a:pt x="391694" y="70513"/>
                </a:lnTo>
                <a:lnTo>
                  <a:pt x="391841" y="71050"/>
                </a:lnTo>
                <a:lnTo>
                  <a:pt x="391980" y="71596"/>
                </a:lnTo>
                <a:lnTo>
                  <a:pt x="392114" y="72148"/>
                </a:lnTo>
                <a:lnTo>
                  <a:pt x="392241" y="72707"/>
                </a:lnTo>
                <a:lnTo>
                  <a:pt x="392363" y="73273"/>
                </a:lnTo>
                <a:lnTo>
                  <a:pt x="392479" y="73845"/>
                </a:lnTo>
                <a:lnTo>
                  <a:pt x="392588" y="74423"/>
                </a:lnTo>
                <a:lnTo>
                  <a:pt x="392692" y="75009"/>
                </a:lnTo>
                <a:lnTo>
                  <a:pt x="392790" y="75600"/>
                </a:lnTo>
                <a:lnTo>
                  <a:pt x="392882" y="76199"/>
                </a:lnTo>
                <a:lnTo>
                  <a:pt x="392968" y="76804"/>
                </a:lnTo>
                <a:lnTo>
                  <a:pt x="393048" y="77415"/>
                </a:lnTo>
                <a:lnTo>
                  <a:pt x="393122" y="78034"/>
                </a:lnTo>
                <a:lnTo>
                  <a:pt x="393191" y="78658"/>
                </a:lnTo>
                <a:lnTo>
                  <a:pt x="393253" y="79290"/>
                </a:lnTo>
                <a:lnTo>
                  <a:pt x="393309" y="79928"/>
                </a:lnTo>
                <a:lnTo>
                  <a:pt x="393360" y="80572"/>
                </a:lnTo>
                <a:lnTo>
                  <a:pt x="393404" y="81223"/>
                </a:lnTo>
                <a:lnTo>
                  <a:pt x="393443" y="81881"/>
                </a:lnTo>
                <a:lnTo>
                  <a:pt x="393476" y="82545"/>
                </a:lnTo>
                <a:lnTo>
                  <a:pt x="393502" y="83216"/>
                </a:lnTo>
                <a:lnTo>
                  <a:pt x="393523" y="83894"/>
                </a:lnTo>
                <a:lnTo>
                  <a:pt x="393538" y="84578"/>
                </a:lnTo>
                <a:lnTo>
                  <a:pt x="393547" y="85268"/>
                </a:lnTo>
                <a:lnTo>
                  <a:pt x="393550" y="85966"/>
                </a:lnTo>
                <a:lnTo>
                  <a:pt x="393550" y="157461"/>
                </a:lnTo>
                <a:lnTo>
                  <a:pt x="412577" y="157461"/>
                </a:lnTo>
                <a:lnTo>
                  <a:pt x="412577" y="83519"/>
                </a:lnTo>
                <a:lnTo>
                  <a:pt x="412563" y="81857"/>
                </a:lnTo>
                <a:lnTo>
                  <a:pt x="412519" y="80226"/>
                </a:lnTo>
                <a:lnTo>
                  <a:pt x="412447" y="78627"/>
                </a:lnTo>
                <a:lnTo>
                  <a:pt x="412346" y="77058"/>
                </a:lnTo>
                <a:lnTo>
                  <a:pt x="412216" y="75521"/>
                </a:lnTo>
                <a:lnTo>
                  <a:pt x="412057" y="74015"/>
                </a:lnTo>
                <a:lnTo>
                  <a:pt x="411870" y="72540"/>
                </a:lnTo>
                <a:lnTo>
                  <a:pt x="411653" y="71097"/>
                </a:lnTo>
                <a:lnTo>
                  <a:pt x="411408" y="69685"/>
                </a:lnTo>
                <a:lnTo>
                  <a:pt x="411133" y="68304"/>
                </a:lnTo>
                <a:lnTo>
                  <a:pt x="410830" y="66955"/>
                </a:lnTo>
                <a:lnTo>
                  <a:pt x="410498" y="65637"/>
                </a:lnTo>
                <a:lnTo>
                  <a:pt x="410137" y="64350"/>
                </a:lnTo>
                <a:lnTo>
                  <a:pt x="409747" y="63094"/>
                </a:lnTo>
                <a:lnTo>
                  <a:pt x="409328" y="61870"/>
                </a:lnTo>
                <a:lnTo>
                  <a:pt x="408881" y="60677"/>
                </a:lnTo>
                <a:lnTo>
                  <a:pt x="408404" y="59515"/>
                </a:lnTo>
                <a:lnTo>
                  <a:pt x="407899" y="58384"/>
                </a:lnTo>
                <a:lnTo>
                  <a:pt x="407364" y="57285"/>
                </a:lnTo>
                <a:lnTo>
                  <a:pt x="406801" y="56217"/>
                </a:lnTo>
                <a:lnTo>
                  <a:pt x="406209" y="55180"/>
                </a:lnTo>
                <a:lnTo>
                  <a:pt x="405588" y="54175"/>
                </a:lnTo>
                <a:lnTo>
                  <a:pt x="404939" y="53201"/>
                </a:lnTo>
                <a:lnTo>
                  <a:pt x="404260" y="52258"/>
                </a:lnTo>
                <a:lnTo>
                  <a:pt x="403549" y="51350"/>
                </a:lnTo>
                <a:lnTo>
                  <a:pt x="402805" y="50481"/>
                </a:lnTo>
                <a:lnTo>
                  <a:pt x="402026" y="49650"/>
                </a:lnTo>
                <a:lnTo>
                  <a:pt x="401212" y="48858"/>
                </a:lnTo>
                <a:lnTo>
                  <a:pt x="400364" y="48105"/>
                </a:lnTo>
                <a:lnTo>
                  <a:pt x="399482" y="47390"/>
                </a:lnTo>
                <a:lnTo>
                  <a:pt x="398565" y="46714"/>
                </a:lnTo>
                <a:lnTo>
                  <a:pt x="397613" y="46076"/>
                </a:lnTo>
                <a:lnTo>
                  <a:pt x="396628" y="45478"/>
                </a:lnTo>
                <a:lnTo>
                  <a:pt x="395608" y="44917"/>
                </a:lnTo>
                <a:lnTo>
                  <a:pt x="394553" y="44396"/>
                </a:lnTo>
                <a:lnTo>
                  <a:pt x="393464" y="43913"/>
                </a:lnTo>
                <a:lnTo>
                  <a:pt x="392341" y="43469"/>
                </a:lnTo>
                <a:lnTo>
                  <a:pt x="391183" y="43063"/>
                </a:lnTo>
                <a:lnTo>
                  <a:pt x="389991" y="42696"/>
                </a:lnTo>
                <a:lnTo>
                  <a:pt x="388764" y="42368"/>
                </a:lnTo>
                <a:lnTo>
                  <a:pt x="387503" y="42078"/>
                </a:lnTo>
                <a:lnTo>
                  <a:pt x="386208" y="41827"/>
                </a:lnTo>
                <a:lnTo>
                  <a:pt x="384878" y="41614"/>
                </a:lnTo>
                <a:lnTo>
                  <a:pt x="383514" y="41440"/>
                </a:lnTo>
                <a:lnTo>
                  <a:pt x="382115" y="41305"/>
                </a:lnTo>
                <a:lnTo>
                  <a:pt x="380682" y="41209"/>
                </a:lnTo>
                <a:lnTo>
                  <a:pt x="379214" y="41151"/>
                </a:lnTo>
                <a:lnTo>
                  <a:pt x="377712" y="41131"/>
                </a:lnTo>
                <a:lnTo>
                  <a:pt x="376478" y="41142"/>
                </a:lnTo>
                <a:lnTo>
                  <a:pt x="375262" y="41173"/>
                </a:lnTo>
                <a:lnTo>
                  <a:pt x="374065" y="41225"/>
                </a:lnTo>
                <a:lnTo>
                  <a:pt x="372886" y="41297"/>
                </a:lnTo>
                <a:lnTo>
                  <a:pt x="371726" y="41391"/>
                </a:lnTo>
                <a:lnTo>
                  <a:pt x="370584" y="41505"/>
                </a:lnTo>
                <a:lnTo>
                  <a:pt x="369461" y="41640"/>
                </a:lnTo>
                <a:lnTo>
                  <a:pt x="368357" y="41796"/>
                </a:lnTo>
                <a:lnTo>
                  <a:pt x="367271" y="41972"/>
                </a:lnTo>
                <a:lnTo>
                  <a:pt x="366204" y="42170"/>
                </a:lnTo>
                <a:lnTo>
                  <a:pt x="365155" y="42388"/>
                </a:lnTo>
                <a:lnTo>
                  <a:pt x="364125" y="42627"/>
                </a:lnTo>
                <a:lnTo>
                  <a:pt x="363114" y="42886"/>
                </a:lnTo>
                <a:lnTo>
                  <a:pt x="362121" y="43167"/>
                </a:lnTo>
                <a:lnTo>
                  <a:pt x="361147" y="43468"/>
                </a:lnTo>
                <a:lnTo>
                  <a:pt x="360191" y="43790"/>
                </a:lnTo>
                <a:lnTo>
                  <a:pt x="359254" y="44133"/>
                </a:lnTo>
                <a:lnTo>
                  <a:pt x="358336" y="44496"/>
                </a:lnTo>
                <a:lnTo>
                  <a:pt x="357436" y="44880"/>
                </a:lnTo>
                <a:lnTo>
                  <a:pt x="356555" y="45285"/>
                </a:lnTo>
                <a:lnTo>
                  <a:pt x="355692" y="45711"/>
                </a:lnTo>
                <a:lnTo>
                  <a:pt x="354848" y="46158"/>
                </a:lnTo>
                <a:lnTo>
                  <a:pt x="354023" y="46625"/>
                </a:lnTo>
                <a:lnTo>
                  <a:pt x="353216" y="47113"/>
                </a:lnTo>
                <a:lnTo>
                  <a:pt x="352426" y="47613"/>
                </a:lnTo>
                <a:lnTo>
                  <a:pt x="351652" y="48115"/>
                </a:lnTo>
                <a:lnTo>
                  <a:pt x="350893" y="48620"/>
                </a:lnTo>
                <a:lnTo>
                  <a:pt x="350149" y="49127"/>
                </a:lnTo>
                <a:lnTo>
                  <a:pt x="349421" y="49638"/>
                </a:lnTo>
                <a:lnTo>
                  <a:pt x="348708" y="50150"/>
                </a:lnTo>
                <a:lnTo>
                  <a:pt x="348011" y="50665"/>
                </a:lnTo>
                <a:lnTo>
                  <a:pt x="347329" y="51183"/>
                </a:lnTo>
                <a:lnTo>
                  <a:pt x="346663" y="51703"/>
                </a:lnTo>
                <a:lnTo>
                  <a:pt x="346012" y="52226"/>
                </a:lnTo>
                <a:lnTo>
                  <a:pt x="345376" y="52752"/>
                </a:lnTo>
                <a:lnTo>
                  <a:pt x="344756" y="53280"/>
                </a:lnTo>
                <a:lnTo>
                  <a:pt x="344151" y="53810"/>
                </a:lnTo>
                <a:lnTo>
                  <a:pt x="343562" y="54344"/>
                </a:lnTo>
                <a:lnTo>
                  <a:pt x="342988" y="54879"/>
                </a:lnTo>
                <a:lnTo>
                  <a:pt x="342430" y="55418"/>
                </a:lnTo>
                <a:lnTo>
                  <a:pt x="341887" y="55959"/>
                </a:lnTo>
                <a:lnTo>
                  <a:pt x="341359" y="56502"/>
                </a:lnTo>
                <a:lnTo>
                  <a:pt x="340847" y="57048"/>
                </a:lnTo>
                <a:lnTo>
                  <a:pt x="340351" y="57597"/>
                </a:lnTo>
                <a:lnTo>
                  <a:pt x="339869" y="58148"/>
                </a:lnTo>
                <a:lnTo>
                  <a:pt x="339403" y="58702"/>
                </a:lnTo>
                <a:lnTo>
                  <a:pt x="338953" y="59258"/>
                </a:lnTo>
                <a:lnTo>
                  <a:pt x="338518" y="59817"/>
                </a:lnTo>
                <a:lnTo>
                  <a:pt x="337834" y="43068"/>
                </a:lnTo>
                <a:lnTo>
                  <a:pt x="319605" y="43068"/>
                </a:lnTo>
                <a:lnTo>
                  <a:pt x="319605" y="157461"/>
                </a:lnTo>
                <a:lnTo>
                  <a:pt x="338632" y="157461"/>
                </a:lnTo>
                <a:lnTo>
                  <a:pt x="338632" y="75786"/>
                </a:lnTo>
                <a:lnTo>
                  <a:pt x="339065" y="75206"/>
                </a:lnTo>
                <a:lnTo>
                  <a:pt x="339510" y="74630"/>
                </a:lnTo>
                <a:close/>
                <a:moveTo>
                  <a:pt x="471815" y="74630"/>
                </a:moveTo>
                <a:lnTo>
                  <a:pt x="472271" y="74057"/>
                </a:lnTo>
                <a:lnTo>
                  <a:pt x="472739" y="73489"/>
                </a:lnTo>
                <a:lnTo>
                  <a:pt x="473217" y="72924"/>
                </a:lnTo>
                <a:lnTo>
                  <a:pt x="473708" y="72364"/>
                </a:lnTo>
                <a:lnTo>
                  <a:pt x="474210" y="71807"/>
                </a:lnTo>
                <a:lnTo>
                  <a:pt x="474723" y="71254"/>
                </a:lnTo>
                <a:lnTo>
                  <a:pt x="475248" y="70705"/>
                </a:lnTo>
                <a:lnTo>
                  <a:pt x="475784" y="70160"/>
                </a:lnTo>
                <a:lnTo>
                  <a:pt x="476332" y="69619"/>
                </a:lnTo>
                <a:lnTo>
                  <a:pt x="476891" y="69082"/>
                </a:lnTo>
                <a:lnTo>
                  <a:pt x="477462" y="68549"/>
                </a:lnTo>
                <a:lnTo>
                  <a:pt x="478044" y="68020"/>
                </a:lnTo>
                <a:lnTo>
                  <a:pt x="478637" y="67495"/>
                </a:lnTo>
                <a:lnTo>
                  <a:pt x="479242" y="66973"/>
                </a:lnTo>
                <a:lnTo>
                  <a:pt x="479859" y="66456"/>
                </a:lnTo>
                <a:lnTo>
                  <a:pt x="480487" y="65942"/>
                </a:lnTo>
                <a:lnTo>
                  <a:pt x="481127" y="65433"/>
                </a:lnTo>
                <a:lnTo>
                  <a:pt x="481778" y="64927"/>
                </a:lnTo>
                <a:lnTo>
                  <a:pt x="482440" y="64425"/>
                </a:lnTo>
                <a:lnTo>
                  <a:pt x="483114" y="63927"/>
                </a:lnTo>
                <a:lnTo>
                  <a:pt x="483799" y="63433"/>
                </a:lnTo>
                <a:lnTo>
                  <a:pt x="484496" y="62943"/>
                </a:lnTo>
                <a:lnTo>
                  <a:pt x="485206" y="62465"/>
                </a:lnTo>
                <a:lnTo>
                  <a:pt x="485929" y="62007"/>
                </a:lnTo>
                <a:lnTo>
                  <a:pt x="486666" y="61570"/>
                </a:lnTo>
                <a:lnTo>
                  <a:pt x="487417" y="61152"/>
                </a:lnTo>
                <a:lnTo>
                  <a:pt x="488182" y="60756"/>
                </a:lnTo>
                <a:lnTo>
                  <a:pt x="488961" y="60379"/>
                </a:lnTo>
                <a:lnTo>
                  <a:pt x="489754" y="60023"/>
                </a:lnTo>
                <a:lnTo>
                  <a:pt x="490560" y="59687"/>
                </a:lnTo>
                <a:lnTo>
                  <a:pt x="491381" y="59372"/>
                </a:lnTo>
                <a:lnTo>
                  <a:pt x="492215" y="59077"/>
                </a:lnTo>
                <a:lnTo>
                  <a:pt x="493063" y="58802"/>
                </a:lnTo>
                <a:lnTo>
                  <a:pt x="493925" y="58548"/>
                </a:lnTo>
                <a:lnTo>
                  <a:pt x="494800" y="58314"/>
                </a:lnTo>
                <a:lnTo>
                  <a:pt x="495690" y="58100"/>
                </a:lnTo>
                <a:lnTo>
                  <a:pt x="496593" y="57907"/>
                </a:lnTo>
                <a:lnTo>
                  <a:pt x="497510" y="57734"/>
                </a:lnTo>
                <a:lnTo>
                  <a:pt x="498441" y="57581"/>
                </a:lnTo>
                <a:lnTo>
                  <a:pt x="499386" y="57449"/>
                </a:lnTo>
                <a:lnTo>
                  <a:pt x="500345" y="57337"/>
                </a:lnTo>
                <a:lnTo>
                  <a:pt x="501318" y="57245"/>
                </a:lnTo>
                <a:lnTo>
                  <a:pt x="502304" y="57174"/>
                </a:lnTo>
                <a:lnTo>
                  <a:pt x="503305" y="57123"/>
                </a:lnTo>
                <a:lnTo>
                  <a:pt x="504319" y="57093"/>
                </a:lnTo>
                <a:lnTo>
                  <a:pt x="505347" y="57083"/>
                </a:lnTo>
                <a:lnTo>
                  <a:pt x="506033" y="57089"/>
                </a:lnTo>
                <a:lnTo>
                  <a:pt x="506706" y="57108"/>
                </a:lnTo>
                <a:lnTo>
                  <a:pt x="507365" y="57141"/>
                </a:lnTo>
                <a:lnTo>
                  <a:pt x="508010" y="57186"/>
                </a:lnTo>
                <a:lnTo>
                  <a:pt x="508642" y="57244"/>
                </a:lnTo>
                <a:lnTo>
                  <a:pt x="509260" y="57315"/>
                </a:lnTo>
                <a:lnTo>
                  <a:pt x="509864" y="57400"/>
                </a:lnTo>
                <a:lnTo>
                  <a:pt x="510455" y="57497"/>
                </a:lnTo>
                <a:lnTo>
                  <a:pt x="511032" y="57607"/>
                </a:lnTo>
                <a:lnTo>
                  <a:pt x="511595" y="57730"/>
                </a:lnTo>
                <a:lnTo>
                  <a:pt x="512145" y="57866"/>
                </a:lnTo>
                <a:lnTo>
                  <a:pt x="512681" y="58014"/>
                </a:lnTo>
                <a:lnTo>
                  <a:pt x="513204" y="58176"/>
                </a:lnTo>
                <a:lnTo>
                  <a:pt x="513713" y="58351"/>
                </a:lnTo>
                <a:lnTo>
                  <a:pt x="514208" y="58539"/>
                </a:lnTo>
                <a:lnTo>
                  <a:pt x="514690" y="58739"/>
                </a:lnTo>
                <a:lnTo>
                  <a:pt x="515157" y="58953"/>
                </a:lnTo>
                <a:lnTo>
                  <a:pt x="515612" y="59179"/>
                </a:lnTo>
                <a:lnTo>
                  <a:pt x="516052" y="59419"/>
                </a:lnTo>
                <a:lnTo>
                  <a:pt x="516479" y="59671"/>
                </a:lnTo>
                <a:lnTo>
                  <a:pt x="516893" y="59937"/>
                </a:lnTo>
                <a:lnTo>
                  <a:pt x="517292" y="60215"/>
                </a:lnTo>
                <a:lnTo>
                  <a:pt x="517678" y="60506"/>
                </a:lnTo>
                <a:lnTo>
                  <a:pt x="518051" y="60810"/>
                </a:lnTo>
                <a:lnTo>
                  <a:pt x="518412" y="61126"/>
                </a:lnTo>
                <a:lnTo>
                  <a:pt x="518763" y="61451"/>
                </a:lnTo>
                <a:lnTo>
                  <a:pt x="519106" y="61786"/>
                </a:lnTo>
                <a:lnTo>
                  <a:pt x="519439" y="62130"/>
                </a:lnTo>
                <a:lnTo>
                  <a:pt x="519762" y="62485"/>
                </a:lnTo>
                <a:lnTo>
                  <a:pt x="520077" y="62848"/>
                </a:lnTo>
                <a:lnTo>
                  <a:pt x="520382" y="63222"/>
                </a:lnTo>
                <a:lnTo>
                  <a:pt x="520678" y="63605"/>
                </a:lnTo>
                <a:lnTo>
                  <a:pt x="520964" y="63998"/>
                </a:lnTo>
                <a:lnTo>
                  <a:pt x="521241" y="64400"/>
                </a:lnTo>
                <a:lnTo>
                  <a:pt x="521509" y="64813"/>
                </a:lnTo>
                <a:lnTo>
                  <a:pt x="521768" y="65234"/>
                </a:lnTo>
                <a:lnTo>
                  <a:pt x="522017" y="65666"/>
                </a:lnTo>
                <a:lnTo>
                  <a:pt x="522257" y="66107"/>
                </a:lnTo>
                <a:lnTo>
                  <a:pt x="522488" y="66558"/>
                </a:lnTo>
                <a:lnTo>
                  <a:pt x="522709" y="67018"/>
                </a:lnTo>
                <a:lnTo>
                  <a:pt x="522922" y="67489"/>
                </a:lnTo>
                <a:lnTo>
                  <a:pt x="523124" y="67968"/>
                </a:lnTo>
                <a:lnTo>
                  <a:pt x="523318" y="68458"/>
                </a:lnTo>
                <a:lnTo>
                  <a:pt x="523502" y="68957"/>
                </a:lnTo>
                <a:lnTo>
                  <a:pt x="523677" y="69466"/>
                </a:lnTo>
                <a:lnTo>
                  <a:pt x="523843" y="69984"/>
                </a:lnTo>
                <a:lnTo>
                  <a:pt x="523999" y="70513"/>
                </a:lnTo>
                <a:lnTo>
                  <a:pt x="524146" y="71050"/>
                </a:lnTo>
                <a:lnTo>
                  <a:pt x="524286" y="71596"/>
                </a:lnTo>
                <a:lnTo>
                  <a:pt x="524419" y="72148"/>
                </a:lnTo>
                <a:lnTo>
                  <a:pt x="524547" y="72707"/>
                </a:lnTo>
                <a:lnTo>
                  <a:pt x="524669" y="73273"/>
                </a:lnTo>
                <a:lnTo>
                  <a:pt x="524784" y="73845"/>
                </a:lnTo>
                <a:lnTo>
                  <a:pt x="524894" y="74423"/>
                </a:lnTo>
                <a:lnTo>
                  <a:pt x="524998" y="75009"/>
                </a:lnTo>
                <a:lnTo>
                  <a:pt x="525096" y="75600"/>
                </a:lnTo>
                <a:lnTo>
                  <a:pt x="525188" y="76199"/>
                </a:lnTo>
                <a:lnTo>
                  <a:pt x="525274" y="76804"/>
                </a:lnTo>
                <a:lnTo>
                  <a:pt x="525354" y="77415"/>
                </a:lnTo>
                <a:lnTo>
                  <a:pt x="525428" y="78034"/>
                </a:lnTo>
                <a:lnTo>
                  <a:pt x="525496" y="78658"/>
                </a:lnTo>
                <a:lnTo>
                  <a:pt x="525559" y="79290"/>
                </a:lnTo>
                <a:lnTo>
                  <a:pt x="525615" y="79928"/>
                </a:lnTo>
                <a:lnTo>
                  <a:pt x="525666" y="80572"/>
                </a:lnTo>
                <a:lnTo>
                  <a:pt x="525710" y="81223"/>
                </a:lnTo>
                <a:lnTo>
                  <a:pt x="525749" y="81881"/>
                </a:lnTo>
                <a:lnTo>
                  <a:pt x="525781" y="82545"/>
                </a:lnTo>
                <a:lnTo>
                  <a:pt x="525808" y="83216"/>
                </a:lnTo>
                <a:lnTo>
                  <a:pt x="525829" y="83894"/>
                </a:lnTo>
                <a:lnTo>
                  <a:pt x="525844" y="84578"/>
                </a:lnTo>
                <a:lnTo>
                  <a:pt x="525852" y="85268"/>
                </a:lnTo>
                <a:lnTo>
                  <a:pt x="525855" y="85966"/>
                </a:lnTo>
                <a:lnTo>
                  <a:pt x="525855" y="157461"/>
                </a:lnTo>
                <a:lnTo>
                  <a:pt x="544883" y="157461"/>
                </a:lnTo>
                <a:lnTo>
                  <a:pt x="544883" y="83519"/>
                </a:lnTo>
                <a:lnTo>
                  <a:pt x="544868" y="81857"/>
                </a:lnTo>
                <a:lnTo>
                  <a:pt x="544825" y="80226"/>
                </a:lnTo>
                <a:lnTo>
                  <a:pt x="544753" y="78627"/>
                </a:lnTo>
                <a:lnTo>
                  <a:pt x="544652" y="77058"/>
                </a:lnTo>
                <a:lnTo>
                  <a:pt x="544522" y="75521"/>
                </a:lnTo>
                <a:lnTo>
                  <a:pt x="544363" y="74015"/>
                </a:lnTo>
                <a:lnTo>
                  <a:pt x="544175" y="72540"/>
                </a:lnTo>
                <a:lnTo>
                  <a:pt x="543959" y="71097"/>
                </a:lnTo>
                <a:lnTo>
                  <a:pt x="543713" y="69685"/>
                </a:lnTo>
                <a:lnTo>
                  <a:pt x="543439" y="68304"/>
                </a:lnTo>
                <a:lnTo>
                  <a:pt x="543136" y="66955"/>
                </a:lnTo>
                <a:lnTo>
                  <a:pt x="542804" y="65637"/>
                </a:lnTo>
                <a:lnTo>
                  <a:pt x="542443" y="64350"/>
                </a:lnTo>
                <a:lnTo>
                  <a:pt x="542053" y="63094"/>
                </a:lnTo>
                <a:lnTo>
                  <a:pt x="541634" y="61870"/>
                </a:lnTo>
                <a:lnTo>
                  <a:pt x="541186" y="60677"/>
                </a:lnTo>
                <a:lnTo>
                  <a:pt x="540710" y="59515"/>
                </a:lnTo>
                <a:lnTo>
                  <a:pt x="540204" y="58384"/>
                </a:lnTo>
                <a:lnTo>
                  <a:pt x="539670" y="57285"/>
                </a:lnTo>
                <a:lnTo>
                  <a:pt x="539107" y="56217"/>
                </a:lnTo>
                <a:lnTo>
                  <a:pt x="538515" y="55180"/>
                </a:lnTo>
                <a:lnTo>
                  <a:pt x="537894" y="54175"/>
                </a:lnTo>
                <a:lnTo>
                  <a:pt x="537244" y="53201"/>
                </a:lnTo>
                <a:lnTo>
                  <a:pt x="536566" y="52258"/>
                </a:lnTo>
                <a:lnTo>
                  <a:pt x="535855" y="51350"/>
                </a:lnTo>
                <a:lnTo>
                  <a:pt x="535110" y="50481"/>
                </a:lnTo>
                <a:lnTo>
                  <a:pt x="534331" y="49650"/>
                </a:lnTo>
                <a:lnTo>
                  <a:pt x="533518" y="48858"/>
                </a:lnTo>
                <a:lnTo>
                  <a:pt x="532670" y="48105"/>
                </a:lnTo>
                <a:lnTo>
                  <a:pt x="531787" y="47390"/>
                </a:lnTo>
                <a:lnTo>
                  <a:pt x="530870" y="46714"/>
                </a:lnTo>
                <a:lnTo>
                  <a:pt x="529919" y="46076"/>
                </a:lnTo>
                <a:lnTo>
                  <a:pt x="528933" y="45478"/>
                </a:lnTo>
                <a:lnTo>
                  <a:pt x="527913" y="44917"/>
                </a:lnTo>
                <a:lnTo>
                  <a:pt x="526859" y="44396"/>
                </a:lnTo>
                <a:lnTo>
                  <a:pt x="525770" y="43913"/>
                </a:lnTo>
                <a:lnTo>
                  <a:pt x="524647" y="43469"/>
                </a:lnTo>
                <a:lnTo>
                  <a:pt x="523489" y="43063"/>
                </a:lnTo>
                <a:lnTo>
                  <a:pt x="522297" y="42696"/>
                </a:lnTo>
                <a:lnTo>
                  <a:pt x="521070" y="42368"/>
                </a:lnTo>
                <a:lnTo>
                  <a:pt x="519809" y="42078"/>
                </a:lnTo>
                <a:lnTo>
                  <a:pt x="518514" y="41827"/>
                </a:lnTo>
                <a:lnTo>
                  <a:pt x="517184" y="41614"/>
                </a:lnTo>
                <a:lnTo>
                  <a:pt x="515819" y="41440"/>
                </a:lnTo>
                <a:lnTo>
                  <a:pt x="514421" y="41305"/>
                </a:lnTo>
                <a:lnTo>
                  <a:pt x="512988" y="41209"/>
                </a:lnTo>
                <a:lnTo>
                  <a:pt x="511520" y="41151"/>
                </a:lnTo>
                <a:lnTo>
                  <a:pt x="510018" y="41131"/>
                </a:lnTo>
                <a:lnTo>
                  <a:pt x="508784" y="41142"/>
                </a:lnTo>
                <a:lnTo>
                  <a:pt x="507568" y="41173"/>
                </a:lnTo>
                <a:lnTo>
                  <a:pt x="506370" y="41225"/>
                </a:lnTo>
                <a:lnTo>
                  <a:pt x="505192" y="41297"/>
                </a:lnTo>
                <a:lnTo>
                  <a:pt x="504032" y="41391"/>
                </a:lnTo>
                <a:lnTo>
                  <a:pt x="502890" y="41505"/>
                </a:lnTo>
                <a:lnTo>
                  <a:pt x="501767" y="41640"/>
                </a:lnTo>
                <a:lnTo>
                  <a:pt x="500663" y="41796"/>
                </a:lnTo>
                <a:lnTo>
                  <a:pt x="499577" y="41972"/>
                </a:lnTo>
                <a:lnTo>
                  <a:pt x="498510" y="42170"/>
                </a:lnTo>
                <a:lnTo>
                  <a:pt x="497461" y="42388"/>
                </a:lnTo>
                <a:lnTo>
                  <a:pt x="496431" y="42627"/>
                </a:lnTo>
                <a:lnTo>
                  <a:pt x="495420" y="42886"/>
                </a:lnTo>
                <a:lnTo>
                  <a:pt x="494427" y="43167"/>
                </a:lnTo>
                <a:lnTo>
                  <a:pt x="493453" y="43468"/>
                </a:lnTo>
                <a:lnTo>
                  <a:pt x="492497" y="43790"/>
                </a:lnTo>
                <a:lnTo>
                  <a:pt x="491560" y="44133"/>
                </a:lnTo>
                <a:lnTo>
                  <a:pt x="490642" y="44496"/>
                </a:lnTo>
                <a:lnTo>
                  <a:pt x="489742" y="44880"/>
                </a:lnTo>
                <a:lnTo>
                  <a:pt x="488861" y="45285"/>
                </a:lnTo>
                <a:lnTo>
                  <a:pt x="487998" y="45711"/>
                </a:lnTo>
                <a:lnTo>
                  <a:pt x="487154" y="46158"/>
                </a:lnTo>
                <a:lnTo>
                  <a:pt x="486329" y="46625"/>
                </a:lnTo>
                <a:lnTo>
                  <a:pt x="485522" y="47113"/>
                </a:lnTo>
                <a:lnTo>
                  <a:pt x="484732" y="47613"/>
                </a:lnTo>
                <a:lnTo>
                  <a:pt x="483957" y="48115"/>
                </a:lnTo>
                <a:lnTo>
                  <a:pt x="483198" y="48620"/>
                </a:lnTo>
                <a:lnTo>
                  <a:pt x="482455" y="49127"/>
                </a:lnTo>
                <a:lnTo>
                  <a:pt x="481727" y="49638"/>
                </a:lnTo>
                <a:lnTo>
                  <a:pt x="481014" y="50150"/>
                </a:lnTo>
                <a:lnTo>
                  <a:pt x="480317" y="50665"/>
                </a:lnTo>
                <a:lnTo>
                  <a:pt x="479635" y="51183"/>
                </a:lnTo>
                <a:lnTo>
                  <a:pt x="478968" y="51703"/>
                </a:lnTo>
                <a:lnTo>
                  <a:pt x="478318" y="52226"/>
                </a:lnTo>
                <a:lnTo>
                  <a:pt x="477682" y="52752"/>
                </a:lnTo>
                <a:lnTo>
                  <a:pt x="477062" y="53280"/>
                </a:lnTo>
                <a:lnTo>
                  <a:pt x="476457" y="53810"/>
                </a:lnTo>
                <a:lnTo>
                  <a:pt x="475868" y="54344"/>
                </a:lnTo>
                <a:lnTo>
                  <a:pt x="475294" y="54879"/>
                </a:lnTo>
                <a:lnTo>
                  <a:pt x="474736" y="55418"/>
                </a:lnTo>
                <a:lnTo>
                  <a:pt x="474193" y="55959"/>
                </a:lnTo>
                <a:lnTo>
                  <a:pt x="473665" y="56502"/>
                </a:lnTo>
                <a:lnTo>
                  <a:pt x="473153" y="57048"/>
                </a:lnTo>
                <a:lnTo>
                  <a:pt x="472656" y="57597"/>
                </a:lnTo>
                <a:lnTo>
                  <a:pt x="472175" y="58148"/>
                </a:lnTo>
                <a:lnTo>
                  <a:pt x="471709" y="58702"/>
                </a:lnTo>
                <a:lnTo>
                  <a:pt x="471259" y="59258"/>
                </a:lnTo>
                <a:lnTo>
                  <a:pt x="470824" y="59817"/>
                </a:lnTo>
                <a:lnTo>
                  <a:pt x="470140" y="43068"/>
                </a:lnTo>
                <a:lnTo>
                  <a:pt x="451910" y="43068"/>
                </a:lnTo>
                <a:lnTo>
                  <a:pt x="451910" y="157461"/>
                </a:lnTo>
                <a:lnTo>
                  <a:pt x="470938" y="157461"/>
                </a:lnTo>
                <a:lnTo>
                  <a:pt x="470938" y="75786"/>
                </a:lnTo>
                <a:lnTo>
                  <a:pt x="471371" y="75206"/>
                </a:lnTo>
                <a:lnTo>
                  <a:pt x="471815" y="74630"/>
                </a:lnTo>
                <a:close/>
                <a:moveTo>
                  <a:pt x="654523" y="74630"/>
                </a:moveTo>
                <a:lnTo>
                  <a:pt x="654979" y="74057"/>
                </a:lnTo>
                <a:lnTo>
                  <a:pt x="655447" y="73489"/>
                </a:lnTo>
                <a:lnTo>
                  <a:pt x="655926" y="72924"/>
                </a:lnTo>
                <a:lnTo>
                  <a:pt x="656416" y="72364"/>
                </a:lnTo>
                <a:lnTo>
                  <a:pt x="656918" y="71807"/>
                </a:lnTo>
                <a:lnTo>
                  <a:pt x="657431" y="71254"/>
                </a:lnTo>
                <a:lnTo>
                  <a:pt x="657956" y="70705"/>
                </a:lnTo>
                <a:lnTo>
                  <a:pt x="658492" y="70160"/>
                </a:lnTo>
                <a:lnTo>
                  <a:pt x="659040" y="69619"/>
                </a:lnTo>
                <a:lnTo>
                  <a:pt x="659599" y="69082"/>
                </a:lnTo>
                <a:lnTo>
                  <a:pt x="660170" y="68549"/>
                </a:lnTo>
                <a:lnTo>
                  <a:pt x="660752" y="68020"/>
                </a:lnTo>
                <a:lnTo>
                  <a:pt x="661346" y="67495"/>
                </a:lnTo>
                <a:lnTo>
                  <a:pt x="661951" y="66973"/>
                </a:lnTo>
                <a:lnTo>
                  <a:pt x="662567" y="66456"/>
                </a:lnTo>
                <a:lnTo>
                  <a:pt x="663195" y="65942"/>
                </a:lnTo>
                <a:lnTo>
                  <a:pt x="663835" y="65433"/>
                </a:lnTo>
                <a:lnTo>
                  <a:pt x="664486" y="64927"/>
                </a:lnTo>
                <a:lnTo>
                  <a:pt x="665148" y="64425"/>
                </a:lnTo>
                <a:lnTo>
                  <a:pt x="665822" y="63927"/>
                </a:lnTo>
                <a:lnTo>
                  <a:pt x="666508" y="63433"/>
                </a:lnTo>
                <a:lnTo>
                  <a:pt x="667204" y="62943"/>
                </a:lnTo>
                <a:lnTo>
                  <a:pt x="667914" y="62465"/>
                </a:lnTo>
                <a:lnTo>
                  <a:pt x="668637" y="62007"/>
                </a:lnTo>
                <a:lnTo>
                  <a:pt x="669375" y="61570"/>
                </a:lnTo>
                <a:lnTo>
                  <a:pt x="670126" y="61152"/>
                </a:lnTo>
                <a:lnTo>
                  <a:pt x="670891" y="60756"/>
                </a:lnTo>
                <a:lnTo>
                  <a:pt x="671669" y="60379"/>
                </a:lnTo>
                <a:lnTo>
                  <a:pt x="672462" y="60023"/>
                </a:lnTo>
                <a:lnTo>
                  <a:pt x="673268" y="59687"/>
                </a:lnTo>
                <a:lnTo>
                  <a:pt x="674089" y="59372"/>
                </a:lnTo>
                <a:lnTo>
                  <a:pt x="674923" y="59077"/>
                </a:lnTo>
                <a:lnTo>
                  <a:pt x="675771" y="58802"/>
                </a:lnTo>
                <a:lnTo>
                  <a:pt x="676633" y="58548"/>
                </a:lnTo>
                <a:lnTo>
                  <a:pt x="677508" y="58314"/>
                </a:lnTo>
                <a:lnTo>
                  <a:pt x="678398" y="58100"/>
                </a:lnTo>
                <a:lnTo>
                  <a:pt x="679301" y="57907"/>
                </a:lnTo>
                <a:lnTo>
                  <a:pt x="680219" y="57734"/>
                </a:lnTo>
                <a:lnTo>
                  <a:pt x="681150" y="57581"/>
                </a:lnTo>
                <a:lnTo>
                  <a:pt x="682095" y="57449"/>
                </a:lnTo>
                <a:lnTo>
                  <a:pt x="683053" y="57337"/>
                </a:lnTo>
                <a:lnTo>
                  <a:pt x="684026" y="57245"/>
                </a:lnTo>
                <a:lnTo>
                  <a:pt x="685012" y="57174"/>
                </a:lnTo>
                <a:lnTo>
                  <a:pt x="686013" y="57123"/>
                </a:lnTo>
                <a:lnTo>
                  <a:pt x="687027" y="57093"/>
                </a:lnTo>
                <a:lnTo>
                  <a:pt x="688055" y="57083"/>
                </a:lnTo>
                <a:lnTo>
                  <a:pt x="688741" y="57089"/>
                </a:lnTo>
                <a:lnTo>
                  <a:pt x="689414" y="57108"/>
                </a:lnTo>
                <a:lnTo>
                  <a:pt x="690073" y="57141"/>
                </a:lnTo>
                <a:lnTo>
                  <a:pt x="690718" y="57186"/>
                </a:lnTo>
                <a:lnTo>
                  <a:pt x="691350" y="57244"/>
                </a:lnTo>
                <a:lnTo>
                  <a:pt x="691968" y="57315"/>
                </a:lnTo>
                <a:lnTo>
                  <a:pt x="692572" y="57400"/>
                </a:lnTo>
                <a:lnTo>
                  <a:pt x="693163" y="57497"/>
                </a:lnTo>
                <a:lnTo>
                  <a:pt x="693740" y="57607"/>
                </a:lnTo>
                <a:lnTo>
                  <a:pt x="694304" y="57730"/>
                </a:lnTo>
                <a:lnTo>
                  <a:pt x="694853" y="57866"/>
                </a:lnTo>
                <a:lnTo>
                  <a:pt x="695390" y="58014"/>
                </a:lnTo>
                <a:lnTo>
                  <a:pt x="695912" y="58176"/>
                </a:lnTo>
                <a:lnTo>
                  <a:pt x="696421" y="58351"/>
                </a:lnTo>
                <a:lnTo>
                  <a:pt x="696916" y="58539"/>
                </a:lnTo>
                <a:lnTo>
                  <a:pt x="697398" y="58739"/>
                </a:lnTo>
                <a:lnTo>
                  <a:pt x="697866" y="58953"/>
                </a:lnTo>
                <a:lnTo>
                  <a:pt x="698320" y="59179"/>
                </a:lnTo>
                <a:lnTo>
                  <a:pt x="698761" y="59419"/>
                </a:lnTo>
                <a:lnTo>
                  <a:pt x="699188" y="59671"/>
                </a:lnTo>
                <a:lnTo>
                  <a:pt x="699601" y="59937"/>
                </a:lnTo>
                <a:lnTo>
                  <a:pt x="700001" y="60215"/>
                </a:lnTo>
                <a:lnTo>
                  <a:pt x="700387" y="60506"/>
                </a:lnTo>
                <a:lnTo>
                  <a:pt x="700759" y="60810"/>
                </a:lnTo>
                <a:lnTo>
                  <a:pt x="701120" y="61126"/>
                </a:lnTo>
                <a:lnTo>
                  <a:pt x="701471" y="61451"/>
                </a:lnTo>
                <a:lnTo>
                  <a:pt x="701814" y="61786"/>
                </a:lnTo>
                <a:lnTo>
                  <a:pt x="702147" y="62130"/>
                </a:lnTo>
                <a:lnTo>
                  <a:pt x="702470" y="62485"/>
                </a:lnTo>
                <a:lnTo>
                  <a:pt x="702785" y="62848"/>
                </a:lnTo>
                <a:lnTo>
                  <a:pt x="703090" y="63222"/>
                </a:lnTo>
                <a:lnTo>
                  <a:pt x="703386" y="63605"/>
                </a:lnTo>
                <a:lnTo>
                  <a:pt x="703672" y="63998"/>
                </a:lnTo>
                <a:lnTo>
                  <a:pt x="703950" y="64400"/>
                </a:lnTo>
                <a:lnTo>
                  <a:pt x="704217" y="64813"/>
                </a:lnTo>
                <a:lnTo>
                  <a:pt x="704476" y="65234"/>
                </a:lnTo>
                <a:lnTo>
                  <a:pt x="704725" y="65666"/>
                </a:lnTo>
                <a:lnTo>
                  <a:pt x="704965" y="66107"/>
                </a:lnTo>
                <a:lnTo>
                  <a:pt x="705196" y="66558"/>
                </a:lnTo>
                <a:lnTo>
                  <a:pt x="705418" y="67018"/>
                </a:lnTo>
                <a:lnTo>
                  <a:pt x="705630" y="67489"/>
                </a:lnTo>
                <a:lnTo>
                  <a:pt x="705833" y="67968"/>
                </a:lnTo>
                <a:lnTo>
                  <a:pt x="706026" y="68458"/>
                </a:lnTo>
                <a:lnTo>
                  <a:pt x="706210" y="68957"/>
                </a:lnTo>
                <a:lnTo>
                  <a:pt x="706385" y="69466"/>
                </a:lnTo>
                <a:lnTo>
                  <a:pt x="706551" y="69984"/>
                </a:lnTo>
                <a:lnTo>
                  <a:pt x="706707" y="70513"/>
                </a:lnTo>
                <a:lnTo>
                  <a:pt x="706855" y="71050"/>
                </a:lnTo>
                <a:lnTo>
                  <a:pt x="706994" y="71596"/>
                </a:lnTo>
                <a:lnTo>
                  <a:pt x="707128" y="72148"/>
                </a:lnTo>
                <a:lnTo>
                  <a:pt x="707255" y="72707"/>
                </a:lnTo>
                <a:lnTo>
                  <a:pt x="707377" y="73273"/>
                </a:lnTo>
                <a:lnTo>
                  <a:pt x="707492" y="73845"/>
                </a:lnTo>
                <a:lnTo>
                  <a:pt x="707602" y="74423"/>
                </a:lnTo>
                <a:lnTo>
                  <a:pt x="707706" y="75009"/>
                </a:lnTo>
                <a:lnTo>
                  <a:pt x="707804" y="75600"/>
                </a:lnTo>
                <a:lnTo>
                  <a:pt x="707896" y="76199"/>
                </a:lnTo>
                <a:lnTo>
                  <a:pt x="707982" y="76804"/>
                </a:lnTo>
                <a:lnTo>
                  <a:pt x="708062" y="77415"/>
                </a:lnTo>
                <a:lnTo>
                  <a:pt x="708136" y="78034"/>
                </a:lnTo>
                <a:lnTo>
                  <a:pt x="708205" y="78658"/>
                </a:lnTo>
                <a:lnTo>
                  <a:pt x="708267" y="79290"/>
                </a:lnTo>
                <a:lnTo>
                  <a:pt x="708323" y="79928"/>
                </a:lnTo>
                <a:lnTo>
                  <a:pt x="708374" y="80572"/>
                </a:lnTo>
                <a:lnTo>
                  <a:pt x="708418" y="81223"/>
                </a:lnTo>
                <a:lnTo>
                  <a:pt x="708457" y="81881"/>
                </a:lnTo>
                <a:lnTo>
                  <a:pt x="708489" y="82545"/>
                </a:lnTo>
                <a:lnTo>
                  <a:pt x="708516" y="83216"/>
                </a:lnTo>
                <a:lnTo>
                  <a:pt x="708537" y="83894"/>
                </a:lnTo>
                <a:lnTo>
                  <a:pt x="708552" y="84578"/>
                </a:lnTo>
                <a:lnTo>
                  <a:pt x="708561" y="85268"/>
                </a:lnTo>
                <a:lnTo>
                  <a:pt x="708564" y="85966"/>
                </a:lnTo>
                <a:lnTo>
                  <a:pt x="708564" y="157461"/>
                </a:lnTo>
                <a:lnTo>
                  <a:pt x="727591" y="157461"/>
                </a:lnTo>
                <a:lnTo>
                  <a:pt x="727591" y="83519"/>
                </a:lnTo>
                <a:lnTo>
                  <a:pt x="727577" y="81857"/>
                </a:lnTo>
                <a:lnTo>
                  <a:pt x="727533" y="80226"/>
                </a:lnTo>
                <a:lnTo>
                  <a:pt x="727461" y="78627"/>
                </a:lnTo>
                <a:lnTo>
                  <a:pt x="727360" y="77058"/>
                </a:lnTo>
                <a:lnTo>
                  <a:pt x="727230" y="75521"/>
                </a:lnTo>
                <a:lnTo>
                  <a:pt x="727071" y="74015"/>
                </a:lnTo>
                <a:lnTo>
                  <a:pt x="726884" y="72540"/>
                </a:lnTo>
                <a:lnTo>
                  <a:pt x="726667" y="71097"/>
                </a:lnTo>
                <a:lnTo>
                  <a:pt x="726421" y="69685"/>
                </a:lnTo>
                <a:lnTo>
                  <a:pt x="726147" y="68304"/>
                </a:lnTo>
                <a:lnTo>
                  <a:pt x="725844" y="66955"/>
                </a:lnTo>
                <a:lnTo>
                  <a:pt x="725512" y="65637"/>
                </a:lnTo>
                <a:lnTo>
                  <a:pt x="725151" y="64350"/>
                </a:lnTo>
                <a:lnTo>
                  <a:pt x="724761" y="63094"/>
                </a:lnTo>
                <a:lnTo>
                  <a:pt x="724342" y="61870"/>
                </a:lnTo>
                <a:lnTo>
                  <a:pt x="723894" y="60677"/>
                </a:lnTo>
                <a:lnTo>
                  <a:pt x="723418" y="59515"/>
                </a:lnTo>
                <a:lnTo>
                  <a:pt x="722913" y="58384"/>
                </a:lnTo>
                <a:lnTo>
                  <a:pt x="722378" y="57285"/>
                </a:lnTo>
                <a:lnTo>
                  <a:pt x="721815" y="56217"/>
                </a:lnTo>
                <a:lnTo>
                  <a:pt x="721223" y="55180"/>
                </a:lnTo>
                <a:lnTo>
                  <a:pt x="720602" y="54175"/>
                </a:lnTo>
                <a:lnTo>
                  <a:pt x="719952" y="53201"/>
                </a:lnTo>
                <a:lnTo>
                  <a:pt x="719274" y="52258"/>
                </a:lnTo>
                <a:lnTo>
                  <a:pt x="718563" y="51350"/>
                </a:lnTo>
                <a:lnTo>
                  <a:pt x="717819" y="50481"/>
                </a:lnTo>
                <a:lnTo>
                  <a:pt x="717039" y="49650"/>
                </a:lnTo>
                <a:lnTo>
                  <a:pt x="716226" y="48858"/>
                </a:lnTo>
                <a:lnTo>
                  <a:pt x="715378" y="48105"/>
                </a:lnTo>
                <a:lnTo>
                  <a:pt x="714495" y="47390"/>
                </a:lnTo>
                <a:lnTo>
                  <a:pt x="713579" y="46714"/>
                </a:lnTo>
                <a:lnTo>
                  <a:pt x="712627" y="46076"/>
                </a:lnTo>
                <a:lnTo>
                  <a:pt x="711642" y="45478"/>
                </a:lnTo>
                <a:lnTo>
                  <a:pt x="710622" y="44917"/>
                </a:lnTo>
                <a:lnTo>
                  <a:pt x="709567" y="44396"/>
                </a:lnTo>
                <a:lnTo>
                  <a:pt x="708478" y="43913"/>
                </a:lnTo>
                <a:lnTo>
                  <a:pt x="707355" y="43469"/>
                </a:lnTo>
                <a:lnTo>
                  <a:pt x="706197" y="43063"/>
                </a:lnTo>
                <a:lnTo>
                  <a:pt x="705005" y="42696"/>
                </a:lnTo>
                <a:lnTo>
                  <a:pt x="703778" y="42368"/>
                </a:lnTo>
                <a:lnTo>
                  <a:pt x="702517" y="42078"/>
                </a:lnTo>
                <a:lnTo>
                  <a:pt x="701222" y="41827"/>
                </a:lnTo>
                <a:lnTo>
                  <a:pt x="699892" y="41614"/>
                </a:lnTo>
                <a:lnTo>
                  <a:pt x="698528" y="41440"/>
                </a:lnTo>
                <a:lnTo>
                  <a:pt x="697129" y="41305"/>
                </a:lnTo>
                <a:lnTo>
                  <a:pt x="695696" y="41209"/>
                </a:lnTo>
                <a:lnTo>
                  <a:pt x="694228" y="41151"/>
                </a:lnTo>
                <a:lnTo>
                  <a:pt x="692726" y="41131"/>
                </a:lnTo>
                <a:lnTo>
                  <a:pt x="691492" y="41142"/>
                </a:lnTo>
                <a:lnTo>
                  <a:pt x="690276" y="41173"/>
                </a:lnTo>
                <a:lnTo>
                  <a:pt x="689079" y="41225"/>
                </a:lnTo>
                <a:lnTo>
                  <a:pt x="687900" y="41297"/>
                </a:lnTo>
                <a:lnTo>
                  <a:pt x="686740" y="41391"/>
                </a:lnTo>
                <a:lnTo>
                  <a:pt x="685598" y="41505"/>
                </a:lnTo>
                <a:lnTo>
                  <a:pt x="684475" y="41640"/>
                </a:lnTo>
                <a:lnTo>
                  <a:pt x="683371" y="41796"/>
                </a:lnTo>
                <a:lnTo>
                  <a:pt x="682285" y="41972"/>
                </a:lnTo>
                <a:lnTo>
                  <a:pt x="681218" y="42170"/>
                </a:lnTo>
                <a:lnTo>
                  <a:pt x="680169" y="42388"/>
                </a:lnTo>
                <a:lnTo>
                  <a:pt x="679139" y="42627"/>
                </a:lnTo>
                <a:lnTo>
                  <a:pt x="678128" y="42886"/>
                </a:lnTo>
                <a:lnTo>
                  <a:pt x="677135" y="43167"/>
                </a:lnTo>
                <a:lnTo>
                  <a:pt x="676161" y="43468"/>
                </a:lnTo>
                <a:lnTo>
                  <a:pt x="675205" y="43790"/>
                </a:lnTo>
                <a:lnTo>
                  <a:pt x="674268" y="44133"/>
                </a:lnTo>
                <a:lnTo>
                  <a:pt x="673350" y="44496"/>
                </a:lnTo>
                <a:lnTo>
                  <a:pt x="672450" y="44880"/>
                </a:lnTo>
                <a:lnTo>
                  <a:pt x="671569" y="45285"/>
                </a:lnTo>
                <a:lnTo>
                  <a:pt x="670706" y="45711"/>
                </a:lnTo>
                <a:lnTo>
                  <a:pt x="669862" y="46158"/>
                </a:lnTo>
                <a:lnTo>
                  <a:pt x="669037" y="46625"/>
                </a:lnTo>
                <a:lnTo>
                  <a:pt x="668230" y="47113"/>
                </a:lnTo>
                <a:lnTo>
                  <a:pt x="667440" y="47613"/>
                </a:lnTo>
                <a:lnTo>
                  <a:pt x="666666" y="48115"/>
                </a:lnTo>
                <a:lnTo>
                  <a:pt x="665907" y="48620"/>
                </a:lnTo>
                <a:lnTo>
                  <a:pt x="665163" y="49127"/>
                </a:lnTo>
                <a:lnTo>
                  <a:pt x="664435" y="49638"/>
                </a:lnTo>
                <a:lnTo>
                  <a:pt x="663722" y="50150"/>
                </a:lnTo>
                <a:lnTo>
                  <a:pt x="663025" y="50665"/>
                </a:lnTo>
                <a:lnTo>
                  <a:pt x="662343" y="51183"/>
                </a:lnTo>
                <a:lnTo>
                  <a:pt x="661677" y="51703"/>
                </a:lnTo>
                <a:lnTo>
                  <a:pt x="661026" y="52226"/>
                </a:lnTo>
                <a:lnTo>
                  <a:pt x="660390" y="52752"/>
                </a:lnTo>
                <a:lnTo>
                  <a:pt x="659770" y="53280"/>
                </a:lnTo>
                <a:lnTo>
                  <a:pt x="659165" y="53810"/>
                </a:lnTo>
                <a:lnTo>
                  <a:pt x="658576" y="54344"/>
                </a:lnTo>
                <a:lnTo>
                  <a:pt x="658002" y="54879"/>
                </a:lnTo>
                <a:lnTo>
                  <a:pt x="657444" y="55418"/>
                </a:lnTo>
                <a:lnTo>
                  <a:pt x="656901" y="55959"/>
                </a:lnTo>
                <a:lnTo>
                  <a:pt x="656373" y="56502"/>
                </a:lnTo>
                <a:lnTo>
                  <a:pt x="655861" y="57048"/>
                </a:lnTo>
                <a:lnTo>
                  <a:pt x="655364" y="57597"/>
                </a:lnTo>
                <a:lnTo>
                  <a:pt x="654883" y="58148"/>
                </a:lnTo>
                <a:lnTo>
                  <a:pt x="654417" y="58702"/>
                </a:lnTo>
                <a:lnTo>
                  <a:pt x="653967" y="59258"/>
                </a:lnTo>
                <a:lnTo>
                  <a:pt x="653532" y="59817"/>
                </a:lnTo>
                <a:lnTo>
                  <a:pt x="652848" y="43068"/>
                </a:lnTo>
                <a:lnTo>
                  <a:pt x="634618" y="43068"/>
                </a:lnTo>
                <a:lnTo>
                  <a:pt x="634618" y="157461"/>
                </a:lnTo>
                <a:lnTo>
                  <a:pt x="653646" y="157461"/>
                </a:lnTo>
                <a:lnTo>
                  <a:pt x="653646" y="75786"/>
                </a:lnTo>
                <a:lnTo>
                  <a:pt x="654079" y="75206"/>
                </a:lnTo>
                <a:lnTo>
                  <a:pt x="654523" y="74630"/>
                </a:lnTo>
                <a:close/>
                <a:moveTo>
                  <a:pt x="578149" y="157461"/>
                </a:moveTo>
                <a:lnTo>
                  <a:pt x="597177" y="157461"/>
                </a:lnTo>
                <a:lnTo>
                  <a:pt x="597177" y="43068"/>
                </a:lnTo>
                <a:lnTo>
                  <a:pt x="578149" y="43068"/>
                </a:lnTo>
                <a:lnTo>
                  <a:pt x="578149" y="157461"/>
                </a:lnTo>
                <a:close/>
                <a:moveTo>
                  <a:pt x="226586" y="159368"/>
                </a:moveTo>
                <a:lnTo>
                  <a:pt x="227654" y="159287"/>
                </a:lnTo>
                <a:lnTo>
                  <a:pt x="228710" y="159188"/>
                </a:lnTo>
                <a:lnTo>
                  <a:pt x="229754" y="159071"/>
                </a:lnTo>
                <a:lnTo>
                  <a:pt x="230787" y="158936"/>
                </a:lnTo>
                <a:lnTo>
                  <a:pt x="231808" y="158783"/>
                </a:lnTo>
                <a:lnTo>
                  <a:pt x="232818" y="158612"/>
                </a:lnTo>
                <a:lnTo>
                  <a:pt x="233816" y="158423"/>
                </a:lnTo>
                <a:lnTo>
                  <a:pt x="234802" y="158216"/>
                </a:lnTo>
                <a:lnTo>
                  <a:pt x="235776" y="157991"/>
                </a:lnTo>
                <a:lnTo>
                  <a:pt x="236739" y="157748"/>
                </a:lnTo>
                <a:lnTo>
                  <a:pt x="237690" y="157487"/>
                </a:lnTo>
                <a:lnTo>
                  <a:pt x="238630" y="157208"/>
                </a:lnTo>
                <a:lnTo>
                  <a:pt x="239558" y="156911"/>
                </a:lnTo>
                <a:lnTo>
                  <a:pt x="240474" y="156596"/>
                </a:lnTo>
                <a:lnTo>
                  <a:pt x="241378" y="156263"/>
                </a:lnTo>
                <a:lnTo>
                  <a:pt x="242271" y="155912"/>
                </a:lnTo>
                <a:lnTo>
                  <a:pt x="243152" y="155543"/>
                </a:lnTo>
                <a:lnTo>
                  <a:pt x="244022" y="155156"/>
                </a:lnTo>
                <a:lnTo>
                  <a:pt x="244879" y="154751"/>
                </a:lnTo>
                <a:lnTo>
                  <a:pt x="245726" y="154328"/>
                </a:lnTo>
                <a:lnTo>
                  <a:pt x="246562" y="153890"/>
                </a:lnTo>
                <a:lnTo>
                  <a:pt x="247389" y="153440"/>
                </a:lnTo>
                <a:lnTo>
                  <a:pt x="248208" y="152979"/>
                </a:lnTo>
                <a:lnTo>
                  <a:pt x="249019" y="152506"/>
                </a:lnTo>
                <a:lnTo>
                  <a:pt x="249821" y="152022"/>
                </a:lnTo>
                <a:lnTo>
                  <a:pt x="250614" y="151526"/>
                </a:lnTo>
                <a:lnTo>
                  <a:pt x="251399" y="151018"/>
                </a:lnTo>
                <a:lnTo>
                  <a:pt x="252176" y="150498"/>
                </a:lnTo>
                <a:lnTo>
                  <a:pt x="252944" y="149967"/>
                </a:lnTo>
                <a:lnTo>
                  <a:pt x="253703" y="149424"/>
                </a:lnTo>
                <a:lnTo>
                  <a:pt x="254454" y="148870"/>
                </a:lnTo>
                <a:lnTo>
                  <a:pt x="255197" y="148303"/>
                </a:lnTo>
                <a:lnTo>
                  <a:pt x="255931" y="147726"/>
                </a:lnTo>
                <a:lnTo>
                  <a:pt x="256656" y="147136"/>
                </a:lnTo>
                <a:lnTo>
                  <a:pt x="257373" y="146535"/>
                </a:lnTo>
                <a:lnTo>
                  <a:pt x="258081" y="145922"/>
                </a:lnTo>
                <a:lnTo>
                  <a:pt x="258781" y="145297"/>
                </a:lnTo>
                <a:lnTo>
                  <a:pt x="259473" y="144661"/>
                </a:lnTo>
                <a:lnTo>
                  <a:pt x="260156" y="144013"/>
                </a:lnTo>
                <a:lnTo>
                  <a:pt x="260830" y="143353"/>
                </a:lnTo>
                <a:lnTo>
                  <a:pt x="261496" y="142682"/>
                </a:lnTo>
                <a:lnTo>
                  <a:pt x="262154" y="141999"/>
                </a:lnTo>
                <a:lnTo>
                  <a:pt x="262802" y="141305"/>
                </a:lnTo>
                <a:lnTo>
                  <a:pt x="263443" y="140598"/>
                </a:lnTo>
                <a:lnTo>
                  <a:pt x="264240" y="157461"/>
                </a:lnTo>
                <a:lnTo>
                  <a:pt x="282015" y="157461"/>
                </a:lnTo>
                <a:lnTo>
                  <a:pt x="282015" y="81041"/>
                </a:lnTo>
                <a:lnTo>
                  <a:pt x="282008" y="80022"/>
                </a:lnTo>
                <a:lnTo>
                  <a:pt x="281989" y="79019"/>
                </a:lnTo>
                <a:lnTo>
                  <a:pt x="281958" y="78031"/>
                </a:lnTo>
                <a:lnTo>
                  <a:pt x="281913" y="77059"/>
                </a:lnTo>
                <a:lnTo>
                  <a:pt x="281856" y="76103"/>
                </a:lnTo>
                <a:lnTo>
                  <a:pt x="281787" y="75162"/>
                </a:lnTo>
                <a:lnTo>
                  <a:pt x="281704" y="74237"/>
                </a:lnTo>
                <a:lnTo>
                  <a:pt x="281609" y="73328"/>
                </a:lnTo>
                <a:lnTo>
                  <a:pt x="281502" y="72434"/>
                </a:lnTo>
                <a:lnTo>
                  <a:pt x="281382" y="71557"/>
                </a:lnTo>
                <a:lnTo>
                  <a:pt x="281249" y="70694"/>
                </a:lnTo>
                <a:lnTo>
                  <a:pt x="281103" y="69848"/>
                </a:lnTo>
                <a:lnTo>
                  <a:pt x="280945" y="69017"/>
                </a:lnTo>
                <a:lnTo>
                  <a:pt x="280774" y="68202"/>
                </a:lnTo>
                <a:lnTo>
                  <a:pt x="280590" y="67403"/>
                </a:lnTo>
                <a:lnTo>
                  <a:pt x="280394" y="66619"/>
                </a:lnTo>
                <a:lnTo>
                  <a:pt x="280185" y="65851"/>
                </a:lnTo>
                <a:lnTo>
                  <a:pt x="279964" y="65098"/>
                </a:lnTo>
                <a:lnTo>
                  <a:pt x="279729" y="64362"/>
                </a:lnTo>
                <a:lnTo>
                  <a:pt x="279483" y="63641"/>
                </a:lnTo>
                <a:lnTo>
                  <a:pt x="279223" y="62935"/>
                </a:lnTo>
                <a:lnTo>
                  <a:pt x="278951" y="62246"/>
                </a:lnTo>
                <a:lnTo>
                  <a:pt x="278666" y="61572"/>
                </a:lnTo>
                <a:lnTo>
                  <a:pt x="278369" y="60914"/>
                </a:lnTo>
                <a:lnTo>
                  <a:pt x="278060" y="60269"/>
                </a:lnTo>
                <a:lnTo>
                  <a:pt x="277743" y="59636"/>
                </a:lnTo>
                <a:lnTo>
                  <a:pt x="277417" y="59016"/>
                </a:lnTo>
                <a:lnTo>
                  <a:pt x="277082" y="58407"/>
                </a:lnTo>
                <a:lnTo>
                  <a:pt x="276738" y="57811"/>
                </a:lnTo>
                <a:lnTo>
                  <a:pt x="276385" y="57226"/>
                </a:lnTo>
                <a:lnTo>
                  <a:pt x="276024" y="56654"/>
                </a:lnTo>
                <a:lnTo>
                  <a:pt x="275653" y="56093"/>
                </a:lnTo>
                <a:lnTo>
                  <a:pt x="275274" y="55545"/>
                </a:lnTo>
                <a:lnTo>
                  <a:pt x="274885" y="55008"/>
                </a:lnTo>
                <a:lnTo>
                  <a:pt x="274488" y="54484"/>
                </a:lnTo>
                <a:lnTo>
                  <a:pt x="274082" y="53971"/>
                </a:lnTo>
                <a:lnTo>
                  <a:pt x="273667" y="53471"/>
                </a:lnTo>
                <a:lnTo>
                  <a:pt x="273243" y="52983"/>
                </a:lnTo>
                <a:lnTo>
                  <a:pt x="272810" y="52507"/>
                </a:lnTo>
                <a:lnTo>
                  <a:pt x="272368" y="52042"/>
                </a:lnTo>
                <a:lnTo>
                  <a:pt x="271917" y="51590"/>
                </a:lnTo>
                <a:lnTo>
                  <a:pt x="271458" y="51150"/>
                </a:lnTo>
                <a:lnTo>
                  <a:pt x="270989" y="50722"/>
                </a:lnTo>
                <a:lnTo>
                  <a:pt x="270512" y="50306"/>
                </a:lnTo>
                <a:lnTo>
                  <a:pt x="270025" y="49902"/>
                </a:lnTo>
                <a:lnTo>
                  <a:pt x="269530" y="49510"/>
                </a:lnTo>
                <a:lnTo>
                  <a:pt x="269026" y="49130"/>
                </a:lnTo>
                <a:lnTo>
                  <a:pt x="268513" y="48762"/>
                </a:lnTo>
                <a:lnTo>
                  <a:pt x="267993" y="48404"/>
                </a:lnTo>
                <a:lnTo>
                  <a:pt x="267467" y="48056"/>
                </a:lnTo>
                <a:lnTo>
                  <a:pt x="266936" y="47718"/>
                </a:lnTo>
                <a:lnTo>
                  <a:pt x="266399" y="47389"/>
                </a:lnTo>
                <a:lnTo>
                  <a:pt x="265856" y="47069"/>
                </a:lnTo>
                <a:lnTo>
                  <a:pt x="265309" y="46759"/>
                </a:lnTo>
                <a:lnTo>
                  <a:pt x="264755" y="46458"/>
                </a:lnTo>
                <a:lnTo>
                  <a:pt x="264196" y="46166"/>
                </a:lnTo>
                <a:lnTo>
                  <a:pt x="263632" y="45884"/>
                </a:lnTo>
                <a:lnTo>
                  <a:pt x="263061" y="45611"/>
                </a:lnTo>
                <a:lnTo>
                  <a:pt x="262486" y="45347"/>
                </a:lnTo>
                <a:lnTo>
                  <a:pt x="261905" y="45093"/>
                </a:lnTo>
                <a:lnTo>
                  <a:pt x="261318" y="44849"/>
                </a:lnTo>
                <a:lnTo>
                  <a:pt x="260726" y="44613"/>
                </a:lnTo>
                <a:lnTo>
                  <a:pt x="260128" y="44387"/>
                </a:lnTo>
                <a:lnTo>
                  <a:pt x="259525" y="44171"/>
                </a:lnTo>
                <a:lnTo>
                  <a:pt x="258916" y="43964"/>
                </a:lnTo>
                <a:lnTo>
                  <a:pt x="258301" y="43766"/>
                </a:lnTo>
                <a:lnTo>
                  <a:pt x="257681" y="43577"/>
                </a:lnTo>
                <a:lnTo>
                  <a:pt x="257056" y="43398"/>
                </a:lnTo>
                <a:lnTo>
                  <a:pt x="256425" y="43229"/>
                </a:lnTo>
                <a:lnTo>
                  <a:pt x="255788" y="43069"/>
                </a:lnTo>
                <a:lnTo>
                  <a:pt x="255146" y="42918"/>
                </a:lnTo>
                <a:lnTo>
                  <a:pt x="254499" y="42776"/>
                </a:lnTo>
                <a:lnTo>
                  <a:pt x="253847" y="42642"/>
                </a:lnTo>
                <a:lnTo>
                  <a:pt x="253193" y="42514"/>
                </a:lnTo>
                <a:lnTo>
                  <a:pt x="252536" y="42391"/>
                </a:lnTo>
                <a:lnTo>
                  <a:pt x="251877" y="42274"/>
                </a:lnTo>
                <a:lnTo>
                  <a:pt x="251215" y="42162"/>
                </a:lnTo>
                <a:lnTo>
                  <a:pt x="250550" y="42057"/>
                </a:lnTo>
                <a:lnTo>
                  <a:pt x="249883" y="41957"/>
                </a:lnTo>
                <a:lnTo>
                  <a:pt x="249213" y="41862"/>
                </a:lnTo>
                <a:lnTo>
                  <a:pt x="248541" y="41774"/>
                </a:lnTo>
                <a:lnTo>
                  <a:pt x="247866" y="41691"/>
                </a:lnTo>
                <a:lnTo>
                  <a:pt x="247189" y="41614"/>
                </a:lnTo>
                <a:lnTo>
                  <a:pt x="246509" y="41543"/>
                </a:lnTo>
                <a:lnTo>
                  <a:pt x="245826" y="41477"/>
                </a:lnTo>
                <a:lnTo>
                  <a:pt x="245141" y="41417"/>
                </a:lnTo>
                <a:lnTo>
                  <a:pt x="244454" y="41363"/>
                </a:lnTo>
                <a:lnTo>
                  <a:pt x="243763" y="41314"/>
                </a:lnTo>
                <a:lnTo>
                  <a:pt x="243071" y="41271"/>
                </a:lnTo>
                <a:lnTo>
                  <a:pt x="242375" y="41234"/>
                </a:lnTo>
                <a:lnTo>
                  <a:pt x="241677" y="41203"/>
                </a:lnTo>
                <a:lnTo>
                  <a:pt x="240977" y="41177"/>
                </a:lnTo>
                <a:lnTo>
                  <a:pt x="240274" y="41157"/>
                </a:lnTo>
                <a:lnTo>
                  <a:pt x="239568" y="41143"/>
                </a:lnTo>
                <a:lnTo>
                  <a:pt x="238860" y="41134"/>
                </a:lnTo>
                <a:lnTo>
                  <a:pt x="238149" y="41131"/>
                </a:lnTo>
                <a:lnTo>
                  <a:pt x="237043" y="41138"/>
                </a:lnTo>
                <a:lnTo>
                  <a:pt x="235948" y="41159"/>
                </a:lnTo>
                <a:lnTo>
                  <a:pt x="234863" y="41194"/>
                </a:lnTo>
                <a:lnTo>
                  <a:pt x="233789" y="41242"/>
                </a:lnTo>
                <a:lnTo>
                  <a:pt x="232725" y="41305"/>
                </a:lnTo>
                <a:lnTo>
                  <a:pt x="231672" y="41381"/>
                </a:lnTo>
                <a:lnTo>
                  <a:pt x="230629" y="41471"/>
                </a:lnTo>
                <a:lnTo>
                  <a:pt x="229597" y="41575"/>
                </a:lnTo>
                <a:lnTo>
                  <a:pt x="228575" y="41693"/>
                </a:lnTo>
                <a:lnTo>
                  <a:pt x="227564" y="41824"/>
                </a:lnTo>
                <a:lnTo>
                  <a:pt x="226563" y="41970"/>
                </a:lnTo>
                <a:lnTo>
                  <a:pt x="225573" y="42129"/>
                </a:lnTo>
                <a:lnTo>
                  <a:pt x="224593" y="42302"/>
                </a:lnTo>
                <a:lnTo>
                  <a:pt x="223624" y="42489"/>
                </a:lnTo>
                <a:lnTo>
                  <a:pt x="222665" y="42690"/>
                </a:lnTo>
                <a:lnTo>
                  <a:pt x="221717" y="42905"/>
                </a:lnTo>
                <a:lnTo>
                  <a:pt x="220779" y="43134"/>
                </a:lnTo>
                <a:lnTo>
                  <a:pt x="219851" y="43376"/>
                </a:lnTo>
                <a:lnTo>
                  <a:pt x="218934" y="43633"/>
                </a:lnTo>
                <a:lnTo>
                  <a:pt x="218028" y="43903"/>
                </a:lnTo>
                <a:lnTo>
                  <a:pt x="217132" y="44187"/>
                </a:lnTo>
                <a:lnTo>
                  <a:pt x="216246" y="44485"/>
                </a:lnTo>
                <a:lnTo>
                  <a:pt x="215371" y="44797"/>
                </a:lnTo>
                <a:lnTo>
                  <a:pt x="214507" y="45123"/>
                </a:lnTo>
                <a:lnTo>
                  <a:pt x="213655" y="45463"/>
                </a:lnTo>
                <a:lnTo>
                  <a:pt x="212819" y="45820"/>
                </a:lnTo>
                <a:lnTo>
                  <a:pt x="211998" y="46193"/>
                </a:lnTo>
                <a:lnTo>
                  <a:pt x="211193" y="46582"/>
                </a:lnTo>
                <a:lnTo>
                  <a:pt x="210403" y="46988"/>
                </a:lnTo>
                <a:lnTo>
                  <a:pt x="209629" y="47410"/>
                </a:lnTo>
                <a:lnTo>
                  <a:pt x="208870" y="47848"/>
                </a:lnTo>
                <a:lnTo>
                  <a:pt x="208126" y="48303"/>
                </a:lnTo>
                <a:lnTo>
                  <a:pt x="207398" y="48774"/>
                </a:lnTo>
                <a:lnTo>
                  <a:pt x="206686" y="49261"/>
                </a:lnTo>
                <a:lnTo>
                  <a:pt x="205988" y="49765"/>
                </a:lnTo>
                <a:lnTo>
                  <a:pt x="205306" y="50285"/>
                </a:lnTo>
                <a:lnTo>
                  <a:pt x="204640" y="50821"/>
                </a:lnTo>
                <a:lnTo>
                  <a:pt x="203989" y="51373"/>
                </a:lnTo>
                <a:lnTo>
                  <a:pt x="203353" y="51942"/>
                </a:lnTo>
                <a:lnTo>
                  <a:pt x="202733" y="52527"/>
                </a:lnTo>
                <a:lnTo>
                  <a:pt x="202129" y="53128"/>
                </a:lnTo>
                <a:lnTo>
                  <a:pt x="201539" y="53746"/>
                </a:lnTo>
                <a:lnTo>
                  <a:pt x="200966" y="54380"/>
                </a:lnTo>
                <a:lnTo>
                  <a:pt x="200407" y="55030"/>
                </a:lnTo>
                <a:lnTo>
                  <a:pt x="199864" y="55697"/>
                </a:lnTo>
                <a:lnTo>
                  <a:pt x="199337" y="56380"/>
                </a:lnTo>
                <a:lnTo>
                  <a:pt x="198824" y="57079"/>
                </a:lnTo>
                <a:lnTo>
                  <a:pt x="198328" y="57795"/>
                </a:lnTo>
                <a:lnTo>
                  <a:pt x="197849" y="58527"/>
                </a:lnTo>
                <a:lnTo>
                  <a:pt x="197391" y="59279"/>
                </a:lnTo>
                <a:lnTo>
                  <a:pt x="196952" y="60049"/>
                </a:lnTo>
                <a:lnTo>
                  <a:pt x="196535" y="60838"/>
                </a:lnTo>
                <a:lnTo>
                  <a:pt x="196138" y="61646"/>
                </a:lnTo>
                <a:lnTo>
                  <a:pt x="195761" y="62472"/>
                </a:lnTo>
                <a:lnTo>
                  <a:pt x="195404" y="63317"/>
                </a:lnTo>
                <a:lnTo>
                  <a:pt x="195068" y="64181"/>
                </a:lnTo>
                <a:lnTo>
                  <a:pt x="194752" y="65064"/>
                </a:lnTo>
                <a:lnTo>
                  <a:pt x="194457" y="65966"/>
                </a:lnTo>
                <a:lnTo>
                  <a:pt x="194182" y="66886"/>
                </a:lnTo>
                <a:lnTo>
                  <a:pt x="193927" y="67825"/>
                </a:lnTo>
                <a:lnTo>
                  <a:pt x="193693" y="68782"/>
                </a:lnTo>
                <a:lnTo>
                  <a:pt x="193479" y="69759"/>
                </a:lnTo>
                <a:lnTo>
                  <a:pt x="193285" y="70754"/>
                </a:lnTo>
                <a:lnTo>
                  <a:pt x="193112" y="71768"/>
                </a:lnTo>
                <a:lnTo>
                  <a:pt x="192959" y="72800"/>
                </a:lnTo>
                <a:lnTo>
                  <a:pt x="192827" y="73852"/>
                </a:lnTo>
                <a:lnTo>
                  <a:pt x="192715" y="74922"/>
                </a:lnTo>
                <a:lnTo>
                  <a:pt x="192623" y="76011"/>
                </a:lnTo>
                <a:lnTo>
                  <a:pt x="192552" y="77118"/>
                </a:lnTo>
                <a:lnTo>
                  <a:pt x="192501" y="78245"/>
                </a:lnTo>
                <a:lnTo>
                  <a:pt x="192470" y="79390"/>
                </a:lnTo>
                <a:lnTo>
                  <a:pt x="192460" y="80554"/>
                </a:lnTo>
                <a:lnTo>
                  <a:pt x="210918" y="80554"/>
                </a:lnTo>
                <a:lnTo>
                  <a:pt x="210931" y="79472"/>
                </a:lnTo>
                <a:lnTo>
                  <a:pt x="210972" y="78415"/>
                </a:lnTo>
                <a:lnTo>
                  <a:pt x="211041" y="77383"/>
                </a:lnTo>
                <a:lnTo>
                  <a:pt x="211136" y="76374"/>
                </a:lnTo>
                <a:lnTo>
                  <a:pt x="211259" y="75391"/>
                </a:lnTo>
                <a:lnTo>
                  <a:pt x="211409" y="74431"/>
                </a:lnTo>
                <a:lnTo>
                  <a:pt x="211587" y="73497"/>
                </a:lnTo>
                <a:lnTo>
                  <a:pt x="211791" y="72586"/>
                </a:lnTo>
                <a:lnTo>
                  <a:pt x="212023" y="71700"/>
                </a:lnTo>
                <a:lnTo>
                  <a:pt x="212283" y="70839"/>
                </a:lnTo>
                <a:lnTo>
                  <a:pt x="212569" y="70002"/>
                </a:lnTo>
                <a:lnTo>
                  <a:pt x="212883" y="69189"/>
                </a:lnTo>
                <a:lnTo>
                  <a:pt x="213224" y="68401"/>
                </a:lnTo>
                <a:lnTo>
                  <a:pt x="213593" y="67637"/>
                </a:lnTo>
                <a:lnTo>
                  <a:pt x="213989" y="66898"/>
                </a:lnTo>
                <a:lnTo>
                  <a:pt x="214412" y="66183"/>
                </a:lnTo>
                <a:lnTo>
                  <a:pt x="214862" y="65493"/>
                </a:lnTo>
                <a:lnTo>
                  <a:pt x="215340" y="64827"/>
                </a:lnTo>
                <a:lnTo>
                  <a:pt x="215845" y="64185"/>
                </a:lnTo>
                <a:lnTo>
                  <a:pt x="216377" y="63568"/>
                </a:lnTo>
                <a:lnTo>
                  <a:pt x="216937" y="62976"/>
                </a:lnTo>
                <a:lnTo>
                  <a:pt x="217524" y="62408"/>
                </a:lnTo>
                <a:lnTo>
                  <a:pt x="218138" y="61864"/>
                </a:lnTo>
                <a:lnTo>
                  <a:pt x="218779" y="61344"/>
                </a:lnTo>
                <a:lnTo>
                  <a:pt x="219441" y="60848"/>
                </a:lnTo>
                <a:lnTo>
                  <a:pt x="220115" y="60373"/>
                </a:lnTo>
                <a:lnTo>
                  <a:pt x="220802" y="59918"/>
                </a:lnTo>
                <a:lnTo>
                  <a:pt x="221501" y="59485"/>
                </a:lnTo>
                <a:lnTo>
                  <a:pt x="222213" y="59073"/>
                </a:lnTo>
                <a:lnTo>
                  <a:pt x="222938" y="58682"/>
                </a:lnTo>
                <a:lnTo>
                  <a:pt x="223676" y="58313"/>
                </a:lnTo>
                <a:lnTo>
                  <a:pt x="224426" y="57964"/>
                </a:lnTo>
                <a:lnTo>
                  <a:pt x="225188" y="57636"/>
                </a:lnTo>
                <a:lnTo>
                  <a:pt x="225964" y="57330"/>
                </a:lnTo>
                <a:lnTo>
                  <a:pt x="226752" y="57045"/>
                </a:lnTo>
                <a:lnTo>
                  <a:pt x="227553" y="56781"/>
                </a:lnTo>
                <a:lnTo>
                  <a:pt x="228366" y="56538"/>
                </a:lnTo>
                <a:lnTo>
                  <a:pt x="229192" y="56316"/>
                </a:lnTo>
                <a:lnTo>
                  <a:pt x="230031" y="56115"/>
                </a:lnTo>
                <a:lnTo>
                  <a:pt x="230882" y="55936"/>
                </a:lnTo>
                <a:lnTo>
                  <a:pt x="231746" y="55777"/>
                </a:lnTo>
                <a:lnTo>
                  <a:pt x="232623" y="55640"/>
                </a:lnTo>
                <a:lnTo>
                  <a:pt x="233512" y="55524"/>
                </a:lnTo>
                <a:lnTo>
                  <a:pt x="234414" y="55429"/>
                </a:lnTo>
                <a:lnTo>
                  <a:pt x="235329" y="55355"/>
                </a:lnTo>
                <a:lnTo>
                  <a:pt x="236256" y="55302"/>
                </a:lnTo>
                <a:lnTo>
                  <a:pt x="237196" y="55270"/>
                </a:lnTo>
                <a:lnTo>
                  <a:pt x="238149" y="55260"/>
                </a:lnTo>
                <a:lnTo>
                  <a:pt x="239044" y="55269"/>
                </a:lnTo>
                <a:lnTo>
                  <a:pt x="239927" y="55298"/>
                </a:lnTo>
                <a:lnTo>
                  <a:pt x="240796" y="55347"/>
                </a:lnTo>
                <a:lnTo>
                  <a:pt x="241652" y="55415"/>
                </a:lnTo>
                <a:lnTo>
                  <a:pt x="242496" y="55502"/>
                </a:lnTo>
                <a:lnTo>
                  <a:pt x="243326" y="55608"/>
                </a:lnTo>
                <a:lnTo>
                  <a:pt x="244143" y="55734"/>
                </a:lnTo>
                <a:lnTo>
                  <a:pt x="244947" y="55880"/>
                </a:lnTo>
                <a:lnTo>
                  <a:pt x="245738" y="56045"/>
                </a:lnTo>
                <a:lnTo>
                  <a:pt x="246516" y="56229"/>
                </a:lnTo>
                <a:lnTo>
                  <a:pt x="247281" y="56432"/>
                </a:lnTo>
                <a:lnTo>
                  <a:pt x="248033" y="56655"/>
                </a:lnTo>
                <a:lnTo>
                  <a:pt x="248772" y="56898"/>
                </a:lnTo>
                <a:lnTo>
                  <a:pt x="249497" y="57159"/>
                </a:lnTo>
                <a:lnTo>
                  <a:pt x="250210" y="57440"/>
                </a:lnTo>
                <a:lnTo>
                  <a:pt x="250910" y="57741"/>
                </a:lnTo>
                <a:lnTo>
                  <a:pt x="251596" y="58061"/>
                </a:lnTo>
                <a:lnTo>
                  <a:pt x="252270" y="58400"/>
                </a:lnTo>
                <a:lnTo>
                  <a:pt x="252930" y="58759"/>
                </a:lnTo>
                <a:lnTo>
                  <a:pt x="253578" y="59137"/>
                </a:lnTo>
                <a:lnTo>
                  <a:pt x="254212" y="59534"/>
                </a:lnTo>
                <a:lnTo>
                  <a:pt x="254833" y="59951"/>
                </a:lnTo>
                <a:lnTo>
                  <a:pt x="255442" y="60387"/>
                </a:lnTo>
                <a:lnTo>
                  <a:pt x="256037" y="60842"/>
                </a:lnTo>
                <a:lnTo>
                  <a:pt x="256613" y="61324"/>
                </a:lnTo>
                <a:lnTo>
                  <a:pt x="257165" y="61838"/>
                </a:lnTo>
                <a:lnTo>
                  <a:pt x="257693" y="62385"/>
                </a:lnTo>
                <a:lnTo>
                  <a:pt x="258195" y="62965"/>
                </a:lnTo>
                <a:lnTo>
                  <a:pt x="258674" y="63578"/>
                </a:lnTo>
                <a:lnTo>
                  <a:pt x="259127" y="64223"/>
                </a:lnTo>
                <a:lnTo>
                  <a:pt x="259557" y="64901"/>
                </a:lnTo>
                <a:lnTo>
                  <a:pt x="259961" y="65612"/>
                </a:lnTo>
                <a:lnTo>
                  <a:pt x="260342" y="66355"/>
                </a:lnTo>
                <a:lnTo>
                  <a:pt x="260697" y="67131"/>
                </a:lnTo>
                <a:lnTo>
                  <a:pt x="261028" y="67940"/>
                </a:lnTo>
                <a:lnTo>
                  <a:pt x="261335" y="68782"/>
                </a:lnTo>
                <a:lnTo>
                  <a:pt x="261617" y="69656"/>
                </a:lnTo>
                <a:lnTo>
                  <a:pt x="261875" y="70563"/>
                </a:lnTo>
                <a:lnTo>
                  <a:pt x="262108" y="71503"/>
                </a:lnTo>
                <a:lnTo>
                  <a:pt x="262316" y="72475"/>
                </a:lnTo>
                <a:lnTo>
                  <a:pt x="262500" y="73480"/>
                </a:lnTo>
                <a:lnTo>
                  <a:pt x="262659" y="74518"/>
                </a:lnTo>
                <a:lnTo>
                  <a:pt x="262794" y="75589"/>
                </a:lnTo>
                <a:lnTo>
                  <a:pt x="262905" y="76692"/>
                </a:lnTo>
                <a:lnTo>
                  <a:pt x="262991" y="77828"/>
                </a:lnTo>
                <a:lnTo>
                  <a:pt x="263052" y="78997"/>
                </a:lnTo>
                <a:lnTo>
                  <a:pt x="263089" y="80199"/>
                </a:lnTo>
                <a:lnTo>
                  <a:pt x="263101" y="81433"/>
                </a:lnTo>
                <a:lnTo>
                  <a:pt x="263101" y="89597"/>
                </a:lnTo>
                <a:lnTo>
                  <a:pt x="261203" y="89621"/>
                </a:lnTo>
                <a:lnTo>
                  <a:pt x="259324" y="89655"/>
                </a:lnTo>
                <a:lnTo>
                  <a:pt x="257466" y="89697"/>
                </a:lnTo>
                <a:lnTo>
                  <a:pt x="255629" y="89749"/>
                </a:lnTo>
                <a:lnTo>
                  <a:pt x="253811" y="89809"/>
                </a:lnTo>
                <a:lnTo>
                  <a:pt x="252014" y="89879"/>
                </a:lnTo>
                <a:lnTo>
                  <a:pt x="250236" y="89958"/>
                </a:lnTo>
                <a:lnTo>
                  <a:pt x="248479" y="90046"/>
                </a:lnTo>
                <a:lnTo>
                  <a:pt x="246742" y="90143"/>
                </a:lnTo>
                <a:lnTo>
                  <a:pt x="245025" y="90249"/>
                </a:lnTo>
                <a:lnTo>
                  <a:pt x="243329" y="90364"/>
                </a:lnTo>
                <a:lnTo>
                  <a:pt x="241652" y="90488"/>
                </a:lnTo>
                <a:lnTo>
                  <a:pt x="239996" y="90622"/>
                </a:lnTo>
                <a:lnTo>
                  <a:pt x="238360" y="90764"/>
                </a:lnTo>
                <a:lnTo>
                  <a:pt x="236744" y="90916"/>
                </a:lnTo>
                <a:lnTo>
                  <a:pt x="235148" y="91077"/>
                </a:lnTo>
                <a:lnTo>
                  <a:pt x="233573" y="91247"/>
                </a:lnTo>
                <a:lnTo>
                  <a:pt x="232018" y="91426"/>
                </a:lnTo>
                <a:lnTo>
                  <a:pt x="230482" y="91614"/>
                </a:lnTo>
                <a:lnTo>
                  <a:pt x="228967" y="91811"/>
                </a:lnTo>
                <a:lnTo>
                  <a:pt x="227473" y="92018"/>
                </a:lnTo>
                <a:lnTo>
                  <a:pt x="225998" y="92233"/>
                </a:lnTo>
                <a:lnTo>
                  <a:pt x="224543" y="92458"/>
                </a:lnTo>
                <a:lnTo>
                  <a:pt x="223109" y="92691"/>
                </a:lnTo>
                <a:lnTo>
                  <a:pt x="221698" y="92938"/>
                </a:lnTo>
                <a:lnTo>
                  <a:pt x="220314" y="93203"/>
                </a:lnTo>
                <a:lnTo>
                  <a:pt x="218957" y="93486"/>
                </a:lnTo>
                <a:lnTo>
                  <a:pt x="217627" y="93785"/>
                </a:lnTo>
                <a:lnTo>
                  <a:pt x="216324" y="94103"/>
                </a:lnTo>
                <a:lnTo>
                  <a:pt x="215048" y="94438"/>
                </a:lnTo>
                <a:lnTo>
                  <a:pt x="213799" y="94791"/>
                </a:lnTo>
                <a:lnTo>
                  <a:pt x="212576" y="95162"/>
                </a:lnTo>
                <a:lnTo>
                  <a:pt x="211381" y="95550"/>
                </a:lnTo>
                <a:lnTo>
                  <a:pt x="210212" y="95955"/>
                </a:lnTo>
                <a:lnTo>
                  <a:pt x="209070" y="96379"/>
                </a:lnTo>
                <a:lnTo>
                  <a:pt x="207955" y="96820"/>
                </a:lnTo>
                <a:lnTo>
                  <a:pt x="206867" y="97278"/>
                </a:lnTo>
                <a:lnTo>
                  <a:pt x="205806" y="97755"/>
                </a:lnTo>
                <a:lnTo>
                  <a:pt x="204772" y="98249"/>
                </a:lnTo>
                <a:lnTo>
                  <a:pt x="203765" y="98760"/>
                </a:lnTo>
                <a:lnTo>
                  <a:pt x="202785" y="99289"/>
                </a:lnTo>
                <a:lnTo>
                  <a:pt x="201831" y="99836"/>
                </a:lnTo>
                <a:lnTo>
                  <a:pt x="200905" y="100400"/>
                </a:lnTo>
                <a:lnTo>
                  <a:pt x="200005" y="100983"/>
                </a:lnTo>
                <a:lnTo>
                  <a:pt x="199132" y="101582"/>
                </a:lnTo>
                <a:lnTo>
                  <a:pt x="198287" y="102199"/>
                </a:lnTo>
                <a:lnTo>
                  <a:pt x="197468" y="102834"/>
                </a:lnTo>
                <a:lnTo>
                  <a:pt x="196676" y="103487"/>
                </a:lnTo>
                <a:lnTo>
                  <a:pt x="195913" y="104161"/>
                </a:lnTo>
                <a:lnTo>
                  <a:pt x="195183" y="104861"/>
                </a:lnTo>
                <a:lnTo>
                  <a:pt x="194486" y="105586"/>
                </a:lnTo>
                <a:lnTo>
                  <a:pt x="193821" y="106337"/>
                </a:lnTo>
                <a:lnTo>
                  <a:pt x="193188" y="107113"/>
                </a:lnTo>
                <a:lnTo>
                  <a:pt x="192588" y="107915"/>
                </a:lnTo>
                <a:lnTo>
                  <a:pt x="192020" y="108742"/>
                </a:lnTo>
                <a:lnTo>
                  <a:pt x="191485" y="109595"/>
                </a:lnTo>
                <a:lnTo>
                  <a:pt x="190982" y="110473"/>
                </a:lnTo>
                <a:lnTo>
                  <a:pt x="190512" y="111377"/>
                </a:lnTo>
                <a:lnTo>
                  <a:pt x="190074" y="112307"/>
                </a:lnTo>
                <a:lnTo>
                  <a:pt x="189669" y="113262"/>
                </a:lnTo>
                <a:lnTo>
                  <a:pt x="189295" y="114242"/>
                </a:lnTo>
                <a:lnTo>
                  <a:pt x="188955" y="115248"/>
                </a:lnTo>
                <a:lnTo>
                  <a:pt x="188647" y="116280"/>
                </a:lnTo>
                <a:lnTo>
                  <a:pt x="188371" y="117337"/>
                </a:lnTo>
                <a:lnTo>
                  <a:pt x="188128" y="118419"/>
                </a:lnTo>
                <a:lnTo>
                  <a:pt x="187917" y="119527"/>
                </a:lnTo>
                <a:lnTo>
                  <a:pt x="187738" y="120661"/>
                </a:lnTo>
                <a:lnTo>
                  <a:pt x="187592" y="121820"/>
                </a:lnTo>
                <a:lnTo>
                  <a:pt x="187479" y="123005"/>
                </a:lnTo>
                <a:lnTo>
                  <a:pt x="187398" y="124215"/>
                </a:lnTo>
                <a:lnTo>
                  <a:pt x="187349" y="125451"/>
                </a:lnTo>
                <a:lnTo>
                  <a:pt x="187333" y="126712"/>
                </a:lnTo>
                <a:lnTo>
                  <a:pt x="187341" y="127601"/>
                </a:lnTo>
                <a:lnTo>
                  <a:pt x="187366" y="128478"/>
                </a:lnTo>
                <a:lnTo>
                  <a:pt x="187407" y="129343"/>
                </a:lnTo>
                <a:lnTo>
                  <a:pt x="187464" y="130196"/>
                </a:lnTo>
                <a:lnTo>
                  <a:pt x="187538" y="131037"/>
                </a:lnTo>
                <a:lnTo>
                  <a:pt x="187628" y="131866"/>
                </a:lnTo>
                <a:lnTo>
                  <a:pt x="187735" y="132684"/>
                </a:lnTo>
                <a:lnTo>
                  <a:pt x="187858" y="133489"/>
                </a:lnTo>
                <a:lnTo>
                  <a:pt x="187998" y="134282"/>
                </a:lnTo>
                <a:lnTo>
                  <a:pt x="188154" y="135063"/>
                </a:lnTo>
                <a:lnTo>
                  <a:pt x="188326" y="135833"/>
                </a:lnTo>
                <a:lnTo>
                  <a:pt x="188515" y="136590"/>
                </a:lnTo>
                <a:lnTo>
                  <a:pt x="188720" y="137336"/>
                </a:lnTo>
                <a:lnTo>
                  <a:pt x="188942" y="138069"/>
                </a:lnTo>
                <a:lnTo>
                  <a:pt x="189180" y="138791"/>
                </a:lnTo>
                <a:lnTo>
                  <a:pt x="189434" y="139500"/>
                </a:lnTo>
                <a:lnTo>
                  <a:pt x="189705" y="140198"/>
                </a:lnTo>
                <a:lnTo>
                  <a:pt x="189993" y="140883"/>
                </a:lnTo>
                <a:lnTo>
                  <a:pt x="190296" y="141557"/>
                </a:lnTo>
                <a:lnTo>
                  <a:pt x="190616" y="142219"/>
                </a:lnTo>
                <a:lnTo>
                  <a:pt x="190953" y="142869"/>
                </a:lnTo>
                <a:lnTo>
                  <a:pt x="191306" y="143507"/>
                </a:lnTo>
                <a:lnTo>
                  <a:pt x="191675" y="144133"/>
                </a:lnTo>
                <a:lnTo>
                  <a:pt x="192061" y="144746"/>
                </a:lnTo>
                <a:lnTo>
                  <a:pt x="192461" y="145348"/>
                </a:lnTo>
                <a:lnTo>
                  <a:pt x="192871" y="145938"/>
                </a:lnTo>
                <a:lnTo>
                  <a:pt x="193293" y="146515"/>
                </a:lnTo>
                <a:lnTo>
                  <a:pt x="193726" y="147079"/>
                </a:lnTo>
                <a:lnTo>
                  <a:pt x="194170" y="147632"/>
                </a:lnTo>
                <a:lnTo>
                  <a:pt x="194625" y="148172"/>
                </a:lnTo>
                <a:lnTo>
                  <a:pt x="195091" y="148699"/>
                </a:lnTo>
                <a:lnTo>
                  <a:pt x="195568" y="149215"/>
                </a:lnTo>
                <a:lnTo>
                  <a:pt x="196056" y="149717"/>
                </a:lnTo>
                <a:lnTo>
                  <a:pt x="196555" y="150208"/>
                </a:lnTo>
                <a:lnTo>
                  <a:pt x="197066" y="150686"/>
                </a:lnTo>
                <a:lnTo>
                  <a:pt x="197587" y="151152"/>
                </a:lnTo>
                <a:lnTo>
                  <a:pt x="198120" y="151605"/>
                </a:lnTo>
                <a:lnTo>
                  <a:pt x="198663" y="152046"/>
                </a:lnTo>
                <a:lnTo>
                  <a:pt x="199218" y="152475"/>
                </a:lnTo>
                <a:lnTo>
                  <a:pt x="199784" y="152891"/>
                </a:lnTo>
                <a:lnTo>
                  <a:pt x="200360" y="153295"/>
                </a:lnTo>
                <a:lnTo>
                  <a:pt x="200948" y="153687"/>
                </a:lnTo>
                <a:lnTo>
                  <a:pt x="201547" y="154066"/>
                </a:lnTo>
                <a:lnTo>
                  <a:pt x="202157" y="154433"/>
                </a:lnTo>
                <a:lnTo>
                  <a:pt x="202778" y="154788"/>
                </a:lnTo>
                <a:lnTo>
                  <a:pt x="203411" y="155130"/>
                </a:lnTo>
                <a:lnTo>
                  <a:pt x="204054" y="155460"/>
                </a:lnTo>
                <a:lnTo>
                  <a:pt x="204708" y="155777"/>
                </a:lnTo>
                <a:lnTo>
                  <a:pt x="205371" y="156082"/>
                </a:lnTo>
                <a:lnTo>
                  <a:pt x="206039" y="156374"/>
                </a:lnTo>
                <a:lnTo>
                  <a:pt x="206714" y="156652"/>
                </a:lnTo>
                <a:lnTo>
                  <a:pt x="207394" y="156918"/>
                </a:lnTo>
                <a:lnTo>
                  <a:pt x="208079" y="157171"/>
                </a:lnTo>
                <a:lnTo>
                  <a:pt x="208771" y="157411"/>
                </a:lnTo>
                <a:lnTo>
                  <a:pt x="209468" y="157638"/>
                </a:lnTo>
                <a:lnTo>
                  <a:pt x="210171" y="157852"/>
                </a:lnTo>
                <a:lnTo>
                  <a:pt x="210880" y="158053"/>
                </a:lnTo>
                <a:lnTo>
                  <a:pt x="211594" y="158241"/>
                </a:lnTo>
                <a:lnTo>
                  <a:pt x="212314" y="158416"/>
                </a:lnTo>
                <a:lnTo>
                  <a:pt x="213040" y="158578"/>
                </a:lnTo>
                <a:lnTo>
                  <a:pt x="213771" y="158727"/>
                </a:lnTo>
                <a:lnTo>
                  <a:pt x="214509" y="158864"/>
                </a:lnTo>
                <a:lnTo>
                  <a:pt x="215252" y="158987"/>
                </a:lnTo>
                <a:lnTo>
                  <a:pt x="216001" y="159097"/>
                </a:lnTo>
                <a:lnTo>
                  <a:pt x="216755" y="159194"/>
                </a:lnTo>
                <a:lnTo>
                  <a:pt x="217515" y="159279"/>
                </a:lnTo>
                <a:lnTo>
                  <a:pt x="218281" y="159350"/>
                </a:lnTo>
                <a:lnTo>
                  <a:pt x="219053" y="159408"/>
                </a:lnTo>
                <a:lnTo>
                  <a:pt x="219831" y="159454"/>
                </a:lnTo>
                <a:lnTo>
                  <a:pt x="220614" y="159486"/>
                </a:lnTo>
                <a:lnTo>
                  <a:pt x="221403" y="159506"/>
                </a:lnTo>
                <a:lnTo>
                  <a:pt x="222198" y="159512"/>
                </a:lnTo>
                <a:lnTo>
                  <a:pt x="223312" y="159503"/>
                </a:lnTo>
                <a:lnTo>
                  <a:pt x="224415" y="159476"/>
                </a:lnTo>
                <a:lnTo>
                  <a:pt x="225506" y="159431"/>
                </a:lnTo>
                <a:lnTo>
                  <a:pt x="226586" y="159368"/>
                </a:lnTo>
                <a:close/>
                <a:moveTo>
                  <a:pt x="223930" y="144785"/>
                </a:moveTo>
                <a:lnTo>
                  <a:pt x="223153" y="144704"/>
                </a:lnTo>
                <a:lnTo>
                  <a:pt x="222393" y="144606"/>
                </a:lnTo>
                <a:lnTo>
                  <a:pt x="221651" y="144489"/>
                </a:lnTo>
                <a:lnTo>
                  <a:pt x="220925" y="144355"/>
                </a:lnTo>
                <a:lnTo>
                  <a:pt x="220217" y="144203"/>
                </a:lnTo>
                <a:lnTo>
                  <a:pt x="219526" y="144033"/>
                </a:lnTo>
                <a:lnTo>
                  <a:pt x="218852" y="143845"/>
                </a:lnTo>
                <a:lnTo>
                  <a:pt x="218196" y="143639"/>
                </a:lnTo>
                <a:lnTo>
                  <a:pt x="217556" y="143415"/>
                </a:lnTo>
                <a:lnTo>
                  <a:pt x="216934" y="143174"/>
                </a:lnTo>
                <a:lnTo>
                  <a:pt x="216329" y="142914"/>
                </a:lnTo>
                <a:lnTo>
                  <a:pt x="215741" y="142637"/>
                </a:lnTo>
                <a:lnTo>
                  <a:pt x="215171" y="142341"/>
                </a:lnTo>
                <a:lnTo>
                  <a:pt x="214617" y="142028"/>
                </a:lnTo>
                <a:lnTo>
                  <a:pt x="214081" y="141697"/>
                </a:lnTo>
                <a:lnTo>
                  <a:pt x="213562" y="141348"/>
                </a:lnTo>
                <a:lnTo>
                  <a:pt x="213060" y="140981"/>
                </a:lnTo>
                <a:lnTo>
                  <a:pt x="212576" y="140596"/>
                </a:lnTo>
                <a:lnTo>
                  <a:pt x="212109" y="140193"/>
                </a:lnTo>
                <a:lnTo>
                  <a:pt x="211658" y="139772"/>
                </a:lnTo>
                <a:lnTo>
                  <a:pt x="211226" y="139337"/>
                </a:lnTo>
                <a:lnTo>
                  <a:pt x="210812" y="138889"/>
                </a:lnTo>
                <a:lnTo>
                  <a:pt x="210417" y="138429"/>
                </a:lnTo>
                <a:lnTo>
                  <a:pt x="210040" y="137957"/>
                </a:lnTo>
                <a:lnTo>
                  <a:pt x="209681" y="137472"/>
                </a:lnTo>
                <a:lnTo>
                  <a:pt x="209340" y="136976"/>
                </a:lnTo>
                <a:lnTo>
                  <a:pt x="209019" y="136467"/>
                </a:lnTo>
                <a:lnTo>
                  <a:pt x="208715" y="135947"/>
                </a:lnTo>
                <a:lnTo>
                  <a:pt x="208430" y="135414"/>
                </a:lnTo>
                <a:lnTo>
                  <a:pt x="208163" y="134869"/>
                </a:lnTo>
                <a:lnTo>
                  <a:pt x="207915" y="134312"/>
                </a:lnTo>
                <a:lnTo>
                  <a:pt x="207685" y="133743"/>
                </a:lnTo>
                <a:lnTo>
                  <a:pt x="207473" y="133161"/>
                </a:lnTo>
                <a:lnTo>
                  <a:pt x="207280" y="132568"/>
                </a:lnTo>
                <a:lnTo>
                  <a:pt x="207105" y="131962"/>
                </a:lnTo>
                <a:lnTo>
                  <a:pt x="206949" y="131344"/>
                </a:lnTo>
                <a:lnTo>
                  <a:pt x="206811" y="130714"/>
                </a:lnTo>
                <a:lnTo>
                  <a:pt x="206691" y="130072"/>
                </a:lnTo>
                <a:lnTo>
                  <a:pt x="206590" y="129418"/>
                </a:lnTo>
                <a:lnTo>
                  <a:pt x="206507" y="128752"/>
                </a:lnTo>
                <a:lnTo>
                  <a:pt x="206443" y="128073"/>
                </a:lnTo>
                <a:lnTo>
                  <a:pt x="206397" y="127382"/>
                </a:lnTo>
                <a:lnTo>
                  <a:pt x="206370" y="126680"/>
                </a:lnTo>
                <a:lnTo>
                  <a:pt x="206360" y="125965"/>
                </a:lnTo>
                <a:lnTo>
                  <a:pt x="206383" y="124920"/>
                </a:lnTo>
                <a:lnTo>
                  <a:pt x="206452" y="123901"/>
                </a:lnTo>
                <a:lnTo>
                  <a:pt x="206566" y="122906"/>
                </a:lnTo>
                <a:lnTo>
                  <a:pt x="206726" y="121936"/>
                </a:lnTo>
                <a:lnTo>
                  <a:pt x="206931" y="120990"/>
                </a:lnTo>
                <a:lnTo>
                  <a:pt x="207183" y="120069"/>
                </a:lnTo>
                <a:lnTo>
                  <a:pt x="207480" y="119173"/>
                </a:lnTo>
                <a:lnTo>
                  <a:pt x="207823" y="118302"/>
                </a:lnTo>
                <a:lnTo>
                  <a:pt x="208211" y="117455"/>
                </a:lnTo>
                <a:lnTo>
                  <a:pt x="208645" y="116633"/>
                </a:lnTo>
                <a:lnTo>
                  <a:pt x="209125" y="115836"/>
                </a:lnTo>
                <a:lnTo>
                  <a:pt x="209650" y="115063"/>
                </a:lnTo>
                <a:lnTo>
                  <a:pt x="210221" y="114315"/>
                </a:lnTo>
                <a:lnTo>
                  <a:pt x="210838" y="113592"/>
                </a:lnTo>
                <a:lnTo>
                  <a:pt x="211501" y="112893"/>
                </a:lnTo>
                <a:lnTo>
                  <a:pt x="212209" y="112219"/>
                </a:lnTo>
                <a:lnTo>
                  <a:pt x="212963" y="111570"/>
                </a:lnTo>
                <a:lnTo>
                  <a:pt x="213763" y="110946"/>
                </a:lnTo>
                <a:lnTo>
                  <a:pt x="214608" y="110346"/>
                </a:lnTo>
                <a:lnTo>
                  <a:pt x="215499" y="109771"/>
                </a:lnTo>
                <a:lnTo>
                  <a:pt x="216436" y="109220"/>
                </a:lnTo>
                <a:lnTo>
                  <a:pt x="217418" y="108694"/>
                </a:lnTo>
                <a:lnTo>
                  <a:pt x="218446" y="108193"/>
                </a:lnTo>
                <a:lnTo>
                  <a:pt x="219520" y="107717"/>
                </a:lnTo>
                <a:lnTo>
                  <a:pt x="220646" y="107262"/>
                </a:lnTo>
                <a:lnTo>
                  <a:pt x="221832" y="106824"/>
                </a:lnTo>
                <a:lnTo>
                  <a:pt x="223078" y="106405"/>
                </a:lnTo>
                <a:lnTo>
                  <a:pt x="224383" y="106004"/>
                </a:lnTo>
                <a:lnTo>
                  <a:pt x="225748" y="105622"/>
                </a:lnTo>
                <a:lnTo>
                  <a:pt x="227172" y="105257"/>
                </a:lnTo>
                <a:lnTo>
                  <a:pt x="228655" y="104910"/>
                </a:lnTo>
                <a:lnTo>
                  <a:pt x="230198" y="104582"/>
                </a:lnTo>
                <a:lnTo>
                  <a:pt x="231801" y="104271"/>
                </a:lnTo>
                <a:lnTo>
                  <a:pt x="233464" y="103979"/>
                </a:lnTo>
                <a:lnTo>
                  <a:pt x="235185" y="103705"/>
                </a:lnTo>
                <a:lnTo>
                  <a:pt x="236967" y="103449"/>
                </a:lnTo>
                <a:lnTo>
                  <a:pt x="238808" y="103211"/>
                </a:lnTo>
                <a:lnTo>
                  <a:pt x="240708" y="102991"/>
                </a:lnTo>
                <a:lnTo>
                  <a:pt x="242668" y="102789"/>
                </a:lnTo>
                <a:lnTo>
                  <a:pt x="244688" y="102606"/>
                </a:lnTo>
                <a:lnTo>
                  <a:pt x="246767" y="102440"/>
                </a:lnTo>
                <a:lnTo>
                  <a:pt x="248905" y="102293"/>
                </a:lnTo>
                <a:lnTo>
                  <a:pt x="251103" y="102163"/>
                </a:lnTo>
                <a:lnTo>
                  <a:pt x="253361" y="102052"/>
                </a:lnTo>
                <a:lnTo>
                  <a:pt x="255678" y="101959"/>
                </a:lnTo>
                <a:lnTo>
                  <a:pt x="258055" y="101884"/>
                </a:lnTo>
                <a:lnTo>
                  <a:pt x="260491" y="101827"/>
                </a:lnTo>
                <a:lnTo>
                  <a:pt x="262987" y="101789"/>
                </a:lnTo>
                <a:lnTo>
                  <a:pt x="262987" y="125256"/>
                </a:lnTo>
                <a:lnTo>
                  <a:pt x="262469" y="125962"/>
                </a:lnTo>
                <a:lnTo>
                  <a:pt x="261941" y="126657"/>
                </a:lnTo>
                <a:lnTo>
                  <a:pt x="261403" y="127343"/>
                </a:lnTo>
                <a:lnTo>
                  <a:pt x="260854" y="128018"/>
                </a:lnTo>
                <a:lnTo>
                  <a:pt x="260295" y="128682"/>
                </a:lnTo>
                <a:lnTo>
                  <a:pt x="259726" y="129337"/>
                </a:lnTo>
                <a:lnTo>
                  <a:pt x="259146" y="129981"/>
                </a:lnTo>
                <a:lnTo>
                  <a:pt x="258556" y="130615"/>
                </a:lnTo>
                <a:lnTo>
                  <a:pt x="257956" y="131238"/>
                </a:lnTo>
                <a:lnTo>
                  <a:pt x="257346" y="131852"/>
                </a:lnTo>
                <a:lnTo>
                  <a:pt x="256725" y="132455"/>
                </a:lnTo>
                <a:lnTo>
                  <a:pt x="256094" y="133047"/>
                </a:lnTo>
                <a:lnTo>
                  <a:pt x="255453" y="133630"/>
                </a:lnTo>
                <a:lnTo>
                  <a:pt x="254801" y="134202"/>
                </a:lnTo>
                <a:lnTo>
                  <a:pt x="254139" y="134764"/>
                </a:lnTo>
                <a:lnTo>
                  <a:pt x="253467" y="135316"/>
                </a:lnTo>
                <a:lnTo>
                  <a:pt x="252785" y="135857"/>
                </a:lnTo>
                <a:lnTo>
                  <a:pt x="252092" y="136388"/>
                </a:lnTo>
                <a:lnTo>
                  <a:pt x="251389" y="136909"/>
                </a:lnTo>
                <a:lnTo>
                  <a:pt x="250676" y="137420"/>
                </a:lnTo>
                <a:lnTo>
                  <a:pt x="249952" y="137920"/>
                </a:lnTo>
                <a:lnTo>
                  <a:pt x="249218" y="138410"/>
                </a:lnTo>
                <a:lnTo>
                  <a:pt x="248474" y="138890"/>
                </a:lnTo>
                <a:lnTo>
                  <a:pt x="247719" y="139359"/>
                </a:lnTo>
                <a:lnTo>
                  <a:pt x="246956" y="139814"/>
                </a:lnTo>
                <a:lnTo>
                  <a:pt x="246185" y="140249"/>
                </a:lnTo>
                <a:lnTo>
                  <a:pt x="245405" y="140665"/>
                </a:lnTo>
                <a:lnTo>
                  <a:pt x="244618" y="141061"/>
                </a:lnTo>
                <a:lnTo>
                  <a:pt x="243823" y="141438"/>
                </a:lnTo>
                <a:lnTo>
                  <a:pt x="243020" y="141796"/>
                </a:lnTo>
                <a:lnTo>
                  <a:pt x="242209" y="142134"/>
                </a:lnTo>
                <a:lnTo>
                  <a:pt x="241390" y="142453"/>
                </a:lnTo>
                <a:lnTo>
                  <a:pt x="240563" y="142753"/>
                </a:lnTo>
                <a:lnTo>
                  <a:pt x="239728" y="143033"/>
                </a:lnTo>
                <a:lnTo>
                  <a:pt x="238885" y="143294"/>
                </a:lnTo>
                <a:lnTo>
                  <a:pt x="238035" y="143536"/>
                </a:lnTo>
                <a:lnTo>
                  <a:pt x="237176" y="143758"/>
                </a:lnTo>
                <a:lnTo>
                  <a:pt x="236310" y="143961"/>
                </a:lnTo>
                <a:lnTo>
                  <a:pt x="235436" y="144145"/>
                </a:lnTo>
                <a:lnTo>
                  <a:pt x="234553" y="144309"/>
                </a:lnTo>
                <a:lnTo>
                  <a:pt x="233663" y="144454"/>
                </a:lnTo>
                <a:lnTo>
                  <a:pt x="232765" y="144580"/>
                </a:lnTo>
                <a:lnTo>
                  <a:pt x="231859" y="144686"/>
                </a:lnTo>
                <a:lnTo>
                  <a:pt x="230945" y="144773"/>
                </a:lnTo>
                <a:lnTo>
                  <a:pt x="230024" y="144841"/>
                </a:lnTo>
                <a:lnTo>
                  <a:pt x="229094" y="144889"/>
                </a:lnTo>
                <a:lnTo>
                  <a:pt x="228156" y="144918"/>
                </a:lnTo>
                <a:lnTo>
                  <a:pt x="227211" y="144928"/>
                </a:lnTo>
                <a:lnTo>
                  <a:pt x="226365" y="144919"/>
                </a:lnTo>
                <a:lnTo>
                  <a:pt x="225536" y="144892"/>
                </a:lnTo>
                <a:lnTo>
                  <a:pt x="224725" y="144847"/>
                </a:lnTo>
                <a:lnTo>
                  <a:pt x="223930" y="144785"/>
                </a:lnTo>
                <a:close/>
                <a:moveTo>
                  <a:pt x="829722" y="51826"/>
                </a:moveTo>
                <a:lnTo>
                  <a:pt x="830137" y="51405"/>
                </a:lnTo>
                <a:lnTo>
                  <a:pt x="830561" y="51000"/>
                </a:lnTo>
                <a:lnTo>
                  <a:pt x="830993" y="50613"/>
                </a:lnTo>
                <a:lnTo>
                  <a:pt x="831434" y="50243"/>
                </a:lnTo>
                <a:lnTo>
                  <a:pt x="831883" y="49890"/>
                </a:lnTo>
                <a:lnTo>
                  <a:pt x="832340" y="49555"/>
                </a:lnTo>
                <a:lnTo>
                  <a:pt x="832806" y="49236"/>
                </a:lnTo>
                <a:lnTo>
                  <a:pt x="833281" y="48935"/>
                </a:lnTo>
                <a:lnTo>
                  <a:pt x="833764" y="48651"/>
                </a:lnTo>
                <a:lnTo>
                  <a:pt x="834256" y="48384"/>
                </a:lnTo>
                <a:lnTo>
                  <a:pt x="834756" y="48135"/>
                </a:lnTo>
                <a:lnTo>
                  <a:pt x="835265" y="47903"/>
                </a:lnTo>
                <a:lnTo>
                  <a:pt x="835782" y="47687"/>
                </a:lnTo>
                <a:lnTo>
                  <a:pt x="836307" y="47490"/>
                </a:lnTo>
                <a:lnTo>
                  <a:pt x="836842" y="47309"/>
                </a:lnTo>
                <a:lnTo>
                  <a:pt x="837384" y="47145"/>
                </a:lnTo>
                <a:lnTo>
                  <a:pt x="837936" y="46999"/>
                </a:lnTo>
                <a:lnTo>
                  <a:pt x="838493" y="46864"/>
                </a:lnTo>
                <a:lnTo>
                  <a:pt x="839056" y="46735"/>
                </a:lnTo>
                <a:lnTo>
                  <a:pt x="839622" y="46612"/>
                </a:lnTo>
                <a:lnTo>
                  <a:pt x="840194" y="46494"/>
                </a:lnTo>
                <a:lnTo>
                  <a:pt x="840770" y="46382"/>
                </a:lnTo>
                <a:lnTo>
                  <a:pt x="841350" y="46276"/>
                </a:lnTo>
                <a:lnTo>
                  <a:pt x="841935" y="46176"/>
                </a:lnTo>
                <a:lnTo>
                  <a:pt x="842525" y="46081"/>
                </a:lnTo>
                <a:lnTo>
                  <a:pt x="843119" y="45992"/>
                </a:lnTo>
                <a:lnTo>
                  <a:pt x="843717" y="45909"/>
                </a:lnTo>
                <a:lnTo>
                  <a:pt x="844321" y="45832"/>
                </a:lnTo>
                <a:lnTo>
                  <a:pt x="844928" y="45760"/>
                </a:lnTo>
                <a:lnTo>
                  <a:pt x="845541" y="45694"/>
                </a:lnTo>
                <a:lnTo>
                  <a:pt x="846158" y="45634"/>
                </a:lnTo>
                <a:lnTo>
                  <a:pt x="846779" y="45579"/>
                </a:lnTo>
                <a:lnTo>
                  <a:pt x="847405" y="45531"/>
                </a:lnTo>
                <a:lnTo>
                  <a:pt x="848036" y="45488"/>
                </a:lnTo>
                <a:lnTo>
                  <a:pt x="848671" y="45450"/>
                </a:lnTo>
                <a:lnTo>
                  <a:pt x="849310" y="45419"/>
                </a:lnTo>
                <a:lnTo>
                  <a:pt x="849954" y="45393"/>
                </a:lnTo>
                <a:lnTo>
                  <a:pt x="850603" y="45373"/>
                </a:lnTo>
                <a:lnTo>
                  <a:pt x="851256" y="45358"/>
                </a:lnTo>
                <a:lnTo>
                  <a:pt x="851914" y="45350"/>
                </a:lnTo>
                <a:lnTo>
                  <a:pt x="852576" y="45347"/>
                </a:lnTo>
                <a:lnTo>
                  <a:pt x="852576" y="29282"/>
                </a:lnTo>
                <a:lnTo>
                  <a:pt x="851540" y="29316"/>
                </a:lnTo>
                <a:lnTo>
                  <a:pt x="850520" y="29363"/>
                </a:lnTo>
                <a:lnTo>
                  <a:pt x="849515" y="29422"/>
                </a:lnTo>
                <a:lnTo>
                  <a:pt x="848527" y="29494"/>
                </a:lnTo>
                <a:lnTo>
                  <a:pt x="847555" y="29578"/>
                </a:lnTo>
                <a:lnTo>
                  <a:pt x="846598" y="29674"/>
                </a:lnTo>
                <a:lnTo>
                  <a:pt x="845658" y="29782"/>
                </a:lnTo>
                <a:lnTo>
                  <a:pt x="844734" y="29902"/>
                </a:lnTo>
                <a:lnTo>
                  <a:pt x="843826" y="30035"/>
                </a:lnTo>
                <a:lnTo>
                  <a:pt x="842933" y="30180"/>
                </a:lnTo>
                <a:lnTo>
                  <a:pt x="842057" y="30337"/>
                </a:lnTo>
                <a:lnTo>
                  <a:pt x="841197" y="30507"/>
                </a:lnTo>
                <a:lnTo>
                  <a:pt x="840353" y="30688"/>
                </a:lnTo>
                <a:lnTo>
                  <a:pt x="839525" y="30883"/>
                </a:lnTo>
                <a:lnTo>
                  <a:pt x="838713" y="31089"/>
                </a:lnTo>
                <a:lnTo>
                  <a:pt x="837917" y="31307"/>
                </a:lnTo>
                <a:lnTo>
                  <a:pt x="837137" y="31538"/>
                </a:lnTo>
                <a:lnTo>
                  <a:pt x="836372" y="31781"/>
                </a:lnTo>
                <a:lnTo>
                  <a:pt x="835624" y="32037"/>
                </a:lnTo>
                <a:lnTo>
                  <a:pt x="834892" y="32304"/>
                </a:lnTo>
                <a:lnTo>
                  <a:pt x="834177" y="32584"/>
                </a:lnTo>
                <a:lnTo>
                  <a:pt x="833477" y="32876"/>
                </a:lnTo>
                <a:lnTo>
                  <a:pt x="832793" y="33181"/>
                </a:lnTo>
                <a:lnTo>
                  <a:pt x="832125" y="33498"/>
                </a:lnTo>
                <a:lnTo>
                  <a:pt x="831470" y="33832"/>
                </a:lnTo>
                <a:lnTo>
                  <a:pt x="830826" y="34191"/>
                </a:lnTo>
                <a:lnTo>
                  <a:pt x="830192" y="34573"/>
                </a:lnTo>
                <a:lnTo>
                  <a:pt x="829569" y="34979"/>
                </a:lnTo>
                <a:lnTo>
                  <a:pt x="828956" y="35408"/>
                </a:lnTo>
                <a:lnTo>
                  <a:pt x="828354" y="35862"/>
                </a:lnTo>
                <a:lnTo>
                  <a:pt x="827762" y="36339"/>
                </a:lnTo>
                <a:lnTo>
                  <a:pt x="827181" y="36840"/>
                </a:lnTo>
                <a:lnTo>
                  <a:pt x="826610" y="37364"/>
                </a:lnTo>
                <a:lnTo>
                  <a:pt x="826050" y="37913"/>
                </a:lnTo>
                <a:lnTo>
                  <a:pt x="825500" y="38485"/>
                </a:lnTo>
                <a:lnTo>
                  <a:pt x="824961" y="39080"/>
                </a:lnTo>
                <a:lnTo>
                  <a:pt x="824432" y="39700"/>
                </a:lnTo>
                <a:lnTo>
                  <a:pt x="823914" y="40343"/>
                </a:lnTo>
                <a:lnTo>
                  <a:pt x="823406" y="41010"/>
                </a:lnTo>
                <a:lnTo>
                  <a:pt x="822909" y="41701"/>
                </a:lnTo>
                <a:lnTo>
                  <a:pt x="822422" y="42415"/>
                </a:lnTo>
                <a:lnTo>
                  <a:pt x="821945" y="43154"/>
                </a:lnTo>
                <a:lnTo>
                  <a:pt x="821479" y="43916"/>
                </a:lnTo>
                <a:lnTo>
                  <a:pt x="821024" y="44701"/>
                </a:lnTo>
                <a:lnTo>
                  <a:pt x="820579" y="45511"/>
                </a:lnTo>
                <a:lnTo>
                  <a:pt x="820144" y="46344"/>
                </a:lnTo>
                <a:lnTo>
                  <a:pt x="819818" y="47004"/>
                </a:lnTo>
                <a:lnTo>
                  <a:pt x="819098" y="46688"/>
                </a:lnTo>
                <a:lnTo>
                  <a:pt x="818235" y="46335"/>
                </a:lnTo>
                <a:lnTo>
                  <a:pt x="817356" y="46000"/>
                </a:lnTo>
                <a:lnTo>
                  <a:pt x="816460" y="45684"/>
                </a:lnTo>
                <a:lnTo>
                  <a:pt x="815547" y="45385"/>
                </a:lnTo>
                <a:lnTo>
                  <a:pt x="814618" y="45104"/>
                </a:lnTo>
                <a:lnTo>
                  <a:pt x="813672" y="44842"/>
                </a:lnTo>
                <a:lnTo>
                  <a:pt x="812709" y="44598"/>
                </a:lnTo>
                <a:lnTo>
                  <a:pt x="811730" y="44371"/>
                </a:lnTo>
                <a:lnTo>
                  <a:pt x="810734" y="44163"/>
                </a:lnTo>
                <a:lnTo>
                  <a:pt x="809722" y="43973"/>
                </a:lnTo>
                <a:lnTo>
                  <a:pt x="808693" y="43801"/>
                </a:lnTo>
                <a:lnTo>
                  <a:pt x="807647" y="43647"/>
                </a:lnTo>
                <a:lnTo>
                  <a:pt x="806585" y="43512"/>
                </a:lnTo>
                <a:lnTo>
                  <a:pt x="805506" y="43394"/>
                </a:lnTo>
                <a:lnTo>
                  <a:pt x="804411" y="43294"/>
                </a:lnTo>
                <a:lnTo>
                  <a:pt x="803299" y="43213"/>
                </a:lnTo>
                <a:lnTo>
                  <a:pt x="802170" y="43150"/>
                </a:lnTo>
                <a:lnTo>
                  <a:pt x="801025" y="43104"/>
                </a:lnTo>
                <a:lnTo>
                  <a:pt x="799863" y="43077"/>
                </a:lnTo>
                <a:lnTo>
                  <a:pt x="798684" y="43068"/>
                </a:lnTo>
                <a:lnTo>
                  <a:pt x="797533" y="43077"/>
                </a:lnTo>
                <a:lnTo>
                  <a:pt x="796397" y="43104"/>
                </a:lnTo>
                <a:lnTo>
                  <a:pt x="795276" y="43150"/>
                </a:lnTo>
                <a:lnTo>
                  <a:pt x="794169" y="43213"/>
                </a:lnTo>
                <a:lnTo>
                  <a:pt x="793078" y="43294"/>
                </a:lnTo>
                <a:lnTo>
                  <a:pt x="792001" y="43394"/>
                </a:lnTo>
                <a:lnTo>
                  <a:pt x="790939" y="43512"/>
                </a:lnTo>
                <a:lnTo>
                  <a:pt x="789892" y="43647"/>
                </a:lnTo>
                <a:lnTo>
                  <a:pt x="788860" y="43801"/>
                </a:lnTo>
                <a:lnTo>
                  <a:pt x="787842" y="43973"/>
                </a:lnTo>
                <a:lnTo>
                  <a:pt x="786840" y="44163"/>
                </a:lnTo>
                <a:lnTo>
                  <a:pt x="785852" y="44371"/>
                </a:lnTo>
                <a:lnTo>
                  <a:pt x="784879" y="44598"/>
                </a:lnTo>
                <a:lnTo>
                  <a:pt x="783921" y="44842"/>
                </a:lnTo>
                <a:lnTo>
                  <a:pt x="782978" y="45104"/>
                </a:lnTo>
                <a:lnTo>
                  <a:pt x="782049" y="45385"/>
                </a:lnTo>
                <a:lnTo>
                  <a:pt x="781136" y="45684"/>
                </a:lnTo>
                <a:lnTo>
                  <a:pt x="780237" y="46000"/>
                </a:lnTo>
                <a:lnTo>
                  <a:pt x="779353" y="46335"/>
                </a:lnTo>
                <a:lnTo>
                  <a:pt x="778484" y="46688"/>
                </a:lnTo>
                <a:lnTo>
                  <a:pt x="777630" y="47059"/>
                </a:lnTo>
                <a:lnTo>
                  <a:pt x="776790" y="47448"/>
                </a:lnTo>
                <a:lnTo>
                  <a:pt x="775966" y="47856"/>
                </a:lnTo>
                <a:lnTo>
                  <a:pt x="775156" y="48281"/>
                </a:lnTo>
                <a:lnTo>
                  <a:pt x="774362" y="48721"/>
                </a:lnTo>
                <a:lnTo>
                  <a:pt x="773584" y="49174"/>
                </a:lnTo>
                <a:lnTo>
                  <a:pt x="772822" y="49639"/>
                </a:lnTo>
                <a:lnTo>
                  <a:pt x="772077" y="50117"/>
                </a:lnTo>
                <a:lnTo>
                  <a:pt x="771347" y="50607"/>
                </a:lnTo>
                <a:lnTo>
                  <a:pt x="770634" y="51110"/>
                </a:lnTo>
                <a:lnTo>
                  <a:pt x="769937" y="51625"/>
                </a:lnTo>
                <a:lnTo>
                  <a:pt x="769257" y="52153"/>
                </a:lnTo>
                <a:lnTo>
                  <a:pt x="768592" y="52693"/>
                </a:lnTo>
                <a:lnTo>
                  <a:pt x="767944" y="53246"/>
                </a:lnTo>
                <a:lnTo>
                  <a:pt x="767312" y="53811"/>
                </a:lnTo>
                <a:lnTo>
                  <a:pt x="766696" y="54389"/>
                </a:lnTo>
                <a:lnTo>
                  <a:pt x="766097" y="54979"/>
                </a:lnTo>
                <a:lnTo>
                  <a:pt x="765513" y="55582"/>
                </a:lnTo>
                <a:lnTo>
                  <a:pt x="764946" y="56197"/>
                </a:lnTo>
                <a:lnTo>
                  <a:pt x="764395" y="56825"/>
                </a:lnTo>
                <a:lnTo>
                  <a:pt x="763861" y="57465"/>
                </a:lnTo>
                <a:lnTo>
                  <a:pt x="763342" y="58117"/>
                </a:lnTo>
                <a:lnTo>
                  <a:pt x="762840" y="58782"/>
                </a:lnTo>
                <a:lnTo>
                  <a:pt x="762354" y="59460"/>
                </a:lnTo>
                <a:lnTo>
                  <a:pt x="761884" y="60150"/>
                </a:lnTo>
                <a:lnTo>
                  <a:pt x="761431" y="60853"/>
                </a:lnTo>
                <a:lnTo>
                  <a:pt x="760993" y="61568"/>
                </a:lnTo>
                <a:lnTo>
                  <a:pt x="760572" y="62295"/>
                </a:lnTo>
                <a:lnTo>
                  <a:pt x="760168" y="63032"/>
                </a:lnTo>
                <a:lnTo>
                  <a:pt x="759781" y="63776"/>
                </a:lnTo>
                <a:lnTo>
                  <a:pt x="759411" y="64526"/>
                </a:lnTo>
                <a:lnTo>
                  <a:pt x="759058" y="65284"/>
                </a:lnTo>
                <a:lnTo>
                  <a:pt x="758722" y="66048"/>
                </a:lnTo>
                <a:lnTo>
                  <a:pt x="758404" y="66819"/>
                </a:lnTo>
                <a:lnTo>
                  <a:pt x="758103" y="67597"/>
                </a:lnTo>
                <a:lnTo>
                  <a:pt x="757819" y="68382"/>
                </a:lnTo>
                <a:lnTo>
                  <a:pt x="757552" y="69173"/>
                </a:lnTo>
                <a:lnTo>
                  <a:pt x="757302" y="69972"/>
                </a:lnTo>
                <a:lnTo>
                  <a:pt x="757070" y="70777"/>
                </a:lnTo>
                <a:lnTo>
                  <a:pt x="756855" y="71589"/>
                </a:lnTo>
                <a:lnTo>
                  <a:pt x="756657" y="72408"/>
                </a:lnTo>
                <a:lnTo>
                  <a:pt x="756476" y="73234"/>
                </a:lnTo>
                <a:lnTo>
                  <a:pt x="756313" y="74066"/>
                </a:lnTo>
                <a:lnTo>
                  <a:pt x="756167" y="74906"/>
                </a:lnTo>
                <a:lnTo>
                  <a:pt x="756038" y="75752"/>
                </a:lnTo>
                <a:lnTo>
                  <a:pt x="755926" y="76605"/>
                </a:lnTo>
                <a:lnTo>
                  <a:pt x="755831" y="77465"/>
                </a:lnTo>
                <a:lnTo>
                  <a:pt x="755754" y="78332"/>
                </a:lnTo>
                <a:lnTo>
                  <a:pt x="755693" y="79206"/>
                </a:lnTo>
                <a:lnTo>
                  <a:pt x="755650" y="80086"/>
                </a:lnTo>
                <a:lnTo>
                  <a:pt x="755625" y="80973"/>
                </a:lnTo>
                <a:lnTo>
                  <a:pt x="755616" y="81867"/>
                </a:lnTo>
                <a:lnTo>
                  <a:pt x="755624" y="82714"/>
                </a:lnTo>
                <a:lnTo>
                  <a:pt x="755650" y="83556"/>
                </a:lnTo>
                <a:lnTo>
                  <a:pt x="755693" y="84392"/>
                </a:lnTo>
                <a:lnTo>
                  <a:pt x="755752" y="85224"/>
                </a:lnTo>
                <a:lnTo>
                  <a:pt x="755829" y="86051"/>
                </a:lnTo>
                <a:lnTo>
                  <a:pt x="755922" y="86872"/>
                </a:lnTo>
                <a:lnTo>
                  <a:pt x="756033" y="87689"/>
                </a:lnTo>
                <a:lnTo>
                  <a:pt x="756160" y="88500"/>
                </a:lnTo>
                <a:lnTo>
                  <a:pt x="756305" y="89307"/>
                </a:lnTo>
                <a:lnTo>
                  <a:pt x="756467" y="90108"/>
                </a:lnTo>
                <a:lnTo>
                  <a:pt x="756645" y="90905"/>
                </a:lnTo>
                <a:lnTo>
                  <a:pt x="756841" y="91696"/>
                </a:lnTo>
                <a:lnTo>
                  <a:pt x="757053" y="92483"/>
                </a:lnTo>
                <a:lnTo>
                  <a:pt x="757283" y="93264"/>
                </a:lnTo>
                <a:lnTo>
                  <a:pt x="757530" y="94041"/>
                </a:lnTo>
                <a:lnTo>
                  <a:pt x="757793" y="94812"/>
                </a:lnTo>
                <a:lnTo>
                  <a:pt x="758074" y="95578"/>
                </a:lnTo>
                <a:lnTo>
                  <a:pt x="758372" y="96340"/>
                </a:lnTo>
                <a:lnTo>
                  <a:pt x="758687" y="97096"/>
                </a:lnTo>
                <a:lnTo>
                  <a:pt x="759018" y="97847"/>
                </a:lnTo>
                <a:lnTo>
                  <a:pt x="759367" y="98594"/>
                </a:lnTo>
                <a:lnTo>
                  <a:pt x="759733" y="99335"/>
                </a:lnTo>
                <a:lnTo>
                  <a:pt x="760116" y="100071"/>
                </a:lnTo>
                <a:lnTo>
                  <a:pt x="760515" y="100802"/>
                </a:lnTo>
                <a:lnTo>
                  <a:pt x="760932" y="101525"/>
                </a:lnTo>
                <a:lnTo>
                  <a:pt x="761364" y="102236"/>
                </a:lnTo>
                <a:lnTo>
                  <a:pt x="761812" y="102936"/>
                </a:lnTo>
                <a:lnTo>
                  <a:pt x="762277" y="103624"/>
                </a:lnTo>
                <a:lnTo>
                  <a:pt x="762757" y="104300"/>
                </a:lnTo>
                <a:lnTo>
                  <a:pt x="763253" y="104965"/>
                </a:lnTo>
                <a:lnTo>
                  <a:pt x="763766" y="105618"/>
                </a:lnTo>
                <a:lnTo>
                  <a:pt x="764294" y="106259"/>
                </a:lnTo>
                <a:lnTo>
                  <a:pt x="764839" y="106889"/>
                </a:lnTo>
                <a:lnTo>
                  <a:pt x="765399" y="107507"/>
                </a:lnTo>
                <a:lnTo>
                  <a:pt x="765976" y="108113"/>
                </a:lnTo>
                <a:lnTo>
                  <a:pt x="766568" y="108708"/>
                </a:lnTo>
                <a:lnTo>
                  <a:pt x="767177" y="109291"/>
                </a:lnTo>
                <a:lnTo>
                  <a:pt x="767801" y="109862"/>
                </a:lnTo>
                <a:lnTo>
                  <a:pt x="768442" y="110422"/>
                </a:lnTo>
                <a:lnTo>
                  <a:pt x="769099" y="110970"/>
                </a:lnTo>
                <a:lnTo>
                  <a:pt x="769771" y="111506"/>
                </a:lnTo>
                <a:lnTo>
                  <a:pt x="770460" y="112031"/>
                </a:lnTo>
                <a:lnTo>
                  <a:pt x="770834" y="112303"/>
                </a:lnTo>
                <a:lnTo>
                  <a:pt x="770621" y="112385"/>
                </a:lnTo>
                <a:lnTo>
                  <a:pt x="769876" y="112686"/>
                </a:lnTo>
                <a:lnTo>
                  <a:pt x="769151" y="112993"/>
                </a:lnTo>
                <a:lnTo>
                  <a:pt x="768447" y="113305"/>
                </a:lnTo>
                <a:lnTo>
                  <a:pt x="767762" y="113624"/>
                </a:lnTo>
                <a:lnTo>
                  <a:pt x="767097" y="113949"/>
                </a:lnTo>
                <a:lnTo>
                  <a:pt x="766452" y="114281"/>
                </a:lnTo>
                <a:lnTo>
                  <a:pt x="765828" y="114618"/>
                </a:lnTo>
                <a:lnTo>
                  <a:pt x="765223" y="114962"/>
                </a:lnTo>
                <a:lnTo>
                  <a:pt x="764638" y="115311"/>
                </a:lnTo>
                <a:lnTo>
                  <a:pt x="764073" y="115667"/>
                </a:lnTo>
                <a:lnTo>
                  <a:pt x="763528" y="116029"/>
                </a:lnTo>
                <a:lnTo>
                  <a:pt x="763003" y="116397"/>
                </a:lnTo>
                <a:lnTo>
                  <a:pt x="762498" y="116772"/>
                </a:lnTo>
                <a:lnTo>
                  <a:pt x="762014" y="117152"/>
                </a:lnTo>
                <a:lnTo>
                  <a:pt x="761549" y="117539"/>
                </a:lnTo>
                <a:lnTo>
                  <a:pt x="761104" y="117931"/>
                </a:lnTo>
                <a:lnTo>
                  <a:pt x="760679" y="118330"/>
                </a:lnTo>
                <a:lnTo>
                  <a:pt x="760274" y="118735"/>
                </a:lnTo>
                <a:lnTo>
                  <a:pt x="759889" y="119146"/>
                </a:lnTo>
                <a:lnTo>
                  <a:pt x="759521" y="119561"/>
                </a:lnTo>
                <a:lnTo>
                  <a:pt x="759170" y="119979"/>
                </a:lnTo>
                <a:lnTo>
                  <a:pt x="758834" y="120399"/>
                </a:lnTo>
                <a:lnTo>
                  <a:pt x="758513" y="120820"/>
                </a:lnTo>
                <a:lnTo>
                  <a:pt x="758209" y="121244"/>
                </a:lnTo>
                <a:lnTo>
                  <a:pt x="757920" y="121671"/>
                </a:lnTo>
                <a:lnTo>
                  <a:pt x="757646" y="122099"/>
                </a:lnTo>
                <a:lnTo>
                  <a:pt x="757388" y="122529"/>
                </a:lnTo>
                <a:lnTo>
                  <a:pt x="757146" y="122962"/>
                </a:lnTo>
                <a:lnTo>
                  <a:pt x="756920" y="123397"/>
                </a:lnTo>
                <a:lnTo>
                  <a:pt x="756709" y="123834"/>
                </a:lnTo>
                <a:lnTo>
                  <a:pt x="756513" y="124273"/>
                </a:lnTo>
                <a:lnTo>
                  <a:pt x="756334" y="124715"/>
                </a:lnTo>
                <a:lnTo>
                  <a:pt x="756169" y="125158"/>
                </a:lnTo>
                <a:lnTo>
                  <a:pt x="756021" y="125604"/>
                </a:lnTo>
                <a:lnTo>
                  <a:pt x="755888" y="126052"/>
                </a:lnTo>
                <a:lnTo>
                  <a:pt x="755771" y="126502"/>
                </a:lnTo>
                <a:lnTo>
                  <a:pt x="755669" y="126954"/>
                </a:lnTo>
                <a:lnTo>
                  <a:pt x="755583" y="127409"/>
                </a:lnTo>
                <a:lnTo>
                  <a:pt x="755513" y="127866"/>
                </a:lnTo>
                <a:lnTo>
                  <a:pt x="755458" y="128324"/>
                </a:lnTo>
                <a:lnTo>
                  <a:pt x="755419" y="128785"/>
                </a:lnTo>
                <a:lnTo>
                  <a:pt x="755396" y="129249"/>
                </a:lnTo>
                <a:lnTo>
                  <a:pt x="755388" y="129714"/>
                </a:lnTo>
                <a:lnTo>
                  <a:pt x="755393" y="130038"/>
                </a:lnTo>
                <a:lnTo>
                  <a:pt x="755406" y="130364"/>
                </a:lnTo>
                <a:lnTo>
                  <a:pt x="755429" y="130690"/>
                </a:lnTo>
                <a:lnTo>
                  <a:pt x="755461" y="131018"/>
                </a:lnTo>
                <a:lnTo>
                  <a:pt x="755502" y="131346"/>
                </a:lnTo>
                <a:lnTo>
                  <a:pt x="755552" y="131676"/>
                </a:lnTo>
                <a:lnTo>
                  <a:pt x="755611" y="132006"/>
                </a:lnTo>
                <a:lnTo>
                  <a:pt x="755679" y="132338"/>
                </a:lnTo>
                <a:lnTo>
                  <a:pt x="755757" y="132670"/>
                </a:lnTo>
                <a:lnTo>
                  <a:pt x="755843" y="133003"/>
                </a:lnTo>
                <a:lnTo>
                  <a:pt x="755939" y="133338"/>
                </a:lnTo>
                <a:lnTo>
                  <a:pt x="756043" y="133673"/>
                </a:lnTo>
                <a:lnTo>
                  <a:pt x="756157" y="134010"/>
                </a:lnTo>
                <a:lnTo>
                  <a:pt x="756280" y="134347"/>
                </a:lnTo>
                <a:lnTo>
                  <a:pt x="756412" y="134685"/>
                </a:lnTo>
                <a:lnTo>
                  <a:pt x="756553" y="135025"/>
                </a:lnTo>
                <a:lnTo>
                  <a:pt x="756703" y="135365"/>
                </a:lnTo>
                <a:lnTo>
                  <a:pt x="756862" y="135706"/>
                </a:lnTo>
                <a:lnTo>
                  <a:pt x="757030" y="136049"/>
                </a:lnTo>
                <a:lnTo>
                  <a:pt x="757208" y="136392"/>
                </a:lnTo>
                <a:lnTo>
                  <a:pt x="757394" y="136736"/>
                </a:lnTo>
                <a:lnTo>
                  <a:pt x="757590" y="137081"/>
                </a:lnTo>
                <a:lnTo>
                  <a:pt x="757795" y="137428"/>
                </a:lnTo>
                <a:lnTo>
                  <a:pt x="758009" y="137775"/>
                </a:lnTo>
                <a:lnTo>
                  <a:pt x="758233" y="138121"/>
                </a:lnTo>
                <a:lnTo>
                  <a:pt x="758470" y="138464"/>
                </a:lnTo>
                <a:lnTo>
                  <a:pt x="758720" y="138805"/>
                </a:lnTo>
                <a:lnTo>
                  <a:pt x="758982" y="139143"/>
                </a:lnTo>
                <a:lnTo>
                  <a:pt x="759256" y="139478"/>
                </a:lnTo>
                <a:lnTo>
                  <a:pt x="759543" y="139810"/>
                </a:lnTo>
                <a:lnTo>
                  <a:pt x="759843" y="140139"/>
                </a:lnTo>
                <a:lnTo>
                  <a:pt x="760154" y="140466"/>
                </a:lnTo>
                <a:lnTo>
                  <a:pt x="760479" y="140790"/>
                </a:lnTo>
                <a:lnTo>
                  <a:pt x="760816" y="141111"/>
                </a:lnTo>
                <a:lnTo>
                  <a:pt x="761165" y="141429"/>
                </a:lnTo>
                <a:lnTo>
                  <a:pt x="761526" y="141745"/>
                </a:lnTo>
                <a:lnTo>
                  <a:pt x="761901" y="142058"/>
                </a:lnTo>
                <a:lnTo>
                  <a:pt x="762287" y="142368"/>
                </a:lnTo>
                <a:lnTo>
                  <a:pt x="762686" y="142675"/>
                </a:lnTo>
                <a:lnTo>
                  <a:pt x="763098" y="142980"/>
                </a:lnTo>
                <a:lnTo>
                  <a:pt x="763522" y="143281"/>
                </a:lnTo>
                <a:lnTo>
                  <a:pt x="763958" y="143580"/>
                </a:lnTo>
                <a:lnTo>
                  <a:pt x="764407" y="143877"/>
                </a:lnTo>
                <a:lnTo>
                  <a:pt x="764869" y="144170"/>
                </a:lnTo>
                <a:lnTo>
                  <a:pt x="765342" y="144461"/>
                </a:lnTo>
                <a:lnTo>
                  <a:pt x="765829" y="144749"/>
                </a:lnTo>
                <a:lnTo>
                  <a:pt x="766328" y="145034"/>
                </a:lnTo>
                <a:lnTo>
                  <a:pt x="766839" y="145316"/>
                </a:lnTo>
                <a:lnTo>
                  <a:pt x="767364" y="145593"/>
                </a:lnTo>
                <a:lnTo>
                  <a:pt x="767906" y="145862"/>
                </a:lnTo>
                <a:lnTo>
                  <a:pt x="768463" y="146123"/>
                </a:lnTo>
                <a:lnTo>
                  <a:pt x="768653" y="146207"/>
                </a:lnTo>
                <a:lnTo>
                  <a:pt x="768086" y="146455"/>
                </a:lnTo>
                <a:lnTo>
                  <a:pt x="767072" y="146928"/>
                </a:lnTo>
                <a:lnTo>
                  <a:pt x="766088" y="147417"/>
                </a:lnTo>
                <a:lnTo>
                  <a:pt x="765136" y="147922"/>
                </a:lnTo>
                <a:lnTo>
                  <a:pt x="764215" y="148442"/>
                </a:lnTo>
                <a:lnTo>
                  <a:pt x="763325" y="148978"/>
                </a:lnTo>
                <a:lnTo>
                  <a:pt x="762465" y="149529"/>
                </a:lnTo>
                <a:lnTo>
                  <a:pt x="761637" y="150097"/>
                </a:lnTo>
                <a:lnTo>
                  <a:pt x="760840" y="150680"/>
                </a:lnTo>
                <a:lnTo>
                  <a:pt x="760074" y="151278"/>
                </a:lnTo>
                <a:lnTo>
                  <a:pt x="759339" y="151893"/>
                </a:lnTo>
                <a:lnTo>
                  <a:pt x="758635" y="152523"/>
                </a:lnTo>
                <a:lnTo>
                  <a:pt x="757961" y="153164"/>
                </a:lnTo>
                <a:lnTo>
                  <a:pt x="757316" y="153813"/>
                </a:lnTo>
                <a:lnTo>
                  <a:pt x="756699" y="154470"/>
                </a:lnTo>
                <a:lnTo>
                  <a:pt x="756111" y="155135"/>
                </a:lnTo>
                <a:lnTo>
                  <a:pt x="755552" y="155807"/>
                </a:lnTo>
                <a:lnTo>
                  <a:pt x="755021" y="156486"/>
                </a:lnTo>
                <a:lnTo>
                  <a:pt x="754519" y="157174"/>
                </a:lnTo>
                <a:lnTo>
                  <a:pt x="754046" y="157869"/>
                </a:lnTo>
                <a:lnTo>
                  <a:pt x="753602" y="158572"/>
                </a:lnTo>
                <a:lnTo>
                  <a:pt x="753186" y="159282"/>
                </a:lnTo>
                <a:lnTo>
                  <a:pt x="752799" y="160000"/>
                </a:lnTo>
                <a:lnTo>
                  <a:pt x="752440" y="160726"/>
                </a:lnTo>
                <a:lnTo>
                  <a:pt x="752110" y="161460"/>
                </a:lnTo>
                <a:lnTo>
                  <a:pt x="751809" y="162201"/>
                </a:lnTo>
                <a:lnTo>
                  <a:pt x="751536" y="162949"/>
                </a:lnTo>
                <a:lnTo>
                  <a:pt x="751293" y="163706"/>
                </a:lnTo>
                <a:lnTo>
                  <a:pt x="751078" y="164470"/>
                </a:lnTo>
                <a:lnTo>
                  <a:pt x="750891" y="165242"/>
                </a:lnTo>
                <a:lnTo>
                  <a:pt x="750733" y="166021"/>
                </a:lnTo>
                <a:lnTo>
                  <a:pt x="750604" y="166808"/>
                </a:lnTo>
                <a:lnTo>
                  <a:pt x="750504" y="167603"/>
                </a:lnTo>
                <a:lnTo>
                  <a:pt x="750432" y="168406"/>
                </a:lnTo>
                <a:lnTo>
                  <a:pt x="750389" y="169216"/>
                </a:lnTo>
                <a:lnTo>
                  <a:pt x="750375" y="170033"/>
                </a:lnTo>
                <a:lnTo>
                  <a:pt x="750383" y="170708"/>
                </a:lnTo>
                <a:lnTo>
                  <a:pt x="750408" y="171378"/>
                </a:lnTo>
                <a:lnTo>
                  <a:pt x="750450" y="172044"/>
                </a:lnTo>
                <a:lnTo>
                  <a:pt x="750508" y="172706"/>
                </a:lnTo>
                <a:lnTo>
                  <a:pt x="750583" y="173364"/>
                </a:lnTo>
                <a:lnTo>
                  <a:pt x="750674" y="174018"/>
                </a:lnTo>
                <a:lnTo>
                  <a:pt x="750782" y="174668"/>
                </a:lnTo>
                <a:lnTo>
                  <a:pt x="750907" y="175314"/>
                </a:lnTo>
                <a:lnTo>
                  <a:pt x="751048" y="175956"/>
                </a:lnTo>
                <a:lnTo>
                  <a:pt x="751206" y="176595"/>
                </a:lnTo>
                <a:lnTo>
                  <a:pt x="751380" y="177229"/>
                </a:lnTo>
                <a:lnTo>
                  <a:pt x="751571" y="177859"/>
                </a:lnTo>
                <a:lnTo>
                  <a:pt x="751779" y="178485"/>
                </a:lnTo>
                <a:lnTo>
                  <a:pt x="752003" y="179106"/>
                </a:lnTo>
                <a:lnTo>
                  <a:pt x="752244" y="179724"/>
                </a:lnTo>
                <a:lnTo>
                  <a:pt x="752502" y="180338"/>
                </a:lnTo>
                <a:lnTo>
                  <a:pt x="752776" y="180948"/>
                </a:lnTo>
                <a:lnTo>
                  <a:pt x="753067" y="181554"/>
                </a:lnTo>
                <a:lnTo>
                  <a:pt x="753374" y="182156"/>
                </a:lnTo>
                <a:lnTo>
                  <a:pt x="753698" y="182754"/>
                </a:lnTo>
                <a:lnTo>
                  <a:pt x="754039" y="183348"/>
                </a:lnTo>
                <a:lnTo>
                  <a:pt x="754396" y="183938"/>
                </a:lnTo>
                <a:lnTo>
                  <a:pt x="754770" y="184523"/>
                </a:lnTo>
                <a:lnTo>
                  <a:pt x="755160" y="185105"/>
                </a:lnTo>
                <a:lnTo>
                  <a:pt x="755569" y="185680"/>
                </a:lnTo>
                <a:lnTo>
                  <a:pt x="755999" y="186246"/>
                </a:lnTo>
                <a:lnTo>
                  <a:pt x="756450" y="186802"/>
                </a:lnTo>
                <a:lnTo>
                  <a:pt x="756922" y="187348"/>
                </a:lnTo>
                <a:lnTo>
                  <a:pt x="757414" y="187884"/>
                </a:lnTo>
                <a:lnTo>
                  <a:pt x="757927" y="188411"/>
                </a:lnTo>
                <a:lnTo>
                  <a:pt x="758461" y="188928"/>
                </a:lnTo>
                <a:lnTo>
                  <a:pt x="759015" y="189436"/>
                </a:lnTo>
                <a:lnTo>
                  <a:pt x="759590" y="189934"/>
                </a:lnTo>
                <a:lnTo>
                  <a:pt x="760187" y="190422"/>
                </a:lnTo>
                <a:lnTo>
                  <a:pt x="760803" y="190900"/>
                </a:lnTo>
                <a:lnTo>
                  <a:pt x="761441" y="191369"/>
                </a:lnTo>
                <a:lnTo>
                  <a:pt x="762099" y="191828"/>
                </a:lnTo>
                <a:lnTo>
                  <a:pt x="762779" y="192277"/>
                </a:lnTo>
                <a:lnTo>
                  <a:pt x="763479" y="192717"/>
                </a:lnTo>
                <a:lnTo>
                  <a:pt x="764199" y="193147"/>
                </a:lnTo>
                <a:lnTo>
                  <a:pt x="764941" y="193568"/>
                </a:lnTo>
                <a:lnTo>
                  <a:pt x="765703" y="193978"/>
                </a:lnTo>
                <a:lnTo>
                  <a:pt x="766486" y="194379"/>
                </a:lnTo>
                <a:lnTo>
                  <a:pt x="767290" y="194770"/>
                </a:lnTo>
                <a:lnTo>
                  <a:pt x="768114" y="195152"/>
                </a:lnTo>
                <a:lnTo>
                  <a:pt x="768960" y="195524"/>
                </a:lnTo>
                <a:lnTo>
                  <a:pt x="769826" y="195886"/>
                </a:lnTo>
                <a:lnTo>
                  <a:pt x="770713" y="196239"/>
                </a:lnTo>
                <a:lnTo>
                  <a:pt x="771622" y="196580"/>
                </a:lnTo>
                <a:lnTo>
                  <a:pt x="772557" y="196906"/>
                </a:lnTo>
                <a:lnTo>
                  <a:pt x="773517" y="197218"/>
                </a:lnTo>
                <a:lnTo>
                  <a:pt x="774503" y="197515"/>
                </a:lnTo>
                <a:lnTo>
                  <a:pt x="775513" y="197798"/>
                </a:lnTo>
                <a:lnTo>
                  <a:pt x="776548" y="198066"/>
                </a:lnTo>
                <a:lnTo>
                  <a:pt x="777609" y="198320"/>
                </a:lnTo>
                <a:lnTo>
                  <a:pt x="778695" y="198559"/>
                </a:lnTo>
                <a:lnTo>
                  <a:pt x="779805" y="198784"/>
                </a:lnTo>
                <a:lnTo>
                  <a:pt x="780941" y="198994"/>
                </a:lnTo>
                <a:lnTo>
                  <a:pt x="782102" y="199190"/>
                </a:lnTo>
                <a:lnTo>
                  <a:pt x="783288" y="199371"/>
                </a:lnTo>
                <a:lnTo>
                  <a:pt x="784500" y="199538"/>
                </a:lnTo>
                <a:lnTo>
                  <a:pt x="785736" y="199690"/>
                </a:lnTo>
                <a:lnTo>
                  <a:pt x="786998" y="199828"/>
                </a:lnTo>
                <a:lnTo>
                  <a:pt x="788284" y="199951"/>
                </a:lnTo>
                <a:lnTo>
                  <a:pt x="789596" y="200060"/>
                </a:lnTo>
                <a:lnTo>
                  <a:pt x="790933" y="200154"/>
                </a:lnTo>
                <a:lnTo>
                  <a:pt x="792295" y="200234"/>
                </a:lnTo>
                <a:lnTo>
                  <a:pt x="793682" y="200299"/>
                </a:lnTo>
                <a:lnTo>
                  <a:pt x="795094" y="200350"/>
                </a:lnTo>
                <a:lnTo>
                  <a:pt x="796532" y="200386"/>
                </a:lnTo>
                <a:lnTo>
                  <a:pt x="797994" y="200408"/>
                </a:lnTo>
                <a:lnTo>
                  <a:pt x="799482" y="200415"/>
                </a:lnTo>
                <a:lnTo>
                  <a:pt x="801653" y="200398"/>
                </a:lnTo>
                <a:lnTo>
                  <a:pt x="803779" y="200347"/>
                </a:lnTo>
                <a:lnTo>
                  <a:pt x="805860" y="200262"/>
                </a:lnTo>
                <a:lnTo>
                  <a:pt x="807896" y="200143"/>
                </a:lnTo>
                <a:lnTo>
                  <a:pt x="809887" y="199990"/>
                </a:lnTo>
                <a:lnTo>
                  <a:pt x="811833" y="199803"/>
                </a:lnTo>
                <a:lnTo>
                  <a:pt x="813735" y="199582"/>
                </a:lnTo>
                <a:lnTo>
                  <a:pt x="815591" y="199327"/>
                </a:lnTo>
                <a:lnTo>
                  <a:pt x="817403" y="199037"/>
                </a:lnTo>
                <a:lnTo>
                  <a:pt x="819170" y="198714"/>
                </a:lnTo>
                <a:lnTo>
                  <a:pt x="820891" y="198357"/>
                </a:lnTo>
                <a:lnTo>
                  <a:pt x="822568" y="197966"/>
                </a:lnTo>
                <a:lnTo>
                  <a:pt x="824200" y="197540"/>
                </a:lnTo>
                <a:lnTo>
                  <a:pt x="825787" y="197081"/>
                </a:lnTo>
                <a:lnTo>
                  <a:pt x="827330" y="196588"/>
                </a:lnTo>
                <a:lnTo>
                  <a:pt x="828827" y="196060"/>
                </a:lnTo>
                <a:lnTo>
                  <a:pt x="830279" y="195499"/>
                </a:lnTo>
                <a:lnTo>
                  <a:pt x="831687" y="194904"/>
                </a:lnTo>
                <a:lnTo>
                  <a:pt x="833049" y="194274"/>
                </a:lnTo>
                <a:lnTo>
                  <a:pt x="834367" y="193611"/>
                </a:lnTo>
                <a:lnTo>
                  <a:pt x="835640" y="192913"/>
                </a:lnTo>
                <a:lnTo>
                  <a:pt x="836868" y="192182"/>
                </a:lnTo>
                <a:lnTo>
                  <a:pt x="838051" y="191416"/>
                </a:lnTo>
                <a:lnTo>
                  <a:pt x="839189" y="190617"/>
                </a:lnTo>
                <a:lnTo>
                  <a:pt x="840281" y="189791"/>
                </a:lnTo>
                <a:lnTo>
                  <a:pt x="841327" y="188945"/>
                </a:lnTo>
                <a:lnTo>
                  <a:pt x="842327" y="188081"/>
                </a:lnTo>
                <a:lnTo>
                  <a:pt x="843280" y="187198"/>
                </a:lnTo>
                <a:lnTo>
                  <a:pt x="844186" y="186295"/>
                </a:lnTo>
                <a:lnTo>
                  <a:pt x="845046" y="185373"/>
                </a:lnTo>
                <a:lnTo>
                  <a:pt x="845859" y="184432"/>
                </a:lnTo>
                <a:lnTo>
                  <a:pt x="846626" y="183472"/>
                </a:lnTo>
                <a:lnTo>
                  <a:pt x="847347" y="182493"/>
                </a:lnTo>
                <a:lnTo>
                  <a:pt x="848021" y="181494"/>
                </a:lnTo>
                <a:lnTo>
                  <a:pt x="848649" y="180477"/>
                </a:lnTo>
                <a:lnTo>
                  <a:pt x="849230" y="179440"/>
                </a:lnTo>
                <a:lnTo>
                  <a:pt x="849764" y="178385"/>
                </a:lnTo>
                <a:lnTo>
                  <a:pt x="850252" y="177310"/>
                </a:lnTo>
                <a:lnTo>
                  <a:pt x="850694" y="176216"/>
                </a:lnTo>
                <a:lnTo>
                  <a:pt x="851089" y="175102"/>
                </a:lnTo>
                <a:lnTo>
                  <a:pt x="851438" y="173970"/>
                </a:lnTo>
                <a:lnTo>
                  <a:pt x="851740" y="172819"/>
                </a:lnTo>
                <a:lnTo>
                  <a:pt x="851995" y="171648"/>
                </a:lnTo>
                <a:lnTo>
                  <a:pt x="852205" y="170458"/>
                </a:lnTo>
                <a:lnTo>
                  <a:pt x="852367" y="169249"/>
                </a:lnTo>
                <a:lnTo>
                  <a:pt x="852484" y="168021"/>
                </a:lnTo>
                <a:lnTo>
                  <a:pt x="852553" y="166774"/>
                </a:lnTo>
                <a:lnTo>
                  <a:pt x="852576" y="165508"/>
                </a:lnTo>
                <a:lnTo>
                  <a:pt x="852556" y="164237"/>
                </a:lnTo>
                <a:lnTo>
                  <a:pt x="852495" y="162993"/>
                </a:lnTo>
                <a:lnTo>
                  <a:pt x="852393" y="161778"/>
                </a:lnTo>
                <a:lnTo>
                  <a:pt x="852250" y="160590"/>
                </a:lnTo>
                <a:lnTo>
                  <a:pt x="852067" y="159431"/>
                </a:lnTo>
                <a:lnTo>
                  <a:pt x="851843" y="158300"/>
                </a:lnTo>
                <a:lnTo>
                  <a:pt x="851578" y="157196"/>
                </a:lnTo>
                <a:lnTo>
                  <a:pt x="851273" y="156121"/>
                </a:lnTo>
                <a:lnTo>
                  <a:pt x="850926" y="155073"/>
                </a:lnTo>
                <a:lnTo>
                  <a:pt x="850539" y="154054"/>
                </a:lnTo>
                <a:lnTo>
                  <a:pt x="850111" y="153062"/>
                </a:lnTo>
                <a:lnTo>
                  <a:pt x="849643" y="152099"/>
                </a:lnTo>
                <a:lnTo>
                  <a:pt x="849133" y="151163"/>
                </a:lnTo>
                <a:lnTo>
                  <a:pt x="848583" y="150256"/>
                </a:lnTo>
                <a:lnTo>
                  <a:pt x="847992" y="149376"/>
                </a:lnTo>
                <a:lnTo>
                  <a:pt x="847361" y="148525"/>
                </a:lnTo>
                <a:lnTo>
                  <a:pt x="846688" y="147701"/>
                </a:lnTo>
                <a:lnTo>
                  <a:pt x="845975" y="146906"/>
                </a:lnTo>
                <a:lnTo>
                  <a:pt x="845221" y="146138"/>
                </a:lnTo>
                <a:lnTo>
                  <a:pt x="844427" y="145399"/>
                </a:lnTo>
                <a:lnTo>
                  <a:pt x="843591" y="144687"/>
                </a:lnTo>
                <a:lnTo>
                  <a:pt x="842715" y="144004"/>
                </a:lnTo>
                <a:lnTo>
                  <a:pt x="841799" y="143348"/>
                </a:lnTo>
                <a:lnTo>
                  <a:pt x="840841" y="142721"/>
                </a:lnTo>
                <a:lnTo>
                  <a:pt x="839836" y="142120"/>
                </a:lnTo>
                <a:lnTo>
                  <a:pt x="838777" y="141544"/>
                </a:lnTo>
                <a:lnTo>
                  <a:pt x="837663" y="140995"/>
                </a:lnTo>
                <a:lnTo>
                  <a:pt x="836496" y="140471"/>
                </a:lnTo>
                <a:lnTo>
                  <a:pt x="835274" y="139972"/>
                </a:lnTo>
                <a:lnTo>
                  <a:pt x="833998" y="139499"/>
                </a:lnTo>
                <a:lnTo>
                  <a:pt x="832667" y="139052"/>
                </a:lnTo>
                <a:lnTo>
                  <a:pt x="831283" y="138630"/>
                </a:lnTo>
                <a:lnTo>
                  <a:pt x="829844" y="138234"/>
                </a:lnTo>
                <a:lnTo>
                  <a:pt x="828351" y="137863"/>
                </a:lnTo>
                <a:lnTo>
                  <a:pt x="826804" y="137518"/>
                </a:lnTo>
                <a:lnTo>
                  <a:pt x="825203" y="137198"/>
                </a:lnTo>
                <a:lnTo>
                  <a:pt x="823548" y="136904"/>
                </a:lnTo>
                <a:lnTo>
                  <a:pt x="821838" y="136636"/>
                </a:lnTo>
                <a:lnTo>
                  <a:pt x="820074" y="136393"/>
                </a:lnTo>
                <a:lnTo>
                  <a:pt x="818256" y="136175"/>
                </a:lnTo>
                <a:lnTo>
                  <a:pt x="816384" y="135984"/>
                </a:lnTo>
                <a:lnTo>
                  <a:pt x="814457" y="135818"/>
                </a:lnTo>
                <a:lnTo>
                  <a:pt x="812477" y="135677"/>
                </a:lnTo>
                <a:lnTo>
                  <a:pt x="810442" y="135562"/>
                </a:lnTo>
                <a:lnTo>
                  <a:pt x="808353" y="135472"/>
                </a:lnTo>
                <a:lnTo>
                  <a:pt x="806210" y="135408"/>
                </a:lnTo>
                <a:lnTo>
                  <a:pt x="804012" y="135370"/>
                </a:lnTo>
                <a:lnTo>
                  <a:pt x="801761" y="135357"/>
                </a:lnTo>
                <a:lnTo>
                  <a:pt x="794355" y="135357"/>
                </a:lnTo>
                <a:lnTo>
                  <a:pt x="793611" y="135355"/>
                </a:lnTo>
                <a:lnTo>
                  <a:pt x="792882" y="135350"/>
                </a:lnTo>
                <a:lnTo>
                  <a:pt x="792166" y="135340"/>
                </a:lnTo>
                <a:lnTo>
                  <a:pt x="791463" y="135327"/>
                </a:lnTo>
                <a:lnTo>
                  <a:pt x="790775" y="135310"/>
                </a:lnTo>
                <a:lnTo>
                  <a:pt x="790100" y="135289"/>
                </a:lnTo>
                <a:lnTo>
                  <a:pt x="789438" y="135265"/>
                </a:lnTo>
                <a:lnTo>
                  <a:pt x="788791" y="135236"/>
                </a:lnTo>
                <a:lnTo>
                  <a:pt x="788157" y="135204"/>
                </a:lnTo>
                <a:lnTo>
                  <a:pt x="787536" y="135168"/>
                </a:lnTo>
                <a:lnTo>
                  <a:pt x="786929" y="135128"/>
                </a:lnTo>
                <a:lnTo>
                  <a:pt x="786336" y="135085"/>
                </a:lnTo>
                <a:lnTo>
                  <a:pt x="785757" y="135038"/>
                </a:lnTo>
                <a:lnTo>
                  <a:pt x="785191" y="134987"/>
                </a:lnTo>
                <a:lnTo>
                  <a:pt x="784639" y="134932"/>
                </a:lnTo>
                <a:lnTo>
                  <a:pt x="784100" y="134873"/>
                </a:lnTo>
                <a:lnTo>
                  <a:pt x="783575" y="134811"/>
                </a:lnTo>
                <a:lnTo>
                  <a:pt x="783064" y="134744"/>
                </a:lnTo>
                <a:lnTo>
                  <a:pt x="782567" y="134674"/>
                </a:lnTo>
                <a:lnTo>
                  <a:pt x="782083" y="134601"/>
                </a:lnTo>
                <a:lnTo>
                  <a:pt x="781612" y="134523"/>
                </a:lnTo>
                <a:lnTo>
                  <a:pt x="781156" y="134442"/>
                </a:lnTo>
                <a:lnTo>
                  <a:pt x="780713" y="134357"/>
                </a:lnTo>
                <a:lnTo>
                  <a:pt x="780283" y="134268"/>
                </a:lnTo>
                <a:lnTo>
                  <a:pt x="779866" y="134176"/>
                </a:lnTo>
                <a:lnTo>
                  <a:pt x="779459" y="134081"/>
                </a:lnTo>
                <a:lnTo>
                  <a:pt x="779062" y="133985"/>
                </a:lnTo>
                <a:lnTo>
                  <a:pt x="778676" y="133886"/>
                </a:lnTo>
                <a:lnTo>
                  <a:pt x="778299" y="133784"/>
                </a:lnTo>
                <a:lnTo>
                  <a:pt x="777933" y="133680"/>
                </a:lnTo>
                <a:lnTo>
                  <a:pt x="777578" y="133574"/>
                </a:lnTo>
                <a:lnTo>
                  <a:pt x="777232" y="133465"/>
                </a:lnTo>
                <a:lnTo>
                  <a:pt x="776897" y="133354"/>
                </a:lnTo>
                <a:lnTo>
                  <a:pt x="776572" y="133241"/>
                </a:lnTo>
                <a:lnTo>
                  <a:pt x="776258" y="133125"/>
                </a:lnTo>
                <a:lnTo>
                  <a:pt x="775954" y="133006"/>
                </a:lnTo>
                <a:lnTo>
                  <a:pt x="775660" y="132886"/>
                </a:lnTo>
                <a:lnTo>
                  <a:pt x="775376" y="132763"/>
                </a:lnTo>
                <a:lnTo>
                  <a:pt x="775103" y="132637"/>
                </a:lnTo>
                <a:lnTo>
                  <a:pt x="774840" y="132510"/>
                </a:lnTo>
                <a:lnTo>
                  <a:pt x="774587" y="132380"/>
                </a:lnTo>
                <a:lnTo>
                  <a:pt x="774344" y="132247"/>
                </a:lnTo>
                <a:lnTo>
                  <a:pt x="774112" y="132112"/>
                </a:lnTo>
                <a:lnTo>
                  <a:pt x="773890" y="131975"/>
                </a:lnTo>
                <a:lnTo>
                  <a:pt x="773679" y="131835"/>
                </a:lnTo>
                <a:lnTo>
                  <a:pt x="773477" y="131693"/>
                </a:lnTo>
                <a:lnTo>
                  <a:pt x="773286" y="131548"/>
                </a:lnTo>
                <a:lnTo>
                  <a:pt x="773105" y="131402"/>
                </a:lnTo>
                <a:lnTo>
                  <a:pt x="772933" y="131253"/>
                </a:lnTo>
                <a:lnTo>
                  <a:pt x="772769" y="131102"/>
                </a:lnTo>
                <a:lnTo>
                  <a:pt x="772611" y="130949"/>
                </a:lnTo>
                <a:lnTo>
                  <a:pt x="772461" y="130795"/>
                </a:lnTo>
                <a:lnTo>
                  <a:pt x="772319" y="130639"/>
                </a:lnTo>
                <a:lnTo>
                  <a:pt x="772183" y="130481"/>
                </a:lnTo>
                <a:lnTo>
                  <a:pt x="772055" y="130321"/>
                </a:lnTo>
                <a:lnTo>
                  <a:pt x="771934" y="130160"/>
                </a:lnTo>
                <a:lnTo>
                  <a:pt x="771821" y="129996"/>
                </a:lnTo>
                <a:lnTo>
                  <a:pt x="771715" y="129831"/>
                </a:lnTo>
                <a:lnTo>
                  <a:pt x="771616" y="129664"/>
                </a:lnTo>
                <a:lnTo>
                  <a:pt x="771524" y="129496"/>
                </a:lnTo>
                <a:lnTo>
                  <a:pt x="771440" y="129325"/>
                </a:lnTo>
                <a:lnTo>
                  <a:pt x="771363" y="129153"/>
                </a:lnTo>
                <a:lnTo>
                  <a:pt x="771294" y="128979"/>
                </a:lnTo>
                <a:lnTo>
                  <a:pt x="771232" y="128803"/>
                </a:lnTo>
                <a:lnTo>
                  <a:pt x="771177" y="128626"/>
                </a:lnTo>
                <a:lnTo>
                  <a:pt x="771129" y="128446"/>
                </a:lnTo>
                <a:lnTo>
                  <a:pt x="771089" y="128265"/>
                </a:lnTo>
                <a:lnTo>
                  <a:pt x="771056" y="128082"/>
                </a:lnTo>
                <a:lnTo>
                  <a:pt x="771030" y="127897"/>
                </a:lnTo>
                <a:lnTo>
                  <a:pt x="771012" y="127710"/>
                </a:lnTo>
                <a:lnTo>
                  <a:pt x="771001" y="127522"/>
                </a:lnTo>
                <a:lnTo>
                  <a:pt x="770997" y="127332"/>
                </a:lnTo>
                <a:lnTo>
                  <a:pt x="771004" y="127056"/>
                </a:lnTo>
                <a:lnTo>
                  <a:pt x="771022" y="126782"/>
                </a:lnTo>
                <a:lnTo>
                  <a:pt x="771053" y="126510"/>
                </a:lnTo>
                <a:lnTo>
                  <a:pt x="771096" y="126241"/>
                </a:lnTo>
                <a:lnTo>
                  <a:pt x="771151" y="125974"/>
                </a:lnTo>
                <a:lnTo>
                  <a:pt x="771218" y="125709"/>
                </a:lnTo>
                <a:lnTo>
                  <a:pt x="771298" y="125446"/>
                </a:lnTo>
                <a:lnTo>
                  <a:pt x="771390" y="125185"/>
                </a:lnTo>
                <a:lnTo>
                  <a:pt x="771494" y="124927"/>
                </a:lnTo>
                <a:lnTo>
                  <a:pt x="771611" y="124671"/>
                </a:lnTo>
                <a:lnTo>
                  <a:pt x="771739" y="124417"/>
                </a:lnTo>
                <a:lnTo>
                  <a:pt x="771880" y="124165"/>
                </a:lnTo>
                <a:lnTo>
                  <a:pt x="772034" y="123915"/>
                </a:lnTo>
                <a:lnTo>
                  <a:pt x="772199" y="123668"/>
                </a:lnTo>
                <a:lnTo>
                  <a:pt x="772377" y="123423"/>
                </a:lnTo>
                <a:lnTo>
                  <a:pt x="772567" y="123179"/>
                </a:lnTo>
                <a:lnTo>
                  <a:pt x="772770" y="122939"/>
                </a:lnTo>
                <a:lnTo>
                  <a:pt x="772984" y="122700"/>
                </a:lnTo>
                <a:lnTo>
                  <a:pt x="773211" y="122464"/>
                </a:lnTo>
                <a:lnTo>
                  <a:pt x="773450" y="122229"/>
                </a:lnTo>
                <a:lnTo>
                  <a:pt x="773702" y="121997"/>
                </a:lnTo>
                <a:lnTo>
                  <a:pt x="773965" y="121768"/>
                </a:lnTo>
                <a:lnTo>
                  <a:pt x="774241" y="121540"/>
                </a:lnTo>
                <a:lnTo>
                  <a:pt x="774530" y="121315"/>
                </a:lnTo>
                <a:lnTo>
                  <a:pt x="774828" y="121092"/>
                </a:lnTo>
                <a:lnTo>
                  <a:pt x="775136" y="120872"/>
                </a:lnTo>
                <a:lnTo>
                  <a:pt x="775452" y="120656"/>
                </a:lnTo>
                <a:lnTo>
                  <a:pt x="775777" y="120443"/>
                </a:lnTo>
                <a:lnTo>
                  <a:pt x="776110" y="120234"/>
                </a:lnTo>
                <a:lnTo>
                  <a:pt x="776452" y="120028"/>
                </a:lnTo>
                <a:lnTo>
                  <a:pt x="776803" y="119825"/>
                </a:lnTo>
                <a:lnTo>
                  <a:pt x="777163" y="119626"/>
                </a:lnTo>
                <a:lnTo>
                  <a:pt x="777531" y="119430"/>
                </a:lnTo>
                <a:lnTo>
                  <a:pt x="777908" y="119238"/>
                </a:lnTo>
                <a:lnTo>
                  <a:pt x="778294" y="119049"/>
                </a:lnTo>
                <a:lnTo>
                  <a:pt x="778688" y="118863"/>
                </a:lnTo>
                <a:lnTo>
                  <a:pt x="779091" y="118681"/>
                </a:lnTo>
                <a:lnTo>
                  <a:pt x="779503" y="118502"/>
                </a:lnTo>
                <a:lnTo>
                  <a:pt x="779924" y="118326"/>
                </a:lnTo>
                <a:lnTo>
                  <a:pt x="780353" y="118154"/>
                </a:lnTo>
                <a:lnTo>
                  <a:pt x="780791" y="117986"/>
                </a:lnTo>
                <a:lnTo>
                  <a:pt x="781238" y="117820"/>
                </a:lnTo>
                <a:lnTo>
                  <a:pt x="781331" y="117787"/>
                </a:lnTo>
                <a:lnTo>
                  <a:pt x="781733" y="117925"/>
                </a:lnTo>
                <a:lnTo>
                  <a:pt x="782648" y="118215"/>
                </a:lnTo>
                <a:lnTo>
                  <a:pt x="783578" y="118486"/>
                </a:lnTo>
                <a:lnTo>
                  <a:pt x="784523" y="118738"/>
                </a:lnTo>
                <a:lnTo>
                  <a:pt x="785482" y="118972"/>
                </a:lnTo>
                <a:lnTo>
                  <a:pt x="786455" y="119187"/>
                </a:lnTo>
                <a:lnTo>
                  <a:pt x="787443" y="119383"/>
                </a:lnTo>
                <a:lnTo>
                  <a:pt x="788445" y="119561"/>
                </a:lnTo>
                <a:lnTo>
                  <a:pt x="789462" y="119719"/>
                </a:lnTo>
                <a:lnTo>
                  <a:pt x="790493" y="119860"/>
                </a:lnTo>
                <a:lnTo>
                  <a:pt x="791538" y="119981"/>
                </a:lnTo>
                <a:lnTo>
                  <a:pt x="792598" y="120084"/>
                </a:lnTo>
                <a:lnTo>
                  <a:pt x="793673" y="120168"/>
                </a:lnTo>
                <a:lnTo>
                  <a:pt x="794761" y="120233"/>
                </a:lnTo>
                <a:lnTo>
                  <a:pt x="795865" y="120280"/>
                </a:lnTo>
                <a:lnTo>
                  <a:pt x="796982" y="120308"/>
                </a:lnTo>
                <a:lnTo>
                  <a:pt x="798115" y="120318"/>
                </a:lnTo>
                <a:lnTo>
                  <a:pt x="799312" y="120308"/>
                </a:lnTo>
                <a:lnTo>
                  <a:pt x="800492" y="120281"/>
                </a:lnTo>
                <a:lnTo>
                  <a:pt x="801655" y="120235"/>
                </a:lnTo>
                <a:lnTo>
                  <a:pt x="802802" y="120171"/>
                </a:lnTo>
                <a:lnTo>
                  <a:pt x="803931" y="120089"/>
                </a:lnTo>
                <a:lnTo>
                  <a:pt x="805043" y="119988"/>
                </a:lnTo>
                <a:lnTo>
                  <a:pt x="806139" y="119869"/>
                </a:lnTo>
                <a:lnTo>
                  <a:pt x="807217" y="119732"/>
                </a:lnTo>
                <a:lnTo>
                  <a:pt x="808278" y="119577"/>
                </a:lnTo>
                <a:lnTo>
                  <a:pt x="809322" y="119403"/>
                </a:lnTo>
                <a:lnTo>
                  <a:pt x="810350" y="119211"/>
                </a:lnTo>
                <a:lnTo>
                  <a:pt x="811360" y="119000"/>
                </a:lnTo>
                <a:lnTo>
                  <a:pt x="812353" y="118772"/>
                </a:lnTo>
                <a:lnTo>
                  <a:pt x="813329" y="118524"/>
                </a:lnTo>
                <a:lnTo>
                  <a:pt x="814288" y="118259"/>
                </a:lnTo>
                <a:lnTo>
                  <a:pt x="815230" y="117976"/>
                </a:lnTo>
                <a:lnTo>
                  <a:pt x="816156" y="117674"/>
                </a:lnTo>
                <a:lnTo>
                  <a:pt x="817064" y="117353"/>
                </a:lnTo>
                <a:lnTo>
                  <a:pt x="817955" y="117015"/>
                </a:lnTo>
                <a:lnTo>
                  <a:pt x="818829" y="116658"/>
                </a:lnTo>
                <a:lnTo>
                  <a:pt x="819686" y="116283"/>
                </a:lnTo>
                <a:lnTo>
                  <a:pt x="820526" y="115890"/>
                </a:lnTo>
                <a:lnTo>
                  <a:pt x="821349" y="115478"/>
                </a:lnTo>
                <a:lnTo>
                  <a:pt x="822155" y="115048"/>
                </a:lnTo>
                <a:lnTo>
                  <a:pt x="822944" y="114603"/>
                </a:lnTo>
                <a:lnTo>
                  <a:pt x="823717" y="114146"/>
                </a:lnTo>
                <a:lnTo>
                  <a:pt x="824472" y="113676"/>
                </a:lnTo>
                <a:lnTo>
                  <a:pt x="825211" y="113195"/>
                </a:lnTo>
                <a:lnTo>
                  <a:pt x="825933" y="112702"/>
                </a:lnTo>
                <a:lnTo>
                  <a:pt x="826638" y="112196"/>
                </a:lnTo>
                <a:lnTo>
                  <a:pt x="827326" y="111678"/>
                </a:lnTo>
                <a:lnTo>
                  <a:pt x="827998" y="111149"/>
                </a:lnTo>
                <a:lnTo>
                  <a:pt x="828652" y="110607"/>
                </a:lnTo>
                <a:lnTo>
                  <a:pt x="829290" y="110053"/>
                </a:lnTo>
                <a:lnTo>
                  <a:pt x="829911" y="109488"/>
                </a:lnTo>
                <a:lnTo>
                  <a:pt x="830515" y="108910"/>
                </a:lnTo>
                <a:lnTo>
                  <a:pt x="831103" y="108320"/>
                </a:lnTo>
                <a:lnTo>
                  <a:pt x="831673" y="107718"/>
                </a:lnTo>
                <a:lnTo>
                  <a:pt x="832227" y="107104"/>
                </a:lnTo>
                <a:lnTo>
                  <a:pt x="832764" y="106477"/>
                </a:lnTo>
                <a:lnTo>
                  <a:pt x="833284" y="105839"/>
                </a:lnTo>
                <a:lnTo>
                  <a:pt x="833788" y="105189"/>
                </a:lnTo>
                <a:lnTo>
                  <a:pt x="834274" y="104527"/>
                </a:lnTo>
                <a:lnTo>
                  <a:pt x="834744" y="103852"/>
                </a:lnTo>
                <a:lnTo>
                  <a:pt x="835197" y="103166"/>
                </a:lnTo>
                <a:lnTo>
                  <a:pt x="835633" y="102467"/>
                </a:lnTo>
                <a:lnTo>
                  <a:pt x="836052" y="101756"/>
                </a:lnTo>
                <a:lnTo>
                  <a:pt x="836454" y="101034"/>
                </a:lnTo>
                <a:lnTo>
                  <a:pt x="836840" y="100302"/>
                </a:lnTo>
                <a:lnTo>
                  <a:pt x="837210" y="99565"/>
                </a:lnTo>
                <a:lnTo>
                  <a:pt x="837563" y="98821"/>
                </a:lnTo>
                <a:lnTo>
                  <a:pt x="837899" y="98072"/>
                </a:lnTo>
                <a:lnTo>
                  <a:pt x="838219" y="97317"/>
                </a:lnTo>
                <a:lnTo>
                  <a:pt x="838523" y="96557"/>
                </a:lnTo>
                <a:lnTo>
                  <a:pt x="838810" y="95790"/>
                </a:lnTo>
                <a:lnTo>
                  <a:pt x="839081" y="95018"/>
                </a:lnTo>
                <a:lnTo>
                  <a:pt x="839336" y="94239"/>
                </a:lnTo>
                <a:lnTo>
                  <a:pt x="839574" y="93455"/>
                </a:lnTo>
                <a:lnTo>
                  <a:pt x="839795" y="92666"/>
                </a:lnTo>
                <a:lnTo>
                  <a:pt x="840001" y="91870"/>
                </a:lnTo>
                <a:lnTo>
                  <a:pt x="840189" y="91068"/>
                </a:lnTo>
                <a:lnTo>
                  <a:pt x="840362" y="90261"/>
                </a:lnTo>
                <a:lnTo>
                  <a:pt x="840518" y="89448"/>
                </a:lnTo>
                <a:lnTo>
                  <a:pt x="840657" y="88629"/>
                </a:lnTo>
                <a:lnTo>
                  <a:pt x="840781" y="87804"/>
                </a:lnTo>
                <a:lnTo>
                  <a:pt x="840887" y="86973"/>
                </a:lnTo>
                <a:lnTo>
                  <a:pt x="840978" y="86137"/>
                </a:lnTo>
                <a:lnTo>
                  <a:pt x="841051" y="85295"/>
                </a:lnTo>
                <a:lnTo>
                  <a:pt x="841109" y="84447"/>
                </a:lnTo>
                <a:lnTo>
                  <a:pt x="841150" y="83593"/>
                </a:lnTo>
                <a:lnTo>
                  <a:pt x="841175" y="82733"/>
                </a:lnTo>
                <a:lnTo>
                  <a:pt x="841183" y="81867"/>
                </a:lnTo>
                <a:lnTo>
                  <a:pt x="841175" y="80973"/>
                </a:lnTo>
                <a:lnTo>
                  <a:pt x="841150" y="80086"/>
                </a:lnTo>
                <a:lnTo>
                  <a:pt x="841110" y="79206"/>
                </a:lnTo>
                <a:lnTo>
                  <a:pt x="841053" y="78332"/>
                </a:lnTo>
                <a:lnTo>
                  <a:pt x="840980" y="77465"/>
                </a:lnTo>
                <a:lnTo>
                  <a:pt x="840891" y="76605"/>
                </a:lnTo>
                <a:lnTo>
                  <a:pt x="840785" y="75752"/>
                </a:lnTo>
                <a:lnTo>
                  <a:pt x="840664" y="74906"/>
                </a:lnTo>
                <a:lnTo>
                  <a:pt x="840526" y="74066"/>
                </a:lnTo>
                <a:lnTo>
                  <a:pt x="840372" y="73234"/>
                </a:lnTo>
                <a:lnTo>
                  <a:pt x="840201" y="72408"/>
                </a:lnTo>
                <a:lnTo>
                  <a:pt x="840015" y="71589"/>
                </a:lnTo>
                <a:lnTo>
                  <a:pt x="839812" y="70777"/>
                </a:lnTo>
                <a:lnTo>
                  <a:pt x="839593" y="69972"/>
                </a:lnTo>
                <a:lnTo>
                  <a:pt x="839358" y="69173"/>
                </a:lnTo>
                <a:lnTo>
                  <a:pt x="839107" y="68382"/>
                </a:lnTo>
                <a:lnTo>
                  <a:pt x="838839" y="67597"/>
                </a:lnTo>
                <a:lnTo>
                  <a:pt x="838555" y="66819"/>
                </a:lnTo>
                <a:lnTo>
                  <a:pt x="838255" y="66048"/>
                </a:lnTo>
                <a:lnTo>
                  <a:pt x="837939" y="65284"/>
                </a:lnTo>
                <a:lnTo>
                  <a:pt x="837606" y="64526"/>
                </a:lnTo>
                <a:lnTo>
                  <a:pt x="837257" y="63776"/>
                </a:lnTo>
                <a:lnTo>
                  <a:pt x="836893" y="63032"/>
                </a:lnTo>
                <a:lnTo>
                  <a:pt x="836511" y="62295"/>
                </a:lnTo>
                <a:lnTo>
                  <a:pt x="836114" y="61568"/>
                </a:lnTo>
                <a:lnTo>
                  <a:pt x="835700" y="60853"/>
                </a:lnTo>
                <a:lnTo>
                  <a:pt x="835269" y="60150"/>
                </a:lnTo>
                <a:lnTo>
                  <a:pt x="834821" y="59460"/>
                </a:lnTo>
                <a:lnTo>
                  <a:pt x="834357" y="58782"/>
                </a:lnTo>
                <a:lnTo>
                  <a:pt x="833877" y="58117"/>
                </a:lnTo>
                <a:lnTo>
                  <a:pt x="833379" y="57465"/>
                </a:lnTo>
                <a:lnTo>
                  <a:pt x="832865" y="56825"/>
                </a:lnTo>
                <a:lnTo>
                  <a:pt x="832335" y="56197"/>
                </a:lnTo>
                <a:lnTo>
                  <a:pt x="831788" y="55582"/>
                </a:lnTo>
                <a:lnTo>
                  <a:pt x="831224" y="54979"/>
                </a:lnTo>
                <a:lnTo>
                  <a:pt x="830644" y="54389"/>
                </a:lnTo>
                <a:lnTo>
                  <a:pt x="830047" y="53811"/>
                </a:lnTo>
                <a:lnTo>
                  <a:pt x="829433" y="53246"/>
                </a:lnTo>
                <a:lnTo>
                  <a:pt x="828883" y="52763"/>
                </a:lnTo>
                <a:lnTo>
                  <a:pt x="828917" y="52721"/>
                </a:lnTo>
                <a:lnTo>
                  <a:pt x="829315" y="52265"/>
                </a:lnTo>
                <a:lnTo>
                  <a:pt x="829722" y="51826"/>
                </a:lnTo>
                <a:close/>
                <a:moveTo>
                  <a:pt x="794837" y="107152"/>
                </a:moveTo>
                <a:lnTo>
                  <a:pt x="794067" y="107053"/>
                </a:lnTo>
                <a:lnTo>
                  <a:pt x="793304" y="106931"/>
                </a:lnTo>
                <a:lnTo>
                  <a:pt x="792550" y="106788"/>
                </a:lnTo>
                <a:lnTo>
                  <a:pt x="791804" y="106622"/>
                </a:lnTo>
                <a:lnTo>
                  <a:pt x="791066" y="106434"/>
                </a:lnTo>
                <a:lnTo>
                  <a:pt x="790336" y="106224"/>
                </a:lnTo>
                <a:lnTo>
                  <a:pt x="789614" y="105992"/>
                </a:lnTo>
                <a:lnTo>
                  <a:pt x="788900" y="105738"/>
                </a:lnTo>
                <a:lnTo>
                  <a:pt x="788194" y="105462"/>
                </a:lnTo>
                <a:lnTo>
                  <a:pt x="787497" y="105164"/>
                </a:lnTo>
                <a:lnTo>
                  <a:pt x="786807" y="104843"/>
                </a:lnTo>
                <a:lnTo>
                  <a:pt x="786126" y="104501"/>
                </a:lnTo>
                <a:lnTo>
                  <a:pt x="785453" y="104136"/>
                </a:lnTo>
                <a:lnTo>
                  <a:pt x="784787" y="103750"/>
                </a:lnTo>
                <a:lnTo>
                  <a:pt x="784130" y="103341"/>
                </a:lnTo>
                <a:lnTo>
                  <a:pt x="783482" y="102910"/>
                </a:lnTo>
                <a:lnTo>
                  <a:pt x="782841" y="102457"/>
                </a:lnTo>
                <a:lnTo>
                  <a:pt x="782208" y="101982"/>
                </a:lnTo>
                <a:lnTo>
                  <a:pt x="781583" y="101485"/>
                </a:lnTo>
                <a:lnTo>
                  <a:pt x="780967" y="100966"/>
                </a:lnTo>
                <a:lnTo>
                  <a:pt x="780367" y="100424"/>
                </a:lnTo>
                <a:lnTo>
                  <a:pt x="779793" y="99860"/>
                </a:lnTo>
                <a:lnTo>
                  <a:pt x="779245" y="99273"/>
                </a:lnTo>
                <a:lnTo>
                  <a:pt x="778721" y="98664"/>
                </a:lnTo>
                <a:lnTo>
                  <a:pt x="778224" y="98032"/>
                </a:lnTo>
                <a:lnTo>
                  <a:pt x="777752" y="97378"/>
                </a:lnTo>
                <a:lnTo>
                  <a:pt x="777305" y="96701"/>
                </a:lnTo>
                <a:lnTo>
                  <a:pt x="776884" y="96002"/>
                </a:lnTo>
                <a:lnTo>
                  <a:pt x="776489" y="95280"/>
                </a:lnTo>
                <a:lnTo>
                  <a:pt x="776119" y="94536"/>
                </a:lnTo>
                <a:lnTo>
                  <a:pt x="775774" y="93769"/>
                </a:lnTo>
                <a:lnTo>
                  <a:pt x="775455" y="92980"/>
                </a:lnTo>
                <a:lnTo>
                  <a:pt x="775162" y="92168"/>
                </a:lnTo>
                <a:lnTo>
                  <a:pt x="774894" y="91334"/>
                </a:lnTo>
                <a:lnTo>
                  <a:pt x="774651" y="90477"/>
                </a:lnTo>
                <a:lnTo>
                  <a:pt x="774435" y="89598"/>
                </a:lnTo>
                <a:lnTo>
                  <a:pt x="774243" y="88696"/>
                </a:lnTo>
                <a:lnTo>
                  <a:pt x="774077" y="87772"/>
                </a:lnTo>
                <a:lnTo>
                  <a:pt x="773937" y="86825"/>
                </a:lnTo>
                <a:lnTo>
                  <a:pt x="773822" y="85856"/>
                </a:lnTo>
                <a:lnTo>
                  <a:pt x="773733" y="84864"/>
                </a:lnTo>
                <a:lnTo>
                  <a:pt x="773669" y="83850"/>
                </a:lnTo>
                <a:lnTo>
                  <a:pt x="773631" y="82813"/>
                </a:lnTo>
                <a:lnTo>
                  <a:pt x="773618" y="81753"/>
                </a:lnTo>
                <a:lnTo>
                  <a:pt x="773630" y="80703"/>
                </a:lnTo>
                <a:lnTo>
                  <a:pt x="773667" y="79675"/>
                </a:lnTo>
                <a:lnTo>
                  <a:pt x="773729" y="78668"/>
                </a:lnTo>
                <a:lnTo>
                  <a:pt x="773816" y="77682"/>
                </a:lnTo>
                <a:lnTo>
                  <a:pt x="773927" y="76718"/>
                </a:lnTo>
                <a:lnTo>
                  <a:pt x="774063" y="75776"/>
                </a:lnTo>
                <a:lnTo>
                  <a:pt x="774224" y="74855"/>
                </a:lnTo>
                <a:lnTo>
                  <a:pt x="774409" y="73955"/>
                </a:lnTo>
                <a:lnTo>
                  <a:pt x="774619" y="73077"/>
                </a:lnTo>
                <a:lnTo>
                  <a:pt x="774854" y="72220"/>
                </a:lnTo>
                <a:lnTo>
                  <a:pt x="775114" y="71385"/>
                </a:lnTo>
                <a:lnTo>
                  <a:pt x="775398" y="70572"/>
                </a:lnTo>
                <a:lnTo>
                  <a:pt x="775707" y="69779"/>
                </a:lnTo>
                <a:lnTo>
                  <a:pt x="776041" y="69009"/>
                </a:lnTo>
                <a:lnTo>
                  <a:pt x="776400" y="68260"/>
                </a:lnTo>
                <a:lnTo>
                  <a:pt x="776783" y="67532"/>
                </a:lnTo>
                <a:lnTo>
                  <a:pt x="777191" y="66826"/>
                </a:lnTo>
                <a:lnTo>
                  <a:pt x="777624" y="66141"/>
                </a:lnTo>
                <a:lnTo>
                  <a:pt x="778081" y="65478"/>
                </a:lnTo>
                <a:lnTo>
                  <a:pt x="778563" y="64836"/>
                </a:lnTo>
                <a:lnTo>
                  <a:pt x="779070" y="64216"/>
                </a:lnTo>
                <a:lnTo>
                  <a:pt x="779602" y="63617"/>
                </a:lnTo>
                <a:lnTo>
                  <a:pt x="780158" y="63040"/>
                </a:lnTo>
                <a:lnTo>
                  <a:pt x="780739" y="62484"/>
                </a:lnTo>
                <a:lnTo>
                  <a:pt x="781339" y="61950"/>
                </a:lnTo>
                <a:lnTo>
                  <a:pt x="781952" y="61439"/>
                </a:lnTo>
                <a:lnTo>
                  <a:pt x="782577" y="60951"/>
                </a:lnTo>
                <a:lnTo>
                  <a:pt x="783216" y="60485"/>
                </a:lnTo>
                <a:lnTo>
                  <a:pt x="783867" y="60042"/>
                </a:lnTo>
                <a:lnTo>
                  <a:pt x="784531" y="59622"/>
                </a:lnTo>
                <a:lnTo>
                  <a:pt x="785208" y="59225"/>
                </a:lnTo>
                <a:lnTo>
                  <a:pt x="785898" y="58850"/>
                </a:lnTo>
                <a:lnTo>
                  <a:pt x="786601" y="58498"/>
                </a:lnTo>
                <a:lnTo>
                  <a:pt x="787316" y="58169"/>
                </a:lnTo>
                <a:lnTo>
                  <a:pt x="788045" y="57862"/>
                </a:lnTo>
                <a:lnTo>
                  <a:pt x="788786" y="57578"/>
                </a:lnTo>
                <a:lnTo>
                  <a:pt x="789540" y="57317"/>
                </a:lnTo>
                <a:lnTo>
                  <a:pt x="790307" y="57079"/>
                </a:lnTo>
                <a:lnTo>
                  <a:pt x="791087" y="56863"/>
                </a:lnTo>
                <a:lnTo>
                  <a:pt x="791880" y="56670"/>
                </a:lnTo>
                <a:lnTo>
                  <a:pt x="792685" y="56500"/>
                </a:lnTo>
                <a:lnTo>
                  <a:pt x="793504" y="56352"/>
                </a:lnTo>
                <a:lnTo>
                  <a:pt x="794335" y="56227"/>
                </a:lnTo>
                <a:lnTo>
                  <a:pt x="795179" y="56125"/>
                </a:lnTo>
                <a:lnTo>
                  <a:pt x="796036" y="56045"/>
                </a:lnTo>
                <a:lnTo>
                  <a:pt x="796906" y="55989"/>
                </a:lnTo>
                <a:lnTo>
                  <a:pt x="797789" y="55954"/>
                </a:lnTo>
                <a:lnTo>
                  <a:pt x="798684" y="55943"/>
                </a:lnTo>
                <a:lnTo>
                  <a:pt x="799598" y="55954"/>
                </a:lnTo>
                <a:lnTo>
                  <a:pt x="800496" y="55987"/>
                </a:lnTo>
                <a:lnTo>
                  <a:pt x="801380" y="56043"/>
                </a:lnTo>
                <a:lnTo>
                  <a:pt x="802248" y="56120"/>
                </a:lnTo>
                <a:lnTo>
                  <a:pt x="803101" y="56219"/>
                </a:lnTo>
                <a:lnTo>
                  <a:pt x="803940" y="56341"/>
                </a:lnTo>
                <a:lnTo>
                  <a:pt x="804763" y="56485"/>
                </a:lnTo>
                <a:lnTo>
                  <a:pt x="805571" y="56650"/>
                </a:lnTo>
                <a:lnTo>
                  <a:pt x="806364" y="56838"/>
                </a:lnTo>
                <a:lnTo>
                  <a:pt x="807142" y="57048"/>
                </a:lnTo>
                <a:lnTo>
                  <a:pt x="807906" y="57280"/>
                </a:lnTo>
                <a:lnTo>
                  <a:pt x="808654" y="57535"/>
                </a:lnTo>
                <a:lnTo>
                  <a:pt x="809387" y="57811"/>
                </a:lnTo>
                <a:lnTo>
                  <a:pt x="810105" y="58109"/>
                </a:lnTo>
                <a:lnTo>
                  <a:pt x="810808" y="58430"/>
                </a:lnTo>
                <a:lnTo>
                  <a:pt x="811496" y="58773"/>
                </a:lnTo>
                <a:lnTo>
                  <a:pt x="812169" y="59137"/>
                </a:lnTo>
                <a:lnTo>
                  <a:pt x="812827" y="59524"/>
                </a:lnTo>
                <a:lnTo>
                  <a:pt x="813470" y="59933"/>
                </a:lnTo>
                <a:lnTo>
                  <a:pt x="814097" y="60364"/>
                </a:lnTo>
                <a:lnTo>
                  <a:pt x="814710" y="60817"/>
                </a:lnTo>
                <a:lnTo>
                  <a:pt x="815308" y="61293"/>
                </a:lnTo>
                <a:lnTo>
                  <a:pt x="815891" y="61790"/>
                </a:lnTo>
                <a:lnTo>
                  <a:pt x="816458" y="62309"/>
                </a:lnTo>
                <a:lnTo>
                  <a:pt x="817007" y="62851"/>
                </a:lnTo>
                <a:lnTo>
                  <a:pt x="817532" y="63417"/>
                </a:lnTo>
                <a:lnTo>
                  <a:pt x="818034" y="64007"/>
                </a:lnTo>
                <a:lnTo>
                  <a:pt x="818512" y="64620"/>
                </a:lnTo>
                <a:lnTo>
                  <a:pt x="818968" y="65257"/>
                </a:lnTo>
                <a:lnTo>
                  <a:pt x="819399" y="65918"/>
                </a:lnTo>
                <a:lnTo>
                  <a:pt x="819808" y="66602"/>
                </a:lnTo>
                <a:lnTo>
                  <a:pt x="820193" y="67311"/>
                </a:lnTo>
                <a:lnTo>
                  <a:pt x="820555" y="68043"/>
                </a:lnTo>
                <a:lnTo>
                  <a:pt x="820893" y="68798"/>
                </a:lnTo>
                <a:lnTo>
                  <a:pt x="821208" y="69578"/>
                </a:lnTo>
                <a:lnTo>
                  <a:pt x="821500" y="70381"/>
                </a:lnTo>
                <a:lnTo>
                  <a:pt x="821769" y="71208"/>
                </a:lnTo>
                <a:lnTo>
                  <a:pt x="822014" y="72059"/>
                </a:lnTo>
                <a:lnTo>
                  <a:pt x="822235" y="72933"/>
                </a:lnTo>
                <a:lnTo>
                  <a:pt x="822434" y="73831"/>
                </a:lnTo>
                <a:lnTo>
                  <a:pt x="822609" y="74753"/>
                </a:lnTo>
                <a:lnTo>
                  <a:pt x="822761" y="75699"/>
                </a:lnTo>
                <a:lnTo>
                  <a:pt x="822889" y="76668"/>
                </a:lnTo>
                <a:lnTo>
                  <a:pt x="822994" y="77661"/>
                </a:lnTo>
                <a:lnTo>
                  <a:pt x="823076" y="78678"/>
                </a:lnTo>
                <a:lnTo>
                  <a:pt x="823134" y="79719"/>
                </a:lnTo>
                <a:lnTo>
                  <a:pt x="823169" y="80783"/>
                </a:lnTo>
                <a:lnTo>
                  <a:pt x="823181" y="81871"/>
                </a:lnTo>
                <a:lnTo>
                  <a:pt x="823168" y="82911"/>
                </a:lnTo>
                <a:lnTo>
                  <a:pt x="823131" y="83930"/>
                </a:lnTo>
                <a:lnTo>
                  <a:pt x="823069" y="84927"/>
                </a:lnTo>
                <a:lnTo>
                  <a:pt x="822983" y="85903"/>
                </a:lnTo>
                <a:lnTo>
                  <a:pt x="822872" y="86857"/>
                </a:lnTo>
                <a:lnTo>
                  <a:pt x="822736" y="87790"/>
                </a:lnTo>
                <a:lnTo>
                  <a:pt x="822575" y="88701"/>
                </a:lnTo>
                <a:lnTo>
                  <a:pt x="822389" y="89591"/>
                </a:lnTo>
                <a:lnTo>
                  <a:pt x="822179" y="90459"/>
                </a:lnTo>
                <a:lnTo>
                  <a:pt x="821944" y="91306"/>
                </a:lnTo>
                <a:lnTo>
                  <a:pt x="821685" y="92131"/>
                </a:lnTo>
                <a:lnTo>
                  <a:pt x="821400" y="92935"/>
                </a:lnTo>
                <a:lnTo>
                  <a:pt x="821091" y="93718"/>
                </a:lnTo>
                <a:lnTo>
                  <a:pt x="820758" y="94479"/>
                </a:lnTo>
                <a:lnTo>
                  <a:pt x="820399" y="95218"/>
                </a:lnTo>
                <a:lnTo>
                  <a:pt x="820016" y="95936"/>
                </a:lnTo>
                <a:lnTo>
                  <a:pt x="819608" y="96632"/>
                </a:lnTo>
                <a:lnTo>
                  <a:pt x="819175" y="97307"/>
                </a:lnTo>
                <a:lnTo>
                  <a:pt x="818718" y="97961"/>
                </a:lnTo>
                <a:lnTo>
                  <a:pt x="818236" y="98593"/>
                </a:lnTo>
                <a:lnTo>
                  <a:pt x="817729" y="99203"/>
                </a:lnTo>
                <a:lnTo>
                  <a:pt x="817197" y="99792"/>
                </a:lnTo>
                <a:lnTo>
                  <a:pt x="816641" y="100360"/>
                </a:lnTo>
                <a:lnTo>
                  <a:pt x="816060" y="100906"/>
                </a:lnTo>
                <a:lnTo>
                  <a:pt x="815460" y="101430"/>
                </a:lnTo>
                <a:lnTo>
                  <a:pt x="814846" y="101932"/>
                </a:lnTo>
                <a:lnTo>
                  <a:pt x="814220" y="102411"/>
                </a:lnTo>
                <a:lnTo>
                  <a:pt x="813580" y="102868"/>
                </a:lnTo>
                <a:lnTo>
                  <a:pt x="812927" y="103303"/>
                </a:lnTo>
                <a:lnTo>
                  <a:pt x="812261" y="103716"/>
                </a:lnTo>
                <a:lnTo>
                  <a:pt x="811581" y="104106"/>
                </a:lnTo>
                <a:lnTo>
                  <a:pt x="810888" y="104474"/>
                </a:lnTo>
                <a:lnTo>
                  <a:pt x="810182" y="104820"/>
                </a:lnTo>
                <a:lnTo>
                  <a:pt x="809463" y="105143"/>
                </a:lnTo>
                <a:lnTo>
                  <a:pt x="808730" y="105444"/>
                </a:lnTo>
                <a:lnTo>
                  <a:pt x="807984" y="105723"/>
                </a:lnTo>
                <a:lnTo>
                  <a:pt x="807225" y="105979"/>
                </a:lnTo>
                <a:lnTo>
                  <a:pt x="806453" y="106214"/>
                </a:lnTo>
                <a:lnTo>
                  <a:pt x="805667" y="106426"/>
                </a:lnTo>
                <a:lnTo>
                  <a:pt x="804868" y="106615"/>
                </a:lnTo>
                <a:lnTo>
                  <a:pt x="804056" y="106782"/>
                </a:lnTo>
                <a:lnTo>
                  <a:pt x="803231" y="106927"/>
                </a:lnTo>
                <a:lnTo>
                  <a:pt x="802392" y="107050"/>
                </a:lnTo>
                <a:lnTo>
                  <a:pt x="801541" y="107150"/>
                </a:lnTo>
                <a:lnTo>
                  <a:pt x="800675" y="107228"/>
                </a:lnTo>
                <a:lnTo>
                  <a:pt x="799797" y="107284"/>
                </a:lnTo>
                <a:lnTo>
                  <a:pt x="798905" y="107318"/>
                </a:lnTo>
                <a:lnTo>
                  <a:pt x="798001" y="107329"/>
                </a:lnTo>
                <a:lnTo>
                  <a:pt x="797198" y="107318"/>
                </a:lnTo>
                <a:lnTo>
                  <a:pt x="796403" y="107285"/>
                </a:lnTo>
                <a:lnTo>
                  <a:pt x="795616" y="107229"/>
                </a:lnTo>
                <a:lnTo>
                  <a:pt x="794837" y="107152"/>
                </a:lnTo>
                <a:close/>
                <a:moveTo>
                  <a:pt x="793744" y="186480"/>
                </a:moveTo>
                <a:lnTo>
                  <a:pt x="792505" y="186397"/>
                </a:lnTo>
                <a:lnTo>
                  <a:pt x="791300" y="186294"/>
                </a:lnTo>
                <a:lnTo>
                  <a:pt x="790127" y="186173"/>
                </a:lnTo>
                <a:lnTo>
                  <a:pt x="788987" y="186034"/>
                </a:lnTo>
                <a:lnTo>
                  <a:pt x="787880" y="185876"/>
                </a:lnTo>
                <a:lnTo>
                  <a:pt x="786805" y="185699"/>
                </a:lnTo>
                <a:lnTo>
                  <a:pt x="785764" y="185504"/>
                </a:lnTo>
                <a:lnTo>
                  <a:pt x="784755" y="185290"/>
                </a:lnTo>
                <a:lnTo>
                  <a:pt x="783780" y="185058"/>
                </a:lnTo>
                <a:lnTo>
                  <a:pt x="782837" y="184807"/>
                </a:lnTo>
                <a:lnTo>
                  <a:pt x="781927" y="184537"/>
                </a:lnTo>
                <a:lnTo>
                  <a:pt x="781049" y="184249"/>
                </a:lnTo>
                <a:lnTo>
                  <a:pt x="780205" y="183942"/>
                </a:lnTo>
                <a:lnTo>
                  <a:pt x="779393" y="183617"/>
                </a:lnTo>
                <a:lnTo>
                  <a:pt x="778614" y="183273"/>
                </a:lnTo>
                <a:lnTo>
                  <a:pt x="777869" y="182910"/>
                </a:lnTo>
                <a:lnTo>
                  <a:pt x="777155" y="182529"/>
                </a:lnTo>
                <a:lnTo>
                  <a:pt x="776475" y="182129"/>
                </a:lnTo>
                <a:lnTo>
                  <a:pt x="775828" y="181711"/>
                </a:lnTo>
                <a:lnTo>
                  <a:pt x="775213" y="181274"/>
                </a:lnTo>
                <a:lnTo>
                  <a:pt x="774627" y="180825"/>
                </a:lnTo>
                <a:lnTo>
                  <a:pt x="774067" y="180370"/>
                </a:lnTo>
                <a:lnTo>
                  <a:pt x="773531" y="179909"/>
                </a:lnTo>
                <a:lnTo>
                  <a:pt x="773020" y="179442"/>
                </a:lnTo>
                <a:lnTo>
                  <a:pt x="772534" y="178969"/>
                </a:lnTo>
                <a:lnTo>
                  <a:pt x="772073" y="178490"/>
                </a:lnTo>
                <a:lnTo>
                  <a:pt x="771637" y="178005"/>
                </a:lnTo>
                <a:lnTo>
                  <a:pt x="771225" y="177514"/>
                </a:lnTo>
                <a:lnTo>
                  <a:pt x="770839" y="177018"/>
                </a:lnTo>
                <a:lnTo>
                  <a:pt x="770478" y="176515"/>
                </a:lnTo>
                <a:lnTo>
                  <a:pt x="770141" y="176007"/>
                </a:lnTo>
                <a:lnTo>
                  <a:pt x="769830" y="175493"/>
                </a:lnTo>
                <a:lnTo>
                  <a:pt x="769543" y="174972"/>
                </a:lnTo>
                <a:lnTo>
                  <a:pt x="769281" y="174446"/>
                </a:lnTo>
                <a:lnTo>
                  <a:pt x="769045" y="173914"/>
                </a:lnTo>
                <a:lnTo>
                  <a:pt x="768833" y="173376"/>
                </a:lnTo>
                <a:lnTo>
                  <a:pt x="768646" y="172832"/>
                </a:lnTo>
                <a:lnTo>
                  <a:pt x="768484" y="172282"/>
                </a:lnTo>
                <a:lnTo>
                  <a:pt x="768347" y="171726"/>
                </a:lnTo>
                <a:lnTo>
                  <a:pt x="768235" y="171165"/>
                </a:lnTo>
                <a:lnTo>
                  <a:pt x="768147" y="170597"/>
                </a:lnTo>
                <a:lnTo>
                  <a:pt x="768085" y="170023"/>
                </a:lnTo>
                <a:lnTo>
                  <a:pt x="768048" y="169444"/>
                </a:lnTo>
                <a:lnTo>
                  <a:pt x="768035" y="168858"/>
                </a:lnTo>
                <a:lnTo>
                  <a:pt x="768042" y="168331"/>
                </a:lnTo>
                <a:lnTo>
                  <a:pt x="768064" y="167810"/>
                </a:lnTo>
                <a:lnTo>
                  <a:pt x="768101" y="167293"/>
                </a:lnTo>
                <a:lnTo>
                  <a:pt x="768152" y="166782"/>
                </a:lnTo>
                <a:lnTo>
                  <a:pt x="768218" y="166277"/>
                </a:lnTo>
                <a:lnTo>
                  <a:pt x="768299" y="165776"/>
                </a:lnTo>
                <a:lnTo>
                  <a:pt x="768394" y="165281"/>
                </a:lnTo>
                <a:lnTo>
                  <a:pt x="768504" y="164791"/>
                </a:lnTo>
                <a:lnTo>
                  <a:pt x="768628" y="164307"/>
                </a:lnTo>
                <a:lnTo>
                  <a:pt x="768767" y="163828"/>
                </a:lnTo>
                <a:lnTo>
                  <a:pt x="768921" y="163354"/>
                </a:lnTo>
                <a:lnTo>
                  <a:pt x="769089" y="162886"/>
                </a:lnTo>
                <a:lnTo>
                  <a:pt x="769272" y="162422"/>
                </a:lnTo>
                <a:lnTo>
                  <a:pt x="769470" y="161965"/>
                </a:lnTo>
                <a:lnTo>
                  <a:pt x="769682" y="161512"/>
                </a:lnTo>
                <a:lnTo>
                  <a:pt x="769909" y="161065"/>
                </a:lnTo>
                <a:lnTo>
                  <a:pt x="770150" y="160623"/>
                </a:lnTo>
                <a:lnTo>
                  <a:pt x="770406" y="160186"/>
                </a:lnTo>
                <a:lnTo>
                  <a:pt x="770677" y="159755"/>
                </a:lnTo>
                <a:lnTo>
                  <a:pt x="770963" y="159329"/>
                </a:lnTo>
                <a:lnTo>
                  <a:pt x="771263" y="158908"/>
                </a:lnTo>
                <a:lnTo>
                  <a:pt x="771577" y="158493"/>
                </a:lnTo>
                <a:lnTo>
                  <a:pt x="771907" y="158083"/>
                </a:lnTo>
                <a:lnTo>
                  <a:pt x="772251" y="157678"/>
                </a:lnTo>
                <a:lnTo>
                  <a:pt x="772608" y="157281"/>
                </a:lnTo>
                <a:lnTo>
                  <a:pt x="772978" y="156894"/>
                </a:lnTo>
                <a:lnTo>
                  <a:pt x="773360" y="156516"/>
                </a:lnTo>
                <a:lnTo>
                  <a:pt x="773754" y="156149"/>
                </a:lnTo>
                <a:lnTo>
                  <a:pt x="774161" y="155791"/>
                </a:lnTo>
                <a:lnTo>
                  <a:pt x="774579" y="155443"/>
                </a:lnTo>
                <a:lnTo>
                  <a:pt x="775010" y="155104"/>
                </a:lnTo>
                <a:lnTo>
                  <a:pt x="775454" y="154776"/>
                </a:lnTo>
                <a:lnTo>
                  <a:pt x="775909" y="154457"/>
                </a:lnTo>
                <a:lnTo>
                  <a:pt x="776377" y="154148"/>
                </a:lnTo>
                <a:lnTo>
                  <a:pt x="776857" y="153849"/>
                </a:lnTo>
                <a:lnTo>
                  <a:pt x="777349" y="153560"/>
                </a:lnTo>
                <a:lnTo>
                  <a:pt x="777854" y="153280"/>
                </a:lnTo>
                <a:lnTo>
                  <a:pt x="778371" y="153010"/>
                </a:lnTo>
                <a:lnTo>
                  <a:pt x="778900" y="152751"/>
                </a:lnTo>
                <a:lnTo>
                  <a:pt x="779441" y="152501"/>
                </a:lnTo>
                <a:lnTo>
                  <a:pt x="779995" y="152260"/>
                </a:lnTo>
                <a:lnTo>
                  <a:pt x="780561" y="152030"/>
                </a:lnTo>
                <a:lnTo>
                  <a:pt x="781139" y="151809"/>
                </a:lnTo>
                <a:lnTo>
                  <a:pt x="781730" y="151598"/>
                </a:lnTo>
                <a:lnTo>
                  <a:pt x="782332" y="151397"/>
                </a:lnTo>
                <a:lnTo>
                  <a:pt x="782947" y="151206"/>
                </a:lnTo>
                <a:lnTo>
                  <a:pt x="783575" y="151024"/>
                </a:lnTo>
                <a:lnTo>
                  <a:pt x="784214" y="150853"/>
                </a:lnTo>
                <a:lnTo>
                  <a:pt x="801077" y="150853"/>
                </a:lnTo>
                <a:lnTo>
                  <a:pt x="802177" y="150856"/>
                </a:lnTo>
                <a:lnTo>
                  <a:pt x="803256" y="150867"/>
                </a:lnTo>
                <a:lnTo>
                  <a:pt x="804314" y="150884"/>
                </a:lnTo>
                <a:lnTo>
                  <a:pt x="805351" y="150908"/>
                </a:lnTo>
                <a:lnTo>
                  <a:pt x="806367" y="150940"/>
                </a:lnTo>
                <a:lnTo>
                  <a:pt x="807361" y="150978"/>
                </a:lnTo>
                <a:lnTo>
                  <a:pt x="808335" y="151023"/>
                </a:lnTo>
                <a:lnTo>
                  <a:pt x="809287" y="151075"/>
                </a:lnTo>
                <a:lnTo>
                  <a:pt x="810218" y="151134"/>
                </a:lnTo>
                <a:lnTo>
                  <a:pt x="811127" y="151200"/>
                </a:lnTo>
                <a:lnTo>
                  <a:pt x="812016" y="151273"/>
                </a:lnTo>
                <a:lnTo>
                  <a:pt x="812884" y="151353"/>
                </a:lnTo>
                <a:lnTo>
                  <a:pt x="813730" y="151440"/>
                </a:lnTo>
                <a:lnTo>
                  <a:pt x="814555" y="151534"/>
                </a:lnTo>
                <a:lnTo>
                  <a:pt x="815359" y="151634"/>
                </a:lnTo>
                <a:lnTo>
                  <a:pt x="816142" y="151742"/>
                </a:lnTo>
                <a:lnTo>
                  <a:pt x="816904" y="151857"/>
                </a:lnTo>
                <a:lnTo>
                  <a:pt x="817644" y="151978"/>
                </a:lnTo>
                <a:lnTo>
                  <a:pt x="818363" y="152107"/>
                </a:lnTo>
                <a:lnTo>
                  <a:pt x="819062" y="152242"/>
                </a:lnTo>
                <a:lnTo>
                  <a:pt x="819739" y="152385"/>
                </a:lnTo>
                <a:lnTo>
                  <a:pt x="820394" y="152534"/>
                </a:lnTo>
                <a:lnTo>
                  <a:pt x="821029" y="152691"/>
                </a:lnTo>
                <a:lnTo>
                  <a:pt x="821643" y="152854"/>
                </a:lnTo>
                <a:lnTo>
                  <a:pt x="822238" y="153023"/>
                </a:lnTo>
                <a:lnTo>
                  <a:pt x="822817" y="153198"/>
                </a:lnTo>
                <a:lnTo>
                  <a:pt x="823380" y="153379"/>
                </a:lnTo>
                <a:lnTo>
                  <a:pt x="823928" y="153565"/>
                </a:lnTo>
                <a:lnTo>
                  <a:pt x="824459" y="153756"/>
                </a:lnTo>
                <a:lnTo>
                  <a:pt x="824975" y="153954"/>
                </a:lnTo>
                <a:lnTo>
                  <a:pt x="825475" y="154156"/>
                </a:lnTo>
                <a:lnTo>
                  <a:pt x="825959" y="154364"/>
                </a:lnTo>
                <a:lnTo>
                  <a:pt x="826428" y="154578"/>
                </a:lnTo>
                <a:lnTo>
                  <a:pt x="826880" y="154797"/>
                </a:lnTo>
                <a:lnTo>
                  <a:pt x="827317" y="155022"/>
                </a:lnTo>
                <a:lnTo>
                  <a:pt x="827738" y="155252"/>
                </a:lnTo>
                <a:lnTo>
                  <a:pt x="828143" y="155487"/>
                </a:lnTo>
                <a:lnTo>
                  <a:pt x="828533" y="155729"/>
                </a:lnTo>
                <a:lnTo>
                  <a:pt x="828906" y="155975"/>
                </a:lnTo>
                <a:lnTo>
                  <a:pt x="829264" y="156228"/>
                </a:lnTo>
                <a:lnTo>
                  <a:pt x="829605" y="156485"/>
                </a:lnTo>
                <a:lnTo>
                  <a:pt x="829931" y="156749"/>
                </a:lnTo>
                <a:lnTo>
                  <a:pt x="830242" y="157017"/>
                </a:lnTo>
                <a:lnTo>
                  <a:pt x="830536" y="157292"/>
                </a:lnTo>
                <a:lnTo>
                  <a:pt x="830814" y="157571"/>
                </a:lnTo>
                <a:lnTo>
                  <a:pt x="831077" y="157857"/>
                </a:lnTo>
                <a:lnTo>
                  <a:pt x="831324" y="158148"/>
                </a:lnTo>
                <a:lnTo>
                  <a:pt x="831555" y="158444"/>
                </a:lnTo>
                <a:lnTo>
                  <a:pt x="831774" y="158745"/>
                </a:lnTo>
                <a:lnTo>
                  <a:pt x="831983" y="159051"/>
                </a:lnTo>
                <a:lnTo>
                  <a:pt x="832183" y="159362"/>
                </a:lnTo>
                <a:lnTo>
                  <a:pt x="832373" y="159678"/>
                </a:lnTo>
                <a:lnTo>
                  <a:pt x="832554" y="159998"/>
                </a:lnTo>
                <a:lnTo>
                  <a:pt x="832726" y="160323"/>
                </a:lnTo>
                <a:lnTo>
                  <a:pt x="832889" y="160653"/>
                </a:lnTo>
                <a:lnTo>
                  <a:pt x="833043" y="160987"/>
                </a:lnTo>
                <a:lnTo>
                  <a:pt x="833187" y="161326"/>
                </a:lnTo>
                <a:lnTo>
                  <a:pt x="833321" y="161670"/>
                </a:lnTo>
                <a:lnTo>
                  <a:pt x="833447" y="162018"/>
                </a:lnTo>
                <a:lnTo>
                  <a:pt x="833563" y="162371"/>
                </a:lnTo>
                <a:lnTo>
                  <a:pt x="833670" y="162729"/>
                </a:lnTo>
                <a:lnTo>
                  <a:pt x="833768" y="163091"/>
                </a:lnTo>
                <a:lnTo>
                  <a:pt x="833856" y="163459"/>
                </a:lnTo>
                <a:lnTo>
                  <a:pt x="833935" y="163831"/>
                </a:lnTo>
                <a:lnTo>
                  <a:pt x="834005" y="164207"/>
                </a:lnTo>
                <a:lnTo>
                  <a:pt x="834065" y="164588"/>
                </a:lnTo>
                <a:lnTo>
                  <a:pt x="834116" y="164974"/>
                </a:lnTo>
                <a:lnTo>
                  <a:pt x="834158" y="165365"/>
                </a:lnTo>
                <a:lnTo>
                  <a:pt x="834191" y="165761"/>
                </a:lnTo>
                <a:lnTo>
                  <a:pt x="834214" y="166161"/>
                </a:lnTo>
                <a:lnTo>
                  <a:pt x="834228" y="166565"/>
                </a:lnTo>
                <a:lnTo>
                  <a:pt x="834233" y="166975"/>
                </a:lnTo>
                <a:lnTo>
                  <a:pt x="834219" y="167667"/>
                </a:lnTo>
                <a:lnTo>
                  <a:pt x="834178" y="168349"/>
                </a:lnTo>
                <a:lnTo>
                  <a:pt x="834109" y="169022"/>
                </a:lnTo>
                <a:lnTo>
                  <a:pt x="834013" y="169685"/>
                </a:lnTo>
                <a:lnTo>
                  <a:pt x="833889" y="170339"/>
                </a:lnTo>
                <a:lnTo>
                  <a:pt x="833738" y="170984"/>
                </a:lnTo>
                <a:lnTo>
                  <a:pt x="833559" y="171619"/>
                </a:lnTo>
                <a:lnTo>
                  <a:pt x="833353" y="172245"/>
                </a:lnTo>
                <a:lnTo>
                  <a:pt x="833119" y="172861"/>
                </a:lnTo>
                <a:lnTo>
                  <a:pt x="832858" y="173468"/>
                </a:lnTo>
                <a:lnTo>
                  <a:pt x="832569" y="174066"/>
                </a:lnTo>
                <a:lnTo>
                  <a:pt x="832253" y="174654"/>
                </a:lnTo>
                <a:lnTo>
                  <a:pt x="831909" y="175233"/>
                </a:lnTo>
                <a:lnTo>
                  <a:pt x="831538" y="175802"/>
                </a:lnTo>
                <a:lnTo>
                  <a:pt x="831139" y="176362"/>
                </a:lnTo>
                <a:lnTo>
                  <a:pt x="830713" y="176913"/>
                </a:lnTo>
                <a:lnTo>
                  <a:pt x="830260" y="177454"/>
                </a:lnTo>
                <a:lnTo>
                  <a:pt x="829778" y="177986"/>
                </a:lnTo>
                <a:lnTo>
                  <a:pt x="829270" y="178508"/>
                </a:lnTo>
                <a:lnTo>
                  <a:pt x="828734" y="179021"/>
                </a:lnTo>
                <a:lnTo>
                  <a:pt x="828170" y="179524"/>
                </a:lnTo>
                <a:lnTo>
                  <a:pt x="827579" y="180018"/>
                </a:lnTo>
                <a:lnTo>
                  <a:pt x="826960" y="180503"/>
                </a:lnTo>
                <a:lnTo>
                  <a:pt x="826314" y="180978"/>
                </a:lnTo>
                <a:lnTo>
                  <a:pt x="825634" y="181440"/>
                </a:lnTo>
                <a:lnTo>
                  <a:pt x="824915" y="181881"/>
                </a:lnTo>
                <a:lnTo>
                  <a:pt x="824155" y="182303"/>
                </a:lnTo>
                <a:lnTo>
                  <a:pt x="823356" y="182705"/>
                </a:lnTo>
                <a:lnTo>
                  <a:pt x="822518" y="183088"/>
                </a:lnTo>
                <a:lnTo>
                  <a:pt x="821639" y="183451"/>
                </a:lnTo>
                <a:lnTo>
                  <a:pt x="820721" y="183794"/>
                </a:lnTo>
                <a:lnTo>
                  <a:pt x="819763" y="184118"/>
                </a:lnTo>
                <a:lnTo>
                  <a:pt x="818765" y="184422"/>
                </a:lnTo>
                <a:lnTo>
                  <a:pt x="817727" y="184706"/>
                </a:lnTo>
                <a:lnTo>
                  <a:pt x="816650" y="184971"/>
                </a:lnTo>
                <a:lnTo>
                  <a:pt x="815533" y="185216"/>
                </a:lnTo>
                <a:lnTo>
                  <a:pt x="814376" y="185442"/>
                </a:lnTo>
                <a:lnTo>
                  <a:pt x="813179" y="185648"/>
                </a:lnTo>
                <a:lnTo>
                  <a:pt x="811943" y="185834"/>
                </a:lnTo>
                <a:lnTo>
                  <a:pt x="810667" y="186001"/>
                </a:lnTo>
                <a:lnTo>
                  <a:pt x="809351" y="186148"/>
                </a:lnTo>
                <a:lnTo>
                  <a:pt x="807995" y="186276"/>
                </a:lnTo>
                <a:lnTo>
                  <a:pt x="806600" y="186384"/>
                </a:lnTo>
                <a:lnTo>
                  <a:pt x="805164" y="186472"/>
                </a:lnTo>
                <a:lnTo>
                  <a:pt x="803689" y="186541"/>
                </a:lnTo>
                <a:lnTo>
                  <a:pt x="802175" y="186590"/>
                </a:lnTo>
                <a:lnTo>
                  <a:pt x="800620" y="186619"/>
                </a:lnTo>
                <a:lnTo>
                  <a:pt x="799026" y="186629"/>
                </a:lnTo>
                <a:lnTo>
                  <a:pt x="797656" y="186620"/>
                </a:lnTo>
                <a:lnTo>
                  <a:pt x="796319" y="186592"/>
                </a:lnTo>
                <a:lnTo>
                  <a:pt x="795015" y="186545"/>
                </a:lnTo>
                <a:lnTo>
                  <a:pt x="793744" y="18648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" name="Text Let'sthinkabout">
            <a:extLst xmlns:a="http://schemas.openxmlformats.org/drawingml/2006/main">
              <a:ext uri="{FF2B5EF4-FFF2-40B4-BE49-F238E27FC236}">
                <a16:creationId xmlns:a16="http://schemas.microsoft.com/office/drawing/2014/main" id="{18B3BD77-2570-4946-B9EB-4121A73C0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4841" y="5427682"/>
            <a:ext cx="1408588" cy="138100"/>
          </a:xfrm>
          <a:custGeom xmlns:a="http://schemas.openxmlformats.org/drawingml/2006/main">
            <a:pathLst>
              <a:path w="1408588" h="138100">
                <a:moveTo>
                  <a:pt x="0" y="136324"/>
                </a:moveTo>
                <a:lnTo>
                  <a:pt x="0" y="3551"/>
                </a:lnTo>
                <a:lnTo>
                  <a:pt x="17756" y="3551"/>
                </a:lnTo>
                <a:lnTo>
                  <a:pt x="17756" y="121035"/>
                </a:lnTo>
                <a:lnTo>
                  <a:pt x="79802" y="121035"/>
                </a:lnTo>
                <a:lnTo>
                  <a:pt x="79802" y="136324"/>
                </a:lnTo>
                <a:lnTo>
                  <a:pt x="0" y="136324"/>
                </a:lnTo>
                <a:close/>
                <a:moveTo>
                  <a:pt x="139481" y="138100"/>
                </a:moveTo>
                <a:cubicBezTo>
                  <a:pt x="129025" y="138100"/>
                  <a:pt x="120459" y="135849"/>
                  <a:pt x="113785" y="131346"/>
                </a:cubicBezTo>
                <a:cubicBezTo>
                  <a:pt x="107110" y="126841"/>
                  <a:pt x="102161" y="120713"/>
                  <a:pt x="98939" y="112961"/>
                </a:cubicBezTo>
                <a:cubicBezTo>
                  <a:pt x="95717" y="105208"/>
                  <a:pt x="94105" y="96489"/>
                  <a:pt x="94105" y="86806"/>
                </a:cubicBezTo>
                <a:cubicBezTo>
                  <a:pt x="94105" y="76715"/>
                  <a:pt x="95667" y="67827"/>
                  <a:pt x="98791" y="60141"/>
                </a:cubicBezTo>
                <a:cubicBezTo>
                  <a:pt x="101915" y="52455"/>
                  <a:pt x="106682" y="46445"/>
                  <a:pt x="113094" y="42111"/>
                </a:cubicBezTo>
                <a:cubicBezTo>
                  <a:pt x="119506" y="37777"/>
                  <a:pt x="127644" y="35610"/>
                  <a:pt x="137508" y="35610"/>
                </a:cubicBezTo>
                <a:cubicBezTo>
                  <a:pt x="150595" y="35610"/>
                  <a:pt x="160854" y="39668"/>
                  <a:pt x="168285" y="47783"/>
                </a:cubicBezTo>
                <a:cubicBezTo>
                  <a:pt x="175716" y="55897"/>
                  <a:pt x="179431" y="67561"/>
                  <a:pt x="179431" y="82777"/>
                </a:cubicBezTo>
                <a:cubicBezTo>
                  <a:pt x="179431" y="83792"/>
                  <a:pt x="179399" y="84993"/>
                  <a:pt x="179333" y="86380"/>
                </a:cubicBezTo>
                <a:cubicBezTo>
                  <a:pt x="179267" y="87765"/>
                  <a:pt x="179168" y="88762"/>
                  <a:pt x="179037" y="89370"/>
                </a:cubicBezTo>
                <a:lnTo>
                  <a:pt x="110579" y="89370"/>
                </a:lnTo>
                <a:cubicBezTo>
                  <a:pt x="110644" y="95885"/>
                  <a:pt x="111647" y="101868"/>
                  <a:pt x="113587" y="107320"/>
                </a:cubicBezTo>
                <a:cubicBezTo>
                  <a:pt x="115527" y="112772"/>
                  <a:pt x="118602" y="117145"/>
                  <a:pt x="122810" y="120437"/>
                </a:cubicBezTo>
                <a:cubicBezTo>
                  <a:pt x="127019" y="123729"/>
                  <a:pt x="132576" y="125375"/>
                  <a:pt x="139481" y="125375"/>
                </a:cubicBezTo>
                <a:cubicBezTo>
                  <a:pt x="146846" y="125375"/>
                  <a:pt x="152601" y="123560"/>
                  <a:pt x="156744" y="119931"/>
                </a:cubicBezTo>
                <a:cubicBezTo>
                  <a:pt x="160887" y="116302"/>
                  <a:pt x="163057" y="111066"/>
                  <a:pt x="163254" y="104222"/>
                </a:cubicBezTo>
                <a:lnTo>
                  <a:pt x="179530" y="104222"/>
                </a:lnTo>
                <a:cubicBezTo>
                  <a:pt x="179333" y="111208"/>
                  <a:pt x="177590" y="117227"/>
                  <a:pt x="174302" y="122280"/>
                </a:cubicBezTo>
                <a:cubicBezTo>
                  <a:pt x="171014" y="127334"/>
                  <a:pt x="166411" y="131234"/>
                  <a:pt x="160492" y="133982"/>
                </a:cubicBezTo>
                <a:cubicBezTo>
                  <a:pt x="154573" y="136727"/>
                  <a:pt x="147570" y="138100"/>
                  <a:pt x="139481" y="138100"/>
                </a:cubicBezTo>
                <a:moveTo>
                  <a:pt x="110677" y="77336"/>
                </a:moveTo>
                <a:lnTo>
                  <a:pt x="163155" y="77336"/>
                </a:lnTo>
                <a:cubicBezTo>
                  <a:pt x="162958" y="67914"/>
                  <a:pt x="160624" y="60709"/>
                  <a:pt x="156152" y="55721"/>
                </a:cubicBezTo>
                <a:cubicBezTo>
                  <a:pt x="151680" y="50731"/>
                  <a:pt x="145465" y="48236"/>
                  <a:pt x="137508" y="48236"/>
                </a:cubicBezTo>
                <a:cubicBezTo>
                  <a:pt x="129485" y="48236"/>
                  <a:pt x="123189" y="50714"/>
                  <a:pt x="118618" y="55668"/>
                </a:cubicBezTo>
                <a:cubicBezTo>
                  <a:pt x="114048" y="60621"/>
                  <a:pt x="111401" y="67844"/>
                  <a:pt x="110677" y="77336"/>
                </a:cubicBezTo>
                <a:close/>
                <a:moveTo>
                  <a:pt x="238459" y="136324"/>
                </a:moveTo>
                <a:cubicBezTo>
                  <a:pt x="230699" y="136324"/>
                  <a:pt x="224747" y="135047"/>
                  <a:pt x="220604" y="132493"/>
                </a:cubicBezTo>
                <a:cubicBezTo>
                  <a:pt x="216461" y="129938"/>
                  <a:pt x="213617" y="126261"/>
                  <a:pt x="212072" y="121460"/>
                </a:cubicBezTo>
                <a:cubicBezTo>
                  <a:pt x="210526" y="116658"/>
                  <a:pt x="209754" y="110885"/>
                  <a:pt x="209754" y="104142"/>
                </a:cubicBezTo>
                <a:lnTo>
                  <a:pt x="209754" y="50604"/>
                </a:lnTo>
                <a:lnTo>
                  <a:pt x="193675" y="50604"/>
                </a:lnTo>
                <a:lnTo>
                  <a:pt x="193675" y="37287"/>
                </a:lnTo>
                <a:lnTo>
                  <a:pt x="209754" y="37287"/>
                </a:lnTo>
                <a:lnTo>
                  <a:pt x="209754" y="15290"/>
                </a:lnTo>
                <a:lnTo>
                  <a:pt x="226128" y="15290"/>
                </a:lnTo>
                <a:lnTo>
                  <a:pt x="226128" y="37287"/>
                </a:lnTo>
                <a:lnTo>
                  <a:pt x="249803" y="37287"/>
                </a:lnTo>
                <a:lnTo>
                  <a:pt x="249803" y="50604"/>
                </a:lnTo>
                <a:lnTo>
                  <a:pt x="226128" y="50604"/>
                </a:lnTo>
                <a:lnTo>
                  <a:pt x="226128" y="103674"/>
                </a:lnTo>
                <a:cubicBezTo>
                  <a:pt x="226128" y="109913"/>
                  <a:pt x="226901" y="114695"/>
                  <a:pt x="228446" y="118020"/>
                </a:cubicBezTo>
                <a:cubicBezTo>
                  <a:pt x="229992" y="121345"/>
                  <a:pt x="233691" y="123008"/>
                  <a:pt x="239544" y="123008"/>
                </a:cubicBezTo>
                <a:lnTo>
                  <a:pt x="250000" y="123008"/>
                </a:lnTo>
                <a:lnTo>
                  <a:pt x="250000" y="136324"/>
                </a:lnTo>
                <a:lnTo>
                  <a:pt x="238459" y="136324"/>
                </a:lnTo>
                <a:close/>
                <a:moveTo>
                  <a:pt x="269529" y="50111"/>
                </a:moveTo>
                <a:cubicBezTo>
                  <a:pt x="268740" y="43863"/>
                  <a:pt x="268082" y="37830"/>
                  <a:pt x="267556" y="32010"/>
                </a:cubicBezTo>
                <a:cubicBezTo>
                  <a:pt x="267030" y="26190"/>
                  <a:pt x="266767" y="19761"/>
                  <a:pt x="266767" y="12725"/>
                </a:cubicBezTo>
                <a:lnTo>
                  <a:pt x="266767" y="3551"/>
                </a:lnTo>
                <a:lnTo>
                  <a:pt x="282846" y="3551"/>
                </a:lnTo>
                <a:lnTo>
                  <a:pt x="282846" y="12725"/>
                </a:lnTo>
                <a:cubicBezTo>
                  <a:pt x="282846" y="19893"/>
                  <a:pt x="282583" y="26305"/>
                  <a:pt x="282056" y="31960"/>
                </a:cubicBezTo>
                <a:cubicBezTo>
                  <a:pt x="281530" y="37616"/>
                  <a:pt x="280906" y="43666"/>
                  <a:pt x="280182" y="50111"/>
                </a:cubicBezTo>
                <a:lnTo>
                  <a:pt x="269529" y="50111"/>
                </a:lnTo>
                <a:close/>
                <a:moveTo>
                  <a:pt x="341240" y="138100"/>
                </a:moveTo>
                <a:cubicBezTo>
                  <a:pt x="335847" y="138100"/>
                  <a:pt x="330734" y="137491"/>
                  <a:pt x="325901" y="136272"/>
                </a:cubicBezTo>
                <a:cubicBezTo>
                  <a:pt x="321067" y="135053"/>
                  <a:pt x="316809" y="133124"/>
                  <a:pt x="313127" y="130483"/>
                </a:cubicBezTo>
                <a:cubicBezTo>
                  <a:pt x="309444" y="127842"/>
                  <a:pt x="306567" y="124372"/>
                  <a:pt x="304495" y="120073"/>
                </a:cubicBezTo>
                <a:cubicBezTo>
                  <a:pt x="302424" y="115772"/>
                  <a:pt x="301388" y="110574"/>
                  <a:pt x="301388" y="104478"/>
                </a:cubicBezTo>
                <a:lnTo>
                  <a:pt x="317270" y="104478"/>
                </a:lnTo>
                <a:cubicBezTo>
                  <a:pt x="317270" y="112331"/>
                  <a:pt x="319588" y="117859"/>
                  <a:pt x="324224" y="121063"/>
                </a:cubicBezTo>
                <a:cubicBezTo>
                  <a:pt x="328860" y="124266"/>
                  <a:pt x="334664" y="125868"/>
                  <a:pt x="341634" y="125868"/>
                </a:cubicBezTo>
                <a:cubicBezTo>
                  <a:pt x="347882" y="125868"/>
                  <a:pt x="353028" y="124604"/>
                  <a:pt x="357072" y="122077"/>
                </a:cubicBezTo>
                <a:cubicBezTo>
                  <a:pt x="361116" y="119549"/>
                  <a:pt x="363139" y="115376"/>
                  <a:pt x="363139" y="109558"/>
                </a:cubicBezTo>
                <a:cubicBezTo>
                  <a:pt x="363139" y="104682"/>
                  <a:pt x="361314" y="101059"/>
                  <a:pt x="357664" y="98689"/>
                </a:cubicBezTo>
                <a:cubicBezTo>
                  <a:pt x="354014" y="96318"/>
                  <a:pt x="347586" y="94015"/>
                  <a:pt x="338379" y="91781"/>
                </a:cubicBezTo>
                <a:cubicBezTo>
                  <a:pt x="330882" y="89952"/>
                  <a:pt x="324569" y="87836"/>
                  <a:pt x="319440" y="85434"/>
                </a:cubicBezTo>
                <a:cubicBezTo>
                  <a:pt x="314310" y="83030"/>
                  <a:pt x="310463" y="79982"/>
                  <a:pt x="307899" y="76291"/>
                </a:cubicBezTo>
                <a:cubicBezTo>
                  <a:pt x="305334" y="72600"/>
                  <a:pt x="304051" y="67944"/>
                  <a:pt x="304051" y="62324"/>
                </a:cubicBezTo>
                <a:cubicBezTo>
                  <a:pt x="304051" y="57922"/>
                  <a:pt x="304956" y="54045"/>
                  <a:pt x="306764" y="50693"/>
                </a:cubicBezTo>
                <a:cubicBezTo>
                  <a:pt x="308573" y="47341"/>
                  <a:pt x="311104" y="44549"/>
                  <a:pt x="314360" y="42315"/>
                </a:cubicBezTo>
                <a:cubicBezTo>
                  <a:pt x="317615" y="40079"/>
                  <a:pt x="321445" y="38403"/>
                  <a:pt x="325852" y="37287"/>
                </a:cubicBezTo>
                <a:cubicBezTo>
                  <a:pt x="330258" y="36169"/>
                  <a:pt x="335025" y="35610"/>
                  <a:pt x="340155" y="35610"/>
                </a:cubicBezTo>
                <a:cubicBezTo>
                  <a:pt x="345218" y="35610"/>
                  <a:pt x="349970" y="36219"/>
                  <a:pt x="354409" y="37438"/>
                </a:cubicBezTo>
                <a:cubicBezTo>
                  <a:pt x="358848" y="38657"/>
                  <a:pt x="362760" y="40554"/>
                  <a:pt x="366147" y="43129"/>
                </a:cubicBezTo>
                <a:cubicBezTo>
                  <a:pt x="369534" y="45701"/>
                  <a:pt x="372214" y="49019"/>
                  <a:pt x="374187" y="53082"/>
                </a:cubicBezTo>
                <a:cubicBezTo>
                  <a:pt x="376159" y="57145"/>
                  <a:pt x="377146" y="62021"/>
                  <a:pt x="377146" y="67709"/>
                </a:cubicBezTo>
                <a:lnTo>
                  <a:pt x="361166" y="67709"/>
                </a:lnTo>
                <a:cubicBezTo>
                  <a:pt x="361166" y="60531"/>
                  <a:pt x="359127" y="55458"/>
                  <a:pt x="355050" y="52490"/>
                </a:cubicBezTo>
                <a:cubicBezTo>
                  <a:pt x="350973" y="49523"/>
                  <a:pt x="346008" y="48039"/>
                  <a:pt x="340155" y="48039"/>
                </a:cubicBezTo>
                <a:cubicBezTo>
                  <a:pt x="334236" y="48039"/>
                  <a:pt x="329436" y="49153"/>
                  <a:pt x="325753" y="51381"/>
                </a:cubicBezTo>
                <a:cubicBezTo>
                  <a:pt x="322070" y="53606"/>
                  <a:pt x="320229" y="57084"/>
                  <a:pt x="320229" y="61815"/>
                </a:cubicBezTo>
                <a:cubicBezTo>
                  <a:pt x="320229" y="64456"/>
                  <a:pt x="321051" y="66691"/>
                  <a:pt x="322695" y="68520"/>
                </a:cubicBezTo>
                <a:cubicBezTo>
                  <a:pt x="324339" y="70349"/>
                  <a:pt x="327101" y="71992"/>
                  <a:pt x="330981" y="73449"/>
                </a:cubicBezTo>
                <a:cubicBezTo>
                  <a:pt x="334861" y="74904"/>
                  <a:pt x="340089" y="76444"/>
                  <a:pt x="346665" y="78070"/>
                </a:cubicBezTo>
                <a:cubicBezTo>
                  <a:pt x="353833" y="79831"/>
                  <a:pt x="359850" y="81930"/>
                  <a:pt x="364717" y="84367"/>
                </a:cubicBezTo>
                <a:cubicBezTo>
                  <a:pt x="369583" y="86805"/>
                  <a:pt x="373249" y="89937"/>
                  <a:pt x="375715" y="93763"/>
                </a:cubicBezTo>
                <a:cubicBezTo>
                  <a:pt x="378182" y="97588"/>
                  <a:pt x="379415" y="102480"/>
                  <a:pt x="379415" y="108439"/>
                </a:cubicBezTo>
                <a:cubicBezTo>
                  <a:pt x="379415" y="113585"/>
                  <a:pt x="378445" y="118037"/>
                  <a:pt x="376505" y="121796"/>
                </a:cubicBezTo>
                <a:cubicBezTo>
                  <a:pt x="374565" y="125555"/>
                  <a:pt x="371868" y="128636"/>
                  <a:pt x="368416" y="131041"/>
                </a:cubicBezTo>
                <a:cubicBezTo>
                  <a:pt x="364963" y="133445"/>
                  <a:pt x="360919" y="135223"/>
                  <a:pt x="356283" y="136374"/>
                </a:cubicBezTo>
                <a:cubicBezTo>
                  <a:pt x="351647" y="137525"/>
                  <a:pt x="346632" y="138100"/>
                  <a:pt x="341240" y="138100"/>
                </a:cubicBezTo>
                <a:close/>
                <a:moveTo>
                  <a:pt x="477651" y="136324"/>
                </a:moveTo>
                <a:cubicBezTo>
                  <a:pt x="469891" y="136324"/>
                  <a:pt x="463940" y="135047"/>
                  <a:pt x="459797" y="132493"/>
                </a:cubicBezTo>
                <a:cubicBezTo>
                  <a:pt x="455654" y="129938"/>
                  <a:pt x="452809" y="126261"/>
                  <a:pt x="451264" y="121460"/>
                </a:cubicBezTo>
                <a:cubicBezTo>
                  <a:pt x="449719" y="116658"/>
                  <a:pt x="448946" y="110885"/>
                  <a:pt x="448946" y="104142"/>
                </a:cubicBezTo>
                <a:lnTo>
                  <a:pt x="448946" y="50604"/>
                </a:lnTo>
                <a:lnTo>
                  <a:pt x="432867" y="50604"/>
                </a:lnTo>
                <a:lnTo>
                  <a:pt x="432867" y="37287"/>
                </a:lnTo>
                <a:lnTo>
                  <a:pt x="448946" y="37287"/>
                </a:lnTo>
                <a:lnTo>
                  <a:pt x="448946" y="15290"/>
                </a:lnTo>
                <a:lnTo>
                  <a:pt x="465321" y="15290"/>
                </a:lnTo>
                <a:lnTo>
                  <a:pt x="465321" y="37287"/>
                </a:lnTo>
                <a:lnTo>
                  <a:pt x="488995" y="37287"/>
                </a:lnTo>
                <a:lnTo>
                  <a:pt x="488995" y="50604"/>
                </a:lnTo>
                <a:lnTo>
                  <a:pt x="465321" y="50604"/>
                </a:lnTo>
                <a:lnTo>
                  <a:pt x="465321" y="103674"/>
                </a:lnTo>
                <a:cubicBezTo>
                  <a:pt x="465321" y="109913"/>
                  <a:pt x="466093" y="114695"/>
                  <a:pt x="467639" y="118020"/>
                </a:cubicBezTo>
                <a:cubicBezTo>
                  <a:pt x="469184" y="121345"/>
                  <a:pt x="472883" y="123008"/>
                  <a:pt x="478736" y="123008"/>
                </a:cubicBezTo>
                <a:lnTo>
                  <a:pt x="489192" y="123008"/>
                </a:lnTo>
                <a:lnTo>
                  <a:pt x="489192" y="136324"/>
                </a:lnTo>
                <a:lnTo>
                  <a:pt x="477651" y="136324"/>
                </a:lnTo>
                <a:close/>
                <a:moveTo>
                  <a:pt x="514683" y="136324"/>
                </a:moveTo>
                <a:lnTo>
                  <a:pt x="514683" y="3551"/>
                </a:lnTo>
                <a:lnTo>
                  <a:pt x="531058" y="3551"/>
                </a:lnTo>
                <a:lnTo>
                  <a:pt x="531058" y="51788"/>
                </a:lnTo>
                <a:cubicBezTo>
                  <a:pt x="534017" y="47908"/>
                  <a:pt x="538259" y="44241"/>
                  <a:pt x="543783" y="40789"/>
                </a:cubicBezTo>
                <a:cubicBezTo>
                  <a:pt x="549307" y="37336"/>
                  <a:pt x="556343" y="35610"/>
                  <a:pt x="564892" y="35610"/>
                </a:cubicBezTo>
                <a:cubicBezTo>
                  <a:pt x="575677" y="35610"/>
                  <a:pt x="583421" y="38805"/>
                  <a:pt x="588123" y="45194"/>
                </a:cubicBezTo>
                <a:cubicBezTo>
                  <a:pt x="592825" y="51581"/>
                  <a:pt x="595176" y="60619"/>
                  <a:pt x="595176" y="72308"/>
                </a:cubicBezTo>
                <a:lnTo>
                  <a:pt x="595176" y="136324"/>
                </a:lnTo>
                <a:lnTo>
                  <a:pt x="578702" y="136324"/>
                </a:lnTo>
                <a:lnTo>
                  <a:pt x="578702" y="74324"/>
                </a:lnTo>
                <a:cubicBezTo>
                  <a:pt x="578702" y="69540"/>
                  <a:pt x="578226" y="65270"/>
                  <a:pt x="577272" y="61513"/>
                </a:cubicBezTo>
                <a:cubicBezTo>
                  <a:pt x="576318" y="57754"/>
                  <a:pt x="574559" y="54799"/>
                  <a:pt x="571995" y="52648"/>
                </a:cubicBezTo>
                <a:cubicBezTo>
                  <a:pt x="569430" y="50496"/>
                  <a:pt x="565747" y="49420"/>
                  <a:pt x="560947" y="49420"/>
                </a:cubicBezTo>
                <a:cubicBezTo>
                  <a:pt x="553779" y="49420"/>
                  <a:pt x="547761" y="51111"/>
                  <a:pt x="542895" y="54494"/>
                </a:cubicBezTo>
                <a:cubicBezTo>
                  <a:pt x="538029" y="57875"/>
                  <a:pt x="534116" y="61581"/>
                  <a:pt x="531156" y="65613"/>
                </a:cubicBezTo>
                <a:lnTo>
                  <a:pt x="531156" y="136324"/>
                </a:lnTo>
                <a:lnTo>
                  <a:pt x="514683" y="136324"/>
                </a:lnTo>
                <a:close/>
                <a:moveTo>
                  <a:pt x="621956" y="136324"/>
                </a:moveTo>
                <a:lnTo>
                  <a:pt x="621956" y="37287"/>
                </a:lnTo>
                <a:lnTo>
                  <a:pt x="638429" y="37287"/>
                </a:lnTo>
                <a:lnTo>
                  <a:pt x="638429" y="136324"/>
                </a:lnTo>
                <a:lnTo>
                  <a:pt x="621956" y="136324"/>
                </a:lnTo>
                <a:moveTo>
                  <a:pt x="630143" y="19137"/>
                </a:moveTo>
                <a:cubicBezTo>
                  <a:pt x="627053" y="19137"/>
                  <a:pt x="624570" y="18232"/>
                  <a:pt x="622696" y="16424"/>
                </a:cubicBezTo>
                <a:cubicBezTo>
                  <a:pt x="620822" y="14616"/>
                  <a:pt x="619884" y="12330"/>
                  <a:pt x="619884" y="9568"/>
                </a:cubicBezTo>
                <a:cubicBezTo>
                  <a:pt x="619884" y="6806"/>
                  <a:pt x="620822" y="4521"/>
                  <a:pt x="622696" y="2713"/>
                </a:cubicBezTo>
                <a:cubicBezTo>
                  <a:pt x="624570" y="904"/>
                  <a:pt x="627053" y="0"/>
                  <a:pt x="630143" y="0"/>
                </a:cubicBezTo>
                <a:cubicBezTo>
                  <a:pt x="633234" y="0"/>
                  <a:pt x="635733" y="904"/>
                  <a:pt x="637640" y="2713"/>
                </a:cubicBezTo>
                <a:cubicBezTo>
                  <a:pt x="639547" y="4521"/>
                  <a:pt x="640501" y="6806"/>
                  <a:pt x="640501" y="9568"/>
                </a:cubicBezTo>
                <a:cubicBezTo>
                  <a:pt x="640501" y="12330"/>
                  <a:pt x="639547" y="14616"/>
                  <a:pt x="637640" y="16424"/>
                </a:cubicBezTo>
                <a:cubicBezTo>
                  <a:pt x="635733" y="18232"/>
                  <a:pt x="633234" y="19137"/>
                  <a:pt x="630143" y="19137"/>
                </a:cubicBezTo>
                <a:close/>
                <a:moveTo>
                  <a:pt x="672259" y="136324"/>
                </a:moveTo>
                <a:lnTo>
                  <a:pt x="672259" y="37287"/>
                </a:lnTo>
                <a:lnTo>
                  <a:pt x="688042" y="37287"/>
                </a:lnTo>
                <a:lnTo>
                  <a:pt x="688634" y="51788"/>
                </a:lnTo>
                <a:cubicBezTo>
                  <a:pt x="691593" y="47908"/>
                  <a:pt x="695835" y="44241"/>
                  <a:pt x="701359" y="40789"/>
                </a:cubicBezTo>
                <a:cubicBezTo>
                  <a:pt x="706883" y="37336"/>
                  <a:pt x="713952" y="35610"/>
                  <a:pt x="722567" y="35610"/>
                </a:cubicBezTo>
                <a:cubicBezTo>
                  <a:pt x="733089" y="35610"/>
                  <a:pt x="740750" y="38821"/>
                  <a:pt x="745551" y="45243"/>
                </a:cubicBezTo>
                <a:cubicBezTo>
                  <a:pt x="750351" y="51665"/>
                  <a:pt x="752752" y="60687"/>
                  <a:pt x="752752" y="72308"/>
                </a:cubicBezTo>
                <a:lnTo>
                  <a:pt x="752752" y="136324"/>
                </a:lnTo>
                <a:lnTo>
                  <a:pt x="736278" y="136324"/>
                </a:lnTo>
                <a:lnTo>
                  <a:pt x="736278" y="74426"/>
                </a:lnTo>
                <a:cubicBezTo>
                  <a:pt x="736278" y="69574"/>
                  <a:pt x="735785" y="65270"/>
                  <a:pt x="734799" y="61513"/>
                </a:cubicBezTo>
                <a:cubicBezTo>
                  <a:pt x="733812" y="57754"/>
                  <a:pt x="732053" y="54799"/>
                  <a:pt x="729521" y="52648"/>
                </a:cubicBezTo>
                <a:cubicBezTo>
                  <a:pt x="726989" y="50496"/>
                  <a:pt x="723323" y="49420"/>
                  <a:pt x="718523" y="49420"/>
                </a:cubicBezTo>
                <a:cubicBezTo>
                  <a:pt x="711355" y="49420"/>
                  <a:pt x="705337" y="51111"/>
                  <a:pt x="700471" y="54494"/>
                </a:cubicBezTo>
                <a:cubicBezTo>
                  <a:pt x="695605" y="57875"/>
                  <a:pt x="691692" y="61581"/>
                  <a:pt x="688732" y="65613"/>
                </a:cubicBezTo>
                <a:lnTo>
                  <a:pt x="688732" y="136324"/>
                </a:lnTo>
                <a:lnTo>
                  <a:pt x="672259" y="136324"/>
                </a:lnTo>
                <a:close/>
                <a:moveTo>
                  <a:pt x="785593" y="136324"/>
                </a:moveTo>
                <a:lnTo>
                  <a:pt x="785593" y="3551"/>
                </a:lnTo>
                <a:lnTo>
                  <a:pt x="802066" y="3551"/>
                </a:lnTo>
                <a:lnTo>
                  <a:pt x="802066" y="83957"/>
                </a:lnTo>
                <a:lnTo>
                  <a:pt x="845469" y="37287"/>
                </a:lnTo>
                <a:lnTo>
                  <a:pt x="864902" y="37287"/>
                </a:lnTo>
                <a:lnTo>
                  <a:pt x="821499" y="83652"/>
                </a:lnTo>
                <a:lnTo>
                  <a:pt x="868847" y="136324"/>
                </a:lnTo>
                <a:lnTo>
                  <a:pt x="848330" y="136324"/>
                </a:lnTo>
                <a:lnTo>
                  <a:pt x="802066" y="84873"/>
                </a:lnTo>
                <a:lnTo>
                  <a:pt x="802066" y="136324"/>
                </a:lnTo>
                <a:lnTo>
                  <a:pt x="785593" y="136324"/>
                </a:lnTo>
                <a:close/>
                <a:moveTo>
                  <a:pt x="948938" y="138100"/>
                </a:moveTo>
                <a:cubicBezTo>
                  <a:pt x="943414" y="138100"/>
                  <a:pt x="938367" y="137022"/>
                  <a:pt x="933796" y="134866"/>
                </a:cubicBezTo>
                <a:cubicBezTo>
                  <a:pt x="929226" y="132711"/>
                  <a:pt x="925576" y="129527"/>
                  <a:pt x="922847" y="125317"/>
                </a:cubicBezTo>
                <a:cubicBezTo>
                  <a:pt x="920118" y="121106"/>
                  <a:pt x="918753" y="115901"/>
                  <a:pt x="918753" y="109703"/>
                </a:cubicBezTo>
                <a:cubicBezTo>
                  <a:pt x="918753" y="100879"/>
                  <a:pt x="921450" y="94176"/>
                  <a:pt x="926842" y="89595"/>
                </a:cubicBezTo>
                <a:cubicBezTo>
                  <a:pt x="932234" y="85015"/>
                  <a:pt x="939863" y="81899"/>
                  <a:pt x="949727" y="80249"/>
                </a:cubicBezTo>
                <a:cubicBezTo>
                  <a:pt x="959591" y="78599"/>
                  <a:pt x="971133" y="77706"/>
                  <a:pt x="984351" y="77570"/>
                </a:cubicBezTo>
                <a:lnTo>
                  <a:pt x="984351" y="70502"/>
                </a:lnTo>
                <a:cubicBezTo>
                  <a:pt x="984351" y="61840"/>
                  <a:pt x="982312" y="55898"/>
                  <a:pt x="978235" y="52675"/>
                </a:cubicBezTo>
                <a:cubicBezTo>
                  <a:pt x="974158" y="49453"/>
                  <a:pt x="968995" y="47842"/>
                  <a:pt x="962748" y="47842"/>
                </a:cubicBezTo>
                <a:cubicBezTo>
                  <a:pt x="956106" y="47842"/>
                  <a:pt x="950516" y="49598"/>
                  <a:pt x="945979" y="53110"/>
                </a:cubicBezTo>
                <a:cubicBezTo>
                  <a:pt x="941441" y="56622"/>
                  <a:pt x="939172" y="62166"/>
                  <a:pt x="939172" y="69741"/>
                </a:cubicBezTo>
                <a:lnTo>
                  <a:pt x="923192" y="69741"/>
                </a:lnTo>
                <a:cubicBezTo>
                  <a:pt x="923192" y="61615"/>
                  <a:pt x="924886" y="55047"/>
                  <a:pt x="928272" y="50037"/>
                </a:cubicBezTo>
                <a:cubicBezTo>
                  <a:pt x="931659" y="45024"/>
                  <a:pt x="936328" y="41367"/>
                  <a:pt x="942280" y="39066"/>
                </a:cubicBezTo>
                <a:cubicBezTo>
                  <a:pt x="948231" y="36762"/>
                  <a:pt x="955054" y="35610"/>
                  <a:pt x="962748" y="35610"/>
                </a:cubicBezTo>
                <a:cubicBezTo>
                  <a:pt x="967680" y="35610"/>
                  <a:pt x="972399" y="36085"/>
                  <a:pt x="976903" y="37034"/>
                </a:cubicBezTo>
                <a:cubicBezTo>
                  <a:pt x="981408" y="37982"/>
                  <a:pt x="985452" y="39709"/>
                  <a:pt x="989036" y="42216"/>
                </a:cubicBezTo>
                <a:cubicBezTo>
                  <a:pt x="992620" y="44723"/>
                  <a:pt x="995465" y="48230"/>
                  <a:pt x="997569" y="52737"/>
                </a:cubicBezTo>
                <a:cubicBezTo>
                  <a:pt x="999673" y="57242"/>
                  <a:pt x="1000725" y="63050"/>
                  <a:pt x="1000725" y="70163"/>
                </a:cubicBezTo>
                <a:lnTo>
                  <a:pt x="1000725" y="136324"/>
                </a:lnTo>
                <a:lnTo>
                  <a:pt x="985337" y="136324"/>
                </a:lnTo>
                <a:lnTo>
                  <a:pt x="984647" y="121725"/>
                </a:lnTo>
                <a:cubicBezTo>
                  <a:pt x="980241" y="126657"/>
                  <a:pt x="975128" y="130620"/>
                  <a:pt x="969308" y="133612"/>
                </a:cubicBezTo>
                <a:cubicBezTo>
                  <a:pt x="963488" y="136604"/>
                  <a:pt x="956698" y="138100"/>
                  <a:pt x="948938" y="138100"/>
                </a:cubicBezTo>
                <a:moveTo>
                  <a:pt x="953278" y="125474"/>
                </a:moveTo>
                <a:cubicBezTo>
                  <a:pt x="959854" y="125474"/>
                  <a:pt x="965773" y="123867"/>
                  <a:pt x="971034" y="120653"/>
                </a:cubicBezTo>
                <a:cubicBezTo>
                  <a:pt x="976295" y="117436"/>
                  <a:pt x="980701" y="113366"/>
                  <a:pt x="984252" y="108442"/>
                </a:cubicBezTo>
                <a:lnTo>
                  <a:pt x="984252" y="88125"/>
                </a:lnTo>
                <a:cubicBezTo>
                  <a:pt x="966759" y="88331"/>
                  <a:pt x="954215" y="90041"/>
                  <a:pt x="946620" y="93258"/>
                </a:cubicBezTo>
                <a:cubicBezTo>
                  <a:pt x="939024" y="96472"/>
                  <a:pt x="935227" y="101738"/>
                  <a:pt x="935227" y="109056"/>
                </a:cubicBezTo>
                <a:cubicBezTo>
                  <a:pt x="935227" y="114050"/>
                  <a:pt x="936756" y="118034"/>
                  <a:pt x="939814" y="121010"/>
                </a:cubicBezTo>
                <a:cubicBezTo>
                  <a:pt x="942871" y="123986"/>
                  <a:pt x="947360" y="125474"/>
                  <a:pt x="953278" y="125474"/>
                </a:cubicBezTo>
                <a:close/>
                <a:moveTo>
                  <a:pt x="1078110" y="138100"/>
                </a:moveTo>
                <a:cubicBezTo>
                  <a:pt x="1071007" y="138100"/>
                  <a:pt x="1064957" y="136735"/>
                  <a:pt x="1059959" y="134006"/>
                </a:cubicBezTo>
                <a:cubicBezTo>
                  <a:pt x="1054962" y="131277"/>
                  <a:pt x="1050884" y="127512"/>
                  <a:pt x="1047728" y="122712"/>
                </a:cubicBezTo>
                <a:lnTo>
                  <a:pt x="1046840" y="136324"/>
                </a:lnTo>
                <a:lnTo>
                  <a:pt x="1031452" y="136324"/>
                </a:lnTo>
                <a:lnTo>
                  <a:pt x="1031452" y="3551"/>
                </a:lnTo>
                <a:lnTo>
                  <a:pt x="1047925" y="3551"/>
                </a:lnTo>
                <a:lnTo>
                  <a:pt x="1047925" y="52675"/>
                </a:lnTo>
                <a:cubicBezTo>
                  <a:pt x="1051279" y="47612"/>
                  <a:pt x="1055669" y="43502"/>
                  <a:pt x="1061094" y="40345"/>
                </a:cubicBezTo>
                <a:cubicBezTo>
                  <a:pt x="1066519" y="37188"/>
                  <a:pt x="1072882" y="35610"/>
                  <a:pt x="1080181" y="35610"/>
                </a:cubicBezTo>
                <a:cubicBezTo>
                  <a:pt x="1088007" y="35610"/>
                  <a:pt x="1094780" y="37523"/>
                  <a:pt x="1100502" y="41350"/>
                </a:cubicBezTo>
                <a:cubicBezTo>
                  <a:pt x="1106223" y="45176"/>
                  <a:pt x="1110645" y="50882"/>
                  <a:pt x="1113769" y="58467"/>
                </a:cubicBezTo>
                <a:cubicBezTo>
                  <a:pt x="1116893" y="66051"/>
                  <a:pt x="1118455" y="75497"/>
                  <a:pt x="1118455" y="86806"/>
                </a:cubicBezTo>
                <a:cubicBezTo>
                  <a:pt x="1118455" y="98045"/>
                  <a:pt x="1116794" y="107474"/>
                  <a:pt x="1113473" y="115095"/>
                </a:cubicBezTo>
                <a:cubicBezTo>
                  <a:pt x="1110152" y="122713"/>
                  <a:pt x="1105467" y="128452"/>
                  <a:pt x="1099417" y="132311"/>
                </a:cubicBezTo>
                <a:cubicBezTo>
                  <a:pt x="1093367" y="136170"/>
                  <a:pt x="1086264" y="138100"/>
                  <a:pt x="1078110" y="138100"/>
                </a:cubicBezTo>
                <a:moveTo>
                  <a:pt x="1075052" y="124586"/>
                </a:moveTo>
                <a:cubicBezTo>
                  <a:pt x="1083732" y="124586"/>
                  <a:pt x="1090309" y="121318"/>
                  <a:pt x="1094780" y="114783"/>
                </a:cubicBezTo>
                <a:cubicBezTo>
                  <a:pt x="1099252" y="108248"/>
                  <a:pt x="1101488" y="98992"/>
                  <a:pt x="1101488" y="87015"/>
                </a:cubicBezTo>
                <a:cubicBezTo>
                  <a:pt x="1101488" y="74697"/>
                  <a:pt x="1099400" y="65253"/>
                  <a:pt x="1095224" y="58683"/>
                </a:cubicBezTo>
                <a:cubicBezTo>
                  <a:pt x="1091048" y="52113"/>
                  <a:pt x="1084883" y="48828"/>
                  <a:pt x="1076729" y="48828"/>
                </a:cubicBezTo>
                <a:cubicBezTo>
                  <a:pt x="1069824" y="48828"/>
                  <a:pt x="1063987" y="50745"/>
                  <a:pt x="1059220" y="54577"/>
                </a:cubicBezTo>
                <a:cubicBezTo>
                  <a:pt x="1054452" y="58410"/>
                  <a:pt x="1050687" y="63064"/>
                  <a:pt x="1047925" y="68538"/>
                </a:cubicBezTo>
                <a:lnTo>
                  <a:pt x="1047925" y="107034"/>
                </a:lnTo>
                <a:cubicBezTo>
                  <a:pt x="1050490" y="112097"/>
                  <a:pt x="1054008" y="116289"/>
                  <a:pt x="1058480" y="119608"/>
                </a:cubicBezTo>
                <a:cubicBezTo>
                  <a:pt x="1062952" y="122926"/>
                  <a:pt x="1068476" y="124586"/>
                  <a:pt x="1075052" y="124586"/>
                </a:cubicBezTo>
                <a:close/>
                <a:moveTo>
                  <a:pt x="1184144" y="138100"/>
                </a:moveTo>
                <a:cubicBezTo>
                  <a:pt x="1174740" y="138100"/>
                  <a:pt x="1166684" y="136052"/>
                  <a:pt x="1159976" y="131956"/>
                </a:cubicBezTo>
                <a:cubicBezTo>
                  <a:pt x="1153269" y="127859"/>
                  <a:pt x="1148156" y="122001"/>
                  <a:pt x="1144637" y="114383"/>
                </a:cubicBezTo>
                <a:cubicBezTo>
                  <a:pt x="1141119" y="106764"/>
                  <a:pt x="1139360" y="97707"/>
                  <a:pt x="1139360" y="87210"/>
                </a:cubicBezTo>
                <a:cubicBezTo>
                  <a:pt x="1139360" y="76443"/>
                  <a:pt x="1141119" y="67217"/>
                  <a:pt x="1144637" y="59531"/>
                </a:cubicBezTo>
                <a:cubicBezTo>
                  <a:pt x="1148156" y="51845"/>
                  <a:pt x="1153269" y="45937"/>
                  <a:pt x="1159976" y="41806"/>
                </a:cubicBezTo>
                <a:cubicBezTo>
                  <a:pt x="1166684" y="37675"/>
                  <a:pt x="1174740" y="35610"/>
                  <a:pt x="1184144" y="35610"/>
                </a:cubicBezTo>
                <a:cubicBezTo>
                  <a:pt x="1193745" y="35610"/>
                  <a:pt x="1201949" y="37675"/>
                  <a:pt x="1208755" y="41806"/>
                </a:cubicBezTo>
                <a:cubicBezTo>
                  <a:pt x="1215562" y="45937"/>
                  <a:pt x="1220790" y="51845"/>
                  <a:pt x="1224439" y="59531"/>
                </a:cubicBezTo>
                <a:cubicBezTo>
                  <a:pt x="1228089" y="67217"/>
                  <a:pt x="1229914" y="76443"/>
                  <a:pt x="1229914" y="87210"/>
                </a:cubicBezTo>
                <a:cubicBezTo>
                  <a:pt x="1229914" y="97707"/>
                  <a:pt x="1228089" y="106764"/>
                  <a:pt x="1224439" y="114383"/>
                </a:cubicBezTo>
                <a:cubicBezTo>
                  <a:pt x="1220790" y="122001"/>
                  <a:pt x="1215562" y="127859"/>
                  <a:pt x="1208755" y="131956"/>
                </a:cubicBezTo>
                <a:cubicBezTo>
                  <a:pt x="1201949" y="136052"/>
                  <a:pt x="1193745" y="138100"/>
                  <a:pt x="1184144" y="138100"/>
                </a:cubicBezTo>
                <a:moveTo>
                  <a:pt x="1184144" y="124981"/>
                </a:moveTo>
                <a:cubicBezTo>
                  <a:pt x="1191246" y="124981"/>
                  <a:pt x="1196902" y="123356"/>
                  <a:pt x="1201110" y="120107"/>
                </a:cubicBezTo>
                <a:cubicBezTo>
                  <a:pt x="1205319" y="116856"/>
                  <a:pt x="1208344" y="112374"/>
                  <a:pt x="1210186" y="106661"/>
                </a:cubicBezTo>
                <a:cubicBezTo>
                  <a:pt x="1212027" y="100948"/>
                  <a:pt x="1212948" y="94466"/>
                  <a:pt x="1212948" y="87216"/>
                </a:cubicBezTo>
                <a:cubicBezTo>
                  <a:pt x="1212948" y="79826"/>
                  <a:pt x="1212027" y="73223"/>
                  <a:pt x="1210186" y="67407"/>
                </a:cubicBezTo>
                <a:cubicBezTo>
                  <a:pt x="1208344" y="61591"/>
                  <a:pt x="1205319" y="57025"/>
                  <a:pt x="1201110" y="53708"/>
                </a:cubicBezTo>
                <a:cubicBezTo>
                  <a:pt x="1196902" y="50389"/>
                  <a:pt x="1191246" y="48730"/>
                  <a:pt x="1184144" y="48730"/>
                </a:cubicBezTo>
                <a:cubicBezTo>
                  <a:pt x="1177239" y="48730"/>
                  <a:pt x="1171764" y="50389"/>
                  <a:pt x="1167720" y="53708"/>
                </a:cubicBezTo>
                <a:cubicBezTo>
                  <a:pt x="1163675" y="57025"/>
                  <a:pt x="1160765" y="61591"/>
                  <a:pt x="1158990" y="67407"/>
                </a:cubicBezTo>
                <a:cubicBezTo>
                  <a:pt x="1157214" y="73223"/>
                  <a:pt x="1156327" y="79826"/>
                  <a:pt x="1156327" y="87216"/>
                </a:cubicBezTo>
                <a:cubicBezTo>
                  <a:pt x="1156327" y="94466"/>
                  <a:pt x="1157214" y="100948"/>
                  <a:pt x="1158990" y="106661"/>
                </a:cubicBezTo>
                <a:cubicBezTo>
                  <a:pt x="1160765" y="112374"/>
                  <a:pt x="1163675" y="116856"/>
                  <a:pt x="1167720" y="120107"/>
                </a:cubicBezTo>
                <a:cubicBezTo>
                  <a:pt x="1171764" y="123356"/>
                  <a:pt x="1177239" y="124981"/>
                  <a:pt x="1184144" y="124981"/>
                </a:cubicBezTo>
                <a:close/>
                <a:moveTo>
                  <a:pt x="1282539" y="138100"/>
                </a:moveTo>
                <a:cubicBezTo>
                  <a:pt x="1271425" y="138100"/>
                  <a:pt x="1263402" y="134906"/>
                  <a:pt x="1258470" y="128519"/>
                </a:cubicBezTo>
                <a:cubicBezTo>
                  <a:pt x="1253538" y="122130"/>
                  <a:pt x="1251072" y="113329"/>
                  <a:pt x="1251072" y="102117"/>
                </a:cubicBezTo>
                <a:lnTo>
                  <a:pt x="1251072" y="37287"/>
                </a:lnTo>
                <a:lnTo>
                  <a:pt x="1267644" y="37287"/>
                </a:lnTo>
                <a:lnTo>
                  <a:pt x="1267644" y="100129"/>
                </a:lnTo>
                <a:cubicBezTo>
                  <a:pt x="1267644" y="104640"/>
                  <a:pt x="1268137" y="108672"/>
                  <a:pt x="1269124" y="112225"/>
                </a:cubicBezTo>
                <a:cubicBezTo>
                  <a:pt x="1270110" y="115778"/>
                  <a:pt x="1271984" y="118546"/>
                  <a:pt x="1274746" y="120529"/>
                </a:cubicBezTo>
                <a:cubicBezTo>
                  <a:pt x="1277508" y="122510"/>
                  <a:pt x="1281487" y="123501"/>
                  <a:pt x="1286682" y="123501"/>
                </a:cubicBezTo>
                <a:cubicBezTo>
                  <a:pt x="1293916" y="123501"/>
                  <a:pt x="1299966" y="121946"/>
                  <a:pt x="1304832" y="118837"/>
                </a:cubicBezTo>
                <a:cubicBezTo>
                  <a:pt x="1309699" y="115728"/>
                  <a:pt x="1313612" y="112122"/>
                  <a:pt x="1316571" y="108020"/>
                </a:cubicBezTo>
                <a:lnTo>
                  <a:pt x="1316571" y="37287"/>
                </a:lnTo>
                <a:lnTo>
                  <a:pt x="1333143" y="37287"/>
                </a:lnTo>
                <a:lnTo>
                  <a:pt x="1333143" y="136324"/>
                </a:lnTo>
                <a:lnTo>
                  <a:pt x="1317261" y="136324"/>
                </a:lnTo>
                <a:lnTo>
                  <a:pt x="1316768" y="121824"/>
                </a:lnTo>
                <a:cubicBezTo>
                  <a:pt x="1313677" y="125638"/>
                  <a:pt x="1309321" y="129304"/>
                  <a:pt x="1303698" y="132823"/>
                </a:cubicBezTo>
                <a:cubicBezTo>
                  <a:pt x="1298075" y="136341"/>
                  <a:pt x="1291022" y="138100"/>
                  <a:pt x="1282539" y="138100"/>
                </a:cubicBezTo>
                <a:close/>
                <a:moveTo>
                  <a:pt x="1397047" y="136324"/>
                </a:moveTo>
                <a:cubicBezTo>
                  <a:pt x="1389287" y="136324"/>
                  <a:pt x="1383335" y="135047"/>
                  <a:pt x="1379192" y="132493"/>
                </a:cubicBezTo>
                <a:cubicBezTo>
                  <a:pt x="1375049" y="129938"/>
                  <a:pt x="1372205" y="126261"/>
                  <a:pt x="1370660" y="121460"/>
                </a:cubicBezTo>
                <a:cubicBezTo>
                  <a:pt x="1369114" y="116658"/>
                  <a:pt x="1368342" y="110885"/>
                  <a:pt x="1368342" y="104142"/>
                </a:cubicBezTo>
                <a:lnTo>
                  <a:pt x="1368342" y="50604"/>
                </a:lnTo>
                <a:lnTo>
                  <a:pt x="1352263" y="50604"/>
                </a:lnTo>
                <a:lnTo>
                  <a:pt x="1352263" y="37287"/>
                </a:lnTo>
                <a:lnTo>
                  <a:pt x="1368342" y="37287"/>
                </a:lnTo>
                <a:lnTo>
                  <a:pt x="1368342" y="15290"/>
                </a:lnTo>
                <a:lnTo>
                  <a:pt x="1384716" y="15290"/>
                </a:lnTo>
                <a:lnTo>
                  <a:pt x="1384716" y="37287"/>
                </a:lnTo>
                <a:lnTo>
                  <a:pt x="1408391" y="37287"/>
                </a:lnTo>
                <a:lnTo>
                  <a:pt x="1408391" y="50604"/>
                </a:lnTo>
                <a:lnTo>
                  <a:pt x="1384716" y="50604"/>
                </a:lnTo>
                <a:lnTo>
                  <a:pt x="1384716" y="103674"/>
                </a:lnTo>
                <a:cubicBezTo>
                  <a:pt x="1384716" y="109913"/>
                  <a:pt x="1385489" y="114695"/>
                  <a:pt x="1387034" y="118020"/>
                </a:cubicBezTo>
                <a:cubicBezTo>
                  <a:pt x="1388580" y="121345"/>
                  <a:pt x="1392279" y="123008"/>
                  <a:pt x="1398132" y="123008"/>
                </a:cubicBezTo>
                <a:lnTo>
                  <a:pt x="1408588" y="123008"/>
                </a:lnTo>
                <a:lnTo>
                  <a:pt x="1408588" y="136324"/>
                </a:lnTo>
                <a:lnTo>
                  <a:pt x="1397047" y="1363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" name="Text thisstepbystep.">
            <a:extLst xmlns:a="http://schemas.openxmlformats.org/drawingml/2006/main">
              <a:ext uri="{FF2B5EF4-FFF2-40B4-BE49-F238E27FC236}">
                <a16:creationId xmlns:a16="http://schemas.microsoft.com/office/drawing/2014/main" id="{D8456C2E-C896-48F1-B534-2E9D4E860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0633" y="5667642"/>
            <a:ext cx="1442933" cy="171460"/>
          </a:xfrm>
          <a:custGeom xmlns:a="http://schemas.openxmlformats.org/drawingml/2006/main">
            <a:pathLst>
              <a:path w="1442933" h="171460">
                <a:moveTo>
                  <a:pt x="44737" y="136183"/>
                </a:moveTo>
                <a:cubicBezTo>
                  <a:pt x="36985" y="136183"/>
                  <a:pt x="31040" y="134907"/>
                  <a:pt x="26901" y="132355"/>
                </a:cubicBezTo>
                <a:cubicBezTo>
                  <a:pt x="22763" y="129803"/>
                  <a:pt x="19922" y="126129"/>
                  <a:pt x="18378" y="121334"/>
                </a:cubicBezTo>
                <a:cubicBezTo>
                  <a:pt x="16834" y="116536"/>
                  <a:pt x="16062" y="110769"/>
                  <a:pt x="16062" y="104034"/>
                </a:cubicBezTo>
                <a:lnTo>
                  <a:pt x="16062" y="50551"/>
                </a:lnTo>
                <a:lnTo>
                  <a:pt x="0" y="50551"/>
                </a:lnTo>
                <a:lnTo>
                  <a:pt x="0" y="37248"/>
                </a:lnTo>
                <a:lnTo>
                  <a:pt x="16062" y="37248"/>
                </a:lnTo>
                <a:lnTo>
                  <a:pt x="16062" y="15274"/>
                </a:lnTo>
                <a:lnTo>
                  <a:pt x="32420" y="15274"/>
                </a:lnTo>
                <a:lnTo>
                  <a:pt x="32420" y="37248"/>
                </a:lnTo>
                <a:lnTo>
                  <a:pt x="56069" y="37248"/>
                </a:lnTo>
                <a:lnTo>
                  <a:pt x="56069" y="50551"/>
                </a:lnTo>
                <a:lnTo>
                  <a:pt x="32420" y="50551"/>
                </a:lnTo>
                <a:lnTo>
                  <a:pt x="32420" y="103566"/>
                </a:lnTo>
                <a:cubicBezTo>
                  <a:pt x="32420" y="109798"/>
                  <a:pt x="33192" y="114576"/>
                  <a:pt x="34735" y="117897"/>
                </a:cubicBezTo>
                <a:cubicBezTo>
                  <a:pt x="36279" y="121219"/>
                  <a:pt x="39974" y="122880"/>
                  <a:pt x="45821" y="122880"/>
                </a:cubicBezTo>
                <a:lnTo>
                  <a:pt x="56266" y="122880"/>
                </a:lnTo>
                <a:lnTo>
                  <a:pt x="56266" y="136183"/>
                </a:lnTo>
                <a:lnTo>
                  <a:pt x="44737" y="136183"/>
                </a:lnTo>
                <a:close/>
                <a:moveTo>
                  <a:pt x="75677" y="136183"/>
                </a:moveTo>
                <a:lnTo>
                  <a:pt x="75677" y="3547"/>
                </a:lnTo>
                <a:lnTo>
                  <a:pt x="92034" y="3547"/>
                </a:lnTo>
                <a:lnTo>
                  <a:pt x="92034" y="51734"/>
                </a:lnTo>
                <a:cubicBezTo>
                  <a:pt x="94991" y="47858"/>
                  <a:pt x="99228" y="44195"/>
                  <a:pt x="104746" y="40746"/>
                </a:cubicBezTo>
                <a:cubicBezTo>
                  <a:pt x="110264" y="37297"/>
                  <a:pt x="117293" y="35573"/>
                  <a:pt x="125834" y="35573"/>
                </a:cubicBezTo>
                <a:cubicBezTo>
                  <a:pt x="136607" y="35573"/>
                  <a:pt x="144343" y="38764"/>
                  <a:pt x="149040" y="45147"/>
                </a:cubicBezTo>
                <a:cubicBezTo>
                  <a:pt x="153737" y="51527"/>
                  <a:pt x="156085" y="60556"/>
                  <a:pt x="156085" y="72233"/>
                </a:cubicBezTo>
                <a:lnTo>
                  <a:pt x="156085" y="136183"/>
                </a:lnTo>
                <a:lnTo>
                  <a:pt x="139629" y="136183"/>
                </a:lnTo>
                <a:lnTo>
                  <a:pt x="139629" y="74247"/>
                </a:lnTo>
                <a:cubicBezTo>
                  <a:pt x="139629" y="69468"/>
                  <a:pt x="139153" y="65202"/>
                  <a:pt x="138200" y="61449"/>
                </a:cubicBezTo>
                <a:cubicBezTo>
                  <a:pt x="137248" y="57694"/>
                  <a:pt x="135491" y="54742"/>
                  <a:pt x="132929" y="52593"/>
                </a:cubicBezTo>
                <a:cubicBezTo>
                  <a:pt x="130366" y="50443"/>
                  <a:pt x="126688" y="49369"/>
                  <a:pt x="121892" y="49369"/>
                </a:cubicBezTo>
                <a:cubicBezTo>
                  <a:pt x="114731" y="49369"/>
                  <a:pt x="108720" y="51058"/>
                  <a:pt x="103859" y="54437"/>
                </a:cubicBezTo>
                <a:cubicBezTo>
                  <a:pt x="98998" y="57814"/>
                  <a:pt x="95089" y="61517"/>
                  <a:pt x="92133" y="65545"/>
                </a:cubicBezTo>
                <a:lnTo>
                  <a:pt x="92133" y="136183"/>
                </a:lnTo>
                <a:lnTo>
                  <a:pt x="75677" y="136183"/>
                </a:lnTo>
                <a:close/>
                <a:moveTo>
                  <a:pt x="189094" y="136183"/>
                </a:moveTo>
                <a:lnTo>
                  <a:pt x="189094" y="37248"/>
                </a:lnTo>
                <a:lnTo>
                  <a:pt x="205550" y="37248"/>
                </a:lnTo>
                <a:lnTo>
                  <a:pt x="205550" y="136183"/>
                </a:lnTo>
                <a:lnTo>
                  <a:pt x="189094" y="136183"/>
                </a:lnTo>
                <a:moveTo>
                  <a:pt x="197273" y="19117"/>
                </a:moveTo>
                <a:cubicBezTo>
                  <a:pt x="194185" y="19117"/>
                  <a:pt x="191705" y="18214"/>
                  <a:pt x="189833" y="16407"/>
                </a:cubicBezTo>
                <a:cubicBezTo>
                  <a:pt x="187961" y="14600"/>
                  <a:pt x="187025" y="12318"/>
                  <a:pt x="187025" y="9558"/>
                </a:cubicBezTo>
                <a:cubicBezTo>
                  <a:pt x="187025" y="6799"/>
                  <a:pt x="187961" y="4516"/>
                  <a:pt x="189833" y="2710"/>
                </a:cubicBezTo>
                <a:cubicBezTo>
                  <a:pt x="191705" y="903"/>
                  <a:pt x="194185" y="0"/>
                  <a:pt x="197273" y="0"/>
                </a:cubicBezTo>
                <a:cubicBezTo>
                  <a:pt x="200360" y="0"/>
                  <a:pt x="202857" y="903"/>
                  <a:pt x="204762" y="2710"/>
                </a:cubicBezTo>
                <a:cubicBezTo>
                  <a:pt x="206667" y="4516"/>
                  <a:pt x="207620" y="6799"/>
                  <a:pt x="207620" y="9558"/>
                </a:cubicBezTo>
                <a:cubicBezTo>
                  <a:pt x="207620" y="12318"/>
                  <a:pt x="206667" y="14600"/>
                  <a:pt x="204762" y="16407"/>
                </a:cubicBezTo>
                <a:cubicBezTo>
                  <a:pt x="202857" y="18214"/>
                  <a:pt x="200360" y="19117"/>
                  <a:pt x="197273" y="19117"/>
                </a:cubicBezTo>
                <a:close/>
                <a:moveTo>
                  <a:pt x="273341" y="137956"/>
                </a:moveTo>
                <a:cubicBezTo>
                  <a:pt x="267954" y="137956"/>
                  <a:pt x="262846" y="137348"/>
                  <a:pt x="258018" y="136130"/>
                </a:cubicBezTo>
                <a:cubicBezTo>
                  <a:pt x="253189" y="134913"/>
                  <a:pt x="248936" y="132985"/>
                  <a:pt x="245257" y="130347"/>
                </a:cubicBezTo>
                <a:cubicBezTo>
                  <a:pt x="241578" y="127709"/>
                  <a:pt x="238704" y="124243"/>
                  <a:pt x="236635" y="119948"/>
                </a:cubicBezTo>
                <a:cubicBezTo>
                  <a:pt x="234565" y="115651"/>
                  <a:pt x="233531" y="110458"/>
                  <a:pt x="233531" y="104369"/>
                </a:cubicBezTo>
                <a:lnTo>
                  <a:pt x="249396" y="104369"/>
                </a:lnTo>
                <a:cubicBezTo>
                  <a:pt x="249396" y="112214"/>
                  <a:pt x="251711" y="117736"/>
                  <a:pt x="256343" y="120937"/>
                </a:cubicBezTo>
                <a:cubicBezTo>
                  <a:pt x="260974" y="124137"/>
                  <a:pt x="266772" y="125737"/>
                  <a:pt x="273735" y="125737"/>
                </a:cubicBezTo>
                <a:cubicBezTo>
                  <a:pt x="279976" y="125737"/>
                  <a:pt x="285117" y="124475"/>
                  <a:pt x="289157" y="121950"/>
                </a:cubicBezTo>
                <a:cubicBezTo>
                  <a:pt x="293197" y="119425"/>
                  <a:pt x="295217" y="115256"/>
                  <a:pt x="295217" y="109444"/>
                </a:cubicBezTo>
                <a:cubicBezTo>
                  <a:pt x="295217" y="104573"/>
                  <a:pt x="293394" y="100953"/>
                  <a:pt x="289748" y="98586"/>
                </a:cubicBezTo>
                <a:cubicBezTo>
                  <a:pt x="286102" y="96217"/>
                  <a:pt x="279680" y="93917"/>
                  <a:pt x="270483" y="91686"/>
                </a:cubicBezTo>
                <a:cubicBezTo>
                  <a:pt x="262994" y="89858"/>
                  <a:pt x="256688" y="87745"/>
                  <a:pt x="251564" y="85345"/>
                </a:cubicBezTo>
                <a:cubicBezTo>
                  <a:pt x="246439" y="82943"/>
                  <a:pt x="242596" y="79899"/>
                  <a:pt x="240034" y="76212"/>
                </a:cubicBezTo>
                <a:cubicBezTo>
                  <a:pt x="237472" y="72525"/>
                  <a:pt x="236191" y="67874"/>
                  <a:pt x="236191" y="62259"/>
                </a:cubicBezTo>
                <a:cubicBezTo>
                  <a:pt x="236191" y="57862"/>
                  <a:pt x="237095" y="53989"/>
                  <a:pt x="238901" y="50640"/>
                </a:cubicBezTo>
                <a:cubicBezTo>
                  <a:pt x="240708" y="47292"/>
                  <a:pt x="243237" y="44502"/>
                  <a:pt x="246489" y="42271"/>
                </a:cubicBezTo>
                <a:cubicBezTo>
                  <a:pt x="249741" y="40037"/>
                  <a:pt x="253567" y="38363"/>
                  <a:pt x="257969" y="37248"/>
                </a:cubicBezTo>
                <a:cubicBezTo>
                  <a:pt x="262370" y="36131"/>
                  <a:pt x="267133" y="35573"/>
                  <a:pt x="272257" y="35573"/>
                </a:cubicBezTo>
                <a:cubicBezTo>
                  <a:pt x="277315" y="35573"/>
                  <a:pt x="282062" y="36182"/>
                  <a:pt x="286496" y="37399"/>
                </a:cubicBezTo>
                <a:cubicBezTo>
                  <a:pt x="290930" y="38616"/>
                  <a:pt x="294839" y="40511"/>
                  <a:pt x="298222" y="43084"/>
                </a:cubicBezTo>
                <a:cubicBezTo>
                  <a:pt x="301606" y="45654"/>
                  <a:pt x="304283" y="48968"/>
                  <a:pt x="306253" y="53027"/>
                </a:cubicBezTo>
                <a:cubicBezTo>
                  <a:pt x="308224" y="57086"/>
                  <a:pt x="309210" y="61956"/>
                  <a:pt x="309210" y="67639"/>
                </a:cubicBezTo>
                <a:lnTo>
                  <a:pt x="293246" y="67639"/>
                </a:lnTo>
                <a:cubicBezTo>
                  <a:pt x="293246" y="60468"/>
                  <a:pt x="291210" y="55400"/>
                  <a:pt x="287137" y="52436"/>
                </a:cubicBezTo>
                <a:cubicBezTo>
                  <a:pt x="283064" y="49471"/>
                  <a:pt x="278104" y="47989"/>
                  <a:pt x="272257" y="47989"/>
                </a:cubicBezTo>
                <a:cubicBezTo>
                  <a:pt x="266345" y="47989"/>
                  <a:pt x="261549" y="49102"/>
                  <a:pt x="257870" y="51327"/>
                </a:cubicBezTo>
                <a:cubicBezTo>
                  <a:pt x="254191" y="53550"/>
                  <a:pt x="252352" y="57025"/>
                  <a:pt x="252352" y="61751"/>
                </a:cubicBezTo>
                <a:cubicBezTo>
                  <a:pt x="252352" y="64389"/>
                  <a:pt x="253173" y="66621"/>
                  <a:pt x="254815" y="68449"/>
                </a:cubicBezTo>
                <a:cubicBezTo>
                  <a:pt x="256458" y="70276"/>
                  <a:pt x="259217" y="71917"/>
                  <a:pt x="263093" y="73372"/>
                </a:cubicBezTo>
                <a:cubicBezTo>
                  <a:pt x="266969" y="74826"/>
                  <a:pt x="272191" y="76365"/>
                  <a:pt x="278761" y="77988"/>
                </a:cubicBezTo>
                <a:cubicBezTo>
                  <a:pt x="285921" y="79748"/>
                  <a:pt x="291932" y="81845"/>
                  <a:pt x="296794" y="84280"/>
                </a:cubicBezTo>
                <a:cubicBezTo>
                  <a:pt x="301655" y="86714"/>
                  <a:pt x="305317" y="89843"/>
                  <a:pt x="307781" y="93666"/>
                </a:cubicBezTo>
                <a:cubicBezTo>
                  <a:pt x="310244" y="97486"/>
                  <a:pt x="311476" y="102373"/>
                  <a:pt x="311476" y="108326"/>
                </a:cubicBezTo>
                <a:cubicBezTo>
                  <a:pt x="311476" y="113467"/>
                  <a:pt x="310507" y="117915"/>
                  <a:pt x="308569" y="121669"/>
                </a:cubicBezTo>
                <a:cubicBezTo>
                  <a:pt x="306631" y="125424"/>
                  <a:pt x="303938" y="128503"/>
                  <a:pt x="300489" y="130905"/>
                </a:cubicBezTo>
                <a:cubicBezTo>
                  <a:pt x="297040" y="133306"/>
                  <a:pt x="293000" y="135082"/>
                  <a:pt x="288368" y="136232"/>
                </a:cubicBezTo>
                <a:cubicBezTo>
                  <a:pt x="283737" y="137381"/>
                  <a:pt x="278728" y="137956"/>
                  <a:pt x="273341" y="137956"/>
                </a:cubicBezTo>
                <a:close/>
                <a:moveTo>
                  <a:pt x="411985" y="137956"/>
                </a:moveTo>
                <a:cubicBezTo>
                  <a:pt x="406598" y="137956"/>
                  <a:pt x="401490" y="137348"/>
                  <a:pt x="396662" y="136130"/>
                </a:cubicBezTo>
                <a:cubicBezTo>
                  <a:pt x="391833" y="134913"/>
                  <a:pt x="387580" y="132985"/>
                  <a:pt x="383901" y="130347"/>
                </a:cubicBezTo>
                <a:cubicBezTo>
                  <a:pt x="380222" y="127709"/>
                  <a:pt x="377348" y="124243"/>
                  <a:pt x="375279" y="119948"/>
                </a:cubicBezTo>
                <a:cubicBezTo>
                  <a:pt x="373209" y="115651"/>
                  <a:pt x="372175" y="110458"/>
                  <a:pt x="372175" y="104369"/>
                </a:cubicBezTo>
                <a:lnTo>
                  <a:pt x="388040" y="104369"/>
                </a:lnTo>
                <a:cubicBezTo>
                  <a:pt x="388040" y="112214"/>
                  <a:pt x="390355" y="117736"/>
                  <a:pt x="394987" y="120937"/>
                </a:cubicBezTo>
                <a:cubicBezTo>
                  <a:pt x="399618" y="124137"/>
                  <a:pt x="405416" y="125737"/>
                  <a:pt x="412379" y="125737"/>
                </a:cubicBezTo>
                <a:cubicBezTo>
                  <a:pt x="418620" y="125737"/>
                  <a:pt x="423760" y="124475"/>
                  <a:pt x="427801" y="121950"/>
                </a:cubicBezTo>
                <a:cubicBezTo>
                  <a:pt x="431841" y="119425"/>
                  <a:pt x="433861" y="115256"/>
                  <a:pt x="433861" y="109444"/>
                </a:cubicBezTo>
                <a:cubicBezTo>
                  <a:pt x="433861" y="104573"/>
                  <a:pt x="432038" y="100953"/>
                  <a:pt x="428392" y="98586"/>
                </a:cubicBezTo>
                <a:cubicBezTo>
                  <a:pt x="424746" y="96217"/>
                  <a:pt x="418324" y="93917"/>
                  <a:pt x="409127" y="91686"/>
                </a:cubicBezTo>
                <a:cubicBezTo>
                  <a:pt x="401638" y="89858"/>
                  <a:pt x="395332" y="87745"/>
                  <a:pt x="390207" y="85345"/>
                </a:cubicBezTo>
                <a:cubicBezTo>
                  <a:pt x="385083" y="82943"/>
                  <a:pt x="381240" y="79899"/>
                  <a:pt x="378678" y="76212"/>
                </a:cubicBezTo>
                <a:cubicBezTo>
                  <a:pt x="376116" y="72525"/>
                  <a:pt x="374835" y="67874"/>
                  <a:pt x="374835" y="62259"/>
                </a:cubicBezTo>
                <a:cubicBezTo>
                  <a:pt x="374835" y="57862"/>
                  <a:pt x="375738" y="53989"/>
                  <a:pt x="377545" y="50640"/>
                </a:cubicBezTo>
                <a:cubicBezTo>
                  <a:pt x="379352" y="47292"/>
                  <a:pt x="381881" y="44502"/>
                  <a:pt x="385133" y="42271"/>
                </a:cubicBezTo>
                <a:cubicBezTo>
                  <a:pt x="388384" y="40037"/>
                  <a:pt x="392211" y="38363"/>
                  <a:pt x="396613" y="37248"/>
                </a:cubicBezTo>
                <a:cubicBezTo>
                  <a:pt x="401014" y="36131"/>
                  <a:pt x="405777" y="35573"/>
                  <a:pt x="410901" y="35573"/>
                </a:cubicBezTo>
                <a:cubicBezTo>
                  <a:pt x="415959" y="35573"/>
                  <a:pt x="420706" y="36182"/>
                  <a:pt x="425140" y="37399"/>
                </a:cubicBezTo>
                <a:cubicBezTo>
                  <a:pt x="429574" y="38616"/>
                  <a:pt x="433483" y="40511"/>
                  <a:pt x="436866" y="43084"/>
                </a:cubicBezTo>
                <a:cubicBezTo>
                  <a:pt x="440249" y="45654"/>
                  <a:pt x="442926" y="48968"/>
                  <a:pt x="444897" y="53027"/>
                </a:cubicBezTo>
                <a:cubicBezTo>
                  <a:pt x="446868" y="57086"/>
                  <a:pt x="447854" y="61956"/>
                  <a:pt x="447854" y="67639"/>
                </a:cubicBezTo>
                <a:lnTo>
                  <a:pt x="431890" y="67639"/>
                </a:lnTo>
                <a:cubicBezTo>
                  <a:pt x="431890" y="60468"/>
                  <a:pt x="429853" y="55400"/>
                  <a:pt x="425780" y="52436"/>
                </a:cubicBezTo>
                <a:cubicBezTo>
                  <a:pt x="421707" y="49471"/>
                  <a:pt x="416748" y="47989"/>
                  <a:pt x="410901" y="47989"/>
                </a:cubicBezTo>
                <a:cubicBezTo>
                  <a:pt x="404989" y="47989"/>
                  <a:pt x="400193" y="49102"/>
                  <a:pt x="396514" y="51327"/>
                </a:cubicBezTo>
                <a:cubicBezTo>
                  <a:pt x="392835" y="53550"/>
                  <a:pt x="390996" y="57025"/>
                  <a:pt x="390996" y="61751"/>
                </a:cubicBezTo>
                <a:cubicBezTo>
                  <a:pt x="390996" y="64389"/>
                  <a:pt x="391817" y="66621"/>
                  <a:pt x="393459" y="68449"/>
                </a:cubicBezTo>
                <a:cubicBezTo>
                  <a:pt x="395102" y="70276"/>
                  <a:pt x="397861" y="71917"/>
                  <a:pt x="401737" y="73372"/>
                </a:cubicBezTo>
                <a:cubicBezTo>
                  <a:pt x="405613" y="74826"/>
                  <a:pt x="410835" y="76365"/>
                  <a:pt x="417405" y="77988"/>
                </a:cubicBezTo>
                <a:cubicBezTo>
                  <a:pt x="424565" y="79748"/>
                  <a:pt x="430576" y="81845"/>
                  <a:pt x="435437" y="84280"/>
                </a:cubicBezTo>
                <a:cubicBezTo>
                  <a:pt x="440299" y="86714"/>
                  <a:pt x="443961" y="89843"/>
                  <a:pt x="446425" y="93666"/>
                </a:cubicBezTo>
                <a:cubicBezTo>
                  <a:pt x="448888" y="97486"/>
                  <a:pt x="450120" y="102373"/>
                  <a:pt x="450120" y="108326"/>
                </a:cubicBezTo>
                <a:cubicBezTo>
                  <a:pt x="450120" y="113467"/>
                  <a:pt x="449151" y="117915"/>
                  <a:pt x="447213" y="121669"/>
                </a:cubicBezTo>
                <a:cubicBezTo>
                  <a:pt x="445275" y="125424"/>
                  <a:pt x="442582" y="128503"/>
                  <a:pt x="439133" y="130905"/>
                </a:cubicBezTo>
                <a:cubicBezTo>
                  <a:pt x="435684" y="133306"/>
                  <a:pt x="431644" y="135082"/>
                  <a:pt x="427012" y="136232"/>
                </a:cubicBezTo>
                <a:cubicBezTo>
                  <a:pt x="422381" y="137381"/>
                  <a:pt x="417372" y="137956"/>
                  <a:pt x="411985" y="137956"/>
                </a:cubicBezTo>
                <a:close/>
                <a:moveTo>
                  <a:pt x="504663" y="136183"/>
                </a:moveTo>
                <a:cubicBezTo>
                  <a:pt x="496911" y="136183"/>
                  <a:pt x="490966" y="134907"/>
                  <a:pt x="486828" y="132355"/>
                </a:cubicBezTo>
                <a:cubicBezTo>
                  <a:pt x="482689" y="129803"/>
                  <a:pt x="479848" y="126129"/>
                  <a:pt x="478304" y="121334"/>
                </a:cubicBezTo>
                <a:cubicBezTo>
                  <a:pt x="476760" y="116536"/>
                  <a:pt x="475988" y="110769"/>
                  <a:pt x="475988" y="104034"/>
                </a:cubicBezTo>
                <a:lnTo>
                  <a:pt x="475988" y="50551"/>
                </a:lnTo>
                <a:lnTo>
                  <a:pt x="459926" y="50551"/>
                </a:lnTo>
                <a:lnTo>
                  <a:pt x="459926" y="37248"/>
                </a:lnTo>
                <a:lnTo>
                  <a:pt x="475988" y="37248"/>
                </a:lnTo>
                <a:lnTo>
                  <a:pt x="475988" y="15274"/>
                </a:lnTo>
                <a:lnTo>
                  <a:pt x="492346" y="15274"/>
                </a:lnTo>
                <a:lnTo>
                  <a:pt x="492346" y="37248"/>
                </a:lnTo>
                <a:lnTo>
                  <a:pt x="515995" y="37248"/>
                </a:lnTo>
                <a:lnTo>
                  <a:pt x="515995" y="50551"/>
                </a:lnTo>
                <a:lnTo>
                  <a:pt x="492346" y="50551"/>
                </a:lnTo>
                <a:lnTo>
                  <a:pt x="492346" y="103566"/>
                </a:lnTo>
                <a:cubicBezTo>
                  <a:pt x="492346" y="109798"/>
                  <a:pt x="493118" y="114576"/>
                  <a:pt x="494661" y="117897"/>
                </a:cubicBezTo>
                <a:cubicBezTo>
                  <a:pt x="496205" y="121219"/>
                  <a:pt x="499901" y="122880"/>
                  <a:pt x="505747" y="122880"/>
                </a:cubicBezTo>
                <a:lnTo>
                  <a:pt x="516193" y="122880"/>
                </a:lnTo>
                <a:lnTo>
                  <a:pt x="516193" y="136183"/>
                </a:lnTo>
                <a:lnTo>
                  <a:pt x="504663" y="136183"/>
                </a:lnTo>
                <a:close/>
                <a:moveTo>
                  <a:pt x="575511" y="137956"/>
                </a:moveTo>
                <a:cubicBezTo>
                  <a:pt x="565066" y="137956"/>
                  <a:pt x="556509" y="135707"/>
                  <a:pt x="549842" y="131209"/>
                </a:cubicBezTo>
                <a:cubicBezTo>
                  <a:pt x="543174" y="126709"/>
                  <a:pt x="538230" y="120588"/>
                  <a:pt x="535011" y="112844"/>
                </a:cubicBezTo>
                <a:cubicBezTo>
                  <a:pt x="531792" y="105098"/>
                  <a:pt x="530183" y="96389"/>
                  <a:pt x="530183" y="86715"/>
                </a:cubicBezTo>
                <a:cubicBezTo>
                  <a:pt x="530183" y="76636"/>
                  <a:pt x="531743" y="67757"/>
                  <a:pt x="534863" y="60079"/>
                </a:cubicBezTo>
                <a:cubicBezTo>
                  <a:pt x="537984" y="52401"/>
                  <a:pt x="542747" y="46397"/>
                  <a:pt x="549152" y="42067"/>
                </a:cubicBezTo>
                <a:cubicBezTo>
                  <a:pt x="555557" y="37738"/>
                  <a:pt x="563686" y="35573"/>
                  <a:pt x="573540" y="35573"/>
                </a:cubicBezTo>
                <a:cubicBezTo>
                  <a:pt x="586613" y="35573"/>
                  <a:pt x="596862" y="39627"/>
                  <a:pt x="604285" y="47733"/>
                </a:cubicBezTo>
                <a:cubicBezTo>
                  <a:pt x="611708" y="55838"/>
                  <a:pt x="615420" y="67491"/>
                  <a:pt x="615420" y="82691"/>
                </a:cubicBezTo>
                <a:cubicBezTo>
                  <a:pt x="615420" y="83705"/>
                  <a:pt x="615387" y="84905"/>
                  <a:pt x="615322" y="86290"/>
                </a:cubicBezTo>
                <a:cubicBezTo>
                  <a:pt x="615256" y="87674"/>
                  <a:pt x="615157" y="88670"/>
                  <a:pt x="615026" y="89277"/>
                </a:cubicBezTo>
                <a:lnTo>
                  <a:pt x="546639" y="89277"/>
                </a:lnTo>
                <a:cubicBezTo>
                  <a:pt x="546705" y="95785"/>
                  <a:pt x="547706" y="101762"/>
                  <a:pt x="549644" y="107209"/>
                </a:cubicBezTo>
                <a:cubicBezTo>
                  <a:pt x="551582" y="112655"/>
                  <a:pt x="554654" y="117023"/>
                  <a:pt x="558858" y="120311"/>
                </a:cubicBezTo>
                <a:cubicBezTo>
                  <a:pt x="563062" y="123600"/>
                  <a:pt x="568613" y="125245"/>
                  <a:pt x="575511" y="125245"/>
                </a:cubicBezTo>
                <a:cubicBezTo>
                  <a:pt x="582869" y="125245"/>
                  <a:pt x="588617" y="123432"/>
                  <a:pt x="592756" y="119806"/>
                </a:cubicBezTo>
                <a:cubicBezTo>
                  <a:pt x="596894" y="116181"/>
                  <a:pt x="599062" y="110950"/>
                  <a:pt x="599259" y="104114"/>
                </a:cubicBezTo>
                <a:lnTo>
                  <a:pt x="615519" y="104114"/>
                </a:lnTo>
                <a:cubicBezTo>
                  <a:pt x="615322" y="111092"/>
                  <a:pt x="613581" y="117105"/>
                  <a:pt x="610296" y="122153"/>
                </a:cubicBezTo>
                <a:cubicBezTo>
                  <a:pt x="607011" y="127201"/>
                  <a:pt x="602413" y="131097"/>
                  <a:pt x="596500" y="133842"/>
                </a:cubicBezTo>
                <a:cubicBezTo>
                  <a:pt x="590588" y="136585"/>
                  <a:pt x="583592" y="137956"/>
                  <a:pt x="575511" y="137956"/>
                </a:cubicBezTo>
                <a:moveTo>
                  <a:pt x="546738" y="77256"/>
                </a:moveTo>
                <a:lnTo>
                  <a:pt x="599161" y="77256"/>
                </a:lnTo>
                <a:cubicBezTo>
                  <a:pt x="598964" y="67843"/>
                  <a:pt x="596632" y="60645"/>
                  <a:pt x="592165" y="55663"/>
                </a:cubicBezTo>
                <a:cubicBezTo>
                  <a:pt x="587697" y="50678"/>
                  <a:pt x="581489" y="48186"/>
                  <a:pt x="573540" y="48186"/>
                </a:cubicBezTo>
                <a:cubicBezTo>
                  <a:pt x="565526" y="48186"/>
                  <a:pt x="559236" y="50661"/>
                  <a:pt x="554670" y="55611"/>
                </a:cubicBezTo>
                <a:cubicBezTo>
                  <a:pt x="550104" y="60558"/>
                  <a:pt x="547460" y="67773"/>
                  <a:pt x="546738" y="77256"/>
                </a:cubicBezTo>
                <a:close/>
                <a:moveTo>
                  <a:pt x="642562" y="171460"/>
                </a:moveTo>
                <a:lnTo>
                  <a:pt x="642562" y="37248"/>
                </a:lnTo>
                <a:lnTo>
                  <a:pt x="658526" y="37248"/>
                </a:lnTo>
                <a:lnTo>
                  <a:pt x="659018" y="52916"/>
                </a:lnTo>
                <a:cubicBezTo>
                  <a:pt x="662434" y="47792"/>
                  <a:pt x="666852" y="43620"/>
                  <a:pt x="672272" y="40401"/>
                </a:cubicBezTo>
                <a:cubicBezTo>
                  <a:pt x="677692" y="37183"/>
                  <a:pt x="683982" y="35573"/>
                  <a:pt x="691142" y="35573"/>
                </a:cubicBezTo>
                <a:cubicBezTo>
                  <a:pt x="699026" y="35573"/>
                  <a:pt x="705825" y="37484"/>
                  <a:pt x="711540" y="41307"/>
                </a:cubicBezTo>
                <a:cubicBezTo>
                  <a:pt x="717256" y="45129"/>
                  <a:pt x="721673" y="50829"/>
                  <a:pt x="724794" y="58407"/>
                </a:cubicBezTo>
                <a:cubicBezTo>
                  <a:pt x="727914" y="65982"/>
                  <a:pt x="729475" y="75418"/>
                  <a:pt x="729475" y="86715"/>
                </a:cubicBezTo>
                <a:cubicBezTo>
                  <a:pt x="729475" y="97877"/>
                  <a:pt x="727816" y="107263"/>
                  <a:pt x="724498" y="114873"/>
                </a:cubicBezTo>
                <a:cubicBezTo>
                  <a:pt x="721181" y="122483"/>
                  <a:pt x="716500" y="128234"/>
                  <a:pt x="710456" y="132124"/>
                </a:cubicBezTo>
                <a:cubicBezTo>
                  <a:pt x="704413" y="136012"/>
                  <a:pt x="697318" y="137956"/>
                  <a:pt x="689172" y="137956"/>
                </a:cubicBezTo>
                <a:cubicBezTo>
                  <a:pt x="682340" y="137956"/>
                  <a:pt x="676361" y="136593"/>
                  <a:pt x="671237" y="133867"/>
                </a:cubicBezTo>
                <a:cubicBezTo>
                  <a:pt x="666113" y="131141"/>
                  <a:pt x="662007" y="127413"/>
                  <a:pt x="658920" y="122683"/>
                </a:cubicBezTo>
                <a:lnTo>
                  <a:pt x="658920" y="171460"/>
                </a:lnTo>
                <a:lnTo>
                  <a:pt x="642562" y="171460"/>
                </a:lnTo>
                <a:moveTo>
                  <a:pt x="686117" y="124456"/>
                </a:moveTo>
                <a:cubicBezTo>
                  <a:pt x="694854" y="124456"/>
                  <a:pt x="701440" y="121192"/>
                  <a:pt x="705874" y="114664"/>
                </a:cubicBezTo>
                <a:cubicBezTo>
                  <a:pt x="710309" y="108134"/>
                  <a:pt x="712526" y="98818"/>
                  <a:pt x="712526" y="86718"/>
                </a:cubicBezTo>
                <a:cubicBezTo>
                  <a:pt x="712526" y="74479"/>
                  <a:pt x="710456" y="65113"/>
                  <a:pt x="706318" y="58619"/>
                </a:cubicBezTo>
                <a:cubicBezTo>
                  <a:pt x="702179" y="52124"/>
                  <a:pt x="696102" y="48876"/>
                  <a:pt x="688088" y="48876"/>
                </a:cubicBezTo>
                <a:cubicBezTo>
                  <a:pt x="681059" y="48876"/>
                  <a:pt x="675130" y="50824"/>
                  <a:pt x="670301" y="54721"/>
                </a:cubicBezTo>
                <a:cubicBezTo>
                  <a:pt x="665473" y="58617"/>
                  <a:pt x="661712" y="63163"/>
                  <a:pt x="659018" y="68359"/>
                </a:cubicBezTo>
                <a:lnTo>
                  <a:pt x="659018" y="106919"/>
                </a:lnTo>
                <a:cubicBezTo>
                  <a:pt x="661646" y="112115"/>
                  <a:pt x="665194" y="116337"/>
                  <a:pt x="669661" y="119585"/>
                </a:cubicBezTo>
                <a:cubicBezTo>
                  <a:pt x="674128" y="122832"/>
                  <a:pt x="679613" y="124456"/>
                  <a:pt x="686117" y="124456"/>
                </a:cubicBezTo>
                <a:close/>
                <a:moveTo>
                  <a:pt x="846584" y="137956"/>
                </a:moveTo>
                <a:cubicBezTo>
                  <a:pt x="839489" y="137956"/>
                  <a:pt x="833445" y="136593"/>
                  <a:pt x="828452" y="133867"/>
                </a:cubicBezTo>
                <a:cubicBezTo>
                  <a:pt x="823460" y="131141"/>
                  <a:pt x="819387" y="127380"/>
                  <a:pt x="816234" y="122584"/>
                </a:cubicBezTo>
                <a:lnTo>
                  <a:pt x="815347" y="136183"/>
                </a:lnTo>
                <a:lnTo>
                  <a:pt x="799974" y="136183"/>
                </a:lnTo>
                <a:lnTo>
                  <a:pt x="799974" y="3547"/>
                </a:lnTo>
                <a:lnTo>
                  <a:pt x="816431" y="3547"/>
                </a:lnTo>
                <a:lnTo>
                  <a:pt x="816431" y="52620"/>
                </a:lnTo>
                <a:cubicBezTo>
                  <a:pt x="819781" y="47562"/>
                  <a:pt x="824166" y="43456"/>
                  <a:pt x="829586" y="40303"/>
                </a:cubicBezTo>
                <a:cubicBezTo>
                  <a:pt x="835005" y="37150"/>
                  <a:pt x="841361" y="35573"/>
                  <a:pt x="848653" y="35573"/>
                </a:cubicBezTo>
                <a:cubicBezTo>
                  <a:pt x="856471" y="35573"/>
                  <a:pt x="863237" y="37484"/>
                  <a:pt x="868953" y="41307"/>
                </a:cubicBezTo>
                <a:cubicBezTo>
                  <a:pt x="874668" y="45129"/>
                  <a:pt x="879086" y="50829"/>
                  <a:pt x="882206" y="58407"/>
                </a:cubicBezTo>
                <a:cubicBezTo>
                  <a:pt x="885327" y="65982"/>
                  <a:pt x="886887" y="75418"/>
                  <a:pt x="886887" y="86715"/>
                </a:cubicBezTo>
                <a:cubicBezTo>
                  <a:pt x="886887" y="97943"/>
                  <a:pt x="885228" y="107363"/>
                  <a:pt x="881911" y="114975"/>
                </a:cubicBezTo>
                <a:cubicBezTo>
                  <a:pt x="878593" y="122585"/>
                  <a:pt x="873912" y="128318"/>
                  <a:pt x="867869" y="132173"/>
                </a:cubicBezTo>
                <a:cubicBezTo>
                  <a:pt x="861825" y="136029"/>
                  <a:pt x="854730" y="137956"/>
                  <a:pt x="846584" y="137956"/>
                </a:cubicBezTo>
                <a:moveTo>
                  <a:pt x="843529" y="124456"/>
                </a:moveTo>
                <a:cubicBezTo>
                  <a:pt x="852201" y="124456"/>
                  <a:pt x="858770" y="121192"/>
                  <a:pt x="863237" y="114664"/>
                </a:cubicBezTo>
                <a:cubicBezTo>
                  <a:pt x="867704" y="108136"/>
                  <a:pt x="869938" y="98889"/>
                  <a:pt x="869938" y="86925"/>
                </a:cubicBezTo>
                <a:cubicBezTo>
                  <a:pt x="869938" y="74620"/>
                  <a:pt x="867852" y="65185"/>
                  <a:pt x="863681" y="58622"/>
                </a:cubicBezTo>
                <a:cubicBezTo>
                  <a:pt x="859509" y="52059"/>
                  <a:pt x="853350" y="48777"/>
                  <a:pt x="845204" y="48777"/>
                </a:cubicBezTo>
                <a:cubicBezTo>
                  <a:pt x="838307" y="48777"/>
                  <a:pt x="832476" y="50692"/>
                  <a:pt x="827713" y="54520"/>
                </a:cubicBezTo>
                <a:cubicBezTo>
                  <a:pt x="822951" y="58349"/>
                  <a:pt x="819190" y="62998"/>
                  <a:pt x="816431" y="68467"/>
                </a:cubicBezTo>
                <a:lnTo>
                  <a:pt x="816431" y="106922"/>
                </a:lnTo>
                <a:cubicBezTo>
                  <a:pt x="818993" y="111981"/>
                  <a:pt x="822507" y="116168"/>
                  <a:pt x="826974" y="119483"/>
                </a:cubicBezTo>
                <a:cubicBezTo>
                  <a:pt x="831442" y="122799"/>
                  <a:pt x="836960" y="124456"/>
                  <a:pt x="843529" y="124456"/>
                </a:cubicBezTo>
                <a:close/>
                <a:moveTo>
                  <a:pt x="901617" y="171460"/>
                </a:moveTo>
                <a:lnTo>
                  <a:pt x="901617" y="157861"/>
                </a:lnTo>
                <a:lnTo>
                  <a:pt x="909697" y="157861"/>
                </a:lnTo>
                <a:cubicBezTo>
                  <a:pt x="913442" y="157861"/>
                  <a:pt x="916612" y="156860"/>
                  <a:pt x="919207" y="154856"/>
                </a:cubicBezTo>
                <a:cubicBezTo>
                  <a:pt x="921801" y="152852"/>
                  <a:pt x="924019" y="149518"/>
                  <a:pt x="925858" y="144854"/>
                </a:cubicBezTo>
                <a:lnTo>
                  <a:pt x="929603" y="136183"/>
                </a:lnTo>
                <a:lnTo>
                  <a:pt x="891270" y="37248"/>
                </a:lnTo>
                <a:lnTo>
                  <a:pt x="908712" y="37248"/>
                </a:lnTo>
                <a:lnTo>
                  <a:pt x="938373" y="118205"/>
                </a:lnTo>
                <a:lnTo>
                  <a:pt x="965767" y="37248"/>
                </a:lnTo>
                <a:lnTo>
                  <a:pt x="982519" y="37248"/>
                </a:lnTo>
                <a:lnTo>
                  <a:pt x="946453" y="135388"/>
                </a:lnTo>
                <a:lnTo>
                  <a:pt x="941920" y="147278"/>
                </a:lnTo>
                <a:cubicBezTo>
                  <a:pt x="939687" y="153122"/>
                  <a:pt x="937305" y="157824"/>
                  <a:pt x="934776" y="161384"/>
                </a:cubicBezTo>
                <a:cubicBezTo>
                  <a:pt x="932247" y="164944"/>
                  <a:pt x="929143" y="167513"/>
                  <a:pt x="925464" y="169092"/>
                </a:cubicBezTo>
                <a:cubicBezTo>
                  <a:pt x="921785" y="170671"/>
                  <a:pt x="917088" y="171460"/>
                  <a:pt x="911373" y="171460"/>
                </a:cubicBezTo>
                <a:lnTo>
                  <a:pt x="901617" y="171460"/>
                </a:lnTo>
                <a:close/>
                <a:moveTo>
                  <a:pt x="1073520" y="137956"/>
                </a:moveTo>
                <a:cubicBezTo>
                  <a:pt x="1068133" y="137956"/>
                  <a:pt x="1063025" y="137348"/>
                  <a:pt x="1058197" y="136130"/>
                </a:cubicBezTo>
                <a:cubicBezTo>
                  <a:pt x="1053368" y="134913"/>
                  <a:pt x="1049115" y="132985"/>
                  <a:pt x="1045436" y="130347"/>
                </a:cubicBezTo>
                <a:cubicBezTo>
                  <a:pt x="1041757" y="127709"/>
                  <a:pt x="1038883" y="124243"/>
                  <a:pt x="1036814" y="119948"/>
                </a:cubicBezTo>
                <a:cubicBezTo>
                  <a:pt x="1034744" y="115651"/>
                  <a:pt x="1033710" y="110458"/>
                  <a:pt x="1033710" y="104369"/>
                </a:cubicBezTo>
                <a:lnTo>
                  <a:pt x="1049575" y="104369"/>
                </a:lnTo>
                <a:cubicBezTo>
                  <a:pt x="1049575" y="112214"/>
                  <a:pt x="1051890" y="117736"/>
                  <a:pt x="1056522" y="120937"/>
                </a:cubicBezTo>
                <a:cubicBezTo>
                  <a:pt x="1061153" y="124137"/>
                  <a:pt x="1066950" y="125737"/>
                  <a:pt x="1073914" y="125737"/>
                </a:cubicBezTo>
                <a:cubicBezTo>
                  <a:pt x="1080155" y="125737"/>
                  <a:pt x="1085295" y="124475"/>
                  <a:pt x="1089336" y="121950"/>
                </a:cubicBezTo>
                <a:cubicBezTo>
                  <a:pt x="1093376" y="119425"/>
                  <a:pt x="1095396" y="115256"/>
                  <a:pt x="1095396" y="109444"/>
                </a:cubicBezTo>
                <a:cubicBezTo>
                  <a:pt x="1095396" y="104573"/>
                  <a:pt x="1093573" y="100953"/>
                  <a:pt x="1089927" y="98586"/>
                </a:cubicBezTo>
                <a:cubicBezTo>
                  <a:pt x="1086281" y="96217"/>
                  <a:pt x="1079859" y="93917"/>
                  <a:pt x="1070662" y="91686"/>
                </a:cubicBezTo>
                <a:cubicBezTo>
                  <a:pt x="1063173" y="89858"/>
                  <a:pt x="1056867" y="87745"/>
                  <a:pt x="1051742" y="85345"/>
                </a:cubicBezTo>
                <a:cubicBezTo>
                  <a:pt x="1046618" y="82943"/>
                  <a:pt x="1042775" y="79899"/>
                  <a:pt x="1040213" y="76212"/>
                </a:cubicBezTo>
                <a:cubicBezTo>
                  <a:pt x="1037651" y="72525"/>
                  <a:pt x="1036370" y="67874"/>
                  <a:pt x="1036370" y="62259"/>
                </a:cubicBezTo>
                <a:cubicBezTo>
                  <a:pt x="1036370" y="57862"/>
                  <a:pt x="1037273" y="53989"/>
                  <a:pt x="1039080" y="50640"/>
                </a:cubicBezTo>
                <a:cubicBezTo>
                  <a:pt x="1040887" y="47292"/>
                  <a:pt x="1043416" y="44502"/>
                  <a:pt x="1046668" y="42271"/>
                </a:cubicBezTo>
                <a:cubicBezTo>
                  <a:pt x="1049919" y="40037"/>
                  <a:pt x="1053746" y="38363"/>
                  <a:pt x="1058148" y="37248"/>
                </a:cubicBezTo>
                <a:cubicBezTo>
                  <a:pt x="1062549" y="36131"/>
                  <a:pt x="1067312" y="35573"/>
                  <a:pt x="1072436" y="35573"/>
                </a:cubicBezTo>
                <a:cubicBezTo>
                  <a:pt x="1077494" y="35573"/>
                  <a:pt x="1082241" y="36182"/>
                  <a:pt x="1086675" y="37399"/>
                </a:cubicBezTo>
                <a:cubicBezTo>
                  <a:pt x="1091109" y="38616"/>
                  <a:pt x="1095018" y="40511"/>
                  <a:pt x="1098401" y="43084"/>
                </a:cubicBezTo>
                <a:cubicBezTo>
                  <a:pt x="1101784" y="45654"/>
                  <a:pt x="1104461" y="48968"/>
                  <a:pt x="1106432" y="53027"/>
                </a:cubicBezTo>
                <a:cubicBezTo>
                  <a:pt x="1108403" y="57086"/>
                  <a:pt x="1109388" y="61956"/>
                  <a:pt x="1109388" y="67639"/>
                </a:cubicBezTo>
                <a:lnTo>
                  <a:pt x="1093425" y="67639"/>
                </a:lnTo>
                <a:cubicBezTo>
                  <a:pt x="1093425" y="60468"/>
                  <a:pt x="1091388" y="55400"/>
                  <a:pt x="1087315" y="52436"/>
                </a:cubicBezTo>
                <a:cubicBezTo>
                  <a:pt x="1083242" y="49471"/>
                  <a:pt x="1078283" y="47989"/>
                  <a:pt x="1072436" y="47989"/>
                </a:cubicBezTo>
                <a:cubicBezTo>
                  <a:pt x="1066523" y="47989"/>
                  <a:pt x="1061728" y="49102"/>
                  <a:pt x="1058049" y="51327"/>
                </a:cubicBezTo>
                <a:cubicBezTo>
                  <a:pt x="1054370" y="53550"/>
                  <a:pt x="1052531" y="57025"/>
                  <a:pt x="1052531" y="61751"/>
                </a:cubicBezTo>
                <a:cubicBezTo>
                  <a:pt x="1052531" y="64389"/>
                  <a:pt x="1053352" y="66621"/>
                  <a:pt x="1054994" y="68449"/>
                </a:cubicBezTo>
                <a:cubicBezTo>
                  <a:pt x="1056637" y="70276"/>
                  <a:pt x="1059396" y="71917"/>
                  <a:pt x="1063272" y="73372"/>
                </a:cubicBezTo>
                <a:cubicBezTo>
                  <a:pt x="1067148" y="74826"/>
                  <a:pt x="1072370" y="76365"/>
                  <a:pt x="1078940" y="77988"/>
                </a:cubicBezTo>
                <a:cubicBezTo>
                  <a:pt x="1086100" y="79748"/>
                  <a:pt x="1092111" y="81845"/>
                  <a:pt x="1096972" y="84280"/>
                </a:cubicBezTo>
                <a:cubicBezTo>
                  <a:pt x="1101834" y="86714"/>
                  <a:pt x="1105496" y="89843"/>
                  <a:pt x="1107960" y="93666"/>
                </a:cubicBezTo>
                <a:cubicBezTo>
                  <a:pt x="1110423" y="97486"/>
                  <a:pt x="1111655" y="102373"/>
                  <a:pt x="1111655" y="108326"/>
                </a:cubicBezTo>
                <a:cubicBezTo>
                  <a:pt x="1111655" y="113467"/>
                  <a:pt x="1110686" y="117915"/>
                  <a:pt x="1108748" y="121669"/>
                </a:cubicBezTo>
                <a:cubicBezTo>
                  <a:pt x="1106810" y="125424"/>
                  <a:pt x="1104117" y="128503"/>
                  <a:pt x="1100668" y="130905"/>
                </a:cubicBezTo>
                <a:cubicBezTo>
                  <a:pt x="1097219" y="133306"/>
                  <a:pt x="1093179" y="135082"/>
                  <a:pt x="1088547" y="136232"/>
                </a:cubicBezTo>
                <a:cubicBezTo>
                  <a:pt x="1083916" y="137381"/>
                  <a:pt x="1078907" y="137956"/>
                  <a:pt x="1073520" y="137956"/>
                </a:cubicBezTo>
                <a:close/>
                <a:moveTo>
                  <a:pt x="1172252" y="136183"/>
                </a:moveTo>
                <a:cubicBezTo>
                  <a:pt x="1164500" y="136183"/>
                  <a:pt x="1158555" y="134907"/>
                  <a:pt x="1154416" y="132355"/>
                </a:cubicBezTo>
                <a:cubicBezTo>
                  <a:pt x="1150278" y="129803"/>
                  <a:pt x="1147436" y="126129"/>
                  <a:pt x="1145893" y="121334"/>
                </a:cubicBezTo>
                <a:cubicBezTo>
                  <a:pt x="1144349" y="116536"/>
                  <a:pt x="1143577" y="110769"/>
                  <a:pt x="1143577" y="104034"/>
                </a:cubicBezTo>
                <a:lnTo>
                  <a:pt x="1143577" y="50551"/>
                </a:lnTo>
                <a:lnTo>
                  <a:pt x="1127515" y="50551"/>
                </a:lnTo>
                <a:lnTo>
                  <a:pt x="1127515" y="37248"/>
                </a:lnTo>
                <a:lnTo>
                  <a:pt x="1143577" y="37248"/>
                </a:lnTo>
                <a:lnTo>
                  <a:pt x="1143577" y="15274"/>
                </a:lnTo>
                <a:lnTo>
                  <a:pt x="1159935" y="15274"/>
                </a:lnTo>
                <a:lnTo>
                  <a:pt x="1159935" y="37248"/>
                </a:lnTo>
                <a:lnTo>
                  <a:pt x="1183584" y="37248"/>
                </a:lnTo>
                <a:lnTo>
                  <a:pt x="1183584" y="50551"/>
                </a:lnTo>
                <a:lnTo>
                  <a:pt x="1159935" y="50551"/>
                </a:lnTo>
                <a:lnTo>
                  <a:pt x="1159935" y="103566"/>
                </a:lnTo>
                <a:cubicBezTo>
                  <a:pt x="1159935" y="109798"/>
                  <a:pt x="1160707" y="114576"/>
                  <a:pt x="1162250" y="117897"/>
                </a:cubicBezTo>
                <a:cubicBezTo>
                  <a:pt x="1163794" y="121219"/>
                  <a:pt x="1167489" y="122880"/>
                  <a:pt x="1173336" y="122880"/>
                </a:cubicBezTo>
                <a:lnTo>
                  <a:pt x="1183781" y="122880"/>
                </a:lnTo>
                <a:lnTo>
                  <a:pt x="1183781" y="136183"/>
                </a:lnTo>
                <a:lnTo>
                  <a:pt x="1172252" y="136183"/>
                </a:lnTo>
                <a:close/>
                <a:moveTo>
                  <a:pt x="1243101" y="137956"/>
                </a:moveTo>
                <a:cubicBezTo>
                  <a:pt x="1232655" y="137956"/>
                  <a:pt x="1224099" y="135707"/>
                  <a:pt x="1217431" y="131209"/>
                </a:cubicBezTo>
                <a:cubicBezTo>
                  <a:pt x="1210763" y="126709"/>
                  <a:pt x="1205820" y="120588"/>
                  <a:pt x="1202601" y="112844"/>
                </a:cubicBezTo>
                <a:cubicBezTo>
                  <a:pt x="1199382" y="105098"/>
                  <a:pt x="1197772" y="96389"/>
                  <a:pt x="1197772" y="86715"/>
                </a:cubicBezTo>
                <a:cubicBezTo>
                  <a:pt x="1197772" y="76636"/>
                  <a:pt x="1199332" y="67757"/>
                  <a:pt x="1202453" y="60079"/>
                </a:cubicBezTo>
                <a:cubicBezTo>
                  <a:pt x="1205573" y="52401"/>
                  <a:pt x="1210336" y="46397"/>
                  <a:pt x="1216741" y="42067"/>
                </a:cubicBezTo>
                <a:cubicBezTo>
                  <a:pt x="1223146" y="37738"/>
                  <a:pt x="1231276" y="35573"/>
                  <a:pt x="1241130" y="35573"/>
                </a:cubicBezTo>
                <a:cubicBezTo>
                  <a:pt x="1254203" y="35573"/>
                  <a:pt x="1264451" y="39627"/>
                  <a:pt x="1271874" y="47733"/>
                </a:cubicBezTo>
                <a:cubicBezTo>
                  <a:pt x="1279298" y="55838"/>
                  <a:pt x="1283009" y="67491"/>
                  <a:pt x="1283009" y="82691"/>
                </a:cubicBezTo>
                <a:cubicBezTo>
                  <a:pt x="1283009" y="83705"/>
                  <a:pt x="1282977" y="84905"/>
                  <a:pt x="1282911" y="86290"/>
                </a:cubicBezTo>
                <a:cubicBezTo>
                  <a:pt x="1282845" y="87674"/>
                  <a:pt x="1282747" y="88670"/>
                  <a:pt x="1282615" y="89277"/>
                </a:cubicBezTo>
                <a:lnTo>
                  <a:pt x="1214228" y="89277"/>
                </a:lnTo>
                <a:cubicBezTo>
                  <a:pt x="1214294" y="95785"/>
                  <a:pt x="1215296" y="101762"/>
                  <a:pt x="1217234" y="107209"/>
                </a:cubicBezTo>
                <a:cubicBezTo>
                  <a:pt x="1219172" y="112655"/>
                  <a:pt x="1222243" y="117023"/>
                  <a:pt x="1226447" y="120311"/>
                </a:cubicBezTo>
                <a:cubicBezTo>
                  <a:pt x="1230652" y="123600"/>
                  <a:pt x="1236203" y="125245"/>
                  <a:pt x="1243101" y="125245"/>
                </a:cubicBezTo>
                <a:cubicBezTo>
                  <a:pt x="1250458" y="125245"/>
                  <a:pt x="1256206" y="123432"/>
                  <a:pt x="1260345" y="119806"/>
                </a:cubicBezTo>
                <a:cubicBezTo>
                  <a:pt x="1264484" y="116181"/>
                  <a:pt x="1266652" y="110950"/>
                  <a:pt x="1266849" y="104114"/>
                </a:cubicBezTo>
                <a:lnTo>
                  <a:pt x="1283108" y="104114"/>
                </a:lnTo>
                <a:cubicBezTo>
                  <a:pt x="1282911" y="111092"/>
                  <a:pt x="1281170" y="117105"/>
                  <a:pt x="1277885" y="122153"/>
                </a:cubicBezTo>
                <a:cubicBezTo>
                  <a:pt x="1274601" y="127201"/>
                  <a:pt x="1270002" y="131097"/>
                  <a:pt x="1264090" y="133842"/>
                </a:cubicBezTo>
                <a:cubicBezTo>
                  <a:pt x="1258177" y="136585"/>
                  <a:pt x="1251181" y="137956"/>
                  <a:pt x="1243101" y="137956"/>
                </a:cubicBezTo>
                <a:moveTo>
                  <a:pt x="1214327" y="77256"/>
                </a:moveTo>
                <a:lnTo>
                  <a:pt x="1266750" y="77256"/>
                </a:lnTo>
                <a:cubicBezTo>
                  <a:pt x="1266553" y="67843"/>
                  <a:pt x="1264221" y="60645"/>
                  <a:pt x="1259754" y="55663"/>
                </a:cubicBezTo>
                <a:cubicBezTo>
                  <a:pt x="1255287" y="50678"/>
                  <a:pt x="1249079" y="48186"/>
                  <a:pt x="1241130" y="48186"/>
                </a:cubicBezTo>
                <a:cubicBezTo>
                  <a:pt x="1233115" y="48186"/>
                  <a:pt x="1226825" y="50661"/>
                  <a:pt x="1222259" y="55611"/>
                </a:cubicBezTo>
                <a:cubicBezTo>
                  <a:pt x="1217694" y="60558"/>
                  <a:pt x="1215049" y="67773"/>
                  <a:pt x="1214327" y="77256"/>
                </a:cubicBezTo>
                <a:close/>
                <a:moveTo>
                  <a:pt x="1310151" y="171460"/>
                </a:moveTo>
                <a:lnTo>
                  <a:pt x="1310151" y="37248"/>
                </a:lnTo>
                <a:lnTo>
                  <a:pt x="1326115" y="37248"/>
                </a:lnTo>
                <a:lnTo>
                  <a:pt x="1326607" y="52916"/>
                </a:lnTo>
                <a:cubicBezTo>
                  <a:pt x="1330023" y="47792"/>
                  <a:pt x="1334441" y="43620"/>
                  <a:pt x="1339861" y="40401"/>
                </a:cubicBezTo>
                <a:cubicBezTo>
                  <a:pt x="1345281" y="37183"/>
                  <a:pt x="1351571" y="35573"/>
                  <a:pt x="1358731" y="35573"/>
                </a:cubicBezTo>
                <a:cubicBezTo>
                  <a:pt x="1366615" y="35573"/>
                  <a:pt x="1373414" y="37484"/>
                  <a:pt x="1379129" y="41307"/>
                </a:cubicBezTo>
                <a:cubicBezTo>
                  <a:pt x="1384844" y="45129"/>
                  <a:pt x="1389262" y="50829"/>
                  <a:pt x="1392383" y="58407"/>
                </a:cubicBezTo>
                <a:cubicBezTo>
                  <a:pt x="1395503" y="65982"/>
                  <a:pt x="1397063" y="75418"/>
                  <a:pt x="1397063" y="86715"/>
                </a:cubicBezTo>
                <a:cubicBezTo>
                  <a:pt x="1397063" y="97877"/>
                  <a:pt x="1395405" y="107263"/>
                  <a:pt x="1392087" y="114873"/>
                </a:cubicBezTo>
                <a:cubicBezTo>
                  <a:pt x="1388770" y="122483"/>
                  <a:pt x="1384089" y="128234"/>
                  <a:pt x="1378045" y="132124"/>
                </a:cubicBezTo>
                <a:cubicBezTo>
                  <a:pt x="1372001" y="136012"/>
                  <a:pt x="1364907" y="137956"/>
                  <a:pt x="1356761" y="137956"/>
                </a:cubicBezTo>
                <a:cubicBezTo>
                  <a:pt x="1349928" y="137956"/>
                  <a:pt x="1343950" y="136593"/>
                  <a:pt x="1338826" y="133867"/>
                </a:cubicBezTo>
                <a:cubicBezTo>
                  <a:pt x="1333702" y="131141"/>
                  <a:pt x="1329596" y="127413"/>
                  <a:pt x="1326509" y="122683"/>
                </a:cubicBezTo>
                <a:lnTo>
                  <a:pt x="1326509" y="171460"/>
                </a:lnTo>
                <a:lnTo>
                  <a:pt x="1310151" y="171460"/>
                </a:lnTo>
                <a:moveTo>
                  <a:pt x="1353706" y="124456"/>
                </a:moveTo>
                <a:cubicBezTo>
                  <a:pt x="1362443" y="124456"/>
                  <a:pt x="1369029" y="121192"/>
                  <a:pt x="1373463" y="114664"/>
                </a:cubicBezTo>
                <a:cubicBezTo>
                  <a:pt x="1377897" y="108134"/>
                  <a:pt x="1380115" y="98818"/>
                  <a:pt x="1380115" y="86718"/>
                </a:cubicBezTo>
                <a:cubicBezTo>
                  <a:pt x="1380115" y="74479"/>
                  <a:pt x="1378045" y="65113"/>
                  <a:pt x="1373907" y="58619"/>
                </a:cubicBezTo>
                <a:cubicBezTo>
                  <a:pt x="1369768" y="52124"/>
                  <a:pt x="1363691" y="48876"/>
                  <a:pt x="1355677" y="48876"/>
                </a:cubicBezTo>
                <a:cubicBezTo>
                  <a:pt x="1348647" y="48876"/>
                  <a:pt x="1342719" y="50824"/>
                  <a:pt x="1337890" y="54721"/>
                </a:cubicBezTo>
                <a:cubicBezTo>
                  <a:pt x="1333062" y="58617"/>
                  <a:pt x="1329301" y="63163"/>
                  <a:pt x="1326607" y="68359"/>
                </a:cubicBezTo>
                <a:lnTo>
                  <a:pt x="1326607" y="106919"/>
                </a:lnTo>
                <a:cubicBezTo>
                  <a:pt x="1329235" y="112115"/>
                  <a:pt x="1332782" y="116337"/>
                  <a:pt x="1337250" y="119585"/>
                </a:cubicBezTo>
                <a:cubicBezTo>
                  <a:pt x="1341717" y="122832"/>
                  <a:pt x="1347202" y="124456"/>
                  <a:pt x="1353706" y="124456"/>
                </a:cubicBezTo>
                <a:close/>
                <a:moveTo>
                  <a:pt x="1430418" y="136183"/>
                </a:moveTo>
                <a:cubicBezTo>
                  <a:pt x="1426739" y="136183"/>
                  <a:pt x="1423685" y="134984"/>
                  <a:pt x="1421254" y="132586"/>
                </a:cubicBezTo>
                <a:cubicBezTo>
                  <a:pt x="1418823" y="130188"/>
                  <a:pt x="1417608" y="127248"/>
                  <a:pt x="1417608" y="123767"/>
                </a:cubicBezTo>
                <a:cubicBezTo>
                  <a:pt x="1417608" y="120153"/>
                  <a:pt x="1418823" y="117181"/>
                  <a:pt x="1421254" y="114849"/>
                </a:cubicBezTo>
                <a:cubicBezTo>
                  <a:pt x="1423685" y="112517"/>
                  <a:pt x="1426739" y="111350"/>
                  <a:pt x="1430418" y="111350"/>
                </a:cubicBezTo>
                <a:cubicBezTo>
                  <a:pt x="1434031" y="111350"/>
                  <a:pt x="1437020" y="112517"/>
                  <a:pt x="1439385" y="114849"/>
                </a:cubicBezTo>
                <a:cubicBezTo>
                  <a:pt x="1441750" y="117181"/>
                  <a:pt x="1442933" y="120153"/>
                  <a:pt x="1442933" y="123767"/>
                </a:cubicBezTo>
                <a:cubicBezTo>
                  <a:pt x="1442933" y="127248"/>
                  <a:pt x="1441750" y="130188"/>
                  <a:pt x="1439385" y="132586"/>
                </a:cubicBezTo>
                <a:cubicBezTo>
                  <a:pt x="1437020" y="134984"/>
                  <a:pt x="1434031" y="136183"/>
                  <a:pt x="1430418" y="13618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" name="Text First,Ineedto">
            <a:extLst xmlns:a="http://schemas.openxmlformats.org/drawingml/2006/main">
              <a:ext uri="{FF2B5EF4-FFF2-40B4-BE49-F238E27FC236}">
                <a16:creationId xmlns:a16="http://schemas.microsoft.com/office/drawing/2014/main" id="{FCCEEE42-5BFC-4590-AE96-6FB8ADE87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4841" y="5907150"/>
            <a:ext cx="1198601" cy="162761"/>
          </a:xfrm>
          <a:custGeom xmlns:a="http://schemas.openxmlformats.org/drawingml/2006/main">
            <a:pathLst>
              <a:path w="1198601" h="162761">
                <a:moveTo>
                  <a:pt x="108648" y="19094"/>
                </a:moveTo>
                <a:lnTo>
                  <a:pt x="109012" y="19061"/>
                </a:lnTo>
                <a:lnTo>
                  <a:pt x="109371" y="19019"/>
                </a:lnTo>
                <a:lnTo>
                  <a:pt x="109723" y="18967"/>
                </a:lnTo>
                <a:lnTo>
                  <a:pt x="110070" y="18906"/>
                </a:lnTo>
                <a:lnTo>
                  <a:pt x="110410" y="18835"/>
                </a:lnTo>
                <a:lnTo>
                  <a:pt x="110744" y="18755"/>
                </a:lnTo>
                <a:lnTo>
                  <a:pt x="111072" y="18666"/>
                </a:lnTo>
                <a:lnTo>
                  <a:pt x="111393" y="18567"/>
                </a:lnTo>
                <a:lnTo>
                  <a:pt x="111709" y="18459"/>
                </a:lnTo>
                <a:lnTo>
                  <a:pt x="112018" y="18341"/>
                </a:lnTo>
                <a:lnTo>
                  <a:pt x="112321" y="18214"/>
                </a:lnTo>
                <a:lnTo>
                  <a:pt x="112618" y="18077"/>
                </a:lnTo>
                <a:lnTo>
                  <a:pt x="112909" y="17931"/>
                </a:lnTo>
                <a:lnTo>
                  <a:pt x="113193" y="17776"/>
                </a:lnTo>
                <a:lnTo>
                  <a:pt x="113472" y="17611"/>
                </a:lnTo>
                <a:lnTo>
                  <a:pt x="113744" y="17437"/>
                </a:lnTo>
                <a:lnTo>
                  <a:pt x="114010" y="17253"/>
                </a:lnTo>
                <a:lnTo>
                  <a:pt x="114270" y="17060"/>
                </a:lnTo>
                <a:lnTo>
                  <a:pt x="114524" y="16857"/>
                </a:lnTo>
                <a:lnTo>
                  <a:pt x="114772" y="16645"/>
                </a:lnTo>
                <a:lnTo>
                  <a:pt x="115013" y="16424"/>
                </a:lnTo>
                <a:lnTo>
                  <a:pt x="115247" y="16195"/>
                </a:lnTo>
                <a:lnTo>
                  <a:pt x="115470" y="15962"/>
                </a:lnTo>
                <a:lnTo>
                  <a:pt x="115684" y="15724"/>
                </a:lnTo>
                <a:lnTo>
                  <a:pt x="115887" y="15480"/>
                </a:lnTo>
                <a:lnTo>
                  <a:pt x="116081" y="15232"/>
                </a:lnTo>
                <a:lnTo>
                  <a:pt x="116265" y="14978"/>
                </a:lnTo>
                <a:lnTo>
                  <a:pt x="116439" y="14720"/>
                </a:lnTo>
                <a:lnTo>
                  <a:pt x="116602" y="14457"/>
                </a:lnTo>
                <a:lnTo>
                  <a:pt x="116756" y="14188"/>
                </a:lnTo>
                <a:lnTo>
                  <a:pt x="116900" y="13915"/>
                </a:lnTo>
                <a:lnTo>
                  <a:pt x="117034" y="13637"/>
                </a:lnTo>
                <a:lnTo>
                  <a:pt x="117159" y="13354"/>
                </a:lnTo>
                <a:lnTo>
                  <a:pt x="117273" y="13066"/>
                </a:lnTo>
                <a:lnTo>
                  <a:pt x="117377" y="12773"/>
                </a:lnTo>
                <a:lnTo>
                  <a:pt x="117472" y="12474"/>
                </a:lnTo>
                <a:lnTo>
                  <a:pt x="117556" y="12171"/>
                </a:lnTo>
                <a:lnTo>
                  <a:pt x="117630" y="11863"/>
                </a:lnTo>
                <a:lnTo>
                  <a:pt x="117695" y="11550"/>
                </a:lnTo>
                <a:lnTo>
                  <a:pt x="117750" y="11233"/>
                </a:lnTo>
                <a:lnTo>
                  <a:pt x="117794" y="10910"/>
                </a:lnTo>
                <a:lnTo>
                  <a:pt x="117829" y="10582"/>
                </a:lnTo>
                <a:lnTo>
                  <a:pt x="117854" y="10249"/>
                </a:lnTo>
                <a:lnTo>
                  <a:pt x="117869" y="9911"/>
                </a:lnTo>
                <a:lnTo>
                  <a:pt x="117874" y="9568"/>
                </a:lnTo>
                <a:lnTo>
                  <a:pt x="117869" y="9226"/>
                </a:lnTo>
                <a:lnTo>
                  <a:pt x="117854" y="8888"/>
                </a:lnTo>
                <a:lnTo>
                  <a:pt x="117829" y="8555"/>
                </a:lnTo>
                <a:lnTo>
                  <a:pt x="117794" y="8227"/>
                </a:lnTo>
                <a:lnTo>
                  <a:pt x="117750" y="7904"/>
                </a:lnTo>
                <a:lnTo>
                  <a:pt x="117695" y="7586"/>
                </a:lnTo>
                <a:lnTo>
                  <a:pt x="117630" y="7273"/>
                </a:lnTo>
                <a:lnTo>
                  <a:pt x="117556" y="6965"/>
                </a:lnTo>
                <a:lnTo>
                  <a:pt x="117472" y="6662"/>
                </a:lnTo>
                <a:lnTo>
                  <a:pt x="117377" y="6364"/>
                </a:lnTo>
                <a:lnTo>
                  <a:pt x="117273" y="6071"/>
                </a:lnTo>
                <a:lnTo>
                  <a:pt x="117159" y="5783"/>
                </a:lnTo>
                <a:lnTo>
                  <a:pt x="117034" y="5500"/>
                </a:lnTo>
                <a:lnTo>
                  <a:pt x="116900" y="5222"/>
                </a:lnTo>
                <a:lnTo>
                  <a:pt x="116756" y="4948"/>
                </a:lnTo>
                <a:lnTo>
                  <a:pt x="116602" y="4680"/>
                </a:lnTo>
                <a:lnTo>
                  <a:pt x="116439" y="4417"/>
                </a:lnTo>
                <a:lnTo>
                  <a:pt x="116265" y="4158"/>
                </a:lnTo>
                <a:lnTo>
                  <a:pt x="116081" y="3905"/>
                </a:lnTo>
                <a:lnTo>
                  <a:pt x="115887" y="3657"/>
                </a:lnTo>
                <a:lnTo>
                  <a:pt x="115684" y="3413"/>
                </a:lnTo>
                <a:lnTo>
                  <a:pt x="115470" y="3175"/>
                </a:lnTo>
                <a:lnTo>
                  <a:pt x="115247" y="2941"/>
                </a:lnTo>
                <a:lnTo>
                  <a:pt x="115013" y="2713"/>
                </a:lnTo>
                <a:lnTo>
                  <a:pt x="114772" y="2491"/>
                </a:lnTo>
                <a:lnTo>
                  <a:pt x="114524" y="2279"/>
                </a:lnTo>
                <a:lnTo>
                  <a:pt x="114270" y="2077"/>
                </a:lnTo>
                <a:lnTo>
                  <a:pt x="114010" y="1884"/>
                </a:lnTo>
                <a:lnTo>
                  <a:pt x="113744" y="1700"/>
                </a:lnTo>
                <a:lnTo>
                  <a:pt x="113472" y="1526"/>
                </a:lnTo>
                <a:lnTo>
                  <a:pt x="113193" y="1361"/>
                </a:lnTo>
                <a:lnTo>
                  <a:pt x="112909" y="1206"/>
                </a:lnTo>
                <a:lnTo>
                  <a:pt x="112618" y="1060"/>
                </a:lnTo>
                <a:lnTo>
                  <a:pt x="112321" y="923"/>
                </a:lnTo>
                <a:lnTo>
                  <a:pt x="112018" y="796"/>
                </a:lnTo>
                <a:lnTo>
                  <a:pt x="111709" y="678"/>
                </a:lnTo>
                <a:lnTo>
                  <a:pt x="111393" y="570"/>
                </a:lnTo>
                <a:lnTo>
                  <a:pt x="111072" y="471"/>
                </a:lnTo>
                <a:lnTo>
                  <a:pt x="110744" y="381"/>
                </a:lnTo>
                <a:lnTo>
                  <a:pt x="110410" y="301"/>
                </a:lnTo>
                <a:lnTo>
                  <a:pt x="110070" y="231"/>
                </a:lnTo>
                <a:lnTo>
                  <a:pt x="109723" y="170"/>
                </a:lnTo>
                <a:lnTo>
                  <a:pt x="109371" y="118"/>
                </a:lnTo>
                <a:lnTo>
                  <a:pt x="109012" y="75"/>
                </a:lnTo>
                <a:lnTo>
                  <a:pt x="108648" y="42"/>
                </a:lnTo>
                <a:lnTo>
                  <a:pt x="108277" y="19"/>
                </a:lnTo>
                <a:lnTo>
                  <a:pt x="107900" y="5"/>
                </a:lnTo>
                <a:lnTo>
                  <a:pt x="107516" y="0"/>
                </a:lnTo>
                <a:lnTo>
                  <a:pt x="107133" y="5"/>
                </a:lnTo>
                <a:lnTo>
                  <a:pt x="106756" y="19"/>
                </a:lnTo>
                <a:lnTo>
                  <a:pt x="106386" y="42"/>
                </a:lnTo>
                <a:lnTo>
                  <a:pt x="106022" y="75"/>
                </a:lnTo>
                <a:lnTo>
                  <a:pt x="105664" y="118"/>
                </a:lnTo>
                <a:lnTo>
                  <a:pt x="105312" y="170"/>
                </a:lnTo>
                <a:lnTo>
                  <a:pt x="104967" y="231"/>
                </a:lnTo>
                <a:lnTo>
                  <a:pt x="104628" y="301"/>
                </a:lnTo>
                <a:lnTo>
                  <a:pt x="104296" y="381"/>
                </a:lnTo>
                <a:lnTo>
                  <a:pt x="103970" y="471"/>
                </a:lnTo>
                <a:lnTo>
                  <a:pt x="103650" y="570"/>
                </a:lnTo>
                <a:lnTo>
                  <a:pt x="103336" y="678"/>
                </a:lnTo>
                <a:lnTo>
                  <a:pt x="103029" y="796"/>
                </a:lnTo>
                <a:lnTo>
                  <a:pt x="102728" y="923"/>
                </a:lnTo>
                <a:lnTo>
                  <a:pt x="102434" y="1060"/>
                </a:lnTo>
                <a:lnTo>
                  <a:pt x="102146" y="1206"/>
                </a:lnTo>
                <a:lnTo>
                  <a:pt x="101864" y="1361"/>
                </a:lnTo>
                <a:lnTo>
                  <a:pt x="101588" y="1526"/>
                </a:lnTo>
                <a:lnTo>
                  <a:pt x="101319" y="1700"/>
                </a:lnTo>
                <a:lnTo>
                  <a:pt x="101057" y="1884"/>
                </a:lnTo>
                <a:lnTo>
                  <a:pt x="100800" y="2077"/>
                </a:lnTo>
                <a:lnTo>
                  <a:pt x="100550" y="2279"/>
                </a:lnTo>
                <a:lnTo>
                  <a:pt x="100306" y="2491"/>
                </a:lnTo>
                <a:lnTo>
                  <a:pt x="100069" y="2713"/>
                </a:lnTo>
                <a:lnTo>
                  <a:pt x="99839" y="2941"/>
                </a:lnTo>
                <a:lnTo>
                  <a:pt x="99620" y="3175"/>
                </a:lnTo>
                <a:lnTo>
                  <a:pt x="99410" y="3413"/>
                </a:lnTo>
                <a:lnTo>
                  <a:pt x="99210" y="3657"/>
                </a:lnTo>
                <a:lnTo>
                  <a:pt x="99019" y="3905"/>
                </a:lnTo>
                <a:lnTo>
                  <a:pt x="98839" y="4158"/>
                </a:lnTo>
                <a:lnTo>
                  <a:pt x="98668" y="4417"/>
                </a:lnTo>
                <a:lnTo>
                  <a:pt x="98507" y="4680"/>
                </a:lnTo>
                <a:lnTo>
                  <a:pt x="98356" y="4948"/>
                </a:lnTo>
                <a:lnTo>
                  <a:pt x="98214" y="5222"/>
                </a:lnTo>
                <a:lnTo>
                  <a:pt x="98082" y="5500"/>
                </a:lnTo>
                <a:lnTo>
                  <a:pt x="97960" y="5783"/>
                </a:lnTo>
                <a:lnTo>
                  <a:pt x="97848" y="6071"/>
                </a:lnTo>
                <a:lnTo>
                  <a:pt x="97746" y="6364"/>
                </a:lnTo>
                <a:lnTo>
                  <a:pt x="97653" y="6662"/>
                </a:lnTo>
                <a:lnTo>
                  <a:pt x="97570" y="6965"/>
                </a:lnTo>
                <a:lnTo>
                  <a:pt x="97497" y="7273"/>
                </a:lnTo>
                <a:lnTo>
                  <a:pt x="97433" y="7586"/>
                </a:lnTo>
                <a:lnTo>
                  <a:pt x="97379" y="7904"/>
                </a:lnTo>
                <a:lnTo>
                  <a:pt x="97336" y="8227"/>
                </a:lnTo>
                <a:lnTo>
                  <a:pt x="97301" y="8555"/>
                </a:lnTo>
                <a:lnTo>
                  <a:pt x="97277" y="8888"/>
                </a:lnTo>
                <a:lnTo>
                  <a:pt x="97262" y="9226"/>
                </a:lnTo>
                <a:lnTo>
                  <a:pt x="97257" y="9568"/>
                </a:lnTo>
                <a:lnTo>
                  <a:pt x="97262" y="9911"/>
                </a:lnTo>
                <a:lnTo>
                  <a:pt x="97277" y="10249"/>
                </a:lnTo>
                <a:lnTo>
                  <a:pt x="97301" y="10582"/>
                </a:lnTo>
                <a:lnTo>
                  <a:pt x="97336" y="10910"/>
                </a:lnTo>
                <a:lnTo>
                  <a:pt x="97379" y="11233"/>
                </a:lnTo>
                <a:lnTo>
                  <a:pt x="97433" y="11550"/>
                </a:lnTo>
                <a:lnTo>
                  <a:pt x="97497" y="11863"/>
                </a:lnTo>
                <a:lnTo>
                  <a:pt x="97570" y="12171"/>
                </a:lnTo>
                <a:lnTo>
                  <a:pt x="97653" y="12474"/>
                </a:lnTo>
                <a:lnTo>
                  <a:pt x="97746" y="12773"/>
                </a:lnTo>
                <a:lnTo>
                  <a:pt x="97848" y="13066"/>
                </a:lnTo>
                <a:lnTo>
                  <a:pt x="97960" y="13354"/>
                </a:lnTo>
                <a:lnTo>
                  <a:pt x="98082" y="13637"/>
                </a:lnTo>
                <a:lnTo>
                  <a:pt x="98214" y="13915"/>
                </a:lnTo>
                <a:lnTo>
                  <a:pt x="98356" y="14188"/>
                </a:lnTo>
                <a:lnTo>
                  <a:pt x="98507" y="14457"/>
                </a:lnTo>
                <a:lnTo>
                  <a:pt x="98668" y="14720"/>
                </a:lnTo>
                <a:lnTo>
                  <a:pt x="98839" y="14978"/>
                </a:lnTo>
                <a:lnTo>
                  <a:pt x="99019" y="15232"/>
                </a:lnTo>
                <a:lnTo>
                  <a:pt x="99210" y="15480"/>
                </a:lnTo>
                <a:lnTo>
                  <a:pt x="99410" y="15724"/>
                </a:lnTo>
                <a:lnTo>
                  <a:pt x="99620" y="15962"/>
                </a:lnTo>
                <a:lnTo>
                  <a:pt x="99839" y="16195"/>
                </a:lnTo>
                <a:lnTo>
                  <a:pt x="100069" y="16424"/>
                </a:lnTo>
                <a:lnTo>
                  <a:pt x="100306" y="16645"/>
                </a:lnTo>
                <a:lnTo>
                  <a:pt x="100550" y="16857"/>
                </a:lnTo>
                <a:lnTo>
                  <a:pt x="100800" y="17060"/>
                </a:lnTo>
                <a:lnTo>
                  <a:pt x="101057" y="17253"/>
                </a:lnTo>
                <a:lnTo>
                  <a:pt x="101319" y="17437"/>
                </a:lnTo>
                <a:lnTo>
                  <a:pt x="101588" y="17611"/>
                </a:lnTo>
                <a:lnTo>
                  <a:pt x="101864" y="17776"/>
                </a:lnTo>
                <a:lnTo>
                  <a:pt x="102146" y="17931"/>
                </a:lnTo>
                <a:lnTo>
                  <a:pt x="102434" y="18077"/>
                </a:lnTo>
                <a:lnTo>
                  <a:pt x="102728" y="18214"/>
                </a:lnTo>
                <a:lnTo>
                  <a:pt x="103029" y="18341"/>
                </a:lnTo>
                <a:lnTo>
                  <a:pt x="103336" y="18459"/>
                </a:lnTo>
                <a:lnTo>
                  <a:pt x="103650" y="18567"/>
                </a:lnTo>
                <a:lnTo>
                  <a:pt x="103970" y="18666"/>
                </a:lnTo>
                <a:lnTo>
                  <a:pt x="104296" y="18755"/>
                </a:lnTo>
                <a:lnTo>
                  <a:pt x="104628" y="18835"/>
                </a:lnTo>
                <a:lnTo>
                  <a:pt x="104967" y="18906"/>
                </a:lnTo>
                <a:lnTo>
                  <a:pt x="105312" y="18967"/>
                </a:lnTo>
                <a:lnTo>
                  <a:pt x="105664" y="19019"/>
                </a:lnTo>
                <a:lnTo>
                  <a:pt x="106022" y="19061"/>
                </a:lnTo>
                <a:lnTo>
                  <a:pt x="106386" y="19094"/>
                </a:lnTo>
                <a:lnTo>
                  <a:pt x="106756" y="19118"/>
                </a:lnTo>
                <a:lnTo>
                  <a:pt x="107133" y="19132"/>
                </a:lnTo>
                <a:lnTo>
                  <a:pt x="107516" y="19137"/>
                </a:lnTo>
                <a:lnTo>
                  <a:pt x="107900" y="19132"/>
                </a:lnTo>
                <a:lnTo>
                  <a:pt x="108277" y="19118"/>
                </a:lnTo>
                <a:lnTo>
                  <a:pt x="108648" y="19094"/>
                </a:lnTo>
                <a:close/>
                <a:moveTo>
                  <a:pt x="76547" y="60665"/>
                </a:moveTo>
                <a:lnTo>
                  <a:pt x="17756" y="60665"/>
                </a:lnTo>
                <a:lnTo>
                  <a:pt x="17756" y="18348"/>
                </a:lnTo>
                <a:lnTo>
                  <a:pt x="82663" y="18348"/>
                </a:lnTo>
                <a:lnTo>
                  <a:pt x="82663" y="3551"/>
                </a:lnTo>
                <a:lnTo>
                  <a:pt x="0" y="3551"/>
                </a:lnTo>
                <a:lnTo>
                  <a:pt x="0" y="136324"/>
                </a:lnTo>
                <a:lnTo>
                  <a:pt x="17756" y="136324"/>
                </a:lnTo>
                <a:lnTo>
                  <a:pt x="17756" y="75166"/>
                </a:lnTo>
                <a:lnTo>
                  <a:pt x="76547" y="75166"/>
                </a:lnTo>
                <a:lnTo>
                  <a:pt x="76547" y="60665"/>
                </a:lnTo>
                <a:close/>
                <a:moveTo>
                  <a:pt x="345692" y="122999"/>
                </a:moveTo>
                <a:lnTo>
                  <a:pt x="344994" y="122973"/>
                </a:lnTo>
                <a:lnTo>
                  <a:pt x="344319" y="122930"/>
                </a:lnTo>
                <a:lnTo>
                  <a:pt x="343666" y="122869"/>
                </a:lnTo>
                <a:lnTo>
                  <a:pt x="343035" y="122791"/>
                </a:lnTo>
                <a:lnTo>
                  <a:pt x="342427" y="122696"/>
                </a:lnTo>
                <a:lnTo>
                  <a:pt x="341841" y="122583"/>
                </a:lnTo>
                <a:lnTo>
                  <a:pt x="341278" y="122453"/>
                </a:lnTo>
                <a:lnTo>
                  <a:pt x="340737" y="122306"/>
                </a:lnTo>
                <a:lnTo>
                  <a:pt x="340218" y="122142"/>
                </a:lnTo>
                <a:lnTo>
                  <a:pt x="339722" y="121960"/>
                </a:lnTo>
                <a:lnTo>
                  <a:pt x="339249" y="121761"/>
                </a:lnTo>
                <a:lnTo>
                  <a:pt x="338797" y="121544"/>
                </a:lnTo>
                <a:lnTo>
                  <a:pt x="338369" y="121310"/>
                </a:lnTo>
                <a:lnTo>
                  <a:pt x="337962" y="121059"/>
                </a:lnTo>
                <a:lnTo>
                  <a:pt x="337579" y="120791"/>
                </a:lnTo>
                <a:lnTo>
                  <a:pt x="337217" y="120505"/>
                </a:lnTo>
                <a:lnTo>
                  <a:pt x="336878" y="120202"/>
                </a:lnTo>
                <a:lnTo>
                  <a:pt x="336562" y="119882"/>
                </a:lnTo>
                <a:lnTo>
                  <a:pt x="336267" y="119544"/>
                </a:lnTo>
                <a:lnTo>
                  <a:pt x="335996" y="119189"/>
                </a:lnTo>
                <a:lnTo>
                  <a:pt x="335746" y="118817"/>
                </a:lnTo>
                <a:lnTo>
                  <a:pt x="335520" y="118427"/>
                </a:lnTo>
                <a:lnTo>
                  <a:pt x="335315" y="118020"/>
                </a:lnTo>
                <a:lnTo>
                  <a:pt x="335126" y="117597"/>
                </a:lnTo>
                <a:lnTo>
                  <a:pt x="334945" y="117158"/>
                </a:lnTo>
                <a:lnTo>
                  <a:pt x="334772" y="116705"/>
                </a:lnTo>
                <a:lnTo>
                  <a:pt x="334607" y="116236"/>
                </a:lnTo>
                <a:lnTo>
                  <a:pt x="334450" y="115752"/>
                </a:lnTo>
                <a:lnTo>
                  <a:pt x="334301" y="115253"/>
                </a:lnTo>
                <a:lnTo>
                  <a:pt x="334160" y="114739"/>
                </a:lnTo>
                <a:lnTo>
                  <a:pt x="334027" y="114209"/>
                </a:lnTo>
                <a:lnTo>
                  <a:pt x="333903" y="113665"/>
                </a:lnTo>
                <a:lnTo>
                  <a:pt x="333786" y="113105"/>
                </a:lnTo>
                <a:lnTo>
                  <a:pt x="333677" y="112530"/>
                </a:lnTo>
                <a:lnTo>
                  <a:pt x="333577" y="111940"/>
                </a:lnTo>
                <a:lnTo>
                  <a:pt x="333484" y="111334"/>
                </a:lnTo>
                <a:lnTo>
                  <a:pt x="333400" y="110714"/>
                </a:lnTo>
                <a:lnTo>
                  <a:pt x="333323" y="110078"/>
                </a:lnTo>
                <a:lnTo>
                  <a:pt x="333255" y="109427"/>
                </a:lnTo>
                <a:lnTo>
                  <a:pt x="333194" y="108761"/>
                </a:lnTo>
                <a:lnTo>
                  <a:pt x="333142" y="108080"/>
                </a:lnTo>
                <a:lnTo>
                  <a:pt x="333098" y="107383"/>
                </a:lnTo>
                <a:lnTo>
                  <a:pt x="333062" y="106672"/>
                </a:lnTo>
                <a:lnTo>
                  <a:pt x="333033" y="105945"/>
                </a:lnTo>
                <a:lnTo>
                  <a:pt x="333013" y="105203"/>
                </a:lnTo>
                <a:lnTo>
                  <a:pt x="333001" y="104446"/>
                </a:lnTo>
                <a:lnTo>
                  <a:pt x="332997" y="103674"/>
                </a:lnTo>
                <a:lnTo>
                  <a:pt x="332997" y="50604"/>
                </a:lnTo>
                <a:lnTo>
                  <a:pt x="356671" y="50604"/>
                </a:lnTo>
                <a:lnTo>
                  <a:pt x="356671" y="37287"/>
                </a:lnTo>
                <a:lnTo>
                  <a:pt x="332997" y="37287"/>
                </a:lnTo>
                <a:lnTo>
                  <a:pt x="332997" y="15290"/>
                </a:lnTo>
                <a:lnTo>
                  <a:pt x="316622" y="15290"/>
                </a:lnTo>
                <a:lnTo>
                  <a:pt x="316622" y="37287"/>
                </a:lnTo>
                <a:lnTo>
                  <a:pt x="300544" y="37287"/>
                </a:lnTo>
                <a:lnTo>
                  <a:pt x="300544" y="50604"/>
                </a:lnTo>
                <a:lnTo>
                  <a:pt x="316622" y="50604"/>
                </a:lnTo>
                <a:lnTo>
                  <a:pt x="316622" y="104142"/>
                </a:lnTo>
                <a:lnTo>
                  <a:pt x="316626" y="104980"/>
                </a:lnTo>
                <a:lnTo>
                  <a:pt x="316639" y="105808"/>
                </a:lnTo>
                <a:lnTo>
                  <a:pt x="316659" y="106625"/>
                </a:lnTo>
                <a:lnTo>
                  <a:pt x="316687" y="107433"/>
                </a:lnTo>
                <a:lnTo>
                  <a:pt x="316723" y="108230"/>
                </a:lnTo>
                <a:lnTo>
                  <a:pt x="316767" y="109017"/>
                </a:lnTo>
                <a:lnTo>
                  <a:pt x="316820" y="109794"/>
                </a:lnTo>
                <a:lnTo>
                  <a:pt x="316880" y="110562"/>
                </a:lnTo>
                <a:lnTo>
                  <a:pt x="316948" y="111318"/>
                </a:lnTo>
                <a:lnTo>
                  <a:pt x="317025" y="112065"/>
                </a:lnTo>
                <a:lnTo>
                  <a:pt x="317109" y="112802"/>
                </a:lnTo>
                <a:lnTo>
                  <a:pt x="317202" y="113529"/>
                </a:lnTo>
                <a:lnTo>
                  <a:pt x="317303" y="114245"/>
                </a:lnTo>
                <a:lnTo>
                  <a:pt x="317411" y="114952"/>
                </a:lnTo>
                <a:lnTo>
                  <a:pt x="317528" y="115648"/>
                </a:lnTo>
                <a:lnTo>
                  <a:pt x="317653" y="116334"/>
                </a:lnTo>
                <a:lnTo>
                  <a:pt x="317785" y="117010"/>
                </a:lnTo>
                <a:lnTo>
                  <a:pt x="317926" y="117676"/>
                </a:lnTo>
                <a:lnTo>
                  <a:pt x="318075" y="118332"/>
                </a:lnTo>
                <a:lnTo>
                  <a:pt x="318232" y="118978"/>
                </a:lnTo>
                <a:lnTo>
                  <a:pt x="318397" y="119614"/>
                </a:lnTo>
                <a:lnTo>
                  <a:pt x="318570" y="120239"/>
                </a:lnTo>
                <a:lnTo>
                  <a:pt x="318751" y="120855"/>
                </a:lnTo>
                <a:lnTo>
                  <a:pt x="318941" y="121460"/>
                </a:lnTo>
                <a:lnTo>
                  <a:pt x="319140" y="122054"/>
                </a:lnTo>
                <a:lnTo>
                  <a:pt x="319354" y="122637"/>
                </a:lnTo>
                <a:lnTo>
                  <a:pt x="319581" y="123208"/>
                </a:lnTo>
                <a:lnTo>
                  <a:pt x="319821" y="123767"/>
                </a:lnTo>
                <a:lnTo>
                  <a:pt x="320076" y="124314"/>
                </a:lnTo>
                <a:lnTo>
                  <a:pt x="320343" y="124850"/>
                </a:lnTo>
                <a:lnTo>
                  <a:pt x="320624" y="125374"/>
                </a:lnTo>
                <a:lnTo>
                  <a:pt x="320919" y="125886"/>
                </a:lnTo>
                <a:lnTo>
                  <a:pt x="321227" y="126387"/>
                </a:lnTo>
                <a:lnTo>
                  <a:pt x="321549" y="126876"/>
                </a:lnTo>
                <a:lnTo>
                  <a:pt x="321884" y="127353"/>
                </a:lnTo>
                <a:lnTo>
                  <a:pt x="322233" y="127819"/>
                </a:lnTo>
                <a:lnTo>
                  <a:pt x="322595" y="128273"/>
                </a:lnTo>
                <a:lnTo>
                  <a:pt x="322971" y="128715"/>
                </a:lnTo>
                <a:lnTo>
                  <a:pt x="323360" y="129145"/>
                </a:lnTo>
                <a:lnTo>
                  <a:pt x="323763" y="129564"/>
                </a:lnTo>
                <a:lnTo>
                  <a:pt x="324179" y="129971"/>
                </a:lnTo>
                <a:lnTo>
                  <a:pt x="324609" y="130366"/>
                </a:lnTo>
                <a:lnTo>
                  <a:pt x="325053" y="130750"/>
                </a:lnTo>
                <a:lnTo>
                  <a:pt x="325510" y="131122"/>
                </a:lnTo>
                <a:lnTo>
                  <a:pt x="325980" y="131482"/>
                </a:lnTo>
                <a:lnTo>
                  <a:pt x="326464" y="131831"/>
                </a:lnTo>
                <a:lnTo>
                  <a:pt x="326962" y="132168"/>
                </a:lnTo>
                <a:lnTo>
                  <a:pt x="327473" y="132493"/>
                </a:lnTo>
                <a:lnTo>
                  <a:pt x="328000" y="132805"/>
                </a:lnTo>
                <a:lnTo>
                  <a:pt x="328547" y="133105"/>
                </a:lnTo>
                <a:lnTo>
                  <a:pt x="329112" y="133391"/>
                </a:lnTo>
                <a:lnTo>
                  <a:pt x="329695" y="133664"/>
                </a:lnTo>
                <a:lnTo>
                  <a:pt x="330298" y="133923"/>
                </a:lnTo>
                <a:lnTo>
                  <a:pt x="330919" y="134169"/>
                </a:lnTo>
                <a:lnTo>
                  <a:pt x="331560" y="134402"/>
                </a:lnTo>
                <a:lnTo>
                  <a:pt x="332219" y="134621"/>
                </a:lnTo>
                <a:lnTo>
                  <a:pt x="332897" y="134828"/>
                </a:lnTo>
                <a:lnTo>
                  <a:pt x="333594" y="135021"/>
                </a:lnTo>
                <a:lnTo>
                  <a:pt x="334309" y="135200"/>
                </a:lnTo>
                <a:lnTo>
                  <a:pt x="335044" y="135367"/>
                </a:lnTo>
                <a:lnTo>
                  <a:pt x="335797" y="135520"/>
                </a:lnTo>
                <a:lnTo>
                  <a:pt x="336570" y="135659"/>
                </a:lnTo>
                <a:lnTo>
                  <a:pt x="337361" y="135786"/>
                </a:lnTo>
                <a:lnTo>
                  <a:pt x="338170" y="135899"/>
                </a:lnTo>
                <a:lnTo>
                  <a:pt x="338999" y="135998"/>
                </a:lnTo>
                <a:lnTo>
                  <a:pt x="339847" y="136085"/>
                </a:lnTo>
                <a:lnTo>
                  <a:pt x="340713" y="136158"/>
                </a:lnTo>
                <a:lnTo>
                  <a:pt x="341598" y="136218"/>
                </a:lnTo>
                <a:lnTo>
                  <a:pt x="342502" y="136265"/>
                </a:lnTo>
                <a:lnTo>
                  <a:pt x="343425" y="136298"/>
                </a:lnTo>
                <a:lnTo>
                  <a:pt x="344367" y="136318"/>
                </a:lnTo>
                <a:lnTo>
                  <a:pt x="345327" y="136324"/>
                </a:lnTo>
                <a:lnTo>
                  <a:pt x="356869" y="136324"/>
                </a:lnTo>
                <a:lnTo>
                  <a:pt x="356869" y="123008"/>
                </a:lnTo>
                <a:lnTo>
                  <a:pt x="346413" y="123008"/>
                </a:lnTo>
                <a:lnTo>
                  <a:pt x="345692" y="122999"/>
                </a:lnTo>
                <a:close/>
                <a:moveTo>
                  <a:pt x="166638" y="65271"/>
                </a:moveTo>
                <a:lnTo>
                  <a:pt x="166908" y="64903"/>
                </a:lnTo>
                <a:lnTo>
                  <a:pt x="167182" y="64539"/>
                </a:lnTo>
                <a:lnTo>
                  <a:pt x="167459" y="64179"/>
                </a:lnTo>
                <a:lnTo>
                  <a:pt x="167739" y="63823"/>
                </a:lnTo>
                <a:lnTo>
                  <a:pt x="168022" y="63471"/>
                </a:lnTo>
                <a:lnTo>
                  <a:pt x="168308" y="63122"/>
                </a:lnTo>
                <a:lnTo>
                  <a:pt x="168598" y="62777"/>
                </a:lnTo>
                <a:lnTo>
                  <a:pt x="168890" y="62436"/>
                </a:lnTo>
                <a:lnTo>
                  <a:pt x="169185" y="62098"/>
                </a:lnTo>
                <a:lnTo>
                  <a:pt x="169484" y="61764"/>
                </a:lnTo>
                <a:lnTo>
                  <a:pt x="169786" y="61434"/>
                </a:lnTo>
                <a:lnTo>
                  <a:pt x="170090" y="61108"/>
                </a:lnTo>
                <a:lnTo>
                  <a:pt x="170398" y="60785"/>
                </a:lnTo>
                <a:lnTo>
                  <a:pt x="170709" y="60467"/>
                </a:lnTo>
                <a:lnTo>
                  <a:pt x="171023" y="60152"/>
                </a:lnTo>
                <a:lnTo>
                  <a:pt x="171340" y="59840"/>
                </a:lnTo>
                <a:lnTo>
                  <a:pt x="171660" y="59533"/>
                </a:lnTo>
                <a:lnTo>
                  <a:pt x="171983" y="59229"/>
                </a:lnTo>
                <a:lnTo>
                  <a:pt x="172309" y="58929"/>
                </a:lnTo>
                <a:lnTo>
                  <a:pt x="172638" y="58633"/>
                </a:lnTo>
                <a:lnTo>
                  <a:pt x="172971" y="58340"/>
                </a:lnTo>
                <a:lnTo>
                  <a:pt x="173306" y="58051"/>
                </a:lnTo>
                <a:lnTo>
                  <a:pt x="173646" y="57767"/>
                </a:lnTo>
                <a:lnTo>
                  <a:pt x="173990" y="57488"/>
                </a:lnTo>
                <a:lnTo>
                  <a:pt x="174339" y="57214"/>
                </a:lnTo>
                <a:lnTo>
                  <a:pt x="174693" y="56945"/>
                </a:lnTo>
                <a:lnTo>
                  <a:pt x="175051" y="56681"/>
                </a:lnTo>
                <a:lnTo>
                  <a:pt x="175415" y="56423"/>
                </a:lnTo>
                <a:lnTo>
                  <a:pt x="175783" y="56170"/>
                </a:lnTo>
                <a:lnTo>
                  <a:pt x="176156" y="55922"/>
                </a:lnTo>
                <a:lnTo>
                  <a:pt x="176534" y="55679"/>
                </a:lnTo>
                <a:lnTo>
                  <a:pt x="176916" y="55441"/>
                </a:lnTo>
                <a:lnTo>
                  <a:pt x="177304" y="55208"/>
                </a:lnTo>
                <a:lnTo>
                  <a:pt x="177696" y="54981"/>
                </a:lnTo>
                <a:lnTo>
                  <a:pt x="178093" y="54759"/>
                </a:lnTo>
                <a:lnTo>
                  <a:pt x="178495" y="54542"/>
                </a:lnTo>
                <a:lnTo>
                  <a:pt x="178901" y="54330"/>
                </a:lnTo>
                <a:lnTo>
                  <a:pt x="179313" y="54123"/>
                </a:lnTo>
                <a:lnTo>
                  <a:pt x="179729" y="53922"/>
                </a:lnTo>
                <a:lnTo>
                  <a:pt x="180150" y="53726"/>
                </a:lnTo>
                <a:lnTo>
                  <a:pt x="180575" y="53535"/>
                </a:lnTo>
                <a:lnTo>
                  <a:pt x="181006" y="53349"/>
                </a:lnTo>
                <a:lnTo>
                  <a:pt x="181441" y="53168"/>
                </a:lnTo>
                <a:lnTo>
                  <a:pt x="181881" y="52992"/>
                </a:lnTo>
                <a:lnTo>
                  <a:pt x="182326" y="52822"/>
                </a:lnTo>
                <a:lnTo>
                  <a:pt x="182776" y="52657"/>
                </a:lnTo>
                <a:lnTo>
                  <a:pt x="183231" y="52497"/>
                </a:lnTo>
                <a:lnTo>
                  <a:pt x="183693" y="52345"/>
                </a:lnTo>
                <a:lnTo>
                  <a:pt x="184160" y="52199"/>
                </a:lnTo>
                <a:lnTo>
                  <a:pt x="184634" y="52060"/>
                </a:lnTo>
                <a:lnTo>
                  <a:pt x="185114" y="51927"/>
                </a:lnTo>
                <a:lnTo>
                  <a:pt x="185600" y="51802"/>
                </a:lnTo>
                <a:lnTo>
                  <a:pt x="186092" y="51683"/>
                </a:lnTo>
                <a:lnTo>
                  <a:pt x="186590" y="51571"/>
                </a:lnTo>
                <a:lnTo>
                  <a:pt x="187095" y="51466"/>
                </a:lnTo>
                <a:lnTo>
                  <a:pt x="187605" y="51367"/>
                </a:lnTo>
                <a:lnTo>
                  <a:pt x="188122" y="51276"/>
                </a:lnTo>
                <a:lnTo>
                  <a:pt x="188645" y="51191"/>
                </a:lnTo>
                <a:lnTo>
                  <a:pt x="189175" y="51113"/>
                </a:lnTo>
                <a:lnTo>
                  <a:pt x="189710" y="51042"/>
                </a:lnTo>
                <a:lnTo>
                  <a:pt x="190251" y="50977"/>
                </a:lnTo>
                <a:lnTo>
                  <a:pt x="190799" y="50920"/>
                </a:lnTo>
                <a:lnTo>
                  <a:pt x="191353" y="50869"/>
                </a:lnTo>
                <a:lnTo>
                  <a:pt x="191913" y="50825"/>
                </a:lnTo>
                <a:lnTo>
                  <a:pt x="192479" y="50787"/>
                </a:lnTo>
                <a:lnTo>
                  <a:pt x="193051" y="50757"/>
                </a:lnTo>
                <a:lnTo>
                  <a:pt x="193630" y="50733"/>
                </a:lnTo>
                <a:lnTo>
                  <a:pt x="194215" y="50716"/>
                </a:lnTo>
                <a:lnTo>
                  <a:pt x="194805" y="50706"/>
                </a:lnTo>
                <a:lnTo>
                  <a:pt x="195402" y="50702"/>
                </a:lnTo>
                <a:lnTo>
                  <a:pt x="197671" y="50702"/>
                </a:lnTo>
                <a:lnTo>
                  <a:pt x="197671" y="35610"/>
                </a:lnTo>
                <a:lnTo>
                  <a:pt x="195698" y="35610"/>
                </a:lnTo>
                <a:lnTo>
                  <a:pt x="194744" y="35619"/>
                </a:lnTo>
                <a:lnTo>
                  <a:pt x="193805" y="35645"/>
                </a:lnTo>
                <a:lnTo>
                  <a:pt x="192881" y="35689"/>
                </a:lnTo>
                <a:lnTo>
                  <a:pt x="191972" y="35750"/>
                </a:lnTo>
                <a:lnTo>
                  <a:pt x="191078" y="35828"/>
                </a:lnTo>
                <a:lnTo>
                  <a:pt x="190199" y="35924"/>
                </a:lnTo>
                <a:lnTo>
                  <a:pt x="189335" y="36038"/>
                </a:lnTo>
                <a:lnTo>
                  <a:pt x="188486" y="36169"/>
                </a:lnTo>
                <a:lnTo>
                  <a:pt x="187653" y="36318"/>
                </a:lnTo>
                <a:lnTo>
                  <a:pt x="186834" y="36483"/>
                </a:lnTo>
                <a:lnTo>
                  <a:pt x="186031" y="36667"/>
                </a:lnTo>
                <a:lnTo>
                  <a:pt x="185242" y="36868"/>
                </a:lnTo>
                <a:lnTo>
                  <a:pt x="184469" y="37086"/>
                </a:lnTo>
                <a:lnTo>
                  <a:pt x="183710" y="37322"/>
                </a:lnTo>
                <a:lnTo>
                  <a:pt x="182967" y="37575"/>
                </a:lnTo>
                <a:lnTo>
                  <a:pt x="182239" y="37846"/>
                </a:lnTo>
                <a:lnTo>
                  <a:pt x="181526" y="38134"/>
                </a:lnTo>
                <a:lnTo>
                  <a:pt x="180828" y="38440"/>
                </a:lnTo>
                <a:lnTo>
                  <a:pt x="180145" y="38763"/>
                </a:lnTo>
                <a:lnTo>
                  <a:pt x="179477" y="39104"/>
                </a:lnTo>
                <a:lnTo>
                  <a:pt x="178824" y="39462"/>
                </a:lnTo>
                <a:lnTo>
                  <a:pt x="178186" y="39837"/>
                </a:lnTo>
                <a:lnTo>
                  <a:pt x="177564" y="40230"/>
                </a:lnTo>
                <a:lnTo>
                  <a:pt x="176956" y="40641"/>
                </a:lnTo>
                <a:lnTo>
                  <a:pt x="176362" y="41064"/>
                </a:lnTo>
                <a:lnTo>
                  <a:pt x="175778" y="41496"/>
                </a:lnTo>
                <a:lnTo>
                  <a:pt x="175205" y="41937"/>
                </a:lnTo>
                <a:lnTo>
                  <a:pt x="174644" y="42386"/>
                </a:lnTo>
                <a:lnTo>
                  <a:pt x="174093" y="42844"/>
                </a:lnTo>
                <a:lnTo>
                  <a:pt x="173553" y="43310"/>
                </a:lnTo>
                <a:lnTo>
                  <a:pt x="173024" y="43785"/>
                </a:lnTo>
                <a:lnTo>
                  <a:pt x="172506" y="44269"/>
                </a:lnTo>
                <a:lnTo>
                  <a:pt x="171999" y="44761"/>
                </a:lnTo>
                <a:lnTo>
                  <a:pt x="171503" y="45261"/>
                </a:lnTo>
                <a:lnTo>
                  <a:pt x="171018" y="45770"/>
                </a:lnTo>
                <a:lnTo>
                  <a:pt x="170544" y="46288"/>
                </a:lnTo>
                <a:lnTo>
                  <a:pt x="170081" y="46814"/>
                </a:lnTo>
                <a:lnTo>
                  <a:pt x="169629" y="47349"/>
                </a:lnTo>
                <a:lnTo>
                  <a:pt x="169188" y="47893"/>
                </a:lnTo>
                <a:lnTo>
                  <a:pt x="168758" y="48445"/>
                </a:lnTo>
                <a:lnTo>
                  <a:pt x="168339" y="49005"/>
                </a:lnTo>
                <a:lnTo>
                  <a:pt x="167930" y="49574"/>
                </a:lnTo>
                <a:lnTo>
                  <a:pt x="167533" y="50152"/>
                </a:lnTo>
                <a:lnTo>
                  <a:pt x="167147" y="50738"/>
                </a:lnTo>
                <a:lnTo>
                  <a:pt x="166771" y="51333"/>
                </a:lnTo>
                <a:lnTo>
                  <a:pt x="166407" y="51936"/>
                </a:lnTo>
                <a:lnTo>
                  <a:pt x="166053" y="52548"/>
                </a:lnTo>
                <a:lnTo>
                  <a:pt x="165711" y="53169"/>
                </a:lnTo>
                <a:lnTo>
                  <a:pt x="165119" y="37287"/>
                </a:lnTo>
                <a:lnTo>
                  <a:pt x="149632" y="37287"/>
                </a:lnTo>
                <a:lnTo>
                  <a:pt x="149632" y="136324"/>
                </a:lnTo>
                <a:lnTo>
                  <a:pt x="166105" y="136324"/>
                </a:lnTo>
                <a:lnTo>
                  <a:pt x="166105" y="66017"/>
                </a:lnTo>
                <a:lnTo>
                  <a:pt x="166370" y="65642"/>
                </a:lnTo>
                <a:lnTo>
                  <a:pt x="166638" y="65271"/>
                </a:lnTo>
                <a:close/>
                <a:moveTo>
                  <a:pt x="99329" y="136324"/>
                </a:moveTo>
                <a:lnTo>
                  <a:pt x="115802" y="136324"/>
                </a:lnTo>
                <a:lnTo>
                  <a:pt x="115802" y="37287"/>
                </a:lnTo>
                <a:lnTo>
                  <a:pt x="99329" y="37287"/>
                </a:lnTo>
                <a:lnTo>
                  <a:pt x="99329" y="136324"/>
                </a:lnTo>
                <a:close/>
                <a:moveTo>
                  <a:pt x="249359" y="138052"/>
                </a:moveTo>
                <a:lnTo>
                  <a:pt x="250015" y="138025"/>
                </a:lnTo>
                <a:lnTo>
                  <a:pt x="250668" y="137992"/>
                </a:lnTo>
                <a:lnTo>
                  <a:pt x="251316" y="137953"/>
                </a:lnTo>
                <a:lnTo>
                  <a:pt x="251961" y="137908"/>
                </a:lnTo>
                <a:lnTo>
                  <a:pt x="252601" y="137857"/>
                </a:lnTo>
                <a:lnTo>
                  <a:pt x="253238" y="137800"/>
                </a:lnTo>
                <a:lnTo>
                  <a:pt x="253871" y="137737"/>
                </a:lnTo>
                <a:lnTo>
                  <a:pt x="254499" y="137668"/>
                </a:lnTo>
                <a:lnTo>
                  <a:pt x="255124" y="137594"/>
                </a:lnTo>
                <a:lnTo>
                  <a:pt x="255745" y="137513"/>
                </a:lnTo>
                <a:lnTo>
                  <a:pt x="256362" y="137426"/>
                </a:lnTo>
                <a:lnTo>
                  <a:pt x="256975" y="137333"/>
                </a:lnTo>
                <a:lnTo>
                  <a:pt x="257584" y="137234"/>
                </a:lnTo>
                <a:lnTo>
                  <a:pt x="258189" y="137129"/>
                </a:lnTo>
                <a:lnTo>
                  <a:pt x="258791" y="137018"/>
                </a:lnTo>
                <a:lnTo>
                  <a:pt x="259388" y="136901"/>
                </a:lnTo>
                <a:lnTo>
                  <a:pt x="259981" y="136778"/>
                </a:lnTo>
                <a:lnTo>
                  <a:pt x="260570" y="136649"/>
                </a:lnTo>
                <a:lnTo>
                  <a:pt x="261156" y="136515"/>
                </a:lnTo>
                <a:lnTo>
                  <a:pt x="261737" y="136374"/>
                </a:lnTo>
                <a:lnTo>
                  <a:pt x="262314" y="136227"/>
                </a:lnTo>
                <a:lnTo>
                  <a:pt x="262884" y="136073"/>
                </a:lnTo>
                <a:lnTo>
                  <a:pt x="263448" y="135913"/>
                </a:lnTo>
                <a:lnTo>
                  <a:pt x="264006" y="135746"/>
                </a:lnTo>
                <a:lnTo>
                  <a:pt x="264558" y="135573"/>
                </a:lnTo>
                <a:lnTo>
                  <a:pt x="265104" y="135393"/>
                </a:lnTo>
                <a:lnTo>
                  <a:pt x="265643" y="135207"/>
                </a:lnTo>
                <a:lnTo>
                  <a:pt x="266176" y="135014"/>
                </a:lnTo>
                <a:lnTo>
                  <a:pt x="266703" y="134815"/>
                </a:lnTo>
                <a:lnTo>
                  <a:pt x="267224" y="134609"/>
                </a:lnTo>
                <a:lnTo>
                  <a:pt x="267739" y="134396"/>
                </a:lnTo>
                <a:lnTo>
                  <a:pt x="268248" y="134177"/>
                </a:lnTo>
                <a:lnTo>
                  <a:pt x="268750" y="133952"/>
                </a:lnTo>
                <a:lnTo>
                  <a:pt x="269247" y="133720"/>
                </a:lnTo>
                <a:lnTo>
                  <a:pt x="269737" y="133481"/>
                </a:lnTo>
                <a:lnTo>
                  <a:pt x="270221" y="133236"/>
                </a:lnTo>
                <a:lnTo>
                  <a:pt x="270698" y="132985"/>
                </a:lnTo>
                <a:lnTo>
                  <a:pt x="271170" y="132727"/>
                </a:lnTo>
                <a:lnTo>
                  <a:pt x="271636" y="132462"/>
                </a:lnTo>
                <a:lnTo>
                  <a:pt x="272095" y="132191"/>
                </a:lnTo>
                <a:lnTo>
                  <a:pt x="272548" y="131913"/>
                </a:lnTo>
                <a:lnTo>
                  <a:pt x="272995" y="131629"/>
                </a:lnTo>
                <a:lnTo>
                  <a:pt x="273436" y="131338"/>
                </a:lnTo>
                <a:lnTo>
                  <a:pt x="273870" y="131041"/>
                </a:lnTo>
                <a:lnTo>
                  <a:pt x="274298" y="130737"/>
                </a:lnTo>
                <a:lnTo>
                  <a:pt x="274718" y="130426"/>
                </a:lnTo>
                <a:lnTo>
                  <a:pt x="275130" y="130107"/>
                </a:lnTo>
                <a:lnTo>
                  <a:pt x="275534" y="129782"/>
                </a:lnTo>
                <a:lnTo>
                  <a:pt x="275930" y="129450"/>
                </a:lnTo>
                <a:lnTo>
                  <a:pt x="276318" y="129111"/>
                </a:lnTo>
                <a:lnTo>
                  <a:pt x="276698" y="128764"/>
                </a:lnTo>
                <a:lnTo>
                  <a:pt x="277071" y="128411"/>
                </a:lnTo>
                <a:lnTo>
                  <a:pt x="277435" y="128050"/>
                </a:lnTo>
                <a:lnTo>
                  <a:pt x="277792" y="127683"/>
                </a:lnTo>
                <a:lnTo>
                  <a:pt x="278141" y="127308"/>
                </a:lnTo>
                <a:lnTo>
                  <a:pt x="278482" y="126926"/>
                </a:lnTo>
                <a:lnTo>
                  <a:pt x="278815" y="126538"/>
                </a:lnTo>
                <a:lnTo>
                  <a:pt x="279140" y="126142"/>
                </a:lnTo>
                <a:lnTo>
                  <a:pt x="279458" y="125739"/>
                </a:lnTo>
                <a:lnTo>
                  <a:pt x="279767" y="125329"/>
                </a:lnTo>
                <a:lnTo>
                  <a:pt x="280069" y="124912"/>
                </a:lnTo>
                <a:lnTo>
                  <a:pt x="280362" y="124488"/>
                </a:lnTo>
                <a:lnTo>
                  <a:pt x="280648" y="124057"/>
                </a:lnTo>
                <a:lnTo>
                  <a:pt x="280926" y="123619"/>
                </a:lnTo>
                <a:lnTo>
                  <a:pt x="281196" y="123174"/>
                </a:lnTo>
                <a:lnTo>
                  <a:pt x="281458" y="122722"/>
                </a:lnTo>
                <a:lnTo>
                  <a:pt x="281713" y="122263"/>
                </a:lnTo>
                <a:lnTo>
                  <a:pt x="281959" y="121796"/>
                </a:lnTo>
                <a:lnTo>
                  <a:pt x="282197" y="121323"/>
                </a:lnTo>
                <a:lnTo>
                  <a:pt x="282424" y="120842"/>
                </a:lnTo>
                <a:lnTo>
                  <a:pt x="282641" y="120354"/>
                </a:lnTo>
                <a:lnTo>
                  <a:pt x="282848" y="119859"/>
                </a:lnTo>
                <a:lnTo>
                  <a:pt x="283045" y="119357"/>
                </a:lnTo>
                <a:lnTo>
                  <a:pt x="283232" y="118847"/>
                </a:lnTo>
                <a:lnTo>
                  <a:pt x="283409" y="118330"/>
                </a:lnTo>
                <a:lnTo>
                  <a:pt x="283576" y="117806"/>
                </a:lnTo>
                <a:lnTo>
                  <a:pt x="283732" y="117275"/>
                </a:lnTo>
                <a:lnTo>
                  <a:pt x="283879" y="116737"/>
                </a:lnTo>
                <a:lnTo>
                  <a:pt x="284015" y="116191"/>
                </a:lnTo>
                <a:lnTo>
                  <a:pt x="284142" y="115638"/>
                </a:lnTo>
                <a:lnTo>
                  <a:pt x="284258" y="115078"/>
                </a:lnTo>
                <a:lnTo>
                  <a:pt x="284364" y="114510"/>
                </a:lnTo>
                <a:lnTo>
                  <a:pt x="284460" y="113936"/>
                </a:lnTo>
                <a:lnTo>
                  <a:pt x="284546" y="113354"/>
                </a:lnTo>
                <a:lnTo>
                  <a:pt x="284622" y="112765"/>
                </a:lnTo>
                <a:lnTo>
                  <a:pt x="284687" y="112169"/>
                </a:lnTo>
                <a:lnTo>
                  <a:pt x="284743" y="111565"/>
                </a:lnTo>
                <a:lnTo>
                  <a:pt x="284788" y="110954"/>
                </a:lnTo>
                <a:lnTo>
                  <a:pt x="284824" y="110337"/>
                </a:lnTo>
                <a:lnTo>
                  <a:pt x="284849" y="109711"/>
                </a:lnTo>
                <a:lnTo>
                  <a:pt x="284864" y="109079"/>
                </a:lnTo>
                <a:lnTo>
                  <a:pt x="284869" y="108439"/>
                </a:lnTo>
                <a:lnTo>
                  <a:pt x="284863" y="107700"/>
                </a:lnTo>
                <a:lnTo>
                  <a:pt x="284843" y="106972"/>
                </a:lnTo>
                <a:lnTo>
                  <a:pt x="284811" y="106255"/>
                </a:lnTo>
                <a:lnTo>
                  <a:pt x="284766" y="105548"/>
                </a:lnTo>
                <a:lnTo>
                  <a:pt x="284709" y="104854"/>
                </a:lnTo>
                <a:lnTo>
                  <a:pt x="284638" y="104170"/>
                </a:lnTo>
                <a:lnTo>
                  <a:pt x="284554" y="103497"/>
                </a:lnTo>
                <a:lnTo>
                  <a:pt x="284458" y="102836"/>
                </a:lnTo>
                <a:lnTo>
                  <a:pt x="284349" y="102185"/>
                </a:lnTo>
                <a:lnTo>
                  <a:pt x="284227" y="101546"/>
                </a:lnTo>
                <a:lnTo>
                  <a:pt x="284092" y="100918"/>
                </a:lnTo>
                <a:lnTo>
                  <a:pt x="283944" y="100301"/>
                </a:lnTo>
                <a:lnTo>
                  <a:pt x="283784" y="99695"/>
                </a:lnTo>
                <a:lnTo>
                  <a:pt x="283610" y="99100"/>
                </a:lnTo>
                <a:lnTo>
                  <a:pt x="283424" y="98516"/>
                </a:lnTo>
                <a:lnTo>
                  <a:pt x="283225" y="97943"/>
                </a:lnTo>
                <a:lnTo>
                  <a:pt x="283013" y="97382"/>
                </a:lnTo>
                <a:lnTo>
                  <a:pt x="282788" y="96832"/>
                </a:lnTo>
                <a:lnTo>
                  <a:pt x="282551" y="96292"/>
                </a:lnTo>
                <a:lnTo>
                  <a:pt x="282300" y="95764"/>
                </a:lnTo>
                <a:lnTo>
                  <a:pt x="282037" y="95247"/>
                </a:lnTo>
                <a:lnTo>
                  <a:pt x="281761" y="94741"/>
                </a:lnTo>
                <a:lnTo>
                  <a:pt x="281472" y="94247"/>
                </a:lnTo>
                <a:lnTo>
                  <a:pt x="281170" y="93763"/>
                </a:lnTo>
                <a:lnTo>
                  <a:pt x="280856" y="93288"/>
                </a:lnTo>
                <a:lnTo>
                  <a:pt x="280528" y="92821"/>
                </a:lnTo>
                <a:lnTo>
                  <a:pt x="280189" y="92361"/>
                </a:lnTo>
                <a:lnTo>
                  <a:pt x="279837" y="91908"/>
                </a:lnTo>
                <a:lnTo>
                  <a:pt x="279472" y="91462"/>
                </a:lnTo>
                <a:lnTo>
                  <a:pt x="279095" y="91023"/>
                </a:lnTo>
                <a:lnTo>
                  <a:pt x="278706" y="90592"/>
                </a:lnTo>
                <a:lnTo>
                  <a:pt x="278304" y="90168"/>
                </a:lnTo>
                <a:lnTo>
                  <a:pt x="277889" y="89751"/>
                </a:lnTo>
                <a:lnTo>
                  <a:pt x="277462" y="89342"/>
                </a:lnTo>
                <a:lnTo>
                  <a:pt x="277023" y="88939"/>
                </a:lnTo>
                <a:lnTo>
                  <a:pt x="276571" y="88544"/>
                </a:lnTo>
                <a:lnTo>
                  <a:pt x="276106" y="88156"/>
                </a:lnTo>
                <a:lnTo>
                  <a:pt x="275629" y="87776"/>
                </a:lnTo>
                <a:lnTo>
                  <a:pt x="275140" y="87402"/>
                </a:lnTo>
                <a:lnTo>
                  <a:pt x="274638" y="87036"/>
                </a:lnTo>
                <a:lnTo>
                  <a:pt x="274123" y="86677"/>
                </a:lnTo>
                <a:lnTo>
                  <a:pt x="273596" y="86326"/>
                </a:lnTo>
                <a:lnTo>
                  <a:pt x="273057" y="85981"/>
                </a:lnTo>
                <a:lnTo>
                  <a:pt x="272505" y="85644"/>
                </a:lnTo>
                <a:lnTo>
                  <a:pt x="271940" y="85314"/>
                </a:lnTo>
                <a:lnTo>
                  <a:pt x="271363" y="84991"/>
                </a:lnTo>
                <a:lnTo>
                  <a:pt x="270773" y="84676"/>
                </a:lnTo>
                <a:lnTo>
                  <a:pt x="270171" y="84367"/>
                </a:lnTo>
                <a:lnTo>
                  <a:pt x="269557" y="84064"/>
                </a:lnTo>
                <a:lnTo>
                  <a:pt x="268931" y="83765"/>
                </a:lnTo>
                <a:lnTo>
                  <a:pt x="268293" y="83469"/>
                </a:lnTo>
                <a:lnTo>
                  <a:pt x="267642" y="83177"/>
                </a:lnTo>
                <a:lnTo>
                  <a:pt x="266980" y="82888"/>
                </a:lnTo>
                <a:lnTo>
                  <a:pt x="266306" y="82603"/>
                </a:lnTo>
                <a:lnTo>
                  <a:pt x="265620" y="82321"/>
                </a:lnTo>
                <a:lnTo>
                  <a:pt x="264921" y="82043"/>
                </a:lnTo>
                <a:lnTo>
                  <a:pt x="264211" y="81768"/>
                </a:lnTo>
                <a:lnTo>
                  <a:pt x="263489" y="81497"/>
                </a:lnTo>
                <a:lnTo>
                  <a:pt x="262755" y="81229"/>
                </a:lnTo>
                <a:lnTo>
                  <a:pt x="262009" y="80965"/>
                </a:lnTo>
                <a:lnTo>
                  <a:pt x="261251" y="80704"/>
                </a:lnTo>
                <a:lnTo>
                  <a:pt x="260480" y="80447"/>
                </a:lnTo>
                <a:lnTo>
                  <a:pt x="259698" y="80194"/>
                </a:lnTo>
                <a:lnTo>
                  <a:pt x="258904" y="79944"/>
                </a:lnTo>
                <a:lnTo>
                  <a:pt x="258098" y="79697"/>
                </a:lnTo>
                <a:lnTo>
                  <a:pt x="257280" y="79454"/>
                </a:lnTo>
                <a:lnTo>
                  <a:pt x="256450" y="79214"/>
                </a:lnTo>
                <a:lnTo>
                  <a:pt x="255608" y="78978"/>
                </a:lnTo>
                <a:lnTo>
                  <a:pt x="254754" y="78746"/>
                </a:lnTo>
                <a:lnTo>
                  <a:pt x="253888" y="78517"/>
                </a:lnTo>
                <a:lnTo>
                  <a:pt x="253010" y="78292"/>
                </a:lnTo>
                <a:lnTo>
                  <a:pt x="252120" y="78070"/>
                </a:lnTo>
                <a:lnTo>
                  <a:pt x="251305" y="77867"/>
                </a:lnTo>
                <a:lnTo>
                  <a:pt x="250504" y="77665"/>
                </a:lnTo>
                <a:lnTo>
                  <a:pt x="249717" y="77464"/>
                </a:lnTo>
                <a:lnTo>
                  <a:pt x="248944" y="77264"/>
                </a:lnTo>
                <a:lnTo>
                  <a:pt x="248185" y="77065"/>
                </a:lnTo>
                <a:lnTo>
                  <a:pt x="247440" y="76866"/>
                </a:lnTo>
                <a:lnTo>
                  <a:pt x="246710" y="76669"/>
                </a:lnTo>
                <a:lnTo>
                  <a:pt x="245993" y="76473"/>
                </a:lnTo>
                <a:lnTo>
                  <a:pt x="245290" y="76277"/>
                </a:lnTo>
                <a:lnTo>
                  <a:pt x="244602" y="76082"/>
                </a:lnTo>
                <a:lnTo>
                  <a:pt x="243927" y="75888"/>
                </a:lnTo>
                <a:lnTo>
                  <a:pt x="243266" y="75695"/>
                </a:lnTo>
                <a:lnTo>
                  <a:pt x="242620" y="75503"/>
                </a:lnTo>
                <a:lnTo>
                  <a:pt x="241988" y="75312"/>
                </a:lnTo>
                <a:lnTo>
                  <a:pt x="241369" y="75122"/>
                </a:lnTo>
                <a:lnTo>
                  <a:pt x="240765" y="74932"/>
                </a:lnTo>
                <a:lnTo>
                  <a:pt x="240174" y="74744"/>
                </a:lnTo>
                <a:lnTo>
                  <a:pt x="239598" y="74556"/>
                </a:lnTo>
                <a:lnTo>
                  <a:pt x="239036" y="74369"/>
                </a:lnTo>
                <a:lnTo>
                  <a:pt x="238488" y="74183"/>
                </a:lnTo>
                <a:lnTo>
                  <a:pt x="237954" y="73998"/>
                </a:lnTo>
                <a:lnTo>
                  <a:pt x="237434" y="73814"/>
                </a:lnTo>
                <a:lnTo>
                  <a:pt x="236927" y="73631"/>
                </a:lnTo>
                <a:lnTo>
                  <a:pt x="236435" y="73449"/>
                </a:lnTo>
                <a:lnTo>
                  <a:pt x="235956" y="73266"/>
                </a:lnTo>
                <a:lnTo>
                  <a:pt x="235489" y="73081"/>
                </a:lnTo>
                <a:lnTo>
                  <a:pt x="235033" y="72894"/>
                </a:lnTo>
                <a:lnTo>
                  <a:pt x="234589" y="72705"/>
                </a:lnTo>
                <a:lnTo>
                  <a:pt x="234156" y="72514"/>
                </a:lnTo>
                <a:lnTo>
                  <a:pt x="233735" y="72321"/>
                </a:lnTo>
                <a:lnTo>
                  <a:pt x="233326" y="72126"/>
                </a:lnTo>
                <a:lnTo>
                  <a:pt x="232928" y="71930"/>
                </a:lnTo>
                <a:lnTo>
                  <a:pt x="232542" y="71731"/>
                </a:lnTo>
                <a:lnTo>
                  <a:pt x="232168" y="71531"/>
                </a:lnTo>
                <a:lnTo>
                  <a:pt x="231805" y="71328"/>
                </a:lnTo>
                <a:lnTo>
                  <a:pt x="231454" y="71124"/>
                </a:lnTo>
                <a:lnTo>
                  <a:pt x="231115" y="70917"/>
                </a:lnTo>
                <a:lnTo>
                  <a:pt x="230787" y="70709"/>
                </a:lnTo>
                <a:lnTo>
                  <a:pt x="230471" y="70499"/>
                </a:lnTo>
                <a:lnTo>
                  <a:pt x="230166" y="70287"/>
                </a:lnTo>
                <a:lnTo>
                  <a:pt x="229873" y="70073"/>
                </a:lnTo>
                <a:lnTo>
                  <a:pt x="229592" y="69857"/>
                </a:lnTo>
                <a:lnTo>
                  <a:pt x="229323" y="69639"/>
                </a:lnTo>
                <a:lnTo>
                  <a:pt x="229065" y="69419"/>
                </a:lnTo>
                <a:lnTo>
                  <a:pt x="228818" y="69197"/>
                </a:lnTo>
                <a:lnTo>
                  <a:pt x="228584" y="68973"/>
                </a:lnTo>
                <a:lnTo>
                  <a:pt x="228361" y="68747"/>
                </a:lnTo>
                <a:lnTo>
                  <a:pt x="228149" y="68520"/>
                </a:lnTo>
                <a:lnTo>
                  <a:pt x="227948" y="68289"/>
                </a:lnTo>
                <a:lnTo>
                  <a:pt x="227756" y="68054"/>
                </a:lnTo>
                <a:lnTo>
                  <a:pt x="227571" y="67815"/>
                </a:lnTo>
                <a:lnTo>
                  <a:pt x="227396" y="67571"/>
                </a:lnTo>
                <a:lnTo>
                  <a:pt x="227229" y="67324"/>
                </a:lnTo>
                <a:lnTo>
                  <a:pt x="227071" y="67072"/>
                </a:lnTo>
                <a:lnTo>
                  <a:pt x="226921" y="66816"/>
                </a:lnTo>
                <a:lnTo>
                  <a:pt x="226779" y="66556"/>
                </a:lnTo>
                <a:lnTo>
                  <a:pt x="226647" y="66291"/>
                </a:lnTo>
                <a:lnTo>
                  <a:pt x="226523" y="66022"/>
                </a:lnTo>
                <a:lnTo>
                  <a:pt x="226407" y="65749"/>
                </a:lnTo>
                <a:lnTo>
                  <a:pt x="226300" y="65472"/>
                </a:lnTo>
                <a:lnTo>
                  <a:pt x="226201" y="65190"/>
                </a:lnTo>
                <a:lnTo>
                  <a:pt x="226112" y="64905"/>
                </a:lnTo>
                <a:lnTo>
                  <a:pt x="226030" y="64615"/>
                </a:lnTo>
                <a:lnTo>
                  <a:pt x="225957" y="64321"/>
                </a:lnTo>
                <a:lnTo>
                  <a:pt x="225893" y="64022"/>
                </a:lnTo>
                <a:lnTo>
                  <a:pt x="225838" y="63720"/>
                </a:lnTo>
                <a:lnTo>
                  <a:pt x="225790" y="63413"/>
                </a:lnTo>
                <a:lnTo>
                  <a:pt x="225752" y="63102"/>
                </a:lnTo>
                <a:lnTo>
                  <a:pt x="225722" y="62786"/>
                </a:lnTo>
                <a:lnTo>
                  <a:pt x="225701" y="62467"/>
                </a:lnTo>
                <a:lnTo>
                  <a:pt x="225688" y="62143"/>
                </a:lnTo>
                <a:lnTo>
                  <a:pt x="225683" y="61815"/>
                </a:lnTo>
                <a:lnTo>
                  <a:pt x="225693" y="61230"/>
                </a:lnTo>
                <a:lnTo>
                  <a:pt x="225722" y="60659"/>
                </a:lnTo>
                <a:lnTo>
                  <a:pt x="225770" y="60100"/>
                </a:lnTo>
                <a:lnTo>
                  <a:pt x="225837" y="59554"/>
                </a:lnTo>
                <a:lnTo>
                  <a:pt x="225923" y="59022"/>
                </a:lnTo>
                <a:lnTo>
                  <a:pt x="226029" y="58502"/>
                </a:lnTo>
                <a:lnTo>
                  <a:pt x="226153" y="57995"/>
                </a:lnTo>
                <a:lnTo>
                  <a:pt x="226297" y="57502"/>
                </a:lnTo>
                <a:lnTo>
                  <a:pt x="226460" y="57022"/>
                </a:lnTo>
                <a:lnTo>
                  <a:pt x="226642" y="56554"/>
                </a:lnTo>
                <a:lnTo>
                  <a:pt x="226844" y="56100"/>
                </a:lnTo>
                <a:lnTo>
                  <a:pt x="227064" y="55658"/>
                </a:lnTo>
                <a:lnTo>
                  <a:pt x="227304" y="55230"/>
                </a:lnTo>
                <a:lnTo>
                  <a:pt x="227563" y="54815"/>
                </a:lnTo>
                <a:lnTo>
                  <a:pt x="227841" y="54413"/>
                </a:lnTo>
                <a:lnTo>
                  <a:pt x="228139" y="54024"/>
                </a:lnTo>
                <a:lnTo>
                  <a:pt x="228455" y="53648"/>
                </a:lnTo>
                <a:lnTo>
                  <a:pt x="228791" y="53285"/>
                </a:lnTo>
                <a:lnTo>
                  <a:pt x="229145" y="52935"/>
                </a:lnTo>
                <a:lnTo>
                  <a:pt x="229520" y="52598"/>
                </a:lnTo>
                <a:lnTo>
                  <a:pt x="229913" y="52274"/>
                </a:lnTo>
                <a:lnTo>
                  <a:pt x="230325" y="51963"/>
                </a:lnTo>
                <a:lnTo>
                  <a:pt x="230757" y="51665"/>
                </a:lnTo>
                <a:lnTo>
                  <a:pt x="231207" y="51381"/>
                </a:lnTo>
                <a:lnTo>
                  <a:pt x="231674" y="51108"/>
                </a:lnTo>
                <a:lnTo>
                  <a:pt x="232151" y="50847"/>
                </a:lnTo>
                <a:lnTo>
                  <a:pt x="232641" y="50597"/>
                </a:lnTo>
                <a:lnTo>
                  <a:pt x="233142" y="50360"/>
                </a:lnTo>
                <a:lnTo>
                  <a:pt x="233655" y="50133"/>
                </a:lnTo>
                <a:lnTo>
                  <a:pt x="234179" y="49919"/>
                </a:lnTo>
                <a:lnTo>
                  <a:pt x="234715" y="49716"/>
                </a:lnTo>
                <a:lnTo>
                  <a:pt x="235263" y="49524"/>
                </a:lnTo>
                <a:lnTo>
                  <a:pt x="235822" y="49344"/>
                </a:lnTo>
                <a:lnTo>
                  <a:pt x="236393" y="49176"/>
                </a:lnTo>
                <a:lnTo>
                  <a:pt x="236976" y="49019"/>
                </a:lnTo>
                <a:lnTo>
                  <a:pt x="237570" y="48874"/>
                </a:lnTo>
                <a:lnTo>
                  <a:pt x="238176" y="48741"/>
                </a:lnTo>
                <a:lnTo>
                  <a:pt x="238793" y="48619"/>
                </a:lnTo>
                <a:lnTo>
                  <a:pt x="239423" y="48509"/>
                </a:lnTo>
                <a:lnTo>
                  <a:pt x="240063" y="48410"/>
                </a:lnTo>
                <a:lnTo>
                  <a:pt x="240716" y="48323"/>
                </a:lnTo>
                <a:lnTo>
                  <a:pt x="241380" y="48248"/>
                </a:lnTo>
                <a:lnTo>
                  <a:pt x="242056" y="48184"/>
                </a:lnTo>
                <a:lnTo>
                  <a:pt x="242743" y="48132"/>
                </a:lnTo>
                <a:lnTo>
                  <a:pt x="243442" y="48091"/>
                </a:lnTo>
                <a:lnTo>
                  <a:pt x="244153" y="48062"/>
                </a:lnTo>
                <a:lnTo>
                  <a:pt x="244875" y="48045"/>
                </a:lnTo>
                <a:lnTo>
                  <a:pt x="245609" y="48039"/>
                </a:lnTo>
                <a:lnTo>
                  <a:pt x="246336" y="48047"/>
                </a:lnTo>
                <a:lnTo>
                  <a:pt x="247054" y="48070"/>
                </a:lnTo>
                <a:lnTo>
                  <a:pt x="247762" y="48109"/>
                </a:lnTo>
                <a:lnTo>
                  <a:pt x="248462" y="48163"/>
                </a:lnTo>
                <a:lnTo>
                  <a:pt x="249152" y="48232"/>
                </a:lnTo>
                <a:lnTo>
                  <a:pt x="249832" y="48317"/>
                </a:lnTo>
                <a:lnTo>
                  <a:pt x="250504" y="48418"/>
                </a:lnTo>
                <a:lnTo>
                  <a:pt x="251166" y="48534"/>
                </a:lnTo>
                <a:lnTo>
                  <a:pt x="251819" y="48665"/>
                </a:lnTo>
                <a:lnTo>
                  <a:pt x="252463" y="48812"/>
                </a:lnTo>
                <a:lnTo>
                  <a:pt x="253097" y="48974"/>
                </a:lnTo>
                <a:lnTo>
                  <a:pt x="253723" y="49152"/>
                </a:lnTo>
                <a:lnTo>
                  <a:pt x="254339" y="49345"/>
                </a:lnTo>
                <a:lnTo>
                  <a:pt x="254945" y="49554"/>
                </a:lnTo>
                <a:lnTo>
                  <a:pt x="255543" y="49778"/>
                </a:lnTo>
                <a:lnTo>
                  <a:pt x="256131" y="50017"/>
                </a:lnTo>
                <a:lnTo>
                  <a:pt x="256710" y="50272"/>
                </a:lnTo>
                <a:lnTo>
                  <a:pt x="257280" y="50543"/>
                </a:lnTo>
                <a:lnTo>
                  <a:pt x="257840" y="50829"/>
                </a:lnTo>
                <a:lnTo>
                  <a:pt x="258392" y="51130"/>
                </a:lnTo>
                <a:lnTo>
                  <a:pt x="258934" y="51447"/>
                </a:lnTo>
                <a:lnTo>
                  <a:pt x="259467" y="51779"/>
                </a:lnTo>
                <a:lnTo>
                  <a:pt x="259990" y="52127"/>
                </a:lnTo>
                <a:lnTo>
                  <a:pt x="260504" y="52490"/>
                </a:lnTo>
                <a:lnTo>
                  <a:pt x="261003" y="52872"/>
                </a:lnTo>
                <a:lnTo>
                  <a:pt x="261481" y="53276"/>
                </a:lnTo>
                <a:lnTo>
                  <a:pt x="261938" y="53702"/>
                </a:lnTo>
                <a:lnTo>
                  <a:pt x="262373" y="54150"/>
                </a:lnTo>
                <a:lnTo>
                  <a:pt x="262787" y="54619"/>
                </a:lnTo>
                <a:lnTo>
                  <a:pt x="263180" y="55111"/>
                </a:lnTo>
                <a:lnTo>
                  <a:pt x="263552" y="55624"/>
                </a:lnTo>
                <a:lnTo>
                  <a:pt x="263902" y="56160"/>
                </a:lnTo>
                <a:lnTo>
                  <a:pt x="264231" y="56717"/>
                </a:lnTo>
                <a:lnTo>
                  <a:pt x="264539" y="57296"/>
                </a:lnTo>
                <a:lnTo>
                  <a:pt x="264826" y="57898"/>
                </a:lnTo>
                <a:lnTo>
                  <a:pt x="265091" y="58521"/>
                </a:lnTo>
                <a:lnTo>
                  <a:pt x="265335" y="59166"/>
                </a:lnTo>
                <a:lnTo>
                  <a:pt x="265558" y="59833"/>
                </a:lnTo>
                <a:lnTo>
                  <a:pt x="265760" y="60522"/>
                </a:lnTo>
                <a:lnTo>
                  <a:pt x="265941" y="61233"/>
                </a:lnTo>
                <a:lnTo>
                  <a:pt x="266100" y="61965"/>
                </a:lnTo>
                <a:lnTo>
                  <a:pt x="266238" y="62720"/>
                </a:lnTo>
                <a:lnTo>
                  <a:pt x="266355" y="63497"/>
                </a:lnTo>
                <a:lnTo>
                  <a:pt x="266450" y="64295"/>
                </a:lnTo>
                <a:lnTo>
                  <a:pt x="266525" y="65116"/>
                </a:lnTo>
                <a:lnTo>
                  <a:pt x="266578" y="65958"/>
                </a:lnTo>
                <a:lnTo>
                  <a:pt x="266610" y="66823"/>
                </a:lnTo>
                <a:lnTo>
                  <a:pt x="266620" y="67709"/>
                </a:lnTo>
                <a:lnTo>
                  <a:pt x="282600" y="67709"/>
                </a:lnTo>
                <a:lnTo>
                  <a:pt x="282595" y="67002"/>
                </a:lnTo>
                <a:lnTo>
                  <a:pt x="282580" y="66304"/>
                </a:lnTo>
                <a:lnTo>
                  <a:pt x="282554" y="65614"/>
                </a:lnTo>
                <a:lnTo>
                  <a:pt x="282518" y="64933"/>
                </a:lnTo>
                <a:lnTo>
                  <a:pt x="282472" y="64260"/>
                </a:lnTo>
                <a:lnTo>
                  <a:pt x="282415" y="63595"/>
                </a:lnTo>
                <a:lnTo>
                  <a:pt x="282349" y="62939"/>
                </a:lnTo>
                <a:lnTo>
                  <a:pt x="282272" y="62292"/>
                </a:lnTo>
                <a:lnTo>
                  <a:pt x="282184" y="61653"/>
                </a:lnTo>
                <a:lnTo>
                  <a:pt x="282087" y="61022"/>
                </a:lnTo>
                <a:lnTo>
                  <a:pt x="281979" y="60400"/>
                </a:lnTo>
                <a:lnTo>
                  <a:pt x="281861" y="59786"/>
                </a:lnTo>
                <a:lnTo>
                  <a:pt x="281732" y="59181"/>
                </a:lnTo>
                <a:lnTo>
                  <a:pt x="281593" y="58584"/>
                </a:lnTo>
                <a:lnTo>
                  <a:pt x="281444" y="57996"/>
                </a:lnTo>
                <a:lnTo>
                  <a:pt x="281285" y="57416"/>
                </a:lnTo>
                <a:lnTo>
                  <a:pt x="281116" y="56845"/>
                </a:lnTo>
                <a:lnTo>
                  <a:pt x="280936" y="56282"/>
                </a:lnTo>
                <a:lnTo>
                  <a:pt x="280746" y="55727"/>
                </a:lnTo>
                <a:lnTo>
                  <a:pt x="280545" y="55181"/>
                </a:lnTo>
                <a:lnTo>
                  <a:pt x="280335" y="54644"/>
                </a:lnTo>
                <a:lnTo>
                  <a:pt x="280114" y="54115"/>
                </a:lnTo>
                <a:lnTo>
                  <a:pt x="279883" y="53594"/>
                </a:lnTo>
                <a:lnTo>
                  <a:pt x="279641" y="53082"/>
                </a:lnTo>
                <a:lnTo>
                  <a:pt x="279391" y="52578"/>
                </a:lnTo>
                <a:lnTo>
                  <a:pt x="279133" y="52082"/>
                </a:lnTo>
                <a:lnTo>
                  <a:pt x="278868" y="51594"/>
                </a:lnTo>
                <a:lnTo>
                  <a:pt x="278596" y="51113"/>
                </a:lnTo>
                <a:lnTo>
                  <a:pt x="278316" y="50640"/>
                </a:lnTo>
                <a:lnTo>
                  <a:pt x="278029" y="50175"/>
                </a:lnTo>
                <a:lnTo>
                  <a:pt x="277734" y="49717"/>
                </a:lnTo>
                <a:lnTo>
                  <a:pt x="277433" y="49268"/>
                </a:lnTo>
                <a:lnTo>
                  <a:pt x="277123" y="48826"/>
                </a:lnTo>
                <a:lnTo>
                  <a:pt x="276807" y="48392"/>
                </a:lnTo>
                <a:lnTo>
                  <a:pt x="276483" y="47965"/>
                </a:lnTo>
                <a:lnTo>
                  <a:pt x="276152" y="47547"/>
                </a:lnTo>
                <a:lnTo>
                  <a:pt x="275813" y="47136"/>
                </a:lnTo>
                <a:lnTo>
                  <a:pt x="275467" y="46733"/>
                </a:lnTo>
                <a:lnTo>
                  <a:pt x="275114" y="46337"/>
                </a:lnTo>
                <a:lnTo>
                  <a:pt x="274753" y="45950"/>
                </a:lnTo>
                <a:lnTo>
                  <a:pt x="274385" y="45570"/>
                </a:lnTo>
                <a:lnTo>
                  <a:pt x="274009" y="45198"/>
                </a:lnTo>
                <a:lnTo>
                  <a:pt x="273626" y="44834"/>
                </a:lnTo>
                <a:lnTo>
                  <a:pt x="273236" y="44477"/>
                </a:lnTo>
                <a:lnTo>
                  <a:pt x="272839" y="44128"/>
                </a:lnTo>
                <a:lnTo>
                  <a:pt x="272434" y="43787"/>
                </a:lnTo>
                <a:lnTo>
                  <a:pt x="272021" y="43454"/>
                </a:lnTo>
                <a:lnTo>
                  <a:pt x="271602" y="43129"/>
                </a:lnTo>
                <a:lnTo>
                  <a:pt x="271176" y="42810"/>
                </a:lnTo>
                <a:lnTo>
                  <a:pt x="270744" y="42499"/>
                </a:lnTo>
                <a:lnTo>
                  <a:pt x="270307" y="42195"/>
                </a:lnTo>
                <a:lnTo>
                  <a:pt x="269864" y="41898"/>
                </a:lnTo>
                <a:lnTo>
                  <a:pt x="269416" y="41607"/>
                </a:lnTo>
                <a:lnTo>
                  <a:pt x="268963" y="41324"/>
                </a:lnTo>
                <a:lnTo>
                  <a:pt x="268504" y="41048"/>
                </a:lnTo>
                <a:lnTo>
                  <a:pt x="268040" y="40780"/>
                </a:lnTo>
                <a:lnTo>
                  <a:pt x="267570" y="40518"/>
                </a:lnTo>
                <a:lnTo>
                  <a:pt x="267094" y="40263"/>
                </a:lnTo>
                <a:lnTo>
                  <a:pt x="266613" y="40015"/>
                </a:lnTo>
                <a:lnTo>
                  <a:pt x="266127" y="39775"/>
                </a:lnTo>
                <a:lnTo>
                  <a:pt x="265635" y="39541"/>
                </a:lnTo>
                <a:lnTo>
                  <a:pt x="265138" y="39315"/>
                </a:lnTo>
                <a:lnTo>
                  <a:pt x="264635" y="39095"/>
                </a:lnTo>
                <a:lnTo>
                  <a:pt x="264127" y="38883"/>
                </a:lnTo>
                <a:lnTo>
                  <a:pt x="263613" y="38677"/>
                </a:lnTo>
                <a:lnTo>
                  <a:pt x="263094" y="38479"/>
                </a:lnTo>
                <a:lnTo>
                  <a:pt x="262569" y="38288"/>
                </a:lnTo>
                <a:lnTo>
                  <a:pt x="262039" y="38104"/>
                </a:lnTo>
                <a:lnTo>
                  <a:pt x="261503" y="37927"/>
                </a:lnTo>
                <a:lnTo>
                  <a:pt x="260962" y="37757"/>
                </a:lnTo>
                <a:lnTo>
                  <a:pt x="260415" y="37594"/>
                </a:lnTo>
                <a:lnTo>
                  <a:pt x="259863" y="37438"/>
                </a:lnTo>
                <a:lnTo>
                  <a:pt x="259307" y="37289"/>
                </a:lnTo>
                <a:lnTo>
                  <a:pt x="258747" y="37146"/>
                </a:lnTo>
                <a:lnTo>
                  <a:pt x="258184" y="37010"/>
                </a:lnTo>
                <a:lnTo>
                  <a:pt x="257618" y="36880"/>
                </a:lnTo>
                <a:lnTo>
                  <a:pt x="257048" y="36756"/>
                </a:lnTo>
                <a:lnTo>
                  <a:pt x="256475" y="36638"/>
                </a:lnTo>
                <a:lnTo>
                  <a:pt x="255899" y="36527"/>
                </a:lnTo>
                <a:lnTo>
                  <a:pt x="255320" y="36423"/>
                </a:lnTo>
                <a:lnTo>
                  <a:pt x="254738" y="36324"/>
                </a:lnTo>
                <a:lnTo>
                  <a:pt x="254152" y="36232"/>
                </a:lnTo>
                <a:lnTo>
                  <a:pt x="253563" y="36146"/>
                </a:lnTo>
                <a:lnTo>
                  <a:pt x="252970" y="36067"/>
                </a:lnTo>
                <a:lnTo>
                  <a:pt x="252375" y="35994"/>
                </a:lnTo>
                <a:lnTo>
                  <a:pt x="251776" y="35927"/>
                </a:lnTo>
                <a:lnTo>
                  <a:pt x="251174" y="35867"/>
                </a:lnTo>
                <a:lnTo>
                  <a:pt x="250569" y="35813"/>
                </a:lnTo>
                <a:lnTo>
                  <a:pt x="249960" y="35766"/>
                </a:lnTo>
                <a:lnTo>
                  <a:pt x="249348" y="35724"/>
                </a:lnTo>
                <a:lnTo>
                  <a:pt x="248733" y="35689"/>
                </a:lnTo>
                <a:lnTo>
                  <a:pt x="248115" y="35661"/>
                </a:lnTo>
                <a:lnTo>
                  <a:pt x="247493" y="35639"/>
                </a:lnTo>
                <a:lnTo>
                  <a:pt x="246869" y="35623"/>
                </a:lnTo>
                <a:lnTo>
                  <a:pt x="246241" y="35613"/>
                </a:lnTo>
                <a:lnTo>
                  <a:pt x="245609" y="35610"/>
                </a:lnTo>
                <a:lnTo>
                  <a:pt x="244970" y="35613"/>
                </a:lnTo>
                <a:lnTo>
                  <a:pt x="244334" y="35622"/>
                </a:lnTo>
                <a:lnTo>
                  <a:pt x="243703" y="35636"/>
                </a:lnTo>
                <a:lnTo>
                  <a:pt x="243075" y="35657"/>
                </a:lnTo>
                <a:lnTo>
                  <a:pt x="242450" y="35683"/>
                </a:lnTo>
                <a:lnTo>
                  <a:pt x="241830" y="35715"/>
                </a:lnTo>
                <a:lnTo>
                  <a:pt x="241213" y="35753"/>
                </a:lnTo>
                <a:lnTo>
                  <a:pt x="240600" y="35796"/>
                </a:lnTo>
                <a:lnTo>
                  <a:pt x="239991" y="35846"/>
                </a:lnTo>
                <a:lnTo>
                  <a:pt x="239386" y="35901"/>
                </a:lnTo>
                <a:lnTo>
                  <a:pt x="238784" y="35962"/>
                </a:lnTo>
                <a:lnTo>
                  <a:pt x="238186" y="36029"/>
                </a:lnTo>
                <a:lnTo>
                  <a:pt x="237592" y="36102"/>
                </a:lnTo>
                <a:lnTo>
                  <a:pt x="237002" y="36181"/>
                </a:lnTo>
                <a:lnTo>
                  <a:pt x="236415" y="36265"/>
                </a:lnTo>
                <a:lnTo>
                  <a:pt x="235833" y="36355"/>
                </a:lnTo>
                <a:lnTo>
                  <a:pt x="235254" y="36451"/>
                </a:lnTo>
                <a:lnTo>
                  <a:pt x="234678" y="36553"/>
                </a:lnTo>
                <a:lnTo>
                  <a:pt x="234107" y="36661"/>
                </a:lnTo>
                <a:lnTo>
                  <a:pt x="233539" y="36775"/>
                </a:lnTo>
                <a:lnTo>
                  <a:pt x="232975" y="36894"/>
                </a:lnTo>
                <a:lnTo>
                  <a:pt x="232415" y="37019"/>
                </a:lnTo>
                <a:lnTo>
                  <a:pt x="231859" y="37150"/>
                </a:lnTo>
                <a:lnTo>
                  <a:pt x="231306" y="37287"/>
                </a:lnTo>
                <a:lnTo>
                  <a:pt x="230758" y="37429"/>
                </a:lnTo>
                <a:lnTo>
                  <a:pt x="230217" y="37578"/>
                </a:lnTo>
                <a:lnTo>
                  <a:pt x="229681" y="37732"/>
                </a:lnTo>
                <a:lnTo>
                  <a:pt x="229151" y="37892"/>
                </a:lnTo>
                <a:lnTo>
                  <a:pt x="228627" y="38057"/>
                </a:lnTo>
                <a:lnTo>
                  <a:pt x="228109" y="38229"/>
                </a:lnTo>
                <a:lnTo>
                  <a:pt x="227598" y="38406"/>
                </a:lnTo>
                <a:lnTo>
                  <a:pt x="227092" y="38590"/>
                </a:lnTo>
                <a:lnTo>
                  <a:pt x="226592" y="38779"/>
                </a:lnTo>
                <a:lnTo>
                  <a:pt x="226098" y="38974"/>
                </a:lnTo>
                <a:lnTo>
                  <a:pt x="225610" y="39174"/>
                </a:lnTo>
                <a:lnTo>
                  <a:pt x="225129" y="39381"/>
                </a:lnTo>
                <a:lnTo>
                  <a:pt x="224653" y="39593"/>
                </a:lnTo>
                <a:lnTo>
                  <a:pt x="224183" y="39811"/>
                </a:lnTo>
                <a:lnTo>
                  <a:pt x="223719" y="40036"/>
                </a:lnTo>
                <a:lnTo>
                  <a:pt x="223261" y="40265"/>
                </a:lnTo>
                <a:lnTo>
                  <a:pt x="222809" y="40501"/>
                </a:lnTo>
                <a:lnTo>
                  <a:pt x="222363" y="40743"/>
                </a:lnTo>
                <a:lnTo>
                  <a:pt x="221924" y="40990"/>
                </a:lnTo>
                <a:lnTo>
                  <a:pt x="221490" y="41243"/>
                </a:lnTo>
                <a:lnTo>
                  <a:pt x="221062" y="41502"/>
                </a:lnTo>
                <a:lnTo>
                  <a:pt x="220640" y="41767"/>
                </a:lnTo>
                <a:lnTo>
                  <a:pt x="220224" y="42038"/>
                </a:lnTo>
                <a:lnTo>
                  <a:pt x="219814" y="42315"/>
                </a:lnTo>
                <a:lnTo>
                  <a:pt x="219411" y="42597"/>
                </a:lnTo>
                <a:lnTo>
                  <a:pt x="219015" y="42885"/>
                </a:lnTo>
                <a:lnTo>
                  <a:pt x="218627" y="43179"/>
                </a:lnTo>
                <a:lnTo>
                  <a:pt x="218247" y="43478"/>
                </a:lnTo>
                <a:lnTo>
                  <a:pt x="217874" y="43784"/>
                </a:lnTo>
                <a:lnTo>
                  <a:pt x="217508" y="44095"/>
                </a:lnTo>
                <a:lnTo>
                  <a:pt x="217150" y="44412"/>
                </a:lnTo>
                <a:lnTo>
                  <a:pt x="216800" y="44735"/>
                </a:lnTo>
                <a:lnTo>
                  <a:pt x="216457" y="45064"/>
                </a:lnTo>
                <a:lnTo>
                  <a:pt x="216122" y="45398"/>
                </a:lnTo>
                <a:lnTo>
                  <a:pt x="215794" y="45739"/>
                </a:lnTo>
                <a:lnTo>
                  <a:pt x="215474" y="46085"/>
                </a:lnTo>
                <a:lnTo>
                  <a:pt x="215161" y="46437"/>
                </a:lnTo>
                <a:lnTo>
                  <a:pt x="214856" y="46795"/>
                </a:lnTo>
                <a:lnTo>
                  <a:pt x="214558" y="47158"/>
                </a:lnTo>
                <a:lnTo>
                  <a:pt x="214268" y="47528"/>
                </a:lnTo>
                <a:lnTo>
                  <a:pt x="213986" y="47903"/>
                </a:lnTo>
                <a:lnTo>
                  <a:pt x="213711" y="48284"/>
                </a:lnTo>
                <a:lnTo>
                  <a:pt x="213443" y="48671"/>
                </a:lnTo>
                <a:lnTo>
                  <a:pt x="213183" y="49064"/>
                </a:lnTo>
                <a:lnTo>
                  <a:pt x="212931" y="49462"/>
                </a:lnTo>
                <a:lnTo>
                  <a:pt x="212686" y="49867"/>
                </a:lnTo>
                <a:lnTo>
                  <a:pt x="212448" y="50277"/>
                </a:lnTo>
                <a:lnTo>
                  <a:pt x="212219" y="50693"/>
                </a:lnTo>
                <a:lnTo>
                  <a:pt x="211997" y="51115"/>
                </a:lnTo>
                <a:lnTo>
                  <a:pt x="211785" y="51542"/>
                </a:lnTo>
                <a:lnTo>
                  <a:pt x="211583" y="51975"/>
                </a:lnTo>
                <a:lnTo>
                  <a:pt x="211390" y="52413"/>
                </a:lnTo>
                <a:lnTo>
                  <a:pt x="211206" y="52856"/>
                </a:lnTo>
                <a:lnTo>
                  <a:pt x="211032" y="53305"/>
                </a:lnTo>
                <a:lnTo>
                  <a:pt x="210867" y="53760"/>
                </a:lnTo>
                <a:lnTo>
                  <a:pt x="210712" y="54220"/>
                </a:lnTo>
                <a:lnTo>
                  <a:pt x="210566" y="54685"/>
                </a:lnTo>
                <a:lnTo>
                  <a:pt x="210429" y="55156"/>
                </a:lnTo>
                <a:lnTo>
                  <a:pt x="210302" y="55633"/>
                </a:lnTo>
                <a:lnTo>
                  <a:pt x="210184" y="56115"/>
                </a:lnTo>
                <a:lnTo>
                  <a:pt x="210076" y="56602"/>
                </a:lnTo>
                <a:lnTo>
                  <a:pt x="209977" y="57095"/>
                </a:lnTo>
                <a:lnTo>
                  <a:pt x="209887" y="57593"/>
                </a:lnTo>
                <a:lnTo>
                  <a:pt x="209807" y="58097"/>
                </a:lnTo>
                <a:lnTo>
                  <a:pt x="209737" y="58606"/>
                </a:lnTo>
                <a:lnTo>
                  <a:pt x="209676" y="59121"/>
                </a:lnTo>
                <a:lnTo>
                  <a:pt x="209624" y="59641"/>
                </a:lnTo>
                <a:lnTo>
                  <a:pt x="209581" y="60167"/>
                </a:lnTo>
                <a:lnTo>
                  <a:pt x="209548" y="60698"/>
                </a:lnTo>
                <a:lnTo>
                  <a:pt x="209525" y="61234"/>
                </a:lnTo>
                <a:lnTo>
                  <a:pt x="209511" y="61776"/>
                </a:lnTo>
                <a:lnTo>
                  <a:pt x="209506" y="62324"/>
                </a:lnTo>
                <a:lnTo>
                  <a:pt x="209513" y="63021"/>
                </a:lnTo>
                <a:lnTo>
                  <a:pt x="209533" y="63709"/>
                </a:lnTo>
                <a:lnTo>
                  <a:pt x="209566" y="64386"/>
                </a:lnTo>
                <a:lnTo>
                  <a:pt x="209613" y="65054"/>
                </a:lnTo>
                <a:lnTo>
                  <a:pt x="209673" y="65711"/>
                </a:lnTo>
                <a:lnTo>
                  <a:pt x="209746" y="66358"/>
                </a:lnTo>
                <a:lnTo>
                  <a:pt x="209833" y="66996"/>
                </a:lnTo>
                <a:lnTo>
                  <a:pt x="209933" y="67623"/>
                </a:lnTo>
                <a:lnTo>
                  <a:pt x="210047" y="68240"/>
                </a:lnTo>
                <a:lnTo>
                  <a:pt x="210174" y="68847"/>
                </a:lnTo>
                <a:lnTo>
                  <a:pt x="210314" y="69444"/>
                </a:lnTo>
                <a:lnTo>
                  <a:pt x="210468" y="70031"/>
                </a:lnTo>
                <a:lnTo>
                  <a:pt x="210635" y="70608"/>
                </a:lnTo>
                <a:lnTo>
                  <a:pt x="210815" y="71175"/>
                </a:lnTo>
                <a:lnTo>
                  <a:pt x="211009" y="71732"/>
                </a:lnTo>
                <a:lnTo>
                  <a:pt x="211216" y="72279"/>
                </a:lnTo>
                <a:lnTo>
                  <a:pt x="211436" y="72815"/>
                </a:lnTo>
                <a:lnTo>
                  <a:pt x="211670" y="73342"/>
                </a:lnTo>
                <a:lnTo>
                  <a:pt x="211917" y="73859"/>
                </a:lnTo>
                <a:lnTo>
                  <a:pt x="212178" y="74365"/>
                </a:lnTo>
                <a:lnTo>
                  <a:pt x="212451" y="74862"/>
                </a:lnTo>
                <a:lnTo>
                  <a:pt x="212739" y="75348"/>
                </a:lnTo>
                <a:lnTo>
                  <a:pt x="213039" y="75825"/>
                </a:lnTo>
                <a:lnTo>
                  <a:pt x="213353" y="76291"/>
                </a:lnTo>
                <a:lnTo>
                  <a:pt x="213680" y="76749"/>
                </a:lnTo>
                <a:lnTo>
                  <a:pt x="214021" y="77200"/>
                </a:lnTo>
                <a:lnTo>
                  <a:pt x="214375" y="77645"/>
                </a:lnTo>
                <a:lnTo>
                  <a:pt x="214742" y="78083"/>
                </a:lnTo>
                <a:lnTo>
                  <a:pt x="215123" y="78514"/>
                </a:lnTo>
                <a:lnTo>
                  <a:pt x="215517" y="78939"/>
                </a:lnTo>
                <a:lnTo>
                  <a:pt x="215924" y="79356"/>
                </a:lnTo>
                <a:lnTo>
                  <a:pt x="216345" y="79767"/>
                </a:lnTo>
                <a:lnTo>
                  <a:pt x="216779" y="80172"/>
                </a:lnTo>
                <a:lnTo>
                  <a:pt x="217227" y="80570"/>
                </a:lnTo>
                <a:lnTo>
                  <a:pt x="217688" y="80961"/>
                </a:lnTo>
                <a:lnTo>
                  <a:pt x="218162" y="81345"/>
                </a:lnTo>
                <a:lnTo>
                  <a:pt x="218649" y="81723"/>
                </a:lnTo>
                <a:lnTo>
                  <a:pt x="219150" y="82093"/>
                </a:lnTo>
                <a:lnTo>
                  <a:pt x="219665" y="82458"/>
                </a:lnTo>
                <a:lnTo>
                  <a:pt x="220192" y="82815"/>
                </a:lnTo>
                <a:lnTo>
                  <a:pt x="220733" y="83166"/>
                </a:lnTo>
                <a:lnTo>
                  <a:pt x="221288" y="83510"/>
                </a:lnTo>
                <a:lnTo>
                  <a:pt x="221855" y="83847"/>
                </a:lnTo>
                <a:lnTo>
                  <a:pt x="222436" y="84178"/>
                </a:lnTo>
                <a:lnTo>
                  <a:pt x="223031" y="84502"/>
                </a:lnTo>
                <a:lnTo>
                  <a:pt x="223639" y="84819"/>
                </a:lnTo>
                <a:lnTo>
                  <a:pt x="224260" y="85130"/>
                </a:lnTo>
                <a:lnTo>
                  <a:pt x="224894" y="85434"/>
                </a:lnTo>
                <a:lnTo>
                  <a:pt x="225542" y="85733"/>
                </a:lnTo>
                <a:lnTo>
                  <a:pt x="226201" y="86029"/>
                </a:lnTo>
                <a:lnTo>
                  <a:pt x="226873" y="86321"/>
                </a:lnTo>
                <a:lnTo>
                  <a:pt x="227558" y="86611"/>
                </a:lnTo>
                <a:lnTo>
                  <a:pt x="228254" y="86898"/>
                </a:lnTo>
                <a:lnTo>
                  <a:pt x="228963" y="87182"/>
                </a:lnTo>
                <a:lnTo>
                  <a:pt x="229685" y="87463"/>
                </a:lnTo>
                <a:lnTo>
                  <a:pt x="230418" y="87741"/>
                </a:lnTo>
                <a:lnTo>
                  <a:pt x="231164" y="88016"/>
                </a:lnTo>
                <a:lnTo>
                  <a:pt x="231923" y="88288"/>
                </a:lnTo>
                <a:lnTo>
                  <a:pt x="232693" y="88557"/>
                </a:lnTo>
                <a:lnTo>
                  <a:pt x="233476" y="88823"/>
                </a:lnTo>
                <a:lnTo>
                  <a:pt x="234272" y="89085"/>
                </a:lnTo>
                <a:lnTo>
                  <a:pt x="235079" y="89345"/>
                </a:lnTo>
                <a:lnTo>
                  <a:pt x="235899" y="89602"/>
                </a:lnTo>
                <a:lnTo>
                  <a:pt x="236731" y="89856"/>
                </a:lnTo>
                <a:lnTo>
                  <a:pt x="237576" y="90107"/>
                </a:lnTo>
                <a:lnTo>
                  <a:pt x="238433" y="90356"/>
                </a:lnTo>
                <a:lnTo>
                  <a:pt x="239302" y="90601"/>
                </a:lnTo>
                <a:lnTo>
                  <a:pt x="240184" y="90843"/>
                </a:lnTo>
                <a:lnTo>
                  <a:pt x="241078" y="91082"/>
                </a:lnTo>
                <a:lnTo>
                  <a:pt x="241984" y="91318"/>
                </a:lnTo>
                <a:lnTo>
                  <a:pt x="242903" y="91551"/>
                </a:lnTo>
                <a:lnTo>
                  <a:pt x="243834" y="91781"/>
                </a:lnTo>
                <a:lnTo>
                  <a:pt x="244970" y="92061"/>
                </a:lnTo>
                <a:lnTo>
                  <a:pt x="246077" y="92341"/>
                </a:lnTo>
                <a:lnTo>
                  <a:pt x="247156" y="92622"/>
                </a:lnTo>
                <a:lnTo>
                  <a:pt x="248205" y="92904"/>
                </a:lnTo>
                <a:lnTo>
                  <a:pt x="249226" y="93186"/>
                </a:lnTo>
                <a:lnTo>
                  <a:pt x="250218" y="93469"/>
                </a:lnTo>
                <a:lnTo>
                  <a:pt x="251180" y="93753"/>
                </a:lnTo>
                <a:lnTo>
                  <a:pt x="252114" y="94038"/>
                </a:lnTo>
                <a:lnTo>
                  <a:pt x="253019" y="94323"/>
                </a:lnTo>
                <a:lnTo>
                  <a:pt x="253895" y="94609"/>
                </a:lnTo>
                <a:lnTo>
                  <a:pt x="254742" y="94896"/>
                </a:lnTo>
                <a:lnTo>
                  <a:pt x="255560" y="95183"/>
                </a:lnTo>
                <a:lnTo>
                  <a:pt x="256349" y="95472"/>
                </a:lnTo>
                <a:lnTo>
                  <a:pt x="257109" y="95761"/>
                </a:lnTo>
                <a:lnTo>
                  <a:pt x="257840" y="96050"/>
                </a:lnTo>
                <a:lnTo>
                  <a:pt x="258542" y="96341"/>
                </a:lnTo>
                <a:lnTo>
                  <a:pt x="259216" y="96632"/>
                </a:lnTo>
                <a:lnTo>
                  <a:pt x="259860" y="96923"/>
                </a:lnTo>
                <a:lnTo>
                  <a:pt x="260475" y="97216"/>
                </a:lnTo>
                <a:lnTo>
                  <a:pt x="261062" y="97509"/>
                </a:lnTo>
                <a:lnTo>
                  <a:pt x="261619" y="97803"/>
                </a:lnTo>
                <a:lnTo>
                  <a:pt x="262148" y="98098"/>
                </a:lnTo>
                <a:lnTo>
                  <a:pt x="262648" y="98393"/>
                </a:lnTo>
                <a:lnTo>
                  <a:pt x="263118" y="98689"/>
                </a:lnTo>
                <a:lnTo>
                  <a:pt x="263565" y="98992"/>
                </a:lnTo>
                <a:lnTo>
                  <a:pt x="263993" y="99308"/>
                </a:lnTo>
                <a:lnTo>
                  <a:pt x="264402" y="99636"/>
                </a:lnTo>
                <a:lnTo>
                  <a:pt x="264791" y="99978"/>
                </a:lnTo>
                <a:lnTo>
                  <a:pt x="265162" y="100333"/>
                </a:lnTo>
                <a:lnTo>
                  <a:pt x="265514" y="100701"/>
                </a:lnTo>
                <a:lnTo>
                  <a:pt x="265846" y="101082"/>
                </a:lnTo>
                <a:lnTo>
                  <a:pt x="266160" y="101476"/>
                </a:lnTo>
                <a:lnTo>
                  <a:pt x="266455" y="101884"/>
                </a:lnTo>
                <a:lnTo>
                  <a:pt x="266730" y="102304"/>
                </a:lnTo>
                <a:lnTo>
                  <a:pt x="266987" y="102737"/>
                </a:lnTo>
                <a:lnTo>
                  <a:pt x="267224" y="103184"/>
                </a:lnTo>
                <a:lnTo>
                  <a:pt x="267443" y="103643"/>
                </a:lnTo>
                <a:lnTo>
                  <a:pt x="267643" y="104115"/>
                </a:lnTo>
                <a:lnTo>
                  <a:pt x="267823" y="104601"/>
                </a:lnTo>
                <a:lnTo>
                  <a:pt x="267985" y="105100"/>
                </a:lnTo>
                <a:lnTo>
                  <a:pt x="268127" y="105611"/>
                </a:lnTo>
                <a:lnTo>
                  <a:pt x="268251" y="106136"/>
                </a:lnTo>
                <a:lnTo>
                  <a:pt x="268355" y="106674"/>
                </a:lnTo>
                <a:lnTo>
                  <a:pt x="268441" y="107224"/>
                </a:lnTo>
                <a:lnTo>
                  <a:pt x="268508" y="107788"/>
                </a:lnTo>
                <a:lnTo>
                  <a:pt x="268555" y="108365"/>
                </a:lnTo>
                <a:lnTo>
                  <a:pt x="268584" y="108955"/>
                </a:lnTo>
                <a:lnTo>
                  <a:pt x="268593" y="109558"/>
                </a:lnTo>
                <a:lnTo>
                  <a:pt x="268583" y="110277"/>
                </a:lnTo>
                <a:lnTo>
                  <a:pt x="268551" y="110979"/>
                </a:lnTo>
                <a:lnTo>
                  <a:pt x="268498" y="111663"/>
                </a:lnTo>
                <a:lnTo>
                  <a:pt x="268425" y="112330"/>
                </a:lnTo>
                <a:lnTo>
                  <a:pt x="268330" y="112980"/>
                </a:lnTo>
                <a:lnTo>
                  <a:pt x="268214" y="113613"/>
                </a:lnTo>
                <a:lnTo>
                  <a:pt x="268077" y="114229"/>
                </a:lnTo>
                <a:lnTo>
                  <a:pt x="267919" y="114828"/>
                </a:lnTo>
                <a:lnTo>
                  <a:pt x="267740" y="115409"/>
                </a:lnTo>
                <a:lnTo>
                  <a:pt x="267540" y="115974"/>
                </a:lnTo>
                <a:lnTo>
                  <a:pt x="267319" y="116521"/>
                </a:lnTo>
                <a:lnTo>
                  <a:pt x="267076" y="117051"/>
                </a:lnTo>
                <a:lnTo>
                  <a:pt x="266813" y="117564"/>
                </a:lnTo>
                <a:lnTo>
                  <a:pt x="266529" y="118060"/>
                </a:lnTo>
                <a:lnTo>
                  <a:pt x="266223" y="118539"/>
                </a:lnTo>
                <a:lnTo>
                  <a:pt x="265897" y="119001"/>
                </a:lnTo>
                <a:lnTo>
                  <a:pt x="265549" y="119445"/>
                </a:lnTo>
                <a:lnTo>
                  <a:pt x="265181" y="119872"/>
                </a:lnTo>
                <a:lnTo>
                  <a:pt x="264791" y="120283"/>
                </a:lnTo>
                <a:lnTo>
                  <a:pt x="264380" y="120676"/>
                </a:lnTo>
                <a:lnTo>
                  <a:pt x="263948" y="121052"/>
                </a:lnTo>
                <a:lnTo>
                  <a:pt x="263495" y="121411"/>
                </a:lnTo>
                <a:lnTo>
                  <a:pt x="263022" y="121752"/>
                </a:lnTo>
                <a:lnTo>
                  <a:pt x="262527" y="122077"/>
                </a:lnTo>
                <a:lnTo>
                  <a:pt x="262015" y="122386"/>
                </a:lnTo>
                <a:lnTo>
                  <a:pt x="261492" y="122682"/>
                </a:lnTo>
                <a:lnTo>
                  <a:pt x="260958" y="122965"/>
                </a:lnTo>
                <a:lnTo>
                  <a:pt x="260413" y="123235"/>
                </a:lnTo>
                <a:lnTo>
                  <a:pt x="259855" y="123492"/>
                </a:lnTo>
                <a:lnTo>
                  <a:pt x="259287" y="123736"/>
                </a:lnTo>
                <a:lnTo>
                  <a:pt x="258707" y="123966"/>
                </a:lnTo>
                <a:lnTo>
                  <a:pt x="258115" y="124183"/>
                </a:lnTo>
                <a:lnTo>
                  <a:pt x="257512" y="124387"/>
                </a:lnTo>
                <a:lnTo>
                  <a:pt x="256897" y="124578"/>
                </a:lnTo>
                <a:lnTo>
                  <a:pt x="256271" y="124756"/>
                </a:lnTo>
                <a:lnTo>
                  <a:pt x="255634" y="124920"/>
                </a:lnTo>
                <a:lnTo>
                  <a:pt x="254985" y="125072"/>
                </a:lnTo>
                <a:lnTo>
                  <a:pt x="254324" y="125210"/>
                </a:lnTo>
                <a:lnTo>
                  <a:pt x="253653" y="125335"/>
                </a:lnTo>
                <a:lnTo>
                  <a:pt x="252969" y="125447"/>
                </a:lnTo>
                <a:lnTo>
                  <a:pt x="252274" y="125546"/>
                </a:lnTo>
                <a:lnTo>
                  <a:pt x="251568" y="125631"/>
                </a:lnTo>
                <a:lnTo>
                  <a:pt x="250850" y="125704"/>
                </a:lnTo>
                <a:lnTo>
                  <a:pt x="250121" y="125763"/>
                </a:lnTo>
                <a:lnTo>
                  <a:pt x="249380" y="125809"/>
                </a:lnTo>
                <a:lnTo>
                  <a:pt x="248628" y="125842"/>
                </a:lnTo>
                <a:lnTo>
                  <a:pt x="247864" y="125862"/>
                </a:lnTo>
                <a:lnTo>
                  <a:pt x="247089" y="125868"/>
                </a:lnTo>
                <a:lnTo>
                  <a:pt x="246224" y="125860"/>
                </a:lnTo>
                <a:lnTo>
                  <a:pt x="245371" y="125835"/>
                </a:lnTo>
                <a:lnTo>
                  <a:pt x="244530" y="125793"/>
                </a:lnTo>
                <a:lnTo>
                  <a:pt x="243701" y="125735"/>
                </a:lnTo>
                <a:lnTo>
                  <a:pt x="242884" y="125660"/>
                </a:lnTo>
                <a:lnTo>
                  <a:pt x="242080" y="125568"/>
                </a:lnTo>
                <a:lnTo>
                  <a:pt x="241287" y="125459"/>
                </a:lnTo>
                <a:lnTo>
                  <a:pt x="240507" y="125334"/>
                </a:lnTo>
                <a:lnTo>
                  <a:pt x="239739" y="125192"/>
                </a:lnTo>
                <a:lnTo>
                  <a:pt x="238983" y="125034"/>
                </a:lnTo>
                <a:lnTo>
                  <a:pt x="238240" y="124859"/>
                </a:lnTo>
                <a:lnTo>
                  <a:pt x="237508" y="124667"/>
                </a:lnTo>
                <a:lnTo>
                  <a:pt x="236789" y="124458"/>
                </a:lnTo>
                <a:lnTo>
                  <a:pt x="236082" y="124233"/>
                </a:lnTo>
                <a:lnTo>
                  <a:pt x="235387" y="123991"/>
                </a:lnTo>
                <a:lnTo>
                  <a:pt x="234704" y="123732"/>
                </a:lnTo>
                <a:lnTo>
                  <a:pt x="234033" y="123457"/>
                </a:lnTo>
                <a:lnTo>
                  <a:pt x="233374" y="123165"/>
                </a:lnTo>
                <a:lnTo>
                  <a:pt x="232728" y="122856"/>
                </a:lnTo>
                <a:lnTo>
                  <a:pt x="232094" y="122531"/>
                </a:lnTo>
                <a:lnTo>
                  <a:pt x="231472" y="122189"/>
                </a:lnTo>
                <a:lnTo>
                  <a:pt x="230862" y="121830"/>
                </a:lnTo>
                <a:lnTo>
                  <a:pt x="230264" y="121455"/>
                </a:lnTo>
                <a:lnTo>
                  <a:pt x="229678" y="121063"/>
                </a:lnTo>
                <a:lnTo>
                  <a:pt x="229111" y="120650"/>
                </a:lnTo>
                <a:lnTo>
                  <a:pt x="228568" y="120213"/>
                </a:lnTo>
                <a:lnTo>
                  <a:pt x="228049" y="119752"/>
                </a:lnTo>
                <a:lnTo>
                  <a:pt x="227554" y="119267"/>
                </a:lnTo>
                <a:lnTo>
                  <a:pt x="227083" y="118758"/>
                </a:lnTo>
                <a:lnTo>
                  <a:pt x="226636" y="118224"/>
                </a:lnTo>
                <a:lnTo>
                  <a:pt x="226213" y="117666"/>
                </a:lnTo>
                <a:lnTo>
                  <a:pt x="225815" y="117084"/>
                </a:lnTo>
                <a:lnTo>
                  <a:pt x="225441" y="116478"/>
                </a:lnTo>
                <a:lnTo>
                  <a:pt x="225091" y="115847"/>
                </a:lnTo>
                <a:lnTo>
                  <a:pt x="224765" y="115192"/>
                </a:lnTo>
                <a:lnTo>
                  <a:pt x="224463" y="114514"/>
                </a:lnTo>
                <a:lnTo>
                  <a:pt x="224185" y="113810"/>
                </a:lnTo>
                <a:lnTo>
                  <a:pt x="223931" y="113083"/>
                </a:lnTo>
                <a:lnTo>
                  <a:pt x="223702" y="112332"/>
                </a:lnTo>
                <a:lnTo>
                  <a:pt x="223497" y="111556"/>
                </a:lnTo>
                <a:lnTo>
                  <a:pt x="223316" y="110756"/>
                </a:lnTo>
                <a:lnTo>
                  <a:pt x="223159" y="109932"/>
                </a:lnTo>
                <a:lnTo>
                  <a:pt x="223026" y="109083"/>
                </a:lnTo>
                <a:lnTo>
                  <a:pt x="222917" y="108211"/>
                </a:lnTo>
                <a:lnTo>
                  <a:pt x="222833" y="107314"/>
                </a:lnTo>
                <a:lnTo>
                  <a:pt x="222772" y="106393"/>
                </a:lnTo>
                <a:lnTo>
                  <a:pt x="222736" y="105448"/>
                </a:lnTo>
                <a:lnTo>
                  <a:pt x="222724" y="104478"/>
                </a:lnTo>
                <a:lnTo>
                  <a:pt x="206843" y="104478"/>
                </a:lnTo>
                <a:lnTo>
                  <a:pt x="206848" y="105235"/>
                </a:lnTo>
                <a:lnTo>
                  <a:pt x="206864" y="105983"/>
                </a:lnTo>
                <a:lnTo>
                  <a:pt x="206891" y="106722"/>
                </a:lnTo>
                <a:lnTo>
                  <a:pt x="206929" y="107451"/>
                </a:lnTo>
                <a:lnTo>
                  <a:pt x="206977" y="108171"/>
                </a:lnTo>
                <a:lnTo>
                  <a:pt x="207037" y="108881"/>
                </a:lnTo>
                <a:lnTo>
                  <a:pt x="207107" y="109583"/>
                </a:lnTo>
                <a:lnTo>
                  <a:pt x="207188" y="110275"/>
                </a:lnTo>
                <a:lnTo>
                  <a:pt x="207280" y="110957"/>
                </a:lnTo>
                <a:lnTo>
                  <a:pt x="207382" y="111630"/>
                </a:lnTo>
                <a:lnTo>
                  <a:pt x="207495" y="112294"/>
                </a:lnTo>
                <a:lnTo>
                  <a:pt x="207619" y="112948"/>
                </a:lnTo>
                <a:lnTo>
                  <a:pt x="207754" y="113594"/>
                </a:lnTo>
                <a:lnTo>
                  <a:pt x="207900" y="114229"/>
                </a:lnTo>
                <a:lnTo>
                  <a:pt x="208056" y="114856"/>
                </a:lnTo>
                <a:lnTo>
                  <a:pt x="208224" y="115473"/>
                </a:lnTo>
                <a:lnTo>
                  <a:pt x="208402" y="116081"/>
                </a:lnTo>
                <a:lnTo>
                  <a:pt x="208590" y="116679"/>
                </a:lnTo>
                <a:lnTo>
                  <a:pt x="208790" y="117268"/>
                </a:lnTo>
                <a:lnTo>
                  <a:pt x="209000" y="117848"/>
                </a:lnTo>
                <a:lnTo>
                  <a:pt x="209222" y="118418"/>
                </a:lnTo>
                <a:lnTo>
                  <a:pt x="209454" y="118979"/>
                </a:lnTo>
                <a:lnTo>
                  <a:pt x="209696" y="119531"/>
                </a:lnTo>
                <a:lnTo>
                  <a:pt x="209950" y="120073"/>
                </a:lnTo>
                <a:lnTo>
                  <a:pt x="210213" y="120606"/>
                </a:lnTo>
                <a:lnTo>
                  <a:pt x="210485" y="121131"/>
                </a:lnTo>
                <a:lnTo>
                  <a:pt x="210764" y="121646"/>
                </a:lnTo>
                <a:lnTo>
                  <a:pt x="211053" y="122154"/>
                </a:lnTo>
                <a:lnTo>
                  <a:pt x="211349" y="122652"/>
                </a:lnTo>
                <a:lnTo>
                  <a:pt x="211655" y="123142"/>
                </a:lnTo>
                <a:lnTo>
                  <a:pt x="211968" y="123623"/>
                </a:lnTo>
                <a:lnTo>
                  <a:pt x="212290" y="124096"/>
                </a:lnTo>
                <a:lnTo>
                  <a:pt x="212620" y="124560"/>
                </a:lnTo>
                <a:lnTo>
                  <a:pt x="212959" y="125015"/>
                </a:lnTo>
                <a:lnTo>
                  <a:pt x="213306" y="125462"/>
                </a:lnTo>
                <a:lnTo>
                  <a:pt x="213661" y="125900"/>
                </a:lnTo>
                <a:lnTo>
                  <a:pt x="214025" y="126329"/>
                </a:lnTo>
                <a:lnTo>
                  <a:pt x="214397" y="126750"/>
                </a:lnTo>
                <a:lnTo>
                  <a:pt x="214778" y="127162"/>
                </a:lnTo>
                <a:lnTo>
                  <a:pt x="215167" y="127566"/>
                </a:lnTo>
                <a:lnTo>
                  <a:pt x="215564" y="127961"/>
                </a:lnTo>
                <a:lnTo>
                  <a:pt x="215970" y="128347"/>
                </a:lnTo>
                <a:lnTo>
                  <a:pt x="216384" y="128724"/>
                </a:lnTo>
                <a:lnTo>
                  <a:pt x="216807" y="129093"/>
                </a:lnTo>
                <a:lnTo>
                  <a:pt x="217238" y="129454"/>
                </a:lnTo>
                <a:lnTo>
                  <a:pt x="217677" y="129805"/>
                </a:lnTo>
                <a:lnTo>
                  <a:pt x="218125" y="130149"/>
                </a:lnTo>
                <a:lnTo>
                  <a:pt x="218581" y="130483"/>
                </a:lnTo>
                <a:lnTo>
                  <a:pt x="219044" y="130809"/>
                </a:lnTo>
                <a:lnTo>
                  <a:pt x="219514" y="131128"/>
                </a:lnTo>
                <a:lnTo>
                  <a:pt x="219989" y="131440"/>
                </a:lnTo>
                <a:lnTo>
                  <a:pt x="220470" y="131744"/>
                </a:lnTo>
                <a:lnTo>
                  <a:pt x="220958" y="132041"/>
                </a:lnTo>
                <a:lnTo>
                  <a:pt x="221451" y="132330"/>
                </a:lnTo>
                <a:lnTo>
                  <a:pt x="221950" y="132612"/>
                </a:lnTo>
                <a:lnTo>
                  <a:pt x="222456" y="132887"/>
                </a:lnTo>
                <a:lnTo>
                  <a:pt x="222967" y="133154"/>
                </a:lnTo>
                <a:lnTo>
                  <a:pt x="223484" y="133414"/>
                </a:lnTo>
                <a:lnTo>
                  <a:pt x="224007" y="133666"/>
                </a:lnTo>
                <a:lnTo>
                  <a:pt x="224537" y="133911"/>
                </a:lnTo>
                <a:lnTo>
                  <a:pt x="225072" y="134148"/>
                </a:lnTo>
                <a:lnTo>
                  <a:pt x="225613" y="134378"/>
                </a:lnTo>
                <a:lnTo>
                  <a:pt x="226160" y="134601"/>
                </a:lnTo>
                <a:lnTo>
                  <a:pt x="226714" y="134816"/>
                </a:lnTo>
                <a:lnTo>
                  <a:pt x="227273" y="135024"/>
                </a:lnTo>
                <a:lnTo>
                  <a:pt x="227838" y="135225"/>
                </a:lnTo>
                <a:lnTo>
                  <a:pt x="228409" y="135418"/>
                </a:lnTo>
                <a:lnTo>
                  <a:pt x="228987" y="135603"/>
                </a:lnTo>
                <a:lnTo>
                  <a:pt x="229570" y="135782"/>
                </a:lnTo>
                <a:lnTo>
                  <a:pt x="230159" y="135953"/>
                </a:lnTo>
                <a:lnTo>
                  <a:pt x="230754" y="136116"/>
                </a:lnTo>
                <a:lnTo>
                  <a:pt x="231355" y="136272"/>
                </a:lnTo>
                <a:lnTo>
                  <a:pt x="231961" y="136421"/>
                </a:lnTo>
                <a:lnTo>
                  <a:pt x="232570" y="136564"/>
                </a:lnTo>
                <a:lnTo>
                  <a:pt x="233181" y="136700"/>
                </a:lnTo>
                <a:lnTo>
                  <a:pt x="233795" y="136831"/>
                </a:lnTo>
                <a:lnTo>
                  <a:pt x="234413" y="136954"/>
                </a:lnTo>
                <a:lnTo>
                  <a:pt x="235033" y="137072"/>
                </a:lnTo>
                <a:lnTo>
                  <a:pt x="235656" y="137183"/>
                </a:lnTo>
                <a:lnTo>
                  <a:pt x="236282" y="137288"/>
                </a:lnTo>
                <a:lnTo>
                  <a:pt x="236911" y="137386"/>
                </a:lnTo>
                <a:lnTo>
                  <a:pt x="237543" y="137478"/>
                </a:lnTo>
                <a:lnTo>
                  <a:pt x="238178" y="137564"/>
                </a:lnTo>
                <a:lnTo>
                  <a:pt x="238815" y="137643"/>
                </a:lnTo>
                <a:lnTo>
                  <a:pt x="239456" y="137716"/>
                </a:lnTo>
                <a:lnTo>
                  <a:pt x="240099" y="137783"/>
                </a:lnTo>
                <a:lnTo>
                  <a:pt x="240746" y="137843"/>
                </a:lnTo>
                <a:lnTo>
                  <a:pt x="241395" y="137897"/>
                </a:lnTo>
                <a:lnTo>
                  <a:pt x="242047" y="137945"/>
                </a:lnTo>
                <a:lnTo>
                  <a:pt x="242702" y="137986"/>
                </a:lnTo>
                <a:lnTo>
                  <a:pt x="243360" y="138021"/>
                </a:lnTo>
                <a:lnTo>
                  <a:pt x="244021" y="138049"/>
                </a:lnTo>
                <a:lnTo>
                  <a:pt x="244685" y="138071"/>
                </a:lnTo>
                <a:lnTo>
                  <a:pt x="245352" y="138087"/>
                </a:lnTo>
                <a:lnTo>
                  <a:pt x="246022" y="138097"/>
                </a:lnTo>
                <a:lnTo>
                  <a:pt x="246694" y="138100"/>
                </a:lnTo>
                <a:lnTo>
                  <a:pt x="247366" y="138097"/>
                </a:lnTo>
                <a:lnTo>
                  <a:pt x="248035" y="138088"/>
                </a:lnTo>
                <a:lnTo>
                  <a:pt x="248699" y="138073"/>
                </a:lnTo>
                <a:lnTo>
                  <a:pt x="249359" y="138052"/>
                </a:lnTo>
                <a:close/>
                <a:moveTo>
                  <a:pt x="387814" y="137896"/>
                </a:moveTo>
                <a:lnTo>
                  <a:pt x="387674" y="138390"/>
                </a:lnTo>
                <a:lnTo>
                  <a:pt x="387522" y="138878"/>
                </a:lnTo>
                <a:lnTo>
                  <a:pt x="387358" y="139360"/>
                </a:lnTo>
                <a:lnTo>
                  <a:pt x="387182" y="139837"/>
                </a:lnTo>
                <a:lnTo>
                  <a:pt x="386994" y="140308"/>
                </a:lnTo>
                <a:lnTo>
                  <a:pt x="386794" y="140773"/>
                </a:lnTo>
                <a:lnTo>
                  <a:pt x="386583" y="141232"/>
                </a:lnTo>
                <a:lnTo>
                  <a:pt x="386359" y="141685"/>
                </a:lnTo>
                <a:lnTo>
                  <a:pt x="386123" y="142133"/>
                </a:lnTo>
                <a:lnTo>
                  <a:pt x="385875" y="142574"/>
                </a:lnTo>
                <a:lnTo>
                  <a:pt x="385615" y="143010"/>
                </a:lnTo>
                <a:lnTo>
                  <a:pt x="385343" y="143440"/>
                </a:lnTo>
                <a:lnTo>
                  <a:pt x="385060" y="143864"/>
                </a:lnTo>
                <a:lnTo>
                  <a:pt x="384764" y="144283"/>
                </a:lnTo>
                <a:lnTo>
                  <a:pt x="384456" y="144695"/>
                </a:lnTo>
                <a:lnTo>
                  <a:pt x="384136" y="145102"/>
                </a:lnTo>
                <a:lnTo>
                  <a:pt x="383805" y="145503"/>
                </a:lnTo>
                <a:lnTo>
                  <a:pt x="383461" y="145898"/>
                </a:lnTo>
                <a:lnTo>
                  <a:pt x="383105" y="146287"/>
                </a:lnTo>
                <a:lnTo>
                  <a:pt x="382741" y="146670"/>
                </a:lnTo>
                <a:lnTo>
                  <a:pt x="382372" y="147046"/>
                </a:lnTo>
                <a:lnTo>
                  <a:pt x="381999" y="147414"/>
                </a:lnTo>
                <a:lnTo>
                  <a:pt x="381620" y="147775"/>
                </a:lnTo>
                <a:lnTo>
                  <a:pt x="381237" y="148129"/>
                </a:lnTo>
                <a:lnTo>
                  <a:pt x="380849" y="148476"/>
                </a:lnTo>
                <a:lnTo>
                  <a:pt x="380456" y="148816"/>
                </a:lnTo>
                <a:lnTo>
                  <a:pt x="380058" y="149148"/>
                </a:lnTo>
                <a:lnTo>
                  <a:pt x="379656" y="149473"/>
                </a:lnTo>
                <a:lnTo>
                  <a:pt x="379249" y="149791"/>
                </a:lnTo>
                <a:lnTo>
                  <a:pt x="378837" y="150102"/>
                </a:lnTo>
                <a:lnTo>
                  <a:pt x="378420" y="150406"/>
                </a:lnTo>
                <a:lnTo>
                  <a:pt x="377998" y="150702"/>
                </a:lnTo>
                <a:lnTo>
                  <a:pt x="377572" y="150991"/>
                </a:lnTo>
                <a:lnTo>
                  <a:pt x="377141" y="151273"/>
                </a:lnTo>
                <a:lnTo>
                  <a:pt x="376705" y="151548"/>
                </a:lnTo>
                <a:lnTo>
                  <a:pt x="376264" y="151816"/>
                </a:lnTo>
                <a:lnTo>
                  <a:pt x="375818" y="152076"/>
                </a:lnTo>
                <a:lnTo>
                  <a:pt x="375368" y="152330"/>
                </a:lnTo>
                <a:lnTo>
                  <a:pt x="374913" y="152576"/>
                </a:lnTo>
                <a:lnTo>
                  <a:pt x="374453" y="152815"/>
                </a:lnTo>
                <a:lnTo>
                  <a:pt x="373988" y="153046"/>
                </a:lnTo>
                <a:lnTo>
                  <a:pt x="373518" y="153271"/>
                </a:lnTo>
                <a:lnTo>
                  <a:pt x="373044" y="153488"/>
                </a:lnTo>
                <a:lnTo>
                  <a:pt x="377187" y="162761"/>
                </a:lnTo>
                <a:lnTo>
                  <a:pt x="377768" y="162503"/>
                </a:lnTo>
                <a:lnTo>
                  <a:pt x="378344" y="162239"/>
                </a:lnTo>
                <a:lnTo>
                  <a:pt x="378915" y="161970"/>
                </a:lnTo>
                <a:lnTo>
                  <a:pt x="379482" y="161695"/>
                </a:lnTo>
                <a:lnTo>
                  <a:pt x="380043" y="161414"/>
                </a:lnTo>
                <a:lnTo>
                  <a:pt x="380599" y="161127"/>
                </a:lnTo>
                <a:lnTo>
                  <a:pt x="381151" y="160834"/>
                </a:lnTo>
                <a:lnTo>
                  <a:pt x="381697" y="160536"/>
                </a:lnTo>
                <a:lnTo>
                  <a:pt x="382238" y="160231"/>
                </a:lnTo>
                <a:lnTo>
                  <a:pt x="382775" y="159921"/>
                </a:lnTo>
                <a:lnTo>
                  <a:pt x="383306" y="159605"/>
                </a:lnTo>
                <a:lnTo>
                  <a:pt x="383833" y="159284"/>
                </a:lnTo>
                <a:lnTo>
                  <a:pt x="384354" y="158956"/>
                </a:lnTo>
                <a:lnTo>
                  <a:pt x="384871" y="158623"/>
                </a:lnTo>
                <a:lnTo>
                  <a:pt x="385383" y="158283"/>
                </a:lnTo>
                <a:lnTo>
                  <a:pt x="385889" y="157938"/>
                </a:lnTo>
                <a:lnTo>
                  <a:pt x="386391" y="157587"/>
                </a:lnTo>
                <a:lnTo>
                  <a:pt x="386888" y="157231"/>
                </a:lnTo>
                <a:lnTo>
                  <a:pt x="387379" y="156868"/>
                </a:lnTo>
                <a:lnTo>
                  <a:pt x="387866" y="156500"/>
                </a:lnTo>
                <a:lnTo>
                  <a:pt x="388348" y="156125"/>
                </a:lnTo>
                <a:lnTo>
                  <a:pt x="388825" y="155745"/>
                </a:lnTo>
                <a:lnTo>
                  <a:pt x="389297" y="155360"/>
                </a:lnTo>
                <a:lnTo>
                  <a:pt x="389764" y="154968"/>
                </a:lnTo>
                <a:lnTo>
                  <a:pt x="390224" y="154570"/>
                </a:lnTo>
                <a:lnTo>
                  <a:pt x="390677" y="154164"/>
                </a:lnTo>
                <a:lnTo>
                  <a:pt x="391122" y="153751"/>
                </a:lnTo>
                <a:lnTo>
                  <a:pt x="391559" y="153331"/>
                </a:lnTo>
                <a:lnTo>
                  <a:pt x="391987" y="152903"/>
                </a:lnTo>
                <a:lnTo>
                  <a:pt x="392409" y="152468"/>
                </a:lnTo>
                <a:lnTo>
                  <a:pt x="392822" y="152026"/>
                </a:lnTo>
                <a:lnTo>
                  <a:pt x="393227" y="151576"/>
                </a:lnTo>
                <a:lnTo>
                  <a:pt x="393625" y="151119"/>
                </a:lnTo>
                <a:lnTo>
                  <a:pt x="394014" y="150654"/>
                </a:lnTo>
                <a:lnTo>
                  <a:pt x="394396" y="150182"/>
                </a:lnTo>
                <a:lnTo>
                  <a:pt x="394770" y="149703"/>
                </a:lnTo>
                <a:lnTo>
                  <a:pt x="395136" y="149216"/>
                </a:lnTo>
                <a:lnTo>
                  <a:pt x="395494" y="148722"/>
                </a:lnTo>
                <a:lnTo>
                  <a:pt x="395844" y="148221"/>
                </a:lnTo>
                <a:lnTo>
                  <a:pt x="396186" y="147712"/>
                </a:lnTo>
                <a:lnTo>
                  <a:pt x="396521" y="147196"/>
                </a:lnTo>
                <a:lnTo>
                  <a:pt x="396848" y="146673"/>
                </a:lnTo>
                <a:lnTo>
                  <a:pt x="397166" y="146142"/>
                </a:lnTo>
                <a:lnTo>
                  <a:pt x="397477" y="145604"/>
                </a:lnTo>
                <a:lnTo>
                  <a:pt x="397780" y="145058"/>
                </a:lnTo>
                <a:lnTo>
                  <a:pt x="398075" y="144505"/>
                </a:lnTo>
                <a:lnTo>
                  <a:pt x="398362" y="143945"/>
                </a:lnTo>
                <a:lnTo>
                  <a:pt x="398642" y="143377"/>
                </a:lnTo>
                <a:lnTo>
                  <a:pt x="398911" y="142802"/>
                </a:lnTo>
                <a:lnTo>
                  <a:pt x="399169" y="142217"/>
                </a:lnTo>
                <a:lnTo>
                  <a:pt x="399416" y="141624"/>
                </a:lnTo>
                <a:lnTo>
                  <a:pt x="399651" y="141022"/>
                </a:lnTo>
                <a:lnTo>
                  <a:pt x="399875" y="140412"/>
                </a:lnTo>
                <a:lnTo>
                  <a:pt x="400087" y="139792"/>
                </a:lnTo>
                <a:lnTo>
                  <a:pt x="400288" y="139164"/>
                </a:lnTo>
                <a:lnTo>
                  <a:pt x="400477" y="138527"/>
                </a:lnTo>
                <a:lnTo>
                  <a:pt x="400655" y="137882"/>
                </a:lnTo>
                <a:lnTo>
                  <a:pt x="400822" y="137228"/>
                </a:lnTo>
                <a:lnTo>
                  <a:pt x="400977" y="136565"/>
                </a:lnTo>
                <a:lnTo>
                  <a:pt x="401120" y="135893"/>
                </a:lnTo>
                <a:lnTo>
                  <a:pt x="401252" y="135212"/>
                </a:lnTo>
                <a:lnTo>
                  <a:pt x="401372" y="134523"/>
                </a:lnTo>
                <a:lnTo>
                  <a:pt x="401481" y="133825"/>
                </a:lnTo>
                <a:lnTo>
                  <a:pt x="401579" y="133119"/>
                </a:lnTo>
                <a:lnTo>
                  <a:pt x="401665" y="132403"/>
                </a:lnTo>
                <a:lnTo>
                  <a:pt x="401740" y="131679"/>
                </a:lnTo>
                <a:lnTo>
                  <a:pt x="401803" y="130946"/>
                </a:lnTo>
                <a:lnTo>
                  <a:pt x="401854" y="130204"/>
                </a:lnTo>
                <a:lnTo>
                  <a:pt x="401895" y="129454"/>
                </a:lnTo>
                <a:lnTo>
                  <a:pt x="401923" y="128695"/>
                </a:lnTo>
                <a:lnTo>
                  <a:pt x="401940" y="127927"/>
                </a:lnTo>
                <a:lnTo>
                  <a:pt x="401946" y="127151"/>
                </a:lnTo>
                <a:lnTo>
                  <a:pt x="401940" y="126492"/>
                </a:lnTo>
                <a:lnTo>
                  <a:pt x="401921" y="125848"/>
                </a:lnTo>
                <a:lnTo>
                  <a:pt x="401891" y="125218"/>
                </a:lnTo>
                <a:lnTo>
                  <a:pt x="401848" y="124602"/>
                </a:lnTo>
                <a:lnTo>
                  <a:pt x="401792" y="124001"/>
                </a:lnTo>
                <a:lnTo>
                  <a:pt x="401724" y="123415"/>
                </a:lnTo>
                <a:lnTo>
                  <a:pt x="401644" y="122842"/>
                </a:lnTo>
                <a:lnTo>
                  <a:pt x="401552" y="122284"/>
                </a:lnTo>
                <a:lnTo>
                  <a:pt x="401447" y="121741"/>
                </a:lnTo>
                <a:lnTo>
                  <a:pt x="401330" y="121212"/>
                </a:lnTo>
                <a:lnTo>
                  <a:pt x="401200" y="120697"/>
                </a:lnTo>
                <a:lnTo>
                  <a:pt x="401058" y="120196"/>
                </a:lnTo>
                <a:lnTo>
                  <a:pt x="400904" y="119710"/>
                </a:lnTo>
                <a:lnTo>
                  <a:pt x="400738" y="119239"/>
                </a:lnTo>
                <a:lnTo>
                  <a:pt x="400559" y="118781"/>
                </a:lnTo>
                <a:lnTo>
                  <a:pt x="400368" y="118339"/>
                </a:lnTo>
                <a:lnTo>
                  <a:pt x="400164" y="117910"/>
                </a:lnTo>
                <a:lnTo>
                  <a:pt x="399949" y="117496"/>
                </a:lnTo>
                <a:lnTo>
                  <a:pt x="399721" y="117096"/>
                </a:lnTo>
                <a:lnTo>
                  <a:pt x="399480" y="116711"/>
                </a:lnTo>
                <a:lnTo>
                  <a:pt x="399227" y="116340"/>
                </a:lnTo>
                <a:lnTo>
                  <a:pt x="398962" y="115983"/>
                </a:lnTo>
                <a:lnTo>
                  <a:pt x="398685" y="115641"/>
                </a:lnTo>
                <a:lnTo>
                  <a:pt x="398395" y="115314"/>
                </a:lnTo>
                <a:lnTo>
                  <a:pt x="398096" y="115000"/>
                </a:lnTo>
                <a:lnTo>
                  <a:pt x="397790" y="114699"/>
                </a:lnTo>
                <a:lnTo>
                  <a:pt x="397478" y="114412"/>
                </a:lnTo>
                <a:lnTo>
                  <a:pt x="397159" y="114138"/>
                </a:lnTo>
                <a:lnTo>
                  <a:pt x="396834" y="113878"/>
                </a:lnTo>
                <a:lnTo>
                  <a:pt x="396502" y="113630"/>
                </a:lnTo>
                <a:lnTo>
                  <a:pt x="396164" y="113397"/>
                </a:lnTo>
                <a:lnTo>
                  <a:pt x="395819" y="113176"/>
                </a:lnTo>
                <a:lnTo>
                  <a:pt x="395468" y="112969"/>
                </a:lnTo>
                <a:lnTo>
                  <a:pt x="395110" y="112776"/>
                </a:lnTo>
                <a:lnTo>
                  <a:pt x="394746" y="112595"/>
                </a:lnTo>
                <a:lnTo>
                  <a:pt x="394375" y="112428"/>
                </a:lnTo>
                <a:lnTo>
                  <a:pt x="393998" y="112275"/>
                </a:lnTo>
                <a:lnTo>
                  <a:pt x="393614" y="112134"/>
                </a:lnTo>
                <a:lnTo>
                  <a:pt x="393224" y="112007"/>
                </a:lnTo>
                <a:lnTo>
                  <a:pt x="392827" y="111894"/>
                </a:lnTo>
                <a:lnTo>
                  <a:pt x="392424" y="111794"/>
                </a:lnTo>
                <a:lnTo>
                  <a:pt x="392014" y="111707"/>
                </a:lnTo>
                <a:lnTo>
                  <a:pt x="391598" y="111633"/>
                </a:lnTo>
                <a:lnTo>
                  <a:pt x="391175" y="111573"/>
                </a:lnTo>
                <a:lnTo>
                  <a:pt x="390746" y="111527"/>
                </a:lnTo>
                <a:lnTo>
                  <a:pt x="390310" y="111493"/>
                </a:lnTo>
                <a:lnTo>
                  <a:pt x="389867" y="111473"/>
                </a:lnTo>
                <a:lnTo>
                  <a:pt x="389419" y="111466"/>
                </a:lnTo>
                <a:lnTo>
                  <a:pt x="388961" y="111473"/>
                </a:lnTo>
                <a:lnTo>
                  <a:pt x="388511" y="111491"/>
                </a:lnTo>
                <a:lnTo>
                  <a:pt x="388067" y="111521"/>
                </a:lnTo>
                <a:lnTo>
                  <a:pt x="387629" y="111564"/>
                </a:lnTo>
                <a:lnTo>
                  <a:pt x="387198" y="111618"/>
                </a:lnTo>
                <a:lnTo>
                  <a:pt x="386774" y="111685"/>
                </a:lnTo>
                <a:lnTo>
                  <a:pt x="386356" y="111764"/>
                </a:lnTo>
                <a:lnTo>
                  <a:pt x="385944" y="111856"/>
                </a:lnTo>
                <a:lnTo>
                  <a:pt x="385539" y="111959"/>
                </a:lnTo>
                <a:lnTo>
                  <a:pt x="385141" y="112074"/>
                </a:lnTo>
                <a:lnTo>
                  <a:pt x="384749" y="112202"/>
                </a:lnTo>
                <a:lnTo>
                  <a:pt x="384363" y="112342"/>
                </a:lnTo>
                <a:lnTo>
                  <a:pt x="383984" y="112494"/>
                </a:lnTo>
                <a:lnTo>
                  <a:pt x="383612" y="112658"/>
                </a:lnTo>
                <a:lnTo>
                  <a:pt x="383246" y="112834"/>
                </a:lnTo>
                <a:lnTo>
                  <a:pt x="382886" y="113023"/>
                </a:lnTo>
                <a:lnTo>
                  <a:pt x="382533" y="113223"/>
                </a:lnTo>
                <a:lnTo>
                  <a:pt x="382187" y="113436"/>
                </a:lnTo>
                <a:lnTo>
                  <a:pt x="381847" y="113661"/>
                </a:lnTo>
                <a:lnTo>
                  <a:pt x="381513" y="113898"/>
                </a:lnTo>
                <a:lnTo>
                  <a:pt x="381186" y="114148"/>
                </a:lnTo>
                <a:lnTo>
                  <a:pt x="380866" y="114409"/>
                </a:lnTo>
                <a:lnTo>
                  <a:pt x="380552" y="114683"/>
                </a:lnTo>
                <a:lnTo>
                  <a:pt x="380245" y="114968"/>
                </a:lnTo>
                <a:lnTo>
                  <a:pt x="379947" y="115263"/>
                </a:lnTo>
                <a:lnTo>
                  <a:pt x="379662" y="115565"/>
                </a:lnTo>
                <a:lnTo>
                  <a:pt x="379389" y="115874"/>
                </a:lnTo>
                <a:lnTo>
                  <a:pt x="379130" y="116189"/>
                </a:lnTo>
                <a:lnTo>
                  <a:pt x="378882" y="116511"/>
                </a:lnTo>
                <a:lnTo>
                  <a:pt x="378648" y="116839"/>
                </a:lnTo>
                <a:lnTo>
                  <a:pt x="378426" y="117175"/>
                </a:lnTo>
                <a:lnTo>
                  <a:pt x="378217" y="117517"/>
                </a:lnTo>
                <a:lnTo>
                  <a:pt x="378021" y="117865"/>
                </a:lnTo>
                <a:lnTo>
                  <a:pt x="377837" y="118220"/>
                </a:lnTo>
                <a:lnTo>
                  <a:pt x="377666" y="118582"/>
                </a:lnTo>
                <a:lnTo>
                  <a:pt x="377507" y="118951"/>
                </a:lnTo>
                <a:lnTo>
                  <a:pt x="377362" y="119326"/>
                </a:lnTo>
                <a:lnTo>
                  <a:pt x="377229" y="119708"/>
                </a:lnTo>
                <a:lnTo>
                  <a:pt x="377108" y="120097"/>
                </a:lnTo>
                <a:lnTo>
                  <a:pt x="377000" y="120492"/>
                </a:lnTo>
                <a:lnTo>
                  <a:pt x="376905" y="120894"/>
                </a:lnTo>
                <a:lnTo>
                  <a:pt x="376823" y="121303"/>
                </a:lnTo>
                <a:lnTo>
                  <a:pt x="376753" y="121718"/>
                </a:lnTo>
                <a:lnTo>
                  <a:pt x="376696" y="122140"/>
                </a:lnTo>
                <a:lnTo>
                  <a:pt x="376652" y="122569"/>
                </a:lnTo>
                <a:lnTo>
                  <a:pt x="376620" y="123005"/>
                </a:lnTo>
                <a:lnTo>
                  <a:pt x="376601" y="123447"/>
                </a:lnTo>
                <a:lnTo>
                  <a:pt x="376595" y="123895"/>
                </a:lnTo>
                <a:lnTo>
                  <a:pt x="376601" y="124328"/>
                </a:lnTo>
                <a:lnTo>
                  <a:pt x="376620" y="124755"/>
                </a:lnTo>
                <a:lnTo>
                  <a:pt x="376652" y="125177"/>
                </a:lnTo>
                <a:lnTo>
                  <a:pt x="376696" y="125593"/>
                </a:lnTo>
                <a:lnTo>
                  <a:pt x="376753" y="126003"/>
                </a:lnTo>
                <a:lnTo>
                  <a:pt x="376823" y="126408"/>
                </a:lnTo>
                <a:lnTo>
                  <a:pt x="376905" y="126807"/>
                </a:lnTo>
                <a:lnTo>
                  <a:pt x="377000" y="127200"/>
                </a:lnTo>
                <a:lnTo>
                  <a:pt x="377108" y="127588"/>
                </a:lnTo>
                <a:lnTo>
                  <a:pt x="377229" y="127970"/>
                </a:lnTo>
                <a:lnTo>
                  <a:pt x="377362" y="128346"/>
                </a:lnTo>
                <a:lnTo>
                  <a:pt x="377507" y="128717"/>
                </a:lnTo>
                <a:lnTo>
                  <a:pt x="377666" y="129082"/>
                </a:lnTo>
                <a:lnTo>
                  <a:pt x="377837" y="129441"/>
                </a:lnTo>
                <a:lnTo>
                  <a:pt x="378021" y="129795"/>
                </a:lnTo>
                <a:lnTo>
                  <a:pt x="378217" y="130143"/>
                </a:lnTo>
                <a:lnTo>
                  <a:pt x="378426" y="130485"/>
                </a:lnTo>
                <a:lnTo>
                  <a:pt x="378648" y="130822"/>
                </a:lnTo>
                <a:lnTo>
                  <a:pt x="378882" y="131153"/>
                </a:lnTo>
                <a:lnTo>
                  <a:pt x="379130" y="131479"/>
                </a:lnTo>
                <a:lnTo>
                  <a:pt x="379389" y="131798"/>
                </a:lnTo>
                <a:lnTo>
                  <a:pt x="379662" y="132113"/>
                </a:lnTo>
                <a:lnTo>
                  <a:pt x="379947" y="132421"/>
                </a:lnTo>
                <a:lnTo>
                  <a:pt x="380245" y="132724"/>
                </a:lnTo>
                <a:lnTo>
                  <a:pt x="380552" y="133018"/>
                </a:lnTo>
                <a:lnTo>
                  <a:pt x="380866" y="133299"/>
                </a:lnTo>
                <a:lnTo>
                  <a:pt x="381186" y="133568"/>
                </a:lnTo>
                <a:lnTo>
                  <a:pt x="381513" y="133824"/>
                </a:lnTo>
                <a:lnTo>
                  <a:pt x="381847" y="134068"/>
                </a:lnTo>
                <a:lnTo>
                  <a:pt x="382187" y="134299"/>
                </a:lnTo>
                <a:lnTo>
                  <a:pt x="382533" y="134518"/>
                </a:lnTo>
                <a:lnTo>
                  <a:pt x="382886" y="134724"/>
                </a:lnTo>
                <a:lnTo>
                  <a:pt x="383246" y="134918"/>
                </a:lnTo>
                <a:lnTo>
                  <a:pt x="383612" y="135099"/>
                </a:lnTo>
                <a:lnTo>
                  <a:pt x="383984" y="135268"/>
                </a:lnTo>
                <a:lnTo>
                  <a:pt x="384363" y="135424"/>
                </a:lnTo>
                <a:lnTo>
                  <a:pt x="384749" y="135568"/>
                </a:lnTo>
                <a:lnTo>
                  <a:pt x="385141" y="135699"/>
                </a:lnTo>
                <a:lnTo>
                  <a:pt x="385539" y="135818"/>
                </a:lnTo>
                <a:lnTo>
                  <a:pt x="385944" y="135924"/>
                </a:lnTo>
                <a:lnTo>
                  <a:pt x="386356" y="136018"/>
                </a:lnTo>
                <a:lnTo>
                  <a:pt x="386774" y="136099"/>
                </a:lnTo>
                <a:lnTo>
                  <a:pt x="387198" y="136168"/>
                </a:lnTo>
                <a:lnTo>
                  <a:pt x="387629" y="136224"/>
                </a:lnTo>
                <a:lnTo>
                  <a:pt x="388067" y="136268"/>
                </a:lnTo>
                <a:lnTo>
                  <a:pt x="388180" y="136276"/>
                </a:lnTo>
                <a:lnTo>
                  <a:pt x="388161" y="136379"/>
                </a:lnTo>
                <a:lnTo>
                  <a:pt x="388058" y="136890"/>
                </a:lnTo>
                <a:lnTo>
                  <a:pt x="387942" y="137396"/>
                </a:lnTo>
                <a:lnTo>
                  <a:pt x="387814" y="137896"/>
                </a:lnTo>
                <a:close/>
                <a:moveTo>
                  <a:pt x="478587" y="136324"/>
                </a:moveTo>
                <a:lnTo>
                  <a:pt x="496343" y="136324"/>
                </a:lnTo>
                <a:lnTo>
                  <a:pt x="496343" y="3551"/>
                </a:lnTo>
                <a:lnTo>
                  <a:pt x="478587" y="3551"/>
                </a:lnTo>
                <a:lnTo>
                  <a:pt x="478587" y="136324"/>
                </a:lnTo>
                <a:close/>
                <a:moveTo>
                  <a:pt x="929486" y="137978"/>
                </a:moveTo>
                <a:lnTo>
                  <a:pt x="930354" y="137909"/>
                </a:lnTo>
                <a:lnTo>
                  <a:pt x="931212" y="137826"/>
                </a:lnTo>
                <a:lnTo>
                  <a:pt x="932059" y="137727"/>
                </a:lnTo>
                <a:lnTo>
                  <a:pt x="932897" y="137612"/>
                </a:lnTo>
                <a:lnTo>
                  <a:pt x="933725" y="137483"/>
                </a:lnTo>
                <a:lnTo>
                  <a:pt x="934543" y="137338"/>
                </a:lnTo>
                <a:lnTo>
                  <a:pt x="935352" y="137178"/>
                </a:lnTo>
                <a:lnTo>
                  <a:pt x="936150" y="137003"/>
                </a:lnTo>
                <a:lnTo>
                  <a:pt x="936938" y="136812"/>
                </a:lnTo>
                <a:lnTo>
                  <a:pt x="937717" y="136606"/>
                </a:lnTo>
                <a:lnTo>
                  <a:pt x="938485" y="136385"/>
                </a:lnTo>
                <a:lnTo>
                  <a:pt x="939243" y="136149"/>
                </a:lnTo>
                <a:lnTo>
                  <a:pt x="939992" y="135898"/>
                </a:lnTo>
                <a:lnTo>
                  <a:pt x="940731" y="135631"/>
                </a:lnTo>
                <a:lnTo>
                  <a:pt x="941459" y="135349"/>
                </a:lnTo>
                <a:lnTo>
                  <a:pt x="942178" y="135052"/>
                </a:lnTo>
                <a:lnTo>
                  <a:pt x="942887" y="134739"/>
                </a:lnTo>
                <a:lnTo>
                  <a:pt x="943586" y="134412"/>
                </a:lnTo>
                <a:lnTo>
                  <a:pt x="944275" y="134069"/>
                </a:lnTo>
                <a:lnTo>
                  <a:pt x="944954" y="133710"/>
                </a:lnTo>
                <a:lnTo>
                  <a:pt x="945623" y="133340"/>
                </a:lnTo>
                <a:lnTo>
                  <a:pt x="946281" y="132961"/>
                </a:lnTo>
                <a:lnTo>
                  <a:pt x="946930" y="132572"/>
                </a:lnTo>
                <a:lnTo>
                  <a:pt x="947568" y="132175"/>
                </a:lnTo>
                <a:lnTo>
                  <a:pt x="948196" y="131768"/>
                </a:lnTo>
                <a:lnTo>
                  <a:pt x="948813" y="131352"/>
                </a:lnTo>
                <a:lnTo>
                  <a:pt x="949420" y="130927"/>
                </a:lnTo>
                <a:lnTo>
                  <a:pt x="950017" y="130494"/>
                </a:lnTo>
                <a:lnTo>
                  <a:pt x="950604" y="130051"/>
                </a:lnTo>
                <a:lnTo>
                  <a:pt x="951181" y="129599"/>
                </a:lnTo>
                <a:lnTo>
                  <a:pt x="951747" y="129137"/>
                </a:lnTo>
                <a:lnTo>
                  <a:pt x="952303" y="128667"/>
                </a:lnTo>
                <a:lnTo>
                  <a:pt x="952848" y="128188"/>
                </a:lnTo>
                <a:lnTo>
                  <a:pt x="953384" y="127700"/>
                </a:lnTo>
                <a:lnTo>
                  <a:pt x="953909" y="127202"/>
                </a:lnTo>
                <a:lnTo>
                  <a:pt x="954423" y="126696"/>
                </a:lnTo>
                <a:lnTo>
                  <a:pt x="954928" y="126180"/>
                </a:lnTo>
                <a:lnTo>
                  <a:pt x="955422" y="125656"/>
                </a:lnTo>
                <a:lnTo>
                  <a:pt x="955906" y="125122"/>
                </a:lnTo>
                <a:lnTo>
                  <a:pt x="956380" y="124579"/>
                </a:lnTo>
                <a:lnTo>
                  <a:pt x="956843" y="124027"/>
                </a:lnTo>
                <a:lnTo>
                  <a:pt x="957296" y="123466"/>
                </a:lnTo>
                <a:lnTo>
                  <a:pt x="957739" y="122896"/>
                </a:lnTo>
                <a:lnTo>
                  <a:pt x="958172" y="122317"/>
                </a:lnTo>
                <a:lnTo>
                  <a:pt x="959060" y="136324"/>
                </a:lnTo>
                <a:lnTo>
                  <a:pt x="974645" y="136324"/>
                </a:lnTo>
                <a:lnTo>
                  <a:pt x="974645" y="3551"/>
                </a:lnTo>
                <a:lnTo>
                  <a:pt x="958172" y="3551"/>
                </a:lnTo>
                <a:lnTo>
                  <a:pt x="958172" y="52281"/>
                </a:lnTo>
                <a:lnTo>
                  <a:pt x="957780" y="51645"/>
                </a:lnTo>
                <a:lnTo>
                  <a:pt x="957379" y="51021"/>
                </a:lnTo>
                <a:lnTo>
                  <a:pt x="956967" y="50407"/>
                </a:lnTo>
                <a:lnTo>
                  <a:pt x="956544" y="49805"/>
                </a:lnTo>
                <a:lnTo>
                  <a:pt x="956112" y="49214"/>
                </a:lnTo>
                <a:lnTo>
                  <a:pt x="955669" y="48634"/>
                </a:lnTo>
                <a:lnTo>
                  <a:pt x="955216" y="48065"/>
                </a:lnTo>
                <a:lnTo>
                  <a:pt x="954752" y="47508"/>
                </a:lnTo>
                <a:lnTo>
                  <a:pt x="954279" y="46961"/>
                </a:lnTo>
                <a:lnTo>
                  <a:pt x="953795" y="46426"/>
                </a:lnTo>
                <a:lnTo>
                  <a:pt x="953300" y="45901"/>
                </a:lnTo>
                <a:lnTo>
                  <a:pt x="952796" y="45388"/>
                </a:lnTo>
                <a:lnTo>
                  <a:pt x="952281" y="44886"/>
                </a:lnTo>
                <a:lnTo>
                  <a:pt x="951756" y="44395"/>
                </a:lnTo>
                <a:lnTo>
                  <a:pt x="951221" y="43915"/>
                </a:lnTo>
                <a:lnTo>
                  <a:pt x="950675" y="43447"/>
                </a:lnTo>
                <a:lnTo>
                  <a:pt x="950119" y="42989"/>
                </a:lnTo>
                <a:lnTo>
                  <a:pt x="949553" y="42543"/>
                </a:lnTo>
                <a:lnTo>
                  <a:pt x="948977" y="42108"/>
                </a:lnTo>
                <a:lnTo>
                  <a:pt x="948390" y="41683"/>
                </a:lnTo>
                <a:lnTo>
                  <a:pt x="947793" y="41270"/>
                </a:lnTo>
                <a:lnTo>
                  <a:pt x="947186" y="40869"/>
                </a:lnTo>
                <a:lnTo>
                  <a:pt x="946568" y="40478"/>
                </a:lnTo>
                <a:lnTo>
                  <a:pt x="945940" y="40098"/>
                </a:lnTo>
                <a:lnTo>
                  <a:pt x="945303" y="39732"/>
                </a:lnTo>
                <a:lnTo>
                  <a:pt x="944656" y="39381"/>
                </a:lnTo>
                <a:lnTo>
                  <a:pt x="944000" y="39046"/>
                </a:lnTo>
                <a:lnTo>
                  <a:pt x="943334" y="38727"/>
                </a:lnTo>
                <a:lnTo>
                  <a:pt x="942660" y="38423"/>
                </a:lnTo>
                <a:lnTo>
                  <a:pt x="941976" y="38135"/>
                </a:lnTo>
                <a:lnTo>
                  <a:pt x="941283" y="37862"/>
                </a:lnTo>
                <a:lnTo>
                  <a:pt x="940581" y="37605"/>
                </a:lnTo>
                <a:lnTo>
                  <a:pt x="939869" y="37363"/>
                </a:lnTo>
                <a:lnTo>
                  <a:pt x="939148" y="37137"/>
                </a:lnTo>
                <a:lnTo>
                  <a:pt x="938418" y="36927"/>
                </a:lnTo>
                <a:lnTo>
                  <a:pt x="937679" y="36732"/>
                </a:lnTo>
                <a:lnTo>
                  <a:pt x="936930" y="36553"/>
                </a:lnTo>
                <a:lnTo>
                  <a:pt x="936172" y="36389"/>
                </a:lnTo>
                <a:lnTo>
                  <a:pt x="935405" y="36241"/>
                </a:lnTo>
                <a:lnTo>
                  <a:pt x="934629" y="36109"/>
                </a:lnTo>
                <a:lnTo>
                  <a:pt x="933844" y="35992"/>
                </a:lnTo>
                <a:lnTo>
                  <a:pt x="933049" y="35891"/>
                </a:lnTo>
                <a:lnTo>
                  <a:pt x="932245" y="35805"/>
                </a:lnTo>
                <a:lnTo>
                  <a:pt x="931431" y="35735"/>
                </a:lnTo>
                <a:lnTo>
                  <a:pt x="930609" y="35680"/>
                </a:lnTo>
                <a:lnTo>
                  <a:pt x="929777" y="35641"/>
                </a:lnTo>
                <a:lnTo>
                  <a:pt x="928936" y="35618"/>
                </a:lnTo>
                <a:lnTo>
                  <a:pt x="928086" y="35610"/>
                </a:lnTo>
                <a:lnTo>
                  <a:pt x="927064" y="35620"/>
                </a:lnTo>
                <a:lnTo>
                  <a:pt x="926053" y="35650"/>
                </a:lnTo>
                <a:lnTo>
                  <a:pt x="925054" y="35700"/>
                </a:lnTo>
                <a:lnTo>
                  <a:pt x="924066" y="35770"/>
                </a:lnTo>
                <a:lnTo>
                  <a:pt x="923089" y="35859"/>
                </a:lnTo>
                <a:lnTo>
                  <a:pt x="922124" y="35969"/>
                </a:lnTo>
                <a:lnTo>
                  <a:pt x="921170" y="36098"/>
                </a:lnTo>
                <a:lnTo>
                  <a:pt x="920227" y="36248"/>
                </a:lnTo>
                <a:lnTo>
                  <a:pt x="919296" y="36417"/>
                </a:lnTo>
                <a:lnTo>
                  <a:pt x="918376" y="36607"/>
                </a:lnTo>
                <a:lnTo>
                  <a:pt x="917467" y="36816"/>
                </a:lnTo>
                <a:lnTo>
                  <a:pt x="916569" y="37045"/>
                </a:lnTo>
                <a:lnTo>
                  <a:pt x="915683" y="37294"/>
                </a:lnTo>
                <a:lnTo>
                  <a:pt x="914808" y="37563"/>
                </a:lnTo>
                <a:lnTo>
                  <a:pt x="913944" y="37852"/>
                </a:lnTo>
                <a:lnTo>
                  <a:pt x="913092" y="38161"/>
                </a:lnTo>
                <a:lnTo>
                  <a:pt x="912251" y="38490"/>
                </a:lnTo>
                <a:lnTo>
                  <a:pt x="911421" y="38839"/>
                </a:lnTo>
                <a:lnTo>
                  <a:pt x="910603" y="39207"/>
                </a:lnTo>
                <a:lnTo>
                  <a:pt x="909796" y="39596"/>
                </a:lnTo>
                <a:lnTo>
                  <a:pt x="909000" y="40005"/>
                </a:lnTo>
                <a:lnTo>
                  <a:pt x="908215" y="40433"/>
                </a:lnTo>
                <a:lnTo>
                  <a:pt x="907442" y="40882"/>
                </a:lnTo>
                <a:lnTo>
                  <a:pt x="906680" y="41350"/>
                </a:lnTo>
                <a:lnTo>
                  <a:pt x="905931" y="41838"/>
                </a:lnTo>
                <a:lnTo>
                  <a:pt x="905196" y="42345"/>
                </a:lnTo>
                <a:lnTo>
                  <a:pt x="904475" y="42871"/>
                </a:lnTo>
                <a:lnTo>
                  <a:pt x="903769" y="43417"/>
                </a:lnTo>
                <a:lnTo>
                  <a:pt x="903077" y="43982"/>
                </a:lnTo>
                <a:lnTo>
                  <a:pt x="902399" y="44566"/>
                </a:lnTo>
                <a:lnTo>
                  <a:pt x="901735" y="45169"/>
                </a:lnTo>
                <a:lnTo>
                  <a:pt x="901085" y="45792"/>
                </a:lnTo>
                <a:lnTo>
                  <a:pt x="900450" y="46433"/>
                </a:lnTo>
                <a:lnTo>
                  <a:pt x="899828" y="47094"/>
                </a:lnTo>
                <a:lnTo>
                  <a:pt x="899221" y="47774"/>
                </a:lnTo>
                <a:lnTo>
                  <a:pt x="898629" y="48474"/>
                </a:lnTo>
                <a:lnTo>
                  <a:pt x="898050" y="49192"/>
                </a:lnTo>
                <a:lnTo>
                  <a:pt x="897486" y="49930"/>
                </a:lnTo>
                <a:lnTo>
                  <a:pt x="896935" y="50687"/>
                </a:lnTo>
                <a:lnTo>
                  <a:pt x="896400" y="51463"/>
                </a:lnTo>
                <a:lnTo>
                  <a:pt x="895878" y="52259"/>
                </a:lnTo>
                <a:lnTo>
                  <a:pt x="895370" y="53074"/>
                </a:lnTo>
                <a:lnTo>
                  <a:pt x="894877" y="53908"/>
                </a:lnTo>
                <a:lnTo>
                  <a:pt x="894398" y="54761"/>
                </a:lnTo>
                <a:lnTo>
                  <a:pt x="893933" y="55633"/>
                </a:lnTo>
                <a:lnTo>
                  <a:pt x="893482" y="56525"/>
                </a:lnTo>
                <a:lnTo>
                  <a:pt x="893046" y="57436"/>
                </a:lnTo>
                <a:lnTo>
                  <a:pt x="892624" y="58366"/>
                </a:lnTo>
                <a:lnTo>
                  <a:pt x="892217" y="59315"/>
                </a:lnTo>
                <a:lnTo>
                  <a:pt x="891828" y="60283"/>
                </a:lnTo>
                <a:lnTo>
                  <a:pt x="891456" y="61271"/>
                </a:lnTo>
                <a:lnTo>
                  <a:pt x="891102" y="62279"/>
                </a:lnTo>
                <a:lnTo>
                  <a:pt x="890764" y="63305"/>
                </a:lnTo>
                <a:lnTo>
                  <a:pt x="890444" y="64352"/>
                </a:lnTo>
                <a:lnTo>
                  <a:pt x="890142" y="65417"/>
                </a:lnTo>
                <a:lnTo>
                  <a:pt x="889856" y="66502"/>
                </a:lnTo>
                <a:lnTo>
                  <a:pt x="889588" y="67606"/>
                </a:lnTo>
                <a:lnTo>
                  <a:pt x="889337" y="68730"/>
                </a:lnTo>
                <a:lnTo>
                  <a:pt x="889104" y="69873"/>
                </a:lnTo>
                <a:lnTo>
                  <a:pt x="888888" y="71036"/>
                </a:lnTo>
                <a:lnTo>
                  <a:pt x="888689" y="72218"/>
                </a:lnTo>
                <a:lnTo>
                  <a:pt x="888507" y="73419"/>
                </a:lnTo>
                <a:lnTo>
                  <a:pt x="888343" y="74640"/>
                </a:lnTo>
                <a:lnTo>
                  <a:pt x="888196" y="75880"/>
                </a:lnTo>
                <a:lnTo>
                  <a:pt x="888066" y="77140"/>
                </a:lnTo>
                <a:lnTo>
                  <a:pt x="887954" y="78419"/>
                </a:lnTo>
                <a:lnTo>
                  <a:pt x="887858" y="79717"/>
                </a:lnTo>
                <a:lnTo>
                  <a:pt x="887781" y="81035"/>
                </a:lnTo>
                <a:lnTo>
                  <a:pt x="887720" y="82372"/>
                </a:lnTo>
                <a:lnTo>
                  <a:pt x="887677" y="83729"/>
                </a:lnTo>
                <a:lnTo>
                  <a:pt x="887651" y="85105"/>
                </a:lnTo>
                <a:lnTo>
                  <a:pt x="887642" y="86501"/>
                </a:lnTo>
                <a:lnTo>
                  <a:pt x="887650" y="87905"/>
                </a:lnTo>
                <a:lnTo>
                  <a:pt x="887675" y="89290"/>
                </a:lnTo>
                <a:lnTo>
                  <a:pt x="887715" y="90657"/>
                </a:lnTo>
                <a:lnTo>
                  <a:pt x="887772" y="92004"/>
                </a:lnTo>
                <a:lnTo>
                  <a:pt x="887846" y="93333"/>
                </a:lnTo>
                <a:lnTo>
                  <a:pt x="887935" y="94643"/>
                </a:lnTo>
                <a:lnTo>
                  <a:pt x="888041" y="95934"/>
                </a:lnTo>
                <a:lnTo>
                  <a:pt x="888163" y="97206"/>
                </a:lnTo>
                <a:lnTo>
                  <a:pt x="888301" y="98459"/>
                </a:lnTo>
                <a:lnTo>
                  <a:pt x="888456" y="99693"/>
                </a:lnTo>
                <a:lnTo>
                  <a:pt x="888627" y="100909"/>
                </a:lnTo>
                <a:lnTo>
                  <a:pt x="888814" y="102105"/>
                </a:lnTo>
                <a:lnTo>
                  <a:pt x="889017" y="103283"/>
                </a:lnTo>
                <a:lnTo>
                  <a:pt x="889237" y="104442"/>
                </a:lnTo>
                <a:lnTo>
                  <a:pt x="889473" y="105582"/>
                </a:lnTo>
                <a:lnTo>
                  <a:pt x="889725" y="106703"/>
                </a:lnTo>
                <a:lnTo>
                  <a:pt x="889993" y="107805"/>
                </a:lnTo>
                <a:lnTo>
                  <a:pt x="890278" y="108889"/>
                </a:lnTo>
                <a:lnTo>
                  <a:pt x="890579" y="109953"/>
                </a:lnTo>
                <a:lnTo>
                  <a:pt x="890896" y="110999"/>
                </a:lnTo>
                <a:lnTo>
                  <a:pt x="891230" y="112026"/>
                </a:lnTo>
                <a:lnTo>
                  <a:pt x="891579" y="113034"/>
                </a:lnTo>
                <a:lnTo>
                  <a:pt x="891945" y="114023"/>
                </a:lnTo>
                <a:lnTo>
                  <a:pt x="892328" y="114993"/>
                </a:lnTo>
                <a:lnTo>
                  <a:pt x="892725" y="115944"/>
                </a:lnTo>
                <a:lnTo>
                  <a:pt x="893136" y="116875"/>
                </a:lnTo>
                <a:lnTo>
                  <a:pt x="893560" y="117785"/>
                </a:lnTo>
                <a:lnTo>
                  <a:pt x="893998" y="118676"/>
                </a:lnTo>
                <a:lnTo>
                  <a:pt x="894449" y="119548"/>
                </a:lnTo>
                <a:lnTo>
                  <a:pt x="894914" y="120399"/>
                </a:lnTo>
                <a:lnTo>
                  <a:pt x="895392" y="121230"/>
                </a:lnTo>
                <a:lnTo>
                  <a:pt x="895884" y="122041"/>
                </a:lnTo>
                <a:lnTo>
                  <a:pt x="896390" y="122832"/>
                </a:lnTo>
                <a:lnTo>
                  <a:pt x="896909" y="123604"/>
                </a:lnTo>
                <a:lnTo>
                  <a:pt x="897441" y="124355"/>
                </a:lnTo>
                <a:lnTo>
                  <a:pt x="897987" y="125087"/>
                </a:lnTo>
                <a:lnTo>
                  <a:pt x="898547" y="125798"/>
                </a:lnTo>
                <a:lnTo>
                  <a:pt x="899120" y="126490"/>
                </a:lnTo>
                <a:lnTo>
                  <a:pt x="899707" y="127162"/>
                </a:lnTo>
                <a:lnTo>
                  <a:pt x="900307" y="127814"/>
                </a:lnTo>
                <a:lnTo>
                  <a:pt x="900921" y="128446"/>
                </a:lnTo>
                <a:lnTo>
                  <a:pt x="901548" y="129058"/>
                </a:lnTo>
                <a:lnTo>
                  <a:pt x="902189" y="129650"/>
                </a:lnTo>
                <a:lnTo>
                  <a:pt x="902843" y="130222"/>
                </a:lnTo>
                <a:lnTo>
                  <a:pt x="903511" y="130774"/>
                </a:lnTo>
                <a:lnTo>
                  <a:pt x="904192" y="131306"/>
                </a:lnTo>
                <a:lnTo>
                  <a:pt x="904887" y="131819"/>
                </a:lnTo>
                <a:lnTo>
                  <a:pt x="905595" y="132311"/>
                </a:lnTo>
                <a:lnTo>
                  <a:pt x="906316" y="132783"/>
                </a:lnTo>
                <a:lnTo>
                  <a:pt x="907047" y="133236"/>
                </a:lnTo>
                <a:lnTo>
                  <a:pt x="907790" y="133668"/>
                </a:lnTo>
                <a:lnTo>
                  <a:pt x="908544" y="134080"/>
                </a:lnTo>
                <a:lnTo>
                  <a:pt x="909308" y="134472"/>
                </a:lnTo>
                <a:lnTo>
                  <a:pt x="910083" y="134844"/>
                </a:lnTo>
                <a:lnTo>
                  <a:pt x="910870" y="135195"/>
                </a:lnTo>
                <a:lnTo>
                  <a:pt x="911667" y="135527"/>
                </a:lnTo>
                <a:lnTo>
                  <a:pt x="912476" y="135839"/>
                </a:lnTo>
                <a:lnTo>
                  <a:pt x="913295" y="136130"/>
                </a:lnTo>
                <a:lnTo>
                  <a:pt x="914125" y="136401"/>
                </a:lnTo>
                <a:lnTo>
                  <a:pt x="914966" y="136653"/>
                </a:lnTo>
                <a:lnTo>
                  <a:pt x="915818" y="136884"/>
                </a:lnTo>
                <a:lnTo>
                  <a:pt x="916682" y="137095"/>
                </a:lnTo>
                <a:lnTo>
                  <a:pt x="917556" y="137286"/>
                </a:lnTo>
                <a:lnTo>
                  <a:pt x="918441" y="137457"/>
                </a:lnTo>
                <a:lnTo>
                  <a:pt x="919337" y="137608"/>
                </a:lnTo>
                <a:lnTo>
                  <a:pt x="920244" y="137738"/>
                </a:lnTo>
                <a:lnTo>
                  <a:pt x="921162" y="137849"/>
                </a:lnTo>
                <a:lnTo>
                  <a:pt x="922091" y="137939"/>
                </a:lnTo>
                <a:lnTo>
                  <a:pt x="923030" y="138010"/>
                </a:lnTo>
                <a:lnTo>
                  <a:pt x="923981" y="138060"/>
                </a:lnTo>
                <a:lnTo>
                  <a:pt x="924943" y="138090"/>
                </a:lnTo>
                <a:lnTo>
                  <a:pt x="925916" y="138100"/>
                </a:lnTo>
                <a:lnTo>
                  <a:pt x="926823" y="138092"/>
                </a:lnTo>
                <a:lnTo>
                  <a:pt x="927721" y="138070"/>
                </a:lnTo>
                <a:lnTo>
                  <a:pt x="928608" y="138031"/>
                </a:lnTo>
                <a:lnTo>
                  <a:pt x="929486" y="137978"/>
                </a:lnTo>
                <a:close/>
                <a:moveTo>
                  <a:pt x="925388" y="124315"/>
                </a:moveTo>
                <a:lnTo>
                  <a:pt x="924469" y="124163"/>
                </a:lnTo>
                <a:lnTo>
                  <a:pt x="923570" y="123976"/>
                </a:lnTo>
                <a:lnTo>
                  <a:pt x="922691" y="123756"/>
                </a:lnTo>
                <a:lnTo>
                  <a:pt x="921833" y="123502"/>
                </a:lnTo>
                <a:lnTo>
                  <a:pt x="920995" y="123214"/>
                </a:lnTo>
                <a:lnTo>
                  <a:pt x="920178" y="122893"/>
                </a:lnTo>
                <a:lnTo>
                  <a:pt x="919380" y="122537"/>
                </a:lnTo>
                <a:lnTo>
                  <a:pt x="918604" y="122148"/>
                </a:lnTo>
                <a:lnTo>
                  <a:pt x="917847" y="121724"/>
                </a:lnTo>
                <a:lnTo>
                  <a:pt x="917111" y="121267"/>
                </a:lnTo>
                <a:lnTo>
                  <a:pt x="916396" y="120776"/>
                </a:lnTo>
                <a:lnTo>
                  <a:pt x="915701" y="120251"/>
                </a:lnTo>
                <a:lnTo>
                  <a:pt x="915026" y="119692"/>
                </a:lnTo>
                <a:lnTo>
                  <a:pt x="914371" y="119100"/>
                </a:lnTo>
                <a:lnTo>
                  <a:pt x="913737" y="118473"/>
                </a:lnTo>
                <a:lnTo>
                  <a:pt x="913124" y="117813"/>
                </a:lnTo>
                <a:lnTo>
                  <a:pt x="912530" y="117119"/>
                </a:lnTo>
                <a:lnTo>
                  <a:pt x="911957" y="116390"/>
                </a:lnTo>
                <a:lnTo>
                  <a:pt x="911405" y="115628"/>
                </a:lnTo>
                <a:lnTo>
                  <a:pt x="910873" y="114833"/>
                </a:lnTo>
                <a:lnTo>
                  <a:pt x="910362" y="114005"/>
                </a:lnTo>
                <a:lnTo>
                  <a:pt x="909872" y="113146"/>
                </a:lnTo>
                <a:lnTo>
                  <a:pt x="909405" y="112256"/>
                </a:lnTo>
                <a:lnTo>
                  <a:pt x="908959" y="111336"/>
                </a:lnTo>
                <a:lnTo>
                  <a:pt x="908535" y="110386"/>
                </a:lnTo>
                <a:lnTo>
                  <a:pt x="908132" y="109404"/>
                </a:lnTo>
                <a:lnTo>
                  <a:pt x="907752" y="108392"/>
                </a:lnTo>
                <a:lnTo>
                  <a:pt x="907393" y="107349"/>
                </a:lnTo>
                <a:lnTo>
                  <a:pt x="907056" y="106276"/>
                </a:lnTo>
                <a:lnTo>
                  <a:pt x="906740" y="105172"/>
                </a:lnTo>
                <a:lnTo>
                  <a:pt x="906447" y="104037"/>
                </a:lnTo>
                <a:lnTo>
                  <a:pt x="906175" y="102872"/>
                </a:lnTo>
                <a:lnTo>
                  <a:pt x="905925" y="101676"/>
                </a:lnTo>
                <a:lnTo>
                  <a:pt x="905696" y="100450"/>
                </a:lnTo>
                <a:lnTo>
                  <a:pt x="905490" y="99192"/>
                </a:lnTo>
                <a:lnTo>
                  <a:pt x="905305" y="97904"/>
                </a:lnTo>
                <a:lnTo>
                  <a:pt x="905142" y="96586"/>
                </a:lnTo>
                <a:lnTo>
                  <a:pt x="905000" y="95237"/>
                </a:lnTo>
                <a:lnTo>
                  <a:pt x="904881" y="93857"/>
                </a:lnTo>
                <a:lnTo>
                  <a:pt x="904783" y="92446"/>
                </a:lnTo>
                <a:lnTo>
                  <a:pt x="904707" y="91005"/>
                </a:lnTo>
                <a:lnTo>
                  <a:pt x="904652" y="89533"/>
                </a:lnTo>
                <a:lnTo>
                  <a:pt x="904620" y="88031"/>
                </a:lnTo>
                <a:lnTo>
                  <a:pt x="904609" y="86497"/>
                </a:lnTo>
                <a:lnTo>
                  <a:pt x="904620" y="85015"/>
                </a:lnTo>
                <a:lnTo>
                  <a:pt x="904655" y="83560"/>
                </a:lnTo>
                <a:lnTo>
                  <a:pt x="904713" y="82134"/>
                </a:lnTo>
                <a:lnTo>
                  <a:pt x="904794" y="80737"/>
                </a:lnTo>
                <a:lnTo>
                  <a:pt x="904898" y="79368"/>
                </a:lnTo>
                <a:lnTo>
                  <a:pt x="905025" y="78028"/>
                </a:lnTo>
                <a:lnTo>
                  <a:pt x="905175" y="76716"/>
                </a:lnTo>
                <a:lnTo>
                  <a:pt x="905349" y="75433"/>
                </a:lnTo>
                <a:lnTo>
                  <a:pt x="905545" y="74178"/>
                </a:lnTo>
                <a:lnTo>
                  <a:pt x="905765" y="72952"/>
                </a:lnTo>
                <a:lnTo>
                  <a:pt x="906008" y="71754"/>
                </a:lnTo>
                <a:lnTo>
                  <a:pt x="906273" y="70585"/>
                </a:lnTo>
                <a:lnTo>
                  <a:pt x="906562" y="69444"/>
                </a:lnTo>
                <a:lnTo>
                  <a:pt x="906875" y="68332"/>
                </a:lnTo>
                <a:lnTo>
                  <a:pt x="907210" y="67249"/>
                </a:lnTo>
                <a:lnTo>
                  <a:pt x="907568" y="66193"/>
                </a:lnTo>
                <a:lnTo>
                  <a:pt x="907950" y="65167"/>
                </a:lnTo>
                <a:lnTo>
                  <a:pt x="908354" y="64169"/>
                </a:lnTo>
                <a:lnTo>
                  <a:pt x="908782" y="63199"/>
                </a:lnTo>
                <a:lnTo>
                  <a:pt x="909233" y="62258"/>
                </a:lnTo>
                <a:lnTo>
                  <a:pt x="909707" y="61345"/>
                </a:lnTo>
                <a:lnTo>
                  <a:pt x="910204" y="60461"/>
                </a:lnTo>
                <a:lnTo>
                  <a:pt x="910724" y="59606"/>
                </a:lnTo>
                <a:lnTo>
                  <a:pt x="911267" y="58779"/>
                </a:lnTo>
                <a:lnTo>
                  <a:pt x="911833" y="57983"/>
                </a:lnTo>
                <a:lnTo>
                  <a:pt x="912422" y="57221"/>
                </a:lnTo>
                <a:lnTo>
                  <a:pt x="913033" y="56493"/>
                </a:lnTo>
                <a:lnTo>
                  <a:pt x="913666" y="55799"/>
                </a:lnTo>
                <a:lnTo>
                  <a:pt x="914322" y="55138"/>
                </a:lnTo>
                <a:lnTo>
                  <a:pt x="915000" y="54512"/>
                </a:lnTo>
                <a:lnTo>
                  <a:pt x="915701" y="53919"/>
                </a:lnTo>
                <a:lnTo>
                  <a:pt x="916424" y="53360"/>
                </a:lnTo>
                <a:lnTo>
                  <a:pt x="917170" y="52835"/>
                </a:lnTo>
                <a:lnTo>
                  <a:pt x="917938" y="52344"/>
                </a:lnTo>
                <a:lnTo>
                  <a:pt x="918728" y="51887"/>
                </a:lnTo>
                <a:lnTo>
                  <a:pt x="919541" y="51464"/>
                </a:lnTo>
                <a:lnTo>
                  <a:pt x="920376" y="51074"/>
                </a:lnTo>
                <a:lnTo>
                  <a:pt x="921234" y="50719"/>
                </a:lnTo>
                <a:lnTo>
                  <a:pt x="922114" y="50397"/>
                </a:lnTo>
                <a:lnTo>
                  <a:pt x="923017" y="50109"/>
                </a:lnTo>
                <a:lnTo>
                  <a:pt x="923942" y="49855"/>
                </a:lnTo>
                <a:lnTo>
                  <a:pt x="924889" y="49635"/>
                </a:lnTo>
                <a:lnTo>
                  <a:pt x="925859" y="49449"/>
                </a:lnTo>
                <a:lnTo>
                  <a:pt x="926851" y="49296"/>
                </a:lnTo>
                <a:lnTo>
                  <a:pt x="927866" y="49178"/>
                </a:lnTo>
                <a:lnTo>
                  <a:pt x="928903" y="49093"/>
                </a:lnTo>
                <a:lnTo>
                  <a:pt x="929963" y="49042"/>
                </a:lnTo>
                <a:lnTo>
                  <a:pt x="931045" y="49026"/>
                </a:lnTo>
                <a:lnTo>
                  <a:pt x="931869" y="49035"/>
                </a:lnTo>
                <a:lnTo>
                  <a:pt x="932682" y="49064"/>
                </a:lnTo>
                <a:lnTo>
                  <a:pt x="933483" y="49111"/>
                </a:lnTo>
                <a:lnTo>
                  <a:pt x="934272" y="49178"/>
                </a:lnTo>
                <a:lnTo>
                  <a:pt x="935049" y="49264"/>
                </a:lnTo>
                <a:lnTo>
                  <a:pt x="935814" y="49369"/>
                </a:lnTo>
                <a:lnTo>
                  <a:pt x="936567" y="49493"/>
                </a:lnTo>
                <a:lnTo>
                  <a:pt x="937309" y="49636"/>
                </a:lnTo>
                <a:lnTo>
                  <a:pt x="938039" y="49798"/>
                </a:lnTo>
                <a:lnTo>
                  <a:pt x="938757" y="49979"/>
                </a:lnTo>
                <a:lnTo>
                  <a:pt x="939463" y="50179"/>
                </a:lnTo>
                <a:lnTo>
                  <a:pt x="940157" y="50399"/>
                </a:lnTo>
                <a:lnTo>
                  <a:pt x="940840" y="50637"/>
                </a:lnTo>
                <a:lnTo>
                  <a:pt x="941510" y="50895"/>
                </a:lnTo>
                <a:lnTo>
                  <a:pt x="942169" y="51171"/>
                </a:lnTo>
                <a:lnTo>
                  <a:pt x="942816" y="51467"/>
                </a:lnTo>
                <a:lnTo>
                  <a:pt x="943452" y="51782"/>
                </a:lnTo>
                <a:lnTo>
                  <a:pt x="944075" y="52115"/>
                </a:lnTo>
                <a:lnTo>
                  <a:pt x="944687" y="52468"/>
                </a:lnTo>
                <a:lnTo>
                  <a:pt x="945287" y="52840"/>
                </a:lnTo>
                <a:lnTo>
                  <a:pt x="945875" y="53231"/>
                </a:lnTo>
                <a:lnTo>
                  <a:pt x="946451" y="53641"/>
                </a:lnTo>
                <a:lnTo>
                  <a:pt x="947015" y="54070"/>
                </a:lnTo>
                <a:lnTo>
                  <a:pt x="947568" y="54519"/>
                </a:lnTo>
                <a:lnTo>
                  <a:pt x="948110" y="54982"/>
                </a:lnTo>
                <a:lnTo>
                  <a:pt x="948644" y="55455"/>
                </a:lnTo>
                <a:lnTo>
                  <a:pt x="949168" y="55938"/>
                </a:lnTo>
                <a:lnTo>
                  <a:pt x="949684" y="56431"/>
                </a:lnTo>
                <a:lnTo>
                  <a:pt x="950192" y="56934"/>
                </a:lnTo>
                <a:lnTo>
                  <a:pt x="950690" y="57448"/>
                </a:lnTo>
                <a:lnTo>
                  <a:pt x="951180" y="57972"/>
                </a:lnTo>
                <a:lnTo>
                  <a:pt x="951661" y="58506"/>
                </a:lnTo>
                <a:lnTo>
                  <a:pt x="952134" y="59050"/>
                </a:lnTo>
                <a:lnTo>
                  <a:pt x="952598" y="59604"/>
                </a:lnTo>
                <a:lnTo>
                  <a:pt x="953052" y="60169"/>
                </a:lnTo>
                <a:lnTo>
                  <a:pt x="953499" y="60743"/>
                </a:lnTo>
                <a:lnTo>
                  <a:pt x="953936" y="61328"/>
                </a:lnTo>
                <a:lnTo>
                  <a:pt x="954365" y="61923"/>
                </a:lnTo>
                <a:lnTo>
                  <a:pt x="954785" y="62528"/>
                </a:lnTo>
                <a:lnTo>
                  <a:pt x="955196" y="63143"/>
                </a:lnTo>
                <a:lnTo>
                  <a:pt x="955599" y="63768"/>
                </a:lnTo>
                <a:lnTo>
                  <a:pt x="955992" y="64404"/>
                </a:lnTo>
                <a:lnTo>
                  <a:pt x="956378" y="65050"/>
                </a:lnTo>
                <a:lnTo>
                  <a:pt x="956754" y="65705"/>
                </a:lnTo>
                <a:lnTo>
                  <a:pt x="957121" y="66371"/>
                </a:lnTo>
                <a:lnTo>
                  <a:pt x="957480" y="67048"/>
                </a:lnTo>
                <a:lnTo>
                  <a:pt x="957830" y="67734"/>
                </a:lnTo>
                <a:lnTo>
                  <a:pt x="958172" y="68430"/>
                </a:lnTo>
                <a:lnTo>
                  <a:pt x="958172" y="106929"/>
                </a:lnTo>
                <a:lnTo>
                  <a:pt x="957806" y="107532"/>
                </a:lnTo>
                <a:lnTo>
                  <a:pt x="957430" y="108129"/>
                </a:lnTo>
                <a:lnTo>
                  <a:pt x="957045" y="108718"/>
                </a:lnTo>
                <a:lnTo>
                  <a:pt x="956651" y="109300"/>
                </a:lnTo>
                <a:lnTo>
                  <a:pt x="956248" y="109874"/>
                </a:lnTo>
                <a:lnTo>
                  <a:pt x="955835" y="110441"/>
                </a:lnTo>
                <a:lnTo>
                  <a:pt x="955413" y="111001"/>
                </a:lnTo>
                <a:lnTo>
                  <a:pt x="954982" y="111553"/>
                </a:lnTo>
                <a:lnTo>
                  <a:pt x="954542" y="112099"/>
                </a:lnTo>
                <a:lnTo>
                  <a:pt x="954093" y="112637"/>
                </a:lnTo>
                <a:lnTo>
                  <a:pt x="953634" y="113167"/>
                </a:lnTo>
                <a:lnTo>
                  <a:pt x="953166" y="113691"/>
                </a:lnTo>
                <a:lnTo>
                  <a:pt x="952688" y="114207"/>
                </a:lnTo>
                <a:lnTo>
                  <a:pt x="952202" y="114715"/>
                </a:lnTo>
                <a:lnTo>
                  <a:pt x="951706" y="115217"/>
                </a:lnTo>
                <a:lnTo>
                  <a:pt x="951201" y="115711"/>
                </a:lnTo>
                <a:lnTo>
                  <a:pt x="950687" y="116198"/>
                </a:lnTo>
                <a:lnTo>
                  <a:pt x="950163" y="116677"/>
                </a:lnTo>
                <a:lnTo>
                  <a:pt x="949631" y="117149"/>
                </a:lnTo>
                <a:lnTo>
                  <a:pt x="949089" y="117614"/>
                </a:lnTo>
                <a:lnTo>
                  <a:pt x="948537" y="118072"/>
                </a:lnTo>
                <a:lnTo>
                  <a:pt x="947977" y="118522"/>
                </a:lnTo>
                <a:lnTo>
                  <a:pt x="947407" y="118965"/>
                </a:lnTo>
                <a:lnTo>
                  <a:pt x="946828" y="119401"/>
                </a:lnTo>
                <a:lnTo>
                  <a:pt x="946238" y="119824"/>
                </a:lnTo>
                <a:lnTo>
                  <a:pt x="945636" y="120229"/>
                </a:lnTo>
                <a:lnTo>
                  <a:pt x="945022" y="120616"/>
                </a:lnTo>
                <a:lnTo>
                  <a:pt x="944395" y="120985"/>
                </a:lnTo>
                <a:lnTo>
                  <a:pt x="943756" y="121336"/>
                </a:lnTo>
                <a:lnTo>
                  <a:pt x="943104" y="121669"/>
                </a:lnTo>
                <a:lnTo>
                  <a:pt x="942440" y="121984"/>
                </a:lnTo>
                <a:lnTo>
                  <a:pt x="941764" y="122282"/>
                </a:lnTo>
                <a:lnTo>
                  <a:pt x="941076" y="122561"/>
                </a:lnTo>
                <a:lnTo>
                  <a:pt x="940375" y="122822"/>
                </a:lnTo>
                <a:lnTo>
                  <a:pt x="939662" y="123065"/>
                </a:lnTo>
                <a:lnTo>
                  <a:pt x="938937" y="123290"/>
                </a:lnTo>
                <a:lnTo>
                  <a:pt x="938199" y="123497"/>
                </a:lnTo>
                <a:lnTo>
                  <a:pt x="937449" y="123686"/>
                </a:lnTo>
                <a:lnTo>
                  <a:pt x="936686" y="123857"/>
                </a:lnTo>
                <a:lnTo>
                  <a:pt x="935911" y="124010"/>
                </a:lnTo>
                <a:lnTo>
                  <a:pt x="935124" y="124145"/>
                </a:lnTo>
                <a:lnTo>
                  <a:pt x="934325" y="124262"/>
                </a:lnTo>
                <a:lnTo>
                  <a:pt x="933513" y="124361"/>
                </a:lnTo>
                <a:lnTo>
                  <a:pt x="932689" y="124442"/>
                </a:lnTo>
                <a:lnTo>
                  <a:pt x="931853" y="124505"/>
                </a:lnTo>
                <a:lnTo>
                  <a:pt x="931004" y="124550"/>
                </a:lnTo>
                <a:lnTo>
                  <a:pt x="930143" y="124577"/>
                </a:lnTo>
                <a:lnTo>
                  <a:pt x="929270" y="124586"/>
                </a:lnTo>
                <a:lnTo>
                  <a:pt x="928269" y="124569"/>
                </a:lnTo>
                <a:lnTo>
                  <a:pt x="927288" y="124518"/>
                </a:lnTo>
                <a:lnTo>
                  <a:pt x="926328" y="124434"/>
                </a:lnTo>
                <a:lnTo>
                  <a:pt x="925388" y="124315"/>
                </a:lnTo>
                <a:close/>
                <a:moveTo>
                  <a:pt x="1076804" y="122999"/>
                </a:moveTo>
                <a:lnTo>
                  <a:pt x="1076106" y="122973"/>
                </a:lnTo>
                <a:lnTo>
                  <a:pt x="1075431" y="122930"/>
                </a:lnTo>
                <a:lnTo>
                  <a:pt x="1074778" y="122869"/>
                </a:lnTo>
                <a:lnTo>
                  <a:pt x="1074147" y="122791"/>
                </a:lnTo>
                <a:lnTo>
                  <a:pt x="1073539" y="122696"/>
                </a:lnTo>
                <a:lnTo>
                  <a:pt x="1072953" y="122583"/>
                </a:lnTo>
                <a:lnTo>
                  <a:pt x="1072390" y="122453"/>
                </a:lnTo>
                <a:lnTo>
                  <a:pt x="1071849" y="122306"/>
                </a:lnTo>
                <a:lnTo>
                  <a:pt x="1071330" y="122142"/>
                </a:lnTo>
                <a:lnTo>
                  <a:pt x="1070834" y="121960"/>
                </a:lnTo>
                <a:lnTo>
                  <a:pt x="1070361" y="121761"/>
                </a:lnTo>
                <a:lnTo>
                  <a:pt x="1069910" y="121544"/>
                </a:lnTo>
                <a:lnTo>
                  <a:pt x="1069481" y="121310"/>
                </a:lnTo>
                <a:lnTo>
                  <a:pt x="1069075" y="121059"/>
                </a:lnTo>
                <a:lnTo>
                  <a:pt x="1068691" y="120791"/>
                </a:lnTo>
                <a:lnTo>
                  <a:pt x="1068329" y="120505"/>
                </a:lnTo>
                <a:lnTo>
                  <a:pt x="1067990" y="120202"/>
                </a:lnTo>
                <a:lnTo>
                  <a:pt x="1067674" y="119882"/>
                </a:lnTo>
                <a:lnTo>
                  <a:pt x="1067380" y="119544"/>
                </a:lnTo>
                <a:lnTo>
                  <a:pt x="1067108" y="119189"/>
                </a:lnTo>
                <a:lnTo>
                  <a:pt x="1066859" y="118817"/>
                </a:lnTo>
                <a:lnTo>
                  <a:pt x="1066632" y="118427"/>
                </a:lnTo>
                <a:lnTo>
                  <a:pt x="1066427" y="118020"/>
                </a:lnTo>
                <a:lnTo>
                  <a:pt x="1066238" y="117597"/>
                </a:lnTo>
                <a:lnTo>
                  <a:pt x="1066057" y="117158"/>
                </a:lnTo>
                <a:lnTo>
                  <a:pt x="1065884" y="116705"/>
                </a:lnTo>
                <a:lnTo>
                  <a:pt x="1065719" y="116236"/>
                </a:lnTo>
                <a:lnTo>
                  <a:pt x="1065562" y="115752"/>
                </a:lnTo>
                <a:lnTo>
                  <a:pt x="1065413" y="115253"/>
                </a:lnTo>
                <a:lnTo>
                  <a:pt x="1065272" y="114739"/>
                </a:lnTo>
                <a:lnTo>
                  <a:pt x="1065140" y="114209"/>
                </a:lnTo>
                <a:lnTo>
                  <a:pt x="1065015" y="113665"/>
                </a:lnTo>
                <a:lnTo>
                  <a:pt x="1064898" y="113105"/>
                </a:lnTo>
                <a:lnTo>
                  <a:pt x="1064789" y="112530"/>
                </a:lnTo>
                <a:lnTo>
                  <a:pt x="1064689" y="111940"/>
                </a:lnTo>
                <a:lnTo>
                  <a:pt x="1064596" y="111334"/>
                </a:lnTo>
                <a:lnTo>
                  <a:pt x="1064512" y="110714"/>
                </a:lnTo>
                <a:lnTo>
                  <a:pt x="1064435" y="110078"/>
                </a:lnTo>
                <a:lnTo>
                  <a:pt x="1064367" y="109427"/>
                </a:lnTo>
                <a:lnTo>
                  <a:pt x="1064307" y="108761"/>
                </a:lnTo>
                <a:lnTo>
                  <a:pt x="1064254" y="108080"/>
                </a:lnTo>
                <a:lnTo>
                  <a:pt x="1064210" y="107383"/>
                </a:lnTo>
                <a:lnTo>
                  <a:pt x="1064174" y="106672"/>
                </a:lnTo>
                <a:lnTo>
                  <a:pt x="1064146" y="105945"/>
                </a:lnTo>
                <a:lnTo>
                  <a:pt x="1064125" y="105203"/>
                </a:lnTo>
                <a:lnTo>
                  <a:pt x="1064113" y="104446"/>
                </a:lnTo>
                <a:lnTo>
                  <a:pt x="1064109" y="103674"/>
                </a:lnTo>
                <a:lnTo>
                  <a:pt x="1064109" y="50604"/>
                </a:lnTo>
                <a:lnTo>
                  <a:pt x="1087784" y="50604"/>
                </a:lnTo>
                <a:lnTo>
                  <a:pt x="1087784" y="37287"/>
                </a:lnTo>
                <a:lnTo>
                  <a:pt x="1064109" y="37287"/>
                </a:lnTo>
                <a:lnTo>
                  <a:pt x="1064109" y="15290"/>
                </a:lnTo>
                <a:lnTo>
                  <a:pt x="1047735" y="15290"/>
                </a:lnTo>
                <a:lnTo>
                  <a:pt x="1047735" y="37287"/>
                </a:lnTo>
                <a:lnTo>
                  <a:pt x="1031656" y="37287"/>
                </a:lnTo>
                <a:lnTo>
                  <a:pt x="1031656" y="50604"/>
                </a:lnTo>
                <a:lnTo>
                  <a:pt x="1047735" y="50604"/>
                </a:lnTo>
                <a:lnTo>
                  <a:pt x="1047735" y="104142"/>
                </a:lnTo>
                <a:lnTo>
                  <a:pt x="1047739" y="104980"/>
                </a:lnTo>
                <a:lnTo>
                  <a:pt x="1047751" y="105808"/>
                </a:lnTo>
                <a:lnTo>
                  <a:pt x="1047771" y="106625"/>
                </a:lnTo>
                <a:lnTo>
                  <a:pt x="1047799" y="107433"/>
                </a:lnTo>
                <a:lnTo>
                  <a:pt x="1047835" y="108230"/>
                </a:lnTo>
                <a:lnTo>
                  <a:pt x="1047880" y="109017"/>
                </a:lnTo>
                <a:lnTo>
                  <a:pt x="1047932" y="109794"/>
                </a:lnTo>
                <a:lnTo>
                  <a:pt x="1047992" y="110562"/>
                </a:lnTo>
                <a:lnTo>
                  <a:pt x="1048061" y="111318"/>
                </a:lnTo>
                <a:lnTo>
                  <a:pt x="1048137" y="112065"/>
                </a:lnTo>
                <a:lnTo>
                  <a:pt x="1048222" y="112802"/>
                </a:lnTo>
                <a:lnTo>
                  <a:pt x="1048314" y="113529"/>
                </a:lnTo>
                <a:lnTo>
                  <a:pt x="1048415" y="114245"/>
                </a:lnTo>
                <a:lnTo>
                  <a:pt x="1048523" y="114952"/>
                </a:lnTo>
                <a:lnTo>
                  <a:pt x="1048640" y="115648"/>
                </a:lnTo>
                <a:lnTo>
                  <a:pt x="1048765" y="116334"/>
                </a:lnTo>
                <a:lnTo>
                  <a:pt x="1048898" y="117010"/>
                </a:lnTo>
                <a:lnTo>
                  <a:pt x="1049039" y="117676"/>
                </a:lnTo>
                <a:lnTo>
                  <a:pt x="1049187" y="118332"/>
                </a:lnTo>
                <a:lnTo>
                  <a:pt x="1049344" y="118978"/>
                </a:lnTo>
                <a:lnTo>
                  <a:pt x="1049509" y="119614"/>
                </a:lnTo>
                <a:lnTo>
                  <a:pt x="1049682" y="120239"/>
                </a:lnTo>
                <a:lnTo>
                  <a:pt x="1049864" y="120855"/>
                </a:lnTo>
                <a:lnTo>
                  <a:pt x="1050053" y="121460"/>
                </a:lnTo>
                <a:lnTo>
                  <a:pt x="1050253" y="122054"/>
                </a:lnTo>
                <a:lnTo>
                  <a:pt x="1050466" y="122637"/>
                </a:lnTo>
                <a:lnTo>
                  <a:pt x="1050693" y="123208"/>
                </a:lnTo>
                <a:lnTo>
                  <a:pt x="1050934" y="123767"/>
                </a:lnTo>
                <a:lnTo>
                  <a:pt x="1051188" y="124314"/>
                </a:lnTo>
                <a:lnTo>
                  <a:pt x="1051455" y="124850"/>
                </a:lnTo>
                <a:lnTo>
                  <a:pt x="1051736" y="125374"/>
                </a:lnTo>
                <a:lnTo>
                  <a:pt x="1052031" y="125886"/>
                </a:lnTo>
                <a:lnTo>
                  <a:pt x="1052339" y="126387"/>
                </a:lnTo>
                <a:lnTo>
                  <a:pt x="1052661" y="126876"/>
                </a:lnTo>
                <a:lnTo>
                  <a:pt x="1052996" y="127353"/>
                </a:lnTo>
                <a:lnTo>
                  <a:pt x="1053345" y="127819"/>
                </a:lnTo>
                <a:lnTo>
                  <a:pt x="1053707" y="128273"/>
                </a:lnTo>
                <a:lnTo>
                  <a:pt x="1054083" y="128715"/>
                </a:lnTo>
                <a:lnTo>
                  <a:pt x="1054472" y="129145"/>
                </a:lnTo>
                <a:lnTo>
                  <a:pt x="1054875" y="129564"/>
                </a:lnTo>
                <a:lnTo>
                  <a:pt x="1055292" y="129971"/>
                </a:lnTo>
                <a:lnTo>
                  <a:pt x="1055722" y="130366"/>
                </a:lnTo>
                <a:lnTo>
                  <a:pt x="1056165" y="130750"/>
                </a:lnTo>
                <a:lnTo>
                  <a:pt x="1056622" y="131122"/>
                </a:lnTo>
                <a:lnTo>
                  <a:pt x="1057093" y="131482"/>
                </a:lnTo>
                <a:lnTo>
                  <a:pt x="1057577" y="131831"/>
                </a:lnTo>
                <a:lnTo>
                  <a:pt x="1058074" y="132168"/>
                </a:lnTo>
                <a:lnTo>
                  <a:pt x="1058585" y="132493"/>
                </a:lnTo>
                <a:lnTo>
                  <a:pt x="1059113" y="132805"/>
                </a:lnTo>
                <a:lnTo>
                  <a:pt x="1059659" y="133105"/>
                </a:lnTo>
                <a:lnTo>
                  <a:pt x="1060224" y="133391"/>
                </a:lnTo>
                <a:lnTo>
                  <a:pt x="1060808" y="133664"/>
                </a:lnTo>
                <a:lnTo>
                  <a:pt x="1061410" y="133923"/>
                </a:lnTo>
                <a:lnTo>
                  <a:pt x="1062032" y="134169"/>
                </a:lnTo>
                <a:lnTo>
                  <a:pt x="1062672" y="134402"/>
                </a:lnTo>
                <a:lnTo>
                  <a:pt x="1063331" y="134621"/>
                </a:lnTo>
                <a:lnTo>
                  <a:pt x="1064009" y="134828"/>
                </a:lnTo>
                <a:lnTo>
                  <a:pt x="1064706" y="135021"/>
                </a:lnTo>
                <a:lnTo>
                  <a:pt x="1065422" y="135200"/>
                </a:lnTo>
                <a:lnTo>
                  <a:pt x="1066156" y="135367"/>
                </a:lnTo>
                <a:lnTo>
                  <a:pt x="1066910" y="135520"/>
                </a:lnTo>
                <a:lnTo>
                  <a:pt x="1067682" y="135659"/>
                </a:lnTo>
                <a:lnTo>
                  <a:pt x="1068473" y="135786"/>
                </a:lnTo>
                <a:lnTo>
                  <a:pt x="1069283" y="135899"/>
                </a:lnTo>
                <a:lnTo>
                  <a:pt x="1070111" y="135998"/>
                </a:lnTo>
                <a:lnTo>
                  <a:pt x="1070959" y="136085"/>
                </a:lnTo>
                <a:lnTo>
                  <a:pt x="1071825" y="136158"/>
                </a:lnTo>
                <a:lnTo>
                  <a:pt x="1072710" y="136218"/>
                </a:lnTo>
                <a:lnTo>
                  <a:pt x="1073615" y="136265"/>
                </a:lnTo>
                <a:lnTo>
                  <a:pt x="1074537" y="136298"/>
                </a:lnTo>
                <a:lnTo>
                  <a:pt x="1075479" y="136318"/>
                </a:lnTo>
                <a:lnTo>
                  <a:pt x="1076440" y="136324"/>
                </a:lnTo>
                <a:lnTo>
                  <a:pt x="1087981" y="136324"/>
                </a:lnTo>
                <a:lnTo>
                  <a:pt x="1087981" y="123008"/>
                </a:lnTo>
                <a:lnTo>
                  <a:pt x="1077525" y="123008"/>
                </a:lnTo>
                <a:lnTo>
                  <a:pt x="1076804" y="122999"/>
                </a:lnTo>
                <a:close/>
                <a:moveTo>
                  <a:pt x="588886" y="64612"/>
                </a:moveTo>
                <a:lnTo>
                  <a:pt x="589281" y="64116"/>
                </a:lnTo>
                <a:lnTo>
                  <a:pt x="589685" y="63624"/>
                </a:lnTo>
                <a:lnTo>
                  <a:pt x="590100" y="63135"/>
                </a:lnTo>
                <a:lnTo>
                  <a:pt x="590524" y="62650"/>
                </a:lnTo>
                <a:lnTo>
                  <a:pt x="590959" y="62168"/>
                </a:lnTo>
                <a:lnTo>
                  <a:pt x="591403" y="61689"/>
                </a:lnTo>
                <a:lnTo>
                  <a:pt x="591858" y="61214"/>
                </a:lnTo>
                <a:lnTo>
                  <a:pt x="592322" y="60743"/>
                </a:lnTo>
                <a:lnTo>
                  <a:pt x="592796" y="60274"/>
                </a:lnTo>
                <a:lnTo>
                  <a:pt x="593280" y="59809"/>
                </a:lnTo>
                <a:lnTo>
                  <a:pt x="593774" y="59348"/>
                </a:lnTo>
                <a:lnTo>
                  <a:pt x="594278" y="58889"/>
                </a:lnTo>
                <a:lnTo>
                  <a:pt x="594792" y="58435"/>
                </a:lnTo>
                <a:lnTo>
                  <a:pt x="595316" y="57983"/>
                </a:lnTo>
                <a:lnTo>
                  <a:pt x="595850" y="57535"/>
                </a:lnTo>
                <a:lnTo>
                  <a:pt x="596394" y="57091"/>
                </a:lnTo>
                <a:lnTo>
                  <a:pt x="596947" y="56649"/>
                </a:lnTo>
                <a:lnTo>
                  <a:pt x="597511" y="56211"/>
                </a:lnTo>
                <a:lnTo>
                  <a:pt x="598085" y="55777"/>
                </a:lnTo>
                <a:lnTo>
                  <a:pt x="598668" y="55346"/>
                </a:lnTo>
                <a:lnTo>
                  <a:pt x="599261" y="54918"/>
                </a:lnTo>
                <a:lnTo>
                  <a:pt x="599865" y="54494"/>
                </a:lnTo>
                <a:lnTo>
                  <a:pt x="600479" y="54080"/>
                </a:lnTo>
                <a:lnTo>
                  <a:pt x="601105" y="53684"/>
                </a:lnTo>
                <a:lnTo>
                  <a:pt x="601744" y="53305"/>
                </a:lnTo>
                <a:lnTo>
                  <a:pt x="602394" y="52944"/>
                </a:lnTo>
                <a:lnTo>
                  <a:pt x="603056" y="52600"/>
                </a:lnTo>
                <a:lnTo>
                  <a:pt x="603730" y="52274"/>
                </a:lnTo>
                <a:lnTo>
                  <a:pt x="604416" y="51966"/>
                </a:lnTo>
                <a:lnTo>
                  <a:pt x="605115" y="51675"/>
                </a:lnTo>
                <a:lnTo>
                  <a:pt x="605825" y="51402"/>
                </a:lnTo>
                <a:lnTo>
                  <a:pt x="606547" y="51147"/>
                </a:lnTo>
                <a:lnTo>
                  <a:pt x="607281" y="50909"/>
                </a:lnTo>
                <a:lnTo>
                  <a:pt x="608027" y="50689"/>
                </a:lnTo>
                <a:lnTo>
                  <a:pt x="608786" y="50486"/>
                </a:lnTo>
                <a:lnTo>
                  <a:pt x="609556" y="50301"/>
                </a:lnTo>
                <a:lnTo>
                  <a:pt x="610338" y="50134"/>
                </a:lnTo>
                <a:lnTo>
                  <a:pt x="611132" y="49984"/>
                </a:lnTo>
                <a:lnTo>
                  <a:pt x="611938" y="49852"/>
                </a:lnTo>
                <a:lnTo>
                  <a:pt x="612756" y="49737"/>
                </a:lnTo>
                <a:lnTo>
                  <a:pt x="613586" y="49640"/>
                </a:lnTo>
                <a:lnTo>
                  <a:pt x="614428" y="49561"/>
                </a:lnTo>
                <a:lnTo>
                  <a:pt x="615282" y="49499"/>
                </a:lnTo>
                <a:lnTo>
                  <a:pt x="616148" y="49455"/>
                </a:lnTo>
                <a:lnTo>
                  <a:pt x="617026" y="49429"/>
                </a:lnTo>
                <a:lnTo>
                  <a:pt x="617916" y="49420"/>
                </a:lnTo>
                <a:lnTo>
                  <a:pt x="618511" y="49426"/>
                </a:lnTo>
                <a:lnTo>
                  <a:pt x="619093" y="49442"/>
                </a:lnTo>
                <a:lnTo>
                  <a:pt x="619663" y="49471"/>
                </a:lnTo>
                <a:lnTo>
                  <a:pt x="620222" y="49510"/>
                </a:lnTo>
                <a:lnTo>
                  <a:pt x="620769" y="49560"/>
                </a:lnTo>
                <a:lnTo>
                  <a:pt x="621304" y="49622"/>
                </a:lnTo>
                <a:lnTo>
                  <a:pt x="621827" y="49695"/>
                </a:lnTo>
                <a:lnTo>
                  <a:pt x="622339" y="49779"/>
                </a:lnTo>
                <a:lnTo>
                  <a:pt x="622838" y="49874"/>
                </a:lnTo>
                <a:lnTo>
                  <a:pt x="623326" y="49980"/>
                </a:lnTo>
                <a:lnTo>
                  <a:pt x="623802" y="50098"/>
                </a:lnTo>
                <a:lnTo>
                  <a:pt x="624266" y="50227"/>
                </a:lnTo>
                <a:lnTo>
                  <a:pt x="624719" y="50367"/>
                </a:lnTo>
                <a:lnTo>
                  <a:pt x="625159" y="50518"/>
                </a:lnTo>
                <a:lnTo>
                  <a:pt x="625588" y="50681"/>
                </a:lnTo>
                <a:lnTo>
                  <a:pt x="626005" y="50855"/>
                </a:lnTo>
                <a:lnTo>
                  <a:pt x="626410" y="51039"/>
                </a:lnTo>
                <a:lnTo>
                  <a:pt x="626803" y="51236"/>
                </a:lnTo>
                <a:lnTo>
                  <a:pt x="627185" y="51443"/>
                </a:lnTo>
                <a:lnTo>
                  <a:pt x="627555" y="51661"/>
                </a:lnTo>
                <a:lnTo>
                  <a:pt x="627912" y="51891"/>
                </a:lnTo>
                <a:lnTo>
                  <a:pt x="628258" y="52132"/>
                </a:lnTo>
                <a:lnTo>
                  <a:pt x="628593" y="52384"/>
                </a:lnTo>
                <a:lnTo>
                  <a:pt x="628915" y="52648"/>
                </a:lnTo>
                <a:lnTo>
                  <a:pt x="629227" y="52921"/>
                </a:lnTo>
                <a:lnTo>
                  <a:pt x="629532" y="53202"/>
                </a:lnTo>
                <a:lnTo>
                  <a:pt x="629828" y="53492"/>
                </a:lnTo>
                <a:lnTo>
                  <a:pt x="630117" y="53790"/>
                </a:lnTo>
                <a:lnTo>
                  <a:pt x="630397" y="54097"/>
                </a:lnTo>
                <a:lnTo>
                  <a:pt x="630669" y="54412"/>
                </a:lnTo>
                <a:lnTo>
                  <a:pt x="630933" y="54735"/>
                </a:lnTo>
                <a:lnTo>
                  <a:pt x="631189" y="55067"/>
                </a:lnTo>
                <a:lnTo>
                  <a:pt x="631437" y="55407"/>
                </a:lnTo>
                <a:lnTo>
                  <a:pt x="631677" y="55756"/>
                </a:lnTo>
                <a:lnTo>
                  <a:pt x="631909" y="56112"/>
                </a:lnTo>
                <a:lnTo>
                  <a:pt x="632133" y="56478"/>
                </a:lnTo>
                <a:lnTo>
                  <a:pt x="632349" y="56851"/>
                </a:lnTo>
                <a:lnTo>
                  <a:pt x="632557" y="57233"/>
                </a:lnTo>
                <a:lnTo>
                  <a:pt x="632757" y="57624"/>
                </a:lnTo>
                <a:lnTo>
                  <a:pt x="632948" y="58022"/>
                </a:lnTo>
                <a:lnTo>
                  <a:pt x="633132" y="58429"/>
                </a:lnTo>
                <a:lnTo>
                  <a:pt x="633308" y="58845"/>
                </a:lnTo>
                <a:lnTo>
                  <a:pt x="633475" y="59269"/>
                </a:lnTo>
                <a:lnTo>
                  <a:pt x="633635" y="59701"/>
                </a:lnTo>
                <a:lnTo>
                  <a:pt x="633786" y="60141"/>
                </a:lnTo>
                <a:lnTo>
                  <a:pt x="633930" y="60590"/>
                </a:lnTo>
                <a:lnTo>
                  <a:pt x="634065" y="61047"/>
                </a:lnTo>
                <a:lnTo>
                  <a:pt x="634192" y="61513"/>
                </a:lnTo>
                <a:lnTo>
                  <a:pt x="634313" y="61986"/>
                </a:lnTo>
                <a:lnTo>
                  <a:pt x="634429" y="62464"/>
                </a:lnTo>
                <a:lnTo>
                  <a:pt x="634539" y="62947"/>
                </a:lnTo>
                <a:lnTo>
                  <a:pt x="634645" y="63437"/>
                </a:lnTo>
                <a:lnTo>
                  <a:pt x="634745" y="63932"/>
                </a:lnTo>
                <a:lnTo>
                  <a:pt x="634840" y="64433"/>
                </a:lnTo>
                <a:lnTo>
                  <a:pt x="634930" y="64940"/>
                </a:lnTo>
                <a:lnTo>
                  <a:pt x="635014" y="65452"/>
                </a:lnTo>
                <a:lnTo>
                  <a:pt x="635094" y="65970"/>
                </a:lnTo>
                <a:lnTo>
                  <a:pt x="635169" y="66494"/>
                </a:lnTo>
                <a:lnTo>
                  <a:pt x="635238" y="67024"/>
                </a:lnTo>
                <a:lnTo>
                  <a:pt x="635302" y="67559"/>
                </a:lnTo>
                <a:lnTo>
                  <a:pt x="635361" y="68100"/>
                </a:lnTo>
                <a:lnTo>
                  <a:pt x="635415" y="68646"/>
                </a:lnTo>
                <a:lnTo>
                  <a:pt x="635464" y="69199"/>
                </a:lnTo>
                <a:lnTo>
                  <a:pt x="635508" y="69757"/>
                </a:lnTo>
                <a:lnTo>
                  <a:pt x="635546" y="70320"/>
                </a:lnTo>
                <a:lnTo>
                  <a:pt x="635580" y="70890"/>
                </a:lnTo>
                <a:lnTo>
                  <a:pt x="635608" y="71465"/>
                </a:lnTo>
                <a:lnTo>
                  <a:pt x="635631" y="72046"/>
                </a:lnTo>
                <a:lnTo>
                  <a:pt x="635649" y="72632"/>
                </a:lnTo>
                <a:lnTo>
                  <a:pt x="635662" y="73224"/>
                </a:lnTo>
                <a:lnTo>
                  <a:pt x="635669" y="73822"/>
                </a:lnTo>
                <a:lnTo>
                  <a:pt x="635672" y="74426"/>
                </a:lnTo>
                <a:lnTo>
                  <a:pt x="635672" y="136324"/>
                </a:lnTo>
                <a:lnTo>
                  <a:pt x="652145" y="136324"/>
                </a:lnTo>
                <a:lnTo>
                  <a:pt x="652145" y="72308"/>
                </a:lnTo>
                <a:lnTo>
                  <a:pt x="652133" y="70869"/>
                </a:lnTo>
                <a:lnTo>
                  <a:pt x="652095" y="69457"/>
                </a:lnTo>
                <a:lnTo>
                  <a:pt x="652033" y="68072"/>
                </a:lnTo>
                <a:lnTo>
                  <a:pt x="651945" y="66714"/>
                </a:lnTo>
                <a:lnTo>
                  <a:pt x="651833" y="65383"/>
                </a:lnTo>
                <a:lnTo>
                  <a:pt x="651695" y="64080"/>
                </a:lnTo>
                <a:lnTo>
                  <a:pt x="651533" y="62803"/>
                </a:lnTo>
                <a:lnTo>
                  <a:pt x="651345" y="61553"/>
                </a:lnTo>
                <a:lnTo>
                  <a:pt x="651133" y="60331"/>
                </a:lnTo>
                <a:lnTo>
                  <a:pt x="650895" y="59136"/>
                </a:lnTo>
                <a:lnTo>
                  <a:pt x="650633" y="57967"/>
                </a:lnTo>
                <a:lnTo>
                  <a:pt x="650345" y="56826"/>
                </a:lnTo>
                <a:lnTo>
                  <a:pt x="650033" y="55712"/>
                </a:lnTo>
                <a:lnTo>
                  <a:pt x="649695" y="54625"/>
                </a:lnTo>
                <a:lnTo>
                  <a:pt x="649333" y="53565"/>
                </a:lnTo>
                <a:lnTo>
                  <a:pt x="648945" y="52532"/>
                </a:lnTo>
                <a:lnTo>
                  <a:pt x="648532" y="51526"/>
                </a:lnTo>
                <a:lnTo>
                  <a:pt x="648095" y="50547"/>
                </a:lnTo>
                <a:lnTo>
                  <a:pt x="647632" y="49595"/>
                </a:lnTo>
                <a:lnTo>
                  <a:pt x="647145" y="48671"/>
                </a:lnTo>
                <a:lnTo>
                  <a:pt x="646632" y="47773"/>
                </a:lnTo>
                <a:lnTo>
                  <a:pt x="646095" y="46903"/>
                </a:lnTo>
                <a:lnTo>
                  <a:pt x="645532" y="46059"/>
                </a:lnTo>
                <a:lnTo>
                  <a:pt x="644944" y="45243"/>
                </a:lnTo>
                <a:lnTo>
                  <a:pt x="644330" y="44457"/>
                </a:lnTo>
                <a:lnTo>
                  <a:pt x="643685" y="43705"/>
                </a:lnTo>
                <a:lnTo>
                  <a:pt x="643010" y="42985"/>
                </a:lnTo>
                <a:lnTo>
                  <a:pt x="642306" y="42300"/>
                </a:lnTo>
                <a:lnTo>
                  <a:pt x="641572" y="41647"/>
                </a:lnTo>
                <a:lnTo>
                  <a:pt x="640808" y="41029"/>
                </a:lnTo>
                <a:lnTo>
                  <a:pt x="640014" y="40443"/>
                </a:lnTo>
                <a:lnTo>
                  <a:pt x="639190" y="39891"/>
                </a:lnTo>
                <a:lnTo>
                  <a:pt x="638337" y="39373"/>
                </a:lnTo>
                <a:lnTo>
                  <a:pt x="637454" y="38888"/>
                </a:lnTo>
                <a:lnTo>
                  <a:pt x="636541" y="38436"/>
                </a:lnTo>
                <a:lnTo>
                  <a:pt x="635598" y="38018"/>
                </a:lnTo>
                <a:lnTo>
                  <a:pt x="634626" y="37634"/>
                </a:lnTo>
                <a:lnTo>
                  <a:pt x="633623" y="37282"/>
                </a:lnTo>
                <a:lnTo>
                  <a:pt x="632591" y="36965"/>
                </a:lnTo>
                <a:lnTo>
                  <a:pt x="631529" y="36680"/>
                </a:lnTo>
                <a:lnTo>
                  <a:pt x="630437" y="36430"/>
                </a:lnTo>
                <a:lnTo>
                  <a:pt x="629316" y="36212"/>
                </a:lnTo>
                <a:lnTo>
                  <a:pt x="628164" y="36028"/>
                </a:lnTo>
                <a:lnTo>
                  <a:pt x="626983" y="35878"/>
                </a:lnTo>
                <a:lnTo>
                  <a:pt x="625772" y="35761"/>
                </a:lnTo>
                <a:lnTo>
                  <a:pt x="624532" y="35677"/>
                </a:lnTo>
                <a:lnTo>
                  <a:pt x="623261" y="35627"/>
                </a:lnTo>
                <a:lnTo>
                  <a:pt x="621961" y="35610"/>
                </a:lnTo>
                <a:lnTo>
                  <a:pt x="620892" y="35619"/>
                </a:lnTo>
                <a:lnTo>
                  <a:pt x="619839" y="35646"/>
                </a:lnTo>
                <a:lnTo>
                  <a:pt x="618803" y="35691"/>
                </a:lnTo>
                <a:lnTo>
                  <a:pt x="617782" y="35754"/>
                </a:lnTo>
                <a:lnTo>
                  <a:pt x="616778" y="35835"/>
                </a:lnTo>
                <a:lnTo>
                  <a:pt x="615789" y="35934"/>
                </a:lnTo>
                <a:lnTo>
                  <a:pt x="614817" y="36051"/>
                </a:lnTo>
                <a:lnTo>
                  <a:pt x="613861" y="36185"/>
                </a:lnTo>
                <a:lnTo>
                  <a:pt x="612921" y="36338"/>
                </a:lnTo>
                <a:lnTo>
                  <a:pt x="611997" y="36509"/>
                </a:lnTo>
                <a:lnTo>
                  <a:pt x="611089" y="36698"/>
                </a:lnTo>
                <a:lnTo>
                  <a:pt x="610198" y="36905"/>
                </a:lnTo>
                <a:lnTo>
                  <a:pt x="609322" y="37130"/>
                </a:lnTo>
                <a:lnTo>
                  <a:pt x="608462" y="37372"/>
                </a:lnTo>
                <a:lnTo>
                  <a:pt x="607619" y="37633"/>
                </a:lnTo>
                <a:lnTo>
                  <a:pt x="606792" y="37912"/>
                </a:lnTo>
                <a:lnTo>
                  <a:pt x="605980" y="38208"/>
                </a:lnTo>
                <a:lnTo>
                  <a:pt x="605185" y="38523"/>
                </a:lnTo>
                <a:lnTo>
                  <a:pt x="604406" y="38856"/>
                </a:lnTo>
                <a:lnTo>
                  <a:pt x="603643" y="39206"/>
                </a:lnTo>
                <a:lnTo>
                  <a:pt x="602896" y="39575"/>
                </a:lnTo>
                <a:lnTo>
                  <a:pt x="602166" y="39962"/>
                </a:lnTo>
                <a:lnTo>
                  <a:pt x="601451" y="40366"/>
                </a:lnTo>
                <a:lnTo>
                  <a:pt x="600752" y="40789"/>
                </a:lnTo>
                <a:lnTo>
                  <a:pt x="600069" y="41222"/>
                </a:lnTo>
                <a:lnTo>
                  <a:pt x="599398" y="41656"/>
                </a:lnTo>
                <a:lnTo>
                  <a:pt x="598741" y="42094"/>
                </a:lnTo>
                <a:lnTo>
                  <a:pt x="598097" y="42533"/>
                </a:lnTo>
                <a:lnTo>
                  <a:pt x="597467" y="42974"/>
                </a:lnTo>
                <a:lnTo>
                  <a:pt x="596850" y="43418"/>
                </a:lnTo>
                <a:lnTo>
                  <a:pt x="596246" y="43864"/>
                </a:lnTo>
                <a:lnTo>
                  <a:pt x="595656" y="44313"/>
                </a:lnTo>
                <a:lnTo>
                  <a:pt x="595079" y="44763"/>
                </a:lnTo>
                <a:lnTo>
                  <a:pt x="594515" y="45216"/>
                </a:lnTo>
                <a:lnTo>
                  <a:pt x="593965" y="45671"/>
                </a:lnTo>
                <a:lnTo>
                  <a:pt x="593428" y="46128"/>
                </a:lnTo>
                <a:lnTo>
                  <a:pt x="592905" y="46587"/>
                </a:lnTo>
                <a:lnTo>
                  <a:pt x="592395" y="47049"/>
                </a:lnTo>
                <a:lnTo>
                  <a:pt x="591898" y="47513"/>
                </a:lnTo>
                <a:lnTo>
                  <a:pt x="591414" y="47979"/>
                </a:lnTo>
                <a:lnTo>
                  <a:pt x="590944" y="48447"/>
                </a:lnTo>
                <a:lnTo>
                  <a:pt x="590487" y="48918"/>
                </a:lnTo>
                <a:lnTo>
                  <a:pt x="590044" y="49390"/>
                </a:lnTo>
                <a:lnTo>
                  <a:pt x="589614" y="49865"/>
                </a:lnTo>
                <a:lnTo>
                  <a:pt x="589197" y="50343"/>
                </a:lnTo>
                <a:lnTo>
                  <a:pt x="588794" y="50822"/>
                </a:lnTo>
                <a:lnTo>
                  <a:pt x="588404" y="51304"/>
                </a:lnTo>
                <a:lnTo>
                  <a:pt x="588028" y="51788"/>
                </a:lnTo>
                <a:lnTo>
                  <a:pt x="587436" y="37287"/>
                </a:lnTo>
                <a:lnTo>
                  <a:pt x="571653" y="37287"/>
                </a:lnTo>
                <a:lnTo>
                  <a:pt x="571653" y="136324"/>
                </a:lnTo>
                <a:lnTo>
                  <a:pt x="588126" y="136324"/>
                </a:lnTo>
                <a:lnTo>
                  <a:pt x="588126" y="65613"/>
                </a:lnTo>
                <a:lnTo>
                  <a:pt x="588501" y="65111"/>
                </a:lnTo>
                <a:lnTo>
                  <a:pt x="588886" y="64612"/>
                </a:lnTo>
                <a:close/>
                <a:moveTo>
                  <a:pt x="722830" y="137986"/>
                </a:moveTo>
                <a:lnTo>
                  <a:pt x="723790" y="137921"/>
                </a:lnTo>
                <a:lnTo>
                  <a:pt x="724739" y="137843"/>
                </a:lnTo>
                <a:lnTo>
                  <a:pt x="725677" y="137750"/>
                </a:lnTo>
                <a:lnTo>
                  <a:pt x="726603" y="137642"/>
                </a:lnTo>
                <a:lnTo>
                  <a:pt x="727518" y="137521"/>
                </a:lnTo>
                <a:lnTo>
                  <a:pt x="728422" y="137385"/>
                </a:lnTo>
                <a:lnTo>
                  <a:pt x="729314" y="137235"/>
                </a:lnTo>
                <a:lnTo>
                  <a:pt x="730196" y="137070"/>
                </a:lnTo>
                <a:lnTo>
                  <a:pt x="731065" y="136892"/>
                </a:lnTo>
                <a:lnTo>
                  <a:pt x="731924" y="136699"/>
                </a:lnTo>
                <a:lnTo>
                  <a:pt x="732771" y="136491"/>
                </a:lnTo>
                <a:lnTo>
                  <a:pt x="733607" y="136270"/>
                </a:lnTo>
                <a:lnTo>
                  <a:pt x="734432" y="136034"/>
                </a:lnTo>
                <a:lnTo>
                  <a:pt x="735245" y="135783"/>
                </a:lnTo>
                <a:lnTo>
                  <a:pt x="736047" y="135519"/>
                </a:lnTo>
                <a:lnTo>
                  <a:pt x="736837" y="135240"/>
                </a:lnTo>
                <a:lnTo>
                  <a:pt x="737617" y="134947"/>
                </a:lnTo>
                <a:lnTo>
                  <a:pt x="738385" y="134639"/>
                </a:lnTo>
                <a:lnTo>
                  <a:pt x="739142" y="134318"/>
                </a:lnTo>
                <a:lnTo>
                  <a:pt x="739887" y="133982"/>
                </a:lnTo>
                <a:lnTo>
                  <a:pt x="740620" y="133632"/>
                </a:lnTo>
                <a:lnTo>
                  <a:pt x="741339" y="133271"/>
                </a:lnTo>
                <a:lnTo>
                  <a:pt x="742045" y="132897"/>
                </a:lnTo>
                <a:lnTo>
                  <a:pt x="742737" y="132512"/>
                </a:lnTo>
                <a:lnTo>
                  <a:pt x="743415" y="132114"/>
                </a:lnTo>
                <a:lnTo>
                  <a:pt x="744079" y="131705"/>
                </a:lnTo>
                <a:lnTo>
                  <a:pt x="744730" y="131283"/>
                </a:lnTo>
                <a:lnTo>
                  <a:pt x="745367" y="130850"/>
                </a:lnTo>
                <a:lnTo>
                  <a:pt x="745991" y="130404"/>
                </a:lnTo>
                <a:lnTo>
                  <a:pt x="746600" y="129947"/>
                </a:lnTo>
                <a:lnTo>
                  <a:pt x="747196" y="129477"/>
                </a:lnTo>
                <a:lnTo>
                  <a:pt x="747779" y="128996"/>
                </a:lnTo>
                <a:lnTo>
                  <a:pt x="748347" y="128502"/>
                </a:lnTo>
                <a:lnTo>
                  <a:pt x="748902" y="127996"/>
                </a:lnTo>
                <a:lnTo>
                  <a:pt x="749443" y="127479"/>
                </a:lnTo>
                <a:lnTo>
                  <a:pt x="749971" y="126949"/>
                </a:lnTo>
                <a:lnTo>
                  <a:pt x="750484" y="126408"/>
                </a:lnTo>
                <a:lnTo>
                  <a:pt x="750984" y="125854"/>
                </a:lnTo>
                <a:lnTo>
                  <a:pt x="751471" y="125288"/>
                </a:lnTo>
                <a:lnTo>
                  <a:pt x="751944" y="124711"/>
                </a:lnTo>
                <a:lnTo>
                  <a:pt x="752402" y="124121"/>
                </a:lnTo>
                <a:lnTo>
                  <a:pt x="752848" y="123519"/>
                </a:lnTo>
                <a:lnTo>
                  <a:pt x="753279" y="122906"/>
                </a:lnTo>
                <a:lnTo>
                  <a:pt x="753697" y="122280"/>
                </a:lnTo>
                <a:lnTo>
                  <a:pt x="754100" y="121643"/>
                </a:lnTo>
                <a:lnTo>
                  <a:pt x="754487" y="120997"/>
                </a:lnTo>
                <a:lnTo>
                  <a:pt x="754858" y="120340"/>
                </a:lnTo>
                <a:lnTo>
                  <a:pt x="755212" y="119673"/>
                </a:lnTo>
                <a:lnTo>
                  <a:pt x="755551" y="118996"/>
                </a:lnTo>
                <a:lnTo>
                  <a:pt x="755873" y="118309"/>
                </a:lnTo>
                <a:lnTo>
                  <a:pt x="756180" y="117612"/>
                </a:lnTo>
                <a:lnTo>
                  <a:pt x="756470" y="116905"/>
                </a:lnTo>
                <a:lnTo>
                  <a:pt x="756744" y="116188"/>
                </a:lnTo>
                <a:lnTo>
                  <a:pt x="757002" y="115460"/>
                </a:lnTo>
                <a:lnTo>
                  <a:pt x="757244" y="114723"/>
                </a:lnTo>
                <a:lnTo>
                  <a:pt x="757470" y="113976"/>
                </a:lnTo>
                <a:lnTo>
                  <a:pt x="757680" y="113218"/>
                </a:lnTo>
                <a:lnTo>
                  <a:pt x="757874" y="112451"/>
                </a:lnTo>
                <a:lnTo>
                  <a:pt x="758051" y="111673"/>
                </a:lnTo>
                <a:lnTo>
                  <a:pt x="758213" y="110886"/>
                </a:lnTo>
                <a:lnTo>
                  <a:pt x="758358" y="110088"/>
                </a:lnTo>
                <a:lnTo>
                  <a:pt x="758488" y="109280"/>
                </a:lnTo>
                <a:lnTo>
                  <a:pt x="758601" y="108462"/>
                </a:lnTo>
                <a:lnTo>
                  <a:pt x="758698" y="107634"/>
                </a:lnTo>
                <a:lnTo>
                  <a:pt x="758779" y="106797"/>
                </a:lnTo>
                <a:lnTo>
                  <a:pt x="758844" y="105949"/>
                </a:lnTo>
                <a:lnTo>
                  <a:pt x="758893" y="105090"/>
                </a:lnTo>
                <a:lnTo>
                  <a:pt x="758925" y="104222"/>
                </a:lnTo>
                <a:lnTo>
                  <a:pt x="742649" y="104222"/>
                </a:lnTo>
                <a:lnTo>
                  <a:pt x="742614" y="105069"/>
                </a:lnTo>
                <a:lnTo>
                  <a:pt x="742559" y="105900"/>
                </a:lnTo>
                <a:lnTo>
                  <a:pt x="742483" y="106713"/>
                </a:lnTo>
                <a:lnTo>
                  <a:pt x="742386" y="107510"/>
                </a:lnTo>
                <a:lnTo>
                  <a:pt x="742269" y="108290"/>
                </a:lnTo>
                <a:lnTo>
                  <a:pt x="742131" y="109054"/>
                </a:lnTo>
                <a:lnTo>
                  <a:pt x="741973" y="109800"/>
                </a:lnTo>
                <a:lnTo>
                  <a:pt x="741794" y="110530"/>
                </a:lnTo>
                <a:lnTo>
                  <a:pt x="741595" y="111243"/>
                </a:lnTo>
                <a:lnTo>
                  <a:pt x="741375" y="111940"/>
                </a:lnTo>
                <a:lnTo>
                  <a:pt x="741135" y="112619"/>
                </a:lnTo>
                <a:lnTo>
                  <a:pt x="740874" y="113282"/>
                </a:lnTo>
                <a:lnTo>
                  <a:pt x="740592" y="113928"/>
                </a:lnTo>
                <a:lnTo>
                  <a:pt x="740290" y="114558"/>
                </a:lnTo>
                <a:lnTo>
                  <a:pt x="739967" y="115170"/>
                </a:lnTo>
                <a:lnTo>
                  <a:pt x="739624" y="115766"/>
                </a:lnTo>
                <a:lnTo>
                  <a:pt x="739260" y="116346"/>
                </a:lnTo>
                <a:lnTo>
                  <a:pt x="738876" y="116908"/>
                </a:lnTo>
                <a:lnTo>
                  <a:pt x="738471" y="117454"/>
                </a:lnTo>
                <a:lnTo>
                  <a:pt x="738046" y="117983"/>
                </a:lnTo>
                <a:lnTo>
                  <a:pt x="737600" y="118495"/>
                </a:lnTo>
                <a:lnTo>
                  <a:pt x="737133" y="118990"/>
                </a:lnTo>
                <a:lnTo>
                  <a:pt x="736646" y="119469"/>
                </a:lnTo>
                <a:lnTo>
                  <a:pt x="736139" y="119931"/>
                </a:lnTo>
                <a:lnTo>
                  <a:pt x="735612" y="120375"/>
                </a:lnTo>
                <a:lnTo>
                  <a:pt x="735069" y="120801"/>
                </a:lnTo>
                <a:lnTo>
                  <a:pt x="734510" y="121207"/>
                </a:lnTo>
                <a:lnTo>
                  <a:pt x="733933" y="121595"/>
                </a:lnTo>
                <a:lnTo>
                  <a:pt x="733340" y="121963"/>
                </a:lnTo>
                <a:lnTo>
                  <a:pt x="732729" y="122313"/>
                </a:lnTo>
                <a:lnTo>
                  <a:pt x="732102" y="122644"/>
                </a:lnTo>
                <a:lnTo>
                  <a:pt x="731459" y="122956"/>
                </a:lnTo>
                <a:lnTo>
                  <a:pt x="730798" y="123249"/>
                </a:lnTo>
                <a:lnTo>
                  <a:pt x="730121" y="123523"/>
                </a:lnTo>
                <a:lnTo>
                  <a:pt x="729427" y="123778"/>
                </a:lnTo>
                <a:lnTo>
                  <a:pt x="728716" y="124014"/>
                </a:lnTo>
                <a:lnTo>
                  <a:pt x="727988" y="124231"/>
                </a:lnTo>
                <a:lnTo>
                  <a:pt x="727244" y="124430"/>
                </a:lnTo>
                <a:lnTo>
                  <a:pt x="726483" y="124610"/>
                </a:lnTo>
                <a:lnTo>
                  <a:pt x="725705" y="124770"/>
                </a:lnTo>
                <a:lnTo>
                  <a:pt x="724910" y="124912"/>
                </a:lnTo>
                <a:lnTo>
                  <a:pt x="724098" y="125035"/>
                </a:lnTo>
                <a:lnTo>
                  <a:pt x="723270" y="125139"/>
                </a:lnTo>
                <a:lnTo>
                  <a:pt x="722425" y="125224"/>
                </a:lnTo>
                <a:lnTo>
                  <a:pt x="721563" y="125290"/>
                </a:lnTo>
                <a:lnTo>
                  <a:pt x="720684" y="125337"/>
                </a:lnTo>
                <a:lnTo>
                  <a:pt x="719789" y="125366"/>
                </a:lnTo>
                <a:lnTo>
                  <a:pt x="718876" y="125375"/>
                </a:lnTo>
                <a:lnTo>
                  <a:pt x="718020" y="125367"/>
                </a:lnTo>
                <a:lnTo>
                  <a:pt x="717178" y="125341"/>
                </a:lnTo>
                <a:lnTo>
                  <a:pt x="716350" y="125298"/>
                </a:lnTo>
                <a:lnTo>
                  <a:pt x="715536" y="125238"/>
                </a:lnTo>
                <a:lnTo>
                  <a:pt x="714736" y="125161"/>
                </a:lnTo>
                <a:lnTo>
                  <a:pt x="713950" y="125066"/>
                </a:lnTo>
                <a:lnTo>
                  <a:pt x="713178" y="124955"/>
                </a:lnTo>
                <a:lnTo>
                  <a:pt x="712421" y="124826"/>
                </a:lnTo>
                <a:lnTo>
                  <a:pt x="711677" y="124681"/>
                </a:lnTo>
                <a:lnTo>
                  <a:pt x="710947" y="124518"/>
                </a:lnTo>
                <a:lnTo>
                  <a:pt x="710231" y="124338"/>
                </a:lnTo>
                <a:lnTo>
                  <a:pt x="709530" y="124141"/>
                </a:lnTo>
                <a:lnTo>
                  <a:pt x="708842" y="123926"/>
                </a:lnTo>
                <a:lnTo>
                  <a:pt x="708169" y="123695"/>
                </a:lnTo>
                <a:lnTo>
                  <a:pt x="707509" y="123446"/>
                </a:lnTo>
                <a:lnTo>
                  <a:pt x="706864" y="123180"/>
                </a:lnTo>
                <a:lnTo>
                  <a:pt x="706232" y="122897"/>
                </a:lnTo>
                <a:lnTo>
                  <a:pt x="705615" y="122597"/>
                </a:lnTo>
                <a:lnTo>
                  <a:pt x="705012" y="122280"/>
                </a:lnTo>
                <a:lnTo>
                  <a:pt x="704422" y="121946"/>
                </a:lnTo>
                <a:lnTo>
                  <a:pt x="703847" y="121594"/>
                </a:lnTo>
                <a:lnTo>
                  <a:pt x="703286" y="121226"/>
                </a:lnTo>
                <a:lnTo>
                  <a:pt x="702739" y="120840"/>
                </a:lnTo>
                <a:lnTo>
                  <a:pt x="702206" y="120437"/>
                </a:lnTo>
                <a:lnTo>
                  <a:pt x="701685" y="120020"/>
                </a:lnTo>
                <a:lnTo>
                  <a:pt x="701177" y="119591"/>
                </a:lnTo>
                <a:lnTo>
                  <a:pt x="700680" y="119152"/>
                </a:lnTo>
                <a:lnTo>
                  <a:pt x="700196" y="118701"/>
                </a:lnTo>
                <a:lnTo>
                  <a:pt x="699723" y="118239"/>
                </a:lnTo>
                <a:lnTo>
                  <a:pt x="699262" y="117765"/>
                </a:lnTo>
                <a:lnTo>
                  <a:pt x="698812" y="117280"/>
                </a:lnTo>
                <a:lnTo>
                  <a:pt x="698375" y="116785"/>
                </a:lnTo>
                <a:lnTo>
                  <a:pt x="697949" y="116277"/>
                </a:lnTo>
                <a:lnTo>
                  <a:pt x="697535" y="115759"/>
                </a:lnTo>
                <a:lnTo>
                  <a:pt x="697133" y="115229"/>
                </a:lnTo>
                <a:lnTo>
                  <a:pt x="696743" y="114689"/>
                </a:lnTo>
                <a:lnTo>
                  <a:pt x="696365" y="114136"/>
                </a:lnTo>
                <a:lnTo>
                  <a:pt x="695998" y="113573"/>
                </a:lnTo>
                <a:lnTo>
                  <a:pt x="695644" y="112998"/>
                </a:lnTo>
                <a:lnTo>
                  <a:pt x="695301" y="112412"/>
                </a:lnTo>
                <a:lnTo>
                  <a:pt x="694969" y="111815"/>
                </a:lnTo>
                <a:lnTo>
                  <a:pt x="694650" y="111207"/>
                </a:lnTo>
                <a:lnTo>
                  <a:pt x="694343" y="110587"/>
                </a:lnTo>
                <a:lnTo>
                  <a:pt x="694047" y="109956"/>
                </a:lnTo>
                <a:lnTo>
                  <a:pt x="693763" y="109314"/>
                </a:lnTo>
                <a:lnTo>
                  <a:pt x="693491" y="108661"/>
                </a:lnTo>
                <a:lnTo>
                  <a:pt x="693231" y="107996"/>
                </a:lnTo>
                <a:lnTo>
                  <a:pt x="692982" y="107320"/>
                </a:lnTo>
                <a:lnTo>
                  <a:pt x="692745" y="106636"/>
                </a:lnTo>
                <a:lnTo>
                  <a:pt x="692517" y="105946"/>
                </a:lnTo>
                <a:lnTo>
                  <a:pt x="692299" y="105251"/>
                </a:lnTo>
                <a:lnTo>
                  <a:pt x="692091" y="104550"/>
                </a:lnTo>
                <a:lnTo>
                  <a:pt x="691892" y="103844"/>
                </a:lnTo>
                <a:lnTo>
                  <a:pt x="691703" y="103132"/>
                </a:lnTo>
                <a:lnTo>
                  <a:pt x="691524" y="102414"/>
                </a:lnTo>
                <a:lnTo>
                  <a:pt x="691355" y="101691"/>
                </a:lnTo>
                <a:lnTo>
                  <a:pt x="691195" y="100963"/>
                </a:lnTo>
                <a:lnTo>
                  <a:pt x="691046" y="100229"/>
                </a:lnTo>
                <a:lnTo>
                  <a:pt x="690906" y="99489"/>
                </a:lnTo>
                <a:lnTo>
                  <a:pt x="690775" y="98744"/>
                </a:lnTo>
                <a:lnTo>
                  <a:pt x="690655" y="97993"/>
                </a:lnTo>
                <a:lnTo>
                  <a:pt x="690544" y="97237"/>
                </a:lnTo>
                <a:lnTo>
                  <a:pt x="690443" y="96475"/>
                </a:lnTo>
                <a:lnTo>
                  <a:pt x="690352" y="95708"/>
                </a:lnTo>
                <a:lnTo>
                  <a:pt x="690271" y="94935"/>
                </a:lnTo>
                <a:lnTo>
                  <a:pt x="690199" y="94157"/>
                </a:lnTo>
                <a:lnTo>
                  <a:pt x="690137" y="93373"/>
                </a:lnTo>
                <a:lnTo>
                  <a:pt x="690085" y="92583"/>
                </a:lnTo>
                <a:lnTo>
                  <a:pt x="690042" y="91788"/>
                </a:lnTo>
                <a:lnTo>
                  <a:pt x="690010" y="90988"/>
                </a:lnTo>
                <a:lnTo>
                  <a:pt x="689987" y="90182"/>
                </a:lnTo>
                <a:lnTo>
                  <a:pt x="689974" y="89370"/>
                </a:lnTo>
                <a:lnTo>
                  <a:pt x="758432" y="89370"/>
                </a:lnTo>
                <a:lnTo>
                  <a:pt x="758448" y="89292"/>
                </a:lnTo>
                <a:lnTo>
                  <a:pt x="758464" y="89210"/>
                </a:lnTo>
                <a:lnTo>
                  <a:pt x="758480" y="89124"/>
                </a:lnTo>
                <a:lnTo>
                  <a:pt x="758495" y="89034"/>
                </a:lnTo>
                <a:lnTo>
                  <a:pt x="758510" y="88940"/>
                </a:lnTo>
                <a:lnTo>
                  <a:pt x="758525" y="88841"/>
                </a:lnTo>
                <a:lnTo>
                  <a:pt x="758539" y="88739"/>
                </a:lnTo>
                <a:lnTo>
                  <a:pt x="758553" y="88633"/>
                </a:lnTo>
                <a:lnTo>
                  <a:pt x="758566" y="88522"/>
                </a:lnTo>
                <a:lnTo>
                  <a:pt x="758579" y="88408"/>
                </a:lnTo>
                <a:lnTo>
                  <a:pt x="758592" y="88289"/>
                </a:lnTo>
                <a:lnTo>
                  <a:pt x="758605" y="88167"/>
                </a:lnTo>
                <a:lnTo>
                  <a:pt x="758617" y="88040"/>
                </a:lnTo>
                <a:lnTo>
                  <a:pt x="758629" y="87909"/>
                </a:lnTo>
                <a:lnTo>
                  <a:pt x="758640" y="87775"/>
                </a:lnTo>
                <a:lnTo>
                  <a:pt x="758651" y="87636"/>
                </a:lnTo>
                <a:lnTo>
                  <a:pt x="758662" y="87493"/>
                </a:lnTo>
                <a:lnTo>
                  <a:pt x="758672" y="87346"/>
                </a:lnTo>
                <a:lnTo>
                  <a:pt x="758683" y="87195"/>
                </a:lnTo>
                <a:lnTo>
                  <a:pt x="758692" y="87041"/>
                </a:lnTo>
                <a:lnTo>
                  <a:pt x="758702" y="86882"/>
                </a:lnTo>
                <a:lnTo>
                  <a:pt x="758711" y="86719"/>
                </a:lnTo>
                <a:lnTo>
                  <a:pt x="758720" y="86551"/>
                </a:lnTo>
                <a:lnTo>
                  <a:pt x="758728" y="86380"/>
                </a:lnTo>
                <a:lnTo>
                  <a:pt x="758736" y="86208"/>
                </a:lnTo>
                <a:lnTo>
                  <a:pt x="758744" y="86037"/>
                </a:lnTo>
                <a:lnTo>
                  <a:pt x="758751" y="85869"/>
                </a:lnTo>
                <a:lnTo>
                  <a:pt x="758758" y="85702"/>
                </a:lnTo>
                <a:lnTo>
                  <a:pt x="758765" y="85538"/>
                </a:lnTo>
                <a:lnTo>
                  <a:pt x="758771" y="85375"/>
                </a:lnTo>
                <a:lnTo>
                  <a:pt x="758777" y="85214"/>
                </a:lnTo>
                <a:lnTo>
                  <a:pt x="758783" y="85055"/>
                </a:lnTo>
                <a:lnTo>
                  <a:pt x="758788" y="84898"/>
                </a:lnTo>
                <a:lnTo>
                  <a:pt x="758793" y="84743"/>
                </a:lnTo>
                <a:lnTo>
                  <a:pt x="758798" y="84590"/>
                </a:lnTo>
                <a:lnTo>
                  <a:pt x="758802" y="84439"/>
                </a:lnTo>
                <a:lnTo>
                  <a:pt x="758806" y="84290"/>
                </a:lnTo>
                <a:lnTo>
                  <a:pt x="758809" y="84143"/>
                </a:lnTo>
                <a:lnTo>
                  <a:pt x="758813" y="83997"/>
                </a:lnTo>
                <a:lnTo>
                  <a:pt x="758816" y="83854"/>
                </a:lnTo>
                <a:lnTo>
                  <a:pt x="758818" y="83713"/>
                </a:lnTo>
                <a:lnTo>
                  <a:pt x="758820" y="83573"/>
                </a:lnTo>
                <a:lnTo>
                  <a:pt x="758822" y="83435"/>
                </a:lnTo>
                <a:lnTo>
                  <a:pt x="758824" y="83300"/>
                </a:lnTo>
                <a:lnTo>
                  <a:pt x="758825" y="83166"/>
                </a:lnTo>
                <a:lnTo>
                  <a:pt x="758826" y="83034"/>
                </a:lnTo>
                <a:lnTo>
                  <a:pt x="758826" y="82905"/>
                </a:lnTo>
                <a:lnTo>
                  <a:pt x="758827" y="82777"/>
                </a:lnTo>
                <a:lnTo>
                  <a:pt x="758807" y="80893"/>
                </a:lnTo>
                <a:lnTo>
                  <a:pt x="758749" y="79047"/>
                </a:lnTo>
                <a:lnTo>
                  <a:pt x="758652" y="77237"/>
                </a:lnTo>
                <a:lnTo>
                  <a:pt x="758517" y="75465"/>
                </a:lnTo>
                <a:lnTo>
                  <a:pt x="758343" y="73729"/>
                </a:lnTo>
                <a:lnTo>
                  <a:pt x="758130" y="72031"/>
                </a:lnTo>
                <a:lnTo>
                  <a:pt x="757878" y="70369"/>
                </a:lnTo>
                <a:lnTo>
                  <a:pt x="757588" y="68745"/>
                </a:lnTo>
                <a:lnTo>
                  <a:pt x="757259" y="67157"/>
                </a:lnTo>
                <a:lnTo>
                  <a:pt x="756891" y="65607"/>
                </a:lnTo>
                <a:lnTo>
                  <a:pt x="756485" y="64093"/>
                </a:lnTo>
                <a:lnTo>
                  <a:pt x="756040" y="62617"/>
                </a:lnTo>
                <a:lnTo>
                  <a:pt x="755556" y="61177"/>
                </a:lnTo>
                <a:lnTo>
                  <a:pt x="755034" y="59774"/>
                </a:lnTo>
                <a:lnTo>
                  <a:pt x="754472" y="58409"/>
                </a:lnTo>
                <a:lnTo>
                  <a:pt x="753873" y="57080"/>
                </a:lnTo>
                <a:lnTo>
                  <a:pt x="753234" y="55789"/>
                </a:lnTo>
                <a:lnTo>
                  <a:pt x="752557" y="54534"/>
                </a:lnTo>
                <a:lnTo>
                  <a:pt x="751841" y="53316"/>
                </a:lnTo>
                <a:lnTo>
                  <a:pt x="751086" y="52136"/>
                </a:lnTo>
                <a:lnTo>
                  <a:pt x="750292" y="50992"/>
                </a:lnTo>
                <a:lnTo>
                  <a:pt x="749460" y="49886"/>
                </a:lnTo>
                <a:lnTo>
                  <a:pt x="748589" y="48816"/>
                </a:lnTo>
                <a:lnTo>
                  <a:pt x="747680" y="47783"/>
                </a:lnTo>
                <a:lnTo>
                  <a:pt x="746736" y="46790"/>
                </a:lnTo>
                <a:lnTo>
                  <a:pt x="745763" y="45839"/>
                </a:lnTo>
                <a:lnTo>
                  <a:pt x="744761" y="44930"/>
                </a:lnTo>
                <a:lnTo>
                  <a:pt x="743729" y="44064"/>
                </a:lnTo>
                <a:lnTo>
                  <a:pt x="742667" y="43239"/>
                </a:lnTo>
                <a:lnTo>
                  <a:pt x="741576" y="42457"/>
                </a:lnTo>
                <a:lnTo>
                  <a:pt x="740456" y="41718"/>
                </a:lnTo>
                <a:lnTo>
                  <a:pt x="739306" y="41020"/>
                </a:lnTo>
                <a:lnTo>
                  <a:pt x="738127" y="40365"/>
                </a:lnTo>
                <a:lnTo>
                  <a:pt x="736918" y="39752"/>
                </a:lnTo>
                <a:lnTo>
                  <a:pt x="735680" y="39182"/>
                </a:lnTo>
                <a:lnTo>
                  <a:pt x="734412" y="38653"/>
                </a:lnTo>
                <a:lnTo>
                  <a:pt x="733115" y="38167"/>
                </a:lnTo>
                <a:lnTo>
                  <a:pt x="731789" y="37723"/>
                </a:lnTo>
                <a:lnTo>
                  <a:pt x="730433" y="37322"/>
                </a:lnTo>
                <a:lnTo>
                  <a:pt x="729047" y="36963"/>
                </a:lnTo>
                <a:lnTo>
                  <a:pt x="727633" y="36646"/>
                </a:lnTo>
                <a:lnTo>
                  <a:pt x="726188" y="36371"/>
                </a:lnTo>
                <a:lnTo>
                  <a:pt x="724714" y="36138"/>
                </a:lnTo>
                <a:lnTo>
                  <a:pt x="723211" y="35948"/>
                </a:lnTo>
                <a:lnTo>
                  <a:pt x="721678" y="35800"/>
                </a:lnTo>
                <a:lnTo>
                  <a:pt x="720116" y="35695"/>
                </a:lnTo>
                <a:lnTo>
                  <a:pt x="718524" y="35631"/>
                </a:lnTo>
                <a:lnTo>
                  <a:pt x="716903" y="35610"/>
                </a:lnTo>
                <a:lnTo>
                  <a:pt x="715679" y="35621"/>
                </a:lnTo>
                <a:lnTo>
                  <a:pt x="714473" y="35655"/>
                </a:lnTo>
                <a:lnTo>
                  <a:pt x="713285" y="35712"/>
                </a:lnTo>
                <a:lnTo>
                  <a:pt x="712115" y="35791"/>
                </a:lnTo>
                <a:lnTo>
                  <a:pt x="710963" y="35892"/>
                </a:lnTo>
                <a:lnTo>
                  <a:pt x="709829" y="36016"/>
                </a:lnTo>
                <a:lnTo>
                  <a:pt x="708713" y="36163"/>
                </a:lnTo>
                <a:lnTo>
                  <a:pt x="707615" y="36332"/>
                </a:lnTo>
                <a:lnTo>
                  <a:pt x="706534" y="36524"/>
                </a:lnTo>
                <a:lnTo>
                  <a:pt x="705472" y="36739"/>
                </a:lnTo>
                <a:lnTo>
                  <a:pt x="704428" y="36976"/>
                </a:lnTo>
                <a:lnTo>
                  <a:pt x="703402" y="37235"/>
                </a:lnTo>
                <a:lnTo>
                  <a:pt x="702393" y="37518"/>
                </a:lnTo>
                <a:lnTo>
                  <a:pt x="701403" y="37822"/>
                </a:lnTo>
                <a:lnTo>
                  <a:pt x="700431" y="38150"/>
                </a:lnTo>
                <a:lnTo>
                  <a:pt x="699476" y="38499"/>
                </a:lnTo>
                <a:lnTo>
                  <a:pt x="698540" y="38872"/>
                </a:lnTo>
                <a:lnTo>
                  <a:pt x="697622" y="39267"/>
                </a:lnTo>
                <a:lnTo>
                  <a:pt x="696721" y="39685"/>
                </a:lnTo>
                <a:lnTo>
                  <a:pt x="695839" y="40125"/>
                </a:lnTo>
                <a:lnTo>
                  <a:pt x="694975" y="40588"/>
                </a:lnTo>
                <a:lnTo>
                  <a:pt x="694128" y="41073"/>
                </a:lnTo>
                <a:lnTo>
                  <a:pt x="693300" y="41581"/>
                </a:lnTo>
                <a:lnTo>
                  <a:pt x="692489" y="42111"/>
                </a:lnTo>
                <a:lnTo>
                  <a:pt x="691696" y="42662"/>
                </a:lnTo>
                <a:lnTo>
                  <a:pt x="690921" y="43230"/>
                </a:lnTo>
                <a:lnTo>
                  <a:pt x="690162" y="43815"/>
                </a:lnTo>
                <a:lnTo>
                  <a:pt x="689420" y="44418"/>
                </a:lnTo>
                <a:lnTo>
                  <a:pt x="688696" y="45038"/>
                </a:lnTo>
                <a:lnTo>
                  <a:pt x="687989" y="45676"/>
                </a:lnTo>
                <a:lnTo>
                  <a:pt x="687299" y="46331"/>
                </a:lnTo>
                <a:lnTo>
                  <a:pt x="686626" y="47004"/>
                </a:lnTo>
                <a:lnTo>
                  <a:pt x="685970" y="47694"/>
                </a:lnTo>
                <a:lnTo>
                  <a:pt x="685331" y="48402"/>
                </a:lnTo>
                <a:lnTo>
                  <a:pt x="684709" y="49127"/>
                </a:lnTo>
                <a:lnTo>
                  <a:pt x="684105" y="49869"/>
                </a:lnTo>
                <a:lnTo>
                  <a:pt x="683517" y="50629"/>
                </a:lnTo>
                <a:lnTo>
                  <a:pt x="682947" y="51407"/>
                </a:lnTo>
                <a:lnTo>
                  <a:pt x="682394" y="52202"/>
                </a:lnTo>
                <a:lnTo>
                  <a:pt x="681858" y="53014"/>
                </a:lnTo>
                <a:lnTo>
                  <a:pt x="681339" y="53844"/>
                </a:lnTo>
                <a:lnTo>
                  <a:pt x="680837" y="54691"/>
                </a:lnTo>
                <a:lnTo>
                  <a:pt x="680352" y="55556"/>
                </a:lnTo>
                <a:lnTo>
                  <a:pt x="679885" y="56438"/>
                </a:lnTo>
                <a:lnTo>
                  <a:pt x="679435" y="57338"/>
                </a:lnTo>
                <a:lnTo>
                  <a:pt x="679001" y="58255"/>
                </a:lnTo>
                <a:lnTo>
                  <a:pt x="678585" y="59189"/>
                </a:lnTo>
                <a:lnTo>
                  <a:pt x="678186" y="60141"/>
                </a:lnTo>
                <a:lnTo>
                  <a:pt x="677804" y="61108"/>
                </a:lnTo>
                <a:lnTo>
                  <a:pt x="677438" y="62088"/>
                </a:lnTo>
                <a:lnTo>
                  <a:pt x="677088" y="63080"/>
                </a:lnTo>
                <a:lnTo>
                  <a:pt x="676754" y="64084"/>
                </a:lnTo>
                <a:lnTo>
                  <a:pt x="676437" y="65102"/>
                </a:lnTo>
                <a:lnTo>
                  <a:pt x="676136" y="66131"/>
                </a:lnTo>
                <a:lnTo>
                  <a:pt x="675851" y="67173"/>
                </a:lnTo>
                <a:lnTo>
                  <a:pt x="675583" y="68228"/>
                </a:lnTo>
                <a:lnTo>
                  <a:pt x="675331" y="69295"/>
                </a:lnTo>
                <a:lnTo>
                  <a:pt x="675095" y="70375"/>
                </a:lnTo>
                <a:lnTo>
                  <a:pt x="674875" y="71467"/>
                </a:lnTo>
                <a:lnTo>
                  <a:pt x="674672" y="72572"/>
                </a:lnTo>
                <a:lnTo>
                  <a:pt x="674485" y="73689"/>
                </a:lnTo>
                <a:lnTo>
                  <a:pt x="674314" y="74819"/>
                </a:lnTo>
                <a:lnTo>
                  <a:pt x="674159" y="75961"/>
                </a:lnTo>
                <a:lnTo>
                  <a:pt x="674021" y="77116"/>
                </a:lnTo>
                <a:lnTo>
                  <a:pt x="673899" y="78283"/>
                </a:lnTo>
                <a:lnTo>
                  <a:pt x="673793" y="79463"/>
                </a:lnTo>
                <a:lnTo>
                  <a:pt x="673704" y="80656"/>
                </a:lnTo>
                <a:lnTo>
                  <a:pt x="673631" y="81861"/>
                </a:lnTo>
                <a:lnTo>
                  <a:pt x="673574" y="83078"/>
                </a:lnTo>
                <a:lnTo>
                  <a:pt x="673533" y="84308"/>
                </a:lnTo>
                <a:lnTo>
                  <a:pt x="673509" y="85551"/>
                </a:lnTo>
                <a:lnTo>
                  <a:pt x="673501" y="86806"/>
                </a:lnTo>
                <a:lnTo>
                  <a:pt x="673509" y="88011"/>
                </a:lnTo>
                <a:lnTo>
                  <a:pt x="673534" y="89206"/>
                </a:lnTo>
                <a:lnTo>
                  <a:pt x="673576" y="90392"/>
                </a:lnTo>
                <a:lnTo>
                  <a:pt x="673635" y="91567"/>
                </a:lnTo>
                <a:lnTo>
                  <a:pt x="673710" y="92732"/>
                </a:lnTo>
                <a:lnTo>
                  <a:pt x="673803" y="93887"/>
                </a:lnTo>
                <a:lnTo>
                  <a:pt x="673912" y="95032"/>
                </a:lnTo>
                <a:lnTo>
                  <a:pt x="674038" y="96168"/>
                </a:lnTo>
                <a:lnTo>
                  <a:pt x="674180" y="97293"/>
                </a:lnTo>
                <a:lnTo>
                  <a:pt x="674340" y="98407"/>
                </a:lnTo>
                <a:lnTo>
                  <a:pt x="674516" y="99512"/>
                </a:lnTo>
                <a:lnTo>
                  <a:pt x="674709" y="100607"/>
                </a:lnTo>
                <a:lnTo>
                  <a:pt x="674919" y="101692"/>
                </a:lnTo>
                <a:lnTo>
                  <a:pt x="675145" y="102767"/>
                </a:lnTo>
                <a:lnTo>
                  <a:pt x="675389" y="103831"/>
                </a:lnTo>
                <a:lnTo>
                  <a:pt x="675649" y="104886"/>
                </a:lnTo>
                <a:lnTo>
                  <a:pt x="675926" y="105931"/>
                </a:lnTo>
                <a:lnTo>
                  <a:pt x="676219" y="106965"/>
                </a:lnTo>
                <a:lnTo>
                  <a:pt x="676530" y="107990"/>
                </a:lnTo>
                <a:lnTo>
                  <a:pt x="676857" y="109004"/>
                </a:lnTo>
                <a:lnTo>
                  <a:pt x="677201" y="110009"/>
                </a:lnTo>
                <a:lnTo>
                  <a:pt x="677562" y="111003"/>
                </a:lnTo>
                <a:lnTo>
                  <a:pt x="677940" y="111987"/>
                </a:lnTo>
                <a:lnTo>
                  <a:pt x="678334" y="112961"/>
                </a:lnTo>
                <a:lnTo>
                  <a:pt x="678746" y="113922"/>
                </a:lnTo>
                <a:lnTo>
                  <a:pt x="679176" y="114866"/>
                </a:lnTo>
                <a:lnTo>
                  <a:pt x="679623" y="115792"/>
                </a:lnTo>
                <a:lnTo>
                  <a:pt x="680089" y="116702"/>
                </a:lnTo>
                <a:lnTo>
                  <a:pt x="680573" y="117595"/>
                </a:lnTo>
                <a:lnTo>
                  <a:pt x="681074" y="118471"/>
                </a:lnTo>
                <a:lnTo>
                  <a:pt x="681594" y="119330"/>
                </a:lnTo>
                <a:lnTo>
                  <a:pt x="682132" y="120172"/>
                </a:lnTo>
                <a:lnTo>
                  <a:pt x="682687" y="120997"/>
                </a:lnTo>
                <a:lnTo>
                  <a:pt x="683261" y="121806"/>
                </a:lnTo>
                <a:lnTo>
                  <a:pt x="683853" y="122597"/>
                </a:lnTo>
                <a:lnTo>
                  <a:pt x="684462" y="123371"/>
                </a:lnTo>
                <a:lnTo>
                  <a:pt x="685090" y="124129"/>
                </a:lnTo>
                <a:lnTo>
                  <a:pt x="685735" y="124870"/>
                </a:lnTo>
                <a:lnTo>
                  <a:pt x="686399" y="125593"/>
                </a:lnTo>
                <a:lnTo>
                  <a:pt x="687080" y="126300"/>
                </a:lnTo>
                <a:lnTo>
                  <a:pt x="687780" y="126990"/>
                </a:lnTo>
                <a:lnTo>
                  <a:pt x="688497" y="127663"/>
                </a:lnTo>
                <a:lnTo>
                  <a:pt x="689233" y="128319"/>
                </a:lnTo>
                <a:lnTo>
                  <a:pt x="689986" y="128958"/>
                </a:lnTo>
                <a:lnTo>
                  <a:pt x="690758" y="129581"/>
                </a:lnTo>
                <a:lnTo>
                  <a:pt x="691547" y="130186"/>
                </a:lnTo>
                <a:lnTo>
                  <a:pt x="692354" y="130775"/>
                </a:lnTo>
                <a:lnTo>
                  <a:pt x="693180" y="131346"/>
                </a:lnTo>
                <a:lnTo>
                  <a:pt x="694024" y="131897"/>
                </a:lnTo>
                <a:lnTo>
                  <a:pt x="694888" y="132425"/>
                </a:lnTo>
                <a:lnTo>
                  <a:pt x="695771" y="132929"/>
                </a:lnTo>
                <a:lnTo>
                  <a:pt x="696675" y="133410"/>
                </a:lnTo>
                <a:lnTo>
                  <a:pt x="697598" y="133867"/>
                </a:lnTo>
                <a:lnTo>
                  <a:pt x="698540" y="134301"/>
                </a:lnTo>
                <a:lnTo>
                  <a:pt x="699503" y="134711"/>
                </a:lnTo>
                <a:lnTo>
                  <a:pt x="700485" y="135098"/>
                </a:lnTo>
                <a:lnTo>
                  <a:pt x="701487" y="135462"/>
                </a:lnTo>
                <a:lnTo>
                  <a:pt x="702508" y="135802"/>
                </a:lnTo>
                <a:lnTo>
                  <a:pt x="703549" y="136118"/>
                </a:lnTo>
                <a:lnTo>
                  <a:pt x="704610" y="136412"/>
                </a:lnTo>
                <a:lnTo>
                  <a:pt x="705691" y="136681"/>
                </a:lnTo>
                <a:lnTo>
                  <a:pt x="706791" y="136927"/>
                </a:lnTo>
                <a:lnTo>
                  <a:pt x="707911" y="137150"/>
                </a:lnTo>
                <a:lnTo>
                  <a:pt x="709050" y="137350"/>
                </a:lnTo>
                <a:lnTo>
                  <a:pt x="710210" y="137525"/>
                </a:lnTo>
                <a:lnTo>
                  <a:pt x="711389" y="137678"/>
                </a:lnTo>
                <a:lnTo>
                  <a:pt x="712587" y="137807"/>
                </a:lnTo>
                <a:lnTo>
                  <a:pt x="713806" y="137912"/>
                </a:lnTo>
                <a:lnTo>
                  <a:pt x="715044" y="137994"/>
                </a:lnTo>
                <a:lnTo>
                  <a:pt x="716302" y="138053"/>
                </a:lnTo>
                <a:lnTo>
                  <a:pt x="717579" y="138088"/>
                </a:lnTo>
                <a:lnTo>
                  <a:pt x="718876" y="138100"/>
                </a:lnTo>
                <a:lnTo>
                  <a:pt x="719882" y="138093"/>
                </a:lnTo>
                <a:lnTo>
                  <a:pt x="720876" y="138071"/>
                </a:lnTo>
                <a:lnTo>
                  <a:pt x="721859" y="138036"/>
                </a:lnTo>
                <a:lnTo>
                  <a:pt x="722830" y="137986"/>
                </a:lnTo>
                <a:close/>
                <a:moveTo>
                  <a:pt x="690595" y="72779"/>
                </a:moveTo>
                <a:lnTo>
                  <a:pt x="690775" y="71699"/>
                </a:lnTo>
                <a:lnTo>
                  <a:pt x="690976" y="70642"/>
                </a:lnTo>
                <a:lnTo>
                  <a:pt x="691196" y="69609"/>
                </a:lnTo>
                <a:lnTo>
                  <a:pt x="691437" y="68600"/>
                </a:lnTo>
                <a:lnTo>
                  <a:pt x="691698" y="67615"/>
                </a:lnTo>
                <a:lnTo>
                  <a:pt x="691979" y="66653"/>
                </a:lnTo>
                <a:lnTo>
                  <a:pt x="692279" y="65715"/>
                </a:lnTo>
                <a:lnTo>
                  <a:pt x="692600" y="64800"/>
                </a:lnTo>
                <a:lnTo>
                  <a:pt x="692941" y="63909"/>
                </a:lnTo>
                <a:lnTo>
                  <a:pt x="693302" y="63042"/>
                </a:lnTo>
                <a:lnTo>
                  <a:pt x="693683" y="62198"/>
                </a:lnTo>
                <a:lnTo>
                  <a:pt x="694084" y="61378"/>
                </a:lnTo>
                <a:lnTo>
                  <a:pt x="694505" y="60581"/>
                </a:lnTo>
                <a:lnTo>
                  <a:pt x="694946" y="59809"/>
                </a:lnTo>
                <a:lnTo>
                  <a:pt x="695407" y="59059"/>
                </a:lnTo>
                <a:lnTo>
                  <a:pt x="695888" y="58334"/>
                </a:lnTo>
                <a:lnTo>
                  <a:pt x="696390" y="57632"/>
                </a:lnTo>
                <a:lnTo>
                  <a:pt x="696911" y="56954"/>
                </a:lnTo>
                <a:lnTo>
                  <a:pt x="697452" y="56299"/>
                </a:lnTo>
                <a:lnTo>
                  <a:pt x="698013" y="55668"/>
                </a:lnTo>
                <a:lnTo>
                  <a:pt x="698594" y="55062"/>
                </a:lnTo>
                <a:lnTo>
                  <a:pt x="699192" y="54481"/>
                </a:lnTo>
                <a:lnTo>
                  <a:pt x="699808" y="53927"/>
                </a:lnTo>
                <a:lnTo>
                  <a:pt x="700442" y="53398"/>
                </a:lnTo>
                <a:lnTo>
                  <a:pt x="701095" y="52894"/>
                </a:lnTo>
                <a:lnTo>
                  <a:pt x="701765" y="52417"/>
                </a:lnTo>
                <a:lnTo>
                  <a:pt x="702453" y="51965"/>
                </a:lnTo>
                <a:lnTo>
                  <a:pt x="703159" y="51540"/>
                </a:lnTo>
                <a:lnTo>
                  <a:pt x="703883" y="51140"/>
                </a:lnTo>
                <a:lnTo>
                  <a:pt x="704625" y="50765"/>
                </a:lnTo>
                <a:lnTo>
                  <a:pt x="705386" y="50417"/>
                </a:lnTo>
                <a:lnTo>
                  <a:pt x="706164" y="50094"/>
                </a:lnTo>
                <a:lnTo>
                  <a:pt x="706960" y="49798"/>
                </a:lnTo>
                <a:lnTo>
                  <a:pt x="707774" y="49527"/>
                </a:lnTo>
                <a:lnTo>
                  <a:pt x="708606" y="49282"/>
                </a:lnTo>
                <a:lnTo>
                  <a:pt x="709456" y="49062"/>
                </a:lnTo>
                <a:lnTo>
                  <a:pt x="710324" y="48869"/>
                </a:lnTo>
                <a:lnTo>
                  <a:pt x="711210" y="48701"/>
                </a:lnTo>
                <a:lnTo>
                  <a:pt x="712114" y="48559"/>
                </a:lnTo>
                <a:lnTo>
                  <a:pt x="713036" y="48443"/>
                </a:lnTo>
                <a:lnTo>
                  <a:pt x="713976" y="48352"/>
                </a:lnTo>
                <a:lnTo>
                  <a:pt x="714934" y="48288"/>
                </a:lnTo>
                <a:lnTo>
                  <a:pt x="715910" y="48249"/>
                </a:lnTo>
                <a:lnTo>
                  <a:pt x="716903" y="48236"/>
                </a:lnTo>
                <a:lnTo>
                  <a:pt x="717889" y="48249"/>
                </a:lnTo>
                <a:lnTo>
                  <a:pt x="718856" y="48288"/>
                </a:lnTo>
                <a:lnTo>
                  <a:pt x="719806" y="48353"/>
                </a:lnTo>
                <a:lnTo>
                  <a:pt x="720737" y="48444"/>
                </a:lnTo>
                <a:lnTo>
                  <a:pt x="721650" y="48561"/>
                </a:lnTo>
                <a:lnTo>
                  <a:pt x="722545" y="48704"/>
                </a:lnTo>
                <a:lnTo>
                  <a:pt x="723421" y="48873"/>
                </a:lnTo>
                <a:lnTo>
                  <a:pt x="724280" y="49068"/>
                </a:lnTo>
                <a:lnTo>
                  <a:pt x="725120" y="49289"/>
                </a:lnTo>
                <a:lnTo>
                  <a:pt x="725942" y="49536"/>
                </a:lnTo>
                <a:lnTo>
                  <a:pt x="726746" y="49809"/>
                </a:lnTo>
                <a:lnTo>
                  <a:pt x="727532" y="50107"/>
                </a:lnTo>
                <a:lnTo>
                  <a:pt x="728300" y="50432"/>
                </a:lnTo>
                <a:lnTo>
                  <a:pt x="729049" y="50783"/>
                </a:lnTo>
                <a:lnTo>
                  <a:pt x="729781" y="51160"/>
                </a:lnTo>
                <a:lnTo>
                  <a:pt x="730494" y="51563"/>
                </a:lnTo>
                <a:lnTo>
                  <a:pt x="731189" y="51992"/>
                </a:lnTo>
                <a:lnTo>
                  <a:pt x="731866" y="52446"/>
                </a:lnTo>
                <a:lnTo>
                  <a:pt x="732525" y="52927"/>
                </a:lnTo>
                <a:lnTo>
                  <a:pt x="733166" y="53434"/>
                </a:lnTo>
                <a:lnTo>
                  <a:pt x="733788" y="53967"/>
                </a:lnTo>
                <a:lnTo>
                  <a:pt x="734393" y="54525"/>
                </a:lnTo>
                <a:lnTo>
                  <a:pt x="734979" y="55110"/>
                </a:lnTo>
                <a:lnTo>
                  <a:pt x="735547" y="55721"/>
                </a:lnTo>
                <a:lnTo>
                  <a:pt x="736095" y="56356"/>
                </a:lnTo>
                <a:lnTo>
                  <a:pt x="736620" y="57014"/>
                </a:lnTo>
                <a:lnTo>
                  <a:pt x="737124" y="57695"/>
                </a:lnTo>
                <a:lnTo>
                  <a:pt x="737605" y="58399"/>
                </a:lnTo>
                <a:lnTo>
                  <a:pt x="738063" y="59127"/>
                </a:lnTo>
                <a:lnTo>
                  <a:pt x="738500" y="59877"/>
                </a:lnTo>
                <a:lnTo>
                  <a:pt x="738914" y="60651"/>
                </a:lnTo>
                <a:lnTo>
                  <a:pt x="739306" y="61448"/>
                </a:lnTo>
                <a:lnTo>
                  <a:pt x="739676" y="62267"/>
                </a:lnTo>
                <a:lnTo>
                  <a:pt x="740023" y="63110"/>
                </a:lnTo>
                <a:lnTo>
                  <a:pt x="740349" y="63976"/>
                </a:lnTo>
                <a:lnTo>
                  <a:pt x="740652" y="64865"/>
                </a:lnTo>
                <a:lnTo>
                  <a:pt x="740932" y="65778"/>
                </a:lnTo>
                <a:lnTo>
                  <a:pt x="741191" y="66713"/>
                </a:lnTo>
                <a:lnTo>
                  <a:pt x="741427" y="67671"/>
                </a:lnTo>
                <a:lnTo>
                  <a:pt x="741641" y="68653"/>
                </a:lnTo>
                <a:lnTo>
                  <a:pt x="741832" y="69657"/>
                </a:lnTo>
                <a:lnTo>
                  <a:pt x="742002" y="70685"/>
                </a:lnTo>
                <a:lnTo>
                  <a:pt x="742149" y="71736"/>
                </a:lnTo>
                <a:lnTo>
                  <a:pt x="742274" y="72810"/>
                </a:lnTo>
                <a:lnTo>
                  <a:pt x="742376" y="73907"/>
                </a:lnTo>
                <a:lnTo>
                  <a:pt x="742457" y="75027"/>
                </a:lnTo>
                <a:lnTo>
                  <a:pt x="742515" y="76170"/>
                </a:lnTo>
                <a:lnTo>
                  <a:pt x="742551" y="77336"/>
                </a:lnTo>
                <a:lnTo>
                  <a:pt x="690073" y="77336"/>
                </a:lnTo>
                <a:lnTo>
                  <a:pt x="690173" y="76161"/>
                </a:lnTo>
                <a:lnTo>
                  <a:pt x="690293" y="75010"/>
                </a:lnTo>
                <a:lnTo>
                  <a:pt x="690434" y="73883"/>
                </a:lnTo>
                <a:lnTo>
                  <a:pt x="690595" y="72779"/>
                </a:lnTo>
                <a:close/>
                <a:moveTo>
                  <a:pt x="829901" y="137986"/>
                </a:moveTo>
                <a:lnTo>
                  <a:pt x="830861" y="137921"/>
                </a:lnTo>
                <a:lnTo>
                  <a:pt x="831810" y="137843"/>
                </a:lnTo>
                <a:lnTo>
                  <a:pt x="832748" y="137750"/>
                </a:lnTo>
                <a:lnTo>
                  <a:pt x="833674" y="137642"/>
                </a:lnTo>
                <a:lnTo>
                  <a:pt x="834589" y="137521"/>
                </a:lnTo>
                <a:lnTo>
                  <a:pt x="835493" y="137385"/>
                </a:lnTo>
                <a:lnTo>
                  <a:pt x="836385" y="137235"/>
                </a:lnTo>
                <a:lnTo>
                  <a:pt x="837266" y="137070"/>
                </a:lnTo>
                <a:lnTo>
                  <a:pt x="838136" y="136892"/>
                </a:lnTo>
                <a:lnTo>
                  <a:pt x="838994" y="136699"/>
                </a:lnTo>
                <a:lnTo>
                  <a:pt x="839842" y="136491"/>
                </a:lnTo>
                <a:lnTo>
                  <a:pt x="840678" y="136270"/>
                </a:lnTo>
                <a:lnTo>
                  <a:pt x="841502" y="136034"/>
                </a:lnTo>
                <a:lnTo>
                  <a:pt x="842315" y="135783"/>
                </a:lnTo>
                <a:lnTo>
                  <a:pt x="843117" y="135519"/>
                </a:lnTo>
                <a:lnTo>
                  <a:pt x="843908" y="135240"/>
                </a:lnTo>
                <a:lnTo>
                  <a:pt x="844687" y="134947"/>
                </a:lnTo>
                <a:lnTo>
                  <a:pt x="845456" y="134639"/>
                </a:lnTo>
                <a:lnTo>
                  <a:pt x="846212" y="134318"/>
                </a:lnTo>
                <a:lnTo>
                  <a:pt x="846958" y="133982"/>
                </a:lnTo>
                <a:lnTo>
                  <a:pt x="847691" y="133632"/>
                </a:lnTo>
                <a:lnTo>
                  <a:pt x="848410" y="133271"/>
                </a:lnTo>
                <a:lnTo>
                  <a:pt x="849116" y="132897"/>
                </a:lnTo>
                <a:lnTo>
                  <a:pt x="849807" y="132512"/>
                </a:lnTo>
                <a:lnTo>
                  <a:pt x="850486" y="132114"/>
                </a:lnTo>
                <a:lnTo>
                  <a:pt x="851150" y="131705"/>
                </a:lnTo>
                <a:lnTo>
                  <a:pt x="851801" y="131283"/>
                </a:lnTo>
                <a:lnTo>
                  <a:pt x="852438" y="130850"/>
                </a:lnTo>
                <a:lnTo>
                  <a:pt x="853061" y="130404"/>
                </a:lnTo>
                <a:lnTo>
                  <a:pt x="853671" y="129947"/>
                </a:lnTo>
                <a:lnTo>
                  <a:pt x="854267" y="129477"/>
                </a:lnTo>
                <a:lnTo>
                  <a:pt x="854849" y="128996"/>
                </a:lnTo>
                <a:lnTo>
                  <a:pt x="855418" y="128502"/>
                </a:lnTo>
                <a:lnTo>
                  <a:pt x="855973" y="127996"/>
                </a:lnTo>
                <a:lnTo>
                  <a:pt x="856514" y="127479"/>
                </a:lnTo>
                <a:lnTo>
                  <a:pt x="857041" y="126949"/>
                </a:lnTo>
                <a:lnTo>
                  <a:pt x="857555" y="126408"/>
                </a:lnTo>
                <a:lnTo>
                  <a:pt x="858055" y="125854"/>
                </a:lnTo>
                <a:lnTo>
                  <a:pt x="858541" y="125288"/>
                </a:lnTo>
                <a:lnTo>
                  <a:pt x="859014" y="124711"/>
                </a:lnTo>
                <a:lnTo>
                  <a:pt x="859473" y="124121"/>
                </a:lnTo>
                <a:lnTo>
                  <a:pt x="859918" y="123519"/>
                </a:lnTo>
                <a:lnTo>
                  <a:pt x="860350" y="122906"/>
                </a:lnTo>
                <a:lnTo>
                  <a:pt x="860768" y="122280"/>
                </a:lnTo>
                <a:lnTo>
                  <a:pt x="861171" y="121643"/>
                </a:lnTo>
                <a:lnTo>
                  <a:pt x="861558" y="120997"/>
                </a:lnTo>
                <a:lnTo>
                  <a:pt x="861928" y="120340"/>
                </a:lnTo>
                <a:lnTo>
                  <a:pt x="862283" y="119673"/>
                </a:lnTo>
                <a:lnTo>
                  <a:pt x="862622" y="118996"/>
                </a:lnTo>
                <a:lnTo>
                  <a:pt x="862944" y="118309"/>
                </a:lnTo>
                <a:lnTo>
                  <a:pt x="863250" y="117612"/>
                </a:lnTo>
                <a:lnTo>
                  <a:pt x="863541" y="116905"/>
                </a:lnTo>
                <a:lnTo>
                  <a:pt x="863815" y="116188"/>
                </a:lnTo>
                <a:lnTo>
                  <a:pt x="864073" y="115460"/>
                </a:lnTo>
                <a:lnTo>
                  <a:pt x="864315" y="114723"/>
                </a:lnTo>
                <a:lnTo>
                  <a:pt x="864541" y="113976"/>
                </a:lnTo>
                <a:lnTo>
                  <a:pt x="864751" y="113218"/>
                </a:lnTo>
                <a:lnTo>
                  <a:pt x="864944" y="112451"/>
                </a:lnTo>
                <a:lnTo>
                  <a:pt x="865122" y="111673"/>
                </a:lnTo>
                <a:lnTo>
                  <a:pt x="865283" y="110886"/>
                </a:lnTo>
                <a:lnTo>
                  <a:pt x="865429" y="110088"/>
                </a:lnTo>
                <a:lnTo>
                  <a:pt x="865558" y="109280"/>
                </a:lnTo>
                <a:lnTo>
                  <a:pt x="865671" y="108462"/>
                </a:lnTo>
                <a:lnTo>
                  <a:pt x="865768" y="107634"/>
                </a:lnTo>
                <a:lnTo>
                  <a:pt x="865849" y="106797"/>
                </a:lnTo>
                <a:lnTo>
                  <a:pt x="865914" y="105949"/>
                </a:lnTo>
                <a:lnTo>
                  <a:pt x="865963" y="105090"/>
                </a:lnTo>
                <a:lnTo>
                  <a:pt x="865996" y="104222"/>
                </a:lnTo>
                <a:lnTo>
                  <a:pt x="849720" y="104222"/>
                </a:lnTo>
                <a:lnTo>
                  <a:pt x="849685" y="105069"/>
                </a:lnTo>
                <a:lnTo>
                  <a:pt x="849629" y="105900"/>
                </a:lnTo>
                <a:lnTo>
                  <a:pt x="849553" y="106713"/>
                </a:lnTo>
                <a:lnTo>
                  <a:pt x="849457" y="107510"/>
                </a:lnTo>
                <a:lnTo>
                  <a:pt x="849340" y="108290"/>
                </a:lnTo>
                <a:lnTo>
                  <a:pt x="849202" y="109054"/>
                </a:lnTo>
                <a:lnTo>
                  <a:pt x="849044" y="109800"/>
                </a:lnTo>
                <a:lnTo>
                  <a:pt x="848865" y="110530"/>
                </a:lnTo>
                <a:lnTo>
                  <a:pt x="848666" y="111243"/>
                </a:lnTo>
                <a:lnTo>
                  <a:pt x="848446" y="111940"/>
                </a:lnTo>
                <a:lnTo>
                  <a:pt x="848205" y="112619"/>
                </a:lnTo>
                <a:lnTo>
                  <a:pt x="847944" y="113282"/>
                </a:lnTo>
                <a:lnTo>
                  <a:pt x="847663" y="113928"/>
                </a:lnTo>
                <a:lnTo>
                  <a:pt x="847361" y="114558"/>
                </a:lnTo>
                <a:lnTo>
                  <a:pt x="847038" y="115170"/>
                </a:lnTo>
                <a:lnTo>
                  <a:pt x="846695" y="115766"/>
                </a:lnTo>
                <a:lnTo>
                  <a:pt x="846331" y="116346"/>
                </a:lnTo>
                <a:lnTo>
                  <a:pt x="845947" y="116908"/>
                </a:lnTo>
                <a:lnTo>
                  <a:pt x="845542" y="117454"/>
                </a:lnTo>
                <a:lnTo>
                  <a:pt x="845116" y="117983"/>
                </a:lnTo>
                <a:lnTo>
                  <a:pt x="844671" y="118495"/>
                </a:lnTo>
                <a:lnTo>
                  <a:pt x="844204" y="118990"/>
                </a:lnTo>
                <a:lnTo>
                  <a:pt x="843717" y="119469"/>
                </a:lnTo>
                <a:lnTo>
                  <a:pt x="843209" y="119931"/>
                </a:lnTo>
                <a:lnTo>
                  <a:pt x="842683" y="120375"/>
                </a:lnTo>
                <a:lnTo>
                  <a:pt x="842140" y="120801"/>
                </a:lnTo>
                <a:lnTo>
                  <a:pt x="841580" y="121207"/>
                </a:lnTo>
                <a:lnTo>
                  <a:pt x="841004" y="121595"/>
                </a:lnTo>
                <a:lnTo>
                  <a:pt x="840410" y="121963"/>
                </a:lnTo>
                <a:lnTo>
                  <a:pt x="839800" y="122313"/>
                </a:lnTo>
                <a:lnTo>
                  <a:pt x="839173" y="122644"/>
                </a:lnTo>
                <a:lnTo>
                  <a:pt x="838529" y="122956"/>
                </a:lnTo>
                <a:lnTo>
                  <a:pt x="837869" y="123249"/>
                </a:lnTo>
                <a:lnTo>
                  <a:pt x="837191" y="123523"/>
                </a:lnTo>
                <a:lnTo>
                  <a:pt x="836497" y="123778"/>
                </a:lnTo>
                <a:lnTo>
                  <a:pt x="835786" y="124014"/>
                </a:lnTo>
                <a:lnTo>
                  <a:pt x="835059" y="124231"/>
                </a:lnTo>
                <a:lnTo>
                  <a:pt x="834314" y="124430"/>
                </a:lnTo>
                <a:lnTo>
                  <a:pt x="833553" y="124610"/>
                </a:lnTo>
                <a:lnTo>
                  <a:pt x="832775" y="124770"/>
                </a:lnTo>
                <a:lnTo>
                  <a:pt x="831980" y="124912"/>
                </a:lnTo>
                <a:lnTo>
                  <a:pt x="831169" y="125035"/>
                </a:lnTo>
                <a:lnTo>
                  <a:pt x="830340" y="125139"/>
                </a:lnTo>
                <a:lnTo>
                  <a:pt x="829495" y="125224"/>
                </a:lnTo>
                <a:lnTo>
                  <a:pt x="828633" y="125290"/>
                </a:lnTo>
                <a:lnTo>
                  <a:pt x="827755" y="125337"/>
                </a:lnTo>
                <a:lnTo>
                  <a:pt x="826859" y="125366"/>
                </a:lnTo>
                <a:lnTo>
                  <a:pt x="825947" y="125375"/>
                </a:lnTo>
                <a:lnTo>
                  <a:pt x="825091" y="125367"/>
                </a:lnTo>
                <a:lnTo>
                  <a:pt x="824249" y="125341"/>
                </a:lnTo>
                <a:lnTo>
                  <a:pt x="823421" y="125298"/>
                </a:lnTo>
                <a:lnTo>
                  <a:pt x="822607" y="125238"/>
                </a:lnTo>
                <a:lnTo>
                  <a:pt x="821807" y="125161"/>
                </a:lnTo>
                <a:lnTo>
                  <a:pt x="821021" y="125066"/>
                </a:lnTo>
                <a:lnTo>
                  <a:pt x="820249" y="124955"/>
                </a:lnTo>
                <a:lnTo>
                  <a:pt x="819491" y="124826"/>
                </a:lnTo>
                <a:lnTo>
                  <a:pt x="818747" y="124681"/>
                </a:lnTo>
                <a:lnTo>
                  <a:pt x="818018" y="124518"/>
                </a:lnTo>
                <a:lnTo>
                  <a:pt x="817302" y="124338"/>
                </a:lnTo>
                <a:lnTo>
                  <a:pt x="816600" y="124141"/>
                </a:lnTo>
                <a:lnTo>
                  <a:pt x="815913" y="123926"/>
                </a:lnTo>
                <a:lnTo>
                  <a:pt x="815239" y="123695"/>
                </a:lnTo>
                <a:lnTo>
                  <a:pt x="814580" y="123446"/>
                </a:lnTo>
                <a:lnTo>
                  <a:pt x="813934" y="123180"/>
                </a:lnTo>
                <a:lnTo>
                  <a:pt x="813303" y="122897"/>
                </a:lnTo>
                <a:lnTo>
                  <a:pt x="812686" y="122597"/>
                </a:lnTo>
                <a:lnTo>
                  <a:pt x="812082" y="122280"/>
                </a:lnTo>
                <a:lnTo>
                  <a:pt x="811493" y="121946"/>
                </a:lnTo>
                <a:lnTo>
                  <a:pt x="810918" y="121594"/>
                </a:lnTo>
                <a:lnTo>
                  <a:pt x="810356" y="121226"/>
                </a:lnTo>
                <a:lnTo>
                  <a:pt x="809809" y="120840"/>
                </a:lnTo>
                <a:lnTo>
                  <a:pt x="809276" y="120437"/>
                </a:lnTo>
                <a:lnTo>
                  <a:pt x="808756" y="120020"/>
                </a:lnTo>
                <a:lnTo>
                  <a:pt x="808248" y="119591"/>
                </a:lnTo>
                <a:lnTo>
                  <a:pt x="807751" y="119152"/>
                </a:lnTo>
                <a:lnTo>
                  <a:pt x="807266" y="118701"/>
                </a:lnTo>
                <a:lnTo>
                  <a:pt x="806793" y="118239"/>
                </a:lnTo>
                <a:lnTo>
                  <a:pt x="806332" y="117765"/>
                </a:lnTo>
                <a:lnTo>
                  <a:pt x="805883" y="117280"/>
                </a:lnTo>
                <a:lnTo>
                  <a:pt x="805446" y="116785"/>
                </a:lnTo>
                <a:lnTo>
                  <a:pt x="805020" y="116277"/>
                </a:lnTo>
                <a:lnTo>
                  <a:pt x="804606" y="115759"/>
                </a:lnTo>
                <a:lnTo>
                  <a:pt x="804204" y="115229"/>
                </a:lnTo>
                <a:lnTo>
                  <a:pt x="803814" y="114689"/>
                </a:lnTo>
                <a:lnTo>
                  <a:pt x="803435" y="114136"/>
                </a:lnTo>
                <a:lnTo>
                  <a:pt x="803069" y="113573"/>
                </a:lnTo>
                <a:lnTo>
                  <a:pt x="802714" y="112998"/>
                </a:lnTo>
                <a:lnTo>
                  <a:pt x="802371" y="112412"/>
                </a:lnTo>
                <a:lnTo>
                  <a:pt x="802040" y="111815"/>
                </a:lnTo>
                <a:lnTo>
                  <a:pt x="801721" y="111207"/>
                </a:lnTo>
                <a:lnTo>
                  <a:pt x="801413" y="110587"/>
                </a:lnTo>
                <a:lnTo>
                  <a:pt x="801118" y="109956"/>
                </a:lnTo>
                <a:lnTo>
                  <a:pt x="800834" y="109314"/>
                </a:lnTo>
                <a:lnTo>
                  <a:pt x="800562" y="108661"/>
                </a:lnTo>
                <a:lnTo>
                  <a:pt x="800302" y="107996"/>
                </a:lnTo>
                <a:lnTo>
                  <a:pt x="800053" y="107320"/>
                </a:lnTo>
                <a:lnTo>
                  <a:pt x="799815" y="106636"/>
                </a:lnTo>
                <a:lnTo>
                  <a:pt x="799588" y="105946"/>
                </a:lnTo>
                <a:lnTo>
                  <a:pt x="799370" y="105251"/>
                </a:lnTo>
                <a:lnTo>
                  <a:pt x="799161" y="104550"/>
                </a:lnTo>
                <a:lnTo>
                  <a:pt x="798963" y="103844"/>
                </a:lnTo>
                <a:lnTo>
                  <a:pt x="798774" y="103132"/>
                </a:lnTo>
                <a:lnTo>
                  <a:pt x="798595" y="102414"/>
                </a:lnTo>
                <a:lnTo>
                  <a:pt x="798425" y="101691"/>
                </a:lnTo>
                <a:lnTo>
                  <a:pt x="798266" y="100963"/>
                </a:lnTo>
                <a:lnTo>
                  <a:pt x="798116" y="100229"/>
                </a:lnTo>
                <a:lnTo>
                  <a:pt x="797976" y="99489"/>
                </a:lnTo>
                <a:lnTo>
                  <a:pt x="797846" y="98744"/>
                </a:lnTo>
                <a:lnTo>
                  <a:pt x="797725" y="97993"/>
                </a:lnTo>
                <a:lnTo>
                  <a:pt x="797615" y="97237"/>
                </a:lnTo>
                <a:lnTo>
                  <a:pt x="797514" y="96475"/>
                </a:lnTo>
                <a:lnTo>
                  <a:pt x="797423" y="95708"/>
                </a:lnTo>
                <a:lnTo>
                  <a:pt x="797341" y="94935"/>
                </a:lnTo>
                <a:lnTo>
                  <a:pt x="797270" y="94157"/>
                </a:lnTo>
                <a:lnTo>
                  <a:pt x="797208" y="93373"/>
                </a:lnTo>
                <a:lnTo>
                  <a:pt x="797155" y="92583"/>
                </a:lnTo>
                <a:lnTo>
                  <a:pt x="797113" y="91788"/>
                </a:lnTo>
                <a:lnTo>
                  <a:pt x="797080" y="90988"/>
                </a:lnTo>
                <a:lnTo>
                  <a:pt x="797058" y="90182"/>
                </a:lnTo>
                <a:lnTo>
                  <a:pt x="797044" y="89370"/>
                </a:lnTo>
                <a:lnTo>
                  <a:pt x="865503" y="89370"/>
                </a:lnTo>
                <a:lnTo>
                  <a:pt x="865519" y="89292"/>
                </a:lnTo>
                <a:lnTo>
                  <a:pt x="865535" y="89210"/>
                </a:lnTo>
                <a:lnTo>
                  <a:pt x="865550" y="89124"/>
                </a:lnTo>
                <a:lnTo>
                  <a:pt x="865566" y="89034"/>
                </a:lnTo>
                <a:lnTo>
                  <a:pt x="865581" y="88940"/>
                </a:lnTo>
                <a:lnTo>
                  <a:pt x="865595" y="88841"/>
                </a:lnTo>
                <a:lnTo>
                  <a:pt x="865609" y="88739"/>
                </a:lnTo>
                <a:lnTo>
                  <a:pt x="865623" y="88633"/>
                </a:lnTo>
                <a:lnTo>
                  <a:pt x="865637" y="88522"/>
                </a:lnTo>
                <a:lnTo>
                  <a:pt x="865650" y="88408"/>
                </a:lnTo>
                <a:lnTo>
                  <a:pt x="865663" y="88289"/>
                </a:lnTo>
                <a:lnTo>
                  <a:pt x="865675" y="88167"/>
                </a:lnTo>
                <a:lnTo>
                  <a:pt x="865687" y="88040"/>
                </a:lnTo>
                <a:lnTo>
                  <a:pt x="865699" y="87909"/>
                </a:lnTo>
                <a:lnTo>
                  <a:pt x="865711" y="87775"/>
                </a:lnTo>
                <a:lnTo>
                  <a:pt x="865722" y="87636"/>
                </a:lnTo>
                <a:lnTo>
                  <a:pt x="865733" y="87493"/>
                </a:lnTo>
                <a:lnTo>
                  <a:pt x="865743" y="87346"/>
                </a:lnTo>
                <a:lnTo>
                  <a:pt x="865753" y="87195"/>
                </a:lnTo>
                <a:lnTo>
                  <a:pt x="865763" y="87041"/>
                </a:lnTo>
                <a:lnTo>
                  <a:pt x="865772" y="86882"/>
                </a:lnTo>
                <a:lnTo>
                  <a:pt x="865781" y="86719"/>
                </a:lnTo>
                <a:lnTo>
                  <a:pt x="865790" y="86551"/>
                </a:lnTo>
                <a:lnTo>
                  <a:pt x="865799" y="86380"/>
                </a:lnTo>
                <a:lnTo>
                  <a:pt x="865807" y="86208"/>
                </a:lnTo>
                <a:lnTo>
                  <a:pt x="865814" y="86037"/>
                </a:lnTo>
                <a:lnTo>
                  <a:pt x="865822" y="85869"/>
                </a:lnTo>
                <a:lnTo>
                  <a:pt x="865829" y="85702"/>
                </a:lnTo>
                <a:lnTo>
                  <a:pt x="865835" y="85538"/>
                </a:lnTo>
                <a:lnTo>
                  <a:pt x="865842" y="85375"/>
                </a:lnTo>
                <a:lnTo>
                  <a:pt x="865848" y="85214"/>
                </a:lnTo>
                <a:lnTo>
                  <a:pt x="865853" y="85055"/>
                </a:lnTo>
                <a:lnTo>
                  <a:pt x="865859" y="84898"/>
                </a:lnTo>
                <a:lnTo>
                  <a:pt x="865864" y="84743"/>
                </a:lnTo>
                <a:lnTo>
                  <a:pt x="865868" y="84590"/>
                </a:lnTo>
                <a:lnTo>
                  <a:pt x="865873" y="84439"/>
                </a:lnTo>
                <a:lnTo>
                  <a:pt x="865876" y="84290"/>
                </a:lnTo>
                <a:lnTo>
                  <a:pt x="865880" y="84143"/>
                </a:lnTo>
                <a:lnTo>
                  <a:pt x="865883" y="83997"/>
                </a:lnTo>
                <a:lnTo>
                  <a:pt x="865886" y="83854"/>
                </a:lnTo>
                <a:lnTo>
                  <a:pt x="865889" y="83713"/>
                </a:lnTo>
                <a:lnTo>
                  <a:pt x="865891" y="83573"/>
                </a:lnTo>
                <a:lnTo>
                  <a:pt x="865893" y="83435"/>
                </a:lnTo>
                <a:lnTo>
                  <a:pt x="865894" y="83300"/>
                </a:lnTo>
                <a:lnTo>
                  <a:pt x="865896" y="83166"/>
                </a:lnTo>
                <a:lnTo>
                  <a:pt x="865897" y="83034"/>
                </a:lnTo>
                <a:lnTo>
                  <a:pt x="865897" y="82905"/>
                </a:lnTo>
                <a:lnTo>
                  <a:pt x="865897" y="82777"/>
                </a:lnTo>
                <a:lnTo>
                  <a:pt x="865878" y="80893"/>
                </a:lnTo>
                <a:lnTo>
                  <a:pt x="865820" y="79047"/>
                </a:lnTo>
                <a:lnTo>
                  <a:pt x="865723" y="77237"/>
                </a:lnTo>
                <a:lnTo>
                  <a:pt x="865588" y="75465"/>
                </a:lnTo>
                <a:lnTo>
                  <a:pt x="865413" y="73729"/>
                </a:lnTo>
                <a:lnTo>
                  <a:pt x="865201" y="72031"/>
                </a:lnTo>
                <a:lnTo>
                  <a:pt x="864949" y="70369"/>
                </a:lnTo>
                <a:lnTo>
                  <a:pt x="864659" y="68745"/>
                </a:lnTo>
                <a:lnTo>
                  <a:pt x="864330" y="67157"/>
                </a:lnTo>
                <a:lnTo>
                  <a:pt x="863962" y="65607"/>
                </a:lnTo>
                <a:lnTo>
                  <a:pt x="863556" y="64093"/>
                </a:lnTo>
                <a:lnTo>
                  <a:pt x="863111" y="62617"/>
                </a:lnTo>
                <a:lnTo>
                  <a:pt x="862627" y="61177"/>
                </a:lnTo>
                <a:lnTo>
                  <a:pt x="862104" y="59774"/>
                </a:lnTo>
                <a:lnTo>
                  <a:pt x="861543" y="58409"/>
                </a:lnTo>
                <a:lnTo>
                  <a:pt x="860943" y="57080"/>
                </a:lnTo>
                <a:lnTo>
                  <a:pt x="860305" y="55789"/>
                </a:lnTo>
                <a:lnTo>
                  <a:pt x="859627" y="54534"/>
                </a:lnTo>
                <a:lnTo>
                  <a:pt x="858911" y="53316"/>
                </a:lnTo>
                <a:lnTo>
                  <a:pt x="858156" y="52136"/>
                </a:lnTo>
                <a:lnTo>
                  <a:pt x="857363" y="50992"/>
                </a:lnTo>
                <a:lnTo>
                  <a:pt x="856531" y="49886"/>
                </a:lnTo>
                <a:lnTo>
                  <a:pt x="855660" y="48816"/>
                </a:lnTo>
                <a:lnTo>
                  <a:pt x="854751" y="47783"/>
                </a:lnTo>
                <a:lnTo>
                  <a:pt x="853807" y="46790"/>
                </a:lnTo>
                <a:lnTo>
                  <a:pt x="852834" y="45839"/>
                </a:lnTo>
                <a:lnTo>
                  <a:pt x="851831" y="44930"/>
                </a:lnTo>
                <a:lnTo>
                  <a:pt x="850799" y="44064"/>
                </a:lnTo>
                <a:lnTo>
                  <a:pt x="849738" y="43239"/>
                </a:lnTo>
                <a:lnTo>
                  <a:pt x="848647" y="42457"/>
                </a:lnTo>
                <a:lnTo>
                  <a:pt x="847527" y="41718"/>
                </a:lnTo>
                <a:lnTo>
                  <a:pt x="846377" y="41020"/>
                </a:lnTo>
                <a:lnTo>
                  <a:pt x="845198" y="40365"/>
                </a:lnTo>
                <a:lnTo>
                  <a:pt x="843989" y="39752"/>
                </a:lnTo>
                <a:lnTo>
                  <a:pt x="842751" y="39182"/>
                </a:lnTo>
                <a:lnTo>
                  <a:pt x="841483" y="38653"/>
                </a:lnTo>
                <a:lnTo>
                  <a:pt x="840186" y="38167"/>
                </a:lnTo>
                <a:lnTo>
                  <a:pt x="838859" y="37723"/>
                </a:lnTo>
                <a:lnTo>
                  <a:pt x="837503" y="37322"/>
                </a:lnTo>
                <a:lnTo>
                  <a:pt x="836118" y="36963"/>
                </a:lnTo>
                <a:lnTo>
                  <a:pt x="834703" y="36646"/>
                </a:lnTo>
                <a:lnTo>
                  <a:pt x="833259" y="36371"/>
                </a:lnTo>
                <a:lnTo>
                  <a:pt x="831785" y="36138"/>
                </a:lnTo>
                <a:lnTo>
                  <a:pt x="830282" y="35948"/>
                </a:lnTo>
                <a:lnTo>
                  <a:pt x="828749" y="35800"/>
                </a:lnTo>
                <a:lnTo>
                  <a:pt x="827187" y="35695"/>
                </a:lnTo>
                <a:lnTo>
                  <a:pt x="825595" y="35631"/>
                </a:lnTo>
                <a:lnTo>
                  <a:pt x="823974" y="35610"/>
                </a:lnTo>
                <a:lnTo>
                  <a:pt x="822750" y="35621"/>
                </a:lnTo>
                <a:lnTo>
                  <a:pt x="821544" y="35655"/>
                </a:lnTo>
                <a:lnTo>
                  <a:pt x="820356" y="35712"/>
                </a:lnTo>
                <a:lnTo>
                  <a:pt x="819186" y="35791"/>
                </a:lnTo>
                <a:lnTo>
                  <a:pt x="818034" y="35892"/>
                </a:lnTo>
                <a:lnTo>
                  <a:pt x="816899" y="36016"/>
                </a:lnTo>
                <a:lnTo>
                  <a:pt x="815783" y="36163"/>
                </a:lnTo>
                <a:lnTo>
                  <a:pt x="814685" y="36332"/>
                </a:lnTo>
                <a:lnTo>
                  <a:pt x="813605" y="36524"/>
                </a:lnTo>
                <a:lnTo>
                  <a:pt x="812543" y="36739"/>
                </a:lnTo>
                <a:lnTo>
                  <a:pt x="811499" y="36976"/>
                </a:lnTo>
                <a:lnTo>
                  <a:pt x="810472" y="37235"/>
                </a:lnTo>
                <a:lnTo>
                  <a:pt x="809464" y="37518"/>
                </a:lnTo>
                <a:lnTo>
                  <a:pt x="808474" y="37822"/>
                </a:lnTo>
                <a:lnTo>
                  <a:pt x="807501" y="38150"/>
                </a:lnTo>
                <a:lnTo>
                  <a:pt x="806547" y="38499"/>
                </a:lnTo>
                <a:lnTo>
                  <a:pt x="805611" y="38872"/>
                </a:lnTo>
                <a:lnTo>
                  <a:pt x="804692" y="39267"/>
                </a:lnTo>
                <a:lnTo>
                  <a:pt x="803792" y="39685"/>
                </a:lnTo>
                <a:lnTo>
                  <a:pt x="802910" y="40125"/>
                </a:lnTo>
                <a:lnTo>
                  <a:pt x="802045" y="40588"/>
                </a:lnTo>
                <a:lnTo>
                  <a:pt x="801199" y="41073"/>
                </a:lnTo>
                <a:lnTo>
                  <a:pt x="800370" y="41581"/>
                </a:lnTo>
                <a:lnTo>
                  <a:pt x="799560" y="42111"/>
                </a:lnTo>
                <a:lnTo>
                  <a:pt x="798767" y="42662"/>
                </a:lnTo>
                <a:lnTo>
                  <a:pt x="797991" y="43230"/>
                </a:lnTo>
                <a:lnTo>
                  <a:pt x="797233" y="43815"/>
                </a:lnTo>
                <a:lnTo>
                  <a:pt x="796491" y="44418"/>
                </a:lnTo>
                <a:lnTo>
                  <a:pt x="795767" y="45038"/>
                </a:lnTo>
                <a:lnTo>
                  <a:pt x="795059" y="45676"/>
                </a:lnTo>
                <a:lnTo>
                  <a:pt x="794369" y="46331"/>
                </a:lnTo>
                <a:lnTo>
                  <a:pt x="793696" y="47004"/>
                </a:lnTo>
                <a:lnTo>
                  <a:pt x="793040" y="47694"/>
                </a:lnTo>
                <a:lnTo>
                  <a:pt x="792401" y="48402"/>
                </a:lnTo>
                <a:lnTo>
                  <a:pt x="791780" y="49127"/>
                </a:lnTo>
                <a:lnTo>
                  <a:pt x="791175" y="49869"/>
                </a:lnTo>
                <a:lnTo>
                  <a:pt x="790588" y="50629"/>
                </a:lnTo>
                <a:lnTo>
                  <a:pt x="790018" y="51407"/>
                </a:lnTo>
                <a:lnTo>
                  <a:pt x="789464" y="52202"/>
                </a:lnTo>
                <a:lnTo>
                  <a:pt x="788928" y="53014"/>
                </a:lnTo>
                <a:lnTo>
                  <a:pt x="788409" y="53844"/>
                </a:lnTo>
                <a:lnTo>
                  <a:pt x="787908" y="54691"/>
                </a:lnTo>
                <a:lnTo>
                  <a:pt x="787423" y="55556"/>
                </a:lnTo>
                <a:lnTo>
                  <a:pt x="786956" y="56438"/>
                </a:lnTo>
                <a:lnTo>
                  <a:pt x="786505" y="57338"/>
                </a:lnTo>
                <a:lnTo>
                  <a:pt x="786072" y="58255"/>
                </a:lnTo>
                <a:lnTo>
                  <a:pt x="785656" y="59189"/>
                </a:lnTo>
                <a:lnTo>
                  <a:pt x="785257" y="60141"/>
                </a:lnTo>
                <a:lnTo>
                  <a:pt x="784874" y="61108"/>
                </a:lnTo>
                <a:lnTo>
                  <a:pt x="784508" y="62088"/>
                </a:lnTo>
                <a:lnTo>
                  <a:pt x="784158" y="63080"/>
                </a:lnTo>
                <a:lnTo>
                  <a:pt x="783825" y="64084"/>
                </a:lnTo>
                <a:lnTo>
                  <a:pt x="783508" y="65102"/>
                </a:lnTo>
                <a:lnTo>
                  <a:pt x="783207" y="66131"/>
                </a:lnTo>
                <a:lnTo>
                  <a:pt x="782922" y="67173"/>
                </a:lnTo>
                <a:lnTo>
                  <a:pt x="782654" y="68228"/>
                </a:lnTo>
                <a:lnTo>
                  <a:pt x="782401" y="69295"/>
                </a:lnTo>
                <a:lnTo>
                  <a:pt x="782166" y="70375"/>
                </a:lnTo>
                <a:lnTo>
                  <a:pt x="781946" y="71467"/>
                </a:lnTo>
                <a:lnTo>
                  <a:pt x="781743" y="72572"/>
                </a:lnTo>
                <a:lnTo>
                  <a:pt x="781555" y="73689"/>
                </a:lnTo>
                <a:lnTo>
                  <a:pt x="781385" y="74819"/>
                </a:lnTo>
                <a:lnTo>
                  <a:pt x="781230" y="75961"/>
                </a:lnTo>
                <a:lnTo>
                  <a:pt x="781092" y="77116"/>
                </a:lnTo>
                <a:lnTo>
                  <a:pt x="780970" y="78283"/>
                </a:lnTo>
                <a:lnTo>
                  <a:pt x="780864" y="79463"/>
                </a:lnTo>
                <a:lnTo>
                  <a:pt x="780775" y="80656"/>
                </a:lnTo>
                <a:lnTo>
                  <a:pt x="780701" y="81861"/>
                </a:lnTo>
                <a:lnTo>
                  <a:pt x="780644" y="83078"/>
                </a:lnTo>
                <a:lnTo>
                  <a:pt x="780604" y="84308"/>
                </a:lnTo>
                <a:lnTo>
                  <a:pt x="780579" y="85551"/>
                </a:lnTo>
                <a:lnTo>
                  <a:pt x="780571" y="86806"/>
                </a:lnTo>
                <a:lnTo>
                  <a:pt x="780580" y="88011"/>
                </a:lnTo>
                <a:lnTo>
                  <a:pt x="780605" y="89206"/>
                </a:lnTo>
                <a:lnTo>
                  <a:pt x="780647" y="90392"/>
                </a:lnTo>
                <a:lnTo>
                  <a:pt x="780705" y="91567"/>
                </a:lnTo>
                <a:lnTo>
                  <a:pt x="780781" y="92732"/>
                </a:lnTo>
                <a:lnTo>
                  <a:pt x="780873" y="93887"/>
                </a:lnTo>
                <a:lnTo>
                  <a:pt x="780982" y="95032"/>
                </a:lnTo>
                <a:lnTo>
                  <a:pt x="781108" y="96168"/>
                </a:lnTo>
                <a:lnTo>
                  <a:pt x="781251" y="97293"/>
                </a:lnTo>
                <a:lnTo>
                  <a:pt x="781410" y="98407"/>
                </a:lnTo>
                <a:lnTo>
                  <a:pt x="781587" y="99512"/>
                </a:lnTo>
                <a:lnTo>
                  <a:pt x="781780" y="100607"/>
                </a:lnTo>
                <a:lnTo>
                  <a:pt x="781989" y="101692"/>
                </a:lnTo>
                <a:lnTo>
                  <a:pt x="782216" y="102767"/>
                </a:lnTo>
                <a:lnTo>
                  <a:pt x="782459" y="103831"/>
                </a:lnTo>
                <a:lnTo>
                  <a:pt x="782719" y="104886"/>
                </a:lnTo>
                <a:lnTo>
                  <a:pt x="782996" y="105931"/>
                </a:lnTo>
                <a:lnTo>
                  <a:pt x="783290" y="106965"/>
                </a:lnTo>
                <a:lnTo>
                  <a:pt x="783600" y="107990"/>
                </a:lnTo>
                <a:lnTo>
                  <a:pt x="783928" y="109004"/>
                </a:lnTo>
                <a:lnTo>
                  <a:pt x="784272" y="110009"/>
                </a:lnTo>
                <a:lnTo>
                  <a:pt x="784633" y="111003"/>
                </a:lnTo>
                <a:lnTo>
                  <a:pt x="785010" y="111987"/>
                </a:lnTo>
                <a:lnTo>
                  <a:pt x="785405" y="112961"/>
                </a:lnTo>
                <a:lnTo>
                  <a:pt x="785816" y="113922"/>
                </a:lnTo>
                <a:lnTo>
                  <a:pt x="786246" y="114866"/>
                </a:lnTo>
                <a:lnTo>
                  <a:pt x="786694" y="115792"/>
                </a:lnTo>
                <a:lnTo>
                  <a:pt x="787160" y="116702"/>
                </a:lnTo>
                <a:lnTo>
                  <a:pt x="787643" y="117595"/>
                </a:lnTo>
                <a:lnTo>
                  <a:pt x="788145" y="118471"/>
                </a:lnTo>
                <a:lnTo>
                  <a:pt x="788665" y="119330"/>
                </a:lnTo>
                <a:lnTo>
                  <a:pt x="789202" y="120172"/>
                </a:lnTo>
                <a:lnTo>
                  <a:pt x="789758" y="120997"/>
                </a:lnTo>
                <a:lnTo>
                  <a:pt x="790332" y="121806"/>
                </a:lnTo>
                <a:lnTo>
                  <a:pt x="790923" y="122597"/>
                </a:lnTo>
                <a:lnTo>
                  <a:pt x="791533" y="123371"/>
                </a:lnTo>
                <a:lnTo>
                  <a:pt x="792160" y="124129"/>
                </a:lnTo>
                <a:lnTo>
                  <a:pt x="792806" y="124870"/>
                </a:lnTo>
                <a:lnTo>
                  <a:pt x="793469" y="125593"/>
                </a:lnTo>
                <a:lnTo>
                  <a:pt x="794151" y="126300"/>
                </a:lnTo>
                <a:lnTo>
                  <a:pt x="794850" y="126990"/>
                </a:lnTo>
                <a:lnTo>
                  <a:pt x="795568" y="127663"/>
                </a:lnTo>
                <a:lnTo>
                  <a:pt x="796303" y="128319"/>
                </a:lnTo>
                <a:lnTo>
                  <a:pt x="797057" y="128958"/>
                </a:lnTo>
                <a:lnTo>
                  <a:pt x="797828" y="129581"/>
                </a:lnTo>
                <a:lnTo>
                  <a:pt x="798618" y="130186"/>
                </a:lnTo>
                <a:lnTo>
                  <a:pt x="799425" y="130775"/>
                </a:lnTo>
                <a:lnTo>
                  <a:pt x="800250" y="131346"/>
                </a:lnTo>
                <a:lnTo>
                  <a:pt x="801095" y="131897"/>
                </a:lnTo>
                <a:lnTo>
                  <a:pt x="801958" y="132425"/>
                </a:lnTo>
                <a:lnTo>
                  <a:pt x="802842" y="132929"/>
                </a:lnTo>
                <a:lnTo>
                  <a:pt x="803745" y="133410"/>
                </a:lnTo>
                <a:lnTo>
                  <a:pt x="804668" y="133867"/>
                </a:lnTo>
                <a:lnTo>
                  <a:pt x="805611" y="134301"/>
                </a:lnTo>
                <a:lnTo>
                  <a:pt x="806573" y="134711"/>
                </a:lnTo>
                <a:lnTo>
                  <a:pt x="807555" y="135098"/>
                </a:lnTo>
                <a:lnTo>
                  <a:pt x="808557" y="135462"/>
                </a:lnTo>
                <a:lnTo>
                  <a:pt x="809579" y="135802"/>
                </a:lnTo>
                <a:lnTo>
                  <a:pt x="810620" y="136118"/>
                </a:lnTo>
                <a:lnTo>
                  <a:pt x="811681" y="136412"/>
                </a:lnTo>
                <a:lnTo>
                  <a:pt x="812761" y="136681"/>
                </a:lnTo>
                <a:lnTo>
                  <a:pt x="813861" y="136927"/>
                </a:lnTo>
                <a:lnTo>
                  <a:pt x="814981" y="137150"/>
                </a:lnTo>
                <a:lnTo>
                  <a:pt x="816121" y="137350"/>
                </a:lnTo>
                <a:lnTo>
                  <a:pt x="817280" y="137525"/>
                </a:lnTo>
                <a:lnTo>
                  <a:pt x="818459" y="137678"/>
                </a:lnTo>
                <a:lnTo>
                  <a:pt x="819658" y="137807"/>
                </a:lnTo>
                <a:lnTo>
                  <a:pt x="820876" y="137912"/>
                </a:lnTo>
                <a:lnTo>
                  <a:pt x="822114" y="137994"/>
                </a:lnTo>
                <a:lnTo>
                  <a:pt x="823372" y="138053"/>
                </a:lnTo>
                <a:lnTo>
                  <a:pt x="824650" y="138088"/>
                </a:lnTo>
                <a:lnTo>
                  <a:pt x="825947" y="138100"/>
                </a:lnTo>
                <a:lnTo>
                  <a:pt x="826952" y="138093"/>
                </a:lnTo>
                <a:lnTo>
                  <a:pt x="827946" y="138071"/>
                </a:lnTo>
                <a:lnTo>
                  <a:pt x="828929" y="138036"/>
                </a:lnTo>
                <a:lnTo>
                  <a:pt x="829901" y="137986"/>
                </a:lnTo>
                <a:close/>
                <a:moveTo>
                  <a:pt x="797665" y="72779"/>
                </a:moveTo>
                <a:lnTo>
                  <a:pt x="797846" y="71699"/>
                </a:lnTo>
                <a:lnTo>
                  <a:pt x="798046" y="70642"/>
                </a:lnTo>
                <a:lnTo>
                  <a:pt x="798267" y="69609"/>
                </a:lnTo>
                <a:lnTo>
                  <a:pt x="798508" y="68600"/>
                </a:lnTo>
                <a:lnTo>
                  <a:pt x="798768" y="67615"/>
                </a:lnTo>
                <a:lnTo>
                  <a:pt x="799049" y="66653"/>
                </a:lnTo>
                <a:lnTo>
                  <a:pt x="799350" y="65715"/>
                </a:lnTo>
                <a:lnTo>
                  <a:pt x="799671" y="64800"/>
                </a:lnTo>
                <a:lnTo>
                  <a:pt x="800012" y="63909"/>
                </a:lnTo>
                <a:lnTo>
                  <a:pt x="800373" y="63042"/>
                </a:lnTo>
                <a:lnTo>
                  <a:pt x="800754" y="62198"/>
                </a:lnTo>
                <a:lnTo>
                  <a:pt x="801155" y="61378"/>
                </a:lnTo>
                <a:lnTo>
                  <a:pt x="801576" y="60581"/>
                </a:lnTo>
                <a:lnTo>
                  <a:pt x="802017" y="59809"/>
                </a:lnTo>
                <a:lnTo>
                  <a:pt x="802478" y="59059"/>
                </a:lnTo>
                <a:lnTo>
                  <a:pt x="802959" y="58334"/>
                </a:lnTo>
                <a:lnTo>
                  <a:pt x="803460" y="57632"/>
                </a:lnTo>
                <a:lnTo>
                  <a:pt x="803981" y="56954"/>
                </a:lnTo>
                <a:lnTo>
                  <a:pt x="804523" y="56299"/>
                </a:lnTo>
                <a:lnTo>
                  <a:pt x="805084" y="55668"/>
                </a:lnTo>
                <a:lnTo>
                  <a:pt x="805664" y="55062"/>
                </a:lnTo>
                <a:lnTo>
                  <a:pt x="806262" y="54481"/>
                </a:lnTo>
                <a:lnTo>
                  <a:pt x="806879" y="53927"/>
                </a:lnTo>
                <a:lnTo>
                  <a:pt x="807513" y="53398"/>
                </a:lnTo>
                <a:lnTo>
                  <a:pt x="808165" y="52894"/>
                </a:lnTo>
                <a:lnTo>
                  <a:pt x="808835" y="52417"/>
                </a:lnTo>
                <a:lnTo>
                  <a:pt x="809524" y="51965"/>
                </a:lnTo>
                <a:lnTo>
                  <a:pt x="810230" y="51540"/>
                </a:lnTo>
                <a:lnTo>
                  <a:pt x="810954" y="51140"/>
                </a:lnTo>
                <a:lnTo>
                  <a:pt x="811696" y="50765"/>
                </a:lnTo>
                <a:lnTo>
                  <a:pt x="812456" y="50417"/>
                </a:lnTo>
                <a:lnTo>
                  <a:pt x="813234" y="50094"/>
                </a:lnTo>
                <a:lnTo>
                  <a:pt x="814030" y="49798"/>
                </a:lnTo>
                <a:lnTo>
                  <a:pt x="814844" y="49527"/>
                </a:lnTo>
                <a:lnTo>
                  <a:pt x="815676" y="49282"/>
                </a:lnTo>
                <a:lnTo>
                  <a:pt x="816526" y="49062"/>
                </a:lnTo>
                <a:lnTo>
                  <a:pt x="817394" y="48869"/>
                </a:lnTo>
                <a:lnTo>
                  <a:pt x="818280" y="48701"/>
                </a:lnTo>
                <a:lnTo>
                  <a:pt x="819184" y="48559"/>
                </a:lnTo>
                <a:lnTo>
                  <a:pt x="820106" y="48443"/>
                </a:lnTo>
                <a:lnTo>
                  <a:pt x="821046" y="48352"/>
                </a:lnTo>
                <a:lnTo>
                  <a:pt x="822004" y="48288"/>
                </a:lnTo>
                <a:lnTo>
                  <a:pt x="822980" y="48249"/>
                </a:lnTo>
                <a:lnTo>
                  <a:pt x="823974" y="48236"/>
                </a:lnTo>
                <a:lnTo>
                  <a:pt x="824960" y="48249"/>
                </a:lnTo>
                <a:lnTo>
                  <a:pt x="825927" y="48288"/>
                </a:lnTo>
                <a:lnTo>
                  <a:pt x="826876" y="48353"/>
                </a:lnTo>
                <a:lnTo>
                  <a:pt x="827807" y="48444"/>
                </a:lnTo>
                <a:lnTo>
                  <a:pt x="828720" y="48561"/>
                </a:lnTo>
                <a:lnTo>
                  <a:pt x="829615" y="48704"/>
                </a:lnTo>
                <a:lnTo>
                  <a:pt x="830492" y="48873"/>
                </a:lnTo>
                <a:lnTo>
                  <a:pt x="831350" y="49068"/>
                </a:lnTo>
                <a:lnTo>
                  <a:pt x="832191" y="49289"/>
                </a:lnTo>
                <a:lnTo>
                  <a:pt x="833013" y="49536"/>
                </a:lnTo>
                <a:lnTo>
                  <a:pt x="833817" y="49809"/>
                </a:lnTo>
                <a:lnTo>
                  <a:pt x="834603" y="50107"/>
                </a:lnTo>
                <a:lnTo>
                  <a:pt x="835371" y="50432"/>
                </a:lnTo>
                <a:lnTo>
                  <a:pt x="836120" y="50783"/>
                </a:lnTo>
                <a:lnTo>
                  <a:pt x="836852" y="51160"/>
                </a:lnTo>
                <a:lnTo>
                  <a:pt x="837565" y="51563"/>
                </a:lnTo>
                <a:lnTo>
                  <a:pt x="838260" y="51992"/>
                </a:lnTo>
                <a:lnTo>
                  <a:pt x="838937" y="52446"/>
                </a:lnTo>
                <a:lnTo>
                  <a:pt x="839596" y="52927"/>
                </a:lnTo>
                <a:lnTo>
                  <a:pt x="840236" y="53434"/>
                </a:lnTo>
                <a:lnTo>
                  <a:pt x="840859" y="53967"/>
                </a:lnTo>
                <a:lnTo>
                  <a:pt x="841463" y="54525"/>
                </a:lnTo>
                <a:lnTo>
                  <a:pt x="842049" y="55110"/>
                </a:lnTo>
                <a:lnTo>
                  <a:pt x="842618" y="55721"/>
                </a:lnTo>
                <a:lnTo>
                  <a:pt x="843165" y="56356"/>
                </a:lnTo>
                <a:lnTo>
                  <a:pt x="843691" y="57014"/>
                </a:lnTo>
                <a:lnTo>
                  <a:pt x="844194" y="57695"/>
                </a:lnTo>
                <a:lnTo>
                  <a:pt x="844675" y="58399"/>
                </a:lnTo>
                <a:lnTo>
                  <a:pt x="845134" y="59127"/>
                </a:lnTo>
                <a:lnTo>
                  <a:pt x="845571" y="59877"/>
                </a:lnTo>
                <a:lnTo>
                  <a:pt x="845985" y="60651"/>
                </a:lnTo>
                <a:lnTo>
                  <a:pt x="846377" y="61448"/>
                </a:lnTo>
                <a:lnTo>
                  <a:pt x="846747" y="62267"/>
                </a:lnTo>
                <a:lnTo>
                  <a:pt x="847094" y="63110"/>
                </a:lnTo>
                <a:lnTo>
                  <a:pt x="847419" y="63976"/>
                </a:lnTo>
                <a:lnTo>
                  <a:pt x="847722" y="64865"/>
                </a:lnTo>
                <a:lnTo>
                  <a:pt x="848003" y="65778"/>
                </a:lnTo>
                <a:lnTo>
                  <a:pt x="848261" y="66713"/>
                </a:lnTo>
                <a:lnTo>
                  <a:pt x="848498" y="67671"/>
                </a:lnTo>
                <a:lnTo>
                  <a:pt x="848711" y="68653"/>
                </a:lnTo>
                <a:lnTo>
                  <a:pt x="848903" y="69657"/>
                </a:lnTo>
                <a:lnTo>
                  <a:pt x="849072" y="70685"/>
                </a:lnTo>
                <a:lnTo>
                  <a:pt x="849220" y="71736"/>
                </a:lnTo>
                <a:lnTo>
                  <a:pt x="849344" y="72810"/>
                </a:lnTo>
                <a:lnTo>
                  <a:pt x="849447" y="73907"/>
                </a:lnTo>
                <a:lnTo>
                  <a:pt x="849527" y="75027"/>
                </a:lnTo>
                <a:lnTo>
                  <a:pt x="849585" y="76170"/>
                </a:lnTo>
                <a:lnTo>
                  <a:pt x="849621" y="77336"/>
                </a:lnTo>
                <a:lnTo>
                  <a:pt x="797143" y="77336"/>
                </a:lnTo>
                <a:lnTo>
                  <a:pt x="797244" y="76161"/>
                </a:lnTo>
                <a:lnTo>
                  <a:pt x="797364" y="75010"/>
                </a:lnTo>
                <a:lnTo>
                  <a:pt x="797505" y="73883"/>
                </a:lnTo>
                <a:lnTo>
                  <a:pt x="797665" y="72779"/>
                </a:lnTo>
                <a:close/>
                <a:moveTo>
                  <a:pt x="1157515" y="137929"/>
                </a:moveTo>
                <a:lnTo>
                  <a:pt x="1158650" y="137833"/>
                </a:lnTo>
                <a:lnTo>
                  <a:pt x="1159770" y="137716"/>
                </a:lnTo>
                <a:lnTo>
                  <a:pt x="1160875" y="137577"/>
                </a:lnTo>
                <a:lnTo>
                  <a:pt x="1161966" y="137417"/>
                </a:lnTo>
                <a:lnTo>
                  <a:pt x="1163043" y="137236"/>
                </a:lnTo>
                <a:lnTo>
                  <a:pt x="1164104" y="137033"/>
                </a:lnTo>
                <a:lnTo>
                  <a:pt x="1165152" y="136809"/>
                </a:lnTo>
                <a:lnTo>
                  <a:pt x="1166185" y="136564"/>
                </a:lnTo>
                <a:lnTo>
                  <a:pt x="1167203" y="136297"/>
                </a:lnTo>
                <a:lnTo>
                  <a:pt x="1168206" y="136009"/>
                </a:lnTo>
                <a:lnTo>
                  <a:pt x="1169195" y="135700"/>
                </a:lnTo>
                <a:lnTo>
                  <a:pt x="1170170" y="135370"/>
                </a:lnTo>
                <a:lnTo>
                  <a:pt x="1171130" y="135018"/>
                </a:lnTo>
                <a:lnTo>
                  <a:pt x="1172075" y="134644"/>
                </a:lnTo>
                <a:lnTo>
                  <a:pt x="1173006" y="134250"/>
                </a:lnTo>
                <a:lnTo>
                  <a:pt x="1173923" y="133834"/>
                </a:lnTo>
                <a:lnTo>
                  <a:pt x="1174824" y="133396"/>
                </a:lnTo>
                <a:lnTo>
                  <a:pt x="1175711" y="132938"/>
                </a:lnTo>
                <a:lnTo>
                  <a:pt x="1176584" y="132458"/>
                </a:lnTo>
                <a:lnTo>
                  <a:pt x="1177442" y="131956"/>
                </a:lnTo>
                <a:lnTo>
                  <a:pt x="1178285" y="131435"/>
                </a:lnTo>
                <a:lnTo>
                  <a:pt x="1179111" y="130895"/>
                </a:lnTo>
                <a:lnTo>
                  <a:pt x="1179921" y="130337"/>
                </a:lnTo>
                <a:lnTo>
                  <a:pt x="1180714" y="129761"/>
                </a:lnTo>
                <a:lnTo>
                  <a:pt x="1181491" y="129166"/>
                </a:lnTo>
                <a:lnTo>
                  <a:pt x="1182251" y="128553"/>
                </a:lnTo>
                <a:lnTo>
                  <a:pt x="1182995" y="127922"/>
                </a:lnTo>
                <a:lnTo>
                  <a:pt x="1183722" y="127272"/>
                </a:lnTo>
                <a:lnTo>
                  <a:pt x="1184433" y="126604"/>
                </a:lnTo>
                <a:lnTo>
                  <a:pt x="1185128" y="125917"/>
                </a:lnTo>
                <a:lnTo>
                  <a:pt x="1185806" y="125213"/>
                </a:lnTo>
                <a:lnTo>
                  <a:pt x="1186468" y="124490"/>
                </a:lnTo>
                <a:lnTo>
                  <a:pt x="1187113" y="123748"/>
                </a:lnTo>
                <a:lnTo>
                  <a:pt x="1187742" y="122988"/>
                </a:lnTo>
                <a:lnTo>
                  <a:pt x="1188355" y="122210"/>
                </a:lnTo>
                <a:lnTo>
                  <a:pt x="1188950" y="121414"/>
                </a:lnTo>
                <a:lnTo>
                  <a:pt x="1189530" y="120599"/>
                </a:lnTo>
                <a:lnTo>
                  <a:pt x="1190093" y="119766"/>
                </a:lnTo>
                <a:lnTo>
                  <a:pt x="1190640" y="118915"/>
                </a:lnTo>
                <a:lnTo>
                  <a:pt x="1191170" y="118045"/>
                </a:lnTo>
                <a:lnTo>
                  <a:pt x="1191684" y="117157"/>
                </a:lnTo>
                <a:lnTo>
                  <a:pt x="1192181" y="116250"/>
                </a:lnTo>
                <a:lnTo>
                  <a:pt x="1192662" y="115326"/>
                </a:lnTo>
                <a:lnTo>
                  <a:pt x="1193126" y="114383"/>
                </a:lnTo>
                <a:lnTo>
                  <a:pt x="1193573" y="113423"/>
                </a:lnTo>
                <a:lnTo>
                  <a:pt x="1194001" y="112448"/>
                </a:lnTo>
                <a:lnTo>
                  <a:pt x="1194409" y="111458"/>
                </a:lnTo>
                <a:lnTo>
                  <a:pt x="1194799" y="110454"/>
                </a:lnTo>
                <a:lnTo>
                  <a:pt x="1195170" y="109434"/>
                </a:lnTo>
                <a:lnTo>
                  <a:pt x="1195522" y="108399"/>
                </a:lnTo>
                <a:lnTo>
                  <a:pt x="1195854" y="107349"/>
                </a:lnTo>
                <a:lnTo>
                  <a:pt x="1196168" y="106285"/>
                </a:lnTo>
                <a:lnTo>
                  <a:pt x="1196462" y="105205"/>
                </a:lnTo>
                <a:lnTo>
                  <a:pt x="1196738" y="104110"/>
                </a:lnTo>
                <a:lnTo>
                  <a:pt x="1196995" y="103000"/>
                </a:lnTo>
                <a:lnTo>
                  <a:pt x="1197232" y="101876"/>
                </a:lnTo>
                <a:lnTo>
                  <a:pt x="1197451" y="100736"/>
                </a:lnTo>
                <a:lnTo>
                  <a:pt x="1197651" y="99581"/>
                </a:lnTo>
                <a:lnTo>
                  <a:pt x="1197831" y="98412"/>
                </a:lnTo>
                <a:lnTo>
                  <a:pt x="1197993" y="97227"/>
                </a:lnTo>
                <a:lnTo>
                  <a:pt x="1198135" y="96027"/>
                </a:lnTo>
                <a:lnTo>
                  <a:pt x="1198259" y="94813"/>
                </a:lnTo>
                <a:lnTo>
                  <a:pt x="1198363" y="93583"/>
                </a:lnTo>
                <a:lnTo>
                  <a:pt x="1198449" y="92338"/>
                </a:lnTo>
                <a:lnTo>
                  <a:pt x="1198516" y="91079"/>
                </a:lnTo>
                <a:lnTo>
                  <a:pt x="1198563" y="89804"/>
                </a:lnTo>
                <a:lnTo>
                  <a:pt x="1198592" y="88514"/>
                </a:lnTo>
                <a:lnTo>
                  <a:pt x="1198601" y="87210"/>
                </a:lnTo>
                <a:lnTo>
                  <a:pt x="1198592" y="85872"/>
                </a:lnTo>
                <a:lnTo>
                  <a:pt x="1198563" y="84550"/>
                </a:lnTo>
                <a:lnTo>
                  <a:pt x="1198516" y="83244"/>
                </a:lnTo>
                <a:lnTo>
                  <a:pt x="1198449" y="81955"/>
                </a:lnTo>
                <a:lnTo>
                  <a:pt x="1198363" y="80681"/>
                </a:lnTo>
                <a:lnTo>
                  <a:pt x="1198259" y="79423"/>
                </a:lnTo>
                <a:lnTo>
                  <a:pt x="1198135" y="78182"/>
                </a:lnTo>
                <a:lnTo>
                  <a:pt x="1197993" y="76957"/>
                </a:lnTo>
                <a:lnTo>
                  <a:pt x="1197831" y="75747"/>
                </a:lnTo>
                <a:lnTo>
                  <a:pt x="1197651" y="74554"/>
                </a:lnTo>
                <a:lnTo>
                  <a:pt x="1197451" y="73376"/>
                </a:lnTo>
                <a:lnTo>
                  <a:pt x="1197232" y="72215"/>
                </a:lnTo>
                <a:lnTo>
                  <a:pt x="1196995" y="71070"/>
                </a:lnTo>
                <a:lnTo>
                  <a:pt x="1196738" y="69941"/>
                </a:lnTo>
                <a:lnTo>
                  <a:pt x="1196462" y="68827"/>
                </a:lnTo>
                <a:lnTo>
                  <a:pt x="1196168" y="67730"/>
                </a:lnTo>
                <a:lnTo>
                  <a:pt x="1195854" y="66649"/>
                </a:lnTo>
                <a:lnTo>
                  <a:pt x="1195522" y="65584"/>
                </a:lnTo>
                <a:lnTo>
                  <a:pt x="1195170" y="64535"/>
                </a:lnTo>
                <a:lnTo>
                  <a:pt x="1194799" y="63502"/>
                </a:lnTo>
                <a:lnTo>
                  <a:pt x="1194409" y="62485"/>
                </a:lnTo>
                <a:lnTo>
                  <a:pt x="1194001" y="61485"/>
                </a:lnTo>
                <a:lnTo>
                  <a:pt x="1193573" y="60500"/>
                </a:lnTo>
                <a:lnTo>
                  <a:pt x="1193126" y="59531"/>
                </a:lnTo>
                <a:lnTo>
                  <a:pt x="1192662" y="58579"/>
                </a:lnTo>
                <a:lnTo>
                  <a:pt x="1192181" y="57647"/>
                </a:lnTo>
                <a:lnTo>
                  <a:pt x="1191684" y="56732"/>
                </a:lnTo>
                <a:lnTo>
                  <a:pt x="1191170" y="55836"/>
                </a:lnTo>
                <a:lnTo>
                  <a:pt x="1190640" y="54959"/>
                </a:lnTo>
                <a:lnTo>
                  <a:pt x="1190093" y="54100"/>
                </a:lnTo>
                <a:lnTo>
                  <a:pt x="1189530" y="53259"/>
                </a:lnTo>
                <a:lnTo>
                  <a:pt x="1188950" y="52438"/>
                </a:lnTo>
                <a:lnTo>
                  <a:pt x="1188355" y="51634"/>
                </a:lnTo>
                <a:lnTo>
                  <a:pt x="1187742" y="50849"/>
                </a:lnTo>
                <a:lnTo>
                  <a:pt x="1187113" y="50083"/>
                </a:lnTo>
                <a:lnTo>
                  <a:pt x="1186468" y="49335"/>
                </a:lnTo>
                <a:lnTo>
                  <a:pt x="1185806" y="48606"/>
                </a:lnTo>
                <a:lnTo>
                  <a:pt x="1185128" y="47895"/>
                </a:lnTo>
                <a:lnTo>
                  <a:pt x="1184433" y="47203"/>
                </a:lnTo>
                <a:lnTo>
                  <a:pt x="1183722" y="46529"/>
                </a:lnTo>
                <a:lnTo>
                  <a:pt x="1182995" y="45874"/>
                </a:lnTo>
                <a:lnTo>
                  <a:pt x="1182251" y="45237"/>
                </a:lnTo>
                <a:lnTo>
                  <a:pt x="1181491" y="44619"/>
                </a:lnTo>
                <a:lnTo>
                  <a:pt x="1180714" y="44020"/>
                </a:lnTo>
                <a:lnTo>
                  <a:pt x="1179921" y="43438"/>
                </a:lnTo>
                <a:lnTo>
                  <a:pt x="1179111" y="42876"/>
                </a:lnTo>
                <a:lnTo>
                  <a:pt x="1178285" y="42332"/>
                </a:lnTo>
                <a:lnTo>
                  <a:pt x="1177442" y="41806"/>
                </a:lnTo>
                <a:lnTo>
                  <a:pt x="1176584" y="41301"/>
                </a:lnTo>
                <a:lnTo>
                  <a:pt x="1175711" y="40816"/>
                </a:lnTo>
                <a:lnTo>
                  <a:pt x="1174824" y="40354"/>
                </a:lnTo>
                <a:lnTo>
                  <a:pt x="1173923" y="39913"/>
                </a:lnTo>
                <a:lnTo>
                  <a:pt x="1173006" y="39493"/>
                </a:lnTo>
                <a:lnTo>
                  <a:pt x="1172075" y="39095"/>
                </a:lnTo>
                <a:lnTo>
                  <a:pt x="1171130" y="38719"/>
                </a:lnTo>
                <a:lnTo>
                  <a:pt x="1170170" y="38364"/>
                </a:lnTo>
                <a:lnTo>
                  <a:pt x="1169195" y="38030"/>
                </a:lnTo>
                <a:lnTo>
                  <a:pt x="1168206" y="37718"/>
                </a:lnTo>
                <a:lnTo>
                  <a:pt x="1167203" y="37428"/>
                </a:lnTo>
                <a:lnTo>
                  <a:pt x="1166185" y="37159"/>
                </a:lnTo>
                <a:lnTo>
                  <a:pt x="1165152" y="36912"/>
                </a:lnTo>
                <a:lnTo>
                  <a:pt x="1164104" y="36686"/>
                </a:lnTo>
                <a:lnTo>
                  <a:pt x="1163043" y="36481"/>
                </a:lnTo>
                <a:lnTo>
                  <a:pt x="1161966" y="36299"/>
                </a:lnTo>
                <a:lnTo>
                  <a:pt x="1160875" y="36137"/>
                </a:lnTo>
                <a:lnTo>
                  <a:pt x="1159770" y="35997"/>
                </a:lnTo>
                <a:lnTo>
                  <a:pt x="1158650" y="35879"/>
                </a:lnTo>
                <a:lnTo>
                  <a:pt x="1157515" y="35782"/>
                </a:lnTo>
                <a:lnTo>
                  <a:pt x="1156366" y="35707"/>
                </a:lnTo>
                <a:lnTo>
                  <a:pt x="1155202" y="35653"/>
                </a:lnTo>
                <a:lnTo>
                  <a:pt x="1154024" y="35621"/>
                </a:lnTo>
                <a:lnTo>
                  <a:pt x="1152831" y="35610"/>
                </a:lnTo>
                <a:lnTo>
                  <a:pt x="1151662" y="35621"/>
                </a:lnTo>
                <a:lnTo>
                  <a:pt x="1150508" y="35653"/>
                </a:lnTo>
                <a:lnTo>
                  <a:pt x="1149367" y="35707"/>
                </a:lnTo>
                <a:lnTo>
                  <a:pt x="1148241" y="35782"/>
                </a:lnTo>
                <a:lnTo>
                  <a:pt x="1147129" y="35879"/>
                </a:lnTo>
                <a:lnTo>
                  <a:pt x="1146031" y="35997"/>
                </a:lnTo>
                <a:lnTo>
                  <a:pt x="1144946" y="36137"/>
                </a:lnTo>
                <a:lnTo>
                  <a:pt x="1143876" y="36299"/>
                </a:lnTo>
                <a:lnTo>
                  <a:pt x="1142820" y="36481"/>
                </a:lnTo>
                <a:lnTo>
                  <a:pt x="1141778" y="36686"/>
                </a:lnTo>
                <a:lnTo>
                  <a:pt x="1140750" y="36912"/>
                </a:lnTo>
                <a:lnTo>
                  <a:pt x="1139736" y="37159"/>
                </a:lnTo>
                <a:lnTo>
                  <a:pt x="1138736" y="37428"/>
                </a:lnTo>
                <a:lnTo>
                  <a:pt x="1137750" y="37718"/>
                </a:lnTo>
                <a:lnTo>
                  <a:pt x="1136778" y="38030"/>
                </a:lnTo>
                <a:lnTo>
                  <a:pt x="1135820" y="38364"/>
                </a:lnTo>
                <a:lnTo>
                  <a:pt x="1134877" y="38719"/>
                </a:lnTo>
                <a:lnTo>
                  <a:pt x="1133947" y="39095"/>
                </a:lnTo>
                <a:lnTo>
                  <a:pt x="1133031" y="39493"/>
                </a:lnTo>
                <a:lnTo>
                  <a:pt x="1132129" y="39913"/>
                </a:lnTo>
                <a:lnTo>
                  <a:pt x="1131242" y="40354"/>
                </a:lnTo>
                <a:lnTo>
                  <a:pt x="1130368" y="40816"/>
                </a:lnTo>
                <a:lnTo>
                  <a:pt x="1129509" y="41301"/>
                </a:lnTo>
                <a:lnTo>
                  <a:pt x="1128663" y="41806"/>
                </a:lnTo>
                <a:lnTo>
                  <a:pt x="1127833" y="42332"/>
                </a:lnTo>
                <a:lnTo>
                  <a:pt x="1127020" y="42876"/>
                </a:lnTo>
                <a:lnTo>
                  <a:pt x="1126223" y="43438"/>
                </a:lnTo>
                <a:lnTo>
                  <a:pt x="1125442" y="44020"/>
                </a:lnTo>
                <a:lnTo>
                  <a:pt x="1124679" y="44619"/>
                </a:lnTo>
                <a:lnTo>
                  <a:pt x="1123931" y="45237"/>
                </a:lnTo>
                <a:lnTo>
                  <a:pt x="1123201" y="45874"/>
                </a:lnTo>
                <a:lnTo>
                  <a:pt x="1122487" y="46529"/>
                </a:lnTo>
                <a:lnTo>
                  <a:pt x="1121790" y="47203"/>
                </a:lnTo>
                <a:lnTo>
                  <a:pt x="1121109" y="47895"/>
                </a:lnTo>
                <a:lnTo>
                  <a:pt x="1120445" y="48606"/>
                </a:lnTo>
                <a:lnTo>
                  <a:pt x="1119798" y="49335"/>
                </a:lnTo>
                <a:lnTo>
                  <a:pt x="1119167" y="50083"/>
                </a:lnTo>
                <a:lnTo>
                  <a:pt x="1118553" y="50849"/>
                </a:lnTo>
                <a:lnTo>
                  <a:pt x="1117955" y="51634"/>
                </a:lnTo>
                <a:lnTo>
                  <a:pt x="1117374" y="52438"/>
                </a:lnTo>
                <a:lnTo>
                  <a:pt x="1116810" y="53259"/>
                </a:lnTo>
                <a:lnTo>
                  <a:pt x="1116262" y="54100"/>
                </a:lnTo>
                <a:lnTo>
                  <a:pt x="1115731" y="54959"/>
                </a:lnTo>
                <a:lnTo>
                  <a:pt x="1115216" y="55836"/>
                </a:lnTo>
                <a:lnTo>
                  <a:pt x="1114718" y="56732"/>
                </a:lnTo>
                <a:lnTo>
                  <a:pt x="1114237" y="57647"/>
                </a:lnTo>
                <a:lnTo>
                  <a:pt x="1113772" y="58579"/>
                </a:lnTo>
                <a:lnTo>
                  <a:pt x="1113324" y="59531"/>
                </a:lnTo>
                <a:lnTo>
                  <a:pt x="1112894" y="60500"/>
                </a:lnTo>
                <a:lnTo>
                  <a:pt x="1112481" y="61485"/>
                </a:lnTo>
                <a:lnTo>
                  <a:pt x="1112087" y="62485"/>
                </a:lnTo>
                <a:lnTo>
                  <a:pt x="1111712" y="63502"/>
                </a:lnTo>
                <a:lnTo>
                  <a:pt x="1111354" y="64535"/>
                </a:lnTo>
                <a:lnTo>
                  <a:pt x="1111015" y="65584"/>
                </a:lnTo>
                <a:lnTo>
                  <a:pt x="1110695" y="66649"/>
                </a:lnTo>
                <a:lnTo>
                  <a:pt x="1110392" y="67730"/>
                </a:lnTo>
                <a:lnTo>
                  <a:pt x="1110108" y="68827"/>
                </a:lnTo>
                <a:lnTo>
                  <a:pt x="1109843" y="69941"/>
                </a:lnTo>
                <a:lnTo>
                  <a:pt x="1109595" y="71070"/>
                </a:lnTo>
                <a:lnTo>
                  <a:pt x="1109366" y="72215"/>
                </a:lnTo>
                <a:lnTo>
                  <a:pt x="1109156" y="73376"/>
                </a:lnTo>
                <a:lnTo>
                  <a:pt x="1108963" y="74554"/>
                </a:lnTo>
                <a:lnTo>
                  <a:pt x="1108789" y="75747"/>
                </a:lnTo>
                <a:lnTo>
                  <a:pt x="1108633" y="76957"/>
                </a:lnTo>
                <a:lnTo>
                  <a:pt x="1108496" y="78182"/>
                </a:lnTo>
                <a:lnTo>
                  <a:pt x="1108377" y="79423"/>
                </a:lnTo>
                <a:lnTo>
                  <a:pt x="1108276" y="80681"/>
                </a:lnTo>
                <a:lnTo>
                  <a:pt x="1108193" y="81955"/>
                </a:lnTo>
                <a:lnTo>
                  <a:pt x="1108129" y="83244"/>
                </a:lnTo>
                <a:lnTo>
                  <a:pt x="1108084" y="84550"/>
                </a:lnTo>
                <a:lnTo>
                  <a:pt x="1108056" y="85872"/>
                </a:lnTo>
                <a:lnTo>
                  <a:pt x="1108047" y="87210"/>
                </a:lnTo>
                <a:lnTo>
                  <a:pt x="1108056" y="88514"/>
                </a:lnTo>
                <a:lnTo>
                  <a:pt x="1108084" y="89804"/>
                </a:lnTo>
                <a:lnTo>
                  <a:pt x="1108129" y="91079"/>
                </a:lnTo>
                <a:lnTo>
                  <a:pt x="1108193" y="92338"/>
                </a:lnTo>
                <a:lnTo>
                  <a:pt x="1108276" y="93583"/>
                </a:lnTo>
                <a:lnTo>
                  <a:pt x="1108377" y="94813"/>
                </a:lnTo>
                <a:lnTo>
                  <a:pt x="1108496" y="96027"/>
                </a:lnTo>
                <a:lnTo>
                  <a:pt x="1108633" y="97227"/>
                </a:lnTo>
                <a:lnTo>
                  <a:pt x="1108789" y="98412"/>
                </a:lnTo>
                <a:lnTo>
                  <a:pt x="1108963" y="99581"/>
                </a:lnTo>
                <a:lnTo>
                  <a:pt x="1109156" y="100736"/>
                </a:lnTo>
                <a:lnTo>
                  <a:pt x="1109366" y="101876"/>
                </a:lnTo>
                <a:lnTo>
                  <a:pt x="1109595" y="103000"/>
                </a:lnTo>
                <a:lnTo>
                  <a:pt x="1109843" y="104110"/>
                </a:lnTo>
                <a:lnTo>
                  <a:pt x="1110108" y="105205"/>
                </a:lnTo>
                <a:lnTo>
                  <a:pt x="1110392" y="106285"/>
                </a:lnTo>
                <a:lnTo>
                  <a:pt x="1110695" y="107349"/>
                </a:lnTo>
                <a:lnTo>
                  <a:pt x="1111015" y="108399"/>
                </a:lnTo>
                <a:lnTo>
                  <a:pt x="1111354" y="109434"/>
                </a:lnTo>
                <a:lnTo>
                  <a:pt x="1111712" y="110454"/>
                </a:lnTo>
                <a:lnTo>
                  <a:pt x="1112087" y="111458"/>
                </a:lnTo>
                <a:lnTo>
                  <a:pt x="1112481" y="112448"/>
                </a:lnTo>
                <a:lnTo>
                  <a:pt x="1112894" y="113423"/>
                </a:lnTo>
                <a:lnTo>
                  <a:pt x="1113324" y="114383"/>
                </a:lnTo>
                <a:lnTo>
                  <a:pt x="1113772" y="115326"/>
                </a:lnTo>
                <a:lnTo>
                  <a:pt x="1114237" y="116250"/>
                </a:lnTo>
                <a:lnTo>
                  <a:pt x="1114718" y="117157"/>
                </a:lnTo>
                <a:lnTo>
                  <a:pt x="1115216" y="118045"/>
                </a:lnTo>
                <a:lnTo>
                  <a:pt x="1115731" y="118915"/>
                </a:lnTo>
                <a:lnTo>
                  <a:pt x="1116262" y="119766"/>
                </a:lnTo>
                <a:lnTo>
                  <a:pt x="1116810" y="120599"/>
                </a:lnTo>
                <a:lnTo>
                  <a:pt x="1117374" y="121414"/>
                </a:lnTo>
                <a:lnTo>
                  <a:pt x="1117955" y="122210"/>
                </a:lnTo>
                <a:lnTo>
                  <a:pt x="1118553" y="122988"/>
                </a:lnTo>
                <a:lnTo>
                  <a:pt x="1119167" y="123748"/>
                </a:lnTo>
                <a:lnTo>
                  <a:pt x="1119798" y="124490"/>
                </a:lnTo>
                <a:lnTo>
                  <a:pt x="1120445" y="125213"/>
                </a:lnTo>
                <a:lnTo>
                  <a:pt x="1121109" y="125917"/>
                </a:lnTo>
                <a:lnTo>
                  <a:pt x="1121790" y="126604"/>
                </a:lnTo>
                <a:lnTo>
                  <a:pt x="1122487" y="127272"/>
                </a:lnTo>
                <a:lnTo>
                  <a:pt x="1123201" y="127922"/>
                </a:lnTo>
                <a:lnTo>
                  <a:pt x="1123931" y="128553"/>
                </a:lnTo>
                <a:lnTo>
                  <a:pt x="1124679" y="129166"/>
                </a:lnTo>
                <a:lnTo>
                  <a:pt x="1125442" y="129761"/>
                </a:lnTo>
                <a:lnTo>
                  <a:pt x="1126223" y="130337"/>
                </a:lnTo>
                <a:lnTo>
                  <a:pt x="1127020" y="130895"/>
                </a:lnTo>
                <a:lnTo>
                  <a:pt x="1127833" y="131435"/>
                </a:lnTo>
                <a:lnTo>
                  <a:pt x="1128663" y="131956"/>
                </a:lnTo>
                <a:lnTo>
                  <a:pt x="1129509" y="132458"/>
                </a:lnTo>
                <a:lnTo>
                  <a:pt x="1130368" y="132938"/>
                </a:lnTo>
                <a:lnTo>
                  <a:pt x="1131242" y="133396"/>
                </a:lnTo>
                <a:lnTo>
                  <a:pt x="1132129" y="133834"/>
                </a:lnTo>
                <a:lnTo>
                  <a:pt x="1133031" y="134250"/>
                </a:lnTo>
                <a:lnTo>
                  <a:pt x="1133947" y="134644"/>
                </a:lnTo>
                <a:lnTo>
                  <a:pt x="1134877" y="135018"/>
                </a:lnTo>
                <a:lnTo>
                  <a:pt x="1135820" y="135370"/>
                </a:lnTo>
                <a:lnTo>
                  <a:pt x="1136778" y="135700"/>
                </a:lnTo>
                <a:lnTo>
                  <a:pt x="1137750" y="136009"/>
                </a:lnTo>
                <a:lnTo>
                  <a:pt x="1138736" y="136297"/>
                </a:lnTo>
                <a:lnTo>
                  <a:pt x="1139736" y="136564"/>
                </a:lnTo>
                <a:lnTo>
                  <a:pt x="1140750" y="136809"/>
                </a:lnTo>
                <a:lnTo>
                  <a:pt x="1141778" y="137033"/>
                </a:lnTo>
                <a:lnTo>
                  <a:pt x="1142820" y="137236"/>
                </a:lnTo>
                <a:lnTo>
                  <a:pt x="1143876" y="137417"/>
                </a:lnTo>
                <a:lnTo>
                  <a:pt x="1144946" y="137577"/>
                </a:lnTo>
                <a:lnTo>
                  <a:pt x="1146031" y="137716"/>
                </a:lnTo>
                <a:lnTo>
                  <a:pt x="1147129" y="137833"/>
                </a:lnTo>
                <a:lnTo>
                  <a:pt x="1148241" y="137929"/>
                </a:lnTo>
                <a:lnTo>
                  <a:pt x="1149367" y="138004"/>
                </a:lnTo>
                <a:lnTo>
                  <a:pt x="1150508" y="138057"/>
                </a:lnTo>
                <a:lnTo>
                  <a:pt x="1151662" y="138089"/>
                </a:lnTo>
                <a:lnTo>
                  <a:pt x="1152831" y="138100"/>
                </a:lnTo>
                <a:lnTo>
                  <a:pt x="1154024" y="138089"/>
                </a:lnTo>
                <a:lnTo>
                  <a:pt x="1155202" y="138057"/>
                </a:lnTo>
                <a:lnTo>
                  <a:pt x="1156366" y="138004"/>
                </a:lnTo>
                <a:lnTo>
                  <a:pt x="1157515" y="137929"/>
                </a:lnTo>
                <a:close/>
                <a:moveTo>
                  <a:pt x="1149497" y="124845"/>
                </a:moveTo>
                <a:lnTo>
                  <a:pt x="1148701" y="124769"/>
                </a:lnTo>
                <a:lnTo>
                  <a:pt x="1147920" y="124676"/>
                </a:lnTo>
                <a:lnTo>
                  <a:pt x="1147154" y="124566"/>
                </a:lnTo>
                <a:lnTo>
                  <a:pt x="1146403" y="124439"/>
                </a:lnTo>
                <a:lnTo>
                  <a:pt x="1145666" y="124295"/>
                </a:lnTo>
                <a:lnTo>
                  <a:pt x="1144944" y="124134"/>
                </a:lnTo>
                <a:lnTo>
                  <a:pt x="1144238" y="123957"/>
                </a:lnTo>
                <a:lnTo>
                  <a:pt x="1143546" y="123762"/>
                </a:lnTo>
                <a:lnTo>
                  <a:pt x="1142869" y="123551"/>
                </a:lnTo>
                <a:lnTo>
                  <a:pt x="1142207" y="123322"/>
                </a:lnTo>
                <a:lnTo>
                  <a:pt x="1141560" y="123077"/>
                </a:lnTo>
                <a:lnTo>
                  <a:pt x="1140928" y="122814"/>
                </a:lnTo>
                <a:lnTo>
                  <a:pt x="1140311" y="122535"/>
                </a:lnTo>
                <a:lnTo>
                  <a:pt x="1139708" y="122239"/>
                </a:lnTo>
                <a:lnTo>
                  <a:pt x="1139121" y="121926"/>
                </a:lnTo>
                <a:lnTo>
                  <a:pt x="1138548" y="121596"/>
                </a:lnTo>
                <a:lnTo>
                  <a:pt x="1137990" y="121249"/>
                </a:lnTo>
                <a:lnTo>
                  <a:pt x="1137448" y="120885"/>
                </a:lnTo>
                <a:lnTo>
                  <a:pt x="1136920" y="120505"/>
                </a:lnTo>
                <a:lnTo>
                  <a:pt x="1136407" y="120107"/>
                </a:lnTo>
                <a:lnTo>
                  <a:pt x="1135907" y="119694"/>
                </a:lnTo>
                <a:lnTo>
                  <a:pt x="1135419" y="119269"/>
                </a:lnTo>
                <a:lnTo>
                  <a:pt x="1134943" y="118830"/>
                </a:lnTo>
                <a:lnTo>
                  <a:pt x="1134479" y="118379"/>
                </a:lnTo>
                <a:lnTo>
                  <a:pt x="1134027" y="117915"/>
                </a:lnTo>
                <a:lnTo>
                  <a:pt x="1133586" y="117438"/>
                </a:lnTo>
                <a:lnTo>
                  <a:pt x="1133157" y="116948"/>
                </a:lnTo>
                <a:lnTo>
                  <a:pt x="1132740" y="116446"/>
                </a:lnTo>
                <a:lnTo>
                  <a:pt x="1132335" y="115930"/>
                </a:lnTo>
                <a:lnTo>
                  <a:pt x="1131942" y="115402"/>
                </a:lnTo>
                <a:lnTo>
                  <a:pt x="1131561" y="114861"/>
                </a:lnTo>
                <a:lnTo>
                  <a:pt x="1131191" y="114307"/>
                </a:lnTo>
                <a:lnTo>
                  <a:pt x="1130833" y="113740"/>
                </a:lnTo>
                <a:lnTo>
                  <a:pt x="1130487" y="113161"/>
                </a:lnTo>
                <a:lnTo>
                  <a:pt x="1130153" y="112569"/>
                </a:lnTo>
                <a:lnTo>
                  <a:pt x="1129831" y="111963"/>
                </a:lnTo>
                <a:lnTo>
                  <a:pt x="1129520" y="111345"/>
                </a:lnTo>
                <a:lnTo>
                  <a:pt x="1129221" y="110715"/>
                </a:lnTo>
                <a:lnTo>
                  <a:pt x="1128934" y="110071"/>
                </a:lnTo>
                <a:lnTo>
                  <a:pt x="1128659" y="109415"/>
                </a:lnTo>
                <a:lnTo>
                  <a:pt x="1128396" y="108745"/>
                </a:lnTo>
                <a:lnTo>
                  <a:pt x="1128144" y="108063"/>
                </a:lnTo>
                <a:lnTo>
                  <a:pt x="1127905" y="107368"/>
                </a:lnTo>
                <a:lnTo>
                  <a:pt x="1127677" y="106661"/>
                </a:lnTo>
                <a:lnTo>
                  <a:pt x="1127460" y="105943"/>
                </a:lnTo>
                <a:lnTo>
                  <a:pt x="1127251" y="105216"/>
                </a:lnTo>
                <a:lnTo>
                  <a:pt x="1127053" y="104482"/>
                </a:lnTo>
                <a:lnTo>
                  <a:pt x="1126863" y="103740"/>
                </a:lnTo>
                <a:lnTo>
                  <a:pt x="1126683" y="102990"/>
                </a:lnTo>
                <a:lnTo>
                  <a:pt x="1126512" y="102232"/>
                </a:lnTo>
                <a:lnTo>
                  <a:pt x="1126350" y="101466"/>
                </a:lnTo>
                <a:lnTo>
                  <a:pt x="1126197" y="100691"/>
                </a:lnTo>
                <a:lnTo>
                  <a:pt x="1126054" y="99909"/>
                </a:lnTo>
                <a:lnTo>
                  <a:pt x="1125920" y="99119"/>
                </a:lnTo>
                <a:lnTo>
                  <a:pt x="1125795" y="98321"/>
                </a:lnTo>
                <a:lnTo>
                  <a:pt x="1125679" y="97515"/>
                </a:lnTo>
                <a:lnTo>
                  <a:pt x="1125573" y="96700"/>
                </a:lnTo>
                <a:lnTo>
                  <a:pt x="1125476" y="95878"/>
                </a:lnTo>
                <a:lnTo>
                  <a:pt x="1125388" y="95048"/>
                </a:lnTo>
                <a:lnTo>
                  <a:pt x="1125309" y="94210"/>
                </a:lnTo>
                <a:lnTo>
                  <a:pt x="1125240" y="93364"/>
                </a:lnTo>
                <a:lnTo>
                  <a:pt x="1125180" y="92509"/>
                </a:lnTo>
                <a:lnTo>
                  <a:pt x="1125129" y="91647"/>
                </a:lnTo>
                <a:lnTo>
                  <a:pt x="1125087" y="90777"/>
                </a:lnTo>
                <a:lnTo>
                  <a:pt x="1125055" y="89899"/>
                </a:lnTo>
                <a:lnTo>
                  <a:pt x="1125032" y="89012"/>
                </a:lnTo>
                <a:lnTo>
                  <a:pt x="1125018" y="88118"/>
                </a:lnTo>
                <a:lnTo>
                  <a:pt x="1125013" y="87216"/>
                </a:lnTo>
                <a:lnTo>
                  <a:pt x="1125018" y="86296"/>
                </a:lnTo>
                <a:lnTo>
                  <a:pt x="1125032" y="85385"/>
                </a:lnTo>
                <a:lnTo>
                  <a:pt x="1125055" y="84481"/>
                </a:lnTo>
                <a:lnTo>
                  <a:pt x="1125087" y="83586"/>
                </a:lnTo>
                <a:lnTo>
                  <a:pt x="1125129" y="82699"/>
                </a:lnTo>
                <a:lnTo>
                  <a:pt x="1125180" y="81821"/>
                </a:lnTo>
                <a:lnTo>
                  <a:pt x="1125240" y="80950"/>
                </a:lnTo>
                <a:lnTo>
                  <a:pt x="1125309" y="80088"/>
                </a:lnTo>
                <a:lnTo>
                  <a:pt x="1125388" y="79234"/>
                </a:lnTo>
                <a:lnTo>
                  <a:pt x="1125476" y="78388"/>
                </a:lnTo>
                <a:lnTo>
                  <a:pt x="1125573" y="77550"/>
                </a:lnTo>
                <a:lnTo>
                  <a:pt x="1125679" y="76721"/>
                </a:lnTo>
                <a:lnTo>
                  <a:pt x="1125795" y="75900"/>
                </a:lnTo>
                <a:lnTo>
                  <a:pt x="1125920" y="75087"/>
                </a:lnTo>
                <a:lnTo>
                  <a:pt x="1126054" y="74282"/>
                </a:lnTo>
                <a:lnTo>
                  <a:pt x="1126197" y="73485"/>
                </a:lnTo>
                <a:lnTo>
                  <a:pt x="1126350" y="72697"/>
                </a:lnTo>
                <a:lnTo>
                  <a:pt x="1126512" y="71916"/>
                </a:lnTo>
                <a:lnTo>
                  <a:pt x="1126683" y="71144"/>
                </a:lnTo>
                <a:lnTo>
                  <a:pt x="1126863" y="70380"/>
                </a:lnTo>
                <a:lnTo>
                  <a:pt x="1127053" y="69625"/>
                </a:lnTo>
                <a:lnTo>
                  <a:pt x="1127251" y="68877"/>
                </a:lnTo>
                <a:lnTo>
                  <a:pt x="1127460" y="68138"/>
                </a:lnTo>
                <a:lnTo>
                  <a:pt x="1127677" y="67407"/>
                </a:lnTo>
                <a:lnTo>
                  <a:pt x="1127905" y="66687"/>
                </a:lnTo>
                <a:lnTo>
                  <a:pt x="1128144" y="65979"/>
                </a:lnTo>
                <a:lnTo>
                  <a:pt x="1128396" y="65285"/>
                </a:lnTo>
                <a:lnTo>
                  <a:pt x="1128659" y="64603"/>
                </a:lnTo>
                <a:lnTo>
                  <a:pt x="1128934" y="63935"/>
                </a:lnTo>
                <a:lnTo>
                  <a:pt x="1129221" y="63279"/>
                </a:lnTo>
                <a:lnTo>
                  <a:pt x="1129520" y="62637"/>
                </a:lnTo>
                <a:lnTo>
                  <a:pt x="1129831" y="62008"/>
                </a:lnTo>
                <a:lnTo>
                  <a:pt x="1130153" y="61391"/>
                </a:lnTo>
                <a:lnTo>
                  <a:pt x="1130487" y="60788"/>
                </a:lnTo>
                <a:lnTo>
                  <a:pt x="1130833" y="60198"/>
                </a:lnTo>
                <a:lnTo>
                  <a:pt x="1131191" y="59620"/>
                </a:lnTo>
                <a:lnTo>
                  <a:pt x="1131561" y="59056"/>
                </a:lnTo>
                <a:lnTo>
                  <a:pt x="1131942" y="58505"/>
                </a:lnTo>
                <a:lnTo>
                  <a:pt x="1132335" y="57967"/>
                </a:lnTo>
                <a:lnTo>
                  <a:pt x="1132740" y="57441"/>
                </a:lnTo>
                <a:lnTo>
                  <a:pt x="1133157" y="56929"/>
                </a:lnTo>
                <a:lnTo>
                  <a:pt x="1133586" y="56430"/>
                </a:lnTo>
                <a:lnTo>
                  <a:pt x="1134027" y="55944"/>
                </a:lnTo>
                <a:lnTo>
                  <a:pt x="1134479" y="55471"/>
                </a:lnTo>
                <a:lnTo>
                  <a:pt x="1134943" y="55010"/>
                </a:lnTo>
                <a:lnTo>
                  <a:pt x="1135419" y="54563"/>
                </a:lnTo>
                <a:lnTo>
                  <a:pt x="1135907" y="54129"/>
                </a:lnTo>
                <a:lnTo>
                  <a:pt x="1136407" y="53708"/>
                </a:lnTo>
                <a:lnTo>
                  <a:pt x="1136920" y="53302"/>
                </a:lnTo>
                <a:lnTo>
                  <a:pt x="1137448" y="52913"/>
                </a:lnTo>
                <a:lnTo>
                  <a:pt x="1137990" y="52541"/>
                </a:lnTo>
                <a:lnTo>
                  <a:pt x="1138548" y="52187"/>
                </a:lnTo>
                <a:lnTo>
                  <a:pt x="1139121" y="51850"/>
                </a:lnTo>
                <a:lnTo>
                  <a:pt x="1139708" y="51530"/>
                </a:lnTo>
                <a:lnTo>
                  <a:pt x="1140311" y="51227"/>
                </a:lnTo>
                <a:lnTo>
                  <a:pt x="1140928" y="50942"/>
                </a:lnTo>
                <a:lnTo>
                  <a:pt x="1141560" y="50674"/>
                </a:lnTo>
                <a:lnTo>
                  <a:pt x="1142207" y="50424"/>
                </a:lnTo>
                <a:lnTo>
                  <a:pt x="1142869" y="50190"/>
                </a:lnTo>
                <a:lnTo>
                  <a:pt x="1143546" y="49974"/>
                </a:lnTo>
                <a:lnTo>
                  <a:pt x="1144238" y="49775"/>
                </a:lnTo>
                <a:lnTo>
                  <a:pt x="1144944" y="49594"/>
                </a:lnTo>
                <a:lnTo>
                  <a:pt x="1145666" y="49430"/>
                </a:lnTo>
                <a:lnTo>
                  <a:pt x="1146403" y="49283"/>
                </a:lnTo>
                <a:lnTo>
                  <a:pt x="1147154" y="49153"/>
                </a:lnTo>
                <a:lnTo>
                  <a:pt x="1147920" y="49041"/>
                </a:lnTo>
                <a:lnTo>
                  <a:pt x="1148701" y="48946"/>
                </a:lnTo>
                <a:lnTo>
                  <a:pt x="1149497" y="48868"/>
                </a:lnTo>
                <a:lnTo>
                  <a:pt x="1150308" y="48807"/>
                </a:lnTo>
                <a:lnTo>
                  <a:pt x="1151134" y="48764"/>
                </a:lnTo>
                <a:lnTo>
                  <a:pt x="1151975" y="48738"/>
                </a:lnTo>
                <a:lnTo>
                  <a:pt x="1152831" y="48730"/>
                </a:lnTo>
                <a:lnTo>
                  <a:pt x="1153711" y="48738"/>
                </a:lnTo>
                <a:lnTo>
                  <a:pt x="1154576" y="48764"/>
                </a:lnTo>
                <a:lnTo>
                  <a:pt x="1155426" y="48807"/>
                </a:lnTo>
                <a:lnTo>
                  <a:pt x="1156261" y="48868"/>
                </a:lnTo>
                <a:lnTo>
                  <a:pt x="1157081" y="48946"/>
                </a:lnTo>
                <a:lnTo>
                  <a:pt x="1157886" y="49041"/>
                </a:lnTo>
                <a:lnTo>
                  <a:pt x="1158676" y="49153"/>
                </a:lnTo>
                <a:lnTo>
                  <a:pt x="1159451" y="49283"/>
                </a:lnTo>
                <a:lnTo>
                  <a:pt x="1160210" y="49430"/>
                </a:lnTo>
                <a:lnTo>
                  <a:pt x="1160955" y="49594"/>
                </a:lnTo>
                <a:lnTo>
                  <a:pt x="1161685" y="49775"/>
                </a:lnTo>
                <a:lnTo>
                  <a:pt x="1162399" y="49974"/>
                </a:lnTo>
                <a:lnTo>
                  <a:pt x="1163099" y="50190"/>
                </a:lnTo>
                <a:lnTo>
                  <a:pt x="1163783" y="50424"/>
                </a:lnTo>
                <a:lnTo>
                  <a:pt x="1164452" y="50674"/>
                </a:lnTo>
                <a:lnTo>
                  <a:pt x="1165106" y="50942"/>
                </a:lnTo>
                <a:lnTo>
                  <a:pt x="1165745" y="51227"/>
                </a:lnTo>
                <a:lnTo>
                  <a:pt x="1166369" y="51530"/>
                </a:lnTo>
                <a:lnTo>
                  <a:pt x="1166978" y="51850"/>
                </a:lnTo>
                <a:lnTo>
                  <a:pt x="1167572" y="52187"/>
                </a:lnTo>
                <a:lnTo>
                  <a:pt x="1168151" y="52541"/>
                </a:lnTo>
                <a:lnTo>
                  <a:pt x="1168715" y="52913"/>
                </a:lnTo>
                <a:lnTo>
                  <a:pt x="1169264" y="53302"/>
                </a:lnTo>
                <a:lnTo>
                  <a:pt x="1169797" y="53708"/>
                </a:lnTo>
                <a:lnTo>
                  <a:pt x="1170317" y="54129"/>
                </a:lnTo>
                <a:lnTo>
                  <a:pt x="1170825" y="54563"/>
                </a:lnTo>
                <a:lnTo>
                  <a:pt x="1171320" y="55010"/>
                </a:lnTo>
                <a:lnTo>
                  <a:pt x="1171803" y="55471"/>
                </a:lnTo>
                <a:lnTo>
                  <a:pt x="1172274" y="55944"/>
                </a:lnTo>
                <a:lnTo>
                  <a:pt x="1172732" y="56430"/>
                </a:lnTo>
                <a:lnTo>
                  <a:pt x="1173178" y="56929"/>
                </a:lnTo>
                <a:lnTo>
                  <a:pt x="1173612" y="57441"/>
                </a:lnTo>
                <a:lnTo>
                  <a:pt x="1174033" y="57967"/>
                </a:lnTo>
                <a:lnTo>
                  <a:pt x="1174442" y="58505"/>
                </a:lnTo>
                <a:lnTo>
                  <a:pt x="1174838" y="59056"/>
                </a:lnTo>
                <a:lnTo>
                  <a:pt x="1175223" y="59620"/>
                </a:lnTo>
                <a:lnTo>
                  <a:pt x="1175595" y="60198"/>
                </a:lnTo>
                <a:lnTo>
                  <a:pt x="1175954" y="60788"/>
                </a:lnTo>
                <a:lnTo>
                  <a:pt x="1176302" y="61391"/>
                </a:lnTo>
                <a:lnTo>
                  <a:pt x="1176637" y="62008"/>
                </a:lnTo>
                <a:lnTo>
                  <a:pt x="1176959" y="62637"/>
                </a:lnTo>
                <a:lnTo>
                  <a:pt x="1177270" y="63279"/>
                </a:lnTo>
                <a:lnTo>
                  <a:pt x="1177568" y="63935"/>
                </a:lnTo>
                <a:lnTo>
                  <a:pt x="1177853" y="64603"/>
                </a:lnTo>
                <a:lnTo>
                  <a:pt x="1178126" y="65285"/>
                </a:lnTo>
                <a:lnTo>
                  <a:pt x="1178387" y="65979"/>
                </a:lnTo>
                <a:lnTo>
                  <a:pt x="1178636" y="66687"/>
                </a:lnTo>
                <a:lnTo>
                  <a:pt x="1178872" y="67407"/>
                </a:lnTo>
                <a:lnTo>
                  <a:pt x="1179098" y="68138"/>
                </a:lnTo>
                <a:lnTo>
                  <a:pt x="1179314" y="68877"/>
                </a:lnTo>
                <a:lnTo>
                  <a:pt x="1179520" y="69625"/>
                </a:lnTo>
                <a:lnTo>
                  <a:pt x="1179716" y="70380"/>
                </a:lnTo>
                <a:lnTo>
                  <a:pt x="1179903" y="71144"/>
                </a:lnTo>
                <a:lnTo>
                  <a:pt x="1180081" y="71916"/>
                </a:lnTo>
                <a:lnTo>
                  <a:pt x="1180249" y="72697"/>
                </a:lnTo>
                <a:lnTo>
                  <a:pt x="1180407" y="73485"/>
                </a:lnTo>
                <a:lnTo>
                  <a:pt x="1180556" y="74282"/>
                </a:lnTo>
                <a:lnTo>
                  <a:pt x="1180695" y="75087"/>
                </a:lnTo>
                <a:lnTo>
                  <a:pt x="1180824" y="75900"/>
                </a:lnTo>
                <a:lnTo>
                  <a:pt x="1180944" y="76721"/>
                </a:lnTo>
                <a:lnTo>
                  <a:pt x="1181054" y="77550"/>
                </a:lnTo>
                <a:lnTo>
                  <a:pt x="1181155" y="78388"/>
                </a:lnTo>
                <a:lnTo>
                  <a:pt x="1181246" y="79234"/>
                </a:lnTo>
                <a:lnTo>
                  <a:pt x="1181328" y="80088"/>
                </a:lnTo>
                <a:lnTo>
                  <a:pt x="1181400" y="80950"/>
                </a:lnTo>
                <a:lnTo>
                  <a:pt x="1181462" y="81821"/>
                </a:lnTo>
                <a:lnTo>
                  <a:pt x="1181515" y="82699"/>
                </a:lnTo>
                <a:lnTo>
                  <a:pt x="1181558" y="83586"/>
                </a:lnTo>
                <a:lnTo>
                  <a:pt x="1181591" y="84481"/>
                </a:lnTo>
                <a:lnTo>
                  <a:pt x="1181615" y="85385"/>
                </a:lnTo>
                <a:lnTo>
                  <a:pt x="1181630" y="86296"/>
                </a:lnTo>
                <a:lnTo>
                  <a:pt x="1181634" y="87216"/>
                </a:lnTo>
                <a:lnTo>
                  <a:pt x="1181630" y="88118"/>
                </a:lnTo>
                <a:lnTo>
                  <a:pt x="1181615" y="89012"/>
                </a:lnTo>
                <a:lnTo>
                  <a:pt x="1181591" y="89899"/>
                </a:lnTo>
                <a:lnTo>
                  <a:pt x="1181558" y="90777"/>
                </a:lnTo>
                <a:lnTo>
                  <a:pt x="1181515" y="91647"/>
                </a:lnTo>
                <a:lnTo>
                  <a:pt x="1181462" y="92509"/>
                </a:lnTo>
                <a:lnTo>
                  <a:pt x="1181400" y="93364"/>
                </a:lnTo>
                <a:lnTo>
                  <a:pt x="1181328" y="94210"/>
                </a:lnTo>
                <a:lnTo>
                  <a:pt x="1181246" y="95048"/>
                </a:lnTo>
                <a:lnTo>
                  <a:pt x="1181155" y="95878"/>
                </a:lnTo>
                <a:lnTo>
                  <a:pt x="1181054" y="96700"/>
                </a:lnTo>
                <a:lnTo>
                  <a:pt x="1180944" y="97515"/>
                </a:lnTo>
                <a:lnTo>
                  <a:pt x="1180824" y="98321"/>
                </a:lnTo>
                <a:lnTo>
                  <a:pt x="1180695" y="99119"/>
                </a:lnTo>
                <a:lnTo>
                  <a:pt x="1180556" y="99909"/>
                </a:lnTo>
                <a:lnTo>
                  <a:pt x="1180407" y="100691"/>
                </a:lnTo>
                <a:lnTo>
                  <a:pt x="1180249" y="101466"/>
                </a:lnTo>
                <a:lnTo>
                  <a:pt x="1180081" y="102232"/>
                </a:lnTo>
                <a:lnTo>
                  <a:pt x="1179903" y="102990"/>
                </a:lnTo>
                <a:lnTo>
                  <a:pt x="1179716" y="103740"/>
                </a:lnTo>
                <a:lnTo>
                  <a:pt x="1179520" y="104482"/>
                </a:lnTo>
                <a:lnTo>
                  <a:pt x="1179314" y="105216"/>
                </a:lnTo>
                <a:lnTo>
                  <a:pt x="1179098" y="105943"/>
                </a:lnTo>
                <a:lnTo>
                  <a:pt x="1178872" y="106661"/>
                </a:lnTo>
                <a:lnTo>
                  <a:pt x="1178636" y="107368"/>
                </a:lnTo>
                <a:lnTo>
                  <a:pt x="1178387" y="108063"/>
                </a:lnTo>
                <a:lnTo>
                  <a:pt x="1178126" y="108745"/>
                </a:lnTo>
                <a:lnTo>
                  <a:pt x="1177853" y="109415"/>
                </a:lnTo>
                <a:lnTo>
                  <a:pt x="1177568" y="110071"/>
                </a:lnTo>
                <a:lnTo>
                  <a:pt x="1177270" y="110715"/>
                </a:lnTo>
                <a:lnTo>
                  <a:pt x="1176959" y="111345"/>
                </a:lnTo>
                <a:lnTo>
                  <a:pt x="1176637" y="111963"/>
                </a:lnTo>
                <a:lnTo>
                  <a:pt x="1176302" y="112569"/>
                </a:lnTo>
                <a:lnTo>
                  <a:pt x="1175954" y="113161"/>
                </a:lnTo>
                <a:lnTo>
                  <a:pt x="1175595" y="113740"/>
                </a:lnTo>
                <a:lnTo>
                  <a:pt x="1175223" y="114307"/>
                </a:lnTo>
                <a:lnTo>
                  <a:pt x="1174838" y="114861"/>
                </a:lnTo>
                <a:lnTo>
                  <a:pt x="1174442" y="115402"/>
                </a:lnTo>
                <a:lnTo>
                  <a:pt x="1174033" y="115930"/>
                </a:lnTo>
                <a:lnTo>
                  <a:pt x="1173612" y="116446"/>
                </a:lnTo>
                <a:lnTo>
                  <a:pt x="1173178" y="116948"/>
                </a:lnTo>
                <a:lnTo>
                  <a:pt x="1172732" y="117438"/>
                </a:lnTo>
                <a:lnTo>
                  <a:pt x="1172274" y="117915"/>
                </a:lnTo>
                <a:lnTo>
                  <a:pt x="1171803" y="118379"/>
                </a:lnTo>
                <a:lnTo>
                  <a:pt x="1171320" y="118830"/>
                </a:lnTo>
                <a:lnTo>
                  <a:pt x="1170825" y="119269"/>
                </a:lnTo>
                <a:lnTo>
                  <a:pt x="1170317" y="119694"/>
                </a:lnTo>
                <a:lnTo>
                  <a:pt x="1169797" y="120107"/>
                </a:lnTo>
                <a:lnTo>
                  <a:pt x="1169264" y="120505"/>
                </a:lnTo>
                <a:lnTo>
                  <a:pt x="1168715" y="120885"/>
                </a:lnTo>
                <a:lnTo>
                  <a:pt x="1168151" y="121249"/>
                </a:lnTo>
                <a:lnTo>
                  <a:pt x="1167572" y="121596"/>
                </a:lnTo>
                <a:lnTo>
                  <a:pt x="1166978" y="121926"/>
                </a:lnTo>
                <a:lnTo>
                  <a:pt x="1166369" y="122239"/>
                </a:lnTo>
                <a:lnTo>
                  <a:pt x="1165745" y="122535"/>
                </a:lnTo>
                <a:lnTo>
                  <a:pt x="1165106" y="122814"/>
                </a:lnTo>
                <a:lnTo>
                  <a:pt x="1164452" y="123077"/>
                </a:lnTo>
                <a:lnTo>
                  <a:pt x="1163783" y="123322"/>
                </a:lnTo>
                <a:lnTo>
                  <a:pt x="1163099" y="123551"/>
                </a:lnTo>
                <a:lnTo>
                  <a:pt x="1162399" y="123762"/>
                </a:lnTo>
                <a:lnTo>
                  <a:pt x="1161685" y="123957"/>
                </a:lnTo>
                <a:lnTo>
                  <a:pt x="1160955" y="124134"/>
                </a:lnTo>
                <a:lnTo>
                  <a:pt x="1160210" y="124295"/>
                </a:lnTo>
                <a:lnTo>
                  <a:pt x="1159451" y="124439"/>
                </a:lnTo>
                <a:lnTo>
                  <a:pt x="1158676" y="124566"/>
                </a:lnTo>
                <a:lnTo>
                  <a:pt x="1157886" y="124676"/>
                </a:lnTo>
                <a:lnTo>
                  <a:pt x="1157081" y="124769"/>
                </a:lnTo>
                <a:lnTo>
                  <a:pt x="1156261" y="124845"/>
                </a:lnTo>
                <a:lnTo>
                  <a:pt x="1155426" y="124904"/>
                </a:lnTo>
                <a:lnTo>
                  <a:pt x="1154576" y="124947"/>
                </a:lnTo>
                <a:lnTo>
                  <a:pt x="1153711" y="124972"/>
                </a:lnTo>
                <a:lnTo>
                  <a:pt x="1152831" y="124981"/>
                </a:lnTo>
                <a:lnTo>
                  <a:pt x="1151975" y="124972"/>
                </a:lnTo>
                <a:lnTo>
                  <a:pt x="1151134" y="124947"/>
                </a:lnTo>
                <a:lnTo>
                  <a:pt x="1150308" y="124904"/>
                </a:lnTo>
                <a:lnTo>
                  <a:pt x="1149497" y="12484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" name="Text understandhowthe">
            <a:extLst xmlns:a="http://schemas.openxmlformats.org/drawingml/2006/main">
              <a:ext uri="{FF2B5EF4-FFF2-40B4-BE49-F238E27FC236}">
                <a16:creationId xmlns:a16="http://schemas.microsoft.com/office/drawing/2014/main" id="{887FE251-4C6F-4E67-BCD6-6F5157FEF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2375" y="6156826"/>
            <a:ext cx="1706847" cy="134549"/>
          </a:xfrm>
          <a:custGeom xmlns:a="http://schemas.openxmlformats.org/drawingml/2006/main">
            <a:pathLst>
              <a:path w="1706847" h="134549">
                <a:moveTo>
                  <a:pt x="31467" y="134549"/>
                </a:moveTo>
                <a:cubicBezTo>
                  <a:pt x="20353" y="134549"/>
                  <a:pt x="12330" y="131355"/>
                  <a:pt x="7398" y="124968"/>
                </a:cubicBezTo>
                <a:cubicBezTo>
                  <a:pt x="2466" y="118579"/>
                  <a:pt x="0" y="109778"/>
                  <a:pt x="0" y="98566"/>
                </a:cubicBezTo>
                <a:lnTo>
                  <a:pt x="0" y="33736"/>
                </a:lnTo>
                <a:lnTo>
                  <a:pt x="16572" y="33736"/>
                </a:lnTo>
                <a:lnTo>
                  <a:pt x="16572" y="96578"/>
                </a:lnTo>
                <a:cubicBezTo>
                  <a:pt x="16572" y="101088"/>
                  <a:pt x="17065" y="105120"/>
                  <a:pt x="18052" y="108674"/>
                </a:cubicBezTo>
                <a:cubicBezTo>
                  <a:pt x="19038" y="112227"/>
                  <a:pt x="20912" y="114995"/>
                  <a:pt x="23674" y="116978"/>
                </a:cubicBezTo>
                <a:cubicBezTo>
                  <a:pt x="26436" y="118959"/>
                  <a:pt x="30415" y="119950"/>
                  <a:pt x="35610" y="119950"/>
                </a:cubicBezTo>
                <a:cubicBezTo>
                  <a:pt x="42844" y="119950"/>
                  <a:pt x="48894" y="118395"/>
                  <a:pt x="53760" y="115286"/>
                </a:cubicBezTo>
                <a:cubicBezTo>
                  <a:pt x="58627" y="112176"/>
                  <a:pt x="62540" y="108571"/>
                  <a:pt x="65499" y="104469"/>
                </a:cubicBezTo>
                <a:lnTo>
                  <a:pt x="65499" y="33736"/>
                </a:lnTo>
                <a:lnTo>
                  <a:pt x="82071" y="33736"/>
                </a:lnTo>
                <a:lnTo>
                  <a:pt x="82071" y="132773"/>
                </a:lnTo>
                <a:lnTo>
                  <a:pt x="66189" y="132773"/>
                </a:lnTo>
                <a:lnTo>
                  <a:pt x="65696" y="118273"/>
                </a:lnTo>
                <a:cubicBezTo>
                  <a:pt x="62605" y="122087"/>
                  <a:pt x="58249" y="125753"/>
                  <a:pt x="52626" y="129271"/>
                </a:cubicBezTo>
                <a:cubicBezTo>
                  <a:pt x="47003" y="132790"/>
                  <a:pt x="39950" y="134549"/>
                  <a:pt x="31467" y="134549"/>
                </a:cubicBezTo>
                <a:close/>
                <a:moveTo>
                  <a:pt x="113916" y="132773"/>
                </a:moveTo>
                <a:lnTo>
                  <a:pt x="113916" y="33736"/>
                </a:lnTo>
                <a:lnTo>
                  <a:pt x="129699" y="33736"/>
                </a:lnTo>
                <a:lnTo>
                  <a:pt x="130291" y="48236"/>
                </a:lnTo>
                <a:cubicBezTo>
                  <a:pt x="133250" y="44356"/>
                  <a:pt x="137492" y="40690"/>
                  <a:pt x="143016" y="37238"/>
                </a:cubicBezTo>
                <a:cubicBezTo>
                  <a:pt x="148540" y="33785"/>
                  <a:pt x="155609" y="32059"/>
                  <a:pt x="164224" y="32059"/>
                </a:cubicBezTo>
                <a:cubicBezTo>
                  <a:pt x="174746" y="32059"/>
                  <a:pt x="182407" y="35270"/>
                  <a:pt x="187208" y="41692"/>
                </a:cubicBezTo>
                <a:cubicBezTo>
                  <a:pt x="192008" y="48114"/>
                  <a:pt x="194409" y="57136"/>
                  <a:pt x="194409" y="68757"/>
                </a:cubicBezTo>
                <a:lnTo>
                  <a:pt x="194409" y="132773"/>
                </a:lnTo>
                <a:lnTo>
                  <a:pt x="177935" y="132773"/>
                </a:lnTo>
                <a:lnTo>
                  <a:pt x="177935" y="70875"/>
                </a:lnTo>
                <a:cubicBezTo>
                  <a:pt x="177935" y="66023"/>
                  <a:pt x="177442" y="61719"/>
                  <a:pt x="176456" y="57962"/>
                </a:cubicBezTo>
                <a:cubicBezTo>
                  <a:pt x="175469" y="54203"/>
                  <a:pt x="173710" y="51248"/>
                  <a:pt x="171178" y="49096"/>
                </a:cubicBezTo>
                <a:cubicBezTo>
                  <a:pt x="168646" y="46945"/>
                  <a:pt x="164980" y="45869"/>
                  <a:pt x="160179" y="45869"/>
                </a:cubicBezTo>
                <a:cubicBezTo>
                  <a:pt x="153011" y="45869"/>
                  <a:pt x="146994" y="47560"/>
                  <a:pt x="142128" y="50943"/>
                </a:cubicBezTo>
                <a:cubicBezTo>
                  <a:pt x="137261" y="54323"/>
                  <a:pt x="133349" y="58030"/>
                  <a:pt x="130389" y="62062"/>
                </a:cubicBezTo>
                <a:lnTo>
                  <a:pt x="130389" y="132773"/>
                </a:lnTo>
                <a:lnTo>
                  <a:pt x="113916" y="132773"/>
                </a:lnTo>
                <a:close/>
                <a:moveTo>
                  <a:pt x="260703" y="134549"/>
                </a:moveTo>
                <a:cubicBezTo>
                  <a:pt x="252878" y="134549"/>
                  <a:pt x="246104" y="132619"/>
                  <a:pt x="240383" y="128760"/>
                </a:cubicBezTo>
                <a:cubicBezTo>
                  <a:pt x="234662" y="124900"/>
                  <a:pt x="230239" y="119128"/>
                  <a:pt x="227116" y="111442"/>
                </a:cubicBezTo>
                <a:cubicBezTo>
                  <a:pt x="223992" y="103756"/>
                  <a:pt x="222430" y="94258"/>
                  <a:pt x="222430" y="82949"/>
                </a:cubicBezTo>
                <a:cubicBezTo>
                  <a:pt x="222430" y="71708"/>
                  <a:pt x="224090" y="62330"/>
                  <a:pt x="227411" y="54815"/>
                </a:cubicBezTo>
                <a:cubicBezTo>
                  <a:pt x="230732" y="47297"/>
                  <a:pt x="235418" y="41625"/>
                  <a:pt x="241468" y="37799"/>
                </a:cubicBezTo>
                <a:cubicBezTo>
                  <a:pt x="247518" y="33972"/>
                  <a:pt x="254653" y="32059"/>
                  <a:pt x="262874" y="32059"/>
                </a:cubicBezTo>
                <a:cubicBezTo>
                  <a:pt x="269713" y="32059"/>
                  <a:pt x="275664" y="33555"/>
                  <a:pt x="280728" y="36547"/>
                </a:cubicBezTo>
                <a:cubicBezTo>
                  <a:pt x="285792" y="39539"/>
                  <a:pt x="289869" y="43600"/>
                  <a:pt x="292960" y="48730"/>
                </a:cubicBezTo>
                <a:lnTo>
                  <a:pt x="292960" y="0"/>
                </a:lnTo>
                <a:lnTo>
                  <a:pt x="309433" y="0"/>
                </a:lnTo>
                <a:lnTo>
                  <a:pt x="309433" y="132773"/>
                </a:lnTo>
                <a:lnTo>
                  <a:pt x="293847" y="132773"/>
                </a:lnTo>
                <a:lnTo>
                  <a:pt x="292960" y="118766"/>
                </a:lnTo>
                <a:cubicBezTo>
                  <a:pt x="289540" y="123435"/>
                  <a:pt x="285134" y="127233"/>
                  <a:pt x="279742" y="130159"/>
                </a:cubicBezTo>
                <a:cubicBezTo>
                  <a:pt x="274349" y="133086"/>
                  <a:pt x="268003" y="134549"/>
                  <a:pt x="260703" y="134549"/>
                </a:cubicBezTo>
                <a:moveTo>
                  <a:pt x="264057" y="121035"/>
                </a:moveTo>
                <a:cubicBezTo>
                  <a:pt x="271094" y="121035"/>
                  <a:pt x="276947" y="119306"/>
                  <a:pt x="281616" y="115850"/>
                </a:cubicBezTo>
                <a:cubicBezTo>
                  <a:pt x="286285" y="112393"/>
                  <a:pt x="290066" y="108236"/>
                  <a:pt x="292960" y="103378"/>
                </a:cubicBezTo>
                <a:lnTo>
                  <a:pt x="292960" y="64879"/>
                </a:lnTo>
                <a:cubicBezTo>
                  <a:pt x="290263" y="59267"/>
                  <a:pt x="286729" y="54630"/>
                  <a:pt x="282356" y="50968"/>
                </a:cubicBezTo>
                <a:cubicBezTo>
                  <a:pt x="277982" y="47305"/>
                  <a:pt x="272475" y="45474"/>
                  <a:pt x="265833" y="45474"/>
                </a:cubicBezTo>
                <a:cubicBezTo>
                  <a:pt x="257087" y="45474"/>
                  <a:pt x="250494" y="48725"/>
                  <a:pt x="246055" y="55228"/>
                </a:cubicBezTo>
                <a:cubicBezTo>
                  <a:pt x="241616" y="61730"/>
                  <a:pt x="239397" y="70969"/>
                  <a:pt x="239397" y="82946"/>
                </a:cubicBezTo>
                <a:cubicBezTo>
                  <a:pt x="239397" y="95334"/>
                  <a:pt x="241485" y="104779"/>
                  <a:pt x="245660" y="111281"/>
                </a:cubicBezTo>
                <a:cubicBezTo>
                  <a:pt x="249836" y="117784"/>
                  <a:pt x="255969" y="121035"/>
                  <a:pt x="264057" y="121035"/>
                </a:cubicBezTo>
                <a:close/>
                <a:moveTo>
                  <a:pt x="381139" y="134549"/>
                </a:moveTo>
                <a:cubicBezTo>
                  <a:pt x="370683" y="134549"/>
                  <a:pt x="362118" y="132298"/>
                  <a:pt x="355443" y="127795"/>
                </a:cubicBezTo>
                <a:cubicBezTo>
                  <a:pt x="348768" y="123290"/>
                  <a:pt x="343819" y="117162"/>
                  <a:pt x="340597" y="109410"/>
                </a:cubicBezTo>
                <a:cubicBezTo>
                  <a:pt x="337375" y="101657"/>
                  <a:pt x="335764" y="92938"/>
                  <a:pt x="335764" y="83255"/>
                </a:cubicBezTo>
                <a:cubicBezTo>
                  <a:pt x="335764" y="73164"/>
                  <a:pt x="337325" y="64276"/>
                  <a:pt x="340449" y="56590"/>
                </a:cubicBezTo>
                <a:cubicBezTo>
                  <a:pt x="343573" y="48904"/>
                  <a:pt x="348341" y="42894"/>
                  <a:pt x="354752" y="38560"/>
                </a:cubicBezTo>
                <a:cubicBezTo>
                  <a:pt x="361164" y="34226"/>
                  <a:pt x="369302" y="32059"/>
                  <a:pt x="379166" y="32059"/>
                </a:cubicBezTo>
                <a:cubicBezTo>
                  <a:pt x="392253" y="32059"/>
                  <a:pt x="402512" y="36117"/>
                  <a:pt x="409943" y="44232"/>
                </a:cubicBezTo>
                <a:cubicBezTo>
                  <a:pt x="417374" y="52345"/>
                  <a:pt x="421090" y="64010"/>
                  <a:pt x="421090" y="79226"/>
                </a:cubicBezTo>
                <a:cubicBezTo>
                  <a:pt x="421090" y="80241"/>
                  <a:pt x="421057" y="81442"/>
                  <a:pt x="420991" y="82829"/>
                </a:cubicBezTo>
                <a:cubicBezTo>
                  <a:pt x="420925" y="84214"/>
                  <a:pt x="420827" y="85211"/>
                  <a:pt x="420695" y="85819"/>
                </a:cubicBezTo>
                <a:lnTo>
                  <a:pt x="352237" y="85819"/>
                </a:lnTo>
                <a:cubicBezTo>
                  <a:pt x="352303" y="92334"/>
                  <a:pt x="353306" y="98317"/>
                  <a:pt x="355246" y="103769"/>
                </a:cubicBezTo>
                <a:cubicBezTo>
                  <a:pt x="357186" y="109221"/>
                  <a:pt x="360260" y="113593"/>
                  <a:pt x="364469" y="116886"/>
                </a:cubicBezTo>
                <a:cubicBezTo>
                  <a:pt x="368677" y="120178"/>
                  <a:pt x="374234" y="121824"/>
                  <a:pt x="381139" y="121824"/>
                </a:cubicBezTo>
                <a:cubicBezTo>
                  <a:pt x="388505" y="121824"/>
                  <a:pt x="394259" y="120009"/>
                  <a:pt x="398402" y="116380"/>
                </a:cubicBezTo>
                <a:cubicBezTo>
                  <a:pt x="402545" y="112751"/>
                  <a:pt x="404715" y="107515"/>
                  <a:pt x="404912" y="100671"/>
                </a:cubicBezTo>
                <a:lnTo>
                  <a:pt x="421188" y="100671"/>
                </a:lnTo>
                <a:cubicBezTo>
                  <a:pt x="420991" y="107656"/>
                  <a:pt x="419248" y="113676"/>
                  <a:pt x="415960" y="118729"/>
                </a:cubicBezTo>
                <a:cubicBezTo>
                  <a:pt x="412672" y="123782"/>
                  <a:pt x="408069" y="127683"/>
                  <a:pt x="402150" y="130431"/>
                </a:cubicBezTo>
                <a:cubicBezTo>
                  <a:pt x="396232" y="133176"/>
                  <a:pt x="389228" y="134549"/>
                  <a:pt x="381139" y="134549"/>
                </a:cubicBezTo>
                <a:moveTo>
                  <a:pt x="352336" y="73785"/>
                </a:moveTo>
                <a:lnTo>
                  <a:pt x="404814" y="73785"/>
                </a:lnTo>
                <a:cubicBezTo>
                  <a:pt x="404616" y="64362"/>
                  <a:pt x="402282" y="57157"/>
                  <a:pt x="397810" y="52170"/>
                </a:cubicBezTo>
                <a:cubicBezTo>
                  <a:pt x="393338" y="47180"/>
                  <a:pt x="387124" y="44685"/>
                  <a:pt x="379166" y="44685"/>
                </a:cubicBezTo>
                <a:cubicBezTo>
                  <a:pt x="371143" y="44685"/>
                  <a:pt x="364847" y="47163"/>
                  <a:pt x="360276" y="52117"/>
                </a:cubicBezTo>
                <a:cubicBezTo>
                  <a:pt x="355706" y="57070"/>
                  <a:pt x="353059" y="64293"/>
                  <a:pt x="352336" y="73785"/>
                </a:cubicBezTo>
                <a:close/>
                <a:moveTo>
                  <a:pt x="442199" y="132773"/>
                </a:moveTo>
                <a:lnTo>
                  <a:pt x="442199" y="33736"/>
                </a:lnTo>
                <a:lnTo>
                  <a:pt x="457686" y="33736"/>
                </a:lnTo>
                <a:lnTo>
                  <a:pt x="458278" y="49617"/>
                </a:lnTo>
                <a:cubicBezTo>
                  <a:pt x="460974" y="44619"/>
                  <a:pt x="464722" y="40444"/>
                  <a:pt x="469523" y="37090"/>
                </a:cubicBezTo>
                <a:cubicBezTo>
                  <a:pt x="474324" y="33736"/>
                  <a:pt x="480571" y="32059"/>
                  <a:pt x="488265" y="32059"/>
                </a:cubicBezTo>
                <a:lnTo>
                  <a:pt x="490238" y="32059"/>
                </a:lnTo>
                <a:lnTo>
                  <a:pt x="490238" y="47151"/>
                </a:lnTo>
                <a:lnTo>
                  <a:pt x="487969" y="47151"/>
                </a:lnTo>
                <a:cubicBezTo>
                  <a:pt x="483169" y="47151"/>
                  <a:pt x="478960" y="47803"/>
                  <a:pt x="475343" y="49106"/>
                </a:cubicBezTo>
                <a:cubicBezTo>
                  <a:pt x="471726" y="50407"/>
                  <a:pt x="468570" y="52205"/>
                  <a:pt x="465873" y="54500"/>
                </a:cubicBezTo>
                <a:cubicBezTo>
                  <a:pt x="463177" y="56796"/>
                  <a:pt x="460777" y="59451"/>
                  <a:pt x="458672" y="62466"/>
                </a:cubicBezTo>
                <a:lnTo>
                  <a:pt x="458672" y="132773"/>
                </a:lnTo>
                <a:lnTo>
                  <a:pt x="442199" y="132773"/>
                </a:lnTo>
                <a:close/>
                <a:moveTo>
                  <a:pt x="545322" y="134549"/>
                </a:moveTo>
                <a:cubicBezTo>
                  <a:pt x="539929" y="134549"/>
                  <a:pt x="534816" y="133940"/>
                  <a:pt x="529983" y="132721"/>
                </a:cubicBezTo>
                <a:cubicBezTo>
                  <a:pt x="525149" y="131502"/>
                  <a:pt x="520891" y="129573"/>
                  <a:pt x="517209" y="126932"/>
                </a:cubicBezTo>
                <a:cubicBezTo>
                  <a:pt x="513526" y="124291"/>
                  <a:pt x="510649" y="120821"/>
                  <a:pt x="508577" y="116522"/>
                </a:cubicBezTo>
                <a:cubicBezTo>
                  <a:pt x="506506" y="112221"/>
                  <a:pt x="505470" y="107022"/>
                  <a:pt x="505470" y="100927"/>
                </a:cubicBezTo>
                <a:lnTo>
                  <a:pt x="521352" y="100927"/>
                </a:lnTo>
                <a:cubicBezTo>
                  <a:pt x="521352" y="108779"/>
                  <a:pt x="523670" y="114308"/>
                  <a:pt x="528306" y="117511"/>
                </a:cubicBezTo>
                <a:cubicBezTo>
                  <a:pt x="532942" y="120715"/>
                  <a:pt x="538746" y="122317"/>
                  <a:pt x="545716" y="122317"/>
                </a:cubicBezTo>
                <a:cubicBezTo>
                  <a:pt x="551964" y="122317"/>
                  <a:pt x="557110" y="121053"/>
                  <a:pt x="561154" y="118526"/>
                </a:cubicBezTo>
                <a:cubicBezTo>
                  <a:pt x="565198" y="115998"/>
                  <a:pt x="567221" y="111825"/>
                  <a:pt x="567221" y="106007"/>
                </a:cubicBezTo>
                <a:cubicBezTo>
                  <a:pt x="567221" y="101131"/>
                  <a:pt x="565396" y="97507"/>
                  <a:pt x="561746" y="95138"/>
                </a:cubicBezTo>
                <a:cubicBezTo>
                  <a:pt x="558096" y="92766"/>
                  <a:pt x="551668" y="90464"/>
                  <a:pt x="542461" y="88230"/>
                </a:cubicBezTo>
                <a:cubicBezTo>
                  <a:pt x="534964" y="86401"/>
                  <a:pt x="528651" y="84285"/>
                  <a:pt x="523522" y="81883"/>
                </a:cubicBezTo>
                <a:cubicBezTo>
                  <a:pt x="518392" y="79478"/>
                  <a:pt x="514545" y="76431"/>
                  <a:pt x="511981" y="72740"/>
                </a:cubicBezTo>
                <a:cubicBezTo>
                  <a:pt x="509416" y="69049"/>
                  <a:pt x="508134" y="64393"/>
                  <a:pt x="508134" y="58773"/>
                </a:cubicBezTo>
                <a:cubicBezTo>
                  <a:pt x="508134" y="54371"/>
                  <a:pt x="509038" y="50494"/>
                  <a:pt x="510846" y="47142"/>
                </a:cubicBezTo>
                <a:cubicBezTo>
                  <a:pt x="512655" y="43790"/>
                  <a:pt x="515187" y="40997"/>
                  <a:pt x="518442" y="38764"/>
                </a:cubicBezTo>
                <a:cubicBezTo>
                  <a:pt x="521697" y="36528"/>
                  <a:pt x="525528" y="34852"/>
                  <a:pt x="529934" y="33736"/>
                </a:cubicBezTo>
                <a:cubicBezTo>
                  <a:pt x="534340" y="32618"/>
                  <a:pt x="539107" y="32059"/>
                  <a:pt x="544237" y="32059"/>
                </a:cubicBezTo>
                <a:cubicBezTo>
                  <a:pt x="549301" y="32059"/>
                  <a:pt x="554052" y="32668"/>
                  <a:pt x="558491" y="33887"/>
                </a:cubicBezTo>
                <a:cubicBezTo>
                  <a:pt x="562930" y="35106"/>
                  <a:pt x="566843" y="37002"/>
                  <a:pt x="570229" y="39577"/>
                </a:cubicBezTo>
                <a:cubicBezTo>
                  <a:pt x="573616" y="42150"/>
                  <a:pt x="576296" y="45468"/>
                  <a:pt x="578269" y="49531"/>
                </a:cubicBezTo>
                <a:cubicBezTo>
                  <a:pt x="580241" y="53594"/>
                  <a:pt x="581228" y="58470"/>
                  <a:pt x="581228" y="64158"/>
                </a:cubicBezTo>
                <a:lnTo>
                  <a:pt x="565248" y="64158"/>
                </a:lnTo>
                <a:cubicBezTo>
                  <a:pt x="565248" y="56980"/>
                  <a:pt x="563209" y="51907"/>
                  <a:pt x="559132" y="48939"/>
                </a:cubicBezTo>
                <a:cubicBezTo>
                  <a:pt x="555055" y="45972"/>
                  <a:pt x="550090" y="44488"/>
                  <a:pt x="544237" y="44488"/>
                </a:cubicBezTo>
                <a:cubicBezTo>
                  <a:pt x="538318" y="44488"/>
                  <a:pt x="533518" y="45602"/>
                  <a:pt x="529835" y="47829"/>
                </a:cubicBezTo>
                <a:cubicBezTo>
                  <a:pt x="526152" y="50055"/>
                  <a:pt x="524311" y="53533"/>
                  <a:pt x="524311" y="58264"/>
                </a:cubicBezTo>
                <a:cubicBezTo>
                  <a:pt x="524311" y="60905"/>
                  <a:pt x="525133" y="63140"/>
                  <a:pt x="526777" y="64969"/>
                </a:cubicBezTo>
                <a:cubicBezTo>
                  <a:pt x="528421" y="66798"/>
                  <a:pt x="531183" y="68441"/>
                  <a:pt x="535063" y="69898"/>
                </a:cubicBezTo>
                <a:cubicBezTo>
                  <a:pt x="538943" y="71353"/>
                  <a:pt x="544171" y="72893"/>
                  <a:pt x="550747" y="74519"/>
                </a:cubicBezTo>
                <a:cubicBezTo>
                  <a:pt x="557915" y="76280"/>
                  <a:pt x="563933" y="78379"/>
                  <a:pt x="568799" y="80816"/>
                </a:cubicBezTo>
                <a:cubicBezTo>
                  <a:pt x="573665" y="83254"/>
                  <a:pt x="577332" y="86385"/>
                  <a:pt x="579798" y="90212"/>
                </a:cubicBezTo>
                <a:cubicBezTo>
                  <a:pt x="582264" y="94036"/>
                  <a:pt x="583497" y="98929"/>
                  <a:pt x="583497" y="104888"/>
                </a:cubicBezTo>
                <a:cubicBezTo>
                  <a:pt x="583497" y="110034"/>
                  <a:pt x="582527" y="114486"/>
                  <a:pt x="580587" y="118245"/>
                </a:cubicBezTo>
                <a:cubicBezTo>
                  <a:pt x="578647" y="122004"/>
                  <a:pt x="575951" y="125085"/>
                  <a:pt x="572498" y="127490"/>
                </a:cubicBezTo>
                <a:cubicBezTo>
                  <a:pt x="569046" y="129894"/>
                  <a:pt x="565001" y="131672"/>
                  <a:pt x="560365" y="132823"/>
                </a:cubicBezTo>
                <a:cubicBezTo>
                  <a:pt x="555729" y="133973"/>
                  <a:pt x="550714" y="134549"/>
                  <a:pt x="545322" y="134549"/>
                </a:cubicBezTo>
                <a:close/>
                <a:moveTo>
                  <a:pt x="637894" y="132773"/>
                </a:moveTo>
                <a:cubicBezTo>
                  <a:pt x="630134" y="132773"/>
                  <a:pt x="624183" y="131496"/>
                  <a:pt x="620040" y="128942"/>
                </a:cubicBezTo>
                <a:cubicBezTo>
                  <a:pt x="615897" y="126387"/>
                  <a:pt x="613053" y="122710"/>
                  <a:pt x="611507" y="117909"/>
                </a:cubicBezTo>
                <a:cubicBezTo>
                  <a:pt x="609962" y="113106"/>
                  <a:pt x="609189" y="107334"/>
                  <a:pt x="609189" y="100591"/>
                </a:cubicBezTo>
                <a:lnTo>
                  <a:pt x="609189" y="47053"/>
                </a:lnTo>
                <a:lnTo>
                  <a:pt x="593111" y="47053"/>
                </a:lnTo>
                <a:lnTo>
                  <a:pt x="593111" y="33736"/>
                </a:lnTo>
                <a:lnTo>
                  <a:pt x="609189" y="33736"/>
                </a:lnTo>
                <a:lnTo>
                  <a:pt x="609189" y="11739"/>
                </a:lnTo>
                <a:lnTo>
                  <a:pt x="625564" y="11739"/>
                </a:lnTo>
                <a:lnTo>
                  <a:pt x="625564" y="33736"/>
                </a:lnTo>
                <a:lnTo>
                  <a:pt x="649238" y="33736"/>
                </a:lnTo>
                <a:lnTo>
                  <a:pt x="649238" y="47053"/>
                </a:lnTo>
                <a:lnTo>
                  <a:pt x="625564" y="47053"/>
                </a:lnTo>
                <a:lnTo>
                  <a:pt x="625564" y="100123"/>
                </a:lnTo>
                <a:cubicBezTo>
                  <a:pt x="625564" y="106362"/>
                  <a:pt x="626337" y="111144"/>
                  <a:pt x="627882" y="114469"/>
                </a:cubicBezTo>
                <a:cubicBezTo>
                  <a:pt x="629428" y="117794"/>
                  <a:pt x="633127" y="119457"/>
                  <a:pt x="638979" y="119457"/>
                </a:cubicBezTo>
                <a:lnTo>
                  <a:pt x="649436" y="119457"/>
                </a:lnTo>
                <a:lnTo>
                  <a:pt x="649436" y="132773"/>
                </a:lnTo>
                <a:lnTo>
                  <a:pt x="637894" y="132773"/>
                </a:lnTo>
                <a:close/>
                <a:moveTo>
                  <a:pt x="693625" y="134549"/>
                </a:moveTo>
                <a:cubicBezTo>
                  <a:pt x="688101" y="134549"/>
                  <a:pt x="683054" y="133471"/>
                  <a:pt x="678484" y="131315"/>
                </a:cubicBezTo>
                <a:cubicBezTo>
                  <a:pt x="673913" y="129159"/>
                  <a:pt x="670263" y="125976"/>
                  <a:pt x="667534" y="121765"/>
                </a:cubicBezTo>
                <a:cubicBezTo>
                  <a:pt x="664805" y="117555"/>
                  <a:pt x="663441" y="112350"/>
                  <a:pt x="663441" y="106152"/>
                </a:cubicBezTo>
                <a:cubicBezTo>
                  <a:pt x="663441" y="97328"/>
                  <a:pt x="666137" y="90625"/>
                  <a:pt x="671529" y="86044"/>
                </a:cubicBezTo>
                <a:cubicBezTo>
                  <a:pt x="676922" y="81464"/>
                  <a:pt x="684550" y="78348"/>
                  <a:pt x="694414" y="76698"/>
                </a:cubicBezTo>
                <a:cubicBezTo>
                  <a:pt x="704279" y="75048"/>
                  <a:pt x="715820" y="74155"/>
                  <a:pt x="729038" y="74019"/>
                </a:cubicBezTo>
                <a:lnTo>
                  <a:pt x="729038" y="66951"/>
                </a:lnTo>
                <a:cubicBezTo>
                  <a:pt x="729038" y="58289"/>
                  <a:pt x="726999" y="52346"/>
                  <a:pt x="722922" y="49124"/>
                </a:cubicBezTo>
                <a:cubicBezTo>
                  <a:pt x="718845" y="45902"/>
                  <a:pt x="713683" y="44291"/>
                  <a:pt x="707435" y="44291"/>
                </a:cubicBezTo>
                <a:cubicBezTo>
                  <a:pt x="700793" y="44291"/>
                  <a:pt x="695204" y="46047"/>
                  <a:pt x="690666" y="49559"/>
                </a:cubicBezTo>
                <a:cubicBezTo>
                  <a:pt x="686128" y="53071"/>
                  <a:pt x="683860" y="58614"/>
                  <a:pt x="683860" y="66189"/>
                </a:cubicBezTo>
                <a:lnTo>
                  <a:pt x="667879" y="66189"/>
                </a:lnTo>
                <a:cubicBezTo>
                  <a:pt x="667879" y="58064"/>
                  <a:pt x="669573" y="51496"/>
                  <a:pt x="672960" y="46485"/>
                </a:cubicBezTo>
                <a:cubicBezTo>
                  <a:pt x="676346" y="41473"/>
                  <a:pt x="681015" y="37816"/>
                  <a:pt x="686967" y="35515"/>
                </a:cubicBezTo>
                <a:cubicBezTo>
                  <a:pt x="692918" y="33211"/>
                  <a:pt x="699741" y="32059"/>
                  <a:pt x="707435" y="32059"/>
                </a:cubicBezTo>
                <a:cubicBezTo>
                  <a:pt x="712367" y="32059"/>
                  <a:pt x="717086" y="32534"/>
                  <a:pt x="721591" y="33483"/>
                </a:cubicBezTo>
                <a:cubicBezTo>
                  <a:pt x="726095" y="34430"/>
                  <a:pt x="730140" y="36158"/>
                  <a:pt x="733724" y="38665"/>
                </a:cubicBezTo>
                <a:cubicBezTo>
                  <a:pt x="737308" y="41172"/>
                  <a:pt x="740152" y="44679"/>
                  <a:pt x="742256" y="49186"/>
                </a:cubicBezTo>
                <a:cubicBezTo>
                  <a:pt x="744361" y="53690"/>
                  <a:pt x="745413" y="59499"/>
                  <a:pt x="745413" y="66612"/>
                </a:cubicBezTo>
                <a:lnTo>
                  <a:pt x="745413" y="132773"/>
                </a:lnTo>
                <a:lnTo>
                  <a:pt x="730024" y="132773"/>
                </a:lnTo>
                <a:lnTo>
                  <a:pt x="729334" y="118174"/>
                </a:lnTo>
                <a:cubicBezTo>
                  <a:pt x="724928" y="123106"/>
                  <a:pt x="719815" y="127068"/>
                  <a:pt x="713995" y="130061"/>
                </a:cubicBezTo>
                <a:cubicBezTo>
                  <a:pt x="708175" y="133053"/>
                  <a:pt x="701385" y="134549"/>
                  <a:pt x="693625" y="134549"/>
                </a:cubicBezTo>
                <a:moveTo>
                  <a:pt x="697966" y="121923"/>
                </a:moveTo>
                <a:cubicBezTo>
                  <a:pt x="704542" y="121923"/>
                  <a:pt x="710460" y="120316"/>
                  <a:pt x="715721" y="117101"/>
                </a:cubicBezTo>
                <a:cubicBezTo>
                  <a:pt x="720982" y="113885"/>
                  <a:pt x="725388" y="109815"/>
                  <a:pt x="728939" y="104891"/>
                </a:cubicBezTo>
                <a:lnTo>
                  <a:pt x="728939" y="84574"/>
                </a:lnTo>
                <a:cubicBezTo>
                  <a:pt x="711447" y="84779"/>
                  <a:pt x="698903" y="86490"/>
                  <a:pt x="691307" y="89706"/>
                </a:cubicBezTo>
                <a:cubicBezTo>
                  <a:pt x="683712" y="92921"/>
                  <a:pt x="679914" y="98187"/>
                  <a:pt x="679914" y="105505"/>
                </a:cubicBezTo>
                <a:cubicBezTo>
                  <a:pt x="679914" y="110499"/>
                  <a:pt x="681443" y="114483"/>
                  <a:pt x="684501" y="117459"/>
                </a:cubicBezTo>
                <a:cubicBezTo>
                  <a:pt x="687559" y="120435"/>
                  <a:pt x="692047" y="121923"/>
                  <a:pt x="697966" y="121923"/>
                </a:cubicBezTo>
                <a:close/>
                <a:moveTo>
                  <a:pt x="776139" y="132773"/>
                </a:moveTo>
                <a:lnTo>
                  <a:pt x="776139" y="33736"/>
                </a:lnTo>
                <a:lnTo>
                  <a:pt x="791922" y="33736"/>
                </a:lnTo>
                <a:lnTo>
                  <a:pt x="792513" y="48236"/>
                </a:lnTo>
                <a:cubicBezTo>
                  <a:pt x="795473" y="44356"/>
                  <a:pt x="799714" y="40690"/>
                  <a:pt x="805238" y="37238"/>
                </a:cubicBezTo>
                <a:cubicBezTo>
                  <a:pt x="810762" y="33785"/>
                  <a:pt x="817832" y="32059"/>
                  <a:pt x="826447" y="32059"/>
                </a:cubicBezTo>
                <a:cubicBezTo>
                  <a:pt x="836969" y="32059"/>
                  <a:pt x="844630" y="35270"/>
                  <a:pt x="849430" y="41692"/>
                </a:cubicBezTo>
                <a:cubicBezTo>
                  <a:pt x="854231" y="48114"/>
                  <a:pt x="856631" y="57136"/>
                  <a:pt x="856631" y="68757"/>
                </a:cubicBezTo>
                <a:lnTo>
                  <a:pt x="856631" y="132773"/>
                </a:lnTo>
                <a:lnTo>
                  <a:pt x="840158" y="132773"/>
                </a:lnTo>
                <a:lnTo>
                  <a:pt x="840158" y="70875"/>
                </a:lnTo>
                <a:cubicBezTo>
                  <a:pt x="840158" y="66023"/>
                  <a:pt x="839665" y="61719"/>
                  <a:pt x="838678" y="57962"/>
                </a:cubicBezTo>
                <a:cubicBezTo>
                  <a:pt x="837692" y="54203"/>
                  <a:pt x="835933" y="51248"/>
                  <a:pt x="833401" y="49096"/>
                </a:cubicBezTo>
                <a:cubicBezTo>
                  <a:pt x="830869" y="46945"/>
                  <a:pt x="827203" y="45869"/>
                  <a:pt x="822402" y="45869"/>
                </a:cubicBezTo>
                <a:cubicBezTo>
                  <a:pt x="815234" y="45869"/>
                  <a:pt x="809217" y="47560"/>
                  <a:pt x="804351" y="50943"/>
                </a:cubicBezTo>
                <a:cubicBezTo>
                  <a:pt x="799484" y="54323"/>
                  <a:pt x="795571" y="58030"/>
                  <a:pt x="792612" y="62062"/>
                </a:cubicBezTo>
                <a:lnTo>
                  <a:pt x="792612" y="132773"/>
                </a:lnTo>
                <a:lnTo>
                  <a:pt x="776139" y="132773"/>
                </a:lnTo>
                <a:close/>
                <a:moveTo>
                  <a:pt x="922320" y="134549"/>
                </a:moveTo>
                <a:cubicBezTo>
                  <a:pt x="914495" y="134549"/>
                  <a:pt x="907721" y="132619"/>
                  <a:pt x="902000" y="128760"/>
                </a:cubicBezTo>
                <a:cubicBezTo>
                  <a:pt x="896279" y="124900"/>
                  <a:pt x="891856" y="119128"/>
                  <a:pt x="888733" y="111442"/>
                </a:cubicBezTo>
                <a:cubicBezTo>
                  <a:pt x="885609" y="103756"/>
                  <a:pt x="884047" y="94258"/>
                  <a:pt x="884047" y="82949"/>
                </a:cubicBezTo>
                <a:cubicBezTo>
                  <a:pt x="884047" y="71708"/>
                  <a:pt x="885707" y="62330"/>
                  <a:pt x="889028" y="54815"/>
                </a:cubicBezTo>
                <a:cubicBezTo>
                  <a:pt x="892349" y="47297"/>
                  <a:pt x="897035" y="41625"/>
                  <a:pt x="903085" y="37799"/>
                </a:cubicBezTo>
                <a:cubicBezTo>
                  <a:pt x="909135" y="33972"/>
                  <a:pt x="916270" y="32059"/>
                  <a:pt x="924491" y="32059"/>
                </a:cubicBezTo>
                <a:cubicBezTo>
                  <a:pt x="931330" y="32059"/>
                  <a:pt x="937281" y="33555"/>
                  <a:pt x="942345" y="36547"/>
                </a:cubicBezTo>
                <a:cubicBezTo>
                  <a:pt x="947409" y="39539"/>
                  <a:pt x="951486" y="43600"/>
                  <a:pt x="954577" y="48730"/>
                </a:cubicBezTo>
                <a:lnTo>
                  <a:pt x="954577" y="0"/>
                </a:lnTo>
                <a:lnTo>
                  <a:pt x="971050" y="0"/>
                </a:lnTo>
                <a:lnTo>
                  <a:pt x="971050" y="132773"/>
                </a:lnTo>
                <a:lnTo>
                  <a:pt x="955464" y="132773"/>
                </a:lnTo>
                <a:lnTo>
                  <a:pt x="954577" y="118766"/>
                </a:lnTo>
                <a:cubicBezTo>
                  <a:pt x="951157" y="123435"/>
                  <a:pt x="946751" y="127233"/>
                  <a:pt x="941358" y="130159"/>
                </a:cubicBezTo>
                <a:cubicBezTo>
                  <a:pt x="935966" y="133086"/>
                  <a:pt x="929620" y="134549"/>
                  <a:pt x="922320" y="134549"/>
                </a:cubicBezTo>
                <a:moveTo>
                  <a:pt x="925674" y="121035"/>
                </a:moveTo>
                <a:cubicBezTo>
                  <a:pt x="932711" y="121035"/>
                  <a:pt x="938564" y="119306"/>
                  <a:pt x="943233" y="115850"/>
                </a:cubicBezTo>
                <a:cubicBezTo>
                  <a:pt x="947902" y="112393"/>
                  <a:pt x="951683" y="108236"/>
                  <a:pt x="954577" y="103378"/>
                </a:cubicBezTo>
                <a:lnTo>
                  <a:pt x="954577" y="64879"/>
                </a:lnTo>
                <a:cubicBezTo>
                  <a:pt x="951880" y="59267"/>
                  <a:pt x="948346" y="54630"/>
                  <a:pt x="943973" y="50968"/>
                </a:cubicBezTo>
                <a:cubicBezTo>
                  <a:pt x="939599" y="47305"/>
                  <a:pt x="934092" y="45474"/>
                  <a:pt x="927450" y="45474"/>
                </a:cubicBezTo>
                <a:cubicBezTo>
                  <a:pt x="918704" y="45474"/>
                  <a:pt x="912111" y="48725"/>
                  <a:pt x="907672" y="55228"/>
                </a:cubicBezTo>
                <a:cubicBezTo>
                  <a:pt x="903233" y="61730"/>
                  <a:pt x="901014" y="70969"/>
                  <a:pt x="901014" y="82946"/>
                </a:cubicBezTo>
                <a:cubicBezTo>
                  <a:pt x="901014" y="95334"/>
                  <a:pt x="903101" y="104779"/>
                  <a:pt x="907277" y="111281"/>
                </a:cubicBezTo>
                <a:cubicBezTo>
                  <a:pt x="911453" y="117784"/>
                  <a:pt x="917586" y="121035"/>
                  <a:pt x="925674" y="121035"/>
                </a:cubicBezTo>
                <a:close/>
                <a:moveTo>
                  <a:pt x="1040786" y="132773"/>
                </a:moveTo>
                <a:lnTo>
                  <a:pt x="1040786" y="0"/>
                </a:lnTo>
                <a:lnTo>
                  <a:pt x="1057161" y="0"/>
                </a:lnTo>
                <a:lnTo>
                  <a:pt x="1057161" y="48236"/>
                </a:lnTo>
                <a:cubicBezTo>
                  <a:pt x="1060120" y="44356"/>
                  <a:pt x="1064361" y="40690"/>
                  <a:pt x="1069885" y="37238"/>
                </a:cubicBezTo>
                <a:cubicBezTo>
                  <a:pt x="1075409" y="33785"/>
                  <a:pt x="1082446" y="32059"/>
                  <a:pt x="1090995" y="32059"/>
                </a:cubicBezTo>
                <a:cubicBezTo>
                  <a:pt x="1101780" y="32059"/>
                  <a:pt x="1109523" y="35254"/>
                  <a:pt x="1114225" y="41643"/>
                </a:cubicBezTo>
                <a:cubicBezTo>
                  <a:pt x="1118927" y="48030"/>
                  <a:pt x="1121278" y="57068"/>
                  <a:pt x="1121278" y="68757"/>
                </a:cubicBezTo>
                <a:lnTo>
                  <a:pt x="1121278" y="132773"/>
                </a:lnTo>
                <a:lnTo>
                  <a:pt x="1104805" y="132773"/>
                </a:lnTo>
                <a:lnTo>
                  <a:pt x="1104805" y="70773"/>
                </a:lnTo>
                <a:cubicBezTo>
                  <a:pt x="1104805" y="65989"/>
                  <a:pt x="1104328" y="61719"/>
                  <a:pt x="1103375" y="57962"/>
                </a:cubicBezTo>
                <a:cubicBezTo>
                  <a:pt x="1102421" y="54203"/>
                  <a:pt x="1100662" y="51248"/>
                  <a:pt x="1098097" y="49096"/>
                </a:cubicBezTo>
                <a:cubicBezTo>
                  <a:pt x="1095533" y="46945"/>
                  <a:pt x="1091850" y="45869"/>
                  <a:pt x="1087049" y="45869"/>
                </a:cubicBezTo>
                <a:cubicBezTo>
                  <a:pt x="1079881" y="45869"/>
                  <a:pt x="1073864" y="47560"/>
                  <a:pt x="1068998" y="50943"/>
                </a:cubicBezTo>
                <a:cubicBezTo>
                  <a:pt x="1064131" y="54323"/>
                  <a:pt x="1060218" y="58030"/>
                  <a:pt x="1057259" y="62062"/>
                </a:cubicBezTo>
                <a:lnTo>
                  <a:pt x="1057259" y="132773"/>
                </a:lnTo>
                <a:lnTo>
                  <a:pt x="1040786" y="132773"/>
                </a:lnTo>
                <a:close/>
                <a:moveTo>
                  <a:pt x="1193478" y="134549"/>
                </a:moveTo>
                <a:cubicBezTo>
                  <a:pt x="1184074" y="134549"/>
                  <a:pt x="1176018" y="132501"/>
                  <a:pt x="1169310" y="128405"/>
                </a:cubicBezTo>
                <a:cubicBezTo>
                  <a:pt x="1162602" y="124307"/>
                  <a:pt x="1157489" y="118450"/>
                  <a:pt x="1153971" y="110831"/>
                </a:cubicBezTo>
                <a:cubicBezTo>
                  <a:pt x="1150453" y="103213"/>
                  <a:pt x="1148694" y="94156"/>
                  <a:pt x="1148694" y="83658"/>
                </a:cubicBezTo>
                <a:cubicBezTo>
                  <a:pt x="1148694" y="72892"/>
                  <a:pt x="1150453" y="63666"/>
                  <a:pt x="1153971" y="55980"/>
                </a:cubicBezTo>
                <a:cubicBezTo>
                  <a:pt x="1157489" y="48294"/>
                  <a:pt x="1162602" y="42386"/>
                  <a:pt x="1169310" y="38255"/>
                </a:cubicBezTo>
                <a:cubicBezTo>
                  <a:pt x="1176018" y="34124"/>
                  <a:pt x="1184074" y="32059"/>
                  <a:pt x="1193478" y="32059"/>
                </a:cubicBezTo>
                <a:cubicBezTo>
                  <a:pt x="1203079" y="32059"/>
                  <a:pt x="1211283" y="34124"/>
                  <a:pt x="1218089" y="38255"/>
                </a:cubicBezTo>
                <a:cubicBezTo>
                  <a:pt x="1224895" y="42386"/>
                  <a:pt x="1230123" y="48294"/>
                  <a:pt x="1233773" y="55980"/>
                </a:cubicBezTo>
                <a:cubicBezTo>
                  <a:pt x="1237423" y="63666"/>
                  <a:pt x="1239248" y="72892"/>
                  <a:pt x="1239248" y="83658"/>
                </a:cubicBezTo>
                <a:cubicBezTo>
                  <a:pt x="1239248" y="94156"/>
                  <a:pt x="1237423" y="103213"/>
                  <a:pt x="1233773" y="110831"/>
                </a:cubicBezTo>
                <a:cubicBezTo>
                  <a:pt x="1230123" y="118450"/>
                  <a:pt x="1224895" y="124307"/>
                  <a:pt x="1218089" y="128405"/>
                </a:cubicBezTo>
                <a:cubicBezTo>
                  <a:pt x="1211283" y="132501"/>
                  <a:pt x="1203079" y="134549"/>
                  <a:pt x="1193478" y="134549"/>
                </a:cubicBezTo>
                <a:moveTo>
                  <a:pt x="1193478" y="121429"/>
                </a:moveTo>
                <a:cubicBezTo>
                  <a:pt x="1200580" y="121429"/>
                  <a:pt x="1206235" y="119805"/>
                  <a:pt x="1210444" y="116556"/>
                </a:cubicBezTo>
                <a:cubicBezTo>
                  <a:pt x="1214653" y="113305"/>
                  <a:pt x="1217678" y="108823"/>
                  <a:pt x="1219519" y="103110"/>
                </a:cubicBezTo>
                <a:cubicBezTo>
                  <a:pt x="1221361" y="97396"/>
                  <a:pt x="1222281" y="90915"/>
                  <a:pt x="1222281" y="83665"/>
                </a:cubicBezTo>
                <a:cubicBezTo>
                  <a:pt x="1222281" y="76275"/>
                  <a:pt x="1221361" y="69672"/>
                  <a:pt x="1219519" y="63856"/>
                </a:cubicBezTo>
                <a:cubicBezTo>
                  <a:pt x="1217678" y="58040"/>
                  <a:pt x="1214653" y="53474"/>
                  <a:pt x="1210444" y="50157"/>
                </a:cubicBezTo>
                <a:cubicBezTo>
                  <a:pt x="1206235" y="46838"/>
                  <a:pt x="1200580" y="45178"/>
                  <a:pt x="1193478" y="45178"/>
                </a:cubicBezTo>
                <a:cubicBezTo>
                  <a:pt x="1186573" y="45178"/>
                  <a:pt x="1181098" y="46838"/>
                  <a:pt x="1177054" y="50157"/>
                </a:cubicBezTo>
                <a:cubicBezTo>
                  <a:pt x="1173009" y="53474"/>
                  <a:pt x="1170099" y="58040"/>
                  <a:pt x="1168324" y="63856"/>
                </a:cubicBezTo>
                <a:cubicBezTo>
                  <a:pt x="1166548" y="69672"/>
                  <a:pt x="1165660" y="76275"/>
                  <a:pt x="1165660" y="83665"/>
                </a:cubicBezTo>
                <a:cubicBezTo>
                  <a:pt x="1165660" y="90915"/>
                  <a:pt x="1166548" y="97396"/>
                  <a:pt x="1168324" y="103110"/>
                </a:cubicBezTo>
                <a:cubicBezTo>
                  <a:pt x="1170099" y="108823"/>
                  <a:pt x="1173009" y="113305"/>
                  <a:pt x="1177054" y="116556"/>
                </a:cubicBezTo>
                <a:cubicBezTo>
                  <a:pt x="1181098" y="119805"/>
                  <a:pt x="1186573" y="121429"/>
                  <a:pt x="1193478" y="121429"/>
                </a:cubicBezTo>
                <a:close/>
                <a:moveTo>
                  <a:pt x="1277274" y="132773"/>
                </a:moveTo>
                <a:lnTo>
                  <a:pt x="1246596" y="33736"/>
                </a:lnTo>
                <a:lnTo>
                  <a:pt x="1263760" y="33736"/>
                </a:lnTo>
                <a:lnTo>
                  <a:pt x="1286546" y="113658"/>
                </a:lnTo>
                <a:lnTo>
                  <a:pt x="1309530" y="33736"/>
                </a:lnTo>
                <a:lnTo>
                  <a:pt x="1327779" y="33736"/>
                </a:lnTo>
                <a:lnTo>
                  <a:pt x="1351157" y="113556"/>
                </a:lnTo>
                <a:lnTo>
                  <a:pt x="1373746" y="33736"/>
                </a:lnTo>
                <a:lnTo>
                  <a:pt x="1389924" y="33736"/>
                </a:lnTo>
                <a:lnTo>
                  <a:pt x="1359246" y="132773"/>
                </a:lnTo>
                <a:lnTo>
                  <a:pt x="1341885" y="132773"/>
                </a:lnTo>
                <a:lnTo>
                  <a:pt x="1318309" y="52139"/>
                </a:lnTo>
                <a:lnTo>
                  <a:pt x="1294832" y="132773"/>
                </a:lnTo>
                <a:lnTo>
                  <a:pt x="1277274" y="132773"/>
                </a:lnTo>
                <a:close/>
                <a:moveTo>
                  <a:pt x="1482543" y="132773"/>
                </a:moveTo>
                <a:cubicBezTo>
                  <a:pt x="1474783" y="132773"/>
                  <a:pt x="1468831" y="131496"/>
                  <a:pt x="1464688" y="128942"/>
                </a:cubicBezTo>
                <a:cubicBezTo>
                  <a:pt x="1460545" y="126387"/>
                  <a:pt x="1457701" y="122710"/>
                  <a:pt x="1456156" y="117909"/>
                </a:cubicBezTo>
                <a:cubicBezTo>
                  <a:pt x="1454610" y="113106"/>
                  <a:pt x="1453837" y="107334"/>
                  <a:pt x="1453837" y="100591"/>
                </a:cubicBezTo>
                <a:lnTo>
                  <a:pt x="1453837" y="47053"/>
                </a:lnTo>
                <a:lnTo>
                  <a:pt x="1437759" y="47053"/>
                </a:lnTo>
                <a:lnTo>
                  <a:pt x="1437759" y="33736"/>
                </a:lnTo>
                <a:lnTo>
                  <a:pt x="1453837" y="33736"/>
                </a:lnTo>
                <a:lnTo>
                  <a:pt x="1453837" y="11739"/>
                </a:lnTo>
                <a:lnTo>
                  <a:pt x="1470212" y="11739"/>
                </a:lnTo>
                <a:lnTo>
                  <a:pt x="1470212" y="33736"/>
                </a:lnTo>
                <a:lnTo>
                  <a:pt x="1493886" y="33736"/>
                </a:lnTo>
                <a:lnTo>
                  <a:pt x="1493886" y="47053"/>
                </a:lnTo>
                <a:lnTo>
                  <a:pt x="1470212" y="47053"/>
                </a:lnTo>
                <a:lnTo>
                  <a:pt x="1470212" y="100123"/>
                </a:lnTo>
                <a:cubicBezTo>
                  <a:pt x="1470212" y="106362"/>
                  <a:pt x="1470985" y="111144"/>
                  <a:pt x="1472530" y="114469"/>
                </a:cubicBezTo>
                <a:cubicBezTo>
                  <a:pt x="1474076" y="117794"/>
                  <a:pt x="1477775" y="119457"/>
                  <a:pt x="1483628" y="119457"/>
                </a:cubicBezTo>
                <a:lnTo>
                  <a:pt x="1494084" y="119457"/>
                </a:lnTo>
                <a:lnTo>
                  <a:pt x="1494084" y="132773"/>
                </a:lnTo>
                <a:lnTo>
                  <a:pt x="1482543" y="132773"/>
                </a:lnTo>
                <a:close/>
                <a:moveTo>
                  <a:pt x="1513514" y="132773"/>
                </a:moveTo>
                <a:lnTo>
                  <a:pt x="1513514" y="0"/>
                </a:lnTo>
                <a:lnTo>
                  <a:pt x="1529888" y="0"/>
                </a:lnTo>
                <a:lnTo>
                  <a:pt x="1529888" y="48236"/>
                </a:lnTo>
                <a:cubicBezTo>
                  <a:pt x="1532848" y="44356"/>
                  <a:pt x="1537089" y="40690"/>
                  <a:pt x="1542613" y="37238"/>
                </a:cubicBezTo>
                <a:cubicBezTo>
                  <a:pt x="1548137" y="33785"/>
                  <a:pt x="1555174" y="32059"/>
                  <a:pt x="1563723" y="32059"/>
                </a:cubicBezTo>
                <a:cubicBezTo>
                  <a:pt x="1574508" y="32059"/>
                  <a:pt x="1582251" y="35254"/>
                  <a:pt x="1586953" y="41643"/>
                </a:cubicBezTo>
                <a:cubicBezTo>
                  <a:pt x="1591655" y="48030"/>
                  <a:pt x="1594006" y="57068"/>
                  <a:pt x="1594006" y="68757"/>
                </a:cubicBezTo>
                <a:lnTo>
                  <a:pt x="1594006" y="132773"/>
                </a:lnTo>
                <a:lnTo>
                  <a:pt x="1577533" y="132773"/>
                </a:lnTo>
                <a:lnTo>
                  <a:pt x="1577533" y="70773"/>
                </a:lnTo>
                <a:cubicBezTo>
                  <a:pt x="1577533" y="65989"/>
                  <a:pt x="1577056" y="61719"/>
                  <a:pt x="1576103" y="57962"/>
                </a:cubicBezTo>
                <a:cubicBezTo>
                  <a:pt x="1575149" y="54203"/>
                  <a:pt x="1573390" y="51248"/>
                  <a:pt x="1570825" y="49096"/>
                </a:cubicBezTo>
                <a:cubicBezTo>
                  <a:pt x="1568261" y="46945"/>
                  <a:pt x="1564578" y="45869"/>
                  <a:pt x="1559777" y="45869"/>
                </a:cubicBezTo>
                <a:cubicBezTo>
                  <a:pt x="1552609" y="45869"/>
                  <a:pt x="1546592" y="47560"/>
                  <a:pt x="1541726" y="50943"/>
                </a:cubicBezTo>
                <a:cubicBezTo>
                  <a:pt x="1536859" y="54323"/>
                  <a:pt x="1532946" y="58030"/>
                  <a:pt x="1529987" y="62062"/>
                </a:cubicBezTo>
                <a:lnTo>
                  <a:pt x="1529987" y="132773"/>
                </a:lnTo>
                <a:lnTo>
                  <a:pt x="1513514" y="132773"/>
                </a:lnTo>
                <a:close/>
                <a:moveTo>
                  <a:pt x="1666798" y="134549"/>
                </a:moveTo>
                <a:cubicBezTo>
                  <a:pt x="1656342" y="134549"/>
                  <a:pt x="1647776" y="132298"/>
                  <a:pt x="1641101" y="127795"/>
                </a:cubicBezTo>
                <a:cubicBezTo>
                  <a:pt x="1634426" y="123290"/>
                  <a:pt x="1629478" y="117162"/>
                  <a:pt x="1626255" y="109410"/>
                </a:cubicBezTo>
                <a:cubicBezTo>
                  <a:pt x="1623033" y="101657"/>
                  <a:pt x="1621422" y="92938"/>
                  <a:pt x="1621422" y="83255"/>
                </a:cubicBezTo>
                <a:cubicBezTo>
                  <a:pt x="1621422" y="73164"/>
                  <a:pt x="1622984" y="64276"/>
                  <a:pt x="1626108" y="56590"/>
                </a:cubicBezTo>
                <a:cubicBezTo>
                  <a:pt x="1629231" y="48904"/>
                  <a:pt x="1633999" y="42894"/>
                  <a:pt x="1640411" y="38560"/>
                </a:cubicBezTo>
                <a:cubicBezTo>
                  <a:pt x="1646823" y="34226"/>
                  <a:pt x="1654961" y="32059"/>
                  <a:pt x="1664825" y="32059"/>
                </a:cubicBezTo>
                <a:cubicBezTo>
                  <a:pt x="1677911" y="32059"/>
                  <a:pt x="1688170" y="36117"/>
                  <a:pt x="1695601" y="44232"/>
                </a:cubicBezTo>
                <a:cubicBezTo>
                  <a:pt x="1703033" y="52345"/>
                  <a:pt x="1706748" y="64010"/>
                  <a:pt x="1706748" y="79226"/>
                </a:cubicBezTo>
                <a:cubicBezTo>
                  <a:pt x="1706748" y="80241"/>
                  <a:pt x="1706715" y="81442"/>
                  <a:pt x="1706649" y="82829"/>
                </a:cubicBezTo>
                <a:cubicBezTo>
                  <a:pt x="1706584" y="84214"/>
                  <a:pt x="1706485" y="85211"/>
                  <a:pt x="1706354" y="85819"/>
                </a:cubicBezTo>
                <a:lnTo>
                  <a:pt x="1637895" y="85819"/>
                </a:lnTo>
                <a:cubicBezTo>
                  <a:pt x="1637961" y="92334"/>
                  <a:pt x="1638964" y="98317"/>
                  <a:pt x="1640904" y="103769"/>
                </a:cubicBezTo>
                <a:cubicBezTo>
                  <a:pt x="1642844" y="109221"/>
                  <a:pt x="1645918" y="113593"/>
                  <a:pt x="1650127" y="116886"/>
                </a:cubicBezTo>
                <a:cubicBezTo>
                  <a:pt x="1654336" y="120178"/>
                  <a:pt x="1659893" y="121824"/>
                  <a:pt x="1666798" y="121824"/>
                </a:cubicBezTo>
                <a:cubicBezTo>
                  <a:pt x="1674163" y="121824"/>
                  <a:pt x="1679917" y="120009"/>
                  <a:pt x="1684060" y="116380"/>
                </a:cubicBezTo>
                <a:cubicBezTo>
                  <a:pt x="1688203" y="112751"/>
                  <a:pt x="1690373" y="107515"/>
                  <a:pt x="1690571" y="100671"/>
                </a:cubicBezTo>
                <a:lnTo>
                  <a:pt x="1706847" y="100671"/>
                </a:lnTo>
                <a:cubicBezTo>
                  <a:pt x="1706649" y="107656"/>
                  <a:pt x="1704907" y="113676"/>
                  <a:pt x="1701619" y="118729"/>
                </a:cubicBezTo>
                <a:cubicBezTo>
                  <a:pt x="1698331" y="123782"/>
                  <a:pt x="1693727" y="127683"/>
                  <a:pt x="1687809" y="130431"/>
                </a:cubicBezTo>
                <a:cubicBezTo>
                  <a:pt x="1681890" y="133176"/>
                  <a:pt x="1674886" y="134549"/>
                  <a:pt x="1666798" y="134549"/>
                </a:cubicBezTo>
                <a:moveTo>
                  <a:pt x="1637994" y="73785"/>
                </a:moveTo>
                <a:lnTo>
                  <a:pt x="1690472" y="73785"/>
                </a:lnTo>
                <a:cubicBezTo>
                  <a:pt x="1690275" y="64362"/>
                  <a:pt x="1687940" y="57157"/>
                  <a:pt x="1683468" y="52170"/>
                </a:cubicBezTo>
                <a:cubicBezTo>
                  <a:pt x="1678997" y="47180"/>
                  <a:pt x="1672782" y="44685"/>
                  <a:pt x="1664825" y="44685"/>
                </a:cubicBezTo>
                <a:cubicBezTo>
                  <a:pt x="1656802" y="44685"/>
                  <a:pt x="1650505" y="47163"/>
                  <a:pt x="1645935" y="52117"/>
                </a:cubicBezTo>
                <a:cubicBezTo>
                  <a:pt x="1641364" y="57070"/>
                  <a:pt x="1638717" y="64293"/>
                  <a:pt x="1637994" y="7378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" name="Text quad-tree">
            <a:extLst xmlns:a="http://schemas.openxmlformats.org/drawingml/2006/main">
              <a:ext uri="{FF2B5EF4-FFF2-40B4-BE49-F238E27FC236}">
                <a16:creationId xmlns:a16="http://schemas.microsoft.com/office/drawing/2014/main" id="{D54B350C-5E40-4D3F-8BB1-FA9FB366F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7936" y="6396728"/>
            <a:ext cx="833560" cy="168087"/>
          </a:xfrm>
          <a:custGeom xmlns:a="http://schemas.openxmlformats.org/drawingml/2006/main">
            <a:pathLst>
              <a:path w="833560" h="168087">
                <a:moveTo>
                  <a:pt x="70530" y="168087"/>
                </a:moveTo>
                <a:lnTo>
                  <a:pt x="70530" y="118273"/>
                </a:lnTo>
                <a:cubicBezTo>
                  <a:pt x="67110" y="123205"/>
                  <a:pt x="62688" y="127151"/>
                  <a:pt x="57262" y="130110"/>
                </a:cubicBezTo>
                <a:cubicBezTo>
                  <a:pt x="51837" y="133069"/>
                  <a:pt x="45540" y="134549"/>
                  <a:pt x="38372" y="134549"/>
                </a:cubicBezTo>
                <a:cubicBezTo>
                  <a:pt x="30415" y="134549"/>
                  <a:pt x="23559" y="132621"/>
                  <a:pt x="17805" y="128766"/>
                </a:cubicBezTo>
                <a:cubicBezTo>
                  <a:pt x="12051" y="124909"/>
                  <a:pt x="7645" y="119125"/>
                  <a:pt x="4587" y="111414"/>
                </a:cubicBezTo>
                <a:cubicBezTo>
                  <a:pt x="1529" y="103701"/>
                  <a:pt x="0" y="94196"/>
                  <a:pt x="0" y="82897"/>
                </a:cubicBezTo>
                <a:cubicBezTo>
                  <a:pt x="0" y="71736"/>
                  <a:pt x="1660" y="62401"/>
                  <a:pt x="4981" y="54892"/>
                </a:cubicBezTo>
                <a:cubicBezTo>
                  <a:pt x="8302" y="47382"/>
                  <a:pt x="12972" y="41700"/>
                  <a:pt x="18989" y="37845"/>
                </a:cubicBezTo>
                <a:cubicBezTo>
                  <a:pt x="25006" y="33988"/>
                  <a:pt x="32092" y="32059"/>
                  <a:pt x="40246" y="32059"/>
                </a:cubicBezTo>
                <a:cubicBezTo>
                  <a:pt x="47349" y="32059"/>
                  <a:pt x="53399" y="33588"/>
                  <a:pt x="58397" y="36646"/>
                </a:cubicBezTo>
                <a:cubicBezTo>
                  <a:pt x="63394" y="39704"/>
                  <a:pt x="67439" y="43732"/>
                  <a:pt x="70530" y="48730"/>
                </a:cubicBezTo>
                <a:lnTo>
                  <a:pt x="71122" y="33736"/>
                </a:lnTo>
                <a:lnTo>
                  <a:pt x="87003" y="33736"/>
                </a:lnTo>
                <a:lnTo>
                  <a:pt x="87003" y="168087"/>
                </a:lnTo>
                <a:lnTo>
                  <a:pt x="70530" y="168087"/>
                </a:lnTo>
                <a:moveTo>
                  <a:pt x="41331" y="121035"/>
                </a:moveTo>
                <a:cubicBezTo>
                  <a:pt x="48499" y="121035"/>
                  <a:pt x="54434" y="119275"/>
                  <a:pt x="59136" y="115754"/>
                </a:cubicBezTo>
                <a:cubicBezTo>
                  <a:pt x="63838" y="112234"/>
                  <a:pt x="67636" y="107945"/>
                  <a:pt x="70530" y="102888"/>
                </a:cubicBezTo>
                <a:lnTo>
                  <a:pt x="70530" y="64750"/>
                </a:lnTo>
                <a:cubicBezTo>
                  <a:pt x="67833" y="59349"/>
                  <a:pt x="64315" y="54803"/>
                  <a:pt x="59975" y="51112"/>
                </a:cubicBezTo>
                <a:cubicBezTo>
                  <a:pt x="55635" y="47422"/>
                  <a:pt x="50111" y="45542"/>
                  <a:pt x="43403" y="45474"/>
                </a:cubicBezTo>
                <a:cubicBezTo>
                  <a:pt x="34657" y="45474"/>
                  <a:pt x="27998" y="48739"/>
                  <a:pt x="23428" y="55268"/>
                </a:cubicBezTo>
                <a:cubicBezTo>
                  <a:pt x="18857" y="61795"/>
                  <a:pt x="16572" y="71004"/>
                  <a:pt x="16572" y="82897"/>
                </a:cubicBezTo>
                <a:cubicBezTo>
                  <a:pt x="16572" y="95336"/>
                  <a:pt x="18726" y="104803"/>
                  <a:pt x="23033" y="111297"/>
                </a:cubicBezTo>
                <a:cubicBezTo>
                  <a:pt x="27341" y="117789"/>
                  <a:pt x="33440" y="121035"/>
                  <a:pt x="41331" y="121035"/>
                </a:cubicBezTo>
                <a:close/>
                <a:moveTo>
                  <a:pt x="149240" y="134549"/>
                </a:moveTo>
                <a:cubicBezTo>
                  <a:pt x="138126" y="134549"/>
                  <a:pt x="130103" y="131355"/>
                  <a:pt x="125171" y="124968"/>
                </a:cubicBezTo>
                <a:cubicBezTo>
                  <a:pt x="120239" y="118579"/>
                  <a:pt x="117773" y="109778"/>
                  <a:pt x="117773" y="98566"/>
                </a:cubicBezTo>
                <a:lnTo>
                  <a:pt x="117773" y="33736"/>
                </a:lnTo>
                <a:lnTo>
                  <a:pt x="134345" y="33736"/>
                </a:lnTo>
                <a:lnTo>
                  <a:pt x="134345" y="96578"/>
                </a:lnTo>
                <a:cubicBezTo>
                  <a:pt x="134345" y="101088"/>
                  <a:pt x="134838" y="105120"/>
                  <a:pt x="135824" y="108674"/>
                </a:cubicBezTo>
                <a:cubicBezTo>
                  <a:pt x="136811" y="112227"/>
                  <a:pt x="138685" y="114995"/>
                  <a:pt x="141447" y="116978"/>
                </a:cubicBezTo>
                <a:cubicBezTo>
                  <a:pt x="144209" y="118959"/>
                  <a:pt x="148187" y="119950"/>
                  <a:pt x="153383" y="119950"/>
                </a:cubicBezTo>
                <a:cubicBezTo>
                  <a:pt x="160616" y="119950"/>
                  <a:pt x="166667" y="118395"/>
                  <a:pt x="171533" y="115286"/>
                </a:cubicBezTo>
                <a:cubicBezTo>
                  <a:pt x="176399" y="112176"/>
                  <a:pt x="180312" y="108571"/>
                  <a:pt x="183271" y="104469"/>
                </a:cubicBezTo>
                <a:lnTo>
                  <a:pt x="183271" y="33736"/>
                </a:lnTo>
                <a:lnTo>
                  <a:pt x="199843" y="33736"/>
                </a:lnTo>
                <a:lnTo>
                  <a:pt x="199843" y="132773"/>
                </a:lnTo>
                <a:lnTo>
                  <a:pt x="183962" y="132773"/>
                </a:lnTo>
                <a:lnTo>
                  <a:pt x="183469" y="118273"/>
                </a:lnTo>
                <a:cubicBezTo>
                  <a:pt x="180378" y="122087"/>
                  <a:pt x="176021" y="125753"/>
                  <a:pt x="170398" y="129271"/>
                </a:cubicBezTo>
                <a:cubicBezTo>
                  <a:pt x="164776" y="132790"/>
                  <a:pt x="157723" y="134549"/>
                  <a:pt x="149240" y="134549"/>
                </a:cubicBezTo>
                <a:close/>
                <a:moveTo>
                  <a:pt x="257054" y="134549"/>
                </a:moveTo>
                <a:cubicBezTo>
                  <a:pt x="251530" y="134549"/>
                  <a:pt x="246483" y="133471"/>
                  <a:pt x="241912" y="131315"/>
                </a:cubicBezTo>
                <a:cubicBezTo>
                  <a:pt x="237342" y="129159"/>
                  <a:pt x="233692" y="125976"/>
                  <a:pt x="230963" y="121765"/>
                </a:cubicBezTo>
                <a:cubicBezTo>
                  <a:pt x="228234" y="117555"/>
                  <a:pt x="226869" y="112350"/>
                  <a:pt x="226869" y="106152"/>
                </a:cubicBezTo>
                <a:cubicBezTo>
                  <a:pt x="226869" y="97328"/>
                  <a:pt x="229565" y="90625"/>
                  <a:pt x="234958" y="86044"/>
                </a:cubicBezTo>
                <a:cubicBezTo>
                  <a:pt x="240350" y="81464"/>
                  <a:pt x="247979" y="78348"/>
                  <a:pt x="257843" y="76698"/>
                </a:cubicBezTo>
                <a:cubicBezTo>
                  <a:pt x="267707" y="75048"/>
                  <a:pt x="279249" y="74155"/>
                  <a:pt x="292467" y="74019"/>
                </a:cubicBezTo>
                <a:lnTo>
                  <a:pt x="292467" y="66951"/>
                </a:lnTo>
                <a:cubicBezTo>
                  <a:pt x="292467" y="58289"/>
                  <a:pt x="290428" y="52346"/>
                  <a:pt x="286351" y="49124"/>
                </a:cubicBezTo>
                <a:cubicBezTo>
                  <a:pt x="282274" y="45902"/>
                  <a:pt x="277111" y="44291"/>
                  <a:pt x="270864" y="44291"/>
                </a:cubicBezTo>
                <a:cubicBezTo>
                  <a:pt x="264222" y="44291"/>
                  <a:pt x="258632" y="46047"/>
                  <a:pt x="254095" y="49559"/>
                </a:cubicBezTo>
                <a:cubicBezTo>
                  <a:pt x="249557" y="53071"/>
                  <a:pt x="247288" y="58614"/>
                  <a:pt x="247288" y="66189"/>
                </a:cubicBezTo>
                <a:lnTo>
                  <a:pt x="231308" y="66189"/>
                </a:lnTo>
                <a:cubicBezTo>
                  <a:pt x="231308" y="58064"/>
                  <a:pt x="233001" y="51496"/>
                  <a:pt x="236388" y="46485"/>
                </a:cubicBezTo>
                <a:cubicBezTo>
                  <a:pt x="239775" y="41473"/>
                  <a:pt x="244444" y="37816"/>
                  <a:pt x="250396" y="35515"/>
                </a:cubicBezTo>
                <a:cubicBezTo>
                  <a:pt x="256347" y="33211"/>
                  <a:pt x="263170" y="32059"/>
                  <a:pt x="270864" y="32059"/>
                </a:cubicBezTo>
                <a:cubicBezTo>
                  <a:pt x="275796" y="32059"/>
                  <a:pt x="280514" y="32534"/>
                  <a:pt x="285019" y="33483"/>
                </a:cubicBezTo>
                <a:cubicBezTo>
                  <a:pt x="289524" y="34430"/>
                  <a:pt x="293568" y="36158"/>
                  <a:pt x="297152" y="38665"/>
                </a:cubicBezTo>
                <a:cubicBezTo>
                  <a:pt x="300736" y="41172"/>
                  <a:pt x="303580" y="44679"/>
                  <a:pt x="305685" y="49186"/>
                </a:cubicBezTo>
                <a:cubicBezTo>
                  <a:pt x="307789" y="53690"/>
                  <a:pt x="308841" y="59499"/>
                  <a:pt x="308841" y="66612"/>
                </a:cubicBezTo>
                <a:lnTo>
                  <a:pt x="308841" y="132773"/>
                </a:lnTo>
                <a:lnTo>
                  <a:pt x="293453" y="132773"/>
                </a:lnTo>
                <a:lnTo>
                  <a:pt x="292763" y="118174"/>
                </a:lnTo>
                <a:cubicBezTo>
                  <a:pt x="288357" y="123106"/>
                  <a:pt x="283244" y="127068"/>
                  <a:pt x="277424" y="130061"/>
                </a:cubicBezTo>
                <a:cubicBezTo>
                  <a:pt x="271604" y="133053"/>
                  <a:pt x="264814" y="134549"/>
                  <a:pt x="257054" y="134549"/>
                </a:cubicBezTo>
                <a:moveTo>
                  <a:pt x="261394" y="121923"/>
                </a:moveTo>
                <a:cubicBezTo>
                  <a:pt x="267970" y="121923"/>
                  <a:pt x="273889" y="120316"/>
                  <a:pt x="279150" y="117101"/>
                </a:cubicBezTo>
                <a:cubicBezTo>
                  <a:pt x="284411" y="113885"/>
                  <a:pt x="288817" y="109815"/>
                  <a:pt x="292368" y="104891"/>
                </a:cubicBezTo>
                <a:lnTo>
                  <a:pt x="292368" y="84574"/>
                </a:lnTo>
                <a:cubicBezTo>
                  <a:pt x="274875" y="84779"/>
                  <a:pt x="262331" y="86490"/>
                  <a:pt x="254736" y="89706"/>
                </a:cubicBezTo>
                <a:cubicBezTo>
                  <a:pt x="247140" y="92921"/>
                  <a:pt x="243343" y="98187"/>
                  <a:pt x="243343" y="105505"/>
                </a:cubicBezTo>
                <a:cubicBezTo>
                  <a:pt x="243343" y="110499"/>
                  <a:pt x="244872" y="114483"/>
                  <a:pt x="247929" y="117459"/>
                </a:cubicBezTo>
                <a:cubicBezTo>
                  <a:pt x="250987" y="120435"/>
                  <a:pt x="255476" y="121923"/>
                  <a:pt x="261394" y="121923"/>
                </a:cubicBezTo>
                <a:close/>
                <a:moveTo>
                  <a:pt x="372415" y="134549"/>
                </a:moveTo>
                <a:cubicBezTo>
                  <a:pt x="364590" y="134549"/>
                  <a:pt x="357816" y="132619"/>
                  <a:pt x="352095" y="128760"/>
                </a:cubicBezTo>
                <a:cubicBezTo>
                  <a:pt x="346374" y="124900"/>
                  <a:pt x="341951" y="119128"/>
                  <a:pt x="338828" y="111442"/>
                </a:cubicBezTo>
                <a:cubicBezTo>
                  <a:pt x="335704" y="103756"/>
                  <a:pt x="334142" y="94258"/>
                  <a:pt x="334142" y="82949"/>
                </a:cubicBezTo>
                <a:cubicBezTo>
                  <a:pt x="334142" y="71708"/>
                  <a:pt x="335803" y="62330"/>
                  <a:pt x="339124" y="54815"/>
                </a:cubicBezTo>
                <a:cubicBezTo>
                  <a:pt x="342444" y="47297"/>
                  <a:pt x="347130" y="41625"/>
                  <a:pt x="353180" y="37799"/>
                </a:cubicBezTo>
                <a:cubicBezTo>
                  <a:pt x="359230" y="33972"/>
                  <a:pt x="366365" y="32059"/>
                  <a:pt x="374586" y="32059"/>
                </a:cubicBezTo>
                <a:cubicBezTo>
                  <a:pt x="381425" y="32059"/>
                  <a:pt x="387376" y="33555"/>
                  <a:pt x="392440" y="36547"/>
                </a:cubicBezTo>
                <a:cubicBezTo>
                  <a:pt x="397504" y="39539"/>
                  <a:pt x="401581" y="43600"/>
                  <a:pt x="404672" y="48730"/>
                </a:cubicBezTo>
                <a:lnTo>
                  <a:pt x="404672" y="0"/>
                </a:lnTo>
                <a:lnTo>
                  <a:pt x="421145" y="0"/>
                </a:lnTo>
                <a:lnTo>
                  <a:pt x="421145" y="132773"/>
                </a:lnTo>
                <a:lnTo>
                  <a:pt x="405559" y="132773"/>
                </a:lnTo>
                <a:lnTo>
                  <a:pt x="404672" y="118766"/>
                </a:lnTo>
                <a:cubicBezTo>
                  <a:pt x="401252" y="123435"/>
                  <a:pt x="396846" y="127233"/>
                  <a:pt x="391454" y="130159"/>
                </a:cubicBezTo>
                <a:cubicBezTo>
                  <a:pt x="386061" y="133086"/>
                  <a:pt x="379715" y="134549"/>
                  <a:pt x="372415" y="134549"/>
                </a:cubicBezTo>
                <a:moveTo>
                  <a:pt x="375769" y="121035"/>
                </a:moveTo>
                <a:cubicBezTo>
                  <a:pt x="382806" y="121035"/>
                  <a:pt x="388659" y="119306"/>
                  <a:pt x="393328" y="115850"/>
                </a:cubicBezTo>
                <a:cubicBezTo>
                  <a:pt x="397997" y="112393"/>
                  <a:pt x="401778" y="108236"/>
                  <a:pt x="404672" y="103378"/>
                </a:cubicBezTo>
                <a:lnTo>
                  <a:pt x="404672" y="64879"/>
                </a:lnTo>
                <a:cubicBezTo>
                  <a:pt x="401975" y="59267"/>
                  <a:pt x="398441" y="54630"/>
                  <a:pt x="394068" y="50968"/>
                </a:cubicBezTo>
                <a:cubicBezTo>
                  <a:pt x="389694" y="47305"/>
                  <a:pt x="384187" y="45474"/>
                  <a:pt x="377545" y="45474"/>
                </a:cubicBezTo>
                <a:cubicBezTo>
                  <a:pt x="368799" y="45474"/>
                  <a:pt x="362206" y="48725"/>
                  <a:pt x="357767" y="55228"/>
                </a:cubicBezTo>
                <a:cubicBezTo>
                  <a:pt x="353328" y="61730"/>
                  <a:pt x="351109" y="70969"/>
                  <a:pt x="351109" y="82946"/>
                </a:cubicBezTo>
                <a:cubicBezTo>
                  <a:pt x="351109" y="95334"/>
                  <a:pt x="353197" y="104779"/>
                  <a:pt x="357372" y="111281"/>
                </a:cubicBezTo>
                <a:cubicBezTo>
                  <a:pt x="361548" y="117784"/>
                  <a:pt x="367681" y="121035"/>
                  <a:pt x="375769" y="121035"/>
                </a:cubicBezTo>
                <a:close/>
                <a:moveTo>
                  <a:pt x="446236" y="90949"/>
                </a:moveTo>
                <a:lnTo>
                  <a:pt x="446236" y="76350"/>
                </a:lnTo>
                <a:lnTo>
                  <a:pt x="495458" y="76350"/>
                </a:lnTo>
                <a:lnTo>
                  <a:pt x="495458" y="90949"/>
                </a:lnTo>
                <a:lnTo>
                  <a:pt x="446236" y="90949"/>
                </a:lnTo>
                <a:close/>
                <a:moveTo>
                  <a:pt x="552690" y="132773"/>
                </a:moveTo>
                <a:cubicBezTo>
                  <a:pt x="544930" y="132773"/>
                  <a:pt x="538978" y="131496"/>
                  <a:pt x="534835" y="128942"/>
                </a:cubicBezTo>
                <a:cubicBezTo>
                  <a:pt x="530692" y="126387"/>
                  <a:pt x="527848" y="122710"/>
                  <a:pt x="526303" y="117909"/>
                </a:cubicBezTo>
                <a:cubicBezTo>
                  <a:pt x="524757" y="113106"/>
                  <a:pt x="523984" y="107334"/>
                  <a:pt x="523984" y="100591"/>
                </a:cubicBezTo>
                <a:lnTo>
                  <a:pt x="523984" y="47053"/>
                </a:lnTo>
                <a:lnTo>
                  <a:pt x="507906" y="47053"/>
                </a:lnTo>
                <a:lnTo>
                  <a:pt x="507906" y="33736"/>
                </a:lnTo>
                <a:lnTo>
                  <a:pt x="523984" y="33736"/>
                </a:lnTo>
                <a:lnTo>
                  <a:pt x="523984" y="11739"/>
                </a:lnTo>
                <a:lnTo>
                  <a:pt x="540359" y="11739"/>
                </a:lnTo>
                <a:lnTo>
                  <a:pt x="540359" y="33736"/>
                </a:lnTo>
                <a:lnTo>
                  <a:pt x="564033" y="33736"/>
                </a:lnTo>
                <a:lnTo>
                  <a:pt x="564033" y="47053"/>
                </a:lnTo>
                <a:lnTo>
                  <a:pt x="540359" y="47053"/>
                </a:lnTo>
                <a:lnTo>
                  <a:pt x="540359" y="100123"/>
                </a:lnTo>
                <a:cubicBezTo>
                  <a:pt x="540359" y="106362"/>
                  <a:pt x="541132" y="111144"/>
                  <a:pt x="542677" y="114469"/>
                </a:cubicBezTo>
                <a:cubicBezTo>
                  <a:pt x="544223" y="117794"/>
                  <a:pt x="547922" y="119457"/>
                  <a:pt x="553775" y="119457"/>
                </a:cubicBezTo>
                <a:lnTo>
                  <a:pt x="564231" y="119457"/>
                </a:lnTo>
                <a:lnTo>
                  <a:pt x="564231" y="132773"/>
                </a:lnTo>
                <a:lnTo>
                  <a:pt x="552690" y="132773"/>
                </a:lnTo>
                <a:close/>
                <a:moveTo>
                  <a:pt x="583661" y="132773"/>
                </a:moveTo>
                <a:lnTo>
                  <a:pt x="583661" y="33736"/>
                </a:lnTo>
                <a:lnTo>
                  <a:pt x="599148" y="33736"/>
                </a:lnTo>
                <a:lnTo>
                  <a:pt x="599740" y="49617"/>
                </a:lnTo>
                <a:cubicBezTo>
                  <a:pt x="602436" y="44619"/>
                  <a:pt x="606184" y="40444"/>
                  <a:pt x="610985" y="37090"/>
                </a:cubicBezTo>
                <a:cubicBezTo>
                  <a:pt x="615785" y="33736"/>
                  <a:pt x="622033" y="32059"/>
                  <a:pt x="629727" y="32059"/>
                </a:cubicBezTo>
                <a:lnTo>
                  <a:pt x="631700" y="32059"/>
                </a:lnTo>
                <a:lnTo>
                  <a:pt x="631700" y="47151"/>
                </a:lnTo>
                <a:lnTo>
                  <a:pt x="629431" y="47151"/>
                </a:lnTo>
                <a:cubicBezTo>
                  <a:pt x="624630" y="47151"/>
                  <a:pt x="620422" y="47803"/>
                  <a:pt x="616805" y="49106"/>
                </a:cubicBezTo>
                <a:cubicBezTo>
                  <a:pt x="613188" y="50407"/>
                  <a:pt x="610031" y="52205"/>
                  <a:pt x="607335" y="54500"/>
                </a:cubicBezTo>
                <a:cubicBezTo>
                  <a:pt x="604639" y="56796"/>
                  <a:pt x="602239" y="59451"/>
                  <a:pt x="600134" y="62466"/>
                </a:cubicBezTo>
                <a:lnTo>
                  <a:pt x="600134" y="132773"/>
                </a:lnTo>
                <a:lnTo>
                  <a:pt x="583661" y="132773"/>
                </a:lnTo>
                <a:close/>
                <a:moveTo>
                  <a:pt x="692703" y="134549"/>
                </a:moveTo>
                <a:cubicBezTo>
                  <a:pt x="682246" y="134549"/>
                  <a:pt x="673681" y="132298"/>
                  <a:pt x="667006" y="127795"/>
                </a:cubicBezTo>
                <a:cubicBezTo>
                  <a:pt x="660331" y="123290"/>
                  <a:pt x="655383" y="117162"/>
                  <a:pt x="652160" y="109410"/>
                </a:cubicBezTo>
                <a:cubicBezTo>
                  <a:pt x="648938" y="101657"/>
                  <a:pt x="647327" y="92938"/>
                  <a:pt x="647327" y="83255"/>
                </a:cubicBezTo>
                <a:cubicBezTo>
                  <a:pt x="647327" y="73164"/>
                  <a:pt x="648889" y="64276"/>
                  <a:pt x="652012" y="56590"/>
                </a:cubicBezTo>
                <a:cubicBezTo>
                  <a:pt x="655136" y="48904"/>
                  <a:pt x="659904" y="42894"/>
                  <a:pt x="666316" y="38560"/>
                </a:cubicBezTo>
                <a:cubicBezTo>
                  <a:pt x="672727" y="34226"/>
                  <a:pt x="680865" y="32059"/>
                  <a:pt x="690730" y="32059"/>
                </a:cubicBezTo>
                <a:cubicBezTo>
                  <a:pt x="703816" y="32059"/>
                  <a:pt x="714075" y="36117"/>
                  <a:pt x="721506" y="44232"/>
                </a:cubicBezTo>
                <a:cubicBezTo>
                  <a:pt x="728937" y="52345"/>
                  <a:pt x="732653" y="64010"/>
                  <a:pt x="732653" y="79226"/>
                </a:cubicBezTo>
                <a:cubicBezTo>
                  <a:pt x="732653" y="80241"/>
                  <a:pt x="732620" y="81442"/>
                  <a:pt x="732554" y="82829"/>
                </a:cubicBezTo>
                <a:cubicBezTo>
                  <a:pt x="732489" y="84214"/>
                  <a:pt x="732390" y="85211"/>
                  <a:pt x="732258" y="85819"/>
                </a:cubicBezTo>
                <a:lnTo>
                  <a:pt x="663800" y="85819"/>
                </a:lnTo>
                <a:cubicBezTo>
                  <a:pt x="663866" y="92334"/>
                  <a:pt x="664869" y="98317"/>
                  <a:pt x="666809" y="103769"/>
                </a:cubicBezTo>
                <a:cubicBezTo>
                  <a:pt x="668749" y="109221"/>
                  <a:pt x="671823" y="113593"/>
                  <a:pt x="676032" y="116886"/>
                </a:cubicBezTo>
                <a:cubicBezTo>
                  <a:pt x="680241" y="120178"/>
                  <a:pt x="685798" y="121824"/>
                  <a:pt x="692703" y="121824"/>
                </a:cubicBezTo>
                <a:cubicBezTo>
                  <a:pt x="700068" y="121824"/>
                  <a:pt x="705822" y="120009"/>
                  <a:pt x="709965" y="116380"/>
                </a:cubicBezTo>
                <a:cubicBezTo>
                  <a:pt x="714108" y="112751"/>
                  <a:pt x="716278" y="107515"/>
                  <a:pt x="716476" y="100671"/>
                </a:cubicBezTo>
                <a:lnTo>
                  <a:pt x="732752" y="100671"/>
                </a:lnTo>
                <a:cubicBezTo>
                  <a:pt x="732554" y="107656"/>
                  <a:pt x="730812" y="113676"/>
                  <a:pt x="727524" y="118729"/>
                </a:cubicBezTo>
                <a:cubicBezTo>
                  <a:pt x="724235" y="123782"/>
                  <a:pt x="719632" y="127683"/>
                  <a:pt x="713714" y="130431"/>
                </a:cubicBezTo>
                <a:cubicBezTo>
                  <a:pt x="707795" y="133176"/>
                  <a:pt x="700791" y="134549"/>
                  <a:pt x="692703" y="134549"/>
                </a:cubicBezTo>
                <a:moveTo>
                  <a:pt x="663899" y="73785"/>
                </a:moveTo>
                <a:lnTo>
                  <a:pt x="716377" y="73785"/>
                </a:lnTo>
                <a:cubicBezTo>
                  <a:pt x="716180" y="64362"/>
                  <a:pt x="713845" y="57157"/>
                  <a:pt x="709373" y="52170"/>
                </a:cubicBezTo>
                <a:cubicBezTo>
                  <a:pt x="704901" y="47180"/>
                  <a:pt x="698687" y="44685"/>
                  <a:pt x="690730" y="44685"/>
                </a:cubicBezTo>
                <a:cubicBezTo>
                  <a:pt x="682707" y="44685"/>
                  <a:pt x="676410" y="47163"/>
                  <a:pt x="671840" y="52117"/>
                </a:cubicBezTo>
                <a:cubicBezTo>
                  <a:pt x="667269" y="57070"/>
                  <a:pt x="664622" y="64293"/>
                  <a:pt x="663899" y="73785"/>
                </a:cubicBezTo>
                <a:close/>
                <a:moveTo>
                  <a:pt x="793511" y="134549"/>
                </a:moveTo>
                <a:cubicBezTo>
                  <a:pt x="783054" y="134549"/>
                  <a:pt x="774489" y="132298"/>
                  <a:pt x="767814" y="127795"/>
                </a:cubicBezTo>
                <a:cubicBezTo>
                  <a:pt x="761139" y="123290"/>
                  <a:pt x="756191" y="117162"/>
                  <a:pt x="752968" y="109410"/>
                </a:cubicBezTo>
                <a:cubicBezTo>
                  <a:pt x="749746" y="101657"/>
                  <a:pt x="748135" y="92938"/>
                  <a:pt x="748135" y="83255"/>
                </a:cubicBezTo>
                <a:cubicBezTo>
                  <a:pt x="748135" y="73164"/>
                  <a:pt x="749697" y="64276"/>
                  <a:pt x="752820" y="56590"/>
                </a:cubicBezTo>
                <a:cubicBezTo>
                  <a:pt x="755944" y="48904"/>
                  <a:pt x="760712" y="42894"/>
                  <a:pt x="767124" y="38560"/>
                </a:cubicBezTo>
                <a:cubicBezTo>
                  <a:pt x="773535" y="34226"/>
                  <a:pt x="781673" y="32059"/>
                  <a:pt x="791538" y="32059"/>
                </a:cubicBezTo>
                <a:cubicBezTo>
                  <a:pt x="804624" y="32059"/>
                  <a:pt x="814883" y="36117"/>
                  <a:pt x="822314" y="44232"/>
                </a:cubicBezTo>
                <a:cubicBezTo>
                  <a:pt x="829745" y="52345"/>
                  <a:pt x="833461" y="64010"/>
                  <a:pt x="833461" y="79226"/>
                </a:cubicBezTo>
                <a:cubicBezTo>
                  <a:pt x="833461" y="80241"/>
                  <a:pt x="833428" y="81442"/>
                  <a:pt x="833362" y="82829"/>
                </a:cubicBezTo>
                <a:cubicBezTo>
                  <a:pt x="833297" y="84214"/>
                  <a:pt x="833198" y="85211"/>
                  <a:pt x="833066" y="85819"/>
                </a:cubicBezTo>
                <a:lnTo>
                  <a:pt x="764608" y="85819"/>
                </a:lnTo>
                <a:cubicBezTo>
                  <a:pt x="764674" y="92334"/>
                  <a:pt x="765677" y="98317"/>
                  <a:pt x="767617" y="103769"/>
                </a:cubicBezTo>
                <a:cubicBezTo>
                  <a:pt x="769557" y="109221"/>
                  <a:pt x="772631" y="113593"/>
                  <a:pt x="776840" y="116886"/>
                </a:cubicBezTo>
                <a:cubicBezTo>
                  <a:pt x="781049" y="120178"/>
                  <a:pt x="786606" y="121824"/>
                  <a:pt x="793511" y="121824"/>
                </a:cubicBezTo>
                <a:cubicBezTo>
                  <a:pt x="800876" y="121824"/>
                  <a:pt x="806630" y="120009"/>
                  <a:pt x="810773" y="116380"/>
                </a:cubicBezTo>
                <a:cubicBezTo>
                  <a:pt x="814916" y="112751"/>
                  <a:pt x="817086" y="107515"/>
                  <a:pt x="817284" y="100671"/>
                </a:cubicBezTo>
                <a:lnTo>
                  <a:pt x="833560" y="100671"/>
                </a:lnTo>
                <a:cubicBezTo>
                  <a:pt x="833362" y="107656"/>
                  <a:pt x="831620" y="113676"/>
                  <a:pt x="828332" y="118729"/>
                </a:cubicBezTo>
                <a:cubicBezTo>
                  <a:pt x="825043" y="123782"/>
                  <a:pt x="820440" y="127683"/>
                  <a:pt x="814522" y="130431"/>
                </a:cubicBezTo>
                <a:cubicBezTo>
                  <a:pt x="808603" y="133176"/>
                  <a:pt x="801599" y="134549"/>
                  <a:pt x="793511" y="134549"/>
                </a:cubicBezTo>
                <a:moveTo>
                  <a:pt x="764707" y="73785"/>
                </a:moveTo>
                <a:lnTo>
                  <a:pt x="817185" y="73785"/>
                </a:lnTo>
                <a:cubicBezTo>
                  <a:pt x="816988" y="64362"/>
                  <a:pt x="814653" y="57157"/>
                  <a:pt x="810181" y="52170"/>
                </a:cubicBezTo>
                <a:cubicBezTo>
                  <a:pt x="805709" y="47180"/>
                  <a:pt x="799495" y="44685"/>
                  <a:pt x="791538" y="44685"/>
                </a:cubicBezTo>
                <a:cubicBezTo>
                  <a:pt x="783515" y="44685"/>
                  <a:pt x="777218" y="47163"/>
                  <a:pt x="772648" y="52117"/>
                </a:cubicBezTo>
                <a:cubicBezTo>
                  <a:pt x="768077" y="57070"/>
                  <a:pt x="765430" y="64293"/>
                  <a:pt x="764707" y="7378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" name="Text representsthe">
            <a:extLst xmlns:a="http://schemas.openxmlformats.org/drawingml/2006/main">
              <a:ext uri="{FF2B5EF4-FFF2-40B4-BE49-F238E27FC236}">
                <a16:creationId xmlns:a16="http://schemas.microsoft.com/office/drawing/2014/main" id="{D91BC76E-DD41-4021-B78A-0DB18E529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3345" y="6642990"/>
            <a:ext cx="1226603" cy="167913"/>
          </a:xfrm>
          <a:custGeom xmlns:a="http://schemas.openxmlformats.org/drawingml/2006/main">
            <a:pathLst>
              <a:path w="1226603" h="167913">
                <a:moveTo>
                  <a:pt x="0" y="132635"/>
                </a:moveTo>
                <a:lnTo>
                  <a:pt x="0" y="33701"/>
                </a:lnTo>
                <a:lnTo>
                  <a:pt x="15471" y="33701"/>
                </a:lnTo>
                <a:lnTo>
                  <a:pt x="16062" y="49566"/>
                </a:lnTo>
                <a:cubicBezTo>
                  <a:pt x="18755" y="44573"/>
                  <a:pt x="22500" y="40401"/>
                  <a:pt x="27296" y="37051"/>
                </a:cubicBezTo>
                <a:cubicBezTo>
                  <a:pt x="32091" y="33701"/>
                  <a:pt x="38332" y="32026"/>
                  <a:pt x="46018" y="32026"/>
                </a:cubicBezTo>
                <a:lnTo>
                  <a:pt x="47989" y="32026"/>
                </a:lnTo>
                <a:lnTo>
                  <a:pt x="47989" y="47102"/>
                </a:lnTo>
                <a:lnTo>
                  <a:pt x="45723" y="47102"/>
                </a:lnTo>
                <a:cubicBezTo>
                  <a:pt x="40927" y="47102"/>
                  <a:pt x="36723" y="47753"/>
                  <a:pt x="33110" y="49055"/>
                </a:cubicBezTo>
                <a:cubicBezTo>
                  <a:pt x="29496" y="50354"/>
                  <a:pt x="26343" y="52150"/>
                  <a:pt x="23650" y="54443"/>
                </a:cubicBezTo>
                <a:cubicBezTo>
                  <a:pt x="20956" y="56737"/>
                  <a:pt x="18558" y="59389"/>
                  <a:pt x="16456" y="62401"/>
                </a:cubicBezTo>
                <a:lnTo>
                  <a:pt x="16456" y="132635"/>
                </a:lnTo>
                <a:lnTo>
                  <a:pt x="0" y="132635"/>
                </a:lnTo>
                <a:close/>
                <a:moveTo>
                  <a:pt x="103076" y="134409"/>
                </a:moveTo>
                <a:cubicBezTo>
                  <a:pt x="92630" y="134409"/>
                  <a:pt x="84074" y="132160"/>
                  <a:pt x="77406" y="127662"/>
                </a:cubicBezTo>
                <a:cubicBezTo>
                  <a:pt x="70738" y="123162"/>
                  <a:pt x="65794" y="117040"/>
                  <a:pt x="62576" y="109297"/>
                </a:cubicBezTo>
                <a:cubicBezTo>
                  <a:pt x="59357" y="101551"/>
                  <a:pt x="57747" y="92841"/>
                  <a:pt x="57747" y="83168"/>
                </a:cubicBezTo>
                <a:cubicBezTo>
                  <a:pt x="57747" y="73088"/>
                  <a:pt x="59307" y="64209"/>
                  <a:pt x="62428" y="56531"/>
                </a:cubicBezTo>
                <a:cubicBezTo>
                  <a:pt x="65548" y="48853"/>
                  <a:pt x="70311" y="42850"/>
                  <a:pt x="76716" y="38520"/>
                </a:cubicBezTo>
                <a:cubicBezTo>
                  <a:pt x="83121" y="34190"/>
                  <a:pt x="91251" y="32026"/>
                  <a:pt x="101105" y="32026"/>
                </a:cubicBezTo>
                <a:cubicBezTo>
                  <a:pt x="114178" y="32026"/>
                  <a:pt x="124426" y="36079"/>
                  <a:pt x="131849" y="44186"/>
                </a:cubicBezTo>
                <a:cubicBezTo>
                  <a:pt x="139273" y="52291"/>
                  <a:pt x="142984" y="63943"/>
                  <a:pt x="142984" y="79143"/>
                </a:cubicBezTo>
                <a:cubicBezTo>
                  <a:pt x="142984" y="80157"/>
                  <a:pt x="142951" y="81357"/>
                  <a:pt x="142886" y="82743"/>
                </a:cubicBezTo>
                <a:cubicBezTo>
                  <a:pt x="142820" y="84127"/>
                  <a:pt x="142722" y="85122"/>
                  <a:pt x="142590" y="85730"/>
                </a:cubicBezTo>
                <a:lnTo>
                  <a:pt x="74203" y="85730"/>
                </a:lnTo>
                <a:cubicBezTo>
                  <a:pt x="74269" y="92238"/>
                  <a:pt x="75271" y="98215"/>
                  <a:pt x="77209" y="103661"/>
                </a:cubicBezTo>
                <a:cubicBezTo>
                  <a:pt x="79147" y="109108"/>
                  <a:pt x="82218" y="113475"/>
                  <a:pt x="86422" y="116764"/>
                </a:cubicBezTo>
                <a:cubicBezTo>
                  <a:pt x="90627" y="120053"/>
                  <a:pt x="96178" y="121697"/>
                  <a:pt x="103076" y="121697"/>
                </a:cubicBezTo>
                <a:cubicBezTo>
                  <a:pt x="110433" y="121697"/>
                  <a:pt x="116181" y="119884"/>
                  <a:pt x="120320" y="116259"/>
                </a:cubicBezTo>
                <a:cubicBezTo>
                  <a:pt x="124459" y="112634"/>
                  <a:pt x="126627" y="107403"/>
                  <a:pt x="126824" y="100566"/>
                </a:cubicBezTo>
                <a:lnTo>
                  <a:pt x="143083" y="100566"/>
                </a:lnTo>
                <a:cubicBezTo>
                  <a:pt x="142886" y="107544"/>
                  <a:pt x="141145" y="113557"/>
                  <a:pt x="137860" y="118605"/>
                </a:cubicBezTo>
                <a:cubicBezTo>
                  <a:pt x="134576" y="123654"/>
                  <a:pt x="129977" y="127550"/>
                  <a:pt x="124065" y="130295"/>
                </a:cubicBezTo>
                <a:cubicBezTo>
                  <a:pt x="118152" y="133038"/>
                  <a:pt x="111156" y="134409"/>
                  <a:pt x="103076" y="134409"/>
                </a:cubicBezTo>
                <a:moveTo>
                  <a:pt x="74302" y="73708"/>
                </a:moveTo>
                <a:lnTo>
                  <a:pt x="126725" y="73708"/>
                </a:lnTo>
                <a:cubicBezTo>
                  <a:pt x="126528" y="64295"/>
                  <a:pt x="124196" y="57098"/>
                  <a:pt x="119729" y="52115"/>
                </a:cubicBezTo>
                <a:cubicBezTo>
                  <a:pt x="115262" y="47131"/>
                  <a:pt x="109054" y="44639"/>
                  <a:pt x="101105" y="44639"/>
                </a:cubicBezTo>
                <a:cubicBezTo>
                  <a:pt x="93090" y="44639"/>
                  <a:pt x="86800" y="47114"/>
                  <a:pt x="82234" y="52063"/>
                </a:cubicBezTo>
                <a:cubicBezTo>
                  <a:pt x="77669" y="57011"/>
                  <a:pt x="75024" y="64226"/>
                  <a:pt x="74302" y="73708"/>
                </a:cubicBezTo>
                <a:close/>
                <a:moveTo>
                  <a:pt x="170126" y="167913"/>
                </a:moveTo>
                <a:lnTo>
                  <a:pt x="170126" y="33701"/>
                </a:lnTo>
                <a:lnTo>
                  <a:pt x="186090" y="33701"/>
                </a:lnTo>
                <a:lnTo>
                  <a:pt x="186582" y="49369"/>
                </a:lnTo>
                <a:cubicBezTo>
                  <a:pt x="189998" y="44245"/>
                  <a:pt x="194416" y="40073"/>
                  <a:pt x="199836" y="36854"/>
                </a:cubicBezTo>
                <a:cubicBezTo>
                  <a:pt x="205256" y="33635"/>
                  <a:pt x="211546" y="32026"/>
                  <a:pt x="218706" y="32026"/>
                </a:cubicBezTo>
                <a:cubicBezTo>
                  <a:pt x="226590" y="32026"/>
                  <a:pt x="233389" y="33937"/>
                  <a:pt x="239104" y="37759"/>
                </a:cubicBezTo>
                <a:cubicBezTo>
                  <a:pt x="244820" y="41582"/>
                  <a:pt x="249237" y="47282"/>
                  <a:pt x="252358" y="54859"/>
                </a:cubicBezTo>
                <a:cubicBezTo>
                  <a:pt x="255478" y="62434"/>
                  <a:pt x="257039" y="71871"/>
                  <a:pt x="257039" y="83168"/>
                </a:cubicBezTo>
                <a:cubicBezTo>
                  <a:pt x="257039" y="94330"/>
                  <a:pt x="255380" y="103716"/>
                  <a:pt x="252062" y="111326"/>
                </a:cubicBezTo>
                <a:cubicBezTo>
                  <a:pt x="248745" y="118936"/>
                  <a:pt x="244064" y="124686"/>
                  <a:pt x="238020" y="128577"/>
                </a:cubicBezTo>
                <a:cubicBezTo>
                  <a:pt x="231977" y="132465"/>
                  <a:pt x="224882" y="134409"/>
                  <a:pt x="216736" y="134409"/>
                </a:cubicBezTo>
                <a:cubicBezTo>
                  <a:pt x="209904" y="134409"/>
                  <a:pt x="203925" y="133046"/>
                  <a:pt x="198801" y="130319"/>
                </a:cubicBezTo>
                <a:cubicBezTo>
                  <a:pt x="193677" y="127593"/>
                  <a:pt x="189571" y="123865"/>
                  <a:pt x="186484" y="119135"/>
                </a:cubicBezTo>
                <a:lnTo>
                  <a:pt x="186484" y="167913"/>
                </a:lnTo>
                <a:lnTo>
                  <a:pt x="170126" y="167913"/>
                </a:lnTo>
                <a:moveTo>
                  <a:pt x="213681" y="120909"/>
                </a:moveTo>
                <a:cubicBezTo>
                  <a:pt x="222418" y="120909"/>
                  <a:pt x="229004" y="117645"/>
                  <a:pt x="233438" y="111116"/>
                </a:cubicBezTo>
                <a:cubicBezTo>
                  <a:pt x="237873" y="104586"/>
                  <a:pt x="240090" y="95271"/>
                  <a:pt x="240090" y="83171"/>
                </a:cubicBezTo>
                <a:cubicBezTo>
                  <a:pt x="240090" y="70932"/>
                  <a:pt x="238020" y="61565"/>
                  <a:pt x="233882" y="55072"/>
                </a:cubicBezTo>
                <a:cubicBezTo>
                  <a:pt x="229743" y="48576"/>
                  <a:pt x="223666" y="45329"/>
                  <a:pt x="215652" y="45329"/>
                </a:cubicBezTo>
                <a:cubicBezTo>
                  <a:pt x="208623" y="45329"/>
                  <a:pt x="202694" y="47277"/>
                  <a:pt x="197865" y="51173"/>
                </a:cubicBezTo>
                <a:cubicBezTo>
                  <a:pt x="193037" y="55070"/>
                  <a:pt x="189276" y="59616"/>
                  <a:pt x="186582" y="64812"/>
                </a:cubicBezTo>
                <a:lnTo>
                  <a:pt x="186582" y="103372"/>
                </a:lnTo>
                <a:cubicBezTo>
                  <a:pt x="189210" y="108568"/>
                  <a:pt x="192758" y="112790"/>
                  <a:pt x="197225" y="116037"/>
                </a:cubicBezTo>
                <a:cubicBezTo>
                  <a:pt x="201692" y="119285"/>
                  <a:pt x="207177" y="120909"/>
                  <a:pt x="213681" y="120909"/>
                </a:cubicBezTo>
                <a:close/>
                <a:moveTo>
                  <a:pt x="283342" y="132635"/>
                </a:moveTo>
                <a:lnTo>
                  <a:pt x="283342" y="33701"/>
                </a:lnTo>
                <a:lnTo>
                  <a:pt x="298813" y="33701"/>
                </a:lnTo>
                <a:lnTo>
                  <a:pt x="299404" y="49566"/>
                </a:lnTo>
                <a:cubicBezTo>
                  <a:pt x="302097" y="44573"/>
                  <a:pt x="305842" y="40401"/>
                  <a:pt x="310637" y="37051"/>
                </a:cubicBezTo>
                <a:cubicBezTo>
                  <a:pt x="315433" y="33701"/>
                  <a:pt x="321674" y="32026"/>
                  <a:pt x="329360" y="32026"/>
                </a:cubicBezTo>
                <a:lnTo>
                  <a:pt x="331331" y="32026"/>
                </a:lnTo>
                <a:lnTo>
                  <a:pt x="331331" y="47102"/>
                </a:lnTo>
                <a:lnTo>
                  <a:pt x="329064" y="47102"/>
                </a:lnTo>
                <a:cubicBezTo>
                  <a:pt x="324269" y="47102"/>
                  <a:pt x="320064" y="47753"/>
                  <a:pt x="316451" y="49055"/>
                </a:cubicBezTo>
                <a:cubicBezTo>
                  <a:pt x="312838" y="50354"/>
                  <a:pt x="309685" y="52150"/>
                  <a:pt x="306991" y="54443"/>
                </a:cubicBezTo>
                <a:cubicBezTo>
                  <a:pt x="304298" y="56737"/>
                  <a:pt x="301900" y="59389"/>
                  <a:pt x="299798" y="62401"/>
                </a:cubicBezTo>
                <a:lnTo>
                  <a:pt x="299798" y="132635"/>
                </a:lnTo>
                <a:lnTo>
                  <a:pt x="283342" y="132635"/>
                </a:lnTo>
                <a:close/>
                <a:moveTo>
                  <a:pt x="386619" y="134409"/>
                </a:moveTo>
                <a:cubicBezTo>
                  <a:pt x="376174" y="134409"/>
                  <a:pt x="367617" y="132160"/>
                  <a:pt x="360949" y="127662"/>
                </a:cubicBezTo>
                <a:cubicBezTo>
                  <a:pt x="354281" y="123162"/>
                  <a:pt x="349338" y="117040"/>
                  <a:pt x="346119" y="109297"/>
                </a:cubicBezTo>
                <a:cubicBezTo>
                  <a:pt x="342900" y="101551"/>
                  <a:pt x="341290" y="92841"/>
                  <a:pt x="341290" y="83168"/>
                </a:cubicBezTo>
                <a:cubicBezTo>
                  <a:pt x="341290" y="73088"/>
                  <a:pt x="342851" y="64209"/>
                  <a:pt x="345971" y="56531"/>
                </a:cubicBezTo>
                <a:cubicBezTo>
                  <a:pt x="349092" y="48853"/>
                  <a:pt x="353854" y="42850"/>
                  <a:pt x="360259" y="38520"/>
                </a:cubicBezTo>
                <a:cubicBezTo>
                  <a:pt x="366665" y="34190"/>
                  <a:pt x="374794" y="32026"/>
                  <a:pt x="384648" y="32026"/>
                </a:cubicBezTo>
                <a:cubicBezTo>
                  <a:pt x="397721" y="32026"/>
                  <a:pt x="407969" y="36079"/>
                  <a:pt x="415393" y="44186"/>
                </a:cubicBezTo>
                <a:cubicBezTo>
                  <a:pt x="422816" y="52291"/>
                  <a:pt x="426528" y="63943"/>
                  <a:pt x="426528" y="79143"/>
                </a:cubicBezTo>
                <a:cubicBezTo>
                  <a:pt x="426528" y="80157"/>
                  <a:pt x="426495" y="81357"/>
                  <a:pt x="426429" y="82743"/>
                </a:cubicBezTo>
                <a:cubicBezTo>
                  <a:pt x="426363" y="84127"/>
                  <a:pt x="426265" y="85122"/>
                  <a:pt x="426134" y="85730"/>
                </a:cubicBezTo>
                <a:lnTo>
                  <a:pt x="357747" y="85730"/>
                </a:lnTo>
                <a:cubicBezTo>
                  <a:pt x="357812" y="92238"/>
                  <a:pt x="358814" y="98215"/>
                  <a:pt x="360752" y="103661"/>
                </a:cubicBezTo>
                <a:cubicBezTo>
                  <a:pt x="362690" y="109108"/>
                  <a:pt x="365761" y="113475"/>
                  <a:pt x="369966" y="116764"/>
                </a:cubicBezTo>
                <a:cubicBezTo>
                  <a:pt x="374170" y="120053"/>
                  <a:pt x="379721" y="121697"/>
                  <a:pt x="386619" y="121697"/>
                </a:cubicBezTo>
                <a:cubicBezTo>
                  <a:pt x="393977" y="121697"/>
                  <a:pt x="399725" y="119884"/>
                  <a:pt x="403863" y="116259"/>
                </a:cubicBezTo>
                <a:cubicBezTo>
                  <a:pt x="408002" y="112634"/>
                  <a:pt x="410170" y="107403"/>
                  <a:pt x="410367" y="100566"/>
                </a:cubicBezTo>
                <a:lnTo>
                  <a:pt x="426626" y="100566"/>
                </a:lnTo>
                <a:cubicBezTo>
                  <a:pt x="426429" y="107544"/>
                  <a:pt x="424688" y="113557"/>
                  <a:pt x="421404" y="118605"/>
                </a:cubicBezTo>
                <a:cubicBezTo>
                  <a:pt x="418119" y="123654"/>
                  <a:pt x="413520" y="127550"/>
                  <a:pt x="407608" y="130295"/>
                </a:cubicBezTo>
                <a:cubicBezTo>
                  <a:pt x="401696" y="133038"/>
                  <a:pt x="394699" y="134409"/>
                  <a:pt x="386619" y="134409"/>
                </a:cubicBezTo>
                <a:moveTo>
                  <a:pt x="357845" y="73708"/>
                </a:moveTo>
                <a:lnTo>
                  <a:pt x="410269" y="73708"/>
                </a:lnTo>
                <a:cubicBezTo>
                  <a:pt x="410071" y="64295"/>
                  <a:pt x="407739" y="57098"/>
                  <a:pt x="403272" y="52115"/>
                </a:cubicBezTo>
                <a:cubicBezTo>
                  <a:pt x="398805" y="47131"/>
                  <a:pt x="392597" y="44639"/>
                  <a:pt x="384648" y="44639"/>
                </a:cubicBezTo>
                <a:cubicBezTo>
                  <a:pt x="376634" y="44639"/>
                  <a:pt x="370343" y="47114"/>
                  <a:pt x="365778" y="52063"/>
                </a:cubicBezTo>
                <a:cubicBezTo>
                  <a:pt x="361212" y="57011"/>
                  <a:pt x="358568" y="64226"/>
                  <a:pt x="357845" y="73708"/>
                </a:cubicBezTo>
                <a:close/>
                <a:moveTo>
                  <a:pt x="487666" y="134409"/>
                </a:moveTo>
                <a:cubicBezTo>
                  <a:pt x="482279" y="134409"/>
                  <a:pt x="477171" y="133800"/>
                  <a:pt x="472343" y="132583"/>
                </a:cubicBezTo>
                <a:cubicBezTo>
                  <a:pt x="467514" y="131365"/>
                  <a:pt x="463261" y="129438"/>
                  <a:pt x="459582" y="126800"/>
                </a:cubicBezTo>
                <a:cubicBezTo>
                  <a:pt x="455903" y="124162"/>
                  <a:pt x="453029" y="120695"/>
                  <a:pt x="450960" y="116401"/>
                </a:cubicBezTo>
                <a:cubicBezTo>
                  <a:pt x="448890" y="112104"/>
                  <a:pt x="447856" y="106911"/>
                  <a:pt x="447856" y="100822"/>
                </a:cubicBezTo>
                <a:lnTo>
                  <a:pt x="463721" y="100822"/>
                </a:lnTo>
                <a:cubicBezTo>
                  <a:pt x="463721" y="108666"/>
                  <a:pt x="466036" y="114189"/>
                  <a:pt x="470668" y="117389"/>
                </a:cubicBezTo>
                <a:cubicBezTo>
                  <a:pt x="475299" y="120590"/>
                  <a:pt x="481097" y="122190"/>
                  <a:pt x="488060" y="122190"/>
                </a:cubicBezTo>
                <a:cubicBezTo>
                  <a:pt x="494301" y="122190"/>
                  <a:pt x="499441" y="120927"/>
                  <a:pt x="503482" y="118402"/>
                </a:cubicBezTo>
                <a:cubicBezTo>
                  <a:pt x="507522" y="115877"/>
                  <a:pt x="509542" y="111709"/>
                  <a:pt x="509542" y="105897"/>
                </a:cubicBezTo>
                <a:cubicBezTo>
                  <a:pt x="509542" y="101025"/>
                  <a:pt x="507719" y="97406"/>
                  <a:pt x="504073" y="95039"/>
                </a:cubicBezTo>
                <a:cubicBezTo>
                  <a:pt x="500427" y="92670"/>
                  <a:pt x="494005" y="90370"/>
                  <a:pt x="484808" y="88138"/>
                </a:cubicBezTo>
                <a:cubicBezTo>
                  <a:pt x="477319" y="86311"/>
                  <a:pt x="471013" y="84197"/>
                  <a:pt x="465889" y="81798"/>
                </a:cubicBezTo>
                <a:cubicBezTo>
                  <a:pt x="460764" y="79396"/>
                  <a:pt x="456921" y="76351"/>
                  <a:pt x="454359" y="72664"/>
                </a:cubicBezTo>
                <a:cubicBezTo>
                  <a:pt x="451797" y="68977"/>
                  <a:pt x="450516" y="64326"/>
                  <a:pt x="450516" y="58711"/>
                </a:cubicBezTo>
                <a:cubicBezTo>
                  <a:pt x="450516" y="54314"/>
                  <a:pt x="451420" y="50441"/>
                  <a:pt x="453226" y="47093"/>
                </a:cubicBezTo>
                <a:cubicBezTo>
                  <a:pt x="455033" y="43745"/>
                  <a:pt x="457562" y="40955"/>
                  <a:pt x="460814" y="38723"/>
                </a:cubicBezTo>
                <a:cubicBezTo>
                  <a:pt x="464066" y="36490"/>
                  <a:pt x="467892" y="34815"/>
                  <a:pt x="472294" y="33701"/>
                </a:cubicBezTo>
                <a:cubicBezTo>
                  <a:pt x="476695" y="32584"/>
                  <a:pt x="481458" y="32026"/>
                  <a:pt x="486582" y="32026"/>
                </a:cubicBezTo>
                <a:cubicBezTo>
                  <a:pt x="491640" y="32026"/>
                  <a:pt x="496387" y="32634"/>
                  <a:pt x="500821" y="33852"/>
                </a:cubicBezTo>
                <a:cubicBezTo>
                  <a:pt x="505255" y="35069"/>
                  <a:pt x="509164" y="36964"/>
                  <a:pt x="512547" y="39536"/>
                </a:cubicBezTo>
                <a:cubicBezTo>
                  <a:pt x="515931" y="42106"/>
                  <a:pt x="518608" y="45421"/>
                  <a:pt x="520578" y="49480"/>
                </a:cubicBezTo>
                <a:cubicBezTo>
                  <a:pt x="522549" y="53538"/>
                  <a:pt x="523535" y="58409"/>
                  <a:pt x="523535" y="64091"/>
                </a:cubicBezTo>
                <a:lnTo>
                  <a:pt x="507571" y="64091"/>
                </a:lnTo>
                <a:cubicBezTo>
                  <a:pt x="507571" y="56920"/>
                  <a:pt x="505535" y="51853"/>
                  <a:pt x="501462" y="48888"/>
                </a:cubicBezTo>
                <a:cubicBezTo>
                  <a:pt x="497389" y="45924"/>
                  <a:pt x="492429" y="44442"/>
                  <a:pt x="486582" y="44442"/>
                </a:cubicBezTo>
                <a:cubicBezTo>
                  <a:pt x="480670" y="44442"/>
                  <a:pt x="475874" y="45554"/>
                  <a:pt x="472195" y="47780"/>
                </a:cubicBezTo>
                <a:cubicBezTo>
                  <a:pt x="468516" y="50003"/>
                  <a:pt x="466677" y="53478"/>
                  <a:pt x="466677" y="58203"/>
                </a:cubicBezTo>
                <a:cubicBezTo>
                  <a:pt x="466677" y="60841"/>
                  <a:pt x="467498" y="63074"/>
                  <a:pt x="469140" y="64901"/>
                </a:cubicBezTo>
                <a:cubicBezTo>
                  <a:pt x="470783" y="66728"/>
                  <a:pt x="473542" y="68369"/>
                  <a:pt x="477418" y="69825"/>
                </a:cubicBezTo>
                <a:cubicBezTo>
                  <a:pt x="481294" y="71278"/>
                  <a:pt x="486516" y="72817"/>
                  <a:pt x="493086" y="74441"/>
                </a:cubicBezTo>
                <a:cubicBezTo>
                  <a:pt x="500246" y="76200"/>
                  <a:pt x="506257" y="78297"/>
                  <a:pt x="511118" y="80732"/>
                </a:cubicBezTo>
                <a:cubicBezTo>
                  <a:pt x="515980" y="83167"/>
                  <a:pt x="519642" y="86296"/>
                  <a:pt x="522106" y="90118"/>
                </a:cubicBezTo>
                <a:cubicBezTo>
                  <a:pt x="524569" y="93939"/>
                  <a:pt x="525801" y="98826"/>
                  <a:pt x="525801" y="104779"/>
                </a:cubicBezTo>
                <a:cubicBezTo>
                  <a:pt x="525801" y="109920"/>
                  <a:pt x="524832" y="114367"/>
                  <a:pt x="522894" y="118122"/>
                </a:cubicBezTo>
                <a:cubicBezTo>
                  <a:pt x="520956" y="121877"/>
                  <a:pt x="518263" y="124955"/>
                  <a:pt x="514814" y="127357"/>
                </a:cubicBezTo>
                <a:cubicBezTo>
                  <a:pt x="511365" y="129759"/>
                  <a:pt x="507325" y="131535"/>
                  <a:pt x="502693" y="132684"/>
                </a:cubicBezTo>
                <a:cubicBezTo>
                  <a:pt x="498062" y="133834"/>
                  <a:pt x="493053" y="134409"/>
                  <a:pt x="487666" y="134409"/>
                </a:cubicBezTo>
                <a:close/>
                <a:moveTo>
                  <a:pt x="594282" y="134409"/>
                </a:moveTo>
                <a:cubicBezTo>
                  <a:pt x="583837" y="134409"/>
                  <a:pt x="575280" y="132160"/>
                  <a:pt x="568612" y="127662"/>
                </a:cubicBezTo>
                <a:cubicBezTo>
                  <a:pt x="561944" y="123162"/>
                  <a:pt x="557001" y="117040"/>
                  <a:pt x="553782" y="109297"/>
                </a:cubicBezTo>
                <a:cubicBezTo>
                  <a:pt x="550563" y="101551"/>
                  <a:pt x="548953" y="92841"/>
                  <a:pt x="548953" y="83168"/>
                </a:cubicBezTo>
                <a:cubicBezTo>
                  <a:pt x="548953" y="73088"/>
                  <a:pt x="550514" y="64209"/>
                  <a:pt x="553634" y="56531"/>
                </a:cubicBezTo>
                <a:cubicBezTo>
                  <a:pt x="556754" y="48853"/>
                  <a:pt x="561517" y="42850"/>
                  <a:pt x="567922" y="38520"/>
                </a:cubicBezTo>
                <a:cubicBezTo>
                  <a:pt x="574327" y="34190"/>
                  <a:pt x="582457" y="32026"/>
                  <a:pt x="592311" y="32026"/>
                </a:cubicBezTo>
                <a:cubicBezTo>
                  <a:pt x="605384" y="32026"/>
                  <a:pt x="615632" y="36079"/>
                  <a:pt x="623056" y="44186"/>
                </a:cubicBezTo>
                <a:cubicBezTo>
                  <a:pt x="630479" y="52291"/>
                  <a:pt x="634191" y="63943"/>
                  <a:pt x="634191" y="79143"/>
                </a:cubicBezTo>
                <a:cubicBezTo>
                  <a:pt x="634191" y="80157"/>
                  <a:pt x="634158" y="81357"/>
                  <a:pt x="634092" y="82743"/>
                </a:cubicBezTo>
                <a:cubicBezTo>
                  <a:pt x="634026" y="84127"/>
                  <a:pt x="633928" y="85122"/>
                  <a:pt x="633796" y="85730"/>
                </a:cubicBezTo>
                <a:lnTo>
                  <a:pt x="565410" y="85730"/>
                </a:lnTo>
                <a:cubicBezTo>
                  <a:pt x="565475" y="92238"/>
                  <a:pt x="566477" y="98215"/>
                  <a:pt x="568415" y="103661"/>
                </a:cubicBezTo>
                <a:cubicBezTo>
                  <a:pt x="570353" y="109108"/>
                  <a:pt x="573424" y="113475"/>
                  <a:pt x="577628" y="116764"/>
                </a:cubicBezTo>
                <a:cubicBezTo>
                  <a:pt x="581833" y="120053"/>
                  <a:pt x="587384" y="121697"/>
                  <a:pt x="594282" y="121697"/>
                </a:cubicBezTo>
                <a:cubicBezTo>
                  <a:pt x="601639" y="121697"/>
                  <a:pt x="607388" y="119884"/>
                  <a:pt x="611526" y="116259"/>
                </a:cubicBezTo>
                <a:cubicBezTo>
                  <a:pt x="615665" y="112634"/>
                  <a:pt x="617833" y="107403"/>
                  <a:pt x="618030" y="100566"/>
                </a:cubicBezTo>
                <a:lnTo>
                  <a:pt x="634289" y="100566"/>
                </a:lnTo>
                <a:cubicBezTo>
                  <a:pt x="634092" y="107544"/>
                  <a:pt x="632351" y="113557"/>
                  <a:pt x="629066" y="118605"/>
                </a:cubicBezTo>
                <a:cubicBezTo>
                  <a:pt x="625782" y="123654"/>
                  <a:pt x="621183" y="127550"/>
                  <a:pt x="615271" y="130295"/>
                </a:cubicBezTo>
                <a:cubicBezTo>
                  <a:pt x="609358" y="133038"/>
                  <a:pt x="602362" y="134409"/>
                  <a:pt x="594282" y="134409"/>
                </a:cubicBezTo>
                <a:moveTo>
                  <a:pt x="565508" y="73708"/>
                </a:moveTo>
                <a:lnTo>
                  <a:pt x="617931" y="73708"/>
                </a:lnTo>
                <a:cubicBezTo>
                  <a:pt x="617734" y="64295"/>
                  <a:pt x="615402" y="57098"/>
                  <a:pt x="610935" y="52115"/>
                </a:cubicBezTo>
                <a:cubicBezTo>
                  <a:pt x="606468" y="47131"/>
                  <a:pt x="600260" y="44639"/>
                  <a:pt x="592311" y="44639"/>
                </a:cubicBezTo>
                <a:cubicBezTo>
                  <a:pt x="584296" y="44639"/>
                  <a:pt x="578006" y="47114"/>
                  <a:pt x="573441" y="52063"/>
                </a:cubicBezTo>
                <a:cubicBezTo>
                  <a:pt x="568875" y="57011"/>
                  <a:pt x="566231" y="64226"/>
                  <a:pt x="565508" y="73708"/>
                </a:cubicBezTo>
                <a:close/>
                <a:moveTo>
                  <a:pt x="655278" y="132635"/>
                </a:moveTo>
                <a:lnTo>
                  <a:pt x="655278" y="33701"/>
                </a:lnTo>
                <a:lnTo>
                  <a:pt x="671045" y="33701"/>
                </a:lnTo>
                <a:lnTo>
                  <a:pt x="671636" y="48186"/>
                </a:lnTo>
                <a:cubicBezTo>
                  <a:pt x="674592" y="44310"/>
                  <a:pt x="678829" y="40648"/>
                  <a:pt x="684348" y="37199"/>
                </a:cubicBezTo>
                <a:cubicBezTo>
                  <a:pt x="689866" y="33750"/>
                  <a:pt x="696928" y="32026"/>
                  <a:pt x="705534" y="32026"/>
                </a:cubicBezTo>
                <a:cubicBezTo>
                  <a:pt x="716045" y="32026"/>
                  <a:pt x="723698" y="35233"/>
                  <a:pt x="728494" y="41649"/>
                </a:cubicBezTo>
                <a:cubicBezTo>
                  <a:pt x="733289" y="48064"/>
                  <a:pt x="735687" y="57076"/>
                  <a:pt x="735687" y="68686"/>
                </a:cubicBezTo>
                <a:lnTo>
                  <a:pt x="735687" y="132635"/>
                </a:lnTo>
                <a:lnTo>
                  <a:pt x="719231" y="132635"/>
                </a:lnTo>
                <a:lnTo>
                  <a:pt x="719231" y="70801"/>
                </a:lnTo>
                <a:cubicBezTo>
                  <a:pt x="719231" y="65954"/>
                  <a:pt x="718738" y="61654"/>
                  <a:pt x="717753" y="57902"/>
                </a:cubicBezTo>
                <a:cubicBezTo>
                  <a:pt x="716767" y="54147"/>
                  <a:pt x="715010" y="51195"/>
                  <a:pt x="712481" y="49045"/>
                </a:cubicBezTo>
                <a:cubicBezTo>
                  <a:pt x="709952" y="46896"/>
                  <a:pt x="706289" y="45821"/>
                  <a:pt x="701494" y="45821"/>
                </a:cubicBezTo>
                <a:cubicBezTo>
                  <a:pt x="694333" y="45821"/>
                  <a:pt x="688322" y="47511"/>
                  <a:pt x="683461" y="50890"/>
                </a:cubicBezTo>
                <a:cubicBezTo>
                  <a:pt x="678599" y="54267"/>
                  <a:pt x="674691" y="57969"/>
                  <a:pt x="671734" y="61997"/>
                </a:cubicBezTo>
                <a:lnTo>
                  <a:pt x="671734" y="132635"/>
                </a:lnTo>
                <a:lnTo>
                  <a:pt x="655278" y="132635"/>
                </a:lnTo>
                <a:close/>
                <a:moveTo>
                  <a:pt x="800721" y="132635"/>
                </a:moveTo>
                <a:cubicBezTo>
                  <a:pt x="792969" y="132635"/>
                  <a:pt x="787024" y="131359"/>
                  <a:pt x="782885" y="128807"/>
                </a:cubicBezTo>
                <a:cubicBezTo>
                  <a:pt x="778747" y="126256"/>
                  <a:pt x="775905" y="122582"/>
                  <a:pt x="774362" y="117786"/>
                </a:cubicBezTo>
                <a:cubicBezTo>
                  <a:pt x="772818" y="112989"/>
                  <a:pt x="772046" y="107222"/>
                  <a:pt x="772046" y="100486"/>
                </a:cubicBezTo>
                <a:lnTo>
                  <a:pt x="772046" y="47004"/>
                </a:lnTo>
                <a:lnTo>
                  <a:pt x="755984" y="47004"/>
                </a:lnTo>
                <a:lnTo>
                  <a:pt x="755984" y="33701"/>
                </a:lnTo>
                <a:lnTo>
                  <a:pt x="772046" y="33701"/>
                </a:lnTo>
                <a:lnTo>
                  <a:pt x="772046" y="11726"/>
                </a:lnTo>
                <a:lnTo>
                  <a:pt x="788404" y="11726"/>
                </a:lnTo>
                <a:lnTo>
                  <a:pt x="788404" y="33701"/>
                </a:lnTo>
                <a:lnTo>
                  <a:pt x="812053" y="33701"/>
                </a:lnTo>
                <a:lnTo>
                  <a:pt x="812053" y="47004"/>
                </a:lnTo>
                <a:lnTo>
                  <a:pt x="788404" y="47004"/>
                </a:lnTo>
                <a:lnTo>
                  <a:pt x="788404" y="100018"/>
                </a:lnTo>
                <a:cubicBezTo>
                  <a:pt x="788404" y="106251"/>
                  <a:pt x="789175" y="111028"/>
                  <a:pt x="790719" y="114350"/>
                </a:cubicBezTo>
                <a:cubicBezTo>
                  <a:pt x="792263" y="117671"/>
                  <a:pt x="795958" y="119332"/>
                  <a:pt x="801805" y="119332"/>
                </a:cubicBezTo>
                <a:lnTo>
                  <a:pt x="812250" y="119332"/>
                </a:lnTo>
                <a:lnTo>
                  <a:pt x="812250" y="132635"/>
                </a:lnTo>
                <a:lnTo>
                  <a:pt x="800721" y="132635"/>
                </a:lnTo>
                <a:close/>
                <a:moveTo>
                  <a:pt x="865657" y="134409"/>
                </a:moveTo>
                <a:cubicBezTo>
                  <a:pt x="860270" y="134409"/>
                  <a:pt x="855162" y="133800"/>
                  <a:pt x="850334" y="132583"/>
                </a:cubicBezTo>
                <a:cubicBezTo>
                  <a:pt x="845505" y="131365"/>
                  <a:pt x="841252" y="129438"/>
                  <a:pt x="837573" y="126800"/>
                </a:cubicBezTo>
                <a:cubicBezTo>
                  <a:pt x="833894" y="124162"/>
                  <a:pt x="831020" y="120695"/>
                  <a:pt x="828951" y="116401"/>
                </a:cubicBezTo>
                <a:cubicBezTo>
                  <a:pt x="826881" y="112104"/>
                  <a:pt x="825847" y="106911"/>
                  <a:pt x="825847" y="100822"/>
                </a:cubicBezTo>
                <a:lnTo>
                  <a:pt x="841712" y="100822"/>
                </a:lnTo>
                <a:cubicBezTo>
                  <a:pt x="841712" y="108666"/>
                  <a:pt x="844027" y="114189"/>
                  <a:pt x="848659" y="117389"/>
                </a:cubicBezTo>
                <a:cubicBezTo>
                  <a:pt x="853290" y="120590"/>
                  <a:pt x="859088" y="122190"/>
                  <a:pt x="866051" y="122190"/>
                </a:cubicBezTo>
                <a:cubicBezTo>
                  <a:pt x="872292" y="122190"/>
                  <a:pt x="877432" y="120927"/>
                  <a:pt x="881473" y="118402"/>
                </a:cubicBezTo>
                <a:cubicBezTo>
                  <a:pt x="885513" y="115877"/>
                  <a:pt x="887533" y="111709"/>
                  <a:pt x="887533" y="105897"/>
                </a:cubicBezTo>
                <a:cubicBezTo>
                  <a:pt x="887533" y="101025"/>
                  <a:pt x="885710" y="97406"/>
                  <a:pt x="882064" y="95039"/>
                </a:cubicBezTo>
                <a:cubicBezTo>
                  <a:pt x="878418" y="92670"/>
                  <a:pt x="871996" y="90370"/>
                  <a:pt x="862799" y="88138"/>
                </a:cubicBezTo>
                <a:cubicBezTo>
                  <a:pt x="855310" y="86311"/>
                  <a:pt x="849004" y="84197"/>
                  <a:pt x="843880" y="81798"/>
                </a:cubicBezTo>
                <a:cubicBezTo>
                  <a:pt x="838755" y="79396"/>
                  <a:pt x="834912" y="76351"/>
                  <a:pt x="832350" y="72664"/>
                </a:cubicBezTo>
                <a:cubicBezTo>
                  <a:pt x="829788" y="68977"/>
                  <a:pt x="828507" y="64326"/>
                  <a:pt x="828507" y="58711"/>
                </a:cubicBezTo>
                <a:cubicBezTo>
                  <a:pt x="828507" y="54314"/>
                  <a:pt x="829411" y="50441"/>
                  <a:pt x="831217" y="47093"/>
                </a:cubicBezTo>
                <a:cubicBezTo>
                  <a:pt x="833024" y="43745"/>
                  <a:pt x="835553" y="40955"/>
                  <a:pt x="838805" y="38723"/>
                </a:cubicBezTo>
                <a:cubicBezTo>
                  <a:pt x="842057" y="36490"/>
                  <a:pt x="845883" y="34815"/>
                  <a:pt x="850285" y="33701"/>
                </a:cubicBezTo>
                <a:cubicBezTo>
                  <a:pt x="854686" y="32584"/>
                  <a:pt x="859449" y="32026"/>
                  <a:pt x="864573" y="32026"/>
                </a:cubicBezTo>
                <a:cubicBezTo>
                  <a:pt x="869631" y="32026"/>
                  <a:pt x="874378" y="32634"/>
                  <a:pt x="878812" y="33852"/>
                </a:cubicBezTo>
                <a:cubicBezTo>
                  <a:pt x="883246" y="35069"/>
                  <a:pt x="887155" y="36964"/>
                  <a:pt x="890538" y="39536"/>
                </a:cubicBezTo>
                <a:cubicBezTo>
                  <a:pt x="893922" y="42106"/>
                  <a:pt x="896599" y="45421"/>
                  <a:pt x="898569" y="49480"/>
                </a:cubicBezTo>
                <a:cubicBezTo>
                  <a:pt x="900540" y="53538"/>
                  <a:pt x="901526" y="58409"/>
                  <a:pt x="901526" y="64091"/>
                </a:cubicBezTo>
                <a:lnTo>
                  <a:pt x="885562" y="64091"/>
                </a:lnTo>
                <a:cubicBezTo>
                  <a:pt x="885562" y="56920"/>
                  <a:pt x="883526" y="51853"/>
                  <a:pt x="879453" y="48888"/>
                </a:cubicBezTo>
                <a:cubicBezTo>
                  <a:pt x="875380" y="45924"/>
                  <a:pt x="870420" y="44442"/>
                  <a:pt x="864573" y="44442"/>
                </a:cubicBezTo>
                <a:cubicBezTo>
                  <a:pt x="858661" y="44442"/>
                  <a:pt x="853865" y="45554"/>
                  <a:pt x="850186" y="47780"/>
                </a:cubicBezTo>
                <a:cubicBezTo>
                  <a:pt x="846507" y="50003"/>
                  <a:pt x="844668" y="53478"/>
                  <a:pt x="844668" y="58203"/>
                </a:cubicBezTo>
                <a:cubicBezTo>
                  <a:pt x="844668" y="60841"/>
                  <a:pt x="845489" y="63074"/>
                  <a:pt x="847131" y="64901"/>
                </a:cubicBezTo>
                <a:cubicBezTo>
                  <a:pt x="848774" y="66728"/>
                  <a:pt x="851533" y="68369"/>
                  <a:pt x="855409" y="69825"/>
                </a:cubicBezTo>
                <a:cubicBezTo>
                  <a:pt x="859285" y="71278"/>
                  <a:pt x="864507" y="72817"/>
                  <a:pt x="871077" y="74441"/>
                </a:cubicBezTo>
                <a:cubicBezTo>
                  <a:pt x="878237" y="76200"/>
                  <a:pt x="884248" y="78297"/>
                  <a:pt x="889109" y="80732"/>
                </a:cubicBezTo>
                <a:cubicBezTo>
                  <a:pt x="893971" y="83167"/>
                  <a:pt x="897633" y="86296"/>
                  <a:pt x="900097" y="90118"/>
                </a:cubicBezTo>
                <a:cubicBezTo>
                  <a:pt x="902560" y="93939"/>
                  <a:pt x="903792" y="98826"/>
                  <a:pt x="903792" y="104779"/>
                </a:cubicBezTo>
                <a:cubicBezTo>
                  <a:pt x="903792" y="109920"/>
                  <a:pt x="902823" y="114367"/>
                  <a:pt x="900885" y="118122"/>
                </a:cubicBezTo>
                <a:cubicBezTo>
                  <a:pt x="898947" y="121877"/>
                  <a:pt x="896254" y="124955"/>
                  <a:pt x="892805" y="127357"/>
                </a:cubicBezTo>
                <a:cubicBezTo>
                  <a:pt x="889356" y="129759"/>
                  <a:pt x="885316" y="131535"/>
                  <a:pt x="880684" y="132684"/>
                </a:cubicBezTo>
                <a:cubicBezTo>
                  <a:pt x="876053" y="133834"/>
                  <a:pt x="871044" y="134409"/>
                  <a:pt x="865657" y="134409"/>
                </a:cubicBezTo>
                <a:close/>
                <a:moveTo>
                  <a:pt x="1002330" y="132635"/>
                </a:moveTo>
                <a:cubicBezTo>
                  <a:pt x="994578" y="132635"/>
                  <a:pt x="988633" y="131359"/>
                  <a:pt x="984494" y="128807"/>
                </a:cubicBezTo>
                <a:cubicBezTo>
                  <a:pt x="980356" y="126256"/>
                  <a:pt x="977514" y="122582"/>
                  <a:pt x="975970" y="117786"/>
                </a:cubicBezTo>
                <a:cubicBezTo>
                  <a:pt x="974427" y="112989"/>
                  <a:pt x="973655" y="107222"/>
                  <a:pt x="973655" y="100486"/>
                </a:cubicBezTo>
                <a:lnTo>
                  <a:pt x="973655" y="47004"/>
                </a:lnTo>
                <a:lnTo>
                  <a:pt x="957593" y="47004"/>
                </a:lnTo>
                <a:lnTo>
                  <a:pt x="957593" y="33701"/>
                </a:lnTo>
                <a:lnTo>
                  <a:pt x="973655" y="33701"/>
                </a:lnTo>
                <a:lnTo>
                  <a:pt x="973655" y="11726"/>
                </a:lnTo>
                <a:lnTo>
                  <a:pt x="990012" y="11726"/>
                </a:lnTo>
                <a:lnTo>
                  <a:pt x="990012" y="33701"/>
                </a:lnTo>
                <a:lnTo>
                  <a:pt x="1013662" y="33701"/>
                </a:lnTo>
                <a:lnTo>
                  <a:pt x="1013662" y="47004"/>
                </a:lnTo>
                <a:lnTo>
                  <a:pt x="990012" y="47004"/>
                </a:lnTo>
                <a:lnTo>
                  <a:pt x="990012" y="100018"/>
                </a:lnTo>
                <a:cubicBezTo>
                  <a:pt x="990012" y="106251"/>
                  <a:pt x="990784" y="111028"/>
                  <a:pt x="992328" y="114350"/>
                </a:cubicBezTo>
                <a:cubicBezTo>
                  <a:pt x="993872" y="117671"/>
                  <a:pt x="997567" y="119332"/>
                  <a:pt x="1003414" y="119332"/>
                </a:cubicBezTo>
                <a:lnTo>
                  <a:pt x="1013859" y="119332"/>
                </a:lnTo>
                <a:lnTo>
                  <a:pt x="1013859" y="132635"/>
                </a:lnTo>
                <a:lnTo>
                  <a:pt x="1002330" y="132635"/>
                </a:lnTo>
                <a:close/>
                <a:moveTo>
                  <a:pt x="1039526" y="132635"/>
                </a:moveTo>
                <a:lnTo>
                  <a:pt x="1039526" y="0"/>
                </a:lnTo>
                <a:lnTo>
                  <a:pt x="1055883" y="0"/>
                </a:lnTo>
                <a:lnTo>
                  <a:pt x="1055883" y="48186"/>
                </a:lnTo>
                <a:cubicBezTo>
                  <a:pt x="1058840" y="44310"/>
                  <a:pt x="1063077" y="40648"/>
                  <a:pt x="1068595" y="37199"/>
                </a:cubicBezTo>
                <a:cubicBezTo>
                  <a:pt x="1074113" y="33750"/>
                  <a:pt x="1081142" y="32026"/>
                  <a:pt x="1089683" y="32026"/>
                </a:cubicBezTo>
                <a:cubicBezTo>
                  <a:pt x="1100456" y="32026"/>
                  <a:pt x="1108192" y="35217"/>
                  <a:pt x="1112889" y="41599"/>
                </a:cubicBezTo>
                <a:cubicBezTo>
                  <a:pt x="1117586" y="47980"/>
                  <a:pt x="1119934" y="57009"/>
                  <a:pt x="1119934" y="68686"/>
                </a:cubicBezTo>
                <a:lnTo>
                  <a:pt x="1119934" y="132635"/>
                </a:lnTo>
                <a:lnTo>
                  <a:pt x="1103478" y="132635"/>
                </a:lnTo>
                <a:lnTo>
                  <a:pt x="1103478" y="70700"/>
                </a:lnTo>
                <a:cubicBezTo>
                  <a:pt x="1103478" y="65920"/>
                  <a:pt x="1103002" y="61654"/>
                  <a:pt x="1102049" y="57902"/>
                </a:cubicBezTo>
                <a:cubicBezTo>
                  <a:pt x="1101097" y="54147"/>
                  <a:pt x="1099340" y="51195"/>
                  <a:pt x="1096778" y="49045"/>
                </a:cubicBezTo>
                <a:cubicBezTo>
                  <a:pt x="1094215" y="46896"/>
                  <a:pt x="1090537" y="45821"/>
                  <a:pt x="1085741" y="45821"/>
                </a:cubicBezTo>
                <a:cubicBezTo>
                  <a:pt x="1078580" y="45821"/>
                  <a:pt x="1072569" y="47511"/>
                  <a:pt x="1067708" y="50890"/>
                </a:cubicBezTo>
                <a:cubicBezTo>
                  <a:pt x="1062847" y="54267"/>
                  <a:pt x="1058938" y="57969"/>
                  <a:pt x="1055982" y="61997"/>
                </a:cubicBezTo>
                <a:lnTo>
                  <a:pt x="1055982" y="132635"/>
                </a:lnTo>
                <a:lnTo>
                  <a:pt x="1039526" y="132635"/>
                </a:lnTo>
                <a:close/>
                <a:moveTo>
                  <a:pt x="1186596" y="134409"/>
                </a:moveTo>
                <a:cubicBezTo>
                  <a:pt x="1176151" y="134409"/>
                  <a:pt x="1167594" y="132160"/>
                  <a:pt x="1160926" y="127662"/>
                </a:cubicBezTo>
                <a:cubicBezTo>
                  <a:pt x="1154258" y="123162"/>
                  <a:pt x="1149315" y="117040"/>
                  <a:pt x="1146096" y="109297"/>
                </a:cubicBezTo>
                <a:cubicBezTo>
                  <a:pt x="1142877" y="101551"/>
                  <a:pt x="1141267" y="92841"/>
                  <a:pt x="1141267" y="83168"/>
                </a:cubicBezTo>
                <a:cubicBezTo>
                  <a:pt x="1141267" y="73088"/>
                  <a:pt x="1142828" y="64209"/>
                  <a:pt x="1145948" y="56531"/>
                </a:cubicBezTo>
                <a:cubicBezTo>
                  <a:pt x="1149068" y="48853"/>
                  <a:pt x="1153831" y="42850"/>
                  <a:pt x="1160236" y="38520"/>
                </a:cubicBezTo>
                <a:cubicBezTo>
                  <a:pt x="1166641" y="34190"/>
                  <a:pt x="1174771" y="32026"/>
                  <a:pt x="1184625" y="32026"/>
                </a:cubicBezTo>
                <a:cubicBezTo>
                  <a:pt x="1197698" y="32026"/>
                  <a:pt x="1207946" y="36079"/>
                  <a:pt x="1215370" y="44186"/>
                </a:cubicBezTo>
                <a:cubicBezTo>
                  <a:pt x="1222793" y="52291"/>
                  <a:pt x="1226505" y="63943"/>
                  <a:pt x="1226505" y="79143"/>
                </a:cubicBezTo>
                <a:cubicBezTo>
                  <a:pt x="1226505" y="80157"/>
                  <a:pt x="1226472" y="81357"/>
                  <a:pt x="1226406" y="82743"/>
                </a:cubicBezTo>
                <a:cubicBezTo>
                  <a:pt x="1226340" y="84127"/>
                  <a:pt x="1226242" y="85122"/>
                  <a:pt x="1226110" y="85730"/>
                </a:cubicBezTo>
                <a:lnTo>
                  <a:pt x="1157724" y="85730"/>
                </a:lnTo>
                <a:cubicBezTo>
                  <a:pt x="1157789" y="92238"/>
                  <a:pt x="1158791" y="98215"/>
                  <a:pt x="1160729" y="103661"/>
                </a:cubicBezTo>
                <a:cubicBezTo>
                  <a:pt x="1162667" y="109108"/>
                  <a:pt x="1165738" y="113475"/>
                  <a:pt x="1169943" y="116764"/>
                </a:cubicBezTo>
                <a:cubicBezTo>
                  <a:pt x="1174147" y="120053"/>
                  <a:pt x="1179698" y="121697"/>
                  <a:pt x="1186596" y="121697"/>
                </a:cubicBezTo>
                <a:cubicBezTo>
                  <a:pt x="1193953" y="121697"/>
                  <a:pt x="1199702" y="119884"/>
                  <a:pt x="1203840" y="116259"/>
                </a:cubicBezTo>
                <a:cubicBezTo>
                  <a:pt x="1207979" y="112634"/>
                  <a:pt x="1210147" y="107403"/>
                  <a:pt x="1210344" y="100566"/>
                </a:cubicBezTo>
                <a:lnTo>
                  <a:pt x="1226603" y="100566"/>
                </a:lnTo>
                <a:cubicBezTo>
                  <a:pt x="1226406" y="107544"/>
                  <a:pt x="1224665" y="113557"/>
                  <a:pt x="1221381" y="118605"/>
                </a:cubicBezTo>
                <a:cubicBezTo>
                  <a:pt x="1218096" y="123654"/>
                  <a:pt x="1213497" y="127550"/>
                  <a:pt x="1207585" y="130295"/>
                </a:cubicBezTo>
                <a:cubicBezTo>
                  <a:pt x="1201672" y="133038"/>
                  <a:pt x="1194676" y="134409"/>
                  <a:pt x="1186596" y="134409"/>
                </a:cubicBezTo>
                <a:moveTo>
                  <a:pt x="1157822" y="73708"/>
                </a:moveTo>
                <a:lnTo>
                  <a:pt x="1210245" y="73708"/>
                </a:lnTo>
                <a:cubicBezTo>
                  <a:pt x="1210048" y="64295"/>
                  <a:pt x="1207716" y="57098"/>
                  <a:pt x="1203249" y="52115"/>
                </a:cubicBezTo>
                <a:cubicBezTo>
                  <a:pt x="1198782" y="47131"/>
                  <a:pt x="1192574" y="44639"/>
                  <a:pt x="1184625" y="44639"/>
                </a:cubicBezTo>
                <a:cubicBezTo>
                  <a:pt x="1176610" y="44639"/>
                  <a:pt x="1170320" y="47114"/>
                  <a:pt x="1165755" y="52063"/>
                </a:cubicBezTo>
                <a:cubicBezTo>
                  <a:pt x="1161189" y="57011"/>
                  <a:pt x="1158545" y="64226"/>
                  <a:pt x="1157822" y="7370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" name="Text matrix.Ifanodeisa">
            <a:extLst xmlns:a="http://schemas.openxmlformats.org/drawingml/2006/main">
              <a:ext uri="{FF2B5EF4-FFF2-40B4-BE49-F238E27FC236}">
                <a16:creationId xmlns:a16="http://schemas.microsoft.com/office/drawing/2014/main" id="{184F4D4C-880F-4131-B96B-F4461BDBF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3362" y="6878951"/>
            <a:ext cx="1695742" cy="138100"/>
          </a:xfrm>
          <a:custGeom xmlns:a="http://schemas.openxmlformats.org/drawingml/2006/main">
            <a:pathLst>
              <a:path w="1695742" h="138100">
                <a:moveTo>
                  <a:pt x="419381" y="19061"/>
                </a:moveTo>
                <a:lnTo>
                  <a:pt x="419740" y="19019"/>
                </a:lnTo>
                <a:lnTo>
                  <a:pt x="420092" y="18967"/>
                </a:lnTo>
                <a:lnTo>
                  <a:pt x="420438" y="18906"/>
                </a:lnTo>
                <a:lnTo>
                  <a:pt x="420778" y="18835"/>
                </a:lnTo>
                <a:lnTo>
                  <a:pt x="421112" y="18755"/>
                </a:lnTo>
                <a:lnTo>
                  <a:pt x="421440" y="18666"/>
                </a:lnTo>
                <a:lnTo>
                  <a:pt x="421762" y="18567"/>
                </a:lnTo>
                <a:lnTo>
                  <a:pt x="422077" y="18459"/>
                </a:lnTo>
                <a:lnTo>
                  <a:pt x="422386" y="18341"/>
                </a:lnTo>
                <a:lnTo>
                  <a:pt x="422690" y="18214"/>
                </a:lnTo>
                <a:lnTo>
                  <a:pt x="422987" y="18077"/>
                </a:lnTo>
                <a:lnTo>
                  <a:pt x="423277" y="17931"/>
                </a:lnTo>
                <a:lnTo>
                  <a:pt x="423562" y="17776"/>
                </a:lnTo>
                <a:lnTo>
                  <a:pt x="423840" y="17611"/>
                </a:lnTo>
                <a:lnTo>
                  <a:pt x="424113" y="17437"/>
                </a:lnTo>
                <a:lnTo>
                  <a:pt x="424379" y="17253"/>
                </a:lnTo>
                <a:lnTo>
                  <a:pt x="424639" y="17060"/>
                </a:lnTo>
                <a:lnTo>
                  <a:pt x="424893" y="16857"/>
                </a:lnTo>
                <a:lnTo>
                  <a:pt x="425140" y="16645"/>
                </a:lnTo>
                <a:lnTo>
                  <a:pt x="425382" y="16424"/>
                </a:lnTo>
                <a:lnTo>
                  <a:pt x="425615" y="16195"/>
                </a:lnTo>
                <a:lnTo>
                  <a:pt x="425839" y="15962"/>
                </a:lnTo>
                <a:lnTo>
                  <a:pt x="426052" y="15724"/>
                </a:lnTo>
                <a:lnTo>
                  <a:pt x="426256" y="15480"/>
                </a:lnTo>
                <a:lnTo>
                  <a:pt x="426449" y="15232"/>
                </a:lnTo>
                <a:lnTo>
                  <a:pt x="426633" y="14978"/>
                </a:lnTo>
                <a:lnTo>
                  <a:pt x="426807" y="14720"/>
                </a:lnTo>
                <a:lnTo>
                  <a:pt x="426971" y="14457"/>
                </a:lnTo>
                <a:lnTo>
                  <a:pt x="427125" y="14188"/>
                </a:lnTo>
                <a:lnTo>
                  <a:pt x="427269" y="13915"/>
                </a:lnTo>
                <a:lnTo>
                  <a:pt x="427403" y="13637"/>
                </a:lnTo>
                <a:lnTo>
                  <a:pt x="427527" y="13354"/>
                </a:lnTo>
                <a:lnTo>
                  <a:pt x="427641" y="13066"/>
                </a:lnTo>
                <a:lnTo>
                  <a:pt x="427746" y="12773"/>
                </a:lnTo>
                <a:lnTo>
                  <a:pt x="427840" y="12474"/>
                </a:lnTo>
                <a:lnTo>
                  <a:pt x="427925" y="12171"/>
                </a:lnTo>
                <a:lnTo>
                  <a:pt x="427999" y="11863"/>
                </a:lnTo>
                <a:lnTo>
                  <a:pt x="428064" y="11550"/>
                </a:lnTo>
                <a:lnTo>
                  <a:pt x="428118" y="11233"/>
                </a:lnTo>
                <a:lnTo>
                  <a:pt x="428163" y="10910"/>
                </a:lnTo>
                <a:lnTo>
                  <a:pt x="428198" y="10582"/>
                </a:lnTo>
                <a:lnTo>
                  <a:pt x="428222" y="10249"/>
                </a:lnTo>
                <a:lnTo>
                  <a:pt x="428237" y="9911"/>
                </a:lnTo>
                <a:lnTo>
                  <a:pt x="428242" y="9568"/>
                </a:lnTo>
                <a:lnTo>
                  <a:pt x="428237" y="9226"/>
                </a:lnTo>
                <a:lnTo>
                  <a:pt x="428222" y="8888"/>
                </a:lnTo>
                <a:lnTo>
                  <a:pt x="428198" y="8555"/>
                </a:lnTo>
                <a:lnTo>
                  <a:pt x="428163" y="8227"/>
                </a:lnTo>
                <a:lnTo>
                  <a:pt x="428118" y="7904"/>
                </a:lnTo>
                <a:lnTo>
                  <a:pt x="428064" y="7586"/>
                </a:lnTo>
                <a:lnTo>
                  <a:pt x="427999" y="7273"/>
                </a:lnTo>
                <a:lnTo>
                  <a:pt x="427925" y="6965"/>
                </a:lnTo>
                <a:lnTo>
                  <a:pt x="427840" y="6662"/>
                </a:lnTo>
                <a:lnTo>
                  <a:pt x="427746" y="6364"/>
                </a:lnTo>
                <a:lnTo>
                  <a:pt x="427641" y="6071"/>
                </a:lnTo>
                <a:lnTo>
                  <a:pt x="427527" y="5783"/>
                </a:lnTo>
                <a:lnTo>
                  <a:pt x="427403" y="5500"/>
                </a:lnTo>
                <a:lnTo>
                  <a:pt x="427269" y="5222"/>
                </a:lnTo>
                <a:lnTo>
                  <a:pt x="427125" y="4948"/>
                </a:lnTo>
                <a:lnTo>
                  <a:pt x="426971" y="4680"/>
                </a:lnTo>
                <a:lnTo>
                  <a:pt x="426807" y="4417"/>
                </a:lnTo>
                <a:lnTo>
                  <a:pt x="426633" y="4158"/>
                </a:lnTo>
                <a:lnTo>
                  <a:pt x="426449" y="3905"/>
                </a:lnTo>
                <a:lnTo>
                  <a:pt x="426256" y="3657"/>
                </a:lnTo>
                <a:lnTo>
                  <a:pt x="426052" y="3413"/>
                </a:lnTo>
                <a:lnTo>
                  <a:pt x="425839" y="3175"/>
                </a:lnTo>
                <a:lnTo>
                  <a:pt x="425615" y="2941"/>
                </a:lnTo>
                <a:lnTo>
                  <a:pt x="425382" y="2713"/>
                </a:lnTo>
                <a:lnTo>
                  <a:pt x="425140" y="2491"/>
                </a:lnTo>
                <a:lnTo>
                  <a:pt x="424893" y="2279"/>
                </a:lnTo>
                <a:lnTo>
                  <a:pt x="424639" y="2077"/>
                </a:lnTo>
                <a:lnTo>
                  <a:pt x="424379" y="1884"/>
                </a:lnTo>
                <a:lnTo>
                  <a:pt x="424113" y="1700"/>
                </a:lnTo>
                <a:lnTo>
                  <a:pt x="423840" y="1526"/>
                </a:lnTo>
                <a:lnTo>
                  <a:pt x="423562" y="1361"/>
                </a:lnTo>
                <a:lnTo>
                  <a:pt x="423277" y="1206"/>
                </a:lnTo>
                <a:lnTo>
                  <a:pt x="422987" y="1060"/>
                </a:lnTo>
                <a:lnTo>
                  <a:pt x="422690" y="923"/>
                </a:lnTo>
                <a:lnTo>
                  <a:pt x="422386" y="796"/>
                </a:lnTo>
                <a:lnTo>
                  <a:pt x="422077" y="678"/>
                </a:lnTo>
                <a:lnTo>
                  <a:pt x="421762" y="570"/>
                </a:lnTo>
                <a:lnTo>
                  <a:pt x="421440" y="471"/>
                </a:lnTo>
                <a:lnTo>
                  <a:pt x="421112" y="381"/>
                </a:lnTo>
                <a:lnTo>
                  <a:pt x="420778" y="301"/>
                </a:lnTo>
                <a:lnTo>
                  <a:pt x="420438" y="231"/>
                </a:lnTo>
                <a:lnTo>
                  <a:pt x="420092" y="170"/>
                </a:lnTo>
                <a:lnTo>
                  <a:pt x="419740" y="118"/>
                </a:lnTo>
                <a:lnTo>
                  <a:pt x="419381" y="75"/>
                </a:lnTo>
                <a:lnTo>
                  <a:pt x="419016" y="42"/>
                </a:lnTo>
                <a:lnTo>
                  <a:pt x="418645" y="19"/>
                </a:lnTo>
                <a:lnTo>
                  <a:pt x="418268" y="5"/>
                </a:lnTo>
                <a:lnTo>
                  <a:pt x="417885" y="0"/>
                </a:lnTo>
                <a:lnTo>
                  <a:pt x="417502" y="5"/>
                </a:lnTo>
                <a:lnTo>
                  <a:pt x="417125" y="19"/>
                </a:lnTo>
                <a:lnTo>
                  <a:pt x="416754" y="42"/>
                </a:lnTo>
                <a:lnTo>
                  <a:pt x="416390" y="75"/>
                </a:lnTo>
                <a:lnTo>
                  <a:pt x="416032" y="118"/>
                </a:lnTo>
                <a:lnTo>
                  <a:pt x="415681" y="170"/>
                </a:lnTo>
                <a:lnTo>
                  <a:pt x="415336" y="231"/>
                </a:lnTo>
                <a:lnTo>
                  <a:pt x="414997" y="301"/>
                </a:lnTo>
                <a:lnTo>
                  <a:pt x="414664" y="381"/>
                </a:lnTo>
                <a:lnTo>
                  <a:pt x="414338" y="471"/>
                </a:lnTo>
                <a:lnTo>
                  <a:pt x="414018" y="570"/>
                </a:lnTo>
                <a:lnTo>
                  <a:pt x="413705" y="678"/>
                </a:lnTo>
                <a:lnTo>
                  <a:pt x="413398" y="796"/>
                </a:lnTo>
                <a:lnTo>
                  <a:pt x="413097" y="923"/>
                </a:lnTo>
                <a:lnTo>
                  <a:pt x="412802" y="1060"/>
                </a:lnTo>
                <a:lnTo>
                  <a:pt x="412514" y="1206"/>
                </a:lnTo>
                <a:lnTo>
                  <a:pt x="412232" y="1361"/>
                </a:lnTo>
                <a:lnTo>
                  <a:pt x="411957" y="1526"/>
                </a:lnTo>
                <a:lnTo>
                  <a:pt x="411688" y="1700"/>
                </a:lnTo>
                <a:lnTo>
                  <a:pt x="411425" y="1884"/>
                </a:lnTo>
                <a:lnTo>
                  <a:pt x="411169" y="2077"/>
                </a:lnTo>
                <a:lnTo>
                  <a:pt x="410919" y="2279"/>
                </a:lnTo>
                <a:lnTo>
                  <a:pt x="410675" y="2491"/>
                </a:lnTo>
                <a:lnTo>
                  <a:pt x="410437" y="2713"/>
                </a:lnTo>
                <a:lnTo>
                  <a:pt x="410208" y="2941"/>
                </a:lnTo>
                <a:lnTo>
                  <a:pt x="409988" y="3175"/>
                </a:lnTo>
                <a:lnTo>
                  <a:pt x="409778" y="3413"/>
                </a:lnTo>
                <a:lnTo>
                  <a:pt x="409578" y="3657"/>
                </a:lnTo>
                <a:lnTo>
                  <a:pt x="409388" y="3905"/>
                </a:lnTo>
                <a:lnTo>
                  <a:pt x="409207" y="4158"/>
                </a:lnTo>
                <a:lnTo>
                  <a:pt x="409037" y="4417"/>
                </a:lnTo>
                <a:lnTo>
                  <a:pt x="408875" y="4680"/>
                </a:lnTo>
                <a:lnTo>
                  <a:pt x="408724" y="4948"/>
                </a:lnTo>
                <a:lnTo>
                  <a:pt x="408583" y="5222"/>
                </a:lnTo>
                <a:lnTo>
                  <a:pt x="408451" y="5500"/>
                </a:lnTo>
                <a:lnTo>
                  <a:pt x="408329" y="5783"/>
                </a:lnTo>
                <a:lnTo>
                  <a:pt x="408217" y="6071"/>
                </a:lnTo>
                <a:lnTo>
                  <a:pt x="408114" y="6364"/>
                </a:lnTo>
                <a:lnTo>
                  <a:pt x="408021" y="6662"/>
                </a:lnTo>
                <a:lnTo>
                  <a:pt x="407938" y="6965"/>
                </a:lnTo>
                <a:lnTo>
                  <a:pt x="407865" y="7273"/>
                </a:lnTo>
                <a:lnTo>
                  <a:pt x="407802" y="7586"/>
                </a:lnTo>
                <a:lnTo>
                  <a:pt x="407748" y="7904"/>
                </a:lnTo>
                <a:lnTo>
                  <a:pt x="407704" y="8227"/>
                </a:lnTo>
                <a:lnTo>
                  <a:pt x="407670" y="8555"/>
                </a:lnTo>
                <a:lnTo>
                  <a:pt x="407646" y="8888"/>
                </a:lnTo>
                <a:lnTo>
                  <a:pt x="407631" y="9226"/>
                </a:lnTo>
                <a:lnTo>
                  <a:pt x="407626" y="9568"/>
                </a:lnTo>
                <a:lnTo>
                  <a:pt x="407631" y="9911"/>
                </a:lnTo>
                <a:lnTo>
                  <a:pt x="407646" y="10249"/>
                </a:lnTo>
                <a:lnTo>
                  <a:pt x="407670" y="10582"/>
                </a:lnTo>
                <a:lnTo>
                  <a:pt x="407704" y="10910"/>
                </a:lnTo>
                <a:lnTo>
                  <a:pt x="407748" y="11233"/>
                </a:lnTo>
                <a:lnTo>
                  <a:pt x="407802" y="11550"/>
                </a:lnTo>
                <a:lnTo>
                  <a:pt x="407865" y="11863"/>
                </a:lnTo>
                <a:lnTo>
                  <a:pt x="407938" y="12171"/>
                </a:lnTo>
                <a:lnTo>
                  <a:pt x="408021" y="12474"/>
                </a:lnTo>
                <a:lnTo>
                  <a:pt x="408114" y="12773"/>
                </a:lnTo>
                <a:lnTo>
                  <a:pt x="408217" y="13066"/>
                </a:lnTo>
                <a:lnTo>
                  <a:pt x="408329" y="13354"/>
                </a:lnTo>
                <a:lnTo>
                  <a:pt x="408451" y="13637"/>
                </a:lnTo>
                <a:lnTo>
                  <a:pt x="408583" y="13915"/>
                </a:lnTo>
                <a:lnTo>
                  <a:pt x="408724" y="14188"/>
                </a:lnTo>
                <a:lnTo>
                  <a:pt x="408875" y="14457"/>
                </a:lnTo>
                <a:lnTo>
                  <a:pt x="409037" y="14720"/>
                </a:lnTo>
                <a:lnTo>
                  <a:pt x="409207" y="14978"/>
                </a:lnTo>
                <a:lnTo>
                  <a:pt x="409388" y="15232"/>
                </a:lnTo>
                <a:lnTo>
                  <a:pt x="409578" y="15480"/>
                </a:lnTo>
                <a:lnTo>
                  <a:pt x="409778" y="15724"/>
                </a:lnTo>
                <a:lnTo>
                  <a:pt x="409988" y="15962"/>
                </a:lnTo>
                <a:lnTo>
                  <a:pt x="410208" y="16195"/>
                </a:lnTo>
                <a:lnTo>
                  <a:pt x="410437" y="16424"/>
                </a:lnTo>
                <a:lnTo>
                  <a:pt x="410675" y="16645"/>
                </a:lnTo>
                <a:lnTo>
                  <a:pt x="410919" y="16857"/>
                </a:lnTo>
                <a:lnTo>
                  <a:pt x="411169" y="17060"/>
                </a:lnTo>
                <a:lnTo>
                  <a:pt x="411425" y="17253"/>
                </a:lnTo>
                <a:lnTo>
                  <a:pt x="411688" y="17437"/>
                </a:lnTo>
                <a:lnTo>
                  <a:pt x="411957" y="17611"/>
                </a:lnTo>
                <a:lnTo>
                  <a:pt x="412232" y="17776"/>
                </a:lnTo>
                <a:lnTo>
                  <a:pt x="412514" y="17931"/>
                </a:lnTo>
                <a:lnTo>
                  <a:pt x="412802" y="18077"/>
                </a:lnTo>
                <a:lnTo>
                  <a:pt x="413097" y="18214"/>
                </a:lnTo>
                <a:lnTo>
                  <a:pt x="413398" y="18341"/>
                </a:lnTo>
                <a:lnTo>
                  <a:pt x="413705" y="18459"/>
                </a:lnTo>
                <a:lnTo>
                  <a:pt x="414018" y="18567"/>
                </a:lnTo>
                <a:lnTo>
                  <a:pt x="414338" y="18666"/>
                </a:lnTo>
                <a:lnTo>
                  <a:pt x="414664" y="18755"/>
                </a:lnTo>
                <a:lnTo>
                  <a:pt x="414997" y="18835"/>
                </a:lnTo>
                <a:lnTo>
                  <a:pt x="415336" y="18906"/>
                </a:lnTo>
                <a:lnTo>
                  <a:pt x="415681" y="18967"/>
                </a:lnTo>
                <a:lnTo>
                  <a:pt x="416032" y="19019"/>
                </a:lnTo>
                <a:lnTo>
                  <a:pt x="416390" y="19061"/>
                </a:lnTo>
                <a:lnTo>
                  <a:pt x="416754" y="19094"/>
                </a:lnTo>
                <a:lnTo>
                  <a:pt x="417125" y="19118"/>
                </a:lnTo>
                <a:lnTo>
                  <a:pt x="417502" y="19132"/>
                </a:lnTo>
                <a:lnTo>
                  <a:pt x="417885" y="19137"/>
                </a:lnTo>
                <a:lnTo>
                  <a:pt x="418268" y="19132"/>
                </a:lnTo>
                <a:lnTo>
                  <a:pt x="418645" y="19118"/>
                </a:lnTo>
                <a:lnTo>
                  <a:pt x="419016" y="19094"/>
                </a:lnTo>
                <a:lnTo>
                  <a:pt x="419381" y="19061"/>
                </a:lnTo>
                <a:close/>
                <a:moveTo>
                  <a:pt x="448163" y="37287"/>
                </a:moveTo>
                <a:lnTo>
                  <a:pt x="478989" y="84565"/>
                </a:lnTo>
                <a:lnTo>
                  <a:pt x="445007" y="136324"/>
                </a:lnTo>
                <a:lnTo>
                  <a:pt x="462467" y="136324"/>
                </a:lnTo>
                <a:lnTo>
                  <a:pt x="488708" y="94835"/>
                </a:lnTo>
                <a:lnTo>
                  <a:pt x="515043" y="136324"/>
                </a:lnTo>
                <a:lnTo>
                  <a:pt x="532602" y="136324"/>
                </a:lnTo>
                <a:lnTo>
                  <a:pt x="498357" y="84300"/>
                </a:lnTo>
                <a:lnTo>
                  <a:pt x="529445" y="37287"/>
                </a:lnTo>
                <a:lnTo>
                  <a:pt x="511788" y="37287"/>
                </a:lnTo>
                <a:lnTo>
                  <a:pt x="488758" y="74618"/>
                </a:lnTo>
                <a:lnTo>
                  <a:pt x="465821" y="37287"/>
                </a:lnTo>
                <a:lnTo>
                  <a:pt x="448163" y="37287"/>
                </a:lnTo>
                <a:close/>
                <a:moveTo>
                  <a:pt x="309302" y="122973"/>
                </a:moveTo>
                <a:lnTo>
                  <a:pt x="308626" y="122930"/>
                </a:lnTo>
                <a:lnTo>
                  <a:pt x="307973" y="122869"/>
                </a:lnTo>
                <a:lnTo>
                  <a:pt x="307343" y="122791"/>
                </a:lnTo>
                <a:lnTo>
                  <a:pt x="306734" y="122696"/>
                </a:lnTo>
                <a:lnTo>
                  <a:pt x="306149" y="122583"/>
                </a:lnTo>
                <a:lnTo>
                  <a:pt x="305585" y="122453"/>
                </a:lnTo>
                <a:lnTo>
                  <a:pt x="305044" y="122306"/>
                </a:lnTo>
                <a:lnTo>
                  <a:pt x="304526" y="122142"/>
                </a:lnTo>
                <a:lnTo>
                  <a:pt x="304030" y="121960"/>
                </a:lnTo>
                <a:lnTo>
                  <a:pt x="303556" y="121761"/>
                </a:lnTo>
                <a:lnTo>
                  <a:pt x="303105" y="121544"/>
                </a:lnTo>
                <a:lnTo>
                  <a:pt x="302676" y="121310"/>
                </a:lnTo>
                <a:lnTo>
                  <a:pt x="302270" y="121059"/>
                </a:lnTo>
                <a:lnTo>
                  <a:pt x="301886" y="120791"/>
                </a:lnTo>
                <a:lnTo>
                  <a:pt x="301525" y="120505"/>
                </a:lnTo>
                <a:lnTo>
                  <a:pt x="301186" y="120202"/>
                </a:lnTo>
                <a:lnTo>
                  <a:pt x="300869" y="119882"/>
                </a:lnTo>
                <a:lnTo>
                  <a:pt x="300575" y="119544"/>
                </a:lnTo>
                <a:lnTo>
                  <a:pt x="300303" y="119189"/>
                </a:lnTo>
                <a:lnTo>
                  <a:pt x="300054" y="118817"/>
                </a:lnTo>
                <a:lnTo>
                  <a:pt x="299827" y="118427"/>
                </a:lnTo>
                <a:lnTo>
                  <a:pt x="299623" y="118020"/>
                </a:lnTo>
                <a:lnTo>
                  <a:pt x="299434" y="117597"/>
                </a:lnTo>
                <a:lnTo>
                  <a:pt x="299253" y="117158"/>
                </a:lnTo>
                <a:lnTo>
                  <a:pt x="299079" y="116705"/>
                </a:lnTo>
                <a:lnTo>
                  <a:pt x="298914" y="116236"/>
                </a:lnTo>
                <a:lnTo>
                  <a:pt x="298758" y="115752"/>
                </a:lnTo>
                <a:lnTo>
                  <a:pt x="298609" y="115253"/>
                </a:lnTo>
                <a:lnTo>
                  <a:pt x="298468" y="114739"/>
                </a:lnTo>
                <a:lnTo>
                  <a:pt x="298335" y="114209"/>
                </a:lnTo>
                <a:lnTo>
                  <a:pt x="298210" y="113665"/>
                </a:lnTo>
                <a:lnTo>
                  <a:pt x="298093" y="113105"/>
                </a:lnTo>
                <a:lnTo>
                  <a:pt x="297985" y="112530"/>
                </a:lnTo>
                <a:lnTo>
                  <a:pt x="297884" y="111940"/>
                </a:lnTo>
                <a:lnTo>
                  <a:pt x="297792" y="111334"/>
                </a:lnTo>
                <a:lnTo>
                  <a:pt x="297707" y="110714"/>
                </a:lnTo>
                <a:lnTo>
                  <a:pt x="297631" y="110078"/>
                </a:lnTo>
                <a:lnTo>
                  <a:pt x="297562" y="109427"/>
                </a:lnTo>
                <a:lnTo>
                  <a:pt x="297502" y="108761"/>
                </a:lnTo>
                <a:lnTo>
                  <a:pt x="297450" y="108080"/>
                </a:lnTo>
                <a:lnTo>
                  <a:pt x="297405" y="107383"/>
                </a:lnTo>
                <a:lnTo>
                  <a:pt x="297369" y="106672"/>
                </a:lnTo>
                <a:lnTo>
                  <a:pt x="297341" y="105945"/>
                </a:lnTo>
                <a:lnTo>
                  <a:pt x="297321" y="105203"/>
                </a:lnTo>
                <a:lnTo>
                  <a:pt x="297309" y="104446"/>
                </a:lnTo>
                <a:lnTo>
                  <a:pt x="297305" y="103674"/>
                </a:lnTo>
                <a:lnTo>
                  <a:pt x="297305" y="50604"/>
                </a:lnTo>
                <a:lnTo>
                  <a:pt x="320979" y="50604"/>
                </a:lnTo>
                <a:lnTo>
                  <a:pt x="320979" y="37287"/>
                </a:lnTo>
                <a:lnTo>
                  <a:pt x="297305" y="37287"/>
                </a:lnTo>
                <a:lnTo>
                  <a:pt x="297305" y="15290"/>
                </a:lnTo>
                <a:lnTo>
                  <a:pt x="280930" y="15290"/>
                </a:lnTo>
                <a:lnTo>
                  <a:pt x="280930" y="37287"/>
                </a:lnTo>
                <a:lnTo>
                  <a:pt x="264851" y="37287"/>
                </a:lnTo>
                <a:lnTo>
                  <a:pt x="264851" y="50604"/>
                </a:lnTo>
                <a:lnTo>
                  <a:pt x="280930" y="50604"/>
                </a:lnTo>
                <a:lnTo>
                  <a:pt x="280930" y="104142"/>
                </a:lnTo>
                <a:lnTo>
                  <a:pt x="280934" y="104980"/>
                </a:lnTo>
                <a:lnTo>
                  <a:pt x="280946" y="105808"/>
                </a:lnTo>
                <a:lnTo>
                  <a:pt x="280966" y="106625"/>
                </a:lnTo>
                <a:lnTo>
                  <a:pt x="280994" y="107433"/>
                </a:lnTo>
                <a:lnTo>
                  <a:pt x="281031" y="108230"/>
                </a:lnTo>
                <a:lnTo>
                  <a:pt x="281075" y="109017"/>
                </a:lnTo>
                <a:lnTo>
                  <a:pt x="281127" y="109794"/>
                </a:lnTo>
                <a:lnTo>
                  <a:pt x="281188" y="110562"/>
                </a:lnTo>
                <a:lnTo>
                  <a:pt x="281256" y="111318"/>
                </a:lnTo>
                <a:lnTo>
                  <a:pt x="281332" y="112065"/>
                </a:lnTo>
                <a:lnTo>
                  <a:pt x="281417" y="112802"/>
                </a:lnTo>
                <a:lnTo>
                  <a:pt x="281510" y="113529"/>
                </a:lnTo>
                <a:lnTo>
                  <a:pt x="281610" y="114245"/>
                </a:lnTo>
                <a:lnTo>
                  <a:pt x="281719" y="114952"/>
                </a:lnTo>
                <a:lnTo>
                  <a:pt x="281835" y="115648"/>
                </a:lnTo>
                <a:lnTo>
                  <a:pt x="281960" y="116334"/>
                </a:lnTo>
                <a:lnTo>
                  <a:pt x="282093" y="117010"/>
                </a:lnTo>
                <a:lnTo>
                  <a:pt x="282234" y="117676"/>
                </a:lnTo>
                <a:lnTo>
                  <a:pt x="282383" y="118332"/>
                </a:lnTo>
                <a:lnTo>
                  <a:pt x="282540" y="118978"/>
                </a:lnTo>
                <a:lnTo>
                  <a:pt x="282705" y="119614"/>
                </a:lnTo>
                <a:lnTo>
                  <a:pt x="282878" y="120239"/>
                </a:lnTo>
                <a:lnTo>
                  <a:pt x="283059" y="120855"/>
                </a:lnTo>
                <a:lnTo>
                  <a:pt x="283248" y="121460"/>
                </a:lnTo>
                <a:lnTo>
                  <a:pt x="283448" y="122054"/>
                </a:lnTo>
                <a:lnTo>
                  <a:pt x="283661" y="122637"/>
                </a:lnTo>
                <a:lnTo>
                  <a:pt x="283888" y="123208"/>
                </a:lnTo>
                <a:lnTo>
                  <a:pt x="284129" y="123767"/>
                </a:lnTo>
                <a:lnTo>
                  <a:pt x="284383" y="124314"/>
                </a:lnTo>
                <a:lnTo>
                  <a:pt x="284651" y="124850"/>
                </a:lnTo>
                <a:lnTo>
                  <a:pt x="284932" y="125374"/>
                </a:lnTo>
                <a:lnTo>
                  <a:pt x="285226" y="125886"/>
                </a:lnTo>
                <a:lnTo>
                  <a:pt x="285535" y="126387"/>
                </a:lnTo>
                <a:lnTo>
                  <a:pt x="285856" y="126876"/>
                </a:lnTo>
                <a:lnTo>
                  <a:pt x="286192" y="127353"/>
                </a:lnTo>
                <a:lnTo>
                  <a:pt x="286540" y="127819"/>
                </a:lnTo>
                <a:lnTo>
                  <a:pt x="286903" y="128273"/>
                </a:lnTo>
                <a:lnTo>
                  <a:pt x="287278" y="128715"/>
                </a:lnTo>
                <a:lnTo>
                  <a:pt x="287668" y="129145"/>
                </a:lnTo>
                <a:lnTo>
                  <a:pt x="288071" y="129564"/>
                </a:lnTo>
                <a:lnTo>
                  <a:pt x="288487" y="129971"/>
                </a:lnTo>
                <a:lnTo>
                  <a:pt x="288917" y="130366"/>
                </a:lnTo>
                <a:lnTo>
                  <a:pt x="289360" y="130750"/>
                </a:lnTo>
                <a:lnTo>
                  <a:pt x="289817" y="131122"/>
                </a:lnTo>
                <a:lnTo>
                  <a:pt x="290288" y="131482"/>
                </a:lnTo>
                <a:lnTo>
                  <a:pt x="290772" y="131831"/>
                </a:lnTo>
                <a:lnTo>
                  <a:pt x="291270" y="132168"/>
                </a:lnTo>
                <a:lnTo>
                  <a:pt x="291781" y="132493"/>
                </a:lnTo>
                <a:lnTo>
                  <a:pt x="292308" y="132805"/>
                </a:lnTo>
                <a:lnTo>
                  <a:pt x="292854" y="133105"/>
                </a:lnTo>
                <a:lnTo>
                  <a:pt x="293419" y="133391"/>
                </a:lnTo>
                <a:lnTo>
                  <a:pt x="294003" y="133664"/>
                </a:lnTo>
                <a:lnTo>
                  <a:pt x="294606" y="133923"/>
                </a:lnTo>
                <a:lnTo>
                  <a:pt x="295227" y="134169"/>
                </a:lnTo>
                <a:lnTo>
                  <a:pt x="295867" y="134402"/>
                </a:lnTo>
                <a:lnTo>
                  <a:pt x="296527" y="134621"/>
                </a:lnTo>
                <a:lnTo>
                  <a:pt x="297205" y="134828"/>
                </a:lnTo>
                <a:lnTo>
                  <a:pt x="297901" y="135021"/>
                </a:lnTo>
                <a:lnTo>
                  <a:pt x="298617" y="135200"/>
                </a:lnTo>
                <a:lnTo>
                  <a:pt x="299352" y="135367"/>
                </a:lnTo>
                <a:lnTo>
                  <a:pt x="300105" y="135520"/>
                </a:lnTo>
                <a:lnTo>
                  <a:pt x="300877" y="135659"/>
                </a:lnTo>
                <a:lnTo>
                  <a:pt x="301668" y="135786"/>
                </a:lnTo>
                <a:lnTo>
                  <a:pt x="302478" y="135899"/>
                </a:lnTo>
                <a:lnTo>
                  <a:pt x="303307" y="135998"/>
                </a:lnTo>
                <a:lnTo>
                  <a:pt x="304154" y="136085"/>
                </a:lnTo>
                <a:lnTo>
                  <a:pt x="305021" y="136158"/>
                </a:lnTo>
                <a:lnTo>
                  <a:pt x="305906" y="136218"/>
                </a:lnTo>
                <a:lnTo>
                  <a:pt x="306810" y="136265"/>
                </a:lnTo>
                <a:lnTo>
                  <a:pt x="307733" y="136298"/>
                </a:lnTo>
                <a:lnTo>
                  <a:pt x="308674" y="136318"/>
                </a:lnTo>
                <a:lnTo>
                  <a:pt x="309635" y="136324"/>
                </a:lnTo>
                <a:lnTo>
                  <a:pt x="321176" y="136324"/>
                </a:lnTo>
                <a:lnTo>
                  <a:pt x="321176" y="123008"/>
                </a:lnTo>
                <a:lnTo>
                  <a:pt x="310720" y="123008"/>
                </a:lnTo>
                <a:lnTo>
                  <a:pt x="310000" y="122999"/>
                </a:lnTo>
                <a:lnTo>
                  <a:pt x="309302" y="122973"/>
                </a:lnTo>
                <a:close/>
                <a:moveTo>
                  <a:pt x="74821" y="49662"/>
                </a:moveTo>
                <a:lnTo>
                  <a:pt x="74347" y="48735"/>
                </a:lnTo>
                <a:lnTo>
                  <a:pt x="73848" y="47836"/>
                </a:lnTo>
                <a:lnTo>
                  <a:pt x="73325" y="46962"/>
                </a:lnTo>
                <a:lnTo>
                  <a:pt x="72778" y="46116"/>
                </a:lnTo>
                <a:lnTo>
                  <a:pt x="72207" y="45296"/>
                </a:lnTo>
                <a:lnTo>
                  <a:pt x="71607" y="44505"/>
                </a:lnTo>
                <a:lnTo>
                  <a:pt x="70977" y="43749"/>
                </a:lnTo>
                <a:lnTo>
                  <a:pt x="70315" y="43026"/>
                </a:lnTo>
                <a:lnTo>
                  <a:pt x="69623" y="42336"/>
                </a:lnTo>
                <a:lnTo>
                  <a:pt x="68899" y="41680"/>
                </a:lnTo>
                <a:lnTo>
                  <a:pt x="68144" y="41058"/>
                </a:lnTo>
                <a:lnTo>
                  <a:pt x="67357" y="40470"/>
                </a:lnTo>
                <a:lnTo>
                  <a:pt x="66540" y="39915"/>
                </a:lnTo>
                <a:lnTo>
                  <a:pt x="65692" y="39393"/>
                </a:lnTo>
                <a:lnTo>
                  <a:pt x="64812" y="38906"/>
                </a:lnTo>
                <a:lnTo>
                  <a:pt x="63901" y="38452"/>
                </a:lnTo>
                <a:lnTo>
                  <a:pt x="62959" y="38031"/>
                </a:lnTo>
                <a:lnTo>
                  <a:pt x="61986" y="37645"/>
                </a:lnTo>
                <a:lnTo>
                  <a:pt x="60981" y="37292"/>
                </a:lnTo>
                <a:lnTo>
                  <a:pt x="59946" y="36972"/>
                </a:lnTo>
                <a:lnTo>
                  <a:pt x="58879" y="36686"/>
                </a:lnTo>
                <a:lnTo>
                  <a:pt x="57781" y="36434"/>
                </a:lnTo>
                <a:lnTo>
                  <a:pt x="56652" y="36215"/>
                </a:lnTo>
                <a:lnTo>
                  <a:pt x="55492" y="36030"/>
                </a:lnTo>
                <a:lnTo>
                  <a:pt x="54300" y="35879"/>
                </a:lnTo>
                <a:lnTo>
                  <a:pt x="53078" y="35761"/>
                </a:lnTo>
                <a:lnTo>
                  <a:pt x="51824" y="35677"/>
                </a:lnTo>
                <a:lnTo>
                  <a:pt x="50539" y="35627"/>
                </a:lnTo>
                <a:lnTo>
                  <a:pt x="49223" y="35610"/>
                </a:lnTo>
                <a:lnTo>
                  <a:pt x="48211" y="35619"/>
                </a:lnTo>
                <a:lnTo>
                  <a:pt x="47212" y="35646"/>
                </a:lnTo>
                <a:lnTo>
                  <a:pt x="46228" y="35691"/>
                </a:lnTo>
                <a:lnTo>
                  <a:pt x="45258" y="35754"/>
                </a:lnTo>
                <a:lnTo>
                  <a:pt x="44302" y="35835"/>
                </a:lnTo>
                <a:lnTo>
                  <a:pt x="43360" y="35934"/>
                </a:lnTo>
                <a:lnTo>
                  <a:pt x="42432" y="36051"/>
                </a:lnTo>
                <a:lnTo>
                  <a:pt x="41518" y="36185"/>
                </a:lnTo>
                <a:lnTo>
                  <a:pt x="40618" y="36338"/>
                </a:lnTo>
                <a:lnTo>
                  <a:pt x="39732" y="36509"/>
                </a:lnTo>
                <a:lnTo>
                  <a:pt x="38860" y="36698"/>
                </a:lnTo>
                <a:lnTo>
                  <a:pt x="38002" y="36905"/>
                </a:lnTo>
                <a:lnTo>
                  <a:pt x="37158" y="37130"/>
                </a:lnTo>
                <a:lnTo>
                  <a:pt x="36329" y="37372"/>
                </a:lnTo>
                <a:lnTo>
                  <a:pt x="35513" y="37633"/>
                </a:lnTo>
                <a:lnTo>
                  <a:pt x="34711" y="37912"/>
                </a:lnTo>
                <a:lnTo>
                  <a:pt x="33924" y="38208"/>
                </a:lnTo>
                <a:lnTo>
                  <a:pt x="33150" y="38523"/>
                </a:lnTo>
                <a:lnTo>
                  <a:pt x="32391" y="38856"/>
                </a:lnTo>
                <a:lnTo>
                  <a:pt x="31645" y="39206"/>
                </a:lnTo>
                <a:lnTo>
                  <a:pt x="30914" y="39575"/>
                </a:lnTo>
                <a:lnTo>
                  <a:pt x="30196" y="39962"/>
                </a:lnTo>
                <a:lnTo>
                  <a:pt x="29493" y="40366"/>
                </a:lnTo>
                <a:lnTo>
                  <a:pt x="28804" y="40789"/>
                </a:lnTo>
                <a:lnTo>
                  <a:pt x="28128" y="41222"/>
                </a:lnTo>
                <a:lnTo>
                  <a:pt x="27467" y="41656"/>
                </a:lnTo>
                <a:lnTo>
                  <a:pt x="26819" y="42094"/>
                </a:lnTo>
                <a:lnTo>
                  <a:pt x="26184" y="42533"/>
                </a:lnTo>
                <a:lnTo>
                  <a:pt x="25564" y="42974"/>
                </a:lnTo>
                <a:lnTo>
                  <a:pt x="24957" y="43418"/>
                </a:lnTo>
                <a:lnTo>
                  <a:pt x="24363" y="43864"/>
                </a:lnTo>
                <a:lnTo>
                  <a:pt x="23784" y="44313"/>
                </a:lnTo>
                <a:lnTo>
                  <a:pt x="23218" y="44763"/>
                </a:lnTo>
                <a:lnTo>
                  <a:pt x="22666" y="45216"/>
                </a:lnTo>
                <a:lnTo>
                  <a:pt x="22128" y="45671"/>
                </a:lnTo>
                <a:lnTo>
                  <a:pt x="21603" y="46128"/>
                </a:lnTo>
                <a:lnTo>
                  <a:pt x="21092" y="46587"/>
                </a:lnTo>
                <a:lnTo>
                  <a:pt x="20594" y="47049"/>
                </a:lnTo>
                <a:lnTo>
                  <a:pt x="20111" y="47513"/>
                </a:lnTo>
                <a:lnTo>
                  <a:pt x="19641" y="47979"/>
                </a:lnTo>
                <a:lnTo>
                  <a:pt x="19185" y="48447"/>
                </a:lnTo>
                <a:lnTo>
                  <a:pt x="18742" y="48918"/>
                </a:lnTo>
                <a:lnTo>
                  <a:pt x="18313" y="49390"/>
                </a:lnTo>
                <a:lnTo>
                  <a:pt x="17898" y="49865"/>
                </a:lnTo>
                <a:lnTo>
                  <a:pt x="17497" y="50343"/>
                </a:lnTo>
                <a:lnTo>
                  <a:pt x="17109" y="50822"/>
                </a:lnTo>
                <a:lnTo>
                  <a:pt x="16735" y="51304"/>
                </a:lnTo>
                <a:lnTo>
                  <a:pt x="16375" y="51788"/>
                </a:lnTo>
                <a:lnTo>
                  <a:pt x="15783" y="37287"/>
                </a:lnTo>
                <a:lnTo>
                  <a:pt x="0" y="37287"/>
                </a:lnTo>
                <a:lnTo>
                  <a:pt x="0" y="136324"/>
                </a:lnTo>
                <a:lnTo>
                  <a:pt x="16473" y="136324"/>
                </a:lnTo>
                <a:lnTo>
                  <a:pt x="16473" y="65613"/>
                </a:lnTo>
                <a:lnTo>
                  <a:pt x="16832" y="65111"/>
                </a:lnTo>
                <a:lnTo>
                  <a:pt x="17199" y="64612"/>
                </a:lnTo>
                <a:lnTo>
                  <a:pt x="17577" y="64116"/>
                </a:lnTo>
                <a:lnTo>
                  <a:pt x="17964" y="63624"/>
                </a:lnTo>
                <a:lnTo>
                  <a:pt x="18361" y="63135"/>
                </a:lnTo>
                <a:lnTo>
                  <a:pt x="18767" y="62650"/>
                </a:lnTo>
                <a:lnTo>
                  <a:pt x="19183" y="62168"/>
                </a:lnTo>
                <a:lnTo>
                  <a:pt x="19608" y="61689"/>
                </a:lnTo>
                <a:lnTo>
                  <a:pt x="20043" y="61214"/>
                </a:lnTo>
                <a:lnTo>
                  <a:pt x="20488" y="60743"/>
                </a:lnTo>
                <a:lnTo>
                  <a:pt x="20942" y="60274"/>
                </a:lnTo>
                <a:lnTo>
                  <a:pt x="21406" y="59809"/>
                </a:lnTo>
                <a:lnTo>
                  <a:pt x="21879" y="59348"/>
                </a:lnTo>
                <a:lnTo>
                  <a:pt x="22362" y="58889"/>
                </a:lnTo>
                <a:lnTo>
                  <a:pt x="22854" y="58435"/>
                </a:lnTo>
                <a:lnTo>
                  <a:pt x="23356" y="57983"/>
                </a:lnTo>
                <a:lnTo>
                  <a:pt x="23868" y="57535"/>
                </a:lnTo>
                <a:lnTo>
                  <a:pt x="24389" y="57091"/>
                </a:lnTo>
                <a:lnTo>
                  <a:pt x="24920" y="56649"/>
                </a:lnTo>
                <a:lnTo>
                  <a:pt x="25461" y="56211"/>
                </a:lnTo>
                <a:lnTo>
                  <a:pt x="26011" y="55777"/>
                </a:lnTo>
                <a:lnTo>
                  <a:pt x="26571" y="55346"/>
                </a:lnTo>
                <a:lnTo>
                  <a:pt x="27140" y="54918"/>
                </a:lnTo>
                <a:lnTo>
                  <a:pt x="27719" y="54494"/>
                </a:lnTo>
                <a:lnTo>
                  <a:pt x="28308" y="54080"/>
                </a:lnTo>
                <a:lnTo>
                  <a:pt x="28908" y="53684"/>
                </a:lnTo>
                <a:lnTo>
                  <a:pt x="29519" y="53305"/>
                </a:lnTo>
                <a:lnTo>
                  <a:pt x="30141" y="52944"/>
                </a:lnTo>
                <a:lnTo>
                  <a:pt x="30774" y="52600"/>
                </a:lnTo>
                <a:lnTo>
                  <a:pt x="31418" y="52274"/>
                </a:lnTo>
                <a:lnTo>
                  <a:pt x="32073" y="51966"/>
                </a:lnTo>
                <a:lnTo>
                  <a:pt x="32738" y="51675"/>
                </a:lnTo>
                <a:lnTo>
                  <a:pt x="33415" y="51402"/>
                </a:lnTo>
                <a:lnTo>
                  <a:pt x="34103" y="51147"/>
                </a:lnTo>
                <a:lnTo>
                  <a:pt x="34802" y="50909"/>
                </a:lnTo>
                <a:lnTo>
                  <a:pt x="35511" y="50689"/>
                </a:lnTo>
                <a:lnTo>
                  <a:pt x="36232" y="50486"/>
                </a:lnTo>
                <a:lnTo>
                  <a:pt x="36964" y="50301"/>
                </a:lnTo>
                <a:lnTo>
                  <a:pt x="37706" y="50134"/>
                </a:lnTo>
                <a:lnTo>
                  <a:pt x="38460" y="49984"/>
                </a:lnTo>
                <a:lnTo>
                  <a:pt x="39224" y="49852"/>
                </a:lnTo>
                <a:lnTo>
                  <a:pt x="40000" y="49737"/>
                </a:lnTo>
                <a:lnTo>
                  <a:pt x="40786" y="49640"/>
                </a:lnTo>
                <a:lnTo>
                  <a:pt x="41583" y="49561"/>
                </a:lnTo>
                <a:lnTo>
                  <a:pt x="42392" y="49499"/>
                </a:lnTo>
                <a:lnTo>
                  <a:pt x="43211" y="49455"/>
                </a:lnTo>
                <a:lnTo>
                  <a:pt x="44041" y="49429"/>
                </a:lnTo>
                <a:lnTo>
                  <a:pt x="44883" y="49420"/>
                </a:lnTo>
                <a:lnTo>
                  <a:pt x="45477" y="49426"/>
                </a:lnTo>
                <a:lnTo>
                  <a:pt x="46059" y="49442"/>
                </a:lnTo>
                <a:lnTo>
                  <a:pt x="46630" y="49471"/>
                </a:lnTo>
                <a:lnTo>
                  <a:pt x="47190" y="49510"/>
                </a:lnTo>
                <a:lnTo>
                  <a:pt x="47737" y="49560"/>
                </a:lnTo>
                <a:lnTo>
                  <a:pt x="48273" y="49622"/>
                </a:lnTo>
                <a:lnTo>
                  <a:pt x="48798" y="49695"/>
                </a:lnTo>
                <a:lnTo>
                  <a:pt x="49310" y="49779"/>
                </a:lnTo>
                <a:lnTo>
                  <a:pt x="49812" y="49874"/>
                </a:lnTo>
                <a:lnTo>
                  <a:pt x="50301" y="49980"/>
                </a:lnTo>
                <a:lnTo>
                  <a:pt x="50779" y="50098"/>
                </a:lnTo>
                <a:lnTo>
                  <a:pt x="51245" y="50227"/>
                </a:lnTo>
                <a:lnTo>
                  <a:pt x="51699" y="50367"/>
                </a:lnTo>
                <a:lnTo>
                  <a:pt x="52142" y="50518"/>
                </a:lnTo>
                <a:lnTo>
                  <a:pt x="52574" y="50681"/>
                </a:lnTo>
                <a:lnTo>
                  <a:pt x="52993" y="50855"/>
                </a:lnTo>
                <a:lnTo>
                  <a:pt x="53401" y="51039"/>
                </a:lnTo>
                <a:lnTo>
                  <a:pt x="53797" y="51236"/>
                </a:lnTo>
                <a:lnTo>
                  <a:pt x="54182" y="51443"/>
                </a:lnTo>
                <a:lnTo>
                  <a:pt x="54555" y="51661"/>
                </a:lnTo>
                <a:lnTo>
                  <a:pt x="54916" y="51891"/>
                </a:lnTo>
                <a:lnTo>
                  <a:pt x="55266" y="52132"/>
                </a:lnTo>
                <a:lnTo>
                  <a:pt x="55604" y="52384"/>
                </a:lnTo>
                <a:lnTo>
                  <a:pt x="55931" y="52648"/>
                </a:lnTo>
                <a:lnTo>
                  <a:pt x="56247" y="52921"/>
                </a:lnTo>
                <a:lnTo>
                  <a:pt x="56555" y="53202"/>
                </a:lnTo>
                <a:lnTo>
                  <a:pt x="56855" y="53492"/>
                </a:lnTo>
                <a:lnTo>
                  <a:pt x="57146" y="53790"/>
                </a:lnTo>
                <a:lnTo>
                  <a:pt x="57429" y="54097"/>
                </a:lnTo>
                <a:lnTo>
                  <a:pt x="57703" y="54412"/>
                </a:lnTo>
                <a:lnTo>
                  <a:pt x="57969" y="54735"/>
                </a:lnTo>
                <a:lnTo>
                  <a:pt x="58227" y="55067"/>
                </a:lnTo>
                <a:lnTo>
                  <a:pt x="58476" y="55407"/>
                </a:lnTo>
                <a:lnTo>
                  <a:pt x="58717" y="55756"/>
                </a:lnTo>
                <a:lnTo>
                  <a:pt x="58949" y="56112"/>
                </a:lnTo>
                <a:lnTo>
                  <a:pt x="59173" y="56478"/>
                </a:lnTo>
                <a:lnTo>
                  <a:pt x="59389" y="56851"/>
                </a:lnTo>
                <a:lnTo>
                  <a:pt x="59596" y="57233"/>
                </a:lnTo>
                <a:lnTo>
                  <a:pt x="59795" y="57624"/>
                </a:lnTo>
                <a:lnTo>
                  <a:pt x="59986" y="58022"/>
                </a:lnTo>
                <a:lnTo>
                  <a:pt x="60168" y="58429"/>
                </a:lnTo>
                <a:lnTo>
                  <a:pt x="60342" y="58845"/>
                </a:lnTo>
                <a:lnTo>
                  <a:pt x="60507" y="59269"/>
                </a:lnTo>
                <a:lnTo>
                  <a:pt x="60664" y="59701"/>
                </a:lnTo>
                <a:lnTo>
                  <a:pt x="60813" y="60141"/>
                </a:lnTo>
                <a:lnTo>
                  <a:pt x="60953" y="60590"/>
                </a:lnTo>
                <a:lnTo>
                  <a:pt x="61085" y="61047"/>
                </a:lnTo>
                <a:lnTo>
                  <a:pt x="61208" y="61513"/>
                </a:lnTo>
                <a:lnTo>
                  <a:pt x="61325" y="61986"/>
                </a:lnTo>
                <a:lnTo>
                  <a:pt x="61436" y="62464"/>
                </a:lnTo>
                <a:lnTo>
                  <a:pt x="61543" y="62947"/>
                </a:lnTo>
                <a:lnTo>
                  <a:pt x="61645" y="63437"/>
                </a:lnTo>
                <a:lnTo>
                  <a:pt x="61742" y="63932"/>
                </a:lnTo>
                <a:lnTo>
                  <a:pt x="61834" y="64433"/>
                </a:lnTo>
                <a:lnTo>
                  <a:pt x="61921" y="64940"/>
                </a:lnTo>
                <a:lnTo>
                  <a:pt x="62003" y="65452"/>
                </a:lnTo>
                <a:lnTo>
                  <a:pt x="62080" y="65970"/>
                </a:lnTo>
                <a:lnTo>
                  <a:pt x="62152" y="66494"/>
                </a:lnTo>
                <a:lnTo>
                  <a:pt x="62219" y="67024"/>
                </a:lnTo>
                <a:lnTo>
                  <a:pt x="62281" y="67559"/>
                </a:lnTo>
                <a:lnTo>
                  <a:pt x="62338" y="68100"/>
                </a:lnTo>
                <a:lnTo>
                  <a:pt x="62390" y="68646"/>
                </a:lnTo>
                <a:lnTo>
                  <a:pt x="62437" y="69199"/>
                </a:lnTo>
                <a:lnTo>
                  <a:pt x="62479" y="69757"/>
                </a:lnTo>
                <a:lnTo>
                  <a:pt x="62517" y="70320"/>
                </a:lnTo>
                <a:lnTo>
                  <a:pt x="62549" y="70890"/>
                </a:lnTo>
                <a:lnTo>
                  <a:pt x="62576" y="71465"/>
                </a:lnTo>
                <a:lnTo>
                  <a:pt x="62598" y="72046"/>
                </a:lnTo>
                <a:lnTo>
                  <a:pt x="62616" y="72632"/>
                </a:lnTo>
                <a:lnTo>
                  <a:pt x="62628" y="73224"/>
                </a:lnTo>
                <a:lnTo>
                  <a:pt x="62636" y="73822"/>
                </a:lnTo>
                <a:lnTo>
                  <a:pt x="62638" y="74426"/>
                </a:lnTo>
                <a:lnTo>
                  <a:pt x="62638" y="136324"/>
                </a:lnTo>
                <a:lnTo>
                  <a:pt x="79210" y="136324"/>
                </a:lnTo>
                <a:lnTo>
                  <a:pt x="79210" y="72308"/>
                </a:lnTo>
                <a:lnTo>
                  <a:pt x="79198" y="70877"/>
                </a:lnTo>
                <a:lnTo>
                  <a:pt x="79162" y="69473"/>
                </a:lnTo>
                <a:lnTo>
                  <a:pt x="79101" y="68095"/>
                </a:lnTo>
                <a:lnTo>
                  <a:pt x="79016" y="66744"/>
                </a:lnTo>
                <a:lnTo>
                  <a:pt x="78906" y="65419"/>
                </a:lnTo>
                <a:lnTo>
                  <a:pt x="78817" y="64557"/>
                </a:lnTo>
                <a:lnTo>
                  <a:pt x="79001" y="64325"/>
                </a:lnTo>
                <a:lnTo>
                  <a:pt x="79392" y="63846"/>
                </a:lnTo>
                <a:lnTo>
                  <a:pt x="79791" y="63370"/>
                </a:lnTo>
                <a:lnTo>
                  <a:pt x="80199" y="62897"/>
                </a:lnTo>
                <a:lnTo>
                  <a:pt x="80616" y="62428"/>
                </a:lnTo>
                <a:lnTo>
                  <a:pt x="81041" y="61963"/>
                </a:lnTo>
                <a:lnTo>
                  <a:pt x="81475" y="61502"/>
                </a:lnTo>
                <a:lnTo>
                  <a:pt x="81917" y="61043"/>
                </a:lnTo>
                <a:lnTo>
                  <a:pt x="82368" y="60589"/>
                </a:lnTo>
                <a:lnTo>
                  <a:pt x="82828" y="60138"/>
                </a:lnTo>
                <a:lnTo>
                  <a:pt x="83296" y="59691"/>
                </a:lnTo>
                <a:lnTo>
                  <a:pt x="83772" y="59247"/>
                </a:lnTo>
                <a:lnTo>
                  <a:pt x="84258" y="58807"/>
                </a:lnTo>
                <a:lnTo>
                  <a:pt x="84751" y="58371"/>
                </a:lnTo>
                <a:lnTo>
                  <a:pt x="85254" y="57938"/>
                </a:lnTo>
                <a:lnTo>
                  <a:pt x="85764" y="57509"/>
                </a:lnTo>
                <a:lnTo>
                  <a:pt x="86284" y="57083"/>
                </a:lnTo>
                <a:lnTo>
                  <a:pt x="86812" y="56661"/>
                </a:lnTo>
                <a:lnTo>
                  <a:pt x="87348" y="56243"/>
                </a:lnTo>
                <a:lnTo>
                  <a:pt x="87894" y="55828"/>
                </a:lnTo>
                <a:lnTo>
                  <a:pt x="88447" y="55416"/>
                </a:lnTo>
                <a:lnTo>
                  <a:pt x="89009" y="55009"/>
                </a:lnTo>
                <a:lnTo>
                  <a:pt x="89580" y="54605"/>
                </a:lnTo>
                <a:lnTo>
                  <a:pt x="90160" y="54204"/>
                </a:lnTo>
                <a:lnTo>
                  <a:pt x="90749" y="53814"/>
                </a:lnTo>
                <a:lnTo>
                  <a:pt x="91349" y="53440"/>
                </a:lnTo>
                <a:lnTo>
                  <a:pt x="91961" y="53083"/>
                </a:lnTo>
                <a:lnTo>
                  <a:pt x="92585" y="52742"/>
                </a:lnTo>
                <a:lnTo>
                  <a:pt x="93219" y="52418"/>
                </a:lnTo>
                <a:lnTo>
                  <a:pt x="93865" y="52111"/>
                </a:lnTo>
                <a:lnTo>
                  <a:pt x="94522" y="51820"/>
                </a:lnTo>
                <a:lnTo>
                  <a:pt x="95190" y="51546"/>
                </a:lnTo>
                <a:lnTo>
                  <a:pt x="95870" y="51289"/>
                </a:lnTo>
                <a:lnTo>
                  <a:pt x="96561" y="51048"/>
                </a:lnTo>
                <a:lnTo>
                  <a:pt x="97263" y="50824"/>
                </a:lnTo>
                <a:lnTo>
                  <a:pt x="97977" y="50616"/>
                </a:lnTo>
                <a:lnTo>
                  <a:pt x="98702" y="50425"/>
                </a:lnTo>
                <a:lnTo>
                  <a:pt x="99438" y="50251"/>
                </a:lnTo>
                <a:lnTo>
                  <a:pt x="100186" y="50093"/>
                </a:lnTo>
                <a:lnTo>
                  <a:pt x="100945" y="49952"/>
                </a:lnTo>
                <a:lnTo>
                  <a:pt x="101715" y="49827"/>
                </a:lnTo>
                <a:lnTo>
                  <a:pt x="102496" y="49719"/>
                </a:lnTo>
                <a:lnTo>
                  <a:pt x="103289" y="49628"/>
                </a:lnTo>
                <a:lnTo>
                  <a:pt x="104093" y="49553"/>
                </a:lnTo>
                <a:lnTo>
                  <a:pt x="104908" y="49495"/>
                </a:lnTo>
                <a:lnTo>
                  <a:pt x="105735" y="49453"/>
                </a:lnTo>
                <a:lnTo>
                  <a:pt x="106573" y="49428"/>
                </a:lnTo>
                <a:lnTo>
                  <a:pt x="107422" y="49420"/>
                </a:lnTo>
                <a:lnTo>
                  <a:pt x="108008" y="49426"/>
                </a:lnTo>
                <a:lnTo>
                  <a:pt x="108583" y="49442"/>
                </a:lnTo>
                <a:lnTo>
                  <a:pt x="109147" y="49471"/>
                </a:lnTo>
                <a:lnTo>
                  <a:pt x="109699" y="49510"/>
                </a:lnTo>
                <a:lnTo>
                  <a:pt x="110240" y="49560"/>
                </a:lnTo>
                <a:lnTo>
                  <a:pt x="110770" y="49622"/>
                </a:lnTo>
                <a:lnTo>
                  <a:pt x="111288" y="49695"/>
                </a:lnTo>
                <a:lnTo>
                  <a:pt x="111795" y="49779"/>
                </a:lnTo>
                <a:lnTo>
                  <a:pt x="112291" y="49874"/>
                </a:lnTo>
                <a:lnTo>
                  <a:pt x="112776" y="49980"/>
                </a:lnTo>
                <a:lnTo>
                  <a:pt x="113249" y="50098"/>
                </a:lnTo>
                <a:lnTo>
                  <a:pt x="113711" y="50227"/>
                </a:lnTo>
                <a:lnTo>
                  <a:pt x="114161" y="50367"/>
                </a:lnTo>
                <a:lnTo>
                  <a:pt x="114600" y="50518"/>
                </a:lnTo>
                <a:lnTo>
                  <a:pt x="115028" y="50681"/>
                </a:lnTo>
                <a:lnTo>
                  <a:pt x="115445" y="50855"/>
                </a:lnTo>
                <a:lnTo>
                  <a:pt x="115850" y="51039"/>
                </a:lnTo>
                <a:lnTo>
                  <a:pt x="116244" y="51236"/>
                </a:lnTo>
                <a:lnTo>
                  <a:pt x="116627" y="51443"/>
                </a:lnTo>
                <a:lnTo>
                  <a:pt x="116999" y="51661"/>
                </a:lnTo>
                <a:lnTo>
                  <a:pt x="117359" y="51891"/>
                </a:lnTo>
                <a:lnTo>
                  <a:pt x="117708" y="52132"/>
                </a:lnTo>
                <a:lnTo>
                  <a:pt x="118045" y="52384"/>
                </a:lnTo>
                <a:lnTo>
                  <a:pt x="118371" y="52648"/>
                </a:lnTo>
                <a:lnTo>
                  <a:pt x="118688" y="52921"/>
                </a:lnTo>
                <a:lnTo>
                  <a:pt x="118996" y="53202"/>
                </a:lnTo>
                <a:lnTo>
                  <a:pt x="119295" y="53492"/>
                </a:lnTo>
                <a:lnTo>
                  <a:pt x="119587" y="53790"/>
                </a:lnTo>
                <a:lnTo>
                  <a:pt x="119869" y="54097"/>
                </a:lnTo>
                <a:lnTo>
                  <a:pt x="120144" y="54412"/>
                </a:lnTo>
                <a:lnTo>
                  <a:pt x="120410" y="54735"/>
                </a:lnTo>
                <a:lnTo>
                  <a:pt x="120668" y="55067"/>
                </a:lnTo>
                <a:lnTo>
                  <a:pt x="120917" y="55407"/>
                </a:lnTo>
                <a:lnTo>
                  <a:pt x="121158" y="55756"/>
                </a:lnTo>
                <a:lnTo>
                  <a:pt x="121390" y="56112"/>
                </a:lnTo>
                <a:lnTo>
                  <a:pt x="121614" y="56478"/>
                </a:lnTo>
                <a:lnTo>
                  <a:pt x="121830" y="56851"/>
                </a:lnTo>
                <a:lnTo>
                  <a:pt x="122037" y="57233"/>
                </a:lnTo>
                <a:lnTo>
                  <a:pt x="122236" y="57624"/>
                </a:lnTo>
                <a:lnTo>
                  <a:pt x="122427" y="58022"/>
                </a:lnTo>
                <a:lnTo>
                  <a:pt x="122609" y="58429"/>
                </a:lnTo>
                <a:lnTo>
                  <a:pt x="122783" y="58845"/>
                </a:lnTo>
                <a:lnTo>
                  <a:pt x="122948" y="59269"/>
                </a:lnTo>
                <a:lnTo>
                  <a:pt x="123105" y="59701"/>
                </a:lnTo>
                <a:lnTo>
                  <a:pt x="123253" y="60141"/>
                </a:lnTo>
                <a:lnTo>
                  <a:pt x="123394" y="60590"/>
                </a:lnTo>
                <a:lnTo>
                  <a:pt x="123525" y="61047"/>
                </a:lnTo>
                <a:lnTo>
                  <a:pt x="123649" y="61513"/>
                </a:lnTo>
                <a:lnTo>
                  <a:pt x="123766" y="61986"/>
                </a:lnTo>
                <a:lnTo>
                  <a:pt x="123877" y="62464"/>
                </a:lnTo>
                <a:lnTo>
                  <a:pt x="123984" y="62947"/>
                </a:lnTo>
                <a:lnTo>
                  <a:pt x="124086" y="63437"/>
                </a:lnTo>
                <a:lnTo>
                  <a:pt x="124183" y="63932"/>
                </a:lnTo>
                <a:lnTo>
                  <a:pt x="124275" y="64433"/>
                </a:lnTo>
                <a:lnTo>
                  <a:pt x="124362" y="64940"/>
                </a:lnTo>
                <a:lnTo>
                  <a:pt x="124443" y="65452"/>
                </a:lnTo>
                <a:lnTo>
                  <a:pt x="124520" y="65970"/>
                </a:lnTo>
                <a:lnTo>
                  <a:pt x="124592" y="66494"/>
                </a:lnTo>
                <a:lnTo>
                  <a:pt x="124659" y="67024"/>
                </a:lnTo>
                <a:lnTo>
                  <a:pt x="124722" y="67559"/>
                </a:lnTo>
                <a:lnTo>
                  <a:pt x="124779" y="68100"/>
                </a:lnTo>
                <a:lnTo>
                  <a:pt x="124831" y="68646"/>
                </a:lnTo>
                <a:lnTo>
                  <a:pt x="124878" y="69199"/>
                </a:lnTo>
                <a:lnTo>
                  <a:pt x="124920" y="69757"/>
                </a:lnTo>
                <a:lnTo>
                  <a:pt x="124957" y="70320"/>
                </a:lnTo>
                <a:lnTo>
                  <a:pt x="124990" y="70890"/>
                </a:lnTo>
                <a:lnTo>
                  <a:pt x="125017" y="71465"/>
                </a:lnTo>
                <a:lnTo>
                  <a:pt x="125039" y="72046"/>
                </a:lnTo>
                <a:lnTo>
                  <a:pt x="125057" y="72632"/>
                </a:lnTo>
                <a:lnTo>
                  <a:pt x="125069" y="73224"/>
                </a:lnTo>
                <a:lnTo>
                  <a:pt x="125077" y="73822"/>
                </a:lnTo>
                <a:lnTo>
                  <a:pt x="125079" y="74426"/>
                </a:lnTo>
                <a:lnTo>
                  <a:pt x="125079" y="136324"/>
                </a:lnTo>
                <a:lnTo>
                  <a:pt x="141553" y="136324"/>
                </a:lnTo>
                <a:lnTo>
                  <a:pt x="141553" y="72308"/>
                </a:lnTo>
                <a:lnTo>
                  <a:pt x="141540" y="70877"/>
                </a:lnTo>
                <a:lnTo>
                  <a:pt x="141504" y="69473"/>
                </a:lnTo>
                <a:lnTo>
                  <a:pt x="141443" y="68095"/>
                </a:lnTo>
                <a:lnTo>
                  <a:pt x="141358" y="66744"/>
                </a:lnTo>
                <a:lnTo>
                  <a:pt x="141249" y="65419"/>
                </a:lnTo>
                <a:lnTo>
                  <a:pt x="141115" y="64121"/>
                </a:lnTo>
                <a:lnTo>
                  <a:pt x="140957" y="62850"/>
                </a:lnTo>
                <a:lnTo>
                  <a:pt x="140774" y="61605"/>
                </a:lnTo>
                <a:lnTo>
                  <a:pt x="140568" y="60386"/>
                </a:lnTo>
                <a:lnTo>
                  <a:pt x="140337" y="59194"/>
                </a:lnTo>
                <a:lnTo>
                  <a:pt x="140081" y="58029"/>
                </a:lnTo>
                <a:lnTo>
                  <a:pt x="139802" y="56890"/>
                </a:lnTo>
                <a:lnTo>
                  <a:pt x="139498" y="55778"/>
                </a:lnTo>
                <a:lnTo>
                  <a:pt x="139169" y="54692"/>
                </a:lnTo>
                <a:lnTo>
                  <a:pt x="138817" y="53633"/>
                </a:lnTo>
                <a:lnTo>
                  <a:pt x="138440" y="52600"/>
                </a:lnTo>
                <a:lnTo>
                  <a:pt x="138039" y="51594"/>
                </a:lnTo>
                <a:lnTo>
                  <a:pt x="137613" y="50615"/>
                </a:lnTo>
                <a:lnTo>
                  <a:pt x="137163" y="49662"/>
                </a:lnTo>
                <a:lnTo>
                  <a:pt x="136689" y="48735"/>
                </a:lnTo>
                <a:lnTo>
                  <a:pt x="136190" y="47836"/>
                </a:lnTo>
                <a:lnTo>
                  <a:pt x="135668" y="46962"/>
                </a:lnTo>
                <a:lnTo>
                  <a:pt x="135120" y="46116"/>
                </a:lnTo>
                <a:lnTo>
                  <a:pt x="134549" y="45296"/>
                </a:lnTo>
                <a:lnTo>
                  <a:pt x="133950" y="44505"/>
                </a:lnTo>
                <a:lnTo>
                  <a:pt x="133319" y="43749"/>
                </a:lnTo>
                <a:lnTo>
                  <a:pt x="132658" y="43026"/>
                </a:lnTo>
                <a:lnTo>
                  <a:pt x="131965" y="42336"/>
                </a:lnTo>
                <a:lnTo>
                  <a:pt x="131241" y="41680"/>
                </a:lnTo>
                <a:lnTo>
                  <a:pt x="130486" y="41058"/>
                </a:lnTo>
                <a:lnTo>
                  <a:pt x="129700" y="40470"/>
                </a:lnTo>
                <a:lnTo>
                  <a:pt x="128882" y="39915"/>
                </a:lnTo>
                <a:lnTo>
                  <a:pt x="128034" y="39393"/>
                </a:lnTo>
                <a:lnTo>
                  <a:pt x="127154" y="38906"/>
                </a:lnTo>
                <a:lnTo>
                  <a:pt x="126243" y="38452"/>
                </a:lnTo>
                <a:lnTo>
                  <a:pt x="125301" y="38031"/>
                </a:lnTo>
                <a:lnTo>
                  <a:pt x="124328" y="37645"/>
                </a:lnTo>
                <a:lnTo>
                  <a:pt x="123323" y="37292"/>
                </a:lnTo>
                <a:lnTo>
                  <a:pt x="122288" y="36972"/>
                </a:lnTo>
                <a:lnTo>
                  <a:pt x="121221" y="36686"/>
                </a:lnTo>
                <a:lnTo>
                  <a:pt x="120123" y="36434"/>
                </a:lnTo>
                <a:lnTo>
                  <a:pt x="118994" y="36215"/>
                </a:lnTo>
                <a:lnTo>
                  <a:pt x="117834" y="36030"/>
                </a:lnTo>
                <a:lnTo>
                  <a:pt x="116642" y="35879"/>
                </a:lnTo>
                <a:lnTo>
                  <a:pt x="115420" y="35761"/>
                </a:lnTo>
                <a:lnTo>
                  <a:pt x="114166" y="35677"/>
                </a:lnTo>
                <a:lnTo>
                  <a:pt x="112881" y="35627"/>
                </a:lnTo>
                <a:lnTo>
                  <a:pt x="111565" y="35610"/>
                </a:lnTo>
                <a:lnTo>
                  <a:pt x="110552" y="35619"/>
                </a:lnTo>
                <a:lnTo>
                  <a:pt x="109551" y="35648"/>
                </a:lnTo>
                <a:lnTo>
                  <a:pt x="108562" y="35695"/>
                </a:lnTo>
                <a:lnTo>
                  <a:pt x="107585" y="35761"/>
                </a:lnTo>
                <a:lnTo>
                  <a:pt x="106621" y="35846"/>
                </a:lnTo>
                <a:lnTo>
                  <a:pt x="105668" y="35949"/>
                </a:lnTo>
                <a:lnTo>
                  <a:pt x="104728" y="36072"/>
                </a:lnTo>
                <a:lnTo>
                  <a:pt x="103800" y="36213"/>
                </a:lnTo>
                <a:lnTo>
                  <a:pt x="102884" y="36373"/>
                </a:lnTo>
                <a:lnTo>
                  <a:pt x="101980" y="36552"/>
                </a:lnTo>
                <a:lnTo>
                  <a:pt x="101088" y="36750"/>
                </a:lnTo>
                <a:lnTo>
                  <a:pt x="100209" y="36966"/>
                </a:lnTo>
                <a:lnTo>
                  <a:pt x="99341" y="37202"/>
                </a:lnTo>
                <a:lnTo>
                  <a:pt x="98486" y="37456"/>
                </a:lnTo>
                <a:lnTo>
                  <a:pt x="97643" y="37729"/>
                </a:lnTo>
                <a:lnTo>
                  <a:pt x="96812" y="38021"/>
                </a:lnTo>
                <a:lnTo>
                  <a:pt x="95994" y="38332"/>
                </a:lnTo>
                <a:lnTo>
                  <a:pt x="95187" y="38662"/>
                </a:lnTo>
                <a:lnTo>
                  <a:pt x="94393" y="39010"/>
                </a:lnTo>
                <a:lnTo>
                  <a:pt x="93611" y="39378"/>
                </a:lnTo>
                <a:lnTo>
                  <a:pt x="92841" y="39764"/>
                </a:lnTo>
                <a:lnTo>
                  <a:pt x="92083" y="40169"/>
                </a:lnTo>
                <a:lnTo>
                  <a:pt x="91337" y="40593"/>
                </a:lnTo>
                <a:lnTo>
                  <a:pt x="90603" y="41035"/>
                </a:lnTo>
                <a:lnTo>
                  <a:pt x="89881" y="41489"/>
                </a:lnTo>
                <a:lnTo>
                  <a:pt x="89169" y="41946"/>
                </a:lnTo>
                <a:lnTo>
                  <a:pt x="88468" y="42406"/>
                </a:lnTo>
                <a:lnTo>
                  <a:pt x="87777" y="42869"/>
                </a:lnTo>
                <a:lnTo>
                  <a:pt x="87097" y="43335"/>
                </a:lnTo>
                <a:lnTo>
                  <a:pt x="86427" y="43804"/>
                </a:lnTo>
                <a:lnTo>
                  <a:pt x="85767" y="44276"/>
                </a:lnTo>
                <a:lnTo>
                  <a:pt x="85118" y="44751"/>
                </a:lnTo>
                <a:lnTo>
                  <a:pt x="84479" y="45229"/>
                </a:lnTo>
                <a:lnTo>
                  <a:pt x="83851" y="45711"/>
                </a:lnTo>
                <a:lnTo>
                  <a:pt x="83233" y="46195"/>
                </a:lnTo>
                <a:lnTo>
                  <a:pt x="82626" y="46683"/>
                </a:lnTo>
                <a:lnTo>
                  <a:pt x="82029" y="47173"/>
                </a:lnTo>
                <a:lnTo>
                  <a:pt x="81442" y="47667"/>
                </a:lnTo>
                <a:lnTo>
                  <a:pt x="80866" y="48164"/>
                </a:lnTo>
                <a:lnTo>
                  <a:pt x="80301" y="48664"/>
                </a:lnTo>
                <a:lnTo>
                  <a:pt x="79746" y="49167"/>
                </a:lnTo>
                <a:lnTo>
                  <a:pt x="79201" y="49673"/>
                </a:lnTo>
                <a:lnTo>
                  <a:pt x="78667" y="50182"/>
                </a:lnTo>
                <a:lnTo>
                  <a:pt x="78143" y="50694"/>
                </a:lnTo>
                <a:lnTo>
                  <a:pt x="77630" y="51210"/>
                </a:lnTo>
                <a:lnTo>
                  <a:pt x="77127" y="51728"/>
                </a:lnTo>
                <a:lnTo>
                  <a:pt x="76634" y="52249"/>
                </a:lnTo>
                <a:lnTo>
                  <a:pt x="76158" y="52767"/>
                </a:lnTo>
                <a:lnTo>
                  <a:pt x="76097" y="52600"/>
                </a:lnTo>
                <a:lnTo>
                  <a:pt x="75696" y="51594"/>
                </a:lnTo>
                <a:lnTo>
                  <a:pt x="75271" y="50615"/>
                </a:lnTo>
                <a:lnTo>
                  <a:pt x="74821" y="49662"/>
                </a:lnTo>
                <a:close/>
                <a:moveTo>
                  <a:pt x="357883" y="64903"/>
                </a:moveTo>
                <a:lnTo>
                  <a:pt x="358157" y="64539"/>
                </a:lnTo>
                <a:lnTo>
                  <a:pt x="358434" y="64179"/>
                </a:lnTo>
                <a:lnTo>
                  <a:pt x="358714" y="63823"/>
                </a:lnTo>
                <a:lnTo>
                  <a:pt x="358997" y="63471"/>
                </a:lnTo>
                <a:lnTo>
                  <a:pt x="359283" y="63122"/>
                </a:lnTo>
                <a:lnTo>
                  <a:pt x="359572" y="62777"/>
                </a:lnTo>
                <a:lnTo>
                  <a:pt x="359864" y="62436"/>
                </a:lnTo>
                <a:lnTo>
                  <a:pt x="360160" y="62098"/>
                </a:lnTo>
                <a:lnTo>
                  <a:pt x="360458" y="61764"/>
                </a:lnTo>
                <a:lnTo>
                  <a:pt x="360760" y="61434"/>
                </a:lnTo>
                <a:lnTo>
                  <a:pt x="361065" y="61108"/>
                </a:lnTo>
                <a:lnTo>
                  <a:pt x="361372" y="60785"/>
                </a:lnTo>
                <a:lnTo>
                  <a:pt x="361683" y="60467"/>
                </a:lnTo>
                <a:lnTo>
                  <a:pt x="361997" y="60152"/>
                </a:lnTo>
                <a:lnTo>
                  <a:pt x="362314" y="59840"/>
                </a:lnTo>
                <a:lnTo>
                  <a:pt x="362634" y="59533"/>
                </a:lnTo>
                <a:lnTo>
                  <a:pt x="362957" y="59229"/>
                </a:lnTo>
                <a:lnTo>
                  <a:pt x="363284" y="58929"/>
                </a:lnTo>
                <a:lnTo>
                  <a:pt x="363613" y="58633"/>
                </a:lnTo>
                <a:lnTo>
                  <a:pt x="363945" y="58340"/>
                </a:lnTo>
                <a:lnTo>
                  <a:pt x="364281" y="58051"/>
                </a:lnTo>
                <a:lnTo>
                  <a:pt x="364620" y="57767"/>
                </a:lnTo>
                <a:lnTo>
                  <a:pt x="364964" y="57488"/>
                </a:lnTo>
                <a:lnTo>
                  <a:pt x="365313" y="57214"/>
                </a:lnTo>
                <a:lnTo>
                  <a:pt x="365667" y="56945"/>
                </a:lnTo>
                <a:lnTo>
                  <a:pt x="366026" y="56681"/>
                </a:lnTo>
                <a:lnTo>
                  <a:pt x="366389" y="56423"/>
                </a:lnTo>
                <a:lnTo>
                  <a:pt x="366757" y="56170"/>
                </a:lnTo>
                <a:lnTo>
                  <a:pt x="367130" y="55922"/>
                </a:lnTo>
                <a:lnTo>
                  <a:pt x="367508" y="55679"/>
                </a:lnTo>
                <a:lnTo>
                  <a:pt x="367891" y="55441"/>
                </a:lnTo>
                <a:lnTo>
                  <a:pt x="368278" y="55208"/>
                </a:lnTo>
                <a:lnTo>
                  <a:pt x="368670" y="54981"/>
                </a:lnTo>
                <a:lnTo>
                  <a:pt x="369067" y="54759"/>
                </a:lnTo>
                <a:lnTo>
                  <a:pt x="369469" y="54542"/>
                </a:lnTo>
                <a:lnTo>
                  <a:pt x="369876" y="54330"/>
                </a:lnTo>
                <a:lnTo>
                  <a:pt x="370287" y="54123"/>
                </a:lnTo>
                <a:lnTo>
                  <a:pt x="370703" y="53922"/>
                </a:lnTo>
                <a:lnTo>
                  <a:pt x="371124" y="53726"/>
                </a:lnTo>
                <a:lnTo>
                  <a:pt x="371550" y="53535"/>
                </a:lnTo>
                <a:lnTo>
                  <a:pt x="371980" y="53349"/>
                </a:lnTo>
                <a:lnTo>
                  <a:pt x="372416" y="53168"/>
                </a:lnTo>
                <a:lnTo>
                  <a:pt x="372856" y="52992"/>
                </a:lnTo>
                <a:lnTo>
                  <a:pt x="373301" y="52822"/>
                </a:lnTo>
                <a:lnTo>
                  <a:pt x="373751" y="52657"/>
                </a:lnTo>
                <a:lnTo>
                  <a:pt x="374206" y="52497"/>
                </a:lnTo>
                <a:lnTo>
                  <a:pt x="374667" y="52345"/>
                </a:lnTo>
                <a:lnTo>
                  <a:pt x="375135" y="52199"/>
                </a:lnTo>
                <a:lnTo>
                  <a:pt x="375608" y="52060"/>
                </a:lnTo>
                <a:lnTo>
                  <a:pt x="376088" y="51927"/>
                </a:lnTo>
                <a:lnTo>
                  <a:pt x="376574" y="51802"/>
                </a:lnTo>
                <a:lnTo>
                  <a:pt x="377066" y="51683"/>
                </a:lnTo>
                <a:lnTo>
                  <a:pt x="377565" y="51571"/>
                </a:lnTo>
                <a:lnTo>
                  <a:pt x="378069" y="51466"/>
                </a:lnTo>
                <a:lnTo>
                  <a:pt x="378580" y="51367"/>
                </a:lnTo>
                <a:lnTo>
                  <a:pt x="379097" y="51276"/>
                </a:lnTo>
                <a:lnTo>
                  <a:pt x="379620" y="51191"/>
                </a:lnTo>
                <a:lnTo>
                  <a:pt x="380149" y="51113"/>
                </a:lnTo>
                <a:lnTo>
                  <a:pt x="380684" y="51042"/>
                </a:lnTo>
                <a:lnTo>
                  <a:pt x="381226" y="50977"/>
                </a:lnTo>
                <a:lnTo>
                  <a:pt x="381773" y="50920"/>
                </a:lnTo>
                <a:lnTo>
                  <a:pt x="382327" y="50869"/>
                </a:lnTo>
                <a:lnTo>
                  <a:pt x="382887" y="50825"/>
                </a:lnTo>
                <a:lnTo>
                  <a:pt x="383453" y="50787"/>
                </a:lnTo>
                <a:lnTo>
                  <a:pt x="384026" y="50757"/>
                </a:lnTo>
                <a:lnTo>
                  <a:pt x="384604" y="50733"/>
                </a:lnTo>
                <a:lnTo>
                  <a:pt x="385189" y="50716"/>
                </a:lnTo>
                <a:lnTo>
                  <a:pt x="385780" y="50706"/>
                </a:lnTo>
                <a:lnTo>
                  <a:pt x="386377" y="50702"/>
                </a:lnTo>
                <a:lnTo>
                  <a:pt x="388646" y="50702"/>
                </a:lnTo>
                <a:lnTo>
                  <a:pt x="388646" y="35610"/>
                </a:lnTo>
                <a:lnTo>
                  <a:pt x="386673" y="35610"/>
                </a:lnTo>
                <a:lnTo>
                  <a:pt x="385718" y="35619"/>
                </a:lnTo>
                <a:lnTo>
                  <a:pt x="384779" y="35645"/>
                </a:lnTo>
                <a:lnTo>
                  <a:pt x="383855" y="35689"/>
                </a:lnTo>
                <a:lnTo>
                  <a:pt x="382946" y="35750"/>
                </a:lnTo>
                <a:lnTo>
                  <a:pt x="382052" y="35828"/>
                </a:lnTo>
                <a:lnTo>
                  <a:pt x="381173" y="35924"/>
                </a:lnTo>
                <a:lnTo>
                  <a:pt x="380310" y="36038"/>
                </a:lnTo>
                <a:lnTo>
                  <a:pt x="379461" y="36169"/>
                </a:lnTo>
                <a:lnTo>
                  <a:pt x="378627" y="36318"/>
                </a:lnTo>
                <a:lnTo>
                  <a:pt x="377809" y="36483"/>
                </a:lnTo>
                <a:lnTo>
                  <a:pt x="377005" y="36667"/>
                </a:lnTo>
                <a:lnTo>
                  <a:pt x="376217" y="36868"/>
                </a:lnTo>
                <a:lnTo>
                  <a:pt x="375443" y="37086"/>
                </a:lnTo>
                <a:lnTo>
                  <a:pt x="374685" y="37322"/>
                </a:lnTo>
                <a:lnTo>
                  <a:pt x="373942" y="37575"/>
                </a:lnTo>
                <a:lnTo>
                  <a:pt x="373213" y="37846"/>
                </a:lnTo>
                <a:lnTo>
                  <a:pt x="372500" y="38134"/>
                </a:lnTo>
                <a:lnTo>
                  <a:pt x="371802" y="38440"/>
                </a:lnTo>
                <a:lnTo>
                  <a:pt x="371119" y="38763"/>
                </a:lnTo>
                <a:lnTo>
                  <a:pt x="370451" y="39104"/>
                </a:lnTo>
                <a:lnTo>
                  <a:pt x="369799" y="39462"/>
                </a:lnTo>
                <a:lnTo>
                  <a:pt x="369161" y="39837"/>
                </a:lnTo>
                <a:lnTo>
                  <a:pt x="368538" y="40230"/>
                </a:lnTo>
                <a:lnTo>
                  <a:pt x="367931" y="40641"/>
                </a:lnTo>
                <a:lnTo>
                  <a:pt x="367336" y="41064"/>
                </a:lnTo>
                <a:lnTo>
                  <a:pt x="366752" y="41496"/>
                </a:lnTo>
                <a:lnTo>
                  <a:pt x="366180" y="41937"/>
                </a:lnTo>
                <a:lnTo>
                  <a:pt x="365618" y="42386"/>
                </a:lnTo>
                <a:lnTo>
                  <a:pt x="365067" y="42844"/>
                </a:lnTo>
                <a:lnTo>
                  <a:pt x="364527" y="43310"/>
                </a:lnTo>
                <a:lnTo>
                  <a:pt x="363999" y="43785"/>
                </a:lnTo>
                <a:lnTo>
                  <a:pt x="363481" y="44269"/>
                </a:lnTo>
                <a:lnTo>
                  <a:pt x="362974" y="44761"/>
                </a:lnTo>
                <a:lnTo>
                  <a:pt x="362478" y="45261"/>
                </a:lnTo>
                <a:lnTo>
                  <a:pt x="361993" y="45770"/>
                </a:lnTo>
                <a:lnTo>
                  <a:pt x="361519" y="46288"/>
                </a:lnTo>
                <a:lnTo>
                  <a:pt x="361056" y="46814"/>
                </a:lnTo>
                <a:lnTo>
                  <a:pt x="360604" y="47349"/>
                </a:lnTo>
                <a:lnTo>
                  <a:pt x="360162" y="47893"/>
                </a:lnTo>
                <a:lnTo>
                  <a:pt x="359732" y="48445"/>
                </a:lnTo>
                <a:lnTo>
                  <a:pt x="359313" y="49005"/>
                </a:lnTo>
                <a:lnTo>
                  <a:pt x="358905" y="49574"/>
                </a:lnTo>
                <a:lnTo>
                  <a:pt x="358507" y="50152"/>
                </a:lnTo>
                <a:lnTo>
                  <a:pt x="358121" y="50738"/>
                </a:lnTo>
                <a:lnTo>
                  <a:pt x="357746" y="51333"/>
                </a:lnTo>
                <a:lnTo>
                  <a:pt x="357381" y="51936"/>
                </a:lnTo>
                <a:lnTo>
                  <a:pt x="357028" y="52548"/>
                </a:lnTo>
                <a:lnTo>
                  <a:pt x="356685" y="53169"/>
                </a:lnTo>
                <a:lnTo>
                  <a:pt x="356093" y="37287"/>
                </a:lnTo>
                <a:lnTo>
                  <a:pt x="340607" y="37287"/>
                </a:lnTo>
                <a:lnTo>
                  <a:pt x="340607" y="136324"/>
                </a:lnTo>
                <a:lnTo>
                  <a:pt x="357080" y="136324"/>
                </a:lnTo>
                <a:lnTo>
                  <a:pt x="357080" y="66017"/>
                </a:lnTo>
                <a:lnTo>
                  <a:pt x="357344" y="65642"/>
                </a:lnTo>
                <a:lnTo>
                  <a:pt x="357612" y="65271"/>
                </a:lnTo>
                <a:lnTo>
                  <a:pt x="357883" y="64903"/>
                </a:lnTo>
                <a:close/>
                <a:moveTo>
                  <a:pt x="409697" y="136324"/>
                </a:moveTo>
                <a:lnTo>
                  <a:pt x="426171" y="136324"/>
                </a:lnTo>
                <a:lnTo>
                  <a:pt x="426171" y="37287"/>
                </a:lnTo>
                <a:lnTo>
                  <a:pt x="409697" y="37287"/>
                </a:lnTo>
                <a:lnTo>
                  <a:pt x="409697" y="136324"/>
                </a:lnTo>
                <a:close/>
                <a:moveTo>
                  <a:pt x="199786" y="137905"/>
                </a:moveTo>
                <a:lnTo>
                  <a:pt x="200701" y="137819"/>
                </a:lnTo>
                <a:lnTo>
                  <a:pt x="201605" y="137718"/>
                </a:lnTo>
                <a:lnTo>
                  <a:pt x="202499" y="137601"/>
                </a:lnTo>
                <a:lnTo>
                  <a:pt x="203383" y="137469"/>
                </a:lnTo>
                <a:lnTo>
                  <a:pt x="204257" y="137321"/>
                </a:lnTo>
                <a:lnTo>
                  <a:pt x="205121" y="137157"/>
                </a:lnTo>
                <a:lnTo>
                  <a:pt x="205975" y="136978"/>
                </a:lnTo>
                <a:lnTo>
                  <a:pt x="206819" y="136783"/>
                </a:lnTo>
                <a:lnTo>
                  <a:pt x="207652" y="136573"/>
                </a:lnTo>
                <a:lnTo>
                  <a:pt x="208476" y="136347"/>
                </a:lnTo>
                <a:lnTo>
                  <a:pt x="209289" y="136105"/>
                </a:lnTo>
                <a:lnTo>
                  <a:pt x="210092" y="135848"/>
                </a:lnTo>
                <a:lnTo>
                  <a:pt x="210886" y="135575"/>
                </a:lnTo>
                <a:lnTo>
                  <a:pt x="211669" y="135287"/>
                </a:lnTo>
                <a:lnTo>
                  <a:pt x="212442" y="134983"/>
                </a:lnTo>
                <a:lnTo>
                  <a:pt x="213204" y="134664"/>
                </a:lnTo>
                <a:lnTo>
                  <a:pt x="213957" y="134329"/>
                </a:lnTo>
                <a:lnTo>
                  <a:pt x="214700" y="133978"/>
                </a:lnTo>
                <a:lnTo>
                  <a:pt x="215432" y="133612"/>
                </a:lnTo>
                <a:lnTo>
                  <a:pt x="216156" y="133233"/>
                </a:lnTo>
                <a:lnTo>
                  <a:pt x="216873" y="132844"/>
                </a:lnTo>
                <a:lnTo>
                  <a:pt x="217582" y="132444"/>
                </a:lnTo>
                <a:lnTo>
                  <a:pt x="218283" y="132035"/>
                </a:lnTo>
                <a:lnTo>
                  <a:pt x="218978" y="131615"/>
                </a:lnTo>
                <a:lnTo>
                  <a:pt x="219665" y="131186"/>
                </a:lnTo>
                <a:lnTo>
                  <a:pt x="220344" y="130746"/>
                </a:lnTo>
                <a:lnTo>
                  <a:pt x="221017" y="130296"/>
                </a:lnTo>
                <a:lnTo>
                  <a:pt x="221682" y="129836"/>
                </a:lnTo>
                <a:lnTo>
                  <a:pt x="222339" y="129366"/>
                </a:lnTo>
                <a:lnTo>
                  <a:pt x="222989" y="128886"/>
                </a:lnTo>
                <a:lnTo>
                  <a:pt x="223632" y="128396"/>
                </a:lnTo>
                <a:lnTo>
                  <a:pt x="224267" y="127896"/>
                </a:lnTo>
                <a:lnTo>
                  <a:pt x="224896" y="127385"/>
                </a:lnTo>
                <a:lnTo>
                  <a:pt x="225516" y="126865"/>
                </a:lnTo>
                <a:lnTo>
                  <a:pt x="226130" y="126334"/>
                </a:lnTo>
                <a:lnTo>
                  <a:pt x="226736" y="125793"/>
                </a:lnTo>
                <a:lnTo>
                  <a:pt x="227334" y="125243"/>
                </a:lnTo>
                <a:lnTo>
                  <a:pt x="227925" y="124682"/>
                </a:lnTo>
                <a:lnTo>
                  <a:pt x="228509" y="124111"/>
                </a:lnTo>
                <a:lnTo>
                  <a:pt x="229086" y="123529"/>
                </a:lnTo>
                <a:lnTo>
                  <a:pt x="229655" y="122938"/>
                </a:lnTo>
                <a:lnTo>
                  <a:pt x="230217" y="122337"/>
                </a:lnTo>
                <a:lnTo>
                  <a:pt x="230771" y="121725"/>
                </a:lnTo>
                <a:lnTo>
                  <a:pt x="231462" y="136324"/>
                </a:lnTo>
                <a:lnTo>
                  <a:pt x="246850" y="136324"/>
                </a:lnTo>
                <a:lnTo>
                  <a:pt x="246850" y="70163"/>
                </a:lnTo>
                <a:lnTo>
                  <a:pt x="246845" y="69281"/>
                </a:lnTo>
                <a:lnTo>
                  <a:pt x="246828" y="68412"/>
                </a:lnTo>
                <a:lnTo>
                  <a:pt x="246801" y="67557"/>
                </a:lnTo>
                <a:lnTo>
                  <a:pt x="246762" y="66715"/>
                </a:lnTo>
                <a:lnTo>
                  <a:pt x="246713" y="65887"/>
                </a:lnTo>
                <a:lnTo>
                  <a:pt x="246653" y="65073"/>
                </a:lnTo>
                <a:lnTo>
                  <a:pt x="246582" y="64272"/>
                </a:lnTo>
                <a:lnTo>
                  <a:pt x="246499" y="63485"/>
                </a:lnTo>
                <a:lnTo>
                  <a:pt x="246406" y="62711"/>
                </a:lnTo>
                <a:lnTo>
                  <a:pt x="246302" y="61951"/>
                </a:lnTo>
                <a:lnTo>
                  <a:pt x="246187" y="61205"/>
                </a:lnTo>
                <a:lnTo>
                  <a:pt x="246061" y="60472"/>
                </a:lnTo>
                <a:lnTo>
                  <a:pt x="245924" y="59753"/>
                </a:lnTo>
                <a:lnTo>
                  <a:pt x="245776" y="59047"/>
                </a:lnTo>
                <a:lnTo>
                  <a:pt x="245617" y="58355"/>
                </a:lnTo>
                <a:lnTo>
                  <a:pt x="245447" y="57676"/>
                </a:lnTo>
                <a:lnTo>
                  <a:pt x="245266" y="57011"/>
                </a:lnTo>
                <a:lnTo>
                  <a:pt x="245075" y="56360"/>
                </a:lnTo>
                <a:lnTo>
                  <a:pt x="244872" y="55722"/>
                </a:lnTo>
                <a:lnTo>
                  <a:pt x="244658" y="55098"/>
                </a:lnTo>
                <a:lnTo>
                  <a:pt x="244433" y="54487"/>
                </a:lnTo>
                <a:lnTo>
                  <a:pt x="244198" y="53890"/>
                </a:lnTo>
                <a:lnTo>
                  <a:pt x="243951" y="53307"/>
                </a:lnTo>
                <a:lnTo>
                  <a:pt x="243694" y="52737"/>
                </a:lnTo>
                <a:lnTo>
                  <a:pt x="243427" y="52179"/>
                </a:lnTo>
                <a:lnTo>
                  <a:pt x="243152" y="51631"/>
                </a:lnTo>
                <a:lnTo>
                  <a:pt x="242870" y="51094"/>
                </a:lnTo>
                <a:lnTo>
                  <a:pt x="242580" y="50567"/>
                </a:lnTo>
                <a:lnTo>
                  <a:pt x="242282" y="50050"/>
                </a:lnTo>
                <a:lnTo>
                  <a:pt x="241977" y="49544"/>
                </a:lnTo>
                <a:lnTo>
                  <a:pt x="241663" y="49049"/>
                </a:lnTo>
                <a:lnTo>
                  <a:pt x="241343" y="48563"/>
                </a:lnTo>
                <a:lnTo>
                  <a:pt x="241014" y="48089"/>
                </a:lnTo>
                <a:lnTo>
                  <a:pt x="240678" y="47624"/>
                </a:lnTo>
                <a:lnTo>
                  <a:pt x="240334" y="47170"/>
                </a:lnTo>
                <a:lnTo>
                  <a:pt x="239982" y="46727"/>
                </a:lnTo>
                <a:lnTo>
                  <a:pt x="239623" y="46294"/>
                </a:lnTo>
                <a:lnTo>
                  <a:pt x="239256" y="45871"/>
                </a:lnTo>
                <a:lnTo>
                  <a:pt x="238881" y="45458"/>
                </a:lnTo>
                <a:lnTo>
                  <a:pt x="238498" y="45057"/>
                </a:lnTo>
                <a:lnTo>
                  <a:pt x="238108" y="44665"/>
                </a:lnTo>
                <a:lnTo>
                  <a:pt x="237710" y="44284"/>
                </a:lnTo>
                <a:lnTo>
                  <a:pt x="237305" y="43913"/>
                </a:lnTo>
                <a:lnTo>
                  <a:pt x="236891" y="43553"/>
                </a:lnTo>
                <a:lnTo>
                  <a:pt x="236470" y="43203"/>
                </a:lnTo>
                <a:lnTo>
                  <a:pt x="236042" y="42864"/>
                </a:lnTo>
                <a:lnTo>
                  <a:pt x="235605" y="42535"/>
                </a:lnTo>
                <a:lnTo>
                  <a:pt x="235161" y="42216"/>
                </a:lnTo>
                <a:lnTo>
                  <a:pt x="234711" y="41907"/>
                </a:lnTo>
                <a:lnTo>
                  <a:pt x="234255" y="41606"/>
                </a:lnTo>
                <a:lnTo>
                  <a:pt x="233795" y="41312"/>
                </a:lnTo>
                <a:lnTo>
                  <a:pt x="233331" y="41027"/>
                </a:lnTo>
                <a:lnTo>
                  <a:pt x="232861" y="40751"/>
                </a:lnTo>
                <a:lnTo>
                  <a:pt x="232387" y="40482"/>
                </a:lnTo>
                <a:lnTo>
                  <a:pt x="231907" y="40221"/>
                </a:lnTo>
                <a:lnTo>
                  <a:pt x="231423" y="39969"/>
                </a:lnTo>
                <a:lnTo>
                  <a:pt x="230935" y="39725"/>
                </a:lnTo>
                <a:lnTo>
                  <a:pt x="230441" y="39488"/>
                </a:lnTo>
                <a:lnTo>
                  <a:pt x="229943" y="39260"/>
                </a:lnTo>
                <a:lnTo>
                  <a:pt x="229440" y="39040"/>
                </a:lnTo>
                <a:lnTo>
                  <a:pt x="228932" y="38828"/>
                </a:lnTo>
                <a:lnTo>
                  <a:pt x="228419" y="38625"/>
                </a:lnTo>
                <a:lnTo>
                  <a:pt x="227901" y="38429"/>
                </a:lnTo>
                <a:lnTo>
                  <a:pt x="227379" y="38242"/>
                </a:lnTo>
                <a:lnTo>
                  <a:pt x="226852" y="38062"/>
                </a:lnTo>
                <a:lnTo>
                  <a:pt x="226320" y="37891"/>
                </a:lnTo>
                <a:lnTo>
                  <a:pt x="225783" y="37728"/>
                </a:lnTo>
                <a:lnTo>
                  <a:pt x="225242" y="37573"/>
                </a:lnTo>
                <a:lnTo>
                  <a:pt x="224696" y="37426"/>
                </a:lnTo>
                <a:lnTo>
                  <a:pt x="224144" y="37287"/>
                </a:lnTo>
                <a:lnTo>
                  <a:pt x="223589" y="37157"/>
                </a:lnTo>
                <a:lnTo>
                  <a:pt x="223028" y="37034"/>
                </a:lnTo>
                <a:lnTo>
                  <a:pt x="222464" y="36918"/>
                </a:lnTo>
                <a:lnTo>
                  <a:pt x="221897" y="36807"/>
                </a:lnTo>
                <a:lnTo>
                  <a:pt x="221329" y="36700"/>
                </a:lnTo>
                <a:lnTo>
                  <a:pt x="220758" y="36599"/>
                </a:lnTo>
                <a:lnTo>
                  <a:pt x="220185" y="36503"/>
                </a:lnTo>
                <a:lnTo>
                  <a:pt x="219609" y="36411"/>
                </a:lnTo>
                <a:lnTo>
                  <a:pt x="219032" y="36325"/>
                </a:lnTo>
                <a:lnTo>
                  <a:pt x="218452" y="36243"/>
                </a:lnTo>
                <a:lnTo>
                  <a:pt x="217870" y="36166"/>
                </a:lnTo>
                <a:lnTo>
                  <a:pt x="217286" y="36095"/>
                </a:lnTo>
                <a:lnTo>
                  <a:pt x="216699" y="36028"/>
                </a:lnTo>
                <a:lnTo>
                  <a:pt x="216111" y="35966"/>
                </a:lnTo>
                <a:lnTo>
                  <a:pt x="215520" y="35909"/>
                </a:lnTo>
                <a:lnTo>
                  <a:pt x="214926" y="35857"/>
                </a:lnTo>
                <a:lnTo>
                  <a:pt x="214331" y="35810"/>
                </a:lnTo>
                <a:lnTo>
                  <a:pt x="213733" y="35768"/>
                </a:lnTo>
                <a:lnTo>
                  <a:pt x="213134" y="35731"/>
                </a:lnTo>
                <a:lnTo>
                  <a:pt x="212532" y="35699"/>
                </a:lnTo>
                <a:lnTo>
                  <a:pt x="211927" y="35672"/>
                </a:lnTo>
                <a:lnTo>
                  <a:pt x="211321" y="35650"/>
                </a:lnTo>
                <a:lnTo>
                  <a:pt x="210712" y="35632"/>
                </a:lnTo>
                <a:lnTo>
                  <a:pt x="210101" y="35620"/>
                </a:lnTo>
                <a:lnTo>
                  <a:pt x="209488" y="35613"/>
                </a:lnTo>
                <a:lnTo>
                  <a:pt x="208873" y="35610"/>
                </a:lnTo>
                <a:lnTo>
                  <a:pt x="207915" y="35616"/>
                </a:lnTo>
                <a:lnTo>
                  <a:pt x="206967" y="35634"/>
                </a:lnTo>
                <a:lnTo>
                  <a:pt x="206028" y="35664"/>
                </a:lnTo>
                <a:lnTo>
                  <a:pt x="205098" y="35706"/>
                </a:lnTo>
                <a:lnTo>
                  <a:pt x="204177" y="35760"/>
                </a:lnTo>
                <a:lnTo>
                  <a:pt x="203265" y="35826"/>
                </a:lnTo>
                <a:lnTo>
                  <a:pt x="202363" y="35904"/>
                </a:lnTo>
                <a:lnTo>
                  <a:pt x="201469" y="35994"/>
                </a:lnTo>
                <a:lnTo>
                  <a:pt x="200584" y="36096"/>
                </a:lnTo>
                <a:lnTo>
                  <a:pt x="199709" y="36210"/>
                </a:lnTo>
                <a:lnTo>
                  <a:pt x="198842" y="36336"/>
                </a:lnTo>
                <a:lnTo>
                  <a:pt x="197985" y="36474"/>
                </a:lnTo>
                <a:lnTo>
                  <a:pt x="197137" y="36624"/>
                </a:lnTo>
                <a:lnTo>
                  <a:pt x="196297" y="36786"/>
                </a:lnTo>
                <a:lnTo>
                  <a:pt x="195467" y="36960"/>
                </a:lnTo>
                <a:lnTo>
                  <a:pt x="194646" y="37146"/>
                </a:lnTo>
                <a:lnTo>
                  <a:pt x="193834" y="37344"/>
                </a:lnTo>
                <a:lnTo>
                  <a:pt x="193031" y="37554"/>
                </a:lnTo>
                <a:lnTo>
                  <a:pt x="192237" y="37776"/>
                </a:lnTo>
                <a:lnTo>
                  <a:pt x="191453" y="38010"/>
                </a:lnTo>
                <a:lnTo>
                  <a:pt x="190677" y="38256"/>
                </a:lnTo>
                <a:lnTo>
                  <a:pt x="189910" y="38514"/>
                </a:lnTo>
                <a:lnTo>
                  <a:pt x="189153" y="38784"/>
                </a:lnTo>
                <a:lnTo>
                  <a:pt x="188404" y="39066"/>
                </a:lnTo>
                <a:lnTo>
                  <a:pt x="187667" y="39360"/>
                </a:lnTo>
                <a:lnTo>
                  <a:pt x="186943" y="39669"/>
                </a:lnTo>
                <a:lnTo>
                  <a:pt x="186233" y="39992"/>
                </a:lnTo>
                <a:lnTo>
                  <a:pt x="185535" y="40329"/>
                </a:lnTo>
                <a:lnTo>
                  <a:pt x="184852" y="40681"/>
                </a:lnTo>
                <a:lnTo>
                  <a:pt x="184181" y="41046"/>
                </a:lnTo>
                <a:lnTo>
                  <a:pt x="183524" y="41426"/>
                </a:lnTo>
                <a:lnTo>
                  <a:pt x="182880" y="41819"/>
                </a:lnTo>
                <a:lnTo>
                  <a:pt x="182250" y="42227"/>
                </a:lnTo>
                <a:lnTo>
                  <a:pt x="181633" y="42649"/>
                </a:lnTo>
                <a:lnTo>
                  <a:pt x="181029" y="43085"/>
                </a:lnTo>
                <a:lnTo>
                  <a:pt x="180439" y="43535"/>
                </a:lnTo>
                <a:lnTo>
                  <a:pt x="179862" y="43999"/>
                </a:lnTo>
                <a:lnTo>
                  <a:pt x="179298" y="44477"/>
                </a:lnTo>
                <a:lnTo>
                  <a:pt x="178748" y="44970"/>
                </a:lnTo>
                <a:lnTo>
                  <a:pt x="178211" y="45476"/>
                </a:lnTo>
                <a:lnTo>
                  <a:pt x="177688" y="45997"/>
                </a:lnTo>
                <a:lnTo>
                  <a:pt x="177177" y="46531"/>
                </a:lnTo>
                <a:lnTo>
                  <a:pt x="176681" y="47080"/>
                </a:lnTo>
                <a:lnTo>
                  <a:pt x="176197" y="47643"/>
                </a:lnTo>
                <a:lnTo>
                  <a:pt x="175727" y="48221"/>
                </a:lnTo>
                <a:lnTo>
                  <a:pt x="175270" y="48812"/>
                </a:lnTo>
                <a:lnTo>
                  <a:pt x="174827" y="49417"/>
                </a:lnTo>
                <a:lnTo>
                  <a:pt x="174397" y="50037"/>
                </a:lnTo>
                <a:lnTo>
                  <a:pt x="173982" y="50671"/>
                </a:lnTo>
                <a:lnTo>
                  <a:pt x="173586" y="51322"/>
                </a:lnTo>
                <a:lnTo>
                  <a:pt x="173206" y="51988"/>
                </a:lnTo>
                <a:lnTo>
                  <a:pt x="172845" y="52672"/>
                </a:lnTo>
                <a:lnTo>
                  <a:pt x="172501" y="53371"/>
                </a:lnTo>
                <a:lnTo>
                  <a:pt x="172174" y="54086"/>
                </a:lnTo>
                <a:lnTo>
                  <a:pt x="171866" y="54818"/>
                </a:lnTo>
                <a:lnTo>
                  <a:pt x="171575" y="55566"/>
                </a:lnTo>
                <a:lnTo>
                  <a:pt x="171301" y="56330"/>
                </a:lnTo>
                <a:lnTo>
                  <a:pt x="171045" y="57111"/>
                </a:lnTo>
                <a:lnTo>
                  <a:pt x="170807" y="57907"/>
                </a:lnTo>
                <a:lnTo>
                  <a:pt x="170587" y="58720"/>
                </a:lnTo>
                <a:lnTo>
                  <a:pt x="170384" y="59549"/>
                </a:lnTo>
                <a:lnTo>
                  <a:pt x="170199" y="60395"/>
                </a:lnTo>
                <a:lnTo>
                  <a:pt x="170031" y="61256"/>
                </a:lnTo>
                <a:lnTo>
                  <a:pt x="169881" y="62134"/>
                </a:lnTo>
                <a:lnTo>
                  <a:pt x="169749" y="63028"/>
                </a:lnTo>
                <a:lnTo>
                  <a:pt x="169634" y="63938"/>
                </a:lnTo>
                <a:lnTo>
                  <a:pt x="169537" y="64865"/>
                </a:lnTo>
                <a:lnTo>
                  <a:pt x="169458" y="65807"/>
                </a:lnTo>
                <a:lnTo>
                  <a:pt x="169396" y="66766"/>
                </a:lnTo>
                <a:lnTo>
                  <a:pt x="169352" y="67742"/>
                </a:lnTo>
                <a:lnTo>
                  <a:pt x="169326" y="68733"/>
                </a:lnTo>
                <a:lnTo>
                  <a:pt x="169317" y="69741"/>
                </a:lnTo>
                <a:lnTo>
                  <a:pt x="185297" y="69741"/>
                </a:lnTo>
                <a:lnTo>
                  <a:pt x="185309" y="68804"/>
                </a:lnTo>
                <a:lnTo>
                  <a:pt x="185344" y="67889"/>
                </a:lnTo>
                <a:lnTo>
                  <a:pt x="185403" y="66995"/>
                </a:lnTo>
                <a:lnTo>
                  <a:pt x="185486" y="66122"/>
                </a:lnTo>
                <a:lnTo>
                  <a:pt x="185592" y="65271"/>
                </a:lnTo>
                <a:lnTo>
                  <a:pt x="185722" y="64440"/>
                </a:lnTo>
                <a:lnTo>
                  <a:pt x="185876" y="63631"/>
                </a:lnTo>
                <a:lnTo>
                  <a:pt x="186053" y="62843"/>
                </a:lnTo>
                <a:lnTo>
                  <a:pt x="186254" y="62076"/>
                </a:lnTo>
                <a:lnTo>
                  <a:pt x="186479" y="61330"/>
                </a:lnTo>
                <a:lnTo>
                  <a:pt x="186727" y="60605"/>
                </a:lnTo>
                <a:lnTo>
                  <a:pt x="186999" y="59902"/>
                </a:lnTo>
                <a:lnTo>
                  <a:pt x="187294" y="59219"/>
                </a:lnTo>
                <a:lnTo>
                  <a:pt x="187613" y="58558"/>
                </a:lnTo>
                <a:lnTo>
                  <a:pt x="187956" y="57918"/>
                </a:lnTo>
                <a:lnTo>
                  <a:pt x="188322" y="57299"/>
                </a:lnTo>
                <a:lnTo>
                  <a:pt x="188712" y="56701"/>
                </a:lnTo>
                <a:lnTo>
                  <a:pt x="189126" y="56125"/>
                </a:lnTo>
                <a:lnTo>
                  <a:pt x="189563" y="55570"/>
                </a:lnTo>
                <a:lnTo>
                  <a:pt x="190024" y="55035"/>
                </a:lnTo>
                <a:lnTo>
                  <a:pt x="190508" y="54522"/>
                </a:lnTo>
                <a:lnTo>
                  <a:pt x="191016" y="54030"/>
                </a:lnTo>
                <a:lnTo>
                  <a:pt x="191548" y="53560"/>
                </a:lnTo>
                <a:lnTo>
                  <a:pt x="192103" y="53110"/>
                </a:lnTo>
                <a:lnTo>
                  <a:pt x="192676" y="52680"/>
                </a:lnTo>
                <a:lnTo>
                  <a:pt x="193260" y="52268"/>
                </a:lnTo>
                <a:lnTo>
                  <a:pt x="193854" y="51875"/>
                </a:lnTo>
                <a:lnTo>
                  <a:pt x="194460" y="51500"/>
                </a:lnTo>
                <a:lnTo>
                  <a:pt x="195076" y="51144"/>
                </a:lnTo>
                <a:lnTo>
                  <a:pt x="195704" y="50805"/>
                </a:lnTo>
                <a:lnTo>
                  <a:pt x="196342" y="50485"/>
                </a:lnTo>
                <a:lnTo>
                  <a:pt x="196992" y="50183"/>
                </a:lnTo>
                <a:lnTo>
                  <a:pt x="197652" y="49900"/>
                </a:lnTo>
                <a:lnTo>
                  <a:pt x="198323" y="49634"/>
                </a:lnTo>
                <a:lnTo>
                  <a:pt x="199006" y="49387"/>
                </a:lnTo>
                <a:lnTo>
                  <a:pt x="199699" y="49159"/>
                </a:lnTo>
                <a:lnTo>
                  <a:pt x="200403" y="48948"/>
                </a:lnTo>
                <a:lnTo>
                  <a:pt x="201118" y="48756"/>
                </a:lnTo>
                <a:lnTo>
                  <a:pt x="201844" y="48583"/>
                </a:lnTo>
                <a:lnTo>
                  <a:pt x="202581" y="48427"/>
                </a:lnTo>
                <a:lnTo>
                  <a:pt x="203329" y="48290"/>
                </a:lnTo>
                <a:lnTo>
                  <a:pt x="204088" y="48171"/>
                </a:lnTo>
                <a:lnTo>
                  <a:pt x="204858" y="48070"/>
                </a:lnTo>
                <a:lnTo>
                  <a:pt x="205639" y="47988"/>
                </a:lnTo>
                <a:lnTo>
                  <a:pt x="206431" y="47924"/>
                </a:lnTo>
                <a:lnTo>
                  <a:pt x="207234" y="47878"/>
                </a:lnTo>
                <a:lnTo>
                  <a:pt x="208048" y="47851"/>
                </a:lnTo>
                <a:lnTo>
                  <a:pt x="208873" y="47842"/>
                </a:lnTo>
                <a:lnTo>
                  <a:pt x="209648" y="47850"/>
                </a:lnTo>
                <a:lnTo>
                  <a:pt x="210412" y="47875"/>
                </a:lnTo>
                <a:lnTo>
                  <a:pt x="211164" y="47917"/>
                </a:lnTo>
                <a:lnTo>
                  <a:pt x="211906" y="47976"/>
                </a:lnTo>
                <a:lnTo>
                  <a:pt x="212636" y="48052"/>
                </a:lnTo>
                <a:lnTo>
                  <a:pt x="213355" y="48144"/>
                </a:lnTo>
                <a:lnTo>
                  <a:pt x="214062" y="48253"/>
                </a:lnTo>
                <a:lnTo>
                  <a:pt x="214758" y="48379"/>
                </a:lnTo>
                <a:lnTo>
                  <a:pt x="215443" y="48522"/>
                </a:lnTo>
                <a:lnTo>
                  <a:pt x="216117" y="48681"/>
                </a:lnTo>
                <a:lnTo>
                  <a:pt x="216779" y="48857"/>
                </a:lnTo>
                <a:lnTo>
                  <a:pt x="217430" y="49050"/>
                </a:lnTo>
                <a:lnTo>
                  <a:pt x="218069" y="49260"/>
                </a:lnTo>
                <a:lnTo>
                  <a:pt x="218698" y="49487"/>
                </a:lnTo>
                <a:lnTo>
                  <a:pt x="219315" y="49730"/>
                </a:lnTo>
                <a:lnTo>
                  <a:pt x="219921" y="49990"/>
                </a:lnTo>
                <a:lnTo>
                  <a:pt x="220515" y="50267"/>
                </a:lnTo>
                <a:lnTo>
                  <a:pt x="221098" y="50561"/>
                </a:lnTo>
                <a:lnTo>
                  <a:pt x="221670" y="50871"/>
                </a:lnTo>
                <a:lnTo>
                  <a:pt x="222230" y="51198"/>
                </a:lnTo>
                <a:lnTo>
                  <a:pt x="222780" y="51542"/>
                </a:lnTo>
                <a:lnTo>
                  <a:pt x="223318" y="51903"/>
                </a:lnTo>
                <a:lnTo>
                  <a:pt x="223844" y="52281"/>
                </a:lnTo>
                <a:lnTo>
                  <a:pt x="224360" y="52675"/>
                </a:lnTo>
                <a:lnTo>
                  <a:pt x="224859" y="53092"/>
                </a:lnTo>
                <a:lnTo>
                  <a:pt x="225336" y="53538"/>
                </a:lnTo>
                <a:lnTo>
                  <a:pt x="225793" y="54011"/>
                </a:lnTo>
                <a:lnTo>
                  <a:pt x="226228" y="54513"/>
                </a:lnTo>
                <a:lnTo>
                  <a:pt x="226642" y="55043"/>
                </a:lnTo>
                <a:lnTo>
                  <a:pt x="227035" y="55602"/>
                </a:lnTo>
                <a:lnTo>
                  <a:pt x="227407" y="56189"/>
                </a:lnTo>
                <a:lnTo>
                  <a:pt x="227757" y="56804"/>
                </a:lnTo>
                <a:lnTo>
                  <a:pt x="228086" y="57448"/>
                </a:lnTo>
                <a:lnTo>
                  <a:pt x="228394" y="58120"/>
                </a:lnTo>
                <a:lnTo>
                  <a:pt x="228681" y="58820"/>
                </a:lnTo>
                <a:lnTo>
                  <a:pt x="228946" y="59549"/>
                </a:lnTo>
                <a:lnTo>
                  <a:pt x="229191" y="60306"/>
                </a:lnTo>
                <a:lnTo>
                  <a:pt x="229414" y="61091"/>
                </a:lnTo>
                <a:lnTo>
                  <a:pt x="229615" y="61905"/>
                </a:lnTo>
                <a:lnTo>
                  <a:pt x="229796" y="62746"/>
                </a:lnTo>
                <a:lnTo>
                  <a:pt x="229955" y="63617"/>
                </a:lnTo>
                <a:lnTo>
                  <a:pt x="230093" y="64515"/>
                </a:lnTo>
                <a:lnTo>
                  <a:pt x="230210" y="65442"/>
                </a:lnTo>
                <a:lnTo>
                  <a:pt x="230305" y="66398"/>
                </a:lnTo>
                <a:lnTo>
                  <a:pt x="230380" y="67381"/>
                </a:lnTo>
                <a:lnTo>
                  <a:pt x="230433" y="68393"/>
                </a:lnTo>
                <a:lnTo>
                  <a:pt x="230465" y="69433"/>
                </a:lnTo>
                <a:lnTo>
                  <a:pt x="230475" y="70502"/>
                </a:lnTo>
                <a:lnTo>
                  <a:pt x="230475" y="77570"/>
                </a:lnTo>
                <a:lnTo>
                  <a:pt x="228832" y="77591"/>
                </a:lnTo>
                <a:lnTo>
                  <a:pt x="227206" y="77620"/>
                </a:lnTo>
                <a:lnTo>
                  <a:pt x="225597" y="77657"/>
                </a:lnTo>
                <a:lnTo>
                  <a:pt x="224006" y="77701"/>
                </a:lnTo>
                <a:lnTo>
                  <a:pt x="222432" y="77754"/>
                </a:lnTo>
                <a:lnTo>
                  <a:pt x="220876" y="77814"/>
                </a:lnTo>
                <a:lnTo>
                  <a:pt x="219337" y="77882"/>
                </a:lnTo>
                <a:lnTo>
                  <a:pt x="217816" y="77958"/>
                </a:lnTo>
                <a:lnTo>
                  <a:pt x="216312" y="78042"/>
                </a:lnTo>
                <a:lnTo>
                  <a:pt x="214826" y="78134"/>
                </a:lnTo>
                <a:lnTo>
                  <a:pt x="213357" y="78234"/>
                </a:lnTo>
                <a:lnTo>
                  <a:pt x="211906" y="78342"/>
                </a:lnTo>
                <a:lnTo>
                  <a:pt x="210472" y="78457"/>
                </a:lnTo>
                <a:lnTo>
                  <a:pt x="209055" y="78581"/>
                </a:lnTo>
                <a:lnTo>
                  <a:pt x="207657" y="78712"/>
                </a:lnTo>
                <a:lnTo>
                  <a:pt x="206275" y="78851"/>
                </a:lnTo>
                <a:lnTo>
                  <a:pt x="204911" y="78998"/>
                </a:lnTo>
                <a:lnTo>
                  <a:pt x="203564" y="79153"/>
                </a:lnTo>
                <a:lnTo>
                  <a:pt x="202235" y="79316"/>
                </a:lnTo>
                <a:lnTo>
                  <a:pt x="200924" y="79487"/>
                </a:lnTo>
                <a:lnTo>
                  <a:pt x="199629" y="79666"/>
                </a:lnTo>
                <a:lnTo>
                  <a:pt x="198353" y="79852"/>
                </a:lnTo>
                <a:lnTo>
                  <a:pt x="197094" y="80047"/>
                </a:lnTo>
                <a:lnTo>
                  <a:pt x="195852" y="80249"/>
                </a:lnTo>
                <a:lnTo>
                  <a:pt x="194630" y="80463"/>
                </a:lnTo>
                <a:lnTo>
                  <a:pt x="193432" y="80692"/>
                </a:lnTo>
                <a:lnTo>
                  <a:pt x="192257" y="80937"/>
                </a:lnTo>
                <a:lnTo>
                  <a:pt x="191106" y="81196"/>
                </a:lnTo>
                <a:lnTo>
                  <a:pt x="189978" y="81471"/>
                </a:lnTo>
                <a:lnTo>
                  <a:pt x="188873" y="81761"/>
                </a:lnTo>
                <a:lnTo>
                  <a:pt x="187791" y="82067"/>
                </a:lnTo>
                <a:lnTo>
                  <a:pt x="186733" y="82388"/>
                </a:lnTo>
                <a:lnTo>
                  <a:pt x="185698" y="82724"/>
                </a:lnTo>
                <a:lnTo>
                  <a:pt x="184686" y="83075"/>
                </a:lnTo>
                <a:lnTo>
                  <a:pt x="183697" y="83442"/>
                </a:lnTo>
                <a:lnTo>
                  <a:pt x="182732" y="83823"/>
                </a:lnTo>
                <a:lnTo>
                  <a:pt x="181790" y="84220"/>
                </a:lnTo>
                <a:lnTo>
                  <a:pt x="180872" y="84633"/>
                </a:lnTo>
                <a:lnTo>
                  <a:pt x="179976" y="85060"/>
                </a:lnTo>
                <a:lnTo>
                  <a:pt x="179104" y="85503"/>
                </a:lnTo>
                <a:lnTo>
                  <a:pt x="178256" y="85961"/>
                </a:lnTo>
                <a:lnTo>
                  <a:pt x="177430" y="86435"/>
                </a:lnTo>
                <a:lnTo>
                  <a:pt x="176628" y="86923"/>
                </a:lnTo>
                <a:lnTo>
                  <a:pt x="175849" y="87427"/>
                </a:lnTo>
                <a:lnTo>
                  <a:pt x="175094" y="87946"/>
                </a:lnTo>
                <a:lnTo>
                  <a:pt x="174361" y="88481"/>
                </a:lnTo>
                <a:lnTo>
                  <a:pt x="173652" y="89031"/>
                </a:lnTo>
                <a:lnTo>
                  <a:pt x="172967" y="89595"/>
                </a:lnTo>
                <a:lnTo>
                  <a:pt x="172307" y="90179"/>
                </a:lnTo>
                <a:lnTo>
                  <a:pt x="171675" y="90785"/>
                </a:lnTo>
                <a:lnTo>
                  <a:pt x="171071" y="91413"/>
                </a:lnTo>
                <a:lnTo>
                  <a:pt x="170495" y="92063"/>
                </a:lnTo>
                <a:lnTo>
                  <a:pt x="169947" y="92735"/>
                </a:lnTo>
                <a:lnTo>
                  <a:pt x="169428" y="93429"/>
                </a:lnTo>
                <a:lnTo>
                  <a:pt x="168936" y="94145"/>
                </a:lnTo>
                <a:lnTo>
                  <a:pt x="168473" y="94883"/>
                </a:lnTo>
                <a:lnTo>
                  <a:pt x="168038" y="95644"/>
                </a:lnTo>
                <a:lnTo>
                  <a:pt x="167630" y="96427"/>
                </a:lnTo>
                <a:lnTo>
                  <a:pt x="167251" y="97231"/>
                </a:lnTo>
                <a:lnTo>
                  <a:pt x="166900" y="98058"/>
                </a:lnTo>
                <a:lnTo>
                  <a:pt x="166577" y="98907"/>
                </a:lnTo>
                <a:lnTo>
                  <a:pt x="166282" y="99778"/>
                </a:lnTo>
                <a:lnTo>
                  <a:pt x="166015" y="100671"/>
                </a:lnTo>
                <a:lnTo>
                  <a:pt x="165777" y="101586"/>
                </a:lnTo>
                <a:lnTo>
                  <a:pt x="165566" y="102523"/>
                </a:lnTo>
                <a:lnTo>
                  <a:pt x="165383" y="103483"/>
                </a:lnTo>
                <a:lnTo>
                  <a:pt x="165229" y="104464"/>
                </a:lnTo>
                <a:lnTo>
                  <a:pt x="165103" y="105468"/>
                </a:lnTo>
                <a:lnTo>
                  <a:pt x="165004" y="106493"/>
                </a:lnTo>
                <a:lnTo>
                  <a:pt x="164934" y="107541"/>
                </a:lnTo>
                <a:lnTo>
                  <a:pt x="164892" y="108611"/>
                </a:lnTo>
                <a:lnTo>
                  <a:pt x="164878" y="109703"/>
                </a:lnTo>
                <a:lnTo>
                  <a:pt x="164885" y="110473"/>
                </a:lnTo>
                <a:lnTo>
                  <a:pt x="164906" y="111232"/>
                </a:lnTo>
                <a:lnTo>
                  <a:pt x="164942" y="111981"/>
                </a:lnTo>
                <a:lnTo>
                  <a:pt x="164992" y="112719"/>
                </a:lnTo>
                <a:lnTo>
                  <a:pt x="165056" y="113448"/>
                </a:lnTo>
                <a:lnTo>
                  <a:pt x="165134" y="114165"/>
                </a:lnTo>
                <a:lnTo>
                  <a:pt x="165226" y="114873"/>
                </a:lnTo>
                <a:lnTo>
                  <a:pt x="165333" y="115570"/>
                </a:lnTo>
                <a:lnTo>
                  <a:pt x="165454" y="116257"/>
                </a:lnTo>
                <a:lnTo>
                  <a:pt x="165589" y="116933"/>
                </a:lnTo>
                <a:lnTo>
                  <a:pt x="165738" y="117599"/>
                </a:lnTo>
                <a:lnTo>
                  <a:pt x="165901" y="118255"/>
                </a:lnTo>
                <a:lnTo>
                  <a:pt x="166079" y="118900"/>
                </a:lnTo>
                <a:lnTo>
                  <a:pt x="166271" y="119535"/>
                </a:lnTo>
                <a:lnTo>
                  <a:pt x="166477" y="120160"/>
                </a:lnTo>
                <a:lnTo>
                  <a:pt x="166697" y="120774"/>
                </a:lnTo>
                <a:lnTo>
                  <a:pt x="166932" y="121378"/>
                </a:lnTo>
                <a:lnTo>
                  <a:pt x="167181" y="121972"/>
                </a:lnTo>
                <a:lnTo>
                  <a:pt x="167444" y="122555"/>
                </a:lnTo>
                <a:lnTo>
                  <a:pt x="167721" y="123128"/>
                </a:lnTo>
                <a:lnTo>
                  <a:pt x="168012" y="123691"/>
                </a:lnTo>
                <a:lnTo>
                  <a:pt x="168318" y="124243"/>
                </a:lnTo>
                <a:lnTo>
                  <a:pt x="168638" y="124785"/>
                </a:lnTo>
                <a:lnTo>
                  <a:pt x="168972" y="125317"/>
                </a:lnTo>
                <a:lnTo>
                  <a:pt x="169317" y="125838"/>
                </a:lnTo>
                <a:lnTo>
                  <a:pt x="169673" y="126348"/>
                </a:lnTo>
                <a:lnTo>
                  <a:pt x="170038" y="126847"/>
                </a:lnTo>
                <a:lnTo>
                  <a:pt x="170413" y="127336"/>
                </a:lnTo>
                <a:lnTo>
                  <a:pt x="170797" y="127814"/>
                </a:lnTo>
                <a:lnTo>
                  <a:pt x="171191" y="128282"/>
                </a:lnTo>
                <a:lnTo>
                  <a:pt x="171594" y="128739"/>
                </a:lnTo>
                <a:lnTo>
                  <a:pt x="172008" y="129185"/>
                </a:lnTo>
                <a:lnTo>
                  <a:pt x="172430" y="129620"/>
                </a:lnTo>
                <a:lnTo>
                  <a:pt x="172862" y="130045"/>
                </a:lnTo>
                <a:lnTo>
                  <a:pt x="173304" y="130459"/>
                </a:lnTo>
                <a:lnTo>
                  <a:pt x="173756" y="130862"/>
                </a:lnTo>
                <a:lnTo>
                  <a:pt x="174217" y="131255"/>
                </a:lnTo>
                <a:lnTo>
                  <a:pt x="174687" y="131637"/>
                </a:lnTo>
                <a:lnTo>
                  <a:pt x="175168" y="132008"/>
                </a:lnTo>
                <a:lnTo>
                  <a:pt x="175657" y="132368"/>
                </a:lnTo>
                <a:lnTo>
                  <a:pt x="176157" y="132718"/>
                </a:lnTo>
                <a:lnTo>
                  <a:pt x="176666" y="133057"/>
                </a:lnTo>
                <a:lnTo>
                  <a:pt x="177184" y="133385"/>
                </a:lnTo>
                <a:lnTo>
                  <a:pt x="177712" y="133703"/>
                </a:lnTo>
                <a:lnTo>
                  <a:pt x="178250" y="134010"/>
                </a:lnTo>
                <a:lnTo>
                  <a:pt x="178797" y="134306"/>
                </a:lnTo>
                <a:lnTo>
                  <a:pt x="179354" y="134592"/>
                </a:lnTo>
                <a:lnTo>
                  <a:pt x="179921" y="134866"/>
                </a:lnTo>
                <a:lnTo>
                  <a:pt x="180495" y="135130"/>
                </a:lnTo>
                <a:lnTo>
                  <a:pt x="181073" y="135383"/>
                </a:lnTo>
                <a:lnTo>
                  <a:pt x="181657" y="135624"/>
                </a:lnTo>
                <a:lnTo>
                  <a:pt x="182246" y="135854"/>
                </a:lnTo>
                <a:lnTo>
                  <a:pt x="182840" y="136073"/>
                </a:lnTo>
                <a:lnTo>
                  <a:pt x="183438" y="136281"/>
                </a:lnTo>
                <a:lnTo>
                  <a:pt x="184042" y="136478"/>
                </a:lnTo>
                <a:lnTo>
                  <a:pt x="184650" y="136663"/>
                </a:lnTo>
                <a:lnTo>
                  <a:pt x="185264" y="136837"/>
                </a:lnTo>
                <a:lnTo>
                  <a:pt x="185882" y="137000"/>
                </a:lnTo>
                <a:lnTo>
                  <a:pt x="186506" y="137151"/>
                </a:lnTo>
                <a:lnTo>
                  <a:pt x="187134" y="137292"/>
                </a:lnTo>
                <a:lnTo>
                  <a:pt x="187768" y="137421"/>
                </a:lnTo>
                <a:lnTo>
                  <a:pt x="188406" y="137539"/>
                </a:lnTo>
                <a:lnTo>
                  <a:pt x="189049" y="137645"/>
                </a:lnTo>
                <a:lnTo>
                  <a:pt x="189698" y="137741"/>
                </a:lnTo>
                <a:lnTo>
                  <a:pt x="190351" y="137825"/>
                </a:lnTo>
                <a:lnTo>
                  <a:pt x="191009" y="137898"/>
                </a:lnTo>
                <a:lnTo>
                  <a:pt x="191672" y="137960"/>
                </a:lnTo>
                <a:lnTo>
                  <a:pt x="192340" y="138010"/>
                </a:lnTo>
                <a:lnTo>
                  <a:pt x="193013" y="138049"/>
                </a:lnTo>
                <a:lnTo>
                  <a:pt x="193692" y="138078"/>
                </a:lnTo>
                <a:lnTo>
                  <a:pt x="194375" y="138094"/>
                </a:lnTo>
                <a:lnTo>
                  <a:pt x="195063" y="138100"/>
                </a:lnTo>
                <a:lnTo>
                  <a:pt x="196028" y="138092"/>
                </a:lnTo>
                <a:lnTo>
                  <a:pt x="196982" y="138069"/>
                </a:lnTo>
                <a:lnTo>
                  <a:pt x="197927" y="138030"/>
                </a:lnTo>
                <a:lnTo>
                  <a:pt x="198862" y="137975"/>
                </a:lnTo>
                <a:lnTo>
                  <a:pt x="199786" y="137905"/>
                </a:lnTo>
                <a:close/>
                <a:moveTo>
                  <a:pt x="195890" y="125280"/>
                </a:moveTo>
                <a:lnTo>
                  <a:pt x="195232" y="125195"/>
                </a:lnTo>
                <a:lnTo>
                  <a:pt x="194589" y="125094"/>
                </a:lnTo>
                <a:lnTo>
                  <a:pt x="193961" y="124978"/>
                </a:lnTo>
                <a:lnTo>
                  <a:pt x="193348" y="124846"/>
                </a:lnTo>
                <a:lnTo>
                  <a:pt x="192750" y="124699"/>
                </a:lnTo>
                <a:lnTo>
                  <a:pt x="192166" y="124536"/>
                </a:lnTo>
                <a:lnTo>
                  <a:pt x="191598" y="124358"/>
                </a:lnTo>
                <a:lnTo>
                  <a:pt x="191044" y="124164"/>
                </a:lnTo>
                <a:lnTo>
                  <a:pt x="190505" y="123955"/>
                </a:lnTo>
                <a:lnTo>
                  <a:pt x="189982" y="123730"/>
                </a:lnTo>
                <a:lnTo>
                  <a:pt x="189473" y="123490"/>
                </a:lnTo>
                <a:lnTo>
                  <a:pt x="188979" y="123234"/>
                </a:lnTo>
                <a:lnTo>
                  <a:pt x="188500" y="122963"/>
                </a:lnTo>
                <a:lnTo>
                  <a:pt x="188036" y="122676"/>
                </a:lnTo>
                <a:lnTo>
                  <a:pt x="187586" y="122374"/>
                </a:lnTo>
                <a:lnTo>
                  <a:pt x="187152" y="122056"/>
                </a:lnTo>
                <a:lnTo>
                  <a:pt x="186732" y="121723"/>
                </a:lnTo>
                <a:lnTo>
                  <a:pt x="186328" y="121374"/>
                </a:lnTo>
                <a:lnTo>
                  <a:pt x="185938" y="121010"/>
                </a:lnTo>
                <a:lnTo>
                  <a:pt x="185564" y="120633"/>
                </a:lnTo>
                <a:lnTo>
                  <a:pt x="185205" y="120245"/>
                </a:lnTo>
                <a:lnTo>
                  <a:pt x="184863" y="119847"/>
                </a:lnTo>
                <a:lnTo>
                  <a:pt x="184537" y="119438"/>
                </a:lnTo>
                <a:lnTo>
                  <a:pt x="184226" y="119019"/>
                </a:lnTo>
                <a:lnTo>
                  <a:pt x="183931" y="118589"/>
                </a:lnTo>
                <a:lnTo>
                  <a:pt x="183653" y="118149"/>
                </a:lnTo>
                <a:lnTo>
                  <a:pt x="183390" y="117698"/>
                </a:lnTo>
                <a:lnTo>
                  <a:pt x="183143" y="117237"/>
                </a:lnTo>
                <a:lnTo>
                  <a:pt x="182912" y="116765"/>
                </a:lnTo>
                <a:lnTo>
                  <a:pt x="182697" y="116283"/>
                </a:lnTo>
                <a:lnTo>
                  <a:pt x="182498" y="115790"/>
                </a:lnTo>
                <a:lnTo>
                  <a:pt x="182315" y="115286"/>
                </a:lnTo>
                <a:lnTo>
                  <a:pt x="182148" y="114773"/>
                </a:lnTo>
                <a:lnTo>
                  <a:pt x="181996" y="114248"/>
                </a:lnTo>
                <a:lnTo>
                  <a:pt x="181861" y="113713"/>
                </a:lnTo>
                <a:lnTo>
                  <a:pt x="181741" y="113168"/>
                </a:lnTo>
                <a:lnTo>
                  <a:pt x="181638" y="112612"/>
                </a:lnTo>
                <a:lnTo>
                  <a:pt x="181550" y="112046"/>
                </a:lnTo>
                <a:lnTo>
                  <a:pt x="181479" y="111469"/>
                </a:lnTo>
                <a:lnTo>
                  <a:pt x="181423" y="110881"/>
                </a:lnTo>
                <a:lnTo>
                  <a:pt x="181383" y="110283"/>
                </a:lnTo>
                <a:lnTo>
                  <a:pt x="181359" y="109675"/>
                </a:lnTo>
                <a:lnTo>
                  <a:pt x="181351" y="109056"/>
                </a:lnTo>
                <a:lnTo>
                  <a:pt x="181371" y="108152"/>
                </a:lnTo>
                <a:lnTo>
                  <a:pt x="181430" y="107269"/>
                </a:lnTo>
                <a:lnTo>
                  <a:pt x="181529" y="106408"/>
                </a:lnTo>
                <a:lnTo>
                  <a:pt x="181668" y="105568"/>
                </a:lnTo>
                <a:lnTo>
                  <a:pt x="181846" y="104749"/>
                </a:lnTo>
                <a:lnTo>
                  <a:pt x="182063" y="103952"/>
                </a:lnTo>
                <a:lnTo>
                  <a:pt x="182320" y="103176"/>
                </a:lnTo>
                <a:lnTo>
                  <a:pt x="182617" y="102422"/>
                </a:lnTo>
                <a:lnTo>
                  <a:pt x="182953" y="101689"/>
                </a:lnTo>
                <a:lnTo>
                  <a:pt x="183329" y="100977"/>
                </a:lnTo>
                <a:lnTo>
                  <a:pt x="183745" y="100287"/>
                </a:lnTo>
                <a:lnTo>
                  <a:pt x="184200" y="99618"/>
                </a:lnTo>
                <a:lnTo>
                  <a:pt x="184694" y="98970"/>
                </a:lnTo>
                <a:lnTo>
                  <a:pt x="185228" y="98344"/>
                </a:lnTo>
                <a:lnTo>
                  <a:pt x="185802" y="97739"/>
                </a:lnTo>
                <a:lnTo>
                  <a:pt x="186415" y="97156"/>
                </a:lnTo>
                <a:lnTo>
                  <a:pt x="187068" y="96594"/>
                </a:lnTo>
                <a:lnTo>
                  <a:pt x="187760" y="96053"/>
                </a:lnTo>
                <a:lnTo>
                  <a:pt x="188492" y="95534"/>
                </a:lnTo>
                <a:lnTo>
                  <a:pt x="189263" y="95036"/>
                </a:lnTo>
                <a:lnTo>
                  <a:pt x="190074" y="94559"/>
                </a:lnTo>
                <a:lnTo>
                  <a:pt x="190925" y="94104"/>
                </a:lnTo>
                <a:lnTo>
                  <a:pt x="191815" y="93670"/>
                </a:lnTo>
                <a:lnTo>
                  <a:pt x="192744" y="93258"/>
                </a:lnTo>
                <a:lnTo>
                  <a:pt x="193720" y="92863"/>
                </a:lnTo>
                <a:lnTo>
                  <a:pt x="194746" y="92485"/>
                </a:lnTo>
                <a:lnTo>
                  <a:pt x="195825" y="92122"/>
                </a:lnTo>
                <a:lnTo>
                  <a:pt x="196955" y="91775"/>
                </a:lnTo>
                <a:lnTo>
                  <a:pt x="198136" y="91443"/>
                </a:lnTo>
                <a:lnTo>
                  <a:pt x="199369" y="91128"/>
                </a:lnTo>
                <a:lnTo>
                  <a:pt x="200653" y="90828"/>
                </a:lnTo>
                <a:lnTo>
                  <a:pt x="201990" y="90543"/>
                </a:lnTo>
                <a:lnTo>
                  <a:pt x="203377" y="90274"/>
                </a:lnTo>
                <a:lnTo>
                  <a:pt x="204816" y="90021"/>
                </a:lnTo>
                <a:lnTo>
                  <a:pt x="206307" y="89784"/>
                </a:lnTo>
                <a:lnTo>
                  <a:pt x="207849" y="89562"/>
                </a:lnTo>
                <a:lnTo>
                  <a:pt x="209443" y="89356"/>
                </a:lnTo>
                <a:lnTo>
                  <a:pt x="211088" y="89166"/>
                </a:lnTo>
                <a:lnTo>
                  <a:pt x="212785" y="88991"/>
                </a:lnTo>
                <a:lnTo>
                  <a:pt x="214534" y="88832"/>
                </a:lnTo>
                <a:lnTo>
                  <a:pt x="216334" y="88689"/>
                </a:lnTo>
                <a:lnTo>
                  <a:pt x="218185" y="88561"/>
                </a:lnTo>
                <a:lnTo>
                  <a:pt x="220088" y="88450"/>
                </a:lnTo>
                <a:lnTo>
                  <a:pt x="222043" y="88353"/>
                </a:lnTo>
                <a:lnTo>
                  <a:pt x="224049" y="88273"/>
                </a:lnTo>
                <a:lnTo>
                  <a:pt x="226107" y="88208"/>
                </a:lnTo>
                <a:lnTo>
                  <a:pt x="228216" y="88159"/>
                </a:lnTo>
                <a:lnTo>
                  <a:pt x="230377" y="88125"/>
                </a:lnTo>
                <a:lnTo>
                  <a:pt x="230377" y="108442"/>
                </a:lnTo>
                <a:lnTo>
                  <a:pt x="229928" y="109053"/>
                </a:lnTo>
                <a:lnTo>
                  <a:pt x="229471" y="109656"/>
                </a:lnTo>
                <a:lnTo>
                  <a:pt x="229005" y="110249"/>
                </a:lnTo>
                <a:lnTo>
                  <a:pt x="228530" y="110833"/>
                </a:lnTo>
                <a:lnTo>
                  <a:pt x="228046" y="111409"/>
                </a:lnTo>
                <a:lnTo>
                  <a:pt x="227553" y="111975"/>
                </a:lnTo>
                <a:lnTo>
                  <a:pt x="227051" y="112533"/>
                </a:lnTo>
                <a:lnTo>
                  <a:pt x="226541" y="113082"/>
                </a:lnTo>
                <a:lnTo>
                  <a:pt x="226021" y="113622"/>
                </a:lnTo>
                <a:lnTo>
                  <a:pt x="225493" y="114153"/>
                </a:lnTo>
                <a:lnTo>
                  <a:pt x="224955" y="114675"/>
                </a:lnTo>
                <a:lnTo>
                  <a:pt x="224409" y="115188"/>
                </a:lnTo>
                <a:lnTo>
                  <a:pt x="223854" y="115692"/>
                </a:lnTo>
                <a:lnTo>
                  <a:pt x="223290" y="116188"/>
                </a:lnTo>
                <a:lnTo>
                  <a:pt x="222716" y="116674"/>
                </a:lnTo>
                <a:lnTo>
                  <a:pt x="222135" y="117152"/>
                </a:lnTo>
                <a:lnTo>
                  <a:pt x="221544" y="117620"/>
                </a:lnTo>
                <a:lnTo>
                  <a:pt x="220944" y="118080"/>
                </a:lnTo>
                <a:lnTo>
                  <a:pt x="220335" y="118531"/>
                </a:lnTo>
                <a:lnTo>
                  <a:pt x="219718" y="118973"/>
                </a:lnTo>
                <a:lnTo>
                  <a:pt x="219091" y="119406"/>
                </a:lnTo>
                <a:lnTo>
                  <a:pt x="218456" y="119831"/>
                </a:lnTo>
                <a:lnTo>
                  <a:pt x="217812" y="120246"/>
                </a:lnTo>
                <a:lnTo>
                  <a:pt x="217159" y="120653"/>
                </a:lnTo>
                <a:lnTo>
                  <a:pt x="216498" y="121046"/>
                </a:lnTo>
                <a:lnTo>
                  <a:pt x="215830" y="121423"/>
                </a:lnTo>
                <a:lnTo>
                  <a:pt x="215155" y="121783"/>
                </a:lnTo>
                <a:lnTo>
                  <a:pt x="214473" y="122126"/>
                </a:lnTo>
                <a:lnTo>
                  <a:pt x="213785" y="122452"/>
                </a:lnTo>
                <a:lnTo>
                  <a:pt x="213090" y="122762"/>
                </a:lnTo>
                <a:lnTo>
                  <a:pt x="212387" y="123055"/>
                </a:lnTo>
                <a:lnTo>
                  <a:pt x="211678" y="123331"/>
                </a:lnTo>
                <a:lnTo>
                  <a:pt x="210963" y="123590"/>
                </a:lnTo>
                <a:lnTo>
                  <a:pt x="210240" y="123833"/>
                </a:lnTo>
                <a:lnTo>
                  <a:pt x="209510" y="124059"/>
                </a:lnTo>
                <a:lnTo>
                  <a:pt x="208774" y="124268"/>
                </a:lnTo>
                <a:lnTo>
                  <a:pt x="208031" y="124461"/>
                </a:lnTo>
                <a:lnTo>
                  <a:pt x="207281" y="124637"/>
                </a:lnTo>
                <a:lnTo>
                  <a:pt x="206524" y="124796"/>
                </a:lnTo>
                <a:lnTo>
                  <a:pt x="205760" y="124938"/>
                </a:lnTo>
                <a:lnTo>
                  <a:pt x="204989" y="125064"/>
                </a:lnTo>
                <a:lnTo>
                  <a:pt x="204212" y="125172"/>
                </a:lnTo>
                <a:lnTo>
                  <a:pt x="203427" y="125264"/>
                </a:lnTo>
                <a:lnTo>
                  <a:pt x="202636" y="125340"/>
                </a:lnTo>
                <a:lnTo>
                  <a:pt x="201838" y="125398"/>
                </a:lnTo>
                <a:lnTo>
                  <a:pt x="201033" y="125440"/>
                </a:lnTo>
                <a:lnTo>
                  <a:pt x="200221" y="125465"/>
                </a:lnTo>
                <a:lnTo>
                  <a:pt x="199403" y="125474"/>
                </a:lnTo>
                <a:lnTo>
                  <a:pt x="198671" y="125466"/>
                </a:lnTo>
                <a:lnTo>
                  <a:pt x="197953" y="125443"/>
                </a:lnTo>
                <a:lnTo>
                  <a:pt x="197250" y="125404"/>
                </a:lnTo>
                <a:lnTo>
                  <a:pt x="196563" y="125350"/>
                </a:lnTo>
                <a:lnTo>
                  <a:pt x="195890" y="125280"/>
                </a:lnTo>
                <a:close/>
                <a:moveTo>
                  <a:pt x="1440348" y="19019"/>
                </a:moveTo>
                <a:lnTo>
                  <a:pt x="1440700" y="18967"/>
                </a:lnTo>
                <a:lnTo>
                  <a:pt x="1441047" y="18906"/>
                </a:lnTo>
                <a:lnTo>
                  <a:pt x="1441387" y="18835"/>
                </a:lnTo>
                <a:lnTo>
                  <a:pt x="1441721" y="18755"/>
                </a:lnTo>
                <a:lnTo>
                  <a:pt x="1442049" y="18666"/>
                </a:lnTo>
                <a:lnTo>
                  <a:pt x="1442370" y="18567"/>
                </a:lnTo>
                <a:lnTo>
                  <a:pt x="1442686" y="18459"/>
                </a:lnTo>
                <a:lnTo>
                  <a:pt x="1442995" y="18341"/>
                </a:lnTo>
                <a:lnTo>
                  <a:pt x="1443298" y="18214"/>
                </a:lnTo>
                <a:lnTo>
                  <a:pt x="1443595" y="18077"/>
                </a:lnTo>
                <a:lnTo>
                  <a:pt x="1443886" y="17931"/>
                </a:lnTo>
                <a:lnTo>
                  <a:pt x="1444170" y="17776"/>
                </a:lnTo>
                <a:lnTo>
                  <a:pt x="1444449" y="17611"/>
                </a:lnTo>
                <a:lnTo>
                  <a:pt x="1444721" y="17437"/>
                </a:lnTo>
                <a:lnTo>
                  <a:pt x="1444987" y="17253"/>
                </a:lnTo>
                <a:lnTo>
                  <a:pt x="1445247" y="17060"/>
                </a:lnTo>
                <a:lnTo>
                  <a:pt x="1445501" y="16857"/>
                </a:lnTo>
                <a:lnTo>
                  <a:pt x="1445749" y="16645"/>
                </a:lnTo>
                <a:lnTo>
                  <a:pt x="1445990" y="16424"/>
                </a:lnTo>
                <a:lnTo>
                  <a:pt x="1446224" y="16195"/>
                </a:lnTo>
                <a:lnTo>
                  <a:pt x="1446447" y="15962"/>
                </a:lnTo>
                <a:lnTo>
                  <a:pt x="1446661" y="15724"/>
                </a:lnTo>
                <a:lnTo>
                  <a:pt x="1446864" y="15480"/>
                </a:lnTo>
                <a:lnTo>
                  <a:pt x="1447058" y="15232"/>
                </a:lnTo>
                <a:lnTo>
                  <a:pt x="1447242" y="14978"/>
                </a:lnTo>
                <a:lnTo>
                  <a:pt x="1447415" y="14720"/>
                </a:lnTo>
                <a:lnTo>
                  <a:pt x="1447579" y="14457"/>
                </a:lnTo>
                <a:lnTo>
                  <a:pt x="1447733" y="14188"/>
                </a:lnTo>
                <a:lnTo>
                  <a:pt x="1447877" y="13915"/>
                </a:lnTo>
                <a:lnTo>
                  <a:pt x="1448011" y="13637"/>
                </a:lnTo>
                <a:lnTo>
                  <a:pt x="1448136" y="13354"/>
                </a:lnTo>
                <a:lnTo>
                  <a:pt x="1448250" y="13066"/>
                </a:lnTo>
                <a:lnTo>
                  <a:pt x="1448354" y="12773"/>
                </a:lnTo>
                <a:lnTo>
                  <a:pt x="1448448" y="12474"/>
                </a:lnTo>
                <a:lnTo>
                  <a:pt x="1448533" y="12171"/>
                </a:lnTo>
                <a:lnTo>
                  <a:pt x="1448607" y="11863"/>
                </a:lnTo>
                <a:lnTo>
                  <a:pt x="1448672" y="11550"/>
                </a:lnTo>
                <a:lnTo>
                  <a:pt x="1448727" y="11233"/>
                </a:lnTo>
                <a:lnTo>
                  <a:pt x="1448771" y="10910"/>
                </a:lnTo>
                <a:lnTo>
                  <a:pt x="1448806" y="10582"/>
                </a:lnTo>
                <a:lnTo>
                  <a:pt x="1448831" y="10249"/>
                </a:lnTo>
                <a:lnTo>
                  <a:pt x="1448846" y="9911"/>
                </a:lnTo>
                <a:lnTo>
                  <a:pt x="1448851" y="9568"/>
                </a:lnTo>
                <a:lnTo>
                  <a:pt x="1448846" y="9226"/>
                </a:lnTo>
                <a:lnTo>
                  <a:pt x="1448831" y="8888"/>
                </a:lnTo>
                <a:lnTo>
                  <a:pt x="1448806" y="8555"/>
                </a:lnTo>
                <a:lnTo>
                  <a:pt x="1448771" y="8227"/>
                </a:lnTo>
                <a:lnTo>
                  <a:pt x="1448727" y="7904"/>
                </a:lnTo>
                <a:lnTo>
                  <a:pt x="1448672" y="7586"/>
                </a:lnTo>
                <a:lnTo>
                  <a:pt x="1448607" y="7273"/>
                </a:lnTo>
                <a:lnTo>
                  <a:pt x="1448533" y="6965"/>
                </a:lnTo>
                <a:lnTo>
                  <a:pt x="1448448" y="6662"/>
                </a:lnTo>
                <a:lnTo>
                  <a:pt x="1448354" y="6364"/>
                </a:lnTo>
                <a:lnTo>
                  <a:pt x="1448250" y="6071"/>
                </a:lnTo>
                <a:lnTo>
                  <a:pt x="1448136" y="5783"/>
                </a:lnTo>
                <a:lnTo>
                  <a:pt x="1448011" y="5500"/>
                </a:lnTo>
                <a:lnTo>
                  <a:pt x="1447877" y="5222"/>
                </a:lnTo>
                <a:lnTo>
                  <a:pt x="1447733" y="4948"/>
                </a:lnTo>
                <a:lnTo>
                  <a:pt x="1447579" y="4680"/>
                </a:lnTo>
                <a:lnTo>
                  <a:pt x="1447415" y="4417"/>
                </a:lnTo>
                <a:lnTo>
                  <a:pt x="1447242" y="4158"/>
                </a:lnTo>
                <a:lnTo>
                  <a:pt x="1447058" y="3905"/>
                </a:lnTo>
                <a:lnTo>
                  <a:pt x="1446864" y="3657"/>
                </a:lnTo>
                <a:lnTo>
                  <a:pt x="1446661" y="3413"/>
                </a:lnTo>
                <a:lnTo>
                  <a:pt x="1446447" y="3175"/>
                </a:lnTo>
                <a:lnTo>
                  <a:pt x="1446224" y="2941"/>
                </a:lnTo>
                <a:lnTo>
                  <a:pt x="1445990" y="2713"/>
                </a:lnTo>
                <a:lnTo>
                  <a:pt x="1445749" y="2491"/>
                </a:lnTo>
                <a:lnTo>
                  <a:pt x="1445501" y="2279"/>
                </a:lnTo>
                <a:lnTo>
                  <a:pt x="1445247" y="2077"/>
                </a:lnTo>
                <a:lnTo>
                  <a:pt x="1444987" y="1884"/>
                </a:lnTo>
                <a:lnTo>
                  <a:pt x="1444721" y="1700"/>
                </a:lnTo>
                <a:lnTo>
                  <a:pt x="1444449" y="1526"/>
                </a:lnTo>
                <a:lnTo>
                  <a:pt x="1444170" y="1361"/>
                </a:lnTo>
                <a:lnTo>
                  <a:pt x="1443886" y="1206"/>
                </a:lnTo>
                <a:lnTo>
                  <a:pt x="1443595" y="1060"/>
                </a:lnTo>
                <a:lnTo>
                  <a:pt x="1443298" y="923"/>
                </a:lnTo>
                <a:lnTo>
                  <a:pt x="1442995" y="796"/>
                </a:lnTo>
                <a:lnTo>
                  <a:pt x="1442686" y="678"/>
                </a:lnTo>
                <a:lnTo>
                  <a:pt x="1442370" y="570"/>
                </a:lnTo>
                <a:lnTo>
                  <a:pt x="1442049" y="471"/>
                </a:lnTo>
                <a:lnTo>
                  <a:pt x="1441721" y="381"/>
                </a:lnTo>
                <a:lnTo>
                  <a:pt x="1441387" y="301"/>
                </a:lnTo>
                <a:lnTo>
                  <a:pt x="1441047" y="231"/>
                </a:lnTo>
                <a:lnTo>
                  <a:pt x="1440700" y="170"/>
                </a:lnTo>
                <a:lnTo>
                  <a:pt x="1440348" y="118"/>
                </a:lnTo>
                <a:lnTo>
                  <a:pt x="1439989" y="75"/>
                </a:lnTo>
                <a:lnTo>
                  <a:pt x="1439625" y="42"/>
                </a:lnTo>
                <a:lnTo>
                  <a:pt x="1439254" y="19"/>
                </a:lnTo>
                <a:lnTo>
                  <a:pt x="1438877" y="5"/>
                </a:lnTo>
                <a:lnTo>
                  <a:pt x="1438493" y="0"/>
                </a:lnTo>
                <a:lnTo>
                  <a:pt x="1438110" y="5"/>
                </a:lnTo>
                <a:lnTo>
                  <a:pt x="1437733" y="19"/>
                </a:lnTo>
                <a:lnTo>
                  <a:pt x="1437363" y="42"/>
                </a:lnTo>
                <a:lnTo>
                  <a:pt x="1436999" y="75"/>
                </a:lnTo>
                <a:lnTo>
                  <a:pt x="1436641" y="118"/>
                </a:lnTo>
                <a:lnTo>
                  <a:pt x="1436289" y="170"/>
                </a:lnTo>
                <a:lnTo>
                  <a:pt x="1435944" y="231"/>
                </a:lnTo>
                <a:lnTo>
                  <a:pt x="1435605" y="301"/>
                </a:lnTo>
                <a:lnTo>
                  <a:pt x="1435273" y="381"/>
                </a:lnTo>
                <a:lnTo>
                  <a:pt x="1434947" y="471"/>
                </a:lnTo>
                <a:lnTo>
                  <a:pt x="1434627" y="570"/>
                </a:lnTo>
                <a:lnTo>
                  <a:pt x="1434313" y="678"/>
                </a:lnTo>
                <a:lnTo>
                  <a:pt x="1434006" y="796"/>
                </a:lnTo>
                <a:lnTo>
                  <a:pt x="1433705" y="923"/>
                </a:lnTo>
                <a:lnTo>
                  <a:pt x="1433411" y="1060"/>
                </a:lnTo>
                <a:lnTo>
                  <a:pt x="1433123" y="1206"/>
                </a:lnTo>
                <a:lnTo>
                  <a:pt x="1432841" y="1361"/>
                </a:lnTo>
                <a:lnTo>
                  <a:pt x="1432565" y="1526"/>
                </a:lnTo>
                <a:lnTo>
                  <a:pt x="1432296" y="1700"/>
                </a:lnTo>
                <a:lnTo>
                  <a:pt x="1432034" y="1884"/>
                </a:lnTo>
                <a:lnTo>
                  <a:pt x="1431777" y="2077"/>
                </a:lnTo>
                <a:lnTo>
                  <a:pt x="1431527" y="2279"/>
                </a:lnTo>
                <a:lnTo>
                  <a:pt x="1431283" y="2491"/>
                </a:lnTo>
                <a:lnTo>
                  <a:pt x="1431046" y="2713"/>
                </a:lnTo>
                <a:lnTo>
                  <a:pt x="1430816" y="2941"/>
                </a:lnTo>
                <a:lnTo>
                  <a:pt x="1430597" y="3175"/>
                </a:lnTo>
                <a:lnTo>
                  <a:pt x="1430387" y="3413"/>
                </a:lnTo>
                <a:lnTo>
                  <a:pt x="1430187" y="3657"/>
                </a:lnTo>
                <a:lnTo>
                  <a:pt x="1429996" y="3905"/>
                </a:lnTo>
                <a:lnTo>
                  <a:pt x="1429816" y="4158"/>
                </a:lnTo>
                <a:lnTo>
                  <a:pt x="1429645" y="4417"/>
                </a:lnTo>
                <a:lnTo>
                  <a:pt x="1429484" y="4680"/>
                </a:lnTo>
                <a:lnTo>
                  <a:pt x="1429333" y="4948"/>
                </a:lnTo>
                <a:lnTo>
                  <a:pt x="1429191" y="5222"/>
                </a:lnTo>
                <a:lnTo>
                  <a:pt x="1429059" y="5500"/>
                </a:lnTo>
                <a:lnTo>
                  <a:pt x="1428937" y="5783"/>
                </a:lnTo>
                <a:lnTo>
                  <a:pt x="1428825" y="6071"/>
                </a:lnTo>
                <a:lnTo>
                  <a:pt x="1428722" y="6364"/>
                </a:lnTo>
                <a:lnTo>
                  <a:pt x="1428630" y="6662"/>
                </a:lnTo>
                <a:lnTo>
                  <a:pt x="1428547" y="6965"/>
                </a:lnTo>
                <a:lnTo>
                  <a:pt x="1428474" y="7273"/>
                </a:lnTo>
                <a:lnTo>
                  <a:pt x="1428410" y="7586"/>
                </a:lnTo>
                <a:lnTo>
                  <a:pt x="1428356" y="7904"/>
                </a:lnTo>
                <a:lnTo>
                  <a:pt x="1428313" y="8227"/>
                </a:lnTo>
                <a:lnTo>
                  <a:pt x="1428278" y="8555"/>
                </a:lnTo>
                <a:lnTo>
                  <a:pt x="1428254" y="8888"/>
                </a:lnTo>
                <a:lnTo>
                  <a:pt x="1428239" y="9226"/>
                </a:lnTo>
                <a:lnTo>
                  <a:pt x="1428234" y="9568"/>
                </a:lnTo>
                <a:lnTo>
                  <a:pt x="1428239" y="9911"/>
                </a:lnTo>
                <a:lnTo>
                  <a:pt x="1428254" y="10249"/>
                </a:lnTo>
                <a:lnTo>
                  <a:pt x="1428278" y="10582"/>
                </a:lnTo>
                <a:lnTo>
                  <a:pt x="1428313" y="10910"/>
                </a:lnTo>
                <a:lnTo>
                  <a:pt x="1428356" y="11233"/>
                </a:lnTo>
                <a:lnTo>
                  <a:pt x="1428410" y="11550"/>
                </a:lnTo>
                <a:lnTo>
                  <a:pt x="1428474" y="11863"/>
                </a:lnTo>
                <a:lnTo>
                  <a:pt x="1428547" y="12171"/>
                </a:lnTo>
                <a:lnTo>
                  <a:pt x="1428630" y="12474"/>
                </a:lnTo>
                <a:lnTo>
                  <a:pt x="1428722" y="12773"/>
                </a:lnTo>
                <a:lnTo>
                  <a:pt x="1428825" y="13066"/>
                </a:lnTo>
                <a:lnTo>
                  <a:pt x="1428937" y="13354"/>
                </a:lnTo>
                <a:lnTo>
                  <a:pt x="1429059" y="13637"/>
                </a:lnTo>
                <a:lnTo>
                  <a:pt x="1429191" y="13915"/>
                </a:lnTo>
                <a:lnTo>
                  <a:pt x="1429333" y="14188"/>
                </a:lnTo>
                <a:lnTo>
                  <a:pt x="1429484" y="14457"/>
                </a:lnTo>
                <a:lnTo>
                  <a:pt x="1429645" y="14720"/>
                </a:lnTo>
                <a:lnTo>
                  <a:pt x="1429816" y="14978"/>
                </a:lnTo>
                <a:lnTo>
                  <a:pt x="1429996" y="15232"/>
                </a:lnTo>
                <a:lnTo>
                  <a:pt x="1430187" y="15480"/>
                </a:lnTo>
                <a:lnTo>
                  <a:pt x="1430387" y="15724"/>
                </a:lnTo>
                <a:lnTo>
                  <a:pt x="1430597" y="15962"/>
                </a:lnTo>
                <a:lnTo>
                  <a:pt x="1430816" y="16195"/>
                </a:lnTo>
                <a:lnTo>
                  <a:pt x="1431046" y="16424"/>
                </a:lnTo>
                <a:lnTo>
                  <a:pt x="1431283" y="16645"/>
                </a:lnTo>
                <a:lnTo>
                  <a:pt x="1431527" y="16857"/>
                </a:lnTo>
                <a:lnTo>
                  <a:pt x="1431777" y="17060"/>
                </a:lnTo>
                <a:lnTo>
                  <a:pt x="1432034" y="17253"/>
                </a:lnTo>
                <a:lnTo>
                  <a:pt x="1432296" y="17437"/>
                </a:lnTo>
                <a:lnTo>
                  <a:pt x="1432565" y="17611"/>
                </a:lnTo>
                <a:lnTo>
                  <a:pt x="1432841" y="17776"/>
                </a:lnTo>
                <a:lnTo>
                  <a:pt x="1433123" y="17931"/>
                </a:lnTo>
                <a:lnTo>
                  <a:pt x="1433411" y="18077"/>
                </a:lnTo>
                <a:lnTo>
                  <a:pt x="1433705" y="18214"/>
                </a:lnTo>
                <a:lnTo>
                  <a:pt x="1434006" y="18341"/>
                </a:lnTo>
                <a:lnTo>
                  <a:pt x="1434313" y="18459"/>
                </a:lnTo>
                <a:lnTo>
                  <a:pt x="1434627" y="18567"/>
                </a:lnTo>
                <a:lnTo>
                  <a:pt x="1434947" y="18666"/>
                </a:lnTo>
                <a:lnTo>
                  <a:pt x="1435273" y="18755"/>
                </a:lnTo>
                <a:lnTo>
                  <a:pt x="1435605" y="18835"/>
                </a:lnTo>
                <a:lnTo>
                  <a:pt x="1435944" y="18906"/>
                </a:lnTo>
                <a:lnTo>
                  <a:pt x="1436289" y="18967"/>
                </a:lnTo>
                <a:lnTo>
                  <a:pt x="1436641" y="19019"/>
                </a:lnTo>
                <a:lnTo>
                  <a:pt x="1436999" y="19061"/>
                </a:lnTo>
                <a:lnTo>
                  <a:pt x="1437363" y="19094"/>
                </a:lnTo>
                <a:lnTo>
                  <a:pt x="1437733" y="19118"/>
                </a:lnTo>
                <a:lnTo>
                  <a:pt x="1438110" y="19132"/>
                </a:lnTo>
                <a:lnTo>
                  <a:pt x="1438493" y="19137"/>
                </a:lnTo>
                <a:lnTo>
                  <a:pt x="1438877" y="19132"/>
                </a:lnTo>
                <a:lnTo>
                  <a:pt x="1439254" y="19118"/>
                </a:lnTo>
                <a:lnTo>
                  <a:pt x="1439625" y="19094"/>
                </a:lnTo>
                <a:lnTo>
                  <a:pt x="1439989" y="19061"/>
                </a:lnTo>
                <a:lnTo>
                  <a:pt x="1440348" y="19019"/>
                </a:lnTo>
                <a:close/>
                <a:moveTo>
                  <a:pt x="668328" y="136324"/>
                </a:moveTo>
                <a:lnTo>
                  <a:pt x="668328" y="3551"/>
                </a:lnTo>
                <a:lnTo>
                  <a:pt x="650572" y="3551"/>
                </a:lnTo>
                <a:lnTo>
                  <a:pt x="650572" y="136324"/>
                </a:lnTo>
                <a:lnTo>
                  <a:pt x="668328" y="136324"/>
                </a:lnTo>
                <a:close/>
                <a:moveTo>
                  <a:pt x="741718" y="37287"/>
                </a:moveTo>
                <a:lnTo>
                  <a:pt x="719326" y="37287"/>
                </a:lnTo>
                <a:lnTo>
                  <a:pt x="719326" y="32623"/>
                </a:lnTo>
                <a:lnTo>
                  <a:pt x="719330" y="31975"/>
                </a:lnTo>
                <a:lnTo>
                  <a:pt x="719342" y="31339"/>
                </a:lnTo>
                <a:lnTo>
                  <a:pt x="719362" y="30717"/>
                </a:lnTo>
                <a:lnTo>
                  <a:pt x="719390" y="30107"/>
                </a:lnTo>
                <a:lnTo>
                  <a:pt x="719426" y="29510"/>
                </a:lnTo>
                <a:lnTo>
                  <a:pt x="719471" y="28926"/>
                </a:lnTo>
                <a:lnTo>
                  <a:pt x="719523" y="28355"/>
                </a:lnTo>
                <a:lnTo>
                  <a:pt x="719583" y="27797"/>
                </a:lnTo>
                <a:lnTo>
                  <a:pt x="719652" y="27252"/>
                </a:lnTo>
                <a:lnTo>
                  <a:pt x="719728" y="26719"/>
                </a:lnTo>
                <a:lnTo>
                  <a:pt x="719813" y="26200"/>
                </a:lnTo>
                <a:lnTo>
                  <a:pt x="719905" y="25693"/>
                </a:lnTo>
                <a:lnTo>
                  <a:pt x="720006" y="25200"/>
                </a:lnTo>
                <a:lnTo>
                  <a:pt x="720115" y="24719"/>
                </a:lnTo>
                <a:lnTo>
                  <a:pt x="720231" y="24251"/>
                </a:lnTo>
                <a:lnTo>
                  <a:pt x="720356" y="23796"/>
                </a:lnTo>
                <a:lnTo>
                  <a:pt x="720489" y="23354"/>
                </a:lnTo>
                <a:lnTo>
                  <a:pt x="720630" y="22924"/>
                </a:lnTo>
                <a:lnTo>
                  <a:pt x="720779" y="22508"/>
                </a:lnTo>
                <a:lnTo>
                  <a:pt x="720936" y="22105"/>
                </a:lnTo>
                <a:lnTo>
                  <a:pt x="721101" y="21714"/>
                </a:lnTo>
                <a:lnTo>
                  <a:pt x="721274" y="21336"/>
                </a:lnTo>
                <a:lnTo>
                  <a:pt x="721455" y="20971"/>
                </a:lnTo>
                <a:lnTo>
                  <a:pt x="721644" y="20619"/>
                </a:lnTo>
                <a:lnTo>
                  <a:pt x="721848" y="20281"/>
                </a:lnTo>
                <a:lnTo>
                  <a:pt x="722075" y="19957"/>
                </a:lnTo>
                <a:lnTo>
                  <a:pt x="722324" y="19648"/>
                </a:lnTo>
                <a:lnTo>
                  <a:pt x="722596" y="19353"/>
                </a:lnTo>
                <a:lnTo>
                  <a:pt x="722890" y="19072"/>
                </a:lnTo>
                <a:lnTo>
                  <a:pt x="723207" y="18806"/>
                </a:lnTo>
                <a:lnTo>
                  <a:pt x="723546" y="18554"/>
                </a:lnTo>
                <a:lnTo>
                  <a:pt x="723907" y="18316"/>
                </a:lnTo>
                <a:lnTo>
                  <a:pt x="724291" y="18093"/>
                </a:lnTo>
                <a:lnTo>
                  <a:pt x="724697" y="17884"/>
                </a:lnTo>
                <a:lnTo>
                  <a:pt x="725126" y="17690"/>
                </a:lnTo>
                <a:lnTo>
                  <a:pt x="725577" y="17510"/>
                </a:lnTo>
                <a:lnTo>
                  <a:pt x="726051" y="17344"/>
                </a:lnTo>
                <a:lnTo>
                  <a:pt x="726547" y="17193"/>
                </a:lnTo>
                <a:lnTo>
                  <a:pt x="727065" y="17056"/>
                </a:lnTo>
                <a:lnTo>
                  <a:pt x="727606" y="16934"/>
                </a:lnTo>
                <a:lnTo>
                  <a:pt x="728170" y="16826"/>
                </a:lnTo>
                <a:lnTo>
                  <a:pt x="728755" y="16732"/>
                </a:lnTo>
                <a:lnTo>
                  <a:pt x="729364" y="16653"/>
                </a:lnTo>
                <a:lnTo>
                  <a:pt x="729994" y="16589"/>
                </a:lnTo>
                <a:lnTo>
                  <a:pt x="730647" y="16538"/>
                </a:lnTo>
                <a:lnTo>
                  <a:pt x="731323" y="16502"/>
                </a:lnTo>
                <a:lnTo>
                  <a:pt x="732021" y="16481"/>
                </a:lnTo>
                <a:lnTo>
                  <a:pt x="732741" y="16473"/>
                </a:lnTo>
                <a:lnTo>
                  <a:pt x="741619" y="16473"/>
                </a:lnTo>
                <a:lnTo>
                  <a:pt x="741619" y="3551"/>
                </a:lnTo>
                <a:lnTo>
                  <a:pt x="731656" y="3551"/>
                </a:lnTo>
                <a:lnTo>
                  <a:pt x="730922" y="3555"/>
                </a:lnTo>
                <a:lnTo>
                  <a:pt x="730199" y="3565"/>
                </a:lnTo>
                <a:lnTo>
                  <a:pt x="729488" y="3582"/>
                </a:lnTo>
                <a:lnTo>
                  <a:pt x="728789" y="3605"/>
                </a:lnTo>
                <a:lnTo>
                  <a:pt x="728100" y="3636"/>
                </a:lnTo>
                <a:lnTo>
                  <a:pt x="727424" y="3673"/>
                </a:lnTo>
                <a:lnTo>
                  <a:pt x="726758" y="3717"/>
                </a:lnTo>
                <a:lnTo>
                  <a:pt x="726105" y="3768"/>
                </a:lnTo>
                <a:lnTo>
                  <a:pt x="725462" y="3826"/>
                </a:lnTo>
                <a:lnTo>
                  <a:pt x="724832" y="3890"/>
                </a:lnTo>
                <a:lnTo>
                  <a:pt x="724212" y="3961"/>
                </a:lnTo>
                <a:lnTo>
                  <a:pt x="723604" y="4039"/>
                </a:lnTo>
                <a:lnTo>
                  <a:pt x="723008" y="4124"/>
                </a:lnTo>
                <a:lnTo>
                  <a:pt x="722423" y="4215"/>
                </a:lnTo>
                <a:lnTo>
                  <a:pt x="721850" y="4313"/>
                </a:lnTo>
                <a:lnTo>
                  <a:pt x="721288" y="4418"/>
                </a:lnTo>
                <a:lnTo>
                  <a:pt x="720737" y="4530"/>
                </a:lnTo>
                <a:lnTo>
                  <a:pt x="720198" y="4649"/>
                </a:lnTo>
                <a:lnTo>
                  <a:pt x="719671" y="4774"/>
                </a:lnTo>
                <a:lnTo>
                  <a:pt x="719154" y="4906"/>
                </a:lnTo>
                <a:lnTo>
                  <a:pt x="718650" y="5045"/>
                </a:lnTo>
                <a:lnTo>
                  <a:pt x="718157" y="5191"/>
                </a:lnTo>
                <a:lnTo>
                  <a:pt x="717675" y="5343"/>
                </a:lnTo>
                <a:lnTo>
                  <a:pt x="717205" y="5502"/>
                </a:lnTo>
                <a:lnTo>
                  <a:pt x="716745" y="5668"/>
                </a:lnTo>
                <a:lnTo>
                  <a:pt x="716293" y="5839"/>
                </a:lnTo>
                <a:lnTo>
                  <a:pt x="715850" y="6016"/>
                </a:lnTo>
                <a:lnTo>
                  <a:pt x="715416" y="6200"/>
                </a:lnTo>
                <a:lnTo>
                  <a:pt x="714990" y="6389"/>
                </a:lnTo>
                <a:lnTo>
                  <a:pt x="714572" y="6584"/>
                </a:lnTo>
                <a:lnTo>
                  <a:pt x="714164" y="6786"/>
                </a:lnTo>
                <a:lnTo>
                  <a:pt x="713763" y="6993"/>
                </a:lnTo>
                <a:lnTo>
                  <a:pt x="713372" y="7206"/>
                </a:lnTo>
                <a:lnTo>
                  <a:pt x="712989" y="7426"/>
                </a:lnTo>
                <a:lnTo>
                  <a:pt x="712614" y="7651"/>
                </a:lnTo>
                <a:lnTo>
                  <a:pt x="712248" y="7882"/>
                </a:lnTo>
                <a:lnTo>
                  <a:pt x="711891" y="8119"/>
                </a:lnTo>
                <a:lnTo>
                  <a:pt x="711542" y="8363"/>
                </a:lnTo>
                <a:lnTo>
                  <a:pt x="711202" y="8612"/>
                </a:lnTo>
                <a:lnTo>
                  <a:pt x="710870" y="8867"/>
                </a:lnTo>
                <a:lnTo>
                  <a:pt x="710547" y="9128"/>
                </a:lnTo>
                <a:lnTo>
                  <a:pt x="710232" y="9396"/>
                </a:lnTo>
                <a:lnTo>
                  <a:pt x="709926" y="9669"/>
                </a:lnTo>
                <a:lnTo>
                  <a:pt x="709629" y="9948"/>
                </a:lnTo>
                <a:lnTo>
                  <a:pt x="709340" y="10233"/>
                </a:lnTo>
                <a:lnTo>
                  <a:pt x="709059" y="10525"/>
                </a:lnTo>
                <a:lnTo>
                  <a:pt x="708788" y="10822"/>
                </a:lnTo>
                <a:lnTo>
                  <a:pt x="708524" y="11125"/>
                </a:lnTo>
                <a:lnTo>
                  <a:pt x="708269" y="11434"/>
                </a:lnTo>
                <a:lnTo>
                  <a:pt x="708019" y="11749"/>
                </a:lnTo>
                <a:lnTo>
                  <a:pt x="707777" y="12069"/>
                </a:lnTo>
                <a:lnTo>
                  <a:pt x="707541" y="12396"/>
                </a:lnTo>
                <a:lnTo>
                  <a:pt x="707311" y="12728"/>
                </a:lnTo>
                <a:lnTo>
                  <a:pt x="707088" y="13066"/>
                </a:lnTo>
                <a:lnTo>
                  <a:pt x="706871" y="13410"/>
                </a:lnTo>
                <a:lnTo>
                  <a:pt x="706661" y="13759"/>
                </a:lnTo>
                <a:lnTo>
                  <a:pt x="706457" y="14115"/>
                </a:lnTo>
                <a:lnTo>
                  <a:pt x="706260" y="14476"/>
                </a:lnTo>
                <a:lnTo>
                  <a:pt x="706070" y="14843"/>
                </a:lnTo>
                <a:lnTo>
                  <a:pt x="705886" y="15216"/>
                </a:lnTo>
                <a:lnTo>
                  <a:pt x="705708" y="15595"/>
                </a:lnTo>
                <a:lnTo>
                  <a:pt x="705537" y="15980"/>
                </a:lnTo>
                <a:lnTo>
                  <a:pt x="705372" y="16371"/>
                </a:lnTo>
                <a:lnTo>
                  <a:pt x="705214" y="16767"/>
                </a:lnTo>
                <a:lnTo>
                  <a:pt x="705063" y="17169"/>
                </a:lnTo>
                <a:lnTo>
                  <a:pt x="704918" y="17577"/>
                </a:lnTo>
                <a:lnTo>
                  <a:pt x="704779" y="17991"/>
                </a:lnTo>
                <a:lnTo>
                  <a:pt x="704647" y="18411"/>
                </a:lnTo>
                <a:lnTo>
                  <a:pt x="704522" y="18836"/>
                </a:lnTo>
                <a:lnTo>
                  <a:pt x="704403" y="19268"/>
                </a:lnTo>
                <a:lnTo>
                  <a:pt x="704290" y="19705"/>
                </a:lnTo>
                <a:lnTo>
                  <a:pt x="704184" y="20148"/>
                </a:lnTo>
                <a:lnTo>
                  <a:pt x="704083" y="20596"/>
                </a:lnTo>
                <a:lnTo>
                  <a:pt x="703987" y="21049"/>
                </a:lnTo>
                <a:lnTo>
                  <a:pt x="703895" y="21506"/>
                </a:lnTo>
                <a:lnTo>
                  <a:pt x="703807" y="21969"/>
                </a:lnTo>
                <a:lnTo>
                  <a:pt x="703724" y="22436"/>
                </a:lnTo>
                <a:lnTo>
                  <a:pt x="703645" y="22907"/>
                </a:lnTo>
                <a:lnTo>
                  <a:pt x="703570" y="23384"/>
                </a:lnTo>
                <a:lnTo>
                  <a:pt x="703499" y="23865"/>
                </a:lnTo>
                <a:lnTo>
                  <a:pt x="703433" y="24351"/>
                </a:lnTo>
                <a:lnTo>
                  <a:pt x="703371" y="24842"/>
                </a:lnTo>
                <a:lnTo>
                  <a:pt x="703313" y="25337"/>
                </a:lnTo>
                <a:lnTo>
                  <a:pt x="703259" y="25837"/>
                </a:lnTo>
                <a:lnTo>
                  <a:pt x="703210" y="26342"/>
                </a:lnTo>
                <a:lnTo>
                  <a:pt x="703165" y="26852"/>
                </a:lnTo>
                <a:lnTo>
                  <a:pt x="703124" y="27367"/>
                </a:lnTo>
                <a:lnTo>
                  <a:pt x="703088" y="27886"/>
                </a:lnTo>
                <a:lnTo>
                  <a:pt x="703056" y="28410"/>
                </a:lnTo>
                <a:lnTo>
                  <a:pt x="703028" y="28938"/>
                </a:lnTo>
                <a:lnTo>
                  <a:pt x="703005" y="29472"/>
                </a:lnTo>
                <a:lnTo>
                  <a:pt x="702985" y="30010"/>
                </a:lnTo>
                <a:lnTo>
                  <a:pt x="702970" y="30553"/>
                </a:lnTo>
                <a:lnTo>
                  <a:pt x="702960" y="31100"/>
                </a:lnTo>
                <a:lnTo>
                  <a:pt x="702953" y="31653"/>
                </a:lnTo>
                <a:lnTo>
                  <a:pt x="702951" y="32210"/>
                </a:lnTo>
                <a:lnTo>
                  <a:pt x="702951" y="37287"/>
                </a:lnTo>
                <a:lnTo>
                  <a:pt x="686872" y="37287"/>
                </a:lnTo>
                <a:lnTo>
                  <a:pt x="686872" y="50604"/>
                </a:lnTo>
                <a:lnTo>
                  <a:pt x="702951" y="50604"/>
                </a:lnTo>
                <a:lnTo>
                  <a:pt x="702951" y="136324"/>
                </a:lnTo>
                <a:lnTo>
                  <a:pt x="719326" y="136324"/>
                </a:lnTo>
                <a:lnTo>
                  <a:pt x="719326" y="50604"/>
                </a:lnTo>
                <a:lnTo>
                  <a:pt x="741718" y="50604"/>
                </a:lnTo>
                <a:lnTo>
                  <a:pt x="741718" y="37287"/>
                </a:lnTo>
                <a:close/>
                <a:moveTo>
                  <a:pt x="1209207" y="137909"/>
                </a:moveTo>
                <a:lnTo>
                  <a:pt x="1210065" y="137826"/>
                </a:lnTo>
                <a:lnTo>
                  <a:pt x="1210913" y="137727"/>
                </a:lnTo>
                <a:lnTo>
                  <a:pt x="1211751" y="137612"/>
                </a:lnTo>
                <a:lnTo>
                  <a:pt x="1212579" y="137483"/>
                </a:lnTo>
                <a:lnTo>
                  <a:pt x="1213397" y="137338"/>
                </a:lnTo>
                <a:lnTo>
                  <a:pt x="1214205" y="137178"/>
                </a:lnTo>
                <a:lnTo>
                  <a:pt x="1215004" y="137003"/>
                </a:lnTo>
                <a:lnTo>
                  <a:pt x="1215792" y="136812"/>
                </a:lnTo>
                <a:lnTo>
                  <a:pt x="1216570" y="136606"/>
                </a:lnTo>
                <a:lnTo>
                  <a:pt x="1217339" y="136385"/>
                </a:lnTo>
                <a:lnTo>
                  <a:pt x="1218097" y="136149"/>
                </a:lnTo>
                <a:lnTo>
                  <a:pt x="1218846" y="135898"/>
                </a:lnTo>
                <a:lnTo>
                  <a:pt x="1219584" y="135631"/>
                </a:lnTo>
                <a:lnTo>
                  <a:pt x="1220313" y="135349"/>
                </a:lnTo>
                <a:lnTo>
                  <a:pt x="1221032" y="135052"/>
                </a:lnTo>
                <a:lnTo>
                  <a:pt x="1221741" y="134739"/>
                </a:lnTo>
                <a:lnTo>
                  <a:pt x="1222439" y="134412"/>
                </a:lnTo>
                <a:lnTo>
                  <a:pt x="1223128" y="134069"/>
                </a:lnTo>
                <a:lnTo>
                  <a:pt x="1223807" y="133710"/>
                </a:lnTo>
                <a:lnTo>
                  <a:pt x="1224476" y="133340"/>
                </a:lnTo>
                <a:lnTo>
                  <a:pt x="1225135" y="132961"/>
                </a:lnTo>
                <a:lnTo>
                  <a:pt x="1225783" y="132572"/>
                </a:lnTo>
                <a:lnTo>
                  <a:pt x="1226422" y="132175"/>
                </a:lnTo>
                <a:lnTo>
                  <a:pt x="1227049" y="131768"/>
                </a:lnTo>
                <a:lnTo>
                  <a:pt x="1227667" y="131352"/>
                </a:lnTo>
                <a:lnTo>
                  <a:pt x="1228274" y="130927"/>
                </a:lnTo>
                <a:lnTo>
                  <a:pt x="1228871" y="130494"/>
                </a:lnTo>
                <a:lnTo>
                  <a:pt x="1229458" y="130051"/>
                </a:lnTo>
                <a:lnTo>
                  <a:pt x="1230034" y="129599"/>
                </a:lnTo>
                <a:lnTo>
                  <a:pt x="1230600" y="129137"/>
                </a:lnTo>
                <a:lnTo>
                  <a:pt x="1231156" y="128667"/>
                </a:lnTo>
                <a:lnTo>
                  <a:pt x="1231702" y="128188"/>
                </a:lnTo>
                <a:lnTo>
                  <a:pt x="1232237" y="127700"/>
                </a:lnTo>
                <a:lnTo>
                  <a:pt x="1232762" y="127202"/>
                </a:lnTo>
                <a:lnTo>
                  <a:pt x="1233277" y="126696"/>
                </a:lnTo>
                <a:lnTo>
                  <a:pt x="1233782" y="126180"/>
                </a:lnTo>
                <a:lnTo>
                  <a:pt x="1234276" y="125656"/>
                </a:lnTo>
                <a:lnTo>
                  <a:pt x="1234760" y="125122"/>
                </a:lnTo>
                <a:lnTo>
                  <a:pt x="1235234" y="124579"/>
                </a:lnTo>
                <a:lnTo>
                  <a:pt x="1235697" y="124027"/>
                </a:lnTo>
                <a:lnTo>
                  <a:pt x="1236150" y="123466"/>
                </a:lnTo>
                <a:lnTo>
                  <a:pt x="1236593" y="122896"/>
                </a:lnTo>
                <a:lnTo>
                  <a:pt x="1237026" y="122317"/>
                </a:lnTo>
                <a:lnTo>
                  <a:pt x="1237913" y="136324"/>
                </a:lnTo>
                <a:lnTo>
                  <a:pt x="1253499" y="136324"/>
                </a:lnTo>
                <a:lnTo>
                  <a:pt x="1253499" y="3551"/>
                </a:lnTo>
                <a:lnTo>
                  <a:pt x="1237026" y="3551"/>
                </a:lnTo>
                <a:lnTo>
                  <a:pt x="1237026" y="52281"/>
                </a:lnTo>
                <a:lnTo>
                  <a:pt x="1236634" y="51645"/>
                </a:lnTo>
                <a:lnTo>
                  <a:pt x="1236232" y="51021"/>
                </a:lnTo>
                <a:lnTo>
                  <a:pt x="1235820" y="50407"/>
                </a:lnTo>
                <a:lnTo>
                  <a:pt x="1235398" y="49805"/>
                </a:lnTo>
                <a:lnTo>
                  <a:pt x="1234965" y="49214"/>
                </a:lnTo>
                <a:lnTo>
                  <a:pt x="1234523" y="48634"/>
                </a:lnTo>
                <a:lnTo>
                  <a:pt x="1234069" y="48065"/>
                </a:lnTo>
                <a:lnTo>
                  <a:pt x="1233606" y="47508"/>
                </a:lnTo>
                <a:lnTo>
                  <a:pt x="1233132" y="46961"/>
                </a:lnTo>
                <a:lnTo>
                  <a:pt x="1232648" y="46426"/>
                </a:lnTo>
                <a:lnTo>
                  <a:pt x="1232154" y="45901"/>
                </a:lnTo>
                <a:lnTo>
                  <a:pt x="1231650" y="45388"/>
                </a:lnTo>
                <a:lnTo>
                  <a:pt x="1231135" y="44886"/>
                </a:lnTo>
                <a:lnTo>
                  <a:pt x="1230610" y="44395"/>
                </a:lnTo>
                <a:lnTo>
                  <a:pt x="1230074" y="43915"/>
                </a:lnTo>
                <a:lnTo>
                  <a:pt x="1229529" y="43447"/>
                </a:lnTo>
                <a:lnTo>
                  <a:pt x="1228973" y="42989"/>
                </a:lnTo>
                <a:lnTo>
                  <a:pt x="1228407" y="42543"/>
                </a:lnTo>
                <a:lnTo>
                  <a:pt x="1227830" y="42108"/>
                </a:lnTo>
                <a:lnTo>
                  <a:pt x="1227244" y="41683"/>
                </a:lnTo>
                <a:lnTo>
                  <a:pt x="1226647" y="41270"/>
                </a:lnTo>
                <a:lnTo>
                  <a:pt x="1226039" y="40869"/>
                </a:lnTo>
                <a:lnTo>
                  <a:pt x="1225422" y="40478"/>
                </a:lnTo>
                <a:lnTo>
                  <a:pt x="1224794" y="40098"/>
                </a:lnTo>
                <a:lnTo>
                  <a:pt x="1224156" y="39732"/>
                </a:lnTo>
                <a:lnTo>
                  <a:pt x="1223509" y="39381"/>
                </a:lnTo>
                <a:lnTo>
                  <a:pt x="1222853" y="39046"/>
                </a:lnTo>
                <a:lnTo>
                  <a:pt x="1222188" y="38727"/>
                </a:lnTo>
                <a:lnTo>
                  <a:pt x="1221514" y="38423"/>
                </a:lnTo>
                <a:lnTo>
                  <a:pt x="1220830" y="38135"/>
                </a:lnTo>
                <a:lnTo>
                  <a:pt x="1220137" y="37862"/>
                </a:lnTo>
                <a:lnTo>
                  <a:pt x="1219434" y="37605"/>
                </a:lnTo>
                <a:lnTo>
                  <a:pt x="1218723" y="37363"/>
                </a:lnTo>
                <a:lnTo>
                  <a:pt x="1218002" y="37137"/>
                </a:lnTo>
                <a:lnTo>
                  <a:pt x="1217272" y="36927"/>
                </a:lnTo>
                <a:lnTo>
                  <a:pt x="1216533" y="36732"/>
                </a:lnTo>
                <a:lnTo>
                  <a:pt x="1215784" y="36553"/>
                </a:lnTo>
                <a:lnTo>
                  <a:pt x="1215026" y="36389"/>
                </a:lnTo>
                <a:lnTo>
                  <a:pt x="1214259" y="36241"/>
                </a:lnTo>
                <a:lnTo>
                  <a:pt x="1213483" y="36109"/>
                </a:lnTo>
                <a:lnTo>
                  <a:pt x="1212697" y="35992"/>
                </a:lnTo>
                <a:lnTo>
                  <a:pt x="1211903" y="35891"/>
                </a:lnTo>
                <a:lnTo>
                  <a:pt x="1211098" y="35805"/>
                </a:lnTo>
                <a:lnTo>
                  <a:pt x="1210285" y="35735"/>
                </a:lnTo>
                <a:lnTo>
                  <a:pt x="1209463" y="35680"/>
                </a:lnTo>
                <a:lnTo>
                  <a:pt x="1208631" y="35641"/>
                </a:lnTo>
                <a:lnTo>
                  <a:pt x="1207790" y="35618"/>
                </a:lnTo>
                <a:lnTo>
                  <a:pt x="1206940" y="35610"/>
                </a:lnTo>
                <a:lnTo>
                  <a:pt x="1205918" y="35620"/>
                </a:lnTo>
                <a:lnTo>
                  <a:pt x="1204907" y="35650"/>
                </a:lnTo>
                <a:lnTo>
                  <a:pt x="1203908" y="35700"/>
                </a:lnTo>
                <a:lnTo>
                  <a:pt x="1202920" y="35770"/>
                </a:lnTo>
                <a:lnTo>
                  <a:pt x="1201943" y="35859"/>
                </a:lnTo>
                <a:lnTo>
                  <a:pt x="1200978" y="35969"/>
                </a:lnTo>
                <a:lnTo>
                  <a:pt x="1200024" y="36098"/>
                </a:lnTo>
                <a:lnTo>
                  <a:pt x="1199081" y="36248"/>
                </a:lnTo>
                <a:lnTo>
                  <a:pt x="1198150" y="36417"/>
                </a:lnTo>
                <a:lnTo>
                  <a:pt x="1197229" y="36607"/>
                </a:lnTo>
                <a:lnTo>
                  <a:pt x="1196321" y="36816"/>
                </a:lnTo>
                <a:lnTo>
                  <a:pt x="1195423" y="37045"/>
                </a:lnTo>
                <a:lnTo>
                  <a:pt x="1194537" y="37294"/>
                </a:lnTo>
                <a:lnTo>
                  <a:pt x="1193662" y="37563"/>
                </a:lnTo>
                <a:lnTo>
                  <a:pt x="1192798" y="37852"/>
                </a:lnTo>
                <a:lnTo>
                  <a:pt x="1191946" y="38161"/>
                </a:lnTo>
                <a:lnTo>
                  <a:pt x="1191105" y="38490"/>
                </a:lnTo>
                <a:lnTo>
                  <a:pt x="1190275" y="38839"/>
                </a:lnTo>
                <a:lnTo>
                  <a:pt x="1189457" y="39207"/>
                </a:lnTo>
                <a:lnTo>
                  <a:pt x="1188650" y="39596"/>
                </a:lnTo>
                <a:lnTo>
                  <a:pt x="1187854" y="40005"/>
                </a:lnTo>
                <a:lnTo>
                  <a:pt x="1187069" y="40433"/>
                </a:lnTo>
                <a:lnTo>
                  <a:pt x="1186296" y="40882"/>
                </a:lnTo>
                <a:lnTo>
                  <a:pt x="1185534" y="41350"/>
                </a:lnTo>
                <a:lnTo>
                  <a:pt x="1184785" y="41838"/>
                </a:lnTo>
                <a:lnTo>
                  <a:pt x="1184050" y="42345"/>
                </a:lnTo>
                <a:lnTo>
                  <a:pt x="1183329" y="42871"/>
                </a:lnTo>
                <a:lnTo>
                  <a:pt x="1182623" y="43417"/>
                </a:lnTo>
                <a:lnTo>
                  <a:pt x="1181930" y="43982"/>
                </a:lnTo>
                <a:lnTo>
                  <a:pt x="1181252" y="44566"/>
                </a:lnTo>
                <a:lnTo>
                  <a:pt x="1180588" y="45169"/>
                </a:lnTo>
                <a:lnTo>
                  <a:pt x="1179939" y="45792"/>
                </a:lnTo>
                <a:lnTo>
                  <a:pt x="1179303" y="46433"/>
                </a:lnTo>
                <a:lnTo>
                  <a:pt x="1178682" y="47094"/>
                </a:lnTo>
                <a:lnTo>
                  <a:pt x="1178075" y="47774"/>
                </a:lnTo>
                <a:lnTo>
                  <a:pt x="1177482" y="48474"/>
                </a:lnTo>
                <a:lnTo>
                  <a:pt x="1176904" y="49192"/>
                </a:lnTo>
                <a:lnTo>
                  <a:pt x="1176339" y="49930"/>
                </a:lnTo>
                <a:lnTo>
                  <a:pt x="1175789" y="50687"/>
                </a:lnTo>
                <a:lnTo>
                  <a:pt x="1175253" y="51463"/>
                </a:lnTo>
                <a:lnTo>
                  <a:pt x="1174732" y="52259"/>
                </a:lnTo>
                <a:lnTo>
                  <a:pt x="1174224" y="53074"/>
                </a:lnTo>
                <a:lnTo>
                  <a:pt x="1173731" y="53908"/>
                </a:lnTo>
                <a:lnTo>
                  <a:pt x="1173252" y="54761"/>
                </a:lnTo>
                <a:lnTo>
                  <a:pt x="1172787" y="55633"/>
                </a:lnTo>
                <a:lnTo>
                  <a:pt x="1172336" y="56525"/>
                </a:lnTo>
                <a:lnTo>
                  <a:pt x="1171900" y="57436"/>
                </a:lnTo>
                <a:lnTo>
                  <a:pt x="1171477" y="58366"/>
                </a:lnTo>
                <a:lnTo>
                  <a:pt x="1171071" y="59315"/>
                </a:lnTo>
                <a:lnTo>
                  <a:pt x="1170682" y="60283"/>
                </a:lnTo>
                <a:lnTo>
                  <a:pt x="1170310" y="61271"/>
                </a:lnTo>
                <a:lnTo>
                  <a:pt x="1169955" y="62279"/>
                </a:lnTo>
                <a:lnTo>
                  <a:pt x="1169618" y="63305"/>
                </a:lnTo>
                <a:lnTo>
                  <a:pt x="1169298" y="64352"/>
                </a:lnTo>
                <a:lnTo>
                  <a:pt x="1168995" y="65417"/>
                </a:lnTo>
                <a:lnTo>
                  <a:pt x="1168710" y="66502"/>
                </a:lnTo>
                <a:lnTo>
                  <a:pt x="1168442" y="67606"/>
                </a:lnTo>
                <a:lnTo>
                  <a:pt x="1168191" y="68730"/>
                </a:lnTo>
                <a:lnTo>
                  <a:pt x="1167958" y="69873"/>
                </a:lnTo>
                <a:lnTo>
                  <a:pt x="1167741" y="71036"/>
                </a:lnTo>
                <a:lnTo>
                  <a:pt x="1167542" y="72218"/>
                </a:lnTo>
                <a:lnTo>
                  <a:pt x="1167361" y="73419"/>
                </a:lnTo>
                <a:lnTo>
                  <a:pt x="1167196" y="74640"/>
                </a:lnTo>
                <a:lnTo>
                  <a:pt x="1167049" y="75880"/>
                </a:lnTo>
                <a:lnTo>
                  <a:pt x="1166920" y="77140"/>
                </a:lnTo>
                <a:lnTo>
                  <a:pt x="1166807" y="78419"/>
                </a:lnTo>
                <a:lnTo>
                  <a:pt x="1166712" y="79717"/>
                </a:lnTo>
                <a:lnTo>
                  <a:pt x="1166634" y="81035"/>
                </a:lnTo>
                <a:lnTo>
                  <a:pt x="1166574" y="82372"/>
                </a:lnTo>
                <a:lnTo>
                  <a:pt x="1166531" y="83729"/>
                </a:lnTo>
                <a:lnTo>
                  <a:pt x="1166505" y="85105"/>
                </a:lnTo>
                <a:lnTo>
                  <a:pt x="1166496" y="86501"/>
                </a:lnTo>
                <a:lnTo>
                  <a:pt x="1166504" y="87905"/>
                </a:lnTo>
                <a:lnTo>
                  <a:pt x="1166529" y="89290"/>
                </a:lnTo>
                <a:lnTo>
                  <a:pt x="1166569" y="90657"/>
                </a:lnTo>
                <a:lnTo>
                  <a:pt x="1166626" y="92004"/>
                </a:lnTo>
                <a:lnTo>
                  <a:pt x="1166699" y="93333"/>
                </a:lnTo>
                <a:lnTo>
                  <a:pt x="1166789" y="94643"/>
                </a:lnTo>
                <a:lnTo>
                  <a:pt x="1166895" y="95934"/>
                </a:lnTo>
                <a:lnTo>
                  <a:pt x="1167017" y="97206"/>
                </a:lnTo>
                <a:lnTo>
                  <a:pt x="1167155" y="98459"/>
                </a:lnTo>
                <a:lnTo>
                  <a:pt x="1167309" y="99693"/>
                </a:lnTo>
                <a:lnTo>
                  <a:pt x="1167480" y="100909"/>
                </a:lnTo>
                <a:lnTo>
                  <a:pt x="1167667" y="102105"/>
                </a:lnTo>
                <a:lnTo>
                  <a:pt x="1167871" y="103283"/>
                </a:lnTo>
                <a:lnTo>
                  <a:pt x="1168090" y="104442"/>
                </a:lnTo>
                <a:lnTo>
                  <a:pt x="1168326" y="105582"/>
                </a:lnTo>
                <a:lnTo>
                  <a:pt x="1168578" y="106703"/>
                </a:lnTo>
                <a:lnTo>
                  <a:pt x="1168847" y="107805"/>
                </a:lnTo>
                <a:lnTo>
                  <a:pt x="1169132" y="108889"/>
                </a:lnTo>
                <a:lnTo>
                  <a:pt x="1169433" y="109953"/>
                </a:lnTo>
                <a:lnTo>
                  <a:pt x="1169750" y="110999"/>
                </a:lnTo>
                <a:lnTo>
                  <a:pt x="1170083" y="112026"/>
                </a:lnTo>
                <a:lnTo>
                  <a:pt x="1170433" y="113034"/>
                </a:lnTo>
                <a:lnTo>
                  <a:pt x="1170799" y="114023"/>
                </a:lnTo>
                <a:lnTo>
                  <a:pt x="1171182" y="114993"/>
                </a:lnTo>
                <a:lnTo>
                  <a:pt x="1171579" y="115944"/>
                </a:lnTo>
                <a:lnTo>
                  <a:pt x="1171989" y="116875"/>
                </a:lnTo>
                <a:lnTo>
                  <a:pt x="1172414" y="117785"/>
                </a:lnTo>
                <a:lnTo>
                  <a:pt x="1172852" y="118676"/>
                </a:lnTo>
                <a:lnTo>
                  <a:pt x="1173303" y="119548"/>
                </a:lnTo>
                <a:lnTo>
                  <a:pt x="1173768" y="120399"/>
                </a:lnTo>
                <a:lnTo>
                  <a:pt x="1174246" y="121230"/>
                </a:lnTo>
                <a:lnTo>
                  <a:pt x="1174738" y="122041"/>
                </a:lnTo>
                <a:lnTo>
                  <a:pt x="1175244" y="122832"/>
                </a:lnTo>
                <a:lnTo>
                  <a:pt x="1175763" y="123604"/>
                </a:lnTo>
                <a:lnTo>
                  <a:pt x="1176295" y="124355"/>
                </a:lnTo>
                <a:lnTo>
                  <a:pt x="1176841" y="125087"/>
                </a:lnTo>
                <a:lnTo>
                  <a:pt x="1177401" y="125798"/>
                </a:lnTo>
                <a:lnTo>
                  <a:pt x="1177974" y="126490"/>
                </a:lnTo>
                <a:lnTo>
                  <a:pt x="1178560" y="127162"/>
                </a:lnTo>
                <a:lnTo>
                  <a:pt x="1179161" y="127814"/>
                </a:lnTo>
                <a:lnTo>
                  <a:pt x="1179774" y="128446"/>
                </a:lnTo>
                <a:lnTo>
                  <a:pt x="1180402" y="129058"/>
                </a:lnTo>
                <a:lnTo>
                  <a:pt x="1181042" y="129650"/>
                </a:lnTo>
                <a:lnTo>
                  <a:pt x="1181697" y="130222"/>
                </a:lnTo>
                <a:lnTo>
                  <a:pt x="1182364" y="130774"/>
                </a:lnTo>
                <a:lnTo>
                  <a:pt x="1183046" y="131306"/>
                </a:lnTo>
                <a:lnTo>
                  <a:pt x="1183741" y="131819"/>
                </a:lnTo>
                <a:lnTo>
                  <a:pt x="1184449" y="132311"/>
                </a:lnTo>
                <a:lnTo>
                  <a:pt x="1185170" y="132783"/>
                </a:lnTo>
                <a:lnTo>
                  <a:pt x="1185901" y="133236"/>
                </a:lnTo>
                <a:lnTo>
                  <a:pt x="1186644" y="133668"/>
                </a:lnTo>
                <a:lnTo>
                  <a:pt x="1187397" y="134080"/>
                </a:lnTo>
                <a:lnTo>
                  <a:pt x="1188162" y="134472"/>
                </a:lnTo>
                <a:lnTo>
                  <a:pt x="1188937" y="134844"/>
                </a:lnTo>
                <a:lnTo>
                  <a:pt x="1189724" y="135195"/>
                </a:lnTo>
                <a:lnTo>
                  <a:pt x="1190521" y="135527"/>
                </a:lnTo>
                <a:lnTo>
                  <a:pt x="1191329" y="135839"/>
                </a:lnTo>
                <a:lnTo>
                  <a:pt x="1192149" y="136130"/>
                </a:lnTo>
                <a:lnTo>
                  <a:pt x="1192979" y="136401"/>
                </a:lnTo>
                <a:lnTo>
                  <a:pt x="1193820" y="136653"/>
                </a:lnTo>
                <a:lnTo>
                  <a:pt x="1194672" y="136884"/>
                </a:lnTo>
                <a:lnTo>
                  <a:pt x="1195535" y="137095"/>
                </a:lnTo>
                <a:lnTo>
                  <a:pt x="1196409" y="137286"/>
                </a:lnTo>
                <a:lnTo>
                  <a:pt x="1197294" y="137457"/>
                </a:lnTo>
                <a:lnTo>
                  <a:pt x="1198190" y="137608"/>
                </a:lnTo>
                <a:lnTo>
                  <a:pt x="1199097" y="137738"/>
                </a:lnTo>
                <a:lnTo>
                  <a:pt x="1200015" y="137849"/>
                </a:lnTo>
                <a:lnTo>
                  <a:pt x="1200944" y="137939"/>
                </a:lnTo>
                <a:lnTo>
                  <a:pt x="1201884" y="138010"/>
                </a:lnTo>
                <a:lnTo>
                  <a:pt x="1202835" y="138060"/>
                </a:lnTo>
                <a:lnTo>
                  <a:pt x="1203797" y="138090"/>
                </a:lnTo>
                <a:lnTo>
                  <a:pt x="1204769" y="138100"/>
                </a:lnTo>
                <a:lnTo>
                  <a:pt x="1205677" y="138092"/>
                </a:lnTo>
                <a:lnTo>
                  <a:pt x="1206574" y="138070"/>
                </a:lnTo>
                <a:lnTo>
                  <a:pt x="1207462" y="138031"/>
                </a:lnTo>
                <a:lnTo>
                  <a:pt x="1208340" y="137978"/>
                </a:lnTo>
                <a:lnTo>
                  <a:pt x="1209207" y="137909"/>
                </a:lnTo>
                <a:close/>
                <a:moveTo>
                  <a:pt x="1203323" y="124163"/>
                </a:moveTo>
                <a:lnTo>
                  <a:pt x="1202424" y="123976"/>
                </a:lnTo>
                <a:lnTo>
                  <a:pt x="1201545" y="123756"/>
                </a:lnTo>
                <a:lnTo>
                  <a:pt x="1200687" y="123502"/>
                </a:lnTo>
                <a:lnTo>
                  <a:pt x="1199849" y="123214"/>
                </a:lnTo>
                <a:lnTo>
                  <a:pt x="1199031" y="122893"/>
                </a:lnTo>
                <a:lnTo>
                  <a:pt x="1198234" y="122537"/>
                </a:lnTo>
                <a:lnTo>
                  <a:pt x="1197458" y="122148"/>
                </a:lnTo>
                <a:lnTo>
                  <a:pt x="1196701" y="121724"/>
                </a:lnTo>
                <a:lnTo>
                  <a:pt x="1195965" y="121267"/>
                </a:lnTo>
                <a:lnTo>
                  <a:pt x="1195250" y="120776"/>
                </a:lnTo>
                <a:lnTo>
                  <a:pt x="1194554" y="120251"/>
                </a:lnTo>
                <a:lnTo>
                  <a:pt x="1193880" y="119692"/>
                </a:lnTo>
                <a:lnTo>
                  <a:pt x="1193225" y="119100"/>
                </a:lnTo>
                <a:lnTo>
                  <a:pt x="1192591" y="118473"/>
                </a:lnTo>
                <a:lnTo>
                  <a:pt x="1191977" y="117813"/>
                </a:lnTo>
                <a:lnTo>
                  <a:pt x="1191384" y="117119"/>
                </a:lnTo>
                <a:lnTo>
                  <a:pt x="1190811" y="116390"/>
                </a:lnTo>
                <a:lnTo>
                  <a:pt x="1190259" y="115628"/>
                </a:lnTo>
                <a:lnTo>
                  <a:pt x="1189726" y="114833"/>
                </a:lnTo>
                <a:lnTo>
                  <a:pt x="1189215" y="114005"/>
                </a:lnTo>
                <a:lnTo>
                  <a:pt x="1188726" y="113146"/>
                </a:lnTo>
                <a:lnTo>
                  <a:pt x="1188258" y="112256"/>
                </a:lnTo>
                <a:lnTo>
                  <a:pt x="1187812" y="111336"/>
                </a:lnTo>
                <a:lnTo>
                  <a:pt x="1187388" y="110386"/>
                </a:lnTo>
                <a:lnTo>
                  <a:pt x="1186986" y="109404"/>
                </a:lnTo>
                <a:lnTo>
                  <a:pt x="1186605" y="108392"/>
                </a:lnTo>
                <a:lnTo>
                  <a:pt x="1186246" y="107349"/>
                </a:lnTo>
                <a:lnTo>
                  <a:pt x="1185909" y="106276"/>
                </a:lnTo>
                <a:lnTo>
                  <a:pt x="1185594" y="105172"/>
                </a:lnTo>
                <a:lnTo>
                  <a:pt x="1185300" y="104037"/>
                </a:lnTo>
                <a:lnTo>
                  <a:pt x="1185028" y="102872"/>
                </a:lnTo>
                <a:lnTo>
                  <a:pt x="1184778" y="101676"/>
                </a:lnTo>
                <a:lnTo>
                  <a:pt x="1184550" y="100450"/>
                </a:lnTo>
                <a:lnTo>
                  <a:pt x="1184343" y="99192"/>
                </a:lnTo>
                <a:lnTo>
                  <a:pt x="1184159" y="97904"/>
                </a:lnTo>
                <a:lnTo>
                  <a:pt x="1183995" y="96586"/>
                </a:lnTo>
                <a:lnTo>
                  <a:pt x="1183854" y="95237"/>
                </a:lnTo>
                <a:lnTo>
                  <a:pt x="1183734" y="93857"/>
                </a:lnTo>
                <a:lnTo>
                  <a:pt x="1183637" y="92446"/>
                </a:lnTo>
                <a:lnTo>
                  <a:pt x="1183560" y="91005"/>
                </a:lnTo>
                <a:lnTo>
                  <a:pt x="1183506" y="89533"/>
                </a:lnTo>
                <a:lnTo>
                  <a:pt x="1183473" y="88031"/>
                </a:lnTo>
                <a:lnTo>
                  <a:pt x="1183463" y="86497"/>
                </a:lnTo>
                <a:lnTo>
                  <a:pt x="1183474" y="85015"/>
                </a:lnTo>
                <a:lnTo>
                  <a:pt x="1183509" y="83560"/>
                </a:lnTo>
                <a:lnTo>
                  <a:pt x="1183567" y="82134"/>
                </a:lnTo>
                <a:lnTo>
                  <a:pt x="1183648" y="80737"/>
                </a:lnTo>
                <a:lnTo>
                  <a:pt x="1183752" y="79368"/>
                </a:lnTo>
                <a:lnTo>
                  <a:pt x="1183879" y="78028"/>
                </a:lnTo>
                <a:lnTo>
                  <a:pt x="1184029" y="76716"/>
                </a:lnTo>
                <a:lnTo>
                  <a:pt x="1184202" y="75433"/>
                </a:lnTo>
                <a:lnTo>
                  <a:pt x="1184399" y="74178"/>
                </a:lnTo>
                <a:lnTo>
                  <a:pt x="1184619" y="72952"/>
                </a:lnTo>
                <a:lnTo>
                  <a:pt x="1184861" y="71754"/>
                </a:lnTo>
                <a:lnTo>
                  <a:pt x="1185127" y="70585"/>
                </a:lnTo>
                <a:lnTo>
                  <a:pt x="1185416" y="69444"/>
                </a:lnTo>
                <a:lnTo>
                  <a:pt x="1185728" y="68332"/>
                </a:lnTo>
                <a:lnTo>
                  <a:pt x="1186063" y="67249"/>
                </a:lnTo>
                <a:lnTo>
                  <a:pt x="1186422" y="66193"/>
                </a:lnTo>
                <a:lnTo>
                  <a:pt x="1186803" y="65167"/>
                </a:lnTo>
                <a:lnTo>
                  <a:pt x="1187208" y="64169"/>
                </a:lnTo>
                <a:lnTo>
                  <a:pt x="1187636" y="63199"/>
                </a:lnTo>
                <a:lnTo>
                  <a:pt x="1188086" y="62258"/>
                </a:lnTo>
                <a:lnTo>
                  <a:pt x="1188560" y="61345"/>
                </a:lnTo>
                <a:lnTo>
                  <a:pt x="1189057" y="60461"/>
                </a:lnTo>
                <a:lnTo>
                  <a:pt x="1189578" y="59606"/>
                </a:lnTo>
                <a:lnTo>
                  <a:pt x="1190121" y="58779"/>
                </a:lnTo>
                <a:lnTo>
                  <a:pt x="1190687" y="57983"/>
                </a:lnTo>
                <a:lnTo>
                  <a:pt x="1191276" y="57221"/>
                </a:lnTo>
                <a:lnTo>
                  <a:pt x="1191886" y="56493"/>
                </a:lnTo>
                <a:lnTo>
                  <a:pt x="1192520" y="55799"/>
                </a:lnTo>
                <a:lnTo>
                  <a:pt x="1193176" y="55138"/>
                </a:lnTo>
                <a:lnTo>
                  <a:pt x="1193854" y="54512"/>
                </a:lnTo>
                <a:lnTo>
                  <a:pt x="1194555" y="53919"/>
                </a:lnTo>
                <a:lnTo>
                  <a:pt x="1195278" y="53360"/>
                </a:lnTo>
                <a:lnTo>
                  <a:pt x="1196023" y="52835"/>
                </a:lnTo>
                <a:lnTo>
                  <a:pt x="1196791" y="52344"/>
                </a:lnTo>
                <a:lnTo>
                  <a:pt x="1197582" y="51887"/>
                </a:lnTo>
                <a:lnTo>
                  <a:pt x="1198395" y="51464"/>
                </a:lnTo>
                <a:lnTo>
                  <a:pt x="1199230" y="51074"/>
                </a:lnTo>
                <a:lnTo>
                  <a:pt x="1200088" y="50719"/>
                </a:lnTo>
                <a:lnTo>
                  <a:pt x="1200968" y="50397"/>
                </a:lnTo>
                <a:lnTo>
                  <a:pt x="1201870" y="50109"/>
                </a:lnTo>
                <a:lnTo>
                  <a:pt x="1202795" y="49855"/>
                </a:lnTo>
                <a:lnTo>
                  <a:pt x="1203743" y="49635"/>
                </a:lnTo>
                <a:lnTo>
                  <a:pt x="1204713" y="49449"/>
                </a:lnTo>
                <a:lnTo>
                  <a:pt x="1205705" y="49296"/>
                </a:lnTo>
                <a:lnTo>
                  <a:pt x="1206720" y="49178"/>
                </a:lnTo>
                <a:lnTo>
                  <a:pt x="1207757" y="49093"/>
                </a:lnTo>
                <a:lnTo>
                  <a:pt x="1208817" y="49042"/>
                </a:lnTo>
                <a:lnTo>
                  <a:pt x="1209899" y="49026"/>
                </a:lnTo>
                <a:lnTo>
                  <a:pt x="1210723" y="49035"/>
                </a:lnTo>
                <a:lnTo>
                  <a:pt x="1211536" y="49064"/>
                </a:lnTo>
                <a:lnTo>
                  <a:pt x="1212336" y="49111"/>
                </a:lnTo>
                <a:lnTo>
                  <a:pt x="1213125" y="49178"/>
                </a:lnTo>
                <a:lnTo>
                  <a:pt x="1213902" y="49264"/>
                </a:lnTo>
                <a:lnTo>
                  <a:pt x="1214668" y="49369"/>
                </a:lnTo>
                <a:lnTo>
                  <a:pt x="1215421" y="49493"/>
                </a:lnTo>
                <a:lnTo>
                  <a:pt x="1216163" y="49636"/>
                </a:lnTo>
                <a:lnTo>
                  <a:pt x="1216892" y="49798"/>
                </a:lnTo>
                <a:lnTo>
                  <a:pt x="1217610" y="49979"/>
                </a:lnTo>
                <a:lnTo>
                  <a:pt x="1218317" y="50179"/>
                </a:lnTo>
                <a:lnTo>
                  <a:pt x="1219011" y="50399"/>
                </a:lnTo>
                <a:lnTo>
                  <a:pt x="1219694" y="50637"/>
                </a:lnTo>
                <a:lnTo>
                  <a:pt x="1220364" y="50895"/>
                </a:lnTo>
                <a:lnTo>
                  <a:pt x="1221023" y="51171"/>
                </a:lnTo>
                <a:lnTo>
                  <a:pt x="1221670" y="51467"/>
                </a:lnTo>
                <a:lnTo>
                  <a:pt x="1222305" y="51782"/>
                </a:lnTo>
                <a:lnTo>
                  <a:pt x="1222929" y="52115"/>
                </a:lnTo>
                <a:lnTo>
                  <a:pt x="1223541" y="52468"/>
                </a:lnTo>
                <a:lnTo>
                  <a:pt x="1224140" y="52840"/>
                </a:lnTo>
                <a:lnTo>
                  <a:pt x="1224728" y="53231"/>
                </a:lnTo>
                <a:lnTo>
                  <a:pt x="1225305" y="53641"/>
                </a:lnTo>
                <a:lnTo>
                  <a:pt x="1225869" y="54070"/>
                </a:lnTo>
                <a:lnTo>
                  <a:pt x="1226422" y="54519"/>
                </a:lnTo>
                <a:lnTo>
                  <a:pt x="1226964" y="54982"/>
                </a:lnTo>
                <a:lnTo>
                  <a:pt x="1227497" y="55455"/>
                </a:lnTo>
                <a:lnTo>
                  <a:pt x="1228022" y="55938"/>
                </a:lnTo>
                <a:lnTo>
                  <a:pt x="1228538" y="56431"/>
                </a:lnTo>
                <a:lnTo>
                  <a:pt x="1229046" y="56934"/>
                </a:lnTo>
                <a:lnTo>
                  <a:pt x="1229544" y="57448"/>
                </a:lnTo>
                <a:lnTo>
                  <a:pt x="1230034" y="57972"/>
                </a:lnTo>
                <a:lnTo>
                  <a:pt x="1230515" y="58506"/>
                </a:lnTo>
                <a:lnTo>
                  <a:pt x="1230988" y="59050"/>
                </a:lnTo>
                <a:lnTo>
                  <a:pt x="1231451" y="59604"/>
                </a:lnTo>
                <a:lnTo>
                  <a:pt x="1231906" y="60169"/>
                </a:lnTo>
                <a:lnTo>
                  <a:pt x="1232352" y="60743"/>
                </a:lnTo>
                <a:lnTo>
                  <a:pt x="1232790" y="61328"/>
                </a:lnTo>
                <a:lnTo>
                  <a:pt x="1233219" y="61923"/>
                </a:lnTo>
                <a:lnTo>
                  <a:pt x="1233639" y="62528"/>
                </a:lnTo>
                <a:lnTo>
                  <a:pt x="1234050" y="63143"/>
                </a:lnTo>
                <a:lnTo>
                  <a:pt x="1234452" y="63768"/>
                </a:lnTo>
                <a:lnTo>
                  <a:pt x="1234846" y="64404"/>
                </a:lnTo>
                <a:lnTo>
                  <a:pt x="1235231" y="65050"/>
                </a:lnTo>
                <a:lnTo>
                  <a:pt x="1235608" y="65705"/>
                </a:lnTo>
                <a:lnTo>
                  <a:pt x="1235975" y="66371"/>
                </a:lnTo>
                <a:lnTo>
                  <a:pt x="1236334" y="67048"/>
                </a:lnTo>
                <a:lnTo>
                  <a:pt x="1236684" y="67734"/>
                </a:lnTo>
                <a:lnTo>
                  <a:pt x="1237026" y="68430"/>
                </a:lnTo>
                <a:lnTo>
                  <a:pt x="1237026" y="106929"/>
                </a:lnTo>
                <a:lnTo>
                  <a:pt x="1236659" y="107532"/>
                </a:lnTo>
                <a:lnTo>
                  <a:pt x="1236284" y="108129"/>
                </a:lnTo>
                <a:lnTo>
                  <a:pt x="1235899" y="108718"/>
                </a:lnTo>
                <a:lnTo>
                  <a:pt x="1235505" y="109300"/>
                </a:lnTo>
                <a:lnTo>
                  <a:pt x="1235102" y="109874"/>
                </a:lnTo>
                <a:lnTo>
                  <a:pt x="1234689" y="110441"/>
                </a:lnTo>
                <a:lnTo>
                  <a:pt x="1234267" y="111001"/>
                </a:lnTo>
                <a:lnTo>
                  <a:pt x="1233836" y="111553"/>
                </a:lnTo>
                <a:lnTo>
                  <a:pt x="1233396" y="112099"/>
                </a:lnTo>
                <a:lnTo>
                  <a:pt x="1232946" y="112637"/>
                </a:lnTo>
                <a:lnTo>
                  <a:pt x="1232488" y="113167"/>
                </a:lnTo>
                <a:lnTo>
                  <a:pt x="1232019" y="113691"/>
                </a:lnTo>
                <a:lnTo>
                  <a:pt x="1231542" y="114207"/>
                </a:lnTo>
                <a:lnTo>
                  <a:pt x="1231056" y="114715"/>
                </a:lnTo>
                <a:lnTo>
                  <a:pt x="1230560" y="115217"/>
                </a:lnTo>
                <a:lnTo>
                  <a:pt x="1230055" y="115711"/>
                </a:lnTo>
                <a:lnTo>
                  <a:pt x="1229541" y="116198"/>
                </a:lnTo>
                <a:lnTo>
                  <a:pt x="1229017" y="116677"/>
                </a:lnTo>
                <a:lnTo>
                  <a:pt x="1228484" y="117149"/>
                </a:lnTo>
                <a:lnTo>
                  <a:pt x="1227942" y="117614"/>
                </a:lnTo>
                <a:lnTo>
                  <a:pt x="1227391" y="118072"/>
                </a:lnTo>
                <a:lnTo>
                  <a:pt x="1226830" y="118522"/>
                </a:lnTo>
                <a:lnTo>
                  <a:pt x="1226261" y="118965"/>
                </a:lnTo>
                <a:lnTo>
                  <a:pt x="1225682" y="119401"/>
                </a:lnTo>
                <a:lnTo>
                  <a:pt x="1225092" y="119824"/>
                </a:lnTo>
                <a:lnTo>
                  <a:pt x="1224490" y="120229"/>
                </a:lnTo>
                <a:lnTo>
                  <a:pt x="1223875" y="120616"/>
                </a:lnTo>
                <a:lnTo>
                  <a:pt x="1223249" y="120985"/>
                </a:lnTo>
                <a:lnTo>
                  <a:pt x="1222609" y="121336"/>
                </a:lnTo>
                <a:lnTo>
                  <a:pt x="1221958" y="121669"/>
                </a:lnTo>
                <a:lnTo>
                  <a:pt x="1221294" y="121984"/>
                </a:lnTo>
                <a:lnTo>
                  <a:pt x="1220618" y="122282"/>
                </a:lnTo>
                <a:lnTo>
                  <a:pt x="1219930" y="122561"/>
                </a:lnTo>
                <a:lnTo>
                  <a:pt x="1219229" y="122822"/>
                </a:lnTo>
                <a:lnTo>
                  <a:pt x="1218516" y="123065"/>
                </a:lnTo>
                <a:lnTo>
                  <a:pt x="1217790" y="123290"/>
                </a:lnTo>
                <a:lnTo>
                  <a:pt x="1217052" y="123497"/>
                </a:lnTo>
                <a:lnTo>
                  <a:pt x="1216302" y="123686"/>
                </a:lnTo>
                <a:lnTo>
                  <a:pt x="1215540" y="123857"/>
                </a:lnTo>
                <a:lnTo>
                  <a:pt x="1214765" y="124010"/>
                </a:lnTo>
                <a:lnTo>
                  <a:pt x="1213978" y="124145"/>
                </a:lnTo>
                <a:lnTo>
                  <a:pt x="1213179" y="124262"/>
                </a:lnTo>
                <a:lnTo>
                  <a:pt x="1212367" y="124361"/>
                </a:lnTo>
                <a:lnTo>
                  <a:pt x="1211543" y="124442"/>
                </a:lnTo>
                <a:lnTo>
                  <a:pt x="1210706" y="124505"/>
                </a:lnTo>
                <a:lnTo>
                  <a:pt x="1209858" y="124550"/>
                </a:lnTo>
                <a:lnTo>
                  <a:pt x="1208997" y="124577"/>
                </a:lnTo>
                <a:lnTo>
                  <a:pt x="1208123" y="124586"/>
                </a:lnTo>
                <a:lnTo>
                  <a:pt x="1207122" y="124569"/>
                </a:lnTo>
                <a:lnTo>
                  <a:pt x="1206142" y="124518"/>
                </a:lnTo>
                <a:lnTo>
                  <a:pt x="1205182" y="124434"/>
                </a:lnTo>
                <a:lnTo>
                  <a:pt x="1204242" y="124315"/>
                </a:lnTo>
                <a:lnTo>
                  <a:pt x="1203323" y="124163"/>
                </a:lnTo>
                <a:close/>
                <a:moveTo>
                  <a:pt x="968943" y="64116"/>
                </a:moveTo>
                <a:lnTo>
                  <a:pt x="969347" y="63624"/>
                </a:lnTo>
                <a:lnTo>
                  <a:pt x="969762" y="63135"/>
                </a:lnTo>
                <a:lnTo>
                  <a:pt x="970187" y="62650"/>
                </a:lnTo>
                <a:lnTo>
                  <a:pt x="970621" y="62168"/>
                </a:lnTo>
                <a:lnTo>
                  <a:pt x="971065" y="61689"/>
                </a:lnTo>
                <a:lnTo>
                  <a:pt x="971520" y="61214"/>
                </a:lnTo>
                <a:lnTo>
                  <a:pt x="971984" y="60743"/>
                </a:lnTo>
                <a:lnTo>
                  <a:pt x="972458" y="60274"/>
                </a:lnTo>
                <a:lnTo>
                  <a:pt x="972942" y="59809"/>
                </a:lnTo>
                <a:lnTo>
                  <a:pt x="973436" y="59348"/>
                </a:lnTo>
                <a:lnTo>
                  <a:pt x="973940" y="58889"/>
                </a:lnTo>
                <a:lnTo>
                  <a:pt x="974454" y="58435"/>
                </a:lnTo>
                <a:lnTo>
                  <a:pt x="974978" y="57983"/>
                </a:lnTo>
                <a:lnTo>
                  <a:pt x="975512" y="57535"/>
                </a:lnTo>
                <a:lnTo>
                  <a:pt x="976056" y="57091"/>
                </a:lnTo>
                <a:lnTo>
                  <a:pt x="976609" y="56649"/>
                </a:lnTo>
                <a:lnTo>
                  <a:pt x="977173" y="56211"/>
                </a:lnTo>
                <a:lnTo>
                  <a:pt x="977747" y="55777"/>
                </a:lnTo>
                <a:lnTo>
                  <a:pt x="978330" y="55346"/>
                </a:lnTo>
                <a:lnTo>
                  <a:pt x="978923" y="54918"/>
                </a:lnTo>
                <a:lnTo>
                  <a:pt x="979527" y="54494"/>
                </a:lnTo>
                <a:lnTo>
                  <a:pt x="980141" y="54080"/>
                </a:lnTo>
                <a:lnTo>
                  <a:pt x="980767" y="53684"/>
                </a:lnTo>
                <a:lnTo>
                  <a:pt x="981406" y="53305"/>
                </a:lnTo>
                <a:lnTo>
                  <a:pt x="982056" y="52944"/>
                </a:lnTo>
                <a:lnTo>
                  <a:pt x="982718" y="52600"/>
                </a:lnTo>
                <a:lnTo>
                  <a:pt x="983392" y="52274"/>
                </a:lnTo>
                <a:lnTo>
                  <a:pt x="984079" y="51966"/>
                </a:lnTo>
                <a:lnTo>
                  <a:pt x="984777" y="51675"/>
                </a:lnTo>
                <a:lnTo>
                  <a:pt x="985487" y="51402"/>
                </a:lnTo>
                <a:lnTo>
                  <a:pt x="986209" y="51147"/>
                </a:lnTo>
                <a:lnTo>
                  <a:pt x="986943" y="50909"/>
                </a:lnTo>
                <a:lnTo>
                  <a:pt x="987689" y="50689"/>
                </a:lnTo>
                <a:lnTo>
                  <a:pt x="988448" y="50486"/>
                </a:lnTo>
                <a:lnTo>
                  <a:pt x="989218" y="50301"/>
                </a:lnTo>
                <a:lnTo>
                  <a:pt x="990000" y="50134"/>
                </a:lnTo>
                <a:lnTo>
                  <a:pt x="990794" y="49984"/>
                </a:lnTo>
                <a:lnTo>
                  <a:pt x="991600" y="49852"/>
                </a:lnTo>
                <a:lnTo>
                  <a:pt x="992418" y="49737"/>
                </a:lnTo>
                <a:lnTo>
                  <a:pt x="993248" y="49640"/>
                </a:lnTo>
                <a:lnTo>
                  <a:pt x="994090" y="49561"/>
                </a:lnTo>
                <a:lnTo>
                  <a:pt x="994944" y="49499"/>
                </a:lnTo>
                <a:lnTo>
                  <a:pt x="995810" y="49455"/>
                </a:lnTo>
                <a:lnTo>
                  <a:pt x="996688" y="49429"/>
                </a:lnTo>
                <a:lnTo>
                  <a:pt x="997578" y="49420"/>
                </a:lnTo>
                <a:lnTo>
                  <a:pt x="998173" y="49426"/>
                </a:lnTo>
                <a:lnTo>
                  <a:pt x="998755" y="49442"/>
                </a:lnTo>
                <a:lnTo>
                  <a:pt x="999325" y="49471"/>
                </a:lnTo>
                <a:lnTo>
                  <a:pt x="999884" y="49510"/>
                </a:lnTo>
                <a:lnTo>
                  <a:pt x="1000431" y="49560"/>
                </a:lnTo>
                <a:lnTo>
                  <a:pt x="1000966" y="49622"/>
                </a:lnTo>
                <a:lnTo>
                  <a:pt x="1001489" y="49695"/>
                </a:lnTo>
                <a:lnTo>
                  <a:pt x="1002001" y="49779"/>
                </a:lnTo>
                <a:lnTo>
                  <a:pt x="1002501" y="49874"/>
                </a:lnTo>
                <a:lnTo>
                  <a:pt x="1002988" y="49980"/>
                </a:lnTo>
                <a:lnTo>
                  <a:pt x="1003464" y="50098"/>
                </a:lnTo>
                <a:lnTo>
                  <a:pt x="1003929" y="50227"/>
                </a:lnTo>
                <a:lnTo>
                  <a:pt x="1004381" y="50367"/>
                </a:lnTo>
                <a:lnTo>
                  <a:pt x="1004821" y="50518"/>
                </a:lnTo>
                <a:lnTo>
                  <a:pt x="1005250" y="50681"/>
                </a:lnTo>
                <a:lnTo>
                  <a:pt x="1005667" y="50855"/>
                </a:lnTo>
                <a:lnTo>
                  <a:pt x="1006072" y="51039"/>
                </a:lnTo>
                <a:lnTo>
                  <a:pt x="1006466" y="51236"/>
                </a:lnTo>
                <a:lnTo>
                  <a:pt x="1006847" y="51443"/>
                </a:lnTo>
                <a:lnTo>
                  <a:pt x="1007217" y="51661"/>
                </a:lnTo>
                <a:lnTo>
                  <a:pt x="1007574" y="51891"/>
                </a:lnTo>
                <a:lnTo>
                  <a:pt x="1007920" y="52132"/>
                </a:lnTo>
                <a:lnTo>
                  <a:pt x="1008255" y="52384"/>
                </a:lnTo>
                <a:lnTo>
                  <a:pt x="1008577" y="52648"/>
                </a:lnTo>
                <a:lnTo>
                  <a:pt x="1008890" y="52921"/>
                </a:lnTo>
                <a:lnTo>
                  <a:pt x="1009194" y="53202"/>
                </a:lnTo>
                <a:lnTo>
                  <a:pt x="1009490" y="53492"/>
                </a:lnTo>
                <a:lnTo>
                  <a:pt x="1009779" y="53790"/>
                </a:lnTo>
                <a:lnTo>
                  <a:pt x="1010059" y="54097"/>
                </a:lnTo>
                <a:lnTo>
                  <a:pt x="1010331" y="54412"/>
                </a:lnTo>
                <a:lnTo>
                  <a:pt x="1010595" y="54735"/>
                </a:lnTo>
                <a:lnTo>
                  <a:pt x="1010851" y="55067"/>
                </a:lnTo>
                <a:lnTo>
                  <a:pt x="1011099" y="55407"/>
                </a:lnTo>
                <a:lnTo>
                  <a:pt x="1011339" y="55756"/>
                </a:lnTo>
                <a:lnTo>
                  <a:pt x="1011571" y="56112"/>
                </a:lnTo>
                <a:lnTo>
                  <a:pt x="1011795" y="56478"/>
                </a:lnTo>
                <a:lnTo>
                  <a:pt x="1012011" y="56851"/>
                </a:lnTo>
                <a:lnTo>
                  <a:pt x="1012219" y="57233"/>
                </a:lnTo>
                <a:lnTo>
                  <a:pt x="1012419" y="57624"/>
                </a:lnTo>
                <a:lnTo>
                  <a:pt x="1012610" y="58022"/>
                </a:lnTo>
                <a:lnTo>
                  <a:pt x="1012794" y="58429"/>
                </a:lnTo>
                <a:lnTo>
                  <a:pt x="1012970" y="58845"/>
                </a:lnTo>
                <a:lnTo>
                  <a:pt x="1013137" y="59269"/>
                </a:lnTo>
                <a:lnTo>
                  <a:pt x="1013297" y="59701"/>
                </a:lnTo>
                <a:lnTo>
                  <a:pt x="1013448" y="60141"/>
                </a:lnTo>
                <a:lnTo>
                  <a:pt x="1013592" y="60590"/>
                </a:lnTo>
                <a:lnTo>
                  <a:pt x="1013727" y="61047"/>
                </a:lnTo>
                <a:lnTo>
                  <a:pt x="1013854" y="61513"/>
                </a:lnTo>
                <a:lnTo>
                  <a:pt x="1013975" y="61986"/>
                </a:lnTo>
                <a:lnTo>
                  <a:pt x="1014091" y="62464"/>
                </a:lnTo>
                <a:lnTo>
                  <a:pt x="1014201" y="62947"/>
                </a:lnTo>
                <a:lnTo>
                  <a:pt x="1014307" y="63437"/>
                </a:lnTo>
                <a:lnTo>
                  <a:pt x="1014407" y="63932"/>
                </a:lnTo>
                <a:lnTo>
                  <a:pt x="1014502" y="64433"/>
                </a:lnTo>
                <a:lnTo>
                  <a:pt x="1014592" y="64940"/>
                </a:lnTo>
                <a:lnTo>
                  <a:pt x="1014676" y="65452"/>
                </a:lnTo>
                <a:lnTo>
                  <a:pt x="1014756" y="65970"/>
                </a:lnTo>
                <a:lnTo>
                  <a:pt x="1014831" y="66494"/>
                </a:lnTo>
                <a:lnTo>
                  <a:pt x="1014900" y="67024"/>
                </a:lnTo>
                <a:lnTo>
                  <a:pt x="1014964" y="67559"/>
                </a:lnTo>
                <a:lnTo>
                  <a:pt x="1015023" y="68100"/>
                </a:lnTo>
                <a:lnTo>
                  <a:pt x="1015077" y="68646"/>
                </a:lnTo>
                <a:lnTo>
                  <a:pt x="1015126" y="69199"/>
                </a:lnTo>
                <a:lnTo>
                  <a:pt x="1015170" y="69757"/>
                </a:lnTo>
                <a:lnTo>
                  <a:pt x="1015208" y="70320"/>
                </a:lnTo>
                <a:lnTo>
                  <a:pt x="1015242" y="70890"/>
                </a:lnTo>
                <a:lnTo>
                  <a:pt x="1015270" y="71465"/>
                </a:lnTo>
                <a:lnTo>
                  <a:pt x="1015293" y="72046"/>
                </a:lnTo>
                <a:lnTo>
                  <a:pt x="1015311" y="72632"/>
                </a:lnTo>
                <a:lnTo>
                  <a:pt x="1015324" y="73224"/>
                </a:lnTo>
                <a:lnTo>
                  <a:pt x="1015332" y="73822"/>
                </a:lnTo>
                <a:lnTo>
                  <a:pt x="1015334" y="74426"/>
                </a:lnTo>
                <a:lnTo>
                  <a:pt x="1015334" y="136324"/>
                </a:lnTo>
                <a:lnTo>
                  <a:pt x="1031807" y="136324"/>
                </a:lnTo>
                <a:lnTo>
                  <a:pt x="1031807" y="72308"/>
                </a:lnTo>
                <a:lnTo>
                  <a:pt x="1031795" y="70869"/>
                </a:lnTo>
                <a:lnTo>
                  <a:pt x="1031757" y="69457"/>
                </a:lnTo>
                <a:lnTo>
                  <a:pt x="1031695" y="68072"/>
                </a:lnTo>
                <a:lnTo>
                  <a:pt x="1031607" y="66714"/>
                </a:lnTo>
                <a:lnTo>
                  <a:pt x="1031495" y="65383"/>
                </a:lnTo>
                <a:lnTo>
                  <a:pt x="1031357" y="64080"/>
                </a:lnTo>
                <a:lnTo>
                  <a:pt x="1031195" y="62803"/>
                </a:lnTo>
                <a:lnTo>
                  <a:pt x="1031007" y="61553"/>
                </a:lnTo>
                <a:lnTo>
                  <a:pt x="1030795" y="60331"/>
                </a:lnTo>
                <a:lnTo>
                  <a:pt x="1030557" y="59136"/>
                </a:lnTo>
                <a:lnTo>
                  <a:pt x="1030295" y="57967"/>
                </a:lnTo>
                <a:lnTo>
                  <a:pt x="1030007" y="56826"/>
                </a:lnTo>
                <a:lnTo>
                  <a:pt x="1029695" y="55712"/>
                </a:lnTo>
                <a:lnTo>
                  <a:pt x="1029357" y="54625"/>
                </a:lnTo>
                <a:lnTo>
                  <a:pt x="1028995" y="53565"/>
                </a:lnTo>
                <a:lnTo>
                  <a:pt x="1028607" y="52532"/>
                </a:lnTo>
                <a:lnTo>
                  <a:pt x="1028195" y="51526"/>
                </a:lnTo>
                <a:lnTo>
                  <a:pt x="1027757" y="50547"/>
                </a:lnTo>
                <a:lnTo>
                  <a:pt x="1027294" y="49595"/>
                </a:lnTo>
                <a:lnTo>
                  <a:pt x="1026807" y="48671"/>
                </a:lnTo>
                <a:lnTo>
                  <a:pt x="1026294" y="47773"/>
                </a:lnTo>
                <a:lnTo>
                  <a:pt x="1025757" y="46903"/>
                </a:lnTo>
                <a:lnTo>
                  <a:pt x="1025194" y="46059"/>
                </a:lnTo>
                <a:lnTo>
                  <a:pt x="1024607" y="45243"/>
                </a:lnTo>
                <a:lnTo>
                  <a:pt x="1023992" y="44457"/>
                </a:lnTo>
                <a:lnTo>
                  <a:pt x="1023347" y="43705"/>
                </a:lnTo>
                <a:lnTo>
                  <a:pt x="1022672" y="42985"/>
                </a:lnTo>
                <a:lnTo>
                  <a:pt x="1021968" y="42300"/>
                </a:lnTo>
                <a:lnTo>
                  <a:pt x="1021234" y="41647"/>
                </a:lnTo>
                <a:lnTo>
                  <a:pt x="1020470" y="41029"/>
                </a:lnTo>
                <a:lnTo>
                  <a:pt x="1019676" y="40443"/>
                </a:lnTo>
                <a:lnTo>
                  <a:pt x="1018852" y="39891"/>
                </a:lnTo>
                <a:lnTo>
                  <a:pt x="1017999" y="39373"/>
                </a:lnTo>
                <a:lnTo>
                  <a:pt x="1017116" y="38888"/>
                </a:lnTo>
                <a:lnTo>
                  <a:pt x="1016203" y="38436"/>
                </a:lnTo>
                <a:lnTo>
                  <a:pt x="1015260" y="38018"/>
                </a:lnTo>
                <a:lnTo>
                  <a:pt x="1014288" y="37634"/>
                </a:lnTo>
                <a:lnTo>
                  <a:pt x="1013285" y="37282"/>
                </a:lnTo>
                <a:lnTo>
                  <a:pt x="1012253" y="36965"/>
                </a:lnTo>
                <a:lnTo>
                  <a:pt x="1011191" y="36680"/>
                </a:lnTo>
                <a:lnTo>
                  <a:pt x="1010099" y="36430"/>
                </a:lnTo>
                <a:lnTo>
                  <a:pt x="1008978" y="36212"/>
                </a:lnTo>
                <a:lnTo>
                  <a:pt x="1007826" y="36028"/>
                </a:lnTo>
                <a:lnTo>
                  <a:pt x="1006645" y="35878"/>
                </a:lnTo>
                <a:lnTo>
                  <a:pt x="1005434" y="35761"/>
                </a:lnTo>
                <a:lnTo>
                  <a:pt x="1004194" y="35677"/>
                </a:lnTo>
                <a:lnTo>
                  <a:pt x="1002923" y="35627"/>
                </a:lnTo>
                <a:lnTo>
                  <a:pt x="1001623" y="35610"/>
                </a:lnTo>
                <a:lnTo>
                  <a:pt x="1000554" y="35619"/>
                </a:lnTo>
                <a:lnTo>
                  <a:pt x="999501" y="35646"/>
                </a:lnTo>
                <a:lnTo>
                  <a:pt x="998465" y="35691"/>
                </a:lnTo>
                <a:lnTo>
                  <a:pt x="997444" y="35754"/>
                </a:lnTo>
                <a:lnTo>
                  <a:pt x="996440" y="35835"/>
                </a:lnTo>
                <a:lnTo>
                  <a:pt x="995451" y="35934"/>
                </a:lnTo>
                <a:lnTo>
                  <a:pt x="994479" y="36051"/>
                </a:lnTo>
                <a:lnTo>
                  <a:pt x="993523" y="36185"/>
                </a:lnTo>
                <a:lnTo>
                  <a:pt x="992583" y="36338"/>
                </a:lnTo>
                <a:lnTo>
                  <a:pt x="991659" y="36509"/>
                </a:lnTo>
                <a:lnTo>
                  <a:pt x="990751" y="36698"/>
                </a:lnTo>
                <a:lnTo>
                  <a:pt x="989860" y="36905"/>
                </a:lnTo>
                <a:lnTo>
                  <a:pt x="988984" y="37130"/>
                </a:lnTo>
                <a:lnTo>
                  <a:pt x="988124" y="37372"/>
                </a:lnTo>
                <a:lnTo>
                  <a:pt x="987281" y="37633"/>
                </a:lnTo>
                <a:lnTo>
                  <a:pt x="986454" y="37912"/>
                </a:lnTo>
                <a:lnTo>
                  <a:pt x="985642" y="38208"/>
                </a:lnTo>
                <a:lnTo>
                  <a:pt x="984847" y="38523"/>
                </a:lnTo>
                <a:lnTo>
                  <a:pt x="984068" y="38856"/>
                </a:lnTo>
                <a:lnTo>
                  <a:pt x="983305" y="39206"/>
                </a:lnTo>
                <a:lnTo>
                  <a:pt x="982558" y="39575"/>
                </a:lnTo>
                <a:lnTo>
                  <a:pt x="981828" y="39962"/>
                </a:lnTo>
                <a:lnTo>
                  <a:pt x="981113" y="40366"/>
                </a:lnTo>
                <a:lnTo>
                  <a:pt x="980415" y="40789"/>
                </a:lnTo>
                <a:lnTo>
                  <a:pt x="979731" y="41222"/>
                </a:lnTo>
                <a:lnTo>
                  <a:pt x="979060" y="41656"/>
                </a:lnTo>
                <a:lnTo>
                  <a:pt x="978403" y="42094"/>
                </a:lnTo>
                <a:lnTo>
                  <a:pt x="977759" y="42533"/>
                </a:lnTo>
                <a:lnTo>
                  <a:pt x="977129" y="42974"/>
                </a:lnTo>
                <a:lnTo>
                  <a:pt x="976512" y="43418"/>
                </a:lnTo>
                <a:lnTo>
                  <a:pt x="975908" y="43864"/>
                </a:lnTo>
                <a:lnTo>
                  <a:pt x="975318" y="44313"/>
                </a:lnTo>
                <a:lnTo>
                  <a:pt x="974741" y="44763"/>
                </a:lnTo>
                <a:lnTo>
                  <a:pt x="974177" y="45216"/>
                </a:lnTo>
                <a:lnTo>
                  <a:pt x="973627" y="45671"/>
                </a:lnTo>
                <a:lnTo>
                  <a:pt x="973090" y="46128"/>
                </a:lnTo>
                <a:lnTo>
                  <a:pt x="972567" y="46587"/>
                </a:lnTo>
                <a:lnTo>
                  <a:pt x="972057" y="47049"/>
                </a:lnTo>
                <a:lnTo>
                  <a:pt x="971560" y="47513"/>
                </a:lnTo>
                <a:lnTo>
                  <a:pt x="971076" y="47979"/>
                </a:lnTo>
                <a:lnTo>
                  <a:pt x="970606" y="48447"/>
                </a:lnTo>
                <a:lnTo>
                  <a:pt x="970150" y="48918"/>
                </a:lnTo>
                <a:lnTo>
                  <a:pt x="969706" y="49390"/>
                </a:lnTo>
                <a:lnTo>
                  <a:pt x="969276" y="49865"/>
                </a:lnTo>
                <a:lnTo>
                  <a:pt x="968859" y="50343"/>
                </a:lnTo>
                <a:lnTo>
                  <a:pt x="968456" y="50822"/>
                </a:lnTo>
                <a:lnTo>
                  <a:pt x="968066" y="51304"/>
                </a:lnTo>
                <a:lnTo>
                  <a:pt x="967690" y="51788"/>
                </a:lnTo>
                <a:lnTo>
                  <a:pt x="967098" y="37287"/>
                </a:lnTo>
                <a:lnTo>
                  <a:pt x="951315" y="37287"/>
                </a:lnTo>
                <a:lnTo>
                  <a:pt x="951315" y="136324"/>
                </a:lnTo>
                <a:lnTo>
                  <a:pt x="967788" y="136324"/>
                </a:lnTo>
                <a:lnTo>
                  <a:pt x="967788" y="65613"/>
                </a:lnTo>
                <a:lnTo>
                  <a:pt x="968163" y="65111"/>
                </a:lnTo>
                <a:lnTo>
                  <a:pt x="968548" y="64612"/>
                </a:lnTo>
                <a:lnTo>
                  <a:pt x="968943" y="64116"/>
                </a:lnTo>
                <a:close/>
                <a:moveTo>
                  <a:pt x="1430306" y="136324"/>
                </a:moveTo>
                <a:lnTo>
                  <a:pt x="1446779" y="136324"/>
                </a:lnTo>
                <a:lnTo>
                  <a:pt x="1446779" y="37287"/>
                </a:lnTo>
                <a:lnTo>
                  <a:pt x="1430306" y="37287"/>
                </a:lnTo>
                <a:lnTo>
                  <a:pt x="1430306" y="136324"/>
                </a:lnTo>
                <a:close/>
                <a:moveTo>
                  <a:pt x="829687" y="137905"/>
                </a:moveTo>
                <a:lnTo>
                  <a:pt x="830601" y="137819"/>
                </a:lnTo>
                <a:lnTo>
                  <a:pt x="831505" y="137718"/>
                </a:lnTo>
                <a:lnTo>
                  <a:pt x="832400" y="137601"/>
                </a:lnTo>
                <a:lnTo>
                  <a:pt x="833284" y="137469"/>
                </a:lnTo>
                <a:lnTo>
                  <a:pt x="834158" y="137321"/>
                </a:lnTo>
                <a:lnTo>
                  <a:pt x="835022" y="137157"/>
                </a:lnTo>
                <a:lnTo>
                  <a:pt x="835875" y="136978"/>
                </a:lnTo>
                <a:lnTo>
                  <a:pt x="836719" y="136783"/>
                </a:lnTo>
                <a:lnTo>
                  <a:pt x="837553" y="136573"/>
                </a:lnTo>
                <a:lnTo>
                  <a:pt x="838376" y="136347"/>
                </a:lnTo>
                <a:lnTo>
                  <a:pt x="839190" y="136105"/>
                </a:lnTo>
                <a:lnTo>
                  <a:pt x="839993" y="135848"/>
                </a:lnTo>
                <a:lnTo>
                  <a:pt x="840786" y="135575"/>
                </a:lnTo>
                <a:lnTo>
                  <a:pt x="841569" y="135287"/>
                </a:lnTo>
                <a:lnTo>
                  <a:pt x="842342" y="134983"/>
                </a:lnTo>
                <a:lnTo>
                  <a:pt x="843105" y="134664"/>
                </a:lnTo>
                <a:lnTo>
                  <a:pt x="843858" y="134329"/>
                </a:lnTo>
                <a:lnTo>
                  <a:pt x="844600" y="133978"/>
                </a:lnTo>
                <a:lnTo>
                  <a:pt x="845333" y="133612"/>
                </a:lnTo>
                <a:lnTo>
                  <a:pt x="846057" y="133233"/>
                </a:lnTo>
                <a:lnTo>
                  <a:pt x="846773" y="132844"/>
                </a:lnTo>
                <a:lnTo>
                  <a:pt x="847482" y="132444"/>
                </a:lnTo>
                <a:lnTo>
                  <a:pt x="848184" y="132035"/>
                </a:lnTo>
                <a:lnTo>
                  <a:pt x="848878" y="131615"/>
                </a:lnTo>
                <a:lnTo>
                  <a:pt x="849565" y="131186"/>
                </a:lnTo>
                <a:lnTo>
                  <a:pt x="850245" y="130746"/>
                </a:lnTo>
                <a:lnTo>
                  <a:pt x="850917" y="130296"/>
                </a:lnTo>
                <a:lnTo>
                  <a:pt x="851582" y="129836"/>
                </a:lnTo>
                <a:lnTo>
                  <a:pt x="852240" y="129366"/>
                </a:lnTo>
                <a:lnTo>
                  <a:pt x="852890" y="128886"/>
                </a:lnTo>
                <a:lnTo>
                  <a:pt x="853533" y="128396"/>
                </a:lnTo>
                <a:lnTo>
                  <a:pt x="854168" y="127896"/>
                </a:lnTo>
                <a:lnTo>
                  <a:pt x="854796" y="127385"/>
                </a:lnTo>
                <a:lnTo>
                  <a:pt x="855417" y="126865"/>
                </a:lnTo>
                <a:lnTo>
                  <a:pt x="856030" y="126334"/>
                </a:lnTo>
                <a:lnTo>
                  <a:pt x="856636" y="125793"/>
                </a:lnTo>
                <a:lnTo>
                  <a:pt x="857235" y="125243"/>
                </a:lnTo>
                <a:lnTo>
                  <a:pt x="857826" y="124682"/>
                </a:lnTo>
                <a:lnTo>
                  <a:pt x="858410" y="124111"/>
                </a:lnTo>
                <a:lnTo>
                  <a:pt x="858986" y="123529"/>
                </a:lnTo>
                <a:lnTo>
                  <a:pt x="859556" y="122938"/>
                </a:lnTo>
                <a:lnTo>
                  <a:pt x="860117" y="122337"/>
                </a:lnTo>
                <a:lnTo>
                  <a:pt x="860672" y="121725"/>
                </a:lnTo>
                <a:lnTo>
                  <a:pt x="861362" y="136324"/>
                </a:lnTo>
                <a:lnTo>
                  <a:pt x="876751" y="136324"/>
                </a:lnTo>
                <a:lnTo>
                  <a:pt x="876751" y="70163"/>
                </a:lnTo>
                <a:lnTo>
                  <a:pt x="876745" y="69281"/>
                </a:lnTo>
                <a:lnTo>
                  <a:pt x="876729" y="68412"/>
                </a:lnTo>
                <a:lnTo>
                  <a:pt x="876701" y="67557"/>
                </a:lnTo>
                <a:lnTo>
                  <a:pt x="876663" y="66715"/>
                </a:lnTo>
                <a:lnTo>
                  <a:pt x="876614" y="65887"/>
                </a:lnTo>
                <a:lnTo>
                  <a:pt x="876553" y="65073"/>
                </a:lnTo>
                <a:lnTo>
                  <a:pt x="876482" y="64272"/>
                </a:lnTo>
                <a:lnTo>
                  <a:pt x="876400" y="63485"/>
                </a:lnTo>
                <a:lnTo>
                  <a:pt x="876307" y="62711"/>
                </a:lnTo>
                <a:lnTo>
                  <a:pt x="876203" y="61951"/>
                </a:lnTo>
                <a:lnTo>
                  <a:pt x="876087" y="61205"/>
                </a:lnTo>
                <a:lnTo>
                  <a:pt x="875961" y="60472"/>
                </a:lnTo>
                <a:lnTo>
                  <a:pt x="875824" y="59753"/>
                </a:lnTo>
                <a:lnTo>
                  <a:pt x="875676" y="59047"/>
                </a:lnTo>
                <a:lnTo>
                  <a:pt x="875518" y="58355"/>
                </a:lnTo>
                <a:lnTo>
                  <a:pt x="875348" y="57676"/>
                </a:lnTo>
                <a:lnTo>
                  <a:pt x="875167" y="57011"/>
                </a:lnTo>
                <a:lnTo>
                  <a:pt x="874975" y="56360"/>
                </a:lnTo>
                <a:lnTo>
                  <a:pt x="874772" y="55722"/>
                </a:lnTo>
                <a:lnTo>
                  <a:pt x="874559" y="55098"/>
                </a:lnTo>
                <a:lnTo>
                  <a:pt x="874334" y="54487"/>
                </a:lnTo>
                <a:lnTo>
                  <a:pt x="874098" y="53890"/>
                </a:lnTo>
                <a:lnTo>
                  <a:pt x="873852" y="53307"/>
                </a:lnTo>
                <a:lnTo>
                  <a:pt x="873594" y="52737"/>
                </a:lnTo>
                <a:lnTo>
                  <a:pt x="873327" y="52179"/>
                </a:lnTo>
                <a:lnTo>
                  <a:pt x="873053" y="51631"/>
                </a:lnTo>
                <a:lnTo>
                  <a:pt x="872770" y="51094"/>
                </a:lnTo>
                <a:lnTo>
                  <a:pt x="872480" y="50567"/>
                </a:lnTo>
                <a:lnTo>
                  <a:pt x="872182" y="50050"/>
                </a:lnTo>
                <a:lnTo>
                  <a:pt x="871877" y="49544"/>
                </a:lnTo>
                <a:lnTo>
                  <a:pt x="871564" y="49049"/>
                </a:lnTo>
                <a:lnTo>
                  <a:pt x="871243" y="48563"/>
                </a:lnTo>
                <a:lnTo>
                  <a:pt x="870914" y="48089"/>
                </a:lnTo>
                <a:lnTo>
                  <a:pt x="870578" y="47624"/>
                </a:lnTo>
                <a:lnTo>
                  <a:pt x="870234" y="47170"/>
                </a:lnTo>
                <a:lnTo>
                  <a:pt x="869883" y="46727"/>
                </a:lnTo>
                <a:lnTo>
                  <a:pt x="869523" y="46294"/>
                </a:lnTo>
                <a:lnTo>
                  <a:pt x="869156" y="45871"/>
                </a:lnTo>
                <a:lnTo>
                  <a:pt x="868781" y="45458"/>
                </a:lnTo>
                <a:lnTo>
                  <a:pt x="868399" y="45057"/>
                </a:lnTo>
                <a:lnTo>
                  <a:pt x="868009" y="44665"/>
                </a:lnTo>
                <a:lnTo>
                  <a:pt x="867611" y="44284"/>
                </a:lnTo>
                <a:lnTo>
                  <a:pt x="867205" y="43913"/>
                </a:lnTo>
                <a:lnTo>
                  <a:pt x="866792" y="43553"/>
                </a:lnTo>
                <a:lnTo>
                  <a:pt x="866371" y="43203"/>
                </a:lnTo>
                <a:lnTo>
                  <a:pt x="865942" y="42864"/>
                </a:lnTo>
                <a:lnTo>
                  <a:pt x="865506" y="42535"/>
                </a:lnTo>
                <a:lnTo>
                  <a:pt x="865061" y="42216"/>
                </a:lnTo>
                <a:lnTo>
                  <a:pt x="864611" y="41907"/>
                </a:lnTo>
                <a:lnTo>
                  <a:pt x="864156" y="41606"/>
                </a:lnTo>
                <a:lnTo>
                  <a:pt x="863696" y="41312"/>
                </a:lnTo>
                <a:lnTo>
                  <a:pt x="863231" y="41027"/>
                </a:lnTo>
                <a:lnTo>
                  <a:pt x="862761" y="40751"/>
                </a:lnTo>
                <a:lnTo>
                  <a:pt x="862287" y="40482"/>
                </a:lnTo>
                <a:lnTo>
                  <a:pt x="861808" y="40221"/>
                </a:lnTo>
                <a:lnTo>
                  <a:pt x="861324" y="39969"/>
                </a:lnTo>
                <a:lnTo>
                  <a:pt x="860835" y="39725"/>
                </a:lnTo>
                <a:lnTo>
                  <a:pt x="860342" y="39488"/>
                </a:lnTo>
                <a:lnTo>
                  <a:pt x="859843" y="39260"/>
                </a:lnTo>
                <a:lnTo>
                  <a:pt x="859340" y="39040"/>
                </a:lnTo>
                <a:lnTo>
                  <a:pt x="858832" y="38828"/>
                </a:lnTo>
                <a:lnTo>
                  <a:pt x="858319" y="38625"/>
                </a:lnTo>
                <a:lnTo>
                  <a:pt x="857802" y="38429"/>
                </a:lnTo>
                <a:lnTo>
                  <a:pt x="857280" y="38242"/>
                </a:lnTo>
                <a:lnTo>
                  <a:pt x="856752" y="38062"/>
                </a:lnTo>
                <a:lnTo>
                  <a:pt x="856221" y="37891"/>
                </a:lnTo>
                <a:lnTo>
                  <a:pt x="855684" y="37728"/>
                </a:lnTo>
                <a:lnTo>
                  <a:pt x="855142" y="37573"/>
                </a:lnTo>
                <a:lnTo>
                  <a:pt x="854596" y="37426"/>
                </a:lnTo>
                <a:lnTo>
                  <a:pt x="854045" y="37287"/>
                </a:lnTo>
                <a:lnTo>
                  <a:pt x="853489" y="37157"/>
                </a:lnTo>
                <a:lnTo>
                  <a:pt x="852928" y="37034"/>
                </a:lnTo>
                <a:lnTo>
                  <a:pt x="852364" y="36918"/>
                </a:lnTo>
                <a:lnTo>
                  <a:pt x="851798" y="36807"/>
                </a:lnTo>
                <a:lnTo>
                  <a:pt x="851229" y="36700"/>
                </a:lnTo>
                <a:lnTo>
                  <a:pt x="850658" y="36599"/>
                </a:lnTo>
                <a:lnTo>
                  <a:pt x="850085" y="36503"/>
                </a:lnTo>
                <a:lnTo>
                  <a:pt x="849510" y="36411"/>
                </a:lnTo>
                <a:lnTo>
                  <a:pt x="848932" y="36325"/>
                </a:lnTo>
                <a:lnTo>
                  <a:pt x="848352" y="36243"/>
                </a:lnTo>
                <a:lnTo>
                  <a:pt x="847770" y="36166"/>
                </a:lnTo>
                <a:lnTo>
                  <a:pt x="847186" y="36095"/>
                </a:lnTo>
                <a:lnTo>
                  <a:pt x="846600" y="36028"/>
                </a:lnTo>
                <a:lnTo>
                  <a:pt x="846011" y="35966"/>
                </a:lnTo>
                <a:lnTo>
                  <a:pt x="845420" y="35909"/>
                </a:lnTo>
                <a:lnTo>
                  <a:pt x="844827" y="35857"/>
                </a:lnTo>
                <a:lnTo>
                  <a:pt x="844232" y="35810"/>
                </a:lnTo>
                <a:lnTo>
                  <a:pt x="843634" y="35768"/>
                </a:lnTo>
                <a:lnTo>
                  <a:pt x="843034" y="35731"/>
                </a:lnTo>
                <a:lnTo>
                  <a:pt x="842432" y="35699"/>
                </a:lnTo>
                <a:lnTo>
                  <a:pt x="841828" y="35672"/>
                </a:lnTo>
                <a:lnTo>
                  <a:pt x="841221" y="35650"/>
                </a:lnTo>
                <a:lnTo>
                  <a:pt x="840613" y="35632"/>
                </a:lnTo>
                <a:lnTo>
                  <a:pt x="840002" y="35620"/>
                </a:lnTo>
                <a:lnTo>
                  <a:pt x="839388" y="35613"/>
                </a:lnTo>
                <a:lnTo>
                  <a:pt x="838773" y="35610"/>
                </a:lnTo>
                <a:lnTo>
                  <a:pt x="837816" y="35616"/>
                </a:lnTo>
                <a:lnTo>
                  <a:pt x="836868" y="35634"/>
                </a:lnTo>
                <a:lnTo>
                  <a:pt x="835929" y="35664"/>
                </a:lnTo>
                <a:lnTo>
                  <a:pt x="834999" y="35706"/>
                </a:lnTo>
                <a:lnTo>
                  <a:pt x="834078" y="35760"/>
                </a:lnTo>
                <a:lnTo>
                  <a:pt x="833166" y="35826"/>
                </a:lnTo>
                <a:lnTo>
                  <a:pt x="832263" y="35904"/>
                </a:lnTo>
                <a:lnTo>
                  <a:pt x="831369" y="35994"/>
                </a:lnTo>
                <a:lnTo>
                  <a:pt x="830485" y="36096"/>
                </a:lnTo>
                <a:lnTo>
                  <a:pt x="829609" y="36210"/>
                </a:lnTo>
                <a:lnTo>
                  <a:pt x="828743" y="36336"/>
                </a:lnTo>
                <a:lnTo>
                  <a:pt x="827885" y="36474"/>
                </a:lnTo>
                <a:lnTo>
                  <a:pt x="827037" y="36624"/>
                </a:lnTo>
                <a:lnTo>
                  <a:pt x="826198" y="36786"/>
                </a:lnTo>
                <a:lnTo>
                  <a:pt x="825368" y="36960"/>
                </a:lnTo>
                <a:lnTo>
                  <a:pt x="824547" y="37146"/>
                </a:lnTo>
                <a:lnTo>
                  <a:pt x="823735" y="37344"/>
                </a:lnTo>
                <a:lnTo>
                  <a:pt x="822932" y="37554"/>
                </a:lnTo>
                <a:lnTo>
                  <a:pt x="822138" y="37776"/>
                </a:lnTo>
                <a:lnTo>
                  <a:pt x="821353" y="38010"/>
                </a:lnTo>
                <a:lnTo>
                  <a:pt x="820577" y="38256"/>
                </a:lnTo>
                <a:lnTo>
                  <a:pt x="819811" y="38514"/>
                </a:lnTo>
                <a:lnTo>
                  <a:pt x="819053" y="38784"/>
                </a:lnTo>
                <a:lnTo>
                  <a:pt x="818305" y="39066"/>
                </a:lnTo>
                <a:lnTo>
                  <a:pt x="817567" y="39360"/>
                </a:lnTo>
                <a:lnTo>
                  <a:pt x="816844" y="39669"/>
                </a:lnTo>
                <a:lnTo>
                  <a:pt x="816133" y="39992"/>
                </a:lnTo>
                <a:lnTo>
                  <a:pt x="815436" y="40329"/>
                </a:lnTo>
                <a:lnTo>
                  <a:pt x="814752" y="40681"/>
                </a:lnTo>
                <a:lnTo>
                  <a:pt x="814082" y="41046"/>
                </a:lnTo>
                <a:lnTo>
                  <a:pt x="813424" y="41426"/>
                </a:lnTo>
                <a:lnTo>
                  <a:pt x="812781" y="41819"/>
                </a:lnTo>
                <a:lnTo>
                  <a:pt x="812150" y="42227"/>
                </a:lnTo>
                <a:lnTo>
                  <a:pt x="811533" y="42649"/>
                </a:lnTo>
                <a:lnTo>
                  <a:pt x="810930" y="43085"/>
                </a:lnTo>
                <a:lnTo>
                  <a:pt x="810339" y="43535"/>
                </a:lnTo>
                <a:lnTo>
                  <a:pt x="809762" y="43999"/>
                </a:lnTo>
                <a:lnTo>
                  <a:pt x="809199" y="44477"/>
                </a:lnTo>
                <a:lnTo>
                  <a:pt x="808648" y="44970"/>
                </a:lnTo>
                <a:lnTo>
                  <a:pt x="808112" y="45476"/>
                </a:lnTo>
                <a:lnTo>
                  <a:pt x="807588" y="45997"/>
                </a:lnTo>
                <a:lnTo>
                  <a:pt x="807078" y="46531"/>
                </a:lnTo>
                <a:lnTo>
                  <a:pt x="806581" y="47080"/>
                </a:lnTo>
                <a:lnTo>
                  <a:pt x="806098" y="47643"/>
                </a:lnTo>
                <a:lnTo>
                  <a:pt x="805628" y="48221"/>
                </a:lnTo>
                <a:lnTo>
                  <a:pt x="805171" y="48812"/>
                </a:lnTo>
                <a:lnTo>
                  <a:pt x="804727" y="49417"/>
                </a:lnTo>
                <a:lnTo>
                  <a:pt x="804297" y="50037"/>
                </a:lnTo>
                <a:lnTo>
                  <a:pt x="803883" y="50671"/>
                </a:lnTo>
                <a:lnTo>
                  <a:pt x="803486" y="51322"/>
                </a:lnTo>
                <a:lnTo>
                  <a:pt x="803107" y="51988"/>
                </a:lnTo>
                <a:lnTo>
                  <a:pt x="802745" y="52672"/>
                </a:lnTo>
                <a:lnTo>
                  <a:pt x="802401" y="53371"/>
                </a:lnTo>
                <a:lnTo>
                  <a:pt x="802075" y="54086"/>
                </a:lnTo>
                <a:lnTo>
                  <a:pt x="801766" y="54818"/>
                </a:lnTo>
                <a:lnTo>
                  <a:pt x="801475" y="55566"/>
                </a:lnTo>
                <a:lnTo>
                  <a:pt x="801202" y="56330"/>
                </a:lnTo>
                <a:lnTo>
                  <a:pt x="800946" y="57111"/>
                </a:lnTo>
                <a:lnTo>
                  <a:pt x="800708" y="57907"/>
                </a:lnTo>
                <a:lnTo>
                  <a:pt x="800487" y="58720"/>
                </a:lnTo>
                <a:lnTo>
                  <a:pt x="800284" y="59549"/>
                </a:lnTo>
                <a:lnTo>
                  <a:pt x="800099" y="60395"/>
                </a:lnTo>
                <a:lnTo>
                  <a:pt x="799932" y="61256"/>
                </a:lnTo>
                <a:lnTo>
                  <a:pt x="799782" y="62134"/>
                </a:lnTo>
                <a:lnTo>
                  <a:pt x="799649" y="63028"/>
                </a:lnTo>
                <a:lnTo>
                  <a:pt x="799535" y="63938"/>
                </a:lnTo>
                <a:lnTo>
                  <a:pt x="799438" y="64865"/>
                </a:lnTo>
                <a:lnTo>
                  <a:pt x="799358" y="65807"/>
                </a:lnTo>
                <a:lnTo>
                  <a:pt x="799297" y="66766"/>
                </a:lnTo>
                <a:lnTo>
                  <a:pt x="799253" y="67742"/>
                </a:lnTo>
                <a:lnTo>
                  <a:pt x="799226" y="68733"/>
                </a:lnTo>
                <a:lnTo>
                  <a:pt x="799217" y="69741"/>
                </a:lnTo>
                <a:lnTo>
                  <a:pt x="815197" y="69741"/>
                </a:lnTo>
                <a:lnTo>
                  <a:pt x="815209" y="68804"/>
                </a:lnTo>
                <a:lnTo>
                  <a:pt x="815245" y="67889"/>
                </a:lnTo>
                <a:lnTo>
                  <a:pt x="815304" y="66995"/>
                </a:lnTo>
                <a:lnTo>
                  <a:pt x="815387" y="66122"/>
                </a:lnTo>
                <a:lnTo>
                  <a:pt x="815493" y="65271"/>
                </a:lnTo>
                <a:lnTo>
                  <a:pt x="815623" y="64440"/>
                </a:lnTo>
                <a:lnTo>
                  <a:pt x="815776" y="63631"/>
                </a:lnTo>
                <a:lnTo>
                  <a:pt x="815954" y="62843"/>
                </a:lnTo>
                <a:lnTo>
                  <a:pt x="816155" y="62076"/>
                </a:lnTo>
                <a:lnTo>
                  <a:pt x="816379" y="61330"/>
                </a:lnTo>
                <a:lnTo>
                  <a:pt x="816627" y="60605"/>
                </a:lnTo>
                <a:lnTo>
                  <a:pt x="816899" y="59902"/>
                </a:lnTo>
                <a:lnTo>
                  <a:pt x="817194" y="59219"/>
                </a:lnTo>
                <a:lnTo>
                  <a:pt x="817513" y="58558"/>
                </a:lnTo>
                <a:lnTo>
                  <a:pt x="817856" y="57918"/>
                </a:lnTo>
                <a:lnTo>
                  <a:pt x="818222" y="57299"/>
                </a:lnTo>
                <a:lnTo>
                  <a:pt x="818612" y="56701"/>
                </a:lnTo>
                <a:lnTo>
                  <a:pt x="819026" y="56125"/>
                </a:lnTo>
                <a:lnTo>
                  <a:pt x="819463" y="55570"/>
                </a:lnTo>
                <a:lnTo>
                  <a:pt x="819924" y="55035"/>
                </a:lnTo>
                <a:lnTo>
                  <a:pt x="820409" y="54522"/>
                </a:lnTo>
                <a:lnTo>
                  <a:pt x="820917" y="54030"/>
                </a:lnTo>
                <a:lnTo>
                  <a:pt x="821448" y="53560"/>
                </a:lnTo>
                <a:lnTo>
                  <a:pt x="822004" y="53110"/>
                </a:lnTo>
                <a:lnTo>
                  <a:pt x="822576" y="52680"/>
                </a:lnTo>
                <a:lnTo>
                  <a:pt x="823160" y="52268"/>
                </a:lnTo>
                <a:lnTo>
                  <a:pt x="823755" y="51875"/>
                </a:lnTo>
                <a:lnTo>
                  <a:pt x="824360" y="51500"/>
                </a:lnTo>
                <a:lnTo>
                  <a:pt x="824977" y="51144"/>
                </a:lnTo>
                <a:lnTo>
                  <a:pt x="825604" y="50805"/>
                </a:lnTo>
                <a:lnTo>
                  <a:pt x="826243" y="50485"/>
                </a:lnTo>
                <a:lnTo>
                  <a:pt x="826892" y="50183"/>
                </a:lnTo>
                <a:lnTo>
                  <a:pt x="827552" y="49900"/>
                </a:lnTo>
                <a:lnTo>
                  <a:pt x="828224" y="49634"/>
                </a:lnTo>
                <a:lnTo>
                  <a:pt x="828906" y="49387"/>
                </a:lnTo>
                <a:lnTo>
                  <a:pt x="829599" y="49159"/>
                </a:lnTo>
                <a:lnTo>
                  <a:pt x="830304" y="48948"/>
                </a:lnTo>
                <a:lnTo>
                  <a:pt x="831019" y="48756"/>
                </a:lnTo>
                <a:lnTo>
                  <a:pt x="831745" y="48583"/>
                </a:lnTo>
                <a:lnTo>
                  <a:pt x="832482" y="48427"/>
                </a:lnTo>
                <a:lnTo>
                  <a:pt x="833230" y="48290"/>
                </a:lnTo>
                <a:lnTo>
                  <a:pt x="833989" y="48171"/>
                </a:lnTo>
                <a:lnTo>
                  <a:pt x="834759" y="48070"/>
                </a:lnTo>
                <a:lnTo>
                  <a:pt x="835540" y="47988"/>
                </a:lnTo>
                <a:lnTo>
                  <a:pt x="836332" y="47924"/>
                </a:lnTo>
                <a:lnTo>
                  <a:pt x="837135" y="47878"/>
                </a:lnTo>
                <a:lnTo>
                  <a:pt x="837948" y="47851"/>
                </a:lnTo>
                <a:lnTo>
                  <a:pt x="838773" y="47842"/>
                </a:lnTo>
                <a:lnTo>
                  <a:pt x="839548" y="47850"/>
                </a:lnTo>
                <a:lnTo>
                  <a:pt x="840312" y="47875"/>
                </a:lnTo>
                <a:lnTo>
                  <a:pt x="841065" y="47917"/>
                </a:lnTo>
                <a:lnTo>
                  <a:pt x="841806" y="47976"/>
                </a:lnTo>
                <a:lnTo>
                  <a:pt x="842536" y="48052"/>
                </a:lnTo>
                <a:lnTo>
                  <a:pt x="843255" y="48144"/>
                </a:lnTo>
                <a:lnTo>
                  <a:pt x="843963" y="48253"/>
                </a:lnTo>
                <a:lnTo>
                  <a:pt x="844659" y="48379"/>
                </a:lnTo>
                <a:lnTo>
                  <a:pt x="845344" y="48522"/>
                </a:lnTo>
                <a:lnTo>
                  <a:pt x="846017" y="48681"/>
                </a:lnTo>
                <a:lnTo>
                  <a:pt x="846679" y="48857"/>
                </a:lnTo>
                <a:lnTo>
                  <a:pt x="847330" y="49050"/>
                </a:lnTo>
                <a:lnTo>
                  <a:pt x="847970" y="49260"/>
                </a:lnTo>
                <a:lnTo>
                  <a:pt x="848598" y="49487"/>
                </a:lnTo>
                <a:lnTo>
                  <a:pt x="849215" y="49730"/>
                </a:lnTo>
                <a:lnTo>
                  <a:pt x="849821" y="49990"/>
                </a:lnTo>
                <a:lnTo>
                  <a:pt x="850416" y="50267"/>
                </a:lnTo>
                <a:lnTo>
                  <a:pt x="850999" y="50561"/>
                </a:lnTo>
                <a:lnTo>
                  <a:pt x="851570" y="50871"/>
                </a:lnTo>
                <a:lnTo>
                  <a:pt x="852131" y="51198"/>
                </a:lnTo>
                <a:lnTo>
                  <a:pt x="852680" y="51542"/>
                </a:lnTo>
                <a:lnTo>
                  <a:pt x="853218" y="51903"/>
                </a:lnTo>
                <a:lnTo>
                  <a:pt x="853745" y="52281"/>
                </a:lnTo>
                <a:lnTo>
                  <a:pt x="854260" y="52675"/>
                </a:lnTo>
                <a:lnTo>
                  <a:pt x="854759" y="53092"/>
                </a:lnTo>
                <a:lnTo>
                  <a:pt x="855237" y="53538"/>
                </a:lnTo>
                <a:lnTo>
                  <a:pt x="855693" y="54011"/>
                </a:lnTo>
                <a:lnTo>
                  <a:pt x="856129" y="54513"/>
                </a:lnTo>
                <a:lnTo>
                  <a:pt x="856543" y="55043"/>
                </a:lnTo>
                <a:lnTo>
                  <a:pt x="856936" y="55602"/>
                </a:lnTo>
                <a:lnTo>
                  <a:pt x="857307" y="56189"/>
                </a:lnTo>
                <a:lnTo>
                  <a:pt x="857658" y="56804"/>
                </a:lnTo>
                <a:lnTo>
                  <a:pt x="857987" y="57448"/>
                </a:lnTo>
                <a:lnTo>
                  <a:pt x="858295" y="58120"/>
                </a:lnTo>
                <a:lnTo>
                  <a:pt x="858581" y="58820"/>
                </a:lnTo>
                <a:lnTo>
                  <a:pt x="858847" y="59549"/>
                </a:lnTo>
                <a:lnTo>
                  <a:pt x="859091" y="60306"/>
                </a:lnTo>
                <a:lnTo>
                  <a:pt x="859314" y="61091"/>
                </a:lnTo>
                <a:lnTo>
                  <a:pt x="859516" y="61905"/>
                </a:lnTo>
                <a:lnTo>
                  <a:pt x="859696" y="62746"/>
                </a:lnTo>
                <a:lnTo>
                  <a:pt x="859856" y="63617"/>
                </a:lnTo>
                <a:lnTo>
                  <a:pt x="859994" y="64515"/>
                </a:lnTo>
                <a:lnTo>
                  <a:pt x="860110" y="65442"/>
                </a:lnTo>
                <a:lnTo>
                  <a:pt x="860206" y="66398"/>
                </a:lnTo>
                <a:lnTo>
                  <a:pt x="860280" y="67381"/>
                </a:lnTo>
                <a:lnTo>
                  <a:pt x="860333" y="68393"/>
                </a:lnTo>
                <a:lnTo>
                  <a:pt x="860365" y="69433"/>
                </a:lnTo>
                <a:lnTo>
                  <a:pt x="860376" y="70502"/>
                </a:lnTo>
                <a:lnTo>
                  <a:pt x="860376" y="77570"/>
                </a:lnTo>
                <a:lnTo>
                  <a:pt x="858732" y="77591"/>
                </a:lnTo>
                <a:lnTo>
                  <a:pt x="857106" y="77620"/>
                </a:lnTo>
                <a:lnTo>
                  <a:pt x="855498" y="77657"/>
                </a:lnTo>
                <a:lnTo>
                  <a:pt x="853907" y="77701"/>
                </a:lnTo>
                <a:lnTo>
                  <a:pt x="852333" y="77754"/>
                </a:lnTo>
                <a:lnTo>
                  <a:pt x="850777" y="77814"/>
                </a:lnTo>
                <a:lnTo>
                  <a:pt x="849238" y="77882"/>
                </a:lnTo>
                <a:lnTo>
                  <a:pt x="847717" y="77958"/>
                </a:lnTo>
                <a:lnTo>
                  <a:pt x="846213" y="78042"/>
                </a:lnTo>
                <a:lnTo>
                  <a:pt x="844727" y="78134"/>
                </a:lnTo>
                <a:lnTo>
                  <a:pt x="843258" y="78234"/>
                </a:lnTo>
                <a:lnTo>
                  <a:pt x="841806" y="78342"/>
                </a:lnTo>
                <a:lnTo>
                  <a:pt x="840372" y="78457"/>
                </a:lnTo>
                <a:lnTo>
                  <a:pt x="838956" y="78581"/>
                </a:lnTo>
                <a:lnTo>
                  <a:pt x="837557" y="78712"/>
                </a:lnTo>
                <a:lnTo>
                  <a:pt x="836175" y="78851"/>
                </a:lnTo>
                <a:lnTo>
                  <a:pt x="834811" y="78998"/>
                </a:lnTo>
                <a:lnTo>
                  <a:pt x="833465" y="79153"/>
                </a:lnTo>
                <a:lnTo>
                  <a:pt x="832136" y="79316"/>
                </a:lnTo>
                <a:lnTo>
                  <a:pt x="830824" y="79487"/>
                </a:lnTo>
                <a:lnTo>
                  <a:pt x="829530" y="79666"/>
                </a:lnTo>
                <a:lnTo>
                  <a:pt x="828253" y="79852"/>
                </a:lnTo>
                <a:lnTo>
                  <a:pt x="826994" y="80047"/>
                </a:lnTo>
                <a:lnTo>
                  <a:pt x="825752" y="80249"/>
                </a:lnTo>
                <a:lnTo>
                  <a:pt x="824531" y="80463"/>
                </a:lnTo>
                <a:lnTo>
                  <a:pt x="823333" y="80692"/>
                </a:lnTo>
                <a:lnTo>
                  <a:pt x="822158" y="80937"/>
                </a:lnTo>
                <a:lnTo>
                  <a:pt x="821006" y="81196"/>
                </a:lnTo>
                <a:lnTo>
                  <a:pt x="819878" y="81471"/>
                </a:lnTo>
                <a:lnTo>
                  <a:pt x="818773" y="81761"/>
                </a:lnTo>
                <a:lnTo>
                  <a:pt x="817692" y="82067"/>
                </a:lnTo>
                <a:lnTo>
                  <a:pt x="816633" y="82388"/>
                </a:lnTo>
                <a:lnTo>
                  <a:pt x="815598" y="82724"/>
                </a:lnTo>
                <a:lnTo>
                  <a:pt x="814586" y="83075"/>
                </a:lnTo>
                <a:lnTo>
                  <a:pt x="813598" y="83442"/>
                </a:lnTo>
                <a:lnTo>
                  <a:pt x="812633" y="83823"/>
                </a:lnTo>
                <a:lnTo>
                  <a:pt x="811691" y="84220"/>
                </a:lnTo>
                <a:lnTo>
                  <a:pt x="810772" y="84633"/>
                </a:lnTo>
                <a:lnTo>
                  <a:pt x="809877" y="85060"/>
                </a:lnTo>
                <a:lnTo>
                  <a:pt x="809005" y="85503"/>
                </a:lnTo>
                <a:lnTo>
                  <a:pt x="808156" y="85961"/>
                </a:lnTo>
                <a:lnTo>
                  <a:pt x="807331" y="86435"/>
                </a:lnTo>
                <a:lnTo>
                  <a:pt x="806529" y="86923"/>
                </a:lnTo>
                <a:lnTo>
                  <a:pt x="805750" y="87427"/>
                </a:lnTo>
                <a:lnTo>
                  <a:pt x="804994" y="87946"/>
                </a:lnTo>
                <a:lnTo>
                  <a:pt x="804262" y="88481"/>
                </a:lnTo>
                <a:lnTo>
                  <a:pt x="803553" y="89031"/>
                </a:lnTo>
                <a:lnTo>
                  <a:pt x="802867" y="89595"/>
                </a:lnTo>
                <a:lnTo>
                  <a:pt x="802207" y="90179"/>
                </a:lnTo>
                <a:lnTo>
                  <a:pt x="801575" y="90785"/>
                </a:lnTo>
                <a:lnTo>
                  <a:pt x="800971" y="91413"/>
                </a:lnTo>
                <a:lnTo>
                  <a:pt x="800396" y="92063"/>
                </a:lnTo>
                <a:lnTo>
                  <a:pt x="799848" y="92735"/>
                </a:lnTo>
                <a:lnTo>
                  <a:pt x="799328" y="93429"/>
                </a:lnTo>
                <a:lnTo>
                  <a:pt x="798837" y="94145"/>
                </a:lnTo>
                <a:lnTo>
                  <a:pt x="798373" y="94883"/>
                </a:lnTo>
                <a:lnTo>
                  <a:pt x="797938" y="95644"/>
                </a:lnTo>
                <a:lnTo>
                  <a:pt x="797531" y="96427"/>
                </a:lnTo>
                <a:lnTo>
                  <a:pt x="797152" y="97231"/>
                </a:lnTo>
                <a:lnTo>
                  <a:pt x="796801" y="98058"/>
                </a:lnTo>
                <a:lnTo>
                  <a:pt x="796478" y="98907"/>
                </a:lnTo>
                <a:lnTo>
                  <a:pt x="796183" y="99778"/>
                </a:lnTo>
                <a:lnTo>
                  <a:pt x="795916" y="100671"/>
                </a:lnTo>
                <a:lnTo>
                  <a:pt x="795677" y="101586"/>
                </a:lnTo>
                <a:lnTo>
                  <a:pt x="795466" y="102523"/>
                </a:lnTo>
                <a:lnTo>
                  <a:pt x="795284" y="103483"/>
                </a:lnTo>
                <a:lnTo>
                  <a:pt x="795129" y="104464"/>
                </a:lnTo>
                <a:lnTo>
                  <a:pt x="795003" y="105468"/>
                </a:lnTo>
                <a:lnTo>
                  <a:pt x="794905" y="106493"/>
                </a:lnTo>
                <a:lnTo>
                  <a:pt x="794835" y="107541"/>
                </a:lnTo>
                <a:lnTo>
                  <a:pt x="794792" y="108611"/>
                </a:lnTo>
                <a:lnTo>
                  <a:pt x="794778" y="109703"/>
                </a:lnTo>
                <a:lnTo>
                  <a:pt x="794785" y="110473"/>
                </a:lnTo>
                <a:lnTo>
                  <a:pt x="794807" y="111232"/>
                </a:lnTo>
                <a:lnTo>
                  <a:pt x="794842" y="111981"/>
                </a:lnTo>
                <a:lnTo>
                  <a:pt x="794892" y="112719"/>
                </a:lnTo>
                <a:lnTo>
                  <a:pt x="794956" y="113448"/>
                </a:lnTo>
                <a:lnTo>
                  <a:pt x="795034" y="114165"/>
                </a:lnTo>
                <a:lnTo>
                  <a:pt x="795127" y="114873"/>
                </a:lnTo>
                <a:lnTo>
                  <a:pt x="795233" y="115570"/>
                </a:lnTo>
                <a:lnTo>
                  <a:pt x="795354" y="116257"/>
                </a:lnTo>
                <a:lnTo>
                  <a:pt x="795489" y="116933"/>
                </a:lnTo>
                <a:lnTo>
                  <a:pt x="795638" y="117599"/>
                </a:lnTo>
                <a:lnTo>
                  <a:pt x="795802" y="118255"/>
                </a:lnTo>
                <a:lnTo>
                  <a:pt x="795979" y="118900"/>
                </a:lnTo>
                <a:lnTo>
                  <a:pt x="796171" y="119535"/>
                </a:lnTo>
                <a:lnTo>
                  <a:pt x="796377" y="120160"/>
                </a:lnTo>
                <a:lnTo>
                  <a:pt x="796598" y="120774"/>
                </a:lnTo>
                <a:lnTo>
                  <a:pt x="796832" y="121378"/>
                </a:lnTo>
                <a:lnTo>
                  <a:pt x="797081" y="121972"/>
                </a:lnTo>
                <a:lnTo>
                  <a:pt x="797344" y="122555"/>
                </a:lnTo>
                <a:lnTo>
                  <a:pt x="797621" y="123128"/>
                </a:lnTo>
                <a:lnTo>
                  <a:pt x="797913" y="123691"/>
                </a:lnTo>
                <a:lnTo>
                  <a:pt x="798218" y="124243"/>
                </a:lnTo>
                <a:lnTo>
                  <a:pt x="798538" y="124785"/>
                </a:lnTo>
                <a:lnTo>
                  <a:pt x="798872" y="125317"/>
                </a:lnTo>
                <a:lnTo>
                  <a:pt x="799218" y="125838"/>
                </a:lnTo>
                <a:lnTo>
                  <a:pt x="799574" y="126348"/>
                </a:lnTo>
                <a:lnTo>
                  <a:pt x="799939" y="126847"/>
                </a:lnTo>
                <a:lnTo>
                  <a:pt x="800313" y="127336"/>
                </a:lnTo>
                <a:lnTo>
                  <a:pt x="800698" y="127814"/>
                </a:lnTo>
                <a:lnTo>
                  <a:pt x="801092" y="128282"/>
                </a:lnTo>
                <a:lnTo>
                  <a:pt x="801495" y="128739"/>
                </a:lnTo>
                <a:lnTo>
                  <a:pt x="801908" y="129185"/>
                </a:lnTo>
                <a:lnTo>
                  <a:pt x="802331" y="129620"/>
                </a:lnTo>
                <a:lnTo>
                  <a:pt x="802763" y="130045"/>
                </a:lnTo>
                <a:lnTo>
                  <a:pt x="803205" y="130459"/>
                </a:lnTo>
                <a:lnTo>
                  <a:pt x="803656" y="130862"/>
                </a:lnTo>
                <a:lnTo>
                  <a:pt x="804117" y="131255"/>
                </a:lnTo>
                <a:lnTo>
                  <a:pt x="804588" y="131637"/>
                </a:lnTo>
                <a:lnTo>
                  <a:pt x="805068" y="132008"/>
                </a:lnTo>
                <a:lnTo>
                  <a:pt x="805558" y="132368"/>
                </a:lnTo>
                <a:lnTo>
                  <a:pt x="806057" y="132718"/>
                </a:lnTo>
                <a:lnTo>
                  <a:pt x="806566" y="133057"/>
                </a:lnTo>
                <a:lnTo>
                  <a:pt x="807085" y="133385"/>
                </a:lnTo>
                <a:lnTo>
                  <a:pt x="807613" y="133703"/>
                </a:lnTo>
                <a:lnTo>
                  <a:pt x="808151" y="134010"/>
                </a:lnTo>
                <a:lnTo>
                  <a:pt x="808698" y="134306"/>
                </a:lnTo>
                <a:lnTo>
                  <a:pt x="809255" y="134592"/>
                </a:lnTo>
                <a:lnTo>
                  <a:pt x="809821" y="134866"/>
                </a:lnTo>
                <a:lnTo>
                  <a:pt x="810395" y="135130"/>
                </a:lnTo>
                <a:lnTo>
                  <a:pt x="810974" y="135383"/>
                </a:lnTo>
                <a:lnTo>
                  <a:pt x="811558" y="135624"/>
                </a:lnTo>
                <a:lnTo>
                  <a:pt x="812146" y="135854"/>
                </a:lnTo>
                <a:lnTo>
                  <a:pt x="812740" y="136073"/>
                </a:lnTo>
                <a:lnTo>
                  <a:pt x="813339" y="136281"/>
                </a:lnTo>
                <a:lnTo>
                  <a:pt x="813942" y="136478"/>
                </a:lnTo>
                <a:lnTo>
                  <a:pt x="814551" y="136663"/>
                </a:lnTo>
                <a:lnTo>
                  <a:pt x="815164" y="136837"/>
                </a:lnTo>
                <a:lnTo>
                  <a:pt x="815783" y="137000"/>
                </a:lnTo>
                <a:lnTo>
                  <a:pt x="816406" y="137151"/>
                </a:lnTo>
                <a:lnTo>
                  <a:pt x="817035" y="137292"/>
                </a:lnTo>
                <a:lnTo>
                  <a:pt x="817668" y="137421"/>
                </a:lnTo>
                <a:lnTo>
                  <a:pt x="818306" y="137539"/>
                </a:lnTo>
                <a:lnTo>
                  <a:pt x="818950" y="137645"/>
                </a:lnTo>
                <a:lnTo>
                  <a:pt x="819598" y="137741"/>
                </a:lnTo>
                <a:lnTo>
                  <a:pt x="820251" y="137825"/>
                </a:lnTo>
                <a:lnTo>
                  <a:pt x="820909" y="137898"/>
                </a:lnTo>
                <a:lnTo>
                  <a:pt x="821573" y="137960"/>
                </a:lnTo>
                <a:lnTo>
                  <a:pt x="822241" y="138010"/>
                </a:lnTo>
                <a:lnTo>
                  <a:pt x="822914" y="138049"/>
                </a:lnTo>
                <a:lnTo>
                  <a:pt x="823592" y="138078"/>
                </a:lnTo>
                <a:lnTo>
                  <a:pt x="824275" y="138094"/>
                </a:lnTo>
                <a:lnTo>
                  <a:pt x="824963" y="138100"/>
                </a:lnTo>
                <a:lnTo>
                  <a:pt x="825928" y="138092"/>
                </a:lnTo>
                <a:lnTo>
                  <a:pt x="826883" y="138069"/>
                </a:lnTo>
                <a:lnTo>
                  <a:pt x="827828" y="138030"/>
                </a:lnTo>
                <a:lnTo>
                  <a:pt x="828762" y="137975"/>
                </a:lnTo>
                <a:lnTo>
                  <a:pt x="829687" y="137905"/>
                </a:lnTo>
                <a:close/>
                <a:moveTo>
                  <a:pt x="825791" y="125280"/>
                </a:moveTo>
                <a:lnTo>
                  <a:pt x="825133" y="125195"/>
                </a:lnTo>
                <a:lnTo>
                  <a:pt x="824490" y="125094"/>
                </a:lnTo>
                <a:lnTo>
                  <a:pt x="823862" y="124978"/>
                </a:lnTo>
                <a:lnTo>
                  <a:pt x="823248" y="124846"/>
                </a:lnTo>
                <a:lnTo>
                  <a:pt x="822650" y="124699"/>
                </a:lnTo>
                <a:lnTo>
                  <a:pt x="822067" y="124536"/>
                </a:lnTo>
                <a:lnTo>
                  <a:pt x="821498" y="124358"/>
                </a:lnTo>
                <a:lnTo>
                  <a:pt x="820945" y="124164"/>
                </a:lnTo>
                <a:lnTo>
                  <a:pt x="820406" y="123955"/>
                </a:lnTo>
                <a:lnTo>
                  <a:pt x="819882" y="123730"/>
                </a:lnTo>
                <a:lnTo>
                  <a:pt x="819373" y="123490"/>
                </a:lnTo>
                <a:lnTo>
                  <a:pt x="818879" y="123234"/>
                </a:lnTo>
                <a:lnTo>
                  <a:pt x="818400" y="122963"/>
                </a:lnTo>
                <a:lnTo>
                  <a:pt x="817936" y="122676"/>
                </a:lnTo>
                <a:lnTo>
                  <a:pt x="817487" y="122374"/>
                </a:lnTo>
                <a:lnTo>
                  <a:pt x="817052" y="122056"/>
                </a:lnTo>
                <a:lnTo>
                  <a:pt x="816633" y="121723"/>
                </a:lnTo>
                <a:lnTo>
                  <a:pt x="816228" y="121374"/>
                </a:lnTo>
                <a:lnTo>
                  <a:pt x="815839" y="121010"/>
                </a:lnTo>
                <a:lnTo>
                  <a:pt x="815464" y="120633"/>
                </a:lnTo>
                <a:lnTo>
                  <a:pt x="815106" y="120245"/>
                </a:lnTo>
                <a:lnTo>
                  <a:pt x="814764" y="119847"/>
                </a:lnTo>
                <a:lnTo>
                  <a:pt x="814437" y="119438"/>
                </a:lnTo>
                <a:lnTo>
                  <a:pt x="814126" y="119019"/>
                </a:lnTo>
                <a:lnTo>
                  <a:pt x="813832" y="118589"/>
                </a:lnTo>
                <a:lnTo>
                  <a:pt x="813553" y="118149"/>
                </a:lnTo>
                <a:lnTo>
                  <a:pt x="813290" y="117698"/>
                </a:lnTo>
                <a:lnTo>
                  <a:pt x="813043" y="117237"/>
                </a:lnTo>
                <a:lnTo>
                  <a:pt x="812813" y="116765"/>
                </a:lnTo>
                <a:lnTo>
                  <a:pt x="812598" y="116283"/>
                </a:lnTo>
                <a:lnTo>
                  <a:pt x="812398" y="115790"/>
                </a:lnTo>
                <a:lnTo>
                  <a:pt x="812215" y="115286"/>
                </a:lnTo>
                <a:lnTo>
                  <a:pt x="812048" y="114773"/>
                </a:lnTo>
                <a:lnTo>
                  <a:pt x="811897" y="114248"/>
                </a:lnTo>
                <a:lnTo>
                  <a:pt x="811761" y="113713"/>
                </a:lnTo>
                <a:lnTo>
                  <a:pt x="811642" y="113168"/>
                </a:lnTo>
                <a:lnTo>
                  <a:pt x="811538" y="112612"/>
                </a:lnTo>
                <a:lnTo>
                  <a:pt x="811451" y="112046"/>
                </a:lnTo>
                <a:lnTo>
                  <a:pt x="811379" y="111469"/>
                </a:lnTo>
                <a:lnTo>
                  <a:pt x="811323" y="110881"/>
                </a:lnTo>
                <a:lnTo>
                  <a:pt x="811284" y="110283"/>
                </a:lnTo>
                <a:lnTo>
                  <a:pt x="811260" y="109675"/>
                </a:lnTo>
                <a:lnTo>
                  <a:pt x="811252" y="109056"/>
                </a:lnTo>
                <a:lnTo>
                  <a:pt x="811272" y="108152"/>
                </a:lnTo>
                <a:lnTo>
                  <a:pt x="811331" y="107269"/>
                </a:lnTo>
                <a:lnTo>
                  <a:pt x="811430" y="106408"/>
                </a:lnTo>
                <a:lnTo>
                  <a:pt x="811568" y="105568"/>
                </a:lnTo>
                <a:lnTo>
                  <a:pt x="811746" y="104749"/>
                </a:lnTo>
                <a:lnTo>
                  <a:pt x="811964" y="103952"/>
                </a:lnTo>
                <a:lnTo>
                  <a:pt x="812221" y="103176"/>
                </a:lnTo>
                <a:lnTo>
                  <a:pt x="812518" y="102422"/>
                </a:lnTo>
                <a:lnTo>
                  <a:pt x="812854" y="101689"/>
                </a:lnTo>
                <a:lnTo>
                  <a:pt x="813230" y="100977"/>
                </a:lnTo>
                <a:lnTo>
                  <a:pt x="813645" y="100287"/>
                </a:lnTo>
                <a:lnTo>
                  <a:pt x="814100" y="99618"/>
                </a:lnTo>
                <a:lnTo>
                  <a:pt x="814595" y="98970"/>
                </a:lnTo>
                <a:lnTo>
                  <a:pt x="815129" y="98344"/>
                </a:lnTo>
                <a:lnTo>
                  <a:pt x="815702" y="97739"/>
                </a:lnTo>
                <a:lnTo>
                  <a:pt x="816315" y="97156"/>
                </a:lnTo>
                <a:lnTo>
                  <a:pt x="816968" y="96594"/>
                </a:lnTo>
                <a:lnTo>
                  <a:pt x="817660" y="96053"/>
                </a:lnTo>
                <a:lnTo>
                  <a:pt x="818392" y="95534"/>
                </a:lnTo>
                <a:lnTo>
                  <a:pt x="819164" y="95036"/>
                </a:lnTo>
                <a:lnTo>
                  <a:pt x="819975" y="94559"/>
                </a:lnTo>
                <a:lnTo>
                  <a:pt x="820825" y="94104"/>
                </a:lnTo>
                <a:lnTo>
                  <a:pt x="821715" y="93670"/>
                </a:lnTo>
                <a:lnTo>
                  <a:pt x="822645" y="93258"/>
                </a:lnTo>
                <a:lnTo>
                  <a:pt x="823620" y="92863"/>
                </a:lnTo>
                <a:lnTo>
                  <a:pt x="824647" y="92485"/>
                </a:lnTo>
                <a:lnTo>
                  <a:pt x="825725" y="92122"/>
                </a:lnTo>
                <a:lnTo>
                  <a:pt x="826855" y="91775"/>
                </a:lnTo>
                <a:lnTo>
                  <a:pt x="828037" y="91443"/>
                </a:lnTo>
                <a:lnTo>
                  <a:pt x="829269" y="91128"/>
                </a:lnTo>
                <a:lnTo>
                  <a:pt x="830554" y="90828"/>
                </a:lnTo>
                <a:lnTo>
                  <a:pt x="831890" y="90543"/>
                </a:lnTo>
                <a:lnTo>
                  <a:pt x="833278" y="90274"/>
                </a:lnTo>
                <a:lnTo>
                  <a:pt x="834717" y="90021"/>
                </a:lnTo>
                <a:lnTo>
                  <a:pt x="836207" y="89784"/>
                </a:lnTo>
                <a:lnTo>
                  <a:pt x="837750" y="89562"/>
                </a:lnTo>
                <a:lnTo>
                  <a:pt x="839343" y="89356"/>
                </a:lnTo>
                <a:lnTo>
                  <a:pt x="840989" y="89166"/>
                </a:lnTo>
                <a:lnTo>
                  <a:pt x="842686" y="88991"/>
                </a:lnTo>
                <a:lnTo>
                  <a:pt x="844434" y="88832"/>
                </a:lnTo>
                <a:lnTo>
                  <a:pt x="846234" y="88689"/>
                </a:lnTo>
                <a:lnTo>
                  <a:pt x="848086" y="88561"/>
                </a:lnTo>
                <a:lnTo>
                  <a:pt x="849989" y="88450"/>
                </a:lnTo>
                <a:lnTo>
                  <a:pt x="851943" y="88353"/>
                </a:lnTo>
                <a:lnTo>
                  <a:pt x="853949" y="88273"/>
                </a:lnTo>
                <a:lnTo>
                  <a:pt x="856007" y="88208"/>
                </a:lnTo>
                <a:lnTo>
                  <a:pt x="858116" y="88159"/>
                </a:lnTo>
                <a:lnTo>
                  <a:pt x="860277" y="88125"/>
                </a:lnTo>
                <a:lnTo>
                  <a:pt x="860277" y="108442"/>
                </a:lnTo>
                <a:lnTo>
                  <a:pt x="859829" y="109053"/>
                </a:lnTo>
                <a:lnTo>
                  <a:pt x="859372" y="109656"/>
                </a:lnTo>
                <a:lnTo>
                  <a:pt x="858905" y="110249"/>
                </a:lnTo>
                <a:lnTo>
                  <a:pt x="858430" y="110833"/>
                </a:lnTo>
                <a:lnTo>
                  <a:pt x="857946" y="111409"/>
                </a:lnTo>
                <a:lnTo>
                  <a:pt x="857454" y="111975"/>
                </a:lnTo>
                <a:lnTo>
                  <a:pt x="856952" y="112533"/>
                </a:lnTo>
                <a:lnTo>
                  <a:pt x="856441" y="113082"/>
                </a:lnTo>
                <a:lnTo>
                  <a:pt x="855922" y="113622"/>
                </a:lnTo>
                <a:lnTo>
                  <a:pt x="855393" y="114153"/>
                </a:lnTo>
                <a:lnTo>
                  <a:pt x="854856" y="114675"/>
                </a:lnTo>
                <a:lnTo>
                  <a:pt x="854309" y="115188"/>
                </a:lnTo>
                <a:lnTo>
                  <a:pt x="853754" y="115692"/>
                </a:lnTo>
                <a:lnTo>
                  <a:pt x="853190" y="116188"/>
                </a:lnTo>
                <a:lnTo>
                  <a:pt x="852617" y="116674"/>
                </a:lnTo>
                <a:lnTo>
                  <a:pt x="852035" y="117152"/>
                </a:lnTo>
                <a:lnTo>
                  <a:pt x="851444" y="117620"/>
                </a:lnTo>
                <a:lnTo>
                  <a:pt x="850845" y="118080"/>
                </a:lnTo>
                <a:lnTo>
                  <a:pt x="850236" y="118531"/>
                </a:lnTo>
                <a:lnTo>
                  <a:pt x="849618" y="118973"/>
                </a:lnTo>
                <a:lnTo>
                  <a:pt x="848992" y="119406"/>
                </a:lnTo>
                <a:lnTo>
                  <a:pt x="848357" y="119831"/>
                </a:lnTo>
                <a:lnTo>
                  <a:pt x="847712" y="120246"/>
                </a:lnTo>
                <a:lnTo>
                  <a:pt x="847059" y="120653"/>
                </a:lnTo>
                <a:lnTo>
                  <a:pt x="846398" y="121046"/>
                </a:lnTo>
                <a:lnTo>
                  <a:pt x="845730" y="121423"/>
                </a:lnTo>
                <a:lnTo>
                  <a:pt x="845055" y="121783"/>
                </a:lnTo>
                <a:lnTo>
                  <a:pt x="844374" y="122126"/>
                </a:lnTo>
                <a:lnTo>
                  <a:pt x="843685" y="122452"/>
                </a:lnTo>
                <a:lnTo>
                  <a:pt x="842990" y="122762"/>
                </a:lnTo>
                <a:lnTo>
                  <a:pt x="842288" y="123055"/>
                </a:lnTo>
                <a:lnTo>
                  <a:pt x="841579" y="123331"/>
                </a:lnTo>
                <a:lnTo>
                  <a:pt x="840863" y="123590"/>
                </a:lnTo>
                <a:lnTo>
                  <a:pt x="840140" y="123833"/>
                </a:lnTo>
                <a:lnTo>
                  <a:pt x="839411" y="124059"/>
                </a:lnTo>
                <a:lnTo>
                  <a:pt x="838674" y="124268"/>
                </a:lnTo>
                <a:lnTo>
                  <a:pt x="837931" y="124461"/>
                </a:lnTo>
                <a:lnTo>
                  <a:pt x="837181" y="124637"/>
                </a:lnTo>
                <a:lnTo>
                  <a:pt x="836424" y="124796"/>
                </a:lnTo>
                <a:lnTo>
                  <a:pt x="835660" y="124938"/>
                </a:lnTo>
                <a:lnTo>
                  <a:pt x="834890" y="125064"/>
                </a:lnTo>
                <a:lnTo>
                  <a:pt x="834112" y="125172"/>
                </a:lnTo>
                <a:lnTo>
                  <a:pt x="833328" y="125264"/>
                </a:lnTo>
                <a:lnTo>
                  <a:pt x="832537" y="125340"/>
                </a:lnTo>
                <a:lnTo>
                  <a:pt x="831739" y="125398"/>
                </a:lnTo>
                <a:lnTo>
                  <a:pt x="830934" y="125440"/>
                </a:lnTo>
                <a:lnTo>
                  <a:pt x="830122" y="125465"/>
                </a:lnTo>
                <a:lnTo>
                  <a:pt x="829303" y="125474"/>
                </a:lnTo>
                <a:lnTo>
                  <a:pt x="828571" y="125466"/>
                </a:lnTo>
                <a:lnTo>
                  <a:pt x="827854" y="125443"/>
                </a:lnTo>
                <a:lnTo>
                  <a:pt x="827151" y="125404"/>
                </a:lnTo>
                <a:lnTo>
                  <a:pt x="826463" y="125350"/>
                </a:lnTo>
                <a:lnTo>
                  <a:pt x="825791" y="125280"/>
                </a:lnTo>
                <a:close/>
                <a:moveTo>
                  <a:pt x="1103765" y="137833"/>
                </a:moveTo>
                <a:lnTo>
                  <a:pt x="1104885" y="137716"/>
                </a:lnTo>
                <a:lnTo>
                  <a:pt x="1105991" y="137577"/>
                </a:lnTo>
                <a:lnTo>
                  <a:pt x="1107082" y="137417"/>
                </a:lnTo>
                <a:lnTo>
                  <a:pt x="1108158" y="137236"/>
                </a:lnTo>
                <a:lnTo>
                  <a:pt x="1109220" y="137033"/>
                </a:lnTo>
                <a:lnTo>
                  <a:pt x="1110268" y="136809"/>
                </a:lnTo>
                <a:lnTo>
                  <a:pt x="1111300" y="136564"/>
                </a:lnTo>
                <a:lnTo>
                  <a:pt x="1112318" y="136297"/>
                </a:lnTo>
                <a:lnTo>
                  <a:pt x="1113322" y="136009"/>
                </a:lnTo>
                <a:lnTo>
                  <a:pt x="1114311" y="135700"/>
                </a:lnTo>
                <a:lnTo>
                  <a:pt x="1115286" y="135370"/>
                </a:lnTo>
                <a:lnTo>
                  <a:pt x="1116246" y="135018"/>
                </a:lnTo>
                <a:lnTo>
                  <a:pt x="1117191" y="134644"/>
                </a:lnTo>
                <a:lnTo>
                  <a:pt x="1118122" y="134250"/>
                </a:lnTo>
                <a:lnTo>
                  <a:pt x="1119038" y="133834"/>
                </a:lnTo>
                <a:lnTo>
                  <a:pt x="1119940" y="133396"/>
                </a:lnTo>
                <a:lnTo>
                  <a:pt x="1120827" y="132938"/>
                </a:lnTo>
                <a:lnTo>
                  <a:pt x="1121700" y="132458"/>
                </a:lnTo>
                <a:lnTo>
                  <a:pt x="1122558" y="131956"/>
                </a:lnTo>
                <a:lnTo>
                  <a:pt x="1123400" y="131435"/>
                </a:lnTo>
                <a:lnTo>
                  <a:pt x="1124227" y="130895"/>
                </a:lnTo>
                <a:lnTo>
                  <a:pt x="1125036" y="130337"/>
                </a:lnTo>
                <a:lnTo>
                  <a:pt x="1125830" y="129761"/>
                </a:lnTo>
                <a:lnTo>
                  <a:pt x="1126606" y="129166"/>
                </a:lnTo>
                <a:lnTo>
                  <a:pt x="1127367" y="128553"/>
                </a:lnTo>
                <a:lnTo>
                  <a:pt x="1128111" y="127922"/>
                </a:lnTo>
                <a:lnTo>
                  <a:pt x="1128838" y="127272"/>
                </a:lnTo>
                <a:lnTo>
                  <a:pt x="1129549" y="126604"/>
                </a:lnTo>
                <a:lnTo>
                  <a:pt x="1130244" y="125917"/>
                </a:lnTo>
                <a:lnTo>
                  <a:pt x="1130922" y="125213"/>
                </a:lnTo>
                <a:lnTo>
                  <a:pt x="1131584" y="124490"/>
                </a:lnTo>
                <a:lnTo>
                  <a:pt x="1132229" y="123748"/>
                </a:lnTo>
                <a:lnTo>
                  <a:pt x="1132858" y="122988"/>
                </a:lnTo>
                <a:lnTo>
                  <a:pt x="1133470" y="122210"/>
                </a:lnTo>
                <a:lnTo>
                  <a:pt x="1134066" y="121414"/>
                </a:lnTo>
                <a:lnTo>
                  <a:pt x="1134646" y="120599"/>
                </a:lnTo>
                <a:lnTo>
                  <a:pt x="1135209" y="119766"/>
                </a:lnTo>
                <a:lnTo>
                  <a:pt x="1135756" y="118915"/>
                </a:lnTo>
                <a:lnTo>
                  <a:pt x="1136286" y="118045"/>
                </a:lnTo>
                <a:lnTo>
                  <a:pt x="1136799" y="117157"/>
                </a:lnTo>
                <a:lnTo>
                  <a:pt x="1137297" y="116250"/>
                </a:lnTo>
                <a:lnTo>
                  <a:pt x="1137778" y="115326"/>
                </a:lnTo>
                <a:lnTo>
                  <a:pt x="1138242" y="114383"/>
                </a:lnTo>
                <a:lnTo>
                  <a:pt x="1138689" y="113423"/>
                </a:lnTo>
                <a:lnTo>
                  <a:pt x="1139117" y="112448"/>
                </a:lnTo>
                <a:lnTo>
                  <a:pt x="1139525" y="111458"/>
                </a:lnTo>
                <a:lnTo>
                  <a:pt x="1139915" y="110454"/>
                </a:lnTo>
                <a:lnTo>
                  <a:pt x="1140286" y="109434"/>
                </a:lnTo>
                <a:lnTo>
                  <a:pt x="1140637" y="108399"/>
                </a:lnTo>
                <a:lnTo>
                  <a:pt x="1140970" y="107349"/>
                </a:lnTo>
                <a:lnTo>
                  <a:pt x="1141284" y="106285"/>
                </a:lnTo>
                <a:lnTo>
                  <a:pt x="1141578" y="105205"/>
                </a:lnTo>
                <a:lnTo>
                  <a:pt x="1141854" y="104110"/>
                </a:lnTo>
                <a:lnTo>
                  <a:pt x="1142111" y="103000"/>
                </a:lnTo>
                <a:lnTo>
                  <a:pt x="1142348" y="101876"/>
                </a:lnTo>
                <a:lnTo>
                  <a:pt x="1142567" y="100736"/>
                </a:lnTo>
                <a:lnTo>
                  <a:pt x="1142766" y="99581"/>
                </a:lnTo>
                <a:lnTo>
                  <a:pt x="1142947" y="98412"/>
                </a:lnTo>
                <a:lnTo>
                  <a:pt x="1143109" y="97227"/>
                </a:lnTo>
                <a:lnTo>
                  <a:pt x="1143251" y="96027"/>
                </a:lnTo>
                <a:lnTo>
                  <a:pt x="1143375" y="94813"/>
                </a:lnTo>
                <a:lnTo>
                  <a:pt x="1143479" y="93583"/>
                </a:lnTo>
                <a:lnTo>
                  <a:pt x="1143565" y="92338"/>
                </a:lnTo>
                <a:lnTo>
                  <a:pt x="1143631" y="91079"/>
                </a:lnTo>
                <a:lnTo>
                  <a:pt x="1143679" y="89804"/>
                </a:lnTo>
                <a:lnTo>
                  <a:pt x="1143707" y="88514"/>
                </a:lnTo>
                <a:lnTo>
                  <a:pt x="1143717" y="87210"/>
                </a:lnTo>
                <a:lnTo>
                  <a:pt x="1143707" y="85872"/>
                </a:lnTo>
                <a:lnTo>
                  <a:pt x="1143679" y="84550"/>
                </a:lnTo>
                <a:lnTo>
                  <a:pt x="1143631" y="83244"/>
                </a:lnTo>
                <a:lnTo>
                  <a:pt x="1143565" y="81955"/>
                </a:lnTo>
                <a:lnTo>
                  <a:pt x="1143479" y="80681"/>
                </a:lnTo>
                <a:lnTo>
                  <a:pt x="1143375" y="79423"/>
                </a:lnTo>
                <a:lnTo>
                  <a:pt x="1143251" y="78182"/>
                </a:lnTo>
                <a:lnTo>
                  <a:pt x="1143109" y="76957"/>
                </a:lnTo>
                <a:lnTo>
                  <a:pt x="1142947" y="75747"/>
                </a:lnTo>
                <a:lnTo>
                  <a:pt x="1142766" y="74554"/>
                </a:lnTo>
                <a:lnTo>
                  <a:pt x="1142567" y="73376"/>
                </a:lnTo>
                <a:lnTo>
                  <a:pt x="1142348" y="72215"/>
                </a:lnTo>
                <a:lnTo>
                  <a:pt x="1142111" y="71070"/>
                </a:lnTo>
                <a:lnTo>
                  <a:pt x="1141854" y="69941"/>
                </a:lnTo>
                <a:lnTo>
                  <a:pt x="1141578" y="68827"/>
                </a:lnTo>
                <a:lnTo>
                  <a:pt x="1141284" y="67730"/>
                </a:lnTo>
                <a:lnTo>
                  <a:pt x="1140970" y="66649"/>
                </a:lnTo>
                <a:lnTo>
                  <a:pt x="1140637" y="65584"/>
                </a:lnTo>
                <a:lnTo>
                  <a:pt x="1140286" y="64535"/>
                </a:lnTo>
                <a:lnTo>
                  <a:pt x="1139915" y="63502"/>
                </a:lnTo>
                <a:lnTo>
                  <a:pt x="1139525" y="62485"/>
                </a:lnTo>
                <a:lnTo>
                  <a:pt x="1139117" y="61485"/>
                </a:lnTo>
                <a:lnTo>
                  <a:pt x="1138689" y="60500"/>
                </a:lnTo>
                <a:lnTo>
                  <a:pt x="1138242" y="59531"/>
                </a:lnTo>
                <a:lnTo>
                  <a:pt x="1137778" y="58579"/>
                </a:lnTo>
                <a:lnTo>
                  <a:pt x="1137297" y="57647"/>
                </a:lnTo>
                <a:lnTo>
                  <a:pt x="1136799" y="56732"/>
                </a:lnTo>
                <a:lnTo>
                  <a:pt x="1136286" y="55836"/>
                </a:lnTo>
                <a:lnTo>
                  <a:pt x="1135756" y="54959"/>
                </a:lnTo>
                <a:lnTo>
                  <a:pt x="1135209" y="54100"/>
                </a:lnTo>
                <a:lnTo>
                  <a:pt x="1134646" y="53259"/>
                </a:lnTo>
                <a:lnTo>
                  <a:pt x="1134066" y="52438"/>
                </a:lnTo>
                <a:lnTo>
                  <a:pt x="1133470" y="51634"/>
                </a:lnTo>
                <a:lnTo>
                  <a:pt x="1132858" y="50849"/>
                </a:lnTo>
                <a:lnTo>
                  <a:pt x="1132229" y="50083"/>
                </a:lnTo>
                <a:lnTo>
                  <a:pt x="1131584" y="49335"/>
                </a:lnTo>
                <a:lnTo>
                  <a:pt x="1130922" y="48606"/>
                </a:lnTo>
                <a:lnTo>
                  <a:pt x="1130244" y="47895"/>
                </a:lnTo>
                <a:lnTo>
                  <a:pt x="1129549" y="47203"/>
                </a:lnTo>
                <a:lnTo>
                  <a:pt x="1128838" y="46529"/>
                </a:lnTo>
                <a:lnTo>
                  <a:pt x="1128111" y="45874"/>
                </a:lnTo>
                <a:lnTo>
                  <a:pt x="1127367" y="45237"/>
                </a:lnTo>
                <a:lnTo>
                  <a:pt x="1126606" y="44619"/>
                </a:lnTo>
                <a:lnTo>
                  <a:pt x="1125830" y="44020"/>
                </a:lnTo>
                <a:lnTo>
                  <a:pt x="1125036" y="43438"/>
                </a:lnTo>
                <a:lnTo>
                  <a:pt x="1124227" y="42876"/>
                </a:lnTo>
                <a:lnTo>
                  <a:pt x="1123400" y="42332"/>
                </a:lnTo>
                <a:lnTo>
                  <a:pt x="1122558" y="41806"/>
                </a:lnTo>
                <a:lnTo>
                  <a:pt x="1121700" y="41301"/>
                </a:lnTo>
                <a:lnTo>
                  <a:pt x="1120827" y="40816"/>
                </a:lnTo>
                <a:lnTo>
                  <a:pt x="1119940" y="40354"/>
                </a:lnTo>
                <a:lnTo>
                  <a:pt x="1119038" y="39913"/>
                </a:lnTo>
                <a:lnTo>
                  <a:pt x="1118122" y="39493"/>
                </a:lnTo>
                <a:lnTo>
                  <a:pt x="1117191" y="39095"/>
                </a:lnTo>
                <a:lnTo>
                  <a:pt x="1116246" y="38719"/>
                </a:lnTo>
                <a:lnTo>
                  <a:pt x="1115286" y="38364"/>
                </a:lnTo>
                <a:lnTo>
                  <a:pt x="1114311" y="38030"/>
                </a:lnTo>
                <a:lnTo>
                  <a:pt x="1113322" y="37718"/>
                </a:lnTo>
                <a:lnTo>
                  <a:pt x="1112318" y="37428"/>
                </a:lnTo>
                <a:lnTo>
                  <a:pt x="1111300" y="37159"/>
                </a:lnTo>
                <a:lnTo>
                  <a:pt x="1110268" y="36912"/>
                </a:lnTo>
                <a:lnTo>
                  <a:pt x="1109220" y="36686"/>
                </a:lnTo>
                <a:lnTo>
                  <a:pt x="1108158" y="36481"/>
                </a:lnTo>
                <a:lnTo>
                  <a:pt x="1107082" y="36299"/>
                </a:lnTo>
                <a:lnTo>
                  <a:pt x="1105991" y="36137"/>
                </a:lnTo>
                <a:lnTo>
                  <a:pt x="1104885" y="35997"/>
                </a:lnTo>
                <a:lnTo>
                  <a:pt x="1103765" y="35879"/>
                </a:lnTo>
                <a:lnTo>
                  <a:pt x="1102631" y="35782"/>
                </a:lnTo>
                <a:lnTo>
                  <a:pt x="1101481" y="35707"/>
                </a:lnTo>
                <a:lnTo>
                  <a:pt x="1100318" y="35653"/>
                </a:lnTo>
                <a:lnTo>
                  <a:pt x="1099139" y="35621"/>
                </a:lnTo>
                <a:lnTo>
                  <a:pt x="1097947" y="35610"/>
                </a:lnTo>
                <a:lnTo>
                  <a:pt x="1096778" y="35621"/>
                </a:lnTo>
                <a:lnTo>
                  <a:pt x="1095624" y="35653"/>
                </a:lnTo>
                <a:lnTo>
                  <a:pt x="1094483" y="35707"/>
                </a:lnTo>
                <a:lnTo>
                  <a:pt x="1093357" y="35782"/>
                </a:lnTo>
                <a:lnTo>
                  <a:pt x="1092245" y="35879"/>
                </a:lnTo>
                <a:lnTo>
                  <a:pt x="1091146" y="35997"/>
                </a:lnTo>
                <a:lnTo>
                  <a:pt x="1090062" y="36137"/>
                </a:lnTo>
                <a:lnTo>
                  <a:pt x="1088992" y="36299"/>
                </a:lnTo>
                <a:lnTo>
                  <a:pt x="1087936" y="36481"/>
                </a:lnTo>
                <a:lnTo>
                  <a:pt x="1086894" y="36686"/>
                </a:lnTo>
                <a:lnTo>
                  <a:pt x="1085866" y="36912"/>
                </a:lnTo>
                <a:lnTo>
                  <a:pt x="1084852" y="37159"/>
                </a:lnTo>
                <a:lnTo>
                  <a:pt x="1083852" y="37428"/>
                </a:lnTo>
                <a:lnTo>
                  <a:pt x="1082866" y="37718"/>
                </a:lnTo>
                <a:lnTo>
                  <a:pt x="1081894" y="38030"/>
                </a:lnTo>
                <a:lnTo>
                  <a:pt x="1080936" y="38364"/>
                </a:lnTo>
                <a:lnTo>
                  <a:pt x="1079992" y="38719"/>
                </a:lnTo>
                <a:lnTo>
                  <a:pt x="1079063" y="39095"/>
                </a:lnTo>
                <a:lnTo>
                  <a:pt x="1078147" y="39493"/>
                </a:lnTo>
                <a:lnTo>
                  <a:pt x="1077245" y="39913"/>
                </a:lnTo>
                <a:lnTo>
                  <a:pt x="1076358" y="40354"/>
                </a:lnTo>
                <a:lnTo>
                  <a:pt x="1075484" y="40816"/>
                </a:lnTo>
                <a:lnTo>
                  <a:pt x="1074625" y="41301"/>
                </a:lnTo>
                <a:lnTo>
                  <a:pt x="1073779" y="41806"/>
                </a:lnTo>
                <a:lnTo>
                  <a:pt x="1072949" y="42332"/>
                </a:lnTo>
                <a:lnTo>
                  <a:pt x="1072135" y="42876"/>
                </a:lnTo>
                <a:lnTo>
                  <a:pt x="1071338" y="43438"/>
                </a:lnTo>
                <a:lnTo>
                  <a:pt x="1070558" y="44020"/>
                </a:lnTo>
                <a:lnTo>
                  <a:pt x="1069794" y="44619"/>
                </a:lnTo>
                <a:lnTo>
                  <a:pt x="1069047" y="45237"/>
                </a:lnTo>
                <a:lnTo>
                  <a:pt x="1068317" y="45874"/>
                </a:lnTo>
                <a:lnTo>
                  <a:pt x="1067603" y="46529"/>
                </a:lnTo>
                <a:lnTo>
                  <a:pt x="1066906" y="47203"/>
                </a:lnTo>
                <a:lnTo>
                  <a:pt x="1066225" y="47895"/>
                </a:lnTo>
                <a:lnTo>
                  <a:pt x="1065561" y="48606"/>
                </a:lnTo>
                <a:lnTo>
                  <a:pt x="1064913" y="49335"/>
                </a:lnTo>
                <a:lnTo>
                  <a:pt x="1064283" y="50083"/>
                </a:lnTo>
                <a:lnTo>
                  <a:pt x="1063668" y="50849"/>
                </a:lnTo>
                <a:lnTo>
                  <a:pt x="1063071" y="51634"/>
                </a:lnTo>
                <a:lnTo>
                  <a:pt x="1062490" y="52438"/>
                </a:lnTo>
                <a:lnTo>
                  <a:pt x="1061926" y="53259"/>
                </a:lnTo>
                <a:lnTo>
                  <a:pt x="1061378" y="54100"/>
                </a:lnTo>
                <a:lnTo>
                  <a:pt x="1060847" y="54959"/>
                </a:lnTo>
                <a:lnTo>
                  <a:pt x="1060332" y="55836"/>
                </a:lnTo>
                <a:lnTo>
                  <a:pt x="1059834" y="56732"/>
                </a:lnTo>
                <a:lnTo>
                  <a:pt x="1059353" y="57647"/>
                </a:lnTo>
                <a:lnTo>
                  <a:pt x="1058888" y="58579"/>
                </a:lnTo>
                <a:lnTo>
                  <a:pt x="1058440" y="59531"/>
                </a:lnTo>
                <a:lnTo>
                  <a:pt x="1058009" y="60500"/>
                </a:lnTo>
                <a:lnTo>
                  <a:pt x="1057597" y="61485"/>
                </a:lnTo>
                <a:lnTo>
                  <a:pt x="1057203" y="62485"/>
                </a:lnTo>
                <a:lnTo>
                  <a:pt x="1056828" y="63502"/>
                </a:lnTo>
                <a:lnTo>
                  <a:pt x="1056470" y="64535"/>
                </a:lnTo>
                <a:lnTo>
                  <a:pt x="1056131" y="65584"/>
                </a:lnTo>
                <a:lnTo>
                  <a:pt x="1055811" y="66649"/>
                </a:lnTo>
                <a:lnTo>
                  <a:pt x="1055508" y="67730"/>
                </a:lnTo>
                <a:lnTo>
                  <a:pt x="1055224" y="68827"/>
                </a:lnTo>
                <a:lnTo>
                  <a:pt x="1054958" y="69941"/>
                </a:lnTo>
                <a:lnTo>
                  <a:pt x="1054711" y="71070"/>
                </a:lnTo>
                <a:lnTo>
                  <a:pt x="1054482" y="72215"/>
                </a:lnTo>
                <a:lnTo>
                  <a:pt x="1054271" y="73376"/>
                </a:lnTo>
                <a:lnTo>
                  <a:pt x="1054079" y="74554"/>
                </a:lnTo>
                <a:lnTo>
                  <a:pt x="1053905" y="75747"/>
                </a:lnTo>
                <a:lnTo>
                  <a:pt x="1053749" y="76957"/>
                </a:lnTo>
                <a:lnTo>
                  <a:pt x="1053612" y="78182"/>
                </a:lnTo>
                <a:lnTo>
                  <a:pt x="1053493" y="79423"/>
                </a:lnTo>
                <a:lnTo>
                  <a:pt x="1053392" y="80681"/>
                </a:lnTo>
                <a:lnTo>
                  <a:pt x="1053309" y="81955"/>
                </a:lnTo>
                <a:lnTo>
                  <a:pt x="1053245" y="83244"/>
                </a:lnTo>
                <a:lnTo>
                  <a:pt x="1053199" y="84550"/>
                </a:lnTo>
                <a:lnTo>
                  <a:pt x="1053172" y="85872"/>
                </a:lnTo>
                <a:lnTo>
                  <a:pt x="1053163" y="87210"/>
                </a:lnTo>
                <a:lnTo>
                  <a:pt x="1053172" y="88514"/>
                </a:lnTo>
                <a:lnTo>
                  <a:pt x="1053199" y="89804"/>
                </a:lnTo>
                <a:lnTo>
                  <a:pt x="1053245" y="91079"/>
                </a:lnTo>
                <a:lnTo>
                  <a:pt x="1053309" y="92338"/>
                </a:lnTo>
                <a:lnTo>
                  <a:pt x="1053392" y="93583"/>
                </a:lnTo>
                <a:lnTo>
                  <a:pt x="1053493" y="94813"/>
                </a:lnTo>
                <a:lnTo>
                  <a:pt x="1053612" y="96027"/>
                </a:lnTo>
                <a:lnTo>
                  <a:pt x="1053749" y="97227"/>
                </a:lnTo>
                <a:lnTo>
                  <a:pt x="1053905" y="98412"/>
                </a:lnTo>
                <a:lnTo>
                  <a:pt x="1054079" y="99581"/>
                </a:lnTo>
                <a:lnTo>
                  <a:pt x="1054271" y="100736"/>
                </a:lnTo>
                <a:lnTo>
                  <a:pt x="1054482" y="101876"/>
                </a:lnTo>
                <a:lnTo>
                  <a:pt x="1054711" y="103000"/>
                </a:lnTo>
                <a:lnTo>
                  <a:pt x="1054958" y="104110"/>
                </a:lnTo>
                <a:lnTo>
                  <a:pt x="1055224" y="105205"/>
                </a:lnTo>
                <a:lnTo>
                  <a:pt x="1055508" y="106285"/>
                </a:lnTo>
                <a:lnTo>
                  <a:pt x="1055811" y="107349"/>
                </a:lnTo>
                <a:lnTo>
                  <a:pt x="1056131" y="108399"/>
                </a:lnTo>
                <a:lnTo>
                  <a:pt x="1056470" y="109434"/>
                </a:lnTo>
                <a:lnTo>
                  <a:pt x="1056828" y="110454"/>
                </a:lnTo>
                <a:lnTo>
                  <a:pt x="1057203" y="111458"/>
                </a:lnTo>
                <a:lnTo>
                  <a:pt x="1057597" y="112448"/>
                </a:lnTo>
                <a:lnTo>
                  <a:pt x="1058009" y="113423"/>
                </a:lnTo>
                <a:lnTo>
                  <a:pt x="1058440" y="114383"/>
                </a:lnTo>
                <a:lnTo>
                  <a:pt x="1058888" y="115326"/>
                </a:lnTo>
                <a:lnTo>
                  <a:pt x="1059353" y="116250"/>
                </a:lnTo>
                <a:lnTo>
                  <a:pt x="1059834" y="117157"/>
                </a:lnTo>
                <a:lnTo>
                  <a:pt x="1060332" y="118045"/>
                </a:lnTo>
                <a:lnTo>
                  <a:pt x="1060847" y="118915"/>
                </a:lnTo>
                <a:lnTo>
                  <a:pt x="1061378" y="119766"/>
                </a:lnTo>
                <a:lnTo>
                  <a:pt x="1061926" y="120599"/>
                </a:lnTo>
                <a:lnTo>
                  <a:pt x="1062490" y="121414"/>
                </a:lnTo>
                <a:lnTo>
                  <a:pt x="1063071" y="122210"/>
                </a:lnTo>
                <a:lnTo>
                  <a:pt x="1063668" y="122988"/>
                </a:lnTo>
                <a:lnTo>
                  <a:pt x="1064283" y="123748"/>
                </a:lnTo>
                <a:lnTo>
                  <a:pt x="1064913" y="124490"/>
                </a:lnTo>
                <a:lnTo>
                  <a:pt x="1065561" y="125213"/>
                </a:lnTo>
                <a:lnTo>
                  <a:pt x="1066225" y="125917"/>
                </a:lnTo>
                <a:lnTo>
                  <a:pt x="1066906" y="126604"/>
                </a:lnTo>
                <a:lnTo>
                  <a:pt x="1067603" y="127272"/>
                </a:lnTo>
                <a:lnTo>
                  <a:pt x="1068317" y="127922"/>
                </a:lnTo>
                <a:lnTo>
                  <a:pt x="1069047" y="128553"/>
                </a:lnTo>
                <a:lnTo>
                  <a:pt x="1069794" y="129166"/>
                </a:lnTo>
                <a:lnTo>
                  <a:pt x="1070558" y="129761"/>
                </a:lnTo>
                <a:lnTo>
                  <a:pt x="1071338" y="130337"/>
                </a:lnTo>
                <a:lnTo>
                  <a:pt x="1072135" y="130895"/>
                </a:lnTo>
                <a:lnTo>
                  <a:pt x="1072949" y="131435"/>
                </a:lnTo>
                <a:lnTo>
                  <a:pt x="1073779" y="131956"/>
                </a:lnTo>
                <a:lnTo>
                  <a:pt x="1074625" y="132458"/>
                </a:lnTo>
                <a:lnTo>
                  <a:pt x="1075484" y="132938"/>
                </a:lnTo>
                <a:lnTo>
                  <a:pt x="1076358" y="133396"/>
                </a:lnTo>
                <a:lnTo>
                  <a:pt x="1077245" y="133834"/>
                </a:lnTo>
                <a:lnTo>
                  <a:pt x="1078147" y="134250"/>
                </a:lnTo>
                <a:lnTo>
                  <a:pt x="1079063" y="134644"/>
                </a:lnTo>
                <a:lnTo>
                  <a:pt x="1079992" y="135018"/>
                </a:lnTo>
                <a:lnTo>
                  <a:pt x="1080936" y="135370"/>
                </a:lnTo>
                <a:lnTo>
                  <a:pt x="1081894" y="135700"/>
                </a:lnTo>
                <a:lnTo>
                  <a:pt x="1082866" y="136009"/>
                </a:lnTo>
                <a:lnTo>
                  <a:pt x="1083852" y="136297"/>
                </a:lnTo>
                <a:lnTo>
                  <a:pt x="1084852" y="136564"/>
                </a:lnTo>
                <a:lnTo>
                  <a:pt x="1085866" y="136809"/>
                </a:lnTo>
                <a:lnTo>
                  <a:pt x="1086894" y="137033"/>
                </a:lnTo>
                <a:lnTo>
                  <a:pt x="1087936" y="137236"/>
                </a:lnTo>
                <a:lnTo>
                  <a:pt x="1088992" y="137417"/>
                </a:lnTo>
                <a:lnTo>
                  <a:pt x="1090062" y="137577"/>
                </a:lnTo>
                <a:lnTo>
                  <a:pt x="1091146" y="137716"/>
                </a:lnTo>
                <a:lnTo>
                  <a:pt x="1092245" y="137833"/>
                </a:lnTo>
                <a:lnTo>
                  <a:pt x="1093357" y="137929"/>
                </a:lnTo>
                <a:lnTo>
                  <a:pt x="1094483" y="138004"/>
                </a:lnTo>
                <a:lnTo>
                  <a:pt x="1095624" y="138057"/>
                </a:lnTo>
                <a:lnTo>
                  <a:pt x="1096778" y="138089"/>
                </a:lnTo>
                <a:lnTo>
                  <a:pt x="1097947" y="138100"/>
                </a:lnTo>
                <a:lnTo>
                  <a:pt x="1099139" y="138089"/>
                </a:lnTo>
                <a:lnTo>
                  <a:pt x="1100318" y="138057"/>
                </a:lnTo>
                <a:lnTo>
                  <a:pt x="1101481" y="138004"/>
                </a:lnTo>
                <a:lnTo>
                  <a:pt x="1102631" y="137929"/>
                </a:lnTo>
                <a:lnTo>
                  <a:pt x="1103765" y="137833"/>
                </a:lnTo>
                <a:close/>
                <a:moveTo>
                  <a:pt x="1093817" y="124769"/>
                </a:moveTo>
                <a:lnTo>
                  <a:pt x="1093036" y="124676"/>
                </a:lnTo>
                <a:lnTo>
                  <a:pt x="1092270" y="124566"/>
                </a:lnTo>
                <a:lnTo>
                  <a:pt x="1091518" y="124439"/>
                </a:lnTo>
                <a:lnTo>
                  <a:pt x="1090782" y="124295"/>
                </a:lnTo>
                <a:lnTo>
                  <a:pt x="1090060" y="124134"/>
                </a:lnTo>
                <a:lnTo>
                  <a:pt x="1089354" y="123957"/>
                </a:lnTo>
                <a:lnTo>
                  <a:pt x="1088662" y="123762"/>
                </a:lnTo>
                <a:lnTo>
                  <a:pt x="1087985" y="123551"/>
                </a:lnTo>
                <a:lnTo>
                  <a:pt x="1087323" y="123322"/>
                </a:lnTo>
                <a:lnTo>
                  <a:pt x="1086676" y="123077"/>
                </a:lnTo>
                <a:lnTo>
                  <a:pt x="1086044" y="122814"/>
                </a:lnTo>
                <a:lnTo>
                  <a:pt x="1085426" y="122535"/>
                </a:lnTo>
                <a:lnTo>
                  <a:pt x="1084824" y="122239"/>
                </a:lnTo>
                <a:lnTo>
                  <a:pt x="1084236" y="121926"/>
                </a:lnTo>
                <a:lnTo>
                  <a:pt x="1083664" y="121596"/>
                </a:lnTo>
                <a:lnTo>
                  <a:pt x="1083106" y="121249"/>
                </a:lnTo>
                <a:lnTo>
                  <a:pt x="1082563" y="120885"/>
                </a:lnTo>
                <a:lnTo>
                  <a:pt x="1082035" y="120505"/>
                </a:lnTo>
                <a:lnTo>
                  <a:pt x="1081522" y="120107"/>
                </a:lnTo>
                <a:lnTo>
                  <a:pt x="1081023" y="119694"/>
                </a:lnTo>
                <a:lnTo>
                  <a:pt x="1080535" y="119269"/>
                </a:lnTo>
                <a:lnTo>
                  <a:pt x="1080059" y="118830"/>
                </a:lnTo>
                <a:lnTo>
                  <a:pt x="1079595" y="118379"/>
                </a:lnTo>
                <a:lnTo>
                  <a:pt x="1079142" y="117915"/>
                </a:lnTo>
                <a:lnTo>
                  <a:pt x="1078702" y="117438"/>
                </a:lnTo>
                <a:lnTo>
                  <a:pt x="1078273" y="116948"/>
                </a:lnTo>
                <a:lnTo>
                  <a:pt x="1077856" y="116446"/>
                </a:lnTo>
                <a:lnTo>
                  <a:pt x="1077451" y="115930"/>
                </a:lnTo>
                <a:lnTo>
                  <a:pt x="1077058" y="115402"/>
                </a:lnTo>
                <a:lnTo>
                  <a:pt x="1076676" y="114861"/>
                </a:lnTo>
                <a:lnTo>
                  <a:pt x="1076307" y="114307"/>
                </a:lnTo>
                <a:lnTo>
                  <a:pt x="1075949" y="113740"/>
                </a:lnTo>
                <a:lnTo>
                  <a:pt x="1075603" y="113161"/>
                </a:lnTo>
                <a:lnTo>
                  <a:pt x="1075269" y="112569"/>
                </a:lnTo>
                <a:lnTo>
                  <a:pt x="1074946" y="111963"/>
                </a:lnTo>
                <a:lnTo>
                  <a:pt x="1074636" y="111345"/>
                </a:lnTo>
                <a:lnTo>
                  <a:pt x="1074337" y="110715"/>
                </a:lnTo>
                <a:lnTo>
                  <a:pt x="1074050" y="110071"/>
                </a:lnTo>
                <a:lnTo>
                  <a:pt x="1073775" y="109415"/>
                </a:lnTo>
                <a:lnTo>
                  <a:pt x="1073512" y="108745"/>
                </a:lnTo>
                <a:lnTo>
                  <a:pt x="1073260" y="108063"/>
                </a:lnTo>
                <a:lnTo>
                  <a:pt x="1073020" y="107368"/>
                </a:lnTo>
                <a:lnTo>
                  <a:pt x="1072793" y="106661"/>
                </a:lnTo>
                <a:lnTo>
                  <a:pt x="1072575" y="105943"/>
                </a:lnTo>
                <a:lnTo>
                  <a:pt x="1072367" y="105216"/>
                </a:lnTo>
                <a:lnTo>
                  <a:pt x="1072168" y="104482"/>
                </a:lnTo>
                <a:lnTo>
                  <a:pt x="1071979" y="103740"/>
                </a:lnTo>
                <a:lnTo>
                  <a:pt x="1071798" y="102990"/>
                </a:lnTo>
                <a:lnTo>
                  <a:pt x="1071627" y="102232"/>
                </a:lnTo>
                <a:lnTo>
                  <a:pt x="1071466" y="101466"/>
                </a:lnTo>
                <a:lnTo>
                  <a:pt x="1071313" y="100691"/>
                </a:lnTo>
                <a:lnTo>
                  <a:pt x="1071170" y="99909"/>
                </a:lnTo>
                <a:lnTo>
                  <a:pt x="1071036" y="99119"/>
                </a:lnTo>
                <a:lnTo>
                  <a:pt x="1070911" y="98321"/>
                </a:lnTo>
                <a:lnTo>
                  <a:pt x="1070795" y="97515"/>
                </a:lnTo>
                <a:lnTo>
                  <a:pt x="1070689" y="96700"/>
                </a:lnTo>
                <a:lnTo>
                  <a:pt x="1070592" y="95878"/>
                </a:lnTo>
                <a:lnTo>
                  <a:pt x="1070504" y="95048"/>
                </a:lnTo>
                <a:lnTo>
                  <a:pt x="1070425" y="94210"/>
                </a:lnTo>
                <a:lnTo>
                  <a:pt x="1070356" y="93364"/>
                </a:lnTo>
                <a:lnTo>
                  <a:pt x="1070296" y="92509"/>
                </a:lnTo>
                <a:lnTo>
                  <a:pt x="1070245" y="91647"/>
                </a:lnTo>
                <a:lnTo>
                  <a:pt x="1070203" y="90777"/>
                </a:lnTo>
                <a:lnTo>
                  <a:pt x="1070171" y="89899"/>
                </a:lnTo>
                <a:lnTo>
                  <a:pt x="1070148" y="89012"/>
                </a:lnTo>
                <a:lnTo>
                  <a:pt x="1070134" y="88118"/>
                </a:lnTo>
                <a:lnTo>
                  <a:pt x="1070129" y="87216"/>
                </a:lnTo>
                <a:lnTo>
                  <a:pt x="1070134" y="86296"/>
                </a:lnTo>
                <a:lnTo>
                  <a:pt x="1070148" y="85385"/>
                </a:lnTo>
                <a:lnTo>
                  <a:pt x="1070171" y="84481"/>
                </a:lnTo>
                <a:lnTo>
                  <a:pt x="1070203" y="83586"/>
                </a:lnTo>
                <a:lnTo>
                  <a:pt x="1070245" y="82699"/>
                </a:lnTo>
                <a:lnTo>
                  <a:pt x="1070296" y="81821"/>
                </a:lnTo>
                <a:lnTo>
                  <a:pt x="1070356" y="80950"/>
                </a:lnTo>
                <a:lnTo>
                  <a:pt x="1070425" y="80088"/>
                </a:lnTo>
                <a:lnTo>
                  <a:pt x="1070504" y="79234"/>
                </a:lnTo>
                <a:lnTo>
                  <a:pt x="1070592" y="78388"/>
                </a:lnTo>
                <a:lnTo>
                  <a:pt x="1070689" y="77550"/>
                </a:lnTo>
                <a:lnTo>
                  <a:pt x="1070795" y="76721"/>
                </a:lnTo>
                <a:lnTo>
                  <a:pt x="1070911" y="75900"/>
                </a:lnTo>
                <a:lnTo>
                  <a:pt x="1071036" y="75087"/>
                </a:lnTo>
                <a:lnTo>
                  <a:pt x="1071170" y="74282"/>
                </a:lnTo>
                <a:lnTo>
                  <a:pt x="1071313" y="73485"/>
                </a:lnTo>
                <a:lnTo>
                  <a:pt x="1071466" y="72697"/>
                </a:lnTo>
                <a:lnTo>
                  <a:pt x="1071627" y="71916"/>
                </a:lnTo>
                <a:lnTo>
                  <a:pt x="1071798" y="71144"/>
                </a:lnTo>
                <a:lnTo>
                  <a:pt x="1071979" y="70380"/>
                </a:lnTo>
                <a:lnTo>
                  <a:pt x="1072168" y="69625"/>
                </a:lnTo>
                <a:lnTo>
                  <a:pt x="1072367" y="68877"/>
                </a:lnTo>
                <a:lnTo>
                  <a:pt x="1072575" y="68138"/>
                </a:lnTo>
                <a:lnTo>
                  <a:pt x="1072793" y="67407"/>
                </a:lnTo>
                <a:lnTo>
                  <a:pt x="1073020" y="66687"/>
                </a:lnTo>
                <a:lnTo>
                  <a:pt x="1073260" y="65979"/>
                </a:lnTo>
                <a:lnTo>
                  <a:pt x="1073512" y="65285"/>
                </a:lnTo>
                <a:lnTo>
                  <a:pt x="1073775" y="64603"/>
                </a:lnTo>
                <a:lnTo>
                  <a:pt x="1074050" y="63935"/>
                </a:lnTo>
                <a:lnTo>
                  <a:pt x="1074337" y="63279"/>
                </a:lnTo>
                <a:lnTo>
                  <a:pt x="1074636" y="62637"/>
                </a:lnTo>
                <a:lnTo>
                  <a:pt x="1074946" y="62008"/>
                </a:lnTo>
                <a:lnTo>
                  <a:pt x="1075269" y="61391"/>
                </a:lnTo>
                <a:lnTo>
                  <a:pt x="1075603" y="60788"/>
                </a:lnTo>
                <a:lnTo>
                  <a:pt x="1075949" y="60198"/>
                </a:lnTo>
                <a:lnTo>
                  <a:pt x="1076307" y="59620"/>
                </a:lnTo>
                <a:lnTo>
                  <a:pt x="1076676" y="59056"/>
                </a:lnTo>
                <a:lnTo>
                  <a:pt x="1077058" y="58505"/>
                </a:lnTo>
                <a:lnTo>
                  <a:pt x="1077451" y="57967"/>
                </a:lnTo>
                <a:lnTo>
                  <a:pt x="1077856" y="57441"/>
                </a:lnTo>
                <a:lnTo>
                  <a:pt x="1078273" y="56929"/>
                </a:lnTo>
                <a:lnTo>
                  <a:pt x="1078702" y="56430"/>
                </a:lnTo>
                <a:lnTo>
                  <a:pt x="1079142" y="55944"/>
                </a:lnTo>
                <a:lnTo>
                  <a:pt x="1079595" y="55471"/>
                </a:lnTo>
                <a:lnTo>
                  <a:pt x="1080059" y="55010"/>
                </a:lnTo>
                <a:lnTo>
                  <a:pt x="1080535" y="54563"/>
                </a:lnTo>
                <a:lnTo>
                  <a:pt x="1081023" y="54129"/>
                </a:lnTo>
                <a:lnTo>
                  <a:pt x="1081522" y="53708"/>
                </a:lnTo>
                <a:lnTo>
                  <a:pt x="1082035" y="53302"/>
                </a:lnTo>
                <a:lnTo>
                  <a:pt x="1082563" y="52913"/>
                </a:lnTo>
                <a:lnTo>
                  <a:pt x="1083106" y="52541"/>
                </a:lnTo>
                <a:lnTo>
                  <a:pt x="1083664" y="52187"/>
                </a:lnTo>
                <a:lnTo>
                  <a:pt x="1084236" y="51850"/>
                </a:lnTo>
                <a:lnTo>
                  <a:pt x="1084824" y="51530"/>
                </a:lnTo>
                <a:lnTo>
                  <a:pt x="1085426" y="51227"/>
                </a:lnTo>
                <a:lnTo>
                  <a:pt x="1086044" y="50942"/>
                </a:lnTo>
                <a:lnTo>
                  <a:pt x="1086676" y="50674"/>
                </a:lnTo>
                <a:lnTo>
                  <a:pt x="1087323" y="50424"/>
                </a:lnTo>
                <a:lnTo>
                  <a:pt x="1087985" y="50190"/>
                </a:lnTo>
                <a:lnTo>
                  <a:pt x="1088662" y="49974"/>
                </a:lnTo>
                <a:lnTo>
                  <a:pt x="1089354" y="49775"/>
                </a:lnTo>
                <a:lnTo>
                  <a:pt x="1090060" y="49594"/>
                </a:lnTo>
                <a:lnTo>
                  <a:pt x="1090782" y="49430"/>
                </a:lnTo>
                <a:lnTo>
                  <a:pt x="1091518" y="49283"/>
                </a:lnTo>
                <a:lnTo>
                  <a:pt x="1092270" y="49153"/>
                </a:lnTo>
                <a:lnTo>
                  <a:pt x="1093036" y="49041"/>
                </a:lnTo>
                <a:lnTo>
                  <a:pt x="1093817" y="48946"/>
                </a:lnTo>
                <a:lnTo>
                  <a:pt x="1094613" y="48868"/>
                </a:lnTo>
                <a:lnTo>
                  <a:pt x="1095424" y="48807"/>
                </a:lnTo>
                <a:lnTo>
                  <a:pt x="1096250" y="48764"/>
                </a:lnTo>
                <a:lnTo>
                  <a:pt x="1097091" y="48738"/>
                </a:lnTo>
                <a:lnTo>
                  <a:pt x="1097947" y="48730"/>
                </a:lnTo>
                <a:lnTo>
                  <a:pt x="1098827" y="48738"/>
                </a:lnTo>
                <a:lnTo>
                  <a:pt x="1099692" y="48764"/>
                </a:lnTo>
                <a:lnTo>
                  <a:pt x="1100542" y="48807"/>
                </a:lnTo>
                <a:lnTo>
                  <a:pt x="1101377" y="48868"/>
                </a:lnTo>
                <a:lnTo>
                  <a:pt x="1102197" y="48946"/>
                </a:lnTo>
                <a:lnTo>
                  <a:pt x="1103002" y="49041"/>
                </a:lnTo>
                <a:lnTo>
                  <a:pt x="1103792" y="49153"/>
                </a:lnTo>
                <a:lnTo>
                  <a:pt x="1104567" y="49283"/>
                </a:lnTo>
                <a:lnTo>
                  <a:pt x="1105326" y="49430"/>
                </a:lnTo>
                <a:lnTo>
                  <a:pt x="1106071" y="49594"/>
                </a:lnTo>
                <a:lnTo>
                  <a:pt x="1106800" y="49775"/>
                </a:lnTo>
                <a:lnTo>
                  <a:pt x="1107515" y="49974"/>
                </a:lnTo>
                <a:lnTo>
                  <a:pt x="1108214" y="50190"/>
                </a:lnTo>
                <a:lnTo>
                  <a:pt x="1108899" y="50424"/>
                </a:lnTo>
                <a:lnTo>
                  <a:pt x="1109568" y="50674"/>
                </a:lnTo>
                <a:lnTo>
                  <a:pt x="1110222" y="50942"/>
                </a:lnTo>
                <a:lnTo>
                  <a:pt x="1110861" y="51227"/>
                </a:lnTo>
                <a:lnTo>
                  <a:pt x="1111485" y="51530"/>
                </a:lnTo>
                <a:lnTo>
                  <a:pt x="1112094" y="51850"/>
                </a:lnTo>
                <a:lnTo>
                  <a:pt x="1112688" y="52187"/>
                </a:lnTo>
                <a:lnTo>
                  <a:pt x="1113267" y="52541"/>
                </a:lnTo>
                <a:lnTo>
                  <a:pt x="1113831" y="52913"/>
                </a:lnTo>
                <a:lnTo>
                  <a:pt x="1114379" y="53302"/>
                </a:lnTo>
                <a:lnTo>
                  <a:pt x="1114913" y="53708"/>
                </a:lnTo>
                <a:lnTo>
                  <a:pt x="1115433" y="54129"/>
                </a:lnTo>
                <a:lnTo>
                  <a:pt x="1115941" y="54563"/>
                </a:lnTo>
                <a:lnTo>
                  <a:pt x="1116436" y="55010"/>
                </a:lnTo>
                <a:lnTo>
                  <a:pt x="1116919" y="55471"/>
                </a:lnTo>
                <a:lnTo>
                  <a:pt x="1117389" y="55944"/>
                </a:lnTo>
                <a:lnTo>
                  <a:pt x="1117848" y="56430"/>
                </a:lnTo>
                <a:lnTo>
                  <a:pt x="1118294" y="56929"/>
                </a:lnTo>
                <a:lnTo>
                  <a:pt x="1118727" y="57441"/>
                </a:lnTo>
                <a:lnTo>
                  <a:pt x="1119149" y="57967"/>
                </a:lnTo>
                <a:lnTo>
                  <a:pt x="1119558" y="58505"/>
                </a:lnTo>
                <a:lnTo>
                  <a:pt x="1119954" y="59056"/>
                </a:lnTo>
                <a:lnTo>
                  <a:pt x="1120338" y="59620"/>
                </a:lnTo>
                <a:lnTo>
                  <a:pt x="1120710" y="60198"/>
                </a:lnTo>
                <a:lnTo>
                  <a:pt x="1121070" y="60788"/>
                </a:lnTo>
                <a:lnTo>
                  <a:pt x="1121417" y="61391"/>
                </a:lnTo>
                <a:lnTo>
                  <a:pt x="1121752" y="62008"/>
                </a:lnTo>
                <a:lnTo>
                  <a:pt x="1122075" y="62637"/>
                </a:lnTo>
                <a:lnTo>
                  <a:pt x="1122385" y="63279"/>
                </a:lnTo>
                <a:lnTo>
                  <a:pt x="1122683" y="63935"/>
                </a:lnTo>
                <a:lnTo>
                  <a:pt x="1122969" y="64603"/>
                </a:lnTo>
                <a:lnTo>
                  <a:pt x="1123242" y="65285"/>
                </a:lnTo>
                <a:lnTo>
                  <a:pt x="1123503" y="65979"/>
                </a:lnTo>
                <a:lnTo>
                  <a:pt x="1123752" y="66687"/>
                </a:lnTo>
                <a:lnTo>
                  <a:pt x="1123988" y="67407"/>
                </a:lnTo>
                <a:lnTo>
                  <a:pt x="1124214" y="68138"/>
                </a:lnTo>
                <a:lnTo>
                  <a:pt x="1124429" y="68877"/>
                </a:lnTo>
                <a:lnTo>
                  <a:pt x="1124636" y="69625"/>
                </a:lnTo>
                <a:lnTo>
                  <a:pt x="1124832" y="70380"/>
                </a:lnTo>
                <a:lnTo>
                  <a:pt x="1125019" y="71144"/>
                </a:lnTo>
                <a:lnTo>
                  <a:pt x="1125197" y="71916"/>
                </a:lnTo>
                <a:lnTo>
                  <a:pt x="1125364" y="72697"/>
                </a:lnTo>
                <a:lnTo>
                  <a:pt x="1125523" y="73485"/>
                </a:lnTo>
                <a:lnTo>
                  <a:pt x="1125671" y="74282"/>
                </a:lnTo>
                <a:lnTo>
                  <a:pt x="1125810" y="75087"/>
                </a:lnTo>
                <a:lnTo>
                  <a:pt x="1125940" y="75900"/>
                </a:lnTo>
                <a:lnTo>
                  <a:pt x="1126060" y="76721"/>
                </a:lnTo>
                <a:lnTo>
                  <a:pt x="1126170" y="77550"/>
                </a:lnTo>
                <a:lnTo>
                  <a:pt x="1126271" y="78388"/>
                </a:lnTo>
                <a:lnTo>
                  <a:pt x="1126362" y="79234"/>
                </a:lnTo>
                <a:lnTo>
                  <a:pt x="1126443" y="80088"/>
                </a:lnTo>
                <a:lnTo>
                  <a:pt x="1126515" y="80950"/>
                </a:lnTo>
                <a:lnTo>
                  <a:pt x="1126578" y="81821"/>
                </a:lnTo>
                <a:lnTo>
                  <a:pt x="1126630" y="82699"/>
                </a:lnTo>
                <a:lnTo>
                  <a:pt x="1126674" y="83586"/>
                </a:lnTo>
                <a:lnTo>
                  <a:pt x="1126707" y="84481"/>
                </a:lnTo>
                <a:lnTo>
                  <a:pt x="1126731" y="85385"/>
                </a:lnTo>
                <a:lnTo>
                  <a:pt x="1126745" y="86296"/>
                </a:lnTo>
                <a:lnTo>
                  <a:pt x="1126750" y="87216"/>
                </a:lnTo>
                <a:lnTo>
                  <a:pt x="1126745" y="88118"/>
                </a:lnTo>
                <a:lnTo>
                  <a:pt x="1126731" y="89012"/>
                </a:lnTo>
                <a:lnTo>
                  <a:pt x="1126707" y="89899"/>
                </a:lnTo>
                <a:lnTo>
                  <a:pt x="1126674" y="90777"/>
                </a:lnTo>
                <a:lnTo>
                  <a:pt x="1126630" y="91647"/>
                </a:lnTo>
                <a:lnTo>
                  <a:pt x="1126578" y="92509"/>
                </a:lnTo>
                <a:lnTo>
                  <a:pt x="1126515" y="93364"/>
                </a:lnTo>
                <a:lnTo>
                  <a:pt x="1126443" y="94210"/>
                </a:lnTo>
                <a:lnTo>
                  <a:pt x="1126362" y="95048"/>
                </a:lnTo>
                <a:lnTo>
                  <a:pt x="1126271" y="95878"/>
                </a:lnTo>
                <a:lnTo>
                  <a:pt x="1126170" y="96700"/>
                </a:lnTo>
                <a:lnTo>
                  <a:pt x="1126060" y="97515"/>
                </a:lnTo>
                <a:lnTo>
                  <a:pt x="1125940" y="98321"/>
                </a:lnTo>
                <a:lnTo>
                  <a:pt x="1125810" y="99119"/>
                </a:lnTo>
                <a:lnTo>
                  <a:pt x="1125671" y="99909"/>
                </a:lnTo>
                <a:lnTo>
                  <a:pt x="1125523" y="100691"/>
                </a:lnTo>
                <a:lnTo>
                  <a:pt x="1125364" y="101466"/>
                </a:lnTo>
                <a:lnTo>
                  <a:pt x="1125197" y="102232"/>
                </a:lnTo>
                <a:lnTo>
                  <a:pt x="1125019" y="102990"/>
                </a:lnTo>
                <a:lnTo>
                  <a:pt x="1124832" y="103740"/>
                </a:lnTo>
                <a:lnTo>
                  <a:pt x="1124636" y="104482"/>
                </a:lnTo>
                <a:lnTo>
                  <a:pt x="1124429" y="105216"/>
                </a:lnTo>
                <a:lnTo>
                  <a:pt x="1124214" y="105943"/>
                </a:lnTo>
                <a:lnTo>
                  <a:pt x="1123988" y="106661"/>
                </a:lnTo>
                <a:lnTo>
                  <a:pt x="1123752" y="107368"/>
                </a:lnTo>
                <a:lnTo>
                  <a:pt x="1123503" y="108063"/>
                </a:lnTo>
                <a:lnTo>
                  <a:pt x="1123242" y="108745"/>
                </a:lnTo>
                <a:lnTo>
                  <a:pt x="1122969" y="109415"/>
                </a:lnTo>
                <a:lnTo>
                  <a:pt x="1122683" y="110071"/>
                </a:lnTo>
                <a:lnTo>
                  <a:pt x="1122385" y="110715"/>
                </a:lnTo>
                <a:lnTo>
                  <a:pt x="1122075" y="111345"/>
                </a:lnTo>
                <a:lnTo>
                  <a:pt x="1121752" y="111963"/>
                </a:lnTo>
                <a:lnTo>
                  <a:pt x="1121417" y="112569"/>
                </a:lnTo>
                <a:lnTo>
                  <a:pt x="1121070" y="113161"/>
                </a:lnTo>
                <a:lnTo>
                  <a:pt x="1120710" y="113740"/>
                </a:lnTo>
                <a:lnTo>
                  <a:pt x="1120338" y="114307"/>
                </a:lnTo>
                <a:lnTo>
                  <a:pt x="1119954" y="114861"/>
                </a:lnTo>
                <a:lnTo>
                  <a:pt x="1119558" y="115402"/>
                </a:lnTo>
                <a:lnTo>
                  <a:pt x="1119149" y="115930"/>
                </a:lnTo>
                <a:lnTo>
                  <a:pt x="1118727" y="116446"/>
                </a:lnTo>
                <a:lnTo>
                  <a:pt x="1118294" y="116948"/>
                </a:lnTo>
                <a:lnTo>
                  <a:pt x="1117848" y="117438"/>
                </a:lnTo>
                <a:lnTo>
                  <a:pt x="1117389" y="117915"/>
                </a:lnTo>
                <a:lnTo>
                  <a:pt x="1116919" y="118379"/>
                </a:lnTo>
                <a:lnTo>
                  <a:pt x="1116436" y="118830"/>
                </a:lnTo>
                <a:lnTo>
                  <a:pt x="1115941" y="119269"/>
                </a:lnTo>
                <a:lnTo>
                  <a:pt x="1115433" y="119694"/>
                </a:lnTo>
                <a:lnTo>
                  <a:pt x="1114913" y="120107"/>
                </a:lnTo>
                <a:lnTo>
                  <a:pt x="1114379" y="120505"/>
                </a:lnTo>
                <a:lnTo>
                  <a:pt x="1113831" y="120885"/>
                </a:lnTo>
                <a:lnTo>
                  <a:pt x="1113267" y="121249"/>
                </a:lnTo>
                <a:lnTo>
                  <a:pt x="1112688" y="121596"/>
                </a:lnTo>
                <a:lnTo>
                  <a:pt x="1112094" y="121926"/>
                </a:lnTo>
                <a:lnTo>
                  <a:pt x="1111485" y="122239"/>
                </a:lnTo>
                <a:lnTo>
                  <a:pt x="1110861" y="122535"/>
                </a:lnTo>
                <a:lnTo>
                  <a:pt x="1110222" y="122814"/>
                </a:lnTo>
                <a:lnTo>
                  <a:pt x="1109568" y="123077"/>
                </a:lnTo>
                <a:lnTo>
                  <a:pt x="1108899" y="123322"/>
                </a:lnTo>
                <a:lnTo>
                  <a:pt x="1108214" y="123551"/>
                </a:lnTo>
                <a:lnTo>
                  <a:pt x="1107515" y="123762"/>
                </a:lnTo>
                <a:lnTo>
                  <a:pt x="1106800" y="123957"/>
                </a:lnTo>
                <a:lnTo>
                  <a:pt x="1106071" y="124134"/>
                </a:lnTo>
                <a:lnTo>
                  <a:pt x="1105326" y="124295"/>
                </a:lnTo>
                <a:lnTo>
                  <a:pt x="1104567" y="124439"/>
                </a:lnTo>
                <a:lnTo>
                  <a:pt x="1103792" y="124566"/>
                </a:lnTo>
                <a:lnTo>
                  <a:pt x="1103002" y="124676"/>
                </a:lnTo>
                <a:lnTo>
                  <a:pt x="1102197" y="124769"/>
                </a:lnTo>
                <a:lnTo>
                  <a:pt x="1101377" y="124845"/>
                </a:lnTo>
                <a:lnTo>
                  <a:pt x="1100542" y="124904"/>
                </a:lnTo>
                <a:lnTo>
                  <a:pt x="1099692" y="124947"/>
                </a:lnTo>
                <a:lnTo>
                  <a:pt x="1098827" y="124972"/>
                </a:lnTo>
                <a:lnTo>
                  <a:pt x="1097947" y="124981"/>
                </a:lnTo>
                <a:lnTo>
                  <a:pt x="1097091" y="124972"/>
                </a:lnTo>
                <a:lnTo>
                  <a:pt x="1096250" y="124947"/>
                </a:lnTo>
                <a:lnTo>
                  <a:pt x="1095424" y="124904"/>
                </a:lnTo>
                <a:lnTo>
                  <a:pt x="1094613" y="124845"/>
                </a:lnTo>
                <a:lnTo>
                  <a:pt x="1093817" y="124769"/>
                </a:lnTo>
                <a:close/>
                <a:moveTo>
                  <a:pt x="1330120" y="137921"/>
                </a:moveTo>
                <a:lnTo>
                  <a:pt x="1331069" y="137843"/>
                </a:lnTo>
                <a:lnTo>
                  <a:pt x="1332006" y="137750"/>
                </a:lnTo>
                <a:lnTo>
                  <a:pt x="1332933" y="137642"/>
                </a:lnTo>
                <a:lnTo>
                  <a:pt x="1333848" y="137521"/>
                </a:lnTo>
                <a:lnTo>
                  <a:pt x="1334751" y="137385"/>
                </a:lnTo>
                <a:lnTo>
                  <a:pt x="1335644" y="137235"/>
                </a:lnTo>
                <a:lnTo>
                  <a:pt x="1336525" y="137070"/>
                </a:lnTo>
                <a:lnTo>
                  <a:pt x="1337395" y="136892"/>
                </a:lnTo>
                <a:lnTo>
                  <a:pt x="1338253" y="136699"/>
                </a:lnTo>
                <a:lnTo>
                  <a:pt x="1339100" y="136491"/>
                </a:lnTo>
                <a:lnTo>
                  <a:pt x="1339936" y="136270"/>
                </a:lnTo>
                <a:lnTo>
                  <a:pt x="1340761" y="136034"/>
                </a:lnTo>
                <a:lnTo>
                  <a:pt x="1341574" y="135783"/>
                </a:lnTo>
                <a:lnTo>
                  <a:pt x="1342376" y="135519"/>
                </a:lnTo>
                <a:lnTo>
                  <a:pt x="1343167" y="135240"/>
                </a:lnTo>
                <a:lnTo>
                  <a:pt x="1343946" y="134947"/>
                </a:lnTo>
                <a:lnTo>
                  <a:pt x="1344714" y="134639"/>
                </a:lnTo>
                <a:lnTo>
                  <a:pt x="1345471" y="134318"/>
                </a:lnTo>
                <a:lnTo>
                  <a:pt x="1346216" y="133982"/>
                </a:lnTo>
                <a:lnTo>
                  <a:pt x="1346949" y="133632"/>
                </a:lnTo>
                <a:lnTo>
                  <a:pt x="1347669" y="133271"/>
                </a:lnTo>
                <a:lnTo>
                  <a:pt x="1348374" y="132897"/>
                </a:lnTo>
                <a:lnTo>
                  <a:pt x="1349066" y="132512"/>
                </a:lnTo>
                <a:lnTo>
                  <a:pt x="1349744" y="132114"/>
                </a:lnTo>
                <a:lnTo>
                  <a:pt x="1350409" y="131705"/>
                </a:lnTo>
                <a:lnTo>
                  <a:pt x="1351060" y="131283"/>
                </a:lnTo>
                <a:lnTo>
                  <a:pt x="1351697" y="130850"/>
                </a:lnTo>
                <a:lnTo>
                  <a:pt x="1352320" y="130404"/>
                </a:lnTo>
                <a:lnTo>
                  <a:pt x="1352930" y="129947"/>
                </a:lnTo>
                <a:lnTo>
                  <a:pt x="1353526" y="129477"/>
                </a:lnTo>
                <a:lnTo>
                  <a:pt x="1354108" y="128996"/>
                </a:lnTo>
                <a:lnTo>
                  <a:pt x="1354676" y="128502"/>
                </a:lnTo>
                <a:lnTo>
                  <a:pt x="1355231" y="127996"/>
                </a:lnTo>
                <a:lnTo>
                  <a:pt x="1355773" y="127479"/>
                </a:lnTo>
                <a:lnTo>
                  <a:pt x="1356300" y="126949"/>
                </a:lnTo>
                <a:lnTo>
                  <a:pt x="1356814" y="126408"/>
                </a:lnTo>
                <a:lnTo>
                  <a:pt x="1357314" y="125854"/>
                </a:lnTo>
                <a:lnTo>
                  <a:pt x="1357800" y="125288"/>
                </a:lnTo>
                <a:lnTo>
                  <a:pt x="1358273" y="124711"/>
                </a:lnTo>
                <a:lnTo>
                  <a:pt x="1358732" y="124121"/>
                </a:lnTo>
                <a:lnTo>
                  <a:pt x="1359177" y="123519"/>
                </a:lnTo>
                <a:lnTo>
                  <a:pt x="1359609" y="122906"/>
                </a:lnTo>
                <a:lnTo>
                  <a:pt x="1360026" y="122280"/>
                </a:lnTo>
                <a:lnTo>
                  <a:pt x="1360429" y="121643"/>
                </a:lnTo>
                <a:lnTo>
                  <a:pt x="1360816" y="120997"/>
                </a:lnTo>
                <a:lnTo>
                  <a:pt x="1361187" y="120340"/>
                </a:lnTo>
                <a:lnTo>
                  <a:pt x="1361542" y="119673"/>
                </a:lnTo>
                <a:lnTo>
                  <a:pt x="1361880" y="118996"/>
                </a:lnTo>
                <a:lnTo>
                  <a:pt x="1362203" y="118309"/>
                </a:lnTo>
                <a:lnTo>
                  <a:pt x="1362509" y="117612"/>
                </a:lnTo>
                <a:lnTo>
                  <a:pt x="1362799" y="116905"/>
                </a:lnTo>
                <a:lnTo>
                  <a:pt x="1363074" y="116188"/>
                </a:lnTo>
                <a:lnTo>
                  <a:pt x="1363332" y="115460"/>
                </a:lnTo>
                <a:lnTo>
                  <a:pt x="1363574" y="114723"/>
                </a:lnTo>
                <a:lnTo>
                  <a:pt x="1363800" y="113976"/>
                </a:lnTo>
                <a:lnTo>
                  <a:pt x="1364009" y="113218"/>
                </a:lnTo>
                <a:lnTo>
                  <a:pt x="1364203" y="112451"/>
                </a:lnTo>
                <a:lnTo>
                  <a:pt x="1364381" y="111673"/>
                </a:lnTo>
                <a:lnTo>
                  <a:pt x="1364542" y="110886"/>
                </a:lnTo>
                <a:lnTo>
                  <a:pt x="1364688" y="110088"/>
                </a:lnTo>
                <a:lnTo>
                  <a:pt x="1364817" y="109280"/>
                </a:lnTo>
                <a:lnTo>
                  <a:pt x="1364930" y="108462"/>
                </a:lnTo>
                <a:lnTo>
                  <a:pt x="1365027" y="107634"/>
                </a:lnTo>
                <a:lnTo>
                  <a:pt x="1365108" y="106797"/>
                </a:lnTo>
                <a:lnTo>
                  <a:pt x="1365173" y="105949"/>
                </a:lnTo>
                <a:lnTo>
                  <a:pt x="1365222" y="105090"/>
                </a:lnTo>
                <a:lnTo>
                  <a:pt x="1365255" y="104222"/>
                </a:lnTo>
                <a:lnTo>
                  <a:pt x="1348978" y="104222"/>
                </a:lnTo>
                <a:lnTo>
                  <a:pt x="1348944" y="105069"/>
                </a:lnTo>
                <a:lnTo>
                  <a:pt x="1348888" y="105900"/>
                </a:lnTo>
                <a:lnTo>
                  <a:pt x="1348812" y="106713"/>
                </a:lnTo>
                <a:lnTo>
                  <a:pt x="1348715" y="107510"/>
                </a:lnTo>
                <a:lnTo>
                  <a:pt x="1348598" y="108290"/>
                </a:lnTo>
                <a:lnTo>
                  <a:pt x="1348461" y="109054"/>
                </a:lnTo>
                <a:lnTo>
                  <a:pt x="1348302" y="109800"/>
                </a:lnTo>
                <a:lnTo>
                  <a:pt x="1348124" y="110530"/>
                </a:lnTo>
                <a:lnTo>
                  <a:pt x="1347924" y="111243"/>
                </a:lnTo>
                <a:lnTo>
                  <a:pt x="1347704" y="111940"/>
                </a:lnTo>
                <a:lnTo>
                  <a:pt x="1347464" y="112619"/>
                </a:lnTo>
                <a:lnTo>
                  <a:pt x="1347203" y="113282"/>
                </a:lnTo>
                <a:lnTo>
                  <a:pt x="1346921" y="113928"/>
                </a:lnTo>
                <a:lnTo>
                  <a:pt x="1346619" y="114558"/>
                </a:lnTo>
                <a:lnTo>
                  <a:pt x="1346297" y="115170"/>
                </a:lnTo>
                <a:lnTo>
                  <a:pt x="1345953" y="115766"/>
                </a:lnTo>
                <a:lnTo>
                  <a:pt x="1345590" y="116346"/>
                </a:lnTo>
                <a:lnTo>
                  <a:pt x="1345205" y="116908"/>
                </a:lnTo>
                <a:lnTo>
                  <a:pt x="1344801" y="117454"/>
                </a:lnTo>
                <a:lnTo>
                  <a:pt x="1344375" y="117983"/>
                </a:lnTo>
                <a:lnTo>
                  <a:pt x="1343929" y="118495"/>
                </a:lnTo>
                <a:lnTo>
                  <a:pt x="1343463" y="118990"/>
                </a:lnTo>
                <a:lnTo>
                  <a:pt x="1342976" y="119469"/>
                </a:lnTo>
                <a:lnTo>
                  <a:pt x="1342468" y="119931"/>
                </a:lnTo>
                <a:lnTo>
                  <a:pt x="1341942" y="120375"/>
                </a:lnTo>
                <a:lnTo>
                  <a:pt x="1341399" y="120801"/>
                </a:lnTo>
                <a:lnTo>
                  <a:pt x="1340839" y="121207"/>
                </a:lnTo>
                <a:lnTo>
                  <a:pt x="1340262" y="121595"/>
                </a:lnTo>
                <a:lnTo>
                  <a:pt x="1339669" y="121963"/>
                </a:lnTo>
                <a:lnTo>
                  <a:pt x="1339059" y="122313"/>
                </a:lnTo>
                <a:lnTo>
                  <a:pt x="1338432" y="122644"/>
                </a:lnTo>
                <a:lnTo>
                  <a:pt x="1337788" y="122956"/>
                </a:lnTo>
                <a:lnTo>
                  <a:pt x="1337127" y="123249"/>
                </a:lnTo>
                <a:lnTo>
                  <a:pt x="1336450" y="123523"/>
                </a:lnTo>
                <a:lnTo>
                  <a:pt x="1335756" y="123778"/>
                </a:lnTo>
                <a:lnTo>
                  <a:pt x="1335045" y="124014"/>
                </a:lnTo>
                <a:lnTo>
                  <a:pt x="1334318" y="124231"/>
                </a:lnTo>
                <a:lnTo>
                  <a:pt x="1333573" y="124430"/>
                </a:lnTo>
                <a:lnTo>
                  <a:pt x="1332812" y="124610"/>
                </a:lnTo>
                <a:lnTo>
                  <a:pt x="1332034" y="124770"/>
                </a:lnTo>
                <a:lnTo>
                  <a:pt x="1331239" y="124912"/>
                </a:lnTo>
                <a:lnTo>
                  <a:pt x="1330427" y="125035"/>
                </a:lnTo>
                <a:lnTo>
                  <a:pt x="1329599" y="125139"/>
                </a:lnTo>
                <a:lnTo>
                  <a:pt x="1328754" y="125224"/>
                </a:lnTo>
                <a:lnTo>
                  <a:pt x="1327892" y="125290"/>
                </a:lnTo>
                <a:lnTo>
                  <a:pt x="1327013" y="125337"/>
                </a:lnTo>
                <a:lnTo>
                  <a:pt x="1326118" y="125366"/>
                </a:lnTo>
                <a:lnTo>
                  <a:pt x="1325206" y="125375"/>
                </a:lnTo>
                <a:lnTo>
                  <a:pt x="1324349" y="125367"/>
                </a:lnTo>
                <a:lnTo>
                  <a:pt x="1323507" y="125341"/>
                </a:lnTo>
                <a:lnTo>
                  <a:pt x="1322679" y="125298"/>
                </a:lnTo>
                <a:lnTo>
                  <a:pt x="1321865" y="125238"/>
                </a:lnTo>
                <a:lnTo>
                  <a:pt x="1321065" y="125161"/>
                </a:lnTo>
                <a:lnTo>
                  <a:pt x="1320280" y="125066"/>
                </a:lnTo>
                <a:lnTo>
                  <a:pt x="1319508" y="124955"/>
                </a:lnTo>
                <a:lnTo>
                  <a:pt x="1318750" y="124826"/>
                </a:lnTo>
                <a:lnTo>
                  <a:pt x="1318006" y="124681"/>
                </a:lnTo>
                <a:lnTo>
                  <a:pt x="1317276" y="124518"/>
                </a:lnTo>
                <a:lnTo>
                  <a:pt x="1316561" y="124338"/>
                </a:lnTo>
                <a:lnTo>
                  <a:pt x="1315859" y="124141"/>
                </a:lnTo>
                <a:lnTo>
                  <a:pt x="1315172" y="123926"/>
                </a:lnTo>
                <a:lnTo>
                  <a:pt x="1314498" y="123695"/>
                </a:lnTo>
                <a:lnTo>
                  <a:pt x="1313838" y="123446"/>
                </a:lnTo>
                <a:lnTo>
                  <a:pt x="1313193" y="123180"/>
                </a:lnTo>
                <a:lnTo>
                  <a:pt x="1312562" y="122897"/>
                </a:lnTo>
                <a:lnTo>
                  <a:pt x="1311944" y="122597"/>
                </a:lnTo>
                <a:lnTo>
                  <a:pt x="1311341" y="122280"/>
                </a:lnTo>
                <a:lnTo>
                  <a:pt x="1310752" y="121946"/>
                </a:lnTo>
                <a:lnTo>
                  <a:pt x="1310176" y="121594"/>
                </a:lnTo>
                <a:lnTo>
                  <a:pt x="1309615" y="121226"/>
                </a:lnTo>
                <a:lnTo>
                  <a:pt x="1309068" y="120840"/>
                </a:lnTo>
                <a:lnTo>
                  <a:pt x="1308535" y="120437"/>
                </a:lnTo>
                <a:lnTo>
                  <a:pt x="1308015" y="120020"/>
                </a:lnTo>
                <a:lnTo>
                  <a:pt x="1307506" y="119591"/>
                </a:lnTo>
                <a:lnTo>
                  <a:pt x="1307010" y="119152"/>
                </a:lnTo>
                <a:lnTo>
                  <a:pt x="1306525" y="118701"/>
                </a:lnTo>
                <a:lnTo>
                  <a:pt x="1306052" y="118239"/>
                </a:lnTo>
                <a:lnTo>
                  <a:pt x="1305591" y="117765"/>
                </a:lnTo>
                <a:lnTo>
                  <a:pt x="1305142" y="117280"/>
                </a:lnTo>
                <a:lnTo>
                  <a:pt x="1304704" y="116785"/>
                </a:lnTo>
                <a:lnTo>
                  <a:pt x="1304279" y="116277"/>
                </a:lnTo>
                <a:lnTo>
                  <a:pt x="1303865" y="115759"/>
                </a:lnTo>
                <a:lnTo>
                  <a:pt x="1303463" y="115229"/>
                </a:lnTo>
                <a:lnTo>
                  <a:pt x="1303073" y="114689"/>
                </a:lnTo>
                <a:lnTo>
                  <a:pt x="1302694" y="114136"/>
                </a:lnTo>
                <a:lnTo>
                  <a:pt x="1302328" y="113573"/>
                </a:lnTo>
                <a:lnTo>
                  <a:pt x="1301973" y="112998"/>
                </a:lnTo>
                <a:lnTo>
                  <a:pt x="1301630" y="112412"/>
                </a:lnTo>
                <a:lnTo>
                  <a:pt x="1301299" y="111815"/>
                </a:lnTo>
                <a:lnTo>
                  <a:pt x="1300979" y="111207"/>
                </a:lnTo>
                <a:lnTo>
                  <a:pt x="1300672" y="110587"/>
                </a:lnTo>
                <a:lnTo>
                  <a:pt x="1300376" y="109956"/>
                </a:lnTo>
                <a:lnTo>
                  <a:pt x="1300092" y="109314"/>
                </a:lnTo>
                <a:lnTo>
                  <a:pt x="1299820" y="108661"/>
                </a:lnTo>
                <a:lnTo>
                  <a:pt x="1299560" y="107996"/>
                </a:lnTo>
                <a:lnTo>
                  <a:pt x="1299312" y="107320"/>
                </a:lnTo>
                <a:lnTo>
                  <a:pt x="1299074" y="106636"/>
                </a:lnTo>
                <a:lnTo>
                  <a:pt x="1298846" y="105946"/>
                </a:lnTo>
                <a:lnTo>
                  <a:pt x="1298628" y="105251"/>
                </a:lnTo>
                <a:lnTo>
                  <a:pt x="1298420" y="104550"/>
                </a:lnTo>
                <a:lnTo>
                  <a:pt x="1298221" y="103844"/>
                </a:lnTo>
                <a:lnTo>
                  <a:pt x="1298033" y="103132"/>
                </a:lnTo>
                <a:lnTo>
                  <a:pt x="1297853" y="102414"/>
                </a:lnTo>
                <a:lnTo>
                  <a:pt x="1297684" y="101691"/>
                </a:lnTo>
                <a:lnTo>
                  <a:pt x="1297525" y="100963"/>
                </a:lnTo>
                <a:lnTo>
                  <a:pt x="1297375" y="100229"/>
                </a:lnTo>
                <a:lnTo>
                  <a:pt x="1297235" y="99489"/>
                </a:lnTo>
                <a:lnTo>
                  <a:pt x="1297105" y="98744"/>
                </a:lnTo>
                <a:lnTo>
                  <a:pt x="1296984" y="97993"/>
                </a:lnTo>
                <a:lnTo>
                  <a:pt x="1296873" y="97237"/>
                </a:lnTo>
                <a:lnTo>
                  <a:pt x="1296773" y="96475"/>
                </a:lnTo>
                <a:lnTo>
                  <a:pt x="1296681" y="95708"/>
                </a:lnTo>
                <a:lnTo>
                  <a:pt x="1296600" y="94935"/>
                </a:lnTo>
                <a:lnTo>
                  <a:pt x="1296528" y="94157"/>
                </a:lnTo>
                <a:lnTo>
                  <a:pt x="1296466" y="93373"/>
                </a:lnTo>
                <a:lnTo>
                  <a:pt x="1296414" y="92583"/>
                </a:lnTo>
                <a:lnTo>
                  <a:pt x="1296372" y="91788"/>
                </a:lnTo>
                <a:lnTo>
                  <a:pt x="1296339" y="90988"/>
                </a:lnTo>
                <a:lnTo>
                  <a:pt x="1296316" y="90182"/>
                </a:lnTo>
                <a:lnTo>
                  <a:pt x="1296303" y="89370"/>
                </a:lnTo>
                <a:lnTo>
                  <a:pt x="1364761" y="89370"/>
                </a:lnTo>
                <a:lnTo>
                  <a:pt x="1364778" y="89292"/>
                </a:lnTo>
                <a:lnTo>
                  <a:pt x="1364794" y="89210"/>
                </a:lnTo>
                <a:lnTo>
                  <a:pt x="1364809" y="89124"/>
                </a:lnTo>
                <a:lnTo>
                  <a:pt x="1364824" y="89034"/>
                </a:lnTo>
                <a:lnTo>
                  <a:pt x="1364839" y="88940"/>
                </a:lnTo>
                <a:lnTo>
                  <a:pt x="1364854" y="88841"/>
                </a:lnTo>
                <a:lnTo>
                  <a:pt x="1364868" y="88739"/>
                </a:lnTo>
                <a:lnTo>
                  <a:pt x="1364882" y="88633"/>
                </a:lnTo>
                <a:lnTo>
                  <a:pt x="1364895" y="88522"/>
                </a:lnTo>
                <a:lnTo>
                  <a:pt x="1364909" y="88408"/>
                </a:lnTo>
                <a:lnTo>
                  <a:pt x="1364921" y="88289"/>
                </a:lnTo>
                <a:lnTo>
                  <a:pt x="1364934" y="88167"/>
                </a:lnTo>
                <a:lnTo>
                  <a:pt x="1364946" y="88040"/>
                </a:lnTo>
                <a:lnTo>
                  <a:pt x="1364958" y="87909"/>
                </a:lnTo>
                <a:lnTo>
                  <a:pt x="1364969" y="87775"/>
                </a:lnTo>
                <a:lnTo>
                  <a:pt x="1364981" y="87636"/>
                </a:lnTo>
                <a:lnTo>
                  <a:pt x="1364991" y="87493"/>
                </a:lnTo>
                <a:lnTo>
                  <a:pt x="1365002" y="87346"/>
                </a:lnTo>
                <a:lnTo>
                  <a:pt x="1365012" y="87195"/>
                </a:lnTo>
                <a:lnTo>
                  <a:pt x="1365022" y="87041"/>
                </a:lnTo>
                <a:lnTo>
                  <a:pt x="1365031" y="86882"/>
                </a:lnTo>
                <a:lnTo>
                  <a:pt x="1365040" y="86719"/>
                </a:lnTo>
                <a:lnTo>
                  <a:pt x="1365049" y="86551"/>
                </a:lnTo>
                <a:lnTo>
                  <a:pt x="1365057" y="86380"/>
                </a:lnTo>
                <a:lnTo>
                  <a:pt x="1365065" y="86208"/>
                </a:lnTo>
                <a:lnTo>
                  <a:pt x="1365073" y="86037"/>
                </a:lnTo>
                <a:lnTo>
                  <a:pt x="1365080" y="85869"/>
                </a:lnTo>
                <a:lnTo>
                  <a:pt x="1365087" y="85702"/>
                </a:lnTo>
                <a:lnTo>
                  <a:pt x="1365094" y="85538"/>
                </a:lnTo>
                <a:lnTo>
                  <a:pt x="1365100" y="85375"/>
                </a:lnTo>
                <a:lnTo>
                  <a:pt x="1365106" y="85214"/>
                </a:lnTo>
                <a:lnTo>
                  <a:pt x="1365112" y="85055"/>
                </a:lnTo>
                <a:lnTo>
                  <a:pt x="1365117" y="84898"/>
                </a:lnTo>
                <a:lnTo>
                  <a:pt x="1365122" y="84743"/>
                </a:lnTo>
                <a:lnTo>
                  <a:pt x="1365127" y="84590"/>
                </a:lnTo>
                <a:lnTo>
                  <a:pt x="1365131" y="84439"/>
                </a:lnTo>
                <a:lnTo>
                  <a:pt x="1365135" y="84290"/>
                </a:lnTo>
                <a:lnTo>
                  <a:pt x="1365139" y="84143"/>
                </a:lnTo>
                <a:lnTo>
                  <a:pt x="1365142" y="83997"/>
                </a:lnTo>
                <a:lnTo>
                  <a:pt x="1365145" y="83854"/>
                </a:lnTo>
                <a:lnTo>
                  <a:pt x="1365148" y="83713"/>
                </a:lnTo>
                <a:lnTo>
                  <a:pt x="1365150" y="83573"/>
                </a:lnTo>
                <a:lnTo>
                  <a:pt x="1365152" y="83435"/>
                </a:lnTo>
                <a:lnTo>
                  <a:pt x="1365153" y="83300"/>
                </a:lnTo>
                <a:lnTo>
                  <a:pt x="1365154" y="83166"/>
                </a:lnTo>
                <a:lnTo>
                  <a:pt x="1365155" y="83034"/>
                </a:lnTo>
                <a:lnTo>
                  <a:pt x="1365156" y="82905"/>
                </a:lnTo>
                <a:lnTo>
                  <a:pt x="1365156" y="82777"/>
                </a:lnTo>
                <a:lnTo>
                  <a:pt x="1365137" y="80893"/>
                </a:lnTo>
                <a:lnTo>
                  <a:pt x="1365078" y="79047"/>
                </a:lnTo>
                <a:lnTo>
                  <a:pt x="1364982" y="77237"/>
                </a:lnTo>
                <a:lnTo>
                  <a:pt x="1364846" y="75465"/>
                </a:lnTo>
                <a:lnTo>
                  <a:pt x="1364672" y="73729"/>
                </a:lnTo>
                <a:lnTo>
                  <a:pt x="1364459" y="72031"/>
                </a:lnTo>
                <a:lnTo>
                  <a:pt x="1364208" y="70369"/>
                </a:lnTo>
                <a:lnTo>
                  <a:pt x="1363917" y="68745"/>
                </a:lnTo>
                <a:lnTo>
                  <a:pt x="1363588" y="67157"/>
                </a:lnTo>
                <a:lnTo>
                  <a:pt x="1363221" y="65607"/>
                </a:lnTo>
                <a:lnTo>
                  <a:pt x="1362814" y="64093"/>
                </a:lnTo>
                <a:lnTo>
                  <a:pt x="1362369" y="62617"/>
                </a:lnTo>
                <a:lnTo>
                  <a:pt x="1361885" y="61177"/>
                </a:lnTo>
                <a:lnTo>
                  <a:pt x="1361363" y="59774"/>
                </a:lnTo>
                <a:lnTo>
                  <a:pt x="1360802" y="58409"/>
                </a:lnTo>
                <a:lnTo>
                  <a:pt x="1360202" y="57080"/>
                </a:lnTo>
                <a:lnTo>
                  <a:pt x="1359563" y="55789"/>
                </a:lnTo>
                <a:lnTo>
                  <a:pt x="1358886" y="54534"/>
                </a:lnTo>
                <a:lnTo>
                  <a:pt x="1358170" y="53316"/>
                </a:lnTo>
                <a:lnTo>
                  <a:pt x="1357415" y="52136"/>
                </a:lnTo>
                <a:lnTo>
                  <a:pt x="1356622" y="50992"/>
                </a:lnTo>
                <a:lnTo>
                  <a:pt x="1355790" y="49886"/>
                </a:lnTo>
                <a:lnTo>
                  <a:pt x="1354919" y="48816"/>
                </a:lnTo>
                <a:lnTo>
                  <a:pt x="1354009" y="47783"/>
                </a:lnTo>
                <a:lnTo>
                  <a:pt x="1353066" y="46790"/>
                </a:lnTo>
                <a:lnTo>
                  <a:pt x="1352093" y="45839"/>
                </a:lnTo>
                <a:lnTo>
                  <a:pt x="1351090" y="44930"/>
                </a:lnTo>
                <a:lnTo>
                  <a:pt x="1350058" y="44064"/>
                </a:lnTo>
                <a:lnTo>
                  <a:pt x="1348997" y="43239"/>
                </a:lnTo>
                <a:lnTo>
                  <a:pt x="1347906" y="42457"/>
                </a:lnTo>
                <a:lnTo>
                  <a:pt x="1346785" y="41718"/>
                </a:lnTo>
                <a:lnTo>
                  <a:pt x="1345636" y="41020"/>
                </a:lnTo>
                <a:lnTo>
                  <a:pt x="1344456" y="40365"/>
                </a:lnTo>
                <a:lnTo>
                  <a:pt x="1343248" y="39752"/>
                </a:lnTo>
                <a:lnTo>
                  <a:pt x="1342009" y="39182"/>
                </a:lnTo>
                <a:lnTo>
                  <a:pt x="1340742" y="38653"/>
                </a:lnTo>
                <a:lnTo>
                  <a:pt x="1339445" y="38167"/>
                </a:lnTo>
                <a:lnTo>
                  <a:pt x="1338118" y="37723"/>
                </a:lnTo>
                <a:lnTo>
                  <a:pt x="1336762" y="37322"/>
                </a:lnTo>
                <a:lnTo>
                  <a:pt x="1335377" y="36963"/>
                </a:lnTo>
                <a:lnTo>
                  <a:pt x="1333962" y="36646"/>
                </a:lnTo>
                <a:lnTo>
                  <a:pt x="1332517" y="36371"/>
                </a:lnTo>
                <a:lnTo>
                  <a:pt x="1331044" y="36138"/>
                </a:lnTo>
                <a:lnTo>
                  <a:pt x="1329540" y="35948"/>
                </a:lnTo>
                <a:lnTo>
                  <a:pt x="1328008" y="35800"/>
                </a:lnTo>
                <a:lnTo>
                  <a:pt x="1326445" y="35695"/>
                </a:lnTo>
                <a:lnTo>
                  <a:pt x="1324854" y="35631"/>
                </a:lnTo>
                <a:lnTo>
                  <a:pt x="1323233" y="35610"/>
                </a:lnTo>
                <a:lnTo>
                  <a:pt x="1322009" y="35621"/>
                </a:lnTo>
                <a:lnTo>
                  <a:pt x="1320803" y="35655"/>
                </a:lnTo>
                <a:lnTo>
                  <a:pt x="1319614" y="35712"/>
                </a:lnTo>
                <a:lnTo>
                  <a:pt x="1318444" y="35791"/>
                </a:lnTo>
                <a:lnTo>
                  <a:pt x="1317292" y="35892"/>
                </a:lnTo>
                <a:lnTo>
                  <a:pt x="1316158" y="36016"/>
                </a:lnTo>
                <a:lnTo>
                  <a:pt x="1315042" y="36163"/>
                </a:lnTo>
                <a:lnTo>
                  <a:pt x="1313944" y="36332"/>
                </a:lnTo>
                <a:lnTo>
                  <a:pt x="1312864" y="36524"/>
                </a:lnTo>
                <a:lnTo>
                  <a:pt x="1311801" y="36739"/>
                </a:lnTo>
                <a:lnTo>
                  <a:pt x="1310757" y="36976"/>
                </a:lnTo>
                <a:lnTo>
                  <a:pt x="1309731" y="37235"/>
                </a:lnTo>
                <a:lnTo>
                  <a:pt x="1308723" y="37518"/>
                </a:lnTo>
                <a:lnTo>
                  <a:pt x="1307732" y="37822"/>
                </a:lnTo>
                <a:lnTo>
                  <a:pt x="1306760" y="38150"/>
                </a:lnTo>
                <a:lnTo>
                  <a:pt x="1305806" y="38499"/>
                </a:lnTo>
                <a:lnTo>
                  <a:pt x="1304869" y="38872"/>
                </a:lnTo>
                <a:lnTo>
                  <a:pt x="1303951" y="39267"/>
                </a:lnTo>
                <a:lnTo>
                  <a:pt x="1303051" y="39685"/>
                </a:lnTo>
                <a:lnTo>
                  <a:pt x="1302168" y="40125"/>
                </a:lnTo>
                <a:lnTo>
                  <a:pt x="1301304" y="40588"/>
                </a:lnTo>
                <a:lnTo>
                  <a:pt x="1300457" y="41073"/>
                </a:lnTo>
                <a:lnTo>
                  <a:pt x="1299629" y="41581"/>
                </a:lnTo>
                <a:lnTo>
                  <a:pt x="1298819" y="42111"/>
                </a:lnTo>
                <a:lnTo>
                  <a:pt x="1298026" y="42662"/>
                </a:lnTo>
                <a:lnTo>
                  <a:pt x="1297250" y="43230"/>
                </a:lnTo>
                <a:lnTo>
                  <a:pt x="1296491" y="43815"/>
                </a:lnTo>
                <a:lnTo>
                  <a:pt x="1295750" y="44418"/>
                </a:lnTo>
                <a:lnTo>
                  <a:pt x="1295025" y="45038"/>
                </a:lnTo>
                <a:lnTo>
                  <a:pt x="1294318" y="45676"/>
                </a:lnTo>
                <a:lnTo>
                  <a:pt x="1293628" y="46331"/>
                </a:lnTo>
                <a:lnTo>
                  <a:pt x="1292955" y="47004"/>
                </a:lnTo>
                <a:lnTo>
                  <a:pt x="1292299" y="47694"/>
                </a:lnTo>
                <a:lnTo>
                  <a:pt x="1291660" y="48402"/>
                </a:lnTo>
                <a:lnTo>
                  <a:pt x="1291038" y="49127"/>
                </a:lnTo>
                <a:lnTo>
                  <a:pt x="1290434" y="49869"/>
                </a:lnTo>
                <a:lnTo>
                  <a:pt x="1289847" y="50629"/>
                </a:lnTo>
                <a:lnTo>
                  <a:pt x="1289276" y="51407"/>
                </a:lnTo>
                <a:lnTo>
                  <a:pt x="1288723" y="52202"/>
                </a:lnTo>
                <a:lnTo>
                  <a:pt x="1288187" y="53014"/>
                </a:lnTo>
                <a:lnTo>
                  <a:pt x="1287668" y="53844"/>
                </a:lnTo>
                <a:lnTo>
                  <a:pt x="1287166" y="54691"/>
                </a:lnTo>
                <a:lnTo>
                  <a:pt x="1286682" y="55556"/>
                </a:lnTo>
                <a:lnTo>
                  <a:pt x="1286214" y="56438"/>
                </a:lnTo>
                <a:lnTo>
                  <a:pt x="1285764" y="57338"/>
                </a:lnTo>
                <a:lnTo>
                  <a:pt x="1285331" y="58255"/>
                </a:lnTo>
                <a:lnTo>
                  <a:pt x="1284914" y="59189"/>
                </a:lnTo>
                <a:lnTo>
                  <a:pt x="1284515" y="60141"/>
                </a:lnTo>
                <a:lnTo>
                  <a:pt x="1284133" y="61108"/>
                </a:lnTo>
                <a:lnTo>
                  <a:pt x="1283767" y="62088"/>
                </a:lnTo>
                <a:lnTo>
                  <a:pt x="1283417" y="63080"/>
                </a:lnTo>
                <a:lnTo>
                  <a:pt x="1283084" y="64084"/>
                </a:lnTo>
                <a:lnTo>
                  <a:pt x="1282766" y="65102"/>
                </a:lnTo>
                <a:lnTo>
                  <a:pt x="1282465" y="66131"/>
                </a:lnTo>
                <a:lnTo>
                  <a:pt x="1282181" y="67173"/>
                </a:lnTo>
                <a:lnTo>
                  <a:pt x="1281912" y="68228"/>
                </a:lnTo>
                <a:lnTo>
                  <a:pt x="1281660" y="69295"/>
                </a:lnTo>
                <a:lnTo>
                  <a:pt x="1281424" y="70375"/>
                </a:lnTo>
                <a:lnTo>
                  <a:pt x="1281205" y="71467"/>
                </a:lnTo>
                <a:lnTo>
                  <a:pt x="1281001" y="72572"/>
                </a:lnTo>
                <a:lnTo>
                  <a:pt x="1280814" y="73689"/>
                </a:lnTo>
                <a:lnTo>
                  <a:pt x="1280643" y="74819"/>
                </a:lnTo>
                <a:lnTo>
                  <a:pt x="1280489" y="75961"/>
                </a:lnTo>
                <a:lnTo>
                  <a:pt x="1280350" y="77116"/>
                </a:lnTo>
                <a:lnTo>
                  <a:pt x="1280228" y="78283"/>
                </a:lnTo>
                <a:lnTo>
                  <a:pt x="1280123" y="79463"/>
                </a:lnTo>
                <a:lnTo>
                  <a:pt x="1280033" y="80656"/>
                </a:lnTo>
                <a:lnTo>
                  <a:pt x="1279960" y="81861"/>
                </a:lnTo>
                <a:lnTo>
                  <a:pt x="1279903" y="83078"/>
                </a:lnTo>
                <a:lnTo>
                  <a:pt x="1279862" y="84308"/>
                </a:lnTo>
                <a:lnTo>
                  <a:pt x="1279838" y="85551"/>
                </a:lnTo>
                <a:lnTo>
                  <a:pt x="1279830" y="86806"/>
                </a:lnTo>
                <a:lnTo>
                  <a:pt x="1279838" y="88011"/>
                </a:lnTo>
                <a:lnTo>
                  <a:pt x="1279863" y="89206"/>
                </a:lnTo>
                <a:lnTo>
                  <a:pt x="1279905" y="90392"/>
                </a:lnTo>
                <a:lnTo>
                  <a:pt x="1279964" y="91567"/>
                </a:lnTo>
                <a:lnTo>
                  <a:pt x="1280040" y="92732"/>
                </a:lnTo>
                <a:lnTo>
                  <a:pt x="1280132" y="93887"/>
                </a:lnTo>
                <a:lnTo>
                  <a:pt x="1280241" y="95032"/>
                </a:lnTo>
                <a:lnTo>
                  <a:pt x="1280367" y="96168"/>
                </a:lnTo>
                <a:lnTo>
                  <a:pt x="1280510" y="97293"/>
                </a:lnTo>
                <a:lnTo>
                  <a:pt x="1280669" y="98407"/>
                </a:lnTo>
                <a:lnTo>
                  <a:pt x="1280845" y="99512"/>
                </a:lnTo>
                <a:lnTo>
                  <a:pt x="1281038" y="100607"/>
                </a:lnTo>
                <a:lnTo>
                  <a:pt x="1281248" y="101692"/>
                </a:lnTo>
                <a:lnTo>
                  <a:pt x="1281475" y="102767"/>
                </a:lnTo>
                <a:lnTo>
                  <a:pt x="1281718" y="103831"/>
                </a:lnTo>
                <a:lnTo>
                  <a:pt x="1281978" y="104886"/>
                </a:lnTo>
                <a:lnTo>
                  <a:pt x="1282255" y="105931"/>
                </a:lnTo>
                <a:lnTo>
                  <a:pt x="1282549" y="106965"/>
                </a:lnTo>
                <a:lnTo>
                  <a:pt x="1282859" y="107990"/>
                </a:lnTo>
                <a:lnTo>
                  <a:pt x="1283186" y="109004"/>
                </a:lnTo>
                <a:lnTo>
                  <a:pt x="1283530" y="110009"/>
                </a:lnTo>
                <a:lnTo>
                  <a:pt x="1283891" y="111003"/>
                </a:lnTo>
                <a:lnTo>
                  <a:pt x="1284269" y="111987"/>
                </a:lnTo>
                <a:lnTo>
                  <a:pt x="1284663" y="112961"/>
                </a:lnTo>
                <a:lnTo>
                  <a:pt x="1285075" y="113922"/>
                </a:lnTo>
                <a:lnTo>
                  <a:pt x="1285505" y="114866"/>
                </a:lnTo>
                <a:lnTo>
                  <a:pt x="1285953" y="115792"/>
                </a:lnTo>
                <a:lnTo>
                  <a:pt x="1286418" y="116702"/>
                </a:lnTo>
                <a:lnTo>
                  <a:pt x="1286902" y="117595"/>
                </a:lnTo>
                <a:lnTo>
                  <a:pt x="1287404" y="118471"/>
                </a:lnTo>
                <a:lnTo>
                  <a:pt x="1287923" y="119330"/>
                </a:lnTo>
                <a:lnTo>
                  <a:pt x="1288461" y="120172"/>
                </a:lnTo>
                <a:lnTo>
                  <a:pt x="1289017" y="120997"/>
                </a:lnTo>
                <a:lnTo>
                  <a:pt x="1289590" y="121806"/>
                </a:lnTo>
                <a:lnTo>
                  <a:pt x="1290182" y="122597"/>
                </a:lnTo>
                <a:lnTo>
                  <a:pt x="1290792" y="123371"/>
                </a:lnTo>
                <a:lnTo>
                  <a:pt x="1291419" y="124129"/>
                </a:lnTo>
                <a:lnTo>
                  <a:pt x="1292065" y="124870"/>
                </a:lnTo>
                <a:lnTo>
                  <a:pt x="1292728" y="125593"/>
                </a:lnTo>
                <a:lnTo>
                  <a:pt x="1293410" y="126300"/>
                </a:lnTo>
                <a:lnTo>
                  <a:pt x="1294109" y="126990"/>
                </a:lnTo>
                <a:lnTo>
                  <a:pt x="1294827" y="127663"/>
                </a:lnTo>
                <a:lnTo>
                  <a:pt x="1295562" y="128319"/>
                </a:lnTo>
                <a:lnTo>
                  <a:pt x="1296316" y="128958"/>
                </a:lnTo>
                <a:lnTo>
                  <a:pt x="1297087" y="129581"/>
                </a:lnTo>
                <a:lnTo>
                  <a:pt x="1297876" y="130186"/>
                </a:lnTo>
                <a:lnTo>
                  <a:pt x="1298684" y="130775"/>
                </a:lnTo>
                <a:lnTo>
                  <a:pt x="1299509" y="131346"/>
                </a:lnTo>
                <a:lnTo>
                  <a:pt x="1300353" y="131897"/>
                </a:lnTo>
                <a:lnTo>
                  <a:pt x="1301217" y="132425"/>
                </a:lnTo>
                <a:lnTo>
                  <a:pt x="1302101" y="132929"/>
                </a:lnTo>
                <a:lnTo>
                  <a:pt x="1303004" y="133410"/>
                </a:lnTo>
                <a:lnTo>
                  <a:pt x="1303927" y="133867"/>
                </a:lnTo>
                <a:lnTo>
                  <a:pt x="1304870" y="134301"/>
                </a:lnTo>
                <a:lnTo>
                  <a:pt x="1305832" y="134711"/>
                </a:lnTo>
                <a:lnTo>
                  <a:pt x="1306814" y="135098"/>
                </a:lnTo>
                <a:lnTo>
                  <a:pt x="1307816" y="135462"/>
                </a:lnTo>
                <a:lnTo>
                  <a:pt x="1308837" y="135802"/>
                </a:lnTo>
                <a:lnTo>
                  <a:pt x="1309878" y="136118"/>
                </a:lnTo>
                <a:lnTo>
                  <a:pt x="1310939" y="136412"/>
                </a:lnTo>
                <a:lnTo>
                  <a:pt x="1312020" y="136681"/>
                </a:lnTo>
                <a:lnTo>
                  <a:pt x="1313120" y="136927"/>
                </a:lnTo>
                <a:lnTo>
                  <a:pt x="1314240" y="137150"/>
                </a:lnTo>
                <a:lnTo>
                  <a:pt x="1315380" y="137350"/>
                </a:lnTo>
                <a:lnTo>
                  <a:pt x="1316539" y="137525"/>
                </a:lnTo>
                <a:lnTo>
                  <a:pt x="1317718" y="137678"/>
                </a:lnTo>
                <a:lnTo>
                  <a:pt x="1318917" y="137807"/>
                </a:lnTo>
                <a:lnTo>
                  <a:pt x="1320135" y="137912"/>
                </a:lnTo>
                <a:lnTo>
                  <a:pt x="1321373" y="137994"/>
                </a:lnTo>
                <a:lnTo>
                  <a:pt x="1322631" y="138053"/>
                </a:lnTo>
                <a:lnTo>
                  <a:pt x="1323908" y="138088"/>
                </a:lnTo>
                <a:lnTo>
                  <a:pt x="1325206" y="138100"/>
                </a:lnTo>
                <a:lnTo>
                  <a:pt x="1326211" y="138093"/>
                </a:lnTo>
                <a:lnTo>
                  <a:pt x="1327205" y="138071"/>
                </a:lnTo>
                <a:lnTo>
                  <a:pt x="1328188" y="138036"/>
                </a:lnTo>
                <a:lnTo>
                  <a:pt x="1329159" y="137986"/>
                </a:lnTo>
                <a:lnTo>
                  <a:pt x="1330120" y="137921"/>
                </a:lnTo>
                <a:close/>
                <a:moveTo>
                  <a:pt x="1297104" y="71699"/>
                </a:moveTo>
                <a:lnTo>
                  <a:pt x="1297305" y="70642"/>
                </a:lnTo>
                <a:lnTo>
                  <a:pt x="1297526" y="69609"/>
                </a:lnTo>
                <a:lnTo>
                  <a:pt x="1297766" y="68600"/>
                </a:lnTo>
                <a:lnTo>
                  <a:pt x="1298027" y="67615"/>
                </a:lnTo>
                <a:lnTo>
                  <a:pt x="1298308" y="66653"/>
                </a:lnTo>
                <a:lnTo>
                  <a:pt x="1298609" y="65715"/>
                </a:lnTo>
                <a:lnTo>
                  <a:pt x="1298930" y="64800"/>
                </a:lnTo>
                <a:lnTo>
                  <a:pt x="1299270" y="63909"/>
                </a:lnTo>
                <a:lnTo>
                  <a:pt x="1299631" y="63042"/>
                </a:lnTo>
                <a:lnTo>
                  <a:pt x="1300012" y="62198"/>
                </a:lnTo>
                <a:lnTo>
                  <a:pt x="1300413" y="61378"/>
                </a:lnTo>
                <a:lnTo>
                  <a:pt x="1300834" y="60581"/>
                </a:lnTo>
                <a:lnTo>
                  <a:pt x="1301275" y="59809"/>
                </a:lnTo>
                <a:lnTo>
                  <a:pt x="1301737" y="59059"/>
                </a:lnTo>
                <a:lnTo>
                  <a:pt x="1302218" y="58334"/>
                </a:lnTo>
                <a:lnTo>
                  <a:pt x="1302719" y="57632"/>
                </a:lnTo>
                <a:lnTo>
                  <a:pt x="1303240" y="56954"/>
                </a:lnTo>
                <a:lnTo>
                  <a:pt x="1303781" y="56299"/>
                </a:lnTo>
                <a:lnTo>
                  <a:pt x="1304343" y="55668"/>
                </a:lnTo>
                <a:lnTo>
                  <a:pt x="1304923" y="55062"/>
                </a:lnTo>
                <a:lnTo>
                  <a:pt x="1305521" y="54481"/>
                </a:lnTo>
                <a:lnTo>
                  <a:pt x="1306137" y="53927"/>
                </a:lnTo>
                <a:lnTo>
                  <a:pt x="1306772" y="53398"/>
                </a:lnTo>
                <a:lnTo>
                  <a:pt x="1307424" y="52894"/>
                </a:lnTo>
                <a:lnTo>
                  <a:pt x="1308094" y="52417"/>
                </a:lnTo>
                <a:lnTo>
                  <a:pt x="1308782" y="51965"/>
                </a:lnTo>
                <a:lnTo>
                  <a:pt x="1309488" y="51540"/>
                </a:lnTo>
                <a:lnTo>
                  <a:pt x="1310213" y="51140"/>
                </a:lnTo>
                <a:lnTo>
                  <a:pt x="1310955" y="50765"/>
                </a:lnTo>
                <a:lnTo>
                  <a:pt x="1311715" y="50417"/>
                </a:lnTo>
                <a:lnTo>
                  <a:pt x="1312493" y="50094"/>
                </a:lnTo>
                <a:lnTo>
                  <a:pt x="1313289" y="49798"/>
                </a:lnTo>
                <a:lnTo>
                  <a:pt x="1314103" y="49527"/>
                </a:lnTo>
                <a:lnTo>
                  <a:pt x="1314935" y="49282"/>
                </a:lnTo>
                <a:lnTo>
                  <a:pt x="1315785" y="49062"/>
                </a:lnTo>
                <a:lnTo>
                  <a:pt x="1316653" y="48869"/>
                </a:lnTo>
                <a:lnTo>
                  <a:pt x="1317539" y="48701"/>
                </a:lnTo>
                <a:lnTo>
                  <a:pt x="1318443" y="48559"/>
                </a:lnTo>
                <a:lnTo>
                  <a:pt x="1319365" y="48443"/>
                </a:lnTo>
                <a:lnTo>
                  <a:pt x="1320305" y="48352"/>
                </a:lnTo>
                <a:lnTo>
                  <a:pt x="1321263" y="48288"/>
                </a:lnTo>
                <a:lnTo>
                  <a:pt x="1322239" y="48249"/>
                </a:lnTo>
                <a:lnTo>
                  <a:pt x="1323233" y="48236"/>
                </a:lnTo>
                <a:lnTo>
                  <a:pt x="1324218" y="48249"/>
                </a:lnTo>
                <a:lnTo>
                  <a:pt x="1325186" y="48288"/>
                </a:lnTo>
                <a:lnTo>
                  <a:pt x="1326135" y="48353"/>
                </a:lnTo>
                <a:lnTo>
                  <a:pt x="1327066" y="48444"/>
                </a:lnTo>
                <a:lnTo>
                  <a:pt x="1327979" y="48561"/>
                </a:lnTo>
                <a:lnTo>
                  <a:pt x="1328874" y="48704"/>
                </a:lnTo>
                <a:lnTo>
                  <a:pt x="1329750" y="48873"/>
                </a:lnTo>
                <a:lnTo>
                  <a:pt x="1330609" y="49068"/>
                </a:lnTo>
                <a:lnTo>
                  <a:pt x="1331449" y="49289"/>
                </a:lnTo>
                <a:lnTo>
                  <a:pt x="1332272" y="49536"/>
                </a:lnTo>
                <a:lnTo>
                  <a:pt x="1333076" y="49809"/>
                </a:lnTo>
                <a:lnTo>
                  <a:pt x="1333861" y="50107"/>
                </a:lnTo>
                <a:lnTo>
                  <a:pt x="1334629" y="50432"/>
                </a:lnTo>
                <a:lnTo>
                  <a:pt x="1335379" y="50783"/>
                </a:lnTo>
                <a:lnTo>
                  <a:pt x="1336110" y="51160"/>
                </a:lnTo>
                <a:lnTo>
                  <a:pt x="1336823" y="51563"/>
                </a:lnTo>
                <a:lnTo>
                  <a:pt x="1337519" y="51992"/>
                </a:lnTo>
                <a:lnTo>
                  <a:pt x="1338196" y="52446"/>
                </a:lnTo>
                <a:lnTo>
                  <a:pt x="1338854" y="52927"/>
                </a:lnTo>
                <a:lnTo>
                  <a:pt x="1339495" y="53434"/>
                </a:lnTo>
                <a:lnTo>
                  <a:pt x="1340118" y="53967"/>
                </a:lnTo>
                <a:lnTo>
                  <a:pt x="1340722" y="54525"/>
                </a:lnTo>
                <a:lnTo>
                  <a:pt x="1341308" y="55110"/>
                </a:lnTo>
                <a:lnTo>
                  <a:pt x="1341876" y="55721"/>
                </a:lnTo>
                <a:lnTo>
                  <a:pt x="1342424" y="56356"/>
                </a:lnTo>
                <a:lnTo>
                  <a:pt x="1342950" y="57014"/>
                </a:lnTo>
                <a:lnTo>
                  <a:pt x="1343453" y="57695"/>
                </a:lnTo>
                <a:lnTo>
                  <a:pt x="1343934" y="58399"/>
                </a:lnTo>
                <a:lnTo>
                  <a:pt x="1344393" y="59127"/>
                </a:lnTo>
                <a:lnTo>
                  <a:pt x="1344829" y="59877"/>
                </a:lnTo>
                <a:lnTo>
                  <a:pt x="1345244" y="60651"/>
                </a:lnTo>
                <a:lnTo>
                  <a:pt x="1345636" y="61448"/>
                </a:lnTo>
                <a:lnTo>
                  <a:pt x="1346005" y="62267"/>
                </a:lnTo>
                <a:lnTo>
                  <a:pt x="1346353" y="63110"/>
                </a:lnTo>
                <a:lnTo>
                  <a:pt x="1346678" y="63976"/>
                </a:lnTo>
                <a:lnTo>
                  <a:pt x="1346981" y="64865"/>
                </a:lnTo>
                <a:lnTo>
                  <a:pt x="1347262" y="65778"/>
                </a:lnTo>
                <a:lnTo>
                  <a:pt x="1347520" y="66713"/>
                </a:lnTo>
                <a:lnTo>
                  <a:pt x="1347756" y="67671"/>
                </a:lnTo>
                <a:lnTo>
                  <a:pt x="1347970" y="68653"/>
                </a:lnTo>
                <a:lnTo>
                  <a:pt x="1348162" y="69657"/>
                </a:lnTo>
                <a:lnTo>
                  <a:pt x="1348331" y="70685"/>
                </a:lnTo>
                <a:lnTo>
                  <a:pt x="1348478" y="71736"/>
                </a:lnTo>
                <a:lnTo>
                  <a:pt x="1348603" y="72810"/>
                </a:lnTo>
                <a:lnTo>
                  <a:pt x="1348706" y="73907"/>
                </a:lnTo>
                <a:lnTo>
                  <a:pt x="1348786" y="75027"/>
                </a:lnTo>
                <a:lnTo>
                  <a:pt x="1348844" y="76170"/>
                </a:lnTo>
                <a:lnTo>
                  <a:pt x="1348880" y="77336"/>
                </a:lnTo>
                <a:lnTo>
                  <a:pt x="1296402" y="77336"/>
                </a:lnTo>
                <a:lnTo>
                  <a:pt x="1296502" y="76161"/>
                </a:lnTo>
                <a:lnTo>
                  <a:pt x="1296623" y="75010"/>
                </a:lnTo>
                <a:lnTo>
                  <a:pt x="1296763" y="73883"/>
                </a:lnTo>
                <a:lnTo>
                  <a:pt x="1296924" y="72779"/>
                </a:lnTo>
                <a:lnTo>
                  <a:pt x="1297104" y="71699"/>
                </a:lnTo>
                <a:close/>
                <a:moveTo>
                  <a:pt x="1517962" y="138025"/>
                </a:moveTo>
                <a:lnTo>
                  <a:pt x="1518614" y="137992"/>
                </a:lnTo>
                <a:lnTo>
                  <a:pt x="1519263" y="137953"/>
                </a:lnTo>
                <a:lnTo>
                  <a:pt x="1519907" y="137908"/>
                </a:lnTo>
                <a:lnTo>
                  <a:pt x="1520548" y="137857"/>
                </a:lnTo>
                <a:lnTo>
                  <a:pt x="1521184" y="137800"/>
                </a:lnTo>
                <a:lnTo>
                  <a:pt x="1521817" y="137737"/>
                </a:lnTo>
                <a:lnTo>
                  <a:pt x="1522446" y="137668"/>
                </a:lnTo>
                <a:lnTo>
                  <a:pt x="1523071" y="137594"/>
                </a:lnTo>
                <a:lnTo>
                  <a:pt x="1523692" y="137513"/>
                </a:lnTo>
                <a:lnTo>
                  <a:pt x="1524309" y="137426"/>
                </a:lnTo>
                <a:lnTo>
                  <a:pt x="1524922" y="137333"/>
                </a:lnTo>
                <a:lnTo>
                  <a:pt x="1525531" y="137234"/>
                </a:lnTo>
                <a:lnTo>
                  <a:pt x="1526136" y="137129"/>
                </a:lnTo>
                <a:lnTo>
                  <a:pt x="1526737" y="137018"/>
                </a:lnTo>
                <a:lnTo>
                  <a:pt x="1527334" y="136901"/>
                </a:lnTo>
                <a:lnTo>
                  <a:pt x="1527928" y="136778"/>
                </a:lnTo>
                <a:lnTo>
                  <a:pt x="1528517" y="136649"/>
                </a:lnTo>
                <a:lnTo>
                  <a:pt x="1529102" y="136515"/>
                </a:lnTo>
                <a:lnTo>
                  <a:pt x="1529684" y="136374"/>
                </a:lnTo>
                <a:lnTo>
                  <a:pt x="1530260" y="136227"/>
                </a:lnTo>
                <a:lnTo>
                  <a:pt x="1530831" y="136073"/>
                </a:lnTo>
                <a:lnTo>
                  <a:pt x="1531395" y="135913"/>
                </a:lnTo>
                <a:lnTo>
                  <a:pt x="1531953" y="135746"/>
                </a:lnTo>
                <a:lnTo>
                  <a:pt x="1532504" y="135573"/>
                </a:lnTo>
                <a:lnTo>
                  <a:pt x="1533050" y="135393"/>
                </a:lnTo>
                <a:lnTo>
                  <a:pt x="1533590" y="135207"/>
                </a:lnTo>
                <a:lnTo>
                  <a:pt x="1534123" y="135014"/>
                </a:lnTo>
                <a:lnTo>
                  <a:pt x="1534650" y="134815"/>
                </a:lnTo>
                <a:lnTo>
                  <a:pt x="1535171" y="134609"/>
                </a:lnTo>
                <a:lnTo>
                  <a:pt x="1535686" y="134396"/>
                </a:lnTo>
                <a:lnTo>
                  <a:pt x="1536194" y="134177"/>
                </a:lnTo>
                <a:lnTo>
                  <a:pt x="1536697" y="133952"/>
                </a:lnTo>
                <a:lnTo>
                  <a:pt x="1537193" y="133720"/>
                </a:lnTo>
                <a:lnTo>
                  <a:pt x="1537683" y="133481"/>
                </a:lnTo>
                <a:lnTo>
                  <a:pt x="1538167" y="133236"/>
                </a:lnTo>
                <a:lnTo>
                  <a:pt x="1538645" y="132985"/>
                </a:lnTo>
                <a:lnTo>
                  <a:pt x="1539117" y="132727"/>
                </a:lnTo>
                <a:lnTo>
                  <a:pt x="1539582" y="132462"/>
                </a:lnTo>
                <a:lnTo>
                  <a:pt x="1540041" y="132191"/>
                </a:lnTo>
                <a:lnTo>
                  <a:pt x="1540495" y="131913"/>
                </a:lnTo>
                <a:lnTo>
                  <a:pt x="1540941" y="131629"/>
                </a:lnTo>
                <a:lnTo>
                  <a:pt x="1541382" y="131338"/>
                </a:lnTo>
                <a:lnTo>
                  <a:pt x="1541817" y="131041"/>
                </a:lnTo>
                <a:lnTo>
                  <a:pt x="1542245" y="130737"/>
                </a:lnTo>
                <a:lnTo>
                  <a:pt x="1542664" y="130426"/>
                </a:lnTo>
                <a:lnTo>
                  <a:pt x="1543076" y="130107"/>
                </a:lnTo>
                <a:lnTo>
                  <a:pt x="1543480" y="129782"/>
                </a:lnTo>
                <a:lnTo>
                  <a:pt x="1543876" y="129450"/>
                </a:lnTo>
                <a:lnTo>
                  <a:pt x="1544265" y="129111"/>
                </a:lnTo>
                <a:lnTo>
                  <a:pt x="1544645" y="128764"/>
                </a:lnTo>
                <a:lnTo>
                  <a:pt x="1545017" y="128411"/>
                </a:lnTo>
                <a:lnTo>
                  <a:pt x="1545382" y="128050"/>
                </a:lnTo>
                <a:lnTo>
                  <a:pt x="1545739" y="127683"/>
                </a:lnTo>
                <a:lnTo>
                  <a:pt x="1546088" y="127308"/>
                </a:lnTo>
                <a:lnTo>
                  <a:pt x="1546429" y="126926"/>
                </a:lnTo>
                <a:lnTo>
                  <a:pt x="1546762" y="126538"/>
                </a:lnTo>
                <a:lnTo>
                  <a:pt x="1547087" y="126142"/>
                </a:lnTo>
                <a:lnTo>
                  <a:pt x="1547404" y="125739"/>
                </a:lnTo>
                <a:lnTo>
                  <a:pt x="1547714" y="125329"/>
                </a:lnTo>
                <a:lnTo>
                  <a:pt x="1548015" y="124912"/>
                </a:lnTo>
                <a:lnTo>
                  <a:pt x="1548309" y="124488"/>
                </a:lnTo>
                <a:lnTo>
                  <a:pt x="1548595" y="124057"/>
                </a:lnTo>
                <a:lnTo>
                  <a:pt x="1548873" y="123619"/>
                </a:lnTo>
                <a:lnTo>
                  <a:pt x="1549143" y="123174"/>
                </a:lnTo>
                <a:lnTo>
                  <a:pt x="1549405" y="122722"/>
                </a:lnTo>
                <a:lnTo>
                  <a:pt x="1549659" y="122263"/>
                </a:lnTo>
                <a:lnTo>
                  <a:pt x="1549906" y="121796"/>
                </a:lnTo>
                <a:lnTo>
                  <a:pt x="1550143" y="121323"/>
                </a:lnTo>
                <a:lnTo>
                  <a:pt x="1550370" y="120842"/>
                </a:lnTo>
                <a:lnTo>
                  <a:pt x="1550588" y="120354"/>
                </a:lnTo>
                <a:lnTo>
                  <a:pt x="1550795" y="119859"/>
                </a:lnTo>
                <a:lnTo>
                  <a:pt x="1550992" y="119357"/>
                </a:lnTo>
                <a:lnTo>
                  <a:pt x="1551179" y="118847"/>
                </a:lnTo>
                <a:lnTo>
                  <a:pt x="1551356" y="118330"/>
                </a:lnTo>
                <a:lnTo>
                  <a:pt x="1551522" y="117806"/>
                </a:lnTo>
                <a:lnTo>
                  <a:pt x="1551679" y="117275"/>
                </a:lnTo>
                <a:lnTo>
                  <a:pt x="1551825" y="116737"/>
                </a:lnTo>
                <a:lnTo>
                  <a:pt x="1551962" y="116191"/>
                </a:lnTo>
                <a:lnTo>
                  <a:pt x="1552088" y="115638"/>
                </a:lnTo>
                <a:lnTo>
                  <a:pt x="1552204" y="115078"/>
                </a:lnTo>
                <a:lnTo>
                  <a:pt x="1552310" y="114510"/>
                </a:lnTo>
                <a:lnTo>
                  <a:pt x="1552406" y="113936"/>
                </a:lnTo>
                <a:lnTo>
                  <a:pt x="1552492" y="113354"/>
                </a:lnTo>
                <a:lnTo>
                  <a:pt x="1552568" y="112765"/>
                </a:lnTo>
                <a:lnTo>
                  <a:pt x="1552634" y="112169"/>
                </a:lnTo>
                <a:lnTo>
                  <a:pt x="1552689" y="111565"/>
                </a:lnTo>
                <a:lnTo>
                  <a:pt x="1552735" y="110954"/>
                </a:lnTo>
                <a:lnTo>
                  <a:pt x="1552770" y="110337"/>
                </a:lnTo>
                <a:lnTo>
                  <a:pt x="1552795" y="109711"/>
                </a:lnTo>
                <a:lnTo>
                  <a:pt x="1552811" y="109079"/>
                </a:lnTo>
                <a:lnTo>
                  <a:pt x="1552816" y="108439"/>
                </a:lnTo>
                <a:lnTo>
                  <a:pt x="1552809" y="107700"/>
                </a:lnTo>
                <a:lnTo>
                  <a:pt x="1552790" y="106972"/>
                </a:lnTo>
                <a:lnTo>
                  <a:pt x="1552758" y="106255"/>
                </a:lnTo>
                <a:lnTo>
                  <a:pt x="1552713" y="105548"/>
                </a:lnTo>
                <a:lnTo>
                  <a:pt x="1552655" y="104854"/>
                </a:lnTo>
                <a:lnTo>
                  <a:pt x="1552584" y="104170"/>
                </a:lnTo>
                <a:lnTo>
                  <a:pt x="1552501" y="103497"/>
                </a:lnTo>
                <a:lnTo>
                  <a:pt x="1552405" y="102836"/>
                </a:lnTo>
                <a:lnTo>
                  <a:pt x="1552295" y="102185"/>
                </a:lnTo>
                <a:lnTo>
                  <a:pt x="1552173" y="101546"/>
                </a:lnTo>
                <a:lnTo>
                  <a:pt x="1552039" y="100918"/>
                </a:lnTo>
                <a:lnTo>
                  <a:pt x="1551891" y="100301"/>
                </a:lnTo>
                <a:lnTo>
                  <a:pt x="1551730" y="99695"/>
                </a:lnTo>
                <a:lnTo>
                  <a:pt x="1551557" y="99100"/>
                </a:lnTo>
                <a:lnTo>
                  <a:pt x="1551371" y="98516"/>
                </a:lnTo>
                <a:lnTo>
                  <a:pt x="1551172" y="97943"/>
                </a:lnTo>
                <a:lnTo>
                  <a:pt x="1550960" y="97382"/>
                </a:lnTo>
                <a:lnTo>
                  <a:pt x="1550735" y="96832"/>
                </a:lnTo>
                <a:lnTo>
                  <a:pt x="1550497" y="96292"/>
                </a:lnTo>
                <a:lnTo>
                  <a:pt x="1550247" y="95764"/>
                </a:lnTo>
                <a:lnTo>
                  <a:pt x="1549984" y="95247"/>
                </a:lnTo>
                <a:lnTo>
                  <a:pt x="1549707" y="94741"/>
                </a:lnTo>
                <a:lnTo>
                  <a:pt x="1549418" y="94247"/>
                </a:lnTo>
                <a:lnTo>
                  <a:pt x="1549117" y="93763"/>
                </a:lnTo>
                <a:lnTo>
                  <a:pt x="1548802" y="93288"/>
                </a:lnTo>
                <a:lnTo>
                  <a:pt x="1548475" y="92821"/>
                </a:lnTo>
                <a:lnTo>
                  <a:pt x="1548135" y="92361"/>
                </a:lnTo>
                <a:lnTo>
                  <a:pt x="1547783" y="91908"/>
                </a:lnTo>
                <a:lnTo>
                  <a:pt x="1547419" y="91462"/>
                </a:lnTo>
                <a:lnTo>
                  <a:pt x="1547042" y="91023"/>
                </a:lnTo>
                <a:lnTo>
                  <a:pt x="1546652" y="90592"/>
                </a:lnTo>
                <a:lnTo>
                  <a:pt x="1546250" y="90168"/>
                </a:lnTo>
                <a:lnTo>
                  <a:pt x="1545836" y="89751"/>
                </a:lnTo>
                <a:lnTo>
                  <a:pt x="1545409" y="89342"/>
                </a:lnTo>
                <a:lnTo>
                  <a:pt x="1544969" y="88939"/>
                </a:lnTo>
                <a:lnTo>
                  <a:pt x="1544517" y="88544"/>
                </a:lnTo>
                <a:lnTo>
                  <a:pt x="1544053" y="88156"/>
                </a:lnTo>
                <a:lnTo>
                  <a:pt x="1543576" y="87776"/>
                </a:lnTo>
                <a:lnTo>
                  <a:pt x="1543086" y="87402"/>
                </a:lnTo>
                <a:lnTo>
                  <a:pt x="1542584" y="87036"/>
                </a:lnTo>
                <a:lnTo>
                  <a:pt x="1542070" y="86677"/>
                </a:lnTo>
                <a:lnTo>
                  <a:pt x="1541543" y="86326"/>
                </a:lnTo>
                <a:lnTo>
                  <a:pt x="1541003" y="85981"/>
                </a:lnTo>
                <a:lnTo>
                  <a:pt x="1540451" y="85644"/>
                </a:lnTo>
                <a:lnTo>
                  <a:pt x="1539886" y="85314"/>
                </a:lnTo>
                <a:lnTo>
                  <a:pt x="1539309" y="84991"/>
                </a:lnTo>
                <a:lnTo>
                  <a:pt x="1538720" y="84676"/>
                </a:lnTo>
                <a:lnTo>
                  <a:pt x="1538118" y="84367"/>
                </a:lnTo>
                <a:lnTo>
                  <a:pt x="1537504" y="84064"/>
                </a:lnTo>
                <a:lnTo>
                  <a:pt x="1536877" y="83765"/>
                </a:lnTo>
                <a:lnTo>
                  <a:pt x="1536239" y="83469"/>
                </a:lnTo>
                <a:lnTo>
                  <a:pt x="1535589" y="83177"/>
                </a:lnTo>
                <a:lnTo>
                  <a:pt x="1534927" y="82888"/>
                </a:lnTo>
                <a:lnTo>
                  <a:pt x="1534252" y="82603"/>
                </a:lnTo>
                <a:lnTo>
                  <a:pt x="1533566" y="82321"/>
                </a:lnTo>
                <a:lnTo>
                  <a:pt x="1532868" y="82043"/>
                </a:lnTo>
                <a:lnTo>
                  <a:pt x="1532158" y="81768"/>
                </a:lnTo>
                <a:lnTo>
                  <a:pt x="1531435" y="81497"/>
                </a:lnTo>
                <a:lnTo>
                  <a:pt x="1530701" y="81229"/>
                </a:lnTo>
                <a:lnTo>
                  <a:pt x="1529955" y="80965"/>
                </a:lnTo>
                <a:lnTo>
                  <a:pt x="1529197" y="80704"/>
                </a:lnTo>
                <a:lnTo>
                  <a:pt x="1528427" y="80447"/>
                </a:lnTo>
                <a:lnTo>
                  <a:pt x="1527645" y="80194"/>
                </a:lnTo>
                <a:lnTo>
                  <a:pt x="1526851" y="79944"/>
                </a:lnTo>
                <a:lnTo>
                  <a:pt x="1526045" y="79697"/>
                </a:lnTo>
                <a:lnTo>
                  <a:pt x="1525226" y="79454"/>
                </a:lnTo>
                <a:lnTo>
                  <a:pt x="1524396" y="79214"/>
                </a:lnTo>
                <a:lnTo>
                  <a:pt x="1523554" y="78978"/>
                </a:lnTo>
                <a:lnTo>
                  <a:pt x="1522700" y="78746"/>
                </a:lnTo>
                <a:lnTo>
                  <a:pt x="1521834" y="78517"/>
                </a:lnTo>
                <a:lnTo>
                  <a:pt x="1520956" y="78292"/>
                </a:lnTo>
                <a:lnTo>
                  <a:pt x="1520066" y="78070"/>
                </a:lnTo>
                <a:lnTo>
                  <a:pt x="1519251" y="77867"/>
                </a:lnTo>
                <a:lnTo>
                  <a:pt x="1518450" y="77665"/>
                </a:lnTo>
                <a:lnTo>
                  <a:pt x="1517663" y="77464"/>
                </a:lnTo>
                <a:lnTo>
                  <a:pt x="1516890" y="77264"/>
                </a:lnTo>
                <a:lnTo>
                  <a:pt x="1516132" y="77065"/>
                </a:lnTo>
                <a:lnTo>
                  <a:pt x="1515387" y="76866"/>
                </a:lnTo>
                <a:lnTo>
                  <a:pt x="1514656" y="76669"/>
                </a:lnTo>
                <a:lnTo>
                  <a:pt x="1513939" y="76473"/>
                </a:lnTo>
                <a:lnTo>
                  <a:pt x="1513237" y="76277"/>
                </a:lnTo>
                <a:lnTo>
                  <a:pt x="1512548" y="76082"/>
                </a:lnTo>
                <a:lnTo>
                  <a:pt x="1511874" y="75888"/>
                </a:lnTo>
                <a:lnTo>
                  <a:pt x="1511213" y="75695"/>
                </a:lnTo>
                <a:lnTo>
                  <a:pt x="1510567" y="75503"/>
                </a:lnTo>
                <a:lnTo>
                  <a:pt x="1509934" y="75312"/>
                </a:lnTo>
                <a:lnTo>
                  <a:pt x="1509316" y="75122"/>
                </a:lnTo>
                <a:lnTo>
                  <a:pt x="1508711" y="74932"/>
                </a:lnTo>
                <a:lnTo>
                  <a:pt x="1508121" y="74744"/>
                </a:lnTo>
                <a:lnTo>
                  <a:pt x="1507545" y="74556"/>
                </a:lnTo>
                <a:lnTo>
                  <a:pt x="1506982" y="74369"/>
                </a:lnTo>
                <a:lnTo>
                  <a:pt x="1506434" y="74183"/>
                </a:lnTo>
                <a:lnTo>
                  <a:pt x="1505900" y="73998"/>
                </a:lnTo>
                <a:lnTo>
                  <a:pt x="1505380" y="73814"/>
                </a:lnTo>
                <a:lnTo>
                  <a:pt x="1504874" y="73631"/>
                </a:lnTo>
                <a:lnTo>
                  <a:pt x="1504382" y="73449"/>
                </a:lnTo>
                <a:lnTo>
                  <a:pt x="1503903" y="73266"/>
                </a:lnTo>
                <a:lnTo>
                  <a:pt x="1503435" y="73081"/>
                </a:lnTo>
                <a:lnTo>
                  <a:pt x="1502979" y="72894"/>
                </a:lnTo>
                <a:lnTo>
                  <a:pt x="1502535" y="72705"/>
                </a:lnTo>
                <a:lnTo>
                  <a:pt x="1502103" y="72514"/>
                </a:lnTo>
                <a:lnTo>
                  <a:pt x="1501682" y="72321"/>
                </a:lnTo>
                <a:lnTo>
                  <a:pt x="1501272" y="72126"/>
                </a:lnTo>
                <a:lnTo>
                  <a:pt x="1500875" y="71930"/>
                </a:lnTo>
                <a:lnTo>
                  <a:pt x="1500489" y="71731"/>
                </a:lnTo>
                <a:lnTo>
                  <a:pt x="1500114" y="71531"/>
                </a:lnTo>
                <a:lnTo>
                  <a:pt x="1499752" y="71328"/>
                </a:lnTo>
                <a:lnTo>
                  <a:pt x="1499401" y="71124"/>
                </a:lnTo>
                <a:lnTo>
                  <a:pt x="1499061" y="70917"/>
                </a:lnTo>
                <a:lnTo>
                  <a:pt x="1498733" y="70709"/>
                </a:lnTo>
                <a:lnTo>
                  <a:pt x="1498417" y="70499"/>
                </a:lnTo>
                <a:lnTo>
                  <a:pt x="1498113" y="70287"/>
                </a:lnTo>
                <a:lnTo>
                  <a:pt x="1497820" y="70073"/>
                </a:lnTo>
                <a:lnTo>
                  <a:pt x="1497539" y="69857"/>
                </a:lnTo>
                <a:lnTo>
                  <a:pt x="1497269" y="69639"/>
                </a:lnTo>
                <a:lnTo>
                  <a:pt x="1497011" y="69419"/>
                </a:lnTo>
                <a:lnTo>
                  <a:pt x="1496765" y="69197"/>
                </a:lnTo>
                <a:lnTo>
                  <a:pt x="1496530" y="68973"/>
                </a:lnTo>
                <a:lnTo>
                  <a:pt x="1496307" y="68747"/>
                </a:lnTo>
                <a:lnTo>
                  <a:pt x="1496096" y="68520"/>
                </a:lnTo>
                <a:lnTo>
                  <a:pt x="1495895" y="68289"/>
                </a:lnTo>
                <a:lnTo>
                  <a:pt x="1495702" y="68054"/>
                </a:lnTo>
                <a:lnTo>
                  <a:pt x="1495518" y="67815"/>
                </a:lnTo>
                <a:lnTo>
                  <a:pt x="1495342" y="67571"/>
                </a:lnTo>
                <a:lnTo>
                  <a:pt x="1495175" y="67324"/>
                </a:lnTo>
                <a:lnTo>
                  <a:pt x="1495017" y="67072"/>
                </a:lnTo>
                <a:lnTo>
                  <a:pt x="1494867" y="66816"/>
                </a:lnTo>
                <a:lnTo>
                  <a:pt x="1494726" y="66556"/>
                </a:lnTo>
                <a:lnTo>
                  <a:pt x="1494593" y="66291"/>
                </a:lnTo>
                <a:lnTo>
                  <a:pt x="1494469" y="66022"/>
                </a:lnTo>
                <a:lnTo>
                  <a:pt x="1494353" y="65749"/>
                </a:lnTo>
                <a:lnTo>
                  <a:pt x="1494246" y="65472"/>
                </a:lnTo>
                <a:lnTo>
                  <a:pt x="1494148" y="65190"/>
                </a:lnTo>
                <a:lnTo>
                  <a:pt x="1494058" y="64905"/>
                </a:lnTo>
                <a:lnTo>
                  <a:pt x="1493977" y="64615"/>
                </a:lnTo>
                <a:lnTo>
                  <a:pt x="1493904" y="64321"/>
                </a:lnTo>
                <a:lnTo>
                  <a:pt x="1493840" y="64022"/>
                </a:lnTo>
                <a:lnTo>
                  <a:pt x="1493784" y="63720"/>
                </a:lnTo>
                <a:lnTo>
                  <a:pt x="1493737" y="63413"/>
                </a:lnTo>
                <a:lnTo>
                  <a:pt x="1493698" y="63102"/>
                </a:lnTo>
                <a:lnTo>
                  <a:pt x="1493668" y="62786"/>
                </a:lnTo>
                <a:lnTo>
                  <a:pt x="1493647" y="62467"/>
                </a:lnTo>
                <a:lnTo>
                  <a:pt x="1493634" y="62143"/>
                </a:lnTo>
                <a:lnTo>
                  <a:pt x="1493630" y="61815"/>
                </a:lnTo>
                <a:lnTo>
                  <a:pt x="1493640" y="61230"/>
                </a:lnTo>
                <a:lnTo>
                  <a:pt x="1493668" y="60659"/>
                </a:lnTo>
                <a:lnTo>
                  <a:pt x="1493716" y="60100"/>
                </a:lnTo>
                <a:lnTo>
                  <a:pt x="1493783" y="59554"/>
                </a:lnTo>
                <a:lnTo>
                  <a:pt x="1493870" y="59022"/>
                </a:lnTo>
                <a:lnTo>
                  <a:pt x="1493975" y="58502"/>
                </a:lnTo>
                <a:lnTo>
                  <a:pt x="1494100" y="57995"/>
                </a:lnTo>
                <a:lnTo>
                  <a:pt x="1494244" y="57502"/>
                </a:lnTo>
                <a:lnTo>
                  <a:pt x="1494407" y="57022"/>
                </a:lnTo>
                <a:lnTo>
                  <a:pt x="1494589" y="56554"/>
                </a:lnTo>
                <a:lnTo>
                  <a:pt x="1494790" y="56100"/>
                </a:lnTo>
                <a:lnTo>
                  <a:pt x="1495011" y="55658"/>
                </a:lnTo>
                <a:lnTo>
                  <a:pt x="1495251" y="55230"/>
                </a:lnTo>
                <a:lnTo>
                  <a:pt x="1495510" y="54815"/>
                </a:lnTo>
                <a:lnTo>
                  <a:pt x="1495788" y="54413"/>
                </a:lnTo>
                <a:lnTo>
                  <a:pt x="1496085" y="54024"/>
                </a:lnTo>
                <a:lnTo>
                  <a:pt x="1496402" y="53648"/>
                </a:lnTo>
                <a:lnTo>
                  <a:pt x="1496737" y="53285"/>
                </a:lnTo>
                <a:lnTo>
                  <a:pt x="1497092" y="52935"/>
                </a:lnTo>
                <a:lnTo>
                  <a:pt x="1497466" y="52598"/>
                </a:lnTo>
                <a:lnTo>
                  <a:pt x="1497859" y="52274"/>
                </a:lnTo>
                <a:lnTo>
                  <a:pt x="1498272" y="51963"/>
                </a:lnTo>
                <a:lnTo>
                  <a:pt x="1498703" y="51665"/>
                </a:lnTo>
                <a:lnTo>
                  <a:pt x="1499154" y="51381"/>
                </a:lnTo>
                <a:lnTo>
                  <a:pt x="1499620" y="51108"/>
                </a:lnTo>
                <a:lnTo>
                  <a:pt x="1500098" y="50847"/>
                </a:lnTo>
                <a:lnTo>
                  <a:pt x="1500587" y="50597"/>
                </a:lnTo>
                <a:lnTo>
                  <a:pt x="1501088" y="50360"/>
                </a:lnTo>
                <a:lnTo>
                  <a:pt x="1501601" y="50133"/>
                </a:lnTo>
                <a:lnTo>
                  <a:pt x="1502126" y="49919"/>
                </a:lnTo>
                <a:lnTo>
                  <a:pt x="1502662" y="49716"/>
                </a:lnTo>
                <a:lnTo>
                  <a:pt x="1503209" y="49524"/>
                </a:lnTo>
                <a:lnTo>
                  <a:pt x="1503769" y="49344"/>
                </a:lnTo>
                <a:lnTo>
                  <a:pt x="1504340" y="49176"/>
                </a:lnTo>
                <a:lnTo>
                  <a:pt x="1504922" y="49019"/>
                </a:lnTo>
                <a:lnTo>
                  <a:pt x="1505516" y="48874"/>
                </a:lnTo>
                <a:lnTo>
                  <a:pt x="1506122" y="48741"/>
                </a:lnTo>
                <a:lnTo>
                  <a:pt x="1506740" y="48619"/>
                </a:lnTo>
                <a:lnTo>
                  <a:pt x="1507369" y="48509"/>
                </a:lnTo>
                <a:lnTo>
                  <a:pt x="1508010" y="48410"/>
                </a:lnTo>
                <a:lnTo>
                  <a:pt x="1508662" y="48323"/>
                </a:lnTo>
                <a:lnTo>
                  <a:pt x="1509326" y="48248"/>
                </a:lnTo>
                <a:lnTo>
                  <a:pt x="1510002" y="48184"/>
                </a:lnTo>
                <a:lnTo>
                  <a:pt x="1510690" y="48132"/>
                </a:lnTo>
                <a:lnTo>
                  <a:pt x="1511389" y="48091"/>
                </a:lnTo>
                <a:lnTo>
                  <a:pt x="1512099" y="48062"/>
                </a:lnTo>
                <a:lnTo>
                  <a:pt x="1512822" y="48045"/>
                </a:lnTo>
                <a:lnTo>
                  <a:pt x="1513556" y="48039"/>
                </a:lnTo>
                <a:lnTo>
                  <a:pt x="1514283" y="48047"/>
                </a:lnTo>
                <a:lnTo>
                  <a:pt x="1515000" y="48070"/>
                </a:lnTo>
                <a:lnTo>
                  <a:pt x="1515709" y="48109"/>
                </a:lnTo>
                <a:lnTo>
                  <a:pt x="1516408" y="48163"/>
                </a:lnTo>
                <a:lnTo>
                  <a:pt x="1517098" y="48232"/>
                </a:lnTo>
                <a:lnTo>
                  <a:pt x="1517779" y="48317"/>
                </a:lnTo>
                <a:lnTo>
                  <a:pt x="1518450" y="48418"/>
                </a:lnTo>
                <a:lnTo>
                  <a:pt x="1519113" y="48534"/>
                </a:lnTo>
                <a:lnTo>
                  <a:pt x="1519766" y="48665"/>
                </a:lnTo>
                <a:lnTo>
                  <a:pt x="1520409" y="48812"/>
                </a:lnTo>
                <a:lnTo>
                  <a:pt x="1521044" y="48974"/>
                </a:lnTo>
                <a:lnTo>
                  <a:pt x="1521669" y="49152"/>
                </a:lnTo>
                <a:lnTo>
                  <a:pt x="1522285" y="49345"/>
                </a:lnTo>
                <a:lnTo>
                  <a:pt x="1522892" y="49554"/>
                </a:lnTo>
                <a:lnTo>
                  <a:pt x="1523489" y="49778"/>
                </a:lnTo>
                <a:lnTo>
                  <a:pt x="1524078" y="50017"/>
                </a:lnTo>
                <a:lnTo>
                  <a:pt x="1524657" y="50272"/>
                </a:lnTo>
                <a:lnTo>
                  <a:pt x="1525226" y="50543"/>
                </a:lnTo>
                <a:lnTo>
                  <a:pt x="1525787" y="50829"/>
                </a:lnTo>
                <a:lnTo>
                  <a:pt x="1526338" y="51130"/>
                </a:lnTo>
                <a:lnTo>
                  <a:pt x="1526880" y="51447"/>
                </a:lnTo>
                <a:lnTo>
                  <a:pt x="1527413" y="51779"/>
                </a:lnTo>
                <a:lnTo>
                  <a:pt x="1527937" y="52127"/>
                </a:lnTo>
                <a:lnTo>
                  <a:pt x="1528451" y="52490"/>
                </a:lnTo>
                <a:lnTo>
                  <a:pt x="1528950" y="52872"/>
                </a:lnTo>
                <a:lnTo>
                  <a:pt x="1529428" y="53276"/>
                </a:lnTo>
                <a:lnTo>
                  <a:pt x="1529884" y="53702"/>
                </a:lnTo>
                <a:lnTo>
                  <a:pt x="1530320" y="54150"/>
                </a:lnTo>
                <a:lnTo>
                  <a:pt x="1530734" y="54619"/>
                </a:lnTo>
                <a:lnTo>
                  <a:pt x="1531127" y="55111"/>
                </a:lnTo>
                <a:lnTo>
                  <a:pt x="1531498" y="55624"/>
                </a:lnTo>
                <a:lnTo>
                  <a:pt x="1531849" y="56160"/>
                </a:lnTo>
                <a:lnTo>
                  <a:pt x="1532178" y="56717"/>
                </a:lnTo>
                <a:lnTo>
                  <a:pt x="1532486" y="57296"/>
                </a:lnTo>
                <a:lnTo>
                  <a:pt x="1532772" y="57898"/>
                </a:lnTo>
                <a:lnTo>
                  <a:pt x="1533038" y="58521"/>
                </a:lnTo>
                <a:lnTo>
                  <a:pt x="1533282" y="59166"/>
                </a:lnTo>
                <a:lnTo>
                  <a:pt x="1533505" y="59833"/>
                </a:lnTo>
                <a:lnTo>
                  <a:pt x="1533707" y="60522"/>
                </a:lnTo>
                <a:lnTo>
                  <a:pt x="1533887" y="61233"/>
                </a:lnTo>
                <a:lnTo>
                  <a:pt x="1534046" y="61965"/>
                </a:lnTo>
                <a:lnTo>
                  <a:pt x="1534184" y="62720"/>
                </a:lnTo>
                <a:lnTo>
                  <a:pt x="1534301" y="63497"/>
                </a:lnTo>
                <a:lnTo>
                  <a:pt x="1534397" y="64295"/>
                </a:lnTo>
                <a:lnTo>
                  <a:pt x="1534471" y="65116"/>
                </a:lnTo>
                <a:lnTo>
                  <a:pt x="1534524" y="65958"/>
                </a:lnTo>
                <a:lnTo>
                  <a:pt x="1534556" y="66823"/>
                </a:lnTo>
                <a:lnTo>
                  <a:pt x="1534567" y="67709"/>
                </a:lnTo>
                <a:lnTo>
                  <a:pt x="1550547" y="67709"/>
                </a:lnTo>
                <a:lnTo>
                  <a:pt x="1550542" y="67002"/>
                </a:lnTo>
                <a:lnTo>
                  <a:pt x="1550526" y="66304"/>
                </a:lnTo>
                <a:lnTo>
                  <a:pt x="1550501" y="65614"/>
                </a:lnTo>
                <a:lnTo>
                  <a:pt x="1550465" y="64933"/>
                </a:lnTo>
                <a:lnTo>
                  <a:pt x="1550418" y="64260"/>
                </a:lnTo>
                <a:lnTo>
                  <a:pt x="1550362" y="63595"/>
                </a:lnTo>
                <a:lnTo>
                  <a:pt x="1550295" y="62939"/>
                </a:lnTo>
                <a:lnTo>
                  <a:pt x="1550218" y="62292"/>
                </a:lnTo>
                <a:lnTo>
                  <a:pt x="1550131" y="61653"/>
                </a:lnTo>
                <a:lnTo>
                  <a:pt x="1550033" y="61022"/>
                </a:lnTo>
                <a:lnTo>
                  <a:pt x="1549925" y="60400"/>
                </a:lnTo>
                <a:lnTo>
                  <a:pt x="1549807" y="59786"/>
                </a:lnTo>
                <a:lnTo>
                  <a:pt x="1549679" y="59181"/>
                </a:lnTo>
                <a:lnTo>
                  <a:pt x="1549540" y="58584"/>
                </a:lnTo>
                <a:lnTo>
                  <a:pt x="1549391" y="57996"/>
                </a:lnTo>
                <a:lnTo>
                  <a:pt x="1549232" y="57416"/>
                </a:lnTo>
                <a:lnTo>
                  <a:pt x="1549062" y="56845"/>
                </a:lnTo>
                <a:lnTo>
                  <a:pt x="1548882" y="56282"/>
                </a:lnTo>
                <a:lnTo>
                  <a:pt x="1548692" y="55727"/>
                </a:lnTo>
                <a:lnTo>
                  <a:pt x="1548492" y="55181"/>
                </a:lnTo>
                <a:lnTo>
                  <a:pt x="1548281" y="54644"/>
                </a:lnTo>
                <a:lnTo>
                  <a:pt x="1548060" y="54115"/>
                </a:lnTo>
                <a:lnTo>
                  <a:pt x="1547829" y="53594"/>
                </a:lnTo>
                <a:lnTo>
                  <a:pt x="1547588" y="53082"/>
                </a:lnTo>
                <a:lnTo>
                  <a:pt x="1547337" y="52578"/>
                </a:lnTo>
                <a:lnTo>
                  <a:pt x="1547080" y="52082"/>
                </a:lnTo>
                <a:lnTo>
                  <a:pt x="1546815" y="51594"/>
                </a:lnTo>
                <a:lnTo>
                  <a:pt x="1546542" y="51113"/>
                </a:lnTo>
                <a:lnTo>
                  <a:pt x="1546262" y="50640"/>
                </a:lnTo>
                <a:lnTo>
                  <a:pt x="1545975" y="50175"/>
                </a:lnTo>
                <a:lnTo>
                  <a:pt x="1545681" y="49717"/>
                </a:lnTo>
                <a:lnTo>
                  <a:pt x="1545379" y="49268"/>
                </a:lnTo>
                <a:lnTo>
                  <a:pt x="1545070" y="48826"/>
                </a:lnTo>
                <a:lnTo>
                  <a:pt x="1544753" y="48392"/>
                </a:lnTo>
                <a:lnTo>
                  <a:pt x="1544429" y="47965"/>
                </a:lnTo>
                <a:lnTo>
                  <a:pt x="1544098" y="47547"/>
                </a:lnTo>
                <a:lnTo>
                  <a:pt x="1543759" y="47136"/>
                </a:lnTo>
                <a:lnTo>
                  <a:pt x="1543413" y="46733"/>
                </a:lnTo>
                <a:lnTo>
                  <a:pt x="1543060" y="46337"/>
                </a:lnTo>
                <a:lnTo>
                  <a:pt x="1542699" y="45950"/>
                </a:lnTo>
                <a:lnTo>
                  <a:pt x="1542331" y="45570"/>
                </a:lnTo>
                <a:lnTo>
                  <a:pt x="1541956" y="45198"/>
                </a:lnTo>
                <a:lnTo>
                  <a:pt x="1541573" y="44834"/>
                </a:lnTo>
                <a:lnTo>
                  <a:pt x="1541183" y="44477"/>
                </a:lnTo>
                <a:lnTo>
                  <a:pt x="1540785" y="44128"/>
                </a:lnTo>
                <a:lnTo>
                  <a:pt x="1540380" y="43787"/>
                </a:lnTo>
                <a:lnTo>
                  <a:pt x="1539968" y="43454"/>
                </a:lnTo>
                <a:lnTo>
                  <a:pt x="1539548" y="43129"/>
                </a:lnTo>
                <a:lnTo>
                  <a:pt x="1539122" y="42810"/>
                </a:lnTo>
                <a:lnTo>
                  <a:pt x="1538691" y="42499"/>
                </a:lnTo>
                <a:lnTo>
                  <a:pt x="1538253" y="42195"/>
                </a:lnTo>
                <a:lnTo>
                  <a:pt x="1537811" y="41898"/>
                </a:lnTo>
                <a:lnTo>
                  <a:pt x="1537363" y="41607"/>
                </a:lnTo>
                <a:lnTo>
                  <a:pt x="1536909" y="41324"/>
                </a:lnTo>
                <a:lnTo>
                  <a:pt x="1536451" y="41048"/>
                </a:lnTo>
                <a:lnTo>
                  <a:pt x="1535986" y="40780"/>
                </a:lnTo>
                <a:lnTo>
                  <a:pt x="1535516" y="40518"/>
                </a:lnTo>
                <a:lnTo>
                  <a:pt x="1535041" y="40263"/>
                </a:lnTo>
                <a:lnTo>
                  <a:pt x="1534560" y="40015"/>
                </a:lnTo>
                <a:lnTo>
                  <a:pt x="1534073" y="39775"/>
                </a:lnTo>
                <a:lnTo>
                  <a:pt x="1533582" y="39541"/>
                </a:lnTo>
                <a:lnTo>
                  <a:pt x="1533084" y="39315"/>
                </a:lnTo>
                <a:lnTo>
                  <a:pt x="1532582" y="39095"/>
                </a:lnTo>
                <a:lnTo>
                  <a:pt x="1532073" y="38883"/>
                </a:lnTo>
                <a:lnTo>
                  <a:pt x="1531559" y="38677"/>
                </a:lnTo>
                <a:lnTo>
                  <a:pt x="1531040" y="38479"/>
                </a:lnTo>
                <a:lnTo>
                  <a:pt x="1530515" y="38288"/>
                </a:lnTo>
                <a:lnTo>
                  <a:pt x="1529985" y="38104"/>
                </a:lnTo>
                <a:lnTo>
                  <a:pt x="1529450" y="37927"/>
                </a:lnTo>
                <a:lnTo>
                  <a:pt x="1528908" y="37757"/>
                </a:lnTo>
                <a:lnTo>
                  <a:pt x="1528362" y="37594"/>
                </a:lnTo>
                <a:lnTo>
                  <a:pt x="1527810" y="37438"/>
                </a:lnTo>
                <a:lnTo>
                  <a:pt x="1527253" y="37289"/>
                </a:lnTo>
                <a:lnTo>
                  <a:pt x="1526693" y="37146"/>
                </a:lnTo>
                <a:lnTo>
                  <a:pt x="1526130" y="37010"/>
                </a:lnTo>
                <a:lnTo>
                  <a:pt x="1525564" y="36880"/>
                </a:lnTo>
                <a:lnTo>
                  <a:pt x="1524995" y="36756"/>
                </a:lnTo>
                <a:lnTo>
                  <a:pt x="1524422" y="36638"/>
                </a:lnTo>
                <a:lnTo>
                  <a:pt x="1523846" y="36527"/>
                </a:lnTo>
                <a:lnTo>
                  <a:pt x="1523267" y="36423"/>
                </a:lnTo>
                <a:lnTo>
                  <a:pt x="1522684" y="36324"/>
                </a:lnTo>
                <a:lnTo>
                  <a:pt x="1522098" y="36232"/>
                </a:lnTo>
                <a:lnTo>
                  <a:pt x="1521509" y="36146"/>
                </a:lnTo>
                <a:lnTo>
                  <a:pt x="1520917" y="36067"/>
                </a:lnTo>
                <a:lnTo>
                  <a:pt x="1520321" y="35994"/>
                </a:lnTo>
                <a:lnTo>
                  <a:pt x="1519723" y="35927"/>
                </a:lnTo>
                <a:lnTo>
                  <a:pt x="1519121" y="35867"/>
                </a:lnTo>
                <a:lnTo>
                  <a:pt x="1518515" y="35813"/>
                </a:lnTo>
                <a:lnTo>
                  <a:pt x="1517907" y="35766"/>
                </a:lnTo>
                <a:lnTo>
                  <a:pt x="1517295" y="35724"/>
                </a:lnTo>
                <a:lnTo>
                  <a:pt x="1516680" y="35689"/>
                </a:lnTo>
                <a:lnTo>
                  <a:pt x="1516062" y="35661"/>
                </a:lnTo>
                <a:lnTo>
                  <a:pt x="1515440" y="35639"/>
                </a:lnTo>
                <a:lnTo>
                  <a:pt x="1514815" y="35623"/>
                </a:lnTo>
                <a:lnTo>
                  <a:pt x="1514187" y="35613"/>
                </a:lnTo>
                <a:lnTo>
                  <a:pt x="1513556" y="35610"/>
                </a:lnTo>
                <a:lnTo>
                  <a:pt x="1512916" y="35613"/>
                </a:lnTo>
                <a:lnTo>
                  <a:pt x="1512281" y="35622"/>
                </a:lnTo>
                <a:lnTo>
                  <a:pt x="1511649" y="35636"/>
                </a:lnTo>
                <a:lnTo>
                  <a:pt x="1511021" y="35657"/>
                </a:lnTo>
                <a:lnTo>
                  <a:pt x="1510397" y="35683"/>
                </a:lnTo>
                <a:lnTo>
                  <a:pt x="1509777" y="35715"/>
                </a:lnTo>
                <a:lnTo>
                  <a:pt x="1509160" y="35753"/>
                </a:lnTo>
                <a:lnTo>
                  <a:pt x="1508547" y="35796"/>
                </a:lnTo>
                <a:lnTo>
                  <a:pt x="1507938" y="35846"/>
                </a:lnTo>
                <a:lnTo>
                  <a:pt x="1507332" y="35901"/>
                </a:lnTo>
                <a:lnTo>
                  <a:pt x="1506731" y="35962"/>
                </a:lnTo>
                <a:lnTo>
                  <a:pt x="1506133" y="36029"/>
                </a:lnTo>
                <a:lnTo>
                  <a:pt x="1505539" y="36102"/>
                </a:lnTo>
                <a:lnTo>
                  <a:pt x="1504948" y="36181"/>
                </a:lnTo>
                <a:lnTo>
                  <a:pt x="1504362" y="36265"/>
                </a:lnTo>
                <a:lnTo>
                  <a:pt x="1503779" y="36355"/>
                </a:lnTo>
                <a:lnTo>
                  <a:pt x="1503200" y="36451"/>
                </a:lnTo>
                <a:lnTo>
                  <a:pt x="1502625" y="36553"/>
                </a:lnTo>
                <a:lnTo>
                  <a:pt x="1502053" y="36661"/>
                </a:lnTo>
                <a:lnTo>
                  <a:pt x="1501486" y="36775"/>
                </a:lnTo>
                <a:lnTo>
                  <a:pt x="1500922" y="36894"/>
                </a:lnTo>
                <a:lnTo>
                  <a:pt x="1500362" y="37019"/>
                </a:lnTo>
                <a:lnTo>
                  <a:pt x="1499805" y="37150"/>
                </a:lnTo>
                <a:lnTo>
                  <a:pt x="1499253" y="37287"/>
                </a:lnTo>
                <a:lnTo>
                  <a:pt x="1498705" y="37429"/>
                </a:lnTo>
                <a:lnTo>
                  <a:pt x="1498163" y="37578"/>
                </a:lnTo>
                <a:lnTo>
                  <a:pt x="1497627" y="37732"/>
                </a:lnTo>
                <a:lnTo>
                  <a:pt x="1497097" y="37892"/>
                </a:lnTo>
                <a:lnTo>
                  <a:pt x="1496574" y="38057"/>
                </a:lnTo>
                <a:lnTo>
                  <a:pt x="1496056" y="38229"/>
                </a:lnTo>
                <a:lnTo>
                  <a:pt x="1495544" y="38406"/>
                </a:lnTo>
                <a:lnTo>
                  <a:pt x="1495038" y="38590"/>
                </a:lnTo>
                <a:lnTo>
                  <a:pt x="1494539" y="38779"/>
                </a:lnTo>
                <a:lnTo>
                  <a:pt x="1494045" y="38974"/>
                </a:lnTo>
                <a:lnTo>
                  <a:pt x="1493557" y="39174"/>
                </a:lnTo>
                <a:lnTo>
                  <a:pt x="1493075" y="39381"/>
                </a:lnTo>
                <a:lnTo>
                  <a:pt x="1492599" y="39593"/>
                </a:lnTo>
                <a:lnTo>
                  <a:pt x="1492129" y="39811"/>
                </a:lnTo>
                <a:lnTo>
                  <a:pt x="1491666" y="40036"/>
                </a:lnTo>
                <a:lnTo>
                  <a:pt x="1491208" y="40265"/>
                </a:lnTo>
                <a:lnTo>
                  <a:pt x="1490756" y="40501"/>
                </a:lnTo>
                <a:lnTo>
                  <a:pt x="1490310" y="40743"/>
                </a:lnTo>
                <a:lnTo>
                  <a:pt x="1489870" y="40990"/>
                </a:lnTo>
                <a:lnTo>
                  <a:pt x="1489436" y="41243"/>
                </a:lnTo>
                <a:lnTo>
                  <a:pt x="1489008" y="41502"/>
                </a:lnTo>
                <a:lnTo>
                  <a:pt x="1488586" y="41767"/>
                </a:lnTo>
                <a:lnTo>
                  <a:pt x="1488171" y="42038"/>
                </a:lnTo>
                <a:lnTo>
                  <a:pt x="1487761" y="42315"/>
                </a:lnTo>
                <a:lnTo>
                  <a:pt x="1487358" y="42597"/>
                </a:lnTo>
                <a:lnTo>
                  <a:pt x="1486962" y="42885"/>
                </a:lnTo>
                <a:lnTo>
                  <a:pt x="1486574" y="43179"/>
                </a:lnTo>
                <a:lnTo>
                  <a:pt x="1486193" y="43478"/>
                </a:lnTo>
                <a:lnTo>
                  <a:pt x="1485820" y="43784"/>
                </a:lnTo>
                <a:lnTo>
                  <a:pt x="1485455" y="44095"/>
                </a:lnTo>
                <a:lnTo>
                  <a:pt x="1485097" y="44412"/>
                </a:lnTo>
                <a:lnTo>
                  <a:pt x="1484747" y="44735"/>
                </a:lnTo>
                <a:lnTo>
                  <a:pt x="1484404" y="45064"/>
                </a:lnTo>
                <a:lnTo>
                  <a:pt x="1484068" y="45398"/>
                </a:lnTo>
                <a:lnTo>
                  <a:pt x="1483741" y="45739"/>
                </a:lnTo>
                <a:lnTo>
                  <a:pt x="1483420" y="46085"/>
                </a:lnTo>
                <a:lnTo>
                  <a:pt x="1483108" y="46437"/>
                </a:lnTo>
                <a:lnTo>
                  <a:pt x="1482802" y="46795"/>
                </a:lnTo>
                <a:lnTo>
                  <a:pt x="1482505" y="47158"/>
                </a:lnTo>
                <a:lnTo>
                  <a:pt x="1482215" y="47528"/>
                </a:lnTo>
                <a:lnTo>
                  <a:pt x="1481932" y="47903"/>
                </a:lnTo>
                <a:lnTo>
                  <a:pt x="1481657" y="48284"/>
                </a:lnTo>
                <a:lnTo>
                  <a:pt x="1481390" y="48671"/>
                </a:lnTo>
                <a:lnTo>
                  <a:pt x="1481130" y="49064"/>
                </a:lnTo>
                <a:lnTo>
                  <a:pt x="1480877" y="49462"/>
                </a:lnTo>
                <a:lnTo>
                  <a:pt x="1480632" y="49867"/>
                </a:lnTo>
                <a:lnTo>
                  <a:pt x="1480395" y="50277"/>
                </a:lnTo>
                <a:lnTo>
                  <a:pt x="1480165" y="50693"/>
                </a:lnTo>
                <a:lnTo>
                  <a:pt x="1479944" y="51115"/>
                </a:lnTo>
                <a:lnTo>
                  <a:pt x="1479732" y="51542"/>
                </a:lnTo>
                <a:lnTo>
                  <a:pt x="1479529" y="51975"/>
                </a:lnTo>
                <a:lnTo>
                  <a:pt x="1479336" y="52413"/>
                </a:lnTo>
                <a:lnTo>
                  <a:pt x="1479153" y="52856"/>
                </a:lnTo>
                <a:lnTo>
                  <a:pt x="1478978" y="53305"/>
                </a:lnTo>
                <a:lnTo>
                  <a:pt x="1478814" y="53760"/>
                </a:lnTo>
                <a:lnTo>
                  <a:pt x="1478658" y="54220"/>
                </a:lnTo>
                <a:lnTo>
                  <a:pt x="1478512" y="54685"/>
                </a:lnTo>
                <a:lnTo>
                  <a:pt x="1478376" y="55156"/>
                </a:lnTo>
                <a:lnTo>
                  <a:pt x="1478248" y="55633"/>
                </a:lnTo>
                <a:lnTo>
                  <a:pt x="1478131" y="56115"/>
                </a:lnTo>
                <a:lnTo>
                  <a:pt x="1478022" y="56602"/>
                </a:lnTo>
                <a:lnTo>
                  <a:pt x="1477923" y="57095"/>
                </a:lnTo>
                <a:lnTo>
                  <a:pt x="1477834" y="57593"/>
                </a:lnTo>
                <a:lnTo>
                  <a:pt x="1477754" y="58097"/>
                </a:lnTo>
                <a:lnTo>
                  <a:pt x="1477683" y="58606"/>
                </a:lnTo>
                <a:lnTo>
                  <a:pt x="1477622" y="59121"/>
                </a:lnTo>
                <a:lnTo>
                  <a:pt x="1477570" y="59641"/>
                </a:lnTo>
                <a:lnTo>
                  <a:pt x="1477528" y="60167"/>
                </a:lnTo>
                <a:lnTo>
                  <a:pt x="1477495" y="60698"/>
                </a:lnTo>
                <a:lnTo>
                  <a:pt x="1477471" y="61234"/>
                </a:lnTo>
                <a:lnTo>
                  <a:pt x="1477457" y="61776"/>
                </a:lnTo>
                <a:lnTo>
                  <a:pt x="1477452" y="62324"/>
                </a:lnTo>
                <a:lnTo>
                  <a:pt x="1477459" y="63021"/>
                </a:lnTo>
                <a:lnTo>
                  <a:pt x="1477479" y="63709"/>
                </a:lnTo>
                <a:lnTo>
                  <a:pt x="1477513" y="64386"/>
                </a:lnTo>
                <a:lnTo>
                  <a:pt x="1477559" y="65054"/>
                </a:lnTo>
                <a:lnTo>
                  <a:pt x="1477619" y="65711"/>
                </a:lnTo>
                <a:lnTo>
                  <a:pt x="1477693" y="66358"/>
                </a:lnTo>
                <a:lnTo>
                  <a:pt x="1477780" y="66996"/>
                </a:lnTo>
                <a:lnTo>
                  <a:pt x="1477880" y="67623"/>
                </a:lnTo>
                <a:lnTo>
                  <a:pt x="1477993" y="68240"/>
                </a:lnTo>
                <a:lnTo>
                  <a:pt x="1478120" y="68847"/>
                </a:lnTo>
                <a:lnTo>
                  <a:pt x="1478261" y="69444"/>
                </a:lnTo>
                <a:lnTo>
                  <a:pt x="1478414" y="70031"/>
                </a:lnTo>
                <a:lnTo>
                  <a:pt x="1478581" y="70608"/>
                </a:lnTo>
                <a:lnTo>
                  <a:pt x="1478762" y="71175"/>
                </a:lnTo>
                <a:lnTo>
                  <a:pt x="1478955" y="71732"/>
                </a:lnTo>
                <a:lnTo>
                  <a:pt x="1479162" y="72279"/>
                </a:lnTo>
                <a:lnTo>
                  <a:pt x="1479383" y="72815"/>
                </a:lnTo>
                <a:lnTo>
                  <a:pt x="1479616" y="73342"/>
                </a:lnTo>
                <a:lnTo>
                  <a:pt x="1479864" y="73859"/>
                </a:lnTo>
                <a:lnTo>
                  <a:pt x="1480124" y="74365"/>
                </a:lnTo>
                <a:lnTo>
                  <a:pt x="1480398" y="74862"/>
                </a:lnTo>
                <a:lnTo>
                  <a:pt x="1480685" y="75348"/>
                </a:lnTo>
                <a:lnTo>
                  <a:pt x="1480986" y="75825"/>
                </a:lnTo>
                <a:lnTo>
                  <a:pt x="1481300" y="76291"/>
                </a:lnTo>
                <a:lnTo>
                  <a:pt x="1481627" y="76749"/>
                </a:lnTo>
                <a:lnTo>
                  <a:pt x="1481967" y="77200"/>
                </a:lnTo>
                <a:lnTo>
                  <a:pt x="1482321" y="77645"/>
                </a:lnTo>
                <a:lnTo>
                  <a:pt x="1482689" y="78083"/>
                </a:lnTo>
                <a:lnTo>
                  <a:pt x="1483069" y="78514"/>
                </a:lnTo>
                <a:lnTo>
                  <a:pt x="1483464" y="78939"/>
                </a:lnTo>
                <a:lnTo>
                  <a:pt x="1483871" y="79356"/>
                </a:lnTo>
                <a:lnTo>
                  <a:pt x="1484292" y="79767"/>
                </a:lnTo>
                <a:lnTo>
                  <a:pt x="1484726" y="80172"/>
                </a:lnTo>
                <a:lnTo>
                  <a:pt x="1485173" y="80570"/>
                </a:lnTo>
                <a:lnTo>
                  <a:pt x="1485634" y="80961"/>
                </a:lnTo>
                <a:lnTo>
                  <a:pt x="1486108" y="81345"/>
                </a:lnTo>
                <a:lnTo>
                  <a:pt x="1486596" y="81723"/>
                </a:lnTo>
                <a:lnTo>
                  <a:pt x="1487097" y="82093"/>
                </a:lnTo>
                <a:lnTo>
                  <a:pt x="1487611" y="82458"/>
                </a:lnTo>
                <a:lnTo>
                  <a:pt x="1488139" y="82815"/>
                </a:lnTo>
                <a:lnTo>
                  <a:pt x="1488680" y="83166"/>
                </a:lnTo>
                <a:lnTo>
                  <a:pt x="1489234" y="83510"/>
                </a:lnTo>
                <a:lnTo>
                  <a:pt x="1489802" y="83847"/>
                </a:lnTo>
                <a:lnTo>
                  <a:pt x="1490383" y="84178"/>
                </a:lnTo>
                <a:lnTo>
                  <a:pt x="1490977" y="84502"/>
                </a:lnTo>
                <a:lnTo>
                  <a:pt x="1491585" y="84819"/>
                </a:lnTo>
                <a:lnTo>
                  <a:pt x="1492206" y="85130"/>
                </a:lnTo>
                <a:lnTo>
                  <a:pt x="1492841" y="85434"/>
                </a:lnTo>
                <a:lnTo>
                  <a:pt x="1493488" y="85733"/>
                </a:lnTo>
                <a:lnTo>
                  <a:pt x="1494148" y="86029"/>
                </a:lnTo>
                <a:lnTo>
                  <a:pt x="1494820" y="86321"/>
                </a:lnTo>
                <a:lnTo>
                  <a:pt x="1495504" y="86611"/>
                </a:lnTo>
                <a:lnTo>
                  <a:pt x="1496201" y="86898"/>
                </a:lnTo>
                <a:lnTo>
                  <a:pt x="1496910" y="87182"/>
                </a:lnTo>
                <a:lnTo>
                  <a:pt x="1497631" y="87463"/>
                </a:lnTo>
                <a:lnTo>
                  <a:pt x="1498365" y="87741"/>
                </a:lnTo>
                <a:lnTo>
                  <a:pt x="1499111" y="88016"/>
                </a:lnTo>
                <a:lnTo>
                  <a:pt x="1499869" y="88288"/>
                </a:lnTo>
                <a:lnTo>
                  <a:pt x="1500640" y="88557"/>
                </a:lnTo>
                <a:lnTo>
                  <a:pt x="1501423" y="88823"/>
                </a:lnTo>
                <a:lnTo>
                  <a:pt x="1502218" y="89085"/>
                </a:lnTo>
                <a:lnTo>
                  <a:pt x="1503026" y="89345"/>
                </a:lnTo>
                <a:lnTo>
                  <a:pt x="1503846" y="89602"/>
                </a:lnTo>
                <a:lnTo>
                  <a:pt x="1504678" y="89856"/>
                </a:lnTo>
                <a:lnTo>
                  <a:pt x="1505523" y="90107"/>
                </a:lnTo>
                <a:lnTo>
                  <a:pt x="1506380" y="90356"/>
                </a:lnTo>
                <a:lnTo>
                  <a:pt x="1507249" y="90601"/>
                </a:lnTo>
                <a:lnTo>
                  <a:pt x="1508130" y="90843"/>
                </a:lnTo>
                <a:lnTo>
                  <a:pt x="1509024" y="91082"/>
                </a:lnTo>
                <a:lnTo>
                  <a:pt x="1509931" y="91318"/>
                </a:lnTo>
                <a:lnTo>
                  <a:pt x="1510849" y="91551"/>
                </a:lnTo>
                <a:lnTo>
                  <a:pt x="1511780" y="91781"/>
                </a:lnTo>
                <a:lnTo>
                  <a:pt x="1512917" y="92061"/>
                </a:lnTo>
                <a:lnTo>
                  <a:pt x="1514024" y="92341"/>
                </a:lnTo>
                <a:lnTo>
                  <a:pt x="1515102" y="92622"/>
                </a:lnTo>
                <a:lnTo>
                  <a:pt x="1516152" y="92904"/>
                </a:lnTo>
                <a:lnTo>
                  <a:pt x="1517173" y="93186"/>
                </a:lnTo>
                <a:lnTo>
                  <a:pt x="1518164" y="93469"/>
                </a:lnTo>
                <a:lnTo>
                  <a:pt x="1519127" y="93753"/>
                </a:lnTo>
                <a:lnTo>
                  <a:pt x="1520061" y="94038"/>
                </a:lnTo>
                <a:lnTo>
                  <a:pt x="1520966" y="94323"/>
                </a:lnTo>
                <a:lnTo>
                  <a:pt x="1521841" y="94609"/>
                </a:lnTo>
                <a:lnTo>
                  <a:pt x="1522688" y="94896"/>
                </a:lnTo>
                <a:lnTo>
                  <a:pt x="1523506" y="95183"/>
                </a:lnTo>
                <a:lnTo>
                  <a:pt x="1524295" y="95472"/>
                </a:lnTo>
                <a:lnTo>
                  <a:pt x="1525056" y="95761"/>
                </a:lnTo>
                <a:lnTo>
                  <a:pt x="1525787" y="96050"/>
                </a:lnTo>
                <a:lnTo>
                  <a:pt x="1526489" y="96341"/>
                </a:lnTo>
                <a:lnTo>
                  <a:pt x="1527162" y="96632"/>
                </a:lnTo>
                <a:lnTo>
                  <a:pt x="1527807" y="96923"/>
                </a:lnTo>
                <a:lnTo>
                  <a:pt x="1528422" y="97216"/>
                </a:lnTo>
                <a:lnTo>
                  <a:pt x="1529008" y="97509"/>
                </a:lnTo>
                <a:lnTo>
                  <a:pt x="1529566" y="97803"/>
                </a:lnTo>
                <a:lnTo>
                  <a:pt x="1530095" y="98098"/>
                </a:lnTo>
                <a:lnTo>
                  <a:pt x="1530594" y="98393"/>
                </a:lnTo>
                <a:lnTo>
                  <a:pt x="1531065" y="98689"/>
                </a:lnTo>
                <a:lnTo>
                  <a:pt x="1531512" y="98992"/>
                </a:lnTo>
                <a:lnTo>
                  <a:pt x="1531939" y="99308"/>
                </a:lnTo>
                <a:lnTo>
                  <a:pt x="1532348" y="99636"/>
                </a:lnTo>
                <a:lnTo>
                  <a:pt x="1532738" y="99978"/>
                </a:lnTo>
                <a:lnTo>
                  <a:pt x="1533108" y="100333"/>
                </a:lnTo>
                <a:lnTo>
                  <a:pt x="1533460" y="100701"/>
                </a:lnTo>
                <a:lnTo>
                  <a:pt x="1533793" y="101082"/>
                </a:lnTo>
                <a:lnTo>
                  <a:pt x="1534106" y="101476"/>
                </a:lnTo>
                <a:lnTo>
                  <a:pt x="1534401" y="101884"/>
                </a:lnTo>
                <a:lnTo>
                  <a:pt x="1534677" y="102304"/>
                </a:lnTo>
                <a:lnTo>
                  <a:pt x="1534933" y="102737"/>
                </a:lnTo>
                <a:lnTo>
                  <a:pt x="1535171" y="103184"/>
                </a:lnTo>
                <a:lnTo>
                  <a:pt x="1535389" y="103643"/>
                </a:lnTo>
                <a:lnTo>
                  <a:pt x="1535589" y="104115"/>
                </a:lnTo>
                <a:lnTo>
                  <a:pt x="1535770" y="104601"/>
                </a:lnTo>
                <a:lnTo>
                  <a:pt x="1535931" y="105100"/>
                </a:lnTo>
                <a:lnTo>
                  <a:pt x="1536074" y="105611"/>
                </a:lnTo>
                <a:lnTo>
                  <a:pt x="1536197" y="106136"/>
                </a:lnTo>
                <a:lnTo>
                  <a:pt x="1536302" y="106674"/>
                </a:lnTo>
                <a:lnTo>
                  <a:pt x="1536387" y="107224"/>
                </a:lnTo>
                <a:lnTo>
                  <a:pt x="1536454" y="107788"/>
                </a:lnTo>
                <a:lnTo>
                  <a:pt x="1536502" y="108365"/>
                </a:lnTo>
                <a:lnTo>
                  <a:pt x="1536530" y="108955"/>
                </a:lnTo>
                <a:lnTo>
                  <a:pt x="1536540" y="109558"/>
                </a:lnTo>
                <a:lnTo>
                  <a:pt x="1536529" y="110277"/>
                </a:lnTo>
                <a:lnTo>
                  <a:pt x="1536497" y="110979"/>
                </a:lnTo>
                <a:lnTo>
                  <a:pt x="1536445" y="111663"/>
                </a:lnTo>
                <a:lnTo>
                  <a:pt x="1536371" y="112330"/>
                </a:lnTo>
                <a:lnTo>
                  <a:pt x="1536276" y="112980"/>
                </a:lnTo>
                <a:lnTo>
                  <a:pt x="1536160" y="113613"/>
                </a:lnTo>
                <a:lnTo>
                  <a:pt x="1536023" y="114229"/>
                </a:lnTo>
                <a:lnTo>
                  <a:pt x="1535865" y="114828"/>
                </a:lnTo>
                <a:lnTo>
                  <a:pt x="1535686" y="115409"/>
                </a:lnTo>
                <a:lnTo>
                  <a:pt x="1535486" y="115974"/>
                </a:lnTo>
                <a:lnTo>
                  <a:pt x="1535265" y="116521"/>
                </a:lnTo>
                <a:lnTo>
                  <a:pt x="1535023" y="117051"/>
                </a:lnTo>
                <a:lnTo>
                  <a:pt x="1534760" y="117564"/>
                </a:lnTo>
                <a:lnTo>
                  <a:pt x="1534475" y="118060"/>
                </a:lnTo>
                <a:lnTo>
                  <a:pt x="1534170" y="118539"/>
                </a:lnTo>
                <a:lnTo>
                  <a:pt x="1533843" y="119001"/>
                </a:lnTo>
                <a:lnTo>
                  <a:pt x="1533496" y="119445"/>
                </a:lnTo>
                <a:lnTo>
                  <a:pt x="1533127" y="119872"/>
                </a:lnTo>
                <a:lnTo>
                  <a:pt x="1532737" y="120283"/>
                </a:lnTo>
                <a:lnTo>
                  <a:pt x="1532327" y="120676"/>
                </a:lnTo>
                <a:lnTo>
                  <a:pt x="1531895" y="121052"/>
                </a:lnTo>
                <a:lnTo>
                  <a:pt x="1531442" y="121411"/>
                </a:lnTo>
                <a:lnTo>
                  <a:pt x="1530968" y="121752"/>
                </a:lnTo>
                <a:lnTo>
                  <a:pt x="1530473" y="122077"/>
                </a:lnTo>
                <a:lnTo>
                  <a:pt x="1529962" y="122386"/>
                </a:lnTo>
                <a:lnTo>
                  <a:pt x="1529439" y="122682"/>
                </a:lnTo>
                <a:lnTo>
                  <a:pt x="1528905" y="122965"/>
                </a:lnTo>
                <a:lnTo>
                  <a:pt x="1528359" y="123235"/>
                </a:lnTo>
                <a:lnTo>
                  <a:pt x="1527802" y="123492"/>
                </a:lnTo>
                <a:lnTo>
                  <a:pt x="1527233" y="123736"/>
                </a:lnTo>
                <a:lnTo>
                  <a:pt x="1526653" y="123966"/>
                </a:lnTo>
                <a:lnTo>
                  <a:pt x="1526061" y="124183"/>
                </a:lnTo>
                <a:lnTo>
                  <a:pt x="1525458" y="124387"/>
                </a:lnTo>
                <a:lnTo>
                  <a:pt x="1524844" y="124578"/>
                </a:lnTo>
                <a:lnTo>
                  <a:pt x="1524218" y="124756"/>
                </a:lnTo>
                <a:lnTo>
                  <a:pt x="1523580" y="124920"/>
                </a:lnTo>
                <a:lnTo>
                  <a:pt x="1522931" y="125072"/>
                </a:lnTo>
                <a:lnTo>
                  <a:pt x="1522271" y="125210"/>
                </a:lnTo>
                <a:lnTo>
                  <a:pt x="1521599" y="125335"/>
                </a:lnTo>
                <a:lnTo>
                  <a:pt x="1520916" y="125447"/>
                </a:lnTo>
                <a:lnTo>
                  <a:pt x="1520221" y="125546"/>
                </a:lnTo>
                <a:lnTo>
                  <a:pt x="1519514" y="125631"/>
                </a:lnTo>
                <a:lnTo>
                  <a:pt x="1518797" y="125704"/>
                </a:lnTo>
                <a:lnTo>
                  <a:pt x="1518067" y="125763"/>
                </a:lnTo>
                <a:lnTo>
                  <a:pt x="1517327" y="125809"/>
                </a:lnTo>
                <a:lnTo>
                  <a:pt x="1516574" y="125842"/>
                </a:lnTo>
                <a:lnTo>
                  <a:pt x="1515811" y="125862"/>
                </a:lnTo>
                <a:lnTo>
                  <a:pt x="1515035" y="125868"/>
                </a:lnTo>
                <a:lnTo>
                  <a:pt x="1514170" y="125860"/>
                </a:lnTo>
                <a:lnTo>
                  <a:pt x="1513317" y="125835"/>
                </a:lnTo>
                <a:lnTo>
                  <a:pt x="1512476" y="125793"/>
                </a:lnTo>
                <a:lnTo>
                  <a:pt x="1511647" y="125735"/>
                </a:lnTo>
                <a:lnTo>
                  <a:pt x="1510831" y="125660"/>
                </a:lnTo>
                <a:lnTo>
                  <a:pt x="1510026" y="125568"/>
                </a:lnTo>
                <a:lnTo>
                  <a:pt x="1509234" y="125459"/>
                </a:lnTo>
                <a:lnTo>
                  <a:pt x="1508454" y="125334"/>
                </a:lnTo>
                <a:lnTo>
                  <a:pt x="1507686" y="125192"/>
                </a:lnTo>
                <a:lnTo>
                  <a:pt x="1506930" y="125034"/>
                </a:lnTo>
                <a:lnTo>
                  <a:pt x="1506186" y="124859"/>
                </a:lnTo>
                <a:lnTo>
                  <a:pt x="1505455" y="124667"/>
                </a:lnTo>
                <a:lnTo>
                  <a:pt x="1504735" y="124458"/>
                </a:lnTo>
                <a:lnTo>
                  <a:pt x="1504028" y="124233"/>
                </a:lnTo>
                <a:lnTo>
                  <a:pt x="1503333" y="123991"/>
                </a:lnTo>
                <a:lnTo>
                  <a:pt x="1502650" y="123732"/>
                </a:lnTo>
                <a:lnTo>
                  <a:pt x="1501980" y="123457"/>
                </a:lnTo>
                <a:lnTo>
                  <a:pt x="1501321" y="123165"/>
                </a:lnTo>
                <a:lnTo>
                  <a:pt x="1500675" y="122856"/>
                </a:lnTo>
                <a:lnTo>
                  <a:pt x="1500040" y="122531"/>
                </a:lnTo>
                <a:lnTo>
                  <a:pt x="1499418" y="122189"/>
                </a:lnTo>
                <a:lnTo>
                  <a:pt x="1498808" y="121830"/>
                </a:lnTo>
                <a:lnTo>
                  <a:pt x="1498211" y="121455"/>
                </a:lnTo>
                <a:lnTo>
                  <a:pt x="1497625" y="121063"/>
                </a:lnTo>
                <a:lnTo>
                  <a:pt x="1497057" y="120650"/>
                </a:lnTo>
                <a:lnTo>
                  <a:pt x="1496514" y="120213"/>
                </a:lnTo>
                <a:lnTo>
                  <a:pt x="1495995" y="119752"/>
                </a:lnTo>
                <a:lnTo>
                  <a:pt x="1495500" y="119267"/>
                </a:lnTo>
                <a:lnTo>
                  <a:pt x="1495029" y="118758"/>
                </a:lnTo>
                <a:lnTo>
                  <a:pt x="1494582" y="118224"/>
                </a:lnTo>
                <a:lnTo>
                  <a:pt x="1494160" y="117666"/>
                </a:lnTo>
                <a:lnTo>
                  <a:pt x="1493761" y="117084"/>
                </a:lnTo>
                <a:lnTo>
                  <a:pt x="1493387" y="116478"/>
                </a:lnTo>
                <a:lnTo>
                  <a:pt x="1493037" y="115847"/>
                </a:lnTo>
                <a:lnTo>
                  <a:pt x="1492711" y="115192"/>
                </a:lnTo>
                <a:lnTo>
                  <a:pt x="1492409" y="114514"/>
                </a:lnTo>
                <a:lnTo>
                  <a:pt x="1492132" y="113810"/>
                </a:lnTo>
                <a:lnTo>
                  <a:pt x="1491878" y="113083"/>
                </a:lnTo>
                <a:lnTo>
                  <a:pt x="1491649" y="112332"/>
                </a:lnTo>
                <a:lnTo>
                  <a:pt x="1491443" y="111556"/>
                </a:lnTo>
                <a:lnTo>
                  <a:pt x="1491262" y="110756"/>
                </a:lnTo>
                <a:lnTo>
                  <a:pt x="1491105" y="109932"/>
                </a:lnTo>
                <a:lnTo>
                  <a:pt x="1490972" y="109083"/>
                </a:lnTo>
                <a:lnTo>
                  <a:pt x="1490864" y="108211"/>
                </a:lnTo>
                <a:lnTo>
                  <a:pt x="1490779" y="107314"/>
                </a:lnTo>
                <a:lnTo>
                  <a:pt x="1490719" y="106393"/>
                </a:lnTo>
                <a:lnTo>
                  <a:pt x="1490683" y="105448"/>
                </a:lnTo>
                <a:lnTo>
                  <a:pt x="1490671" y="104478"/>
                </a:lnTo>
                <a:lnTo>
                  <a:pt x="1474789" y="104478"/>
                </a:lnTo>
                <a:lnTo>
                  <a:pt x="1474795" y="105235"/>
                </a:lnTo>
                <a:lnTo>
                  <a:pt x="1474811" y="105983"/>
                </a:lnTo>
                <a:lnTo>
                  <a:pt x="1474838" y="106722"/>
                </a:lnTo>
                <a:lnTo>
                  <a:pt x="1474875" y="107451"/>
                </a:lnTo>
                <a:lnTo>
                  <a:pt x="1474924" y="108171"/>
                </a:lnTo>
                <a:lnTo>
                  <a:pt x="1474983" y="108881"/>
                </a:lnTo>
                <a:lnTo>
                  <a:pt x="1475053" y="109583"/>
                </a:lnTo>
                <a:lnTo>
                  <a:pt x="1475134" y="110275"/>
                </a:lnTo>
                <a:lnTo>
                  <a:pt x="1475226" y="110957"/>
                </a:lnTo>
                <a:lnTo>
                  <a:pt x="1475329" y="111630"/>
                </a:lnTo>
                <a:lnTo>
                  <a:pt x="1475442" y="112294"/>
                </a:lnTo>
                <a:lnTo>
                  <a:pt x="1475566" y="112948"/>
                </a:lnTo>
                <a:lnTo>
                  <a:pt x="1475701" y="113594"/>
                </a:lnTo>
                <a:lnTo>
                  <a:pt x="1475846" y="114229"/>
                </a:lnTo>
                <a:lnTo>
                  <a:pt x="1476003" y="114856"/>
                </a:lnTo>
                <a:lnTo>
                  <a:pt x="1476170" y="115473"/>
                </a:lnTo>
                <a:lnTo>
                  <a:pt x="1476348" y="116081"/>
                </a:lnTo>
                <a:lnTo>
                  <a:pt x="1476537" y="116679"/>
                </a:lnTo>
                <a:lnTo>
                  <a:pt x="1476737" y="117268"/>
                </a:lnTo>
                <a:lnTo>
                  <a:pt x="1476947" y="117848"/>
                </a:lnTo>
                <a:lnTo>
                  <a:pt x="1477168" y="118418"/>
                </a:lnTo>
                <a:lnTo>
                  <a:pt x="1477400" y="118979"/>
                </a:lnTo>
                <a:lnTo>
                  <a:pt x="1477643" y="119531"/>
                </a:lnTo>
                <a:lnTo>
                  <a:pt x="1477896" y="120073"/>
                </a:lnTo>
                <a:lnTo>
                  <a:pt x="1478160" y="120606"/>
                </a:lnTo>
                <a:lnTo>
                  <a:pt x="1478431" y="121131"/>
                </a:lnTo>
                <a:lnTo>
                  <a:pt x="1478711" y="121646"/>
                </a:lnTo>
                <a:lnTo>
                  <a:pt x="1478999" y="122154"/>
                </a:lnTo>
                <a:lnTo>
                  <a:pt x="1479296" y="122652"/>
                </a:lnTo>
                <a:lnTo>
                  <a:pt x="1479601" y="123142"/>
                </a:lnTo>
                <a:lnTo>
                  <a:pt x="1479915" y="123623"/>
                </a:lnTo>
                <a:lnTo>
                  <a:pt x="1480236" y="124096"/>
                </a:lnTo>
                <a:lnTo>
                  <a:pt x="1480567" y="124560"/>
                </a:lnTo>
                <a:lnTo>
                  <a:pt x="1480905" y="125015"/>
                </a:lnTo>
                <a:lnTo>
                  <a:pt x="1481252" y="125462"/>
                </a:lnTo>
                <a:lnTo>
                  <a:pt x="1481608" y="125900"/>
                </a:lnTo>
                <a:lnTo>
                  <a:pt x="1481972" y="126329"/>
                </a:lnTo>
                <a:lnTo>
                  <a:pt x="1482344" y="126750"/>
                </a:lnTo>
                <a:lnTo>
                  <a:pt x="1482724" y="127162"/>
                </a:lnTo>
                <a:lnTo>
                  <a:pt x="1483113" y="127566"/>
                </a:lnTo>
                <a:lnTo>
                  <a:pt x="1483511" y="127961"/>
                </a:lnTo>
                <a:lnTo>
                  <a:pt x="1483917" y="128347"/>
                </a:lnTo>
                <a:lnTo>
                  <a:pt x="1484331" y="128724"/>
                </a:lnTo>
                <a:lnTo>
                  <a:pt x="1484753" y="129093"/>
                </a:lnTo>
                <a:lnTo>
                  <a:pt x="1485184" y="129454"/>
                </a:lnTo>
                <a:lnTo>
                  <a:pt x="1485624" y="129805"/>
                </a:lnTo>
                <a:lnTo>
                  <a:pt x="1486071" y="130149"/>
                </a:lnTo>
                <a:lnTo>
                  <a:pt x="1486528" y="130483"/>
                </a:lnTo>
                <a:lnTo>
                  <a:pt x="1486991" y="130809"/>
                </a:lnTo>
                <a:lnTo>
                  <a:pt x="1487460" y="131128"/>
                </a:lnTo>
                <a:lnTo>
                  <a:pt x="1487936" y="131440"/>
                </a:lnTo>
                <a:lnTo>
                  <a:pt x="1488417" y="131744"/>
                </a:lnTo>
                <a:lnTo>
                  <a:pt x="1488904" y="132041"/>
                </a:lnTo>
                <a:lnTo>
                  <a:pt x="1489398" y="132330"/>
                </a:lnTo>
                <a:lnTo>
                  <a:pt x="1489897" y="132612"/>
                </a:lnTo>
                <a:lnTo>
                  <a:pt x="1490402" y="132887"/>
                </a:lnTo>
                <a:lnTo>
                  <a:pt x="1490913" y="133154"/>
                </a:lnTo>
                <a:lnTo>
                  <a:pt x="1491431" y="133414"/>
                </a:lnTo>
                <a:lnTo>
                  <a:pt x="1491954" y="133666"/>
                </a:lnTo>
                <a:lnTo>
                  <a:pt x="1492483" y="133911"/>
                </a:lnTo>
                <a:lnTo>
                  <a:pt x="1493018" y="134148"/>
                </a:lnTo>
                <a:lnTo>
                  <a:pt x="1493560" y="134378"/>
                </a:lnTo>
                <a:lnTo>
                  <a:pt x="1494107" y="134601"/>
                </a:lnTo>
                <a:lnTo>
                  <a:pt x="1494660" y="134816"/>
                </a:lnTo>
                <a:lnTo>
                  <a:pt x="1495219" y="135024"/>
                </a:lnTo>
                <a:lnTo>
                  <a:pt x="1495785" y="135225"/>
                </a:lnTo>
                <a:lnTo>
                  <a:pt x="1496356" y="135418"/>
                </a:lnTo>
                <a:lnTo>
                  <a:pt x="1496933" y="135603"/>
                </a:lnTo>
                <a:lnTo>
                  <a:pt x="1497516" y="135782"/>
                </a:lnTo>
                <a:lnTo>
                  <a:pt x="1498105" y="135953"/>
                </a:lnTo>
                <a:lnTo>
                  <a:pt x="1498701" y="136116"/>
                </a:lnTo>
                <a:lnTo>
                  <a:pt x="1499302" y="136272"/>
                </a:lnTo>
                <a:lnTo>
                  <a:pt x="1499908" y="136421"/>
                </a:lnTo>
                <a:lnTo>
                  <a:pt x="1500516" y="136564"/>
                </a:lnTo>
                <a:lnTo>
                  <a:pt x="1501128" y="136700"/>
                </a:lnTo>
                <a:lnTo>
                  <a:pt x="1501742" y="136831"/>
                </a:lnTo>
                <a:lnTo>
                  <a:pt x="1502359" y="136954"/>
                </a:lnTo>
                <a:lnTo>
                  <a:pt x="1502979" y="137072"/>
                </a:lnTo>
                <a:lnTo>
                  <a:pt x="1503603" y="137183"/>
                </a:lnTo>
                <a:lnTo>
                  <a:pt x="1504229" y="137288"/>
                </a:lnTo>
                <a:lnTo>
                  <a:pt x="1504857" y="137386"/>
                </a:lnTo>
                <a:lnTo>
                  <a:pt x="1505489" y="137478"/>
                </a:lnTo>
                <a:lnTo>
                  <a:pt x="1506124" y="137564"/>
                </a:lnTo>
                <a:lnTo>
                  <a:pt x="1506762" y="137643"/>
                </a:lnTo>
                <a:lnTo>
                  <a:pt x="1507402" y="137716"/>
                </a:lnTo>
                <a:lnTo>
                  <a:pt x="1508046" y="137783"/>
                </a:lnTo>
                <a:lnTo>
                  <a:pt x="1508692" y="137843"/>
                </a:lnTo>
                <a:lnTo>
                  <a:pt x="1509342" y="137897"/>
                </a:lnTo>
                <a:lnTo>
                  <a:pt x="1509994" y="137945"/>
                </a:lnTo>
                <a:lnTo>
                  <a:pt x="1510649" y="137986"/>
                </a:lnTo>
                <a:lnTo>
                  <a:pt x="1511307" y="138021"/>
                </a:lnTo>
                <a:lnTo>
                  <a:pt x="1511968" y="138049"/>
                </a:lnTo>
                <a:lnTo>
                  <a:pt x="1512632" y="138071"/>
                </a:lnTo>
                <a:lnTo>
                  <a:pt x="1513299" y="138087"/>
                </a:lnTo>
                <a:lnTo>
                  <a:pt x="1513968" y="138097"/>
                </a:lnTo>
                <a:lnTo>
                  <a:pt x="1514641" y="138100"/>
                </a:lnTo>
                <a:lnTo>
                  <a:pt x="1515313" y="138097"/>
                </a:lnTo>
                <a:lnTo>
                  <a:pt x="1515981" y="138088"/>
                </a:lnTo>
                <a:lnTo>
                  <a:pt x="1516645" y="138073"/>
                </a:lnTo>
                <a:lnTo>
                  <a:pt x="1517306" y="138052"/>
                </a:lnTo>
                <a:lnTo>
                  <a:pt x="1517962" y="138025"/>
                </a:lnTo>
                <a:close/>
                <a:moveTo>
                  <a:pt x="1648678" y="137905"/>
                </a:moveTo>
                <a:lnTo>
                  <a:pt x="1649592" y="137819"/>
                </a:lnTo>
                <a:lnTo>
                  <a:pt x="1650496" y="137718"/>
                </a:lnTo>
                <a:lnTo>
                  <a:pt x="1651391" y="137601"/>
                </a:lnTo>
                <a:lnTo>
                  <a:pt x="1652275" y="137469"/>
                </a:lnTo>
                <a:lnTo>
                  <a:pt x="1653149" y="137321"/>
                </a:lnTo>
                <a:lnTo>
                  <a:pt x="1654013" y="137157"/>
                </a:lnTo>
                <a:lnTo>
                  <a:pt x="1654866" y="136978"/>
                </a:lnTo>
                <a:lnTo>
                  <a:pt x="1655710" y="136783"/>
                </a:lnTo>
                <a:lnTo>
                  <a:pt x="1656544" y="136573"/>
                </a:lnTo>
                <a:lnTo>
                  <a:pt x="1657367" y="136347"/>
                </a:lnTo>
                <a:lnTo>
                  <a:pt x="1658181" y="136105"/>
                </a:lnTo>
                <a:lnTo>
                  <a:pt x="1658984" y="135848"/>
                </a:lnTo>
                <a:lnTo>
                  <a:pt x="1659777" y="135575"/>
                </a:lnTo>
                <a:lnTo>
                  <a:pt x="1660560" y="135287"/>
                </a:lnTo>
                <a:lnTo>
                  <a:pt x="1661333" y="134983"/>
                </a:lnTo>
                <a:lnTo>
                  <a:pt x="1662096" y="134664"/>
                </a:lnTo>
                <a:lnTo>
                  <a:pt x="1662849" y="134329"/>
                </a:lnTo>
                <a:lnTo>
                  <a:pt x="1663591" y="133978"/>
                </a:lnTo>
                <a:lnTo>
                  <a:pt x="1664324" y="133612"/>
                </a:lnTo>
                <a:lnTo>
                  <a:pt x="1665048" y="133233"/>
                </a:lnTo>
                <a:lnTo>
                  <a:pt x="1665764" y="132844"/>
                </a:lnTo>
                <a:lnTo>
                  <a:pt x="1666473" y="132444"/>
                </a:lnTo>
                <a:lnTo>
                  <a:pt x="1667175" y="132035"/>
                </a:lnTo>
                <a:lnTo>
                  <a:pt x="1667869" y="131615"/>
                </a:lnTo>
                <a:lnTo>
                  <a:pt x="1668556" y="131186"/>
                </a:lnTo>
                <a:lnTo>
                  <a:pt x="1669236" y="130746"/>
                </a:lnTo>
                <a:lnTo>
                  <a:pt x="1669908" y="130296"/>
                </a:lnTo>
                <a:lnTo>
                  <a:pt x="1670573" y="129836"/>
                </a:lnTo>
                <a:lnTo>
                  <a:pt x="1671230" y="129366"/>
                </a:lnTo>
                <a:lnTo>
                  <a:pt x="1671881" y="128886"/>
                </a:lnTo>
                <a:lnTo>
                  <a:pt x="1672523" y="128396"/>
                </a:lnTo>
                <a:lnTo>
                  <a:pt x="1673159" y="127896"/>
                </a:lnTo>
                <a:lnTo>
                  <a:pt x="1673787" y="127385"/>
                </a:lnTo>
                <a:lnTo>
                  <a:pt x="1674408" y="126865"/>
                </a:lnTo>
                <a:lnTo>
                  <a:pt x="1675021" y="126334"/>
                </a:lnTo>
                <a:lnTo>
                  <a:pt x="1675627" y="125793"/>
                </a:lnTo>
                <a:lnTo>
                  <a:pt x="1676226" y="125243"/>
                </a:lnTo>
                <a:lnTo>
                  <a:pt x="1676817" y="124682"/>
                </a:lnTo>
                <a:lnTo>
                  <a:pt x="1677401" y="124111"/>
                </a:lnTo>
                <a:lnTo>
                  <a:pt x="1677977" y="123529"/>
                </a:lnTo>
                <a:lnTo>
                  <a:pt x="1678546" y="122938"/>
                </a:lnTo>
                <a:lnTo>
                  <a:pt x="1679108" y="122337"/>
                </a:lnTo>
                <a:lnTo>
                  <a:pt x="1679663" y="121725"/>
                </a:lnTo>
                <a:lnTo>
                  <a:pt x="1680353" y="136324"/>
                </a:lnTo>
                <a:lnTo>
                  <a:pt x="1695742" y="136324"/>
                </a:lnTo>
                <a:lnTo>
                  <a:pt x="1695742" y="70163"/>
                </a:lnTo>
                <a:lnTo>
                  <a:pt x="1695736" y="69281"/>
                </a:lnTo>
                <a:lnTo>
                  <a:pt x="1695720" y="68412"/>
                </a:lnTo>
                <a:lnTo>
                  <a:pt x="1695692" y="67557"/>
                </a:lnTo>
                <a:lnTo>
                  <a:pt x="1695654" y="66715"/>
                </a:lnTo>
                <a:lnTo>
                  <a:pt x="1695605" y="65887"/>
                </a:lnTo>
                <a:lnTo>
                  <a:pt x="1695544" y="65073"/>
                </a:lnTo>
                <a:lnTo>
                  <a:pt x="1695473" y="64272"/>
                </a:lnTo>
                <a:lnTo>
                  <a:pt x="1695391" y="63485"/>
                </a:lnTo>
                <a:lnTo>
                  <a:pt x="1695298" y="62711"/>
                </a:lnTo>
                <a:lnTo>
                  <a:pt x="1695194" y="61951"/>
                </a:lnTo>
                <a:lnTo>
                  <a:pt x="1695078" y="61205"/>
                </a:lnTo>
                <a:lnTo>
                  <a:pt x="1694952" y="60472"/>
                </a:lnTo>
                <a:lnTo>
                  <a:pt x="1694815" y="59753"/>
                </a:lnTo>
                <a:lnTo>
                  <a:pt x="1694667" y="59047"/>
                </a:lnTo>
                <a:lnTo>
                  <a:pt x="1694508" y="58355"/>
                </a:lnTo>
                <a:lnTo>
                  <a:pt x="1694339" y="57676"/>
                </a:lnTo>
                <a:lnTo>
                  <a:pt x="1694158" y="57011"/>
                </a:lnTo>
                <a:lnTo>
                  <a:pt x="1693966" y="56360"/>
                </a:lnTo>
                <a:lnTo>
                  <a:pt x="1693763" y="55722"/>
                </a:lnTo>
                <a:lnTo>
                  <a:pt x="1693549" y="55098"/>
                </a:lnTo>
                <a:lnTo>
                  <a:pt x="1693325" y="54487"/>
                </a:lnTo>
                <a:lnTo>
                  <a:pt x="1693089" y="53890"/>
                </a:lnTo>
                <a:lnTo>
                  <a:pt x="1692843" y="53307"/>
                </a:lnTo>
                <a:lnTo>
                  <a:pt x="1692585" y="52737"/>
                </a:lnTo>
                <a:lnTo>
                  <a:pt x="1692318" y="52179"/>
                </a:lnTo>
                <a:lnTo>
                  <a:pt x="1692043" y="51631"/>
                </a:lnTo>
                <a:lnTo>
                  <a:pt x="1691761" y="51094"/>
                </a:lnTo>
                <a:lnTo>
                  <a:pt x="1691471" y="50567"/>
                </a:lnTo>
                <a:lnTo>
                  <a:pt x="1691173" y="50050"/>
                </a:lnTo>
                <a:lnTo>
                  <a:pt x="1690868" y="49544"/>
                </a:lnTo>
                <a:lnTo>
                  <a:pt x="1690555" y="49049"/>
                </a:lnTo>
                <a:lnTo>
                  <a:pt x="1690234" y="48563"/>
                </a:lnTo>
                <a:lnTo>
                  <a:pt x="1689905" y="48089"/>
                </a:lnTo>
                <a:lnTo>
                  <a:pt x="1689569" y="47624"/>
                </a:lnTo>
                <a:lnTo>
                  <a:pt x="1689225" y="47170"/>
                </a:lnTo>
                <a:lnTo>
                  <a:pt x="1688874" y="46727"/>
                </a:lnTo>
                <a:lnTo>
                  <a:pt x="1688514" y="46294"/>
                </a:lnTo>
                <a:lnTo>
                  <a:pt x="1688147" y="45871"/>
                </a:lnTo>
                <a:lnTo>
                  <a:pt x="1687772" y="45458"/>
                </a:lnTo>
                <a:lnTo>
                  <a:pt x="1687390" y="45057"/>
                </a:lnTo>
                <a:lnTo>
                  <a:pt x="1687000" y="44665"/>
                </a:lnTo>
                <a:lnTo>
                  <a:pt x="1686602" y="44284"/>
                </a:lnTo>
                <a:lnTo>
                  <a:pt x="1686196" y="43913"/>
                </a:lnTo>
                <a:lnTo>
                  <a:pt x="1685783" y="43553"/>
                </a:lnTo>
                <a:lnTo>
                  <a:pt x="1685362" y="43203"/>
                </a:lnTo>
                <a:lnTo>
                  <a:pt x="1684933" y="42864"/>
                </a:lnTo>
                <a:lnTo>
                  <a:pt x="1684496" y="42535"/>
                </a:lnTo>
                <a:lnTo>
                  <a:pt x="1684052" y="42216"/>
                </a:lnTo>
                <a:lnTo>
                  <a:pt x="1683602" y="41907"/>
                </a:lnTo>
                <a:lnTo>
                  <a:pt x="1683147" y="41606"/>
                </a:lnTo>
                <a:lnTo>
                  <a:pt x="1682687" y="41312"/>
                </a:lnTo>
                <a:lnTo>
                  <a:pt x="1682222" y="41027"/>
                </a:lnTo>
                <a:lnTo>
                  <a:pt x="1681752" y="40751"/>
                </a:lnTo>
                <a:lnTo>
                  <a:pt x="1681278" y="40482"/>
                </a:lnTo>
                <a:lnTo>
                  <a:pt x="1680799" y="40221"/>
                </a:lnTo>
                <a:lnTo>
                  <a:pt x="1680315" y="39969"/>
                </a:lnTo>
                <a:lnTo>
                  <a:pt x="1679826" y="39725"/>
                </a:lnTo>
                <a:lnTo>
                  <a:pt x="1679333" y="39488"/>
                </a:lnTo>
                <a:lnTo>
                  <a:pt x="1678834" y="39260"/>
                </a:lnTo>
                <a:lnTo>
                  <a:pt x="1678331" y="39040"/>
                </a:lnTo>
                <a:lnTo>
                  <a:pt x="1677823" y="38828"/>
                </a:lnTo>
                <a:lnTo>
                  <a:pt x="1677310" y="38625"/>
                </a:lnTo>
                <a:lnTo>
                  <a:pt x="1676793" y="38429"/>
                </a:lnTo>
                <a:lnTo>
                  <a:pt x="1676271" y="38242"/>
                </a:lnTo>
                <a:lnTo>
                  <a:pt x="1675743" y="38062"/>
                </a:lnTo>
                <a:lnTo>
                  <a:pt x="1675211" y="37891"/>
                </a:lnTo>
                <a:lnTo>
                  <a:pt x="1674675" y="37728"/>
                </a:lnTo>
                <a:lnTo>
                  <a:pt x="1674133" y="37573"/>
                </a:lnTo>
                <a:lnTo>
                  <a:pt x="1673587" y="37426"/>
                </a:lnTo>
                <a:lnTo>
                  <a:pt x="1673036" y="37287"/>
                </a:lnTo>
                <a:lnTo>
                  <a:pt x="1672480" y="37157"/>
                </a:lnTo>
                <a:lnTo>
                  <a:pt x="1671919" y="37034"/>
                </a:lnTo>
                <a:lnTo>
                  <a:pt x="1671355" y="36918"/>
                </a:lnTo>
                <a:lnTo>
                  <a:pt x="1670789" y="36807"/>
                </a:lnTo>
                <a:lnTo>
                  <a:pt x="1670220" y="36700"/>
                </a:lnTo>
                <a:lnTo>
                  <a:pt x="1669649" y="36599"/>
                </a:lnTo>
                <a:lnTo>
                  <a:pt x="1669076" y="36503"/>
                </a:lnTo>
                <a:lnTo>
                  <a:pt x="1668501" y="36411"/>
                </a:lnTo>
                <a:lnTo>
                  <a:pt x="1667923" y="36325"/>
                </a:lnTo>
                <a:lnTo>
                  <a:pt x="1667343" y="36243"/>
                </a:lnTo>
                <a:lnTo>
                  <a:pt x="1666761" y="36166"/>
                </a:lnTo>
                <a:lnTo>
                  <a:pt x="1666177" y="36095"/>
                </a:lnTo>
                <a:lnTo>
                  <a:pt x="1665591" y="36028"/>
                </a:lnTo>
                <a:lnTo>
                  <a:pt x="1665002" y="35966"/>
                </a:lnTo>
                <a:lnTo>
                  <a:pt x="1664411" y="35909"/>
                </a:lnTo>
                <a:lnTo>
                  <a:pt x="1663818" y="35857"/>
                </a:lnTo>
                <a:lnTo>
                  <a:pt x="1663223" y="35810"/>
                </a:lnTo>
                <a:lnTo>
                  <a:pt x="1662625" y="35768"/>
                </a:lnTo>
                <a:lnTo>
                  <a:pt x="1662025" y="35731"/>
                </a:lnTo>
                <a:lnTo>
                  <a:pt x="1661423" y="35699"/>
                </a:lnTo>
                <a:lnTo>
                  <a:pt x="1660819" y="35672"/>
                </a:lnTo>
                <a:lnTo>
                  <a:pt x="1660212" y="35650"/>
                </a:lnTo>
                <a:lnTo>
                  <a:pt x="1659604" y="35632"/>
                </a:lnTo>
                <a:lnTo>
                  <a:pt x="1658993" y="35620"/>
                </a:lnTo>
                <a:lnTo>
                  <a:pt x="1658379" y="35613"/>
                </a:lnTo>
                <a:lnTo>
                  <a:pt x="1657764" y="35610"/>
                </a:lnTo>
                <a:lnTo>
                  <a:pt x="1656807" y="35616"/>
                </a:lnTo>
                <a:lnTo>
                  <a:pt x="1655859" y="35634"/>
                </a:lnTo>
                <a:lnTo>
                  <a:pt x="1654920" y="35664"/>
                </a:lnTo>
                <a:lnTo>
                  <a:pt x="1653990" y="35706"/>
                </a:lnTo>
                <a:lnTo>
                  <a:pt x="1653069" y="35760"/>
                </a:lnTo>
                <a:lnTo>
                  <a:pt x="1652157" y="35826"/>
                </a:lnTo>
                <a:lnTo>
                  <a:pt x="1651254" y="35904"/>
                </a:lnTo>
                <a:lnTo>
                  <a:pt x="1650360" y="35994"/>
                </a:lnTo>
                <a:lnTo>
                  <a:pt x="1649476" y="36096"/>
                </a:lnTo>
                <a:lnTo>
                  <a:pt x="1648600" y="36210"/>
                </a:lnTo>
                <a:lnTo>
                  <a:pt x="1647734" y="36336"/>
                </a:lnTo>
                <a:lnTo>
                  <a:pt x="1646876" y="36474"/>
                </a:lnTo>
                <a:lnTo>
                  <a:pt x="1646028" y="36624"/>
                </a:lnTo>
                <a:lnTo>
                  <a:pt x="1645189" y="36786"/>
                </a:lnTo>
                <a:lnTo>
                  <a:pt x="1644359" y="36960"/>
                </a:lnTo>
                <a:lnTo>
                  <a:pt x="1643538" y="37146"/>
                </a:lnTo>
                <a:lnTo>
                  <a:pt x="1642726" y="37344"/>
                </a:lnTo>
                <a:lnTo>
                  <a:pt x="1641923" y="37554"/>
                </a:lnTo>
                <a:lnTo>
                  <a:pt x="1641129" y="37776"/>
                </a:lnTo>
                <a:lnTo>
                  <a:pt x="1640344" y="38010"/>
                </a:lnTo>
                <a:lnTo>
                  <a:pt x="1639568" y="38256"/>
                </a:lnTo>
                <a:lnTo>
                  <a:pt x="1638802" y="38514"/>
                </a:lnTo>
                <a:lnTo>
                  <a:pt x="1638044" y="38784"/>
                </a:lnTo>
                <a:lnTo>
                  <a:pt x="1637296" y="39066"/>
                </a:lnTo>
                <a:lnTo>
                  <a:pt x="1636558" y="39360"/>
                </a:lnTo>
                <a:lnTo>
                  <a:pt x="1635834" y="39669"/>
                </a:lnTo>
                <a:lnTo>
                  <a:pt x="1635124" y="39992"/>
                </a:lnTo>
                <a:lnTo>
                  <a:pt x="1634427" y="40329"/>
                </a:lnTo>
                <a:lnTo>
                  <a:pt x="1633743" y="40681"/>
                </a:lnTo>
                <a:lnTo>
                  <a:pt x="1633072" y="41046"/>
                </a:lnTo>
                <a:lnTo>
                  <a:pt x="1632415" y="41426"/>
                </a:lnTo>
                <a:lnTo>
                  <a:pt x="1631772" y="41819"/>
                </a:lnTo>
                <a:lnTo>
                  <a:pt x="1631141" y="42227"/>
                </a:lnTo>
                <a:lnTo>
                  <a:pt x="1630524" y="42649"/>
                </a:lnTo>
                <a:lnTo>
                  <a:pt x="1629921" y="43085"/>
                </a:lnTo>
                <a:lnTo>
                  <a:pt x="1629330" y="43535"/>
                </a:lnTo>
                <a:lnTo>
                  <a:pt x="1628753" y="43999"/>
                </a:lnTo>
                <a:lnTo>
                  <a:pt x="1628190" y="44477"/>
                </a:lnTo>
                <a:lnTo>
                  <a:pt x="1627639" y="44970"/>
                </a:lnTo>
                <a:lnTo>
                  <a:pt x="1627103" y="45476"/>
                </a:lnTo>
                <a:lnTo>
                  <a:pt x="1626579" y="45997"/>
                </a:lnTo>
                <a:lnTo>
                  <a:pt x="1626069" y="46531"/>
                </a:lnTo>
                <a:lnTo>
                  <a:pt x="1625572" y="47080"/>
                </a:lnTo>
                <a:lnTo>
                  <a:pt x="1625089" y="47643"/>
                </a:lnTo>
                <a:lnTo>
                  <a:pt x="1624618" y="48221"/>
                </a:lnTo>
                <a:lnTo>
                  <a:pt x="1624162" y="48812"/>
                </a:lnTo>
                <a:lnTo>
                  <a:pt x="1623718" y="49417"/>
                </a:lnTo>
                <a:lnTo>
                  <a:pt x="1623288" y="50037"/>
                </a:lnTo>
                <a:lnTo>
                  <a:pt x="1622874" y="50671"/>
                </a:lnTo>
                <a:lnTo>
                  <a:pt x="1622477" y="51322"/>
                </a:lnTo>
                <a:lnTo>
                  <a:pt x="1622098" y="51988"/>
                </a:lnTo>
                <a:lnTo>
                  <a:pt x="1621736" y="52672"/>
                </a:lnTo>
                <a:lnTo>
                  <a:pt x="1621392" y="53371"/>
                </a:lnTo>
                <a:lnTo>
                  <a:pt x="1621066" y="54086"/>
                </a:lnTo>
                <a:lnTo>
                  <a:pt x="1620757" y="54818"/>
                </a:lnTo>
                <a:lnTo>
                  <a:pt x="1620466" y="55566"/>
                </a:lnTo>
                <a:lnTo>
                  <a:pt x="1620193" y="56330"/>
                </a:lnTo>
                <a:lnTo>
                  <a:pt x="1619937" y="57111"/>
                </a:lnTo>
                <a:lnTo>
                  <a:pt x="1619699" y="57907"/>
                </a:lnTo>
                <a:lnTo>
                  <a:pt x="1619478" y="58720"/>
                </a:lnTo>
                <a:lnTo>
                  <a:pt x="1619275" y="59549"/>
                </a:lnTo>
                <a:lnTo>
                  <a:pt x="1619090" y="60395"/>
                </a:lnTo>
                <a:lnTo>
                  <a:pt x="1618923" y="61256"/>
                </a:lnTo>
                <a:lnTo>
                  <a:pt x="1618773" y="62134"/>
                </a:lnTo>
                <a:lnTo>
                  <a:pt x="1618640" y="63028"/>
                </a:lnTo>
                <a:lnTo>
                  <a:pt x="1618526" y="63938"/>
                </a:lnTo>
                <a:lnTo>
                  <a:pt x="1618429" y="64865"/>
                </a:lnTo>
                <a:lnTo>
                  <a:pt x="1618349" y="65807"/>
                </a:lnTo>
                <a:lnTo>
                  <a:pt x="1618288" y="66766"/>
                </a:lnTo>
                <a:lnTo>
                  <a:pt x="1618244" y="67742"/>
                </a:lnTo>
                <a:lnTo>
                  <a:pt x="1618217" y="68733"/>
                </a:lnTo>
                <a:lnTo>
                  <a:pt x="1618208" y="69741"/>
                </a:lnTo>
                <a:lnTo>
                  <a:pt x="1634188" y="69741"/>
                </a:lnTo>
                <a:lnTo>
                  <a:pt x="1634200" y="68804"/>
                </a:lnTo>
                <a:lnTo>
                  <a:pt x="1634236" y="67889"/>
                </a:lnTo>
                <a:lnTo>
                  <a:pt x="1634295" y="66995"/>
                </a:lnTo>
                <a:lnTo>
                  <a:pt x="1634377" y="66122"/>
                </a:lnTo>
                <a:lnTo>
                  <a:pt x="1634484" y="65271"/>
                </a:lnTo>
                <a:lnTo>
                  <a:pt x="1634614" y="64440"/>
                </a:lnTo>
                <a:lnTo>
                  <a:pt x="1634767" y="63631"/>
                </a:lnTo>
                <a:lnTo>
                  <a:pt x="1634945" y="62843"/>
                </a:lnTo>
                <a:lnTo>
                  <a:pt x="1635146" y="62076"/>
                </a:lnTo>
                <a:lnTo>
                  <a:pt x="1635370" y="61330"/>
                </a:lnTo>
                <a:lnTo>
                  <a:pt x="1635618" y="60605"/>
                </a:lnTo>
                <a:lnTo>
                  <a:pt x="1635890" y="59902"/>
                </a:lnTo>
                <a:lnTo>
                  <a:pt x="1636185" y="59219"/>
                </a:lnTo>
                <a:lnTo>
                  <a:pt x="1636504" y="58558"/>
                </a:lnTo>
                <a:lnTo>
                  <a:pt x="1636847" y="57918"/>
                </a:lnTo>
                <a:lnTo>
                  <a:pt x="1637213" y="57299"/>
                </a:lnTo>
                <a:lnTo>
                  <a:pt x="1637603" y="56701"/>
                </a:lnTo>
                <a:lnTo>
                  <a:pt x="1638017" y="56125"/>
                </a:lnTo>
                <a:lnTo>
                  <a:pt x="1638454" y="55570"/>
                </a:lnTo>
                <a:lnTo>
                  <a:pt x="1638915" y="55035"/>
                </a:lnTo>
                <a:lnTo>
                  <a:pt x="1639399" y="54522"/>
                </a:lnTo>
                <a:lnTo>
                  <a:pt x="1639908" y="54030"/>
                </a:lnTo>
                <a:lnTo>
                  <a:pt x="1640439" y="53560"/>
                </a:lnTo>
                <a:lnTo>
                  <a:pt x="1640995" y="53110"/>
                </a:lnTo>
                <a:lnTo>
                  <a:pt x="1641567" y="52680"/>
                </a:lnTo>
                <a:lnTo>
                  <a:pt x="1642151" y="52268"/>
                </a:lnTo>
                <a:lnTo>
                  <a:pt x="1642746" y="51875"/>
                </a:lnTo>
                <a:lnTo>
                  <a:pt x="1643351" y="51500"/>
                </a:lnTo>
                <a:lnTo>
                  <a:pt x="1643968" y="51144"/>
                </a:lnTo>
                <a:lnTo>
                  <a:pt x="1644595" y="50805"/>
                </a:lnTo>
                <a:lnTo>
                  <a:pt x="1645234" y="50485"/>
                </a:lnTo>
                <a:lnTo>
                  <a:pt x="1645883" y="50183"/>
                </a:lnTo>
                <a:lnTo>
                  <a:pt x="1646543" y="49900"/>
                </a:lnTo>
                <a:lnTo>
                  <a:pt x="1647215" y="49634"/>
                </a:lnTo>
                <a:lnTo>
                  <a:pt x="1647897" y="49387"/>
                </a:lnTo>
                <a:lnTo>
                  <a:pt x="1648590" y="49159"/>
                </a:lnTo>
                <a:lnTo>
                  <a:pt x="1649294" y="48948"/>
                </a:lnTo>
                <a:lnTo>
                  <a:pt x="1650010" y="48756"/>
                </a:lnTo>
                <a:lnTo>
                  <a:pt x="1650736" y="48583"/>
                </a:lnTo>
                <a:lnTo>
                  <a:pt x="1651473" y="48427"/>
                </a:lnTo>
                <a:lnTo>
                  <a:pt x="1652221" y="48290"/>
                </a:lnTo>
                <a:lnTo>
                  <a:pt x="1652980" y="48171"/>
                </a:lnTo>
                <a:lnTo>
                  <a:pt x="1653750" y="48070"/>
                </a:lnTo>
                <a:lnTo>
                  <a:pt x="1654531" y="47988"/>
                </a:lnTo>
                <a:lnTo>
                  <a:pt x="1655323" y="47924"/>
                </a:lnTo>
                <a:lnTo>
                  <a:pt x="1656125" y="47878"/>
                </a:lnTo>
                <a:lnTo>
                  <a:pt x="1656939" y="47851"/>
                </a:lnTo>
                <a:lnTo>
                  <a:pt x="1657764" y="47842"/>
                </a:lnTo>
                <a:lnTo>
                  <a:pt x="1658539" y="47850"/>
                </a:lnTo>
                <a:lnTo>
                  <a:pt x="1659303" y="47875"/>
                </a:lnTo>
                <a:lnTo>
                  <a:pt x="1660056" y="47917"/>
                </a:lnTo>
                <a:lnTo>
                  <a:pt x="1660797" y="47976"/>
                </a:lnTo>
                <a:lnTo>
                  <a:pt x="1661527" y="48052"/>
                </a:lnTo>
                <a:lnTo>
                  <a:pt x="1662246" y="48144"/>
                </a:lnTo>
                <a:lnTo>
                  <a:pt x="1662954" y="48253"/>
                </a:lnTo>
                <a:lnTo>
                  <a:pt x="1663650" y="48379"/>
                </a:lnTo>
                <a:lnTo>
                  <a:pt x="1664335" y="48522"/>
                </a:lnTo>
                <a:lnTo>
                  <a:pt x="1665008" y="48681"/>
                </a:lnTo>
                <a:lnTo>
                  <a:pt x="1665670" y="48857"/>
                </a:lnTo>
                <a:lnTo>
                  <a:pt x="1666321" y="49050"/>
                </a:lnTo>
                <a:lnTo>
                  <a:pt x="1666961" y="49260"/>
                </a:lnTo>
                <a:lnTo>
                  <a:pt x="1667589" y="49487"/>
                </a:lnTo>
                <a:lnTo>
                  <a:pt x="1668206" y="49730"/>
                </a:lnTo>
                <a:lnTo>
                  <a:pt x="1668812" y="49990"/>
                </a:lnTo>
                <a:lnTo>
                  <a:pt x="1669406" y="50267"/>
                </a:lnTo>
                <a:lnTo>
                  <a:pt x="1669990" y="50561"/>
                </a:lnTo>
                <a:lnTo>
                  <a:pt x="1670561" y="50871"/>
                </a:lnTo>
                <a:lnTo>
                  <a:pt x="1671122" y="51198"/>
                </a:lnTo>
                <a:lnTo>
                  <a:pt x="1671671" y="51542"/>
                </a:lnTo>
                <a:lnTo>
                  <a:pt x="1672209" y="51903"/>
                </a:lnTo>
                <a:lnTo>
                  <a:pt x="1672736" y="52281"/>
                </a:lnTo>
                <a:lnTo>
                  <a:pt x="1673251" y="52675"/>
                </a:lnTo>
                <a:lnTo>
                  <a:pt x="1673750" y="53092"/>
                </a:lnTo>
                <a:lnTo>
                  <a:pt x="1674228" y="53538"/>
                </a:lnTo>
                <a:lnTo>
                  <a:pt x="1674684" y="54011"/>
                </a:lnTo>
                <a:lnTo>
                  <a:pt x="1675120" y="54513"/>
                </a:lnTo>
                <a:lnTo>
                  <a:pt x="1675534" y="55043"/>
                </a:lnTo>
                <a:lnTo>
                  <a:pt x="1675927" y="55602"/>
                </a:lnTo>
                <a:lnTo>
                  <a:pt x="1676298" y="56189"/>
                </a:lnTo>
                <a:lnTo>
                  <a:pt x="1676649" y="56804"/>
                </a:lnTo>
                <a:lnTo>
                  <a:pt x="1676978" y="57448"/>
                </a:lnTo>
                <a:lnTo>
                  <a:pt x="1677286" y="58120"/>
                </a:lnTo>
                <a:lnTo>
                  <a:pt x="1677572" y="58820"/>
                </a:lnTo>
                <a:lnTo>
                  <a:pt x="1677838" y="59549"/>
                </a:lnTo>
                <a:lnTo>
                  <a:pt x="1678082" y="60306"/>
                </a:lnTo>
                <a:lnTo>
                  <a:pt x="1678305" y="61091"/>
                </a:lnTo>
                <a:lnTo>
                  <a:pt x="1678507" y="61905"/>
                </a:lnTo>
                <a:lnTo>
                  <a:pt x="1678687" y="62746"/>
                </a:lnTo>
                <a:lnTo>
                  <a:pt x="1678847" y="63617"/>
                </a:lnTo>
                <a:lnTo>
                  <a:pt x="1678985" y="64515"/>
                </a:lnTo>
                <a:lnTo>
                  <a:pt x="1679101" y="65442"/>
                </a:lnTo>
                <a:lnTo>
                  <a:pt x="1679197" y="66398"/>
                </a:lnTo>
                <a:lnTo>
                  <a:pt x="1679271" y="67381"/>
                </a:lnTo>
                <a:lnTo>
                  <a:pt x="1679324" y="68393"/>
                </a:lnTo>
                <a:lnTo>
                  <a:pt x="1679356" y="69433"/>
                </a:lnTo>
                <a:lnTo>
                  <a:pt x="1679367" y="70502"/>
                </a:lnTo>
                <a:lnTo>
                  <a:pt x="1679367" y="77570"/>
                </a:lnTo>
                <a:lnTo>
                  <a:pt x="1677723" y="77591"/>
                </a:lnTo>
                <a:lnTo>
                  <a:pt x="1676097" y="77620"/>
                </a:lnTo>
                <a:lnTo>
                  <a:pt x="1674489" y="77657"/>
                </a:lnTo>
                <a:lnTo>
                  <a:pt x="1672897" y="77701"/>
                </a:lnTo>
                <a:lnTo>
                  <a:pt x="1671324" y="77754"/>
                </a:lnTo>
                <a:lnTo>
                  <a:pt x="1669768" y="77814"/>
                </a:lnTo>
                <a:lnTo>
                  <a:pt x="1668229" y="77882"/>
                </a:lnTo>
                <a:lnTo>
                  <a:pt x="1666708" y="77958"/>
                </a:lnTo>
                <a:lnTo>
                  <a:pt x="1665204" y="78042"/>
                </a:lnTo>
                <a:lnTo>
                  <a:pt x="1663718" y="78134"/>
                </a:lnTo>
                <a:lnTo>
                  <a:pt x="1662249" y="78234"/>
                </a:lnTo>
                <a:lnTo>
                  <a:pt x="1660797" y="78342"/>
                </a:lnTo>
                <a:lnTo>
                  <a:pt x="1659363" y="78457"/>
                </a:lnTo>
                <a:lnTo>
                  <a:pt x="1657947" y="78581"/>
                </a:lnTo>
                <a:lnTo>
                  <a:pt x="1656548" y="78712"/>
                </a:lnTo>
                <a:lnTo>
                  <a:pt x="1655166" y="78851"/>
                </a:lnTo>
                <a:lnTo>
                  <a:pt x="1653802" y="78998"/>
                </a:lnTo>
                <a:lnTo>
                  <a:pt x="1652456" y="79153"/>
                </a:lnTo>
                <a:lnTo>
                  <a:pt x="1651127" y="79316"/>
                </a:lnTo>
                <a:lnTo>
                  <a:pt x="1649815" y="79487"/>
                </a:lnTo>
                <a:lnTo>
                  <a:pt x="1648521" y="79666"/>
                </a:lnTo>
                <a:lnTo>
                  <a:pt x="1647244" y="79852"/>
                </a:lnTo>
                <a:lnTo>
                  <a:pt x="1645985" y="80047"/>
                </a:lnTo>
                <a:lnTo>
                  <a:pt x="1644743" y="80249"/>
                </a:lnTo>
                <a:lnTo>
                  <a:pt x="1643522" y="80463"/>
                </a:lnTo>
                <a:lnTo>
                  <a:pt x="1642324" y="80692"/>
                </a:lnTo>
                <a:lnTo>
                  <a:pt x="1641149" y="80937"/>
                </a:lnTo>
                <a:lnTo>
                  <a:pt x="1639997" y="81196"/>
                </a:lnTo>
                <a:lnTo>
                  <a:pt x="1638869" y="81471"/>
                </a:lnTo>
                <a:lnTo>
                  <a:pt x="1637764" y="81761"/>
                </a:lnTo>
                <a:lnTo>
                  <a:pt x="1636683" y="82067"/>
                </a:lnTo>
                <a:lnTo>
                  <a:pt x="1635624" y="82388"/>
                </a:lnTo>
                <a:lnTo>
                  <a:pt x="1634589" y="82724"/>
                </a:lnTo>
                <a:lnTo>
                  <a:pt x="1633577" y="83075"/>
                </a:lnTo>
                <a:lnTo>
                  <a:pt x="1632589" y="83442"/>
                </a:lnTo>
                <a:lnTo>
                  <a:pt x="1631624" y="83823"/>
                </a:lnTo>
                <a:lnTo>
                  <a:pt x="1630682" y="84220"/>
                </a:lnTo>
                <a:lnTo>
                  <a:pt x="1629763" y="84633"/>
                </a:lnTo>
                <a:lnTo>
                  <a:pt x="1628868" y="85060"/>
                </a:lnTo>
                <a:lnTo>
                  <a:pt x="1627996" y="85503"/>
                </a:lnTo>
                <a:lnTo>
                  <a:pt x="1627147" y="85961"/>
                </a:lnTo>
                <a:lnTo>
                  <a:pt x="1626322" y="86435"/>
                </a:lnTo>
                <a:lnTo>
                  <a:pt x="1625519" y="86923"/>
                </a:lnTo>
                <a:lnTo>
                  <a:pt x="1624741" y="87427"/>
                </a:lnTo>
                <a:lnTo>
                  <a:pt x="1623985" y="87946"/>
                </a:lnTo>
                <a:lnTo>
                  <a:pt x="1623253" y="88481"/>
                </a:lnTo>
                <a:lnTo>
                  <a:pt x="1622544" y="89031"/>
                </a:lnTo>
                <a:lnTo>
                  <a:pt x="1621858" y="89595"/>
                </a:lnTo>
                <a:lnTo>
                  <a:pt x="1621198" y="90179"/>
                </a:lnTo>
                <a:lnTo>
                  <a:pt x="1620566" y="90785"/>
                </a:lnTo>
                <a:lnTo>
                  <a:pt x="1619962" y="91413"/>
                </a:lnTo>
                <a:lnTo>
                  <a:pt x="1619386" y="92063"/>
                </a:lnTo>
                <a:lnTo>
                  <a:pt x="1618839" y="92735"/>
                </a:lnTo>
                <a:lnTo>
                  <a:pt x="1618319" y="93429"/>
                </a:lnTo>
                <a:lnTo>
                  <a:pt x="1617828" y="94145"/>
                </a:lnTo>
                <a:lnTo>
                  <a:pt x="1617364" y="94883"/>
                </a:lnTo>
                <a:lnTo>
                  <a:pt x="1616929" y="95644"/>
                </a:lnTo>
                <a:lnTo>
                  <a:pt x="1616522" y="96427"/>
                </a:lnTo>
                <a:lnTo>
                  <a:pt x="1616143" y="97231"/>
                </a:lnTo>
                <a:lnTo>
                  <a:pt x="1615791" y="98058"/>
                </a:lnTo>
                <a:lnTo>
                  <a:pt x="1615468" y="98907"/>
                </a:lnTo>
                <a:lnTo>
                  <a:pt x="1615174" y="99778"/>
                </a:lnTo>
                <a:lnTo>
                  <a:pt x="1614907" y="100671"/>
                </a:lnTo>
                <a:lnTo>
                  <a:pt x="1614668" y="101586"/>
                </a:lnTo>
                <a:lnTo>
                  <a:pt x="1614457" y="102523"/>
                </a:lnTo>
                <a:lnTo>
                  <a:pt x="1614275" y="103483"/>
                </a:lnTo>
                <a:lnTo>
                  <a:pt x="1614120" y="104464"/>
                </a:lnTo>
                <a:lnTo>
                  <a:pt x="1613994" y="105468"/>
                </a:lnTo>
                <a:lnTo>
                  <a:pt x="1613896" y="106493"/>
                </a:lnTo>
                <a:lnTo>
                  <a:pt x="1613825" y="107541"/>
                </a:lnTo>
                <a:lnTo>
                  <a:pt x="1613783" y="108611"/>
                </a:lnTo>
                <a:lnTo>
                  <a:pt x="1613769" y="109703"/>
                </a:lnTo>
                <a:lnTo>
                  <a:pt x="1613776" y="110473"/>
                </a:lnTo>
                <a:lnTo>
                  <a:pt x="1613798" y="111232"/>
                </a:lnTo>
                <a:lnTo>
                  <a:pt x="1613833" y="111981"/>
                </a:lnTo>
                <a:lnTo>
                  <a:pt x="1613883" y="112719"/>
                </a:lnTo>
                <a:lnTo>
                  <a:pt x="1613947" y="113448"/>
                </a:lnTo>
                <a:lnTo>
                  <a:pt x="1614025" y="114165"/>
                </a:lnTo>
                <a:lnTo>
                  <a:pt x="1614118" y="114873"/>
                </a:lnTo>
                <a:lnTo>
                  <a:pt x="1614224" y="115570"/>
                </a:lnTo>
                <a:lnTo>
                  <a:pt x="1614345" y="116257"/>
                </a:lnTo>
                <a:lnTo>
                  <a:pt x="1614480" y="116933"/>
                </a:lnTo>
                <a:lnTo>
                  <a:pt x="1614629" y="117599"/>
                </a:lnTo>
                <a:lnTo>
                  <a:pt x="1614793" y="118255"/>
                </a:lnTo>
                <a:lnTo>
                  <a:pt x="1614970" y="118900"/>
                </a:lnTo>
                <a:lnTo>
                  <a:pt x="1615162" y="119535"/>
                </a:lnTo>
                <a:lnTo>
                  <a:pt x="1615368" y="120160"/>
                </a:lnTo>
                <a:lnTo>
                  <a:pt x="1615589" y="120774"/>
                </a:lnTo>
                <a:lnTo>
                  <a:pt x="1615823" y="121378"/>
                </a:lnTo>
                <a:lnTo>
                  <a:pt x="1616072" y="121972"/>
                </a:lnTo>
                <a:lnTo>
                  <a:pt x="1616335" y="122555"/>
                </a:lnTo>
                <a:lnTo>
                  <a:pt x="1616612" y="123128"/>
                </a:lnTo>
                <a:lnTo>
                  <a:pt x="1616904" y="123691"/>
                </a:lnTo>
                <a:lnTo>
                  <a:pt x="1617209" y="124243"/>
                </a:lnTo>
                <a:lnTo>
                  <a:pt x="1617529" y="124785"/>
                </a:lnTo>
                <a:lnTo>
                  <a:pt x="1617863" y="125317"/>
                </a:lnTo>
                <a:lnTo>
                  <a:pt x="1618209" y="125838"/>
                </a:lnTo>
                <a:lnTo>
                  <a:pt x="1618564" y="126348"/>
                </a:lnTo>
                <a:lnTo>
                  <a:pt x="1618930" y="126847"/>
                </a:lnTo>
                <a:lnTo>
                  <a:pt x="1619304" y="127336"/>
                </a:lnTo>
                <a:lnTo>
                  <a:pt x="1619689" y="127814"/>
                </a:lnTo>
                <a:lnTo>
                  <a:pt x="1620082" y="128282"/>
                </a:lnTo>
                <a:lnTo>
                  <a:pt x="1620486" y="128739"/>
                </a:lnTo>
                <a:lnTo>
                  <a:pt x="1620899" y="129185"/>
                </a:lnTo>
                <a:lnTo>
                  <a:pt x="1621322" y="129620"/>
                </a:lnTo>
                <a:lnTo>
                  <a:pt x="1621754" y="130045"/>
                </a:lnTo>
                <a:lnTo>
                  <a:pt x="1622196" y="130459"/>
                </a:lnTo>
                <a:lnTo>
                  <a:pt x="1622647" y="130862"/>
                </a:lnTo>
                <a:lnTo>
                  <a:pt x="1623108" y="131255"/>
                </a:lnTo>
                <a:lnTo>
                  <a:pt x="1623579" y="131637"/>
                </a:lnTo>
                <a:lnTo>
                  <a:pt x="1624059" y="132008"/>
                </a:lnTo>
                <a:lnTo>
                  <a:pt x="1624549" y="132368"/>
                </a:lnTo>
                <a:lnTo>
                  <a:pt x="1625048" y="132718"/>
                </a:lnTo>
                <a:lnTo>
                  <a:pt x="1625557" y="133057"/>
                </a:lnTo>
                <a:lnTo>
                  <a:pt x="1626076" y="133385"/>
                </a:lnTo>
                <a:lnTo>
                  <a:pt x="1626604" y="133703"/>
                </a:lnTo>
                <a:lnTo>
                  <a:pt x="1627142" y="134010"/>
                </a:lnTo>
                <a:lnTo>
                  <a:pt x="1627689" y="134306"/>
                </a:lnTo>
                <a:lnTo>
                  <a:pt x="1628246" y="134592"/>
                </a:lnTo>
                <a:lnTo>
                  <a:pt x="1628812" y="134866"/>
                </a:lnTo>
                <a:lnTo>
                  <a:pt x="1629386" y="135130"/>
                </a:lnTo>
                <a:lnTo>
                  <a:pt x="1629965" y="135383"/>
                </a:lnTo>
                <a:lnTo>
                  <a:pt x="1630549" y="135624"/>
                </a:lnTo>
                <a:lnTo>
                  <a:pt x="1631137" y="135854"/>
                </a:lnTo>
                <a:lnTo>
                  <a:pt x="1631731" y="136073"/>
                </a:lnTo>
                <a:lnTo>
                  <a:pt x="1632330" y="136281"/>
                </a:lnTo>
                <a:lnTo>
                  <a:pt x="1632933" y="136478"/>
                </a:lnTo>
                <a:lnTo>
                  <a:pt x="1633542" y="136663"/>
                </a:lnTo>
                <a:lnTo>
                  <a:pt x="1634155" y="136837"/>
                </a:lnTo>
                <a:lnTo>
                  <a:pt x="1634774" y="137000"/>
                </a:lnTo>
                <a:lnTo>
                  <a:pt x="1635397" y="137151"/>
                </a:lnTo>
                <a:lnTo>
                  <a:pt x="1636026" y="137292"/>
                </a:lnTo>
                <a:lnTo>
                  <a:pt x="1636659" y="137421"/>
                </a:lnTo>
                <a:lnTo>
                  <a:pt x="1637297" y="137539"/>
                </a:lnTo>
                <a:lnTo>
                  <a:pt x="1637941" y="137645"/>
                </a:lnTo>
                <a:lnTo>
                  <a:pt x="1638589" y="137741"/>
                </a:lnTo>
                <a:lnTo>
                  <a:pt x="1639242" y="137825"/>
                </a:lnTo>
                <a:lnTo>
                  <a:pt x="1639900" y="137898"/>
                </a:lnTo>
                <a:lnTo>
                  <a:pt x="1640564" y="137960"/>
                </a:lnTo>
                <a:lnTo>
                  <a:pt x="1641232" y="138010"/>
                </a:lnTo>
                <a:lnTo>
                  <a:pt x="1641905" y="138049"/>
                </a:lnTo>
                <a:lnTo>
                  <a:pt x="1642583" y="138078"/>
                </a:lnTo>
                <a:lnTo>
                  <a:pt x="1643266" y="138094"/>
                </a:lnTo>
                <a:lnTo>
                  <a:pt x="1643954" y="138100"/>
                </a:lnTo>
                <a:lnTo>
                  <a:pt x="1644919" y="138092"/>
                </a:lnTo>
                <a:lnTo>
                  <a:pt x="1645874" y="138069"/>
                </a:lnTo>
                <a:lnTo>
                  <a:pt x="1646819" y="138030"/>
                </a:lnTo>
                <a:lnTo>
                  <a:pt x="1647753" y="137975"/>
                </a:lnTo>
                <a:lnTo>
                  <a:pt x="1648678" y="137905"/>
                </a:lnTo>
                <a:close/>
                <a:moveTo>
                  <a:pt x="1644781" y="125280"/>
                </a:moveTo>
                <a:lnTo>
                  <a:pt x="1644124" y="125195"/>
                </a:lnTo>
                <a:lnTo>
                  <a:pt x="1643481" y="125094"/>
                </a:lnTo>
                <a:lnTo>
                  <a:pt x="1642853" y="124978"/>
                </a:lnTo>
                <a:lnTo>
                  <a:pt x="1642239" y="124846"/>
                </a:lnTo>
                <a:lnTo>
                  <a:pt x="1641641" y="124699"/>
                </a:lnTo>
                <a:lnTo>
                  <a:pt x="1641058" y="124536"/>
                </a:lnTo>
                <a:lnTo>
                  <a:pt x="1640489" y="124358"/>
                </a:lnTo>
                <a:lnTo>
                  <a:pt x="1639936" y="124164"/>
                </a:lnTo>
                <a:lnTo>
                  <a:pt x="1639397" y="123955"/>
                </a:lnTo>
                <a:lnTo>
                  <a:pt x="1638873" y="123730"/>
                </a:lnTo>
                <a:lnTo>
                  <a:pt x="1638364" y="123490"/>
                </a:lnTo>
                <a:lnTo>
                  <a:pt x="1637870" y="123234"/>
                </a:lnTo>
                <a:lnTo>
                  <a:pt x="1637391" y="122963"/>
                </a:lnTo>
                <a:lnTo>
                  <a:pt x="1636927" y="122676"/>
                </a:lnTo>
                <a:lnTo>
                  <a:pt x="1636478" y="122374"/>
                </a:lnTo>
                <a:lnTo>
                  <a:pt x="1636043" y="122056"/>
                </a:lnTo>
                <a:lnTo>
                  <a:pt x="1635624" y="121723"/>
                </a:lnTo>
                <a:lnTo>
                  <a:pt x="1635219" y="121374"/>
                </a:lnTo>
                <a:lnTo>
                  <a:pt x="1634830" y="121010"/>
                </a:lnTo>
                <a:lnTo>
                  <a:pt x="1634455" y="120633"/>
                </a:lnTo>
                <a:lnTo>
                  <a:pt x="1634097" y="120245"/>
                </a:lnTo>
                <a:lnTo>
                  <a:pt x="1633755" y="119847"/>
                </a:lnTo>
                <a:lnTo>
                  <a:pt x="1633428" y="119438"/>
                </a:lnTo>
                <a:lnTo>
                  <a:pt x="1633117" y="119019"/>
                </a:lnTo>
                <a:lnTo>
                  <a:pt x="1632823" y="118589"/>
                </a:lnTo>
                <a:lnTo>
                  <a:pt x="1632544" y="118149"/>
                </a:lnTo>
                <a:lnTo>
                  <a:pt x="1632281" y="117698"/>
                </a:lnTo>
                <a:lnTo>
                  <a:pt x="1632034" y="117237"/>
                </a:lnTo>
                <a:lnTo>
                  <a:pt x="1631803" y="116765"/>
                </a:lnTo>
                <a:lnTo>
                  <a:pt x="1631588" y="116283"/>
                </a:lnTo>
                <a:lnTo>
                  <a:pt x="1631389" y="115790"/>
                </a:lnTo>
                <a:lnTo>
                  <a:pt x="1631206" y="115286"/>
                </a:lnTo>
                <a:lnTo>
                  <a:pt x="1631039" y="114773"/>
                </a:lnTo>
                <a:lnTo>
                  <a:pt x="1630888" y="114248"/>
                </a:lnTo>
                <a:lnTo>
                  <a:pt x="1630752" y="113713"/>
                </a:lnTo>
                <a:lnTo>
                  <a:pt x="1630633" y="113168"/>
                </a:lnTo>
                <a:lnTo>
                  <a:pt x="1630529" y="112612"/>
                </a:lnTo>
                <a:lnTo>
                  <a:pt x="1630442" y="112046"/>
                </a:lnTo>
                <a:lnTo>
                  <a:pt x="1630370" y="111469"/>
                </a:lnTo>
                <a:lnTo>
                  <a:pt x="1630314" y="110881"/>
                </a:lnTo>
                <a:lnTo>
                  <a:pt x="1630275" y="110283"/>
                </a:lnTo>
                <a:lnTo>
                  <a:pt x="1630251" y="109675"/>
                </a:lnTo>
                <a:lnTo>
                  <a:pt x="1630243" y="109056"/>
                </a:lnTo>
                <a:lnTo>
                  <a:pt x="1630262" y="108152"/>
                </a:lnTo>
                <a:lnTo>
                  <a:pt x="1630322" y="107269"/>
                </a:lnTo>
                <a:lnTo>
                  <a:pt x="1630421" y="106408"/>
                </a:lnTo>
                <a:lnTo>
                  <a:pt x="1630559" y="105568"/>
                </a:lnTo>
                <a:lnTo>
                  <a:pt x="1630737" y="104749"/>
                </a:lnTo>
                <a:lnTo>
                  <a:pt x="1630955" y="103952"/>
                </a:lnTo>
                <a:lnTo>
                  <a:pt x="1631212" y="103176"/>
                </a:lnTo>
                <a:lnTo>
                  <a:pt x="1631509" y="102422"/>
                </a:lnTo>
                <a:lnTo>
                  <a:pt x="1631845" y="101689"/>
                </a:lnTo>
                <a:lnTo>
                  <a:pt x="1632221" y="100977"/>
                </a:lnTo>
                <a:lnTo>
                  <a:pt x="1632636" y="100287"/>
                </a:lnTo>
                <a:lnTo>
                  <a:pt x="1633091" y="99618"/>
                </a:lnTo>
                <a:lnTo>
                  <a:pt x="1633585" y="98970"/>
                </a:lnTo>
                <a:lnTo>
                  <a:pt x="1634120" y="98344"/>
                </a:lnTo>
                <a:lnTo>
                  <a:pt x="1634693" y="97739"/>
                </a:lnTo>
                <a:lnTo>
                  <a:pt x="1635306" y="97156"/>
                </a:lnTo>
                <a:lnTo>
                  <a:pt x="1635959" y="96594"/>
                </a:lnTo>
                <a:lnTo>
                  <a:pt x="1636651" y="96053"/>
                </a:lnTo>
                <a:lnTo>
                  <a:pt x="1637383" y="95534"/>
                </a:lnTo>
                <a:lnTo>
                  <a:pt x="1638155" y="95036"/>
                </a:lnTo>
                <a:lnTo>
                  <a:pt x="1638966" y="94559"/>
                </a:lnTo>
                <a:lnTo>
                  <a:pt x="1639816" y="94104"/>
                </a:lnTo>
                <a:lnTo>
                  <a:pt x="1640706" y="93670"/>
                </a:lnTo>
                <a:lnTo>
                  <a:pt x="1641636" y="93258"/>
                </a:lnTo>
                <a:lnTo>
                  <a:pt x="1642611" y="92863"/>
                </a:lnTo>
                <a:lnTo>
                  <a:pt x="1643638" y="92485"/>
                </a:lnTo>
                <a:lnTo>
                  <a:pt x="1644716" y="92122"/>
                </a:lnTo>
                <a:lnTo>
                  <a:pt x="1645846" y="91775"/>
                </a:lnTo>
                <a:lnTo>
                  <a:pt x="1647027" y="91443"/>
                </a:lnTo>
                <a:lnTo>
                  <a:pt x="1648260" y="91128"/>
                </a:lnTo>
                <a:lnTo>
                  <a:pt x="1649545" y="90828"/>
                </a:lnTo>
                <a:lnTo>
                  <a:pt x="1650881" y="90543"/>
                </a:lnTo>
                <a:lnTo>
                  <a:pt x="1652269" y="90274"/>
                </a:lnTo>
                <a:lnTo>
                  <a:pt x="1653708" y="90021"/>
                </a:lnTo>
                <a:lnTo>
                  <a:pt x="1655198" y="89784"/>
                </a:lnTo>
                <a:lnTo>
                  <a:pt x="1656741" y="89562"/>
                </a:lnTo>
                <a:lnTo>
                  <a:pt x="1658334" y="89356"/>
                </a:lnTo>
                <a:lnTo>
                  <a:pt x="1659980" y="89166"/>
                </a:lnTo>
                <a:lnTo>
                  <a:pt x="1661677" y="88991"/>
                </a:lnTo>
                <a:lnTo>
                  <a:pt x="1663425" y="88832"/>
                </a:lnTo>
                <a:lnTo>
                  <a:pt x="1665225" y="88689"/>
                </a:lnTo>
                <a:lnTo>
                  <a:pt x="1667077" y="88561"/>
                </a:lnTo>
                <a:lnTo>
                  <a:pt x="1668980" y="88450"/>
                </a:lnTo>
                <a:lnTo>
                  <a:pt x="1670934" y="88353"/>
                </a:lnTo>
                <a:lnTo>
                  <a:pt x="1672940" y="88273"/>
                </a:lnTo>
                <a:lnTo>
                  <a:pt x="1674998" y="88208"/>
                </a:lnTo>
                <a:lnTo>
                  <a:pt x="1677107" y="88159"/>
                </a:lnTo>
                <a:lnTo>
                  <a:pt x="1679268" y="88125"/>
                </a:lnTo>
                <a:lnTo>
                  <a:pt x="1679268" y="108442"/>
                </a:lnTo>
                <a:lnTo>
                  <a:pt x="1678820" y="109053"/>
                </a:lnTo>
                <a:lnTo>
                  <a:pt x="1678363" y="109656"/>
                </a:lnTo>
                <a:lnTo>
                  <a:pt x="1677896" y="110249"/>
                </a:lnTo>
                <a:lnTo>
                  <a:pt x="1677421" y="110833"/>
                </a:lnTo>
                <a:lnTo>
                  <a:pt x="1676937" y="111409"/>
                </a:lnTo>
                <a:lnTo>
                  <a:pt x="1676445" y="111975"/>
                </a:lnTo>
                <a:lnTo>
                  <a:pt x="1675943" y="112533"/>
                </a:lnTo>
                <a:lnTo>
                  <a:pt x="1675432" y="113082"/>
                </a:lnTo>
                <a:lnTo>
                  <a:pt x="1674912" y="113622"/>
                </a:lnTo>
                <a:lnTo>
                  <a:pt x="1674384" y="114153"/>
                </a:lnTo>
                <a:lnTo>
                  <a:pt x="1673847" y="114675"/>
                </a:lnTo>
                <a:lnTo>
                  <a:pt x="1673300" y="115188"/>
                </a:lnTo>
                <a:lnTo>
                  <a:pt x="1672745" y="115692"/>
                </a:lnTo>
                <a:lnTo>
                  <a:pt x="1672181" y="116188"/>
                </a:lnTo>
                <a:lnTo>
                  <a:pt x="1671608" y="116674"/>
                </a:lnTo>
                <a:lnTo>
                  <a:pt x="1671026" y="117152"/>
                </a:lnTo>
                <a:lnTo>
                  <a:pt x="1670435" y="117620"/>
                </a:lnTo>
                <a:lnTo>
                  <a:pt x="1669835" y="118080"/>
                </a:lnTo>
                <a:lnTo>
                  <a:pt x="1669227" y="118531"/>
                </a:lnTo>
                <a:lnTo>
                  <a:pt x="1668609" y="118973"/>
                </a:lnTo>
                <a:lnTo>
                  <a:pt x="1667983" y="119406"/>
                </a:lnTo>
                <a:lnTo>
                  <a:pt x="1667347" y="119831"/>
                </a:lnTo>
                <a:lnTo>
                  <a:pt x="1666703" y="120246"/>
                </a:lnTo>
                <a:lnTo>
                  <a:pt x="1666050" y="120653"/>
                </a:lnTo>
                <a:lnTo>
                  <a:pt x="1665389" y="121046"/>
                </a:lnTo>
                <a:lnTo>
                  <a:pt x="1664721" y="121423"/>
                </a:lnTo>
                <a:lnTo>
                  <a:pt x="1664046" y="121783"/>
                </a:lnTo>
                <a:lnTo>
                  <a:pt x="1663365" y="122126"/>
                </a:lnTo>
                <a:lnTo>
                  <a:pt x="1662676" y="122452"/>
                </a:lnTo>
                <a:lnTo>
                  <a:pt x="1661981" y="122762"/>
                </a:lnTo>
                <a:lnTo>
                  <a:pt x="1661279" y="123055"/>
                </a:lnTo>
                <a:lnTo>
                  <a:pt x="1660570" y="123331"/>
                </a:lnTo>
                <a:lnTo>
                  <a:pt x="1659854" y="123590"/>
                </a:lnTo>
                <a:lnTo>
                  <a:pt x="1659131" y="123833"/>
                </a:lnTo>
                <a:lnTo>
                  <a:pt x="1658402" y="124059"/>
                </a:lnTo>
                <a:lnTo>
                  <a:pt x="1657665" y="124268"/>
                </a:lnTo>
                <a:lnTo>
                  <a:pt x="1656922" y="124461"/>
                </a:lnTo>
                <a:lnTo>
                  <a:pt x="1656172" y="124637"/>
                </a:lnTo>
                <a:lnTo>
                  <a:pt x="1655415" y="124796"/>
                </a:lnTo>
                <a:lnTo>
                  <a:pt x="1654651" y="124938"/>
                </a:lnTo>
                <a:lnTo>
                  <a:pt x="1653881" y="125064"/>
                </a:lnTo>
                <a:lnTo>
                  <a:pt x="1653103" y="125172"/>
                </a:lnTo>
                <a:lnTo>
                  <a:pt x="1652319" y="125264"/>
                </a:lnTo>
                <a:lnTo>
                  <a:pt x="1651528" y="125340"/>
                </a:lnTo>
                <a:lnTo>
                  <a:pt x="1650730" y="125398"/>
                </a:lnTo>
                <a:lnTo>
                  <a:pt x="1649925" y="125440"/>
                </a:lnTo>
                <a:lnTo>
                  <a:pt x="1649113" y="125465"/>
                </a:lnTo>
                <a:lnTo>
                  <a:pt x="1648294" y="125474"/>
                </a:lnTo>
                <a:lnTo>
                  <a:pt x="1647562" y="125466"/>
                </a:lnTo>
                <a:lnTo>
                  <a:pt x="1646844" y="125443"/>
                </a:lnTo>
                <a:lnTo>
                  <a:pt x="1646142" y="125404"/>
                </a:lnTo>
                <a:lnTo>
                  <a:pt x="1645454" y="125350"/>
                </a:lnTo>
                <a:lnTo>
                  <a:pt x="1644781" y="125280"/>
                </a:lnTo>
                <a:close/>
                <a:moveTo>
                  <a:pt x="563583" y="136168"/>
                </a:moveTo>
                <a:lnTo>
                  <a:pt x="563999" y="136099"/>
                </a:lnTo>
                <a:lnTo>
                  <a:pt x="564409" y="136018"/>
                </a:lnTo>
                <a:lnTo>
                  <a:pt x="564812" y="135924"/>
                </a:lnTo>
                <a:lnTo>
                  <a:pt x="565209" y="135818"/>
                </a:lnTo>
                <a:lnTo>
                  <a:pt x="565599" y="135699"/>
                </a:lnTo>
                <a:lnTo>
                  <a:pt x="565983" y="135568"/>
                </a:lnTo>
                <a:lnTo>
                  <a:pt x="566360" y="135424"/>
                </a:lnTo>
                <a:lnTo>
                  <a:pt x="566731" y="135268"/>
                </a:lnTo>
                <a:lnTo>
                  <a:pt x="567095" y="135099"/>
                </a:lnTo>
                <a:lnTo>
                  <a:pt x="567453" y="134918"/>
                </a:lnTo>
                <a:lnTo>
                  <a:pt x="567804" y="134724"/>
                </a:lnTo>
                <a:lnTo>
                  <a:pt x="568149" y="134518"/>
                </a:lnTo>
                <a:lnTo>
                  <a:pt x="568487" y="134299"/>
                </a:lnTo>
                <a:lnTo>
                  <a:pt x="568819" y="134068"/>
                </a:lnTo>
                <a:lnTo>
                  <a:pt x="569144" y="133824"/>
                </a:lnTo>
                <a:lnTo>
                  <a:pt x="569463" y="133568"/>
                </a:lnTo>
                <a:lnTo>
                  <a:pt x="569775" y="133299"/>
                </a:lnTo>
                <a:lnTo>
                  <a:pt x="570081" y="133018"/>
                </a:lnTo>
                <a:lnTo>
                  <a:pt x="570380" y="132724"/>
                </a:lnTo>
                <a:lnTo>
                  <a:pt x="570670" y="132421"/>
                </a:lnTo>
                <a:lnTo>
                  <a:pt x="570947" y="132113"/>
                </a:lnTo>
                <a:lnTo>
                  <a:pt x="571212" y="131798"/>
                </a:lnTo>
                <a:lnTo>
                  <a:pt x="571465" y="131479"/>
                </a:lnTo>
                <a:lnTo>
                  <a:pt x="571705" y="131153"/>
                </a:lnTo>
                <a:lnTo>
                  <a:pt x="571933" y="130822"/>
                </a:lnTo>
                <a:lnTo>
                  <a:pt x="572149" y="130485"/>
                </a:lnTo>
                <a:lnTo>
                  <a:pt x="572353" y="130143"/>
                </a:lnTo>
                <a:lnTo>
                  <a:pt x="572544" y="129795"/>
                </a:lnTo>
                <a:lnTo>
                  <a:pt x="572723" y="129441"/>
                </a:lnTo>
                <a:lnTo>
                  <a:pt x="572889" y="129082"/>
                </a:lnTo>
                <a:lnTo>
                  <a:pt x="573043" y="128717"/>
                </a:lnTo>
                <a:lnTo>
                  <a:pt x="573185" y="128346"/>
                </a:lnTo>
                <a:lnTo>
                  <a:pt x="573314" y="127970"/>
                </a:lnTo>
                <a:lnTo>
                  <a:pt x="573432" y="127588"/>
                </a:lnTo>
                <a:lnTo>
                  <a:pt x="573536" y="127200"/>
                </a:lnTo>
                <a:lnTo>
                  <a:pt x="573629" y="126807"/>
                </a:lnTo>
                <a:lnTo>
                  <a:pt x="573709" y="126408"/>
                </a:lnTo>
                <a:lnTo>
                  <a:pt x="573777" y="126003"/>
                </a:lnTo>
                <a:lnTo>
                  <a:pt x="573832" y="125593"/>
                </a:lnTo>
                <a:lnTo>
                  <a:pt x="573876" y="125177"/>
                </a:lnTo>
                <a:lnTo>
                  <a:pt x="573906" y="124755"/>
                </a:lnTo>
                <a:lnTo>
                  <a:pt x="573925" y="124328"/>
                </a:lnTo>
                <a:lnTo>
                  <a:pt x="573931" y="123895"/>
                </a:lnTo>
                <a:lnTo>
                  <a:pt x="573925" y="123447"/>
                </a:lnTo>
                <a:lnTo>
                  <a:pt x="573906" y="123005"/>
                </a:lnTo>
                <a:lnTo>
                  <a:pt x="573876" y="122569"/>
                </a:lnTo>
                <a:lnTo>
                  <a:pt x="573832" y="122140"/>
                </a:lnTo>
                <a:lnTo>
                  <a:pt x="573777" y="121718"/>
                </a:lnTo>
                <a:lnTo>
                  <a:pt x="573709" y="121303"/>
                </a:lnTo>
                <a:lnTo>
                  <a:pt x="573629" y="120894"/>
                </a:lnTo>
                <a:lnTo>
                  <a:pt x="573536" y="120492"/>
                </a:lnTo>
                <a:lnTo>
                  <a:pt x="573432" y="120097"/>
                </a:lnTo>
                <a:lnTo>
                  <a:pt x="573314" y="119708"/>
                </a:lnTo>
                <a:lnTo>
                  <a:pt x="573185" y="119326"/>
                </a:lnTo>
                <a:lnTo>
                  <a:pt x="573043" y="118951"/>
                </a:lnTo>
                <a:lnTo>
                  <a:pt x="572889" y="118582"/>
                </a:lnTo>
                <a:lnTo>
                  <a:pt x="572723" y="118220"/>
                </a:lnTo>
                <a:lnTo>
                  <a:pt x="572544" y="117865"/>
                </a:lnTo>
                <a:lnTo>
                  <a:pt x="572353" y="117517"/>
                </a:lnTo>
                <a:lnTo>
                  <a:pt x="572149" y="117175"/>
                </a:lnTo>
                <a:lnTo>
                  <a:pt x="571933" y="116839"/>
                </a:lnTo>
                <a:lnTo>
                  <a:pt x="571705" y="116511"/>
                </a:lnTo>
                <a:lnTo>
                  <a:pt x="571465" y="116189"/>
                </a:lnTo>
                <a:lnTo>
                  <a:pt x="571212" y="115874"/>
                </a:lnTo>
                <a:lnTo>
                  <a:pt x="570947" y="115565"/>
                </a:lnTo>
                <a:lnTo>
                  <a:pt x="570670" y="115263"/>
                </a:lnTo>
                <a:lnTo>
                  <a:pt x="570380" y="114968"/>
                </a:lnTo>
                <a:lnTo>
                  <a:pt x="570081" y="114683"/>
                </a:lnTo>
                <a:lnTo>
                  <a:pt x="569775" y="114409"/>
                </a:lnTo>
                <a:lnTo>
                  <a:pt x="569463" y="114148"/>
                </a:lnTo>
                <a:lnTo>
                  <a:pt x="569144" y="113898"/>
                </a:lnTo>
                <a:lnTo>
                  <a:pt x="568819" y="113661"/>
                </a:lnTo>
                <a:lnTo>
                  <a:pt x="568487" y="113436"/>
                </a:lnTo>
                <a:lnTo>
                  <a:pt x="568149" y="113223"/>
                </a:lnTo>
                <a:lnTo>
                  <a:pt x="567804" y="113023"/>
                </a:lnTo>
                <a:lnTo>
                  <a:pt x="567453" y="112834"/>
                </a:lnTo>
                <a:lnTo>
                  <a:pt x="567095" y="112658"/>
                </a:lnTo>
                <a:lnTo>
                  <a:pt x="566731" y="112494"/>
                </a:lnTo>
                <a:lnTo>
                  <a:pt x="566360" y="112342"/>
                </a:lnTo>
                <a:lnTo>
                  <a:pt x="565983" y="112202"/>
                </a:lnTo>
                <a:lnTo>
                  <a:pt x="565599" y="112074"/>
                </a:lnTo>
                <a:lnTo>
                  <a:pt x="565209" y="111959"/>
                </a:lnTo>
                <a:lnTo>
                  <a:pt x="564812" y="111856"/>
                </a:lnTo>
                <a:lnTo>
                  <a:pt x="564409" y="111764"/>
                </a:lnTo>
                <a:lnTo>
                  <a:pt x="563999" y="111685"/>
                </a:lnTo>
                <a:lnTo>
                  <a:pt x="563583" y="111618"/>
                </a:lnTo>
                <a:lnTo>
                  <a:pt x="563160" y="111564"/>
                </a:lnTo>
                <a:lnTo>
                  <a:pt x="562730" y="111521"/>
                </a:lnTo>
                <a:lnTo>
                  <a:pt x="562295" y="111491"/>
                </a:lnTo>
                <a:lnTo>
                  <a:pt x="561852" y="111473"/>
                </a:lnTo>
                <a:lnTo>
                  <a:pt x="561403" y="111466"/>
                </a:lnTo>
                <a:lnTo>
                  <a:pt x="560946" y="111473"/>
                </a:lnTo>
                <a:lnTo>
                  <a:pt x="560496" y="111491"/>
                </a:lnTo>
                <a:lnTo>
                  <a:pt x="560052" y="111521"/>
                </a:lnTo>
                <a:lnTo>
                  <a:pt x="559614" y="111564"/>
                </a:lnTo>
                <a:lnTo>
                  <a:pt x="559183" y="111618"/>
                </a:lnTo>
                <a:lnTo>
                  <a:pt x="558759" y="111685"/>
                </a:lnTo>
                <a:lnTo>
                  <a:pt x="558340" y="111764"/>
                </a:lnTo>
                <a:lnTo>
                  <a:pt x="557929" y="111856"/>
                </a:lnTo>
                <a:lnTo>
                  <a:pt x="557524" y="111959"/>
                </a:lnTo>
                <a:lnTo>
                  <a:pt x="557125" y="112074"/>
                </a:lnTo>
                <a:lnTo>
                  <a:pt x="556733" y="112202"/>
                </a:lnTo>
                <a:lnTo>
                  <a:pt x="556348" y="112342"/>
                </a:lnTo>
                <a:lnTo>
                  <a:pt x="555969" y="112494"/>
                </a:lnTo>
                <a:lnTo>
                  <a:pt x="555596" y="112658"/>
                </a:lnTo>
                <a:lnTo>
                  <a:pt x="555230" y="112834"/>
                </a:lnTo>
                <a:lnTo>
                  <a:pt x="554871" y="113023"/>
                </a:lnTo>
                <a:lnTo>
                  <a:pt x="554518" y="113223"/>
                </a:lnTo>
                <a:lnTo>
                  <a:pt x="554172" y="113436"/>
                </a:lnTo>
                <a:lnTo>
                  <a:pt x="553832" y="113661"/>
                </a:lnTo>
                <a:lnTo>
                  <a:pt x="553498" y="113898"/>
                </a:lnTo>
                <a:lnTo>
                  <a:pt x="553171" y="114148"/>
                </a:lnTo>
                <a:lnTo>
                  <a:pt x="552851" y="114409"/>
                </a:lnTo>
                <a:lnTo>
                  <a:pt x="552537" y="114683"/>
                </a:lnTo>
                <a:lnTo>
                  <a:pt x="552230" y="114968"/>
                </a:lnTo>
                <a:lnTo>
                  <a:pt x="551932" y="115263"/>
                </a:lnTo>
                <a:lnTo>
                  <a:pt x="551647" y="115565"/>
                </a:lnTo>
                <a:lnTo>
                  <a:pt x="551374" y="115874"/>
                </a:lnTo>
                <a:lnTo>
                  <a:pt x="551114" y="116189"/>
                </a:lnTo>
                <a:lnTo>
                  <a:pt x="550867" y="116511"/>
                </a:lnTo>
                <a:lnTo>
                  <a:pt x="550633" y="116839"/>
                </a:lnTo>
                <a:lnTo>
                  <a:pt x="550411" y="117175"/>
                </a:lnTo>
                <a:lnTo>
                  <a:pt x="550202" y="117517"/>
                </a:lnTo>
                <a:lnTo>
                  <a:pt x="550005" y="117865"/>
                </a:lnTo>
                <a:lnTo>
                  <a:pt x="549822" y="118220"/>
                </a:lnTo>
                <a:lnTo>
                  <a:pt x="549651" y="118582"/>
                </a:lnTo>
                <a:lnTo>
                  <a:pt x="549492" y="118951"/>
                </a:lnTo>
                <a:lnTo>
                  <a:pt x="549347" y="119326"/>
                </a:lnTo>
                <a:lnTo>
                  <a:pt x="549213" y="119708"/>
                </a:lnTo>
                <a:lnTo>
                  <a:pt x="549093" y="120097"/>
                </a:lnTo>
                <a:lnTo>
                  <a:pt x="548985" y="120492"/>
                </a:lnTo>
                <a:lnTo>
                  <a:pt x="548890" y="120894"/>
                </a:lnTo>
                <a:lnTo>
                  <a:pt x="548808" y="121303"/>
                </a:lnTo>
                <a:lnTo>
                  <a:pt x="548738" y="121718"/>
                </a:lnTo>
                <a:lnTo>
                  <a:pt x="548681" y="122140"/>
                </a:lnTo>
                <a:lnTo>
                  <a:pt x="548637" y="122569"/>
                </a:lnTo>
                <a:lnTo>
                  <a:pt x="548605" y="123005"/>
                </a:lnTo>
                <a:lnTo>
                  <a:pt x="548586" y="123447"/>
                </a:lnTo>
                <a:lnTo>
                  <a:pt x="548580" y="123895"/>
                </a:lnTo>
                <a:lnTo>
                  <a:pt x="548586" y="124328"/>
                </a:lnTo>
                <a:lnTo>
                  <a:pt x="548605" y="124755"/>
                </a:lnTo>
                <a:lnTo>
                  <a:pt x="548637" y="125177"/>
                </a:lnTo>
                <a:lnTo>
                  <a:pt x="548681" y="125593"/>
                </a:lnTo>
                <a:lnTo>
                  <a:pt x="548738" y="126003"/>
                </a:lnTo>
                <a:lnTo>
                  <a:pt x="548808" y="126408"/>
                </a:lnTo>
                <a:lnTo>
                  <a:pt x="548890" y="126807"/>
                </a:lnTo>
                <a:lnTo>
                  <a:pt x="548985" y="127200"/>
                </a:lnTo>
                <a:lnTo>
                  <a:pt x="549093" y="127588"/>
                </a:lnTo>
                <a:lnTo>
                  <a:pt x="549213" y="127970"/>
                </a:lnTo>
                <a:lnTo>
                  <a:pt x="549347" y="128346"/>
                </a:lnTo>
                <a:lnTo>
                  <a:pt x="549492" y="128717"/>
                </a:lnTo>
                <a:lnTo>
                  <a:pt x="549651" y="129082"/>
                </a:lnTo>
                <a:lnTo>
                  <a:pt x="549822" y="129441"/>
                </a:lnTo>
                <a:lnTo>
                  <a:pt x="550005" y="129795"/>
                </a:lnTo>
                <a:lnTo>
                  <a:pt x="550202" y="130143"/>
                </a:lnTo>
                <a:lnTo>
                  <a:pt x="550411" y="130485"/>
                </a:lnTo>
                <a:lnTo>
                  <a:pt x="550633" y="130822"/>
                </a:lnTo>
                <a:lnTo>
                  <a:pt x="550867" y="131153"/>
                </a:lnTo>
                <a:lnTo>
                  <a:pt x="551114" y="131479"/>
                </a:lnTo>
                <a:lnTo>
                  <a:pt x="551374" y="131798"/>
                </a:lnTo>
                <a:lnTo>
                  <a:pt x="551647" y="132113"/>
                </a:lnTo>
                <a:lnTo>
                  <a:pt x="551932" y="132421"/>
                </a:lnTo>
                <a:lnTo>
                  <a:pt x="552230" y="132724"/>
                </a:lnTo>
                <a:lnTo>
                  <a:pt x="552537" y="133018"/>
                </a:lnTo>
                <a:lnTo>
                  <a:pt x="552851" y="133299"/>
                </a:lnTo>
                <a:lnTo>
                  <a:pt x="553171" y="133568"/>
                </a:lnTo>
                <a:lnTo>
                  <a:pt x="553498" y="133824"/>
                </a:lnTo>
                <a:lnTo>
                  <a:pt x="553832" y="134068"/>
                </a:lnTo>
                <a:lnTo>
                  <a:pt x="554172" y="134299"/>
                </a:lnTo>
                <a:lnTo>
                  <a:pt x="554518" y="134518"/>
                </a:lnTo>
                <a:lnTo>
                  <a:pt x="554871" y="134724"/>
                </a:lnTo>
                <a:lnTo>
                  <a:pt x="555230" y="134918"/>
                </a:lnTo>
                <a:lnTo>
                  <a:pt x="555596" y="135099"/>
                </a:lnTo>
                <a:lnTo>
                  <a:pt x="555969" y="135268"/>
                </a:lnTo>
                <a:lnTo>
                  <a:pt x="556348" y="135424"/>
                </a:lnTo>
                <a:lnTo>
                  <a:pt x="556733" y="135568"/>
                </a:lnTo>
                <a:lnTo>
                  <a:pt x="557125" y="135699"/>
                </a:lnTo>
                <a:lnTo>
                  <a:pt x="557524" y="135818"/>
                </a:lnTo>
                <a:lnTo>
                  <a:pt x="557929" y="135924"/>
                </a:lnTo>
                <a:lnTo>
                  <a:pt x="558340" y="136018"/>
                </a:lnTo>
                <a:lnTo>
                  <a:pt x="558759" y="136099"/>
                </a:lnTo>
                <a:lnTo>
                  <a:pt x="559183" y="136168"/>
                </a:lnTo>
                <a:lnTo>
                  <a:pt x="559614" y="136224"/>
                </a:lnTo>
                <a:lnTo>
                  <a:pt x="560052" y="136268"/>
                </a:lnTo>
                <a:lnTo>
                  <a:pt x="560496" y="136299"/>
                </a:lnTo>
                <a:lnTo>
                  <a:pt x="560946" y="136318"/>
                </a:lnTo>
                <a:lnTo>
                  <a:pt x="561403" y="136324"/>
                </a:lnTo>
                <a:lnTo>
                  <a:pt x="561852" y="136318"/>
                </a:lnTo>
                <a:lnTo>
                  <a:pt x="562295" y="136299"/>
                </a:lnTo>
                <a:lnTo>
                  <a:pt x="562730" y="136268"/>
                </a:lnTo>
                <a:lnTo>
                  <a:pt x="563160" y="136224"/>
                </a:lnTo>
                <a:lnTo>
                  <a:pt x="563583" y="1361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" name="Text leafandits`val`is">
            <a:extLst xmlns:a="http://schemas.openxmlformats.org/drawingml/2006/main">
              <a:ext uri="{FF2B5EF4-FFF2-40B4-BE49-F238E27FC236}">
                <a16:creationId xmlns:a16="http://schemas.microsoft.com/office/drawing/2014/main" id="{39F8E5CE-0C61-41FC-97D4-5BE8CBCD7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2276" y="7118853"/>
            <a:ext cx="1630031" cy="138100"/>
          </a:xfrm>
          <a:custGeom xmlns:a="http://schemas.openxmlformats.org/drawingml/2006/main">
            <a:pathLst>
              <a:path w="1630031" h="138100">
                <a:moveTo>
                  <a:pt x="28705" y="136324"/>
                </a:moveTo>
                <a:cubicBezTo>
                  <a:pt x="20879" y="136324"/>
                  <a:pt x="14895" y="135091"/>
                  <a:pt x="10752" y="132625"/>
                </a:cubicBezTo>
                <a:cubicBezTo>
                  <a:pt x="6609" y="130159"/>
                  <a:pt x="3781" y="126608"/>
                  <a:pt x="2269" y="121972"/>
                </a:cubicBezTo>
                <a:cubicBezTo>
                  <a:pt x="756" y="117336"/>
                  <a:pt x="0" y="111762"/>
                  <a:pt x="0" y="105252"/>
                </a:cubicBezTo>
                <a:lnTo>
                  <a:pt x="0" y="3551"/>
                </a:lnTo>
                <a:lnTo>
                  <a:pt x="16375" y="3551"/>
                </a:lnTo>
                <a:lnTo>
                  <a:pt x="16375" y="104463"/>
                </a:lnTo>
                <a:cubicBezTo>
                  <a:pt x="16375" y="110447"/>
                  <a:pt x="17147" y="115018"/>
                  <a:pt x="18693" y="118174"/>
                </a:cubicBezTo>
                <a:cubicBezTo>
                  <a:pt x="20238" y="121331"/>
                  <a:pt x="23937" y="122909"/>
                  <a:pt x="29790" y="122909"/>
                </a:cubicBezTo>
                <a:lnTo>
                  <a:pt x="34229" y="122909"/>
                </a:lnTo>
                <a:lnTo>
                  <a:pt x="34229" y="136324"/>
                </a:lnTo>
                <a:lnTo>
                  <a:pt x="28705" y="136324"/>
                </a:lnTo>
                <a:close/>
                <a:moveTo>
                  <a:pt x="91540" y="138100"/>
                </a:moveTo>
                <a:cubicBezTo>
                  <a:pt x="81084" y="138100"/>
                  <a:pt x="72519" y="135849"/>
                  <a:pt x="65844" y="131346"/>
                </a:cubicBezTo>
                <a:cubicBezTo>
                  <a:pt x="59169" y="126841"/>
                  <a:pt x="54220" y="120713"/>
                  <a:pt x="50998" y="112961"/>
                </a:cubicBezTo>
                <a:cubicBezTo>
                  <a:pt x="47776" y="105208"/>
                  <a:pt x="46165" y="96489"/>
                  <a:pt x="46165" y="86806"/>
                </a:cubicBezTo>
                <a:cubicBezTo>
                  <a:pt x="46165" y="76715"/>
                  <a:pt x="47726" y="67827"/>
                  <a:pt x="50850" y="60141"/>
                </a:cubicBezTo>
                <a:cubicBezTo>
                  <a:pt x="53974" y="52455"/>
                  <a:pt x="58742" y="46445"/>
                  <a:pt x="65153" y="42111"/>
                </a:cubicBezTo>
                <a:cubicBezTo>
                  <a:pt x="71565" y="37777"/>
                  <a:pt x="79703" y="35610"/>
                  <a:pt x="89567" y="35610"/>
                </a:cubicBezTo>
                <a:cubicBezTo>
                  <a:pt x="102654" y="35610"/>
                  <a:pt x="112913" y="39668"/>
                  <a:pt x="120344" y="47783"/>
                </a:cubicBezTo>
                <a:cubicBezTo>
                  <a:pt x="127775" y="55897"/>
                  <a:pt x="131491" y="67561"/>
                  <a:pt x="131491" y="82777"/>
                </a:cubicBezTo>
                <a:cubicBezTo>
                  <a:pt x="131491" y="83792"/>
                  <a:pt x="131458" y="84993"/>
                  <a:pt x="131392" y="86380"/>
                </a:cubicBezTo>
                <a:cubicBezTo>
                  <a:pt x="131326" y="87765"/>
                  <a:pt x="131228" y="88762"/>
                  <a:pt x="131096" y="89370"/>
                </a:cubicBezTo>
                <a:lnTo>
                  <a:pt x="62638" y="89370"/>
                </a:lnTo>
                <a:cubicBezTo>
                  <a:pt x="62704" y="95885"/>
                  <a:pt x="63707" y="101868"/>
                  <a:pt x="65647" y="107320"/>
                </a:cubicBezTo>
                <a:cubicBezTo>
                  <a:pt x="67587" y="112772"/>
                  <a:pt x="70661" y="117145"/>
                  <a:pt x="74870" y="120437"/>
                </a:cubicBezTo>
                <a:cubicBezTo>
                  <a:pt x="79078" y="123729"/>
                  <a:pt x="84635" y="125375"/>
                  <a:pt x="91540" y="125375"/>
                </a:cubicBezTo>
                <a:cubicBezTo>
                  <a:pt x="98906" y="125375"/>
                  <a:pt x="104660" y="123560"/>
                  <a:pt x="108803" y="119931"/>
                </a:cubicBezTo>
                <a:cubicBezTo>
                  <a:pt x="112946" y="116302"/>
                  <a:pt x="115116" y="111066"/>
                  <a:pt x="115313" y="104222"/>
                </a:cubicBezTo>
                <a:lnTo>
                  <a:pt x="131589" y="104222"/>
                </a:lnTo>
                <a:cubicBezTo>
                  <a:pt x="131392" y="111208"/>
                  <a:pt x="129649" y="117227"/>
                  <a:pt x="126361" y="122280"/>
                </a:cubicBezTo>
                <a:cubicBezTo>
                  <a:pt x="123073" y="127334"/>
                  <a:pt x="118470" y="131234"/>
                  <a:pt x="112551" y="133982"/>
                </a:cubicBezTo>
                <a:cubicBezTo>
                  <a:pt x="106633" y="136727"/>
                  <a:pt x="99629" y="138100"/>
                  <a:pt x="91540" y="138100"/>
                </a:cubicBezTo>
                <a:moveTo>
                  <a:pt x="62737" y="77336"/>
                </a:moveTo>
                <a:lnTo>
                  <a:pt x="115215" y="77336"/>
                </a:lnTo>
                <a:cubicBezTo>
                  <a:pt x="115017" y="67914"/>
                  <a:pt x="112683" y="60709"/>
                  <a:pt x="108211" y="55721"/>
                </a:cubicBezTo>
                <a:cubicBezTo>
                  <a:pt x="103739" y="50731"/>
                  <a:pt x="97525" y="48236"/>
                  <a:pt x="89567" y="48236"/>
                </a:cubicBezTo>
                <a:cubicBezTo>
                  <a:pt x="81545" y="48236"/>
                  <a:pt x="75248" y="50714"/>
                  <a:pt x="70677" y="55668"/>
                </a:cubicBezTo>
                <a:cubicBezTo>
                  <a:pt x="66107" y="60621"/>
                  <a:pt x="63460" y="67844"/>
                  <a:pt x="62737" y="77336"/>
                </a:cubicBezTo>
                <a:close/>
                <a:moveTo>
                  <a:pt x="183420" y="138100"/>
                </a:moveTo>
                <a:cubicBezTo>
                  <a:pt x="177896" y="138100"/>
                  <a:pt x="172849" y="137022"/>
                  <a:pt x="168279" y="134866"/>
                </a:cubicBezTo>
                <a:cubicBezTo>
                  <a:pt x="163708" y="132711"/>
                  <a:pt x="160058" y="129527"/>
                  <a:pt x="157329" y="125317"/>
                </a:cubicBezTo>
                <a:cubicBezTo>
                  <a:pt x="154600" y="121106"/>
                  <a:pt x="153236" y="115901"/>
                  <a:pt x="153236" y="109703"/>
                </a:cubicBezTo>
                <a:cubicBezTo>
                  <a:pt x="153236" y="100879"/>
                  <a:pt x="155932" y="94176"/>
                  <a:pt x="161324" y="89595"/>
                </a:cubicBezTo>
                <a:cubicBezTo>
                  <a:pt x="166717" y="85015"/>
                  <a:pt x="174345" y="81899"/>
                  <a:pt x="184210" y="80249"/>
                </a:cubicBezTo>
                <a:cubicBezTo>
                  <a:pt x="194074" y="78599"/>
                  <a:pt x="205615" y="77706"/>
                  <a:pt x="218833" y="77570"/>
                </a:cubicBezTo>
                <a:lnTo>
                  <a:pt x="218833" y="70502"/>
                </a:lnTo>
                <a:cubicBezTo>
                  <a:pt x="218833" y="61840"/>
                  <a:pt x="216795" y="55898"/>
                  <a:pt x="212717" y="52675"/>
                </a:cubicBezTo>
                <a:cubicBezTo>
                  <a:pt x="208640" y="49453"/>
                  <a:pt x="203478" y="47842"/>
                  <a:pt x="197230" y="47842"/>
                </a:cubicBezTo>
                <a:cubicBezTo>
                  <a:pt x="190588" y="47842"/>
                  <a:pt x="184999" y="49598"/>
                  <a:pt x="180461" y="53110"/>
                </a:cubicBezTo>
                <a:cubicBezTo>
                  <a:pt x="175924" y="56622"/>
                  <a:pt x="173655" y="62166"/>
                  <a:pt x="173655" y="69741"/>
                </a:cubicBezTo>
                <a:lnTo>
                  <a:pt x="157675" y="69741"/>
                </a:lnTo>
                <a:cubicBezTo>
                  <a:pt x="157675" y="61615"/>
                  <a:pt x="159368" y="55047"/>
                  <a:pt x="162755" y="50037"/>
                </a:cubicBezTo>
                <a:cubicBezTo>
                  <a:pt x="166141" y="45024"/>
                  <a:pt x="170811" y="41367"/>
                  <a:pt x="176762" y="39066"/>
                </a:cubicBezTo>
                <a:cubicBezTo>
                  <a:pt x="182713" y="36762"/>
                  <a:pt x="189536" y="35610"/>
                  <a:pt x="197230" y="35610"/>
                </a:cubicBezTo>
                <a:cubicBezTo>
                  <a:pt x="202163" y="35610"/>
                  <a:pt x="206881" y="36085"/>
                  <a:pt x="211386" y="37034"/>
                </a:cubicBezTo>
                <a:cubicBezTo>
                  <a:pt x="215890" y="37982"/>
                  <a:pt x="219935" y="39709"/>
                  <a:pt x="223519" y="42216"/>
                </a:cubicBezTo>
                <a:cubicBezTo>
                  <a:pt x="227103" y="44723"/>
                  <a:pt x="229947" y="48230"/>
                  <a:pt x="232051" y="52737"/>
                </a:cubicBezTo>
                <a:cubicBezTo>
                  <a:pt x="234156" y="57242"/>
                  <a:pt x="235208" y="63050"/>
                  <a:pt x="235208" y="70163"/>
                </a:cubicBezTo>
                <a:lnTo>
                  <a:pt x="235208" y="136324"/>
                </a:lnTo>
                <a:lnTo>
                  <a:pt x="219820" y="136324"/>
                </a:lnTo>
                <a:lnTo>
                  <a:pt x="219129" y="121725"/>
                </a:lnTo>
                <a:cubicBezTo>
                  <a:pt x="214723" y="126657"/>
                  <a:pt x="209610" y="130620"/>
                  <a:pt x="203790" y="133612"/>
                </a:cubicBezTo>
                <a:cubicBezTo>
                  <a:pt x="197970" y="136604"/>
                  <a:pt x="191180" y="138100"/>
                  <a:pt x="183420" y="138100"/>
                </a:cubicBezTo>
                <a:moveTo>
                  <a:pt x="187761" y="125474"/>
                </a:moveTo>
                <a:cubicBezTo>
                  <a:pt x="194337" y="125474"/>
                  <a:pt x="200255" y="123867"/>
                  <a:pt x="205516" y="120653"/>
                </a:cubicBezTo>
                <a:cubicBezTo>
                  <a:pt x="210777" y="117436"/>
                  <a:pt x="215183" y="113366"/>
                  <a:pt x="218735" y="108442"/>
                </a:cubicBezTo>
                <a:lnTo>
                  <a:pt x="218735" y="88125"/>
                </a:lnTo>
                <a:cubicBezTo>
                  <a:pt x="201242" y="88331"/>
                  <a:pt x="188698" y="90041"/>
                  <a:pt x="181102" y="93258"/>
                </a:cubicBezTo>
                <a:cubicBezTo>
                  <a:pt x="173507" y="96472"/>
                  <a:pt x="169709" y="101738"/>
                  <a:pt x="169709" y="109056"/>
                </a:cubicBezTo>
                <a:cubicBezTo>
                  <a:pt x="169709" y="114050"/>
                  <a:pt x="171238" y="118034"/>
                  <a:pt x="174296" y="121010"/>
                </a:cubicBezTo>
                <a:cubicBezTo>
                  <a:pt x="177354" y="123986"/>
                  <a:pt x="181842" y="125474"/>
                  <a:pt x="187761" y="125474"/>
                </a:cubicBezTo>
                <a:close/>
                <a:moveTo>
                  <a:pt x="269287" y="136324"/>
                </a:moveTo>
                <a:lnTo>
                  <a:pt x="269287" y="50604"/>
                </a:lnTo>
                <a:lnTo>
                  <a:pt x="253209" y="50604"/>
                </a:lnTo>
                <a:lnTo>
                  <a:pt x="253209" y="37287"/>
                </a:lnTo>
                <a:lnTo>
                  <a:pt x="269287" y="37287"/>
                </a:lnTo>
                <a:lnTo>
                  <a:pt x="269287" y="32210"/>
                </a:lnTo>
                <a:cubicBezTo>
                  <a:pt x="269287" y="27734"/>
                  <a:pt x="269698" y="23713"/>
                  <a:pt x="270520" y="20148"/>
                </a:cubicBezTo>
                <a:cubicBezTo>
                  <a:pt x="271343" y="16580"/>
                  <a:pt x="272789" y="13573"/>
                  <a:pt x="274861" y="11125"/>
                </a:cubicBezTo>
                <a:cubicBezTo>
                  <a:pt x="276932" y="8675"/>
                  <a:pt x="279826" y="6801"/>
                  <a:pt x="283541" y="5502"/>
                </a:cubicBezTo>
                <a:cubicBezTo>
                  <a:pt x="287257" y="4202"/>
                  <a:pt x="292074" y="3551"/>
                  <a:pt x="297993" y="3551"/>
                </a:cubicBezTo>
                <a:lnTo>
                  <a:pt x="307955" y="3551"/>
                </a:lnTo>
                <a:lnTo>
                  <a:pt x="307955" y="16473"/>
                </a:lnTo>
                <a:lnTo>
                  <a:pt x="299078" y="16473"/>
                </a:lnTo>
                <a:cubicBezTo>
                  <a:pt x="293225" y="16473"/>
                  <a:pt x="289526" y="17855"/>
                  <a:pt x="287980" y="20619"/>
                </a:cubicBezTo>
                <a:cubicBezTo>
                  <a:pt x="286435" y="23383"/>
                  <a:pt x="285662" y="27385"/>
                  <a:pt x="285662" y="32623"/>
                </a:cubicBezTo>
                <a:lnTo>
                  <a:pt x="285662" y="37287"/>
                </a:lnTo>
                <a:lnTo>
                  <a:pt x="308054" y="37287"/>
                </a:lnTo>
                <a:lnTo>
                  <a:pt x="308054" y="50604"/>
                </a:lnTo>
                <a:lnTo>
                  <a:pt x="285662" y="50604"/>
                </a:lnTo>
                <a:lnTo>
                  <a:pt x="285662" y="136324"/>
                </a:lnTo>
                <a:lnTo>
                  <a:pt x="269287" y="136324"/>
                </a:lnTo>
                <a:close/>
                <a:moveTo>
                  <a:pt x="391300" y="138100"/>
                </a:moveTo>
                <a:cubicBezTo>
                  <a:pt x="385776" y="138100"/>
                  <a:pt x="380728" y="137022"/>
                  <a:pt x="376158" y="134866"/>
                </a:cubicBezTo>
                <a:cubicBezTo>
                  <a:pt x="371587" y="132711"/>
                  <a:pt x="367938" y="129527"/>
                  <a:pt x="365208" y="125317"/>
                </a:cubicBezTo>
                <a:cubicBezTo>
                  <a:pt x="362479" y="121106"/>
                  <a:pt x="361115" y="115901"/>
                  <a:pt x="361115" y="109703"/>
                </a:cubicBezTo>
                <a:cubicBezTo>
                  <a:pt x="361115" y="100879"/>
                  <a:pt x="363811" y="94176"/>
                  <a:pt x="369204" y="89595"/>
                </a:cubicBezTo>
                <a:cubicBezTo>
                  <a:pt x="374596" y="85015"/>
                  <a:pt x="382224" y="81899"/>
                  <a:pt x="392089" y="80249"/>
                </a:cubicBezTo>
                <a:cubicBezTo>
                  <a:pt x="401953" y="78599"/>
                  <a:pt x="413494" y="77706"/>
                  <a:pt x="426712" y="77570"/>
                </a:cubicBezTo>
                <a:lnTo>
                  <a:pt x="426712" y="70502"/>
                </a:lnTo>
                <a:cubicBezTo>
                  <a:pt x="426712" y="61840"/>
                  <a:pt x="424674" y="55898"/>
                  <a:pt x="420596" y="52675"/>
                </a:cubicBezTo>
                <a:cubicBezTo>
                  <a:pt x="416519" y="49453"/>
                  <a:pt x="411357" y="47842"/>
                  <a:pt x="405110" y="47842"/>
                </a:cubicBezTo>
                <a:cubicBezTo>
                  <a:pt x="398468" y="47842"/>
                  <a:pt x="392878" y="49598"/>
                  <a:pt x="388340" y="53110"/>
                </a:cubicBezTo>
                <a:cubicBezTo>
                  <a:pt x="383803" y="56622"/>
                  <a:pt x="381534" y="62166"/>
                  <a:pt x="381534" y="69741"/>
                </a:cubicBezTo>
                <a:lnTo>
                  <a:pt x="365554" y="69741"/>
                </a:lnTo>
                <a:cubicBezTo>
                  <a:pt x="365554" y="61615"/>
                  <a:pt x="367247" y="55047"/>
                  <a:pt x="370634" y="50037"/>
                </a:cubicBezTo>
                <a:cubicBezTo>
                  <a:pt x="374021" y="45024"/>
                  <a:pt x="378690" y="41367"/>
                  <a:pt x="384641" y="39066"/>
                </a:cubicBezTo>
                <a:cubicBezTo>
                  <a:pt x="390593" y="36762"/>
                  <a:pt x="397415" y="35610"/>
                  <a:pt x="405110" y="35610"/>
                </a:cubicBezTo>
                <a:cubicBezTo>
                  <a:pt x="410042" y="35610"/>
                  <a:pt x="414760" y="36085"/>
                  <a:pt x="419265" y="37034"/>
                </a:cubicBezTo>
                <a:cubicBezTo>
                  <a:pt x="423769" y="37982"/>
                  <a:pt x="427814" y="39709"/>
                  <a:pt x="431398" y="42216"/>
                </a:cubicBezTo>
                <a:cubicBezTo>
                  <a:pt x="434982" y="44723"/>
                  <a:pt x="437826" y="48230"/>
                  <a:pt x="439930" y="52737"/>
                </a:cubicBezTo>
                <a:cubicBezTo>
                  <a:pt x="442035" y="57242"/>
                  <a:pt x="443087" y="63050"/>
                  <a:pt x="443087" y="70163"/>
                </a:cubicBezTo>
                <a:lnTo>
                  <a:pt x="443087" y="136324"/>
                </a:lnTo>
                <a:lnTo>
                  <a:pt x="427699" y="136324"/>
                </a:lnTo>
                <a:lnTo>
                  <a:pt x="427008" y="121725"/>
                </a:lnTo>
                <a:cubicBezTo>
                  <a:pt x="422602" y="126657"/>
                  <a:pt x="417489" y="130620"/>
                  <a:pt x="411669" y="133612"/>
                </a:cubicBezTo>
                <a:cubicBezTo>
                  <a:pt x="405849" y="136604"/>
                  <a:pt x="399059" y="138100"/>
                  <a:pt x="391300" y="138100"/>
                </a:cubicBezTo>
                <a:moveTo>
                  <a:pt x="395640" y="125474"/>
                </a:moveTo>
                <a:cubicBezTo>
                  <a:pt x="402216" y="125474"/>
                  <a:pt x="408135" y="123867"/>
                  <a:pt x="413396" y="120653"/>
                </a:cubicBezTo>
                <a:cubicBezTo>
                  <a:pt x="418656" y="117436"/>
                  <a:pt x="423063" y="113366"/>
                  <a:pt x="426614" y="108442"/>
                </a:cubicBezTo>
                <a:lnTo>
                  <a:pt x="426614" y="88125"/>
                </a:lnTo>
                <a:cubicBezTo>
                  <a:pt x="409121" y="88331"/>
                  <a:pt x="396577" y="90041"/>
                  <a:pt x="388981" y="93258"/>
                </a:cubicBezTo>
                <a:cubicBezTo>
                  <a:pt x="381386" y="96472"/>
                  <a:pt x="377588" y="101738"/>
                  <a:pt x="377588" y="109056"/>
                </a:cubicBezTo>
                <a:cubicBezTo>
                  <a:pt x="377588" y="114050"/>
                  <a:pt x="379117" y="118034"/>
                  <a:pt x="382175" y="121010"/>
                </a:cubicBezTo>
                <a:cubicBezTo>
                  <a:pt x="385233" y="123986"/>
                  <a:pt x="389721" y="125474"/>
                  <a:pt x="395640" y="125474"/>
                </a:cubicBezTo>
                <a:close/>
                <a:moveTo>
                  <a:pt x="473813" y="136324"/>
                </a:moveTo>
                <a:lnTo>
                  <a:pt x="473813" y="37287"/>
                </a:lnTo>
                <a:lnTo>
                  <a:pt x="489596" y="37287"/>
                </a:lnTo>
                <a:lnTo>
                  <a:pt x="490188" y="51788"/>
                </a:lnTo>
                <a:cubicBezTo>
                  <a:pt x="493147" y="47908"/>
                  <a:pt x="497389" y="44241"/>
                  <a:pt x="502913" y="40789"/>
                </a:cubicBezTo>
                <a:cubicBezTo>
                  <a:pt x="508437" y="37336"/>
                  <a:pt x="515506" y="35610"/>
                  <a:pt x="524121" y="35610"/>
                </a:cubicBezTo>
                <a:cubicBezTo>
                  <a:pt x="534643" y="35610"/>
                  <a:pt x="542304" y="38821"/>
                  <a:pt x="547105" y="45243"/>
                </a:cubicBezTo>
                <a:cubicBezTo>
                  <a:pt x="551906" y="51665"/>
                  <a:pt x="554306" y="60687"/>
                  <a:pt x="554306" y="72308"/>
                </a:cubicBezTo>
                <a:lnTo>
                  <a:pt x="554306" y="136324"/>
                </a:lnTo>
                <a:lnTo>
                  <a:pt x="537832" y="136324"/>
                </a:lnTo>
                <a:lnTo>
                  <a:pt x="537832" y="74426"/>
                </a:lnTo>
                <a:cubicBezTo>
                  <a:pt x="537832" y="69574"/>
                  <a:pt x="537339" y="65270"/>
                  <a:pt x="536353" y="61513"/>
                </a:cubicBezTo>
                <a:cubicBezTo>
                  <a:pt x="535366" y="57754"/>
                  <a:pt x="533607" y="54799"/>
                  <a:pt x="531075" y="52648"/>
                </a:cubicBezTo>
                <a:cubicBezTo>
                  <a:pt x="528544" y="50496"/>
                  <a:pt x="524877" y="49420"/>
                  <a:pt x="520077" y="49420"/>
                </a:cubicBezTo>
                <a:cubicBezTo>
                  <a:pt x="512909" y="49420"/>
                  <a:pt x="506891" y="51111"/>
                  <a:pt x="502025" y="54494"/>
                </a:cubicBezTo>
                <a:cubicBezTo>
                  <a:pt x="497159" y="57875"/>
                  <a:pt x="493246" y="61581"/>
                  <a:pt x="490287" y="65613"/>
                </a:cubicBezTo>
                <a:lnTo>
                  <a:pt x="490287" y="136324"/>
                </a:lnTo>
                <a:lnTo>
                  <a:pt x="473813" y="136324"/>
                </a:lnTo>
                <a:close/>
                <a:moveTo>
                  <a:pt x="619995" y="138100"/>
                </a:moveTo>
                <a:cubicBezTo>
                  <a:pt x="612169" y="138100"/>
                  <a:pt x="605396" y="136170"/>
                  <a:pt x="599674" y="132311"/>
                </a:cubicBezTo>
                <a:cubicBezTo>
                  <a:pt x="593953" y="128452"/>
                  <a:pt x="589530" y="122679"/>
                  <a:pt x="586407" y="114993"/>
                </a:cubicBezTo>
                <a:cubicBezTo>
                  <a:pt x="583283" y="107307"/>
                  <a:pt x="581721" y="97810"/>
                  <a:pt x="581721" y="86501"/>
                </a:cubicBezTo>
                <a:cubicBezTo>
                  <a:pt x="581721" y="75259"/>
                  <a:pt x="583382" y="65881"/>
                  <a:pt x="586703" y="58366"/>
                </a:cubicBezTo>
                <a:cubicBezTo>
                  <a:pt x="590024" y="50848"/>
                  <a:pt x="594709" y="45176"/>
                  <a:pt x="600759" y="41350"/>
                </a:cubicBezTo>
                <a:cubicBezTo>
                  <a:pt x="606809" y="37523"/>
                  <a:pt x="613945" y="35610"/>
                  <a:pt x="622165" y="35610"/>
                </a:cubicBezTo>
                <a:cubicBezTo>
                  <a:pt x="629004" y="35610"/>
                  <a:pt x="634956" y="37106"/>
                  <a:pt x="640019" y="40098"/>
                </a:cubicBezTo>
                <a:cubicBezTo>
                  <a:pt x="645083" y="43090"/>
                  <a:pt x="649160" y="47151"/>
                  <a:pt x="652251" y="52281"/>
                </a:cubicBezTo>
                <a:lnTo>
                  <a:pt x="652251" y="3551"/>
                </a:lnTo>
                <a:lnTo>
                  <a:pt x="668724" y="3551"/>
                </a:lnTo>
                <a:lnTo>
                  <a:pt x="668724" y="136324"/>
                </a:lnTo>
                <a:lnTo>
                  <a:pt x="653139" y="136324"/>
                </a:lnTo>
                <a:lnTo>
                  <a:pt x="652251" y="122317"/>
                </a:lnTo>
                <a:cubicBezTo>
                  <a:pt x="648831" y="126986"/>
                  <a:pt x="644425" y="130784"/>
                  <a:pt x="639033" y="133710"/>
                </a:cubicBezTo>
                <a:cubicBezTo>
                  <a:pt x="633640" y="136637"/>
                  <a:pt x="627294" y="138100"/>
                  <a:pt x="619995" y="138100"/>
                </a:cubicBezTo>
                <a:moveTo>
                  <a:pt x="623349" y="124586"/>
                </a:moveTo>
                <a:cubicBezTo>
                  <a:pt x="630385" y="124586"/>
                  <a:pt x="636238" y="122858"/>
                  <a:pt x="640907" y="119401"/>
                </a:cubicBezTo>
                <a:cubicBezTo>
                  <a:pt x="645576" y="115944"/>
                  <a:pt x="649357" y="111787"/>
                  <a:pt x="652251" y="106929"/>
                </a:cubicBezTo>
                <a:lnTo>
                  <a:pt x="652251" y="68430"/>
                </a:lnTo>
                <a:cubicBezTo>
                  <a:pt x="649555" y="62818"/>
                  <a:pt x="646020" y="58181"/>
                  <a:pt x="641647" y="54519"/>
                </a:cubicBezTo>
                <a:cubicBezTo>
                  <a:pt x="637274" y="50857"/>
                  <a:pt x="631766" y="49026"/>
                  <a:pt x="625124" y="49026"/>
                </a:cubicBezTo>
                <a:cubicBezTo>
                  <a:pt x="616378" y="49026"/>
                  <a:pt x="609785" y="52277"/>
                  <a:pt x="605346" y="58779"/>
                </a:cubicBezTo>
                <a:cubicBezTo>
                  <a:pt x="600907" y="65281"/>
                  <a:pt x="598688" y="74521"/>
                  <a:pt x="598688" y="86497"/>
                </a:cubicBezTo>
                <a:cubicBezTo>
                  <a:pt x="598688" y="98885"/>
                  <a:pt x="600776" y="108330"/>
                  <a:pt x="604952" y="114833"/>
                </a:cubicBezTo>
                <a:cubicBezTo>
                  <a:pt x="609128" y="121335"/>
                  <a:pt x="615260" y="124586"/>
                  <a:pt x="623349" y="124586"/>
                </a:cubicBezTo>
                <a:close/>
                <a:moveTo>
                  <a:pt x="744521" y="136324"/>
                </a:moveTo>
                <a:lnTo>
                  <a:pt x="744521" y="37287"/>
                </a:lnTo>
                <a:lnTo>
                  <a:pt x="760994" y="37287"/>
                </a:lnTo>
                <a:lnTo>
                  <a:pt x="760994" y="136324"/>
                </a:lnTo>
                <a:lnTo>
                  <a:pt x="744521" y="136324"/>
                </a:lnTo>
                <a:moveTo>
                  <a:pt x="752708" y="19137"/>
                </a:moveTo>
                <a:cubicBezTo>
                  <a:pt x="749617" y="19137"/>
                  <a:pt x="747135" y="18232"/>
                  <a:pt x="745261" y="16424"/>
                </a:cubicBezTo>
                <a:cubicBezTo>
                  <a:pt x="743386" y="14616"/>
                  <a:pt x="742449" y="12330"/>
                  <a:pt x="742449" y="9568"/>
                </a:cubicBezTo>
                <a:cubicBezTo>
                  <a:pt x="742449" y="6806"/>
                  <a:pt x="743386" y="4521"/>
                  <a:pt x="745261" y="2713"/>
                </a:cubicBezTo>
                <a:cubicBezTo>
                  <a:pt x="747135" y="904"/>
                  <a:pt x="749617" y="0"/>
                  <a:pt x="752708" y="0"/>
                </a:cubicBezTo>
                <a:cubicBezTo>
                  <a:pt x="755799" y="0"/>
                  <a:pt x="758298" y="904"/>
                  <a:pt x="760205" y="2713"/>
                </a:cubicBezTo>
                <a:cubicBezTo>
                  <a:pt x="762112" y="4521"/>
                  <a:pt x="763066" y="6806"/>
                  <a:pt x="763066" y="9568"/>
                </a:cubicBezTo>
                <a:cubicBezTo>
                  <a:pt x="763066" y="12330"/>
                  <a:pt x="762112" y="14616"/>
                  <a:pt x="760205" y="16424"/>
                </a:cubicBezTo>
                <a:cubicBezTo>
                  <a:pt x="758298" y="18232"/>
                  <a:pt x="755799" y="19137"/>
                  <a:pt x="752708" y="19137"/>
                </a:cubicBezTo>
                <a:close/>
                <a:moveTo>
                  <a:pt x="820822" y="136324"/>
                </a:moveTo>
                <a:cubicBezTo>
                  <a:pt x="813063" y="136324"/>
                  <a:pt x="807111" y="135047"/>
                  <a:pt x="802968" y="132493"/>
                </a:cubicBezTo>
                <a:cubicBezTo>
                  <a:pt x="798825" y="129938"/>
                  <a:pt x="795981" y="126261"/>
                  <a:pt x="794435" y="121460"/>
                </a:cubicBezTo>
                <a:cubicBezTo>
                  <a:pt x="792890" y="116658"/>
                  <a:pt x="792117" y="110885"/>
                  <a:pt x="792117" y="104142"/>
                </a:cubicBezTo>
                <a:lnTo>
                  <a:pt x="792117" y="50604"/>
                </a:lnTo>
                <a:lnTo>
                  <a:pt x="776039" y="50604"/>
                </a:lnTo>
                <a:lnTo>
                  <a:pt x="776039" y="37287"/>
                </a:lnTo>
                <a:lnTo>
                  <a:pt x="792117" y="37287"/>
                </a:lnTo>
                <a:lnTo>
                  <a:pt x="792117" y="15290"/>
                </a:lnTo>
                <a:lnTo>
                  <a:pt x="808492" y="15290"/>
                </a:lnTo>
                <a:lnTo>
                  <a:pt x="808492" y="37287"/>
                </a:lnTo>
                <a:lnTo>
                  <a:pt x="832166" y="37287"/>
                </a:lnTo>
                <a:lnTo>
                  <a:pt x="832166" y="50604"/>
                </a:lnTo>
                <a:lnTo>
                  <a:pt x="808492" y="50604"/>
                </a:lnTo>
                <a:lnTo>
                  <a:pt x="808492" y="103674"/>
                </a:lnTo>
                <a:cubicBezTo>
                  <a:pt x="808492" y="109913"/>
                  <a:pt x="809265" y="114695"/>
                  <a:pt x="810810" y="118020"/>
                </a:cubicBezTo>
                <a:cubicBezTo>
                  <a:pt x="812356" y="121345"/>
                  <a:pt x="816055" y="123008"/>
                  <a:pt x="821907" y="123008"/>
                </a:cubicBezTo>
                <a:lnTo>
                  <a:pt x="832364" y="123008"/>
                </a:lnTo>
                <a:lnTo>
                  <a:pt x="832364" y="136324"/>
                </a:lnTo>
                <a:lnTo>
                  <a:pt x="820822" y="136324"/>
                </a:lnTo>
                <a:close/>
                <a:moveTo>
                  <a:pt x="885825" y="138100"/>
                </a:moveTo>
                <a:cubicBezTo>
                  <a:pt x="880433" y="138100"/>
                  <a:pt x="875320" y="137491"/>
                  <a:pt x="870486" y="136272"/>
                </a:cubicBezTo>
                <a:cubicBezTo>
                  <a:pt x="865653" y="135053"/>
                  <a:pt x="861395" y="133124"/>
                  <a:pt x="857712" y="130483"/>
                </a:cubicBezTo>
                <a:cubicBezTo>
                  <a:pt x="854030" y="127842"/>
                  <a:pt x="851152" y="124372"/>
                  <a:pt x="849081" y="120073"/>
                </a:cubicBezTo>
                <a:cubicBezTo>
                  <a:pt x="847009" y="115772"/>
                  <a:pt x="845974" y="110574"/>
                  <a:pt x="845974" y="104478"/>
                </a:cubicBezTo>
                <a:lnTo>
                  <a:pt x="861855" y="104478"/>
                </a:lnTo>
                <a:cubicBezTo>
                  <a:pt x="861855" y="112331"/>
                  <a:pt x="864173" y="117859"/>
                  <a:pt x="868810" y="121063"/>
                </a:cubicBezTo>
                <a:cubicBezTo>
                  <a:pt x="873446" y="124266"/>
                  <a:pt x="879249" y="125868"/>
                  <a:pt x="886220" y="125868"/>
                </a:cubicBezTo>
                <a:cubicBezTo>
                  <a:pt x="892467" y="125868"/>
                  <a:pt x="897613" y="124604"/>
                  <a:pt x="901658" y="122077"/>
                </a:cubicBezTo>
                <a:cubicBezTo>
                  <a:pt x="905702" y="119549"/>
                  <a:pt x="907724" y="115376"/>
                  <a:pt x="907724" y="109558"/>
                </a:cubicBezTo>
                <a:cubicBezTo>
                  <a:pt x="907724" y="104682"/>
                  <a:pt x="905899" y="101059"/>
                  <a:pt x="902249" y="98689"/>
                </a:cubicBezTo>
                <a:cubicBezTo>
                  <a:pt x="898600" y="96318"/>
                  <a:pt x="892171" y="94015"/>
                  <a:pt x="882965" y="91781"/>
                </a:cubicBezTo>
                <a:cubicBezTo>
                  <a:pt x="875468" y="89952"/>
                  <a:pt x="869155" y="87836"/>
                  <a:pt x="864025" y="85434"/>
                </a:cubicBezTo>
                <a:cubicBezTo>
                  <a:pt x="858896" y="83030"/>
                  <a:pt x="855049" y="79982"/>
                  <a:pt x="852484" y="76291"/>
                </a:cubicBezTo>
                <a:cubicBezTo>
                  <a:pt x="849919" y="72600"/>
                  <a:pt x="848637" y="67944"/>
                  <a:pt x="848637" y="62324"/>
                </a:cubicBezTo>
                <a:cubicBezTo>
                  <a:pt x="848637" y="57922"/>
                  <a:pt x="849541" y="54045"/>
                  <a:pt x="851350" y="50693"/>
                </a:cubicBezTo>
                <a:cubicBezTo>
                  <a:pt x="853158" y="47341"/>
                  <a:pt x="855690" y="44549"/>
                  <a:pt x="858945" y="42315"/>
                </a:cubicBezTo>
                <a:cubicBezTo>
                  <a:pt x="862200" y="40079"/>
                  <a:pt x="866031" y="38403"/>
                  <a:pt x="870437" y="37287"/>
                </a:cubicBezTo>
                <a:cubicBezTo>
                  <a:pt x="874843" y="36169"/>
                  <a:pt x="879611" y="35610"/>
                  <a:pt x="884740" y="35610"/>
                </a:cubicBezTo>
                <a:cubicBezTo>
                  <a:pt x="889804" y="35610"/>
                  <a:pt x="894555" y="36219"/>
                  <a:pt x="898994" y="37438"/>
                </a:cubicBezTo>
                <a:cubicBezTo>
                  <a:pt x="903433" y="38657"/>
                  <a:pt x="907346" y="40554"/>
                  <a:pt x="910733" y="43129"/>
                </a:cubicBezTo>
                <a:cubicBezTo>
                  <a:pt x="914120" y="45701"/>
                  <a:pt x="916799" y="49019"/>
                  <a:pt x="918772" y="53082"/>
                </a:cubicBezTo>
                <a:cubicBezTo>
                  <a:pt x="920745" y="57145"/>
                  <a:pt x="921731" y="62021"/>
                  <a:pt x="921731" y="67709"/>
                </a:cubicBezTo>
                <a:lnTo>
                  <a:pt x="905751" y="67709"/>
                </a:lnTo>
                <a:cubicBezTo>
                  <a:pt x="905751" y="60531"/>
                  <a:pt x="903713" y="55458"/>
                  <a:pt x="899635" y="52490"/>
                </a:cubicBezTo>
                <a:cubicBezTo>
                  <a:pt x="895558" y="49523"/>
                  <a:pt x="890593" y="48039"/>
                  <a:pt x="884740" y="48039"/>
                </a:cubicBezTo>
                <a:cubicBezTo>
                  <a:pt x="878822" y="48039"/>
                  <a:pt x="874021" y="49153"/>
                  <a:pt x="870339" y="51381"/>
                </a:cubicBezTo>
                <a:cubicBezTo>
                  <a:pt x="866656" y="53606"/>
                  <a:pt x="864815" y="57084"/>
                  <a:pt x="864815" y="61815"/>
                </a:cubicBezTo>
                <a:cubicBezTo>
                  <a:pt x="864815" y="64456"/>
                  <a:pt x="865637" y="66691"/>
                  <a:pt x="867281" y="68520"/>
                </a:cubicBezTo>
                <a:cubicBezTo>
                  <a:pt x="868925" y="70349"/>
                  <a:pt x="871687" y="71992"/>
                  <a:pt x="875567" y="73449"/>
                </a:cubicBezTo>
                <a:cubicBezTo>
                  <a:pt x="879447" y="74904"/>
                  <a:pt x="884675" y="76444"/>
                  <a:pt x="891251" y="78070"/>
                </a:cubicBezTo>
                <a:cubicBezTo>
                  <a:pt x="898419" y="79831"/>
                  <a:pt x="904436" y="81930"/>
                  <a:pt x="909302" y="84367"/>
                </a:cubicBezTo>
                <a:cubicBezTo>
                  <a:pt x="914169" y="86805"/>
                  <a:pt x="917835" y="89937"/>
                  <a:pt x="920301" y="93763"/>
                </a:cubicBezTo>
                <a:cubicBezTo>
                  <a:pt x="922767" y="97588"/>
                  <a:pt x="924000" y="102480"/>
                  <a:pt x="924000" y="108439"/>
                </a:cubicBezTo>
                <a:cubicBezTo>
                  <a:pt x="924000" y="113585"/>
                  <a:pt x="923030" y="118037"/>
                  <a:pt x="921090" y="121796"/>
                </a:cubicBezTo>
                <a:cubicBezTo>
                  <a:pt x="919150" y="125555"/>
                  <a:pt x="916454" y="128636"/>
                  <a:pt x="913002" y="131041"/>
                </a:cubicBezTo>
                <a:cubicBezTo>
                  <a:pt x="909549" y="133445"/>
                  <a:pt x="905505" y="135223"/>
                  <a:pt x="900868" y="136374"/>
                </a:cubicBezTo>
                <a:cubicBezTo>
                  <a:pt x="896232" y="137525"/>
                  <a:pt x="891218" y="138100"/>
                  <a:pt x="885825" y="138100"/>
                </a:cubicBezTo>
                <a:close/>
                <a:moveTo>
                  <a:pt x="1026478" y="26831"/>
                </a:moveTo>
                <a:lnTo>
                  <a:pt x="1000140" y="296"/>
                </a:lnTo>
                <a:lnTo>
                  <a:pt x="1019080" y="296"/>
                </a:lnTo>
                <a:lnTo>
                  <a:pt x="1039203" y="26831"/>
                </a:lnTo>
                <a:lnTo>
                  <a:pt x="1026478" y="26831"/>
                </a:lnTo>
                <a:close/>
                <a:moveTo>
                  <a:pt x="1126587" y="136324"/>
                </a:moveTo>
                <a:lnTo>
                  <a:pt x="1089695" y="37287"/>
                </a:lnTo>
                <a:lnTo>
                  <a:pt x="1107155" y="37287"/>
                </a:lnTo>
                <a:lnTo>
                  <a:pt x="1135564" y="119648"/>
                </a:lnTo>
                <a:lnTo>
                  <a:pt x="1164269" y="37287"/>
                </a:lnTo>
                <a:lnTo>
                  <a:pt x="1181038" y="37287"/>
                </a:lnTo>
                <a:lnTo>
                  <a:pt x="1144737" y="136324"/>
                </a:lnTo>
                <a:lnTo>
                  <a:pt x="1126587" y="136324"/>
                </a:lnTo>
                <a:close/>
                <a:moveTo>
                  <a:pt x="1218619" y="138100"/>
                </a:moveTo>
                <a:cubicBezTo>
                  <a:pt x="1213095" y="138100"/>
                  <a:pt x="1208048" y="137022"/>
                  <a:pt x="1203477" y="134866"/>
                </a:cubicBezTo>
                <a:cubicBezTo>
                  <a:pt x="1198907" y="132711"/>
                  <a:pt x="1195257" y="129527"/>
                  <a:pt x="1192528" y="125317"/>
                </a:cubicBezTo>
                <a:cubicBezTo>
                  <a:pt x="1189799" y="121106"/>
                  <a:pt x="1188434" y="115901"/>
                  <a:pt x="1188434" y="109703"/>
                </a:cubicBezTo>
                <a:cubicBezTo>
                  <a:pt x="1188434" y="100879"/>
                  <a:pt x="1191130" y="94176"/>
                  <a:pt x="1196523" y="89595"/>
                </a:cubicBezTo>
                <a:cubicBezTo>
                  <a:pt x="1201915" y="85015"/>
                  <a:pt x="1209544" y="81899"/>
                  <a:pt x="1219408" y="80249"/>
                </a:cubicBezTo>
                <a:cubicBezTo>
                  <a:pt x="1229272" y="78599"/>
                  <a:pt x="1240814" y="77706"/>
                  <a:pt x="1254032" y="77570"/>
                </a:cubicBezTo>
                <a:lnTo>
                  <a:pt x="1254032" y="70502"/>
                </a:lnTo>
                <a:cubicBezTo>
                  <a:pt x="1254032" y="61840"/>
                  <a:pt x="1251993" y="55898"/>
                  <a:pt x="1247916" y="52675"/>
                </a:cubicBezTo>
                <a:cubicBezTo>
                  <a:pt x="1243839" y="49453"/>
                  <a:pt x="1238676" y="47842"/>
                  <a:pt x="1232429" y="47842"/>
                </a:cubicBezTo>
                <a:cubicBezTo>
                  <a:pt x="1225787" y="47842"/>
                  <a:pt x="1220197" y="49598"/>
                  <a:pt x="1215660" y="53110"/>
                </a:cubicBezTo>
                <a:cubicBezTo>
                  <a:pt x="1211122" y="56622"/>
                  <a:pt x="1208853" y="62166"/>
                  <a:pt x="1208853" y="69741"/>
                </a:cubicBezTo>
                <a:lnTo>
                  <a:pt x="1192873" y="69741"/>
                </a:lnTo>
                <a:cubicBezTo>
                  <a:pt x="1192873" y="61615"/>
                  <a:pt x="1194566" y="55047"/>
                  <a:pt x="1197953" y="50037"/>
                </a:cubicBezTo>
                <a:cubicBezTo>
                  <a:pt x="1201340" y="45024"/>
                  <a:pt x="1206009" y="41367"/>
                  <a:pt x="1211961" y="39066"/>
                </a:cubicBezTo>
                <a:cubicBezTo>
                  <a:pt x="1217912" y="36762"/>
                  <a:pt x="1224735" y="35610"/>
                  <a:pt x="1232429" y="35610"/>
                </a:cubicBezTo>
                <a:cubicBezTo>
                  <a:pt x="1237361" y="35610"/>
                  <a:pt x="1242079" y="36085"/>
                  <a:pt x="1246584" y="37034"/>
                </a:cubicBezTo>
                <a:cubicBezTo>
                  <a:pt x="1251089" y="37982"/>
                  <a:pt x="1255133" y="39709"/>
                  <a:pt x="1258717" y="42216"/>
                </a:cubicBezTo>
                <a:cubicBezTo>
                  <a:pt x="1262301" y="44723"/>
                  <a:pt x="1265145" y="48230"/>
                  <a:pt x="1267250" y="52737"/>
                </a:cubicBezTo>
                <a:cubicBezTo>
                  <a:pt x="1269354" y="57242"/>
                  <a:pt x="1270406" y="63050"/>
                  <a:pt x="1270406" y="70163"/>
                </a:cubicBezTo>
                <a:lnTo>
                  <a:pt x="1270406" y="136324"/>
                </a:lnTo>
                <a:lnTo>
                  <a:pt x="1255018" y="136324"/>
                </a:lnTo>
                <a:lnTo>
                  <a:pt x="1254328" y="121725"/>
                </a:lnTo>
                <a:cubicBezTo>
                  <a:pt x="1249922" y="126657"/>
                  <a:pt x="1244809" y="130620"/>
                  <a:pt x="1238989" y="133612"/>
                </a:cubicBezTo>
                <a:cubicBezTo>
                  <a:pt x="1233169" y="136604"/>
                  <a:pt x="1226379" y="138100"/>
                  <a:pt x="1218619" y="138100"/>
                </a:cubicBezTo>
                <a:moveTo>
                  <a:pt x="1222959" y="125474"/>
                </a:moveTo>
                <a:cubicBezTo>
                  <a:pt x="1229535" y="125474"/>
                  <a:pt x="1235454" y="123867"/>
                  <a:pt x="1240715" y="120653"/>
                </a:cubicBezTo>
                <a:cubicBezTo>
                  <a:pt x="1245976" y="117436"/>
                  <a:pt x="1250382" y="113366"/>
                  <a:pt x="1253933" y="108442"/>
                </a:cubicBezTo>
                <a:lnTo>
                  <a:pt x="1253933" y="88125"/>
                </a:lnTo>
                <a:cubicBezTo>
                  <a:pt x="1236440" y="88331"/>
                  <a:pt x="1223896" y="90041"/>
                  <a:pt x="1216301" y="93258"/>
                </a:cubicBezTo>
                <a:cubicBezTo>
                  <a:pt x="1208705" y="96472"/>
                  <a:pt x="1204908" y="101738"/>
                  <a:pt x="1204908" y="109056"/>
                </a:cubicBezTo>
                <a:cubicBezTo>
                  <a:pt x="1204908" y="114050"/>
                  <a:pt x="1206437" y="118034"/>
                  <a:pt x="1209494" y="121010"/>
                </a:cubicBezTo>
                <a:cubicBezTo>
                  <a:pt x="1212552" y="123986"/>
                  <a:pt x="1217041" y="125474"/>
                  <a:pt x="1222959" y="125474"/>
                </a:cubicBezTo>
                <a:close/>
                <a:moveTo>
                  <a:pt x="1328753" y="136324"/>
                </a:moveTo>
                <a:cubicBezTo>
                  <a:pt x="1320927" y="136324"/>
                  <a:pt x="1314943" y="135091"/>
                  <a:pt x="1310800" y="132625"/>
                </a:cubicBezTo>
                <a:cubicBezTo>
                  <a:pt x="1306657" y="130159"/>
                  <a:pt x="1303829" y="126608"/>
                  <a:pt x="1302316" y="121972"/>
                </a:cubicBezTo>
                <a:cubicBezTo>
                  <a:pt x="1300804" y="117336"/>
                  <a:pt x="1300048" y="111762"/>
                  <a:pt x="1300048" y="105252"/>
                </a:cubicBezTo>
                <a:lnTo>
                  <a:pt x="1300048" y="3551"/>
                </a:lnTo>
                <a:lnTo>
                  <a:pt x="1316422" y="3551"/>
                </a:lnTo>
                <a:lnTo>
                  <a:pt x="1316422" y="104463"/>
                </a:lnTo>
                <a:cubicBezTo>
                  <a:pt x="1316422" y="110447"/>
                  <a:pt x="1317195" y="115018"/>
                  <a:pt x="1318740" y="118174"/>
                </a:cubicBezTo>
                <a:cubicBezTo>
                  <a:pt x="1320286" y="121331"/>
                  <a:pt x="1323985" y="122909"/>
                  <a:pt x="1329838" y="122909"/>
                </a:cubicBezTo>
                <a:lnTo>
                  <a:pt x="1334277" y="122909"/>
                </a:lnTo>
                <a:lnTo>
                  <a:pt x="1334277" y="136324"/>
                </a:lnTo>
                <a:lnTo>
                  <a:pt x="1328753" y="136324"/>
                </a:lnTo>
                <a:close/>
                <a:moveTo>
                  <a:pt x="1392711" y="26831"/>
                </a:moveTo>
                <a:lnTo>
                  <a:pt x="1366373" y="296"/>
                </a:lnTo>
                <a:lnTo>
                  <a:pt x="1385313" y="296"/>
                </a:lnTo>
                <a:lnTo>
                  <a:pt x="1405436" y="26831"/>
                </a:lnTo>
                <a:lnTo>
                  <a:pt x="1392711" y="26831"/>
                </a:lnTo>
                <a:close/>
                <a:moveTo>
                  <a:pt x="1507522" y="136324"/>
                </a:moveTo>
                <a:lnTo>
                  <a:pt x="1507522" y="37287"/>
                </a:lnTo>
                <a:lnTo>
                  <a:pt x="1523995" y="37287"/>
                </a:lnTo>
                <a:lnTo>
                  <a:pt x="1523995" y="136324"/>
                </a:lnTo>
                <a:lnTo>
                  <a:pt x="1507522" y="136324"/>
                </a:lnTo>
                <a:moveTo>
                  <a:pt x="1515709" y="19137"/>
                </a:moveTo>
                <a:cubicBezTo>
                  <a:pt x="1512618" y="19137"/>
                  <a:pt x="1510136" y="18232"/>
                  <a:pt x="1508261" y="16424"/>
                </a:cubicBezTo>
                <a:cubicBezTo>
                  <a:pt x="1506387" y="14616"/>
                  <a:pt x="1505450" y="12330"/>
                  <a:pt x="1505450" y="9568"/>
                </a:cubicBezTo>
                <a:cubicBezTo>
                  <a:pt x="1505450" y="6806"/>
                  <a:pt x="1506387" y="4521"/>
                  <a:pt x="1508261" y="2713"/>
                </a:cubicBezTo>
                <a:cubicBezTo>
                  <a:pt x="1510136" y="904"/>
                  <a:pt x="1512618" y="0"/>
                  <a:pt x="1515709" y="0"/>
                </a:cubicBezTo>
                <a:cubicBezTo>
                  <a:pt x="1518800" y="0"/>
                  <a:pt x="1521299" y="904"/>
                  <a:pt x="1523206" y="2713"/>
                </a:cubicBezTo>
                <a:cubicBezTo>
                  <a:pt x="1525113" y="4521"/>
                  <a:pt x="1526066" y="6806"/>
                  <a:pt x="1526066" y="9568"/>
                </a:cubicBezTo>
                <a:cubicBezTo>
                  <a:pt x="1526066" y="12330"/>
                  <a:pt x="1525113" y="14616"/>
                  <a:pt x="1523206" y="16424"/>
                </a:cubicBezTo>
                <a:cubicBezTo>
                  <a:pt x="1521299" y="18232"/>
                  <a:pt x="1518800" y="19137"/>
                  <a:pt x="1515709" y="19137"/>
                </a:cubicBezTo>
                <a:close/>
                <a:moveTo>
                  <a:pt x="1591857" y="138100"/>
                </a:moveTo>
                <a:cubicBezTo>
                  <a:pt x="1586464" y="138100"/>
                  <a:pt x="1581351" y="137491"/>
                  <a:pt x="1576518" y="136272"/>
                </a:cubicBezTo>
                <a:cubicBezTo>
                  <a:pt x="1571684" y="135053"/>
                  <a:pt x="1567426" y="133124"/>
                  <a:pt x="1563743" y="130483"/>
                </a:cubicBezTo>
                <a:cubicBezTo>
                  <a:pt x="1560061" y="127842"/>
                  <a:pt x="1557184" y="124372"/>
                  <a:pt x="1555112" y="120073"/>
                </a:cubicBezTo>
                <a:cubicBezTo>
                  <a:pt x="1553041" y="115772"/>
                  <a:pt x="1552005" y="110574"/>
                  <a:pt x="1552005" y="104478"/>
                </a:cubicBezTo>
                <a:lnTo>
                  <a:pt x="1567886" y="104478"/>
                </a:lnTo>
                <a:cubicBezTo>
                  <a:pt x="1567886" y="112331"/>
                  <a:pt x="1570204" y="117859"/>
                  <a:pt x="1574841" y="121063"/>
                </a:cubicBezTo>
                <a:cubicBezTo>
                  <a:pt x="1579477" y="124266"/>
                  <a:pt x="1585280" y="125868"/>
                  <a:pt x="1592251" y="125868"/>
                </a:cubicBezTo>
                <a:cubicBezTo>
                  <a:pt x="1598499" y="125868"/>
                  <a:pt x="1603644" y="124604"/>
                  <a:pt x="1607689" y="122077"/>
                </a:cubicBezTo>
                <a:cubicBezTo>
                  <a:pt x="1611733" y="119549"/>
                  <a:pt x="1613755" y="115376"/>
                  <a:pt x="1613755" y="109558"/>
                </a:cubicBezTo>
                <a:cubicBezTo>
                  <a:pt x="1613755" y="104682"/>
                  <a:pt x="1611930" y="101059"/>
                  <a:pt x="1608281" y="98689"/>
                </a:cubicBezTo>
                <a:cubicBezTo>
                  <a:pt x="1604631" y="96318"/>
                  <a:pt x="1598203" y="94015"/>
                  <a:pt x="1588996" y="91781"/>
                </a:cubicBezTo>
                <a:cubicBezTo>
                  <a:pt x="1581499" y="89952"/>
                  <a:pt x="1575186" y="87836"/>
                  <a:pt x="1570056" y="85434"/>
                </a:cubicBezTo>
                <a:cubicBezTo>
                  <a:pt x="1564927" y="83030"/>
                  <a:pt x="1561080" y="79982"/>
                  <a:pt x="1558515" y="76291"/>
                </a:cubicBezTo>
                <a:cubicBezTo>
                  <a:pt x="1555951" y="72600"/>
                  <a:pt x="1554668" y="67944"/>
                  <a:pt x="1554668" y="62324"/>
                </a:cubicBezTo>
                <a:cubicBezTo>
                  <a:pt x="1554668" y="57922"/>
                  <a:pt x="1555572" y="54045"/>
                  <a:pt x="1557381" y="50693"/>
                </a:cubicBezTo>
                <a:cubicBezTo>
                  <a:pt x="1559189" y="47341"/>
                  <a:pt x="1561721" y="44549"/>
                  <a:pt x="1564976" y="42315"/>
                </a:cubicBezTo>
                <a:cubicBezTo>
                  <a:pt x="1568232" y="40079"/>
                  <a:pt x="1572062" y="38403"/>
                  <a:pt x="1576468" y="37287"/>
                </a:cubicBezTo>
                <a:cubicBezTo>
                  <a:pt x="1580874" y="36169"/>
                  <a:pt x="1585642" y="35610"/>
                  <a:pt x="1590771" y="35610"/>
                </a:cubicBezTo>
                <a:cubicBezTo>
                  <a:pt x="1595835" y="35610"/>
                  <a:pt x="1600586" y="36219"/>
                  <a:pt x="1605025" y="37438"/>
                </a:cubicBezTo>
                <a:cubicBezTo>
                  <a:pt x="1609464" y="38657"/>
                  <a:pt x="1613377" y="40554"/>
                  <a:pt x="1616764" y="43129"/>
                </a:cubicBezTo>
                <a:cubicBezTo>
                  <a:pt x="1620151" y="45701"/>
                  <a:pt x="1622830" y="49019"/>
                  <a:pt x="1624803" y="53082"/>
                </a:cubicBezTo>
                <a:cubicBezTo>
                  <a:pt x="1626776" y="57145"/>
                  <a:pt x="1627763" y="62021"/>
                  <a:pt x="1627763" y="67709"/>
                </a:cubicBezTo>
                <a:lnTo>
                  <a:pt x="1611782" y="67709"/>
                </a:lnTo>
                <a:cubicBezTo>
                  <a:pt x="1611782" y="60531"/>
                  <a:pt x="1609744" y="55458"/>
                  <a:pt x="1605667" y="52490"/>
                </a:cubicBezTo>
                <a:cubicBezTo>
                  <a:pt x="1601589" y="49523"/>
                  <a:pt x="1596624" y="48039"/>
                  <a:pt x="1590771" y="48039"/>
                </a:cubicBezTo>
                <a:cubicBezTo>
                  <a:pt x="1584853" y="48039"/>
                  <a:pt x="1580052" y="49153"/>
                  <a:pt x="1576370" y="51381"/>
                </a:cubicBezTo>
                <a:cubicBezTo>
                  <a:pt x="1572687" y="53606"/>
                  <a:pt x="1570846" y="57084"/>
                  <a:pt x="1570846" y="61815"/>
                </a:cubicBezTo>
                <a:cubicBezTo>
                  <a:pt x="1570846" y="64456"/>
                  <a:pt x="1571668" y="66691"/>
                  <a:pt x="1573312" y="68520"/>
                </a:cubicBezTo>
                <a:cubicBezTo>
                  <a:pt x="1574956" y="70349"/>
                  <a:pt x="1577718" y="71992"/>
                  <a:pt x="1581598" y="73449"/>
                </a:cubicBezTo>
                <a:cubicBezTo>
                  <a:pt x="1585478" y="74904"/>
                  <a:pt x="1590706" y="76444"/>
                  <a:pt x="1597282" y="78070"/>
                </a:cubicBezTo>
                <a:cubicBezTo>
                  <a:pt x="1604450" y="79831"/>
                  <a:pt x="1610467" y="81930"/>
                  <a:pt x="1615334" y="84367"/>
                </a:cubicBezTo>
                <a:cubicBezTo>
                  <a:pt x="1620200" y="86805"/>
                  <a:pt x="1623866" y="89937"/>
                  <a:pt x="1626332" y="93763"/>
                </a:cubicBezTo>
                <a:cubicBezTo>
                  <a:pt x="1628798" y="97588"/>
                  <a:pt x="1630031" y="102480"/>
                  <a:pt x="1630031" y="108439"/>
                </a:cubicBezTo>
                <a:cubicBezTo>
                  <a:pt x="1630031" y="113585"/>
                  <a:pt x="1629061" y="118037"/>
                  <a:pt x="1627121" y="121796"/>
                </a:cubicBezTo>
                <a:cubicBezTo>
                  <a:pt x="1625181" y="125555"/>
                  <a:pt x="1622485" y="128636"/>
                  <a:pt x="1619033" y="131041"/>
                </a:cubicBezTo>
                <a:cubicBezTo>
                  <a:pt x="1615580" y="133445"/>
                  <a:pt x="1611536" y="135223"/>
                  <a:pt x="1606900" y="136374"/>
                </a:cubicBezTo>
                <a:cubicBezTo>
                  <a:pt x="1602263" y="137525"/>
                  <a:pt x="1597249" y="138100"/>
                  <a:pt x="1591857" y="1381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" name="Text true,itmeans…">
            <a:extLst xmlns:a="http://schemas.openxmlformats.org/drawingml/2006/main">
              <a:ext uri="{FF2B5EF4-FFF2-40B4-BE49-F238E27FC236}">
                <a16:creationId xmlns:a16="http://schemas.microsoft.com/office/drawing/2014/main" id="{17518C88-04F9-421F-93FF-DF0280858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0633" y="7365204"/>
            <a:ext cx="1380417" cy="162591"/>
          </a:xfrm>
          <a:custGeom xmlns:a="http://schemas.openxmlformats.org/drawingml/2006/main">
            <a:pathLst>
              <a:path w="1380417" h="162591">
                <a:moveTo>
                  <a:pt x="463341" y="19042"/>
                </a:moveTo>
                <a:lnTo>
                  <a:pt x="463699" y="18999"/>
                </a:lnTo>
                <a:lnTo>
                  <a:pt x="464051" y="18947"/>
                </a:lnTo>
                <a:lnTo>
                  <a:pt x="464397" y="18886"/>
                </a:lnTo>
                <a:lnTo>
                  <a:pt x="464737" y="18816"/>
                </a:lnTo>
                <a:lnTo>
                  <a:pt x="465071" y="18736"/>
                </a:lnTo>
                <a:lnTo>
                  <a:pt x="465398" y="18646"/>
                </a:lnTo>
                <a:lnTo>
                  <a:pt x="465719" y="18548"/>
                </a:lnTo>
                <a:lnTo>
                  <a:pt x="466034" y="18439"/>
                </a:lnTo>
                <a:lnTo>
                  <a:pt x="466343" y="18322"/>
                </a:lnTo>
                <a:lnTo>
                  <a:pt x="466646" y="18195"/>
                </a:lnTo>
                <a:lnTo>
                  <a:pt x="466943" y="18058"/>
                </a:lnTo>
                <a:lnTo>
                  <a:pt x="467233" y="17912"/>
                </a:lnTo>
                <a:lnTo>
                  <a:pt x="467518" y="17757"/>
                </a:lnTo>
                <a:lnTo>
                  <a:pt x="467796" y="17593"/>
                </a:lnTo>
                <a:lnTo>
                  <a:pt x="468068" y="17418"/>
                </a:lnTo>
                <a:lnTo>
                  <a:pt x="468334" y="17235"/>
                </a:lnTo>
                <a:lnTo>
                  <a:pt x="468593" y="17042"/>
                </a:lnTo>
                <a:lnTo>
                  <a:pt x="468847" y="16840"/>
                </a:lnTo>
                <a:lnTo>
                  <a:pt x="469094" y="16628"/>
                </a:lnTo>
                <a:lnTo>
                  <a:pt x="469336" y="16407"/>
                </a:lnTo>
                <a:lnTo>
                  <a:pt x="469569" y="16179"/>
                </a:lnTo>
                <a:lnTo>
                  <a:pt x="469792" y="15945"/>
                </a:lnTo>
                <a:lnTo>
                  <a:pt x="470005" y="15707"/>
                </a:lnTo>
                <a:lnTo>
                  <a:pt x="470209" y="15464"/>
                </a:lnTo>
                <a:lnTo>
                  <a:pt x="470402" y="15216"/>
                </a:lnTo>
                <a:lnTo>
                  <a:pt x="470586" y="14963"/>
                </a:lnTo>
                <a:lnTo>
                  <a:pt x="470759" y="14705"/>
                </a:lnTo>
                <a:lnTo>
                  <a:pt x="470923" y="14442"/>
                </a:lnTo>
                <a:lnTo>
                  <a:pt x="471077" y="14174"/>
                </a:lnTo>
                <a:lnTo>
                  <a:pt x="471221" y="13901"/>
                </a:lnTo>
                <a:lnTo>
                  <a:pt x="471355" y="13623"/>
                </a:lnTo>
                <a:lnTo>
                  <a:pt x="471479" y="13340"/>
                </a:lnTo>
                <a:lnTo>
                  <a:pt x="471593" y="13052"/>
                </a:lnTo>
                <a:lnTo>
                  <a:pt x="471697" y="12759"/>
                </a:lnTo>
                <a:lnTo>
                  <a:pt x="471791" y="12461"/>
                </a:lnTo>
                <a:lnTo>
                  <a:pt x="471876" y="12159"/>
                </a:lnTo>
                <a:lnTo>
                  <a:pt x="471950" y="11851"/>
                </a:lnTo>
                <a:lnTo>
                  <a:pt x="472015" y="11538"/>
                </a:lnTo>
                <a:lnTo>
                  <a:pt x="472069" y="11221"/>
                </a:lnTo>
                <a:lnTo>
                  <a:pt x="472114" y="10898"/>
                </a:lnTo>
                <a:lnTo>
                  <a:pt x="472149" y="10571"/>
                </a:lnTo>
                <a:lnTo>
                  <a:pt x="472173" y="10238"/>
                </a:lnTo>
                <a:lnTo>
                  <a:pt x="472188" y="9901"/>
                </a:lnTo>
                <a:lnTo>
                  <a:pt x="472193" y="9558"/>
                </a:lnTo>
                <a:lnTo>
                  <a:pt x="472188" y="9216"/>
                </a:lnTo>
                <a:lnTo>
                  <a:pt x="472173" y="8879"/>
                </a:lnTo>
                <a:lnTo>
                  <a:pt x="472149" y="8546"/>
                </a:lnTo>
                <a:lnTo>
                  <a:pt x="472114" y="8219"/>
                </a:lnTo>
                <a:lnTo>
                  <a:pt x="472069" y="7896"/>
                </a:lnTo>
                <a:lnTo>
                  <a:pt x="472015" y="7578"/>
                </a:lnTo>
                <a:lnTo>
                  <a:pt x="471950" y="7266"/>
                </a:lnTo>
                <a:lnTo>
                  <a:pt x="471876" y="6958"/>
                </a:lnTo>
                <a:lnTo>
                  <a:pt x="471791" y="6655"/>
                </a:lnTo>
                <a:lnTo>
                  <a:pt x="471697" y="6358"/>
                </a:lnTo>
                <a:lnTo>
                  <a:pt x="471593" y="6065"/>
                </a:lnTo>
                <a:lnTo>
                  <a:pt x="471479" y="5777"/>
                </a:lnTo>
                <a:lnTo>
                  <a:pt x="471355" y="5494"/>
                </a:lnTo>
                <a:lnTo>
                  <a:pt x="471221" y="5216"/>
                </a:lnTo>
                <a:lnTo>
                  <a:pt x="471077" y="4943"/>
                </a:lnTo>
                <a:lnTo>
                  <a:pt x="470923" y="4675"/>
                </a:lnTo>
                <a:lnTo>
                  <a:pt x="470759" y="4412"/>
                </a:lnTo>
                <a:lnTo>
                  <a:pt x="470586" y="4154"/>
                </a:lnTo>
                <a:lnTo>
                  <a:pt x="470402" y="3901"/>
                </a:lnTo>
                <a:lnTo>
                  <a:pt x="470209" y="3653"/>
                </a:lnTo>
                <a:lnTo>
                  <a:pt x="470005" y="3410"/>
                </a:lnTo>
                <a:lnTo>
                  <a:pt x="469792" y="3171"/>
                </a:lnTo>
                <a:lnTo>
                  <a:pt x="469569" y="2938"/>
                </a:lnTo>
                <a:lnTo>
                  <a:pt x="469336" y="2710"/>
                </a:lnTo>
                <a:lnTo>
                  <a:pt x="469094" y="2489"/>
                </a:lnTo>
                <a:lnTo>
                  <a:pt x="468847" y="2277"/>
                </a:lnTo>
                <a:lnTo>
                  <a:pt x="468593" y="2075"/>
                </a:lnTo>
                <a:lnTo>
                  <a:pt x="468334" y="1882"/>
                </a:lnTo>
                <a:lnTo>
                  <a:pt x="468068" y="1698"/>
                </a:lnTo>
                <a:lnTo>
                  <a:pt x="467796" y="1524"/>
                </a:lnTo>
                <a:lnTo>
                  <a:pt x="467518" y="1360"/>
                </a:lnTo>
                <a:lnTo>
                  <a:pt x="467233" y="1204"/>
                </a:lnTo>
                <a:lnTo>
                  <a:pt x="466943" y="1059"/>
                </a:lnTo>
                <a:lnTo>
                  <a:pt x="466646" y="922"/>
                </a:lnTo>
                <a:lnTo>
                  <a:pt x="466343" y="795"/>
                </a:lnTo>
                <a:lnTo>
                  <a:pt x="466034" y="677"/>
                </a:lnTo>
                <a:lnTo>
                  <a:pt x="465719" y="569"/>
                </a:lnTo>
                <a:lnTo>
                  <a:pt x="465398" y="470"/>
                </a:lnTo>
                <a:lnTo>
                  <a:pt x="465071" y="381"/>
                </a:lnTo>
                <a:lnTo>
                  <a:pt x="464737" y="301"/>
                </a:lnTo>
                <a:lnTo>
                  <a:pt x="464397" y="231"/>
                </a:lnTo>
                <a:lnTo>
                  <a:pt x="464051" y="169"/>
                </a:lnTo>
                <a:lnTo>
                  <a:pt x="463699" y="118"/>
                </a:lnTo>
                <a:lnTo>
                  <a:pt x="463341" y="75"/>
                </a:lnTo>
                <a:lnTo>
                  <a:pt x="462977" y="42"/>
                </a:lnTo>
                <a:lnTo>
                  <a:pt x="462606" y="19"/>
                </a:lnTo>
                <a:lnTo>
                  <a:pt x="462229" y="5"/>
                </a:lnTo>
                <a:lnTo>
                  <a:pt x="461846" y="0"/>
                </a:lnTo>
                <a:lnTo>
                  <a:pt x="461464" y="5"/>
                </a:lnTo>
                <a:lnTo>
                  <a:pt x="461087" y="19"/>
                </a:lnTo>
                <a:lnTo>
                  <a:pt x="460717" y="42"/>
                </a:lnTo>
                <a:lnTo>
                  <a:pt x="460353" y="75"/>
                </a:lnTo>
                <a:lnTo>
                  <a:pt x="459996" y="118"/>
                </a:lnTo>
                <a:lnTo>
                  <a:pt x="459645" y="169"/>
                </a:lnTo>
                <a:lnTo>
                  <a:pt x="459300" y="231"/>
                </a:lnTo>
                <a:lnTo>
                  <a:pt x="458961" y="301"/>
                </a:lnTo>
                <a:lnTo>
                  <a:pt x="458629" y="381"/>
                </a:lnTo>
                <a:lnTo>
                  <a:pt x="458303" y="470"/>
                </a:lnTo>
                <a:lnTo>
                  <a:pt x="457984" y="569"/>
                </a:lnTo>
                <a:lnTo>
                  <a:pt x="457671" y="677"/>
                </a:lnTo>
                <a:lnTo>
                  <a:pt x="457364" y="795"/>
                </a:lnTo>
                <a:lnTo>
                  <a:pt x="457064" y="922"/>
                </a:lnTo>
                <a:lnTo>
                  <a:pt x="456769" y="1059"/>
                </a:lnTo>
                <a:lnTo>
                  <a:pt x="456482" y="1204"/>
                </a:lnTo>
                <a:lnTo>
                  <a:pt x="456200" y="1360"/>
                </a:lnTo>
                <a:lnTo>
                  <a:pt x="455925" y="1524"/>
                </a:lnTo>
                <a:lnTo>
                  <a:pt x="455656" y="1698"/>
                </a:lnTo>
                <a:lnTo>
                  <a:pt x="455393" y="1882"/>
                </a:lnTo>
                <a:lnTo>
                  <a:pt x="455137" y="2075"/>
                </a:lnTo>
                <a:lnTo>
                  <a:pt x="454887" y="2277"/>
                </a:lnTo>
                <a:lnTo>
                  <a:pt x="454644" y="2489"/>
                </a:lnTo>
                <a:lnTo>
                  <a:pt x="454407" y="2710"/>
                </a:lnTo>
                <a:lnTo>
                  <a:pt x="454178" y="2938"/>
                </a:lnTo>
                <a:lnTo>
                  <a:pt x="453958" y="3171"/>
                </a:lnTo>
                <a:lnTo>
                  <a:pt x="453748" y="3410"/>
                </a:lnTo>
                <a:lnTo>
                  <a:pt x="453549" y="3653"/>
                </a:lnTo>
                <a:lnTo>
                  <a:pt x="453358" y="3901"/>
                </a:lnTo>
                <a:lnTo>
                  <a:pt x="453178" y="4154"/>
                </a:lnTo>
                <a:lnTo>
                  <a:pt x="453007" y="4412"/>
                </a:lnTo>
                <a:lnTo>
                  <a:pt x="452846" y="4675"/>
                </a:lnTo>
                <a:lnTo>
                  <a:pt x="452695" y="4943"/>
                </a:lnTo>
                <a:lnTo>
                  <a:pt x="452554" y="5216"/>
                </a:lnTo>
                <a:lnTo>
                  <a:pt x="452422" y="5494"/>
                </a:lnTo>
                <a:lnTo>
                  <a:pt x="452300" y="5777"/>
                </a:lnTo>
                <a:lnTo>
                  <a:pt x="452188" y="6065"/>
                </a:lnTo>
                <a:lnTo>
                  <a:pt x="452086" y="6358"/>
                </a:lnTo>
                <a:lnTo>
                  <a:pt x="451993" y="6655"/>
                </a:lnTo>
                <a:lnTo>
                  <a:pt x="451910" y="6958"/>
                </a:lnTo>
                <a:lnTo>
                  <a:pt x="451837" y="7266"/>
                </a:lnTo>
                <a:lnTo>
                  <a:pt x="451774" y="7578"/>
                </a:lnTo>
                <a:lnTo>
                  <a:pt x="451720" y="7896"/>
                </a:lnTo>
                <a:lnTo>
                  <a:pt x="451676" y="8219"/>
                </a:lnTo>
                <a:lnTo>
                  <a:pt x="451642" y="8546"/>
                </a:lnTo>
                <a:lnTo>
                  <a:pt x="451618" y="8879"/>
                </a:lnTo>
                <a:lnTo>
                  <a:pt x="451603" y="9216"/>
                </a:lnTo>
                <a:lnTo>
                  <a:pt x="451598" y="9558"/>
                </a:lnTo>
                <a:lnTo>
                  <a:pt x="451603" y="9901"/>
                </a:lnTo>
                <a:lnTo>
                  <a:pt x="451618" y="10238"/>
                </a:lnTo>
                <a:lnTo>
                  <a:pt x="451642" y="10571"/>
                </a:lnTo>
                <a:lnTo>
                  <a:pt x="451676" y="10898"/>
                </a:lnTo>
                <a:lnTo>
                  <a:pt x="451720" y="11221"/>
                </a:lnTo>
                <a:lnTo>
                  <a:pt x="451774" y="11538"/>
                </a:lnTo>
                <a:lnTo>
                  <a:pt x="451837" y="11851"/>
                </a:lnTo>
                <a:lnTo>
                  <a:pt x="451910" y="12159"/>
                </a:lnTo>
                <a:lnTo>
                  <a:pt x="451993" y="12461"/>
                </a:lnTo>
                <a:lnTo>
                  <a:pt x="452086" y="12759"/>
                </a:lnTo>
                <a:lnTo>
                  <a:pt x="452188" y="13052"/>
                </a:lnTo>
                <a:lnTo>
                  <a:pt x="452300" y="13340"/>
                </a:lnTo>
                <a:lnTo>
                  <a:pt x="452422" y="13623"/>
                </a:lnTo>
                <a:lnTo>
                  <a:pt x="452554" y="13901"/>
                </a:lnTo>
                <a:lnTo>
                  <a:pt x="452695" y="14174"/>
                </a:lnTo>
                <a:lnTo>
                  <a:pt x="452846" y="14442"/>
                </a:lnTo>
                <a:lnTo>
                  <a:pt x="453007" y="14705"/>
                </a:lnTo>
                <a:lnTo>
                  <a:pt x="453178" y="14963"/>
                </a:lnTo>
                <a:lnTo>
                  <a:pt x="453358" y="15216"/>
                </a:lnTo>
                <a:lnTo>
                  <a:pt x="453549" y="15464"/>
                </a:lnTo>
                <a:lnTo>
                  <a:pt x="453748" y="15707"/>
                </a:lnTo>
                <a:lnTo>
                  <a:pt x="453958" y="15945"/>
                </a:lnTo>
                <a:lnTo>
                  <a:pt x="454178" y="16179"/>
                </a:lnTo>
                <a:lnTo>
                  <a:pt x="454407" y="16407"/>
                </a:lnTo>
                <a:lnTo>
                  <a:pt x="454644" y="16628"/>
                </a:lnTo>
                <a:lnTo>
                  <a:pt x="454887" y="16840"/>
                </a:lnTo>
                <a:lnTo>
                  <a:pt x="455137" y="17042"/>
                </a:lnTo>
                <a:lnTo>
                  <a:pt x="455393" y="17235"/>
                </a:lnTo>
                <a:lnTo>
                  <a:pt x="455656" y="17418"/>
                </a:lnTo>
                <a:lnTo>
                  <a:pt x="455925" y="17593"/>
                </a:lnTo>
                <a:lnTo>
                  <a:pt x="456200" y="17757"/>
                </a:lnTo>
                <a:lnTo>
                  <a:pt x="456482" y="17912"/>
                </a:lnTo>
                <a:lnTo>
                  <a:pt x="456769" y="18058"/>
                </a:lnTo>
                <a:lnTo>
                  <a:pt x="457064" y="18195"/>
                </a:lnTo>
                <a:lnTo>
                  <a:pt x="457364" y="18322"/>
                </a:lnTo>
                <a:lnTo>
                  <a:pt x="457671" y="18439"/>
                </a:lnTo>
                <a:lnTo>
                  <a:pt x="457984" y="18548"/>
                </a:lnTo>
                <a:lnTo>
                  <a:pt x="458303" y="18646"/>
                </a:lnTo>
                <a:lnTo>
                  <a:pt x="458629" y="18736"/>
                </a:lnTo>
                <a:lnTo>
                  <a:pt x="458961" y="18816"/>
                </a:lnTo>
                <a:lnTo>
                  <a:pt x="459300" y="18886"/>
                </a:lnTo>
                <a:lnTo>
                  <a:pt x="459645" y="18947"/>
                </a:lnTo>
                <a:lnTo>
                  <a:pt x="459996" y="18999"/>
                </a:lnTo>
                <a:lnTo>
                  <a:pt x="460353" y="19042"/>
                </a:lnTo>
                <a:lnTo>
                  <a:pt x="460717" y="19074"/>
                </a:lnTo>
                <a:lnTo>
                  <a:pt x="461087" y="19098"/>
                </a:lnTo>
                <a:lnTo>
                  <a:pt x="461464" y="19112"/>
                </a:lnTo>
                <a:lnTo>
                  <a:pt x="461846" y="19117"/>
                </a:lnTo>
                <a:lnTo>
                  <a:pt x="462229" y="19112"/>
                </a:lnTo>
                <a:lnTo>
                  <a:pt x="462606" y="19098"/>
                </a:lnTo>
                <a:lnTo>
                  <a:pt x="462977" y="19074"/>
                </a:lnTo>
                <a:lnTo>
                  <a:pt x="463341" y="19042"/>
                </a:lnTo>
                <a:close/>
                <a:moveTo>
                  <a:pt x="45102" y="122871"/>
                </a:moveTo>
                <a:lnTo>
                  <a:pt x="44404" y="122845"/>
                </a:lnTo>
                <a:lnTo>
                  <a:pt x="43730" y="122802"/>
                </a:lnTo>
                <a:lnTo>
                  <a:pt x="43077" y="122741"/>
                </a:lnTo>
                <a:lnTo>
                  <a:pt x="42447" y="122663"/>
                </a:lnTo>
                <a:lnTo>
                  <a:pt x="41840" y="122568"/>
                </a:lnTo>
                <a:lnTo>
                  <a:pt x="41254" y="122456"/>
                </a:lnTo>
                <a:lnTo>
                  <a:pt x="40692" y="122326"/>
                </a:lnTo>
                <a:lnTo>
                  <a:pt x="40151" y="122179"/>
                </a:lnTo>
                <a:lnTo>
                  <a:pt x="39633" y="122015"/>
                </a:lnTo>
                <a:lnTo>
                  <a:pt x="39138" y="121833"/>
                </a:lnTo>
                <a:lnTo>
                  <a:pt x="38665" y="121634"/>
                </a:lnTo>
                <a:lnTo>
                  <a:pt x="38214" y="121418"/>
                </a:lnTo>
                <a:lnTo>
                  <a:pt x="37786" y="121184"/>
                </a:lnTo>
                <a:lnTo>
                  <a:pt x="37380" y="120933"/>
                </a:lnTo>
                <a:lnTo>
                  <a:pt x="36996" y="120665"/>
                </a:lnTo>
                <a:lnTo>
                  <a:pt x="36635" y="120380"/>
                </a:lnTo>
                <a:lnTo>
                  <a:pt x="36297" y="120077"/>
                </a:lnTo>
                <a:lnTo>
                  <a:pt x="35980" y="119757"/>
                </a:lnTo>
                <a:lnTo>
                  <a:pt x="35687" y="119420"/>
                </a:lnTo>
                <a:lnTo>
                  <a:pt x="35415" y="119065"/>
                </a:lnTo>
                <a:lnTo>
                  <a:pt x="35166" y="118693"/>
                </a:lnTo>
                <a:lnTo>
                  <a:pt x="34940" y="118304"/>
                </a:lnTo>
                <a:lnTo>
                  <a:pt x="34735" y="117897"/>
                </a:lnTo>
                <a:lnTo>
                  <a:pt x="34546" y="117474"/>
                </a:lnTo>
                <a:lnTo>
                  <a:pt x="34366" y="117036"/>
                </a:lnTo>
                <a:lnTo>
                  <a:pt x="34193" y="116583"/>
                </a:lnTo>
                <a:lnTo>
                  <a:pt x="34028" y="116115"/>
                </a:lnTo>
                <a:lnTo>
                  <a:pt x="33871" y="115632"/>
                </a:lnTo>
                <a:lnTo>
                  <a:pt x="33722" y="115133"/>
                </a:lnTo>
                <a:lnTo>
                  <a:pt x="33582" y="114619"/>
                </a:lnTo>
                <a:lnTo>
                  <a:pt x="33449" y="114090"/>
                </a:lnTo>
                <a:lnTo>
                  <a:pt x="33324" y="113546"/>
                </a:lnTo>
                <a:lnTo>
                  <a:pt x="33208" y="112987"/>
                </a:lnTo>
                <a:lnTo>
                  <a:pt x="33099" y="112413"/>
                </a:lnTo>
                <a:lnTo>
                  <a:pt x="32999" y="111823"/>
                </a:lnTo>
                <a:lnTo>
                  <a:pt x="32906" y="111218"/>
                </a:lnTo>
                <a:lnTo>
                  <a:pt x="32822" y="110599"/>
                </a:lnTo>
                <a:lnTo>
                  <a:pt x="32745" y="109963"/>
                </a:lnTo>
                <a:lnTo>
                  <a:pt x="32677" y="109313"/>
                </a:lnTo>
                <a:lnTo>
                  <a:pt x="32617" y="108648"/>
                </a:lnTo>
                <a:lnTo>
                  <a:pt x="32564" y="107967"/>
                </a:lnTo>
                <a:lnTo>
                  <a:pt x="32520" y="107272"/>
                </a:lnTo>
                <a:lnTo>
                  <a:pt x="32484" y="106561"/>
                </a:lnTo>
                <a:lnTo>
                  <a:pt x="32456" y="105835"/>
                </a:lnTo>
                <a:lnTo>
                  <a:pt x="32436" y="105094"/>
                </a:lnTo>
                <a:lnTo>
                  <a:pt x="32424" y="104337"/>
                </a:lnTo>
                <a:lnTo>
                  <a:pt x="32420" y="103566"/>
                </a:lnTo>
                <a:lnTo>
                  <a:pt x="32420" y="50551"/>
                </a:lnTo>
                <a:lnTo>
                  <a:pt x="56069" y="50551"/>
                </a:lnTo>
                <a:lnTo>
                  <a:pt x="56069" y="37248"/>
                </a:lnTo>
                <a:lnTo>
                  <a:pt x="32420" y="37248"/>
                </a:lnTo>
                <a:lnTo>
                  <a:pt x="32420" y="15274"/>
                </a:lnTo>
                <a:lnTo>
                  <a:pt x="16062" y="15274"/>
                </a:lnTo>
                <a:lnTo>
                  <a:pt x="16062" y="37248"/>
                </a:lnTo>
                <a:lnTo>
                  <a:pt x="0" y="37248"/>
                </a:lnTo>
                <a:lnTo>
                  <a:pt x="0" y="50551"/>
                </a:lnTo>
                <a:lnTo>
                  <a:pt x="16062" y="50551"/>
                </a:lnTo>
                <a:lnTo>
                  <a:pt x="16062" y="104034"/>
                </a:lnTo>
                <a:lnTo>
                  <a:pt x="16066" y="104871"/>
                </a:lnTo>
                <a:lnTo>
                  <a:pt x="16078" y="105698"/>
                </a:lnTo>
                <a:lnTo>
                  <a:pt x="16098" y="106514"/>
                </a:lnTo>
                <a:lnTo>
                  <a:pt x="16126" y="107321"/>
                </a:lnTo>
                <a:lnTo>
                  <a:pt x="16163" y="108117"/>
                </a:lnTo>
                <a:lnTo>
                  <a:pt x="16207" y="108904"/>
                </a:lnTo>
                <a:lnTo>
                  <a:pt x="16259" y="109680"/>
                </a:lnTo>
                <a:lnTo>
                  <a:pt x="16319" y="110446"/>
                </a:lnTo>
                <a:lnTo>
                  <a:pt x="16388" y="111203"/>
                </a:lnTo>
                <a:lnTo>
                  <a:pt x="16464" y="111949"/>
                </a:lnTo>
                <a:lnTo>
                  <a:pt x="16549" y="112685"/>
                </a:lnTo>
                <a:lnTo>
                  <a:pt x="16641" y="113411"/>
                </a:lnTo>
                <a:lnTo>
                  <a:pt x="16741" y="114126"/>
                </a:lnTo>
                <a:lnTo>
                  <a:pt x="16850" y="114832"/>
                </a:lnTo>
                <a:lnTo>
                  <a:pt x="16967" y="115528"/>
                </a:lnTo>
                <a:lnTo>
                  <a:pt x="17091" y="116213"/>
                </a:lnTo>
                <a:lnTo>
                  <a:pt x="17224" y="116889"/>
                </a:lnTo>
                <a:lnTo>
                  <a:pt x="17365" y="117554"/>
                </a:lnTo>
                <a:lnTo>
                  <a:pt x="17513" y="118209"/>
                </a:lnTo>
                <a:lnTo>
                  <a:pt x="17670" y="118854"/>
                </a:lnTo>
                <a:lnTo>
                  <a:pt x="17835" y="119489"/>
                </a:lnTo>
                <a:lnTo>
                  <a:pt x="18008" y="120114"/>
                </a:lnTo>
                <a:lnTo>
                  <a:pt x="18189" y="120729"/>
                </a:lnTo>
                <a:lnTo>
                  <a:pt x="18378" y="121334"/>
                </a:lnTo>
                <a:lnTo>
                  <a:pt x="18577" y="121927"/>
                </a:lnTo>
                <a:lnTo>
                  <a:pt x="18791" y="122509"/>
                </a:lnTo>
                <a:lnTo>
                  <a:pt x="19017" y="123080"/>
                </a:lnTo>
                <a:lnTo>
                  <a:pt x="19258" y="123638"/>
                </a:lnTo>
                <a:lnTo>
                  <a:pt x="19512" y="124185"/>
                </a:lnTo>
                <a:lnTo>
                  <a:pt x="19779" y="124720"/>
                </a:lnTo>
                <a:lnTo>
                  <a:pt x="20060" y="125244"/>
                </a:lnTo>
                <a:lnTo>
                  <a:pt x="20354" y="125755"/>
                </a:lnTo>
                <a:lnTo>
                  <a:pt x="20662" y="126256"/>
                </a:lnTo>
                <a:lnTo>
                  <a:pt x="20983" y="126744"/>
                </a:lnTo>
                <a:lnTo>
                  <a:pt x="21318" y="127221"/>
                </a:lnTo>
                <a:lnTo>
                  <a:pt x="21667" y="127686"/>
                </a:lnTo>
                <a:lnTo>
                  <a:pt x="22028" y="128139"/>
                </a:lnTo>
                <a:lnTo>
                  <a:pt x="22404" y="128581"/>
                </a:lnTo>
                <a:lnTo>
                  <a:pt x="22793" y="129011"/>
                </a:lnTo>
                <a:lnTo>
                  <a:pt x="23195" y="129429"/>
                </a:lnTo>
                <a:lnTo>
                  <a:pt x="23611" y="129836"/>
                </a:lnTo>
                <a:lnTo>
                  <a:pt x="24041" y="130231"/>
                </a:lnTo>
                <a:lnTo>
                  <a:pt x="24484" y="130614"/>
                </a:lnTo>
                <a:lnTo>
                  <a:pt x="24940" y="130986"/>
                </a:lnTo>
                <a:lnTo>
                  <a:pt x="25410" y="131345"/>
                </a:lnTo>
                <a:lnTo>
                  <a:pt x="25894" y="131694"/>
                </a:lnTo>
                <a:lnTo>
                  <a:pt x="26391" y="132030"/>
                </a:lnTo>
                <a:lnTo>
                  <a:pt x="26901" y="132355"/>
                </a:lnTo>
                <a:lnTo>
                  <a:pt x="27428" y="132667"/>
                </a:lnTo>
                <a:lnTo>
                  <a:pt x="27974" y="132966"/>
                </a:lnTo>
                <a:lnTo>
                  <a:pt x="28538" y="133252"/>
                </a:lnTo>
                <a:lnTo>
                  <a:pt x="29121" y="133524"/>
                </a:lnTo>
                <a:lnTo>
                  <a:pt x="29723" y="133784"/>
                </a:lnTo>
                <a:lnTo>
                  <a:pt x="30344" y="134030"/>
                </a:lnTo>
                <a:lnTo>
                  <a:pt x="30984" y="134262"/>
                </a:lnTo>
                <a:lnTo>
                  <a:pt x="31642" y="134481"/>
                </a:lnTo>
                <a:lnTo>
                  <a:pt x="32320" y="134687"/>
                </a:lnTo>
                <a:lnTo>
                  <a:pt x="33016" y="134880"/>
                </a:lnTo>
                <a:lnTo>
                  <a:pt x="33731" y="135060"/>
                </a:lnTo>
                <a:lnTo>
                  <a:pt x="34464" y="135226"/>
                </a:lnTo>
                <a:lnTo>
                  <a:pt x="35217" y="135379"/>
                </a:lnTo>
                <a:lnTo>
                  <a:pt x="35988" y="135518"/>
                </a:lnTo>
                <a:lnTo>
                  <a:pt x="36779" y="135644"/>
                </a:lnTo>
                <a:lnTo>
                  <a:pt x="37588" y="135757"/>
                </a:lnTo>
                <a:lnTo>
                  <a:pt x="38415" y="135857"/>
                </a:lnTo>
                <a:lnTo>
                  <a:pt x="39262" y="135943"/>
                </a:lnTo>
                <a:lnTo>
                  <a:pt x="40128" y="136016"/>
                </a:lnTo>
                <a:lnTo>
                  <a:pt x="41012" y="136076"/>
                </a:lnTo>
                <a:lnTo>
                  <a:pt x="41915" y="136123"/>
                </a:lnTo>
                <a:lnTo>
                  <a:pt x="42837" y="136156"/>
                </a:lnTo>
                <a:lnTo>
                  <a:pt x="43778" y="136176"/>
                </a:lnTo>
                <a:lnTo>
                  <a:pt x="44737" y="136183"/>
                </a:lnTo>
                <a:lnTo>
                  <a:pt x="56266" y="136183"/>
                </a:lnTo>
                <a:lnTo>
                  <a:pt x="56266" y="122880"/>
                </a:lnTo>
                <a:lnTo>
                  <a:pt x="45821" y="122880"/>
                </a:lnTo>
                <a:lnTo>
                  <a:pt x="45102" y="122871"/>
                </a:lnTo>
                <a:close/>
                <a:moveTo>
                  <a:pt x="536308" y="122871"/>
                </a:moveTo>
                <a:lnTo>
                  <a:pt x="535611" y="122845"/>
                </a:lnTo>
                <a:lnTo>
                  <a:pt x="534936" y="122802"/>
                </a:lnTo>
                <a:lnTo>
                  <a:pt x="534284" y="122741"/>
                </a:lnTo>
                <a:lnTo>
                  <a:pt x="533654" y="122663"/>
                </a:lnTo>
                <a:lnTo>
                  <a:pt x="533046" y="122568"/>
                </a:lnTo>
                <a:lnTo>
                  <a:pt x="532461" y="122456"/>
                </a:lnTo>
                <a:lnTo>
                  <a:pt x="531898" y="122326"/>
                </a:lnTo>
                <a:lnTo>
                  <a:pt x="531358" y="122179"/>
                </a:lnTo>
                <a:lnTo>
                  <a:pt x="530840" y="122015"/>
                </a:lnTo>
                <a:lnTo>
                  <a:pt x="530344" y="121833"/>
                </a:lnTo>
                <a:lnTo>
                  <a:pt x="529871" y="121634"/>
                </a:lnTo>
                <a:lnTo>
                  <a:pt x="529421" y="121418"/>
                </a:lnTo>
                <a:lnTo>
                  <a:pt x="528992" y="121184"/>
                </a:lnTo>
                <a:lnTo>
                  <a:pt x="528586" y="120933"/>
                </a:lnTo>
                <a:lnTo>
                  <a:pt x="528203" y="120665"/>
                </a:lnTo>
                <a:lnTo>
                  <a:pt x="527842" y="120380"/>
                </a:lnTo>
                <a:lnTo>
                  <a:pt x="527503" y="120077"/>
                </a:lnTo>
                <a:lnTo>
                  <a:pt x="527187" y="119757"/>
                </a:lnTo>
                <a:lnTo>
                  <a:pt x="526893" y="119420"/>
                </a:lnTo>
                <a:lnTo>
                  <a:pt x="526622" y="119065"/>
                </a:lnTo>
                <a:lnTo>
                  <a:pt x="526373" y="118693"/>
                </a:lnTo>
                <a:lnTo>
                  <a:pt x="526146" y="118304"/>
                </a:lnTo>
                <a:lnTo>
                  <a:pt x="525942" y="117897"/>
                </a:lnTo>
                <a:lnTo>
                  <a:pt x="525753" y="117474"/>
                </a:lnTo>
                <a:lnTo>
                  <a:pt x="525572" y="117036"/>
                </a:lnTo>
                <a:lnTo>
                  <a:pt x="525399" y="116583"/>
                </a:lnTo>
                <a:lnTo>
                  <a:pt x="525234" y="116115"/>
                </a:lnTo>
                <a:lnTo>
                  <a:pt x="525078" y="115632"/>
                </a:lnTo>
                <a:lnTo>
                  <a:pt x="524929" y="115133"/>
                </a:lnTo>
                <a:lnTo>
                  <a:pt x="524788" y="114619"/>
                </a:lnTo>
                <a:lnTo>
                  <a:pt x="524655" y="114090"/>
                </a:lnTo>
                <a:lnTo>
                  <a:pt x="524531" y="113546"/>
                </a:lnTo>
                <a:lnTo>
                  <a:pt x="524414" y="112987"/>
                </a:lnTo>
                <a:lnTo>
                  <a:pt x="524306" y="112413"/>
                </a:lnTo>
                <a:lnTo>
                  <a:pt x="524205" y="111823"/>
                </a:lnTo>
                <a:lnTo>
                  <a:pt x="524113" y="111218"/>
                </a:lnTo>
                <a:lnTo>
                  <a:pt x="524028" y="110599"/>
                </a:lnTo>
                <a:lnTo>
                  <a:pt x="523952" y="109963"/>
                </a:lnTo>
                <a:lnTo>
                  <a:pt x="523884" y="109313"/>
                </a:lnTo>
                <a:lnTo>
                  <a:pt x="523823" y="108648"/>
                </a:lnTo>
                <a:lnTo>
                  <a:pt x="523771" y="107967"/>
                </a:lnTo>
                <a:lnTo>
                  <a:pt x="523727" y="107272"/>
                </a:lnTo>
                <a:lnTo>
                  <a:pt x="523691" y="106561"/>
                </a:lnTo>
                <a:lnTo>
                  <a:pt x="523662" y="105835"/>
                </a:lnTo>
                <a:lnTo>
                  <a:pt x="523642" y="105094"/>
                </a:lnTo>
                <a:lnTo>
                  <a:pt x="523630" y="104337"/>
                </a:lnTo>
                <a:lnTo>
                  <a:pt x="523626" y="103566"/>
                </a:lnTo>
                <a:lnTo>
                  <a:pt x="523626" y="50551"/>
                </a:lnTo>
                <a:lnTo>
                  <a:pt x="547276" y="50551"/>
                </a:lnTo>
                <a:lnTo>
                  <a:pt x="547276" y="37248"/>
                </a:lnTo>
                <a:lnTo>
                  <a:pt x="523626" y="37248"/>
                </a:lnTo>
                <a:lnTo>
                  <a:pt x="523626" y="15274"/>
                </a:lnTo>
                <a:lnTo>
                  <a:pt x="507269" y="15274"/>
                </a:lnTo>
                <a:lnTo>
                  <a:pt x="507269" y="37248"/>
                </a:lnTo>
                <a:lnTo>
                  <a:pt x="491207" y="37248"/>
                </a:lnTo>
                <a:lnTo>
                  <a:pt x="491207" y="50551"/>
                </a:lnTo>
                <a:lnTo>
                  <a:pt x="507269" y="50551"/>
                </a:lnTo>
                <a:lnTo>
                  <a:pt x="507269" y="104034"/>
                </a:lnTo>
                <a:lnTo>
                  <a:pt x="507273" y="104871"/>
                </a:lnTo>
                <a:lnTo>
                  <a:pt x="507285" y="105698"/>
                </a:lnTo>
                <a:lnTo>
                  <a:pt x="507305" y="106514"/>
                </a:lnTo>
                <a:lnTo>
                  <a:pt x="507333" y="107321"/>
                </a:lnTo>
                <a:lnTo>
                  <a:pt x="507369" y="108117"/>
                </a:lnTo>
                <a:lnTo>
                  <a:pt x="507413" y="108904"/>
                </a:lnTo>
                <a:lnTo>
                  <a:pt x="507466" y="109680"/>
                </a:lnTo>
                <a:lnTo>
                  <a:pt x="507526" y="110446"/>
                </a:lnTo>
                <a:lnTo>
                  <a:pt x="507594" y="111203"/>
                </a:lnTo>
                <a:lnTo>
                  <a:pt x="507671" y="111949"/>
                </a:lnTo>
                <a:lnTo>
                  <a:pt x="507755" y="112685"/>
                </a:lnTo>
                <a:lnTo>
                  <a:pt x="507848" y="113411"/>
                </a:lnTo>
                <a:lnTo>
                  <a:pt x="507948" y="114126"/>
                </a:lnTo>
                <a:lnTo>
                  <a:pt x="508057" y="114832"/>
                </a:lnTo>
                <a:lnTo>
                  <a:pt x="508173" y="115528"/>
                </a:lnTo>
                <a:lnTo>
                  <a:pt x="508298" y="116213"/>
                </a:lnTo>
                <a:lnTo>
                  <a:pt x="508430" y="116889"/>
                </a:lnTo>
                <a:lnTo>
                  <a:pt x="508571" y="117554"/>
                </a:lnTo>
                <a:lnTo>
                  <a:pt x="508720" y="118209"/>
                </a:lnTo>
                <a:lnTo>
                  <a:pt x="508877" y="118854"/>
                </a:lnTo>
                <a:lnTo>
                  <a:pt x="509042" y="119489"/>
                </a:lnTo>
                <a:lnTo>
                  <a:pt x="509214" y="120114"/>
                </a:lnTo>
                <a:lnTo>
                  <a:pt x="509395" y="120729"/>
                </a:lnTo>
                <a:lnTo>
                  <a:pt x="509584" y="121334"/>
                </a:lnTo>
                <a:lnTo>
                  <a:pt x="509784" y="121927"/>
                </a:lnTo>
                <a:lnTo>
                  <a:pt x="509997" y="122509"/>
                </a:lnTo>
                <a:lnTo>
                  <a:pt x="510224" y="123080"/>
                </a:lnTo>
                <a:lnTo>
                  <a:pt x="510464" y="123638"/>
                </a:lnTo>
                <a:lnTo>
                  <a:pt x="510718" y="124185"/>
                </a:lnTo>
                <a:lnTo>
                  <a:pt x="510985" y="124720"/>
                </a:lnTo>
                <a:lnTo>
                  <a:pt x="511266" y="125244"/>
                </a:lnTo>
                <a:lnTo>
                  <a:pt x="511561" y="125755"/>
                </a:lnTo>
                <a:lnTo>
                  <a:pt x="511868" y="126256"/>
                </a:lnTo>
                <a:lnTo>
                  <a:pt x="512190" y="126744"/>
                </a:lnTo>
                <a:lnTo>
                  <a:pt x="512525" y="127221"/>
                </a:lnTo>
                <a:lnTo>
                  <a:pt x="512873" y="127686"/>
                </a:lnTo>
                <a:lnTo>
                  <a:pt x="513235" y="128139"/>
                </a:lnTo>
                <a:lnTo>
                  <a:pt x="513610" y="128581"/>
                </a:lnTo>
                <a:lnTo>
                  <a:pt x="513999" y="129011"/>
                </a:lnTo>
                <a:lnTo>
                  <a:pt x="514402" y="129429"/>
                </a:lnTo>
                <a:lnTo>
                  <a:pt x="514818" y="129836"/>
                </a:lnTo>
                <a:lnTo>
                  <a:pt x="515247" y="130231"/>
                </a:lnTo>
                <a:lnTo>
                  <a:pt x="515690" y="130614"/>
                </a:lnTo>
                <a:lnTo>
                  <a:pt x="516147" y="130986"/>
                </a:lnTo>
                <a:lnTo>
                  <a:pt x="516617" y="131345"/>
                </a:lnTo>
                <a:lnTo>
                  <a:pt x="517100" y="131694"/>
                </a:lnTo>
                <a:lnTo>
                  <a:pt x="517597" y="132030"/>
                </a:lnTo>
                <a:lnTo>
                  <a:pt x="518108" y="132355"/>
                </a:lnTo>
                <a:lnTo>
                  <a:pt x="518635" y="132667"/>
                </a:lnTo>
                <a:lnTo>
                  <a:pt x="519180" y="132966"/>
                </a:lnTo>
                <a:lnTo>
                  <a:pt x="519745" y="133252"/>
                </a:lnTo>
                <a:lnTo>
                  <a:pt x="520328" y="133524"/>
                </a:lnTo>
                <a:lnTo>
                  <a:pt x="520930" y="133784"/>
                </a:lnTo>
                <a:lnTo>
                  <a:pt x="521551" y="134030"/>
                </a:lnTo>
                <a:lnTo>
                  <a:pt x="522190" y="134262"/>
                </a:lnTo>
                <a:lnTo>
                  <a:pt x="522849" y="134481"/>
                </a:lnTo>
                <a:lnTo>
                  <a:pt x="523526" y="134687"/>
                </a:lnTo>
                <a:lnTo>
                  <a:pt x="524222" y="134880"/>
                </a:lnTo>
                <a:lnTo>
                  <a:pt x="524937" y="135060"/>
                </a:lnTo>
                <a:lnTo>
                  <a:pt x="525671" y="135226"/>
                </a:lnTo>
                <a:lnTo>
                  <a:pt x="526424" y="135379"/>
                </a:lnTo>
                <a:lnTo>
                  <a:pt x="527195" y="135518"/>
                </a:lnTo>
                <a:lnTo>
                  <a:pt x="527985" y="135644"/>
                </a:lnTo>
                <a:lnTo>
                  <a:pt x="528794" y="135757"/>
                </a:lnTo>
                <a:lnTo>
                  <a:pt x="529622" y="135857"/>
                </a:lnTo>
                <a:lnTo>
                  <a:pt x="530469" y="135943"/>
                </a:lnTo>
                <a:lnTo>
                  <a:pt x="531334" y="136016"/>
                </a:lnTo>
                <a:lnTo>
                  <a:pt x="532218" y="136076"/>
                </a:lnTo>
                <a:lnTo>
                  <a:pt x="533122" y="136123"/>
                </a:lnTo>
                <a:lnTo>
                  <a:pt x="534043" y="136156"/>
                </a:lnTo>
                <a:lnTo>
                  <a:pt x="534984" y="136176"/>
                </a:lnTo>
                <a:lnTo>
                  <a:pt x="535944" y="136183"/>
                </a:lnTo>
                <a:lnTo>
                  <a:pt x="547473" y="136183"/>
                </a:lnTo>
                <a:lnTo>
                  <a:pt x="547473" y="122880"/>
                </a:lnTo>
                <a:lnTo>
                  <a:pt x="537028" y="122880"/>
                </a:lnTo>
                <a:lnTo>
                  <a:pt x="536308" y="122871"/>
                </a:lnTo>
                <a:close/>
                <a:moveTo>
                  <a:pt x="92665" y="65203"/>
                </a:moveTo>
                <a:lnTo>
                  <a:pt x="92935" y="64836"/>
                </a:lnTo>
                <a:lnTo>
                  <a:pt x="93209" y="64472"/>
                </a:lnTo>
                <a:lnTo>
                  <a:pt x="93485" y="64113"/>
                </a:lnTo>
                <a:lnTo>
                  <a:pt x="93765" y="63757"/>
                </a:lnTo>
                <a:lnTo>
                  <a:pt x="94048" y="63405"/>
                </a:lnTo>
                <a:lnTo>
                  <a:pt x="94334" y="63056"/>
                </a:lnTo>
                <a:lnTo>
                  <a:pt x="94623" y="62712"/>
                </a:lnTo>
                <a:lnTo>
                  <a:pt x="94915" y="62371"/>
                </a:lnTo>
                <a:lnTo>
                  <a:pt x="95210" y="62033"/>
                </a:lnTo>
                <a:lnTo>
                  <a:pt x="95508" y="61700"/>
                </a:lnTo>
                <a:lnTo>
                  <a:pt x="95809" y="61370"/>
                </a:lnTo>
                <a:lnTo>
                  <a:pt x="96113" y="61044"/>
                </a:lnTo>
                <a:lnTo>
                  <a:pt x="96421" y="60722"/>
                </a:lnTo>
                <a:lnTo>
                  <a:pt x="96731" y="60404"/>
                </a:lnTo>
                <a:lnTo>
                  <a:pt x="97045" y="60089"/>
                </a:lnTo>
                <a:lnTo>
                  <a:pt x="97362" y="59778"/>
                </a:lnTo>
                <a:lnTo>
                  <a:pt x="97681" y="59471"/>
                </a:lnTo>
                <a:lnTo>
                  <a:pt x="98004" y="59167"/>
                </a:lnTo>
                <a:lnTo>
                  <a:pt x="98330" y="58868"/>
                </a:lnTo>
                <a:lnTo>
                  <a:pt x="98659" y="58572"/>
                </a:lnTo>
                <a:lnTo>
                  <a:pt x="98991" y="58279"/>
                </a:lnTo>
                <a:lnTo>
                  <a:pt x="99326" y="57991"/>
                </a:lnTo>
                <a:lnTo>
                  <a:pt x="99665" y="57707"/>
                </a:lnTo>
                <a:lnTo>
                  <a:pt x="100009" y="57428"/>
                </a:lnTo>
                <a:lnTo>
                  <a:pt x="100358" y="57154"/>
                </a:lnTo>
                <a:lnTo>
                  <a:pt x="100711" y="56886"/>
                </a:lnTo>
                <a:lnTo>
                  <a:pt x="101070" y="56622"/>
                </a:lnTo>
                <a:lnTo>
                  <a:pt x="101433" y="56364"/>
                </a:lnTo>
                <a:lnTo>
                  <a:pt x="101800" y="56111"/>
                </a:lnTo>
                <a:lnTo>
                  <a:pt x="102173" y="55863"/>
                </a:lnTo>
                <a:lnTo>
                  <a:pt x="102550" y="55621"/>
                </a:lnTo>
                <a:lnTo>
                  <a:pt x="102933" y="55383"/>
                </a:lnTo>
                <a:lnTo>
                  <a:pt x="103320" y="55151"/>
                </a:lnTo>
                <a:lnTo>
                  <a:pt x="103711" y="54924"/>
                </a:lnTo>
                <a:lnTo>
                  <a:pt x="104108" y="54702"/>
                </a:lnTo>
                <a:lnTo>
                  <a:pt x="104509" y="54485"/>
                </a:lnTo>
                <a:lnTo>
                  <a:pt x="104915" y="54274"/>
                </a:lnTo>
                <a:lnTo>
                  <a:pt x="105326" y="54067"/>
                </a:lnTo>
                <a:lnTo>
                  <a:pt x="105742" y="53866"/>
                </a:lnTo>
                <a:lnTo>
                  <a:pt x="106163" y="53670"/>
                </a:lnTo>
                <a:lnTo>
                  <a:pt x="106588" y="53479"/>
                </a:lnTo>
                <a:lnTo>
                  <a:pt x="107018" y="53293"/>
                </a:lnTo>
                <a:lnTo>
                  <a:pt x="107453" y="53113"/>
                </a:lnTo>
                <a:lnTo>
                  <a:pt x="107892" y="52937"/>
                </a:lnTo>
                <a:lnTo>
                  <a:pt x="108337" y="52767"/>
                </a:lnTo>
                <a:lnTo>
                  <a:pt x="108786" y="52602"/>
                </a:lnTo>
                <a:lnTo>
                  <a:pt x="109241" y="52443"/>
                </a:lnTo>
                <a:lnTo>
                  <a:pt x="109702" y="52290"/>
                </a:lnTo>
                <a:lnTo>
                  <a:pt x="110169" y="52144"/>
                </a:lnTo>
                <a:lnTo>
                  <a:pt x="110642" y="52005"/>
                </a:lnTo>
                <a:lnTo>
                  <a:pt x="111121" y="51873"/>
                </a:lnTo>
                <a:lnTo>
                  <a:pt x="111607" y="51748"/>
                </a:lnTo>
                <a:lnTo>
                  <a:pt x="112099" y="51629"/>
                </a:lnTo>
                <a:lnTo>
                  <a:pt x="112596" y="51517"/>
                </a:lnTo>
                <a:lnTo>
                  <a:pt x="113100" y="51412"/>
                </a:lnTo>
                <a:lnTo>
                  <a:pt x="113611" y="51314"/>
                </a:lnTo>
                <a:lnTo>
                  <a:pt x="114127" y="51222"/>
                </a:lnTo>
                <a:lnTo>
                  <a:pt x="114649" y="51138"/>
                </a:lnTo>
                <a:lnTo>
                  <a:pt x="115178" y="51060"/>
                </a:lnTo>
                <a:lnTo>
                  <a:pt x="115713" y="50989"/>
                </a:lnTo>
                <a:lnTo>
                  <a:pt x="116254" y="50924"/>
                </a:lnTo>
                <a:lnTo>
                  <a:pt x="116801" y="50867"/>
                </a:lnTo>
                <a:lnTo>
                  <a:pt x="117354" y="50816"/>
                </a:lnTo>
                <a:lnTo>
                  <a:pt x="117913" y="50772"/>
                </a:lnTo>
                <a:lnTo>
                  <a:pt x="118479" y="50734"/>
                </a:lnTo>
                <a:lnTo>
                  <a:pt x="119051" y="50704"/>
                </a:lnTo>
                <a:lnTo>
                  <a:pt x="119629" y="50680"/>
                </a:lnTo>
                <a:lnTo>
                  <a:pt x="120213" y="50663"/>
                </a:lnTo>
                <a:lnTo>
                  <a:pt x="120803" y="50653"/>
                </a:lnTo>
                <a:lnTo>
                  <a:pt x="121399" y="50650"/>
                </a:lnTo>
                <a:lnTo>
                  <a:pt x="123666" y="50650"/>
                </a:lnTo>
                <a:lnTo>
                  <a:pt x="123666" y="35573"/>
                </a:lnTo>
                <a:lnTo>
                  <a:pt x="121695" y="35573"/>
                </a:lnTo>
                <a:lnTo>
                  <a:pt x="120742" y="35582"/>
                </a:lnTo>
                <a:lnTo>
                  <a:pt x="119804" y="35608"/>
                </a:lnTo>
                <a:lnTo>
                  <a:pt x="118880" y="35652"/>
                </a:lnTo>
                <a:lnTo>
                  <a:pt x="117972" y="35713"/>
                </a:lnTo>
                <a:lnTo>
                  <a:pt x="117079" y="35791"/>
                </a:lnTo>
                <a:lnTo>
                  <a:pt x="116201" y="35887"/>
                </a:lnTo>
                <a:lnTo>
                  <a:pt x="115338" y="36001"/>
                </a:lnTo>
                <a:lnTo>
                  <a:pt x="114491" y="36131"/>
                </a:lnTo>
                <a:lnTo>
                  <a:pt x="113658" y="36280"/>
                </a:lnTo>
                <a:lnTo>
                  <a:pt x="112840" y="36446"/>
                </a:lnTo>
                <a:lnTo>
                  <a:pt x="112037" y="36629"/>
                </a:lnTo>
                <a:lnTo>
                  <a:pt x="111250" y="36829"/>
                </a:lnTo>
                <a:lnTo>
                  <a:pt x="110477" y="37048"/>
                </a:lnTo>
                <a:lnTo>
                  <a:pt x="109720" y="37283"/>
                </a:lnTo>
                <a:lnTo>
                  <a:pt x="108977" y="37536"/>
                </a:lnTo>
                <a:lnTo>
                  <a:pt x="108250" y="37807"/>
                </a:lnTo>
                <a:lnTo>
                  <a:pt x="107537" y="38095"/>
                </a:lnTo>
                <a:lnTo>
                  <a:pt x="106840" y="38400"/>
                </a:lnTo>
                <a:lnTo>
                  <a:pt x="106158" y="38723"/>
                </a:lnTo>
                <a:lnTo>
                  <a:pt x="105491" y="39063"/>
                </a:lnTo>
                <a:lnTo>
                  <a:pt x="104838" y="39421"/>
                </a:lnTo>
                <a:lnTo>
                  <a:pt x="104201" y="39796"/>
                </a:lnTo>
                <a:lnTo>
                  <a:pt x="103579" y="40189"/>
                </a:lnTo>
                <a:lnTo>
                  <a:pt x="102972" y="40599"/>
                </a:lnTo>
                <a:lnTo>
                  <a:pt x="102378" y="41022"/>
                </a:lnTo>
                <a:lnTo>
                  <a:pt x="101795" y="41453"/>
                </a:lnTo>
                <a:lnTo>
                  <a:pt x="101223" y="41893"/>
                </a:lnTo>
                <a:lnTo>
                  <a:pt x="100662" y="42342"/>
                </a:lnTo>
                <a:lnTo>
                  <a:pt x="100112" y="42799"/>
                </a:lnTo>
                <a:lnTo>
                  <a:pt x="99573" y="43265"/>
                </a:lnTo>
                <a:lnTo>
                  <a:pt x="99044" y="43740"/>
                </a:lnTo>
                <a:lnTo>
                  <a:pt x="98527" y="44223"/>
                </a:lnTo>
                <a:lnTo>
                  <a:pt x="98021" y="44714"/>
                </a:lnTo>
                <a:lnTo>
                  <a:pt x="97525" y="45214"/>
                </a:lnTo>
                <a:lnTo>
                  <a:pt x="97041" y="45723"/>
                </a:lnTo>
                <a:lnTo>
                  <a:pt x="96567" y="46240"/>
                </a:lnTo>
                <a:lnTo>
                  <a:pt x="96105" y="46766"/>
                </a:lnTo>
                <a:lnTo>
                  <a:pt x="95653" y="47300"/>
                </a:lnTo>
                <a:lnTo>
                  <a:pt x="95212" y="47843"/>
                </a:lnTo>
                <a:lnTo>
                  <a:pt x="94782" y="48394"/>
                </a:lnTo>
                <a:lnTo>
                  <a:pt x="94364" y="48954"/>
                </a:lnTo>
                <a:lnTo>
                  <a:pt x="93956" y="49523"/>
                </a:lnTo>
                <a:lnTo>
                  <a:pt x="93559" y="50100"/>
                </a:lnTo>
                <a:lnTo>
                  <a:pt x="93173" y="50685"/>
                </a:lnTo>
                <a:lnTo>
                  <a:pt x="92798" y="51279"/>
                </a:lnTo>
                <a:lnTo>
                  <a:pt x="92434" y="51882"/>
                </a:lnTo>
                <a:lnTo>
                  <a:pt x="92081" y="52493"/>
                </a:lnTo>
                <a:lnTo>
                  <a:pt x="91739" y="53113"/>
                </a:lnTo>
                <a:lnTo>
                  <a:pt x="91147" y="37248"/>
                </a:lnTo>
                <a:lnTo>
                  <a:pt x="75677" y="37248"/>
                </a:lnTo>
                <a:lnTo>
                  <a:pt x="75677" y="136183"/>
                </a:lnTo>
                <a:lnTo>
                  <a:pt x="92133" y="136183"/>
                </a:lnTo>
                <a:lnTo>
                  <a:pt x="92133" y="65948"/>
                </a:lnTo>
                <a:lnTo>
                  <a:pt x="92397" y="65573"/>
                </a:lnTo>
                <a:lnTo>
                  <a:pt x="92665" y="65203"/>
                </a:lnTo>
                <a:close/>
                <a:moveTo>
                  <a:pt x="685621" y="49610"/>
                </a:moveTo>
                <a:lnTo>
                  <a:pt x="685147" y="48685"/>
                </a:lnTo>
                <a:lnTo>
                  <a:pt x="684649" y="47786"/>
                </a:lnTo>
                <a:lnTo>
                  <a:pt x="684127" y="46914"/>
                </a:lnTo>
                <a:lnTo>
                  <a:pt x="683580" y="46068"/>
                </a:lnTo>
                <a:lnTo>
                  <a:pt x="683009" y="45248"/>
                </a:lnTo>
                <a:lnTo>
                  <a:pt x="682411" y="44459"/>
                </a:lnTo>
                <a:lnTo>
                  <a:pt x="681781" y="43703"/>
                </a:lnTo>
                <a:lnTo>
                  <a:pt x="681120" y="42981"/>
                </a:lnTo>
                <a:lnTo>
                  <a:pt x="680428" y="42292"/>
                </a:lnTo>
                <a:lnTo>
                  <a:pt x="679705" y="41637"/>
                </a:lnTo>
                <a:lnTo>
                  <a:pt x="678951" y="41015"/>
                </a:lnTo>
                <a:lnTo>
                  <a:pt x="678165" y="40428"/>
                </a:lnTo>
                <a:lnTo>
                  <a:pt x="677349" y="39873"/>
                </a:lnTo>
                <a:lnTo>
                  <a:pt x="676501" y="39352"/>
                </a:lnTo>
                <a:lnTo>
                  <a:pt x="675622" y="38865"/>
                </a:lnTo>
                <a:lnTo>
                  <a:pt x="674712" y="38412"/>
                </a:lnTo>
                <a:lnTo>
                  <a:pt x="673771" y="37992"/>
                </a:lnTo>
                <a:lnTo>
                  <a:pt x="672799" y="37606"/>
                </a:lnTo>
                <a:lnTo>
                  <a:pt x="671796" y="37253"/>
                </a:lnTo>
                <a:lnTo>
                  <a:pt x="670761" y="36934"/>
                </a:lnTo>
                <a:lnTo>
                  <a:pt x="669695" y="36648"/>
                </a:lnTo>
                <a:lnTo>
                  <a:pt x="668599" y="36396"/>
                </a:lnTo>
                <a:lnTo>
                  <a:pt x="667471" y="36178"/>
                </a:lnTo>
                <a:lnTo>
                  <a:pt x="666312" y="35993"/>
                </a:lnTo>
                <a:lnTo>
                  <a:pt x="665122" y="35842"/>
                </a:lnTo>
                <a:lnTo>
                  <a:pt x="663900" y="35724"/>
                </a:lnTo>
                <a:lnTo>
                  <a:pt x="662648" y="35640"/>
                </a:lnTo>
                <a:lnTo>
                  <a:pt x="661364" y="35590"/>
                </a:lnTo>
                <a:lnTo>
                  <a:pt x="660049" y="35573"/>
                </a:lnTo>
                <a:lnTo>
                  <a:pt x="659038" y="35582"/>
                </a:lnTo>
                <a:lnTo>
                  <a:pt x="658041" y="35609"/>
                </a:lnTo>
                <a:lnTo>
                  <a:pt x="657058" y="35654"/>
                </a:lnTo>
                <a:lnTo>
                  <a:pt x="656089" y="35717"/>
                </a:lnTo>
                <a:lnTo>
                  <a:pt x="655134" y="35798"/>
                </a:lnTo>
                <a:lnTo>
                  <a:pt x="654192" y="35896"/>
                </a:lnTo>
                <a:lnTo>
                  <a:pt x="653265" y="36013"/>
                </a:lnTo>
                <a:lnTo>
                  <a:pt x="652352" y="36148"/>
                </a:lnTo>
                <a:lnTo>
                  <a:pt x="651453" y="36301"/>
                </a:lnTo>
                <a:lnTo>
                  <a:pt x="650568" y="36471"/>
                </a:lnTo>
                <a:lnTo>
                  <a:pt x="649697" y="36660"/>
                </a:lnTo>
                <a:lnTo>
                  <a:pt x="648840" y="36866"/>
                </a:lnTo>
                <a:lnTo>
                  <a:pt x="647998" y="37091"/>
                </a:lnTo>
                <a:lnTo>
                  <a:pt x="647169" y="37333"/>
                </a:lnTo>
                <a:lnTo>
                  <a:pt x="646354" y="37594"/>
                </a:lnTo>
                <a:lnTo>
                  <a:pt x="645553" y="37872"/>
                </a:lnTo>
                <a:lnTo>
                  <a:pt x="644766" y="38169"/>
                </a:lnTo>
                <a:lnTo>
                  <a:pt x="643994" y="38483"/>
                </a:lnTo>
                <a:lnTo>
                  <a:pt x="643235" y="38815"/>
                </a:lnTo>
                <a:lnTo>
                  <a:pt x="642490" y="39166"/>
                </a:lnTo>
                <a:lnTo>
                  <a:pt x="641759" y="39534"/>
                </a:lnTo>
                <a:lnTo>
                  <a:pt x="641043" y="39920"/>
                </a:lnTo>
                <a:lnTo>
                  <a:pt x="640340" y="40324"/>
                </a:lnTo>
                <a:lnTo>
                  <a:pt x="639652" y="40746"/>
                </a:lnTo>
                <a:lnTo>
                  <a:pt x="638977" y="41179"/>
                </a:lnTo>
                <a:lnTo>
                  <a:pt x="638316" y="41613"/>
                </a:lnTo>
                <a:lnTo>
                  <a:pt x="637668" y="42050"/>
                </a:lnTo>
                <a:lnTo>
                  <a:pt x="637035" y="42489"/>
                </a:lnTo>
                <a:lnTo>
                  <a:pt x="636415" y="42930"/>
                </a:lnTo>
                <a:lnTo>
                  <a:pt x="635809" y="43373"/>
                </a:lnTo>
                <a:lnTo>
                  <a:pt x="635216" y="43819"/>
                </a:lnTo>
                <a:lnTo>
                  <a:pt x="634637" y="44266"/>
                </a:lnTo>
                <a:lnTo>
                  <a:pt x="634072" y="44716"/>
                </a:lnTo>
                <a:lnTo>
                  <a:pt x="633520" y="45169"/>
                </a:lnTo>
                <a:lnTo>
                  <a:pt x="632982" y="45623"/>
                </a:lnTo>
                <a:lnTo>
                  <a:pt x="632458" y="46080"/>
                </a:lnTo>
                <a:lnTo>
                  <a:pt x="631948" y="46539"/>
                </a:lnTo>
                <a:lnTo>
                  <a:pt x="631451" y="47000"/>
                </a:lnTo>
                <a:lnTo>
                  <a:pt x="630968" y="47463"/>
                </a:lnTo>
                <a:lnTo>
                  <a:pt x="630498" y="47929"/>
                </a:lnTo>
                <a:lnTo>
                  <a:pt x="630043" y="48397"/>
                </a:lnTo>
                <a:lnTo>
                  <a:pt x="629601" y="48867"/>
                </a:lnTo>
                <a:lnTo>
                  <a:pt x="629172" y="49339"/>
                </a:lnTo>
                <a:lnTo>
                  <a:pt x="628757" y="49813"/>
                </a:lnTo>
                <a:lnTo>
                  <a:pt x="628356" y="50290"/>
                </a:lnTo>
                <a:lnTo>
                  <a:pt x="627969" y="50769"/>
                </a:lnTo>
                <a:lnTo>
                  <a:pt x="627595" y="51250"/>
                </a:lnTo>
                <a:lnTo>
                  <a:pt x="627236" y="51734"/>
                </a:lnTo>
                <a:lnTo>
                  <a:pt x="626644" y="37248"/>
                </a:lnTo>
                <a:lnTo>
                  <a:pt x="610878" y="37248"/>
                </a:lnTo>
                <a:lnTo>
                  <a:pt x="610878" y="136183"/>
                </a:lnTo>
                <a:lnTo>
                  <a:pt x="627334" y="136183"/>
                </a:lnTo>
                <a:lnTo>
                  <a:pt x="627334" y="65545"/>
                </a:lnTo>
                <a:lnTo>
                  <a:pt x="627692" y="65043"/>
                </a:lnTo>
                <a:lnTo>
                  <a:pt x="628059" y="64544"/>
                </a:lnTo>
                <a:lnTo>
                  <a:pt x="628437" y="64049"/>
                </a:lnTo>
                <a:lnTo>
                  <a:pt x="628823" y="63558"/>
                </a:lnTo>
                <a:lnTo>
                  <a:pt x="629219" y="63070"/>
                </a:lnTo>
                <a:lnTo>
                  <a:pt x="629625" y="62585"/>
                </a:lnTo>
                <a:lnTo>
                  <a:pt x="630041" y="62103"/>
                </a:lnTo>
                <a:lnTo>
                  <a:pt x="630465" y="61625"/>
                </a:lnTo>
                <a:lnTo>
                  <a:pt x="630900" y="61151"/>
                </a:lnTo>
                <a:lnTo>
                  <a:pt x="631344" y="60679"/>
                </a:lnTo>
                <a:lnTo>
                  <a:pt x="631798" y="60211"/>
                </a:lnTo>
                <a:lnTo>
                  <a:pt x="632261" y="59747"/>
                </a:lnTo>
                <a:lnTo>
                  <a:pt x="632734" y="59286"/>
                </a:lnTo>
                <a:lnTo>
                  <a:pt x="633216" y="58828"/>
                </a:lnTo>
                <a:lnTo>
                  <a:pt x="633708" y="58374"/>
                </a:lnTo>
                <a:lnTo>
                  <a:pt x="634210" y="57923"/>
                </a:lnTo>
                <a:lnTo>
                  <a:pt x="634721" y="57475"/>
                </a:lnTo>
                <a:lnTo>
                  <a:pt x="635242" y="57031"/>
                </a:lnTo>
                <a:lnTo>
                  <a:pt x="635772" y="56590"/>
                </a:lnTo>
                <a:lnTo>
                  <a:pt x="636312" y="56153"/>
                </a:lnTo>
                <a:lnTo>
                  <a:pt x="636862" y="55719"/>
                </a:lnTo>
                <a:lnTo>
                  <a:pt x="637421" y="55288"/>
                </a:lnTo>
                <a:lnTo>
                  <a:pt x="637989" y="54861"/>
                </a:lnTo>
                <a:lnTo>
                  <a:pt x="638568" y="54437"/>
                </a:lnTo>
                <a:lnTo>
                  <a:pt x="639156" y="54024"/>
                </a:lnTo>
                <a:lnTo>
                  <a:pt x="639756" y="53628"/>
                </a:lnTo>
                <a:lnTo>
                  <a:pt x="640366" y="53249"/>
                </a:lnTo>
                <a:lnTo>
                  <a:pt x="640987" y="52889"/>
                </a:lnTo>
                <a:lnTo>
                  <a:pt x="641620" y="52545"/>
                </a:lnTo>
                <a:lnTo>
                  <a:pt x="642263" y="52220"/>
                </a:lnTo>
                <a:lnTo>
                  <a:pt x="642917" y="51912"/>
                </a:lnTo>
                <a:lnTo>
                  <a:pt x="643582" y="51621"/>
                </a:lnTo>
                <a:lnTo>
                  <a:pt x="644258" y="51349"/>
                </a:lnTo>
                <a:lnTo>
                  <a:pt x="644945" y="51093"/>
                </a:lnTo>
                <a:lnTo>
                  <a:pt x="645643" y="50856"/>
                </a:lnTo>
                <a:lnTo>
                  <a:pt x="646352" y="50636"/>
                </a:lnTo>
                <a:lnTo>
                  <a:pt x="647072" y="50433"/>
                </a:lnTo>
                <a:lnTo>
                  <a:pt x="647803" y="50249"/>
                </a:lnTo>
                <a:lnTo>
                  <a:pt x="648545" y="50081"/>
                </a:lnTo>
                <a:lnTo>
                  <a:pt x="649298" y="49932"/>
                </a:lnTo>
                <a:lnTo>
                  <a:pt x="650061" y="49800"/>
                </a:lnTo>
                <a:lnTo>
                  <a:pt x="650836" y="49685"/>
                </a:lnTo>
                <a:lnTo>
                  <a:pt x="651622" y="49589"/>
                </a:lnTo>
                <a:lnTo>
                  <a:pt x="652418" y="49509"/>
                </a:lnTo>
                <a:lnTo>
                  <a:pt x="653226" y="49448"/>
                </a:lnTo>
                <a:lnTo>
                  <a:pt x="654044" y="49404"/>
                </a:lnTo>
                <a:lnTo>
                  <a:pt x="654873" y="49377"/>
                </a:lnTo>
                <a:lnTo>
                  <a:pt x="655714" y="49369"/>
                </a:lnTo>
                <a:lnTo>
                  <a:pt x="656307" y="49374"/>
                </a:lnTo>
                <a:lnTo>
                  <a:pt x="656889" y="49391"/>
                </a:lnTo>
                <a:lnTo>
                  <a:pt x="657460" y="49419"/>
                </a:lnTo>
                <a:lnTo>
                  <a:pt x="658018" y="49458"/>
                </a:lnTo>
                <a:lnTo>
                  <a:pt x="658566" y="49509"/>
                </a:lnTo>
                <a:lnTo>
                  <a:pt x="659101" y="49570"/>
                </a:lnTo>
                <a:lnTo>
                  <a:pt x="659625" y="49643"/>
                </a:lnTo>
                <a:lnTo>
                  <a:pt x="660137" y="49727"/>
                </a:lnTo>
                <a:lnTo>
                  <a:pt x="660638" y="49822"/>
                </a:lnTo>
                <a:lnTo>
                  <a:pt x="661127" y="49928"/>
                </a:lnTo>
                <a:lnTo>
                  <a:pt x="661604" y="50046"/>
                </a:lnTo>
                <a:lnTo>
                  <a:pt x="662070" y="50175"/>
                </a:lnTo>
                <a:lnTo>
                  <a:pt x="662524" y="50315"/>
                </a:lnTo>
                <a:lnTo>
                  <a:pt x="662966" y="50466"/>
                </a:lnTo>
                <a:lnTo>
                  <a:pt x="663397" y="50628"/>
                </a:lnTo>
                <a:lnTo>
                  <a:pt x="663816" y="50802"/>
                </a:lnTo>
                <a:lnTo>
                  <a:pt x="664223" y="50986"/>
                </a:lnTo>
                <a:lnTo>
                  <a:pt x="664619" y="51182"/>
                </a:lnTo>
                <a:lnTo>
                  <a:pt x="665003" y="51389"/>
                </a:lnTo>
                <a:lnTo>
                  <a:pt x="665376" y="51608"/>
                </a:lnTo>
                <a:lnTo>
                  <a:pt x="665737" y="51837"/>
                </a:lnTo>
                <a:lnTo>
                  <a:pt x="666086" y="52078"/>
                </a:lnTo>
                <a:lnTo>
                  <a:pt x="666424" y="52330"/>
                </a:lnTo>
                <a:lnTo>
                  <a:pt x="666750" y="52593"/>
                </a:lnTo>
                <a:lnTo>
                  <a:pt x="667066" y="52866"/>
                </a:lnTo>
                <a:lnTo>
                  <a:pt x="667374" y="53147"/>
                </a:lnTo>
                <a:lnTo>
                  <a:pt x="667673" y="53436"/>
                </a:lnTo>
                <a:lnTo>
                  <a:pt x="667964" y="53734"/>
                </a:lnTo>
                <a:lnTo>
                  <a:pt x="668247" y="54041"/>
                </a:lnTo>
                <a:lnTo>
                  <a:pt x="668521" y="54355"/>
                </a:lnTo>
                <a:lnTo>
                  <a:pt x="668787" y="54678"/>
                </a:lnTo>
                <a:lnTo>
                  <a:pt x="669044" y="55010"/>
                </a:lnTo>
                <a:lnTo>
                  <a:pt x="669293" y="55349"/>
                </a:lnTo>
                <a:lnTo>
                  <a:pt x="669534" y="55698"/>
                </a:lnTo>
                <a:lnTo>
                  <a:pt x="669766" y="56054"/>
                </a:lnTo>
                <a:lnTo>
                  <a:pt x="669990" y="56419"/>
                </a:lnTo>
                <a:lnTo>
                  <a:pt x="670205" y="56792"/>
                </a:lnTo>
                <a:lnTo>
                  <a:pt x="670412" y="57174"/>
                </a:lnTo>
                <a:lnTo>
                  <a:pt x="670611" y="57564"/>
                </a:lnTo>
                <a:lnTo>
                  <a:pt x="670801" y="57962"/>
                </a:lnTo>
                <a:lnTo>
                  <a:pt x="670983" y="58368"/>
                </a:lnTo>
                <a:lnTo>
                  <a:pt x="671157" y="58783"/>
                </a:lnTo>
                <a:lnTo>
                  <a:pt x="671322" y="59207"/>
                </a:lnTo>
                <a:lnTo>
                  <a:pt x="671479" y="59639"/>
                </a:lnTo>
                <a:lnTo>
                  <a:pt x="671627" y="60079"/>
                </a:lnTo>
                <a:lnTo>
                  <a:pt x="671767" y="60527"/>
                </a:lnTo>
                <a:lnTo>
                  <a:pt x="671899" y="60984"/>
                </a:lnTo>
                <a:lnTo>
                  <a:pt x="672022" y="61449"/>
                </a:lnTo>
                <a:lnTo>
                  <a:pt x="672139" y="61921"/>
                </a:lnTo>
                <a:lnTo>
                  <a:pt x="672250" y="62399"/>
                </a:lnTo>
                <a:lnTo>
                  <a:pt x="672357" y="62882"/>
                </a:lnTo>
                <a:lnTo>
                  <a:pt x="672459" y="63371"/>
                </a:lnTo>
                <a:lnTo>
                  <a:pt x="672555" y="63866"/>
                </a:lnTo>
                <a:lnTo>
                  <a:pt x="672647" y="64366"/>
                </a:lnTo>
                <a:lnTo>
                  <a:pt x="672734" y="64872"/>
                </a:lnTo>
                <a:lnTo>
                  <a:pt x="672816" y="65384"/>
                </a:lnTo>
                <a:lnTo>
                  <a:pt x="672893" y="65902"/>
                </a:lnTo>
                <a:lnTo>
                  <a:pt x="672965" y="66425"/>
                </a:lnTo>
                <a:lnTo>
                  <a:pt x="673032" y="66954"/>
                </a:lnTo>
                <a:lnTo>
                  <a:pt x="673094" y="67489"/>
                </a:lnTo>
                <a:lnTo>
                  <a:pt x="673151" y="68029"/>
                </a:lnTo>
                <a:lnTo>
                  <a:pt x="673203" y="68575"/>
                </a:lnTo>
                <a:lnTo>
                  <a:pt x="673250" y="69127"/>
                </a:lnTo>
                <a:lnTo>
                  <a:pt x="673292" y="69684"/>
                </a:lnTo>
                <a:lnTo>
                  <a:pt x="673329" y="70247"/>
                </a:lnTo>
                <a:lnTo>
                  <a:pt x="673362" y="70816"/>
                </a:lnTo>
                <a:lnTo>
                  <a:pt x="673389" y="71390"/>
                </a:lnTo>
                <a:lnTo>
                  <a:pt x="673411" y="71971"/>
                </a:lnTo>
                <a:lnTo>
                  <a:pt x="673429" y="72557"/>
                </a:lnTo>
                <a:lnTo>
                  <a:pt x="673441" y="73148"/>
                </a:lnTo>
                <a:lnTo>
                  <a:pt x="673448" y="73746"/>
                </a:lnTo>
                <a:lnTo>
                  <a:pt x="673451" y="74349"/>
                </a:lnTo>
                <a:lnTo>
                  <a:pt x="673451" y="136183"/>
                </a:lnTo>
                <a:lnTo>
                  <a:pt x="690006" y="136183"/>
                </a:lnTo>
                <a:lnTo>
                  <a:pt x="690006" y="72233"/>
                </a:lnTo>
                <a:lnTo>
                  <a:pt x="689994" y="70804"/>
                </a:lnTo>
                <a:lnTo>
                  <a:pt x="689957" y="69401"/>
                </a:lnTo>
                <a:lnTo>
                  <a:pt x="689896" y="68024"/>
                </a:lnTo>
                <a:lnTo>
                  <a:pt x="689811" y="66675"/>
                </a:lnTo>
                <a:lnTo>
                  <a:pt x="689702" y="65351"/>
                </a:lnTo>
                <a:lnTo>
                  <a:pt x="689613" y="64490"/>
                </a:lnTo>
                <a:lnTo>
                  <a:pt x="689796" y="64258"/>
                </a:lnTo>
                <a:lnTo>
                  <a:pt x="690187" y="63779"/>
                </a:lnTo>
                <a:lnTo>
                  <a:pt x="690586" y="63304"/>
                </a:lnTo>
                <a:lnTo>
                  <a:pt x="690994" y="62832"/>
                </a:lnTo>
                <a:lnTo>
                  <a:pt x="691410" y="62363"/>
                </a:lnTo>
                <a:lnTo>
                  <a:pt x="691835" y="61899"/>
                </a:lnTo>
                <a:lnTo>
                  <a:pt x="692268" y="61438"/>
                </a:lnTo>
                <a:lnTo>
                  <a:pt x="692710" y="60980"/>
                </a:lnTo>
                <a:lnTo>
                  <a:pt x="693161" y="60526"/>
                </a:lnTo>
                <a:lnTo>
                  <a:pt x="693620" y="60076"/>
                </a:lnTo>
                <a:lnTo>
                  <a:pt x="694087" y="59629"/>
                </a:lnTo>
                <a:lnTo>
                  <a:pt x="694563" y="59186"/>
                </a:lnTo>
                <a:lnTo>
                  <a:pt x="695048" y="58746"/>
                </a:lnTo>
                <a:lnTo>
                  <a:pt x="695541" y="58310"/>
                </a:lnTo>
                <a:lnTo>
                  <a:pt x="696043" y="57878"/>
                </a:lnTo>
                <a:lnTo>
                  <a:pt x="696553" y="57449"/>
                </a:lnTo>
                <a:lnTo>
                  <a:pt x="697072" y="57024"/>
                </a:lnTo>
                <a:lnTo>
                  <a:pt x="697599" y="56602"/>
                </a:lnTo>
                <a:lnTo>
                  <a:pt x="698135" y="56184"/>
                </a:lnTo>
                <a:lnTo>
                  <a:pt x="698680" y="55770"/>
                </a:lnTo>
                <a:lnTo>
                  <a:pt x="699233" y="55359"/>
                </a:lnTo>
                <a:lnTo>
                  <a:pt x="699795" y="54952"/>
                </a:lnTo>
                <a:lnTo>
                  <a:pt x="700365" y="54548"/>
                </a:lnTo>
                <a:lnTo>
                  <a:pt x="700944" y="54148"/>
                </a:lnTo>
                <a:lnTo>
                  <a:pt x="701532" y="53758"/>
                </a:lnTo>
                <a:lnTo>
                  <a:pt x="702132" y="53385"/>
                </a:lnTo>
                <a:lnTo>
                  <a:pt x="702744" y="53028"/>
                </a:lnTo>
                <a:lnTo>
                  <a:pt x="703366" y="52688"/>
                </a:lnTo>
                <a:lnTo>
                  <a:pt x="704000" y="52364"/>
                </a:lnTo>
                <a:lnTo>
                  <a:pt x="704645" y="52057"/>
                </a:lnTo>
                <a:lnTo>
                  <a:pt x="705301" y="51767"/>
                </a:lnTo>
                <a:lnTo>
                  <a:pt x="705969" y="51493"/>
                </a:lnTo>
                <a:lnTo>
                  <a:pt x="706648" y="51236"/>
                </a:lnTo>
                <a:lnTo>
                  <a:pt x="707338" y="50995"/>
                </a:lnTo>
                <a:lnTo>
                  <a:pt x="708040" y="50771"/>
                </a:lnTo>
                <a:lnTo>
                  <a:pt x="708753" y="50563"/>
                </a:lnTo>
                <a:lnTo>
                  <a:pt x="709477" y="50373"/>
                </a:lnTo>
                <a:lnTo>
                  <a:pt x="710213" y="50198"/>
                </a:lnTo>
                <a:lnTo>
                  <a:pt x="710959" y="50041"/>
                </a:lnTo>
                <a:lnTo>
                  <a:pt x="711717" y="49900"/>
                </a:lnTo>
                <a:lnTo>
                  <a:pt x="712487" y="49775"/>
                </a:lnTo>
                <a:lnTo>
                  <a:pt x="713267" y="49667"/>
                </a:lnTo>
                <a:lnTo>
                  <a:pt x="714059" y="49576"/>
                </a:lnTo>
                <a:lnTo>
                  <a:pt x="714862" y="49501"/>
                </a:lnTo>
                <a:lnTo>
                  <a:pt x="715677" y="49443"/>
                </a:lnTo>
                <a:lnTo>
                  <a:pt x="716503" y="49402"/>
                </a:lnTo>
                <a:lnTo>
                  <a:pt x="717340" y="49377"/>
                </a:lnTo>
                <a:lnTo>
                  <a:pt x="718188" y="49369"/>
                </a:lnTo>
                <a:lnTo>
                  <a:pt x="718774" y="49374"/>
                </a:lnTo>
                <a:lnTo>
                  <a:pt x="719348" y="49391"/>
                </a:lnTo>
                <a:lnTo>
                  <a:pt x="719911" y="49419"/>
                </a:lnTo>
                <a:lnTo>
                  <a:pt x="720463" y="49458"/>
                </a:lnTo>
                <a:lnTo>
                  <a:pt x="721003" y="49509"/>
                </a:lnTo>
                <a:lnTo>
                  <a:pt x="721532" y="49570"/>
                </a:lnTo>
                <a:lnTo>
                  <a:pt x="722050" y="49643"/>
                </a:lnTo>
                <a:lnTo>
                  <a:pt x="722557" y="49727"/>
                </a:lnTo>
                <a:lnTo>
                  <a:pt x="723052" y="49822"/>
                </a:lnTo>
                <a:lnTo>
                  <a:pt x="723536" y="49928"/>
                </a:lnTo>
                <a:lnTo>
                  <a:pt x="724009" y="50046"/>
                </a:lnTo>
                <a:lnTo>
                  <a:pt x="724470" y="50175"/>
                </a:lnTo>
                <a:lnTo>
                  <a:pt x="724920" y="50315"/>
                </a:lnTo>
                <a:lnTo>
                  <a:pt x="725359" y="50466"/>
                </a:lnTo>
                <a:lnTo>
                  <a:pt x="725787" y="50628"/>
                </a:lnTo>
                <a:lnTo>
                  <a:pt x="726203" y="50802"/>
                </a:lnTo>
                <a:lnTo>
                  <a:pt x="726608" y="50986"/>
                </a:lnTo>
                <a:lnTo>
                  <a:pt x="727001" y="51182"/>
                </a:lnTo>
                <a:lnTo>
                  <a:pt x="727384" y="51389"/>
                </a:lnTo>
                <a:lnTo>
                  <a:pt x="727755" y="51608"/>
                </a:lnTo>
                <a:lnTo>
                  <a:pt x="728115" y="51837"/>
                </a:lnTo>
                <a:lnTo>
                  <a:pt x="728463" y="52078"/>
                </a:lnTo>
                <a:lnTo>
                  <a:pt x="728800" y="52330"/>
                </a:lnTo>
                <a:lnTo>
                  <a:pt x="729126" y="52593"/>
                </a:lnTo>
                <a:lnTo>
                  <a:pt x="729442" y="52866"/>
                </a:lnTo>
                <a:lnTo>
                  <a:pt x="729750" y="53147"/>
                </a:lnTo>
                <a:lnTo>
                  <a:pt x="730049" y="53436"/>
                </a:lnTo>
                <a:lnTo>
                  <a:pt x="730340" y="53734"/>
                </a:lnTo>
                <a:lnTo>
                  <a:pt x="730623" y="54041"/>
                </a:lnTo>
                <a:lnTo>
                  <a:pt x="730897" y="54355"/>
                </a:lnTo>
                <a:lnTo>
                  <a:pt x="731163" y="54678"/>
                </a:lnTo>
                <a:lnTo>
                  <a:pt x="731420" y="55010"/>
                </a:lnTo>
                <a:lnTo>
                  <a:pt x="731669" y="55349"/>
                </a:lnTo>
                <a:lnTo>
                  <a:pt x="731910" y="55698"/>
                </a:lnTo>
                <a:lnTo>
                  <a:pt x="732142" y="56054"/>
                </a:lnTo>
                <a:lnTo>
                  <a:pt x="732366" y="56419"/>
                </a:lnTo>
                <a:lnTo>
                  <a:pt x="732581" y="56792"/>
                </a:lnTo>
                <a:lnTo>
                  <a:pt x="732788" y="57174"/>
                </a:lnTo>
                <a:lnTo>
                  <a:pt x="732987" y="57564"/>
                </a:lnTo>
                <a:lnTo>
                  <a:pt x="733177" y="57962"/>
                </a:lnTo>
                <a:lnTo>
                  <a:pt x="733359" y="58368"/>
                </a:lnTo>
                <a:lnTo>
                  <a:pt x="733533" y="58783"/>
                </a:lnTo>
                <a:lnTo>
                  <a:pt x="733698" y="59207"/>
                </a:lnTo>
                <a:lnTo>
                  <a:pt x="733855" y="59639"/>
                </a:lnTo>
                <a:lnTo>
                  <a:pt x="734003" y="60079"/>
                </a:lnTo>
                <a:lnTo>
                  <a:pt x="734143" y="60527"/>
                </a:lnTo>
                <a:lnTo>
                  <a:pt x="734275" y="60984"/>
                </a:lnTo>
                <a:lnTo>
                  <a:pt x="734398" y="61449"/>
                </a:lnTo>
                <a:lnTo>
                  <a:pt x="734515" y="61921"/>
                </a:lnTo>
                <a:lnTo>
                  <a:pt x="734626" y="62399"/>
                </a:lnTo>
                <a:lnTo>
                  <a:pt x="734733" y="62882"/>
                </a:lnTo>
                <a:lnTo>
                  <a:pt x="734835" y="63371"/>
                </a:lnTo>
                <a:lnTo>
                  <a:pt x="734931" y="63866"/>
                </a:lnTo>
                <a:lnTo>
                  <a:pt x="735023" y="64366"/>
                </a:lnTo>
                <a:lnTo>
                  <a:pt x="735110" y="64872"/>
                </a:lnTo>
                <a:lnTo>
                  <a:pt x="735192" y="65384"/>
                </a:lnTo>
                <a:lnTo>
                  <a:pt x="735269" y="65902"/>
                </a:lnTo>
                <a:lnTo>
                  <a:pt x="735341" y="66425"/>
                </a:lnTo>
                <a:lnTo>
                  <a:pt x="735408" y="66954"/>
                </a:lnTo>
                <a:lnTo>
                  <a:pt x="735470" y="67489"/>
                </a:lnTo>
                <a:lnTo>
                  <a:pt x="735527" y="68029"/>
                </a:lnTo>
                <a:lnTo>
                  <a:pt x="735579" y="68575"/>
                </a:lnTo>
                <a:lnTo>
                  <a:pt x="735626" y="69127"/>
                </a:lnTo>
                <a:lnTo>
                  <a:pt x="735668" y="69684"/>
                </a:lnTo>
                <a:lnTo>
                  <a:pt x="735705" y="70247"/>
                </a:lnTo>
                <a:lnTo>
                  <a:pt x="735738" y="70816"/>
                </a:lnTo>
                <a:lnTo>
                  <a:pt x="735765" y="71390"/>
                </a:lnTo>
                <a:lnTo>
                  <a:pt x="735787" y="71971"/>
                </a:lnTo>
                <a:lnTo>
                  <a:pt x="735805" y="72557"/>
                </a:lnTo>
                <a:lnTo>
                  <a:pt x="735817" y="73148"/>
                </a:lnTo>
                <a:lnTo>
                  <a:pt x="735824" y="73746"/>
                </a:lnTo>
                <a:lnTo>
                  <a:pt x="735827" y="74349"/>
                </a:lnTo>
                <a:lnTo>
                  <a:pt x="735827" y="136183"/>
                </a:lnTo>
                <a:lnTo>
                  <a:pt x="752283" y="136183"/>
                </a:lnTo>
                <a:lnTo>
                  <a:pt x="752283" y="72233"/>
                </a:lnTo>
                <a:lnTo>
                  <a:pt x="752271" y="70804"/>
                </a:lnTo>
                <a:lnTo>
                  <a:pt x="752235" y="69401"/>
                </a:lnTo>
                <a:lnTo>
                  <a:pt x="752174" y="68024"/>
                </a:lnTo>
                <a:lnTo>
                  <a:pt x="752089" y="66675"/>
                </a:lnTo>
                <a:lnTo>
                  <a:pt x="751979" y="65351"/>
                </a:lnTo>
                <a:lnTo>
                  <a:pt x="751846" y="64054"/>
                </a:lnTo>
                <a:lnTo>
                  <a:pt x="751688" y="62784"/>
                </a:lnTo>
                <a:lnTo>
                  <a:pt x="751506" y="61540"/>
                </a:lnTo>
                <a:lnTo>
                  <a:pt x="751299" y="60323"/>
                </a:lnTo>
                <a:lnTo>
                  <a:pt x="751068" y="59133"/>
                </a:lnTo>
                <a:lnTo>
                  <a:pt x="750813" y="57968"/>
                </a:lnTo>
                <a:lnTo>
                  <a:pt x="750534" y="56831"/>
                </a:lnTo>
                <a:lnTo>
                  <a:pt x="750230" y="55720"/>
                </a:lnTo>
                <a:lnTo>
                  <a:pt x="749902" y="54635"/>
                </a:lnTo>
                <a:lnTo>
                  <a:pt x="749550" y="53577"/>
                </a:lnTo>
                <a:lnTo>
                  <a:pt x="749174" y="52546"/>
                </a:lnTo>
                <a:lnTo>
                  <a:pt x="748773" y="51541"/>
                </a:lnTo>
                <a:lnTo>
                  <a:pt x="748348" y="50562"/>
                </a:lnTo>
                <a:lnTo>
                  <a:pt x="747898" y="49610"/>
                </a:lnTo>
                <a:lnTo>
                  <a:pt x="747425" y="48685"/>
                </a:lnTo>
                <a:lnTo>
                  <a:pt x="746927" y="47786"/>
                </a:lnTo>
                <a:lnTo>
                  <a:pt x="746404" y="46914"/>
                </a:lnTo>
                <a:lnTo>
                  <a:pt x="745858" y="46068"/>
                </a:lnTo>
                <a:lnTo>
                  <a:pt x="745287" y="45248"/>
                </a:lnTo>
                <a:lnTo>
                  <a:pt x="744688" y="44459"/>
                </a:lnTo>
                <a:lnTo>
                  <a:pt x="744058" y="43703"/>
                </a:lnTo>
                <a:lnTo>
                  <a:pt x="743398" y="42981"/>
                </a:lnTo>
                <a:lnTo>
                  <a:pt x="742706" y="42292"/>
                </a:lnTo>
                <a:lnTo>
                  <a:pt x="741982" y="41637"/>
                </a:lnTo>
                <a:lnTo>
                  <a:pt x="741228" y="41015"/>
                </a:lnTo>
                <a:lnTo>
                  <a:pt x="740443" y="40428"/>
                </a:lnTo>
                <a:lnTo>
                  <a:pt x="739626" y="39873"/>
                </a:lnTo>
                <a:lnTo>
                  <a:pt x="738778" y="39352"/>
                </a:lnTo>
                <a:lnTo>
                  <a:pt x="737900" y="38865"/>
                </a:lnTo>
                <a:lnTo>
                  <a:pt x="736990" y="38412"/>
                </a:lnTo>
                <a:lnTo>
                  <a:pt x="736049" y="37992"/>
                </a:lnTo>
                <a:lnTo>
                  <a:pt x="735076" y="37606"/>
                </a:lnTo>
                <a:lnTo>
                  <a:pt x="734073" y="37253"/>
                </a:lnTo>
                <a:lnTo>
                  <a:pt x="733038" y="36934"/>
                </a:lnTo>
                <a:lnTo>
                  <a:pt x="731973" y="36648"/>
                </a:lnTo>
                <a:lnTo>
                  <a:pt x="730876" y="36396"/>
                </a:lnTo>
                <a:lnTo>
                  <a:pt x="729748" y="36178"/>
                </a:lnTo>
                <a:lnTo>
                  <a:pt x="728589" y="35993"/>
                </a:lnTo>
                <a:lnTo>
                  <a:pt x="727399" y="35842"/>
                </a:lnTo>
                <a:lnTo>
                  <a:pt x="726178" y="35724"/>
                </a:lnTo>
                <a:lnTo>
                  <a:pt x="724925" y="35640"/>
                </a:lnTo>
                <a:lnTo>
                  <a:pt x="723642" y="35590"/>
                </a:lnTo>
                <a:lnTo>
                  <a:pt x="722327" y="35573"/>
                </a:lnTo>
                <a:lnTo>
                  <a:pt x="721315" y="35582"/>
                </a:lnTo>
                <a:lnTo>
                  <a:pt x="720315" y="35611"/>
                </a:lnTo>
                <a:lnTo>
                  <a:pt x="719327" y="35658"/>
                </a:lnTo>
                <a:lnTo>
                  <a:pt x="718351" y="35724"/>
                </a:lnTo>
                <a:lnTo>
                  <a:pt x="717387" y="35808"/>
                </a:lnTo>
                <a:lnTo>
                  <a:pt x="716436" y="35912"/>
                </a:lnTo>
                <a:lnTo>
                  <a:pt x="715497" y="36034"/>
                </a:lnTo>
                <a:lnTo>
                  <a:pt x="714570" y="36175"/>
                </a:lnTo>
                <a:lnTo>
                  <a:pt x="713655" y="36335"/>
                </a:lnTo>
                <a:lnTo>
                  <a:pt x="712752" y="36514"/>
                </a:lnTo>
                <a:lnTo>
                  <a:pt x="711861" y="36712"/>
                </a:lnTo>
                <a:lnTo>
                  <a:pt x="710982" y="36928"/>
                </a:lnTo>
                <a:lnTo>
                  <a:pt x="710116" y="37163"/>
                </a:lnTo>
                <a:lnTo>
                  <a:pt x="709262" y="37417"/>
                </a:lnTo>
                <a:lnTo>
                  <a:pt x="708420" y="37690"/>
                </a:lnTo>
                <a:lnTo>
                  <a:pt x="707590" y="37982"/>
                </a:lnTo>
                <a:lnTo>
                  <a:pt x="706772" y="38292"/>
                </a:lnTo>
                <a:lnTo>
                  <a:pt x="705966" y="38622"/>
                </a:lnTo>
                <a:lnTo>
                  <a:pt x="705173" y="38970"/>
                </a:lnTo>
                <a:lnTo>
                  <a:pt x="704391" y="39337"/>
                </a:lnTo>
                <a:lnTo>
                  <a:pt x="703622" y="39722"/>
                </a:lnTo>
                <a:lnTo>
                  <a:pt x="702865" y="40127"/>
                </a:lnTo>
                <a:lnTo>
                  <a:pt x="702120" y="40550"/>
                </a:lnTo>
                <a:lnTo>
                  <a:pt x="701387" y="40993"/>
                </a:lnTo>
                <a:lnTo>
                  <a:pt x="700666" y="41446"/>
                </a:lnTo>
                <a:lnTo>
                  <a:pt x="699954" y="41902"/>
                </a:lnTo>
                <a:lnTo>
                  <a:pt x="699254" y="42362"/>
                </a:lnTo>
                <a:lnTo>
                  <a:pt x="698564" y="42824"/>
                </a:lnTo>
                <a:lnTo>
                  <a:pt x="697884" y="43289"/>
                </a:lnTo>
                <a:lnTo>
                  <a:pt x="697215" y="43758"/>
                </a:lnTo>
                <a:lnTo>
                  <a:pt x="696556" y="44230"/>
                </a:lnTo>
                <a:lnTo>
                  <a:pt x="695907" y="44704"/>
                </a:lnTo>
                <a:lnTo>
                  <a:pt x="695269" y="45182"/>
                </a:lnTo>
                <a:lnTo>
                  <a:pt x="694642" y="45663"/>
                </a:lnTo>
                <a:lnTo>
                  <a:pt x="694024" y="46147"/>
                </a:lnTo>
                <a:lnTo>
                  <a:pt x="693418" y="46634"/>
                </a:lnTo>
                <a:lnTo>
                  <a:pt x="692821" y="47124"/>
                </a:lnTo>
                <a:lnTo>
                  <a:pt x="692235" y="47618"/>
                </a:lnTo>
                <a:lnTo>
                  <a:pt x="691660" y="48114"/>
                </a:lnTo>
                <a:lnTo>
                  <a:pt x="691095" y="48613"/>
                </a:lnTo>
                <a:lnTo>
                  <a:pt x="690541" y="49116"/>
                </a:lnTo>
                <a:lnTo>
                  <a:pt x="689996" y="49621"/>
                </a:lnTo>
                <a:lnTo>
                  <a:pt x="689463" y="50130"/>
                </a:lnTo>
                <a:lnTo>
                  <a:pt x="688940" y="50641"/>
                </a:lnTo>
                <a:lnTo>
                  <a:pt x="688427" y="51156"/>
                </a:lnTo>
                <a:lnTo>
                  <a:pt x="687924" y="51674"/>
                </a:lnTo>
                <a:lnTo>
                  <a:pt x="687432" y="52195"/>
                </a:lnTo>
                <a:lnTo>
                  <a:pt x="686957" y="52712"/>
                </a:lnTo>
                <a:lnTo>
                  <a:pt x="686896" y="52546"/>
                </a:lnTo>
                <a:lnTo>
                  <a:pt x="686495" y="51541"/>
                </a:lnTo>
                <a:lnTo>
                  <a:pt x="686070" y="50562"/>
                </a:lnTo>
                <a:lnTo>
                  <a:pt x="685621" y="49610"/>
                </a:lnTo>
                <a:close/>
                <a:moveTo>
                  <a:pt x="453668" y="136183"/>
                </a:moveTo>
                <a:lnTo>
                  <a:pt x="470124" y="136183"/>
                </a:lnTo>
                <a:lnTo>
                  <a:pt x="470124" y="37248"/>
                </a:lnTo>
                <a:lnTo>
                  <a:pt x="453668" y="37248"/>
                </a:lnTo>
                <a:lnTo>
                  <a:pt x="453668" y="136183"/>
                </a:lnTo>
                <a:close/>
                <a:moveTo>
                  <a:pt x="301972" y="137842"/>
                </a:moveTo>
                <a:lnTo>
                  <a:pt x="302931" y="137778"/>
                </a:lnTo>
                <a:lnTo>
                  <a:pt x="303879" y="137699"/>
                </a:lnTo>
                <a:lnTo>
                  <a:pt x="304816" y="137606"/>
                </a:lnTo>
                <a:lnTo>
                  <a:pt x="305741" y="137499"/>
                </a:lnTo>
                <a:lnTo>
                  <a:pt x="306655" y="137378"/>
                </a:lnTo>
                <a:lnTo>
                  <a:pt x="307558" y="137242"/>
                </a:lnTo>
                <a:lnTo>
                  <a:pt x="308449" y="137092"/>
                </a:lnTo>
                <a:lnTo>
                  <a:pt x="309329" y="136928"/>
                </a:lnTo>
                <a:lnTo>
                  <a:pt x="310198" y="136749"/>
                </a:lnTo>
                <a:lnTo>
                  <a:pt x="311056" y="136556"/>
                </a:lnTo>
                <a:lnTo>
                  <a:pt x="311902" y="136349"/>
                </a:lnTo>
                <a:lnTo>
                  <a:pt x="312737" y="136128"/>
                </a:lnTo>
                <a:lnTo>
                  <a:pt x="313561" y="135892"/>
                </a:lnTo>
                <a:lnTo>
                  <a:pt x="314374" y="135642"/>
                </a:lnTo>
                <a:lnTo>
                  <a:pt x="315175" y="135378"/>
                </a:lnTo>
                <a:lnTo>
                  <a:pt x="315965" y="135099"/>
                </a:lnTo>
                <a:lnTo>
                  <a:pt x="316743" y="134806"/>
                </a:lnTo>
                <a:lnTo>
                  <a:pt x="317510" y="134499"/>
                </a:lnTo>
                <a:lnTo>
                  <a:pt x="318266" y="134178"/>
                </a:lnTo>
                <a:lnTo>
                  <a:pt x="319011" y="133842"/>
                </a:lnTo>
                <a:lnTo>
                  <a:pt x="319743" y="133493"/>
                </a:lnTo>
                <a:lnTo>
                  <a:pt x="320462" y="133132"/>
                </a:lnTo>
                <a:lnTo>
                  <a:pt x="321167" y="132759"/>
                </a:lnTo>
                <a:lnTo>
                  <a:pt x="321858" y="132374"/>
                </a:lnTo>
                <a:lnTo>
                  <a:pt x="322535" y="131977"/>
                </a:lnTo>
                <a:lnTo>
                  <a:pt x="323199" y="131568"/>
                </a:lnTo>
                <a:lnTo>
                  <a:pt x="323849" y="131147"/>
                </a:lnTo>
                <a:lnTo>
                  <a:pt x="324486" y="130714"/>
                </a:lnTo>
                <a:lnTo>
                  <a:pt x="325108" y="130269"/>
                </a:lnTo>
                <a:lnTo>
                  <a:pt x="325717" y="129811"/>
                </a:lnTo>
                <a:lnTo>
                  <a:pt x="326313" y="129342"/>
                </a:lnTo>
                <a:lnTo>
                  <a:pt x="326894" y="128861"/>
                </a:lnTo>
                <a:lnTo>
                  <a:pt x="327462" y="128368"/>
                </a:lnTo>
                <a:lnTo>
                  <a:pt x="328017" y="127863"/>
                </a:lnTo>
                <a:lnTo>
                  <a:pt x="328557" y="127346"/>
                </a:lnTo>
                <a:lnTo>
                  <a:pt x="329084" y="126817"/>
                </a:lnTo>
                <a:lnTo>
                  <a:pt x="329597" y="126276"/>
                </a:lnTo>
                <a:lnTo>
                  <a:pt x="330097" y="125723"/>
                </a:lnTo>
                <a:lnTo>
                  <a:pt x="330583" y="125158"/>
                </a:lnTo>
                <a:lnTo>
                  <a:pt x="331055" y="124581"/>
                </a:lnTo>
                <a:lnTo>
                  <a:pt x="331513" y="123992"/>
                </a:lnTo>
                <a:lnTo>
                  <a:pt x="331958" y="123391"/>
                </a:lnTo>
                <a:lnTo>
                  <a:pt x="332389" y="122778"/>
                </a:lnTo>
                <a:lnTo>
                  <a:pt x="332807" y="122153"/>
                </a:lnTo>
                <a:lnTo>
                  <a:pt x="333209" y="121517"/>
                </a:lnTo>
                <a:lnTo>
                  <a:pt x="333596" y="120871"/>
                </a:lnTo>
                <a:lnTo>
                  <a:pt x="333966" y="120215"/>
                </a:lnTo>
                <a:lnTo>
                  <a:pt x="334320" y="119548"/>
                </a:lnTo>
                <a:lnTo>
                  <a:pt x="334659" y="118872"/>
                </a:lnTo>
                <a:lnTo>
                  <a:pt x="334981" y="118186"/>
                </a:lnTo>
                <a:lnTo>
                  <a:pt x="335287" y="117490"/>
                </a:lnTo>
                <a:lnTo>
                  <a:pt x="335577" y="116783"/>
                </a:lnTo>
                <a:lnTo>
                  <a:pt x="335851" y="116067"/>
                </a:lnTo>
                <a:lnTo>
                  <a:pt x="336108" y="115340"/>
                </a:lnTo>
                <a:lnTo>
                  <a:pt x="336350" y="114604"/>
                </a:lnTo>
                <a:lnTo>
                  <a:pt x="336576" y="113857"/>
                </a:lnTo>
                <a:lnTo>
                  <a:pt x="336785" y="113100"/>
                </a:lnTo>
                <a:lnTo>
                  <a:pt x="336979" y="112334"/>
                </a:lnTo>
                <a:lnTo>
                  <a:pt x="337156" y="111557"/>
                </a:lnTo>
                <a:lnTo>
                  <a:pt x="337318" y="110770"/>
                </a:lnTo>
                <a:lnTo>
                  <a:pt x="337463" y="109973"/>
                </a:lnTo>
                <a:lnTo>
                  <a:pt x="337592" y="109166"/>
                </a:lnTo>
                <a:lnTo>
                  <a:pt x="337705" y="108349"/>
                </a:lnTo>
                <a:lnTo>
                  <a:pt x="337802" y="107522"/>
                </a:lnTo>
                <a:lnTo>
                  <a:pt x="337883" y="106685"/>
                </a:lnTo>
                <a:lnTo>
                  <a:pt x="337948" y="105838"/>
                </a:lnTo>
                <a:lnTo>
                  <a:pt x="337997" y="104981"/>
                </a:lnTo>
                <a:lnTo>
                  <a:pt x="338029" y="104114"/>
                </a:lnTo>
                <a:lnTo>
                  <a:pt x="321770" y="104114"/>
                </a:lnTo>
                <a:lnTo>
                  <a:pt x="321735" y="104960"/>
                </a:lnTo>
                <a:lnTo>
                  <a:pt x="321680" y="105790"/>
                </a:lnTo>
                <a:lnTo>
                  <a:pt x="321604" y="106602"/>
                </a:lnTo>
                <a:lnTo>
                  <a:pt x="321507" y="107398"/>
                </a:lnTo>
                <a:lnTo>
                  <a:pt x="321390" y="108178"/>
                </a:lnTo>
                <a:lnTo>
                  <a:pt x="321253" y="108940"/>
                </a:lnTo>
                <a:lnTo>
                  <a:pt x="321095" y="109686"/>
                </a:lnTo>
                <a:lnTo>
                  <a:pt x="320916" y="110415"/>
                </a:lnTo>
                <a:lnTo>
                  <a:pt x="320717" y="111127"/>
                </a:lnTo>
                <a:lnTo>
                  <a:pt x="320497" y="111823"/>
                </a:lnTo>
                <a:lnTo>
                  <a:pt x="320257" y="112502"/>
                </a:lnTo>
                <a:lnTo>
                  <a:pt x="319996" y="113164"/>
                </a:lnTo>
                <a:lnTo>
                  <a:pt x="319715" y="113810"/>
                </a:lnTo>
                <a:lnTo>
                  <a:pt x="319413" y="114438"/>
                </a:lnTo>
                <a:lnTo>
                  <a:pt x="319091" y="115051"/>
                </a:lnTo>
                <a:lnTo>
                  <a:pt x="318748" y="115646"/>
                </a:lnTo>
                <a:lnTo>
                  <a:pt x="318385" y="116224"/>
                </a:lnTo>
                <a:lnTo>
                  <a:pt x="318001" y="116786"/>
                </a:lnTo>
                <a:lnTo>
                  <a:pt x="317597" y="117331"/>
                </a:lnTo>
                <a:lnTo>
                  <a:pt x="317172" y="117860"/>
                </a:lnTo>
                <a:lnTo>
                  <a:pt x="316726" y="118372"/>
                </a:lnTo>
                <a:lnTo>
                  <a:pt x="316260" y="118867"/>
                </a:lnTo>
                <a:lnTo>
                  <a:pt x="315774" y="119345"/>
                </a:lnTo>
                <a:lnTo>
                  <a:pt x="315267" y="119806"/>
                </a:lnTo>
                <a:lnTo>
                  <a:pt x="314741" y="120250"/>
                </a:lnTo>
                <a:lnTo>
                  <a:pt x="314198" y="120675"/>
                </a:lnTo>
                <a:lnTo>
                  <a:pt x="313639" y="121081"/>
                </a:lnTo>
                <a:lnTo>
                  <a:pt x="313063" y="121468"/>
                </a:lnTo>
                <a:lnTo>
                  <a:pt x="312470" y="121836"/>
                </a:lnTo>
                <a:lnTo>
                  <a:pt x="311861" y="122186"/>
                </a:lnTo>
                <a:lnTo>
                  <a:pt x="311234" y="122516"/>
                </a:lnTo>
                <a:lnTo>
                  <a:pt x="310591" y="122828"/>
                </a:lnTo>
                <a:lnTo>
                  <a:pt x="309932" y="123120"/>
                </a:lnTo>
                <a:lnTo>
                  <a:pt x="309255" y="123394"/>
                </a:lnTo>
                <a:lnTo>
                  <a:pt x="308562" y="123649"/>
                </a:lnTo>
                <a:lnTo>
                  <a:pt x="307851" y="123885"/>
                </a:lnTo>
                <a:lnTo>
                  <a:pt x="307124" y="124102"/>
                </a:lnTo>
                <a:lnTo>
                  <a:pt x="306381" y="124300"/>
                </a:lnTo>
                <a:lnTo>
                  <a:pt x="305620" y="124480"/>
                </a:lnTo>
                <a:lnTo>
                  <a:pt x="304843" y="124640"/>
                </a:lnTo>
                <a:lnTo>
                  <a:pt x="304049" y="124782"/>
                </a:lnTo>
                <a:lnTo>
                  <a:pt x="303238" y="124905"/>
                </a:lnTo>
                <a:lnTo>
                  <a:pt x="302411" y="125009"/>
                </a:lnTo>
                <a:lnTo>
                  <a:pt x="301567" y="125094"/>
                </a:lnTo>
                <a:lnTo>
                  <a:pt x="300706" y="125160"/>
                </a:lnTo>
                <a:lnTo>
                  <a:pt x="299828" y="125207"/>
                </a:lnTo>
                <a:lnTo>
                  <a:pt x="298933" y="125235"/>
                </a:lnTo>
                <a:lnTo>
                  <a:pt x="298022" y="125245"/>
                </a:lnTo>
                <a:lnTo>
                  <a:pt x="297167" y="125236"/>
                </a:lnTo>
                <a:lnTo>
                  <a:pt x="296326" y="125210"/>
                </a:lnTo>
                <a:lnTo>
                  <a:pt x="295498" y="125168"/>
                </a:lnTo>
                <a:lnTo>
                  <a:pt x="294685" y="125108"/>
                </a:lnTo>
                <a:lnTo>
                  <a:pt x="293886" y="125031"/>
                </a:lnTo>
                <a:lnTo>
                  <a:pt x="293101" y="124936"/>
                </a:lnTo>
                <a:lnTo>
                  <a:pt x="292330" y="124825"/>
                </a:lnTo>
                <a:lnTo>
                  <a:pt x="291573" y="124696"/>
                </a:lnTo>
                <a:lnTo>
                  <a:pt x="290830" y="124551"/>
                </a:lnTo>
                <a:lnTo>
                  <a:pt x="290101" y="124388"/>
                </a:lnTo>
                <a:lnTo>
                  <a:pt x="289386" y="124208"/>
                </a:lnTo>
                <a:lnTo>
                  <a:pt x="288685" y="124011"/>
                </a:lnTo>
                <a:lnTo>
                  <a:pt x="287998" y="123797"/>
                </a:lnTo>
                <a:lnTo>
                  <a:pt x="287326" y="123566"/>
                </a:lnTo>
                <a:lnTo>
                  <a:pt x="286667" y="123318"/>
                </a:lnTo>
                <a:lnTo>
                  <a:pt x="286022" y="123052"/>
                </a:lnTo>
                <a:lnTo>
                  <a:pt x="285391" y="122769"/>
                </a:lnTo>
                <a:lnTo>
                  <a:pt x="284775" y="122470"/>
                </a:lnTo>
                <a:lnTo>
                  <a:pt x="284172" y="122153"/>
                </a:lnTo>
                <a:lnTo>
                  <a:pt x="283583" y="121819"/>
                </a:lnTo>
                <a:lnTo>
                  <a:pt x="283008" y="121468"/>
                </a:lnTo>
                <a:lnTo>
                  <a:pt x="282448" y="121099"/>
                </a:lnTo>
                <a:lnTo>
                  <a:pt x="281901" y="120714"/>
                </a:lnTo>
                <a:lnTo>
                  <a:pt x="281369" y="120311"/>
                </a:lnTo>
                <a:lnTo>
                  <a:pt x="280849" y="119895"/>
                </a:lnTo>
                <a:lnTo>
                  <a:pt x="280341" y="119467"/>
                </a:lnTo>
                <a:lnTo>
                  <a:pt x="279845" y="119028"/>
                </a:lnTo>
                <a:lnTo>
                  <a:pt x="279361" y="118577"/>
                </a:lnTo>
                <a:lnTo>
                  <a:pt x="278889" y="118115"/>
                </a:lnTo>
                <a:lnTo>
                  <a:pt x="278428" y="117643"/>
                </a:lnTo>
                <a:lnTo>
                  <a:pt x="277979" y="117158"/>
                </a:lnTo>
                <a:lnTo>
                  <a:pt x="277542" y="116663"/>
                </a:lnTo>
                <a:lnTo>
                  <a:pt x="277117" y="116156"/>
                </a:lnTo>
                <a:lnTo>
                  <a:pt x="276703" y="115639"/>
                </a:lnTo>
                <a:lnTo>
                  <a:pt x="276302" y="115110"/>
                </a:lnTo>
                <a:lnTo>
                  <a:pt x="275912" y="114569"/>
                </a:lnTo>
                <a:lnTo>
                  <a:pt x="275534" y="114018"/>
                </a:lnTo>
                <a:lnTo>
                  <a:pt x="275168" y="113455"/>
                </a:lnTo>
                <a:lnTo>
                  <a:pt x="274813" y="112881"/>
                </a:lnTo>
                <a:lnTo>
                  <a:pt x="274471" y="112295"/>
                </a:lnTo>
                <a:lnTo>
                  <a:pt x="274140" y="111699"/>
                </a:lnTo>
                <a:lnTo>
                  <a:pt x="273821" y="111091"/>
                </a:lnTo>
                <a:lnTo>
                  <a:pt x="273514" y="110472"/>
                </a:lnTo>
                <a:lnTo>
                  <a:pt x="273219" y="109842"/>
                </a:lnTo>
                <a:lnTo>
                  <a:pt x="272935" y="109201"/>
                </a:lnTo>
                <a:lnTo>
                  <a:pt x="272663" y="108548"/>
                </a:lnTo>
                <a:lnTo>
                  <a:pt x="272403" y="107884"/>
                </a:lnTo>
                <a:lnTo>
                  <a:pt x="272155" y="107209"/>
                </a:lnTo>
                <a:lnTo>
                  <a:pt x="271918" y="106525"/>
                </a:lnTo>
                <a:lnTo>
                  <a:pt x="271690" y="105836"/>
                </a:lnTo>
                <a:lnTo>
                  <a:pt x="271472" y="105141"/>
                </a:lnTo>
                <a:lnTo>
                  <a:pt x="271264" y="104441"/>
                </a:lnTo>
                <a:lnTo>
                  <a:pt x="271066" y="103736"/>
                </a:lnTo>
                <a:lnTo>
                  <a:pt x="270877" y="103024"/>
                </a:lnTo>
                <a:lnTo>
                  <a:pt x="270698" y="102308"/>
                </a:lnTo>
                <a:lnTo>
                  <a:pt x="270529" y="101585"/>
                </a:lnTo>
                <a:lnTo>
                  <a:pt x="270370" y="100858"/>
                </a:lnTo>
                <a:lnTo>
                  <a:pt x="270220" y="100124"/>
                </a:lnTo>
                <a:lnTo>
                  <a:pt x="270080" y="99385"/>
                </a:lnTo>
                <a:lnTo>
                  <a:pt x="269950" y="98641"/>
                </a:lnTo>
                <a:lnTo>
                  <a:pt x="269830" y="97891"/>
                </a:lnTo>
                <a:lnTo>
                  <a:pt x="269719" y="97136"/>
                </a:lnTo>
                <a:lnTo>
                  <a:pt x="269619" y="96375"/>
                </a:lnTo>
                <a:lnTo>
                  <a:pt x="269527" y="95608"/>
                </a:lnTo>
                <a:lnTo>
                  <a:pt x="269446" y="94836"/>
                </a:lnTo>
                <a:lnTo>
                  <a:pt x="269375" y="94059"/>
                </a:lnTo>
                <a:lnTo>
                  <a:pt x="269313" y="93276"/>
                </a:lnTo>
                <a:lnTo>
                  <a:pt x="269261" y="92487"/>
                </a:lnTo>
                <a:lnTo>
                  <a:pt x="269218" y="91693"/>
                </a:lnTo>
                <a:lnTo>
                  <a:pt x="269186" y="90893"/>
                </a:lnTo>
                <a:lnTo>
                  <a:pt x="269163" y="90088"/>
                </a:lnTo>
                <a:lnTo>
                  <a:pt x="269150" y="89277"/>
                </a:lnTo>
                <a:lnTo>
                  <a:pt x="337537" y="89277"/>
                </a:lnTo>
                <a:lnTo>
                  <a:pt x="337553" y="89199"/>
                </a:lnTo>
                <a:lnTo>
                  <a:pt x="337569" y="89117"/>
                </a:lnTo>
                <a:lnTo>
                  <a:pt x="337584" y="89031"/>
                </a:lnTo>
                <a:lnTo>
                  <a:pt x="337600" y="88941"/>
                </a:lnTo>
                <a:lnTo>
                  <a:pt x="337614" y="88847"/>
                </a:lnTo>
                <a:lnTo>
                  <a:pt x="337629" y="88749"/>
                </a:lnTo>
                <a:lnTo>
                  <a:pt x="337643" y="88647"/>
                </a:lnTo>
                <a:lnTo>
                  <a:pt x="337657" y="88540"/>
                </a:lnTo>
                <a:lnTo>
                  <a:pt x="337671" y="88430"/>
                </a:lnTo>
                <a:lnTo>
                  <a:pt x="337684" y="88316"/>
                </a:lnTo>
                <a:lnTo>
                  <a:pt x="337697" y="88197"/>
                </a:lnTo>
                <a:lnTo>
                  <a:pt x="337709" y="88075"/>
                </a:lnTo>
                <a:lnTo>
                  <a:pt x="337721" y="87948"/>
                </a:lnTo>
                <a:lnTo>
                  <a:pt x="337733" y="87818"/>
                </a:lnTo>
                <a:lnTo>
                  <a:pt x="337744" y="87683"/>
                </a:lnTo>
                <a:lnTo>
                  <a:pt x="337756" y="87545"/>
                </a:lnTo>
                <a:lnTo>
                  <a:pt x="337766" y="87402"/>
                </a:lnTo>
                <a:lnTo>
                  <a:pt x="337777" y="87255"/>
                </a:lnTo>
                <a:lnTo>
                  <a:pt x="337787" y="87105"/>
                </a:lnTo>
                <a:lnTo>
                  <a:pt x="337797" y="86950"/>
                </a:lnTo>
                <a:lnTo>
                  <a:pt x="337806" y="86791"/>
                </a:lnTo>
                <a:lnTo>
                  <a:pt x="337815" y="86628"/>
                </a:lnTo>
                <a:lnTo>
                  <a:pt x="337824" y="86461"/>
                </a:lnTo>
                <a:lnTo>
                  <a:pt x="337832" y="86290"/>
                </a:lnTo>
                <a:lnTo>
                  <a:pt x="337840" y="86118"/>
                </a:lnTo>
                <a:lnTo>
                  <a:pt x="337848" y="85948"/>
                </a:lnTo>
                <a:lnTo>
                  <a:pt x="337855" y="85780"/>
                </a:lnTo>
                <a:lnTo>
                  <a:pt x="337862" y="85613"/>
                </a:lnTo>
                <a:lnTo>
                  <a:pt x="337869" y="85449"/>
                </a:lnTo>
                <a:lnTo>
                  <a:pt x="337875" y="85286"/>
                </a:lnTo>
                <a:lnTo>
                  <a:pt x="337881" y="85125"/>
                </a:lnTo>
                <a:lnTo>
                  <a:pt x="337887" y="84967"/>
                </a:lnTo>
                <a:lnTo>
                  <a:pt x="337892" y="84810"/>
                </a:lnTo>
                <a:lnTo>
                  <a:pt x="337897" y="84655"/>
                </a:lnTo>
                <a:lnTo>
                  <a:pt x="337902" y="84502"/>
                </a:lnTo>
                <a:lnTo>
                  <a:pt x="337906" y="84351"/>
                </a:lnTo>
                <a:lnTo>
                  <a:pt x="337910" y="84202"/>
                </a:lnTo>
                <a:lnTo>
                  <a:pt x="337914" y="84055"/>
                </a:lnTo>
                <a:lnTo>
                  <a:pt x="337917" y="83910"/>
                </a:lnTo>
                <a:lnTo>
                  <a:pt x="337920" y="83767"/>
                </a:lnTo>
                <a:lnTo>
                  <a:pt x="337922" y="83625"/>
                </a:lnTo>
                <a:lnTo>
                  <a:pt x="337925" y="83486"/>
                </a:lnTo>
                <a:lnTo>
                  <a:pt x="337927" y="83349"/>
                </a:lnTo>
                <a:lnTo>
                  <a:pt x="337928" y="83213"/>
                </a:lnTo>
                <a:lnTo>
                  <a:pt x="337929" y="83080"/>
                </a:lnTo>
                <a:lnTo>
                  <a:pt x="337930" y="82948"/>
                </a:lnTo>
                <a:lnTo>
                  <a:pt x="337931" y="82818"/>
                </a:lnTo>
                <a:lnTo>
                  <a:pt x="337931" y="82691"/>
                </a:lnTo>
                <a:lnTo>
                  <a:pt x="337911" y="80809"/>
                </a:lnTo>
                <a:lnTo>
                  <a:pt x="337853" y="78965"/>
                </a:lnTo>
                <a:lnTo>
                  <a:pt x="337757" y="77157"/>
                </a:lnTo>
                <a:lnTo>
                  <a:pt x="337621" y="75386"/>
                </a:lnTo>
                <a:lnTo>
                  <a:pt x="337448" y="73653"/>
                </a:lnTo>
                <a:lnTo>
                  <a:pt x="337235" y="71956"/>
                </a:lnTo>
                <a:lnTo>
                  <a:pt x="336984" y="70296"/>
                </a:lnTo>
                <a:lnTo>
                  <a:pt x="336694" y="68673"/>
                </a:lnTo>
                <a:lnTo>
                  <a:pt x="336365" y="67087"/>
                </a:lnTo>
                <a:lnTo>
                  <a:pt x="335998" y="65538"/>
                </a:lnTo>
                <a:lnTo>
                  <a:pt x="335592" y="64027"/>
                </a:lnTo>
                <a:lnTo>
                  <a:pt x="335147" y="62551"/>
                </a:lnTo>
                <a:lnTo>
                  <a:pt x="334664" y="61113"/>
                </a:lnTo>
                <a:lnTo>
                  <a:pt x="334142" y="59712"/>
                </a:lnTo>
                <a:lnTo>
                  <a:pt x="333581" y="58348"/>
                </a:lnTo>
                <a:lnTo>
                  <a:pt x="332982" y="57021"/>
                </a:lnTo>
                <a:lnTo>
                  <a:pt x="332344" y="55731"/>
                </a:lnTo>
                <a:lnTo>
                  <a:pt x="331667" y="54477"/>
                </a:lnTo>
                <a:lnTo>
                  <a:pt x="330952" y="53261"/>
                </a:lnTo>
                <a:lnTo>
                  <a:pt x="330198" y="52082"/>
                </a:lnTo>
                <a:lnTo>
                  <a:pt x="329406" y="50939"/>
                </a:lnTo>
                <a:lnTo>
                  <a:pt x="328574" y="49834"/>
                </a:lnTo>
                <a:lnTo>
                  <a:pt x="327704" y="48765"/>
                </a:lnTo>
                <a:lnTo>
                  <a:pt x="326796" y="47733"/>
                </a:lnTo>
                <a:lnTo>
                  <a:pt x="325853" y="46741"/>
                </a:lnTo>
                <a:lnTo>
                  <a:pt x="324881" y="45791"/>
                </a:lnTo>
                <a:lnTo>
                  <a:pt x="323880" y="44883"/>
                </a:lnTo>
                <a:lnTo>
                  <a:pt x="322849" y="44018"/>
                </a:lnTo>
                <a:lnTo>
                  <a:pt x="321788" y="43194"/>
                </a:lnTo>
                <a:lnTo>
                  <a:pt x="320699" y="42413"/>
                </a:lnTo>
                <a:lnTo>
                  <a:pt x="319579" y="41674"/>
                </a:lnTo>
                <a:lnTo>
                  <a:pt x="318431" y="40978"/>
                </a:lnTo>
                <a:lnTo>
                  <a:pt x="317253" y="40323"/>
                </a:lnTo>
                <a:lnTo>
                  <a:pt x="316045" y="39711"/>
                </a:lnTo>
                <a:lnTo>
                  <a:pt x="314808" y="39141"/>
                </a:lnTo>
                <a:lnTo>
                  <a:pt x="313542" y="38613"/>
                </a:lnTo>
                <a:lnTo>
                  <a:pt x="312246" y="38128"/>
                </a:lnTo>
                <a:lnTo>
                  <a:pt x="310921" y="37684"/>
                </a:lnTo>
                <a:lnTo>
                  <a:pt x="309567" y="37283"/>
                </a:lnTo>
                <a:lnTo>
                  <a:pt x="308183" y="36924"/>
                </a:lnTo>
                <a:lnTo>
                  <a:pt x="306769" y="36608"/>
                </a:lnTo>
                <a:lnTo>
                  <a:pt x="305326" y="36333"/>
                </a:lnTo>
                <a:lnTo>
                  <a:pt x="303854" y="36101"/>
                </a:lnTo>
                <a:lnTo>
                  <a:pt x="302352" y="35911"/>
                </a:lnTo>
                <a:lnTo>
                  <a:pt x="300821" y="35763"/>
                </a:lnTo>
                <a:lnTo>
                  <a:pt x="299261" y="35657"/>
                </a:lnTo>
                <a:lnTo>
                  <a:pt x="297671" y="35594"/>
                </a:lnTo>
                <a:lnTo>
                  <a:pt x="296051" y="35573"/>
                </a:lnTo>
                <a:lnTo>
                  <a:pt x="294828" y="35584"/>
                </a:lnTo>
                <a:lnTo>
                  <a:pt x="293624" y="35618"/>
                </a:lnTo>
                <a:lnTo>
                  <a:pt x="292437" y="35674"/>
                </a:lnTo>
                <a:lnTo>
                  <a:pt x="291268" y="35753"/>
                </a:lnTo>
                <a:lnTo>
                  <a:pt x="290117" y="35855"/>
                </a:lnTo>
                <a:lnTo>
                  <a:pt x="288984" y="35979"/>
                </a:lnTo>
                <a:lnTo>
                  <a:pt x="287869" y="36125"/>
                </a:lnTo>
                <a:lnTo>
                  <a:pt x="286772" y="36295"/>
                </a:lnTo>
                <a:lnTo>
                  <a:pt x="285693" y="36486"/>
                </a:lnTo>
                <a:lnTo>
                  <a:pt x="284632" y="36701"/>
                </a:lnTo>
                <a:lnTo>
                  <a:pt x="283589" y="36937"/>
                </a:lnTo>
                <a:lnTo>
                  <a:pt x="282564" y="37197"/>
                </a:lnTo>
                <a:lnTo>
                  <a:pt x="281556" y="37478"/>
                </a:lnTo>
                <a:lnTo>
                  <a:pt x="280567" y="37783"/>
                </a:lnTo>
                <a:lnTo>
                  <a:pt x="279596" y="38110"/>
                </a:lnTo>
                <a:lnTo>
                  <a:pt x="278642" y="38459"/>
                </a:lnTo>
                <a:lnTo>
                  <a:pt x="277707" y="38832"/>
                </a:lnTo>
                <a:lnTo>
                  <a:pt x="276790" y="39226"/>
                </a:lnTo>
                <a:lnTo>
                  <a:pt x="275890" y="39643"/>
                </a:lnTo>
                <a:lnTo>
                  <a:pt x="275009" y="40083"/>
                </a:lnTo>
                <a:lnTo>
                  <a:pt x="274145" y="40545"/>
                </a:lnTo>
                <a:lnTo>
                  <a:pt x="273300" y="41030"/>
                </a:lnTo>
                <a:lnTo>
                  <a:pt x="272472" y="41538"/>
                </a:lnTo>
                <a:lnTo>
                  <a:pt x="271662" y="42067"/>
                </a:lnTo>
                <a:lnTo>
                  <a:pt x="270870" y="42617"/>
                </a:lnTo>
                <a:lnTo>
                  <a:pt x="270095" y="43185"/>
                </a:lnTo>
                <a:lnTo>
                  <a:pt x="269338" y="43770"/>
                </a:lnTo>
                <a:lnTo>
                  <a:pt x="268597" y="44372"/>
                </a:lnTo>
                <a:lnTo>
                  <a:pt x="267873" y="44991"/>
                </a:lnTo>
                <a:lnTo>
                  <a:pt x="267167" y="45629"/>
                </a:lnTo>
                <a:lnTo>
                  <a:pt x="266477" y="46283"/>
                </a:lnTo>
                <a:lnTo>
                  <a:pt x="265805" y="46955"/>
                </a:lnTo>
                <a:lnTo>
                  <a:pt x="265150" y="47645"/>
                </a:lnTo>
                <a:lnTo>
                  <a:pt x="264511" y="48351"/>
                </a:lnTo>
                <a:lnTo>
                  <a:pt x="263890" y="49076"/>
                </a:lnTo>
                <a:lnTo>
                  <a:pt x="263287" y="49817"/>
                </a:lnTo>
                <a:lnTo>
                  <a:pt x="262700" y="50577"/>
                </a:lnTo>
                <a:lnTo>
                  <a:pt x="262130" y="51353"/>
                </a:lnTo>
                <a:lnTo>
                  <a:pt x="261578" y="52147"/>
                </a:lnTo>
                <a:lnTo>
                  <a:pt x="261042" y="52959"/>
                </a:lnTo>
                <a:lnTo>
                  <a:pt x="260524" y="53788"/>
                </a:lnTo>
                <a:lnTo>
                  <a:pt x="260022" y="54634"/>
                </a:lnTo>
                <a:lnTo>
                  <a:pt x="259538" y="55498"/>
                </a:lnTo>
                <a:lnTo>
                  <a:pt x="259071" y="56379"/>
                </a:lnTo>
                <a:lnTo>
                  <a:pt x="258621" y="57278"/>
                </a:lnTo>
                <a:lnTo>
                  <a:pt x="258188" y="58194"/>
                </a:lnTo>
                <a:lnTo>
                  <a:pt x="257773" y="59128"/>
                </a:lnTo>
                <a:lnTo>
                  <a:pt x="257374" y="60079"/>
                </a:lnTo>
                <a:lnTo>
                  <a:pt x="256992" y="61045"/>
                </a:lnTo>
                <a:lnTo>
                  <a:pt x="256627" y="62023"/>
                </a:lnTo>
                <a:lnTo>
                  <a:pt x="256277" y="63014"/>
                </a:lnTo>
                <a:lnTo>
                  <a:pt x="255944" y="64018"/>
                </a:lnTo>
                <a:lnTo>
                  <a:pt x="255627" y="65034"/>
                </a:lnTo>
                <a:lnTo>
                  <a:pt x="255326" y="66062"/>
                </a:lnTo>
                <a:lnTo>
                  <a:pt x="255042" y="67103"/>
                </a:lnTo>
                <a:lnTo>
                  <a:pt x="254774" y="68157"/>
                </a:lnTo>
                <a:lnTo>
                  <a:pt x="254522" y="69223"/>
                </a:lnTo>
                <a:lnTo>
                  <a:pt x="254286" y="70302"/>
                </a:lnTo>
                <a:lnTo>
                  <a:pt x="254067" y="71393"/>
                </a:lnTo>
                <a:lnTo>
                  <a:pt x="253864" y="72496"/>
                </a:lnTo>
                <a:lnTo>
                  <a:pt x="253677" y="73612"/>
                </a:lnTo>
                <a:lnTo>
                  <a:pt x="253506" y="74741"/>
                </a:lnTo>
                <a:lnTo>
                  <a:pt x="253352" y="75882"/>
                </a:lnTo>
                <a:lnTo>
                  <a:pt x="253214" y="77036"/>
                </a:lnTo>
                <a:lnTo>
                  <a:pt x="253092" y="78202"/>
                </a:lnTo>
                <a:lnTo>
                  <a:pt x="252986" y="79381"/>
                </a:lnTo>
                <a:lnTo>
                  <a:pt x="252897" y="80572"/>
                </a:lnTo>
                <a:lnTo>
                  <a:pt x="252824" y="81776"/>
                </a:lnTo>
                <a:lnTo>
                  <a:pt x="252767" y="82992"/>
                </a:lnTo>
                <a:lnTo>
                  <a:pt x="252726" y="84220"/>
                </a:lnTo>
                <a:lnTo>
                  <a:pt x="252702" y="85462"/>
                </a:lnTo>
                <a:lnTo>
                  <a:pt x="252694" y="86715"/>
                </a:lnTo>
                <a:lnTo>
                  <a:pt x="252702" y="87920"/>
                </a:lnTo>
                <a:lnTo>
                  <a:pt x="252727" y="89114"/>
                </a:lnTo>
                <a:lnTo>
                  <a:pt x="252769" y="90298"/>
                </a:lnTo>
                <a:lnTo>
                  <a:pt x="252828" y="91472"/>
                </a:lnTo>
                <a:lnTo>
                  <a:pt x="252903" y="92636"/>
                </a:lnTo>
                <a:lnTo>
                  <a:pt x="252995" y="93790"/>
                </a:lnTo>
                <a:lnTo>
                  <a:pt x="253104" y="94934"/>
                </a:lnTo>
                <a:lnTo>
                  <a:pt x="253230" y="96067"/>
                </a:lnTo>
                <a:lnTo>
                  <a:pt x="253373" y="97191"/>
                </a:lnTo>
                <a:lnTo>
                  <a:pt x="253532" y="98305"/>
                </a:lnTo>
                <a:lnTo>
                  <a:pt x="253708" y="99409"/>
                </a:lnTo>
                <a:lnTo>
                  <a:pt x="253901" y="100503"/>
                </a:lnTo>
                <a:lnTo>
                  <a:pt x="254110" y="101586"/>
                </a:lnTo>
                <a:lnTo>
                  <a:pt x="254337" y="102660"/>
                </a:lnTo>
                <a:lnTo>
                  <a:pt x="254580" y="103723"/>
                </a:lnTo>
                <a:lnTo>
                  <a:pt x="254839" y="104777"/>
                </a:lnTo>
                <a:lnTo>
                  <a:pt x="255116" y="105821"/>
                </a:lnTo>
                <a:lnTo>
                  <a:pt x="255410" y="106854"/>
                </a:lnTo>
                <a:lnTo>
                  <a:pt x="255720" y="107877"/>
                </a:lnTo>
                <a:lnTo>
                  <a:pt x="256047" y="108891"/>
                </a:lnTo>
                <a:lnTo>
                  <a:pt x="256390" y="109894"/>
                </a:lnTo>
                <a:lnTo>
                  <a:pt x="256751" y="110887"/>
                </a:lnTo>
                <a:lnTo>
                  <a:pt x="257128" y="111871"/>
                </a:lnTo>
                <a:lnTo>
                  <a:pt x="257522" y="112844"/>
                </a:lnTo>
                <a:lnTo>
                  <a:pt x="257933" y="113803"/>
                </a:lnTo>
                <a:lnTo>
                  <a:pt x="258363" y="114746"/>
                </a:lnTo>
                <a:lnTo>
                  <a:pt x="258810" y="115672"/>
                </a:lnTo>
                <a:lnTo>
                  <a:pt x="259275" y="116581"/>
                </a:lnTo>
                <a:lnTo>
                  <a:pt x="259758" y="117473"/>
                </a:lnTo>
                <a:lnTo>
                  <a:pt x="260260" y="118348"/>
                </a:lnTo>
                <a:lnTo>
                  <a:pt x="260779" y="119206"/>
                </a:lnTo>
                <a:lnTo>
                  <a:pt x="261316" y="120047"/>
                </a:lnTo>
                <a:lnTo>
                  <a:pt x="261871" y="120871"/>
                </a:lnTo>
                <a:lnTo>
                  <a:pt x="262444" y="121679"/>
                </a:lnTo>
                <a:lnTo>
                  <a:pt x="263035" y="122469"/>
                </a:lnTo>
                <a:lnTo>
                  <a:pt x="263644" y="123243"/>
                </a:lnTo>
                <a:lnTo>
                  <a:pt x="264271" y="124000"/>
                </a:lnTo>
                <a:lnTo>
                  <a:pt x="264916" y="124740"/>
                </a:lnTo>
                <a:lnTo>
                  <a:pt x="265578" y="125463"/>
                </a:lnTo>
                <a:lnTo>
                  <a:pt x="266259" y="126169"/>
                </a:lnTo>
                <a:lnTo>
                  <a:pt x="266958" y="126858"/>
                </a:lnTo>
                <a:lnTo>
                  <a:pt x="267675" y="127530"/>
                </a:lnTo>
                <a:lnTo>
                  <a:pt x="268409" y="128186"/>
                </a:lnTo>
                <a:lnTo>
                  <a:pt x="269162" y="128824"/>
                </a:lnTo>
                <a:lnTo>
                  <a:pt x="269933" y="129446"/>
                </a:lnTo>
                <a:lnTo>
                  <a:pt x="270721" y="130051"/>
                </a:lnTo>
                <a:lnTo>
                  <a:pt x="271528" y="130638"/>
                </a:lnTo>
                <a:lnTo>
                  <a:pt x="272352" y="131209"/>
                </a:lnTo>
                <a:lnTo>
                  <a:pt x="273196" y="131760"/>
                </a:lnTo>
                <a:lnTo>
                  <a:pt x="274059" y="132287"/>
                </a:lnTo>
                <a:lnTo>
                  <a:pt x="274941" y="132791"/>
                </a:lnTo>
                <a:lnTo>
                  <a:pt x="275844" y="133271"/>
                </a:lnTo>
                <a:lnTo>
                  <a:pt x="276766" y="133728"/>
                </a:lnTo>
                <a:lnTo>
                  <a:pt x="277707" y="134161"/>
                </a:lnTo>
                <a:lnTo>
                  <a:pt x="278669" y="134571"/>
                </a:lnTo>
                <a:lnTo>
                  <a:pt x="279650" y="134958"/>
                </a:lnTo>
                <a:lnTo>
                  <a:pt x="280650" y="135321"/>
                </a:lnTo>
                <a:lnTo>
                  <a:pt x="281671" y="135660"/>
                </a:lnTo>
                <a:lnTo>
                  <a:pt x="282711" y="135977"/>
                </a:lnTo>
                <a:lnTo>
                  <a:pt x="283771" y="136270"/>
                </a:lnTo>
                <a:lnTo>
                  <a:pt x="284850" y="136539"/>
                </a:lnTo>
                <a:lnTo>
                  <a:pt x="285949" y="136785"/>
                </a:lnTo>
                <a:lnTo>
                  <a:pt x="287068" y="137008"/>
                </a:lnTo>
                <a:lnTo>
                  <a:pt x="288206" y="137207"/>
                </a:lnTo>
                <a:lnTo>
                  <a:pt x="289364" y="137382"/>
                </a:lnTo>
                <a:lnTo>
                  <a:pt x="290542" y="137535"/>
                </a:lnTo>
                <a:lnTo>
                  <a:pt x="291740" y="137663"/>
                </a:lnTo>
                <a:lnTo>
                  <a:pt x="292957" y="137769"/>
                </a:lnTo>
                <a:lnTo>
                  <a:pt x="294194" y="137851"/>
                </a:lnTo>
                <a:lnTo>
                  <a:pt x="295450" y="137909"/>
                </a:lnTo>
                <a:lnTo>
                  <a:pt x="296726" y="137945"/>
                </a:lnTo>
                <a:lnTo>
                  <a:pt x="298022" y="137956"/>
                </a:lnTo>
                <a:lnTo>
                  <a:pt x="299026" y="137949"/>
                </a:lnTo>
                <a:lnTo>
                  <a:pt x="300019" y="137928"/>
                </a:lnTo>
                <a:lnTo>
                  <a:pt x="301001" y="137892"/>
                </a:lnTo>
                <a:lnTo>
                  <a:pt x="301972" y="137842"/>
                </a:lnTo>
                <a:close/>
                <a:moveTo>
                  <a:pt x="269770" y="72703"/>
                </a:moveTo>
                <a:lnTo>
                  <a:pt x="269950" y="71624"/>
                </a:lnTo>
                <a:lnTo>
                  <a:pt x="270151" y="70569"/>
                </a:lnTo>
                <a:lnTo>
                  <a:pt x="270371" y="69537"/>
                </a:lnTo>
                <a:lnTo>
                  <a:pt x="270611" y="68529"/>
                </a:lnTo>
                <a:lnTo>
                  <a:pt x="270872" y="67544"/>
                </a:lnTo>
                <a:lnTo>
                  <a:pt x="271152" y="66583"/>
                </a:lnTo>
                <a:lnTo>
                  <a:pt x="271453" y="65646"/>
                </a:lnTo>
                <a:lnTo>
                  <a:pt x="271773" y="64732"/>
                </a:lnTo>
                <a:lnTo>
                  <a:pt x="272114" y="63842"/>
                </a:lnTo>
                <a:lnTo>
                  <a:pt x="272474" y="62976"/>
                </a:lnTo>
                <a:lnTo>
                  <a:pt x="272855" y="62133"/>
                </a:lnTo>
                <a:lnTo>
                  <a:pt x="273256" y="61314"/>
                </a:lnTo>
                <a:lnTo>
                  <a:pt x="273676" y="60518"/>
                </a:lnTo>
                <a:lnTo>
                  <a:pt x="274117" y="59746"/>
                </a:lnTo>
                <a:lnTo>
                  <a:pt x="274577" y="58998"/>
                </a:lnTo>
                <a:lnTo>
                  <a:pt x="275058" y="58273"/>
                </a:lnTo>
                <a:lnTo>
                  <a:pt x="275559" y="57572"/>
                </a:lnTo>
                <a:lnTo>
                  <a:pt x="276079" y="56895"/>
                </a:lnTo>
                <a:lnTo>
                  <a:pt x="276620" y="56241"/>
                </a:lnTo>
                <a:lnTo>
                  <a:pt x="277181" y="55611"/>
                </a:lnTo>
                <a:lnTo>
                  <a:pt x="277760" y="55005"/>
                </a:lnTo>
                <a:lnTo>
                  <a:pt x="278358" y="54425"/>
                </a:lnTo>
                <a:lnTo>
                  <a:pt x="278974" y="53870"/>
                </a:lnTo>
                <a:lnTo>
                  <a:pt x="279607" y="53342"/>
                </a:lnTo>
                <a:lnTo>
                  <a:pt x="280259" y="52839"/>
                </a:lnTo>
                <a:lnTo>
                  <a:pt x="280928" y="52362"/>
                </a:lnTo>
                <a:lnTo>
                  <a:pt x="281616" y="51911"/>
                </a:lnTo>
                <a:lnTo>
                  <a:pt x="282321" y="51486"/>
                </a:lnTo>
                <a:lnTo>
                  <a:pt x="283045" y="51086"/>
                </a:lnTo>
                <a:lnTo>
                  <a:pt x="283786" y="50713"/>
                </a:lnTo>
                <a:lnTo>
                  <a:pt x="284545" y="50365"/>
                </a:lnTo>
                <a:lnTo>
                  <a:pt x="285323" y="50042"/>
                </a:lnTo>
                <a:lnTo>
                  <a:pt x="286118" y="49746"/>
                </a:lnTo>
                <a:lnTo>
                  <a:pt x="286931" y="49475"/>
                </a:lnTo>
                <a:lnTo>
                  <a:pt x="287762" y="49230"/>
                </a:lnTo>
                <a:lnTo>
                  <a:pt x="288611" y="49011"/>
                </a:lnTo>
                <a:lnTo>
                  <a:pt x="289479" y="48818"/>
                </a:lnTo>
                <a:lnTo>
                  <a:pt x="290364" y="48650"/>
                </a:lnTo>
                <a:lnTo>
                  <a:pt x="291267" y="48508"/>
                </a:lnTo>
                <a:lnTo>
                  <a:pt x="292188" y="48392"/>
                </a:lnTo>
                <a:lnTo>
                  <a:pt x="293127" y="48302"/>
                </a:lnTo>
                <a:lnTo>
                  <a:pt x="294083" y="48238"/>
                </a:lnTo>
                <a:lnTo>
                  <a:pt x="295058" y="48199"/>
                </a:lnTo>
                <a:lnTo>
                  <a:pt x="296051" y="48186"/>
                </a:lnTo>
                <a:lnTo>
                  <a:pt x="297036" y="48199"/>
                </a:lnTo>
                <a:lnTo>
                  <a:pt x="298002" y="48238"/>
                </a:lnTo>
                <a:lnTo>
                  <a:pt x="298950" y="48303"/>
                </a:lnTo>
                <a:lnTo>
                  <a:pt x="299881" y="48394"/>
                </a:lnTo>
                <a:lnTo>
                  <a:pt x="300793" y="48511"/>
                </a:lnTo>
                <a:lnTo>
                  <a:pt x="301686" y="48653"/>
                </a:lnTo>
                <a:lnTo>
                  <a:pt x="302562" y="48822"/>
                </a:lnTo>
                <a:lnTo>
                  <a:pt x="303420" y="49017"/>
                </a:lnTo>
                <a:lnTo>
                  <a:pt x="304259" y="49238"/>
                </a:lnTo>
                <a:lnTo>
                  <a:pt x="305081" y="49484"/>
                </a:lnTo>
                <a:lnTo>
                  <a:pt x="305884" y="49757"/>
                </a:lnTo>
                <a:lnTo>
                  <a:pt x="306669" y="50055"/>
                </a:lnTo>
                <a:lnTo>
                  <a:pt x="307436" y="50380"/>
                </a:lnTo>
                <a:lnTo>
                  <a:pt x="308185" y="50730"/>
                </a:lnTo>
                <a:lnTo>
                  <a:pt x="308915" y="51107"/>
                </a:lnTo>
                <a:lnTo>
                  <a:pt x="309628" y="51509"/>
                </a:lnTo>
                <a:lnTo>
                  <a:pt x="310322" y="51938"/>
                </a:lnTo>
                <a:lnTo>
                  <a:pt x="310999" y="52392"/>
                </a:lnTo>
                <a:lnTo>
                  <a:pt x="311657" y="52872"/>
                </a:lnTo>
                <a:lnTo>
                  <a:pt x="312297" y="53378"/>
                </a:lnTo>
                <a:lnTo>
                  <a:pt x="312919" y="53911"/>
                </a:lnTo>
                <a:lnTo>
                  <a:pt x="313522" y="54469"/>
                </a:lnTo>
                <a:lnTo>
                  <a:pt x="314108" y="55053"/>
                </a:lnTo>
                <a:lnTo>
                  <a:pt x="314675" y="55663"/>
                </a:lnTo>
                <a:lnTo>
                  <a:pt x="315223" y="56297"/>
                </a:lnTo>
                <a:lnTo>
                  <a:pt x="315748" y="56955"/>
                </a:lnTo>
                <a:lnTo>
                  <a:pt x="316250" y="57635"/>
                </a:lnTo>
                <a:lnTo>
                  <a:pt x="316731" y="58339"/>
                </a:lnTo>
                <a:lnTo>
                  <a:pt x="317189" y="59065"/>
                </a:lnTo>
                <a:lnTo>
                  <a:pt x="317625" y="59815"/>
                </a:lnTo>
                <a:lnTo>
                  <a:pt x="318039" y="60588"/>
                </a:lnTo>
                <a:lnTo>
                  <a:pt x="318431" y="61384"/>
                </a:lnTo>
                <a:lnTo>
                  <a:pt x="318800" y="62203"/>
                </a:lnTo>
                <a:lnTo>
                  <a:pt x="319147" y="63045"/>
                </a:lnTo>
                <a:lnTo>
                  <a:pt x="319472" y="63910"/>
                </a:lnTo>
                <a:lnTo>
                  <a:pt x="319775" y="64798"/>
                </a:lnTo>
                <a:lnTo>
                  <a:pt x="320055" y="65709"/>
                </a:lnTo>
                <a:lnTo>
                  <a:pt x="320313" y="66643"/>
                </a:lnTo>
                <a:lnTo>
                  <a:pt x="320549" y="67601"/>
                </a:lnTo>
                <a:lnTo>
                  <a:pt x="320763" y="68581"/>
                </a:lnTo>
                <a:lnTo>
                  <a:pt x="320954" y="69585"/>
                </a:lnTo>
                <a:lnTo>
                  <a:pt x="321124" y="70611"/>
                </a:lnTo>
                <a:lnTo>
                  <a:pt x="321270" y="71661"/>
                </a:lnTo>
                <a:lnTo>
                  <a:pt x="321395" y="72734"/>
                </a:lnTo>
                <a:lnTo>
                  <a:pt x="321498" y="73830"/>
                </a:lnTo>
                <a:lnTo>
                  <a:pt x="321578" y="74949"/>
                </a:lnTo>
                <a:lnTo>
                  <a:pt x="321636" y="76090"/>
                </a:lnTo>
                <a:lnTo>
                  <a:pt x="321672" y="77256"/>
                </a:lnTo>
                <a:lnTo>
                  <a:pt x="269248" y="77256"/>
                </a:lnTo>
                <a:lnTo>
                  <a:pt x="269349" y="76082"/>
                </a:lnTo>
                <a:lnTo>
                  <a:pt x="269469" y="74932"/>
                </a:lnTo>
                <a:lnTo>
                  <a:pt x="269609" y="73806"/>
                </a:lnTo>
                <a:lnTo>
                  <a:pt x="269770" y="72703"/>
                </a:lnTo>
                <a:close/>
                <a:moveTo>
                  <a:pt x="180457" y="137727"/>
                </a:moveTo>
                <a:lnTo>
                  <a:pt x="181435" y="137627"/>
                </a:lnTo>
                <a:lnTo>
                  <a:pt x="182397" y="137508"/>
                </a:lnTo>
                <a:lnTo>
                  <a:pt x="183345" y="137371"/>
                </a:lnTo>
                <a:lnTo>
                  <a:pt x="184278" y="137215"/>
                </a:lnTo>
                <a:lnTo>
                  <a:pt x="185195" y="137041"/>
                </a:lnTo>
                <a:lnTo>
                  <a:pt x="186098" y="136849"/>
                </a:lnTo>
                <a:lnTo>
                  <a:pt x="186987" y="136638"/>
                </a:lnTo>
                <a:lnTo>
                  <a:pt x="187860" y="136410"/>
                </a:lnTo>
                <a:lnTo>
                  <a:pt x="188718" y="136162"/>
                </a:lnTo>
                <a:lnTo>
                  <a:pt x="189562" y="135897"/>
                </a:lnTo>
                <a:lnTo>
                  <a:pt x="190390" y="135613"/>
                </a:lnTo>
                <a:lnTo>
                  <a:pt x="191204" y="135311"/>
                </a:lnTo>
                <a:lnTo>
                  <a:pt x="192003" y="134991"/>
                </a:lnTo>
                <a:lnTo>
                  <a:pt x="192787" y="134652"/>
                </a:lnTo>
                <a:lnTo>
                  <a:pt x="193556" y="134295"/>
                </a:lnTo>
                <a:lnTo>
                  <a:pt x="194310" y="133920"/>
                </a:lnTo>
                <a:lnTo>
                  <a:pt x="195049" y="133526"/>
                </a:lnTo>
                <a:lnTo>
                  <a:pt x="195774" y="133115"/>
                </a:lnTo>
                <a:lnTo>
                  <a:pt x="196483" y="132684"/>
                </a:lnTo>
                <a:lnTo>
                  <a:pt x="197179" y="132244"/>
                </a:lnTo>
                <a:lnTo>
                  <a:pt x="197861" y="131803"/>
                </a:lnTo>
                <a:lnTo>
                  <a:pt x="198530" y="131360"/>
                </a:lnTo>
                <a:lnTo>
                  <a:pt x="199186" y="130915"/>
                </a:lnTo>
                <a:lnTo>
                  <a:pt x="199829" y="130469"/>
                </a:lnTo>
                <a:lnTo>
                  <a:pt x="200459" y="130021"/>
                </a:lnTo>
                <a:lnTo>
                  <a:pt x="201075" y="129571"/>
                </a:lnTo>
                <a:lnTo>
                  <a:pt x="201679" y="129121"/>
                </a:lnTo>
                <a:lnTo>
                  <a:pt x="202269" y="128668"/>
                </a:lnTo>
                <a:lnTo>
                  <a:pt x="202846" y="128214"/>
                </a:lnTo>
                <a:lnTo>
                  <a:pt x="203410" y="127759"/>
                </a:lnTo>
                <a:lnTo>
                  <a:pt x="203960" y="127302"/>
                </a:lnTo>
                <a:lnTo>
                  <a:pt x="204498" y="126843"/>
                </a:lnTo>
                <a:lnTo>
                  <a:pt x="205022" y="126383"/>
                </a:lnTo>
                <a:lnTo>
                  <a:pt x="205533" y="125921"/>
                </a:lnTo>
                <a:lnTo>
                  <a:pt x="206031" y="125458"/>
                </a:lnTo>
                <a:lnTo>
                  <a:pt x="206516" y="124993"/>
                </a:lnTo>
                <a:lnTo>
                  <a:pt x="206987" y="124527"/>
                </a:lnTo>
                <a:lnTo>
                  <a:pt x="207446" y="124059"/>
                </a:lnTo>
                <a:lnTo>
                  <a:pt x="207891" y="123590"/>
                </a:lnTo>
                <a:lnTo>
                  <a:pt x="208323" y="123119"/>
                </a:lnTo>
                <a:lnTo>
                  <a:pt x="208742" y="122647"/>
                </a:lnTo>
                <a:lnTo>
                  <a:pt x="209147" y="122173"/>
                </a:lnTo>
                <a:lnTo>
                  <a:pt x="209540" y="121697"/>
                </a:lnTo>
                <a:lnTo>
                  <a:pt x="210033" y="136183"/>
                </a:lnTo>
                <a:lnTo>
                  <a:pt x="225898" y="136183"/>
                </a:lnTo>
                <a:lnTo>
                  <a:pt x="225898" y="37248"/>
                </a:lnTo>
                <a:lnTo>
                  <a:pt x="209343" y="37248"/>
                </a:lnTo>
                <a:lnTo>
                  <a:pt x="209343" y="107908"/>
                </a:lnTo>
                <a:lnTo>
                  <a:pt x="208968" y="108417"/>
                </a:lnTo>
                <a:lnTo>
                  <a:pt x="208584" y="108922"/>
                </a:lnTo>
                <a:lnTo>
                  <a:pt x="208190" y="109421"/>
                </a:lnTo>
                <a:lnTo>
                  <a:pt x="207785" y="109915"/>
                </a:lnTo>
                <a:lnTo>
                  <a:pt x="207371" y="110404"/>
                </a:lnTo>
                <a:lnTo>
                  <a:pt x="206947" y="110888"/>
                </a:lnTo>
                <a:lnTo>
                  <a:pt x="206513" y="111367"/>
                </a:lnTo>
                <a:lnTo>
                  <a:pt x="206069" y="111840"/>
                </a:lnTo>
                <a:lnTo>
                  <a:pt x="205615" y="112308"/>
                </a:lnTo>
                <a:lnTo>
                  <a:pt x="205152" y="112772"/>
                </a:lnTo>
                <a:lnTo>
                  <a:pt x="204678" y="113229"/>
                </a:lnTo>
                <a:lnTo>
                  <a:pt x="204194" y="113682"/>
                </a:lnTo>
                <a:lnTo>
                  <a:pt x="203701" y="114130"/>
                </a:lnTo>
                <a:lnTo>
                  <a:pt x="203197" y="114572"/>
                </a:lnTo>
                <a:lnTo>
                  <a:pt x="202684" y="115010"/>
                </a:lnTo>
                <a:lnTo>
                  <a:pt x="202160" y="115442"/>
                </a:lnTo>
                <a:lnTo>
                  <a:pt x="201627" y="115869"/>
                </a:lnTo>
                <a:lnTo>
                  <a:pt x="201084" y="116291"/>
                </a:lnTo>
                <a:lnTo>
                  <a:pt x="200531" y="116707"/>
                </a:lnTo>
                <a:lnTo>
                  <a:pt x="199968" y="117119"/>
                </a:lnTo>
                <a:lnTo>
                  <a:pt x="199395" y="117525"/>
                </a:lnTo>
                <a:lnTo>
                  <a:pt x="198812" y="117926"/>
                </a:lnTo>
                <a:lnTo>
                  <a:pt x="198219" y="118322"/>
                </a:lnTo>
                <a:lnTo>
                  <a:pt x="197617" y="118713"/>
                </a:lnTo>
                <a:lnTo>
                  <a:pt x="197003" y="119093"/>
                </a:lnTo>
                <a:lnTo>
                  <a:pt x="196377" y="119457"/>
                </a:lnTo>
                <a:lnTo>
                  <a:pt x="195738" y="119805"/>
                </a:lnTo>
                <a:lnTo>
                  <a:pt x="195087" y="120137"/>
                </a:lnTo>
                <a:lnTo>
                  <a:pt x="194424" y="120452"/>
                </a:lnTo>
                <a:lnTo>
                  <a:pt x="193749" y="120752"/>
                </a:lnTo>
                <a:lnTo>
                  <a:pt x="193061" y="121035"/>
                </a:lnTo>
                <a:lnTo>
                  <a:pt x="192361" y="121302"/>
                </a:lnTo>
                <a:lnTo>
                  <a:pt x="191649" y="121552"/>
                </a:lnTo>
                <a:lnTo>
                  <a:pt x="190924" y="121787"/>
                </a:lnTo>
                <a:lnTo>
                  <a:pt x="190187" y="122005"/>
                </a:lnTo>
                <a:lnTo>
                  <a:pt x="189438" y="122208"/>
                </a:lnTo>
                <a:lnTo>
                  <a:pt x="188676" y="122394"/>
                </a:lnTo>
                <a:lnTo>
                  <a:pt x="187902" y="122563"/>
                </a:lnTo>
                <a:lnTo>
                  <a:pt x="187116" y="122717"/>
                </a:lnTo>
                <a:lnTo>
                  <a:pt x="186317" y="122855"/>
                </a:lnTo>
                <a:lnTo>
                  <a:pt x="185506" y="122976"/>
                </a:lnTo>
                <a:lnTo>
                  <a:pt x="184683" y="123081"/>
                </a:lnTo>
                <a:lnTo>
                  <a:pt x="183848" y="123170"/>
                </a:lnTo>
                <a:lnTo>
                  <a:pt x="183000" y="123243"/>
                </a:lnTo>
                <a:lnTo>
                  <a:pt x="182140" y="123300"/>
                </a:lnTo>
                <a:lnTo>
                  <a:pt x="181267" y="123340"/>
                </a:lnTo>
                <a:lnTo>
                  <a:pt x="180382" y="123364"/>
                </a:lnTo>
                <a:lnTo>
                  <a:pt x="179485" y="123372"/>
                </a:lnTo>
                <a:lnTo>
                  <a:pt x="178843" y="123367"/>
                </a:lnTo>
                <a:lnTo>
                  <a:pt x="178213" y="123352"/>
                </a:lnTo>
                <a:lnTo>
                  <a:pt x="177596" y="123326"/>
                </a:lnTo>
                <a:lnTo>
                  <a:pt x="176992" y="123290"/>
                </a:lnTo>
                <a:lnTo>
                  <a:pt x="176400" y="123244"/>
                </a:lnTo>
                <a:lnTo>
                  <a:pt x="175821" y="123187"/>
                </a:lnTo>
                <a:lnTo>
                  <a:pt x="175254" y="123120"/>
                </a:lnTo>
                <a:lnTo>
                  <a:pt x="174701" y="123043"/>
                </a:lnTo>
                <a:lnTo>
                  <a:pt x="174159" y="122955"/>
                </a:lnTo>
                <a:lnTo>
                  <a:pt x="173631" y="122857"/>
                </a:lnTo>
                <a:lnTo>
                  <a:pt x="173115" y="122749"/>
                </a:lnTo>
                <a:lnTo>
                  <a:pt x="172612" y="122630"/>
                </a:lnTo>
                <a:lnTo>
                  <a:pt x="172122" y="122501"/>
                </a:lnTo>
                <a:lnTo>
                  <a:pt x="171644" y="122362"/>
                </a:lnTo>
                <a:lnTo>
                  <a:pt x="171179" y="122213"/>
                </a:lnTo>
                <a:lnTo>
                  <a:pt x="170726" y="122053"/>
                </a:lnTo>
                <a:lnTo>
                  <a:pt x="170286" y="121883"/>
                </a:lnTo>
                <a:lnTo>
                  <a:pt x="169859" y="121703"/>
                </a:lnTo>
                <a:lnTo>
                  <a:pt x="169445" y="121512"/>
                </a:lnTo>
                <a:lnTo>
                  <a:pt x="169043" y="121311"/>
                </a:lnTo>
                <a:lnTo>
                  <a:pt x="168654" y="121100"/>
                </a:lnTo>
                <a:lnTo>
                  <a:pt x="168277" y="120878"/>
                </a:lnTo>
                <a:lnTo>
                  <a:pt x="167913" y="120646"/>
                </a:lnTo>
                <a:lnTo>
                  <a:pt x="167562" y="120404"/>
                </a:lnTo>
                <a:lnTo>
                  <a:pt x="167222" y="120152"/>
                </a:lnTo>
                <a:lnTo>
                  <a:pt x="166891" y="119892"/>
                </a:lnTo>
                <a:lnTo>
                  <a:pt x="166569" y="119624"/>
                </a:lnTo>
                <a:lnTo>
                  <a:pt x="166256" y="119348"/>
                </a:lnTo>
                <a:lnTo>
                  <a:pt x="165953" y="119064"/>
                </a:lnTo>
                <a:lnTo>
                  <a:pt x="165659" y="118771"/>
                </a:lnTo>
                <a:lnTo>
                  <a:pt x="165374" y="118470"/>
                </a:lnTo>
                <a:lnTo>
                  <a:pt x="165098" y="118161"/>
                </a:lnTo>
                <a:lnTo>
                  <a:pt x="164832" y="117844"/>
                </a:lnTo>
                <a:lnTo>
                  <a:pt x="164575" y="117519"/>
                </a:lnTo>
                <a:lnTo>
                  <a:pt x="164327" y="117186"/>
                </a:lnTo>
                <a:lnTo>
                  <a:pt x="164088" y="116844"/>
                </a:lnTo>
                <a:lnTo>
                  <a:pt x="163859" y="116494"/>
                </a:lnTo>
                <a:lnTo>
                  <a:pt x="163639" y="116136"/>
                </a:lnTo>
                <a:lnTo>
                  <a:pt x="163428" y="115770"/>
                </a:lnTo>
                <a:lnTo>
                  <a:pt x="163226" y="115396"/>
                </a:lnTo>
                <a:lnTo>
                  <a:pt x="163034" y="115014"/>
                </a:lnTo>
                <a:lnTo>
                  <a:pt x="162850" y="114623"/>
                </a:lnTo>
                <a:lnTo>
                  <a:pt x="162676" y="114224"/>
                </a:lnTo>
                <a:lnTo>
                  <a:pt x="162512" y="113817"/>
                </a:lnTo>
                <a:lnTo>
                  <a:pt x="162356" y="113402"/>
                </a:lnTo>
                <a:lnTo>
                  <a:pt x="162210" y="112979"/>
                </a:lnTo>
                <a:lnTo>
                  <a:pt x="162073" y="112548"/>
                </a:lnTo>
                <a:lnTo>
                  <a:pt x="161945" y="112108"/>
                </a:lnTo>
                <a:lnTo>
                  <a:pt x="161824" y="111662"/>
                </a:lnTo>
                <a:lnTo>
                  <a:pt x="161709" y="111211"/>
                </a:lnTo>
                <a:lnTo>
                  <a:pt x="161599" y="110754"/>
                </a:lnTo>
                <a:lnTo>
                  <a:pt x="161493" y="110293"/>
                </a:lnTo>
                <a:lnTo>
                  <a:pt x="161393" y="109827"/>
                </a:lnTo>
                <a:lnTo>
                  <a:pt x="161298" y="109356"/>
                </a:lnTo>
                <a:lnTo>
                  <a:pt x="161209" y="108880"/>
                </a:lnTo>
                <a:lnTo>
                  <a:pt x="161124" y="108399"/>
                </a:lnTo>
                <a:lnTo>
                  <a:pt x="161044" y="107913"/>
                </a:lnTo>
                <a:lnTo>
                  <a:pt x="160970" y="107422"/>
                </a:lnTo>
                <a:lnTo>
                  <a:pt x="160901" y="106926"/>
                </a:lnTo>
                <a:lnTo>
                  <a:pt x="160837" y="106425"/>
                </a:lnTo>
                <a:lnTo>
                  <a:pt x="160777" y="105919"/>
                </a:lnTo>
                <a:lnTo>
                  <a:pt x="160724" y="105408"/>
                </a:lnTo>
                <a:lnTo>
                  <a:pt x="160675" y="104892"/>
                </a:lnTo>
                <a:lnTo>
                  <a:pt x="160631" y="104371"/>
                </a:lnTo>
                <a:lnTo>
                  <a:pt x="160593" y="103845"/>
                </a:lnTo>
                <a:lnTo>
                  <a:pt x="160559" y="103314"/>
                </a:lnTo>
                <a:lnTo>
                  <a:pt x="160531" y="102779"/>
                </a:lnTo>
                <a:lnTo>
                  <a:pt x="160508" y="102238"/>
                </a:lnTo>
                <a:lnTo>
                  <a:pt x="160490" y="101692"/>
                </a:lnTo>
                <a:lnTo>
                  <a:pt x="160477" y="101141"/>
                </a:lnTo>
                <a:lnTo>
                  <a:pt x="160470" y="100585"/>
                </a:lnTo>
                <a:lnTo>
                  <a:pt x="160467" y="100024"/>
                </a:lnTo>
                <a:lnTo>
                  <a:pt x="160467" y="37248"/>
                </a:lnTo>
                <a:lnTo>
                  <a:pt x="143912" y="37248"/>
                </a:lnTo>
                <a:lnTo>
                  <a:pt x="143912" y="102011"/>
                </a:lnTo>
                <a:lnTo>
                  <a:pt x="143925" y="103398"/>
                </a:lnTo>
                <a:lnTo>
                  <a:pt x="143964" y="104761"/>
                </a:lnTo>
                <a:lnTo>
                  <a:pt x="144028" y="106098"/>
                </a:lnTo>
                <a:lnTo>
                  <a:pt x="144118" y="107410"/>
                </a:lnTo>
                <a:lnTo>
                  <a:pt x="144233" y="108697"/>
                </a:lnTo>
                <a:lnTo>
                  <a:pt x="144374" y="109960"/>
                </a:lnTo>
                <a:lnTo>
                  <a:pt x="144541" y="111197"/>
                </a:lnTo>
                <a:lnTo>
                  <a:pt x="144733" y="112408"/>
                </a:lnTo>
                <a:lnTo>
                  <a:pt x="144952" y="113595"/>
                </a:lnTo>
                <a:lnTo>
                  <a:pt x="145195" y="114757"/>
                </a:lnTo>
                <a:lnTo>
                  <a:pt x="145465" y="115893"/>
                </a:lnTo>
                <a:lnTo>
                  <a:pt x="145760" y="117005"/>
                </a:lnTo>
                <a:lnTo>
                  <a:pt x="146081" y="118091"/>
                </a:lnTo>
                <a:lnTo>
                  <a:pt x="146427" y="119153"/>
                </a:lnTo>
                <a:lnTo>
                  <a:pt x="146799" y="120189"/>
                </a:lnTo>
                <a:lnTo>
                  <a:pt x="147197" y="121200"/>
                </a:lnTo>
                <a:lnTo>
                  <a:pt x="147620" y="122186"/>
                </a:lnTo>
                <a:lnTo>
                  <a:pt x="148069" y="123147"/>
                </a:lnTo>
                <a:lnTo>
                  <a:pt x="148544" y="124083"/>
                </a:lnTo>
                <a:lnTo>
                  <a:pt x="149045" y="124994"/>
                </a:lnTo>
                <a:lnTo>
                  <a:pt x="149571" y="125879"/>
                </a:lnTo>
                <a:lnTo>
                  <a:pt x="150122" y="126740"/>
                </a:lnTo>
                <a:lnTo>
                  <a:pt x="150700" y="127575"/>
                </a:lnTo>
                <a:lnTo>
                  <a:pt x="151303" y="128386"/>
                </a:lnTo>
                <a:lnTo>
                  <a:pt x="151935" y="129167"/>
                </a:lnTo>
                <a:lnTo>
                  <a:pt x="152599" y="129914"/>
                </a:lnTo>
                <a:lnTo>
                  <a:pt x="153295" y="130629"/>
                </a:lnTo>
                <a:lnTo>
                  <a:pt x="154024" y="131310"/>
                </a:lnTo>
                <a:lnTo>
                  <a:pt x="154784" y="131958"/>
                </a:lnTo>
                <a:lnTo>
                  <a:pt x="155577" y="132573"/>
                </a:lnTo>
                <a:lnTo>
                  <a:pt x="156402" y="133154"/>
                </a:lnTo>
                <a:lnTo>
                  <a:pt x="157259" y="133703"/>
                </a:lnTo>
                <a:lnTo>
                  <a:pt x="158148" y="134218"/>
                </a:lnTo>
                <a:lnTo>
                  <a:pt x="159070" y="134700"/>
                </a:lnTo>
                <a:lnTo>
                  <a:pt x="160023" y="135148"/>
                </a:lnTo>
                <a:lnTo>
                  <a:pt x="161009" y="135564"/>
                </a:lnTo>
                <a:lnTo>
                  <a:pt x="162027" y="135946"/>
                </a:lnTo>
                <a:lnTo>
                  <a:pt x="163077" y="136295"/>
                </a:lnTo>
                <a:lnTo>
                  <a:pt x="164159" y="136610"/>
                </a:lnTo>
                <a:lnTo>
                  <a:pt x="165274" y="136893"/>
                </a:lnTo>
                <a:lnTo>
                  <a:pt x="166420" y="137142"/>
                </a:lnTo>
                <a:lnTo>
                  <a:pt x="167599" y="137358"/>
                </a:lnTo>
                <a:lnTo>
                  <a:pt x="168810" y="137541"/>
                </a:lnTo>
                <a:lnTo>
                  <a:pt x="170053" y="137690"/>
                </a:lnTo>
                <a:lnTo>
                  <a:pt x="171328" y="137807"/>
                </a:lnTo>
                <a:lnTo>
                  <a:pt x="172635" y="137890"/>
                </a:lnTo>
                <a:lnTo>
                  <a:pt x="173975" y="137940"/>
                </a:lnTo>
                <a:lnTo>
                  <a:pt x="175347" y="137956"/>
                </a:lnTo>
                <a:lnTo>
                  <a:pt x="176398" y="137947"/>
                </a:lnTo>
                <a:lnTo>
                  <a:pt x="177435" y="137920"/>
                </a:lnTo>
                <a:lnTo>
                  <a:pt x="178458" y="137874"/>
                </a:lnTo>
                <a:lnTo>
                  <a:pt x="179465" y="137810"/>
                </a:lnTo>
                <a:lnTo>
                  <a:pt x="180457" y="137727"/>
                </a:lnTo>
                <a:close/>
                <a:moveTo>
                  <a:pt x="370521" y="137752"/>
                </a:moveTo>
                <a:lnTo>
                  <a:pt x="370381" y="138246"/>
                </a:lnTo>
                <a:lnTo>
                  <a:pt x="370229" y="138734"/>
                </a:lnTo>
                <a:lnTo>
                  <a:pt x="370066" y="139215"/>
                </a:lnTo>
                <a:lnTo>
                  <a:pt x="369890" y="139692"/>
                </a:lnTo>
                <a:lnTo>
                  <a:pt x="369702" y="140162"/>
                </a:lnTo>
                <a:lnTo>
                  <a:pt x="369503" y="140626"/>
                </a:lnTo>
                <a:lnTo>
                  <a:pt x="369291" y="141085"/>
                </a:lnTo>
                <a:lnTo>
                  <a:pt x="369067" y="141538"/>
                </a:lnTo>
                <a:lnTo>
                  <a:pt x="368832" y="141985"/>
                </a:lnTo>
                <a:lnTo>
                  <a:pt x="368584" y="142426"/>
                </a:lnTo>
                <a:lnTo>
                  <a:pt x="368325" y="142861"/>
                </a:lnTo>
                <a:lnTo>
                  <a:pt x="368053" y="143291"/>
                </a:lnTo>
                <a:lnTo>
                  <a:pt x="367770" y="143715"/>
                </a:lnTo>
                <a:lnTo>
                  <a:pt x="367474" y="144133"/>
                </a:lnTo>
                <a:lnTo>
                  <a:pt x="367167" y="144545"/>
                </a:lnTo>
                <a:lnTo>
                  <a:pt x="366847" y="144951"/>
                </a:lnTo>
                <a:lnTo>
                  <a:pt x="366516" y="145352"/>
                </a:lnTo>
                <a:lnTo>
                  <a:pt x="366173" y="145746"/>
                </a:lnTo>
                <a:lnTo>
                  <a:pt x="365817" y="146135"/>
                </a:lnTo>
                <a:lnTo>
                  <a:pt x="365454" y="146518"/>
                </a:lnTo>
                <a:lnTo>
                  <a:pt x="365085" y="146893"/>
                </a:lnTo>
                <a:lnTo>
                  <a:pt x="364712" y="147261"/>
                </a:lnTo>
                <a:lnTo>
                  <a:pt x="364334" y="147621"/>
                </a:lnTo>
                <a:lnTo>
                  <a:pt x="363951" y="147975"/>
                </a:lnTo>
                <a:lnTo>
                  <a:pt x="363563" y="148322"/>
                </a:lnTo>
                <a:lnTo>
                  <a:pt x="363171" y="148661"/>
                </a:lnTo>
                <a:lnTo>
                  <a:pt x="362774" y="148993"/>
                </a:lnTo>
                <a:lnTo>
                  <a:pt x="362372" y="149318"/>
                </a:lnTo>
                <a:lnTo>
                  <a:pt x="361965" y="149635"/>
                </a:lnTo>
                <a:lnTo>
                  <a:pt x="361553" y="149946"/>
                </a:lnTo>
                <a:lnTo>
                  <a:pt x="361137" y="150249"/>
                </a:lnTo>
                <a:lnTo>
                  <a:pt x="360716" y="150545"/>
                </a:lnTo>
                <a:lnTo>
                  <a:pt x="360290" y="150834"/>
                </a:lnTo>
                <a:lnTo>
                  <a:pt x="359859" y="151116"/>
                </a:lnTo>
                <a:lnTo>
                  <a:pt x="359423" y="151391"/>
                </a:lnTo>
                <a:lnTo>
                  <a:pt x="358983" y="151658"/>
                </a:lnTo>
                <a:lnTo>
                  <a:pt x="358538" y="151918"/>
                </a:lnTo>
                <a:lnTo>
                  <a:pt x="358088" y="152171"/>
                </a:lnTo>
                <a:lnTo>
                  <a:pt x="357633" y="152417"/>
                </a:lnTo>
                <a:lnTo>
                  <a:pt x="357174" y="152656"/>
                </a:lnTo>
                <a:lnTo>
                  <a:pt x="356709" y="152887"/>
                </a:lnTo>
                <a:lnTo>
                  <a:pt x="356240" y="153111"/>
                </a:lnTo>
                <a:lnTo>
                  <a:pt x="355766" y="153329"/>
                </a:lnTo>
                <a:lnTo>
                  <a:pt x="359905" y="162591"/>
                </a:lnTo>
                <a:lnTo>
                  <a:pt x="360486" y="162334"/>
                </a:lnTo>
                <a:lnTo>
                  <a:pt x="361061" y="162071"/>
                </a:lnTo>
                <a:lnTo>
                  <a:pt x="361632" y="161802"/>
                </a:lnTo>
                <a:lnTo>
                  <a:pt x="362197" y="161527"/>
                </a:lnTo>
                <a:lnTo>
                  <a:pt x="362758" y="161246"/>
                </a:lnTo>
                <a:lnTo>
                  <a:pt x="363314" y="160959"/>
                </a:lnTo>
                <a:lnTo>
                  <a:pt x="363865" y="160667"/>
                </a:lnTo>
                <a:lnTo>
                  <a:pt x="364410" y="160369"/>
                </a:lnTo>
                <a:lnTo>
                  <a:pt x="364951" y="160065"/>
                </a:lnTo>
                <a:lnTo>
                  <a:pt x="365487" y="159755"/>
                </a:lnTo>
                <a:lnTo>
                  <a:pt x="366018" y="159439"/>
                </a:lnTo>
                <a:lnTo>
                  <a:pt x="366544" y="159118"/>
                </a:lnTo>
                <a:lnTo>
                  <a:pt x="367065" y="158791"/>
                </a:lnTo>
                <a:lnTo>
                  <a:pt x="367581" y="158457"/>
                </a:lnTo>
                <a:lnTo>
                  <a:pt x="368092" y="158119"/>
                </a:lnTo>
                <a:lnTo>
                  <a:pt x="368598" y="157774"/>
                </a:lnTo>
                <a:lnTo>
                  <a:pt x="369100" y="157423"/>
                </a:lnTo>
                <a:lnTo>
                  <a:pt x="369596" y="157067"/>
                </a:lnTo>
                <a:lnTo>
                  <a:pt x="370087" y="156705"/>
                </a:lnTo>
                <a:lnTo>
                  <a:pt x="370573" y="156337"/>
                </a:lnTo>
                <a:lnTo>
                  <a:pt x="371055" y="155963"/>
                </a:lnTo>
                <a:lnTo>
                  <a:pt x="371531" y="155583"/>
                </a:lnTo>
                <a:lnTo>
                  <a:pt x="372002" y="155198"/>
                </a:lnTo>
                <a:lnTo>
                  <a:pt x="372469" y="154807"/>
                </a:lnTo>
                <a:lnTo>
                  <a:pt x="372929" y="154409"/>
                </a:lnTo>
                <a:lnTo>
                  <a:pt x="373381" y="154004"/>
                </a:lnTo>
                <a:lnTo>
                  <a:pt x="373825" y="153591"/>
                </a:lnTo>
                <a:lnTo>
                  <a:pt x="374262" y="153171"/>
                </a:lnTo>
                <a:lnTo>
                  <a:pt x="374690" y="152744"/>
                </a:lnTo>
                <a:lnTo>
                  <a:pt x="375111" y="152309"/>
                </a:lnTo>
                <a:lnTo>
                  <a:pt x="375524" y="151867"/>
                </a:lnTo>
                <a:lnTo>
                  <a:pt x="375929" y="151418"/>
                </a:lnTo>
                <a:lnTo>
                  <a:pt x="376326" y="150961"/>
                </a:lnTo>
                <a:lnTo>
                  <a:pt x="376715" y="150497"/>
                </a:lnTo>
                <a:lnTo>
                  <a:pt x="377096" y="150026"/>
                </a:lnTo>
                <a:lnTo>
                  <a:pt x="377470" y="149547"/>
                </a:lnTo>
                <a:lnTo>
                  <a:pt x="377835" y="149061"/>
                </a:lnTo>
                <a:lnTo>
                  <a:pt x="378193" y="148568"/>
                </a:lnTo>
                <a:lnTo>
                  <a:pt x="378543" y="148067"/>
                </a:lnTo>
                <a:lnTo>
                  <a:pt x="378885" y="147559"/>
                </a:lnTo>
                <a:lnTo>
                  <a:pt x="379219" y="147043"/>
                </a:lnTo>
                <a:lnTo>
                  <a:pt x="379545" y="146520"/>
                </a:lnTo>
                <a:lnTo>
                  <a:pt x="379864" y="145990"/>
                </a:lnTo>
                <a:lnTo>
                  <a:pt x="380174" y="145452"/>
                </a:lnTo>
                <a:lnTo>
                  <a:pt x="380477" y="144907"/>
                </a:lnTo>
                <a:lnTo>
                  <a:pt x="380772" y="144355"/>
                </a:lnTo>
                <a:lnTo>
                  <a:pt x="381058" y="143795"/>
                </a:lnTo>
                <a:lnTo>
                  <a:pt x="381337" y="143228"/>
                </a:lnTo>
                <a:lnTo>
                  <a:pt x="381607" y="142653"/>
                </a:lnTo>
                <a:lnTo>
                  <a:pt x="381865" y="142069"/>
                </a:lnTo>
                <a:lnTo>
                  <a:pt x="382111" y="141477"/>
                </a:lnTo>
                <a:lnTo>
                  <a:pt x="382346" y="140876"/>
                </a:lnTo>
                <a:lnTo>
                  <a:pt x="382570" y="140266"/>
                </a:lnTo>
                <a:lnTo>
                  <a:pt x="382782" y="139647"/>
                </a:lnTo>
                <a:lnTo>
                  <a:pt x="382982" y="139019"/>
                </a:lnTo>
                <a:lnTo>
                  <a:pt x="383171" y="138383"/>
                </a:lnTo>
                <a:lnTo>
                  <a:pt x="383349" y="137738"/>
                </a:lnTo>
                <a:lnTo>
                  <a:pt x="383515" y="137085"/>
                </a:lnTo>
                <a:lnTo>
                  <a:pt x="383670" y="136423"/>
                </a:lnTo>
                <a:lnTo>
                  <a:pt x="383813" y="135751"/>
                </a:lnTo>
                <a:lnTo>
                  <a:pt x="383945" y="135072"/>
                </a:lnTo>
                <a:lnTo>
                  <a:pt x="384065" y="134383"/>
                </a:lnTo>
                <a:lnTo>
                  <a:pt x="384174" y="133686"/>
                </a:lnTo>
                <a:lnTo>
                  <a:pt x="384272" y="132980"/>
                </a:lnTo>
                <a:lnTo>
                  <a:pt x="384358" y="132265"/>
                </a:lnTo>
                <a:lnTo>
                  <a:pt x="384432" y="131542"/>
                </a:lnTo>
                <a:lnTo>
                  <a:pt x="384495" y="130810"/>
                </a:lnTo>
                <a:lnTo>
                  <a:pt x="384547" y="130069"/>
                </a:lnTo>
                <a:lnTo>
                  <a:pt x="384587" y="129319"/>
                </a:lnTo>
                <a:lnTo>
                  <a:pt x="384616" y="128561"/>
                </a:lnTo>
                <a:lnTo>
                  <a:pt x="384633" y="127794"/>
                </a:lnTo>
                <a:lnTo>
                  <a:pt x="384639" y="127018"/>
                </a:lnTo>
                <a:lnTo>
                  <a:pt x="384632" y="126360"/>
                </a:lnTo>
                <a:lnTo>
                  <a:pt x="384614" y="125717"/>
                </a:lnTo>
                <a:lnTo>
                  <a:pt x="384583" y="125088"/>
                </a:lnTo>
                <a:lnTo>
                  <a:pt x="384540" y="124473"/>
                </a:lnTo>
                <a:lnTo>
                  <a:pt x="384485" y="123872"/>
                </a:lnTo>
                <a:lnTo>
                  <a:pt x="384417" y="123286"/>
                </a:lnTo>
                <a:lnTo>
                  <a:pt x="384337" y="122714"/>
                </a:lnTo>
                <a:lnTo>
                  <a:pt x="384244" y="122157"/>
                </a:lnTo>
                <a:lnTo>
                  <a:pt x="384140" y="121614"/>
                </a:lnTo>
                <a:lnTo>
                  <a:pt x="384023" y="121085"/>
                </a:lnTo>
                <a:lnTo>
                  <a:pt x="383893" y="120571"/>
                </a:lnTo>
                <a:lnTo>
                  <a:pt x="383752" y="120071"/>
                </a:lnTo>
                <a:lnTo>
                  <a:pt x="383598" y="119586"/>
                </a:lnTo>
                <a:lnTo>
                  <a:pt x="383431" y="119115"/>
                </a:lnTo>
                <a:lnTo>
                  <a:pt x="383253" y="118658"/>
                </a:lnTo>
                <a:lnTo>
                  <a:pt x="383062" y="118215"/>
                </a:lnTo>
                <a:lnTo>
                  <a:pt x="382859" y="117787"/>
                </a:lnTo>
                <a:lnTo>
                  <a:pt x="382643" y="117374"/>
                </a:lnTo>
                <a:lnTo>
                  <a:pt x="382415" y="116974"/>
                </a:lnTo>
                <a:lnTo>
                  <a:pt x="382175" y="116590"/>
                </a:lnTo>
                <a:lnTo>
                  <a:pt x="381923" y="116219"/>
                </a:lnTo>
                <a:lnTo>
                  <a:pt x="381658" y="115863"/>
                </a:lnTo>
                <a:lnTo>
                  <a:pt x="381381" y="115521"/>
                </a:lnTo>
                <a:lnTo>
                  <a:pt x="381091" y="115194"/>
                </a:lnTo>
                <a:lnTo>
                  <a:pt x="380792" y="114880"/>
                </a:lnTo>
                <a:lnTo>
                  <a:pt x="380487" y="114580"/>
                </a:lnTo>
                <a:lnTo>
                  <a:pt x="380175" y="114293"/>
                </a:lnTo>
                <a:lnTo>
                  <a:pt x="379857" y="114019"/>
                </a:lnTo>
                <a:lnTo>
                  <a:pt x="379532" y="113759"/>
                </a:lnTo>
                <a:lnTo>
                  <a:pt x="379200" y="113512"/>
                </a:lnTo>
                <a:lnTo>
                  <a:pt x="378863" y="113279"/>
                </a:lnTo>
                <a:lnTo>
                  <a:pt x="378518" y="113058"/>
                </a:lnTo>
                <a:lnTo>
                  <a:pt x="378167" y="112852"/>
                </a:lnTo>
                <a:lnTo>
                  <a:pt x="377810" y="112658"/>
                </a:lnTo>
                <a:lnTo>
                  <a:pt x="377446" y="112478"/>
                </a:lnTo>
                <a:lnTo>
                  <a:pt x="377076" y="112311"/>
                </a:lnTo>
                <a:lnTo>
                  <a:pt x="376699" y="112158"/>
                </a:lnTo>
                <a:lnTo>
                  <a:pt x="376315" y="112018"/>
                </a:lnTo>
                <a:lnTo>
                  <a:pt x="375925" y="111891"/>
                </a:lnTo>
                <a:lnTo>
                  <a:pt x="375529" y="111777"/>
                </a:lnTo>
                <a:lnTo>
                  <a:pt x="375126" y="111677"/>
                </a:lnTo>
                <a:lnTo>
                  <a:pt x="374717" y="111591"/>
                </a:lnTo>
                <a:lnTo>
                  <a:pt x="374301" y="111517"/>
                </a:lnTo>
                <a:lnTo>
                  <a:pt x="373879" y="111457"/>
                </a:lnTo>
                <a:lnTo>
                  <a:pt x="373450" y="111410"/>
                </a:lnTo>
                <a:lnTo>
                  <a:pt x="373014" y="111377"/>
                </a:lnTo>
                <a:lnTo>
                  <a:pt x="372572" y="111357"/>
                </a:lnTo>
                <a:lnTo>
                  <a:pt x="372124" y="111350"/>
                </a:lnTo>
                <a:lnTo>
                  <a:pt x="371667" y="111357"/>
                </a:lnTo>
                <a:lnTo>
                  <a:pt x="371217" y="111375"/>
                </a:lnTo>
                <a:lnTo>
                  <a:pt x="370774" y="111405"/>
                </a:lnTo>
                <a:lnTo>
                  <a:pt x="370337" y="111448"/>
                </a:lnTo>
                <a:lnTo>
                  <a:pt x="369906" y="111502"/>
                </a:lnTo>
                <a:lnTo>
                  <a:pt x="369482" y="111569"/>
                </a:lnTo>
                <a:lnTo>
                  <a:pt x="369064" y="111648"/>
                </a:lnTo>
                <a:lnTo>
                  <a:pt x="368653" y="111739"/>
                </a:lnTo>
                <a:lnTo>
                  <a:pt x="368249" y="111842"/>
                </a:lnTo>
                <a:lnTo>
                  <a:pt x="367850" y="111958"/>
                </a:lnTo>
                <a:lnTo>
                  <a:pt x="367459" y="112085"/>
                </a:lnTo>
                <a:lnTo>
                  <a:pt x="367074" y="112225"/>
                </a:lnTo>
                <a:lnTo>
                  <a:pt x="366695" y="112377"/>
                </a:lnTo>
                <a:lnTo>
                  <a:pt x="366323" y="112541"/>
                </a:lnTo>
                <a:lnTo>
                  <a:pt x="365958" y="112717"/>
                </a:lnTo>
                <a:lnTo>
                  <a:pt x="365598" y="112905"/>
                </a:lnTo>
                <a:lnTo>
                  <a:pt x="365246" y="113106"/>
                </a:lnTo>
                <a:lnTo>
                  <a:pt x="364900" y="113318"/>
                </a:lnTo>
                <a:lnTo>
                  <a:pt x="364560" y="113543"/>
                </a:lnTo>
                <a:lnTo>
                  <a:pt x="364227" y="113780"/>
                </a:lnTo>
                <a:lnTo>
                  <a:pt x="363900" y="114029"/>
                </a:lnTo>
                <a:lnTo>
                  <a:pt x="363580" y="114290"/>
                </a:lnTo>
                <a:lnTo>
                  <a:pt x="363267" y="114563"/>
                </a:lnTo>
                <a:lnTo>
                  <a:pt x="362960" y="114849"/>
                </a:lnTo>
                <a:lnTo>
                  <a:pt x="362662" y="115143"/>
                </a:lnTo>
                <a:lnTo>
                  <a:pt x="362377" y="115445"/>
                </a:lnTo>
                <a:lnTo>
                  <a:pt x="362105" y="115753"/>
                </a:lnTo>
                <a:lnTo>
                  <a:pt x="361846" y="116068"/>
                </a:lnTo>
                <a:lnTo>
                  <a:pt x="361599" y="116390"/>
                </a:lnTo>
                <a:lnTo>
                  <a:pt x="361365" y="116718"/>
                </a:lnTo>
                <a:lnTo>
                  <a:pt x="361143" y="117053"/>
                </a:lnTo>
                <a:lnTo>
                  <a:pt x="360934" y="117394"/>
                </a:lnTo>
                <a:lnTo>
                  <a:pt x="360738" y="117742"/>
                </a:lnTo>
                <a:lnTo>
                  <a:pt x="360554" y="118097"/>
                </a:lnTo>
                <a:lnTo>
                  <a:pt x="360383" y="118459"/>
                </a:lnTo>
                <a:lnTo>
                  <a:pt x="360225" y="118827"/>
                </a:lnTo>
                <a:lnTo>
                  <a:pt x="360080" y="119202"/>
                </a:lnTo>
                <a:lnTo>
                  <a:pt x="359947" y="119584"/>
                </a:lnTo>
                <a:lnTo>
                  <a:pt x="359826" y="119972"/>
                </a:lnTo>
                <a:lnTo>
                  <a:pt x="359719" y="120367"/>
                </a:lnTo>
                <a:lnTo>
                  <a:pt x="359624" y="120768"/>
                </a:lnTo>
                <a:lnTo>
                  <a:pt x="359542" y="121177"/>
                </a:lnTo>
                <a:lnTo>
                  <a:pt x="359472" y="121592"/>
                </a:lnTo>
                <a:lnTo>
                  <a:pt x="359415" y="122013"/>
                </a:lnTo>
                <a:lnTo>
                  <a:pt x="359371" y="122442"/>
                </a:lnTo>
                <a:lnTo>
                  <a:pt x="359339" y="122877"/>
                </a:lnTo>
                <a:lnTo>
                  <a:pt x="359320" y="123318"/>
                </a:lnTo>
                <a:lnTo>
                  <a:pt x="359314" y="123767"/>
                </a:lnTo>
                <a:lnTo>
                  <a:pt x="359320" y="124199"/>
                </a:lnTo>
                <a:lnTo>
                  <a:pt x="359339" y="124626"/>
                </a:lnTo>
                <a:lnTo>
                  <a:pt x="359371" y="125047"/>
                </a:lnTo>
                <a:lnTo>
                  <a:pt x="359415" y="125462"/>
                </a:lnTo>
                <a:lnTo>
                  <a:pt x="359472" y="125872"/>
                </a:lnTo>
                <a:lnTo>
                  <a:pt x="359542" y="126276"/>
                </a:lnTo>
                <a:lnTo>
                  <a:pt x="359624" y="126675"/>
                </a:lnTo>
                <a:lnTo>
                  <a:pt x="359719" y="127068"/>
                </a:lnTo>
                <a:lnTo>
                  <a:pt x="359826" y="127455"/>
                </a:lnTo>
                <a:lnTo>
                  <a:pt x="359947" y="127836"/>
                </a:lnTo>
                <a:lnTo>
                  <a:pt x="360080" y="128212"/>
                </a:lnTo>
                <a:lnTo>
                  <a:pt x="360225" y="128583"/>
                </a:lnTo>
                <a:lnTo>
                  <a:pt x="360383" y="128947"/>
                </a:lnTo>
                <a:lnTo>
                  <a:pt x="360554" y="129306"/>
                </a:lnTo>
                <a:lnTo>
                  <a:pt x="360738" y="129660"/>
                </a:lnTo>
                <a:lnTo>
                  <a:pt x="360934" y="130007"/>
                </a:lnTo>
                <a:lnTo>
                  <a:pt x="361143" y="130349"/>
                </a:lnTo>
                <a:lnTo>
                  <a:pt x="361365" y="130686"/>
                </a:lnTo>
                <a:lnTo>
                  <a:pt x="361599" y="131017"/>
                </a:lnTo>
                <a:lnTo>
                  <a:pt x="361846" y="131342"/>
                </a:lnTo>
                <a:lnTo>
                  <a:pt x="362105" y="131661"/>
                </a:lnTo>
                <a:lnTo>
                  <a:pt x="362377" y="131975"/>
                </a:lnTo>
                <a:lnTo>
                  <a:pt x="362662" y="132283"/>
                </a:lnTo>
                <a:lnTo>
                  <a:pt x="362960" y="132586"/>
                </a:lnTo>
                <a:lnTo>
                  <a:pt x="363267" y="132879"/>
                </a:lnTo>
                <a:lnTo>
                  <a:pt x="363580" y="133160"/>
                </a:lnTo>
                <a:lnTo>
                  <a:pt x="363900" y="133429"/>
                </a:lnTo>
                <a:lnTo>
                  <a:pt x="364227" y="133685"/>
                </a:lnTo>
                <a:lnTo>
                  <a:pt x="364560" y="133928"/>
                </a:lnTo>
                <a:lnTo>
                  <a:pt x="364900" y="134159"/>
                </a:lnTo>
                <a:lnTo>
                  <a:pt x="365246" y="134378"/>
                </a:lnTo>
                <a:lnTo>
                  <a:pt x="365598" y="134584"/>
                </a:lnTo>
                <a:lnTo>
                  <a:pt x="365958" y="134778"/>
                </a:lnTo>
                <a:lnTo>
                  <a:pt x="366323" y="134959"/>
                </a:lnTo>
                <a:lnTo>
                  <a:pt x="366695" y="135127"/>
                </a:lnTo>
                <a:lnTo>
                  <a:pt x="367074" y="135283"/>
                </a:lnTo>
                <a:lnTo>
                  <a:pt x="367459" y="135427"/>
                </a:lnTo>
                <a:lnTo>
                  <a:pt x="367850" y="135558"/>
                </a:lnTo>
                <a:lnTo>
                  <a:pt x="368249" y="135677"/>
                </a:lnTo>
                <a:lnTo>
                  <a:pt x="368653" y="135783"/>
                </a:lnTo>
                <a:lnTo>
                  <a:pt x="369064" y="135877"/>
                </a:lnTo>
                <a:lnTo>
                  <a:pt x="369482" y="135958"/>
                </a:lnTo>
                <a:lnTo>
                  <a:pt x="369906" y="136026"/>
                </a:lnTo>
                <a:lnTo>
                  <a:pt x="370337" y="136083"/>
                </a:lnTo>
                <a:lnTo>
                  <a:pt x="370774" y="136126"/>
                </a:lnTo>
                <a:lnTo>
                  <a:pt x="370886" y="136134"/>
                </a:lnTo>
                <a:lnTo>
                  <a:pt x="370868" y="136237"/>
                </a:lnTo>
                <a:lnTo>
                  <a:pt x="370764" y="136748"/>
                </a:lnTo>
                <a:lnTo>
                  <a:pt x="370649" y="137253"/>
                </a:lnTo>
                <a:lnTo>
                  <a:pt x="370521" y="137752"/>
                </a:lnTo>
                <a:close/>
                <a:moveTo>
                  <a:pt x="1012936" y="64049"/>
                </a:moveTo>
                <a:lnTo>
                  <a:pt x="1013340" y="63558"/>
                </a:lnTo>
                <a:lnTo>
                  <a:pt x="1013755" y="63070"/>
                </a:lnTo>
                <a:lnTo>
                  <a:pt x="1014179" y="62585"/>
                </a:lnTo>
                <a:lnTo>
                  <a:pt x="1014613" y="62103"/>
                </a:lnTo>
                <a:lnTo>
                  <a:pt x="1015057" y="61625"/>
                </a:lnTo>
                <a:lnTo>
                  <a:pt x="1015511" y="61151"/>
                </a:lnTo>
                <a:lnTo>
                  <a:pt x="1015974" y="60679"/>
                </a:lnTo>
                <a:lnTo>
                  <a:pt x="1016448" y="60211"/>
                </a:lnTo>
                <a:lnTo>
                  <a:pt x="1016932" y="59747"/>
                </a:lnTo>
                <a:lnTo>
                  <a:pt x="1017425" y="59286"/>
                </a:lnTo>
                <a:lnTo>
                  <a:pt x="1017929" y="58828"/>
                </a:lnTo>
                <a:lnTo>
                  <a:pt x="1018442" y="58374"/>
                </a:lnTo>
                <a:lnTo>
                  <a:pt x="1018965" y="57923"/>
                </a:lnTo>
                <a:lnTo>
                  <a:pt x="1019499" y="57475"/>
                </a:lnTo>
                <a:lnTo>
                  <a:pt x="1020042" y="57031"/>
                </a:lnTo>
                <a:lnTo>
                  <a:pt x="1020595" y="56590"/>
                </a:lnTo>
                <a:lnTo>
                  <a:pt x="1021158" y="56153"/>
                </a:lnTo>
                <a:lnTo>
                  <a:pt x="1021731" y="55719"/>
                </a:lnTo>
                <a:lnTo>
                  <a:pt x="1022314" y="55288"/>
                </a:lnTo>
                <a:lnTo>
                  <a:pt x="1022907" y="54861"/>
                </a:lnTo>
                <a:lnTo>
                  <a:pt x="1023509" y="54437"/>
                </a:lnTo>
                <a:lnTo>
                  <a:pt x="1024123" y="54024"/>
                </a:lnTo>
                <a:lnTo>
                  <a:pt x="1024749" y="53628"/>
                </a:lnTo>
                <a:lnTo>
                  <a:pt x="1025386" y="53249"/>
                </a:lnTo>
                <a:lnTo>
                  <a:pt x="1026036" y="52889"/>
                </a:lnTo>
                <a:lnTo>
                  <a:pt x="1026697" y="52545"/>
                </a:lnTo>
                <a:lnTo>
                  <a:pt x="1027371" y="52220"/>
                </a:lnTo>
                <a:lnTo>
                  <a:pt x="1028056" y="51912"/>
                </a:lnTo>
                <a:lnTo>
                  <a:pt x="1028754" y="51621"/>
                </a:lnTo>
                <a:lnTo>
                  <a:pt x="1029463" y="51349"/>
                </a:lnTo>
                <a:lnTo>
                  <a:pt x="1030185" y="51093"/>
                </a:lnTo>
                <a:lnTo>
                  <a:pt x="1030918" y="50856"/>
                </a:lnTo>
                <a:lnTo>
                  <a:pt x="1031663" y="50636"/>
                </a:lnTo>
                <a:lnTo>
                  <a:pt x="1032421" y="50433"/>
                </a:lnTo>
                <a:lnTo>
                  <a:pt x="1033190" y="50249"/>
                </a:lnTo>
                <a:lnTo>
                  <a:pt x="1033971" y="50081"/>
                </a:lnTo>
                <a:lnTo>
                  <a:pt x="1034765" y="49932"/>
                </a:lnTo>
                <a:lnTo>
                  <a:pt x="1035570" y="49800"/>
                </a:lnTo>
                <a:lnTo>
                  <a:pt x="1036387" y="49685"/>
                </a:lnTo>
                <a:lnTo>
                  <a:pt x="1037216" y="49589"/>
                </a:lnTo>
                <a:lnTo>
                  <a:pt x="1038058" y="49509"/>
                </a:lnTo>
                <a:lnTo>
                  <a:pt x="1038911" y="49448"/>
                </a:lnTo>
                <a:lnTo>
                  <a:pt x="1039776" y="49404"/>
                </a:lnTo>
                <a:lnTo>
                  <a:pt x="1040653" y="49377"/>
                </a:lnTo>
                <a:lnTo>
                  <a:pt x="1041542" y="49369"/>
                </a:lnTo>
                <a:lnTo>
                  <a:pt x="1042136" y="49374"/>
                </a:lnTo>
                <a:lnTo>
                  <a:pt x="1042717" y="49391"/>
                </a:lnTo>
                <a:lnTo>
                  <a:pt x="1043287" y="49419"/>
                </a:lnTo>
                <a:lnTo>
                  <a:pt x="1043845" y="49458"/>
                </a:lnTo>
                <a:lnTo>
                  <a:pt x="1044392" y="49509"/>
                </a:lnTo>
                <a:lnTo>
                  <a:pt x="1044926" y="49570"/>
                </a:lnTo>
                <a:lnTo>
                  <a:pt x="1045449" y="49643"/>
                </a:lnTo>
                <a:lnTo>
                  <a:pt x="1045960" y="49727"/>
                </a:lnTo>
                <a:lnTo>
                  <a:pt x="1046459" y="49822"/>
                </a:lnTo>
                <a:lnTo>
                  <a:pt x="1046946" y="49928"/>
                </a:lnTo>
                <a:lnTo>
                  <a:pt x="1047422" y="50046"/>
                </a:lnTo>
                <a:lnTo>
                  <a:pt x="1047886" y="50175"/>
                </a:lnTo>
                <a:lnTo>
                  <a:pt x="1048338" y="50315"/>
                </a:lnTo>
                <a:lnTo>
                  <a:pt x="1048778" y="50466"/>
                </a:lnTo>
                <a:lnTo>
                  <a:pt x="1049206" y="50628"/>
                </a:lnTo>
                <a:lnTo>
                  <a:pt x="1049622" y="50802"/>
                </a:lnTo>
                <a:lnTo>
                  <a:pt x="1050027" y="50986"/>
                </a:lnTo>
                <a:lnTo>
                  <a:pt x="1050420" y="51182"/>
                </a:lnTo>
                <a:lnTo>
                  <a:pt x="1050801" y="51389"/>
                </a:lnTo>
                <a:lnTo>
                  <a:pt x="1051170" y="51608"/>
                </a:lnTo>
                <a:lnTo>
                  <a:pt x="1051528" y="51837"/>
                </a:lnTo>
                <a:lnTo>
                  <a:pt x="1051873" y="52078"/>
                </a:lnTo>
                <a:lnTo>
                  <a:pt x="1052207" y="52330"/>
                </a:lnTo>
                <a:lnTo>
                  <a:pt x="1052529" y="52593"/>
                </a:lnTo>
                <a:lnTo>
                  <a:pt x="1052841" y="52866"/>
                </a:lnTo>
                <a:lnTo>
                  <a:pt x="1053146" y="53147"/>
                </a:lnTo>
                <a:lnTo>
                  <a:pt x="1053442" y="53436"/>
                </a:lnTo>
                <a:lnTo>
                  <a:pt x="1053730" y="53734"/>
                </a:lnTo>
                <a:lnTo>
                  <a:pt x="1054010" y="54041"/>
                </a:lnTo>
                <a:lnTo>
                  <a:pt x="1054282" y="54355"/>
                </a:lnTo>
                <a:lnTo>
                  <a:pt x="1054545" y="54678"/>
                </a:lnTo>
                <a:lnTo>
                  <a:pt x="1054801" y="55010"/>
                </a:lnTo>
                <a:lnTo>
                  <a:pt x="1055049" y="55349"/>
                </a:lnTo>
                <a:lnTo>
                  <a:pt x="1055289" y="55698"/>
                </a:lnTo>
                <a:lnTo>
                  <a:pt x="1055521" y="56054"/>
                </a:lnTo>
                <a:lnTo>
                  <a:pt x="1055744" y="56419"/>
                </a:lnTo>
                <a:lnTo>
                  <a:pt x="1055960" y="56792"/>
                </a:lnTo>
                <a:lnTo>
                  <a:pt x="1056167" y="57174"/>
                </a:lnTo>
                <a:lnTo>
                  <a:pt x="1056367" y="57564"/>
                </a:lnTo>
                <a:lnTo>
                  <a:pt x="1056559" y="57962"/>
                </a:lnTo>
                <a:lnTo>
                  <a:pt x="1056742" y="58368"/>
                </a:lnTo>
                <a:lnTo>
                  <a:pt x="1056917" y="58783"/>
                </a:lnTo>
                <a:lnTo>
                  <a:pt x="1057085" y="59207"/>
                </a:lnTo>
                <a:lnTo>
                  <a:pt x="1057244" y="59639"/>
                </a:lnTo>
                <a:lnTo>
                  <a:pt x="1057396" y="60079"/>
                </a:lnTo>
                <a:lnTo>
                  <a:pt x="1057539" y="60527"/>
                </a:lnTo>
                <a:lnTo>
                  <a:pt x="1057674" y="60984"/>
                </a:lnTo>
                <a:lnTo>
                  <a:pt x="1057801" y="61449"/>
                </a:lnTo>
                <a:lnTo>
                  <a:pt x="1057922" y="61921"/>
                </a:lnTo>
                <a:lnTo>
                  <a:pt x="1058037" y="62399"/>
                </a:lnTo>
                <a:lnTo>
                  <a:pt x="1058148" y="62882"/>
                </a:lnTo>
                <a:lnTo>
                  <a:pt x="1058253" y="63371"/>
                </a:lnTo>
                <a:lnTo>
                  <a:pt x="1058353" y="63866"/>
                </a:lnTo>
                <a:lnTo>
                  <a:pt x="1058448" y="64366"/>
                </a:lnTo>
                <a:lnTo>
                  <a:pt x="1058538" y="64872"/>
                </a:lnTo>
                <a:lnTo>
                  <a:pt x="1058622" y="65384"/>
                </a:lnTo>
                <a:lnTo>
                  <a:pt x="1058702" y="65902"/>
                </a:lnTo>
                <a:lnTo>
                  <a:pt x="1058776" y="66425"/>
                </a:lnTo>
                <a:lnTo>
                  <a:pt x="1058846" y="66954"/>
                </a:lnTo>
                <a:lnTo>
                  <a:pt x="1058910" y="67489"/>
                </a:lnTo>
                <a:lnTo>
                  <a:pt x="1058969" y="68029"/>
                </a:lnTo>
                <a:lnTo>
                  <a:pt x="1059023" y="68575"/>
                </a:lnTo>
                <a:lnTo>
                  <a:pt x="1059071" y="69127"/>
                </a:lnTo>
                <a:lnTo>
                  <a:pt x="1059115" y="69684"/>
                </a:lnTo>
                <a:lnTo>
                  <a:pt x="1059154" y="70247"/>
                </a:lnTo>
                <a:lnTo>
                  <a:pt x="1059187" y="70816"/>
                </a:lnTo>
                <a:lnTo>
                  <a:pt x="1059215" y="71390"/>
                </a:lnTo>
                <a:lnTo>
                  <a:pt x="1059238" y="71971"/>
                </a:lnTo>
                <a:lnTo>
                  <a:pt x="1059256" y="72557"/>
                </a:lnTo>
                <a:lnTo>
                  <a:pt x="1059269" y="73148"/>
                </a:lnTo>
                <a:lnTo>
                  <a:pt x="1059277" y="73746"/>
                </a:lnTo>
                <a:lnTo>
                  <a:pt x="1059279" y="74349"/>
                </a:lnTo>
                <a:lnTo>
                  <a:pt x="1059279" y="136183"/>
                </a:lnTo>
                <a:lnTo>
                  <a:pt x="1075736" y="136183"/>
                </a:lnTo>
                <a:lnTo>
                  <a:pt x="1075736" y="72233"/>
                </a:lnTo>
                <a:lnTo>
                  <a:pt x="1075723" y="70795"/>
                </a:lnTo>
                <a:lnTo>
                  <a:pt x="1075686" y="69385"/>
                </a:lnTo>
                <a:lnTo>
                  <a:pt x="1075623" y="68001"/>
                </a:lnTo>
                <a:lnTo>
                  <a:pt x="1075536" y="66645"/>
                </a:lnTo>
                <a:lnTo>
                  <a:pt x="1075423" y="65315"/>
                </a:lnTo>
                <a:lnTo>
                  <a:pt x="1075286" y="64013"/>
                </a:lnTo>
                <a:lnTo>
                  <a:pt x="1075124" y="62738"/>
                </a:lnTo>
                <a:lnTo>
                  <a:pt x="1074936" y="61489"/>
                </a:lnTo>
                <a:lnTo>
                  <a:pt x="1074724" y="60268"/>
                </a:lnTo>
                <a:lnTo>
                  <a:pt x="1074487" y="59074"/>
                </a:lnTo>
                <a:lnTo>
                  <a:pt x="1074224" y="57907"/>
                </a:lnTo>
                <a:lnTo>
                  <a:pt x="1073937" y="56767"/>
                </a:lnTo>
                <a:lnTo>
                  <a:pt x="1073625" y="55654"/>
                </a:lnTo>
                <a:lnTo>
                  <a:pt x="1073288" y="54568"/>
                </a:lnTo>
                <a:lnTo>
                  <a:pt x="1072926" y="53509"/>
                </a:lnTo>
                <a:lnTo>
                  <a:pt x="1072538" y="52477"/>
                </a:lnTo>
                <a:lnTo>
                  <a:pt x="1072126" y="51472"/>
                </a:lnTo>
                <a:lnTo>
                  <a:pt x="1071689" y="50495"/>
                </a:lnTo>
                <a:lnTo>
                  <a:pt x="1071227" y="49544"/>
                </a:lnTo>
                <a:lnTo>
                  <a:pt x="1070740" y="48620"/>
                </a:lnTo>
                <a:lnTo>
                  <a:pt x="1070228" y="47724"/>
                </a:lnTo>
                <a:lnTo>
                  <a:pt x="1069691" y="46854"/>
                </a:lnTo>
                <a:lnTo>
                  <a:pt x="1069129" y="46012"/>
                </a:lnTo>
                <a:lnTo>
                  <a:pt x="1068542" y="45196"/>
                </a:lnTo>
                <a:lnTo>
                  <a:pt x="1067928" y="44411"/>
                </a:lnTo>
                <a:lnTo>
                  <a:pt x="1067284" y="43659"/>
                </a:lnTo>
                <a:lnTo>
                  <a:pt x="1066610" y="42941"/>
                </a:lnTo>
                <a:lnTo>
                  <a:pt x="1065906" y="42256"/>
                </a:lnTo>
                <a:lnTo>
                  <a:pt x="1065173" y="41604"/>
                </a:lnTo>
                <a:lnTo>
                  <a:pt x="1064410" y="40986"/>
                </a:lnTo>
                <a:lnTo>
                  <a:pt x="1063617" y="40401"/>
                </a:lnTo>
                <a:lnTo>
                  <a:pt x="1062794" y="39850"/>
                </a:lnTo>
                <a:lnTo>
                  <a:pt x="1061941" y="39332"/>
                </a:lnTo>
                <a:lnTo>
                  <a:pt x="1061059" y="38848"/>
                </a:lnTo>
                <a:lnTo>
                  <a:pt x="1060147" y="38396"/>
                </a:lnTo>
                <a:lnTo>
                  <a:pt x="1059205" y="37979"/>
                </a:lnTo>
                <a:lnTo>
                  <a:pt x="1058234" y="37595"/>
                </a:lnTo>
                <a:lnTo>
                  <a:pt x="1057233" y="37244"/>
                </a:lnTo>
                <a:lnTo>
                  <a:pt x="1056202" y="36926"/>
                </a:lnTo>
                <a:lnTo>
                  <a:pt x="1055141" y="36642"/>
                </a:lnTo>
                <a:lnTo>
                  <a:pt x="1054050" y="36392"/>
                </a:lnTo>
                <a:lnTo>
                  <a:pt x="1052930" y="36174"/>
                </a:lnTo>
                <a:lnTo>
                  <a:pt x="1051780" y="35991"/>
                </a:lnTo>
                <a:lnTo>
                  <a:pt x="1050600" y="35840"/>
                </a:lnTo>
                <a:lnTo>
                  <a:pt x="1049390" y="35723"/>
                </a:lnTo>
                <a:lnTo>
                  <a:pt x="1048150" y="35640"/>
                </a:lnTo>
                <a:lnTo>
                  <a:pt x="1046881" y="35590"/>
                </a:lnTo>
                <a:lnTo>
                  <a:pt x="1045582" y="35573"/>
                </a:lnTo>
                <a:lnTo>
                  <a:pt x="1044515" y="35582"/>
                </a:lnTo>
                <a:lnTo>
                  <a:pt x="1043463" y="35609"/>
                </a:lnTo>
                <a:lnTo>
                  <a:pt x="1042427" y="35654"/>
                </a:lnTo>
                <a:lnTo>
                  <a:pt x="1041408" y="35717"/>
                </a:lnTo>
                <a:lnTo>
                  <a:pt x="1040405" y="35798"/>
                </a:lnTo>
                <a:lnTo>
                  <a:pt x="1039417" y="35896"/>
                </a:lnTo>
                <a:lnTo>
                  <a:pt x="1038446" y="36013"/>
                </a:lnTo>
                <a:lnTo>
                  <a:pt x="1037491" y="36148"/>
                </a:lnTo>
                <a:lnTo>
                  <a:pt x="1036552" y="36301"/>
                </a:lnTo>
                <a:lnTo>
                  <a:pt x="1035629" y="36471"/>
                </a:lnTo>
                <a:lnTo>
                  <a:pt x="1034722" y="36660"/>
                </a:lnTo>
                <a:lnTo>
                  <a:pt x="1033831" y="36866"/>
                </a:lnTo>
                <a:lnTo>
                  <a:pt x="1032957" y="37091"/>
                </a:lnTo>
                <a:lnTo>
                  <a:pt x="1032098" y="37333"/>
                </a:lnTo>
                <a:lnTo>
                  <a:pt x="1031255" y="37594"/>
                </a:lnTo>
                <a:lnTo>
                  <a:pt x="1030429" y="37872"/>
                </a:lnTo>
                <a:lnTo>
                  <a:pt x="1029619" y="38169"/>
                </a:lnTo>
                <a:lnTo>
                  <a:pt x="1028824" y="38483"/>
                </a:lnTo>
                <a:lnTo>
                  <a:pt x="1028046" y="38815"/>
                </a:lnTo>
                <a:lnTo>
                  <a:pt x="1027284" y="39166"/>
                </a:lnTo>
                <a:lnTo>
                  <a:pt x="1026538" y="39534"/>
                </a:lnTo>
                <a:lnTo>
                  <a:pt x="1025808" y="39920"/>
                </a:lnTo>
                <a:lnTo>
                  <a:pt x="1025094" y="40324"/>
                </a:lnTo>
                <a:lnTo>
                  <a:pt x="1024396" y="40746"/>
                </a:lnTo>
                <a:lnTo>
                  <a:pt x="1023713" y="41179"/>
                </a:lnTo>
                <a:lnTo>
                  <a:pt x="1023043" y="41613"/>
                </a:lnTo>
                <a:lnTo>
                  <a:pt x="1022387" y="42050"/>
                </a:lnTo>
                <a:lnTo>
                  <a:pt x="1021744" y="42489"/>
                </a:lnTo>
                <a:lnTo>
                  <a:pt x="1021114" y="42930"/>
                </a:lnTo>
                <a:lnTo>
                  <a:pt x="1020498" y="43373"/>
                </a:lnTo>
                <a:lnTo>
                  <a:pt x="1019895" y="43819"/>
                </a:lnTo>
                <a:lnTo>
                  <a:pt x="1019305" y="44266"/>
                </a:lnTo>
                <a:lnTo>
                  <a:pt x="1018729" y="44716"/>
                </a:lnTo>
                <a:lnTo>
                  <a:pt x="1018166" y="45169"/>
                </a:lnTo>
                <a:lnTo>
                  <a:pt x="1017616" y="45623"/>
                </a:lnTo>
                <a:lnTo>
                  <a:pt x="1017080" y="46080"/>
                </a:lnTo>
                <a:lnTo>
                  <a:pt x="1016557" y="46539"/>
                </a:lnTo>
                <a:lnTo>
                  <a:pt x="1016047" y="47000"/>
                </a:lnTo>
                <a:lnTo>
                  <a:pt x="1015551" y="47463"/>
                </a:lnTo>
                <a:lnTo>
                  <a:pt x="1015068" y="47929"/>
                </a:lnTo>
                <a:lnTo>
                  <a:pt x="1014598" y="48397"/>
                </a:lnTo>
                <a:lnTo>
                  <a:pt x="1014142" y="48867"/>
                </a:lnTo>
                <a:lnTo>
                  <a:pt x="1013699" y="49339"/>
                </a:lnTo>
                <a:lnTo>
                  <a:pt x="1013269" y="49813"/>
                </a:lnTo>
                <a:lnTo>
                  <a:pt x="1012853" y="50290"/>
                </a:lnTo>
                <a:lnTo>
                  <a:pt x="1012450" y="50769"/>
                </a:lnTo>
                <a:lnTo>
                  <a:pt x="1012061" y="51250"/>
                </a:lnTo>
                <a:lnTo>
                  <a:pt x="1011684" y="51734"/>
                </a:lnTo>
                <a:lnTo>
                  <a:pt x="1011093" y="37248"/>
                </a:lnTo>
                <a:lnTo>
                  <a:pt x="995327" y="37248"/>
                </a:lnTo>
                <a:lnTo>
                  <a:pt x="995327" y="136183"/>
                </a:lnTo>
                <a:lnTo>
                  <a:pt x="1011783" y="136183"/>
                </a:lnTo>
                <a:lnTo>
                  <a:pt x="1011783" y="65545"/>
                </a:lnTo>
                <a:lnTo>
                  <a:pt x="1012157" y="65043"/>
                </a:lnTo>
                <a:lnTo>
                  <a:pt x="1012542" y="64544"/>
                </a:lnTo>
                <a:lnTo>
                  <a:pt x="1012936" y="64049"/>
                </a:lnTo>
                <a:close/>
                <a:moveTo>
                  <a:pt x="826024" y="137778"/>
                </a:moveTo>
                <a:lnTo>
                  <a:pt x="826972" y="137699"/>
                </a:lnTo>
                <a:lnTo>
                  <a:pt x="827908" y="137606"/>
                </a:lnTo>
                <a:lnTo>
                  <a:pt x="828834" y="137499"/>
                </a:lnTo>
                <a:lnTo>
                  <a:pt x="829748" y="137378"/>
                </a:lnTo>
                <a:lnTo>
                  <a:pt x="830650" y="137242"/>
                </a:lnTo>
                <a:lnTo>
                  <a:pt x="831542" y="137092"/>
                </a:lnTo>
                <a:lnTo>
                  <a:pt x="832422" y="136928"/>
                </a:lnTo>
                <a:lnTo>
                  <a:pt x="833291" y="136749"/>
                </a:lnTo>
                <a:lnTo>
                  <a:pt x="834149" y="136556"/>
                </a:lnTo>
                <a:lnTo>
                  <a:pt x="834995" y="136349"/>
                </a:lnTo>
                <a:lnTo>
                  <a:pt x="835830" y="136128"/>
                </a:lnTo>
                <a:lnTo>
                  <a:pt x="836654" y="135892"/>
                </a:lnTo>
                <a:lnTo>
                  <a:pt x="837466" y="135642"/>
                </a:lnTo>
                <a:lnTo>
                  <a:pt x="838267" y="135378"/>
                </a:lnTo>
                <a:lnTo>
                  <a:pt x="839057" y="135099"/>
                </a:lnTo>
                <a:lnTo>
                  <a:pt x="839836" y="134806"/>
                </a:lnTo>
                <a:lnTo>
                  <a:pt x="840603" y="134499"/>
                </a:lnTo>
                <a:lnTo>
                  <a:pt x="841359" y="134178"/>
                </a:lnTo>
                <a:lnTo>
                  <a:pt x="842104" y="133842"/>
                </a:lnTo>
                <a:lnTo>
                  <a:pt x="842836" y="133493"/>
                </a:lnTo>
                <a:lnTo>
                  <a:pt x="843554" y="133132"/>
                </a:lnTo>
                <a:lnTo>
                  <a:pt x="844259" y="132759"/>
                </a:lnTo>
                <a:lnTo>
                  <a:pt x="844950" y="132374"/>
                </a:lnTo>
                <a:lnTo>
                  <a:pt x="845628" y="131977"/>
                </a:lnTo>
                <a:lnTo>
                  <a:pt x="846292" y="131568"/>
                </a:lnTo>
                <a:lnTo>
                  <a:pt x="846942" y="131147"/>
                </a:lnTo>
                <a:lnTo>
                  <a:pt x="847578" y="130714"/>
                </a:lnTo>
                <a:lnTo>
                  <a:pt x="848201" y="130269"/>
                </a:lnTo>
                <a:lnTo>
                  <a:pt x="848810" y="129811"/>
                </a:lnTo>
                <a:lnTo>
                  <a:pt x="849405" y="129342"/>
                </a:lnTo>
                <a:lnTo>
                  <a:pt x="849987" y="128861"/>
                </a:lnTo>
                <a:lnTo>
                  <a:pt x="850555" y="128368"/>
                </a:lnTo>
                <a:lnTo>
                  <a:pt x="851109" y="127863"/>
                </a:lnTo>
                <a:lnTo>
                  <a:pt x="851650" y="127346"/>
                </a:lnTo>
                <a:lnTo>
                  <a:pt x="852177" y="126817"/>
                </a:lnTo>
                <a:lnTo>
                  <a:pt x="852690" y="126276"/>
                </a:lnTo>
                <a:lnTo>
                  <a:pt x="853189" y="125723"/>
                </a:lnTo>
                <a:lnTo>
                  <a:pt x="853675" y="125158"/>
                </a:lnTo>
                <a:lnTo>
                  <a:pt x="854147" y="124581"/>
                </a:lnTo>
                <a:lnTo>
                  <a:pt x="854606" y="123992"/>
                </a:lnTo>
                <a:lnTo>
                  <a:pt x="855051" y="123391"/>
                </a:lnTo>
                <a:lnTo>
                  <a:pt x="855482" y="122778"/>
                </a:lnTo>
                <a:lnTo>
                  <a:pt x="855899" y="122153"/>
                </a:lnTo>
                <a:lnTo>
                  <a:pt x="856302" y="121517"/>
                </a:lnTo>
                <a:lnTo>
                  <a:pt x="856688" y="120871"/>
                </a:lnTo>
                <a:lnTo>
                  <a:pt x="857059" y="120215"/>
                </a:lnTo>
                <a:lnTo>
                  <a:pt x="857413" y="119548"/>
                </a:lnTo>
                <a:lnTo>
                  <a:pt x="857751" y="118872"/>
                </a:lnTo>
                <a:lnTo>
                  <a:pt x="858073" y="118186"/>
                </a:lnTo>
                <a:lnTo>
                  <a:pt x="858379" y="117490"/>
                </a:lnTo>
                <a:lnTo>
                  <a:pt x="858669" y="116783"/>
                </a:lnTo>
                <a:lnTo>
                  <a:pt x="858943" y="116067"/>
                </a:lnTo>
                <a:lnTo>
                  <a:pt x="859201" y="115340"/>
                </a:lnTo>
                <a:lnTo>
                  <a:pt x="859443" y="114604"/>
                </a:lnTo>
                <a:lnTo>
                  <a:pt x="859668" y="113857"/>
                </a:lnTo>
                <a:lnTo>
                  <a:pt x="859878" y="113100"/>
                </a:lnTo>
                <a:lnTo>
                  <a:pt x="860071" y="112334"/>
                </a:lnTo>
                <a:lnTo>
                  <a:pt x="860249" y="111557"/>
                </a:lnTo>
                <a:lnTo>
                  <a:pt x="860410" y="110770"/>
                </a:lnTo>
                <a:lnTo>
                  <a:pt x="860555" y="109973"/>
                </a:lnTo>
                <a:lnTo>
                  <a:pt x="860685" y="109166"/>
                </a:lnTo>
                <a:lnTo>
                  <a:pt x="860798" y="108349"/>
                </a:lnTo>
                <a:lnTo>
                  <a:pt x="860895" y="107522"/>
                </a:lnTo>
                <a:lnTo>
                  <a:pt x="860976" y="106685"/>
                </a:lnTo>
                <a:lnTo>
                  <a:pt x="861040" y="105838"/>
                </a:lnTo>
                <a:lnTo>
                  <a:pt x="861089" y="104981"/>
                </a:lnTo>
                <a:lnTo>
                  <a:pt x="861122" y="104114"/>
                </a:lnTo>
                <a:lnTo>
                  <a:pt x="844863" y="104114"/>
                </a:lnTo>
                <a:lnTo>
                  <a:pt x="844828" y="104960"/>
                </a:lnTo>
                <a:lnTo>
                  <a:pt x="844772" y="105790"/>
                </a:lnTo>
                <a:lnTo>
                  <a:pt x="844696" y="106602"/>
                </a:lnTo>
                <a:lnTo>
                  <a:pt x="844600" y="107398"/>
                </a:lnTo>
                <a:lnTo>
                  <a:pt x="844483" y="108178"/>
                </a:lnTo>
                <a:lnTo>
                  <a:pt x="844345" y="108940"/>
                </a:lnTo>
                <a:lnTo>
                  <a:pt x="844187" y="109686"/>
                </a:lnTo>
                <a:lnTo>
                  <a:pt x="844009" y="110415"/>
                </a:lnTo>
                <a:lnTo>
                  <a:pt x="843810" y="111127"/>
                </a:lnTo>
                <a:lnTo>
                  <a:pt x="843590" y="111823"/>
                </a:lnTo>
                <a:lnTo>
                  <a:pt x="843350" y="112502"/>
                </a:lnTo>
                <a:lnTo>
                  <a:pt x="843089" y="113164"/>
                </a:lnTo>
                <a:lnTo>
                  <a:pt x="842808" y="113810"/>
                </a:lnTo>
                <a:lnTo>
                  <a:pt x="842506" y="114438"/>
                </a:lnTo>
                <a:lnTo>
                  <a:pt x="842184" y="115051"/>
                </a:lnTo>
                <a:lnTo>
                  <a:pt x="841841" y="115646"/>
                </a:lnTo>
                <a:lnTo>
                  <a:pt x="841477" y="116224"/>
                </a:lnTo>
                <a:lnTo>
                  <a:pt x="841094" y="116786"/>
                </a:lnTo>
                <a:lnTo>
                  <a:pt x="840689" y="117331"/>
                </a:lnTo>
                <a:lnTo>
                  <a:pt x="840264" y="117860"/>
                </a:lnTo>
                <a:lnTo>
                  <a:pt x="839819" y="118372"/>
                </a:lnTo>
                <a:lnTo>
                  <a:pt x="839353" y="118867"/>
                </a:lnTo>
                <a:lnTo>
                  <a:pt x="838866" y="119345"/>
                </a:lnTo>
                <a:lnTo>
                  <a:pt x="838359" y="119806"/>
                </a:lnTo>
                <a:lnTo>
                  <a:pt x="837833" y="120250"/>
                </a:lnTo>
                <a:lnTo>
                  <a:pt x="837291" y="120675"/>
                </a:lnTo>
                <a:lnTo>
                  <a:pt x="836732" y="121081"/>
                </a:lnTo>
                <a:lnTo>
                  <a:pt x="836156" y="121468"/>
                </a:lnTo>
                <a:lnTo>
                  <a:pt x="835563" y="121836"/>
                </a:lnTo>
                <a:lnTo>
                  <a:pt x="834953" y="122186"/>
                </a:lnTo>
                <a:lnTo>
                  <a:pt x="834327" y="122516"/>
                </a:lnTo>
                <a:lnTo>
                  <a:pt x="833684" y="122828"/>
                </a:lnTo>
                <a:lnTo>
                  <a:pt x="833024" y="123120"/>
                </a:lnTo>
                <a:lnTo>
                  <a:pt x="832347" y="123394"/>
                </a:lnTo>
                <a:lnTo>
                  <a:pt x="831654" y="123649"/>
                </a:lnTo>
                <a:lnTo>
                  <a:pt x="830944" y="123885"/>
                </a:lnTo>
                <a:lnTo>
                  <a:pt x="830217" y="124102"/>
                </a:lnTo>
                <a:lnTo>
                  <a:pt x="829473" y="124300"/>
                </a:lnTo>
                <a:lnTo>
                  <a:pt x="828713" y="124480"/>
                </a:lnTo>
                <a:lnTo>
                  <a:pt x="827936" y="124640"/>
                </a:lnTo>
                <a:lnTo>
                  <a:pt x="827142" y="124782"/>
                </a:lnTo>
                <a:lnTo>
                  <a:pt x="826331" y="124905"/>
                </a:lnTo>
                <a:lnTo>
                  <a:pt x="825504" y="125009"/>
                </a:lnTo>
                <a:lnTo>
                  <a:pt x="824659" y="125094"/>
                </a:lnTo>
                <a:lnTo>
                  <a:pt x="823798" y="125160"/>
                </a:lnTo>
                <a:lnTo>
                  <a:pt x="822920" y="125207"/>
                </a:lnTo>
                <a:lnTo>
                  <a:pt x="822026" y="125235"/>
                </a:lnTo>
                <a:lnTo>
                  <a:pt x="821115" y="125245"/>
                </a:lnTo>
                <a:lnTo>
                  <a:pt x="820259" y="125236"/>
                </a:lnTo>
                <a:lnTo>
                  <a:pt x="819418" y="125210"/>
                </a:lnTo>
                <a:lnTo>
                  <a:pt x="818591" y="125168"/>
                </a:lnTo>
                <a:lnTo>
                  <a:pt x="817778" y="125108"/>
                </a:lnTo>
                <a:lnTo>
                  <a:pt x="816979" y="125031"/>
                </a:lnTo>
                <a:lnTo>
                  <a:pt x="816194" y="124936"/>
                </a:lnTo>
                <a:lnTo>
                  <a:pt x="815423" y="124825"/>
                </a:lnTo>
                <a:lnTo>
                  <a:pt x="814666" y="124696"/>
                </a:lnTo>
                <a:lnTo>
                  <a:pt x="813923" y="124551"/>
                </a:lnTo>
                <a:lnTo>
                  <a:pt x="813194" y="124388"/>
                </a:lnTo>
                <a:lnTo>
                  <a:pt x="812479" y="124208"/>
                </a:lnTo>
                <a:lnTo>
                  <a:pt x="811778" y="124011"/>
                </a:lnTo>
                <a:lnTo>
                  <a:pt x="811091" y="123797"/>
                </a:lnTo>
                <a:lnTo>
                  <a:pt x="810418" y="123566"/>
                </a:lnTo>
                <a:lnTo>
                  <a:pt x="809759" y="123318"/>
                </a:lnTo>
                <a:lnTo>
                  <a:pt x="809115" y="123052"/>
                </a:lnTo>
                <a:lnTo>
                  <a:pt x="808484" y="122769"/>
                </a:lnTo>
                <a:lnTo>
                  <a:pt x="807867" y="122470"/>
                </a:lnTo>
                <a:lnTo>
                  <a:pt x="807264" y="122153"/>
                </a:lnTo>
                <a:lnTo>
                  <a:pt x="806676" y="121819"/>
                </a:lnTo>
                <a:lnTo>
                  <a:pt x="806101" y="121468"/>
                </a:lnTo>
                <a:lnTo>
                  <a:pt x="805540" y="121099"/>
                </a:lnTo>
                <a:lnTo>
                  <a:pt x="804994" y="120714"/>
                </a:lnTo>
                <a:lnTo>
                  <a:pt x="804461" y="120311"/>
                </a:lnTo>
                <a:lnTo>
                  <a:pt x="803942" y="119895"/>
                </a:lnTo>
                <a:lnTo>
                  <a:pt x="803434" y="119467"/>
                </a:lnTo>
                <a:lnTo>
                  <a:pt x="802938" y="119028"/>
                </a:lnTo>
                <a:lnTo>
                  <a:pt x="802453" y="118577"/>
                </a:lnTo>
                <a:lnTo>
                  <a:pt x="801981" y="118115"/>
                </a:lnTo>
                <a:lnTo>
                  <a:pt x="801520" y="117643"/>
                </a:lnTo>
                <a:lnTo>
                  <a:pt x="801072" y="117158"/>
                </a:lnTo>
                <a:lnTo>
                  <a:pt x="800635" y="116663"/>
                </a:lnTo>
                <a:lnTo>
                  <a:pt x="800209" y="116156"/>
                </a:lnTo>
                <a:lnTo>
                  <a:pt x="799796" y="115639"/>
                </a:lnTo>
                <a:lnTo>
                  <a:pt x="799394" y="115110"/>
                </a:lnTo>
                <a:lnTo>
                  <a:pt x="799005" y="114569"/>
                </a:lnTo>
                <a:lnTo>
                  <a:pt x="798627" y="114018"/>
                </a:lnTo>
                <a:lnTo>
                  <a:pt x="798260" y="113455"/>
                </a:lnTo>
                <a:lnTo>
                  <a:pt x="797906" y="112881"/>
                </a:lnTo>
                <a:lnTo>
                  <a:pt x="797563" y="112295"/>
                </a:lnTo>
                <a:lnTo>
                  <a:pt x="797233" y="111699"/>
                </a:lnTo>
                <a:lnTo>
                  <a:pt x="796914" y="111091"/>
                </a:lnTo>
                <a:lnTo>
                  <a:pt x="796606" y="110472"/>
                </a:lnTo>
                <a:lnTo>
                  <a:pt x="796311" y="109842"/>
                </a:lnTo>
                <a:lnTo>
                  <a:pt x="796028" y="109201"/>
                </a:lnTo>
                <a:lnTo>
                  <a:pt x="795756" y="108548"/>
                </a:lnTo>
                <a:lnTo>
                  <a:pt x="795496" y="107884"/>
                </a:lnTo>
                <a:lnTo>
                  <a:pt x="795248" y="107209"/>
                </a:lnTo>
                <a:lnTo>
                  <a:pt x="795010" y="106525"/>
                </a:lnTo>
                <a:lnTo>
                  <a:pt x="794783" y="105836"/>
                </a:lnTo>
                <a:lnTo>
                  <a:pt x="794565" y="105141"/>
                </a:lnTo>
                <a:lnTo>
                  <a:pt x="794357" y="104441"/>
                </a:lnTo>
                <a:lnTo>
                  <a:pt x="794158" y="103736"/>
                </a:lnTo>
                <a:lnTo>
                  <a:pt x="793970" y="103024"/>
                </a:lnTo>
                <a:lnTo>
                  <a:pt x="793791" y="102308"/>
                </a:lnTo>
                <a:lnTo>
                  <a:pt x="793622" y="101585"/>
                </a:lnTo>
                <a:lnTo>
                  <a:pt x="793462" y="100858"/>
                </a:lnTo>
                <a:lnTo>
                  <a:pt x="793313" y="100124"/>
                </a:lnTo>
                <a:lnTo>
                  <a:pt x="793173" y="99385"/>
                </a:lnTo>
                <a:lnTo>
                  <a:pt x="793043" y="98641"/>
                </a:lnTo>
                <a:lnTo>
                  <a:pt x="792923" y="97891"/>
                </a:lnTo>
                <a:lnTo>
                  <a:pt x="792812" y="97136"/>
                </a:lnTo>
                <a:lnTo>
                  <a:pt x="792711" y="96375"/>
                </a:lnTo>
                <a:lnTo>
                  <a:pt x="792620" y="95608"/>
                </a:lnTo>
                <a:lnTo>
                  <a:pt x="792539" y="94836"/>
                </a:lnTo>
                <a:lnTo>
                  <a:pt x="792467" y="94059"/>
                </a:lnTo>
                <a:lnTo>
                  <a:pt x="792405" y="93276"/>
                </a:lnTo>
                <a:lnTo>
                  <a:pt x="792353" y="92487"/>
                </a:lnTo>
                <a:lnTo>
                  <a:pt x="792311" y="91693"/>
                </a:lnTo>
                <a:lnTo>
                  <a:pt x="792278" y="90893"/>
                </a:lnTo>
                <a:lnTo>
                  <a:pt x="792255" y="90088"/>
                </a:lnTo>
                <a:lnTo>
                  <a:pt x="792242" y="89277"/>
                </a:lnTo>
                <a:lnTo>
                  <a:pt x="860629" y="89277"/>
                </a:lnTo>
                <a:lnTo>
                  <a:pt x="860645" y="89199"/>
                </a:lnTo>
                <a:lnTo>
                  <a:pt x="860661" y="89117"/>
                </a:lnTo>
                <a:lnTo>
                  <a:pt x="860677" y="89031"/>
                </a:lnTo>
                <a:lnTo>
                  <a:pt x="860692" y="88941"/>
                </a:lnTo>
                <a:lnTo>
                  <a:pt x="860707" y="88847"/>
                </a:lnTo>
                <a:lnTo>
                  <a:pt x="860722" y="88749"/>
                </a:lnTo>
                <a:lnTo>
                  <a:pt x="860736" y="88647"/>
                </a:lnTo>
                <a:lnTo>
                  <a:pt x="860750" y="88540"/>
                </a:lnTo>
                <a:lnTo>
                  <a:pt x="860763" y="88430"/>
                </a:lnTo>
                <a:lnTo>
                  <a:pt x="860776" y="88316"/>
                </a:lnTo>
                <a:lnTo>
                  <a:pt x="860789" y="88197"/>
                </a:lnTo>
                <a:lnTo>
                  <a:pt x="860802" y="88075"/>
                </a:lnTo>
                <a:lnTo>
                  <a:pt x="860814" y="87948"/>
                </a:lnTo>
                <a:lnTo>
                  <a:pt x="860826" y="87818"/>
                </a:lnTo>
                <a:lnTo>
                  <a:pt x="860837" y="87683"/>
                </a:lnTo>
                <a:lnTo>
                  <a:pt x="860848" y="87545"/>
                </a:lnTo>
                <a:lnTo>
                  <a:pt x="860859" y="87402"/>
                </a:lnTo>
                <a:lnTo>
                  <a:pt x="860869" y="87255"/>
                </a:lnTo>
                <a:lnTo>
                  <a:pt x="860879" y="87105"/>
                </a:lnTo>
                <a:lnTo>
                  <a:pt x="860889" y="86950"/>
                </a:lnTo>
                <a:lnTo>
                  <a:pt x="860899" y="86791"/>
                </a:lnTo>
                <a:lnTo>
                  <a:pt x="860908" y="86628"/>
                </a:lnTo>
                <a:lnTo>
                  <a:pt x="860916" y="86461"/>
                </a:lnTo>
                <a:lnTo>
                  <a:pt x="860925" y="86290"/>
                </a:lnTo>
                <a:lnTo>
                  <a:pt x="860933" y="86118"/>
                </a:lnTo>
                <a:lnTo>
                  <a:pt x="860941" y="85948"/>
                </a:lnTo>
                <a:lnTo>
                  <a:pt x="860948" y="85780"/>
                </a:lnTo>
                <a:lnTo>
                  <a:pt x="860955" y="85613"/>
                </a:lnTo>
                <a:lnTo>
                  <a:pt x="860962" y="85449"/>
                </a:lnTo>
                <a:lnTo>
                  <a:pt x="860968" y="85286"/>
                </a:lnTo>
                <a:lnTo>
                  <a:pt x="860974" y="85125"/>
                </a:lnTo>
                <a:lnTo>
                  <a:pt x="860980" y="84967"/>
                </a:lnTo>
                <a:lnTo>
                  <a:pt x="860985" y="84810"/>
                </a:lnTo>
                <a:lnTo>
                  <a:pt x="860990" y="84655"/>
                </a:lnTo>
                <a:lnTo>
                  <a:pt x="860994" y="84502"/>
                </a:lnTo>
                <a:lnTo>
                  <a:pt x="860999" y="84351"/>
                </a:lnTo>
                <a:lnTo>
                  <a:pt x="861003" y="84202"/>
                </a:lnTo>
                <a:lnTo>
                  <a:pt x="861006" y="84055"/>
                </a:lnTo>
                <a:lnTo>
                  <a:pt x="861009" y="83910"/>
                </a:lnTo>
                <a:lnTo>
                  <a:pt x="861012" y="83767"/>
                </a:lnTo>
                <a:lnTo>
                  <a:pt x="861015" y="83625"/>
                </a:lnTo>
                <a:lnTo>
                  <a:pt x="861017" y="83486"/>
                </a:lnTo>
                <a:lnTo>
                  <a:pt x="861019" y="83349"/>
                </a:lnTo>
                <a:lnTo>
                  <a:pt x="861021" y="83213"/>
                </a:lnTo>
                <a:lnTo>
                  <a:pt x="861022" y="83080"/>
                </a:lnTo>
                <a:lnTo>
                  <a:pt x="861023" y="82948"/>
                </a:lnTo>
                <a:lnTo>
                  <a:pt x="861023" y="82818"/>
                </a:lnTo>
                <a:lnTo>
                  <a:pt x="861023" y="82691"/>
                </a:lnTo>
                <a:lnTo>
                  <a:pt x="861004" y="80809"/>
                </a:lnTo>
                <a:lnTo>
                  <a:pt x="860946" y="78965"/>
                </a:lnTo>
                <a:lnTo>
                  <a:pt x="860849" y="77157"/>
                </a:lnTo>
                <a:lnTo>
                  <a:pt x="860714" y="75386"/>
                </a:lnTo>
                <a:lnTo>
                  <a:pt x="860540" y="73653"/>
                </a:lnTo>
                <a:lnTo>
                  <a:pt x="860327" y="71956"/>
                </a:lnTo>
                <a:lnTo>
                  <a:pt x="860076" y="70296"/>
                </a:lnTo>
                <a:lnTo>
                  <a:pt x="859786" y="68673"/>
                </a:lnTo>
                <a:lnTo>
                  <a:pt x="859457" y="67087"/>
                </a:lnTo>
                <a:lnTo>
                  <a:pt x="859090" y="65538"/>
                </a:lnTo>
                <a:lnTo>
                  <a:pt x="858684" y="64027"/>
                </a:lnTo>
                <a:lnTo>
                  <a:pt x="858240" y="62551"/>
                </a:lnTo>
                <a:lnTo>
                  <a:pt x="857756" y="61113"/>
                </a:lnTo>
                <a:lnTo>
                  <a:pt x="857234" y="59712"/>
                </a:lnTo>
                <a:lnTo>
                  <a:pt x="856674" y="58348"/>
                </a:lnTo>
                <a:lnTo>
                  <a:pt x="856074" y="57021"/>
                </a:lnTo>
                <a:lnTo>
                  <a:pt x="855436" y="55731"/>
                </a:lnTo>
                <a:lnTo>
                  <a:pt x="854760" y="54477"/>
                </a:lnTo>
                <a:lnTo>
                  <a:pt x="854045" y="53261"/>
                </a:lnTo>
                <a:lnTo>
                  <a:pt x="853291" y="52082"/>
                </a:lnTo>
                <a:lnTo>
                  <a:pt x="852498" y="50939"/>
                </a:lnTo>
                <a:lnTo>
                  <a:pt x="851667" y="49834"/>
                </a:lnTo>
                <a:lnTo>
                  <a:pt x="850797" y="48765"/>
                </a:lnTo>
                <a:lnTo>
                  <a:pt x="849888" y="47733"/>
                </a:lnTo>
                <a:lnTo>
                  <a:pt x="848946" y="46741"/>
                </a:lnTo>
                <a:lnTo>
                  <a:pt x="847974" y="45791"/>
                </a:lnTo>
                <a:lnTo>
                  <a:pt x="846972" y="44883"/>
                </a:lnTo>
                <a:lnTo>
                  <a:pt x="845941" y="44018"/>
                </a:lnTo>
                <a:lnTo>
                  <a:pt x="844881" y="43194"/>
                </a:lnTo>
                <a:lnTo>
                  <a:pt x="843791" y="42413"/>
                </a:lnTo>
                <a:lnTo>
                  <a:pt x="842672" y="41674"/>
                </a:lnTo>
                <a:lnTo>
                  <a:pt x="841523" y="40978"/>
                </a:lnTo>
                <a:lnTo>
                  <a:pt x="840345" y="40323"/>
                </a:lnTo>
                <a:lnTo>
                  <a:pt x="839138" y="39711"/>
                </a:lnTo>
                <a:lnTo>
                  <a:pt x="837901" y="39141"/>
                </a:lnTo>
                <a:lnTo>
                  <a:pt x="836635" y="38613"/>
                </a:lnTo>
                <a:lnTo>
                  <a:pt x="835339" y="38128"/>
                </a:lnTo>
                <a:lnTo>
                  <a:pt x="834014" y="37684"/>
                </a:lnTo>
                <a:lnTo>
                  <a:pt x="832659" y="37283"/>
                </a:lnTo>
                <a:lnTo>
                  <a:pt x="831275" y="36924"/>
                </a:lnTo>
                <a:lnTo>
                  <a:pt x="829862" y="36608"/>
                </a:lnTo>
                <a:lnTo>
                  <a:pt x="828419" y="36333"/>
                </a:lnTo>
                <a:lnTo>
                  <a:pt x="826947" y="36101"/>
                </a:lnTo>
                <a:lnTo>
                  <a:pt x="825445" y="35911"/>
                </a:lnTo>
                <a:lnTo>
                  <a:pt x="823914" y="35763"/>
                </a:lnTo>
                <a:lnTo>
                  <a:pt x="822353" y="35657"/>
                </a:lnTo>
                <a:lnTo>
                  <a:pt x="820763" y="35594"/>
                </a:lnTo>
                <a:lnTo>
                  <a:pt x="819144" y="35573"/>
                </a:lnTo>
                <a:lnTo>
                  <a:pt x="817921" y="35584"/>
                </a:lnTo>
                <a:lnTo>
                  <a:pt x="816716" y="35618"/>
                </a:lnTo>
                <a:lnTo>
                  <a:pt x="815529" y="35674"/>
                </a:lnTo>
                <a:lnTo>
                  <a:pt x="814360" y="35753"/>
                </a:lnTo>
                <a:lnTo>
                  <a:pt x="813209" y="35855"/>
                </a:lnTo>
                <a:lnTo>
                  <a:pt x="812077" y="35979"/>
                </a:lnTo>
                <a:lnTo>
                  <a:pt x="810962" y="36125"/>
                </a:lnTo>
                <a:lnTo>
                  <a:pt x="809865" y="36295"/>
                </a:lnTo>
                <a:lnTo>
                  <a:pt x="808785" y="36486"/>
                </a:lnTo>
                <a:lnTo>
                  <a:pt x="807724" y="36701"/>
                </a:lnTo>
                <a:lnTo>
                  <a:pt x="806681" y="36937"/>
                </a:lnTo>
                <a:lnTo>
                  <a:pt x="805656" y="37197"/>
                </a:lnTo>
                <a:lnTo>
                  <a:pt x="804649" y="37478"/>
                </a:lnTo>
                <a:lnTo>
                  <a:pt x="803660" y="37783"/>
                </a:lnTo>
                <a:lnTo>
                  <a:pt x="802688" y="38110"/>
                </a:lnTo>
                <a:lnTo>
                  <a:pt x="801735" y="38459"/>
                </a:lnTo>
                <a:lnTo>
                  <a:pt x="800800" y="38832"/>
                </a:lnTo>
                <a:lnTo>
                  <a:pt x="799882" y="39226"/>
                </a:lnTo>
                <a:lnTo>
                  <a:pt x="798983" y="39643"/>
                </a:lnTo>
                <a:lnTo>
                  <a:pt x="798101" y="40083"/>
                </a:lnTo>
                <a:lnTo>
                  <a:pt x="797238" y="40545"/>
                </a:lnTo>
                <a:lnTo>
                  <a:pt x="796392" y="41030"/>
                </a:lnTo>
                <a:lnTo>
                  <a:pt x="795565" y="41538"/>
                </a:lnTo>
                <a:lnTo>
                  <a:pt x="794755" y="42067"/>
                </a:lnTo>
                <a:lnTo>
                  <a:pt x="793963" y="42617"/>
                </a:lnTo>
                <a:lnTo>
                  <a:pt x="793188" y="43185"/>
                </a:lnTo>
                <a:lnTo>
                  <a:pt x="792430" y="43770"/>
                </a:lnTo>
                <a:lnTo>
                  <a:pt x="791689" y="44372"/>
                </a:lnTo>
                <a:lnTo>
                  <a:pt x="790966" y="44991"/>
                </a:lnTo>
                <a:lnTo>
                  <a:pt x="790259" y="45629"/>
                </a:lnTo>
                <a:lnTo>
                  <a:pt x="789570" y="46283"/>
                </a:lnTo>
                <a:lnTo>
                  <a:pt x="788897" y="46955"/>
                </a:lnTo>
                <a:lnTo>
                  <a:pt x="788242" y="47645"/>
                </a:lnTo>
                <a:lnTo>
                  <a:pt x="787604" y="48351"/>
                </a:lnTo>
                <a:lnTo>
                  <a:pt x="786983" y="49076"/>
                </a:lnTo>
                <a:lnTo>
                  <a:pt x="786379" y="49817"/>
                </a:lnTo>
                <a:lnTo>
                  <a:pt x="785792" y="50577"/>
                </a:lnTo>
                <a:lnTo>
                  <a:pt x="785223" y="51353"/>
                </a:lnTo>
                <a:lnTo>
                  <a:pt x="784670" y="52147"/>
                </a:lnTo>
                <a:lnTo>
                  <a:pt x="784135" y="52959"/>
                </a:lnTo>
                <a:lnTo>
                  <a:pt x="783616" y="53788"/>
                </a:lnTo>
                <a:lnTo>
                  <a:pt x="783115" y="54634"/>
                </a:lnTo>
                <a:lnTo>
                  <a:pt x="782631" y="55498"/>
                </a:lnTo>
                <a:lnTo>
                  <a:pt x="782164" y="56379"/>
                </a:lnTo>
                <a:lnTo>
                  <a:pt x="781714" y="57278"/>
                </a:lnTo>
                <a:lnTo>
                  <a:pt x="781281" y="58194"/>
                </a:lnTo>
                <a:lnTo>
                  <a:pt x="780865" y="59128"/>
                </a:lnTo>
                <a:lnTo>
                  <a:pt x="780467" y="60079"/>
                </a:lnTo>
                <a:lnTo>
                  <a:pt x="780085" y="61045"/>
                </a:lnTo>
                <a:lnTo>
                  <a:pt x="779719" y="62023"/>
                </a:lnTo>
                <a:lnTo>
                  <a:pt x="779370" y="63014"/>
                </a:lnTo>
                <a:lnTo>
                  <a:pt x="779036" y="64018"/>
                </a:lnTo>
                <a:lnTo>
                  <a:pt x="778720" y="65034"/>
                </a:lnTo>
                <a:lnTo>
                  <a:pt x="778419" y="66062"/>
                </a:lnTo>
                <a:lnTo>
                  <a:pt x="778134" y="67103"/>
                </a:lnTo>
                <a:lnTo>
                  <a:pt x="777866" y="68157"/>
                </a:lnTo>
                <a:lnTo>
                  <a:pt x="777614" y="69223"/>
                </a:lnTo>
                <a:lnTo>
                  <a:pt x="777379" y="70302"/>
                </a:lnTo>
                <a:lnTo>
                  <a:pt x="777159" y="71393"/>
                </a:lnTo>
                <a:lnTo>
                  <a:pt x="776956" y="72496"/>
                </a:lnTo>
                <a:lnTo>
                  <a:pt x="776769" y="73612"/>
                </a:lnTo>
                <a:lnTo>
                  <a:pt x="776599" y="74741"/>
                </a:lnTo>
                <a:lnTo>
                  <a:pt x="776444" y="75882"/>
                </a:lnTo>
                <a:lnTo>
                  <a:pt x="776306" y="77036"/>
                </a:lnTo>
                <a:lnTo>
                  <a:pt x="776184" y="78202"/>
                </a:lnTo>
                <a:lnTo>
                  <a:pt x="776079" y="79381"/>
                </a:lnTo>
                <a:lnTo>
                  <a:pt x="775989" y="80572"/>
                </a:lnTo>
                <a:lnTo>
                  <a:pt x="775916" y="81776"/>
                </a:lnTo>
                <a:lnTo>
                  <a:pt x="775859" y="82992"/>
                </a:lnTo>
                <a:lnTo>
                  <a:pt x="775819" y="84220"/>
                </a:lnTo>
                <a:lnTo>
                  <a:pt x="775794" y="85462"/>
                </a:lnTo>
                <a:lnTo>
                  <a:pt x="775786" y="86715"/>
                </a:lnTo>
                <a:lnTo>
                  <a:pt x="775794" y="87920"/>
                </a:lnTo>
                <a:lnTo>
                  <a:pt x="775820" y="89114"/>
                </a:lnTo>
                <a:lnTo>
                  <a:pt x="775861" y="90298"/>
                </a:lnTo>
                <a:lnTo>
                  <a:pt x="775920" y="91472"/>
                </a:lnTo>
                <a:lnTo>
                  <a:pt x="775996" y="92636"/>
                </a:lnTo>
                <a:lnTo>
                  <a:pt x="776088" y="93790"/>
                </a:lnTo>
                <a:lnTo>
                  <a:pt x="776197" y="94934"/>
                </a:lnTo>
                <a:lnTo>
                  <a:pt x="776323" y="96067"/>
                </a:lnTo>
                <a:lnTo>
                  <a:pt x="776465" y="97191"/>
                </a:lnTo>
                <a:lnTo>
                  <a:pt x="776624" y="98305"/>
                </a:lnTo>
                <a:lnTo>
                  <a:pt x="776800" y="99409"/>
                </a:lnTo>
                <a:lnTo>
                  <a:pt x="776993" y="100503"/>
                </a:lnTo>
                <a:lnTo>
                  <a:pt x="777203" y="101586"/>
                </a:lnTo>
                <a:lnTo>
                  <a:pt x="777429" y="102660"/>
                </a:lnTo>
                <a:lnTo>
                  <a:pt x="777672" y="103723"/>
                </a:lnTo>
                <a:lnTo>
                  <a:pt x="777932" y="104777"/>
                </a:lnTo>
                <a:lnTo>
                  <a:pt x="778209" y="105821"/>
                </a:lnTo>
                <a:lnTo>
                  <a:pt x="778502" y="106854"/>
                </a:lnTo>
                <a:lnTo>
                  <a:pt x="778812" y="107877"/>
                </a:lnTo>
                <a:lnTo>
                  <a:pt x="779139" y="108891"/>
                </a:lnTo>
                <a:lnTo>
                  <a:pt x="779483" y="109894"/>
                </a:lnTo>
                <a:lnTo>
                  <a:pt x="779843" y="110887"/>
                </a:lnTo>
                <a:lnTo>
                  <a:pt x="780221" y="111871"/>
                </a:lnTo>
                <a:lnTo>
                  <a:pt x="780614" y="112844"/>
                </a:lnTo>
                <a:lnTo>
                  <a:pt x="781026" y="113803"/>
                </a:lnTo>
                <a:lnTo>
                  <a:pt x="781455" y="114746"/>
                </a:lnTo>
                <a:lnTo>
                  <a:pt x="781902" y="115672"/>
                </a:lnTo>
                <a:lnTo>
                  <a:pt x="782368" y="116581"/>
                </a:lnTo>
                <a:lnTo>
                  <a:pt x="782851" y="117473"/>
                </a:lnTo>
                <a:lnTo>
                  <a:pt x="783352" y="118348"/>
                </a:lnTo>
                <a:lnTo>
                  <a:pt x="783871" y="119206"/>
                </a:lnTo>
                <a:lnTo>
                  <a:pt x="784408" y="120047"/>
                </a:lnTo>
                <a:lnTo>
                  <a:pt x="784963" y="120871"/>
                </a:lnTo>
                <a:lnTo>
                  <a:pt x="785536" y="121679"/>
                </a:lnTo>
                <a:lnTo>
                  <a:pt x="786127" y="122469"/>
                </a:lnTo>
                <a:lnTo>
                  <a:pt x="786736" y="123243"/>
                </a:lnTo>
                <a:lnTo>
                  <a:pt x="787363" y="124000"/>
                </a:lnTo>
                <a:lnTo>
                  <a:pt x="788008" y="124740"/>
                </a:lnTo>
                <a:lnTo>
                  <a:pt x="788671" y="125463"/>
                </a:lnTo>
                <a:lnTo>
                  <a:pt x="789352" y="126169"/>
                </a:lnTo>
                <a:lnTo>
                  <a:pt x="790050" y="126858"/>
                </a:lnTo>
                <a:lnTo>
                  <a:pt x="790767" y="127530"/>
                </a:lnTo>
                <a:lnTo>
                  <a:pt x="791502" y="128186"/>
                </a:lnTo>
                <a:lnTo>
                  <a:pt x="792255" y="128824"/>
                </a:lnTo>
                <a:lnTo>
                  <a:pt x="793025" y="129446"/>
                </a:lnTo>
                <a:lnTo>
                  <a:pt x="793814" y="130051"/>
                </a:lnTo>
                <a:lnTo>
                  <a:pt x="794620" y="130638"/>
                </a:lnTo>
                <a:lnTo>
                  <a:pt x="795445" y="131209"/>
                </a:lnTo>
                <a:lnTo>
                  <a:pt x="796288" y="131760"/>
                </a:lnTo>
                <a:lnTo>
                  <a:pt x="797151" y="132287"/>
                </a:lnTo>
                <a:lnTo>
                  <a:pt x="798034" y="132791"/>
                </a:lnTo>
                <a:lnTo>
                  <a:pt x="798936" y="133271"/>
                </a:lnTo>
                <a:lnTo>
                  <a:pt x="799858" y="133728"/>
                </a:lnTo>
                <a:lnTo>
                  <a:pt x="800800" y="134161"/>
                </a:lnTo>
                <a:lnTo>
                  <a:pt x="801761" y="134571"/>
                </a:lnTo>
                <a:lnTo>
                  <a:pt x="802742" y="134958"/>
                </a:lnTo>
                <a:lnTo>
                  <a:pt x="803743" y="135321"/>
                </a:lnTo>
                <a:lnTo>
                  <a:pt x="804763" y="135660"/>
                </a:lnTo>
                <a:lnTo>
                  <a:pt x="805803" y="135977"/>
                </a:lnTo>
                <a:lnTo>
                  <a:pt x="806863" y="136270"/>
                </a:lnTo>
                <a:lnTo>
                  <a:pt x="807943" y="136539"/>
                </a:lnTo>
                <a:lnTo>
                  <a:pt x="809042" y="136785"/>
                </a:lnTo>
                <a:lnTo>
                  <a:pt x="810160" y="137008"/>
                </a:lnTo>
                <a:lnTo>
                  <a:pt x="811299" y="137207"/>
                </a:lnTo>
                <a:lnTo>
                  <a:pt x="812457" y="137382"/>
                </a:lnTo>
                <a:lnTo>
                  <a:pt x="813635" y="137535"/>
                </a:lnTo>
                <a:lnTo>
                  <a:pt x="814832" y="137663"/>
                </a:lnTo>
                <a:lnTo>
                  <a:pt x="816049" y="137769"/>
                </a:lnTo>
                <a:lnTo>
                  <a:pt x="817286" y="137851"/>
                </a:lnTo>
                <a:lnTo>
                  <a:pt x="818543" y="137909"/>
                </a:lnTo>
                <a:lnTo>
                  <a:pt x="819819" y="137945"/>
                </a:lnTo>
                <a:lnTo>
                  <a:pt x="821115" y="137956"/>
                </a:lnTo>
                <a:lnTo>
                  <a:pt x="822119" y="137949"/>
                </a:lnTo>
                <a:lnTo>
                  <a:pt x="823112" y="137928"/>
                </a:lnTo>
                <a:lnTo>
                  <a:pt x="824094" y="137892"/>
                </a:lnTo>
                <a:lnTo>
                  <a:pt x="825064" y="137842"/>
                </a:lnTo>
                <a:lnTo>
                  <a:pt x="826024" y="137778"/>
                </a:lnTo>
                <a:close/>
                <a:moveTo>
                  <a:pt x="793043" y="71624"/>
                </a:moveTo>
                <a:lnTo>
                  <a:pt x="793243" y="70569"/>
                </a:lnTo>
                <a:lnTo>
                  <a:pt x="793463" y="69537"/>
                </a:lnTo>
                <a:lnTo>
                  <a:pt x="793704" y="68529"/>
                </a:lnTo>
                <a:lnTo>
                  <a:pt x="793964" y="67544"/>
                </a:lnTo>
                <a:lnTo>
                  <a:pt x="794245" y="66583"/>
                </a:lnTo>
                <a:lnTo>
                  <a:pt x="794545" y="65646"/>
                </a:lnTo>
                <a:lnTo>
                  <a:pt x="794866" y="64732"/>
                </a:lnTo>
                <a:lnTo>
                  <a:pt x="795206" y="63842"/>
                </a:lnTo>
                <a:lnTo>
                  <a:pt x="795567" y="62976"/>
                </a:lnTo>
                <a:lnTo>
                  <a:pt x="795948" y="62133"/>
                </a:lnTo>
                <a:lnTo>
                  <a:pt x="796348" y="61314"/>
                </a:lnTo>
                <a:lnTo>
                  <a:pt x="796769" y="60518"/>
                </a:lnTo>
                <a:lnTo>
                  <a:pt x="797209" y="59746"/>
                </a:lnTo>
                <a:lnTo>
                  <a:pt x="797670" y="58998"/>
                </a:lnTo>
                <a:lnTo>
                  <a:pt x="798151" y="58273"/>
                </a:lnTo>
                <a:lnTo>
                  <a:pt x="798651" y="57572"/>
                </a:lnTo>
                <a:lnTo>
                  <a:pt x="799172" y="56895"/>
                </a:lnTo>
                <a:lnTo>
                  <a:pt x="799713" y="56241"/>
                </a:lnTo>
                <a:lnTo>
                  <a:pt x="800273" y="55611"/>
                </a:lnTo>
                <a:lnTo>
                  <a:pt x="800853" y="55005"/>
                </a:lnTo>
                <a:lnTo>
                  <a:pt x="801451" y="54425"/>
                </a:lnTo>
                <a:lnTo>
                  <a:pt x="802066" y="53870"/>
                </a:lnTo>
                <a:lnTo>
                  <a:pt x="802700" y="53342"/>
                </a:lnTo>
                <a:lnTo>
                  <a:pt x="803351" y="52839"/>
                </a:lnTo>
                <a:lnTo>
                  <a:pt x="804021" y="52362"/>
                </a:lnTo>
                <a:lnTo>
                  <a:pt x="804708" y="51911"/>
                </a:lnTo>
                <a:lnTo>
                  <a:pt x="805414" y="51486"/>
                </a:lnTo>
                <a:lnTo>
                  <a:pt x="806137" y="51086"/>
                </a:lnTo>
                <a:lnTo>
                  <a:pt x="806879" y="50713"/>
                </a:lnTo>
                <a:lnTo>
                  <a:pt x="807638" y="50365"/>
                </a:lnTo>
                <a:lnTo>
                  <a:pt x="808415" y="50042"/>
                </a:lnTo>
                <a:lnTo>
                  <a:pt x="809210" y="49746"/>
                </a:lnTo>
                <a:lnTo>
                  <a:pt x="810024" y="49475"/>
                </a:lnTo>
                <a:lnTo>
                  <a:pt x="810855" y="49230"/>
                </a:lnTo>
                <a:lnTo>
                  <a:pt x="811704" y="49011"/>
                </a:lnTo>
                <a:lnTo>
                  <a:pt x="812571" y="48818"/>
                </a:lnTo>
                <a:lnTo>
                  <a:pt x="813456" y="48650"/>
                </a:lnTo>
                <a:lnTo>
                  <a:pt x="814359" y="48508"/>
                </a:lnTo>
                <a:lnTo>
                  <a:pt x="815280" y="48392"/>
                </a:lnTo>
                <a:lnTo>
                  <a:pt x="816219" y="48302"/>
                </a:lnTo>
                <a:lnTo>
                  <a:pt x="817176" y="48238"/>
                </a:lnTo>
                <a:lnTo>
                  <a:pt x="818151" y="48199"/>
                </a:lnTo>
                <a:lnTo>
                  <a:pt x="819144" y="48186"/>
                </a:lnTo>
                <a:lnTo>
                  <a:pt x="820128" y="48199"/>
                </a:lnTo>
                <a:lnTo>
                  <a:pt x="821095" y="48238"/>
                </a:lnTo>
                <a:lnTo>
                  <a:pt x="822043" y="48303"/>
                </a:lnTo>
                <a:lnTo>
                  <a:pt x="822973" y="48394"/>
                </a:lnTo>
                <a:lnTo>
                  <a:pt x="823885" y="48511"/>
                </a:lnTo>
                <a:lnTo>
                  <a:pt x="824779" y="48653"/>
                </a:lnTo>
                <a:lnTo>
                  <a:pt x="825655" y="48822"/>
                </a:lnTo>
                <a:lnTo>
                  <a:pt x="826512" y="49017"/>
                </a:lnTo>
                <a:lnTo>
                  <a:pt x="827352" y="49238"/>
                </a:lnTo>
                <a:lnTo>
                  <a:pt x="828173" y="49484"/>
                </a:lnTo>
                <a:lnTo>
                  <a:pt x="828976" y="49757"/>
                </a:lnTo>
                <a:lnTo>
                  <a:pt x="829761" y="50055"/>
                </a:lnTo>
                <a:lnTo>
                  <a:pt x="830528" y="50380"/>
                </a:lnTo>
                <a:lnTo>
                  <a:pt x="831277" y="50730"/>
                </a:lnTo>
                <a:lnTo>
                  <a:pt x="832008" y="51107"/>
                </a:lnTo>
                <a:lnTo>
                  <a:pt x="832720" y="51509"/>
                </a:lnTo>
                <a:lnTo>
                  <a:pt x="833415" y="51938"/>
                </a:lnTo>
                <a:lnTo>
                  <a:pt x="834091" y="52392"/>
                </a:lnTo>
                <a:lnTo>
                  <a:pt x="834749" y="52872"/>
                </a:lnTo>
                <a:lnTo>
                  <a:pt x="835389" y="53378"/>
                </a:lnTo>
                <a:lnTo>
                  <a:pt x="836011" y="53911"/>
                </a:lnTo>
                <a:lnTo>
                  <a:pt x="836615" y="54469"/>
                </a:lnTo>
                <a:lnTo>
                  <a:pt x="837200" y="55053"/>
                </a:lnTo>
                <a:lnTo>
                  <a:pt x="837768" y="55663"/>
                </a:lnTo>
                <a:lnTo>
                  <a:pt x="838315" y="56297"/>
                </a:lnTo>
                <a:lnTo>
                  <a:pt x="838840" y="56955"/>
                </a:lnTo>
                <a:lnTo>
                  <a:pt x="839343" y="57635"/>
                </a:lnTo>
                <a:lnTo>
                  <a:pt x="839823" y="58339"/>
                </a:lnTo>
                <a:lnTo>
                  <a:pt x="840282" y="59065"/>
                </a:lnTo>
                <a:lnTo>
                  <a:pt x="840718" y="59815"/>
                </a:lnTo>
                <a:lnTo>
                  <a:pt x="841132" y="60588"/>
                </a:lnTo>
                <a:lnTo>
                  <a:pt x="841523" y="61384"/>
                </a:lnTo>
                <a:lnTo>
                  <a:pt x="841893" y="62203"/>
                </a:lnTo>
                <a:lnTo>
                  <a:pt x="842240" y="63045"/>
                </a:lnTo>
                <a:lnTo>
                  <a:pt x="842565" y="63910"/>
                </a:lnTo>
                <a:lnTo>
                  <a:pt x="842867" y="64798"/>
                </a:lnTo>
                <a:lnTo>
                  <a:pt x="843148" y="65709"/>
                </a:lnTo>
                <a:lnTo>
                  <a:pt x="843406" y="66643"/>
                </a:lnTo>
                <a:lnTo>
                  <a:pt x="843642" y="67601"/>
                </a:lnTo>
                <a:lnTo>
                  <a:pt x="843855" y="68581"/>
                </a:lnTo>
                <a:lnTo>
                  <a:pt x="844047" y="69585"/>
                </a:lnTo>
                <a:lnTo>
                  <a:pt x="844216" y="70611"/>
                </a:lnTo>
                <a:lnTo>
                  <a:pt x="844363" y="71661"/>
                </a:lnTo>
                <a:lnTo>
                  <a:pt x="844488" y="72734"/>
                </a:lnTo>
                <a:lnTo>
                  <a:pt x="844590" y="73830"/>
                </a:lnTo>
                <a:lnTo>
                  <a:pt x="844670" y="74949"/>
                </a:lnTo>
                <a:lnTo>
                  <a:pt x="844728" y="76090"/>
                </a:lnTo>
                <a:lnTo>
                  <a:pt x="844764" y="77256"/>
                </a:lnTo>
                <a:lnTo>
                  <a:pt x="792341" y="77256"/>
                </a:lnTo>
                <a:lnTo>
                  <a:pt x="792441" y="76082"/>
                </a:lnTo>
                <a:lnTo>
                  <a:pt x="792561" y="74932"/>
                </a:lnTo>
                <a:lnTo>
                  <a:pt x="792702" y="73806"/>
                </a:lnTo>
                <a:lnTo>
                  <a:pt x="792862" y="72703"/>
                </a:lnTo>
                <a:lnTo>
                  <a:pt x="793043" y="71624"/>
                </a:lnTo>
                <a:close/>
                <a:moveTo>
                  <a:pt x="916694" y="137832"/>
                </a:moveTo>
                <a:lnTo>
                  <a:pt x="917618" y="137762"/>
                </a:lnTo>
                <a:lnTo>
                  <a:pt x="918531" y="137676"/>
                </a:lnTo>
                <a:lnTo>
                  <a:pt x="919435" y="137575"/>
                </a:lnTo>
                <a:lnTo>
                  <a:pt x="920328" y="137458"/>
                </a:lnTo>
                <a:lnTo>
                  <a:pt x="921211" y="137326"/>
                </a:lnTo>
                <a:lnTo>
                  <a:pt x="922084" y="137178"/>
                </a:lnTo>
                <a:lnTo>
                  <a:pt x="922947" y="137014"/>
                </a:lnTo>
                <a:lnTo>
                  <a:pt x="923800" y="136835"/>
                </a:lnTo>
                <a:lnTo>
                  <a:pt x="924643" y="136641"/>
                </a:lnTo>
                <a:lnTo>
                  <a:pt x="925476" y="136431"/>
                </a:lnTo>
                <a:lnTo>
                  <a:pt x="926298" y="136205"/>
                </a:lnTo>
                <a:lnTo>
                  <a:pt x="927111" y="135964"/>
                </a:lnTo>
                <a:lnTo>
                  <a:pt x="927913" y="135707"/>
                </a:lnTo>
                <a:lnTo>
                  <a:pt x="928705" y="135434"/>
                </a:lnTo>
                <a:lnTo>
                  <a:pt x="929488" y="135146"/>
                </a:lnTo>
                <a:lnTo>
                  <a:pt x="930260" y="134843"/>
                </a:lnTo>
                <a:lnTo>
                  <a:pt x="931022" y="134524"/>
                </a:lnTo>
                <a:lnTo>
                  <a:pt x="931774" y="134189"/>
                </a:lnTo>
                <a:lnTo>
                  <a:pt x="932516" y="133839"/>
                </a:lnTo>
                <a:lnTo>
                  <a:pt x="933248" y="133473"/>
                </a:lnTo>
                <a:lnTo>
                  <a:pt x="933971" y="133094"/>
                </a:lnTo>
                <a:lnTo>
                  <a:pt x="934686" y="132705"/>
                </a:lnTo>
                <a:lnTo>
                  <a:pt x="935395" y="132306"/>
                </a:lnTo>
                <a:lnTo>
                  <a:pt x="936096" y="131897"/>
                </a:lnTo>
                <a:lnTo>
                  <a:pt x="936789" y="131478"/>
                </a:lnTo>
                <a:lnTo>
                  <a:pt x="937476" y="131049"/>
                </a:lnTo>
                <a:lnTo>
                  <a:pt x="938154" y="130610"/>
                </a:lnTo>
                <a:lnTo>
                  <a:pt x="938826" y="130161"/>
                </a:lnTo>
                <a:lnTo>
                  <a:pt x="939490" y="129701"/>
                </a:lnTo>
                <a:lnTo>
                  <a:pt x="940147" y="129232"/>
                </a:lnTo>
                <a:lnTo>
                  <a:pt x="940797" y="128752"/>
                </a:lnTo>
                <a:lnTo>
                  <a:pt x="941439" y="128262"/>
                </a:lnTo>
                <a:lnTo>
                  <a:pt x="942073" y="127763"/>
                </a:lnTo>
                <a:lnTo>
                  <a:pt x="942701" y="127253"/>
                </a:lnTo>
                <a:lnTo>
                  <a:pt x="943321" y="126733"/>
                </a:lnTo>
                <a:lnTo>
                  <a:pt x="943934" y="126203"/>
                </a:lnTo>
                <a:lnTo>
                  <a:pt x="944539" y="125662"/>
                </a:lnTo>
                <a:lnTo>
                  <a:pt x="945137" y="125112"/>
                </a:lnTo>
                <a:lnTo>
                  <a:pt x="945728" y="124552"/>
                </a:lnTo>
                <a:lnTo>
                  <a:pt x="946311" y="123981"/>
                </a:lnTo>
                <a:lnTo>
                  <a:pt x="946887" y="123401"/>
                </a:lnTo>
                <a:lnTo>
                  <a:pt x="947455" y="122810"/>
                </a:lnTo>
                <a:lnTo>
                  <a:pt x="948017" y="122209"/>
                </a:lnTo>
                <a:lnTo>
                  <a:pt x="948571" y="121599"/>
                </a:lnTo>
                <a:lnTo>
                  <a:pt x="949260" y="136183"/>
                </a:lnTo>
                <a:lnTo>
                  <a:pt x="964633" y="136183"/>
                </a:lnTo>
                <a:lnTo>
                  <a:pt x="964633" y="70090"/>
                </a:lnTo>
                <a:lnTo>
                  <a:pt x="964627" y="69208"/>
                </a:lnTo>
                <a:lnTo>
                  <a:pt x="964611" y="68341"/>
                </a:lnTo>
                <a:lnTo>
                  <a:pt x="964583" y="67486"/>
                </a:lnTo>
                <a:lnTo>
                  <a:pt x="964545" y="66646"/>
                </a:lnTo>
                <a:lnTo>
                  <a:pt x="964496" y="65819"/>
                </a:lnTo>
                <a:lnTo>
                  <a:pt x="964436" y="65005"/>
                </a:lnTo>
                <a:lnTo>
                  <a:pt x="964364" y="64205"/>
                </a:lnTo>
                <a:lnTo>
                  <a:pt x="964282" y="63419"/>
                </a:lnTo>
                <a:lnTo>
                  <a:pt x="964189" y="62646"/>
                </a:lnTo>
                <a:lnTo>
                  <a:pt x="964085" y="61887"/>
                </a:lnTo>
                <a:lnTo>
                  <a:pt x="963970" y="61141"/>
                </a:lnTo>
                <a:lnTo>
                  <a:pt x="963844" y="60409"/>
                </a:lnTo>
                <a:lnTo>
                  <a:pt x="963707" y="59690"/>
                </a:lnTo>
                <a:lnTo>
                  <a:pt x="963560" y="58985"/>
                </a:lnTo>
                <a:lnTo>
                  <a:pt x="963401" y="58294"/>
                </a:lnTo>
                <a:lnTo>
                  <a:pt x="963231" y="57616"/>
                </a:lnTo>
                <a:lnTo>
                  <a:pt x="963050" y="56952"/>
                </a:lnTo>
                <a:lnTo>
                  <a:pt x="962859" y="56301"/>
                </a:lnTo>
                <a:lnTo>
                  <a:pt x="962656" y="55664"/>
                </a:lnTo>
                <a:lnTo>
                  <a:pt x="962443" y="55041"/>
                </a:lnTo>
                <a:lnTo>
                  <a:pt x="962218" y="54431"/>
                </a:lnTo>
                <a:lnTo>
                  <a:pt x="961983" y="53834"/>
                </a:lnTo>
                <a:lnTo>
                  <a:pt x="961737" y="53251"/>
                </a:lnTo>
                <a:lnTo>
                  <a:pt x="961479" y="52682"/>
                </a:lnTo>
                <a:lnTo>
                  <a:pt x="961213" y="52125"/>
                </a:lnTo>
                <a:lnTo>
                  <a:pt x="960938" y="51577"/>
                </a:lnTo>
                <a:lnTo>
                  <a:pt x="960656" y="51041"/>
                </a:lnTo>
                <a:lnTo>
                  <a:pt x="960367" y="50514"/>
                </a:lnTo>
                <a:lnTo>
                  <a:pt x="960069" y="49998"/>
                </a:lnTo>
                <a:lnTo>
                  <a:pt x="959764" y="49493"/>
                </a:lnTo>
                <a:lnTo>
                  <a:pt x="959451" y="48998"/>
                </a:lnTo>
                <a:lnTo>
                  <a:pt x="959131" y="48513"/>
                </a:lnTo>
                <a:lnTo>
                  <a:pt x="958803" y="48039"/>
                </a:lnTo>
                <a:lnTo>
                  <a:pt x="958467" y="47575"/>
                </a:lnTo>
                <a:lnTo>
                  <a:pt x="958123" y="47121"/>
                </a:lnTo>
                <a:lnTo>
                  <a:pt x="957772" y="46678"/>
                </a:lnTo>
                <a:lnTo>
                  <a:pt x="957413" y="46245"/>
                </a:lnTo>
                <a:lnTo>
                  <a:pt x="957046" y="45823"/>
                </a:lnTo>
                <a:lnTo>
                  <a:pt x="956672" y="45411"/>
                </a:lnTo>
                <a:lnTo>
                  <a:pt x="956290" y="45010"/>
                </a:lnTo>
                <a:lnTo>
                  <a:pt x="955900" y="44619"/>
                </a:lnTo>
                <a:lnTo>
                  <a:pt x="955502" y="44238"/>
                </a:lnTo>
                <a:lnTo>
                  <a:pt x="955097" y="43868"/>
                </a:lnTo>
                <a:lnTo>
                  <a:pt x="954684" y="43508"/>
                </a:lnTo>
                <a:lnTo>
                  <a:pt x="954264" y="43158"/>
                </a:lnTo>
                <a:lnTo>
                  <a:pt x="953835" y="42819"/>
                </a:lnTo>
                <a:lnTo>
                  <a:pt x="953399" y="42490"/>
                </a:lnTo>
                <a:lnTo>
                  <a:pt x="952956" y="42172"/>
                </a:lnTo>
                <a:lnTo>
                  <a:pt x="952506" y="41863"/>
                </a:lnTo>
                <a:lnTo>
                  <a:pt x="952051" y="41562"/>
                </a:lnTo>
                <a:lnTo>
                  <a:pt x="951591" y="41269"/>
                </a:lnTo>
                <a:lnTo>
                  <a:pt x="951127" y="40985"/>
                </a:lnTo>
                <a:lnTo>
                  <a:pt x="950658" y="40708"/>
                </a:lnTo>
                <a:lnTo>
                  <a:pt x="950184" y="40440"/>
                </a:lnTo>
                <a:lnTo>
                  <a:pt x="949705" y="40179"/>
                </a:lnTo>
                <a:lnTo>
                  <a:pt x="949222" y="39927"/>
                </a:lnTo>
                <a:lnTo>
                  <a:pt x="948734" y="39683"/>
                </a:lnTo>
                <a:lnTo>
                  <a:pt x="948241" y="39447"/>
                </a:lnTo>
                <a:lnTo>
                  <a:pt x="947743" y="39219"/>
                </a:lnTo>
                <a:lnTo>
                  <a:pt x="947240" y="39000"/>
                </a:lnTo>
                <a:lnTo>
                  <a:pt x="946733" y="38788"/>
                </a:lnTo>
                <a:lnTo>
                  <a:pt x="946221" y="38584"/>
                </a:lnTo>
                <a:lnTo>
                  <a:pt x="945704" y="38389"/>
                </a:lnTo>
                <a:lnTo>
                  <a:pt x="945182" y="38202"/>
                </a:lnTo>
                <a:lnTo>
                  <a:pt x="944655" y="38023"/>
                </a:lnTo>
                <a:lnTo>
                  <a:pt x="944124" y="37852"/>
                </a:lnTo>
                <a:lnTo>
                  <a:pt x="943588" y="37689"/>
                </a:lnTo>
                <a:lnTo>
                  <a:pt x="943047" y="37534"/>
                </a:lnTo>
                <a:lnTo>
                  <a:pt x="942501" y="37387"/>
                </a:lnTo>
                <a:lnTo>
                  <a:pt x="941951" y="37249"/>
                </a:lnTo>
                <a:lnTo>
                  <a:pt x="941395" y="37118"/>
                </a:lnTo>
                <a:lnTo>
                  <a:pt x="940835" y="36996"/>
                </a:lnTo>
                <a:lnTo>
                  <a:pt x="940272" y="36880"/>
                </a:lnTo>
                <a:lnTo>
                  <a:pt x="939706" y="36768"/>
                </a:lnTo>
                <a:lnTo>
                  <a:pt x="939138" y="36662"/>
                </a:lnTo>
                <a:lnTo>
                  <a:pt x="938567" y="36561"/>
                </a:lnTo>
                <a:lnTo>
                  <a:pt x="937995" y="36465"/>
                </a:lnTo>
                <a:lnTo>
                  <a:pt x="937420" y="36373"/>
                </a:lnTo>
                <a:lnTo>
                  <a:pt x="936843" y="36287"/>
                </a:lnTo>
                <a:lnTo>
                  <a:pt x="936264" y="36205"/>
                </a:lnTo>
                <a:lnTo>
                  <a:pt x="935683" y="36129"/>
                </a:lnTo>
                <a:lnTo>
                  <a:pt x="935099" y="36057"/>
                </a:lnTo>
                <a:lnTo>
                  <a:pt x="934513" y="35990"/>
                </a:lnTo>
                <a:lnTo>
                  <a:pt x="933925" y="35929"/>
                </a:lnTo>
                <a:lnTo>
                  <a:pt x="933335" y="35872"/>
                </a:lnTo>
                <a:lnTo>
                  <a:pt x="932742" y="35820"/>
                </a:lnTo>
                <a:lnTo>
                  <a:pt x="932147" y="35773"/>
                </a:lnTo>
                <a:lnTo>
                  <a:pt x="931550" y="35731"/>
                </a:lnTo>
                <a:lnTo>
                  <a:pt x="930951" y="35694"/>
                </a:lnTo>
                <a:lnTo>
                  <a:pt x="930350" y="35662"/>
                </a:lnTo>
                <a:lnTo>
                  <a:pt x="929746" y="35635"/>
                </a:lnTo>
                <a:lnTo>
                  <a:pt x="929140" y="35613"/>
                </a:lnTo>
                <a:lnTo>
                  <a:pt x="928532" y="35595"/>
                </a:lnTo>
                <a:lnTo>
                  <a:pt x="927922" y="35583"/>
                </a:lnTo>
                <a:lnTo>
                  <a:pt x="927309" y="35575"/>
                </a:lnTo>
                <a:lnTo>
                  <a:pt x="926695" y="35573"/>
                </a:lnTo>
                <a:lnTo>
                  <a:pt x="925738" y="35579"/>
                </a:lnTo>
                <a:lnTo>
                  <a:pt x="924791" y="35597"/>
                </a:lnTo>
                <a:lnTo>
                  <a:pt x="923853" y="35627"/>
                </a:lnTo>
                <a:lnTo>
                  <a:pt x="922924" y="35669"/>
                </a:lnTo>
                <a:lnTo>
                  <a:pt x="922004" y="35723"/>
                </a:lnTo>
                <a:lnTo>
                  <a:pt x="921093" y="35789"/>
                </a:lnTo>
                <a:lnTo>
                  <a:pt x="920191" y="35867"/>
                </a:lnTo>
                <a:lnTo>
                  <a:pt x="919299" y="35957"/>
                </a:lnTo>
                <a:lnTo>
                  <a:pt x="918415" y="36058"/>
                </a:lnTo>
                <a:lnTo>
                  <a:pt x="917540" y="36172"/>
                </a:lnTo>
                <a:lnTo>
                  <a:pt x="916675" y="36298"/>
                </a:lnTo>
                <a:lnTo>
                  <a:pt x="915818" y="36436"/>
                </a:lnTo>
                <a:lnTo>
                  <a:pt x="914971" y="36586"/>
                </a:lnTo>
                <a:lnTo>
                  <a:pt x="914132" y="36748"/>
                </a:lnTo>
                <a:lnTo>
                  <a:pt x="913303" y="36921"/>
                </a:lnTo>
                <a:lnTo>
                  <a:pt x="912483" y="37107"/>
                </a:lnTo>
                <a:lnTo>
                  <a:pt x="911672" y="37305"/>
                </a:lnTo>
                <a:lnTo>
                  <a:pt x="910870" y="37515"/>
                </a:lnTo>
                <a:lnTo>
                  <a:pt x="910077" y="37737"/>
                </a:lnTo>
                <a:lnTo>
                  <a:pt x="909293" y="37970"/>
                </a:lnTo>
                <a:lnTo>
                  <a:pt x="908518" y="38216"/>
                </a:lnTo>
                <a:lnTo>
                  <a:pt x="907752" y="38474"/>
                </a:lnTo>
                <a:lnTo>
                  <a:pt x="906995" y="38743"/>
                </a:lnTo>
                <a:lnTo>
                  <a:pt x="906248" y="39025"/>
                </a:lnTo>
                <a:lnTo>
                  <a:pt x="905511" y="39319"/>
                </a:lnTo>
                <a:lnTo>
                  <a:pt x="904788" y="39628"/>
                </a:lnTo>
                <a:lnTo>
                  <a:pt x="904078" y="39951"/>
                </a:lnTo>
                <a:lnTo>
                  <a:pt x="903382" y="40287"/>
                </a:lnTo>
                <a:lnTo>
                  <a:pt x="902699" y="40638"/>
                </a:lnTo>
                <a:lnTo>
                  <a:pt x="902029" y="41003"/>
                </a:lnTo>
                <a:lnTo>
                  <a:pt x="901372" y="41382"/>
                </a:lnTo>
                <a:lnTo>
                  <a:pt x="900729" y="41776"/>
                </a:lnTo>
                <a:lnTo>
                  <a:pt x="900100" y="42183"/>
                </a:lnTo>
                <a:lnTo>
                  <a:pt x="899483" y="42604"/>
                </a:lnTo>
                <a:lnTo>
                  <a:pt x="898880" y="43040"/>
                </a:lnTo>
                <a:lnTo>
                  <a:pt x="898290" y="43489"/>
                </a:lnTo>
                <a:lnTo>
                  <a:pt x="897714" y="43953"/>
                </a:lnTo>
                <a:lnTo>
                  <a:pt x="897151" y="44431"/>
                </a:lnTo>
                <a:lnTo>
                  <a:pt x="896601" y="44923"/>
                </a:lnTo>
                <a:lnTo>
                  <a:pt x="896065" y="45429"/>
                </a:lnTo>
                <a:lnTo>
                  <a:pt x="895542" y="45949"/>
                </a:lnTo>
                <a:lnTo>
                  <a:pt x="895032" y="46483"/>
                </a:lnTo>
                <a:lnTo>
                  <a:pt x="894536" y="47031"/>
                </a:lnTo>
                <a:lnTo>
                  <a:pt x="894053" y="47594"/>
                </a:lnTo>
                <a:lnTo>
                  <a:pt x="893584" y="48170"/>
                </a:lnTo>
                <a:lnTo>
                  <a:pt x="893127" y="48761"/>
                </a:lnTo>
                <a:lnTo>
                  <a:pt x="892684" y="49366"/>
                </a:lnTo>
                <a:lnTo>
                  <a:pt x="892255" y="49985"/>
                </a:lnTo>
                <a:lnTo>
                  <a:pt x="891841" y="50618"/>
                </a:lnTo>
                <a:lnTo>
                  <a:pt x="891444" y="51268"/>
                </a:lnTo>
                <a:lnTo>
                  <a:pt x="891065" y="51934"/>
                </a:lnTo>
                <a:lnTo>
                  <a:pt x="890704" y="52617"/>
                </a:lnTo>
                <a:lnTo>
                  <a:pt x="890361" y="53315"/>
                </a:lnTo>
                <a:lnTo>
                  <a:pt x="890035" y="54030"/>
                </a:lnTo>
                <a:lnTo>
                  <a:pt x="889726" y="54761"/>
                </a:lnTo>
                <a:lnTo>
                  <a:pt x="889435" y="55508"/>
                </a:lnTo>
                <a:lnTo>
                  <a:pt x="889162" y="56272"/>
                </a:lnTo>
                <a:lnTo>
                  <a:pt x="888907" y="57051"/>
                </a:lnTo>
                <a:lnTo>
                  <a:pt x="888669" y="57847"/>
                </a:lnTo>
                <a:lnTo>
                  <a:pt x="888449" y="58659"/>
                </a:lnTo>
                <a:lnTo>
                  <a:pt x="888246" y="59487"/>
                </a:lnTo>
                <a:lnTo>
                  <a:pt x="888061" y="60332"/>
                </a:lnTo>
                <a:lnTo>
                  <a:pt x="887894" y="61193"/>
                </a:lnTo>
                <a:lnTo>
                  <a:pt x="887744" y="62069"/>
                </a:lnTo>
                <a:lnTo>
                  <a:pt x="887612" y="62962"/>
                </a:lnTo>
                <a:lnTo>
                  <a:pt x="887497" y="63872"/>
                </a:lnTo>
                <a:lnTo>
                  <a:pt x="887400" y="64797"/>
                </a:lnTo>
                <a:lnTo>
                  <a:pt x="887321" y="65739"/>
                </a:lnTo>
                <a:lnTo>
                  <a:pt x="887259" y="66697"/>
                </a:lnTo>
                <a:lnTo>
                  <a:pt x="887215" y="67671"/>
                </a:lnTo>
                <a:lnTo>
                  <a:pt x="887189" y="68661"/>
                </a:lnTo>
                <a:lnTo>
                  <a:pt x="887180" y="69668"/>
                </a:lnTo>
                <a:lnTo>
                  <a:pt x="903144" y="69668"/>
                </a:lnTo>
                <a:lnTo>
                  <a:pt x="903155" y="68733"/>
                </a:lnTo>
                <a:lnTo>
                  <a:pt x="903191" y="67818"/>
                </a:lnTo>
                <a:lnTo>
                  <a:pt x="903250" y="66925"/>
                </a:lnTo>
                <a:lnTo>
                  <a:pt x="903332" y="66054"/>
                </a:lnTo>
                <a:lnTo>
                  <a:pt x="903439" y="65203"/>
                </a:lnTo>
                <a:lnTo>
                  <a:pt x="903568" y="64373"/>
                </a:lnTo>
                <a:lnTo>
                  <a:pt x="903722" y="63565"/>
                </a:lnTo>
                <a:lnTo>
                  <a:pt x="903899" y="62777"/>
                </a:lnTo>
                <a:lnTo>
                  <a:pt x="904100" y="62011"/>
                </a:lnTo>
                <a:lnTo>
                  <a:pt x="904324" y="61266"/>
                </a:lnTo>
                <a:lnTo>
                  <a:pt x="904572" y="60542"/>
                </a:lnTo>
                <a:lnTo>
                  <a:pt x="904843" y="59839"/>
                </a:lnTo>
                <a:lnTo>
                  <a:pt x="905138" y="59158"/>
                </a:lnTo>
                <a:lnTo>
                  <a:pt x="905457" y="58497"/>
                </a:lnTo>
                <a:lnTo>
                  <a:pt x="905799" y="57858"/>
                </a:lnTo>
                <a:lnTo>
                  <a:pt x="906165" y="57240"/>
                </a:lnTo>
                <a:lnTo>
                  <a:pt x="906555" y="56642"/>
                </a:lnTo>
                <a:lnTo>
                  <a:pt x="906968" y="56067"/>
                </a:lnTo>
                <a:lnTo>
                  <a:pt x="907405" y="55512"/>
                </a:lnTo>
                <a:lnTo>
                  <a:pt x="907865" y="54978"/>
                </a:lnTo>
                <a:lnTo>
                  <a:pt x="908349" y="54465"/>
                </a:lnTo>
                <a:lnTo>
                  <a:pt x="908857" y="53974"/>
                </a:lnTo>
                <a:lnTo>
                  <a:pt x="909388" y="53504"/>
                </a:lnTo>
                <a:lnTo>
                  <a:pt x="909943" y="53055"/>
                </a:lnTo>
                <a:lnTo>
                  <a:pt x="910515" y="52625"/>
                </a:lnTo>
                <a:lnTo>
                  <a:pt x="911098" y="52214"/>
                </a:lnTo>
                <a:lnTo>
                  <a:pt x="911692" y="51821"/>
                </a:lnTo>
                <a:lnTo>
                  <a:pt x="912297" y="51447"/>
                </a:lnTo>
                <a:lnTo>
                  <a:pt x="912913" y="51090"/>
                </a:lnTo>
                <a:lnTo>
                  <a:pt x="913539" y="50752"/>
                </a:lnTo>
                <a:lnTo>
                  <a:pt x="914177" y="50432"/>
                </a:lnTo>
                <a:lnTo>
                  <a:pt x="914826" y="50131"/>
                </a:lnTo>
                <a:lnTo>
                  <a:pt x="915486" y="49848"/>
                </a:lnTo>
                <a:lnTo>
                  <a:pt x="916156" y="49583"/>
                </a:lnTo>
                <a:lnTo>
                  <a:pt x="916838" y="49336"/>
                </a:lnTo>
                <a:lnTo>
                  <a:pt x="917530" y="49108"/>
                </a:lnTo>
                <a:lnTo>
                  <a:pt x="918234" y="48898"/>
                </a:lnTo>
                <a:lnTo>
                  <a:pt x="918948" y="48706"/>
                </a:lnTo>
                <a:lnTo>
                  <a:pt x="919674" y="48532"/>
                </a:lnTo>
                <a:lnTo>
                  <a:pt x="920410" y="48377"/>
                </a:lnTo>
                <a:lnTo>
                  <a:pt x="921157" y="48240"/>
                </a:lnTo>
                <a:lnTo>
                  <a:pt x="921915" y="48121"/>
                </a:lnTo>
                <a:lnTo>
                  <a:pt x="922685" y="48020"/>
                </a:lnTo>
                <a:lnTo>
                  <a:pt x="923465" y="47938"/>
                </a:lnTo>
                <a:lnTo>
                  <a:pt x="924256" y="47874"/>
                </a:lnTo>
                <a:lnTo>
                  <a:pt x="925058" y="47829"/>
                </a:lnTo>
                <a:lnTo>
                  <a:pt x="925871" y="47801"/>
                </a:lnTo>
                <a:lnTo>
                  <a:pt x="926695" y="47792"/>
                </a:lnTo>
                <a:lnTo>
                  <a:pt x="927469" y="47800"/>
                </a:lnTo>
                <a:lnTo>
                  <a:pt x="928232" y="47826"/>
                </a:lnTo>
                <a:lnTo>
                  <a:pt x="928984" y="47867"/>
                </a:lnTo>
                <a:lnTo>
                  <a:pt x="929725" y="47926"/>
                </a:lnTo>
                <a:lnTo>
                  <a:pt x="930454" y="48002"/>
                </a:lnTo>
                <a:lnTo>
                  <a:pt x="931172" y="48094"/>
                </a:lnTo>
                <a:lnTo>
                  <a:pt x="931879" y="48203"/>
                </a:lnTo>
                <a:lnTo>
                  <a:pt x="932574" y="48329"/>
                </a:lnTo>
                <a:lnTo>
                  <a:pt x="933258" y="48471"/>
                </a:lnTo>
                <a:lnTo>
                  <a:pt x="933931" y="48630"/>
                </a:lnTo>
                <a:lnTo>
                  <a:pt x="934593" y="48806"/>
                </a:lnTo>
                <a:lnTo>
                  <a:pt x="935243" y="48999"/>
                </a:lnTo>
                <a:lnTo>
                  <a:pt x="935882" y="49209"/>
                </a:lnTo>
                <a:lnTo>
                  <a:pt x="936510" y="49435"/>
                </a:lnTo>
                <a:lnTo>
                  <a:pt x="937126" y="49678"/>
                </a:lnTo>
                <a:lnTo>
                  <a:pt x="937731" y="49938"/>
                </a:lnTo>
                <a:lnTo>
                  <a:pt x="938325" y="50215"/>
                </a:lnTo>
                <a:lnTo>
                  <a:pt x="938907" y="50508"/>
                </a:lnTo>
                <a:lnTo>
                  <a:pt x="939479" y="50818"/>
                </a:lnTo>
                <a:lnTo>
                  <a:pt x="940039" y="51145"/>
                </a:lnTo>
                <a:lnTo>
                  <a:pt x="940587" y="51489"/>
                </a:lnTo>
                <a:lnTo>
                  <a:pt x="941125" y="51849"/>
                </a:lnTo>
                <a:lnTo>
                  <a:pt x="941651" y="52226"/>
                </a:lnTo>
                <a:lnTo>
                  <a:pt x="942165" y="52620"/>
                </a:lnTo>
                <a:lnTo>
                  <a:pt x="942664" y="53037"/>
                </a:lnTo>
                <a:lnTo>
                  <a:pt x="943141" y="53482"/>
                </a:lnTo>
                <a:lnTo>
                  <a:pt x="943597" y="53955"/>
                </a:lnTo>
                <a:lnTo>
                  <a:pt x="944032" y="54456"/>
                </a:lnTo>
                <a:lnTo>
                  <a:pt x="944446" y="54986"/>
                </a:lnTo>
                <a:lnTo>
                  <a:pt x="944838" y="55544"/>
                </a:lnTo>
                <a:lnTo>
                  <a:pt x="945210" y="56130"/>
                </a:lnTo>
                <a:lnTo>
                  <a:pt x="945560" y="56745"/>
                </a:lnTo>
                <a:lnTo>
                  <a:pt x="945888" y="57388"/>
                </a:lnTo>
                <a:lnTo>
                  <a:pt x="946196" y="58059"/>
                </a:lnTo>
                <a:lnTo>
                  <a:pt x="946482" y="58759"/>
                </a:lnTo>
                <a:lnTo>
                  <a:pt x="946748" y="59487"/>
                </a:lnTo>
                <a:lnTo>
                  <a:pt x="946992" y="60243"/>
                </a:lnTo>
                <a:lnTo>
                  <a:pt x="947214" y="61027"/>
                </a:lnTo>
                <a:lnTo>
                  <a:pt x="947416" y="61840"/>
                </a:lnTo>
                <a:lnTo>
                  <a:pt x="947596" y="62681"/>
                </a:lnTo>
                <a:lnTo>
                  <a:pt x="947755" y="63551"/>
                </a:lnTo>
                <a:lnTo>
                  <a:pt x="947893" y="64448"/>
                </a:lnTo>
                <a:lnTo>
                  <a:pt x="948010" y="65374"/>
                </a:lnTo>
                <a:lnTo>
                  <a:pt x="948105" y="66328"/>
                </a:lnTo>
                <a:lnTo>
                  <a:pt x="948179" y="67311"/>
                </a:lnTo>
                <a:lnTo>
                  <a:pt x="948232" y="68322"/>
                </a:lnTo>
                <a:lnTo>
                  <a:pt x="948264" y="69361"/>
                </a:lnTo>
                <a:lnTo>
                  <a:pt x="948275" y="70429"/>
                </a:lnTo>
                <a:lnTo>
                  <a:pt x="948275" y="77490"/>
                </a:lnTo>
                <a:lnTo>
                  <a:pt x="946633" y="77510"/>
                </a:lnTo>
                <a:lnTo>
                  <a:pt x="945009" y="77539"/>
                </a:lnTo>
                <a:lnTo>
                  <a:pt x="943402" y="77576"/>
                </a:lnTo>
                <a:lnTo>
                  <a:pt x="941812" y="77620"/>
                </a:lnTo>
                <a:lnTo>
                  <a:pt x="940240" y="77673"/>
                </a:lnTo>
                <a:lnTo>
                  <a:pt x="938686" y="77733"/>
                </a:lnTo>
                <a:lnTo>
                  <a:pt x="937149" y="77801"/>
                </a:lnTo>
                <a:lnTo>
                  <a:pt x="935629" y="77877"/>
                </a:lnTo>
                <a:lnTo>
                  <a:pt x="934127" y="77961"/>
                </a:lnTo>
                <a:lnTo>
                  <a:pt x="932642" y="78053"/>
                </a:lnTo>
                <a:lnTo>
                  <a:pt x="931175" y="78153"/>
                </a:lnTo>
                <a:lnTo>
                  <a:pt x="929725" y="78260"/>
                </a:lnTo>
                <a:lnTo>
                  <a:pt x="928292" y="78376"/>
                </a:lnTo>
                <a:lnTo>
                  <a:pt x="926877" y="78499"/>
                </a:lnTo>
                <a:lnTo>
                  <a:pt x="925480" y="78630"/>
                </a:lnTo>
                <a:lnTo>
                  <a:pt x="924100" y="78769"/>
                </a:lnTo>
                <a:lnTo>
                  <a:pt x="922737" y="78916"/>
                </a:lnTo>
                <a:lnTo>
                  <a:pt x="921392" y="79071"/>
                </a:lnTo>
                <a:lnTo>
                  <a:pt x="920064" y="79234"/>
                </a:lnTo>
                <a:lnTo>
                  <a:pt x="918754" y="79404"/>
                </a:lnTo>
                <a:lnTo>
                  <a:pt x="917461" y="79583"/>
                </a:lnTo>
                <a:lnTo>
                  <a:pt x="916186" y="79769"/>
                </a:lnTo>
                <a:lnTo>
                  <a:pt x="914928" y="79963"/>
                </a:lnTo>
                <a:lnTo>
                  <a:pt x="913687" y="80166"/>
                </a:lnTo>
                <a:lnTo>
                  <a:pt x="912467" y="80379"/>
                </a:lnTo>
                <a:lnTo>
                  <a:pt x="911270" y="80608"/>
                </a:lnTo>
                <a:lnTo>
                  <a:pt x="910097" y="80852"/>
                </a:lnTo>
                <a:lnTo>
                  <a:pt x="908946" y="81112"/>
                </a:lnTo>
                <a:lnTo>
                  <a:pt x="907819" y="81386"/>
                </a:lnTo>
                <a:lnTo>
                  <a:pt x="906716" y="81676"/>
                </a:lnTo>
                <a:lnTo>
                  <a:pt x="905635" y="81982"/>
                </a:lnTo>
                <a:lnTo>
                  <a:pt x="904578" y="82302"/>
                </a:lnTo>
                <a:lnTo>
                  <a:pt x="903544" y="82638"/>
                </a:lnTo>
                <a:lnTo>
                  <a:pt x="902533" y="82989"/>
                </a:lnTo>
                <a:lnTo>
                  <a:pt x="901546" y="83355"/>
                </a:lnTo>
                <a:lnTo>
                  <a:pt x="900581" y="83736"/>
                </a:lnTo>
                <a:lnTo>
                  <a:pt x="899641" y="84133"/>
                </a:lnTo>
                <a:lnTo>
                  <a:pt x="898723" y="84545"/>
                </a:lnTo>
                <a:lnTo>
                  <a:pt x="897828" y="84972"/>
                </a:lnTo>
                <a:lnTo>
                  <a:pt x="896957" y="85414"/>
                </a:lnTo>
                <a:lnTo>
                  <a:pt x="896110" y="85872"/>
                </a:lnTo>
                <a:lnTo>
                  <a:pt x="895285" y="86345"/>
                </a:lnTo>
                <a:lnTo>
                  <a:pt x="894484" y="86833"/>
                </a:lnTo>
                <a:lnTo>
                  <a:pt x="893706" y="87336"/>
                </a:lnTo>
                <a:lnTo>
                  <a:pt x="892951" y="87855"/>
                </a:lnTo>
                <a:lnTo>
                  <a:pt x="892219" y="88389"/>
                </a:lnTo>
                <a:lnTo>
                  <a:pt x="891511" y="88938"/>
                </a:lnTo>
                <a:lnTo>
                  <a:pt x="890826" y="89502"/>
                </a:lnTo>
                <a:lnTo>
                  <a:pt x="890167" y="90085"/>
                </a:lnTo>
                <a:lnTo>
                  <a:pt x="889535" y="90690"/>
                </a:lnTo>
                <a:lnTo>
                  <a:pt x="888932" y="91318"/>
                </a:lnTo>
                <a:lnTo>
                  <a:pt x="888357" y="91967"/>
                </a:lnTo>
                <a:lnTo>
                  <a:pt x="887810" y="92638"/>
                </a:lnTo>
                <a:lnTo>
                  <a:pt x="887291" y="93332"/>
                </a:lnTo>
                <a:lnTo>
                  <a:pt x="886800" y="94047"/>
                </a:lnTo>
                <a:lnTo>
                  <a:pt x="886337" y="94785"/>
                </a:lnTo>
                <a:lnTo>
                  <a:pt x="885902" y="95544"/>
                </a:lnTo>
                <a:lnTo>
                  <a:pt x="885495" y="96326"/>
                </a:lnTo>
                <a:lnTo>
                  <a:pt x="885116" y="97130"/>
                </a:lnTo>
                <a:lnTo>
                  <a:pt x="884766" y="97956"/>
                </a:lnTo>
                <a:lnTo>
                  <a:pt x="884443" y="98804"/>
                </a:lnTo>
                <a:lnTo>
                  <a:pt x="884149" y="99674"/>
                </a:lnTo>
                <a:lnTo>
                  <a:pt x="883882" y="100566"/>
                </a:lnTo>
                <a:lnTo>
                  <a:pt x="883643" y="101480"/>
                </a:lnTo>
                <a:lnTo>
                  <a:pt x="883433" y="102417"/>
                </a:lnTo>
                <a:lnTo>
                  <a:pt x="883251" y="103375"/>
                </a:lnTo>
                <a:lnTo>
                  <a:pt x="883096" y="104356"/>
                </a:lnTo>
                <a:lnTo>
                  <a:pt x="882970" y="105358"/>
                </a:lnTo>
                <a:lnTo>
                  <a:pt x="882872" y="106383"/>
                </a:lnTo>
                <a:lnTo>
                  <a:pt x="882802" y="107429"/>
                </a:lnTo>
                <a:lnTo>
                  <a:pt x="882760" y="108498"/>
                </a:lnTo>
                <a:lnTo>
                  <a:pt x="882746" y="109589"/>
                </a:lnTo>
                <a:lnTo>
                  <a:pt x="882753" y="110358"/>
                </a:lnTo>
                <a:lnTo>
                  <a:pt x="882774" y="111116"/>
                </a:lnTo>
                <a:lnTo>
                  <a:pt x="882810" y="111864"/>
                </a:lnTo>
                <a:lnTo>
                  <a:pt x="882859" y="112602"/>
                </a:lnTo>
                <a:lnTo>
                  <a:pt x="882923" y="113330"/>
                </a:lnTo>
                <a:lnTo>
                  <a:pt x="883001" y="114047"/>
                </a:lnTo>
                <a:lnTo>
                  <a:pt x="883094" y="114753"/>
                </a:lnTo>
                <a:lnTo>
                  <a:pt x="883200" y="115450"/>
                </a:lnTo>
                <a:lnTo>
                  <a:pt x="883321" y="116136"/>
                </a:lnTo>
                <a:lnTo>
                  <a:pt x="883456" y="116812"/>
                </a:lnTo>
                <a:lnTo>
                  <a:pt x="883605" y="117477"/>
                </a:lnTo>
                <a:lnTo>
                  <a:pt x="883768" y="118132"/>
                </a:lnTo>
                <a:lnTo>
                  <a:pt x="883946" y="118777"/>
                </a:lnTo>
                <a:lnTo>
                  <a:pt x="884137" y="119411"/>
                </a:lnTo>
                <a:lnTo>
                  <a:pt x="884343" y="120035"/>
                </a:lnTo>
                <a:lnTo>
                  <a:pt x="884563" y="120649"/>
                </a:lnTo>
                <a:lnTo>
                  <a:pt x="884797" y="121252"/>
                </a:lnTo>
                <a:lnTo>
                  <a:pt x="885046" y="121845"/>
                </a:lnTo>
                <a:lnTo>
                  <a:pt x="885309" y="122428"/>
                </a:lnTo>
                <a:lnTo>
                  <a:pt x="885586" y="123000"/>
                </a:lnTo>
                <a:lnTo>
                  <a:pt x="885877" y="123562"/>
                </a:lnTo>
                <a:lnTo>
                  <a:pt x="886182" y="124114"/>
                </a:lnTo>
                <a:lnTo>
                  <a:pt x="886501" y="124655"/>
                </a:lnTo>
                <a:lnTo>
                  <a:pt x="886835" y="125186"/>
                </a:lnTo>
                <a:lnTo>
                  <a:pt x="887181" y="125707"/>
                </a:lnTo>
                <a:lnTo>
                  <a:pt x="887536" y="126216"/>
                </a:lnTo>
                <a:lnTo>
                  <a:pt x="887901" y="126715"/>
                </a:lnTo>
                <a:lnTo>
                  <a:pt x="888275" y="127204"/>
                </a:lnTo>
                <a:lnTo>
                  <a:pt x="888659" y="127681"/>
                </a:lnTo>
                <a:lnTo>
                  <a:pt x="889052" y="128148"/>
                </a:lnTo>
                <a:lnTo>
                  <a:pt x="889455" y="128605"/>
                </a:lnTo>
                <a:lnTo>
                  <a:pt x="889868" y="129050"/>
                </a:lnTo>
                <a:lnTo>
                  <a:pt x="890290" y="129485"/>
                </a:lnTo>
                <a:lnTo>
                  <a:pt x="890722" y="129910"/>
                </a:lnTo>
                <a:lnTo>
                  <a:pt x="891163" y="130323"/>
                </a:lnTo>
                <a:lnTo>
                  <a:pt x="891614" y="130726"/>
                </a:lnTo>
                <a:lnTo>
                  <a:pt x="892075" y="131118"/>
                </a:lnTo>
                <a:lnTo>
                  <a:pt x="892545" y="131500"/>
                </a:lnTo>
                <a:lnTo>
                  <a:pt x="893025" y="131870"/>
                </a:lnTo>
                <a:lnTo>
                  <a:pt x="893514" y="132230"/>
                </a:lnTo>
                <a:lnTo>
                  <a:pt x="894013" y="132580"/>
                </a:lnTo>
                <a:lnTo>
                  <a:pt x="894521" y="132918"/>
                </a:lnTo>
                <a:lnTo>
                  <a:pt x="895039" y="133246"/>
                </a:lnTo>
                <a:lnTo>
                  <a:pt x="895567" y="133564"/>
                </a:lnTo>
                <a:lnTo>
                  <a:pt x="896104" y="133870"/>
                </a:lnTo>
                <a:lnTo>
                  <a:pt x="896651" y="134166"/>
                </a:lnTo>
                <a:lnTo>
                  <a:pt x="897207" y="134452"/>
                </a:lnTo>
                <a:lnTo>
                  <a:pt x="897773" y="134726"/>
                </a:lnTo>
                <a:lnTo>
                  <a:pt x="898346" y="134990"/>
                </a:lnTo>
                <a:lnTo>
                  <a:pt x="898924" y="135242"/>
                </a:lnTo>
                <a:lnTo>
                  <a:pt x="899508" y="135483"/>
                </a:lnTo>
                <a:lnTo>
                  <a:pt x="900096" y="135713"/>
                </a:lnTo>
                <a:lnTo>
                  <a:pt x="900689" y="135932"/>
                </a:lnTo>
                <a:lnTo>
                  <a:pt x="901287" y="136139"/>
                </a:lnTo>
                <a:lnTo>
                  <a:pt x="901890" y="136336"/>
                </a:lnTo>
                <a:lnTo>
                  <a:pt x="902498" y="136521"/>
                </a:lnTo>
                <a:lnTo>
                  <a:pt x="903110" y="136694"/>
                </a:lnTo>
                <a:lnTo>
                  <a:pt x="903728" y="136857"/>
                </a:lnTo>
                <a:lnTo>
                  <a:pt x="904351" y="137009"/>
                </a:lnTo>
                <a:lnTo>
                  <a:pt x="904979" y="137149"/>
                </a:lnTo>
                <a:lnTo>
                  <a:pt x="905612" y="137278"/>
                </a:lnTo>
                <a:lnTo>
                  <a:pt x="906249" y="137395"/>
                </a:lnTo>
                <a:lnTo>
                  <a:pt x="906892" y="137502"/>
                </a:lnTo>
                <a:lnTo>
                  <a:pt x="907539" y="137597"/>
                </a:lnTo>
                <a:lnTo>
                  <a:pt x="908192" y="137682"/>
                </a:lnTo>
                <a:lnTo>
                  <a:pt x="908850" y="137754"/>
                </a:lnTo>
                <a:lnTo>
                  <a:pt x="909512" y="137816"/>
                </a:lnTo>
                <a:lnTo>
                  <a:pt x="910180" y="137867"/>
                </a:lnTo>
                <a:lnTo>
                  <a:pt x="910852" y="137906"/>
                </a:lnTo>
                <a:lnTo>
                  <a:pt x="911529" y="137934"/>
                </a:lnTo>
                <a:lnTo>
                  <a:pt x="912212" y="137951"/>
                </a:lnTo>
                <a:lnTo>
                  <a:pt x="912899" y="137956"/>
                </a:lnTo>
                <a:lnTo>
                  <a:pt x="913863" y="137949"/>
                </a:lnTo>
                <a:lnTo>
                  <a:pt x="914817" y="137925"/>
                </a:lnTo>
                <a:lnTo>
                  <a:pt x="915761" y="137886"/>
                </a:lnTo>
                <a:lnTo>
                  <a:pt x="916694" y="137832"/>
                </a:lnTo>
                <a:close/>
                <a:moveTo>
                  <a:pt x="914398" y="125219"/>
                </a:moveTo>
                <a:lnTo>
                  <a:pt x="913726" y="125150"/>
                </a:lnTo>
                <a:lnTo>
                  <a:pt x="913068" y="125064"/>
                </a:lnTo>
                <a:lnTo>
                  <a:pt x="912426" y="124964"/>
                </a:lnTo>
                <a:lnTo>
                  <a:pt x="911799" y="124848"/>
                </a:lnTo>
                <a:lnTo>
                  <a:pt x="911186" y="124716"/>
                </a:lnTo>
                <a:lnTo>
                  <a:pt x="910588" y="124569"/>
                </a:lnTo>
                <a:lnTo>
                  <a:pt x="910006" y="124406"/>
                </a:lnTo>
                <a:lnTo>
                  <a:pt x="909438" y="124228"/>
                </a:lnTo>
                <a:lnTo>
                  <a:pt x="908885" y="124035"/>
                </a:lnTo>
                <a:lnTo>
                  <a:pt x="908347" y="123826"/>
                </a:lnTo>
                <a:lnTo>
                  <a:pt x="907823" y="123601"/>
                </a:lnTo>
                <a:lnTo>
                  <a:pt x="907315" y="123361"/>
                </a:lnTo>
                <a:lnTo>
                  <a:pt x="906822" y="123106"/>
                </a:lnTo>
                <a:lnTo>
                  <a:pt x="906343" y="122835"/>
                </a:lnTo>
                <a:lnTo>
                  <a:pt x="905879" y="122549"/>
                </a:lnTo>
                <a:lnTo>
                  <a:pt x="905430" y="122247"/>
                </a:lnTo>
                <a:lnTo>
                  <a:pt x="904997" y="121929"/>
                </a:lnTo>
                <a:lnTo>
                  <a:pt x="904577" y="121596"/>
                </a:lnTo>
                <a:lnTo>
                  <a:pt x="904173" y="121248"/>
                </a:lnTo>
                <a:lnTo>
                  <a:pt x="903784" y="120884"/>
                </a:lnTo>
                <a:lnTo>
                  <a:pt x="903410" y="120507"/>
                </a:lnTo>
                <a:lnTo>
                  <a:pt x="903052" y="120120"/>
                </a:lnTo>
                <a:lnTo>
                  <a:pt x="902710" y="119722"/>
                </a:lnTo>
                <a:lnTo>
                  <a:pt x="902384" y="119314"/>
                </a:lnTo>
                <a:lnTo>
                  <a:pt x="902074" y="118895"/>
                </a:lnTo>
                <a:lnTo>
                  <a:pt x="901779" y="118466"/>
                </a:lnTo>
                <a:lnTo>
                  <a:pt x="901501" y="118026"/>
                </a:lnTo>
                <a:lnTo>
                  <a:pt x="901238" y="117576"/>
                </a:lnTo>
                <a:lnTo>
                  <a:pt x="900992" y="117115"/>
                </a:lnTo>
                <a:lnTo>
                  <a:pt x="900761" y="116643"/>
                </a:lnTo>
                <a:lnTo>
                  <a:pt x="900546" y="116162"/>
                </a:lnTo>
                <a:lnTo>
                  <a:pt x="900347" y="115669"/>
                </a:lnTo>
                <a:lnTo>
                  <a:pt x="900164" y="115166"/>
                </a:lnTo>
                <a:lnTo>
                  <a:pt x="899997" y="114653"/>
                </a:lnTo>
                <a:lnTo>
                  <a:pt x="899846" y="114129"/>
                </a:lnTo>
                <a:lnTo>
                  <a:pt x="899711" y="113595"/>
                </a:lnTo>
                <a:lnTo>
                  <a:pt x="899592" y="113050"/>
                </a:lnTo>
                <a:lnTo>
                  <a:pt x="899488" y="112495"/>
                </a:lnTo>
                <a:lnTo>
                  <a:pt x="899401" y="111929"/>
                </a:lnTo>
                <a:lnTo>
                  <a:pt x="899329" y="111353"/>
                </a:lnTo>
                <a:lnTo>
                  <a:pt x="899273" y="110766"/>
                </a:lnTo>
                <a:lnTo>
                  <a:pt x="899234" y="110169"/>
                </a:lnTo>
                <a:lnTo>
                  <a:pt x="899210" y="109561"/>
                </a:lnTo>
                <a:lnTo>
                  <a:pt x="899202" y="108942"/>
                </a:lnTo>
                <a:lnTo>
                  <a:pt x="899222" y="108039"/>
                </a:lnTo>
                <a:lnTo>
                  <a:pt x="899281" y="107157"/>
                </a:lnTo>
                <a:lnTo>
                  <a:pt x="899380" y="106297"/>
                </a:lnTo>
                <a:lnTo>
                  <a:pt x="899518" y="105458"/>
                </a:lnTo>
                <a:lnTo>
                  <a:pt x="899696" y="104640"/>
                </a:lnTo>
                <a:lnTo>
                  <a:pt x="899913" y="103844"/>
                </a:lnTo>
                <a:lnTo>
                  <a:pt x="900170" y="103069"/>
                </a:lnTo>
                <a:lnTo>
                  <a:pt x="900466" y="102315"/>
                </a:lnTo>
                <a:lnTo>
                  <a:pt x="900802" y="101583"/>
                </a:lnTo>
                <a:lnTo>
                  <a:pt x="901178" y="100872"/>
                </a:lnTo>
                <a:lnTo>
                  <a:pt x="901593" y="100182"/>
                </a:lnTo>
                <a:lnTo>
                  <a:pt x="902047" y="99514"/>
                </a:lnTo>
                <a:lnTo>
                  <a:pt x="902541" y="98867"/>
                </a:lnTo>
                <a:lnTo>
                  <a:pt x="903075" y="98242"/>
                </a:lnTo>
                <a:lnTo>
                  <a:pt x="903648" y="97637"/>
                </a:lnTo>
                <a:lnTo>
                  <a:pt x="904260" y="97055"/>
                </a:lnTo>
                <a:lnTo>
                  <a:pt x="904912" y="96493"/>
                </a:lnTo>
                <a:lnTo>
                  <a:pt x="905604" y="95953"/>
                </a:lnTo>
                <a:lnTo>
                  <a:pt x="906335" y="95434"/>
                </a:lnTo>
                <a:lnTo>
                  <a:pt x="907106" y="94937"/>
                </a:lnTo>
                <a:lnTo>
                  <a:pt x="907916" y="94461"/>
                </a:lnTo>
                <a:lnTo>
                  <a:pt x="908765" y="94006"/>
                </a:lnTo>
                <a:lnTo>
                  <a:pt x="909655" y="93573"/>
                </a:lnTo>
                <a:lnTo>
                  <a:pt x="910583" y="93161"/>
                </a:lnTo>
                <a:lnTo>
                  <a:pt x="911557" y="92767"/>
                </a:lnTo>
                <a:lnTo>
                  <a:pt x="912583" y="92389"/>
                </a:lnTo>
                <a:lnTo>
                  <a:pt x="913660" y="92026"/>
                </a:lnTo>
                <a:lnTo>
                  <a:pt x="914789" y="91679"/>
                </a:lnTo>
                <a:lnTo>
                  <a:pt x="915969" y="91348"/>
                </a:lnTo>
                <a:lnTo>
                  <a:pt x="917201" y="91033"/>
                </a:lnTo>
                <a:lnTo>
                  <a:pt x="918484" y="90733"/>
                </a:lnTo>
                <a:lnTo>
                  <a:pt x="919819" y="90449"/>
                </a:lnTo>
                <a:lnTo>
                  <a:pt x="921205" y="90181"/>
                </a:lnTo>
                <a:lnTo>
                  <a:pt x="922642" y="89928"/>
                </a:lnTo>
                <a:lnTo>
                  <a:pt x="924132" y="89691"/>
                </a:lnTo>
                <a:lnTo>
                  <a:pt x="925672" y="89469"/>
                </a:lnTo>
                <a:lnTo>
                  <a:pt x="927264" y="89263"/>
                </a:lnTo>
                <a:lnTo>
                  <a:pt x="928908" y="89073"/>
                </a:lnTo>
                <a:lnTo>
                  <a:pt x="930603" y="88899"/>
                </a:lnTo>
                <a:lnTo>
                  <a:pt x="932350" y="88740"/>
                </a:lnTo>
                <a:lnTo>
                  <a:pt x="934148" y="88597"/>
                </a:lnTo>
                <a:lnTo>
                  <a:pt x="935997" y="88469"/>
                </a:lnTo>
                <a:lnTo>
                  <a:pt x="937899" y="88357"/>
                </a:lnTo>
                <a:lnTo>
                  <a:pt x="939851" y="88261"/>
                </a:lnTo>
                <a:lnTo>
                  <a:pt x="941855" y="88181"/>
                </a:lnTo>
                <a:lnTo>
                  <a:pt x="943911" y="88116"/>
                </a:lnTo>
                <a:lnTo>
                  <a:pt x="946018" y="88067"/>
                </a:lnTo>
                <a:lnTo>
                  <a:pt x="948176" y="88033"/>
                </a:lnTo>
                <a:lnTo>
                  <a:pt x="948176" y="108330"/>
                </a:lnTo>
                <a:lnTo>
                  <a:pt x="947729" y="108940"/>
                </a:lnTo>
                <a:lnTo>
                  <a:pt x="947272" y="109542"/>
                </a:lnTo>
                <a:lnTo>
                  <a:pt x="946806" y="110134"/>
                </a:lnTo>
                <a:lnTo>
                  <a:pt x="946331" y="110718"/>
                </a:lnTo>
                <a:lnTo>
                  <a:pt x="945848" y="111293"/>
                </a:lnTo>
                <a:lnTo>
                  <a:pt x="945356" y="111859"/>
                </a:lnTo>
                <a:lnTo>
                  <a:pt x="944854" y="112416"/>
                </a:lnTo>
                <a:lnTo>
                  <a:pt x="944344" y="112964"/>
                </a:lnTo>
                <a:lnTo>
                  <a:pt x="943825" y="113503"/>
                </a:lnTo>
                <a:lnTo>
                  <a:pt x="943297" y="114034"/>
                </a:lnTo>
                <a:lnTo>
                  <a:pt x="942760" y="114555"/>
                </a:lnTo>
                <a:lnTo>
                  <a:pt x="942215" y="115068"/>
                </a:lnTo>
                <a:lnTo>
                  <a:pt x="941660" y="115572"/>
                </a:lnTo>
                <a:lnTo>
                  <a:pt x="941097" y="116067"/>
                </a:lnTo>
                <a:lnTo>
                  <a:pt x="940524" y="116553"/>
                </a:lnTo>
                <a:lnTo>
                  <a:pt x="939943" y="117030"/>
                </a:lnTo>
                <a:lnTo>
                  <a:pt x="939353" y="117498"/>
                </a:lnTo>
                <a:lnTo>
                  <a:pt x="938753" y="117957"/>
                </a:lnTo>
                <a:lnTo>
                  <a:pt x="938145" y="118408"/>
                </a:lnTo>
                <a:lnTo>
                  <a:pt x="937529" y="118850"/>
                </a:lnTo>
                <a:lnTo>
                  <a:pt x="936903" y="119282"/>
                </a:lnTo>
                <a:lnTo>
                  <a:pt x="936268" y="119706"/>
                </a:lnTo>
                <a:lnTo>
                  <a:pt x="935624" y="120121"/>
                </a:lnTo>
                <a:lnTo>
                  <a:pt x="934972" y="120527"/>
                </a:lnTo>
                <a:lnTo>
                  <a:pt x="934312" y="120920"/>
                </a:lnTo>
                <a:lnTo>
                  <a:pt x="933644" y="121296"/>
                </a:lnTo>
                <a:lnTo>
                  <a:pt x="932970" y="121656"/>
                </a:lnTo>
                <a:lnTo>
                  <a:pt x="932290" y="121999"/>
                </a:lnTo>
                <a:lnTo>
                  <a:pt x="931602" y="122325"/>
                </a:lnTo>
                <a:lnTo>
                  <a:pt x="930907" y="122634"/>
                </a:lnTo>
                <a:lnTo>
                  <a:pt x="930206" y="122927"/>
                </a:lnTo>
                <a:lnTo>
                  <a:pt x="929498" y="123203"/>
                </a:lnTo>
                <a:lnTo>
                  <a:pt x="928782" y="123462"/>
                </a:lnTo>
                <a:lnTo>
                  <a:pt x="928060" y="123704"/>
                </a:lnTo>
                <a:lnTo>
                  <a:pt x="927332" y="123930"/>
                </a:lnTo>
                <a:lnTo>
                  <a:pt x="926596" y="124139"/>
                </a:lnTo>
                <a:lnTo>
                  <a:pt x="925854" y="124331"/>
                </a:lnTo>
                <a:lnTo>
                  <a:pt x="925104" y="124507"/>
                </a:lnTo>
                <a:lnTo>
                  <a:pt x="924348" y="124666"/>
                </a:lnTo>
                <a:lnTo>
                  <a:pt x="923585" y="124808"/>
                </a:lnTo>
                <a:lnTo>
                  <a:pt x="922815" y="124933"/>
                </a:lnTo>
                <a:lnTo>
                  <a:pt x="922039" y="125042"/>
                </a:lnTo>
                <a:lnTo>
                  <a:pt x="921255" y="125134"/>
                </a:lnTo>
                <a:lnTo>
                  <a:pt x="920465" y="125209"/>
                </a:lnTo>
                <a:lnTo>
                  <a:pt x="919667" y="125268"/>
                </a:lnTo>
                <a:lnTo>
                  <a:pt x="918863" y="125310"/>
                </a:lnTo>
                <a:lnTo>
                  <a:pt x="918053" y="125335"/>
                </a:lnTo>
                <a:lnTo>
                  <a:pt x="917235" y="125343"/>
                </a:lnTo>
                <a:lnTo>
                  <a:pt x="916503" y="125335"/>
                </a:lnTo>
                <a:lnTo>
                  <a:pt x="915786" y="125312"/>
                </a:lnTo>
                <a:lnTo>
                  <a:pt x="915085" y="125273"/>
                </a:lnTo>
                <a:lnTo>
                  <a:pt x="914398" y="125219"/>
                </a:lnTo>
                <a:close/>
                <a:moveTo>
                  <a:pt x="1145402" y="137908"/>
                </a:moveTo>
                <a:lnTo>
                  <a:pt x="1146058" y="137881"/>
                </a:lnTo>
                <a:lnTo>
                  <a:pt x="1146710" y="137849"/>
                </a:lnTo>
                <a:lnTo>
                  <a:pt x="1147358" y="137810"/>
                </a:lnTo>
                <a:lnTo>
                  <a:pt x="1148001" y="137765"/>
                </a:lnTo>
                <a:lnTo>
                  <a:pt x="1148641" y="137714"/>
                </a:lnTo>
                <a:lnTo>
                  <a:pt x="1149277" y="137657"/>
                </a:lnTo>
                <a:lnTo>
                  <a:pt x="1149909" y="137594"/>
                </a:lnTo>
                <a:lnTo>
                  <a:pt x="1150537" y="137525"/>
                </a:lnTo>
                <a:lnTo>
                  <a:pt x="1151162" y="137450"/>
                </a:lnTo>
                <a:lnTo>
                  <a:pt x="1151782" y="137370"/>
                </a:lnTo>
                <a:lnTo>
                  <a:pt x="1152398" y="137283"/>
                </a:lnTo>
                <a:lnTo>
                  <a:pt x="1153011" y="137190"/>
                </a:lnTo>
                <a:lnTo>
                  <a:pt x="1153619" y="137091"/>
                </a:lnTo>
                <a:lnTo>
                  <a:pt x="1154223" y="136986"/>
                </a:lnTo>
                <a:lnTo>
                  <a:pt x="1154824" y="136876"/>
                </a:lnTo>
                <a:lnTo>
                  <a:pt x="1155421" y="136759"/>
                </a:lnTo>
                <a:lnTo>
                  <a:pt x="1156013" y="136636"/>
                </a:lnTo>
                <a:lnTo>
                  <a:pt x="1156602" y="136507"/>
                </a:lnTo>
                <a:lnTo>
                  <a:pt x="1157187" y="136373"/>
                </a:lnTo>
                <a:lnTo>
                  <a:pt x="1157768" y="136232"/>
                </a:lnTo>
                <a:lnTo>
                  <a:pt x="1158344" y="136085"/>
                </a:lnTo>
                <a:lnTo>
                  <a:pt x="1158913" y="135931"/>
                </a:lnTo>
                <a:lnTo>
                  <a:pt x="1159477" y="135771"/>
                </a:lnTo>
                <a:lnTo>
                  <a:pt x="1160034" y="135605"/>
                </a:lnTo>
                <a:lnTo>
                  <a:pt x="1160585" y="135432"/>
                </a:lnTo>
                <a:lnTo>
                  <a:pt x="1161131" y="135252"/>
                </a:lnTo>
                <a:lnTo>
                  <a:pt x="1161669" y="135066"/>
                </a:lnTo>
                <a:lnTo>
                  <a:pt x="1162202" y="134874"/>
                </a:lnTo>
                <a:lnTo>
                  <a:pt x="1162729" y="134674"/>
                </a:lnTo>
                <a:lnTo>
                  <a:pt x="1163249" y="134469"/>
                </a:lnTo>
                <a:lnTo>
                  <a:pt x="1163763" y="134257"/>
                </a:lnTo>
                <a:lnTo>
                  <a:pt x="1164272" y="134038"/>
                </a:lnTo>
                <a:lnTo>
                  <a:pt x="1164773" y="133813"/>
                </a:lnTo>
                <a:lnTo>
                  <a:pt x="1165269" y="133581"/>
                </a:lnTo>
                <a:lnTo>
                  <a:pt x="1165759" y="133343"/>
                </a:lnTo>
                <a:lnTo>
                  <a:pt x="1166242" y="133098"/>
                </a:lnTo>
                <a:lnTo>
                  <a:pt x="1166720" y="132846"/>
                </a:lnTo>
                <a:lnTo>
                  <a:pt x="1167191" y="132589"/>
                </a:lnTo>
                <a:lnTo>
                  <a:pt x="1167656" y="132324"/>
                </a:lnTo>
                <a:lnTo>
                  <a:pt x="1168115" y="132053"/>
                </a:lnTo>
                <a:lnTo>
                  <a:pt x="1168567" y="131776"/>
                </a:lnTo>
                <a:lnTo>
                  <a:pt x="1169014" y="131492"/>
                </a:lnTo>
                <a:lnTo>
                  <a:pt x="1169454" y="131202"/>
                </a:lnTo>
                <a:lnTo>
                  <a:pt x="1169888" y="130905"/>
                </a:lnTo>
                <a:lnTo>
                  <a:pt x="1170315" y="130601"/>
                </a:lnTo>
                <a:lnTo>
                  <a:pt x="1170735" y="130290"/>
                </a:lnTo>
                <a:lnTo>
                  <a:pt x="1171146" y="129972"/>
                </a:lnTo>
                <a:lnTo>
                  <a:pt x="1171550" y="129647"/>
                </a:lnTo>
                <a:lnTo>
                  <a:pt x="1171946" y="129315"/>
                </a:lnTo>
                <a:lnTo>
                  <a:pt x="1172333" y="128976"/>
                </a:lnTo>
                <a:lnTo>
                  <a:pt x="1172713" y="128630"/>
                </a:lnTo>
                <a:lnTo>
                  <a:pt x="1173085" y="128277"/>
                </a:lnTo>
                <a:lnTo>
                  <a:pt x="1173450" y="127917"/>
                </a:lnTo>
                <a:lnTo>
                  <a:pt x="1173806" y="127550"/>
                </a:lnTo>
                <a:lnTo>
                  <a:pt x="1174154" y="127176"/>
                </a:lnTo>
                <a:lnTo>
                  <a:pt x="1174495" y="126794"/>
                </a:lnTo>
                <a:lnTo>
                  <a:pt x="1174828" y="126406"/>
                </a:lnTo>
                <a:lnTo>
                  <a:pt x="1175153" y="126011"/>
                </a:lnTo>
                <a:lnTo>
                  <a:pt x="1175470" y="125608"/>
                </a:lnTo>
                <a:lnTo>
                  <a:pt x="1175779" y="125199"/>
                </a:lnTo>
                <a:lnTo>
                  <a:pt x="1176080" y="124782"/>
                </a:lnTo>
                <a:lnTo>
                  <a:pt x="1176373" y="124359"/>
                </a:lnTo>
                <a:lnTo>
                  <a:pt x="1176659" y="123928"/>
                </a:lnTo>
                <a:lnTo>
                  <a:pt x="1176937" y="123490"/>
                </a:lnTo>
                <a:lnTo>
                  <a:pt x="1177206" y="123046"/>
                </a:lnTo>
                <a:lnTo>
                  <a:pt x="1177468" y="122594"/>
                </a:lnTo>
                <a:lnTo>
                  <a:pt x="1177722" y="122135"/>
                </a:lnTo>
                <a:lnTo>
                  <a:pt x="1177969" y="121669"/>
                </a:lnTo>
                <a:lnTo>
                  <a:pt x="1178206" y="121196"/>
                </a:lnTo>
                <a:lnTo>
                  <a:pt x="1178433" y="120716"/>
                </a:lnTo>
                <a:lnTo>
                  <a:pt x="1178650" y="120229"/>
                </a:lnTo>
                <a:lnTo>
                  <a:pt x="1178857" y="119734"/>
                </a:lnTo>
                <a:lnTo>
                  <a:pt x="1179054" y="119232"/>
                </a:lnTo>
                <a:lnTo>
                  <a:pt x="1179240" y="118723"/>
                </a:lnTo>
                <a:lnTo>
                  <a:pt x="1179417" y="118207"/>
                </a:lnTo>
                <a:lnTo>
                  <a:pt x="1179584" y="117684"/>
                </a:lnTo>
                <a:lnTo>
                  <a:pt x="1179740" y="117153"/>
                </a:lnTo>
                <a:lnTo>
                  <a:pt x="1179886" y="116615"/>
                </a:lnTo>
                <a:lnTo>
                  <a:pt x="1180023" y="116070"/>
                </a:lnTo>
                <a:lnTo>
                  <a:pt x="1180149" y="115518"/>
                </a:lnTo>
                <a:lnTo>
                  <a:pt x="1180265" y="114958"/>
                </a:lnTo>
                <a:lnTo>
                  <a:pt x="1180371" y="114391"/>
                </a:lnTo>
                <a:lnTo>
                  <a:pt x="1180467" y="113817"/>
                </a:lnTo>
                <a:lnTo>
                  <a:pt x="1180553" y="113236"/>
                </a:lnTo>
                <a:lnTo>
                  <a:pt x="1180628" y="112648"/>
                </a:lnTo>
                <a:lnTo>
                  <a:pt x="1180694" y="112052"/>
                </a:lnTo>
                <a:lnTo>
                  <a:pt x="1180749" y="111449"/>
                </a:lnTo>
                <a:lnTo>
                  <a:pt x="1180795" y="110839"/>
                </a:lnTo>
                <a:lnTo>
                  <a:pt x="1180830" y="110222"/>
                </a:lnTo>
                <a:lnTo>
                  <a:pt x="1180855" y="109597"/>
                </a:lnTo>
                <a:lnTo>
                  <a:pt x="1180870" y="108965"/>
                </a:lnTo>
                <a:lnTo>
                  <a:pt x="1180876" y="108326"/>
                </a:lnTo>
                <a:lnTo>
                  <a:pt x="1180869" y="107588"/>
                </a:lnTo>
                <a:lnTo>
                  <a:pt x="1180850" y="106860"/>
                </a:lnTo>
                <a:lnTo>
                  <a:pt x="1180818" y="106144"/>
                </a:lnTo>
                <a:lnTo>
                  <a:pt x="1180773" y="105439"/>
                </a:lnTo>
                <a:lnTo>
                  <a:pt x="1180715" y="104744"/>
                </a:lnTo>
                <a:lnTo>
                  <a:pt x="1180645" y="104061"/>
                </a:lnTo>
                <a:lnTo>
                  <a:pt x="1180561" y="103389"/>
                </a:lnTo>
                <a:lnTo>
                  <a:pt x="1180465" y="102729"/>
                </a:lnTo>
                <a:lnTo>
                  <a:pt x="1180356" y="102079"/>
                </a:lnTo>
                <a:lnTo>
                  <a:pt x="1180234" y="101440"/>
                </a:lnTo>
                <a:lnTo>
                  <a:pt x="1180099" y="100813"/>
                </a:lnTo>
                <a:lnTo>
                  <a:pt x="1179952" y="100196"/>
                </a:lnTo>
                <a:lnTo>
                  <a:pt x="1179791" y="99591"/>
                </a:lnTo>
                <a:lnTo>
                  <a:pt x="1179618" y="98997"/>
                </a:lnTo>
                <a:lnTo>
                  <a:pt x="1179432" y="98414"/>
                </a:lnTo>
                <a:lnTo>
                  <a:pt x="1179233" y="97842"/>
                </a:lnTo>
                <a:lnTo>
                  <a:pt x="1179021" y="97281"/>
                </a:lnTo>
                <a:lnTo>
                  <a:pt x="1178797" y="96731"/>
                </a:lnTo>
                <a:lnTo>
                  <a:pt x="1178560" y="96192"/>
                </a:lnTo>
                <a:lnTo>
                  <a:pt x="1178309" y="95665"/>
                </a:lnTo>
                <a:lnTo>
                  <a:pt x="1178046" y="95148"/>
                </a:lnTo>
                <a:lnTo>
                  <a:pt x="1177770" y="94643"/>
                </a:lnTo>
                <a:lnTo>
                  <a:pt x="1177482" y="94149"/>
                </a:lnTo>
                <a:lnTo>
                  <a:pt x="1177180" y="93666"/>
                </a:lnTo>
                <a:lnTo>
                  <a:pt x="1176866" y="93191"/>
                </a:lnTo>
                <a:lnTo>
                  <a:pt x="1176539" y="92724"/>
                </a:lnTo>
                <a:lnTo>
                  <a:pt x="1176200" y="92265"/>
                </a:lnTo>
                <a:lnTo>
                  <a:pt x="1175849" y="91812"/>
                </a:lnTo>
                <a:lnTo>
                  <a:pt x="1175484" y="91367"/>
                </a:lnTo>
                <a:lnTo>
                  <a:pt x="1175108" y="90929"/>
                </a:lnTo>
                <a:lnTo>
                  <a:pt x="1174719" y="90498"/>
                </a:lnTo>
                <a:lnTo>
                  <a:pt x="1174317" y="90074"/>
                </a:lnTo>
                <a:lnTo>
                  <a:pt x="1173903" y="89658"/>
                </a:lnTo>
                <a:lnTo>
                  <a:pt x="1173476" y="89249"/>
                </a:lnTo>
                <a:lnTo>
                  <a:pt x="1173037" y="88847"/>
                </a:lnTo>
                <a:lnTo>
                  <a:pt x="1172586" y="88452"/>
                </a:lnTo>
                <a:lnTo>
                  <a:pt x="1172122" y="88065"/>
                </a:lnTo>
                <a:lnTo>
                  <a:pt x="1171645" y="87684"/>
                </a:lnTo>
                <a:lnTo>
                  <a:pt x="1171156" y="87311"/>
                </a:lnTo>
                <a:lnTo>
                  <a:pt x="1170655" y="86946"/>
                </a:lnTo>
                <a:lnTo>
                  <a:pt x="1170141" y="86587"/>
                </a:lnTo>
                <a:lnTo>
                  <a:pt x="1169614" y="86236"/>
                </a:lnTo>
                <a:lnTo>
                  <a:pt x="1169075" y="85892"/>
                </a:lnTo>
                <a:lnTo>
                  <a:pt x="1168524" y="85555"/>
                </a:lnTo>
                <a:lnTo>
                  <a:pt x="1167960" y="85225"/>
                </a:lnTo>
                <a:lnTo>
                  <a:pt x="1167383" y="84903"/>
                </a:lnTo>
                <a:lnTo>
                  <a:pt x="1166794" y="84588"/>
                </a:lnTo>
                <a:lnTo>
                  <a:pt x="1166193" y="84280"/>
                </a:lnTo>
                <a:lnTo>
                  <a:pt x="1165579" y="83977"/>
                </a:lnTo>
                <a:lnTo>
                  <a:pt x="1164954" y="83678"/>
                </a:lnTo>
                <a:lnTo>
                  <a:pt x="1164316" y="83382"/>
                </a:lnTo>
                <a:lnTo>
                  <a:pt x="1163667" y="83090"/>
                </a:lnTo>
                <a:lnTo>
                  <a:pt x="1163005" y="82802"/>
                </a:lnTo>
                <a:lnTo>
                  <a:pt x="1162332" y="82517"/>
                </a:lnTo>
                <a:lnTo>
                  <a:pt x="1161646" y="82235"/>
                </a:lnTo>
                <a:lnTo>
                  <a:pt x="1160949" y="81957"/>
                </a:lnTo>
                <a:lnTo>
                  <a:pt x="1160239" y="81683"/>
                </a:lnTo>
                <a:lnTo>
                  <a:pt x="1159518" y="81412"/>
                </a:lnTo>
                <a:lnTo>
                  <a:pt x="1158784" y="81145"/>
                </a:lnTo>
                <a:lnTo>
                  <a:pt x="1158039" y="80881"/>
                </a:lnTo>
                <a:lnTo>
                  <a:pt x="1157281" y="80620"/>
                </a:lnTo>
                <a:lnTo>
                  <a:pt x="1156512" y="80364"/>
                </a:lnTo>
                <a:lnTo>
                  <a:pt x="1155731" y="80110"/>
                </a:lnTo>
                <a:lnTo>
                  <a:pt x="1154938" y="79860"/>
                </a:lnTo>
                <a:lnTo>
                  <a:pt x="1154132" y="79614"/>
                </a:lnTo>
                <a:lnTo>
                  <a:pt x="1153315" y="79371"/>
                </a:lnTo>
                <a:lnTo>
                  <a:pt x="1152486" y="79132"/>
                </a:lnTo>
                <a:lnTo>
                  <a:pt x="1151645" y="78896"/>
                </a:lnTo>
                <a:lnTo>
                  <a:pt x="1150792" y="78664"/>
                </a:lnTo>
                <a:lnTo>
                  <a:pt x="1149926" y="78435"/>
                </a:lnTo>
                <a:lnTo>
                  <a:pt x="1149049" y="78210"/>
                </a:lnTo>
                <a:lnTo>
                  <a:pt x="1148160" y="77988"/>
                </a:lnTo>
                <a:lnTo>
                  <a:pt x="1147346" y="77786"/>
                </a:lnTo>
                <a:lnTo>
                  <a:pt x="1146546" y="77584"/>
                </a:lnTo>
                <a:lnTo>
                  <a:pt x="1145760" y="77383"/>
                </a:lnTo>
                <a:lnTo>
                  <a:pt x="1144988" y="77184"/>
                </a:lnTo>
                <a:lnTo>
                  <a:pt x="1144230" y="76985"/>
                </a:lnTo>
                <a:lnTo>
                  <a:pt x="1143486" y="76787"/>
                </a:lnTo>
                <a:lnTo>
                  <a:pt x="1142756" y="76589"/>
                </a:lnTo>
                <a:lnTo>
                  <a:pt x="1142040" y="76393"/>
                </a:lnTo>
                <a:lnTo>
                  <a:pt x="1141338" y="76198"/>
                </a:lnTo>
                <a:lnTo>
                  <a:pt x="1140650" y="76003"/>
                </a:lnTo>
                <a:lnTo>
                  <a:pt x="1139976" y="75809"/>
                </a:lnTo>
                <a:lnTo>
                  <a:pt x="1139316" y="75617"/>
                </a:lnTo>
                <a:lnTo>
                  <a:pt x="1138670" y="75425"/>
                </a:lnTo>
                <a:lnTo>
                  <a:pt x="1138039" y="75234"/>
                </a:lnTo>
                <a:lnTo>
                  <a:pt x="1137421" y="75044"/>
                </a:lnTo>
                <a:lnTo>
                  <a:pt x="1136817" y="74854"/>
                </a:lnTo>
                <a:lnTo>
                  <a:pt x="1136227" y="74666"/>
                </a:lnTo>
                <a:lnTo>
                  <a:pt x="1135652" y="74479"/>
                </a:lnTo>
                <a:lnTo>
                  <a:pt x="1135090" y="74292"/>
                </a:lnTo>
                <a:lnTo>
                  <a:pt x="1134542" y="74106"/>
                </a:lnTo>
                <a:lnTo>
                  <a:pt x="1134009" y="73921"/>
                </a:lnTo>
                <a:lnTo>
                  <a:pt x="1133489" y="73738"/>
                </a:lnTo>
                <a:lnTo>
                  <a:pt x="1132984" y="73555"/>
                </a:lnTo>
                <a:lnTo>
                  <a:pt x="1132492" y="73372"/>
                </a:lnTo>
                <a:lnTo>
                  <a:pt x="1132014" y="73190"/>
                </a:lnTo>
                <a:lnTo>
                  <a:pt x="1131547" y="73005"/>
                </a:lnTo>
                <a:lnTo>
                  <a:pt x="1131091" y="72818"/>
                </a:lnTo>
                <a:lnTo>
                  <a:pt x="1130647" y="72629"/>
                </a:lnTo>
                <a:lnTo>
                  <a:pt x="1130215" y="72439"/>
                </a:lnTo>
                <a:lnTo>
                  <a:pt x="1129795" y="72246"/>
                </a:lnTo>
                <a:lnTo>
                  <a:pt x="1129386" y="72051"/>
                </a:lnTo>
                <a:lnTo>
                  <a:pt x="1128989" y="71855"/>
                </a:lnTo>
                <a:lnTo>
                  <a:pt x="1128603" y="71657"/>
                </a:lnTo>
                <a:lnTo>
                  <a:pt x="1128229" y="71456"/>
                </a:lnTo>
                <a:lnTo>
                  <a:pt x="1127867" y="71254"/>
                </a:lnTo>
                <a:lnTo>
                  <a:pt x="1127516" y="71050"/>
                </a:lnTo>
                <a:lnTo>
                  <a:pt x="1127177" y="70844"/>
                </a:lnTo>
                <a:lnTo>
                  <a:pt x="1126849" y="70636"/>
                </a:lnTo>
                <a:lnTo>
                  <a:pt x="1126534" y="70426"/>
                </a:lnTo>
                <a:lnTo>
                  <a:pt x="1126230" y="70214"/>
                </a:lnTo>
                <a:lnTo>
                  <a:pt x="1125937" y="70000"/>
                </a:lnTo>
                <a:lnTo>
                  <a:pt x="1125656" y="69784"/>
                </a:lnTo>
                <a:lnTo>
                  <a:pt x="1125387" y="69566"/>
                </a:lnTo>
                <a:lnTo>
                  <a:pt x="1125129" y="69347"/>
                </a:lnTo>
                <a:lnTo>
                  <a:pt x="1124883" y="69125"/>
                </a:lnTo>
                <a:lnTo>
                  <a:pt x="1124649" y="68901"/>
                </a:lnTo>
                <a:lnTo>
                  <a:pt x="1124426" y="68676"/>
                </a:lnTo>
                <a:lnTo>
                  <a:pt x="1124215" y="68449"/>
                </a:lnTo>
                <a:lnTo>
                  <a:pt x="1124014" y="68218"/>
                </a:lnTo>
                <a:lnTo>
                  <a:pt x="1123821" y="67983"/>
                </a:lnTo>
                <a:lnTo>
                  <a:pt x="1123638" y="67744"/>
                </a:lnTo>
                <a:lnTo>
                  <a:pt x="1123462" y="67501"/>
                </a:lnTo>
                <a:lnTo>
                  <a:pt x="1123295" y="67254"/>
                </a:lnTo>
                <a:lnTo>
                  <a:pt x="1123137" y="67002"/>
                </a:lnTo>
                <a:lnTo>
                  <a:pt x="1122987" y="66746"/>
                </a:lnTo>
                <a:lnTo>
                  <a:pt x="1122846" y="66486"/>
                </a:lnTo>
                <a:lnTo>
                  <a:pt x="1122714" y="66222"/>
                </a:lnTo>
                <a:lnTo>
                  <a:pt x="1122590" y="65953"/>
                </a:lnTo>
                <a:lnTo>
                  <a:pt x="1122474" y="65681"/>
                </a:lnTo>
                <a:lnTo>
                  <a:pt x="1122367" y="65404"/>
                </a:lnTo>
                <a:lnTo>
                  <a:pt x="1122269" y="65123"/>
                </a:lnTo>
                <a:lnTo>
                  <a:pt x="1122179" y="64837"/>
                </a:lnTo>
                <a:lnTo>
                  <a:pt x="1122098" y="64548"/>
                </a:lnTo>
                <a:lnTo>
                  <a:pt x="1122025" y="64254"/>
                </a:lnTo>
                <a:lnTo>
                  <a:pt x="1121961" y="63956"/>
                </a:lnTo>
                <a:lnTo>
                  <a:pt x="1121905" y="63653"/>
                </a:lnTo>
                <a:lnTo>
                  <a:pt x="1121858" y="63347"/>
                </a:lnTo>
                <a:lnTo>
                  <a:pt x="1121820" y="63036"/>
                </a:lnTo>
                <a:lnTo>
                  <a:pt x="1121790" y="62721"/>
                </a:lnTo>
                <a:lnTo>
                  <a:pt x="1121769" y="62402"/>
                </a:lnTo>
                <a:lnTo>
                  <a:pt x="1121756" y="62078"/>
                </a:lnTo>
                <a:lnTo>
                  <a:pt x="1121751" y="61751"/>
                </a:lnTo>
                <a:lnTo>
                  <a:pt x="1121761" y="61167"/>
                </a:lnTo>
                <a:lnTo>
                  <a:pt x="1121790" y="60595"/>
                </a:lnTo>
                <a:lnTo>
                  <a:pt x="1121838" y="60037"/>
                </a:lnTo>
                <a:lnTo>
                  <a:pt x="1121905" y="59492"/>
                </a:lnTo>
                <a:lnTo>
                  <a:pt x="1121991" y="58960"/>
                </a:lnTo>
                <a:lnTo>
                  <a:pt x="1122096" y="58441"/>
                </a:lnTo>
                <a:lnTo>
                  <a:pt x="1122221" y="57935"/>
                </a:lnTo>
                <a:lnTo>
                  <a:pt x="1122365" y="57442"/>
                </a:lnTo>
                <a:lnTo>
                  <a:pt x="1122527" y="56962"/>
                </a:lnTo>
                <a:lnTo>
                  <a:pt x="1122709" y="56495"/>
                </a:lnTo>
                <a:lnTo>
                  <a:pt x="1122911" y="56041"/>
                </a:lnTo>
                <a:lnTo>
                  <a:pt x="1123131" y="55601"/>
                </a:lnTo>
                <a:lnTo>
                  <a:pt x="1123370" y="55173"/>
                </a:lnTo>
                <a:lnTo>
                  <a:pt x="1123629" y="54758"/>
                </a:lnTo>
                <a:lnTo>
                  <a:pt x="1123907" y="54356"/>
                </a:lnTo>
                <a:lnTo>
                  <a:pt x="1124204" y="53968"/>
                </a:lnTo>
                <a:lnTo>
                  <a:pt x="1124520" y="53592"/>
                </a:lnTo>
                <a:lnTo>
                  <a:pt x="1124855" y="53229"/>
                </a:lnTo>
                <a:lnTo>
                  <a:pt x="1125210" y="52880"/>
                </a:lnTo>
                <a:lnTo>
                  <a:pt x="1125584" y="52543"/>
                </a:lnTo>
                <a:lnTo>
                  <a:pt x="1125976" y="52220"/>
                </a:lnTo>
                <a:lnTo>
                  <a:pt x="1126388" y="51909"/>
                </a:lnTo>
                <a:lnTo>
                  <a:pt x="1126819" y="51612"/>
                </a:lnTo>
                <a:lnTo>
                  <a:pt x="1127270" y="51327"/>
                </a:lnTo>
                <a:lnTo>
                  <a:pt x="1127735" y="51055"/>
                </a:lnTo>
                <a:lnTo>
                  <a:pt x="1128213" y="50794"/>
                </a:lnTo>
                <a:lnTo>
                  <a:pt x="1128702" y="50545"/>
                </a:lnTo>
                <a:lnTo>
                  <a:pt x="1129202" y="50307"/>
                </a:lnTo>
                <a:lnTo>
                  <a:pt x="1129714" y="50081"/>
                </a:lnTo>
                <a:lnTo>
                  <a:pt x="1130238" y="49867"/>
                </a:lnTo>
                <a:lnTo>
                  <a:pt x="1130774" y="49664"/>
                </a:lnTo>
                <a:lnTo>
                  <a:pt x="1131321" y="49473"/>
                </a:lnTo>
                <a:lnTo>
                  <a:pt x="1131880" y="49293"/>
                </a:lnTo>
                <a:lnTo>
                  <a:pt x="1132450" y="49125"/>
                </a:lnTo>
                <a:lnTo>
                  <a:pt x="1133032" y="48968"/>
                </a:lnTo>
                <a:lnTo>
                  <a:pt x="1133626" y="48824"/>
                </a:lnTo>
                <a:lnTo>
                  <a:pt x="1134231" y="48690"/>
                </a:lnTo>
                <a:lnTo>
                  <a:pt x="1134848" y="48569"/>
                </a:lnTo>
                <a:lnTo>
                  <a:pt x="1135476" y="48459"/>
                </a:lnTo>
                <a:lnTo>
                  <a:pt x="1136116" y="48360"/>
                </a:lnTo>
                <a:lnTo>
                  <a:pt x="1136768" y="48273"/>
                </a:lnTo>
                <a:lnTo>
                  <a:pt x="1137432" y="48198"/>
                </a:lnTo>
                <a:lnTo>
                  <a:pt x="1138107" y="48134"/>
                </a:lnTo>
                <a:lnTo>
                  <a:pt x="1138793" y="48082"/>
                </a:lnTo>
                <a:lnTo>
                  <a:pt x="1139492" y="48041"/>
                </a:lnTo>
                <a:lnTo>
                  <a:pt x="1140202" y="48012"/>
                </a:lnTo>
                <a:lnTo>
                  <a:pt x="1140923" y="47995"/>
                </a:lnTo>
                <a:lnTo>
                  <a:pt x="1141657" y="47989"/>
                </a:lnTo>
                <a:lnTo>
                  <a:pt x="1142383" y="47997"/>
                </a:lnTo>
                <a:lnTo>
                  <a:pt x="1143100" y="48020"/>
                </a:lnTo>
                <a:lnTo>
                  <a:pt x="1143807" y="48059"/>
                </a:lnTo>
                <a:lnTo>
                  <a:pt x="1144506" y="48113"/>
                </a:lnTo>
                <a:lnTo>
                  <a:pt x="1145195" y="48182"/>
                </a:lnTo>
                <a:lnTo>
                  <a:pt x="1145875" y="48267"/>
                </a:lnTo>
                <a:lnTo>
                  <a:pt x="1146546" y="48367"/>
                </a:lnTo>
                <a:lnTo>
                  <a:pt x="1147208" y="48483"/>
                </a:lnTo>
                <a:lnTo>
                  <a:pt x="1147860" y="48614"/>
                </a:lnTo>
                <a:lnTo>
                  <a:pt x="1148503" y="48761"/>
                </a:lnTo>
                <a:lnTo>
                  <a:pt x="1149137" y="48923"/>
                </a:lnTo>
                <a:lnTo>
                  <a:pt x="1149761" y="49101"/>
                </a:lnTo>
                <a:lnTo>
                  <a:pt x="1150377" y="49294"/>
                </a:lnTo>
                <a:lnTo>
                  <a:pt x="1150983" y="49502"/>
                </a:lnTo>
                <a:lnTo>
                  <a:pt x="1151580" y="49726"/>
                </a:lnTo>
                <a:lnTo>
                  <a:pt x="1152167" y="49965"/>
                </a:lnTo>
                <a:lnTo>
                  <a:pt x="1152746" y="50220"/>
                </a:lnTo>
                <a:lnTo>
                  <a:pt x="1153315" y="50490"/>
                </a:lnTo>
                <a:lnTo>
                  <a:pt x="1153875" y="50776"/>
                </a:lnTo>
                <a:lnTo>
                  <a:pt x="1154426" y="51077"/>
                </a:lnTo>
                <a:lnTo>
                  <a:pt x="1154967" y="51394"/>
                </a:lnTo>
                <a:lnTo>
                  <a:pt x="1155499" y="51725"/>
                </a:lnTo>
                <a:lnTo>
                  <a:pt x="1156022" y="52073"/>
                </a:lnTo>
                <a:lnTo>
                  <a:pt x="1156536" y="52436"/>
                </a:lnTo>
                <a:lnTo>
                  <a:pt x="1157035" y="52817"/>
                </a:lnTo>
                <a:lnTo>
                  <a:pt x="1157512" y="53221"/>
                </a:lnTo>
                <a:lnTo>
                  <a:pt x="1157968" y="53646"/>
                </a:lnTo>
                <a:lnTo>
                  <a:pt x="1158403" y="54093"/>
                </a:lnTo>
                <a:lnTo>
                  <a:pt x="1158817" y="54562"/>
                </a:lnTo>
                <a:lnTo>
                  <a:pt x="1159209" y="55053"/>
                </a:lnTo>
                <a:lnTo>
                  <a:pt x="1159580" y="55566"/>
                </a:lnTo>
                <a:lnTo>
                  <a:pt x="1159930" y="56101"/>
                </a:lnTo>
                <a:lnTo>
                  <a:pt x="1160259" y="56658"/>
                </a:lnTo>
                <a:lnTo>
                  <a:pt x="1160567" y="57237"/>
                </a:lnTo>
                <a:lnTo>
                  <a:pt x="1160853" y="57837"/>
                </a:lnTo>
                <a:lnTo>
                  <a:pt x="1161118" y="58460"/>
                </a:lnTo>
                <a:lnTo>
                  <a:pt x="1161362" y="59104"/>
                </a:lnTo>
                <a:lnTo>
                  <a:pt x="1161585" y="59770"/>
                </a:lnTo>
                <a:lnTo>
                  <a:pt x="1161786" y="60459"/>
                </a:lnTo>
                <a:lnTo>
                  <a:pt x="1161967" y="61169"/>
                </a:lnTo>
                <a:lnTo>
                  <a:pt x="1162126" y="61901"/>
                </a:lnTo>
                <a:lnTo>
                  <a:pt x="1162264" y="62655"/>
                </a:lnTo>
                <a:lnTo>
                  <a:pt x="1162380" y="63431"/>
                </a:lnTo>
                <a:lnTo>
                  <a:pt x="1162476" y="64228"/>
                </a:lnTo>
                <a:lnTo>
                  <a:pt x="1162550" y="65048"/>
                </a:lnTo>
                <a:lnTo>
                  <a:pt x="1162603" y="65890"/>
                </a:lnTo>
                <a:lnTo>
                  <a:pt x="1162635" y="66753"/>
                </a:lnTo>
                <a:lnTo>
                  <a:pt x="1162646" y="67639"/>
                </a:lnTo>
                <a:lnTo>
                  <a:pt x="1178609" y="67639"/>
                </a:lnTo>
                <a:lnTo>
                  <a:pt x="1178604" y="66933"/>
                </a:lnTo>
                <a:lnTo>
                  <a:pt x="1178589" y="66235"/>
                </a:lnTo>
                <a:lnTo>
                  <a:pt x="1178563" y="65546"/>
                </a:lnTo>
                <a:lnTo>
                  <a:pt x="1178527" y="64865"/>
                </a:lnTo>
                <a:lnTo>
                  <a:pt x="1178481" y="64193"/>
                </a:lnTo>
                <a:lnTo>
                  <a:pt x="1178424" y="63529"/>
                </a:lnTo>
                <a:lnTo>
                  <a:pt x="1178358" y="62874"/>
                </a:lnTo>
                <a:lnTo>
                  <a:pt x="1178281" y="62227"/>
                </a:lnTo>
                <a:lnTo>
                  <a:pt x="1178193" y="61588"/>
                </a:lnTo>
                <a:lnTo>
                  <a:pt x="1178096" y="60958"/>
                </a:lnTo>
                <a:lnTo>
                  <a:pt x="1177988" y="60337"/>
                </a:lnTo>
                <a:lnTo>
                  <a:pt x="1177870" y="59724"/>
                </a:lnTo>
                <a:lnTo>
                  <a:pt x="1177742" y="59119"/>
                </a:lnTo>
                <a:lnTo>
                  <a:pt x="1177603" y="58523"/>
                </a:lnTo>
                <a:lnTo>
                  <a:pt x="1177454" y="57935"/>
                </a:lnTo>
                <a:lnTo>
                  <a:pt x="1177295" y="57356"/>
                </a:lnTo>
                <a:lnTo>
                  <a:pt x="1177126" y="56785"/>
                </a:lnTo>
                <a:lnTo>
                  <a:pt x="1176946" y="56223"/>
                </a:lnTo>
                <a:lnTo>
                  <a:pt x="1176756" y="55669"/>
                </a:lnTo>
                <a:lnTo>
                  <a:pt x="1176556" y="55124"/>
                </a:lnTo>
                <a:lnTo>
                  <a:pt x="1176346" y="54587"/>
                </a:lnTo>
                <a:lnTo>
                  <a:pt x="1176125" y="54059"/>
                </a:lnTo>
                <a:lnTo>
                  <a:pt x="1175894" y="53539"/>
                </a:lnTo>
                <a:lnTo>
                  <a:pt x="1175653" y="53027"/>
                </a:lnTo>
                <a:lnTo>
                  <a:pt x="1175403" y="52524"/>
                </a:lnTo>
                <a:lnTo>
                  <a:pt x="1175145" y="52028"/>
                </a:lnTo>
                <a:lnTo>
                  <a:pt x="1174881" y="51540"/>
                </a:lnTo>
                <a:lnTo>
                  <a:pt x="1174609" y="51060"/>
                </a:lnTo>
                <a:lnTo>
                  <a:pt x="1174329" y="50587"/>
                </a:lnTo>
                <a:lnTo>
                  <a:pt x="1174042" y="50123"/>
                </a:lnTo>
                <a:lnTo>
                  <a:pt x="1173748" y="49666"/>
                </a:lnTo>
                <a:lnTo>
                  <a:pt x="1173447" y="49216"/>
                </a:lnTo>
                <a:lnTo>
                  <a:pt x="1173138" y="48775"/>
                </a:lnTo>
                <a:lnTo>
                  <a:pt x="1172822" y="48341"/>
                </a:lnTo>
                <a:lnTo>
                  <a:pt x="1172498" y="47915"/>
                </a:lnTo>
                <a:lnTo>
                  <a:pt x="1172167" y="47497"/>
                </a:lnTo>
                <a:lnTo>
                  <a:pt x="1171829" y="47087"/>
                </a:lnTo>
                <a:lnTo>
                  <a:pt x="1171483" y="46684"/>
                </a:lnTo>
                <a:lnTo>
                  <a:pt x="1171130" y="46289"/>
                </a:lnTo>
                <a:lnTo>
                  <a:pt x="1170770" y="45902"/>
                </a:lnTo>
                <a:lnTo>
                  <a:pt x="1170402" y="45523"/>
                </a:lnTo>
                <a:lnTo>
                  <a:pt x="1170027" y="45151"/>
                </a:lnTo>
                <a:lnTo>
                  <a:pt x="1169644" y="44787"/>
                </a:lnTo>
                <a:lnTo>
                  <a:pt x="1169255" y="44431"/>
                </a:lnTo>
                <a:lnTo>
                  <a:pt x="1168857" y="44082"/>
                </a:lnTo>
                <a:lnTo>
                  <a:pt x="1168453" y="43742"/>
                </a:lnTo>
                <a:lnTo>
                  <a:pt x="1168041" y="43409"/>
                </a:lnTo>
                <a:lnTo>
                  <a:pt x="1167622" y="43084"/>
                </a:lnTo>
                <a:lnTo>
                  <a:pt x="1167196" y="42766"/>
                </a:lnTo>
                <a:lnTo>
                  <a:pt x="1166765" y="42455"/>
                </a:lnTo>
                <a:lnTo>
                  <a:pt x="1166329" y="42151"/>
                </a:lnTo>
                <a:lnTo>
                  <a:pt x="1165886" y="41854"/>
                </a:lnTo>
                <a:lnTo>
                  <a:pt x="1165439" y="41564"/>
                </a:lnTo>
                <a:lnTo>
                  <a:pt x="1164986" y="41281"/>
                </a:lnTo>
                <a:lnTo>
                  <a:pt x="1164527" y="41006"/>
                </a:lnTo>
                <a:lnTo>
                  <a:pt x="1164063" y="40737"/>
                </a:lnTo>
                <a:lnTo>
                  <a:pt x="1163594" y="40476"/>
                </a:lnTo>
                <a:lnTo>
                  <a:pt x="1163119" y="40221"/>
                </a:lnTo>
                <a:lnTo>
                  <a:pt x="1162639" y="39974"/>
                </a:lnTo>
                <a:lnTo>
                  <a:pt x="1162153" y="39733"/>
                </a:lnTo>
                <a:lnTo>
                  <a:pt x="1161662" y="39500"/>
                </a:lnTo>
                <a:lnTo>
                  <a:pt x="1161165" y="39274"/>
                </a:lnTo>
                <a:lnTo>
                  <a:pt x="1160662" y="39054"/>
                </a:lnTo>
                <a:lnTo>
                  <a:pt x="1160155" y="38842"/>
                </a:lnTo>
                <a:lnTo>
                  <a:pt x="1159641" y="38637"/>
                </a:lnTo>
                <a:lnTo>
                  <a:pt x="1159123" y="38439"/>
                </a:lnTo>
                <a:lnTo>
                  <a:pt x="1158599" y="38248"/>
                </a:lnTo>
                <a:lnTo>
                  <a:pt x="1158069" y="38064"/>
                </a:lnTo>
                <a:lnTo>
                  <a:pt x="1157534" y="37887"/>
                </a:lnTo>
                <a:lnTo>
                  <a:pt x="1156993" y="37718"/>
                </a:lnTo>
                <a:lnTo>
                  <a:pt x="1156447" y="37555"/>
                </a:lnTo>
                <a:lnTo>
                  <a:pt x="1155896" y="37399"/>
                </a:lnTo>
                <a:lnTo>
                  <a:pt x="1155340" y="37250"/>
                </a:lnTo>
                <a:lnTo>
                  <a:pt x="1154781" y="37107"/>
                </a:lnTo>
                <a:lnTo>
                  <a:pt x="1154218" y="36971"/>
                </a:lnTo>
                <a:lnTo>
                  <a:pt x="1153652" y="36841"/>
                </a:lnTo>
                <a:lnTo>
                  <a:pt x="1153084" y="36717"/>
                </a:lnTo>
                <a:lnTo>
                  <a:pt x="1152511" y="36600"/>
                </a:lnTo>
                <a:lnTo>
                  <a:pt x="1151936" y="36489"/>
                </a:lnTo>
                <a:lnTo>
                  <a:pt x="1151357" y="36385"/>
                </a:lnTo>
                <a:lnTo>
                  <a:pt x="1150775" y="36286"/>
                </a:lnTo>
                <a:lnTo>
                  <a:pt x="1150190" y="36194"/>
                </a:lnTo>
                <a:lnTo>
                  <a:pt x="1149602" y="36109"/>
                </a:lnTo>
                <a:lnTo>
                  <a:pt x="1149010" y="36030"/>
                </a:lnTo>
                <a:lnTo>
                  <a:pt x="1148415" y="35957"/>
                </a:lnTo>
                <a:lnTo>
                  <a:pt x="1147817" y="35890"/>
                </a:lnTo>
                <a:lnTo>
                  <a:pt x="1147216" y="35830"/>
                </a:lnTo>
                <a:lnTo>
                  <a:pt x="1146611" y="35776"/>
                </a:lnTo>
                <a:lnTo>
                  <a:pt x="1146003" y="35728"/>
                </a:lnTo>
                <a:lnTo>
                  <a:pt x="1145392" y="35687"/>
                </a:lnTo>
                <a:lnTo>
                  <a:pt x="1144777" y="35652"/>
                </a:lnTo>
                <a:lnTo>
                  <a:pt x="1144160" y="35624"/>
                </a:lnTo>
                <a:lnTo>
                  <a:pt x="1143539" y="35602"/>
                </a:lnTo>
                <a:lnTo>
                  <a:pt x="1142915" y="35586"/>
                </a:lnTo>
                <a:lnTo>
                  <a:pt x="1142287" y="35576"/>
                </a:lnTo>
                <a:lnTo>
                  <a:pt x="1141657" y="35573"/>
                </a:lnTo>
                <a:lnTo>
                  <a:pt x="1141018" y="35576"/>
                </a:lnTo>
                <a:lnTo>
                  <a:pt x="1140383" y="35585"/>
                </a:lnTo>
                <a:lnTo>
                  <a:pt x="1139752" y="35599"/>
                </a:lnTo>
                <a:lnTo>
                  <a:pt x="1139125" y="35620"/>
                </a:lnTo>
                <a:lnTo>
                  <a:pt x="1138501" y="35646"/>
                </a:lnTo>
                <a:lnTo>
                  <a:pt x="1137881" y="35678"/>
                </a:lnTo>
                <a:lnTo>
                  <a:pt x="1137265" y="35716"/>
                </a:lnTo>
                <a:lnTo>
                  <a:pt x="1136653" y="35759"/>
                </a:lnTo>
                <a:lnTo>
                  <a:pt x="1136044" y="35809"/>
                </a:lnTo>
                <a:lnTo>
                  <a:pt x="1135440" y="35864"/>
                </a:lnTo>
                <a:lnTo>
                  <a:pt x="1134839" y="35925"/>
                </a:lnTo>
                <a:lnTo>
                  <a:pt x="1134241" y="35992"/>
                </a:lnTo>
                <a:lnTo>
                  <a:pt x="1133648" y="36065"/>
                </a:lnTo>
                <a:lnTo>
                  <a:pt x="1133058" y="36143"/>
                </a:lnTo>
                <a:lnTo>
                  <a:pt x="1132472" y="36227"/>
                </a:lnTo>
                <a:lnTo>
                  <a:pt x="1131890" y="36318"/>
                </a:lnTo>
                <a:lnTo>
                  <a:pt x="1131312" y="36414"/>
                </a:lnTo>
                <a:lnTo>
                  <a:pt x="1130737" y="36515"/>
                </a:lnTo>
                <a:lnTo>
                  <a:pt x="1130166" y="36623"/>
                </a:lnTo>
                <a:lnTo>
                  <a:pt x="1129599" y="36736"/>
                </a:lnTo>
                <a:lnTo>
                  <a:pt x="1129036" y="36856"/>
                </a:lnTo>
                <a:lnTo>
                  <a:pt x="1128476" y="36981"/>
                </a:lnTo>
                <a:lnTo>
                  <a:pt x="1127920" y="37112"/>
                </a:lnTo>
                <a:lnTo>
                  <a:pt x="1127368" y="37248"/>
                </a:lnTo>
                <a:lnTo>
                  <a:pt x="1126821" y="37390"/>
                </a:lnTo>
                <a:lnTo>
                  <a:pt x="1126280" y="37539"/>
                </a:lnTo>
                <a:lnTo>
                  <a:pt x="1125745" y="37692"/>
                </a:lnTo>
                <a:lnTo>
                  <a:pt x="1125215" y="37852"/>
                </a:lnTo>
                <a:lnTo>
                  <a:pt x="1124692" y="38018"/>
                </a:lnTo>
                <a:lnTo>
                  <a:pt x="1124175" y="38189"/>
                </a:lnTo>
                <a:lnTo>
                  <a:pt x="1123664" y="38366"/>
                </a:lnTo>
                <a:lnTo>
                  <a:pt x="1123158" y="38549"/>
                </a:lnTo>
                <a:lnTo>
                  <a:pt x="1122659" y="38738"/>
                </a:lnTo>
                <a:lnTo>
                  <a:pt x="1122166" y="38933"/>
                </a:lnTo>
                <a:lnTo>
                  <a:pt x="1121678" y="39134"/>
                </a:lnTo>
                <a:lnTo>
                  <a:pt x="1121197" y="39340"/>
                </a:lnTo>
                <a:lnTo>
                  <a:pt x="1120722" y="39552"/>
                </a:lnTo>
                <a:lnTo>
                  <a:pt x="1120252" y="39770"/>
                </a:lnTo>
                <a:lnTo>
                  <a:pt x="1119789" y="39994"/>
                </a:lnTo>
                <a:lnTo>
                  <a:pt x="1119332" y="40224"/>
                </a:lnTo>
                <a:lnTo>
                  <a:pt x="1118880" y="40459"/>
                </a:lnTo>
                <a:lnTo>
                  <a:pt x="1118435" y="40700"/>
                </a:lnTo>
                <a:lnTo>
                  <a:pt x="1117996" y="40948"/>
                </a:lnTo>
                <a:lnTo>
                  <a:pt x="1117562" y="41201"/>
                </a:lnTo>
                <a:lnTo>
                  <a:pt x="1117135" y="41459"/>
                </a:lnTo>
                <a:lnTo>
                  <a:pt x="1116713" y="41724"/>
                </a:lnTo>
                <a:lnTo>
                  <a:pt x="1116298" y="41994"/>
                </a:lnTo>
                <a:lnTo>
                  <a:pt x="1115888" y="42271"/>
                </a:lnTo>
                <a:lnTo>
                  <a:pt x="1115486" y="42553"/>
                </a:lnTo>
                <a:lnTo>
                  <a:pt x="1115090" y="42840"/>
                </a:lnTo>
                <a:lnTo>
                  <a:pt x="1114703" y="43134"/>
                </a:lnTo>
                <a:lnTo>
                  <a:pt x="1114323" y="43433"/>
                </a:lnTo>
                <a:lnTo>
                  <a:pt x="1113950" y="43738"/>
                </a:lnTo>
                <a:lnTo>
                  <a:pt x="1113585" y="44049"/>
                </a:lnTo>
                <a:lnTo>
                  <a:pt x="1113227" y="44366"/>
                </a:lnTo>
                <a:lnTo>
                  <a:pt x="1112877" y="44688"/>
                </a:lnTo>
                <a:lnTo>
                  <a:pt x="1112535" y="45017"/>
                </a:lnTo>
                <a:lnTo>
                  <a:pt x="1112200" y="45351"/>
                </a:lnTo>
                <a:lnTo>
                  <a:pt x="1111872" y="45691"/>
                </a:lnTo>
                <a:lnTo>
                  <a:pt x="1111552" y="46037"/>
                </a:lnTo>
                <a:lnTo>
                  <a:pt x="1111240" y="46388"/>
                </a:lnTo>
                <a:lnTo>
                  <a:pt x="1110935" y="46746"/>
                </a:lnTo>
                <a:lnTo>
                  <a:pt x="1110638" y="47109"/>
                </a:lnTo>
                <a:lnTo>
                  <a:pt x="1110348" y="47478"/>
                </a:lnTo>
                <a:lnTo>
                  <a:pt x="1110066" y="47853"/>
                </a:lnTo>
                <a:lnTo>
                  <a:pt x="1109791" y="48234"/>
                </a:lnTo>
                <a:lnTo>
                  <a:pt x="1109524" y="48620"/>
                </a:lnTo>
                <a:lnTo>
                  <a:pt x="1109264" y="49013"/>
                </a:lnTo>
                <a:lnTo>
                  <a:pt x="1109012" y="49411"/>
                </a:lnTo>
                <a:lnTo>
                  <a:pt x="1108767" y="49815"/>
                </a:lnTo>
                <a:lnTo>
                  <a:pt x="1108530" y="50225"/>
                </a:lnTo>
                <a:lnTo>
                  <a:pt x="1108301" y="50640"/>
                </a:lnTo>
                <a:lnTo>
                  <a:pt x="1108080" y="51062"/>
                </a:lnTo>
                <a:lnTo>
                  <a:pt x="1107868" y="51488"/>
                </a:lnTo>
                <a:lnTo>
                  <a:pt x="1107666" y="51921"/>
                </a:lnTo>
                <a:lnTo>
                  <a:pt x="1107473" y="52358"/>
                </a:lnTo>
                <a:lnTo>
                  <a:pt x="1107289" y="52801"/>
                </a:lnTo>
                <a:lnTo>
                  <a:pt x="1107115" y="53250"/>
                </a:lnTo>
                <a:lnTo>
                  <a:pt x="1106950" y="53704"/>
                </a:lnTo>
                <a:lnTo>
                  <a:pt x="1106795" y="54164"/>
                </a:lnTo>
                <a:lnTo>
                  <a:pt x="1106649" y="54629"/>
                </a:lnTo>
                <a:lnTo>
                  <a:pt x="1106513" y="55099"/>
                </a:lnTo>
                <a:lnTo>
                  <a:pt x="1106386" y="55575"/>
                </a:lnTo>
                <a:lnTo>
                  <a:pt x="1106268" y="56056"/>
                </a:lnTo>
                <a:lnTo>
                  <a:pt x="1106160" y="56543"/>
                </a:lnTo>
                <a:lnTo>
                  <a:pt x="1106061" y="57035"/>
                </a:lnTo>
                <a:lnTo>
                  <a:pt x="1105972" y="57533"/>
                </a:lnTo>
                <a:lnTo>
                  <a:pt x="1105892" y="58036"/>
                </a:lnTo>
                <a:lnTo>
                  <a:pt x="1105821" y="58545"/>
                </a:lnTo>
                <a:lnTo>
                  <a:pt x="1105760" y="59059"/>
                </a:lnTo>
                <a:lnTo>
                  <a:pt x="1105708" y="59579"/>
                </a:lnTo>
                <a:lnTo>
                  <a:pt x="1105666" y="60104"/>
                </a:lnTo>
                <a:lnTo>
                  <a:pt x="1105633" y="60635"/>
                </a:lnTo>
                <a:lnTo>
                  <a:pt x="1105610" y="61171"/>
                </a:lnTo>
                <a:lnTo>
                  <a:pt x="1105596" y="61712"/>
                </a:lnTo>
                <a:lnTo>
                  <a:pt x="1105591" y="62259"/>
                </a:lnTo>
                <a:lnTo>
                  <a:pt x="1105597" y="62956"/>
                </a:lnTo>
                <a:lnTo>
                  <a:pt x="1105618" y="63643"/>
                </a:lnTo>
                <a:lnTo>
                  <a:pt x="1105651" y="64319"/>
                </a:lnTo>
                <a:lnTo>
                  <a:pt x="1105698" y="64986"/>
                </a:lnTo>
                <a:lnTo>
                  <a:pt x="1105758" y="65643"/>
                </a:lnTo>
                <a:lnTo>
                  <a:pt x="1105831" y="66289"/>
                </a:lnTo>
                <a:lnTo>
                  <a:pt x="1105918" y="66926"/>
                </a:lnTo>
                <a:lnTo>
                  <a:pt x="1106018" y="67552"/>
                </a:lnTo>
                <a:lnTo>
                  <a:pt x="1106131" y="68169"/>
                </a:lnTo>
                <a:lnTo>
                  <a:pt x="1106258" y="68775"/>
                </a:lnTo>
                <a:lnTo>
                  <a:pt x="1106398" y="69372"/>
                </a:lnTo>
                <a:lnTo>
                  <a:pt x="1106552" y="69958"/>
                </a:lnTo>
                <a:lnTo>
                  <a:pt x="1106718" y="70535"/>
                </a:lnTo>
                <a:lnTo>
                  <a:pt x="1106899" y="71101"/>
                </a:lnTo>
                <a:lnTo>
                  <a:pt x="1107092" y="71657"/>
                </a:lnTo>
                <a:lnTo>
                  <a:pt x="1107299" y="72203"/>
                </a:lnTo>
                <a:lnTo>
                  <a:pt x="1107519" y="72739"/>
                </a:lnTo>
                <a:lnTo>
                  <a:pt x="1107753" y="73266"/>
                </a:lnTo>
                <a:lnTo>
                  <a:pt x="1107999" y="73782"/>
                </a:lnTo>
                <a:lnTo>
                  <a:pt x="1108260" y="74288"/>
                </a:lnTo>
                <a:lnTo>
                  <a:pt x="1108533" y="74784"/>
                </a:lnTo>
                <a:lnTo>
                  <a:pt x="1108820" y="75270"/>
                </a:lnTo>
                <a:lnTo>
                  <a:pt x="1109120" y="75746"/>
                </a:lnTo>
                <a:lnTo>
                  <a:pt x="1109434" y="76212"/>
                </a:lnTo>
                <a:lnTo>
                  <a:pt x="1109761" y="76669"/>
                </a:lnTo>
                <a:lnTo>
                  <a:pt x="1110101" y="77120"/>
                </a:lnTo>
                <a:lnTo>
                  <a:pt x="1110455" y="77564"/>
                </a:lnTo>
                <a:lnTo>
                  <a:pt x="1110822" y="78002"/>
                </a:lnTo>
                <a:lnTo>
                  <a:pt x="1111202" y="78432"/>
                </a:lnTo>
                <a:lnTo>
                  <a:pt x="1111596" y="78856"/>
                </a:lnTo>
                <a:lnTo>
                  <a:pt x="1112003" y="79274"/>
                </a:lnTo>
                <a:lnTo>
                  <a:pt x="1112423" y="79684"/>
                </a:lnTo>
                <a:lnTo>
                  <a:pt x="1112857" y="80088"/>
                </a:lnTo>
                <a:lnTo>
                  <a:pt x="1113304" y="80486"/>
                </a:lnTo>
                <a:lnTo>
                  <a:pt x="1113764" y="80876"/>
                </a:lnTo>
                <a:lnTo>
                  <a:pt x="1114238" y="81260"/>
                </a:lnTo>
                <a:lnTo>
                  <a:pt x="1114725" y="81637"/>
                </a:lnTo>
                <a:lnTo>
                  <a:pt x="1115225" y="82008"/>
                </a:lnTo>
                <a:lnTo>
                  <a:pt x="1115739" y="82372"/>
                </a:lnTo>
                <a:lnTo>
                  <a:pt x="1116266" y="82729"/>
                </a:lnTo>
                <a:lnTo>
                  <a:pt x="1116806" y="83079"/>
                </a:lnTo>
                <a:lnTo>
                  <a:pt x="1117360" y="83423"/>
                </a:lnTo>
                <a:lnTo>
                  <a:pt x="1117927" y="83760"/>
                </a:lnTo>
                <a:lnTo>
                  <a:pt x="1118508" y="84091"/>
                </a:lnTo>
                <a:lnTo>
                  <a:pt x="1119102" y="84414"/>
                </a:lnTo>
                <a:lnTo>
                  <a:pt x="1119709" y="84731"/>
                </a:lnTo>
                <a:lnTo>
                  <a:pt x="1120329" y="85041"/>
                </a:lnTo>
                <a:lnTo>
                  <a:pt x="1120963" y="85345"/>
                </a:lnTo>
                <a:lnTo>
                  <a:pt x="1121610" y="85644"/>
                </a:lnTo>
                <a:lnTo>
                  <a:pt x="1122269" y="85939"/>
                </a:lnTo>
                <a:lnTo>
                  <a:pt x="1122940" y="86232"/>
                </a:lnTo>
                <a:lnTo>
                  <a:pt x="1123624" y="86521"/>
                </a:lnTo>
                <a:lnTo>
                  <a:pt x="1124320" y="86808"/>
                </a:lnTo>
                <a:lnTo>
                  <a:pt x="1125028" y="87091"/>
                </a:lnTo>
                <a:lnTo>
                  <a:pt x="1125748" y="87372"/>
                </a:lnTo>
                <a:lnTo>
                  <a:pt x="1126481" y="87649"/>
                </a:lnTo>
                <a:lnTo>
                  <a:pt x="1127227" y="87924"/>
                </a:lnTo>
                <a:lnTo>
                  <a:pt x="1127984" y="88196"/>
                </a:lnTo>
                <a:lnTo>
                  <a:pt x="1128754" y="88464"/>
                </a:lnTo>
                <a:lnTo>
                  <a:pt x="1129536" y="88730"/>
                </a:lnTo>
                <a:lnTo>
                  <a:pt x="1130331" y="88993"/>
                </a:lnTo>
                <a:lnTo>
                  <a:pt x="1131137" y="89252"/>
                </a:lnTo>
                <a:lnTo>
                  <a:pt x="1131956" y="89509"/>
                </a:lnTo>
                <a:lnTo>
                  <a:pt x="1132788" y="89763"/>
                </a:lnTo>
                <a:lnTo>
                  <a:pt x="1133632" y="90014"/>
                </a:lnTo>
                <a:lnTo>
                  <a:pt x="1134488" y="90261"/>
                </a:lnTo>
                <a:lnTo>
                  <a:pt x="1135356" y="90506"/>
                </a:lnTo>
                <a:lnTo>
                  <a:pt x="1136237" y="90748"/>
                </a:lnTo>
                <a:lnTo>
                  <a:pt x="1137130" y="90987"/>
                </a:lnTo>
                <a:lnTo>
                  <a:pt x="1138035" y="91223"/>
                </a:lnTo>
                <a:lnTo>
                  <a:pt x="1138953" y="91456"/>
                </a:lnTo>
                <a:lnTo>
                  <a:pt x="1139883" y="91686"/>
                </a:lnTo>
                <a:lnTo>
                  <a:pt x="1141018" y="91965"/>
                </a:lnTo>
                <a:lnTo>
                  <a:pt x="1142124" y="92245"/>
                </a:lnTo>
                <a:lnTo>
                  <a:pt x="1143202" y="92526"/>
                </a:lnTo>
                <a:lnTo>
                  <a:pt x="1144250" y="92807"/>
                </a:lnTo>
                <a:lnTo>
                  <a:pt x="1145270" y="93089"/>
                </a:lnTo>
                <a:lnTo>
                  <a:pt x="1146260" y="93372"/>
                </a:lnTo>
                <a:lnTo>
                  <a:pt x="1147222" y="93656"/>
                </a:lnTo>
                <a:lnTo>
                  <a:pt x="1148155" y="93940"/>
                </a:lnTo>
                <a:lnTo>
                  <a:pt x="1149059" y="94225"/>
                </a:lnTo>
                <a:lnTo>
                  <a:pt x="1149934" y="94511"/>
                </a:lnTo>
                <a:lnTo>
                  <a:pt x="1150780" y="94797"/>
                </a:lnTo>
                <a:lnTo>
                  <a:pt x="1151597" y="95084"/>
                </a:lnTo>
                <a:lnTo>
                  <a:pt x="1152385" y="95372"/>
                </a:lnTo>
                <a:lnTo>
                  <a:pt x="1153144" y="95661"/>
                </a:lnTo>
                <a:lnTo>
                  <a:pt x="1153875" y="95950"/>
                </a:lnTo>
                <a:lnTo>
                  <a:pt x="1154576" y="96240"/>
                </a:lnTo>
                <a:lnTo>
                  <a:pt x="1155249" y="96531"/>
                </a:lnTo>
                <a:lnTo>
                  <a:pt x="1155893" y="96823"/>
                </a:lnTo>
                <a:lnTo>
                  <a:pt x="1156507" y="97115"/>
                </a:lnTo>
                <a:lnTo>
                  <a:pt x="1157093" y="97408"/>
                </a:lnTo>
                <a:lnTo>
                  <a:pt x="1157650" y="97701"/>
                </a:lnTo>
                <a:lnTo>
                  <a:pt x="1158178" y="97996"/>
                </a:lnTo>
                <a:lnTo>
                  <a:pt x="1158677" y="98291"/>
                </a:lnTo>
                <a:lnTo>
                  <a:pt x="1159147" y="98586"/>
                </a:lnTo>
                <a:lnTo>
                  <a:pt x="1159594" y="98889"/>
                </a:lnTo>
                <a:lnTo>
                  <a:pt x="1160021" y="99204"/>
                </a:lnTo>
                <a:lnTo>
                  <a:pt x="1160429" y="99533"/>
                </a:lnTo>
                <a:lnTo>
                  <a:pt x="1160819" y="99874"/>
                </a:lnTo>
                <a:lnTo>
                  <a:pt x="1161189" y="100229"/>
                </a:lnTo>
                <a:lnTo>
                  <a:pt x="1161540" y="100596"/>
                </a:lnTo>
                <a:lnTo>
                  <a:pt x="1161872" y="100977"/>
                </a:lnTo>
                <a:lnTo>
                  <a:pt x="1162186" y="101371"/>
                </a:lnTo>
                <a:lnTo>
                  <a:pt x="1162480" y="101778"/>
                </a:lnTo>
                <a:lnTo>
                  <a:pt x="1162755" y="102197"/>
                </a:lnTo>
                <a:lnTo>
                  <a:pt x="1163012" y="102630"/>
                </a:lnTo>
                <a:lnTo>
                  <a:pt x="1163249" y="103076"/>
                </a:lnTo>
                <a:lnTo>
                  <a:pt x="1163468" y="103535"/>
                </a:lnTo>
                <a:lnTo>
                  <a:pt x="1163667" y="104007"/>
                </a:lnTo>
                <a:lnTo>
                  <a:pt x="1163847" y="104492"/>
                </a:lnTo>
                <a:lnTo>
                  <a:pt x="1164009" y="104990"/>
                </a:lnTo>
                <a:lnTo>
                  <a:pt x="1164151" y="105501"/>
                </a:lnTo>
                <a:lnTo>
                  <a:pt x="1164275" y="106025"/>
                </a:lnTo>
                <a:lnTo>
                  <a:pt x="1164379" y="106563"/>
                </a:lnTo>
                <a:lnTo>
                  <a:pt x="1164464" y="107113"/>
                </a:lnTo>
                <a:lnTo>
                  <a:pt x="1164531" y="107676"/>
                </a:lnTo>
                <a:lnTo>
                  <a:pt x="1164578" y="108253"/>
                </a:lnTo>
                <a:lnTo>
                  <a:pt x="1164607" y="108842"/>
                </a:lnTo>
                <a:lnTo>
                  <a:pt x="1164616" y="109444"/>
                </a:lnTo>
                <a:lnTo>
                  <a:pt x="1164606" y="110162"/>
                </a:lnTo>
                <a:lnTo>
                  <a:pt x="1164574" y="110863"/>
                </a:lnTo>
                <a:lnTo>
                  <a:pt x="1164522" y="111547"/>
                </a:lnTo>
                <a:lnTo>
                  <a:pt x="1164448" y="112213"/>
                </a:lnTo>
                <a:lnTo>
                  <a:pt x="1164353" y="112863"/>
                </a:lnTo>
                <a:lnTo>
                  <a:pt x="1164238" y="113495"/>
                </a:lnTo>
                <a:lnTo>
                  <a:pt x="1164101" y="114110"/>
                </a:lnTo>
                <a:lnTo>
                  <a:pt x="1163943" y="114708"/>
                </a:lnTo>
                <a:lnTo>
                  <a:pt x="1163764" y="115289"/>
                </a:lnTo>
                <a:lnTo>
                  <a:pt x="1163564" y="115853"/>
                </a:lnTo>
                <a:lnTo>
                  <a:pt x="1163343" y="116400"/>
                </a:lnTo>
                <a:lnTo>
                  <a:pt x="1163101" y="116930"/>
                </a:lnTo>
                <a:lnTo>
                  <a:pt x="1162838" y="117442"/>
                </a:lnTo>
                <a:lnTo>
                  <a:pt x="1162554" y="117937"/>
                </a:lnTo>
                <a:lnTo>
                  <a:pt x="1162249" y="118416"/>
                </a:lnTo>
                <a:lnTo>
                  <a:pt x="1161923" y="118877"/>
                </a:lnTo>
                <a:lnTo>
                  <a:pt x="1161576" y="119321"/>
                </a:lnTo>
                <a:lnTo>
                  <a:pt x="1161208" y="119748"/>
                </a:lnTo>
                <a:lnTo>
                  <a:pt x="1160818" y="120158"/>
                </a:lnTo>
                <a:lnTo>
                  <a:pt x="1160408" y="120550"/>
                </a:lnTo>
                <a:lnTo>
                  <a:pt x="1159977" y="120926"/>
                </a:lnTo>
                <a:lnTo>
                  <a:pt x="1159524" y="121284"/>
                </a:lnTo>
                <a:lnTo>
                  <a:pt x="1159051" y="121625"/>
                </a:lnTo>
                <a:lnTo>
                  <a:pt x="1158556" y="121950"/>
                </a:lnTo>
                <a:lnTo>
                  <a:pt x="1158045" y="122259"/>
                </a:lnTo>
                <a:lnTo>
                  <a:pt x="1157523" y="122555"/>
                </a:lnTo>
                <a:lnTo>
                  <a:pt x="1156990" y="122837"/>
                </a:lnTo>
                <a:lnTo>
                  <a:pt x="1156444" y="123107"/>
                </a:lnTo>
                <a:lnTo>
                  <a:pt x="1155888" y="123363"/>
                </a:lnTo>
                <a:lnTo>
                  <a:pt x="1155320" y="123607"/>
                </a:lnTo>
                <a:lnTo>
                  <a:pt x="1154740" y="123837"/>
                </a:lnTo>
                <a:lnTo>
                  <a:pt x="1154149" y="124054"/>
                </a:lnTo>
                <a:lnTo>
                  <a:pt x="1153547" y="124258"/>
                </a:lnTo>
                <a:lnTo>
                  <a:pt x="1152933" y="124448"/>
                </a:lnTo>
                <a:lnTo>
                  <a:pt x="1152308" y="124626"/>
                </a:lnTo>
                <a:lnTo>
                  <a:pt x="1151671" y="124790"/>
                </a:lnTo>
                <a:lnTo>
                  <a:pt x="1151022" y="124942"/>
                </a:lnTo>
                <a:lnTo>
                  <a:pt x="1150363" y="125080"/>
                </a:lnTo>
                <a:lnTo>
                  <a:pt x="1149691" y="125205"/>
                </a:lnTo>
                <a:lnTo>
                  <a:pt x="1149009" y="125316"/>
                </a:lnTo>
                <a:lnTo>
                  <a:pt x="1148315" y="125415"/>
                </a:lnTo>
                <a:lnTo>
                  <a:pt x="1147609" y="125501"/>
                </a:lnTo>
                <a:lnTo>
                  <a:pt x="1146892" y="125573"/>
                </a:lnTo>
                <a:lnTo>
                  <a:pt x="1146163" y="125632"/>
                </a:lnTo>
                <a:lnTo>
                  <a:pt x="1145423" y="125678"/>
                </a:lnTo>
                <a:lnTo>
                  <a:pt x="1144672" y="125711"/>
                </a:lnTo>
                <a:lnTo>
                  <a:pt x="1143909" y="125731"/>
                </a:lnTo>
                <a:lnTo>
                  <a:pt x="1143135" y="125737"/>
                </a:lnTo>
                <a:lnTo>
                  <a:pt x="1142270" y="125729"/>
                </a:lnTo>
                <a:lnTo>
                  <a:pt x="1141418" y="125704"/>
                </a:lnTo>
                <a:lnTo>
                  <a:pt x="1140578" y="125662"/>
                </a:lnTo>
                <a:lnTo>
                  <a:pt x="1139750" y="125604"/>
                </a:lnTo>
                <a:lnTo>
                  <a:pt x="1138934" y="125529"/>
                </a:lnTo>
                <a:lnTo>
                  <a:pt x="1138131" y="125437"/>
                </a:lnTo>
                <a:lnTo>
                  <a:pt x="1137339" y="125329"/>
                </a:lnTo>
                <a:lnTo>
                  <a:pt x="1136560" y="125204"/>
                </a:lnTo>
                <a:lnTo>
                  <a:pt x="1135793" y="125062"/>
                </a:lnTo>
                <a:lnTo>
                  <a:pt x="1135038" y="124904"/>
                </a:lnTo>
                <a:lnTo>
                  <a:pt x="1134295" y="124729"/>
                </a:lnTo>
                <a:lnTo>
                  <a:pt x="1133564" y="124537"/>
                </a:lnTo>
                <a:lnTo>
                  <a:pt x="1132845" y="124329"/>
                </a:lnTo>
                <a:lnTo>
                  <a:pt x="1132139" y="124104"/>
                </a:lnTo>
                <a:lnTo>
                  <a:pt x="1131445" y="123862"/>
                </a:lnTo>
                <a:lnTo>
                  <a:pt x="1130762" y="123604"/>
                </a:lnTo>
                <a:lnTo>
                  <a:pt x="1130092" y="123329"/>
                </a:lnTo>
                <a:lnTo>
                  <a:pt x="1129434" y="123037"/>
                </a:lnTo>
                <a:lnTo>
                  <a:pt x="1128789" y="122729"/>
                </a:lnTo>
                <a:lnTo>
                  <a:pt x="1128155" y="122403"/>
                </a:lnTo>
                <a:lnTo>
                  <a:pt x="1127534" y="122062"/>
                </a:lnTo>
                <a:lnTo>
                  <a:pt x="1126924" y="121703"/>
                </a:lnTo>
                <a:lnTo>
                  <a:pt x="1126327" y="121328"/>
                </a:lnTo>
                <a:lnTo>
                  <a:pt x="1125742" y="120937"/>
                </a:lnTo>
                <a:lnTo>
                  <a:pt x="1125175" y="120524"/>
                </a:lnTo>
                <a:lnTo>
                  <a:pt x="1124633" y="120088"/>
                </a:lnTo>
                <a:lnTo>
                  <a:pt x="1124114" y="119628"/>
                </a:lnTo>
                <a:lnTo>
                  <a:pt x="1123620" y="119143"/>
                </a:lnTo>
                <a:lnTo>
                  <a:pt x="1123149" y="118634"/>
                </a:lnTo>
                <a:lnTo>
                  <a:pt x="1122703" y="118101"/>
                </a:lnTo>
                <a:lnTo>
                  <a:pt x="1122281" y="117544"/>
                </a:lnTo>
                <a:lnTo>
                  <a:pt x="1121883" y="116962"/>
                </a:lnTo>
                <a:lnTo>
                  <a:pt x="1121509" y="116356"/>
                </a:lnTo>
                <a:lnTo>
                  <a:pt x="1121159" y="115727"/>
                </a:lnTo>
                <a:lnTo>
                  <a:pt x="1120834" y="115073"/>
                </a:lnTo>
                <a:lnTo>
                  <a:pt x="1120532" y="114394"/>
                </a:lnTo>
                <a:lnTo>
                  <a:pt x="1120255" y="113692"/>
                </a:lnTo>
                <a:lnTo>
                  <a:pt x="1120001" y="112965"/>
                </a:lnTo>
                <a:lnTo>
                  <a:pt x="1119772" y="112215"/>
                </a:lnTo>
                <a:lnTo>
                  <a:pt x="1119567" y="111440"/>
                </a:lnTo>
                <a:lnTo>
                  <a:pt x="1119386" y="110641"/>
                </a:lnTo>
                <a:lnTo>
                  <a:pt x="1119229" y="109817"/>
                </a:lnTo>
                <a:lnTo>
                  <a:pt x="1119097" y="108970"/>
                </a:lnTo>
                <a:lnTo>
                  <a:pt x="1118988" y="108098"/>
                </a:lnTo>
                <a:lnTo>
                  <a:pt x="1118904" y="107202"/>
                </a:lnTo>
                <a:lnTo>
                  <a:pt x="1118843" y="106282"/>
                </a:lnTo>
                <a:lnTo>
                  <a:pt x="1118807" y="105338"/>
                </a:lnTo>
                <a:lnTo>
                  <a:pt x="1118795" y="104369"/>
                </a:lnTo>
                <a:lnTo>
                  <a:pt x="1102930" y="104369"/>
                </a:lnTo>
                <a:lnTo>
                  <a:pt x="1102936" y="105126"/>
                </a:lnTo>
                <a:lnTo>
                  <a:pt x="1102952" y="105873"/>
                </a:lnTo>
                <a:lnTo>
                  <a:pt x="1102979" y="106611"/>
                </a:lnTo>
                <a:lnTo>
                  <a:pt x="1103016" y="107339"/>
                </a:lnTo>
                <a:lnTo>
                  <a:pt x="1103065" y="108058"/>
                </a:lnTo>
                <a:lnTo>
                  <a:pt x="1103124" y="108768"/>
                </a:lnTo>
                <a:lnTo>
                  <a:pt x="1103194" y="109469"/>
                </a:lnTo>
                <a:lnTo>
                  <a:pt x="1103275" y="110160"/>
                </a:lnTo>
                <a:lnTo>
                  <a:pt x="1103367" y="110842"/>
                </a:lnTo>
                <a:lnTo>
                  <a:pt x="1103469" y="111514"/>
                </a:lnTo>
                <a:lnTo>
                  <a:pt x="1103582" y="112177"/>
                </a:lnTo>
                <a:lnTo>
                  <a:pt x="1103706" y="112831"/>
                </a:lnTo>
                <a:lnTo>
                  <a:pt x="1103841" y="113475"/>
                </a:lnTo>
                <a:lnTo>
                  <a:pt x="1103986" y="114110"/>
                </a:lnTo>
                <a:lnTo>
                  <a:pt x="1104143" y="114736"/>
                </a:lnTo>
                <a:lnTo>
                  <a:pt x="1104310" y="115353"/>
                </a:lnTo>
                <a:lnTo>
                  <a:pt x="1104488" y="115960"/>
                </a:lnTo>
                <a:lnTo>
                  <a:pt x="1104676" y="116557"/>
                </a:lnTo>
                <a:lnTo>
                  <a:pt x="1104876" y="117146"/>
                </a:lnTo>
                <a:lnTo>
                  <a:pt x="1105086" y="117725"/>
                </a:lnTo>
                <a:lnTo>
                  <a:pt x="1105307" y="118295"/>
                </a:lnTo>
                <a:lnTo>
                  <a:pt x="1105538" y="118855"/>
                </a:lnTo>
                <a:lnTo>
                  <a:pt x="1105781" y="119406"/>
                </a:lnTo>
                <a:lnTo>
                  <a:pt x="1106034" y="119948"/>
                </a:lnTo>
                <a:lnTo>
                  <a:pt x="1106297" y="120481"/>
                </a:lnTo>
                <a:lnTo>
                  <a:pt x="1106568" y="121005"/>
                </a:lnTo>
                <a:lnTo>
                  <a:pt x="1106848" y="121520"/>
                </a:lnTo>
                <a:lnTo>
                  <a:pt x="1107136" y="122026"/>
                </a:lnTo>
                <a:lnTo>
                  <a:pt x="1107432" y="122524"/>
                </a:lnTo>
                <a:lnTo>
                  <a:pt x="1107737" y="123014"/>
                </a:lnTo>
                <a:lnTo>
                  <a:pt x="1108050" y="123495"/>
                </a:lnTo>
                <a:lnTo>
                  <a:pt x="1108372" y="123967"/>
                </a:lnTo>
                <a:lnTo>
                  <a:pt x="1108702" y="124430"/>
                </a:lnTo>
                <a:lnTo>
                  <a:pt x="1109040" y="124885"/>
                </a:lnTo>
                <a:lnTo>
                  <a:pt x="1109387" y="125331"/>
                </a:lnTo>
                <a:lnTo>
                  <a:pt x="1109742" y="125769"/>
                </a:lnTo>
                <a:lnTo>
                  <a:pt x="1110105" y="126198"/>
                </a:lnTo>
                <a:lnTo>
                  <a:pt x="1110477" y="126618"/>
                </a:lnTo>
                <a:lnTo>
                  <a:pt x="1110857" y="127030"/>
                </a:lnTo>
                <a:lnTo>
                  <a:pt x="1111246" y="127433"/>
                </a:lnTo>
                <a:lnTo>
                  <a:pt x="1111643" y="127827"/>
                </a:lnTo>
                <a:lnTo>
                  <a:pt x="1112048" y="128213"/>
                </a:lnTo>
                <a:lnTo>
                  <a:pt x="1112462" y="128591"/>
                </a:lnTo>
                <a:lnTo>
                  <a:pt x="1112884" y="128959"/>
                </a:lnTo>
                <a:lnTo>
                  <a:pt x="1113315" y="129319"/>
                </a:lnTo>
                <a:lnTo>
                  <a:pt x="1113754" y="129670"/>
                </a:lnTo>
                <a:lnTo>
                  <a:pt x="1114201" y="130013"/>
                </a:lnTo>
                <a:lnTo>
                  <a:pt x="1114657" y="130347"/>
                </a:lnTo>
                <a:lnTo>
                  <a:pt x="1115119" y="130673"/>
                </a:lnTo>
                <a:lnTo>
                  <a:pt x="1115588" y="130992"/>
                </a:lnTo>
                <a:lnTo>
                  <a:pt x="1116063" y="131303"/>
                </a:lnTo>
                <a:lnTo>
                  <a:pt x="1116544" y="131607"/>
                </a:lnTo>
                <a:lnTo>
                  <a:pt x="1117031" y="131903"/>
                </a:lnTo>
                <a:lnTo>
                  <a:pt x="1117523" y="132192"/>
                </a:lnTo>
                <a:lnTo>
                  <a:pt x="1118022" y="132474"/>
                </a:lnTo>
                <a:lnTo>
                  <a:pt x="1118527" y="132748"/>
                </a:lnTo>
                <a:lnTo>
                  <a:pt x="1119038" y="133015"/>
                </a:lnTo>
                <a:lnTo>
                  <a:pt x="1119554" y="133275"/>
                </a:lnTo>
                <a:lnTo>
                  <a:pt x="1120077" y="133527"/>
                </a:lnTo>
                <a:lnTo>
                  <a:pt x="1120606" y="133771"/>
                </a:lnTo>
                <a:lnTo>
                  <a:pt x="1121141" y="134009"/>
                </a:lnTo>
                <a:lnTo>
                  <a:pt x="1121681" y="134239"/>
                </a:lnTo>
                <a:lnTo>
                  <a:pt x="1122228" y="134461"/>
                </a:lnTo>
                <a:lnTo>
                  <a:pt x="1122781" y="134676"/>
                </a:lnTo>
                <a:lnTo>
                  <a:pt x="1123339" y="134884"/>
                </a:lnTo>
                <a:lnTo>
                  <a:pt x="1123904" y="135084"/>
                </a:lnTo>
                <a:lnTo>
                  <a:pt x="1124475" y="135277"/>
                </a:lnTo>
                <a:lnTo>
                  <a:pt x="1125051" y="135462"/>
                </a:lnTo>
                <a:lnTo>
                  <a:pt x="1125634" y="135640"/>
                </a:lnTo>
                <a:lnTo>
                  <a:pt x="1126222" y="135811"/>
                </a:lnTo>
                <a:lnTo>
                  <a:pt x="1126817" y="135974"/>
                </a:lnTo>
                <a:lnTo>
                  <a:pt x="1127417" y="136130"/>
                </a:lnTo>
                <a:lnTo>
                  <a:pt x="1128022" y="136279"/>
                </a:lnTo>
                <a:lnTo>
                  <a:pt x="1128630" y="136422"/>
                </a:lnTo>
                <a:lnTo>
                  <a:pt x="1129241" y="136558"/>
                </a:lnTo>
                <a:lnTo>
                  <a:pt x="1129855" y="136688"/>
                </a:lnTo>
                <a:lnTo>
                  <a:pt x="1130472" y="136812"/>
                </a:lnTo>
                <a:lnTo>
                  <a:pt x="1131091" y="136929"/>
                </a:lnTo>
                <a:lnTo>
                  <a:pt x="1131714" y="137040"/>
                </a:lnTo>
                <a:lnTo>
                  <a:pt x="1132339" y="137145"/>
                </a:lnTo>
                <a:lnTo>
                  <a:pt x="1132967" y="137243"/>
                </a:lnTo>
                <a:lnTo>
                  <a:pt x="1133598" y="137335"/>
                </a:lnTo>
                <a:lnTo>
                  <a:pt x="1134233" y="137421"/>
                </a:lnTo>
                <a:lnTo>
                  <a:pt x="1134870" y="137500"/>
                </a:lnTo>
                <a:lnTo>
                  <a:pt x="1135509" y="137573"/>
                </a:lnTo>
                <a:lnTo>
                  <a:pt x="1136152" y="137639"/>
                </a:lnTo>
                <a:lnTo>
                  <a:pt x="1136798" y="137700"/>
                </a:lnTo>
                <a:lnTo>
                  <a:pt x="1137447" y="137753"/>
                </a:lnTo>
                <a:lnTo>
                  <a:pt x="1138098" y="137801"/>
                </a:lnTo>
                <a:lnTo>
                  <a:pt x="1138753" y="137842"/>
                </a:lnTo>
                <a:lnTo>
                  <a:pt x="1139410" y="137877"/>
                </a:lnTo>
                <a:lnTo>
                  <a:pt x="1140070" y="137906"/>
                </a:lnTo>
                <a:lnTo>
                  <a:pt x="1140733" y="137928"/>
                </a:lnTo>
                <a:lnTo>
                  <a:pt x="1141400" y="137944"/>
                </a:lnTo>
                <a:lnTo>
                  <a:pt x="1142069" y="137953"/>
                </a:lnTo>
                <a:lnTo>
                  <a:pt x="1142740" y="137956"/>
                </a:lnTo>
                <a:lnTo>
                  <a:pt x="1143412" y="137953"/>
                </a:lnTo>
                <a:lnTo>
                  <a:pt x="1144079" y="137944"/>
                </a:lnTo>
                <a:lnTo>
                  <a:pt x="1144743" y="137929"/>
                </a:lnTo>
                <a:lnTo>
                  <a:pt x="1145402" y="137908"/>
                </a:lnTo>
                <a:close/>
                <a:moveTo>
                  <a:pt x="1262248" y="136083"/>
                </a:moveTo>
                <a:lnTo>
                  <a:pt x="1262671" y="136026"/>
                </a:lnTo>
                <a:lnTo>
                  <a:pt x="1263087" y="135958"/>
                </a:lnTo>
                <a:lnTo>
                  <a:pt x="1263496" y="135877"/>
                </a:lnTo>
                <a:lnTo>
                  <a:pt x="1263899" y="135783"/>
                </a:lnTo>
                <a:lnTo>
                  <a:pt x="1264295" y="135677"/>
                </a:lnTo>
                <a:lnTo>
                  <a:pt x="1264685" y="135558"/>
                </a:lnTo>
                <a:lnTo>
                  <a:pt x="1265069" y="135427"/>
                </a:lnTo>
                <a:lnTo>
                  <a:pt x="1265445" y="135283"/>
                </a:lnTo>
                <a:lnTo>
                  <a:pt x="1265816" y="135127"/>
                </a:lnTo>
                <a:lnTo>
                  <a:pt x="1266180" y="134959"/>
                </a:lnTo>
                <a:lnTo>
                  <a:pt x="1266537" y="134778"/>
                </a:lnTo>
                <a:lnTo>
                  <a:pt x="1266888" y="134584"/>
                </a:lnTo>
                <a:lnTo>
                  <a:pt x="1267232" y="134378"/>
                </a:lnTo>
                <a:lnTo>
                  <a:pt x="1267570" y="134159"/>
                </a:lnTo>
                <a:lnTo>
                  <a:pt x="1267902" y="133928"/>
                </a:lnTo>
                <a:lnTo>
                  <a:pt x="1268227" y="133685"/>
                </a:lnTo>
                <a:lnTo>
                  <a:pt x="1268545" y="133429"/>
                </a:lnTo>
                <a:lnTo>
                  <a:pt x="1268857" y="133160"/>
                </a:lnTo>
                <a:lnTo>
                  <a:pt x="1269162" y="132879"/>
                </a:lnTo>
                <a:lnTo>
                  <a:pt x="1269461" y="132586"/>
                </a:lnTo>
                <a:lnTo>
                  <a:pt x="1269750" y="132283"/>
                </a:lnTo>
                <a:lnTo>
                  <a:pt x="1270028" y="131975"/>
                </a:lnTo>
                <a:lnTo>
                  <a:pt x="1270292" y="131661"/>
                </a:lnTo>
                <a:lnTo>
                  <a:pt x="1270545" y="131342"/>
                </a:lnTo>
                <a:lnTo>
                  <a:pt x="1270785" y="131017"/>
                </a:lnTo>
                <a:lnTo>
                  <a:pt x="1271013" y="130686"/>
                </a:lnTo>
                <a:lnTo>
                  <a:pt x="1271229" y="130349"/>
                </a:lnTo>
                <a:lnTo>
                  <a:pt x="1271432" y="130007"/>
                </a:lnTo>
                <a:lnTo>
                  <a:pt x="1271623" y="129660"/>
                </a:lnTo>
                <a:lnTo>
                  <a:pt x="1271801" y="129306"/>
                </a:lnTo>
                <a:lnTo>
                  <a:pt x="1271968" y="128947"/>
                </a:lnTo>
                <a:lnTo>
                  <a:pt x="1272122" y="128583"/>
                </a:lnTo>
                <a:lnTo>
                  <a:pt x="1272263" y="128212"/>
                </a:lnTo>
                <a:lnTo>
                  <a:pt x="1272393" y="127836"/>
                </a:lnTo>
                <a:lnTo>
                  <a:pt x="1272510" y="127455"/>
                </a:lnTo>
                <a:lnTo>
                  <a:pt x="1272614" y="127068"/>
                </a:lnTo>
                <a:lnTo>
                  <a:pt x="1272707" y="126675"/>
                </a:lnTo>
                <a:lnTo>
                  <a:pt x="1272787" y="126276"/>
                </a:lnTo>
                <a:lnTo>
                  <a:pt x="1272854" y="125872"/>
                </a:lnTo>
                <a:lnTo>
                  <a:pt x="1272910" y="125462"/>
                </a:lnTo>
                <a:lnTo>
                  <a:pt x="1272953" y="125047"/>
                </a:lnTo>
                <a:lnTo>
                  <a:pt x="1272984" y="124626"/>
                </a:lnTo>
                <a:lnTo>
                  <a:pt x="1273002" y="124199"/>
                </a:lnTo>
                <a:lnTo>
                  <a:pt x="1273008" y="123767"/>
                </a:lnTo>
                <a:lnTo>
                  <a:pt x="1273002" y="123318"/>
                </a:lnTo>
                <a:lnTo>
                  <a:pt x="1272984" y="122877"/>
                </a:lnTo>
                <a:lnTo>
                  <a:pt x="1272953" y="122442"/>
                </a:lnTo>
                <a:lnTo>
                  <a:pt x="1272910" y="122013"/>
                </a:lnTo>
                <a:lnTo>
                  <a:pt x="1272854" y="121592"/>
                </a:lnTo>
                <a:lnTo>
                  <a:pt x="1272787" y="121177"/>
                </a:lnTo>
                <a:lnTo>
                  <a:pt x="1272707" y="120768"/>
                </a:lnTo>
                <a:lnTo>
                  <a:pt x="1272614" y="120367"/>
                </a:lnTo>
                <a:lnTo>
                  <a:pt x="1272510" y="119972"/>
                </a:lnTo>
                <a:lnTo>
                  <a:pt x="1272393" y="119584"/>
                </a:lnTo>
                <a:lnTo>
                  <a:pt x="1272263" y="119202"/>
                </a:lnTo>
                <a:lnTo>
                  <a:pt x="1272122" y="118827"/>
                </a:lnTo>
                <a:lnTo>
                  <a:pt x="1271968" y="118459"/>
                </a:lnTo>
                <a:lnTo>
                  <a:pt x="1271801" y="118097"/>
                </a:lnTo>
                <a:lnTo>
                  <a:pt x="1271623" y="117742"/>
                </a:lnTo>
                <a:lnTo>
                  <a:pt x="1271432" y="117394"/>
                </a:lnTo>
                <a:lnTo>
                  <a:pt x="1271229" y="117053"/>
                </a:lnTo>
                <a:lnTo>
                  <a:pt x="1271013" y="116718"/>
                </a:lnTo>
                <a:lnTo>
                  <a:pt x="1270785" y="116390"/>
                </a:lnTo>
                <a:lnTo>
                  <a:pt x="1270545" y="116068"/>
                </a:lnTo>
                <a:lnTo>
                  <a:pt x="1270292" y="115753"/>
                </a:lnTo>
                <a:lnTo>
                  <a:pt x="1270028" y="115445"/>
                </a:lnTo>
                <a:lnTo>
                  <a:pt x="1269750" y="115143"/>
                </a:lnTo>
                <a:lnTo>
                  <a:pt x="1269461" y="114849"/>
                </a:lnTo>
                <a:lnTo>
                  <a:pt x="1269162" y="114563"/>
                </a:lnTo>
                <a:lnTo>
                  <a:pt x="1268857" y="114290"/>
                </a:lnTo>
                <a:lnTo>
                  <a:pt x="1268545" y="114029"/>
                </a:lnTo>
                <a:lnTo>
                  <a:pt x="1268227" y="113780"/>
                </a:lnTo>
                <a:lnTo>
                  <a:pt x="1267902" y="113543"/>
                </a:lnTo>
                <a:lnTo>
                  <a:pt x="1267570" y="113318"/>
                </a:lnTo>
                <a:lnTo>
                  <a:pt x="1267232" y="113106"/>
                </a:lnTo>
                <a:lnTo>
                  <a:pt x="1266888" y="112905"/>
                </a:lnTo>
                <a:lnTo>
                  <a:pt x="1266537" y="112717"/>
                </a:lnTo>
                <a:lnTo>
                  <a:pt x="1266180" y="112541"/>
                </a:lnTo>
                <a:lnTo>
                  <a:pt x="1265816" y="112377"/>
                </a:lnTo>
                <a:lnTo>
                  <a:pt x="1265445" y="112225"/>
                </a:lnTo>
                <a:lnTo>
                  <a:pt x="1265069" y="112085"/>
                </a:lnTo>
                <a:lnTo>
                  <a:pt x="1264685" y="111958"/>
                </a:lnTo>
                <a:lnTo>
                  <a:pt x="1264295" y="111842"/>
                </a:lnTo>
                <a:lnTo>
                  <a:pt x="1263899" y="111739"/>
                </a:lnTo>
                <a:lnTo>
                  <a:pt x="1263496" y="111648"/>
                </a:lnTo>
                <a:lnTo>
                  <a:pt x="1263087" y="111569"/>
                </a:lnTo>
                <a:lnTo>
                  <a:pt x="1262671" y="111502"/>
                </a:lnTo>
                <a:lnTo>
                  <a:pt x="1262248" y="111448"/>
                </a:lnTo>
                <a:lnTo>
                  <a:pt x="1261820" y="111405"/>
                </a:lnTo>
                <a:lnTo>
                  <a:pt x="1261384" y="111375"/>
                </a:lnTo>
                <a:lnTo>
                  <a:pt x="1260942" y="111357"/>
                </a:lnTo>
                <a:lnTo>
                  <a:pt x="1260494" y="111350"/>
                </a:lnTo>
                <a:lnTo>
                  <a:pt x="1260037" y="111357"/>
                </a:lnTo>
                <a:lnTo>
                  <a:pt x="1259587" y="111375"/>
                </a:lnTo>
                <a:lnTo>
                  <a:pt x="1259144" y="111405"/>
                </a:lnTo>
                <a:lnTo>
                  <a:pt x="1258706" y="111448"/>
                </a:lnTo>
                <a:lnTo>
                  <a:pt x="1258276" y="111502"/>
                </a:lnTo>
                <a:lnTo>
                  <a:pt x="1257852" y="111569"/>
                </a:lnTo>
                <a:lnTo>
                  <a:pt x="1257434" y="111648"/>
                </a:lnTo>
                <a:lnTo>
                  <a:pt x="1257023" y="111739"/>
                </a:lnTo>
                <a:lnTo>
                  <a:pt x="1256618" y="111842"/>
                </a:lnTo>
                <a:lnTo>
                  <a:pt x="1256220" y="111958"/>
                </a:lnTo>
                <a:lnTo>
                  <a:pt x="1255829" y="112085"/>
                </a:lnTo>
                <a:lnTo>
                  <a:pt x="1255444" y="112225"/>
                </a:lnTo>
                <a:lnTo>
                  <a:pt x="1255065" y="112377"/>
                </a:lnTo>
                <a:lnTo>
                  <a:pt x="1254693" y="112541"/>
                </a:lnTo>
                <a:lnTo>
                  <a:pt x="1254327" y="112717"/>
                </a:lnTo>
                <a:lnTo>
                  <a:pt x="1253968" y="112905"/>
                </a:lnTo>
                <a:lnTo>
                  <a:pt x="1253616" y="113106"/>
                </a:lnTo>
                <a:lnTo>
                  <a:pt x="1253270" y="113318"/>
                </a:lnTo>
                <a:lnTo>
                  <a:pt x="1252930" y="113543"/>
                </a:lnTo>
                <a:lnTo>
                  <a:pt x="1252597" y="113780"/>
                </a:lnTo>
                <a:lnTo>
                  <a:pt x="1252270" y="114029"/>
                </a:lnTo>
                <a:lnTo>
                  <a:pt x="1251950" y="114290"/>
                </a:lnTo>
                <a:lnTo>
                  <a:pt x="1251637" y="114563"/>
                </a:lnTo>
                <a:lnTo>
                  <a:pt x="1251330" y="114849"/>
                </a:lnTo>
                <a:lnTo>
                  <a:pt x="1251032" y="115143"/>
                </a:lnTo>
                <a:lnTo>
                  <a:pt x="1250747" y="115445"/>
                </a:lnTo>
                <a:lnTo>
                  <a:pt x="1250475" y="115753"/>
                </a:lnTo>
                <a:lnTo>
                  <a:pt x="1250216" y="116068"/>
                </a:lnTo>
                <a:lnTo>
                  <a:pt x="1249969" y="116390"/>
                </a:lnTo>
                <a:lnTo>
                  <a:pt x="1249734" y="116718"/>
                </a:lnTo>
                <a:lnTo>
                  <a:pt x="1249513" y="117053"/>
                </a:lnTo>
                <a:lnTo>
                  <a:pt x="1249304" y="117394"/>
                </a:lnTo>
                <a:lnTo>
                  <a:pt x="1249108" y="117742"/>
                </a:lnTo>
                <a:lnTo>
                  <a:pt x="1248924" y="118097"/>
                </a:lnTo>
                <a:lnTo>
                  <a:pt x="1248753" y="118459"/>
                </a:lnTo>
                <a:lnTo>
                  <a:pt x="1248595" y="118827"/>
                </a:lnTo>
                <a:lnTo>
                  <a:pt x="1248450" y="119202"/>
                </a:lnTo>
                <a:lnTo>
                  <a:pt x="1248317" y="119584"/>
                </a:lnTo>
                <a:lnTo>
                  <a:pt x="1248196" y="119972"/>
                </a:lnTo>
                <a:lnTo>
                  <a:pt x="1248089" y="120367"/>
                </a:lnTo>
                <a:lnTo>
                  <a:pt x="1247994" y="120768"/>
                </a:lnTo>
                <a:lnTo>
                  <a:pt x="1247911" y="121177"/>
                </a:lnTo>
                <a:lnTo>
                  <a:pt x="1247842" y="121592"/>
                </a:lnTo>
                <a:lnTo>
                  <a:pt x="1247785" y="122013"/>
                </a:lnTo>
                <a:lnTo>
                  <a:pt x="1247741" y="122442"/>
                </a:lnTo>
                <a:lnTo>
                  <a:pt x="1247709" y="122877"/>
                </a:lnTo>
                <a:lnTo>
                  <a:pt x="1247690" y="123318"/>
                </a:lnTo>
                <a:lnTo>
                  <a:pt x="1247684" y="123767"/>
                </a:lnTo>
                <a:lnTo>
                  <a:pt x="1247690" y="124199"/>
                </a:lnTo>
                <a:lnTo>
                  <a:pt x="1247709" y="124626"/>
                </a:lnTo>
                <a:lnTo>
                  <a:pt x="1247741" y="125047"/>
                </a:lnTo>
                <a:lnTo>
                  <a:pt x="1247785" y="125462"/>
                </a:lnTo>
                <a:lnTo>
                  <a:pt x="1247842" y="125872"/>
                </a:lnTo>
                <a:lnTo>
                  <a:pt x="1247911" y="126276"/>
                </a:lnTo>
                <a:lnTo>
                  <a:pt x="1247994" y="126675"/>
                </a:lnTo>
                <a:lnTo>
                  <a:pt x="1248089" y="127068"/>
                </a:lnTo>
                <a:lnTo>
                  <a:pt x="1248196" y="127455"/>
                </a:lnTo>
                <a:lnTo>
                  <a:pt x="1248317" y="127836"/>
                </a:lnTo>
                <a:lnTo>
                  <a:pt x="1248450" y="128212"/>
                </a:lnTo>
                <a:lnTo>
                  <a:pt x="1248595" y="128583"/>
                </a:lnTo>
                <a:lnTo>
                  <a:pt x="1248753" y="128947"/>
                </a:lnTo>
                <a:lnTo>
                  <a:pt x="1248924" y="129306"/>
                </a:lnTo>
                <a:lnTo>
                  <a:pt x="1249108" y="129660"/>
                </a:lnTo>
                <a:lnTo>
                  <a:pt x="1249304" y="130007"/>
                </a:lnTo>
                <a:lnTo>
                  <a:pt x="1249513" y="130349"/>
                </a:lnTo>
                <a:lnTo>
                  <a:pt x="1249734" y="130686"/>
                </a:lnTo>
                <a:lnTo>
                  <a:pt x="1249969" y="131017"/>
                </a:lnTo>
                <a:lnTo>
                  <a:pt x="1250216" y="131342"/>
                </a:lnTo>
                <a:lnTo>
                  <a:pt x="1250475" y="131661"/>
                </a:lnTo>
                <a:lnTo>
                  <a:pt x="1250747" y="131975"/>
                </a:lnTo>
                <a:lnTo>
                  <a:pt x="1251032" y="132283"/>
                </a:lnTo>
                <a:lnTo>
                  <a:pt x="1251330" y="132586"/>
                </a:lnTo>
                <a:lnTo>
                  <a:pt x="1251637" y="132879"/>
                </a:lnTo>
                <a:lnTo>
                  <a:pt x="1251950" y="133160"/>
                </a:lnTo>
                <a:lnTo>
                  <a:pt x="1252270" y="133429"/>
                </a:lnTo>
                <a:lnTo>
                  <a:pt x="1252597" y="133685"/>
                </a:lnTo>
                <a:lnTo>
                  <a:pt x="1252930" y="133928"/>
                </a:lnTo>
                <a:lnTo>
                  <a:pt x="1253270" y="134159"/>
                </a:lnTo>
                <a:lnTo>
                  <a:pt x="1253616" y="134378"/>
                </a:lnTo>
                <a:lnTo>
                  <a:pt x="1253968" y="134584"/>
                </a:lnTo>
                <a:lnTo>
                  <a:pt x="1254327" y="134778"/>
                </a:lnTo>
                <a:lnTo>
                  <a:pt x="1254693" y="134959"/>
                </a:lnTo>
                <a:lnTo>
                  <a:pt x="1255065" y="135127"/>
                </a:lnTo>
                <a:lnTo>
                  <a:pt x="1255444" y="135283"/>
                </a:lnTo>
                <a:lnTo>
                  <a:pt x="1255829" y="135427"/>
                </a:lnTo>
                <a:lnTo>
                  <a:pt x="1256220" y="135558"/>
                </a:lnTo>
                <a:lnTo>
                  <a:pt x="1256618" y="135677"/>
                </a:lnTo>
                <a:lnTo>
                  <a:pt x="1257023" y="135783"/>
                </a:lnTo>
                <a:lnTo>
                  <a:pt x="1257434" y="135877"/>
                </a:lnTo>
                <a:lnTo>
                  <a:pt x="1257852" y="135958"/>
                </a:lnTo>
                <a:lnTo>
                  <a:pt x="1258276" y="136026"/>
                </a:lnTo>
                <a:lnTo>
                  <a:pt x="1258706" y="136083"/>
                </a:lnTo>
                <a:lnTo>
                  <a:pt x="1259144" y="136126"/>
                </a:lnTo>
                <a:lnTo>
                  <a:pt x="1259587" y="136158"/>
                </a:lnTo>
                <a:lnTo>
                  <a:pt x="1260037" y="136176"/>
                </a:lnTo>
                <a:lnTo>
                  <a:pt x="1260494" y="136183"/>
                </a:lnTo>
                <a:lnTo>
                  <a:pt x="1260942" y="136176"/>
                </a:lnTo>
                <a:lnTo>
                  <a:pt x="1261384" y="136158"/>
                </a:lnTo>
                <a:lnTo>
                  <a:pt x="1261820" y="136126"/>
                </a:lnTo>
                <a:lnTo>
                  <a:pt x="1262248" y="136083"/>
                </a:lnTo>
                <a:close/>
                <a:moveTo>
                  <a:pt x="1316474" y="136026"/>
                </a:moveTo>
                <a:lnTo>
                  <a:pt x="1316890" y="135958"/>
                </a:lnTo>
                <a:lnTo>
                  <a:pt x="1317299" y="135877"/>
                </a:lnTo>
                <a:lnTo>
                  <a:pt x="1317702" y="135783"/>
                </a:lnTo>
                <a:lnTo>
                  <a:pt x="1318098" y="135677"/>
                </a:lnTo>
                <a:lnTo>
                  <a:pt x="1318488" y="135558"/>
                </a:lnTo>
                <a:lnTo>
                  <a:pt x="1318872" y="135427"/>
                </a:lnTo>
                <a:lnTo>
                  <a:pt x="1319248" y="135283"/>
                </a:lnTo>
                <a:lnTo>
                  <a:pt x="1319619" y="135127"/>
                </a:lnTo>
                <a:lnTo>
                  <a:pt x="1319983" y="134959"/>
                </a:lnTo>
                <a:lnTo>
                  <a:pt x="1320340" y="134778"/>
                </a:lnTo>
                <a:lnTo>
                  <a:pt x="1320691" y="134584"/>
                </a:lnTo>
                <a:lnTo>
                  <a:pt x="1321035" y="134378"/>
                </a:lnTo>
                <a:lnTo>
                  <a:pt x="1321373" y="134159"/>
                </a:lnTo>
                <a:lnTo>
                  <a:pt x="1321705" y="133928"/>
                </a:lnTo>
                <a:lnTo>
                  <a:pt x="1322029" y="133685"/>
                </a:lnTo>
                <a:lnTo>
                  <a:pt x="1322348" y="133429"/>
                </a:lnTo>
                <a:lnTo>
                  <a:pt x="1322660" y="133160"/>
                </a:lnTo>
                <a:lnTo>
                  <a:pt x="1322965" y="132879"/>
                </a:lnTo>
                <a:lnTo>
                  <a:pt x="1323264" y="132586"/>
                </a:lnTo>
                <a:lnTo>
                  <a:pt x="1323553" y="132283"/>
                </a:lnTo>
                <a:lnTo>
                  <a:pt x="1323831" y="131975"/>
                </a:lnTo>
                <a:lnTo>
                  <a:pt x="1324095" y="131661"/>
                </a:lnTo>
                <a:lnTo>
                  <a:pt x="1324348" y="131342"/>
                </a:lnTo>
                <a:lnTo>
                  <a:pt x="1324588" y="131017"/>
                </a:lnTo>
                <a:lnTo>
                  <a:pt x="1324816" y="130686"/>
                </a:lnTo>
                <a:lnTo>
                  <a:pt x="1325032" y="130349"/>
                </a:lnTo>
                <a:lnTo>
                  <a:pt x="1325235" y="130007"/>
                </a:lnTo>
                <a:lnTo>
                  <a:pt x="1325426" y="129660"/>
                </a:lnTo>
                <a:lnTo>
                  <a:pt x="1325604" y="129306"/>
                </a:lnTo>
                <a:lnTo>
                  <a:pt x="1325771" y="128947"/>
                </a:lnTo>
                <a:lnTo>
                  <a:pt x="1325925" y="128583"/>
                </a:lnTo>
                <a:lnTo>
                  <a:pt x="1326066" y="128212"/>
                </a:lnTo>
                <a:lnTo>
                  <a:pt x="1326196" y="127836"/>
                </a:lnTo>
                <a:lnTo>
                  <a:pt x="1326313" y="127455"/>
                </a:lnTo>
                <a:lnTo>
                  <a:pt x="1326417" y="127068"/>
                </a:lnTo>
                <a:lnTo>
                  <a:pt x="1326510" y="126675"/>
                </a:lnTo>
                <a:lnTo>
                  <a:pt x="1326590" y="126276"/>
                </a:lnTo>
                <a:lnTo>
                  <a:pt x="1326657" y="125872"/>
                </a:lnTo>
                <a:lnTo>
                  <a:pt x="1326713" y="125462"/>
                </a:lnTo>
                <a:lnTo>
                  <a:pt x="1326756" y="125047"/>
                </a:lnTo>
                <a:lnTo>
                  <a:pt x="1326787" y="124626"/>
                </a:lnTo>
                <a:lnTo>
                  <a:pt x="1326805" y="124199"/>
                </a:lnTo>
                <a:lnTo>
                  <a:pt x="1326811" y="123767"/>
                </a:lnTo>
                <a:lnTo>
                  <a:pt x="1326805" y="123318"/>
                </a:lnTo>
                <a:lnTo>
                  <a:pt x="1326787" y="122877"/>
                </a:lnTo>
                <a:lnTo>
                  <a:pt x="1326756" y="122442"/>
                </a:lnTo>
                <a:lnTo>
                  <a:pt x="1326713" y="122013"/>
                </a:lnTo>
                <a:lnTo>
                  <a:pt x="1326657" y="121592"/>
                </a:lnTo>
                <a:lnTo>
                  <a:pt x="1326590" y="121177"/>
                </a:lnTo>
                <a:lnTo>
                  <a:pt x="1326510" y="120768"/>
                </a:lnTo>
                <a:lnTo>
                  <a:pt x="1326417" y="120367"/>
                </a:lnTo>
                <a:lnTo>
                  <a:pt x="1326313" y="119972"/>
                </a:lnTo>
                <a:lnTo>
                  <a:pt x="1326196" y="119584"/>
                </a:lnTo>
                <a:lnTo>
                  <a:pt x="1326066" y="119202"/>
                </a:lnTo>
                <a:lnTo>
                  <a:pt x="1325925" y="118827"/>
                </a:lnTo>
                <a:lnTo>
                  <a:pt x="1325771" y="118459"/>
                </a:lnTo>
                <a:lnTo>
                  <a:pt x="1325604" y="118097"/>
                </a:lnTo>
                <a:lnTo>
                  <a:pt x="1325426" y="117742"/>
                </a:lnTo>
                <a:lnTo>
                  <a:pt x="1325235" y="117394"/>
                </a:lnTo>
                <a:lnTo>
                  <a:pt x="1325032" y="117053"/>
                </a:lnTo>
                <a:lnTo>
                  <a:pt x="1324816" y="116718"/>
                </a:lnTo>
                <a:lnTo>
                  <a:pt x="1324588" y="116390"/>
                </a:lnTo>
                <a:lnTo>
                  <a:pt x="1324348" y="116068"/>
                </a:lnTo>
                <a:lnTo>
                  <a:pt x="1324095" y="115753"/>
                </a:lnTo>
                <a:lnTo>
                  <a:pt x="1323831" y="115445"/>
                </a:lnTo>
                <a:lnTo>
                  <a:pt x="1323553" y="115143"/>
                </a:lnTo>
                <a:lnTo>
                  <a:pt x="1323264" y="114849"/>
                </a:lnTo>
                <a:lnTo>
                  <a:pt x="1322965" y="114563"/>
                </a:lnTo>
                <a:lnTo>
                  <a:pt x="1322660" y="114290"/>
                </a:lnTo>
                <a:lnTo>
                  <a:pt x="1322348" y="114029"/>
                </a:lnTo>
                <a:lnTo>
                  <a:pt x="1322029" y="113780"/>
                </a:lnTo>
                <a:lnTo>
                  <a:pt x="1321705" y="113543"/>
                </a:lnTo>
                <a:lnTo>
                  <a:pt x="1321373" y="113318"/>
                </a:lnTo>
                <a:lnTo>
                  <a:pt x="1321035" y="113106"/>
                </a:lnTo>
                <a:lnTo>
                  <a:pt x="1320691" y="112905"/>
                </a:lnTo>
                <a:lnTo>
                  <a:pt x="1320340" y="112717"/>
                </a:lnTo>
                <a:lnTo>
                  <a:pt x="1319983" y="112541"/>
                </a:lnTo>
                <a:lnTo>
                  <a:pt x="1319619" y="112377"/>
                </a:lnTo>
                <a:lnTo>
                  <a:pt x="1319248" y="112225"/>
                </a:lnTo>
                <a:lnTo>
                  <a:pt x="1318872" y="112085"/>
                </a:lnTo>
                <a:lnTo>
                  <a:pt x="1318488" y="111958"/>
                </a:lnTo>
                <a:lnTo>
                  <a:pt x="1318098" y="111842"/>
                </a:lnTo>
                <a:lnTo>
                  <a:pt x="1317702" y="111739"/>
                </a:lnTo>
                <a:lnTo>
                  <a:pt x="1317299" y="111648"/>
                </a:lnTo>
                <a:lnTo>
                  <a:pt x="1316890" y="111569"/>
                </a:lnTo>
                <a:lnTo>
                  <a:pt x="1316474" y="111502"/>
                </a:lnTo>
                <a:lnTo>
                  <a:pt x="1316051" y="111448"/>
                </a:lnTo>
                <a:lnTo>
                  <a:pt x="1315622" y="111405"/>
                </a:lnTo>
                <a:lnTo>
                  <a:pt x="1315187" y="111375"/>
                </a:lnTo>
                <a:lnTo>
                  <a:pt x="1314745" y="111357"/>
                </a:lnTo>
                <a:lnTo>
                  <a:pt x="1314297" y="111350"/>
                </a:lnTo>
                <a:lnTo>
                  <a:pt x="1313840" y="111357"/>
                </a:lnTo>
                <a:lnTo>
                  <a:pt x="1313390" y="111375"/>
                </a:lnTo>
                <a:lnTo>
                  <a:pt x="1312947" y="111405"/>
                </a:lnTo>
                <a:lnTo>
                  <a:pt x="1312509" y="111448"/>
                </a:lnTo>
                <a:lnTo>
                  <a:pt x="1312079" y="111502"/>
                </a:lnTo>
                <a:lnTo>
                  <a:pt x="1311655" y="111569"/>
                </a:lnTo>
                <a:lnTo>
                  <a:pt x="1311237" y="111648"/>
                </a:lnTo>
                <a:lnTo>
                  <a:pt x="1310826" y="111739"/>
                </a:lnTo>
                <a:lnTo>
                  <a:pt x="1310421" y="111842"/>
                </a:lnTo>
                <a:lnTo>
                  <a:pt x="1310023" y="111958"/>
                </a:lnTo>
                <a:lnTo>
                  <a:pt x="1309632" y="112085"/>
                </a:lnTo>
                <a:lnTo>
                  <a:pt x="1309247" y="112225"/>
                </a:lnTo>
                <a:lnTo>
                  <a:pt x="1308868" y="112377"/>
                </a:lnTo>
                <a:lnTo>
                  <a:pt x="1308496" y="112541"/>
                </a:lnTo>
                <a:lnTo>
                  <a:pt x="1308130" y="112717"/>
                </a:lnTo>
                <a:lnTo>
                  <a:pt x="1307771" y="112905"/>
                </a:lnTo>
                <a:lnTo>
                  <a:pt x="1307419" y="113106"/>
                </a:lnTo>
                <a:lnTo>
                  <a:pt x="1307073" y="113318"/>
                </a:lnTo>
                <a:lnTo>
                  <a:pt x="1306733" y="113543"/>
                </a:lnTo>
                <a:lnTo>
                  <a:pt x="1306400" y="113780"/>
                </a:lnTo>
                <a:lnTo>
                  <a:pt x="1306073" y="114029"/>
                </a:lnTo>
                <a:lnTo>
                  <a:pt x="1305753" y="114290"/>
                </a:lnTo>
                <a:lnTo>
                  <a:pt x="1305440" y="114563"/>
                </a:lnTo>
                <a:lnTo>
                  <a:pt x="1305133" y="114849"/>
                </a:lnTo>
                <a:lnTo>
                  <a:pt x="1304835" y="115143"/>
                </a:lnTo>
                <a:lnTo>
                  <a:pt x="1304550" y="115445"/>
                </a:lnTo>
                <a:lnTo>
                  <a:pt x="1304278" y="115753"/>
                </a:lnTo>
                <a:lnTo>
                  <a:pt x="1304019" y="116068"/>
                </a:lnTo>
                <a:lnTo>
                  <a:pt x="1303772" y="116390"/>
                </a:lnTo>
                <a:lnTo>
                  <a:pt x="1303537" y="116718"/>
                </a:lnTo>
                <a:lnTo>
                  <a:pt x="1303316" y="117053"/>
                </a:lnTo>
                <a:lnTo>
                  <a:pt x="1303107" y="117394"/>
                </a:lnTo>
                <a:lnTo>
                  <a:pt x="1302911" y="117742"/>
                </a:lnTo>
                <a:lnTo>
                  <a:pt x="1302727" y="118097"/>
                </a:lnTo>
                <a:lnTo>
                  <a:pt x="1302556" y="118459"/>
                </a:lnTo>
                <a:lnTo>
                  <a:pt x="1302398" y="118827"/>
                </a:lnTo>
                <a:lnTo>
                  <a:pt x="1302252" y="119202"/>
                </a:lnTo>
                <a:lnTo>
                  <a:pt x="1302120" y="119584"/>
                </a:lnTo>
                <a:lnTo>
                  <a:pt x="1301999" y="119972"/>
                </a:lnTo>
                <a:lnTo>
                  <a:pt x="1301892" y="120367"/>
                </a:lnTo>
                <a:lnTo>
                  <a:pt x="1301797" y="120768"/>
                </a:lnTo>
                <a:lnTo>
                  <a:pt x="1301714" y="121177"/>
                </a:lnTo>
                <a:lnTo>
                  <a:pt x="1301645" y="121592"/>
                </a:lnTo>
                <a:lnTo>
                  <a:pt x="1301588" y="122013"/>
                </a:lnTo>
                <a:lnTo>
                  <a:pt x="1301544" y="122442"/>
                </a:lnTo>
                <a:lnTo>
                  <a:pt x="1301512" y="122877"/>
                </a:lnTo>
                <a:lnTo>
                  <a:pt x="1301493" y="123318"/>
                </a:lnTo>
                <a:lnTo>
                  <a:pt x="1301487" y="123767"/>
                </a:lnTo>
                <a:lnTo>
                  <a:pt x="1301493" y="124199"/>
                </a:lnTo>
                <a:lnTo>
                  <a:pt x="1301512" y="124626"/>
                </a:lnTo>
                <a:lnTo>
                  <a:pt x="1301544" y="125047"/>
                </a:lnTo>
                <a:lnTo>
                  <a:pt x="1301588" y="125462"/>
                </a:lnTo>
                <a:lnTo>
                  <a:pt x="1301645" y="125872"/>
                </a:lnTo>
                <a:lnTo>
                  <a:pt x="1301714" y="126276"/>
                </a:lnTo>
                <a:lnTo>
                  <a:pt x="1301797" y="126675"/>
                </a:lnTo>
                <a:lnTo>
                  <a:pt x="1301892" y="127068"/>
                </a:lnTo>
                <a:lnTo>
                  <a:pt x="1301999" y="127455"/>
                </a:lnTo>
                <a:lnTo>
                  <a:pt x="1302120" y="127836"/>
                </a:lnTo>
                <a:lnTo>
                  <a:pt x="1302252" y="128212"/>
                </a:lnTo>
                <a:lnTo>
                  <a:pt x="1302398" y="128583"/>
                </a:lnTo>
                <a:lnTo>
                  <a:pt x="1302556" y="128947"/>
                </a:lnTo>
                <a:lnTo>
                  <a:pt x="1302727" y="129306"/>
                </a:lnTo>
                <a:lnTo>
                  <a:pt x="1302911" y="129660"/>
                </a:lnTo>
                <a:lnTo>
                  <a:pt x="1303107" y="130007"/>
                </a:lnTo>
                <a:lnTo>
                  <a:pt x="1303316" y="130349"/>
                </a:lnTo>
                <a:lnTo>
                  <a:pt x="1303537" y="130686"/>
                </a:lnTo>
                <a:lnTo>
                  <a:pt x="1303772" y="131017"/>
                </a:lnTo>
                <a:lnTo>
                  <a:pt x="1304019" y="131342"/>
                </a:lnTo>
                <a:lnTo>
                  <a:pt x="1304278" y="131661"/>
                </a:lnTo>
                <a:lnTo>
                  <a:pt x="1304550" y="131975"/>
                </a:lnTo>
                <a:lnTo>
                  <a:pt x="1304835" y="132283"/>
                </a:lnTo>
                <a:lnTo>
                  <a:pt x="1305133" y="132586"/>
                </a:lnTo>
                <a:lnTo>
                  <a:pt x="1305440" y="132879"/>
                </a:lnTo>
                <a:lnTo>
                  <a:pt x="1305753" y="133160"/>
                </a:lnTo>
                <a:lnTo>
                  <a:pt x="1306073" y="133429"/>
                </a:lnTo>
                <a:lnTo>
                  <a:pt x="1306400" y="133685"/>
                </a:lnTo>
                <a:lnTo>
                  <a:pt x="1306733" y="133928"/>
                </a:lnTo>
                <a:lnTo>
                  <a:pt x="1307073" y="134159"/>
                </a:lnTo>
                <a:lnTo>
                  <a:pt x="1307419" y="134378"/>
                </a:lnTo>
                <a:lnTo>
                  <a:pt x="1307771" y="134584"/>
                </a:lnTo>
                <a:lnTo>
                  <a:pt x="1308130" y="134778"/>
                </a:lnTo>
                <a:lnTo>
                  <a:pt x="1308496" y="134959"/>
                </a:lnTo>
                <a:lnTo>
                  <a:pt x="1308868" y="135127"/>
                </a:lnTo>
                <a:lnTo>
                  <a:pt x="1309247" y="135283"/>
                </a:lnTo>
                <a:lnTo>
                  <a:pt x="1309632" y="135427"/>
                </a:lnTo>
                <a:lnTo>
                  <a:pt x="1310023" y="135558"/>
                </a:lnTo>
                <a:lnTo>
                  <a:pt x="1310421" y="135677"/>
                </a:lnTo>
                <a:lnTo>
                  <a:pt x="1310826" y="135783"/>
                </a:lnTo>
                <a:lnTo>
                  <a:pt x="1311237" y="135877"/>
                </a:lnTo>
                <a:lnTo>
                  <a:pt x="1311655" y="135958"/>
                </a:lnTo>
                <a:lnTo>
                  <a:pt x="1312079" y="136026"/>
                </a:lnTo>
                <a:lnTo>
                  <a:pt x="1312509" y="136083"/>
                </a:lnTo>
                <a:lnTo>
                  <a:pt x="1312947" y="136126"/>
                </a:lnTo>
                <a:lnTo>
                  <a:pt x="1313390" y="136158"/>
                </a:lnTo>
                <a:lnTo>
                  <a:pt x="1313840" y="136176"/>
                </a:lnTo>
                <a:lnTo>
                  <a:pt x="1314297" y="136183"/>
                </a:lnTo>
                <a:lnTo>
                  <a:pt x="1314745" y="136176"/>
                </a:lnTo>
                <a:lnTo>
                  <a:pt x="1315187" y="136158"/>
                </a:lnTo>
                <a:lnTo>
                  <a:pt x="1315622" y="136126"/>
                </a:lnTo>
                <a:lnTo>
                  <a:pt x="1316051" y="136083"/>
                </a:lnTo>
                <a:lnTo>
                  <a:pt x="1316474" y="136026"/>
                </a:lnTo>
                <a:close/>
                <a:moveTo>
                  <a:pt x="1370080" y="136026"/>
                </a:moveTo>
                <a:lnTo>
                  <a:pt x="1370496" y="135958"/>
                </a:lnTo>
                <a:lnTo>
                  <a:pt x="1370905" y="135877"/>
                </a:lnTo>
                <a:lnTo>
                  <a:pt x="1371308" y="135783"/>
                </a:lnTo>
                <a:lnTo>
                  <a:pt x="1371704" y="135677"/>
                </a:lnTo>
                <a:lnTo>
                  <a:pt x="1372094" y="135558"/>
                </a:lnTo>
                <a:lnTo>
                  <a:pt x="1372477" y="135427"/>
                </a:lnTo>
                <a:lnTo>
                  <a:pt x="1372854" y="135283"/>
                </a:lnTo>
                <a:lnTo>
                  <a:pt x="1373225" y="135127"/>
                </a:lnTo>
                <a:lnTo>
                  <a:pt x="1373589" y="134959"/>
                </a:lnTo>
                <a:lnTo>
                  <a:pt x="1373946" y="134778"/>
                </a:lnTo>
                <a:lnTo>
                  <a:pt x="1374297" y="134584"/>
                </a:lnTo>
                <a:lnTo>
                  <a:pt x="1374641" y="134378"/>
                </a:lnTo>
                <a:lnTo>
                  <a:pt x="1374979" y="134159"/>
                </a:lnTo>
                <a:lnTo>
                  <a:pt x="1375310" y="133928"/>
                </a:lnTo>
                <a:lnTo>
                  <a:pt x="1375635" y="133685"/>
                </a:lnTo>
                <a:lnTo>
                  <a:pt x="1375954" y="133429"/>
                </a:lnTo>
                <a:lnTo>
                  <a:pt x="1376266" y="133160"/>
                </a:lnTo>
                <a:lnTo>
                  <a:pt x="1376571" y="132879"/>
                </a:lnTo>
                <a:lnTo>
                  <a:pt x="1376870" y="132586"/>
                </a:lnTo>
                <a:lnTo>
                  <a:pt x="1377159" y="132283"/>
                </a:lnTo>
                <a:lnTo>
                  <a:pt x="1377436" y="131975"/>
                </a:lnTo>
                <a:lnTo>
                  <a:pt x="1377701" y="131661"/>
                </a:lnTo>
                <a:lnTo>
                  <a:pt x="1377954" y="131342"/>
                </a:lnTo>
                <a:lnTo>
                  <a:pt x="1378194" y="131017"/>
                </a:lnTo>
                <a:lnTo>
                  <a:pt x="1378422" y="130686"/>
                </a:lnTo>
                <a:lnTo>
                  <a:pt x="1378637" y="130349"/>
                </a:lnTo>
                <a:lnTo>
                  <a:pt x="1378841" y="130007"/>
                </a:lnTo>
                <a:lnTo>
                  <a:pt x="1379032" y="129660"/>
                </a:lnTo>
                <a:lnTo>
                  <a:pt x="1379210" y="129306"/>
                </a:lnTo>
                <a:lnTo>
                  <a:pt x="1379376" y="128947"/>
                </a:lnTo>
                <a:lnTo>
                  <a:pt x="1379530" y="128583"/>
                </a:lnTo>
                <a:lnTo>
                  <a:pt x="1379672" y="128212"/>
                </a:lnTo>
                <a:lnTo>
                  <a:pt x="1379801" y="127836"/>
                </a:lnTo>
                <a:lnTo>
                  <a:pt x="1379918" y="127455"/>
                </a:lnTo>
                <a:lnTo>
                  <a:pt x="1380023" y="127068"/>
                </a:lnTo>
                <a:lnTo>
                  <a:pt x="1380116" y="126675"/>
                </a:lnTo>
                <a:lnTo>
                  <a:pt x="1380196" y="126276"/>
                </a:lnTo>
                <a:lnTo>
                  <a:pt x="1380263" y="125872"/>
                </a:lnTo>
                <a:lnTo>
                  <a:pt x="1380319" y="125462"/>
                </a:lnTo>
                <a:lnTo>
                  <a:pt x="1380362" y="125047"/>
                </a:lnTo>
                <a:lnTo>
                  <a:pt x="1380393" y="124626"/>
                </a:lnTo>
                <a:lnTo>
                  <a:pt x="1380411" y="124199"/>
                </a:lnTo>
                <a:lnTo>
                  <a:pt x="1380417" y="123767"/>
                </a:lnTo>
                <a:lnTo>
                  <a:pt x="1380411" y="123318"/>
                </a:lnTo>
                <a:lnTo>
                  <a:pt x="1380393" y="122877"/>
                </a:lnTo>
                <a:lnTo>
                  <a:pt x="1380362" y="122442"/>
                </a:lnTo>
                <a:lnTo>
                  <a:pt x="1380319" y="122013"/>
                </a:lnTo>
                <a:lnTo>
                  <a:pt x="1380263" y="121592"/>
                </a:lnTo>
                <a:lnTo>
                  <a:pt x="1380196" y="121177"/>
                </a:lnTo>
                <a:lnTo>
                  <a:pt x="1380116" y="120768"/>
                </a:lnTo>
                <a:lnTo>
                  <a:pt x="1380023" y="120367"/>
                </a:lnTo>
                <a:lnTo>
                  <a:pt x="1379918" y="119972"/>
                </a:lnTo>
                <a:lnTo>
                  <a:pt x="1379801" y="119584"/>
                </a:lnTo>
                <a:lnTo>
                  <a:pt x="1379672" y="119202"/>
                </a:lnTo>
                <a:lnTo>
                  <a:pt x="1379530" y="118827"/>
                </a:lnTo>
                <a:lnTo>
                  <a:pt x="1379376" y="118459"/>
                </a:lnTo>
                <a:lnTo>
                  <a:pt x="1379210" y="118097"/>
                </a:lnTo>
                <a:lnTo>
                  <a:pt x="1379032" y="117742"/>
                </a:lnTo>
                <a:lnTo>
                  <a:pt x="1378841" y="117394"/>
                </a:lnTo>
                <a:lnTo>
                  <a:pt x="1378637" y="117053"/>
                </a:lnTo>
                <a:lnTo>
                  <a:pt x="1378422" y="116718"/>
                </a:lnTo>
                <a:lnTo>
                  <a:pt x="1378194" y="116390"/>
                </a:lnTo>
                <a:lnTo>
                  <a:pt x="1377954" y="116068"/>
                </a:lnTo>
                <a:lnTo>
                  <a:pt x="1377701" y="115753"/>
                </a:lnTo>
                <a:lnTo>
                  <a:pt x="1377436" y="115445"/>
                </a:lnTo>
                <a:lnTo>
                  <a:pt x="1377159" y="115143"/>
                </a:lnTo>
                <a:lnTo>
                  <a:pt x="1376870" y="114849"/>
                </a:lnTo>
                <a:lnTo>
                  <a:pt x="1376571" y="114563"/>
                </a:lnTo>
                <a:lnTo>
                  <a:pt x="1376266" y="114290"/>
                </a:lnTo>
                <a:lnTo>
                  <a:pt x="1375954" y="114029"/>
                </a:lnTo>
                <a:lnTo>
                  <a:pt x="1375635" y="113780"/>
                </a:lnTo>
                <a:lnTo>
                  <a:pt x="1375310" y="113543"/>
                </a:lnTo>
                <a:lnTo>
                  <a:pt x="1374979" y="113318"/>
                </a:lnTo>
                <a:lnTo>
                  <a:pt x="1374641" y="113106"/>
                </a:lnTo>
                <a:lnTo>
                  <a:pt x="1374297" y="112905"/>
                </a:lnTo>
                <a:lnTo>
                  <a:pt x="1373946" y="112717"/>
                </a:lnTo>
                <a:lnTo>
                  <a:pt x="1373589" y="112541"/>
                </a:lnTo>
                <a:lnTo>
                  <a:pt x="1373225" y="112377"/>
                </a:lnTo>
                <a:lnTo>
                  <a:pt x="1372854" y="112225"/>
                </a:lnTo>
                <a:lnTo>
                  <a:pt x="1372477" y="112085"/>
                </a:lnTo>
                <a:lnTo>
                  <a:pt x="1372094" y="111958"/>
                </a:lnTo>
                <a:lnTo>
                  <a:pt x="1371704" y="111842"/>
                </a:lnTo>
                <a:lnTo>
                  <a:pt x="1371308" y="111739"/>
                </a:lnTo>
                <a:lnTo>
                  <a:pt x="1370905" y="111648"/>
                </a:lnTo>
                <a:lnTo>
                  <a:pt x="1370496" y="111569"/>
                </a:lnTo>
                <a:lnTo>
                  <a:pt x="1370080" y="111502"/>
                </a:lnTo>
                <a:lnTo>
                  <a:pt x="1369657" y="111448"/>
                </a:lnTo>
                <a:lnTo>
                  <a:pt x="1369228" y="111405"/>
                </a:lnTo>
                <a:lnTo>
                  <a:pt x="1368793" y="111375"/>
                </a:lnTo>
                <a:lnTo>
                  <a:pt x="1368351" y="111357"/>
                </a:lnTo>
                <a:lnTo>
                  <a:pt x="1367903" y="111350"/>
                </a:lnTo>
                <a:lnTo>
                  <a:pt x="1367446" y="111357"/>
                </a:lnTo>
                <a:lnTo>
                  <a:pt x="1366996" y="111375"/>
                </a:lnTo>
                <a:lnTo>
                  <a:pt x="1366552" y="111405"/>
                </a:lnTo>
                <a:lnTo>
                  <a:pt x="1366115" y="111448"/>
                </a:lnTo>
                <a:lnTo>
                  <a:pt x="1365685" y="111502"/>
                </a:lnTo>
                <a:lnTo>
                  <a:pt x="1365261" y="111569"/>
                </a:lnTo>
                <a:lnTo>
                  <a:pt x="1364843" y="111648"/>
                </a:lnTo>
                <a:lnTo>
                  <a:pt x="1364432" y="111739"/>
                </a:lnTo>
                <a:lnTo>
                  <a:pt x="1364027" y="111842"/>
                </a:lnTo>
                <a:lnTo>
                  <a:pt x="1363629" y="111958"/>
                </a:lnTo>
                <a:lnTo>
                  <a:pt x="1363238" y="112085"/>
                </a:lnTo>
                <a:lnTo>
                  <a:pt x="1362853" y="112225"/>
                </a:lnTo>
                <a:lnTo>
                  <a:pt x="1362474" y="112377"/>
                </a:lnTo>
                <a:lnTo>
                  <a:pt x="1362102" y="112541"/>
                </a:lnTo>
                <a:lnTo>
                  <a:pt x="1361736" y="112717"/>
                </a:lnTo>
                <a:lnTo>
                  <a:pt x="1361377" y="112905"/>
                </a:lnTo>
                <a:lnTo>
                  <a:pt x="1361025" y="113106"/>
                </a:lnTo>
                <a:lnTo>
                  <a:pt x="1360678" y="113318"/>
                </a:lnTo>
                <a:lnTo>
                  <a:pt x="1360339" y="113543"/>
                </a:lnTo>
                <a:lnTo>
                  <a:pt x="1360006" y="113780"/>
                </a:lnTo>
                <a:lnTo>
                  <a:pt x="1359679" y="114029"/>
                </a:lnTo>
                <a:lnTo>
                  <a:pt x="1359359" y="114290"/>
                </a:lnTo>
                <a:lnTo>
                  <a:pt x="1359046" y="114563"/>
                </a:lnTo>
                <a:lnTo>
                  <a:pt x="1358738" y="114849"/>
                </a:lnTo>
                <a:lnTo>
                  <a:pt x="1358441" y="115143"/>
                </a:lnTo>
                <a:lnTo>
                  <a:pt x="1358156" y="115445"/>
                </a:lnTo>
                <a:lnTo>
                  <a:pt x="1357884" y="115753"/>
                </a:lnTo>
                <a:lnTo>
                  <a:pt x="1357624" y="116068"/>
                </a:lnTo>
                <a:lnTo>
                  <a:pt x="1357378" y="116390"/>
                </a:lnTo>
                <a:lnTo>
                  <a:pt x="1357143" y="116718"/>
                </a:lnTo>
                <a:lnTo>
                  <a:pt x="1356922" y="117053"/>
                </a:lnTo>
                <a:lnTo>
                  <a:pt x="1356713" y="117394"/>
                </a:lnTo>
                <a:lnTo>
                  <a:pt x="1356517" y="117742"/>
                </a:lnTo>
                <a:lnTo>
                  <a:pt x="1356333" y="118097"/>
                </a:lnTo>
                <a:lnTo>
                  <a:pt x="1356162" y="118459"/>
                </a:lnTo>
                <a:lnTo>
                  <a:pt x="1356004" y="118827"/>
                </a:lnTo>
                <a:lnTo>
                  <a:pt x="1355858" y="119202"/>
                </a:lnTo>
                <a:lnTo>
                  <a:pt x="1355725" y="119584"/>
                </a:lnTo>
                <a:lnTo>
                  <a:pt x="1355605" y="119972"/>
                </a:lnTo>
                <a:lnTo>
                  <a:pt x="1355498" y="120367"/>
                </a:lnTo>
                <a:lnTo>
                  <a:pt x="1355403" y="120768"/>
                </a:lnTo>
                <a:lnTo>
                  <a:pt x="1355320" y="121177"/>
                </a:lnTo>
                <a:lnTo>
                  <a:pt x="1355251" y="121592"/>
                </a:lnTo>
                <a:lnTo>
                  <a:pt x="1355194" y="122013"/>
                </a:lnTo>
                <a:lnTo>
                  <a:pt x="1355149" y="122442"/>
                </a:lnTo>
                <a:lnTo>
                  <a:pt x="1355118" y="122877"/>
                </a:lnTo>
                <a:lnTo>
                  <a:pt x="1355099" y="123318"/>
                </a:lnTo>
                <a:lnTo>
                  <a:pt x="1355092" y="123767"/>
                </a:lnTo>
                <a:lnTo>
                  <a:pt x="1355099" y="124199"/>
                </a:lnTo>
                <a:lnTo>
                  <a:pt x="1355118" y="124626"/>
                </a:lnTo>
                <a:lnTo>
                  <a:pt x="1355149" y="125047"/>
                </a:lnTo>
                <a:lnTo>
                  <a:pt x="1355194" y="125462"/>
                </a:lnTo>
                <a:lnTo>
                  <a:pt x="1355251" y="125872"/>
                </a:lnTo>
                <a:lnTo>
                  <a:pt x="1355320" y="126276"/>
                </a:lnTo>
                <a:lnTo>
                  <a:pt x="1355403" y="126675"/>
                </a:lnTo>
                <a:lnTo>
                  <a:pt x="1355498" y="127068"/>
                </a:lnTo>
                <a:lnTo>
                  <a:pt x="1355605" y="127455"/>
                </a:lnTo>
                <a:lnTo>
                  <a:pt x="1355725" y="127836"/>
                </a:lnTo>
                <a:lnTo>
                  <a:pt x="1355858" y="128212"/>
                </a:lnTo>
                <a:lnTo>
                  <a:pt x="1356004" y="128583"/>
                </a:lnTo>
                <a:lnTo>
                  <a:pt x="1356162" y="128947"/>
                </a:lnTo>
                <a:lnTo>
                  <a:pt x="1356333" y="129306"/>
                </a:lnTo>
                <a:lnTo>
                  <a:pt x="1356517" y="129660"/>
                </a:lnTo>
                <a:lnTo>
                  <a:pt x="1356713" y="130007"/>
                </a:lnTo>
                <a:lnTo>
                  <a:pt x="1356922" y="130349"/>
                </a:lnTo>
                <a:lnTo>
                  <a:pt x="1357143" y="130686"/>
                </a:lnTo>
                <a:lnTo>
                  <a:pt x="1357378" y="131017"/>
                </a:lnTo>
                <a:lnTo>
                  <a:pt x="1357624" y="131342"/>
                </a:lnTo>
                <a:lnTo>
                  <a:pt x="1357884" y="131661"/>
                </a:lnTo>
                <a:lnTo>
                  <a:pt x="1358156" y="131975"/>
                </a:lnTo>
                <a:lnTo>
                  <a:pt x="1358441" y="132283"/>
                </a:lnTo>
                <a:lnTo>
                  <a:pt x="1358738" y="132586"/>
                </a:lnTo>
                <a:lnTo>
                  <a:pt x="1359046" y="132879"/>
                </a:lnTo>
                <a:lnTo>
                  <a:pt x="1359359" y="133160"/>
                </a:lnTo>
                <a:lnTo>
                  <a:pt x="1359679" y="133429"/>
                </a:lnTo>
                <a:lnTo>
                  <a:pt x="1360006" y="133685"/>
                </a:lnTo>
                <a:lnTo>
                  <a:pt x="1360339" y="133928"/>
                </a:lnTo>
                <a:lnTo>
                  <a:pt x="1360678" y="134159"/>
                </a:lnTo>
                <a:lnTo>
                  <a:pt x="1361025" y="134378"/>
                </a:lnTo>
                <a:lnTo>
                  <a:pt x="1361377" y="134584"/>
                </a:lnTo>
                <a:lnTo>
                  <a:pt x="1361736" y="134778"/>
                </a:lnTo>
                <a:lnTo>
                  <a:pt x="1362102" y="134959"/>
                </a:lnTo>
                <a:lnTo>
                  <a:pt x="1362474" y="135127"/>
                </a:lnTo>
                <a:lnTo>
                  <a:pt x="1362853" y="135283"/>
                </a:lnTo>
                <a:lnTo>
                  <a:pt x="1363238" y="135427"/>
                </a:lnTo>
                <a:lnTo>
                  <a:pt x="1363629" y="135558"/>
                </a:lnTo>
                <a:lnTo>
                  <a:pt x="1364027" y="135677"/>
                </a:lnTo>
                <a:lnTo>
                  <a:pt x="1364432" y="135783"/>
                </a:lnTo>
                <a:lnTo>
                  <a:pt x="1364843" y="135877"/>
                </a:lnTo>
                <a:lnTo>
                  <a:pt x="1365261" y="135958"/>
                </a:lnTo>
                <a:lnTo>
                  <a:pt x="1365685" y="136026"/>
                </a:lnTo>
                <a:lnTo>
                  <a:pt x="1366115" y="136083"/>
                </a:lnTo>
                <a:lnTo>
                  <a:pt x="1366552" y="136126"/>
                </a:lnTo>
                <a:lnTo>
                  <a:pt x="1366996" y="136158"/>
                </a:lnTo>
                <a:lnTo>
                  <a:pt x="1367446" y="136176"/>
                </a:lnTo>
                <a:lnTo>
                  <a:pt x="1367903" y="136183"/>
                </a:lnTo>
                <a:lnTo>
                  <a:pt x="1368351" y="136176"/>
                </a:lnTo>
                <a:lnTo>
                  <a:pt x="1368793" y="136158"/>
                </a:lnTo>
                <a:lnTo>
                  <a:pt x="1369228" y="136126"/>
                </a:lnTo>
                <a:lnTo>
                  <a:pt x="1369657" y="136083"/>
                </a:lnTo>
                <a:lnTo>
                  <a:pt x="1370080" y="13602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" name="Text Letmetrytooutline">
            <a:extLst xmlns:a="http://schemas.openxmlformats.org/drawingml/2006/main">
              <a:ext uri="{FF2B5EF4-FFF2-40B4-BE49-F238E27FC236}">
                <a16:creationId xmlns:a16="http://schemas.microsoft.com/office/drawing/2014/main" id="{72A279FA-F3B9-4A66-B06F-90A76BD34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4331" y="5425890"/>
            <a:ext cx="1697564" cy="171460"/>
          </a:xfrm>
          <a:custGeom xmlns:a="http://schemas.openxmlformats.org/drawingml/2006/main">
            <a:pathLst>
              <a:path w="1697564" h="171460">
                <a:moveTo>
                  <a:pt x="388964" y="51541"/>
                </a:moveTo>
                <a:lnTo>
                  <a:pt x="388539" y="50562"/>
                </a:lnTo>
                <a:lnTo>
                  <a:pt x="388090" y="49610"/>
                </a:lnTo>
                <a:lnTo>
                  <a:pt x="387616" y="48685"/>
                </a:lnTo>
                <a:lnTo>
                  <a:pt x="387118" y="47786"/>
                </a:lnTo>
                <a:lnTo>
                  <a:pt x="386596" y="46914"/>
                </a:lnTo>
                <a:lnTo>
                  <a:pt x="386049" y="46068"/>
                </a:lnTo>
                <a:lnTo>
                  <a:pt x="385478" y="45248"/>
                </a:lnTo>
                <a:lnTo>
                  <a:pt x="384880" y="44459"/>
                </a:lnTo>
                <a:lnTo>
                  <a:pt x="384250" y="43703"/>
                </a:lnTo>
                <a:lnTo>
                  <a:pt x="383589" y="42981"/>
                </a:lnTo>
                <a:lnTo>
                  <a:pt x="382897" y="42292"/>
                </a:lnTo>
                <a:lnTo>
                  <a:pt x="382174" y="41637"/>
                </a:lnTo>
                <a:lnTo>
                  <a:pt x="381419" y="41015"/>
                </a:lnTo>
                <a:lnTo>
                  <a:pt x="380634" y="40428"/>
                </a:lnTo>
                <a:lnTo>
                  <a:pt x="379818" y="39873"/>
                </a:lnTo>
                <a:lnTo>
                  <a:pt x="378970" y="39352"/>
                </a:lnTo>
                <a:lnTo>
                  <a:pt x="378091" y="38865"/>
                </a:lnTo>
                <a:lnTo>
                  <a:pt x="377181" y="38412"/>
                </a:lnTo>
                <a:lnTo>
                  <a:pt x="376240" y="37992"/>
                </a:lnTo>
                <a:lnTo>
                  <a:pt x="375268" y="37606"/>
                </a:lnTo>
                <a:lnTo>
                  <a:pt x="374264" y="37253"/>
                </a:lnTo>
                <a:lnTo>
                  <a:pt x="373230" y="36934"/>
                </a:lnTo>
                <a:lnTo>
                  <a:pt x="372164" y="36648"/>
                </a:lnTo>
                <a:lnTo>
                  <a:pt x="371067" y="36396"/>
                </a:lnTo>
                <a:lnTo>
                  <a:pt x="369940" y="36178"/>
                </a:lnTo>
                <a:lnTo>
                  <a:pt x="368781" y="35993"/>
                </a:lnTo>
                <a:lnTo>
                  <a:pt x="367590" y="35842"/>
                </a:lnTo>
                <a:lnTo>
                  <a:pt x="366369" y="35724"/>
                </a:lnTo>
                <a:lnTo>
                  <a:pt x="365117" y="35640"/>
                </a:lnTo>
                <a:lnTo>
                  <a:pt x="363833" y="35590"/>
                </a:lnTo>
                <a:lnTo>
                  <a:pt x="362518" y="35573"/>
                </a:lnTo>
                <a:lnTo>
                  <a:pt x="361507" y="35582"/>
                </a:lnTo>
                <a:lnTo>
                  <a:pt x="360510" y="35609"/>
                </a:lnTo>
                <a:lnTo>
                  <a:pt x="359527" y="35654"/>
                </a:lnTo>
                <a:lnTo>
                  <a:pt x="358557" y="35717"/>
                </a:lnTo>
                <a:lnTo>
                  <a:pt x="357602" y="35798"/>
                </a:lnTo>
                <a:lnTo>
                  <a:pt x="356661" y="35896"/>
                </a:lnTo>
                <a:lnTo>
                  <a:pt x="355734" y="36013"/>
                </a:lnTo>
                <a:lnTo>
                  <a:pt x="354821" y="36148"/>
                </a:lnTo>
                <a:lnTo>
                  <a:pt x="353922" y="36301"/>
                </a:lnTo>
                <a:lnTo>
                  <a:pt x="353037" y="36471"/>
                </a:lnTo>
                <a:lnTo>
                  <a:pt x="352166" y="36660"/>
                </a:lnTo>
                <a:lnTo>
                  <a:pt x="351309" y="36866"/>
                </a:lnTo>
                <a:lnTo>
                  <a:pt x="350466" y="37091"/>
                </a:lnTo>
                <a:lnTo>
                  <a:pt x="349638" y="37333"/>
                </a:lnTo>
                <a:lnTo>
                  <a:pt x="348823" y="37594"/>
                </a:lnTo>
                <a:lnTo>
                  <a:pt x="348022" y="37872"/>
                </a:lnTo>
                <a:lnTo>
                  <a:pt x="347235" y="38169"/>
                </a:lnTo>
                <a:lnTo>
                  <a:pt x="346462" y="38483"/>
                </a:lnTo>
                <a:lnTo>
                  <a:pt x="345704" y="38815"/>
                </a:lnTo>
                <a:lnTo>
                  <a:pt x="344959" y="39166"/>
                </a:lnTo>
                <a:lnTo>
                  <a:pt x="344228" y="39534"/>
                </a:lnTo>
                <a:lnTo>
                  <a:pt x="343512" y="39920"/>
                </a:lnTo>
                <a:lnTo>
                  <a:pt x="342809" y="40324"/>
                </a:lnTo>
                <a:lnTo>
                  <a:pt x="342120" y="40746"/>
                </a:lnTo>
                <a:lnTo>
                  <a:pt x="341446" y="41179"/>
                </a:lnTo>
                <a:lnTo>
                  <a:pt x="340785" y="41613"/>
                </a:lnTo>
                <a:lnTo>
                  <a:pt x="340137" y="42050"/>
                </a:lnTo>
                <a:lnTo>
                  <a:pt x="339504" y="42489"/>
                </a:lnTo>
                <a:lnTo>
                  <a:pt x="338884" y="42930"/>
                </a:lnTo>
                <a:lnTo>
                  <a:pt x="338277" y="43373"/>
                </a:lnTo>
                <a:lnTo>
                  <a:pt x="337685" y="43819"/>
                </a:lnTo>
                <a:lnTo>
                  <a:pt x="337106" y="44266"/>
                </a:lnTo>
                <a:lnTo>
                  <a:pt x="336541" y="44716"/>
                </a:lnTo>
                <a:lnTo>
                  <a:pt x="335989" y="45169"/>
                </a:lnTo>
                <a:lnTo>
                  <a:pt x="335451" y="45623"/>
                </a:lnTo>
                <a:lnTo>
                  <a:pt x="334927" y="46080"/>
                </a:lnTo>
                <a:lnTo>
                  <a:pt x="334416" y="46539"/>
                </a:lnTo>
                <a:lnTo>
                  <a:pt x="333920" y="47000"/>
                </a:lnTo>
                <a:lnTo>
                  <a:pt x="333437" y="47463"/>
                </a:lnTo>
                <a:lnTo>
                  <a:pt x="332967" y="47929"/>
                </a:lnTo>
                <a:lnTo>
                  <a:pt x="332511" y="48397"/>
                </a:lnTo>
                <a:lnTo>
                  <a:pt x="332069" y="48867"/>
                </a:lnTo>
                <a:lnTo>
                  <a:pt x="331641" y="49339"/>
                </a:lnTo>
                <a:lnTo>
                  <a:pt x="331226" y="49813"/>
                </a:lnTo>
                <a:lnTo>
                  <a:pt x="330825" y="50290"/>
                </a:lnTo>
                <a:lnTo>
                  <a:pt x="330438" y="50769"/>
                </a:lnTo>
                <a:lnTo>
                  <a:pt x="330064" y="51250"/>
                </a:lnTo>
                <a:lnTo>
                  <a:pt x="329704" y="51734"/>
                </a:lnTo>
                <a:lnTo>
                  <a:pt x="329113" y="37248"/>
                </a:lnTo>
                <a:lnTo>
                  <a:pt x="313347" y="37248"/>
                </a:lnTo>
                <a:lnTo>
                  <a:pt x="313347" y="136183"/>
                </a:lnTo>
                <a:lnTo>
                  <a:pt x="329803" y="136183"/>
                </a:lnTo>
                <a:lnTo>
                  <a:pt x="329803" y="65545"/>
                </a:lnTo>
                <a:lnTo>
                  <a:pt x="330161" y="65043"/>
                </a:lnTo>
                <a:lnTo>
                  <a:pt x="330528" y="64544"/>
                </a:lnTo>
                <a:lnTo>
                  <a:pt x="330905" y="64049"/>
                </a:lnTo>
                <a:lnTo>
                  <a:pt x="331292" y="63558"/>
                </a:lnTo>
                <a:lnTo>
                  <a:pt x="331688" y="63070"/>
                </a:lnTo>
                <a:lnTo>
                  <a:pt x="332094" y="62585"/>
                </a:lnTo>
                <a:lnTo>
                  <a:pt x="332509" y="62103"/>
                </a:lnTo>
                <a:lnTo>
                  <a:pt x="332934" y="61625"/>
                </a:lnTo>
                <a:lnTo>
                  <a:pt x="333369" y="61151"/>
                </a:lnTo>
                <a:lnTo>
                  <a:pt x="333813" y="60679"/>
                </a:lnTo>
                <a:lnTo>
                  <a:pt x="334267" y="60211"/>
                </a:lnTo>
                <a:lnTo>
                  <a:pt x="334730" y="59747"/>
                </a:lnTo>
                <a:lnTo>
                  <a:pt x="335203" y="59286"/>
                </a:lnTo>
                <a:lnTo>
                  <a:pt x="335685" y="58828"/>
                </a:lnTo>
                <a:lnTo>
                  <a:pt x="336177" y="58374"/>
                </a:lnTo>
                <a:lnTo>
                  <a:pt x="336679" y="57923"/>
                </a:lnTo>
                <a:lnTo>
                  <a:pt x="337190" y="57475"/>
                </a:lnTo>
                <a:lnTo>
                  <a:pt x="337711" y="57031"/>
                </a:lnTo>
                <a:lnTo>
                  <a:pt x="338241" y="56590"/>
                </a:lnTo>
                <a:lnTo>
                  <a:pt x="338781" y="56153"/>
                </a:lnTo>
                <a:lnTo>
                  <a:pt x="339330" y="55719"/>
                </a:lnTo>
                <a:lnTo>
                  <a:pt x="339890" y="55288"/>
                </a:lnTo>
                <a:lnTo>
                  <a:pt x="340458" y="54861"/>
                </a:lnTo>
                <a:lnTo>
                  <a:pt x="341036" y="54437"/>
                </a:lnTo>
                <a:lnTo>
                  <a:pt x="341625" y="54024"/>
                </a:lnTo>
                <a:lnTo>
                  <a:pt x="342224" y="53628"/>
                </a:lnTo>
                <a:lnTo>
                  <a:pt x="342835" y="53249"/>
                </a:lnTo>
                <a:lnTo>
                  <a:pt x="343456" y="52889"/>
                </a:lnTo>
                <a:lnTo>
                  <a:pt x="344088" y="52545"/>
                </a:lnTo>
                <a:lnTo>
                  <a:pt x="344732" y="52220"/>
                </a:lnTo>
                <a:lnTo>
                  <a:pt x="345386" y="51912"/>
                </a:lnTo>
                <a:lnTo>
                  <a:pt x="346051" y="51621"/>
                </a:lnTo>
                <a:lnTo>
                  <a:pt x="346727" y="51349"/>
                </a:lnTo>
                <a:lnTo>
                  <a:pt x="347414" y="51093"/>
                </a:lnTo>
                <a:lnTo>
                  <a:pt x="348112" y="50856"/>
                </a:lnTo>
                <a:lnTo>
                  <a:pt x="348821" y="50636"/>
                </a:lnTo>
                <a:lnTo>
                  <a:pt x="349541" y="50433"/>
                </a:lnTo>
                <a:lnTo>
                  <a:pt x="350272" y="50249"/>
                </a:lnTo>
                <a:lnTo>
                  <a:pt x="351014" y="50081"/>
                </a:lnTo>
                <a:lnTo>
                  <a:pt x="351766" y="49932"/>
                </a:lnTo>
                <a:lnTo>
                  <a:pt x="352530" y="49800"/>
                </a:lnTo>
                <a:lnTo>
                  <a:pt x="353305" y="49685"/>
                </a:lnTo>
                <a:lnTo>
                  <a:pt x="354090" y="49589"/>
                </a:lnTo>
                <a:lnTo>
                  <a:pt x="354887" y="49509"/>
                </a:lnTo>
                <a:lnTo>
                  <a:pt x="355694" y="49448"/>
                </a:lnTo>
                <a:lnTo>
                  <a:pt x="356513" y="49404"/>
                </a:lnTo>
                <a:lnTo>
                  <a:pt x="357342" y="49377"/>
                </a:lnTo>
                <a:lnTo>
                  <a:pt x="358182" y="49369"/>
                </a:lnTo>
                <a:lnTo>
                  <a:pt x="358776" y="49374"/>
                </a:lnTo>
                <a:lnTo>
                  <a:pt x="359358" y="49391"/>
                </a:lnTo>
                <a:lnTo>
                  <a:pt x="359928" y="49419"/>
                </a:lnTo>
                <a:lnTo>
                  <a:pt x="360487" y="49458"/>
                </a:lnTo>
                <a:lnTo>
                  <a:pt x="361034" y="49509"/>
                </a:lnTo>
                <a:lnTo>
                  <a:pt x="361570" y="49570"/>
                </a:lnTo>
                <a:lnTo>
                  <a:pt x="362094" y="49643"/>
                </a:lnTo>
                <a:lnTo>
                  <a:pt x="362606" y="49727"/>
                </a:lnTo>
                <a:lnTo>
                  <a:pt x="363106" y="49822"/>
                </a:lnTo>
                <a:lnTo>
                  <a:pt x="363595" y="49928"/>
                </a:lnTo>
                <a:lnTo>
                  <a:pt x="364073" y="50046"/>
                </a:lnTo>
                <a:lnTo>
                  <a:pt x="364538" y="50175"/>
                </a:lnTo>
                <a:lnTo>
                  <a:pt x="364992" y="50315"/>
                </a:lnTo>
                <a:lnTo>
                  <a:pt x="365435" y="50466"/>
                </a:lnTo>
                <a:lnTo>
                  <a:pt x="365866" y="50628"/>
                </a:lnTo>
                <a:lnTo>
                  <a:pt x="366285" y="50802"/>
                </a:lnTo>
                <a:lnTo>
                  <a:pt x="366692" y="50986"/>
                </a:lnTo>
                <a:lnTo>
                  <a:pt x="367088" y="51182"/>
                </a:lnTo>
                <a:lnTo>
                  <a:pt x="367472" y="51389"/>
                </a:lnTo>
                <a:lnTo>
                  <a:pt x="367845" y="51608"/>
                </a:lnTo>
                <a:lnTo>
                  <a:pt x="368206" y="51837"/>
                </a:lnTo>
                <a:lnTo>
                  <a:pt x="368555" y="52078"/>
                </a:lnTo>
                <a:lnTo>
                  <a:pt x="368893" y="52330"/>
                </a:lnTo>
                <a:lnTo>
                  <a:pt x="369219" y="52593"/>
                </a:lnTo>
                <a:lnTo>
                  <a:pt x="369535" y="52866"/>
                </a:lnTo>
                <a:lnTo>
                  <a:pt x="369843" y="53147"/>
                </a:lnTo>
                <a:lnTo>
                  <a:pt x="370142" y="53436"/>
                </a:lnTo>
                <a:lnTo>
                  <a:pt x="370433" y="53734"/>
                </a:lnTo>
                <a:lnTo>
                  <a:pt x="370715" y="54041"/>
                </a:lnTo>
                <a:lnTo>
                  <a:pt x="370990" y="54355"/>
                </a:lnTo>
                <a:lnTo>
                  <a:pt x="371255" y="54678"/>
                </a:lnTo>
                <a:lnTo>
                  <a:pt x="371513" y="55010"/>
                </a:lnTo>
                <a:lnTo>
                  <a:pt x="371762" y="55349"/>
                </a:lnTo>
                <a:lnTo>
                  <a:pt x="372002" y="55698"/>
                </a:lnTo>
                <a:lnTo>
                  <a:pt x="372235" y="56054"/>
                </a:lnTo>
                <a:lnTo>
                  <a:pt x="372458" y="56419"/>
                </a:lnTo>
                <a:lnTo>
                  <a:pt x="372674" y="56792"/>
                </a:lnTo>
                <a:lnTo>
                  <a:pt x="372881" y="57174"/>
                </a:lnTo>
                <a:lnTo>
                  <a:pt x="373080" y="57564"/>
                </a:lnTo>
                <a:lnTo>
                  <a:pt x="373270" y="57962"/>
                </a:lnTo>
                <a:lnTo>
                  <a:pt x="373452" y="58368"/>
                </a:lnTo>
                <a:lnTo>
                  <a:pt x="373626" y="58783"/>
                </a:lnTo>
                <a:lnTo>
                  <a:pt x="373791" y="59207"/>
                </a:lnTo>
                <a:lnTo>
                  <a:pt x="373948" y="59639"/>
                </a:lnTo>
                <a:lnTo>
                  <a:pt x="374096" y="60079"/>
                </a:lnTo>
                <a:lnTo>
                  <a:pt x="374236" y="60527"/>
                </a:lnTo>
                <a:lnTo>
                  <a:pt x="374368" y="60984"/>
                </a:lnTo>
                <a:lnTo>
                  <a:pt x="374491" y="61449"/>
                </a:lnTo>
                <a:lnTo>
                  <a:pt x="374607" y="61921"/>
                </a:lnTo>
                <a:lnTo>
                  <a:pt x="374719" y="62399"/>
                </a:lnTo>
                <a:lnTo>
                  <a:pt x="374826" y="62882"/>
                </a:lnTo>
                <a:lnTo>
                  <a:pt x="374927" y="63371"/>
                </a:lnTo>
                <a:lnTo>
                  <a:pt x="375024" y="63866"/>
                </a:lnTo>
                <a:lnTo>
                  <a:pt x="375116" y="64366"/>
                </a:lnTo>
                <a:lnTo>
                  <a:pt x="375203" y="64872"/>
                </a:lnTo>
                <a:lnTo>
                  <a:pt x="375285" y="65384"/>
                </a:lnTo>
                <a:lnTo>
                  <a:pt x="375362" y="65902"/>
                </a:lnTo>
                <a:lnTo>
                  <a:pt x="375434" y="66425"/>
                </a:lnTo>
                <a:lnTo>
                  <a:pt x="375500" y="66954"/>
                </a:lnTo>
                <a:lnTo>
                  <a:pt x="375563" y="67489"/>
                </a:lnTo>
                <a:lnTo>
                  <a:pt x="375620" y="68029"/>
                </a:lnTo>
                <a:lnTo>
                  <a:pt x="375672" y="68575"/>
                </a:lnTo>
                <a:lnTo>
                  <a:pt x="375719" y="69127"/>
                </a:lnTo>
                <a:lnTo>
                  <a:pt x="375761" y="69684"/>
                </a:lnTo>
                <a:lnTo>
                  <a:pt x="375798" y="70247"/>
                </a:lnTo>
                <a:lnTo>
                  <a:pt x="375830" y="70816"/>
                </a:lnTo>
                <a:lnTo>
                  <a:pt x="375858" y="71390"/>
                </a:lnTo>
                <a:lnTo>
                  <a:pt x="375880" y="71971"/>
                </a:lnTo>
                <a:lnTo>
                  <a:pt x="375897" y="72557"/>
                </a:lnTo>
                <a:lnTo>
                  <a:pt x="375910" y="73148"/>
                </a:lnTo>
                <a:lnTo>
                  <a:pt x="375917" y="73746"/>
                </a:lnTo>
                <a:lnTo>
                  <a:pt x="375920" y="74349"/>
                </a:lnTo>
                <a:lnTo>
                  <a:pt x="375920" y="136183"/>
                </a:lnTo>
                <a:lnTo>
                  <a:pt x="392474" y="136183"/>
                </a:lnTo>
                <a:lnTo>
                  <a:pt x="392474" y="72233"/>
                </a:lnTo>
                <a:lnTo>
                  <a:pt x="392462" y="70804"/>
                </a:lnTo>
                <a:lnTo>
                  <a:pt x="392426" y="69401"/>
                </a:lnTo>
                <a:lnTo>
                  <a:pt x="392365" y="68024"/>
                </a:lnTo>
                <a:lnTo>
                  <a:pt x="392280" y="66675"/>
                </a:lnTo>
                <a:lnTo>
                  <a:pt x="392171" y="65351"/>
                </a:lnTo>
                <a:lnTo>
                  <a:pt x="392082" y="64490"/>
                </a:lnTo>
                <a:lnTo>
                  <a:pt x="392265" y="64258"/>
                </a:lnTo>
                <a:lnTo>
                  <a:pt x="392656" y="63779"/>
                </a:lnTo>
                <a:lnTo>
                  <a:pt x="393055" y="63304"/>
                </a:lnTo>
                <a:lnTo>
                  <a:pt x="393463" y="62832"/>
                </a:lnTo>
                <a:lnTo>
                  <a:pt x="393879" y="62363"/>
                </a:lnTo>
                <a:lnTo>
                  <a:pt x="394304" y="61899"/>
                </a:lnTo>
                <a:lnTo>
                  <a:pt x="394737" y="61438"/>
                </a:lnTo>
                <a:lnTo>
                  <a:pt x="395179" y="60980"/>
                </a:lnTo>
                <a:lnTo>
                  <a:pt x="395629" y="60526"/>
                </a:lnTo>
                <a:lnTo>
                  <a:pt x="396088" y="60076"/>
                </a:lnTo>
                <a:lnTo>
                  <a:pt x="396556" y="59629"/>
                </a:lnTo>
                <a:lnTo>
                  <a:pt x="397032" y="59186"/>
                </a:lnTo>
                <a:lnTo>
                  <a:pt x="397517" y="58746"/>
                </a:lnTo>
                <a:lnTo>
                  <a:pt x="398010" y="58310"/>
                </a:lnTo>
                <a:lnTo>
                  <a:pt x="398512" y="57878"/>
                </a:lnTo>
                <a:lnTo>
                  <a:pt x="399022" y="57449"/>
                </a:lnTo>
                <a:lnTo>
                  <a:pt x="399541" y="57024"/>
                </a:lnTo>
                <a:lnTo>
                  <a:pt x="400068" y="56602"/>
                </a:lnTo>
                <a:lnTo>
                  <a:pt x="400604" y="56184"/>
                </a:lnTo>
                <a:lnTo>
                  <a:pt x="401149" y="55770"/>
                </a:lnTo>
                <a:lnTo>
                  <a:pt x="401702" y="55359"/>
                </a:lnTo>
                <a:lnTo>
                  <a:pt x="402263" y="54952"/>
                </a:lnTo>
                <a:lnTo>
                  <a:pt x="402834" y="54548"/>
                </a:lnTo>
                <a:lnTo>
                  <a:pt x="403412" y="54148"/>
                </a:lnTo>
                <a:lnTo>
                  <a:pt x="404001" y="53758"/>
                </a:lnTo>
                <a:lnTo>
                  <a:pt x="404601" y="53385"/>
                </a:lnTo>
                <a:lnTo>
                  <a:pt x="405212" y="53028"/>
                </a:lnTo>
                <a:lnTo>
                  <a:pt x="405835" y="52688"/>
                </a:lnTo>
                <a:lnTo>
                  <a:pt x="406469" y="52364"/>
                </a:lnTo>
                <a:lnTo>
                  <a:pt x="407114" y="52057"/>
                </a:lnTo>
                <a:lnTo>
                  <a:pt x="407770" y="51767"/>
                </a:lnTo>
                <a:lnTo>
                  <a:pt x="408438" y="51493"/>
                </a:lnTo>
                <a:lnTo>
                  <a:pt x="409117" y="51236"/>
                </a:lnTo>
                <a:lnTo>
                  <a:pt x="409807" y="50995"/>
                </a:lnTo>
                <a:lnTo>
                  <a:pt x="410509" y="50771"/>
                </a:lnTo>
                <a:lnTo>
                  <a:pt x="411222" y="50563"/>
                </a:lnTo>
                <a:lnTo>
                  <a:pt x="411946" y="50373"/>
                </a:lnTo>
                <a:lnTo>
                  <a:pt x="412681" y="50198"/>
                </a:lnTo>
                <a:lnTo>
                  <a:pt x="413428" y="50041"/>
                </a:lnTo>
                <a:lnTo>
                  <a:pt x="414186" y="49900"/>
                </a:lnTo>
                <a:lnTo>
                  <a:pt x="414955" y="49775"/>
                </a:lnTo>
                <a:lnTo>
                  <a:pt x="415736" y="49667"/>
                </a:lnTo>
                <a:lnTo>
                  <a:pt x="416528" y="49576"/>
                </a:lnTo>
                <a:lnTo>
                  <a:pt x="417331" y="49501"/>
                </a:lnTo>
                <a:lnTo>
                  <a:pt x="418146" y="49443"/>
                </a:lnTo>
                <a:lnTo>
                  <a:pt x="418972" y="49402"/>
                </a:lnTo>
                <a:lnTo>
                  <a:pt x="419809" y="49377"/>
                </a:lnTo>
                <a:lnTo>
                  <a:pt x="420657" y="49369"/>
                </a:lnTo>
                <a:lnTo>
                  <a:pt x="421243" y="49374"/>
                </a:lnTo>
                <a:lnTo>
                  <a:pt x="421817" y="49391"/>
                </a:lnTo>
                <a:lnTo>
                  <a:pt x="422380" y="49419"/>
                </a:lnTo>
                <a:lnTo>
                  <a:pt x="422932" y="49458"/>
                </a:lnTo>
                <a:lnTo>
                  <a:pt x="423472" y="49509"/>
                </a:lnTo>
                <a:lnTo>
                  <a:pt x="424001" y="49570"/>
                </a:lnTo>
                <a:lnTo>
                  <a:pt x="424519" y="49643"/>
                </a:lnTo>
                <a:lnTo>
                  <a:pt x="425026" y="49727"/>
                </a:lnTo>
                <a:lnTo>
                  <a:pt x="425521" y="49822"/>
                </a:lnTo>
                <a:lnTo>
                  <a:pt x="426005" y="49928"/>
                </a:lnTo>
                <a:lnTo>
                  <a:pt x="426478" y="50046"/>
                </a:lnTo>
                <a:lnTo>
                  <a:pt x="426939" y="50175"/>
                </a:lnTo>
                <a:lnTo>
                  <a:pt x="427389" y="50315"/>
                </a:lnTo>
                <a:lnTo>
                  <a:pt x="427828" y="50466"/>
                </a:lnTo>
                <a:lnTo>
                  <a:pt x="428255" y="50628"/>
                </a:lnTo>
                <a:lnTo>
                  <a:pt x="428672" y="50802"/>
                </a:lnTo>
                <a:lnTo>
                  <a:pt x="429077" y="50986"/>
                </a:lnTo>
                <a:lnTo>
                  <a:pt x="429470" y="51182"/>
                </a:lnTo>
                <a:lnTo>
                  <a:pt x="429853" y="51389"/>
                </a:lnTo>
                <a:lnTo>
                  <a:pt x="430224" y="51608"/>
                </a:lnTo>
                <a:lnTo>
                  <a:pt x="430583" y="51837"/>
                </a:lnTo>
                <a:lnTo>
                  <a:pt x="430932" y="52078"/>
                </a:lnTo>
                <a:lnTo>
                  <a:pt x="431269" y="52330"/>
                </a:lnTo>
                <a:lnTo>
                  <a:pt x="431595" y="52593"/>
                </a:lnTo>
                <a:lnTo>
                  <a:pt x="431911" y="52866"/>
                </a:lnTo>
                <a:lnTo>
                  <a:pt x="432219" y="53147"/>
                </a:lnTo>
                <a:lnTo>
                  <a:pt x="432518" y="53436"/>
                </a:lnTo>
                <a:lnTo>
                  <a:pt x="432809" y="53734"/>
                </a:lnTo>
                <a:lnTo>
                  <a:pt x="433091" y="54041"/>
                </a:lnTo>
                <a:lnTo>
                  <a:pt x="433366" y="54355"/>
                </a:lnTo>
                <a:lnTo>
                  <a:pt x="433631" y="54678"/>
                </a:lnTo>
                <a:lnTo>
                  <a:pt x="433889" y="55010"/>
                </a:lnTo>
                <a:lnTo>
                  <a:pt x="434138" y="55349"/>
                </a:lnTo>
                <a:lnTo>
                  <a:pt x="434378" y="55698"/>
                </a:lnTo>
                <a:lnTo>
                  <a:pt x="434611" y="56054"/>
                </a:lnTo>
                <a:lnTo>
                  <a:pt x="434834" y="56419"/>
                </a:lnTo>
                <a:lnTo>
                  <a:pt x="435050" y="56792"/>
                </a:lnTo>
                <a:lnTo>
                  <a:pt x="435257" y="57174"/>
                </a:lnTo>
                <a:lnTo>
                  <a:pt x="435456" y="57564"/>
                </a:lnTo>
                <a:lnTo>
                  <a:pt x="435646" y="57962"/>
                </a:lnTo>
                <a:lnTo>
                  <a:pt x="435828" y="58368"/>
                </a:lnTo>
                <a:lnTo>
                  <a:pt x="436002" y="58783"/>
                </a:lnTo>
                <a:lnTo>
                  <a:pt x="436167" y="59207"/>
                </a:lnTo>
                <a:lnTo>
                  <a:pt x="436323" y="59639"/>
                </a:lnTo>
                <a:lnTo>
                  <a:pt x="436472" y="60079"/>
                </a:lnTo>
                <a:lnTo>
                  <a:pt x="436612" y="60527"/>
                </a:lnTo>
                <a:lnTo>
                  <a:pt x="436744" y="60984"/>
                </a:lnTo>
                <a:lnTo>
                  <a:pt x="436867" y="61449"/>
                </a:lnTo>
                <a:lnTo>
                  <a:pt x="436983" y="61921"/>
                </a:lnTo>
                <a:lnTo>
                  <a:pt x="437095" y="62399"/>
                </a:lnTo>
                <a:lnTo>
                  <a:pt x="437202" y="62882"/>
                </a:lnTo>
                <a:lnTo>
                  <a:pt x="437303" y="63371"/>
                </a:lnTo>
                <a:lnTo>
                  <a:pt x="437400" y="63866"/>
                </a:lnTo>
                <a:lnTo>
                  <a:pt x="437492" y="64366"/>
                </a:lnTo>
                <a:lnTo>
                  <a:pt x="437579" y="64872"/>
                </a:lnTo>
                <a:lnTo>
                  <a:pt x="437661" y="65384"/>
                </a:lnTo>
                <a:lnTo>
                  <a:pt x="437738" y="65902"/>
                </a:lnTo>
                <a:lnTo>
                  <a:pt x="437809" y="66425"/>
                </a:lnTo>
                <a:lnTo>
                  <a:pt x="437876" y="66954"/>
                </a:lnTo>
                <a:lnTo>
                  <a:pt x="437938" y="67489"/>
                </a:lnTo>
                <a:lnTo>
                  <a:pt x="437996" y="68029"/>
                </a:lnTo>
                <a:lnTo>
                  <a:pt x="438048" y="68575"/>
                </a:lnTo>
                <a:lnTo>
                  <a:pt x="438095" y="69127"/>
                </a:lnTo>
                <a:lnTo>
                  <a:pt x="438137" y="69684"/>
                </a:lnTo>
                <a:lnTo>
                  <a:pt x="438174" y="70247"/>
                </a:lnTo>
                <a:lnTo>
                  <a:pt x="438206" y="70816"/>
                </a:lnTo>
                <a:lnTo>
                  <a:pt x="438234" y="71390"/>
                </a:lnTo>
                <a:lnTo>
                  <a:pt x="438256" y="71971"/>
                </a:lnTo>
                <a:lnTo>
                  <a:pt x="438273" y="72557"/>
                </a:lnTo>
                <a:lnTo>
                  <a:pt x="438286" y="73148"/>
                </a:lnTo>
                <a:lnTo>
                  <a:pt x="438293" y="73746"/>
                </a:lnTo>
                <a:lnTo>
                  <a:pt x="438296" y="74349"/>
                </a:lnTo>
                <a:lnTo>
                  <a:pt x="438296" y="136183"/>
                </a:lnTo>
                <a:lnTo>
                  <a:pt x="454752" y="136183"/>
                </a:lnTo>
                <a:lnTo>
                  <a:pt x="454752" y="72233"/>
                </a:lnTo>
                <a:lnTo>
                  <a:pt x="454740" y="70804"/>
                </a:lnTo>
                <a:lnTo>
                  <a:pt x="454703" y="69401"/>
                </a:lnTo>
                <a:lnTo>
                  <a:pt x="454643" y="68024"/>
                </a:lnTo>
                <a:lnTo>
                  <a:pt x="454558" y="66675"/>
                </a:lnTo>
                <a:lnTo>
                  <a:pt x="454448" y="65351"/>
                </a:lnTo>
                <a:lnTo>
                  <a:pt x="454315" y="64054"/>
                </a:lnTo>
                <a:lnTo>
                  <a:pt x="454157" y="62784"/>
                </a:lnTo>
                <a:lnTo>
                  <a:pt x="453975" y="61540"/>
                </a:lnTo>
                <a:lnTo>
                  <a:pt x="453768" y="60323"/>
                </a:lnTo>
                <a:lnTo>
                  <a:pt x="453537" y="59133"/>
                </a:lnTo>
                <a:lnTo>
                  <a:pt x="453282" y="57968"/>
                </a:lnTo>
                <a:lnTo>
                  <a:pt x="453003" y="56831"/>
                </a:lnTo>
                <a:lnTo>
                  <a:pt x="452699" y="55720"/>
                </a:lnTo>
                <a:lnTo>
                  <a:pt x="452371" y="54635"/>
                </a:lnTo>
                <a:lnTo>
                  <a:pt x="452019" y="53577"/>
                </a:lnTo>
                <a:lnTo>
                  <a:pt x="451642" y="52546"/>
                </a:lnTo>
                <a:lnTo>
                  <a:pt x="451242" y="51541"/>
                </a:lnTo>
                <a:lnTo>
                  <a:pt x="450816" y="50562"/>
                </a:lnTo>
                <a:lnTo>
                  <a:pt x="450367" y="49610"/>
                </a:lnTo>
                <a:lnTo>
                  <a:pt x="449893" y="48685"/>
                </a:lnTo>
                <a:lnTo>
                  <a:pt x="449395" y="47786"/>
                </a:lnTo>
                <a:lnTo>
                  <a:pt x="448873" y="46914"/>
                </a:lnTo>
                <a:lnTo>
                  <a:pt x="448326" y="46068"/>
                </a:lnTo>
                <a:lnTo>
                  <a:pt x="447756" y="45248"/>
                </a:lnTo>
                <a:lnTo>
                  <a:pt x="447157" y="44459"/>
                </a:lnTo>
                <a:lnTo>
                  <a:pt x="446527" y="43703"/>
                </a:lnTo>
                <a:lnTo>
                  <a:pt x="445866" y="42981"/>
                </a:lnTo>
                <a:lnTo>
                  <a:pt x="445174" y="42292"/>
                </a:lnTo>
                <a:lnTo>
                  <a:pt x="444451" y="41637"/>
                </a:lnTo>
                <a:lnTo>
                  <a:pt x="443697" y="41015"/>
                </a:lnTo>
                <a:lnTo>
                  <a:pt x="442911" y="40428"/>
                </a:lnTo>
                <a:lnTo>
                  <a:pt x="442095" y="39873"/>
                </a:lnTo>
                <a:lnTo>
                  <a:pt x="441247" y="39352"/>
                </a:lnTo>
                <a:lnTo>
                  <a:pt x="440368" y="38865"/>
                </a:lnTo>
                <a:lnTo>
                  <a:pt x="439458" y="38412"/>
                </a:lnTo>
                <a:lnTo>
                  <a:pt x="438517" y="37992"/>
                </a:lnTo>
                <a:lnTo>
                  <a:pt x="437545" y="37606"/>
                </a:lnTo>
                <a:lnTo>
                  <a:pt x="436542" y="37253"/>
                </a:lnTo>
                <a:lnTo>
                  <a:pt x="435507" y="36934"/>
                </a:lnTo>
                <a:lnTo>
                  <a:pt x="434442" y="36648"/>
                </a:lnTo>
                <a:lnTo>
                  <a:pt x="433345" y="36396"/>
                </a:lnTo>
                <a:lnTo>
                  <a:pt x="432217" y="36178"/>
                </a:lnTo>
                <a:lnTo>
                  <a:pt x="431058" y="35993"/>
                </a:lnTo>
                <a:lnTo>
                  <a:pt x="429868" y="35842"/>
                </a:lnTo>
                <a:lnTo>
                  <a:pt x="428646" y="35724"/>
                </a:lnTo>
                <a:lnTo>
                  <a:pt x="427394" y="35640"/>
                </a:lnTo>
                <a:lnTo>
                  <a:pt x="426110" y="35590"/>
                </a:lnTo>
                <a:lnTo>
                  <a:pt x="424796" y="35573"/>
                </a:lnTo>
                <a:lnTo>
                  <a:pt x="423783" y="35582"/>
                </a:lnTo>
                <a:lnTo>
                  <a:pt x="422783" y="35611"/>
                </a:lnTo>
                <a:lnTo>
                  <a:pt x="421796" y="35658"/>
                </a:lnTo>
                <a:lnTo>
                  <a:pt x="420820" y="35724"/>
                </a:lnTo>
                <a:lnTo>
                  <a:pt x="419856" y="35808"/>
                </a:lnTo>
                <a:lnTo>
                  <a:pt x="418905" y="35912"/>
                </a:lnTo>
                <a:lnTo>
                  <a:pt x="417966" y="36034"/>
                </a:lnTo>
                <a:lnTo>
                  <a:pt x="417038" y="36175"/>
                </a:lnTo>
                <a:lnTo>
                  <a:pt x="416123" y="36335"/>
                </a:lnTo>
                <a:lnTo>
                  <a:pt x="415220" y="36514"/>
                </a:lnTo>
                <a:lnTo>
                  <a:pt x="414330" y="36712"/>
                </a:lnTo>
                <a:lnTo>
                  <a:pt x="413451" y="36928"/>
                </a:lnTo>
                <a:lnTo>
                  <a:pt x="412585" y="37163"/>
                </a:lnTo>
                <a:lnTo>
                  <a:pt x="411731" y="37417"/>
                </a:lnTo>
                <a:lnTo>
                  <a:pt x="410888" y="37690"/>
                </a:lnTo>
                <a:lnTo>
                  <a:pt x="410058" y="37982"/>
                </a:lnTo>
                <a:lnTo>
                  <a:pt x="409241" y="38292"/>
                </a:lnTo>
                <a:lnTo>
                  <a:pt x="408435" y="38622"/>
                </a:lnTo>
                <a:lnTo>
                  <a:pt x="407641" y="38970"/>
                </a:lnTo>
                <a:lnTo>
                  <a:pt x="406860" y="39337"/>
                </a:lnTo>
                <a:lnTo>
                  <a:pt x="406091" y="39722"/>
                </a:lnTo>
                <a:lnTo>
                  <a:pt x="405334" y="40127"/>
                </a:lnTo>
                <a:lnTo>
                  <a:pt x="404589" y="40550"/>
                </a:lnTo>
                <a:lnTo>
                  <a:pt x="403856" y="40993"/>
                </a:lnTo>
                <a:lnTo>
                  <a:pt x="403134" y="41446"/>
                </a:lnTo>
                <a:lnTo>
                  <a:pt x="402423" y="41902"/>
                </a:lnTo>
                <a:lnTo>
                  <a:pt x="401723" y="42362"/>
                </a:lnTo>
                <a:lnTo>
                  <a:pt x="401032" y="42824"/>
                </a:lnTo>
                <a:lnTo>
                  <a:pt x="400353" y="43289"/>
                </a:lnTo>
                <a:lnTo>
                  <a:pt x="399683" y="43758"/>
                </a:lnTo>
                <a:lnTo>
                  <a:pt x="399024" y="44230"/>
                </a:lnTo>
                <a:lnTo>
                  <a:pt x="398376" y="44704"/>
                </a:lnTo>
                <a:lnTo>
                  <a:pt x="397738" y="45182"/>
                </a:lnTo>
                <a:lnTo>
                  <a:pt x="397110" y="45663"/>
                </a:lnTo>
                <a:lnTo>
                  <a:pt x="396493" y="46147"/>
                </a:lnTo>
                <a:lnTo>
                  <a:pt x="395886" y="46634"/>
                </a:lnTo>
                <a:lnTo>
                  <a:pt x="395290" y="47124"/>
                </a:lnTo>
                <a:lnTo>
                  <a:pt x="394704" y="47618"/>
                </a:lnTo>
                <a:lnTo>
                  <a:pt x="394129" y="48114"/>
                </a:lnTo>
                <a:lnTo>
                  <a:pt x="393564" y="48613"/>
                </a:lnTo>
                <a:lnTo>
                  <a:pt x="393009" y="49116"/>
                </a:lnTo>
                <a:lnTo>
                  <a:pt x="392465" y="49621"/>
                </a:lnTo>
                <a:lnTo>
                  <a:pt x="391932" y="50130"/>
                </a:lnTo>
                <a:lnTo>
                  <a:pt x="391408" y="50641"/>
                </a:lnTo>
                <a:lnTo>
                  <a:pt x="390896" y="51156"/>
                </a:lnTo>
                <a:lnTo>
                  <a:pt x="390393" y="51674"/>
                </a:lnTo>
                <a:lnTo>
                  <a:pt x="389901" y="52195"/>
                </a:lnTo>
                <a:lnTo>
                  <a:pt x="389426" y="52712"/>
                </a:lnTo>
                <a:lnTo>
                  <a:pt x="389365" y="52546"/>
                </a:lnTo>
                <a:lnTo>
                  <a:pt x="388964" y="51541"/>
                </a:lnTo>
                <a:close/>
                <a:moveTo>
                  <a:pt x="17737" y="3547"/>
                </a:moveTo>
                <a:lnTo>
                  <a:pt x="0" y="3547"/>
                </a:lnTo>
                <a:lnTo>
                  <a:pt x="0" y="136183"/>
                </a:lnTo>
                <a:lnTo>
                  <a:pt x="79719" y="136183"/>
                </a:lnTo>
                <a:lnTo>
                  <a:pt x="79719" y="120909"/>
                </a:lnTo>
                <a:lnTo>
                  <a:pt x="17737" y="120909"/>
                </a:lnTo>
                <a:lnTo>
                  <a:pt x="17737" y="3547"/>
                </a:lnTo>
                <a:close/>
                <a:moveTo>
                  <a:pt x="238777" y="122871"/>
                </a:moveTo>
                <a:lnTo>
                  <a:pt x="238080" y="122845"/>
                </a:lnTo>
                <a:lnTo>
                  <a:pt x="237405" y="122802"/>
                </a:lnTo>
                <a:lnTo>
                  <a:pt x="236752" y="122741"/>
                </a:lnTo>
                <a:lnTo>
                  <a:pt x="236122" y="122663"/>
                </a:lnTo>
                <a:lnTo>
                  <a:pt x="235515" y="122568"/>
                </a:lnTo>
                <a:lnTo>
                  <a:pt x="234930" y="122456"/>
                </a:lnTo>
                <a:lnTo>
                  <a:pt x="234367" y="122326"/>
                </a:lnTo>
                <a:lnTo>
                  <a:pt x="233827" y="122179"/>
                </a:lnTo>
                <a:lnTo>
                  <a:pt x="233309" y="122015"/>
                </a:lnTo>
                <a:lnTo>
                  <a:pt x="232813" y="121833"/>
                </a:lnTo>
                <a:lnTo>
                  <a:pt x="232340" y="121634"/>
                </a:lnTo>
                <a:lnTo>
                  <a:pt x="231889" y="121418"/>
                </a:lnTo>
                <a:lnTo>
                  <a:pt x="231461" y="121184"/>
                </a:lnTo>
                <a:lnTo>
                  <a:pt x="231055" y="120933"/>
                </a:lnTo>
                <a:lnTo>
                  <a:pt x="230672" y="120665"/>
                </a:lnTo>
                <a:lnTo>
                  <a:pt x="230311" y="120380"/>
                </a:lnTo>
                <a:lnTo>
                  <a:pt x="229972" y="120077"/>
                </a:lnTo>
                <a:lnTo>
                  <a:pt x="229656" y="119757"/>
                </a:lnTo>
                <a:lnTo>
                  <a:pt x="229362" y="119420"/>
                </a:lnTo>
                <a:lnTo>
                  <a:pt x="229091" y="119065"/>
                </a:lnTo>
                <a:lnTo>
                  <a:pt x="228842" y="118693"/>
                </a:lnTo>
                <a:lnTo>
                  <a:pt x="228615" y="118304"/>
                </a:lnTo>
                <a:lnTo>
                  <a:pt x="228411" y="117897"/>
                </a:lnTo>
                <a:lnTo>
                  <a:pt x="228222" y="117474"/>
                </a:lnTo>
                <a:lnTo>
                  <a:pt x="228041" y="117036"/>
                </a:lnTo>
                <a:lnTo>
                  <a:pt x="227868" y="116583"/>
                </a:lnTo>
                <a:lnTo>
                  <a:pt x="227703" y="116115"/>
                </a:lnTo>
                <a:lnTo>
                  <a:pt x="227546" y="115632"/>
                </a:lnTo>
                <a:lnTo>
                  <a:pt x="227398" y="115133"/>
                </a:lnTo>
                <a:lnTo>
                  <a:pt x="227257" y="114619"/>
                </a:lnTo>
                <a:lnTo>
                  <a:pt x="227124" y="114090"/>
                </a:lnTo>
                <a:lnTo>
                  <a:pt x="227000" y="113546"/>
                </a:lnTo>
                <a:lnTo>
                  <a:pt x="226883" y="112987"/>
                </a:lnTo>
                <a:lnTo>
                  <a:pt x="226774" y="112413"/>
                </a:lnTo>
                <a:lnTo>
                  <a:pt x="226674" y="111823"/>
                </a:lnTo>
                <a:lnTo>
                  <a:pt x="226582" y="111218"/>
                </a:lnTo>
                <a:lnTo>
                  <a:pt x="226497" y="110599"/>
                </a:lnTo>
                <a:lnTo>
                  <a:pt x="226421" y="109963"/>
                </a:lnTo>
                <a:lnTo>
                  <a:pt x="226352" y="109313"/>
                </a:lnTo>
                <a:lnTo>
                  <a:pt x="226292" y="108648"/>
                </a:lnTo>
                <a:lnTo>
                  <a:pt x="226240" y="107967"/>
                </a:lnTo>
                <a:lnTo>
                  <a:pt x="226196" y="107272"/>
                </a:lnTo>
                <a:lnTo>
                  <a:pt x="226159" y="106561"/>
                </a:lnTo>
                <a:lnTo>
                  <a:pt x="226131" y="105835"/>
                </a:lnTo>
                <a:lnTo>
                  <a:pt x="226111" y="105094"/>
                </a:lnTo>
                <a:lnTo>
                  <a:pt x="226099" y="104337"/>
                </a:lnTo>
                <a:lnTo>
                  <a:pt x="226095" y="103566"/>
                </a:lnTo>
                <a:lnTo>
                  <a:pt x="226095" y="50551"/>
                </a:lnTo>
                <a:lnTo>
                  <a:pt x="249745" y="50551"/>
                </a:lnTo>
                <a:lnTo>
                  <a:pt x="249745" y="37248"/>
                </a:lnTo>
                <a:lnTo>
                  <a:pt x="226095" y="37248"/>
                </a:lnTo>
                <a:lnTo>
                  <a:pt x="226095" y="15274"/>
                </a:lnTo>
                <a:lnTo>
                  <a:pt x="209737" y="15274"/>
                </a:lnTo>
                <a:lnTo>
                  <a:pt x="209737" y="37248"/>
                </a:lnTo>
                <a:lnTo>
                  <a:pt x="193675" y="37248"/>
                </a:lnTo>
                <a:lnTo>
                  <a:pt x="193675" y="50551"/>
                </a:lnTo>
                <a:lnTo>
                  <a:pt x="209737" y="50551"/>
                </a:lnTo>
                <a:lnTo>
                  <a:pt x="209737" y="104034"/>
                </a:lnTo>
                <a:lnTo>
                  <a:pt x="209741" y="104871"/>
                </a:lnTo>
                <a:lnTo>
                  <a:pt x="209753" y="105698"/>
                </a:lnTo>
                <a:lnTo>
                  <a:pt x="209774" y="106514"/>
                </a:lnTo>
                <a:lnTo>
                  <a:pt x="209802" y="107321"/>
                </a:lnTo>
                <a:lnTo>
                  <a:pt x="209838" y="108117"/>
                </a:lnTo>
                <a:lnTo>
                  <a:pt x="209882" y="108904"/>
                </a:lnTo>
                <a:lnTo>
                  <a:pt x="209934" y="109680"/>
                </a:lnTo>
                <a:lnTo>
                  <a:pt x="209995" y="110446"/>
                </a:lnTo>
                <a:lnTo>
                  <a:pt x="210063" y="111203"/>
                </a:lnTo>
                <a:lnTo>
                  <a:pt x="210139" y="111949"/>
                </a:lnTo>
                <a:lnTo>
                  <a:pt x="210224" y="112685"/>
                </a:lnTo>
                <a:lnTo>
                  <a:pt x="210316" y="113411"/>
                </a:lnTo>
                <a:lnTo>
                  <a:pt x="210417" y="114126"/>
                </a:lnTo>
                <a:lnTo>
                  <a:pt x="210525" y="114832"/>
                </a:lnTo>
                <a:lnTo>
                  <a:pt x="210642" y="115528"/>
                </a:lnTo>
                <a:lnTo>
                  <a:pt x="210767" y="116213"/>
                </a:lnTo>
                <a:lnTo>
                  <a:pt x="210899" y="116889"/>
                </a:lnTo>
                <a:lnTo>
                  <a:pt x="211040" y="117554"/>
                </a:lnTo>
                <a:lnTo>
                  <a:pt x="211189" y="118209"/>
                </a:lnTo>
                <a:lnTo>
                  <a:pt x="211346" y="118854"/>
                </a:lnTo>
                <a:lnTo>
                  <a:pt x="211510" y="119489"/>
                </a:lnTo>
                <a:lnTo>
                  <a:pt x="211683" y="120114"/>
                </a:lnTo>
                <a:lnTo>
                  <a:pt x="211864" y="120729"/>
                </a:lnTo>
                <a:lnTo>
                  <a:pt x="212053" y="121334"/>
                </a:lnTo>
                <a:lnTo>
                  <a:pt x="212253" y="121927"/>
                </a:lnTo>
                <a:lnTo>
                  <a:pt x="212466" y="122509"/>
                </a:lnTo>
                <a:lnTo>
                  <a:pt x="212693" y="123080"/>
                </a:lnTo>
                <a:lnTo>
                  <a:pt x="212933" y="123638"/>
                </a:lnTo>
                <a:lnTo>
                  <a:pt x="213187" y="124185"/>
                </a:lnTo>
                <a:lnTo>
                  <a:pt x="213454" y="124720"/>
                </a:lnTo>
                <a:lnTo>
                  <a:pt x="213735" y="125244"/>
                </a:lnTo>
                <a:lnTo>
                  <a:pt x="214029" y="125755"/>
                </a:lnTo>
                <a:lnTo>
                  <a:pt x="214337" y="126256"/>
                </a:lnTo>
                <a:lnTo>
                  <a:pt x="214659" y="126744"/>
                </a:lnTo>
                <a:lnTo>
                  <a:pt x="214993" y="127221"/>
                </a:lnTo>
                <a:lnTo>
                  <a:pt x="215342" y="127686"/>
                </a:lnTo>
                <a:lnTo>
                  <a:pt x="215704" y="128139"/>
                </a:lnTo>
                <a:lnTo>
                  <a:pt x="216079" y="128581"/>
                </a:lnTo>
                <a:lnTo>
                  <a:pt x="216468" y="129011"/>
                </a:lnTo>
                <a:lnTo>
                  <a:pt x="216871" y="129429"/>
                </a:lnTo>
                <a:lnTo>
                  <a:pt x="217287" y="129836"/>
                </a:lnTo>
                <a:lnTo>
                  <a:pt x="217716" y="130231"/>
                </a:lnTo>
                <a:lnTo>
                  <a:pt x="218159" y="130614"/>
                </a:lnTo>
                <a:lnTo>
                  <a:pt x="218616" y="130986"/>
                </a:lnTo>
                <a:lnTo>
                  <a:pt x="219086" y="131345"/>
                </a:lnTo>
                <a:lnTo>
                  <a:pt x="219569" y="131694"/>
                </a:lnTo>
                <a:lnTo>
                  <a:pt x="220066" y="132030"/>
                </a:lnTo>
                <a:lnTo>
                  <a:pt x="220577" y="132355"/>
                </a:lnTo>
                <a:lnTo>
                  <a:pt x="221104" y="132667"/>
                </a:lnTo>
                <a:lnTo>
                  <a:pt x="221649" y="132966"/>
                </a:lnTo>
                <a:lnTo>
                  <a:pt x="222214" y="133252"/>
                </a:lnTo>
                <a:lnTo>
                  <a:pt x="222797" y="133524"/>
                </a:lnTo>
                <a:lnTo>
                  <a:pt x="223399" y="133784"/>
                </a:lnTo>
                <a:lnTo>
                  <a:pt x="224020" y="134030"/>
                </a:lnTo>
                <a:lnTo>
                  <a:pt x="224659" y="134262"/>
                </a:lnTo>
                <a:lnTo>
                  <a:pt x="225318" y="134481"/>
                </a:lnTo>
                <a:lnTo>
                  <a:pt x="225995" y="134687"/>
                </a:lnTo>
                <a:lnTo>
                  <a:pt x="226691" y="134880"/>
                </a:lnTo>
                <a:lnTo>
                  <a:pt x="227406" y="135060"/>
                </a:lnTo>
                <a:lnTo>
                  <a:pt x="228140" y="135226"/>
                </a:lnTo>
                <a:lnTo>
                  <a:pt x="228892" y="135379"/>
                </a:lnTo>
                <a:lnTo>
                  <a:pt x="229664" y="135518"/>
                </a:lnTo>
                <a:lnTo>
                  <a:pt x="230454" y="135644"/>
                </a:lnTo>
                <a:lnTo>
                  <a:pt x="231263" y="135757"/>
                </a:lnTo>
                <a:lnTo>
                  <a:pt x="232091" y="135857"/>
                </a:lnTo>
                <a:lnTo>
                  <a:pt x="232937" y="135943"/>
                </a:lnTo>
                <a:lnTo>
                  <a:pt x="233803" y="136016"/>
                </a:lnTo>
                <a:lnTo>
                  <a:pt x="234687" y="136076"/>
                </a:lnTo>
                <a:lnTo>
                  <a:pt x="235590" y="136123"/>
                </a:lnTo>
                <a:lnTo>
                  <a:pt x="236512" y="136156"/>
                </a:lnTo>
                <a:lnTo>
                  <a:pt x="237453" y="136176"/>
                </a:lnTo>
                <a:lnTo>
                  <a:pt x="238413" y="136183"/>
                </a:lnTo>
                <a:lnTo>
                  <a:pt x="249942" y="136183"/>
                </a:lnTo>
                <a:lnTo>
                  <a:pt x="249942" y="122880"/>
                </a:lnTo>
                <a:lnTo>
                  <a:pt x="239497" y="122880"/>
                </a:lnTo>
                <a:lnTo>
                  <a:pt x="238777" y="122871"/>
                </a:lnTo>
                <a:close/>
                <a:moveTo>
                  <a:pt x="660469" y="122845"/>
                </a:moveTo>
                <a:lnTo>
                  <a:pt x="659794" y="122802"/>
                </a:lnTo>
                <a:lnTo>
                  <a:pt x="659142" y="122741"/>
                </a:lnTo>
                <a:lnTo>
                  <a:pt x="658512" y="122663"/>
                </a:lnTo>
                <a:lnTo>
                  <a:pt x="657904" y="122568"/>
                </a:lnTo>
                <a:lnTo>
                  <a:pt x="657319" y="122456"/>
                </a:lnTo>
                <a:lnTo>
                  <a:pt x="656756" y="122326"/>
                </a:lnTo>
                <a:lnTo>
                  <a:pt x="656216" y="122179"/>
                </a:lnTo>
                <a:lnTo>
                  <a:pt x="655698" y="122015"/>
                </a:lnTo>
                <a:lnTo>
                  <a:pt x="655203" y="121833"/>
                </a:lnTo>
                <a:lnTo>
                  <a:pt x="654729" y="121634"/>
                </a:lnTo>
                <a:lnTo>
                  <a:pt x="654279" y="121418"/>
                </a:lnTo>
                <a:lnTo>
                  <a:pt x="653850" y="121184"/>
                </a:lnTo>
                <a:lnTo>
                  <a:pt x="653445" y="120933"/>
                </a:lnTo>
                <a:lnTo>
                  <a:pt x="653061" y="120665"/>
                </a:lnTo>
                <a:lnTo>
                  <a:pt x="652700" y="120380"/>
                </a:lnTo>
                <a:lnTo>
                  <a:pt x="652361" y="120077"/>
                </a:lnTo>
                <a:lnTo>
                  <a:pt x="652045" y="119757"/>
                </a:lnTo>
                <a:lnTo>
                  <a:pt x="651751" y="119420"/>
                </a:lnTo>
                <a:lnTo>
                  <a:pt x="651480" y="119065"/>
                </a:lnTo>
                <a:lnTo>
                  <a:pt x="651231" y="118693"/>
                </a:lnTo>
                <a:lnTo>
                  <a:pt x="651004" y="118304"/>
                </a:lnTo>
                <a:lnTo>
                  <a:pt x="650800" y="117897"/>
                </a:lnTo>
                <a:lnTo>
                  <a:pt x="650611" y="117474"/>
                </a:lnTo>
                <a:lnTo>
                  <a:pt x="650430" y="117036"/>
                </a:lnTo>
                <a:lnTo>
                  <a:pt x="650257" y="116583"/>
                </a:lnTo>
                <a:lnTo>
                  <a:pt x="650093" y="116115"/>
                </a:lnTo>
                <a:lnTo>
                  <a:pt x="649936" y="115632"/>
                </a:lnTo>
                <a:lnTo>
                  <a:pt x="649787" y="115133"/>
                </a:lnTo>
                <a:lnTo>
                  <a:pt x="649646" y="114619"/>
                </a:lnTo>
                <a:lnTo>
                  <a:pt x="649514" y="114090"/>
                </a:lnTo>
                <a:lnTo>
                  <a:pt x="649389" y="113546"/>
                </a:lnTo>
                <a:lnTo>
                  <a:pt x="649272" y="112987"/>
                </a:lnTo>
                <a:lnTo>
                  <a:pt x="649164" y="112413"/>
                </a:lnTo>
                <a:lnTo>
                  <a:pt x="649063" y="111823"/>
                </a:lnTo>
                <a:lnTo>
                  <a:pt x="648971" y="111218"/>
                </a:lnTo>
                <a:lnTo>
                  <a:pt x="648886" y="110599"/>
                </a:lnTo>
                <a:lnTo>
                  <a:pt x="648810" y="109963"/>
                </a:lnTo>
                <a:lnTo>
                  <a:pt x="648742" y="109313"/>
                </a:lnTo>
                <a:lnTo>
                  <a:pt x="648681" y="108648"/>
                </a:lnTo>
                <a:lnTo>
                  <a:pt x="648629" y="107967"/>
                </a:lnTo>
                <a:lnTo>
                  <a:pt x="648585" y="107272"/>
                </a:lnTo>
                <a:lnTo>
                  <a:pt x="648549" y="106561"/>
                </a:lnTo>
                <a:lnTo>
                  <a:pt x="648521" y="105835"/>
                </a:lnTo>
                <a:lnTo>
                  <a:pt x="648501" y="105094"/>
                </a:lnTo>
                <a:lnTo>
                  <a:pt x="648488" y="104337"/>
                </a:lnTo>
                <a:lnTo>
                  <a:pt x="648484" y="103566"/>
                </a:lnTo>
                <a:lnTo>
                  <a:pt x="648484" y="50551"/>
                </a:lnTo>
                <a:lnTo>
                  <a:pt x="672134" y="50551"/>
                </a:lnTo>
                <a:lnTo>
                  <a:pt x="672134" y="37248"/>
                </a:lnTo>
                <a:lnTo>
                  <a:pt x="648484" y="37248"/>
                </a:lnTo>
                <a:lnTo>
                  <a:pt x="648484" y="15274"/>
                </a:lnTo>
                <a:lnTo>
                  <a:pt x="632127" y="15274"/>
                </a:lnTo>
                <a:lnTo>
                  <a:pt x="632127" y="37248"/>
                </a:lnTo>
                <a:lnTo>
                  <a:pt x="616065" y="37248"/>
                </a:lnTo>
                <a:lnTo>
                  <a:pt x="616065" y="50551"/>
                </a:lnTo>
                <a:lnTo>
                  <a:pt x="632127" y="50551"/>
                </a:lnTo>
                <a:lnTo>
                  <a:pt x="632127" y="104034"/>
                </a:lnTo>
                <a:lnTo>
                  <a:pt x="632131" y="104871"/>
                </a:lnTo>
                <a:lnTo>
                  <a:pt x="632143" y="105698"/>
                </a:lnTo>
                <a:lnTo>
                  <a:pt x="632163" y="106514"/>
                </a:lnTo>
                <a:lnTo>
                  <a:pt x="632191" y="107321"/>
                </a:lnTo>
                <a:lnTo>
                  <a:pt x="632227" y="108117"/>
                </a:lnTo>
                <a:lnTo>
                  <a:pt x="632271" y="108904"/>
                </a:lnTo>
                <a:lnTo>
                  <a:pt x="632324" y="109680"/>
                </a:lnTo>
                <a:lnTo>
                  <a:pt x="632384" y="110446"/>
                </a:lnTo>
                <a:lnTo>
                  <a:pt x="632452" y="111203"/>
                </a:lnTo>
                <a:lnTo>
                  <a:pt x="632529" y="111949"/>
                </a:lnTo>
                <a:lnTo>
                  <a:pt x="632613" y="112685"/>
                </a:lnTo>
                <a:lnTo>
                  <a:pt x="632706" y="113411"/>
                </a:lnTo>
                <a:lnTo>
                  <a:pt x="632806" y="114126"/>
                </a:lnTo>
                <a:lnTo>
                  <a:pt x="632915" y="114832"/>
                </a:lnTo>
                <a:lnTo>
                  <a:pt x="633031" y="115528"/>
                </a:lnTo>
                <a:lnTo>
                  <a:pt x="633156" y="116213"/>
                </a:lnTo>
                <a:lnTo>
                  <a:pt x="633289" y="116889"/>
                </a:lnTo>
                <a:lnTo>
                  <a:pt x="633429" y="117554"/>
                </a:lnTo>
                <a:lnTo>
                  <a:pt x="633578" y="118209"/>
                </a:lnTo>
                <a:lnTo>
                  <a:pt x="633735" y="118854"/>
                </a:lnTo>
                <a:lnTo>
                  <a:pt x="633900" y="119489"/>
                </a:lnTo>
                <a:lnTo>
                  <a:pt x="634073" y="120114"/>
                </a:lnTo>
                <a:lnTo>
                  <a:pt x="634253" y="120729"/>
                </a:lnTo>
                <a:lnTo>
                  <a:pt x="634442" y="121334"/>
                </a:lnTo>
                <a:lnTo>
                  <a:pt x="634642" y="121927"/>
                </a:lnTo>
                <a:lnTo>
                  <a:pt x="634855" y="122509"/>
                </a:lnTo>
                <a:lnTo>
                  <a:pt x="635082" y="123080"/>
                </a:lnTo>
                <a:lnTo>
                  <a:pt x="635322" y="123638"/>
                </a:lnTo>
                <a:lnTo>
                  <a:pt x="635576" y="124185"/>
                </a:lnTo>
                <a:lnTo>
                  <a:pt x="635844" y="124720"/>
                </a:lnTo>
                <a:lnTo>
                  <a:pt x="636124" y="125244"/>
                </a:lnTo>
                <a:lnTo>
                  <a:pt x="636419" y="125755"/>
                </a:lnTo>
                <a:lnTo>
                  <a:pt x="636727" y="126256"/>
                </a:lnTo>
                <a:lnTo>
                  <a:pt x="637048" y="126744"/>
                </a:lnTo>
                <a:lnTo>
                  <a:pt x="637383" y="127221"/>
                </a:lnTo>
                <a:lnTo>
                  <a:pt x="637731" y="127686"/>
                </a:lnTo>
                <a:lnTo>
                  <a:pt x="638093" y="128139"/>
                </a:lnTo>
                <a:lnTo>
                  <a:pt x="638469" y="128581"/>
                </a:lnTo>
                <a:lnTo>
                  <a:pt x="638858" y="129011"/>
                </a:lnTo>
                <a:lnTo>
                  <a:pt x="639260" y="129429"/>
                </a:lnTo>
                <a:lnTo>
                  <a:pt x="639676" y="129836"/>
                </a:lnTo>
                <a:lnTo>
                  <a:pt x="640105" y="130231"/>
                </a:lnTo>
                <a:lnTo>
                  <a:pt x="640548" y="130614"/>
                </a:lnTo>
                <a:lnTo>
                  <a:pt x="641005" y="130986"/>
                </a:lnTo>
                <a:lnTo>
                  <a:pt x="641475" y="131345"/>
                </a:lnTo>
                <a:lnTo>
                  <a:pt x="641959" y="131694"/>
                </a:lnTo>
                <a:lnTo>
                  <a:pt x="642456" y="132030"/>
                </a:lnTo>
                <a:lnTo>
                  <a:pt x="642966" y="132355"/>
                </a:lnTo>
                <a:lnTo>
                  <a:pt x="643493" y="132667"/>
                </a:lnTo>
                <a:lnTo>
                  <a:pt x="644038" y="132966"/>
                </a:lnTo>
                <a:lnTo>
                  <a:pt x="644603" y="133252"/>
                </a:lnTo>
                <a:lnTo>
                  <a:pt x="645186" y="133524"/>
                </a:lnTo>
                <a:lnTo>
                  <a:pt x="645788" y="133784"/>
                </a:lnTo>
                <a:lnTo>
                  <a:pt x="646409" y="134030"/>
                </a:lnTo>
                <a:lnTo>
                  <a:pt x="647049" y="134262"/>
                </a:lnTo>
                <a:lnTo>
                  <a:pt x="647707" y="134481"/>
                </a:lnTo>
                <a:lnTo>
                  <a:pt x="648384" y="134687"/>
                </a:lnTo>
                <a:lnTo>
                  <a:pt x="649080" y="134880"/>
                </a:lnTo>
                <a:lnTo>
                  <a:pt x="649795" y="135060"/>
                </a:lnTo>
                <a:lnTo>
                  <a:pt x="650529" y="135226"/>
                </a:lnTo>
                <a:lnTo>
                  <a:pt x="651282" y="135379"/>
                </a:lnTo>
                <a:lnTo>
                  <a:pt x="652053" y="135518"/>
                </a:lnTo>
                <a:lnTo>
                  <a:pt x="652843" y="135644"/>
                </a:lnTo>
                <a:lnTo>
                  <a:pt x="653652" y="135757"/>
                </a:lnTo>
                <a:lnTo>
                  <a:pt x="654480" y="135857"/>
                </a:lnTo>
                <a:lnTo>
                  <a:pt x="655327" y="135943"/>
                </a:lnTo>
                <a:lnTo>
                  <a:pt x="656192" y="136016"/>
                </a:lnTo>
                <a:lnTo>
                  <a:pt x="657077" y="136076"/>
                </a:lnTo>
                <a:lnTo>
                  <a:pt x="657980" y="136123"/>
                </a:lnTo>
                <a:lnTo>
                  <a:pt x="658902" y="136156"/>
                </a:lnTo>
                <a:lnTo>
                  <a:pt x="659842" y="136176"/>
                </a:lnTo>
                <a:lnTo>
                  <a:pt x="660802" y="136183"/>
                </a:lnTo>
                <a:lnTo>
                  <a:pt x="672331" y="136183"/>
                </a:lnTo>
                <a:lnTo>
                  <a:pt x="672331" y="122880"/>
                </a:lnTo>
                <a:lnTo>
                  <a:pt x="661886" y="122880"/>
                </a:lnTo>
                <a:lnTo>
                  <a:pt x="661166" y="122871"/>
                </a:lnTo>
                <a:lnTo>
                  <a:pt x="660469" y="122845"/>
                </a:lnTo>
                <a:close/>
                <a:moveTo>
                  <a:pt x="714986" y="65203"/>
                </a:moveTo>
                <a:lnTo>
                  <a:pt x="715256" y="64836"/>
                </a:lnTo>
                <a:lnTo>
                  <a:pt x="715530" y="64472"/>
                </a:lnTo>
                <a:lnTo>
                  <a:pt x="715806" y="64113"/>
                </a:lnTo>
                <a:lnTo>
                  <a:pt x="716086" y="63757"/>
                </a:lnTo>
                <a:lnTo>
                  <a:pt x="716369" y="63405"/>
                </a:lnTo>
                <a:lnTo>
                  <a:pt x="716655" y="63056"/>
                </a:lnTo>
                <a:lnTo>
                  <a:pt x="716944" y="62712"/>
                </a:lnTo>
                <a:lnTo>
                  <a:pt x="717236" y="62371"/>
                </a:lnTo>
                <a:lnTo>
                  <a:pt x="717531" y="62033"/>
                </a:lnTo>
                <a:lnTo>
                  <a:pt x="717829" y="61700"/>
                </a:lnTo>
                <a:lnTo>
                  <a:pt x="718130" y="61370"/>
                </a:lnTo>
                <a:lnTo>
                  <a:pt x="718434" y="61044"/>
                </a:lnTo>
                <a:lnTo>
                  <a:pt x="718742" y="60722"/>
                </a:lnTo>
                <a:lnTo>
                  <a:pt x="719052" y="60404"/>
                </a:lnTo>
                <a:lnTo>
                  <a:pt x="719366" y="60089"/>
                </a:lnTo>
                <a:lnTo>
                  <a:pt x="719683" y="59778"/>
                </a:lnTo>
                <a:lnTo>
                  <a:pt x="720002" y="59471"/>
                </a:lnTo>
                <a:lnTo>
                  <a:pt x="720325" y="59167"/>
                </a:lnTo>
                <a:lnTo>
                  <a:pt x="720651" y="58868"/>
                </a:lnTo>
                <a:lnTo>
                  <a:pt x="720980" y="58572"/>
                </a:lnTo>
                <a:lnTo>
                  <a:pt x="721312" y="58279"/>
                </a:lnTo>
                <a:lnTo>
                  <a:pt x="721647" y="57991"/>
                </a:lnTo>
                <a:lnTo>
                  <a:pt x="721986" y="57707"/>
                </a:lnTo>
                <a:lnTo>
                  <a:pt x="722330" y="57428"/>
                </a:lnTo>
                <a:lnTo>
                  <a:pt x="722679" y="57154"/>
                </a:lnTo>
                <a:lnTo>
                  <a:pt x="723032" y="56886"/>
                </a:lnTo>
                <a:lnTo>
                  <a:pt x="723391" y="56622"/>
                </a:lnTo>
                <a:lnTo>
                  <a:pt x="723754" y="56364"/>
                </a:lnTo>
                <a:lnTo>
                  <a:pt x="724121" y="56111"/>
                </a:lnTo>
                <a:lnTo>
                  <a:pt x="724494" y="55863"/>
                </a:lnTo>
                <a:lnTo>
                  <a:pt x="724871" y="55621"/>
                </a:lnTo>
                <a:lnTo>
                  <a:pt x="725254" y="55383"/>
                </a:lnTo>
                <a:lnTo>
                  <a:pt x="725641" y="55151"/>
                </a:lnTo>
                <a:lnTo>
                  <a:pt x="726032" y="54924"/>
                </a:lnTo>
                <a:lnTo>
                  <a:pt x="726429" y="54702"/>
                </a:lnTo>
                <a:lnTo>
                  <a:pt x="726830" y="54485"/>
                </a:lnTo>
                <a:lnTo>
                  <a:pt x="727236" y="54274"/>
                </a:lnTo>
                <a:lnTo>
                  <a:pt x="727647" y="54067"/>
                </a:lnTo>
                <a:lnTo>
                  <a:pt x="728063" y="53866"/>
                </a:lnTo>
                <a:lnTo>
                  <a:pt x="728483" y="53670"/>
                </a:lnTo>
                <a:lnTo>
                  <a:pt x="728909" y="53479"/>
                </a:lnTo>
                <a:lnTo>
                  <a:pt x="729339" y="53293"/>
                </a:lnTo>
                <a:lnTo>
                  <a:pt x="729774" y="53113"/>
                </a:lnTo>
                <a:lnTo>
                  <a:pt x="730213" y="52937"/>
                </a:lnTo>
                <a:lnTo>
                  <a:pt x="730658" y="52767"/>
                </a:lnTo>
                <a:lnTo>
                  <a:pt x="731107" y="52602"/>
                </a:lnTo>
                <a:lnTo>
                  <a:pt x="731562" y="52443"/>
                </a:lnTo>
                <a:lnTo>
                  <a:pt x="732023" y="52290"/>
                </a:lnTo>
                <a:lnTo>
                  <a:pt x="732490" y="52144"/>
                </a:lnTo>
                <a:lnTo>
                  <a:pt x="732963" y="52005"/>
                </a:lnTo>
                <a:lnTo>
                  <a:pt x="733442" y="51873"/>
                </a:lnTo>
                <a:lnTo>
                  <a:pt x="733928" y="51748"/>
                </a:lnTo>
                <a:lnTo>
                  <a:pt x="734420" y="51629"/>
                </a:lnTo>
                <a:lnTo>
                  <a:pt x="734917" y="51517"/>
                </a:lnTo>
                <a:lnTo>
                  <a:pt x="735421" y="51412"/>
                </a:lnTo>
                <a:lnTo>
                  <a:pt x="735931" y="51314"/>
                </a:lnTo>
                <a:lnTo>
                  <a:pt x="736448" y="51222"/>
                </a:lnTo>
                <a:lnTo>
                  <a:pt x="736970" y="51138"/>
                </a:lnTo>
                <a:lnTo>
                  <a:pt x="737499" y="51060"/>
                </a:lnTo>
                <a:lnTo>
                  <a:pt x="738034" y="50989"/>
                </a:lnTo>
                <a:lnTo>
                  <a:pt x="738575" y="50924"/>
                </a:lnTo>
                <a:lnTo>
                  <a:pt x="739122" y="50867"/>
                </a:lnTo>
                <a:lnTo>
                  <a:pt x="739675" y="50816"/>
                </a:lnTo>
                <a:lnTo>
                  <a:pt x="740234" y="50772"/>
                </a:lnTo>
                <a:lnTo>
                  <a:pt x="740800" y="50734"/>
                </a:lnTo>
                <a:lnTo>
                  <a:pt x="741372" y="50704"/>
                </a:lnTo>
                <a:lnTo>
                  <a:pt x="741950" y="50680"/>
                </a:lnTo>
                <a:lnTo>
                  <a:pt x="742534" y="50663"/>
                </a:lnTo>
                <a:lnTo>
                  <a:pt x="743124" y="50653"/>
                </a:lnTo>
                <a:lnTo>
                  <a:pt x="743720" y="50650"/>
                </a:lnTo>
                <a:lnTo>
                  <a:pt x="745987" y="50650"/>
                </a:lnTo>
                <a:lnTo>
                  <a:pt x="745987" y="35573"/>
                </a:lnTo>
                <a:lnTo>
                  <a:pt x="744016" y="35573"/>
                </a:lnTo>
                <a:lnTo>
                  <a:pt x="743063" y="35582"/>
                </a:lnTo>
                <a:lnTo>
                  <a:pt x="742124" y="35608"/>
                </a:lnTo>
                <a:lnTo>
                  <a:pt x="741201" y="35652"/>
                </a:lnTo>
                <a:lnTo>
                  <a:pt x="740293" y="35713"/>
                </a:lnTo>
                <a:lnTo>
                  <a:pt x="739400" y="35791"/>
                </a:lnTo>
                <a:lnTo>
                  <a:pt x="738522" y="35887"/>
                </a:lnTo>
                <a:lnTo>
                  <a:pt x="737659" y="36001"/>
                </a:lnTo>
                <a:lnTo>
                  <a:pt x="736812" y="36131"/>
                </a:lnTo>
                <a:lnTo>
                  <a:pt x="735979" y="36280"/>
                </a:lnTo>
                <a:lnTo>
                  <a:pt x="735161" y="36446"/>
                </a:lnTo>
                <a:lnTo>
                  <a:pt x="734358" y="36629"/>
                </a:lnTo>
                <a:lnTo>
                  <a:pt x="733571" y="36829"/>
                </a:lnTo>
                <a:lnTo>
                  <a:pt x="732798" y="37048"/>
                </a:lnTo>
                <a:lnTo>
                  <a:pt x="732041" y="37283"/>
                </a:lnTo>
                <a:lnTo>
                  <a:pt x="731298" y="37536"/>
                </a:lnTo>
                <a:lnTo>
                  <a:pt x="730571" y="37807"/>
                </a:lnTo>
                <a:lnTo>
                  <a:pt x="729858" y="38095"/>
                </a:lnTo>
                <a:lnTo>
                  <a:pt x="729161" y="38400"/>
                </a:lnTo>
                <a:lnTo>
                  <a:pt x="728479" y="38723"/>
                </a:lnTo>
                <a:lnTo>
                  <a:pt x="727811" y="39063"/>
                </a:lnTo>
                <a:lnTo>
                  <a:pt x="727159" y="39421"/>
                </a:lnTo>
                <a:lnTo>
                  <a:pt x="726522" y="39796"/>
                </a:lnTo>
                <a:lnTo>
                  <a:pt x="725900" y="40189"/>
                </a:lnTo>
                <a:lnTo>
                  <a:pt x="725293" y="40599"/>
                </a:lnTo>
                <a:lnTo>
                  <a:pt x="724699" y="41022"/>
                </a:lnTo>
                <a:lnTo>
                  <a:pt x="724116" y="41453"/>
                </a:lnTo>
                <a:lnTo>
                  <a:pt x="723544" y="41893"/>
                </a:lnTo>
                <a:lnTo>
                  <a:pt x="722983" y="42342"/>
                </a:lnTo>
                <a:lnTo>
                  <a:pt x="722433" y="42799"/>
                </a:lnTo>
                <a:lnTo>
                  <a:pt x="721894" y="43265"/>
                </a:lnTo>
                <a:lnTo>
                  <a:pt x="721365" y="43740"/>
                </a:lnTo>
                <a:lnTo>
                  <a:pt x="720848" y="44223"/>
                </a:lnTo>
                <a:lnTo>
                  <a:pt x="720342" y="44714"/>
                </a:lnTo>
                <a:lnTo>
                  <a:pt x="719846" y="45214"/>
                </a:lnTo>
                <a:lnTo>
                  <a:pt x="719362" y="45723"/>
                </a:lnTo>
                <a:lnTo>
                  <a:pt x="718888" y="46240"/>
                </a:lnTo>
                <a:lnTo>
                  <a:pt x="718426" y="46766"/>
                </a:lnTo>
                <a:lnTo>
                  <a:pt x="717974" y="47300"/>
                </a:lnTo>
                <a:lnTo>
                  <a:pt x="717533" y="47843"/>
                </a:lnTo>
                <a:lnTo>
                  <a:pt x="717103" y="48394"/>
                </a:lnTo>
                <a:lnTo>
                  <a:pt x="716685" y="48954"/>
                </a:lnTo>
                <a:lnTo>
                  <a:pt x="716277" y="49523"/>
                </a:lnTo>
                <a:lnTo>
                  <a:pt x="715880" y="50100"/>
                </a:lnTo>
                <a:lnTo>
                  <a:pt x="715494" y="50685"/>
                </a:lnTo>
                <a:lnTo>
                  <a:pt x="715119" y="51279"/>
                </a:lnTo>
                <a:lnTo>
                  <a:pt x="714755" y="51882"/>
                </a:lnTo>
                <a:lnTo>
                  <a:pt x="714402" y="52493"/>
                </a:lnTo>
                <a:lnTo>
                  <a:pt x="714060" y="53113"/>
                </a:lnTo>
                <a:lnTo>
                  <a:pt x="713468" y="37248"/>
                </a:lnTo>
                <a:lnTo>
                  <a:pt x="697998" y="37248"/>
                </a:lnTo>
                <a:lnTo>
                  <a:pt x="697998" y="136183"/>
                </a:lnTo>
                <a:lnTo>
                  <a:pt x="714454" y="136183"/>
                </a:lnTo>
                <a:lnTo>
                  <a:pt x="714454" y="65948"/>
                </a:lnTo>
                <a:lnTo>
                  <a:pt x="714718" y="65573"/>
                </a:lnTo>
                <a:lnTo>
                  <a:pt x="714986" y="65203"/>
                </a:lnTo>
                <a:close/>
                <a:moveTo>
                  <a:pt x="143286" y="137842"/>
                </a:moveTo>
                <a:lnTo>
                  <a:pt x="144245" y="137778"/>
                </a:lnTo>
                <a:lnTo>
                  <a:pt x="145193" y="137699"/>
                </a:lnTo>
                <a:lnTo>
                  <a:pt x="146130" y="137606"/>
                </a:lnTo>
                <a:lnTo>
                  <a:pt x="147055" y="137499"/>
                </a:lnTo>
                <a:lnTo>
                  <a:pt x="147969" y="137378"/>
                </a:lnTo>
                <a:lnTo>
                  <a:pt x="148872" y="137242"/>
                </a:lnTo>
                <a:lnTo>
                  <a:pt x="149763" y="137092"/>
                </a:lnTo>
                <a:lnTo>
                  <a:pt x="150644" y="136928"/>
                </a:lnTo>
                <a:lnTo>
                  <a:pt x="151513" y="136749"/>
                </a:lnTo>
                <a:lnTo>
                  <a:pt x="152370" y="136556"/>
                </a:lnTo>
                <a:lnTo>
                  <a:pt x="153216" y="136349"/>
                </a:lnTo>
                <a:lnTo>
                  <a:pt x="154051" y="136128"/>
                </a:lnTo>
                <a:lnTo>
                  <a:pt x="154875" y="135892"/>
                </a:lnTo>
                <a:lnTo>
                  <a:pt x="155688" y="135642"/>
                </a:lnTo>
                <a:lnTo>
                  <a:pt x="156489" y="135378"/>
                </a:lnTo>
                <a:lnTo>
                  <a:pt x="157279" y="135099"/>
                </a:lnTo>
                <a:lnTo>
                  <a:pt x="158057" y="134806"/>
                </a:lnTo>
                <a:lnTo>
                  <a:pt x="158825" y="134499"/>
                </a:lnTo>
                <a:lnTo>
                  <a:pt x="159581" y="134178"/>
                </a:lnTo>
                <a:lnTo>
                  <a:pt x="160325" y="133842"/>
                </a:lnTo>
                <a:lnTo>
                  <a:pt x="161057" y="133493"/>
                </a:lnTo>
                <a:lnTo>
                  <a:pt x="161776" y="133132"/>
                </a:lnTo>
                <a:lnTo>
                  <a:pt x="162481" y="132759"/>
                </a:lnTo>
                <a:lnTo>
                  <a:pt x="163172" y="132374"/>
                </a:lnTo>
                <a:lnTo>
                  <a:pt x="163849" y="131977"/>
                </a:lnTo>
                <a:lnTo>
                  <a:pt x="164513" y="131568"/>
                </a:lnTo>
                <a:lnTo>
                  <a:pt x="165163" y="131147"/>
                </a:lnTo>
                <a:lnTo>
                  <a:pt x="165800" y="130714"/>
                </a:lnTo>
                <a:lnTo>
                  <a:pt x="166422" y="130269"/>
                </a:lnTo>
                <a:lnTo>
                  <a:pt x="167031" y="129811"/>
                </a:lnTo>
                <a:lnTo>
                  <a:pt x="167627" y="129342"/>
                </a:lnTo>
                <a:lnTo>
                  <a:pt x="168208" y="128861"/>
                </a:lnTo>
                <a:lnTo>
                  <a:pt x="168776" y="128368"/>
                </a:lnTo>
                <a:lnTo>
                  <a:pt x="169331" y="127863"/>
                </a:lnTo>
                <a:lnTo>
                  <a:pt x="169871" y="127346"/>
                </a:lnTo>
                <a:lnTo>
                  <a:pt x="170398" y="126817"/>
                </a:lnTo>
                <a:lnTo>
                  <a:pt x="170911" y="126276"/>
                </a:lnTo>
                <a:lnTo>
                  <a:pt x="171411" y="125723"/>
                </a:lnTo>
                <a:lnTo>
                  <a:pt x="171897" y="125158"/>
                </a:lnTo>
                <a:lnTo>
                  <a:pt x="172369" y="124581"/>
                </a:lnTo>
                <a:lnTo>
                  <a:pt x="172828" y="123992"/>
                </a:lnTo>
                <a:lnTo>
                  <a:pt x="173272" y="123391"/>
                </a:lnTo>
                <a:lnTo>
                  <a:pt x="173703" y="122778"/>
                </a:lnTo>
                <a:lnTo>
                  <a:pt x="174121" y="122153"/>
                </a:lnTo>
                <a:lnTo>
                  <a:pt x="174523" y="121517"/>
                </a:lnTo>
                <a:lnTo>
                  <a:pt x="174910" y="120871"/>
                </a:lnTo>
                <a:lnTo>
                  <a:pt x="175280" y="120215"/>
                </a:lnTo>
                <a:lnTo>
                  <a:pt x="175635" y="119548"/>
                </a:lnTo>
                <a:lnTo>
                  <a:pt x="175973" y="118872"/>
                </a:lnTo>
                <a:lnTo>
                  <a:pt x="176295" y="118186"/>
                </a:lnTo>
                <a:lnTo>
                  <a:pt x="176601" y="117490"/>
                </a:lnTo>
                <a:lnTo>
                  <a:pt x="176891" y="116783"/>
                </a:lnTo>
                <a:lnTo>
                  <a:pt x="177165" y="116067"/>
                </a:lnTo>
                <a:lnTo>
                  <a:pt x="177423" y="115340"/>
                </a:lnTo>
                <a:lnTo>
                  <a:pt x="177664" y="114604"/>
                </a:lnTo>
                <a:lnTo>
                  <a:pt x="177890" y="113857"/>
                </a:lnTo>
                <a:lnTo>
                  <a:pt x="178100" y="113100"/>
                </a:lnTo>
                <a:lnTo>
                  <a:pt x="178293" y="112334"/>
                </a:lnTo>
                <a:lnTo>
                  <a:pt x="178470" y="111557"/>
                </a:lnTo>
                <a:lnTo>
                  <a:pt x="178632" y="110770"/>
                </a:lnTo>
                <a:lnTo>
                  <a:pt x="178777" y="109973"/>
                </a:lnTo>
                <a:lnTo>
                  <a:pt x="178906" y="109166"/>
                </a:lnTo>
                <a:lnTo>
                  <a:pt x="179019" y="108349"/>
                </a:lnTo>
                <a:lnTo>
                  <a:pt x="179116" y="107522"/>
                </a:lnTo>
                <a:lnTo>
                  <a:pt x="179197" y="106685"/>
                </a:lnTo>
                <a:lnTo>
                  <a:pt x="179262" y="105838"/>
                </a:lnTo>
                <a:lnTo>
                  <a:pt x="179311" y="104981"/>
                </a:lnTo>
                <a:lnTo>
                  <a:pt x="179343" y="104114"/>
                </a:lnTo>
                <a:lnTo>
                  <a:pt x="163084" y="104114"/>
                </a:lnTo>
                <a:lnTo>
                  <a:pt x="163049" y="104960"/>
                </a:lnTo>
                <a:lnTo>
                  <a:pt x="162994" y="105790"/>
                </a:lnTo>
                <a:lnTo>
                  <a:pt x="162918" y="106602"/>
                </a:lnTo>
                <a:lnTo>
                  <a:pt x="162822" y="107398"/>
                </a:lnTo>
                <a:lnTo>
                  <a:pt x="162705" y="108178"/>
                </a:lnTo>
                <a:lnTo>
                  <a:pt x="162567" y="108940"/>
                </a:lnTo>
                <a:lnTo>
                  <a:pt x="162409" y="109686"/>
                </a:lnTo>
                <a:lnTo>
                  <a:pt x="162230" y="110415"/>
                </a:lnTo>
                <a:lnTo>
                  <a:pt x="162031" y="111127"/>
                </a:lnTo>
                <a:lnTo>
                  <a:pt x="161812" y="111823"/>
                </a:lnTo>
                <a:lnTo>
                  <a:pt x="161571" y="112502"/>
                </a:lnTo>
                <a:lnTo>
                  <a:pt x="161311" y="113164"/>
                </a:lnTo>
                <a:lnTo>
                  <a:pt x="161029" y="113810"/>
                </a:lnTo>
                <a:lnTo>
                  <a:pt x="160728" y="114438"/>
                </a:lnTo>
                <a:lnTo>
                  <a:pt x="160405" y="115051"/>
                </a:lnTo>
                <a:lnTo>
                  <a:pt x="160062" y="115646"/>
                </a:lnTo>
                <a:lnTo>
                  <a:pt x="159699" y="116224"/>
                </a:lnTo>
                <a:lnTo>
                  <a:pt x="159315" y="116786"/>
                </a:lnTo>
                <a:lnTo>
                  <a:pt x="158911" y="117331"/>
                </a:lnTo>
                <a:lnTo>
                  <a:pt x="158486" y="117860"/>
                </a:lnTo>
                <a:lnTo>
                  <a:pt x="158040" y="118372"/>
                </a:lnTo>
                <a:lnTo>
                  <a:pt x="157574" y="118867"/>
                </a:lnTo>
                <a:lnTo>
                  <a:pt x="157088" y="119345"/>
                </a:lnTo>
                <a:lnTo>
                  <a:pt x="156581" y="119806"/>
                </a:lnTo>
                <a:lnTo>
                  <a:pt x="156055" y="120250"/>
                </a:lnTo>
                <a:lnTo>
                  <a:pt x="155512" y="120675"/>
                </a:lnTo>
                <a:lnTo>
                  <a:pt x="154953" y="121081"/>
                </a:lnTo>
                <a:lnTo>
                  <a:pt x="154377" y="121468"/>
                </a:lnTo>
                <a:lnTo>
                  <a:pt x="153784" y="121836"/>
                </a:lnTo>
                <a:lnTo>
                  <a:pt x="153175" y="122186"/>
                </a:lnTo>
                <a:lnTo>
                  <a:pt x="152549" y="122516"/>
                </a:lnTo>
                <a:lnTo>
                  <a:pt x="151906" y="122828"/>
                </a:lnTo>
                <a:lnTo>
                  <a:pt x="151246" y="123120"/>
                </a:lnTo>
                <a:lnTo>
                  <a:pt x="150569" y="123394"/>
                </a:lnTo>
                <a:lnTo>
                  <a:pt x="149876" y="123649"/>
                </a:lnTo>
                <a:lnTo>
                  <a:pt x="149166" y="123885"/>
                </a:lnTo>
                <a:lnTo>
                  <a:pt x="148439" y="124102"/>
                </a:lnTo>
                <a:lnTo>
                  <a:pt x="147695" y="124300"/>
                </a:lnTo>
                <a:lnTo>
                  <a:pt x="146935" y="124480"/>
                </a:lnTo>
                <a:lnTo>
                  <a:pt x="146157" y="124640"/>
                </a:lnTo>
                <a:lnTo>
                  <a:pt x="145363" y="124782"/>
                </a:lnTo>
                <a:lnTo>
                  <a:pt x="144553" y="124905"/>
                </a:lnTo>
                <a:lnTo>
                  <a:pt x="143725" y="125009"/>
                </a:lnTo>
                <a:lnTo>
                  <a:pt x="142881" y="125094"/>
                </a:lnTo>
                <a:lnTo>
                  <a:pt x="142020" y="125160"/>
                </a:lnTo>
                <a:lnTo>
                  <a:pt x="141142" y="125207"/>
                </a:lnTo>
                <a:lnTo>
                  <a:pt x="140247" y="125235"/>
                </a:lnTo>
                <a:lnTo>
                  <a:pt x="139336" y="125245"/>
                </a:lnTo>
                <a:lnTo>
                  <a:pt x="138481" y="125236"/>
                </a:lnTo>
                <a:lnTo>
                  <a:pt x="137640" y="125210"/>
                </a:lnTo>
                <a:lnTo>
                  <a:pt x="136813" y="125168"/>
                </a:lnTo>
                <a:lnTo>
                  <a:pt x="135999" y="125108"/>
                </a:lnTo>
                <a:lnTo>
                  <a:pt x="135200" y="125031"/>
                </a:lnTo>
                <a:lnTo>
                  <a:pt x="134415" y="124936"/>
                </a:lnTo>
                <a:lnTo>
                  <a:pt x="133644" y="124825"/>
                </a:lnTo>
                <a:lnTo>
                  <a:pt x="132887" y="124696"/>
                </a:lnTo>
                <a:lnTo>
                  <a:pt x="132144" y="124551"/>
                </a:lnTo>
                <a:lnTo>
                  <a:pt x="131415" y="124388"/>
                </a:lnTo>
                <a:lnTo>
                  <a:pt x="130700" y="124208"/>
                </a:lnTo>
                <a:lnTo>
                  <a:pt x="129999" y="124011"/>
                </a:lnTo>
                <a:lnTo>
                  <a:pt x="129313" y="123797"/>
                </a:lnTo>
                <a:lnTo>
                  <a:pt x="128640" y="123566"/>
                </a:lnTo>
                <a:lnTo>
                  <a:pt x="127981" y="123318"/>
                </a:lnTo>
                <a:lnTo>
                  <a:pt x="127336" y="123052"/>
                </a:lnTo>
                <a:lnTo>
                  <a:pt x="126705" y="122769"/>
                </a:lnTo>
                <a:lnTo>
                  <a:pt x="126089" y="122470"/>
                </a:lnTo>
                <a:lnTo>
                  <a:pt x="125486" y="122153"/>
                </a:lnTo>
                <a:lnTo>
                  <a:pt x="124897" y="121819"/>
                </a:lnTo>
                <a:lnTo>
                  <a:pt x="124323" y="121468"/>
                </a:lnTo>
                <a:lnTo>
                  <a:pt x="123762" y="121099"/>
                </a:lnTo>
                <a:lnTo>
                  <a:pt x="123215" y="120714"/>
                </a:lnTo>
                <a:lnTo>
                  <a:pt x="122683" y="120311"/>
                </a:lnTo>
                <a:lnTo>
                  <a:pt x="122163" y="119895"/>
                </a:lnTo>
                <a:lnTo>
                  <a:pt x="121655" y="119467"/>
                </a:lnTo>
                <a:lnTo>
                  <a:pt x="121159" y="119028"/>
                </a:lnTo>
                <a:lnTo>
                  <a:pt x="120675" y="118577"/>
                </a:lnTo>
                <a:lnTo>
                  <a:pt x="120203" y="118115"/>
                </a:lnTo>
                <a:lnTo>
                  <a:pt x="119742" y="117643"/>
                </a:lnTo>
                <a:lnTo>
                  <a:pt x="119293" y="117158"/>
                </a:lnTo>
                <a:lnTo>
                  <a:pt x="118856" y="116663"/>
                </a:lnTo>
                <a:lnTo>
                  <a:pt x="118431" y="116156"/>
                </a:lnTo>
                <a:lnTo>
                  <a:pt x="118018" y="115639"/>
                </a:lnTo>
                <a:lnTo>
                  <a:pt x="117616" y="115110"/>
                </a:lnTo>
                <a:lnTo>
                  <a:pt x="117226" y="114569"/>
                </a:lnTo>
                <a:lnTo>
                  <a:pt x="116848" y="114018"/>
                </a:lnTo>
                <a:lnTo>
                  <a:pt x="116482" y="113455"/>
                </a:lnTo>
                <a:lnTo>
                  <a:pt x="116128" y="112881"/>
                </a:lnTo>
                <a:lnTo>
                  <a:pt x="115785" y="112295"/>
                </a:lnTo>
                <a:lnTo>
                  <a:pt x="115454" y="111699"/>
                </a:lnTo>
                <a:lnTo>
                  <a:pt x="115135" y="111091"/>
                </a:lnTo>
                <a:lnTo>
                  <a:pt x="114828" y="110472"/>
                </a:lnTo>
                <a:lnTo>
                  <a:pt x="114533" y="109842"/>
                </a:lnTo>
                <a:lnTo>
                  <a:pt x="114249" y="109201"/>
                </a:lnTo>
                <a:lnTo>
                  <a:pt x="113977" y="108548"/>
                </a:lnTo>
                <a:lnTo>
                  <a:pt x="113717" y="107884"/>
                </a:lnTo>
                <a:lnTo>
                  <a:pt x="113469" y="107209"/>
                </a:lnTo>
                <a:lnTo>
                  <a:pt x="113232" y="106525"/>
                </a:lnTo>
                <a:lnTo>
                  <a:pt x="113004" y="105836"/>
                </a:lnTo>
                <a:lnTo>
                  <a:pt x="112786" y="105141"/>
                </a:lnTo>
                <a:lnTo>
                  <a:pt x="112578" y="104441"/>
                </a:lnTo>
                <a:lnTo>
                  <a:pt x="112380" y="103736"/>
                </a:lnTo>
                <a:lnTo>
                  <a:pt x="112191" y="103024"/>
                </a:lnTo>
                <a:lnTo>
                  <a:pt x="112013" y="102308"/>
                </a:lnTo>
                <a:lnTo>
                  <a:pt x="111843" y="101585"/>
                </a:lnTo>
                <a:lnTo>
                  <a:pt x="111684" y="100858"/>
                </a:lnTo>
                <a:lnTo>
                  <a:pt x="111534" y="100124"/>
                </a:lnTo>
                <a:lnTo>
                  <a:pt x="111395" y="99385"/>
                </a:lnTo>
                <a:lnTo>
                  <a:pt x="111265" y="98641"/>
                </a:lnTo>
                <a:lnTo>
                  <a:pt x="111144" y="97891"/>
                </a:lnTo>
                <a:lnTo>
                  <a:pt x="111034" y="97136"/>
                </a:lnTo>
                <a:lnTo>
                  <a:pt x="110933" y="96375"/>
                </a:lnTo>
                <a:lnTo>
                  <a:pt x="110842" y="95608"/>
                </a:lnTo>
                <a:lnTo>
                  <a:pt x="110760" y="94836"/>
                </a:lnTo>
                <a:lnTo>
                  <a:pt x="110689" y="94059"/>
                </a:lnTo>
                <a:lnTo>
                  <a:pt x="110627" y="93276"/>
                </a:lnTo>
                <a:lnTo>
                  <a:pt x="110575" y="92487"/>
                </a:lnTo>
                <a:lnTo>
                  <a:pt x="110532" y="91693"/>
                </a:lnTo>
                <a:lnTo>
                  <a:pt x="110500" y="90893"/>
                </a:lnTo>
                <a:lnTo>
                  <a:pt x="110477" y="90088"/>
                </a:lnTo>
                <a:lnTo>
                  <a:pt x="110464" y="89277"/>
                </a:lnTo>
                <a:lnTo>
                  <a:pt x="178851" y="89277"/>
                </a:lnTo>
                <a:lnTo>
                  <a:pt x="178867" y="89199"/>
                </a:lnTo>
                <a:lnTo>
                  <a:pt x="178883" y="89117"/>
                </a:lnTo>
                <a:lnTo>
                  <a:pt x="178899" y="89031"/>
                </a:lnTo>
                <a:lnTo>
                  <a:pt x="178914" y="88941"/>
                </a:lnTo>
                <a:lnTo>
                  <a:pt x="178929" y="88847"/>
                </a:lnTo>
                <a:lnTo>
                  <a:pt x="178943" y="88749"/>
                </a:lnTo>
                <a:lnTo>
                  <a:pt x="178957" y="88647"/>
                </a:lnTo>
                <a:lnTo>
                  <a:pt x="178971" y="88540"/>
                </a:lnTo>
                <a:lnTo>
                  <a:pt x="178985" y="88430"/>
                </a:lnTo>
                <a:lnTo>
                  <a:pt x="178998" y="88316"/>
                </a:lnTo>
                <a:lnTo>
                  <a:pt x="179011" y="88197"/>
                </a:lnTo>
                <a:lnTo>
                  <a:pt x="179023" y="88075"/>
                </a:lnTo>
                <a:lnTo>
                  <a:pt x="179035" y="87948"/>
                </a:lnTo>
                <a:lnTo>
                  <a:pt x="179047" y="87818"/>
                </a:lnTo>
                <a:lnTo>
                  <a:pt x="179059" y="87683"/>
                </a:lnTo>
                <a:lnTo>
                  <a:pt x="179070" y="87545"/>
                </a:lnTo>
                <a:lnTo>
                  <a:pt x="179081" y="87402"/>
                </a:lnTo>
                <a:lnTo>
                  <a:pt x="179091" y="87255"/>
                </a:lnTo>
                <a:lnTo>
                  <a:pt x="179101" y="87105"/>
                </a:lnTo>
                <a:lnTo>
                  <a:pt x="179111" y="86950"/>
                </a:lnTo>
                <a:lnTo>
                  <a:pt x="179120" y="86791"/>
                </a:lnTo>
                <a:lnTo>
                  <a:pt x="179129" y="86628"/>
                </a:lnTo>
                <a:lnTo>
                  <a:pt x="179138" y="86461"/>
                </a:lnTo>
                <a:lnTo>
                  <a:pt x="179146" y="86290"/>
                </a:lnTo>
                <a:lnTo>
                  <a:pt x="179154" y="86118"/>
                </a:lnTo>
                <a:lnTo>
                  <a:pt x="179162" y="85948"/>
                </a:lnTo>
                <a:lnTo>
                  <a:pt x="179169" y="85780"/>
                </a:lnTo>
                <a:lnTo>
                  <a:pt x="179177" y="85613"/>
                </a:lnTo>
                <a:lnTo>
                  <a:pt x="179183" y="85449"/>
                </a:lnTo>
                <a:lnTo>
                  <a:pt x="179190" y="85286"/>
                </a:lnTo>
                <a:lnTo>
                  <a:pt x="179196" y="85125"/>
                </a:lnTo>
                <a:lnTo>
                  <a:pt x="179201" y="84967"/>
                </a:lnTo>
                <a:lnTo>
                  <a:pt x="179206" y="84810"/>
                </a:lnTo>
                <a:lnTo>
                  <a:pt x="179211" y="84655"/>
                </a:lnTo>
                <a:lnTo>
                  <a:pt x="179216" y="84502"/>
                </a:lnTo>
                <a:lnTo>
                  <a:pt x="179220" y="84351"/>
                </a:lnTo>
                <a:lnTo>
                  <a:pt x="179224" y="84202"/>
                </a:lnTo>
                <a:lnTo>
                  <a:pt x="179228" y="84055"/>
                </a:lnTo>
                <a:lnTo>
                  <a:pt x="179231" y="83910"/>
                </a:lnTo>
                <a:lnTo>
                  <a:pt x="179234" y="83767"/>
                </a:lnTo>
                <a:lnTo>
                  <a:pt x="179237" y="83625"/>
                </a:lnTo>
                <a:lnTo>
                  <a:pt x="179239" y="83486"/>
                </a:lnTo>
                <a:lnTo>
                  <a:pt x="179241" y="83349"/>
                </a:lnTo>
                <a:lnTo>
                  <a:pt x="179242" y="83213"/>
                </a:lnTo>
                <a:lnTo>
                  <a:pt x="179243" y="83080"/>
                </a:lnTo>
                <a:lnTo>
                  <a:pt x="179244" y="82948"/>
                </a:lnTo>
                <a:lnTo>
                  <a:pt x="179245" y="82818"/>
                </a:lnTo>
                <a:lnTo>
                  <a:pt x="179245" y="82691"/>
                </a:lnTo>
                <a:lnTo>
                  <a:pt x="179226" y="80809"/>
                </a:lnTo>
                <a:lnTo>
                  <a:pt x="179168" y="78965"/>
                </a:lnTo>
                <a:lnTo>
                  <a:pt x="179071" y="77157"/>
                </a:lnTo>
                <a:lnTo>
                  <a:pt x="178936" y="75386"/>
                </a:lnTo>
                <a:lnTo>
                  <a:pt x="178762" y="73653"/>
                </a:lnTo>
                <a:lnTo>
                  <a:pt x="178549" y="71956"/>
                </a:lnTo>
                <a:lnTo>
                  <a:pt x="178298" y="70296"/>
                </a:lnTo>
                <a:lnTo>
                  <a:pt x="178008" y="68673"/>
                </a:lnTo>
                <a:lnTo>
                  <a:pt x="177679" y="67087"/>
                </a:lnTo>
                <a:lnTo>
                  <a:pt x="177312" y="65538"/>
                </a:lnTo>
                <a:lnTo>
                  <a:pt x="176906" y="64027"/>
                </a:lnTo>
                <a:lnTo>
                  <a:pt x="176461" y="62551"/>
                </a:lnTo>
                <a:lnTo>
                  <a:pt x="175978" y="61113"/>
                </a:lnTo>
                <a:lnTo>
                  <a:pt x="175456" y="59712"/>
                </a:lnTo>
                <a:lnTo>
                  <a:pt x="174895" y="58348"/>
                </a:lnTo>
                <a:lnTo>
                  <a:pt x="174296" y="57021"/>
                </a:lnTo>
                <a:lnTo>
                  <a:pt x="173658" y="55731"/>
                </a:lnTo>
                <a:lnTo>
                  <a:pt x="172981" y="54477"/>
                </a:lnTo>
                <a:lnTo>
                  <a:pt x="172266" y="53261"/>
                </a:lnTo>
                <a:lnTo>
                  <a:pt x="171512" y="52082"/>
                </a:lnTo>
                <a:lnTo>
                  <a:pt x="170720" y="50939"/>
                </a:lnTo>
                <a:lnTo>
                  <a:pt x="169888" y="49834"/>
                </a:lnTo>
                <a:lnTo>
                  <a:pt x="169018" y="48765"/>
                </a:lnTo>
                <a:lnTo>
                  <a:pt x="168110" y="47733"/>
                </a:lnTo>
                <a:lnTo>
                  <a:pt x="167167" y="46741"/>
                </a:lnTo>
                <a:lnTo>
                  <a:pt x="166195" y="45791"/>
                </a:lnTo>
                <a:lnTo>
                  <a:pt x="165194" y="44883"/>
                </a:lnTo>
                <a:lnTo>
                  <a:pt x="164163" y="44018"/>
                </a:lnTo>
                <a:lnTo>
                  <a:pt x="163102" y="43194"/>
                </a:lnTo>
                <a:lnTo>
                  <a:pt x="162013" y="42413"/>
                </a:lnTo>
                <a:lnTo>
                  <a:pt x="160894" y="41674"/>
                </a:lnTo>
                <a:lnTo>
                  <a:pt x="159745" y="40978"/>
                </a:lnTo>
                <a:lnTo>
                  <a:pt x="158567" y="40323"/>
                </a:lnTo>
                <a:lnTo>
                  <a:pt x="157359" y="39711"/>
                </a:lnTo>
                <a:lnTo>
                  <a:pt x="156123" y="39141"/>
                </a:lnTo>
                <a:lnTo>
                  <a:pt x="154856" y="38613"/>
                </a:lnTo>
                <a:lnTo>
                  <a:pt x="153561" y="38128"/>
                </a:lnTo>
                <a:lnTo>
                  <a:pt x="152235" y="37684"/>
                </a:lnTo>
                <a:lnTo>
                  <a:pt x="150881" y="37283"/>
                </a:lnTo>
                <a:lnTo>
                  <a:pt x="149497" y="36924"/>
                </a:lnTo>
                <a:lnTo>
                  <a:pt x="148083" y="36608"/>
                </a:lnTo>
                <a:lnTo>
                  <a:pt x="146640" y="36333"/>
                </a:lnTo>
                <a:lnTo>
                  <a:pt x="145168" y="36101"/>
                </a:lnTo>
                <a:lnTo>
                  <a:pt x="143666" y="35911"/>
                </a:lnTo>
                <a:lnTo>
                  <a:pt x="142135" y="35763"/>
                </a:lnTo>
                <a:lnTo>
                  <a:pt x="140575" y="35657"/>
                </a:lnTo>
                <a:lnTo>
                  <a:pt x="138985" y="35594"/>
                </a:lnTo>
                <a:lnTo>
                  <a:pt x="137365" y="35573"/>
                </a:lnTo>
                <a:lnTo>
                  <a:pt x="136143" y="35584"/>
                </a:lnTo>
                <a:lnTo>
                  <a:pt x="134938" y="35618"/>
                </a:lnTo>
                <a:lnTo>
                  <a:pt x="133751" y="35674"/>
                </a:lnTo>
                <a:lnTo>
                  <a:pt x="132582" y="35753"/>
                </a:lnTo>
                <a:lnTo>
                  <a:pt x="131431" y="35855"/>
                </a:lnTo>
                <a:lnTo>
                  <a:pt x="130298" y="35979"/>
                </a:lnTo>
                <a:lnTo>
                  <a:pt x="129183" y="36125"/>
                </a:lnTo>
                <a:lnTo>
                  <a:pt x="128086" y="36295"/>
                </a:lnTo>
                <a:lnTo>
                  <a:pt x="127007" y="36486"/>
                </a:lnTo>
                <a:lnTo>
                  <a:pt x="125946" y="36701"/>
                </a:lnTo>
                <a:lnTo>
                  <a:pt x="124903" y="36937"/>
                </a:lnTo>
                <a:lnTo>
                  <a:pt x="123878" y="37197"/>
                </a:lnTo>
                <a:lnTo>
                  <a:pt x="122870" y="37478"/>
                </a:lnTo>
                <a:lnTo>
                  <a:pt x="121881" y="37783"/>
                </a:lnTo>
                <a:lnTo>
                  <a:pt x="120910" y="38110"/>
                </a:lnTo>
                <a:lnTo>
                  <a:pt x="119957" y="38459"/>
                </a:lnTo>
                <a:lnTo>
                  <a:pt x="119021" y="38832"/>
                </a:lnTo>
                <a:lnTo>
                  <a:pt x="118104" y="39226"/>
                </a:lnTo>
                <a:lnTo>
                  <a:pt x="117204" y="39643"/>
                </a:lnTo>
                <a:lnTo>
                  <a:pt x="116323" y="40083"/>
                </a:lnTo>
                <a:lnTo>
                  <a:pt x="115459" y="40545"/>
                </a:lnTo>
                <a:lnTo>
                  <a:pt x="114614" y="41030"/>
                </a:lnTo>
                <a:lnTo>
                  <a:pt x="113786" y="41538"/>
                </a:lnTo>
                <a:lnTo>
                  <a:pt x="112977" y="42067"/>
                </a:lnTo>
                <a:lnTo>
                  <a:pt x="112185" y="42617"/>
                </a:lnTo>
                <a:lnTo>
                  <a:pt x="111410" y="43185"/>
                </a:lnTo>
                <a:lnTo>
                  <a:pt x="110652" y="43770"/>
                </a:lnTo>
                <a:lnTo>
                  <a:pt x="109911" y="44372"/>
                </a:lnTo>
                <a:lnTo>
                  <a:pt x="109187" y="44991"/>
                </a:lnTo>
                <a:lnTo>
                  <a:pt x="108481" y="45629"/>
                </a:lnTo>
                <a:lnTo>
                  <a:pt x="107791" y="46283"/>
                </a:lnTo>
                <a:lnTo>
                  <a:pt x="107119" y="46955"/>
                </a:lnTo>
                <a:lnTo>
                  <a:pt x="106464" y="47645"/>
                </a:lnTo>
                <a:lnTo>
                  <a:pt x="105826" y="48351"/>
                </a:lnTo>
                <a:lnTo>
                  <a:pt x="105205" y="49076"/>
                </a:lnTo>
                <a:lnTo>
                  <a:pt x="104601" y="49817"/>
                </a:lnTo>
                <a:lnTo>
                  <a:pt x="104014" y="50577"/>
                </a:lnTo>
                <a:lnTo>
                  <a:pt x="103444" y="51353"/>
                </a:lnTo>
                <a:lnTo>
                  <a:pt x="102892" y="52147"/>
                </a:lnTo>
                <a:lnTo>
                  <a:pt x="102356" y="52959"/>
                </a:lnTo>
                <a:lnTo>
                  <a:pt x="101838" y="53788"/>
                </a:lnTo>
                <a:lnTo>
                  <a:pt x="101337" y="54634"/>
                </a:lnTo>
                <a:lnTo>
                  <a:pt x="100852" y="55498"/>
                </a:lnTo>
                <a:lnTo>
                  <a:pt x="100385" y="56379"/>
                </a:lnTo>
                <a:lnTo>
                  <a:pt x="99935" y="57278"/>
                </a:lnTo>
                <a:lnTo>
                  <a:pt x="99503" y="58194"/>
                </a:lnTo>
                <a:lnTo>
                  <a:pt x="99087" y="59128"/>
                </a:lnTo>
                <a:lnTo>
                  <a:pt x="98688" y="60079"/>
                </a:lnTo>
                <a:lnTo>
                  <a:pt x="98306" y="61045"/>
                </a:lnTo>
                <a:lnTo>
                  <a:pt x="97941" y="62023"/>
                </a:lnTo>
                <a:lnTo>
                  <a:pt x="97591" y="63014"/>
                </a:lnTo>
                <a:lnTo>
                  <a:pt x="97258" y="64018"/>
                </a:lnTo>
                <a:lnTo>
                  <a:pt x="96941" y="65034"/>
                </a:lnTo>
                <a:lnTo>
                  <a:pt x="96641" y="66062"/>
                </a:lnTo>
                <a:lnTo>
                  <a:pt x="96356" y="67103"/>
                </a:lnTo>
                <a:lnTo>
                  <a:pt x="96088" y="68157"/>
                </a:lnTo>
                <a:lnTo>
                  <a:pt x="95836" y="69223"/>
                </a:lnTo>
                <a:lnTo>
                  <a:pt x="95600" y="70302"/>
                </a:lnTo>
                <a:lnTo>
                  <a:pt x="95381" y="71393"/>
                </a:lnTo>
                <a:lnTo>
                  <a:pt x="95178" y="72496"/>
                </a:lnTo>
                <a:lnTo>
                  <a:pt x="94991" y="73612"/>
                </a:lnTo>
                <a:lnTo>
                  <a:pt x="94820" y="74741"/>
                </a:lnTo>
                <a:lnTo>
                  <a:pt x="94666" y="75882"/>
                </a:lnTo>
                <a:lnTo>
                  <a:pt x="94528" y="77036"/>
                </a:lnTo>
                <a:lnTo>
                  <a:pt x="94406" y="78202"/>
                </a:lnTo>
                <a:lnTo>
                  <a:pt x="94300" y="79381"/>
                </a:lnTo>
                <a:lnTo>
                  <a:pt x="94211" y="80572"/>
                </a:lnTo>
                <a:lnTo>
                  <a:pt x="94138" y="81776"/>
                </a:lnTo>
                <a:lnTo>
                  <a:pt x="94081" y="82992"/>
                </a:lnTo>
                <a:lnTo>
                  <a:pt x="94040" y="84220"/>
                </a:lnTo>
                <a:lnTo>
                  <a:pt x="94016" y="85462"/>
                </a:lnTo>
                <a:lnTo>
                  <a:pt x="94008" y="86715"/>
                </a:lnTo>
                <a:lnTo>
                  <a:pt x="94016" y="87920"/>
                </a:lnTo>
                <a:lnTo>
                  <a:pt x="94041" y="89114"/>
                </a:lnTo>
                <a:lnTo>
                  <a:pt x="94083" y="90298"/>
                </a:lnTo>
                <a:lnTo>
                  <a:pt x="94142" y="91472"/>
                </a:lnTo>
                <a:lnTo>
                  <a:pt x="94217" y="92636"/>
                </a:lnTo>
                <a:lnTo>
                  <a:pt x="94309" y="93790"/>
                </a:lnTo>
                <a:lnTo>
                  <a:pt x="94418" y="94934"/>
                </a:lnTo>
                <a:lnTo>
                  <a:pt x="94544" y="96067"/>
                </a:lnTo>
                <a:lnTo>
                  <a:pt x="94687" y="97191"/>
                </a:lnTo>
                <a:lnTo>
                  <a:pt x="94846" y="98305"/>
                </a:lnTo>
                <a:lnTo>
                  <a:pt x="95022" y="99409"/>
                </a:lnTo>
                <a:lnTo>
                  <a:pt x="95215" y="100503"/>
                </a:lnTo>
                <a:lnTo>
                  <a:pt x="95424" y="101586"/>
                </a:lnTo>
                <a:lnTo>
                  <a:pt x="95651" y="102660"/>
                </a:lnTo>
                <a:lnTo>
                  <a:pt x="95894" y="103723"/>
                </a:lnTo>
                <a:lnTo>
                  <a:pt x="96154" y="104777"/>
                </a:lnTo>
                <a:lnTo>
                  <a:pt x="96430" y="105821"/>
                </a:lnTo>
                <a:lnTo>
                  <a:pt x="96724" y="106854"/>
                </a:lnTo>
                <a:lnTo>
                  <a:pt x="97034" y="107877"/>
                </a:lnTo>
                <a:lnTo>
                  <a:pt x="97361" y="108891"/>
                </a:lnTo>
                <a:lnTo>
                  <a:pt x="97704" y="109894"/>
                </a:lnTo>
                <a:lnTo>
                  <a:pt x="98065" y="110887"/>
                </a:lnTo>
                <a:lnTo>
                  <a:pt x="98442" y="111871"/>
                </a:lnTo>
                <a:lnTo>
                  <a:pt x="98836" y="112844"/>
                </a:lnTo>
                <a:lnTo>
                  <a:pt x="99247" y="113803"/>
                </a:lnTo>
                <a:lnTo>
                  <a:pt x="99677" y="114746"/>
                </a:lnTo>
                <a:lnTo>
                  <a:pt x="100124" y="115672"/>
                </a:lnTo>
                <a:lnTo>
                  <a:pt x="100589" y="116581"/>
                </a:lnTo>
                <a:lnTo>
                  <a:pt x="101073" y="117473"/>
                </a:lnTo>
                <a:lnTo>
                  <a:pt x="101574" y="118348"/>
                </a:lnTo>
                <a:lnTo>
                  <a:pt x="102093" y="119206"/>
                </a:lnTo>
                <a:lnTo>
                  <a:pt x="102630" y="120047"/>
                </a:lnTo>
                <a:lnTo>
                  <a:pt x="103185" y="120871"/>
                </a:lnTo>
                <a:lnTo>
                  <a:pt x="103758" y="121679"/>
                </a:lnTo>
                <a:lnTo>
                  <a:pt x="104349" y="122469"/>
                </a:lnTo>
                <a:lnTo>
                  <a:pt x="104958" y="123243"/>
                </a:lnTo>
                <a:lnTo>
                  <a:pt x="105585" y="124000"/>
                </a:lnTo>
                <a:lnTo>
                  <a:pt x="106230" y="124740"/>
                </a:lnTo>
                <a:lnTo>
                  <a:pt x="106893" y="125463"/>
                </a:lnTo>
                <a:lnTo>
                  <a:pt x="107573" y="126169"/>
                </a:lnTo>
                <a:lnTo>
                  <a:pt x="108272" y="126858"/>
                </a:lnTo>
                <a:lnTo>
                  <a:pt x="108989" y="127530"/>
                </a:lnTo>
                <a:lnTo>
                  <a:pt x="109724" y="128186"/>
                </a:lnTo>
                <a:lnTo>
                  <a:pt x="110476" y="128824"/>
                </a:lnTo>
                <a:lnTo>
                  <a:pt x="111247" y="129446"/>
                </a:lnTo>
                <a:lnTo>
                  <a:pt x="112035" y="130051"/>
                </a:lnTo>
                <a:lnTo>
                  <a:pt x="112842" y="130638"/>
                </a:lnTo>
                <a:lnTo>
                  <a:pt x="113666" y="131209"/>
                </a:lnTo>
                <a:lnTo>
                  <a:pt x="114510" y="131760"/>
                </a:lnTo>
                <a:lnTo>
                  <a:pt x="115373" y="132287"/>
                </a:lnTo>
                <a:lnTo>
                  <a:pt x="116255" y="132791"/>
                </a:lnTo>
                <a:lnTo>
                  <a:pt x="117158" y="133271"/>
                </a:lnTo>
                <a:lnTo>
                  <a:pt x="118080" y="133728"/>
                </a:lnTo>
                <a:lnTo>
                  <a:pt x="119021" y="134161"/>
                </a:lnTo>
                <a:lnTo>
                  <a:pt x="119983" y="134571"/>
                </a:lnTo>
                <a:lnTo>
                  <a:pt x="120964" y="134958"/>
                </a:lnTo>
                <a:lnTo>
                  <a:pt x="121965" y="135321"/>
                </a:lnTo>
                <a:lnTo>
                  <a:pt x="122985" y="135660"/>
                </a:lnTo>
                <a:lnTo>
                  <a:pt x="124025" y="135977"/>
                </a:lnTo>
                <a:lnTo>
                  <a:pt x="125085" y="136270"/>
                </a:lnTo>
                <a:lnTo>
                  <a:pt x="126164" y="136539"/>
                </a:lnTo>
                <a:lnTo>
                  <a:pt x="127263" y="136785"/>
                </a:lnTo>
                <a:lnTo>
                  <a:pt x="128382" y="137008"/>
                </a:lnTo>
                <a:lnTo>
                  <a:pt x="129520" y="137207"/>
                </a:lnTo>
                <a:lnTo>
                  <a:pt x="130679" y="137382"/>
                </a:lnTo>
                <a:lnTo>
                  <a:pt x="131856" y="137535"/>
                </a:lnTo>
                <a:lnTo>
                  <a:pt x="133054" y="137663"/>
                </a:lnTo>
                <a:lnTo>
                  <a:pt x="134271" y="137769"/>
                </a:lnTo>
                <a:lnTo>
                  <a:pt x="135508" y="137851"/>
                </a:lnTo>
                <a:lnTo>
                  <a:pt x="136764" y="137909"/>
                </a:lnTo>
                <a:lnTo>
                  <a:pt x="138040" y="137945"/>
                </a:lnTo>
                <a:lnTo>
                  <a:pt x="139336" y="137956"/>
                </a:lnTo>
                <a:lnTo>
                  <a:pt x="140341" y="137949"/>
                </a:lnTo>
                <a:lnTo>
                  <a:pt x="141334" y="137928"/>
                </a:lnTo>
                <a:lnTo>
                  <a:pt x="142315" y="137892"/>
                </a:lnTo>
                <a:lnTo>
                  <a:pt x="143286" y="137842"/>
                </a:lnTo>
                <a:close/>
                <a:moveTo>
                  <a:pt x="111084" y="72703"/>
                </a:moveTo>
                <a:lnTo>
                  <a:pt x="111264" y="71624"/>
                </a:lnTo>
                <a:lnTo>
                  <a:pt x="111465" y="70569"/>
                </a:lnTo>
                <a:lnTo>
                  <a:pt x="111685" y="69537"/>
                </a:lnTo>
                <a:lnTo>
                  <a:pt x="111926" y="68529"/>
                </a:lnTo>
                <a:lnTo>
                  <a:pt x="112186" y="67544"/>
                </a:lnTo>
                <a:lnTo>
                  <a:pt x="112466" y="66583"/>
                </a:lnTo>
                <a:lnTo>
                  <a:pt x="112767" y="65646"/>
                </a:lnTo>
                <a:lnTo>
                  <a:pt x="113088" y="64732"/>
                </a:lnTo>
                <a:lnTo>
                  <a:pt x="113428" y="63842"/>
                </a:lnTo>
                <a:lnTo>
                  <a:pt x="113789" y="62976"/>
                </a:lnTo>
                <a:lnTo>
                  <a:pt x="114169" y="62133"/>
                </a:lnTo>
                <a:lnTo>
                  <a:pt x="114570" y="61314"/>
                </a:lnTo>
                <a:lnTo>
                  <a:pt x="114990" y="60518"/>
                </a:lnTo>
                <a:lnTo>
                  <a:pt x="115431" y="59746"/>
                </a:lnTo>
                <a:lnTo>
                  <a:pt x="115892" y="58998"/>
                </a:lnTo>
                <a:lnTo>
                  <a:pt x="116372" y="58273"/>
                </a:lnTo>
                <a:lnTo>
                  <a:pt x="116873" y="57572"/>
                </a:lnTo>
                <a:lnTo>
                  <a:pt x="117394" y="56895"/>
                </a:lnTo>
                <a:lnTo>
                  <a:pt x="117934" y="56241"/>
                </a:lnTo>
                <a:lnTo>
                  <a:pt x="118495" y="55611"/>
                </a:lnTo>
                <a:lnTo>
                  <a:pt x="119075" y="55005"/>
                </a:lnTo>
                <a:lnTo>
                  <a:pt x="119672" y="54425"/>
                </a:lnTo>
                <a:lnTo>
                  <a:pt x="120288" y="53870"/>
                </a:lnTo>
                <a:lnTo>
                  <a:pt x="120921" y="53342"/>
                </a:lnTo>
                <a:lnTo>
                  <a:pt x="121573" y="52839"/>
                </a:lnTo>
                <a:lnTo>
                  <a:pt x="122243" y="52362"/>
                </a:lnTo>
                <a:lnTo>
                  <a:pt x="122930" y="51911"/>
                </a:lnTo>
                <a:lnTo>
                  <a:pt x="123635" y="51486"/>
                </a:lnTo>
                <a:lnTo>
                  <a:pt x="124359" y="51086"/>
                </a:lnTo>
                <a:lnTo>
                  <a:pt x="125100" y="50713"/>
                </a:lnTo>
                <a:lnTo>
                  <a:pt x="125859" y="50365"/>
                </a:lnTo>
                <a:lnTo>
                  <a:pt x="126637" y="50042"/>
                </a:lnTo>
                <a:lnTo>
                  <a:pt x="127432" y="49746"/>
                </a:lnTo>
                <a:lnTo>
                  <a:pt x="128245" y="49475"/>
                </a:lnTo>
                <a:lnTo>
                  <a:pt x="129076" y="49230"/>
                </a:lnTo>
                <a:lnTo>
                  <a:pt x="129926" y="49011"/>
                </a:lnTo>
                <a:lnTo>
                  <a:pt x="130793" y="48818"/>
                </a:lnTo>
                <a:lnTo>
                  <a:pt x="131678" y="48650"/>
                </a:lnTo>
                <a:lnTo>
                  <a:pt x="132581" y="48508"/>
                </a:lnTo>
                <a:lnTo>
                  <a:pt x="133502" y="48392"/>
                </a:lnTo>
                <a:lnTo>
                  <a:pt x="134441" y="48302"/>
                </a:lnTo>
                <a:lnTo>
                  <a:pt x="135398" y="48238"/>
                </a:lnTo>
                <a:lnTo>
                  <a:pt x="136373" y="48199"/>
                </a:lnTo>
                <a:lnTo>
                  <a:pt x="137365" y="48186"/>
                </a:lnTo>
                <a:lnTo>
                  <a:pt x="138350" y="48199"/>
                </a:lnTo>
                <a:lnTo>
                  <a:pt x="139316" y="48238"/>
                </a:lnTo>
                <a:lnTo>
                  <a:pt x="140265" y="48303"/>
                </a:lnTo>
                <a:lnTo>
                  <a:pt x="141195" y="48394"/>
                </a:lnTo>
                <a:lnTo>
                  <a:pt x="142107" y="48511"/>
                </a:lnTo>
                <a:lnTo>
                  <a:pt x="143001" y="48653"/>
                </a:lnTo>
                <a:lnTo>
                  <a:pt x="143876" y="48822"/>
                </a:lnTo>
                <a:lnTo>
                  <a:pt x="144734" y="49017"/>
                </a:lnTo>
                <a:lnTo>
                  <a:pt x="145573" y="49238"/>
                </a:lnTo>
                <a:lnTo>
                  <a:pt x="146395" y="49484"/>
                </a:lnTo>
                <a:lnTo>
                  <a:pt x="147198" y="49757"/>
                </a:lnTo>
                <a:lnTo>
                  <a:pt x="147983" y="50055"/>
                </a:lnTo>
                <a:lnTo>
                  <a:pt x="148750" y="50380"/>
                </a:lnTo>
                <a:lnTo>
                  <a:pt x="149499" y="50730"/>
                </a:lnTo>
                <a:lnTo>
                  <a:pt x="150229" y="51107"/>
                </a:lnTo>
                <a:lnTo>
                  <a:pt x="150942" y="51509"/>
                </a:lnTo>
                <a:lnTo>
                  <a:pt x="151636" y="51938"/>
                </a:lnTo>
                <a:lnTo>
                  <a:pt x="152313" y="52392"/>
                </a:lnTo>
                <a:lnTo>
                  <a:pt x="152971" y="52872"/>
                </a:lnTo>
                <a:lnTo>
                  <a:pt x="153611" y="53378"/>
                </a:lnTo>
                <a:lnTo>
                  <a:pt x="154233" y="53911"/>
                </a:lnTo>
                <a:lnTo>
                  <a:pt x="154836" y="54469"/>
                </a:lnTo>
                <a:lnTo>
                  <a:pt x="155422" y="55053"/>
                </a:lnTo>
                <a:lnTo>
                  <a:pt x="155989" y="55663"/>
                </a:lnTo>
                <a:lnTo>
                  <a:pt x="156537" y="56297"/>
                </a:lnTo>
                <a:lnTo>
                  <a:pt x="157062" y="56955"/>
                </a:lnTo>
                <a:lnTo>
                  <a:pt x="157565" y="57635"/>
                </a:lnTo>
                <a:lnTo>
                  <a:pt x="158045" y="58339"/>
                </a:lnTo>
                <a:lnTo>
                  <a:pt x="158503" y="59065"/>
                </a:lnTo>
                <a:lnTo>
                  <a:pt x="158939" y="59815"/>
                </a:lnTo>
                <a:lnTo>
                  <a:pt x="159353" y="60588"/>
                </a:lnTo>
                <a:lnTo>
                  <a:pt x="159745" y="61384"/>
                </a:lnTo>
                <a:lnTo>
                  <a:pt x="160114" y="62203"/>
                </a:lnTo>
                <a:lnTo>
                  <a:pt x="160461" y="63045"/>
                </a:lnTo>
                <a:lnTo>
                  <a:pt x="160786" y="63910"/>
                </a:lnTo>
                <a:lnTo>
                  <a:pt x="161089" y="64798"/>
                </a:lnTo>
                <a:lnTo>
                  <a:pt x="161369" y="65709"/>
                </a:lnTo>
                <a:lnTo>
                  <a:pt x="161627" y="66643"/>
                </a:lnTo>
                <a:lnTo>
                  <a:pt x="161863" y="67601"/>
                </a:lnTo>
                <a:lnTo>
                  <a:pt x="162077" y="68581"/>
                </a:lnTo>
                <a:lnTo>
                  <a:pt x="162268" y="69585"/>
                </a:lnTo>
                <a:lnTo>
                  <a:pt x="162438" y="70611"/>
                </a:lnTo>
                <a:lnTo>
                  <a:pt x="162585" y="71661"/>
                </a:lnTo>
                <a:lnTo>
                  <a:pt x="162709" y="72734"/>
                </a:lnTo>
                <a:lnTo>
                  <a:pt x="162812" y="73830"/>
                </a:lnTo>
                <a:lnTo>
                  <a:pt x="162892" y="74949"/>
                </a:lnTo>
                <a:lnTo>
                  <a:pt x="162950" y="76090"/>
                </a:lnTo>
                <a:lnTo>
                  <a:pt x="162986" y="77256"/>
                </a:lnTo>
                <a:lnTo>
                  <a:pt x="110562" y="77256"/>
                </a:lnTo>
                <a:lnTo>
                  <a:pt x="110663" y="76082"/>
                </a:lnTo>
                <a:lnTo>
                  <a:pt x="110783" y="74932"/>
                </a:lnTo>
                <a:lnTo>
                  <a:pt x="110923" y="73806"/>
                </a:lnTo>
                <a:lnTo>
                  <a:pt x="111084" y="72703"/>
                </a:lnTo>
                <a:close/>
                <a:moveTo>
                  <a:pt x="528694" y="137778"/>
                </a:moveTo>
                <a:lnTo>
                  <a:pt x="529642" y="137699"/>
                </a:lnTo>
                <a:lnTo>
                  <a:pt x="530579" y="137606"/>
                </a:lnTo>
                <a:lnTo>
                  <a:pt x="531504" y="137499"/>
                </a:lnTo>
                <a:lnTo>
                  <a:pt x="532418" y="137378"/>
                </a:lnTo>
                <a:lnTo>
                  <a:pt x="533321" y="137242"/>
                </a:lnTo>
                <a:lnTo>
                  <a:pt x="534212" y="137092"/>
                </a:lnTo>
                <a:lnTo>
                  <a:pt x="535093" y="136928"/>
                </a:lnTo>
                <a:lnTo>
                  <a:pt x="535961" y="136749"/>
                </a:lnTo>
                <a:lnTo>
                  <a:pt x="536819" y="136556"/>
                </a:lnTo>
                <a:lnTo>
                  <a:pt x="537665" y="136349"/>
                </a:lnTo>
                <a:lnTo>
                  <a:pt x="538500" y="136128"/>
                </a:lnTo>
                <a:lnTo>
                  <a:pt x="539324" y="135892"/>
                </a:lnTo>
                <a:lnTo>
                  <a:pt x="540137" y="135642"/>
                </a:lnTo>
                <a:lnTo>
                  <a:pt x="540938" y="135378"/>
                </a:lnTo>
                <a:lnTo>
                  <a:pt x="541728" y="135099"/>
                </a:lnTo>
                <a:lnTo>
                  <a:pt x="542506" y="134806"/>
                </a:lnTo>
                <a:lnTo>
                  <a:pt x="543273" y="134499"/>
                </a:lnTo>
                <a:lnTo>
                  <a:pt x="544029" y="134178"/>
                </a:lnTo>
                <a:lnTo>
                  <a:pt x="544774" y="133842"/>
                </a:lnTo>
                <a:lnTo>
                  <a:pt x="545506" y="133493"/>
                </a:lnTo>
                <a:lnTo>
                  <a:pt x="546225" y="133132"/>
                </a:lnTo>
                <a:lnTo>
                  <a:pt x="546930" y="132759"/>
                </a:lnTo>
                <a:lnTo>
                  <a:pt x="547621" y="132374"/>
                </a:lnTo>
                <a:lnTo>
                  <a:pt x="548298" y="131977"/>
                </a:lnTo>
                <a:lnTo>
                  <a:pt x="548962" y="131568"/>
                </a:lnTo>
                <a:lnTo>
                  <a:pt x="549612" y="131147"/>
                </a:lnTo>
                <a:lnTo>
                  <a:pt x="550249" y="130714"/>
                </a:lnTo>
                <a:lnTo>
                  <a:pt x="550871" y="130269"/>
                </a:lnTo>
                <a:lnTo>
                  <a:pt x="551480" y="129811"/>
                </a:lnTo>
                <a:lnTo>
                  <a:pt x="552076" y="129342"/>
                </a:lnTo>
                <a:lnTo>
                  <a:pt x="552657" y="128861"/>
                </a:lnTo>
                <a:lnTo>
                  <a:pt x="553225" y="128368"/>
                </a:lnTo>
                <a:lnTo>
                  <a:pt x="553780" y="127863"/>
                </a:lnTo>
                <a:lnTo>
                  <a:pt x="554320" y="127346"/>
                </a:lnTo>
                <a:lnTo>
                  <a:pt x="554847" y="126817"/>
                </a:lnTo>
                <a:lnTo>
                  <a:pt x="555360" y="126276"/>
                </a:lnTo>
                <a:lnTo>
                  <a:pt x="555860" y="125723"/>
                </a:lnTo>
                <a:lnTo>
                  <a:pt x="556346" y="125158"/>
                </a:lnTo>
                <a:lnTo>
                  <a:pt x="556818" y="124581"/>
                </a:lnTo>
                <a:lnTo>
                  <a:pt x="557276" y="123992"/>
                </a:lnTo>
                <a:lnTo>
                  <a:pt x="557721" y="123391"/>
                </a:lnTo>
                <a:lnTo>
                  <a:pt x="558152" y="122778"/>
                </a:lnTo>
                <a:lnTo>
                  <a:pt x="558570" y="122153"/>
                </a:lnTo>
                <a:lnTo>
                  <a:pt x="558972" y="121517"/>
                </a:lnTo>
                <a:lnTo>
                  <a:pt x="559359" y="120871"/>
                </a:lnTo>
                <a:lnTo>
                  <a:pt x="559729" y="120215"/>
                </a:lnTo>
                <a:lnTo>
                  <a:pt x="560083" y="119548"/>
                </a:lnTo>
                <a:lnTo>
                  <a:pt x="560422" y="118872"/>
                </a:lnTo>
                <a:lnTo>
                  <a:pt x="560744" y="118186"/>
                </a:lnTo>
                <a:lnTo>
                  <a:pt x="561050" y="117490"/>
                </a:lnTo>
                <a:lnTo>
                  <a:pt x="561340" y="116783"/>
                </a:lnTo>
                <a:lnTo>
                  <a:pt x="561614" y="116067"/>
                </a:lnTo>
                <a:lnTo>
                  <a:pt x="561872" y="115340"/>
                </a:lnTo>
                <a:lnTo>
                  <a:pt x="562113" y="114604"/>
                </a:lnTo>
                <a:lnTo>
                  <a:pt x="562339" y="113857"/>
                </a:lnTo>
                <a:lnTo>
                  <a:pt x="562548" y="113100"/>
                </a:lnTo>
                <a:lnTo>
                  <a:pt x="562742" y="112334"/>
                </a:lnTo>
                <a:lnTo>
                  <a:pt x="562919" y="111557"/>
                </a:lnTo>
                <a:lnTo>
                  <a:pt x="563081" y="110770"/>
                </a:lnTo>
                <a:lnTo>
                  <a:pt x="563226" y="109973"/>
                </a:lnTo>
                <a:lnTo>
                  <a:pt x="563355" y="109166"/>
                </a:lnTo>
                <a:lnTo>
                  <a:pt x="563468" y="108349"/>
                </a:lnTo>
                <a:lnTo>
                  <a:pt x="563565" y="107522"/>
                </a:lnTo>
                <a:lnTo>
                  <a:pt x="563646" y="106685"/>
                </a:lnTo>
                <a:lnTo>
                  <a:pt x="563711" y="105838"/>
                </a:lnTo>
                <a:lnTo>
                  <a:pt x="563760" y="104981"/>
                </a:lnTo>
                <a:lnTo>
                  <a:pt x="563792" y="104114"/>
                </a:lnTo>
                <a:lnTo>
                  <a:pt x="547533" y="104114"/>
                </a:lnTo>
                <a:lnTo>
                  <a:pt x="547498" y="104960"/>
                </a:lnTo>
                <a:lnTo>
                  <a:pt x="547443" y="105790"/>
                </a:lnTo>
                <a:lnTo>
                  <a:pt x="547367" y="106602"/>
                </a:lnTo>
                <a:lnTo>
                  <a:pt x="547270" y="107398"/>
                </a:lnTo>
                <a:lnTo>
                  <a:pt x="547153" y="108178"/>
                </a:lnTo>
                <a:lnTo>
                  <a:pt x="547016" y="108940"/>
                </a:lnTo>
                <a:lnTo>
                  <a:pt x="546858" y="109686"/>
                </a:lnTo>
                <a:lnTo>
                  <a:pt x="546679" y="110415"/>
                </a:lnTo>
                <a:lnTo>
                  <a:pt x="546480" y="111127"/>
                </a:lnTo>
                <a:lnTo>
                  <a:pt x="546260" y="111823"/>
                </a:lnTo>
                <a:lnTo>
                  <a:pt x="546020" y="112502"/>
                </a:lnTo>
                <a:lnTo>
                  <a:pt x="545760" y="113164"/>
                </a:lnTo>
                <a:lnTo>
                  <a:pt x="545478" y="113810"/>
                </a:lnTo>
                <a:lnTo>
                  <a:pt x="545177" y="114438"/>
                </a:lnTo>
                <a:lnTo>
                  <a:pt x="544854" y="115051"/>
                </a:lnTo>
                <a:lnTo>
                  <a:pt x="544511" y="115646"/>
                </a:lnTo>
                <a:lnTo>
                  <a:pt x="544148" y="116224"/>
                </a:lnTo>
                <a:lnTo>
                  <a:pt x="543764" y="116786"/>
                </a:lnTo>
                <a:lnTo>
                  <a:pt x="543360" y="117331"/>
                </a:lnTo>
                <a:lnTo>
                  <a:pt x="542935" y="117860"/>
                </a:lnTo>
                <a:lnTo>
                  <a:pt x="542489" y="118372"/>
                </a:lnTo>
                <a:lnTo>
                  <a:pt x="542023" y="118867"/>
                </a:lnTo>
                <a:lnTo>
                  <a:pt x="541537" y="119345"/>
                </a:lnTo>
                <a:lnTo>
                  <a:pt x="541030" y="119806"/>
                </a:lnTo>
                <a:lnTo>
                  <a:pt x="540504" y="120250"/>
                </a:lnTo>
                <a:lnTo>
                  <a:pt x="539961" y="120675"/>
                </a:lnTo>
                <a:lnTo>
                  <a:pt x="539402" y="121081"/>
                </a:lnTo>
                <a:lnTo>
                  <a:pt x="538826" y="121468"/>
                </a:lnTo>
                <a:lnTo>
                  <a:pt x="538233" y="121836"/>
                </a:lnTo>
                <a:lnTo>
                  <a:pt x="537624" y="122186"/>
                </a:lnTo>
                <a:lnTo>
                  <a:pt x="536997" y="122516"/>
                </a:lnTo>
                <a:lnTo>
                  <a:pt x="536354" y="122828"/>
                </a:lnTo>
                <a:lnTo>
                  <a:pt x="535695" y="123120"/>
                </a:lnTo>
                <a:lnTo>
                  <a:pt x="535018" y="123394"/>
                </a:lnTo>
                <a:lnTo>
                  <a:pt x="534325" y="123649"/>
                </a:lnTo>
                <a:lnTo>
                  <a:pt x="533614" y="123885"/>
                </a:lnTo>
                <a:lnTo>
                  <a:pt x="532888" y="124102"/>
                </a:lnTo>
                <a:lnTo>
                  <a:pt x="532144" y="124300"/>
                </a:lnTo>
                <a:lnTo>
                  <a:pt x="531383" y="124480"/>
                </a:lnTo>
                <a:lnTo>
                  <a:pt x="530606" y="124640"/>
                </a:lnTo>
                <a:lnTo>
                  <a:pt x="529812" y="124782"/>
                </a:lnTo>
                <a:lnTo>
                  <a:pt x="529002" y="124905"/>
                </a:lnTo>
                <a:lnTo>
                  <a:pt x="528174" y="125009"/>
                </a:lnTo>
                <a:lnTo>
                  <a:pt x="527330" y="125094"/>
                </a:lnTo>
                <a:lnTo>
                  <a:pt x="526469" y="125160"/>
                </a:lnTo>
                <a:lnTo>
                  <a:pt x="525591" y="125207"/>
                </a:lnTo>
                <a:lnTo>
                  <a:pt x="524696" y="125235"/>
                </a:lnTo>
                <a:lnTo>
                  <a:pt x="523785" y="125245"/>
                </a:lnTo>
                <a:lnTo>
                  <a:pt x="522930" y="125236"/>
                </a:lnTo>
                <a:lnTo>
                  <a:pt x="522089" y="125210"/>
                </a:lnTo>
                <a:lnTo>
                  <a:pt x="521262" y="125168"/>
                </a:lnTo>
                <a:lnTo>
                  <a:pt x="520448" y="125108"/>
                </a:lnTo>
                <a:lnTo>
                  <a:pt x="519649" y="125031"/>
                </a:lnTo>
                <a:lnTo>
                  <a:pt x="518864" y="124936"/>
                </a:lnTo>
                <a:lnTo>
                  <a:pt x="518093" y="124825"/>
                </a:lnTo>
                <a:lnTo>
                  <a:pt x="517336" y="124696"/>
                </a:lnTo>
                <a:lnTo>
                  <a:pt x="516593" y="124551"/>
                </a:lnTo>
                <a:lnTo>
                  <a:pt x="515864" y="124388"/>
                </a:lnTo>
                <a:lnTo>
                  <a:pt x="515149" y="124208"/>
                </a:lnTo>
                <a:lnTo>
                  <a:pt x="514448" y="124011"/>
                </a:lnTo>
                <a:lnTo>
                  <a:pt x="513762" y="123797"/>
                </a:lnTo>
                <a:lnTo>
                  <a:pt x="513089" y="123566"/>
                </a:lnTo>
                <a:lnTo>
                  <a:pt x="512430" y="123318"/>
                </a:lnTo>
                <a:lnTo>
                  <a:pt x="511785" y="123052"/>
                </a:lnTo>
                <a:lnTo>
                  <a:pt x="511154" y="122769"/>
                </a:lnTo>
                <a:lnTo>
                  <a:pt x="510538" y="122470"/>
                </a:lnTo>
                <a:lnTo>
                  <a:pt x="509935" y="122153"/>
                </a:lnTo>
                <a:lnTo>
                  <a:pt x="509346" y="121819"/>
                </a:lnTo>
                <a:lnTo>
                  <a:pt x="508772" y="121468"/>
                </a:lnTo>
                <a:lnTo>
                  <a:pt x="508211" y="121099"/>
                </a:lnTo>
                <a:lnTo>
                  <a:pt x="507664" y="120714"/>
                </a:lnTo>
                <a:lnTo>
                  <a:pt x="507132" y="120311"/>
                </a:lnTo>
                <a:lnTo>
                  <a:pt x="506612" y="119895"/>
                </a:lnTo>
                <a:lnTo>
                  <a:pt x="506104" y="119467"/>
                </a:lnTo>
                <a:lnTo>
                  <a:pt x="505608" y="119028"/>
                </a:lnTo>
                <a:lnTo>
                  <a:pt x="505124" y="118577"/>
                </a:lnTo>
                <a:lnTo>
                  <a:pt x="504652" y="118115"/>
                </a:lnTo>
                <a:lnTo>
                  <a:pt x="504191" y="117643"/>
                </a:lnTo>
                <a:lnTo>
                  <a:pt x="503742" y="117158"/>
                </a:lnTo>
                <a:lnTo>
                  <a:pt x="503305" y="116663"/>
                </a:lnTo>
                <a:lnTo>
                  <a:pt x="502880" y="116156"/>
                </a:lnTo>
                <a:lnTo>
                  <a:pt x="502467" y="115639"/>
                </a:lnTo>
                <a:lnTo>
                  <a:pt x="502065" y="115110"/>
                </a:lnTo>
                <a:lnTo>
                  <a:pt x="501675" y="114569"/>
                </a:lnTo>
                <a:lnTo>
                  <a:pt x="501297" y="114018"/>
                </a:lnTo>
                <a:lnTo>
                  <a:pt x="500931" y="113455"/>
                </a:lnTo>
                <a:lnTo>
                  <a:pt x="500577" y="112881"/>
                </a:lnTo>
                <a:lnTo>
                  <a:pt x="500234" y="112295"/>
                </a:lnTo>
                <a:lnTo>
                  <a:pt x="499903" y="111699"/>
                </a:lnTo>
                <a:lnTo>
                  <a:pt x="499584" y="111091"/>
                </a:lnTo>
                <a:lnTo>
                  <a:pt x="499277" y="110472"/>
                </a:lnTo>
                <a:lnTo>
                  <a:pt x="498982" y="109842"/>
                </a:lnTo>
                <a:lnTo>
                  <a:pt x="498698" y="109201"/>
                </a:lnTo>
                <a:lnTo>
                  <a:pt x="498426" y="108548"/>
                </a:lnTo>
                <a:lnTo>
                  <a:pt x="498166" y="107884"/>
                </a:lnTo>
                <a:lnTo>
                  <a:pt x="497918" y="107209"/>
                </a:lnTo>
                <a:lnTo>
                  <a:pt x="497681" y="106525"/>
                </a:lnTo>
                <a:lnTo>
                  <a:pt x="497453" y="105836"/>
                </a:lnTo>
                <a:lnTo>
                  <a:pt x="497235" y="105141"/>
                </a:lnTo>
                <a:lnTo>
                  <a:pt x="497027" y="104441"/>
                </a:lnTo>
                <a:lnTo>
                  <a:pt x="496829" y="103736"/>
                </a:lnTo>
                <a:lnTo>
                  <a:pt x="496640" y="103024"/>
                </a:lnTo>
                <a:lnTo>
                  <a:pt x="496461" y="102308"/>
                </a:lnTo>
                <a:lnTo>
                  <a:pt x="496292" y="101585"/>
                </a:lnTo>
                <a:lnTo>
                  <a:pt x="496133" y="100858"/>
                </a:lnTo>
                <a:lnTo>
                  <a:pt x="495983" y="100124"/>
                </a:lnTo>
                <a:lnTo>
                  <a:pt x="495844" y="99385"/>
                </a:lnTo>
                <a:lnTo>
                  <a:pt x="495713" y="98641"/>
                </a:lnTo>
                <a:lnTo>
                  <a:pt x="495593" y="97891"/>
                </a:lnTo>
                <a:lnTo>
                  <a:pt x="495482" y="97136"/>
                </a:lnTo>
                <a:lnTo>
                  <a:pt x="495382" y="96375"/>
                </a:lnTo>
                <a:lnTo>
                  <a:pt x="495291" y="95608"/>
                </a:lnTo>
                <a:lnTo>
                  <a:pt x="495209" y="94836"/>
                </a:lnTo>
                <a:lnTo>
                  <a:pt x="495138" y="94059"/>
                </a:lnTo>
                <a:lnTo>
                  <a:pt x="495076" y="93276"/>
                </a:lnTo>
                <a:lnTo>
                  <a:pt x="495024" y="92487"/>
                </a:lnTo>
                <a:lnTo>
                  <a:pt x="494981" y="91693"/>
                </a:lnTo>
                <a:lnTo>
                  <a:pt x="494949" y="90893"/>
                </a:lnTo>
                <a:lnTo>
                  <a:pt x="494926" y="90088"/>
                </a:lnTo>
                <a:lnTo>
                  <a:pt x="494913" y="89277"/>
                </a:lnTo>
                <a:lnTo>
                  <a:pt x="563300" y="89277"/>
                </a:lnTo>
                <a:lnTo>
                  <a:pt x="563316" y="89199"/>
                </a:lnTo>
                <a:lnTo>
                  <a:pt x="563332" y="89117"/>
                </a:lnTo>
                <a:lnTo>
                  <a:pt x="563347" y="89031"/>
                </a:lnTo>
                <a:lnTo>
                  <a:pt x="563363" y="88941"/>
                </a:lnTo>
                <a:lnTo>
                  <a:pt x="563378" y="88847"/>
                </a:lnTo>
                <a:lnTo>
                  <a:pt x="563392" y="88749"/>
                </a:lnTo>
                <a:lnTo>
                  <a:pt x="563406" y="88647"/>
                </a:lnTo>
                <a:lnTo>
                  <a:pt x="563420" y="88540"/>
                </a:lnTo>
                <a:lnTo>
                  <a:pt x="563434" y="88430"/>
                </a:lnTo>
                <a:lnTo>
                  <a:pt x="563447" y="88316"/>
                </a:lnTo>
                <a:lnTo>
                  <a:pt x="563460" y="88197"/>
                </a:lnTo>
                <a:lnTo>
                  <a:pt x="563472" y="88075"/>
                </a:lnTo>
                <a:lnTo>
                  <a:pt x="563484" y="87948"/>
                </a:lnTo>
                <a:lnTo>
                  <a:pt x="563496" y="87818"/>
                </a:lnTo>
                <a:lnTo>
                  <a:pt x="563508" y="87683"/>
                </a:lnTo>
                <a:lnTo>
                  <a:pt x="563519" y="87545"/>
                </a:lnTo>
                <a:lnTo>
                  <a:pt x="563529" y="87402"/>
                </a:lnTo>
                <a:lnTo>
                  <a:pt x="563540" y="87255"/>
                </a:lnTo>
                <a:lnTo>
                  <a:pt x="563550" y="87105"/>
                </a:lnTo>
                <a:lnTo>
                  <a:pt x="563560" y="86950"/>
                </a:lnTo>
                <a:lnTo>
                  <a:pt x="563569" y="86791"/>
                </a:lnTo>
                <a:lnTo>
                  <a:pt x="563578" y="86628"/>
                </a:lnTo>
                <a:lnTo>
                  <a:pt x="563587" y="86461"/>
                </a:lnTo>
                <a:lnTo>
                  <a:pt x="563595" y="86290"/>
                </a:lnTo>
                <a:lnTo>
                  <a:pt x="563603" y="86118"/>
                </a:lnTo>
                <a:lnTo>
                  <a:pt x="563611" y="85948"/>
                </a:lnTo>
                <a:lnTo>
                  <a:pt x="563618" y="85780"/>
                </a:lnTo>
                <a:lnTo>
                  <a:pt x="563625" y="85613"/>
                </a:lnTo>
                <a:lnTo>
                  <a:pt x="563632" y="85449"/>
                </a:lnTo>
                <a:lnTo>
                  <a:pt x="563638" y="85286"/>
                </a:lnTo>
                <a:lnTo>
                  <a:pt x="563644" y="85125"/>
                </a:lnTo>
                <a:lnTo>
                  <a:pt x="563650" y="84967"/>
                </a:lnTo>
                <a:lnTo>
                  <a:pt x="563655" y="84810"/>
                </a:lnTo>
                <a:lnTo>
                  <a:pt x="563660" y="84655"/>
                </a:lnTo>
                <a:lnTo>
                  <a:pt x="563665" y="84502"/>
                </a:lnTo>
                <a:lnTo>
                  <a:pt x="563669" y="84351"/>
                </a:lnTo>
                <a:lnTo>
                  <a:pt x="563673" y="84202"/>
                </a:lnTo>
                <a:lnTo>
                  <a:pt x="563677" y="84055"/>
                </a:lnTo>
                <a:lnTo>
                  <a:pt x="563680" y="83910"/>
                </a:lnTo>
                <a:lnTo>
                  <a:pt x="563683" y="83767"/>
                </a:lnTo>
                <a:lnTo>
                  <a:pt x="563685" y="83625"/>
                </a:lnTo>
                <a:lnTo>
                  <a:pt x="563688" y="83486"/>
                </a:lnTo>
                <a:lnTo>
                  <a:pt x="563690" y="83349"/>
                </a:lnTo>
                <a:lnTo>
                  <a:pt x="563691" y="83213"/>
                </a:lnTo>
                <a:lnTo>
                  <a:pt x="563692" y="83080"/>
                </a:lnTo>
                <a:lnTo>
                  <a:pt x="563693" y="82948"/>
                </a:lnTo>
                <a:lnTo>
                  <a:pt x="563694" y="82818"/>
                </a:lnTo>
                <a:lnTo>
                  <a:pt x="563694" y="82691"/>
                </a:lnTo>
                <a:lnTo>
                  <a:pt x="563675" y="80809"/>
                </a:lnTo>
                <a:lnTo>
                  <a:pt x="563617" y="78965"/>
                </a:lnTo>
                <a:lnTo>
                  <a:pt x="563520" y="77157"/>
                </a:lnTo>
                <a:lnTo>
                  <a:pt x="563385" y="75386"/>
                </a:lnTo>
                <a:lnTo>
                  <a:pt x="563211" y="73653"/>
                </a:lnTo>
                <a:lnTo>
                  <a:pt x="562998" y="71956"/>
                </a:lnTo>
                <a:lnTo>
                  <a:pt x="562747" y="70296"/>
                </a:lnTo>
                <a:lnTo>
                  <a:pt x="562457" y="68673"/>
                </a:lnTo>
                <a:lnTo>
                  <a:pt x="562128" y="67087"/>
                </a:lnTo>
                <a:lnTo>
                  <a:pt x="561761" y="65538"/>
                </a:lnTo>
                <a:lnTo>
                  <a:pt x="561355" y="64027"/>
                </a:lnTo>
                <a:lnTo>
                  <a:pt x="560910" y="62551"/>
                </a:lnTo>
                <a:lnTo>
                  <a:pt x="560427" y="61113"/>
                </a:lnTo>
                <a:lnTo>
                  <a:pt x="559905" y="59712"/>
                </a:lnTo>
                <a:lnTo>
                  <a:pt x="559344" y="58348"/>
                </a:lnTo>
                <a:lnTo>
                  <a:pt x="558745" y="57021"/>
                </a:lnTo>
                <a:lnTo>
                  <a:pt x="558107" y="55731"/>
                </a:lnTo>
                <a:lnTo>
                  <a:pt x="557430" y="54477"/>
                </a:lnTo>
                <a:lnTo>
                  <a:pt x="556715" y="53261"/>
                </a:lnTo>
                <a:lnTo>
                  <a:pt x="555961" y="52082"/>
                </a:lnTo>
                <a:lnTo>
                  <a:pt x="555169" y="50939"/>
                </a:lnTo>
                <a:lnTo>
                  <a:pt x="554337" y="49834"/>
                </a:lnTo>
                <a:lnTo>
                  <a:pt x="553467" y="48765"/>
                </a:lnTo>
                <a:lnTo>
                  <a:pt x="552559" y="47733"/>
                </a:lnTo>
                <a:lnTo>
                  <a:pt x="551616" y="46741"/>
                </a:lnTo>
                <a:lnTo>
                  <a:pt x="550644" y="45791"/>
                </a:lnTo>
                <a:lnTo>
                  <a:pt x="549643" y="44883"/>
                </a:lnTo>
                <a:lnTo>
                  <a:pt x="548612" y="44018"/>
                </a:lnTo>
                <a:lnTo>
                  <a:pt x="547551" y="43194"/>
                </a:lnTo>
                <a:lnTo>
                  <a:pt x="546462" y="42413"/>
                </a:lnTo>
                <a:lnTo>
                  <a:pt x="545342" y="41674"/>
                </a:lnTo>
                <a:lnTo>
                  <a:pt x="544194" y="40978"/>
                </a:lnTo>
                <a:lnTo>
                  <a:pt x="543016" y="40323"/>
                </a:lnTo>
                <a:lnTo>
                  <a:pt x="541808" y="39711"/>
                </a:lnTo>
                <a:lnTo>
                  <a:pt x="540571" y="39141"/>
                </a:lnTo>
                <a:lnTo>
                  <a:pt x="539305" y="38613"/>
                </a:lnTo>
                <a:lnTo>
                  <a:pt x="538009" y="38128"/>
                </a:lnTo>
                <a:lnTo>
                  <a:pt x="536684" y="37684"/>
                </a:lnTo>
                <a:lnTo>
                  <a:pt x="535330" y="37283"/>
                </a:lnTo>
                <a:lnTo>
                  <a:pt x="533946" y="36924"/>
                </a:lnTo>
                <a:lnTo>
                  <a:pt x="532532" y="36608"/>
                </a:lnTo>
                <a:lnTo>
                  <a:pt x="531089" y="36333"/>
                </a:lnTo>
                <a:lnTo>
                  <a:pt x="529617" y="36101"/>
                </a:lnTo>
                <a:lnTo>
                  <a:pt x="528115" y="35911"/>
                </a:lnTo>
                <a:lnTo>
                  <a:pt x="526584" y="35763"/>
                </a:lnTo>
                <a:lnTo>
                  <a:pt x="525024" y="35657"/>
                </a:lnTo>
                <a:lnTo>
                  <a:pt x="523434" y="35594"/>
                </a:lnTo>
                <a:lnTo>
                  <a:pt x="521814" y="35573"/>
                </a:lnTo>
                <a:lnTo>
                  <a:pt x="520591" y="35584"/>
                </a:lnTo>
                <a:lnTo>
                  <a:pt x="519387" y="35618"/>
                </a:lnTo>
                <a:lnTo>
                  <a:pt x="518200" y="35674"/>
                </a:lnTo>
                <a:lnTo>
                  <a:pt x="517031" y="35753"/>
                </a:lnTo>
                <a:lnTo>
                  <a:pt x="515880" y="35855"/>
                </a:lnTo>
                <a:lnTo>
                  <a:pt x="514747" y="35979"/>
                </a:lnTo>
                <a:lnTo>
                  <a:pt x="513632" y="36125"/>
                </a:lnTo>
                <a:lnTo>
                  <a:pt x="512535" y="36295"/>
                </a:lnTo>
                <a:lnTo>
                  <a:pt x="511456" y="36486"/>
                </a:lnTo>
                <a:lnTo>
                  <a:pt x="510395" y="36701"/>
                </a:lnTo>
                <a:lnTo>
                  <a:pt x="509352" y="36937"/>
                </a:lnTo>
                <a:lnTo>
                  <a:pt x="508327" y="37197"/>
                </a:lnTo>
                <a:lnTo>
                  <a:pt x="507319" y="37478"/>
                </a:lnTo>
                <a:lnTo>
                  <a:pt x="506330" y="37783"/>
                </a:lnTo>
                <a:lnTo>
                  <a:pt x="505359" y="38110"/>
                </a:lnTo>
                <a:lnTo>
                  <a:pt x="504405" y="38459"/>
                </a:lnTo>
                <a:lnTo>
                  <a:pt x="503470" y="38832"/>
                </a:lnTo>
                <a:lnTo>
                  <a:pt x="502553" y="39226"/>
                </a:lnTo>
                <a:lnTo>
                  <a:pt x="501653" y="39643"/>
                </a:lnTo>
                <a:lnTo>
                  <a:pt x="500772" y="40083"/>
                </a:lnTo>
                <a:lnTo>
                  <a:pt x="499908" y="40545"/>
                </a:lnTo>
                <a:lnTo>
                  <a:pt x="499063" y="41030"/>
                </a:lnTo>
                <a:lnTo>
                  <a:pt x="498235" y="41538"/>
                </a:lnTo>
                <a:lnTo>
                  <a:pt x="497426" y="42067"/>
                </a:lnTo>
                <a:lnTo>
                  <a:pt x="496633" y="42617"/>
                </a:lnTo>
                <a:lnTo>
                  <a:pt x="495858" y="43185"/>
                </a:lnTo>
                <a:lnTo>
                  <a:pt x="495101" y="43770"/>
                </a:lnTo>
                <a:lnTo>
                  <a:pt x="494360" y="44372"/>
                </a:lnTo>
                <a:lnTo>
                  <a:pt x="493636" y="44991"/>
                </a:lnTo>
                <a:lnTo>
                  <a:pt x="492930" y="45629"/>
                </a:lnTo>
                <a:lnTo>
                  <a:pt x="492240" y="46283"/>
                </a:lnTo>
                <a:lnTo>
                  <a:pt x="491568" y="46955"/>
                </a:lnTo>
                <a:lnTo>
                  <a:pt x="490913" y="47645"/>
                </a:lnTo>
                <a:lnTo>
                  <a:pt x="490275" y="48351"/>
                </a:lnTo>
                <a:lnTo>
                  <a:pt x="489654" y="49076"/>
                </a:lnTo>
                <a:lnTo>
                  <a:pt x="489050" y="49817"/>
                </a:lnTo>
                <a:lnTo>
                  <a:pt x="488463" y="50577"/>
                </a:lnTo>
                <a:lnTo>
                  <a:pt x="487893" y="51353"/>
                </a:lnTo>
                <a:lnTo>
                  <a:pt x="487341" y="52147"/>
                </a:lnTo>
                <a:lnTo>
                  <a:pt x="486805" y="52959"/>
                </a:lnTo>
                <a:lnTo>
                  <a:pt x="486287" y="53788"/>
                </a:lnTo>
                <a:lnTo>
                  <a:pt x="485785" y="54634"/>
                </a:lnTo>
                <a:lnTo>
                  <a:pt x="485301" y="55498"/>
                </a:lnTo>
                <a:lnTo>
                  <a:pt x="484834" y="56379"/>
                </a:lnTo>
                <a:lnTo>
                  <a:pt x="484384" y="57278"/>
                </a:lnTo>
                <a:lnTo>
                  <a:pt x="483952" y="58194"/>
                </a:lnTo>
                <a:lnTo>
                  <a:pt x="483536" y="59128"/>
                </a:lnTo>
                <a:lnTo>
                  <a:pt x="483137" y="60079"/>
                </a:lnTo>
                <a:lnTo>
                  <a:pt x="482755" y="61045"/>
                </a:lnTo>
                <a:lnTo>
                  <a:pt x="482390" y="62023"/>
                </a:lnTo>
                <a:lnTo>
                  <a:pt x="482040" y="63014"/>
                </a:lnTo>
                <a:lnTo>
                  <a:pt x="481707" y="64018"/>
                </a:lnTo>
                <a:lnTo>
                  <a:pt x="481390" y="65034"/>
                </a:lnTo>
                <a:lnTo>
                  <a:pt x="481089" y="66062"/>
                </a:lnTo>
                <a:lnTo>
                  <a:pt x="480805" y="67103"/>
                </a:lnTo>
                <a:lnTo>
                  <a:pt x="480537" y="68157"/>
                </a:lnTo>
                <a:lnTo>
                  <a:pt x="480285" y="69223"/>
                </a:lnTo>
                <a:lnTo>
                  <a:pt x="480049" y="70302"/>
                </a:lnTo>
                <a:lnTo>
                  <a:pt x="479830" y="71393"/>
                </a:lnTo>
                <a:lnTo>
                  <a:pt x="479627" y="72496"/>
                </a:lnTo>
                <a:lnTo>
                  <a:pt x="479440" y="73612"/>
                </a:lnTo>
                <a:lnTo>
                  <a:pt x="479269" y="74741"/>
                </a:lnTo>
                <a:lnTo>
                  <a:pt x="479115" y="75882"/>
                </a:lnTo>
                <a:lnTo>
                  <a:pt x="478977" y="77036"/>
                </a:lnTo>
                <a:lnTo>
                  <a:pt x="478855" y="78202"/>
                </a:lnTo>
                <a:lnTo>
                  <a:pt x="478749" y="79381"/>
                </a:lnTo>
                <a:lnTo>
                  <a:pt x="478660" y="80572"/>
                </a:lnTo>
                <a:lnTo>
                  <a:pt x="478587" y="81776"/>
                </a:lnTo>
                <a:lnTo>
                  <a:pt x="478530" y="82992"/>
                </a:lnTo>
                <a:lnTo>
                  <a:pt x="478489" y="84220"/>
                </a:lnTo>
                <a:lnTo>
                  <a:pt x="478465" y="85462"/>
                </a:lnTo>
                <a:lnTo>
                  <a:pt x="478457" y="86715"/>
                </a:lnTo>
                <a:lnTo>
                  <a:pt x="478465" y="87920"/>
                </a:lnTo>
                <a:lnTo>
                  <a:pt x="478490" y="89114"/>
                </a:lnTo>
                <a:lnTo>
                  <a:pt x="478532" y="90298"/>
                </a:lnTo>
                <a:lnTo>
                  <a:pt x="478591" y="91472"/>
                </a:lnTo>
                <a:lnTo>
                  <a:pt x="478666" y="92636"/>
                </a:lnTo>
                <a:lnTo>
                  <a:pt x="478758" y="93790"/>
                </a:lnTo>
                <a:lnTo>
                  <a:pt x="478867" y="94934"/>
                </a:lnTo>
                <a:lnTo>
                  <a:pt x="478993" y="96067"/>
                </a:lnTo>
                <a:lnTo>
                  <a:pt x="479136" y="97191"/>
                </a:lnTo>
                <a:lnTo>
                  <a:pt x="479295" y="98305"/>
                </a:lnTo>
                <a:lnTo>
                  <a:pt x="479471" y="99409"/>
                </a:lnTo>
                <a:lnTo>
                  <a:pt x="479664" y="100503"/>
                </a:lnTo>
                <a:lnTo>
                  <a:pt x="479873" y="101586"/>
                </a:lnTo>
                <a:lnTo>
                  <a:pt x="480100" y="102660"/>
                </a:lnTo>
                <a:lnTo>
                  <a:pt x="480343" y="103723"/>
                </a:lnTo>
                <a:lnTo>
                  <a:pt x="480603" y="104777"/>
                </a:lnTo>
                <a:lnTo>
                  <a:pt x="480879" y="105821"/>
                </a:lnTo>
                <a:lnTo>
                  <a:pt x="481173" y="106854"/>
                </a:lnTo>
                <a:lnTo>
                  <a:pt x="481483" y="107877"/>
                </a:lnTo>
                <a:lnTo>
                  <a:pt x="481810" y="108891"/>
                </a:lnTo>
                <a:lnTo>
                  <a:pt x="482153" y="109894"/>
                </a:lnTo>
                <a:lnTo>
                  <a:pt x="482514" y="110887"/>
                </a:lnTo>
                <a:lnTo>
                  <a:pt x="482891" y="111871"/>
                </a:lnTo>
                <a:lnTo>
                  <a:pt x="483285" y="112844"/>
                </a:lnTo>
                <a:lnTo>
                  <a:pt x="483696" y="113803"/>
                </a:lnTo>
                <a:lnTo>
                  <a:pt x="484126" y="114746"/>
                </a:lnTo>
                <a:lnTo>
                  <a:pt x="484573" y="115672"/>
                </a:lnTo>
                <a:lnTo>
                  <a:pt x="485038" y="116581"/>
                </a:lnTo>
                <a:lnTo>
                  <a:pt x="485521" y="117473"/>
                </a:lnTo>
                <a:lnTo>
                  <a:pt x="486023" y="118348"/>
                </a:lnTo>
                <a:lnTo>
                  <a:pt x="486542" y="119206"/>
                </a:lnTo>
                <a:lnTo>
                  <a:pt x="487079" y="120047"/>
                </a:lnTo>
                <a:lnTo>
                  <a:pt x="487634" y="120871"/>
                </a:lnTo>
                <a:lnTo>
                  <a:pt x="488207" y="121679"/>
                </a:lnTo>
                <a:lnTo>
                  <a:pt x="488798" y="122469"/>
                </a:lnTo>
                <a:lnTo>
                  <a:pt x="489407" y="123243"/>
                </a:lnTo>
                <a:lnTo>
                  <a:pt x="490034" y="124000"/>
                </a:lnTo>
                <a:lnTo>
                  <a:pt x="490679" y="124740"/>
                </a:lnTo>
                <a:lnTo>
                  <a:pt x="491341" y="125463"/>
                </a:lnTo>
                <a:lnTo>
                  <a:pt x="492022" y="126169"/>
                </a:lnTo>
                <a:lnTo>
                  <a:pt x="492721" y="126858"/>
                </a:lnTo>
                <a:lnTo>
                  <a:pt x="493438" y="127530"/>
                </a:lnTo>
                <a:lnTo>
                  <a:pt x="494172" y="128186"/>
                </a:lnTo>
                <a:lnTo>
                  <a:pt x="494925" y="128824"/>
                </a:lnTo>
                <a:lnTo>
                  <a:pt x="495696" y="129446"/>
                </a:lnTo>
                <a:lnTo>
                  <a:pt x="496484" y="130051"/>
                </a:lnTo>
                <a:lnTo>
                  <a:pt x="497291" y="130638"/>
                </a:lnTo>
                <a:lnTo>
                  <a:pt x="498115" y="131209"/>
                </a:lnTo>
                <a:lnTo>
                  <a:pt x="498959" y="131760"/>
                </a:lnTo>
                <a:lnTo>
                  <a:pt x="499822" y="132287"/>
                </a:lnTo>
                <a:lnTo>
                  <a:pt x="500704" y="132791"/>
                </a:lnTo>
                <a:lnTo>
                  <a:pt x="501607" y="133271"/>
                </a:lnTo>
                <a:lnTo>
                  <a:pt x="502529" y="133728"/>
                </a:lnTo>
                <a:lnTo>
                  <a:pt x="503470" y="134161"/>
                </a:lnTo>
                <a:lnTo>
                  <a:pt x="504432" y="134571"/>
                </a:lnTo>
                <a:lnTo>
                  <a:pt x="505413" y="134958"/>
                </a:lnTo>
                <a:lnTo>
                  <a:pt x="506413" y="135321"/>
                </a:lnTo>
                <a:lnTo>
                  <a:pt x="507434" y="135660"/>
                </a:lnTo>
                <a:lnTo>
                  <a:pt x="508474" y="135977"/>
                </a:lnTo>
                <a:lnTo>
                  <a:pt x="509534" y="136270"/>
                </a:lnTo>
                <a:lnTo>
                  <a:pt x="510613" y="136539"/>
                </a:lnTo>
                <a:lnTo>
                  <a:pt x="511712" y="136785"/>
                </a:lnTo>
                <a:lnTo>
                  <a:pt x="512831" y="137008"/>
                </a:lnTo>
                <a:lnTo>
                  <a:pt x="513969" y="137207"/>
                </a:lnTo>
                <a:lnTo>
                  <a:pt x="515127" y="137382"/>
                </a:lnTo>
                <a:lnTo>
                  <a:pt x="516305" y="137535"/>
                </a:lnTo>
                <a:lnTo>
                  <a:pt x="517503" y="137663"/>
                </a:lnTo>
                <a:lnTo>
                  <a:pt x="518720" y="137769"/>
                </a:lnTo>
                <a:lnTo>
                  <a:pt x="519957" y="137851"/>
                </a:lnTo>
                <a:lnTo>
                  <a:pt x="521213" y="137909"/>
                </a:lnTo>
                <a:lnTo>
                  <a:pt x="522489" y="137945"/>
                </a:lnTo>
                <a:lnTo>
                  <a:pt x="523785" y="137956"/>
                </a:lnTo>
                <a:lnTo>
                  <a:pt x="524789" y="137949"/>
                </a:lnTo>
                <a:lnTo>
                  <a:pt x="525783" y="137928"/>
                </a:lnTo>
                <a:lnTo>
                  <a:pt x="526764" y="137892"/>
                </a:lnTo>
                <a:lnTo>
                  <a:pt x="527735" y="137842"/>
                </a:lnTo>
                <a:lnTo>
                  <a:pt x="528694" y="137778"/>
                </a:lnTo>
                <a:close/>
                <a:moveTo>
                  <a:pt x="495713" y="71624"/>
                </a:moveTo>
                <a:lnTo>
                  <a:pt x="495914" y="70569"/>
                </a:lnTo>
                <a:lnTo>
                  <a:pt x="496134" y="69537"/>
                </a:lnTo>
                <a:lnTo>
                  <a:pt x="496374" y="68529"/>
                </a:lnTo>
                <a:lnTo>
                  <a:pt x="496635" y="67544"/>
                </a:lnTo>
                <a:lnTo>
                  <a:pt x="496915" y="66583"/>
                </a:lnTo>
                <a:lnTo>
                  <a:pt x="497216" y="65646"/>
                </a:lnTo>
                <a:lnTo>
                  <a:pt x="497536" y="64732"/>
                </a:lnTo>
                <a:lnTo>
                  <a:pt x="497877" y="63842"/>
                </a:lnTo>
                <a:lnTo>
                  <a:pt x="498237" y="62976"/>
                </a:lnTo>
                <a:lnTo>
                  <a:pt x="498618" y="62133"/>
                </a:lnTo>
                <a:lnTo>
                  <a:pt x="499019" y="61314"/>
                </a:lnTo>
                <a:lnTo>
                  <a:pt x="499439" y="60518"/>
                </a:lnTo>
                <a:lnTo>
                  <a:pt x="499880" y="59746"/>
                </a:lnTo>
                <a:lnTo>
                  <a:pt x="500340" y="58998"/>
                </a:lnTo>
                <a:lnTo>
                  <a:pt x="500821" y="58273"/>
                </a:lnTo>
                <a:lnTo>
                  <a:pt x="501322" y="57572"/>
                </a:lnTo>
                <a:lnTo>
                  <a:pt x="501842" y="56895"/>
                </a:lnTo>
                <a:lnTo>
                  <a:pt x="502383" y="56241"/>
                </a:lnTo>
                <a:lnTo>
                  <a:pt x="502944" y="55611"/>
                </a:lnTo>
                <a:lnTo>
                  <a:pt x="503523" y="55005"/>
                </a:lnTo>
                <a:lnTo>
                  <a:pt x="504121" y="54425"/>
                </a:lnTo>
                <a:lnTo>
                  <a:pt x="504737" y="53870"/>
                </a:lnTo>
                <a:lnTo>
                  <a:pt x="505370" y="53342"/>
                </a:lnTo>
                <a:lnTo>
                  <a:pt x="506022" y="52839"/>
                </a:lnTo>
                <a:lnTo>
                  <a:pt x="506691" y="52362"/>
                </a:lnTo>
                <a:lnTo>
                  <a:pt x="507379" y="51911"/>
                </a:lnTo>
                <a:lnTo>
                  <a:pt x="508084" y="51486"/>
                </a:lnTo>
                <a:lnTo>
                  <a:pt x="508808" y="51086"/>
                </a:lnTo>
                <a:lnTo>
                  <a:pt x="509549" y="50713"/>
                </a:lnTo>
                <a:lnTo>
                  <a:pt x="510308" y="50365"/>
                </a:lnTo>
                <a:lnTo>
                  <a:pt x="511086" y="50042"/>
                </a:lnTo>
                <a:lnTo>
                  <a:pt x="511881" y="49746"/>
                </a:lnTo>
                <a:lnTo>
                  <a:pt x="512694" y="49475"/>
                </a:lnTo>
                <a:lnTo>
                  <a:pt x="513525" y="49230"/>
                </a:lnTo>
                <a:lnTo>
                  <a:pt x="514374" y="49011"/>
                </a:lnTo>
                <a:lnTo>
                  <a:pt x="515242" y="48818"/>
                </a:lnTo>
                <a:lnTo>
                  <a:pt x="516127" y="48650"/>
                </a:lnTo>
                <a:lnTo>
                  <a:pt x="517030" y="48508"/>
                </a:lnTo>
                <a:lnTo>
                  <a:pt x="517951" y="48392"/>
                </a:lnTo>
                <a:lnTo>
                  <a:pt x="518890" y="48302"/>
                </a:lnTo>
                <a:lnTo>
                  <a:pt x="519847" y="48238"/>
                </a:lnTo>
                <a:lnTo>
                  <a:pt x="520821" y="48199"/>
                </a:lnTo>
                <a:lnTo>
                  <a:pt x="521814" y="48186"/>
                </a:lnTo>
                <a:lnTo>
                  <a:pt x="522799" y="48199"/>
                </a:lnTo>
                <a:lnTo>
                  <a:pt x="523765" y="48238"/>
                </a:lnTo>
                <a:lnTo>
                  <a:pt x="524713" y="48303"/>
                </a:lnTo>
                <a:lnTo>
                  <a:pt x="525644" y="48394"/>
                </a:lnTo>
                <a:lnTo>
                  <a:pt x="526556" y="48511"/>
                </a:lnTo>
                <a:lnTo>
                  <a:pt x="527450" y="48653"/>
                </a:lnTo>
                <a:lnTo>
                  <a:pt x="528325" y="48822"/>
                </a:lnTo>
                <a:lnTo>
                  <a:pt x="529183" y="49017"/>
                </a:lnTo>
                <a:lnTo>
                  <a:pt x="530022" y="49238"/>
                </a:lnTo>
                <a:lnTo>
                  <a:pt x="530844" y="49484"/>
                </a:lnTo>
                <a:lnTo>
                  <a:pt x="531647" y="49757"/>
                </a:lnTo>
                <a:lnTo>
                  <a:pt x="532432" y="50055"/>
                </a:lnTo>
                <a:lnTo>
                  <a:pt x="533199" y="50380"/>
                </a:lnTo>
                <a:lnTo>
                  <a:pt x="533948" y="50730"/>
                </a:lnTo>
                <a:lnTo>
                  <a:pt x="534678" y="51107"/>
                </a:lnTo>
                <a:lnTo>
                  <a:pt x="535391" y="51509"/>
                </a:lnTo>
                <a:lnTo>
                  <a:pt x="536085" y="51938"/>
                </a:lnTo>
                <a:lnTo>
                  <a:pt x="536762" y="52392"/>
                </a:lnTo>
                <a:lnTo>
                  <a:pt x="537420" y="52872"/>
                </a:lnTo>
                <a:lnTo>
                  <a:pt x="538060" y="53378"/>
                </a:lnTo>
                <a:lnTo>
                  <a:pt x="538682" y="53911"/>
                </a:lnTo>
                <a:lnTo>
                  <a:pt x="539285" y="54469"/>
                </a:lnTo>
                <a:lnTo>
                  <a:pt x="539871" y="55053"/>
                </a:lnTo>
                <a:lnTo>
                  <a:pt x="540438" y="55663"/>
                </a:lnTo>
                <a:lnTo>
                  <a:pt x="540986" y="56297"/>
                </a:lnTo>
                <a:lnTo>
                  <a:pt x="541511" y="56955"/>
                </a:lnTo>
                <a:lnTo>
                  <a:pt x="542013" y="57635"/>
                </a:lnTo>
                <a:lnTo>
                  <a:pt x="542494" y="58339"/>
                </a:lnTo>
                <a:lnTo>
                  <a:pt x="542952" y="59065"/>
                </a:lnTo>
                <a:lnTo>
                  <a:pt x="543388" y="59815"/>
                </a:lnTo>
                <a:lnTo>
                  <a:pt x="543802" y="60588"/>
                </a:lnTo>
                <a:lnTo>
                  <a:pt x="544194" y="61384"/>
                </a:lnTo>
                <a:lnTo>
                  <a:pt x="544563" y="62203"/>
                </a:lnTo>
                <a:lnTo>
                  <a:pt x="544910" y="63045"/>
                </a:lnTo>
                <a:lnTo>
                  <a:pt x="545235" y="63910"/>
                </a:lnTo>
                <a:lnTo>
                  <a:pt x="545538" y="64798"/>
                </a:lnTo>
                <a:lnTo>
                  <a:pt x="545818" y="65709"/>
                </a:lnTo>
                <a:lnTo>
                  <a:pt x="546076" y="66643"/>
                </a:lnTo>
                <a:lnTo>
                  <a:pt x="546312" y="67601"/>
                </a:lnTo>
                <a:lnTo>
                  <a:pt x="546526" y="68581"/>
                </a:lnTo>
                <a:lnTo>
                  <a:pt x="546717" y="69585"/>
                </a:lnTo>
                <a:lnTo>
                  <a:pt x="546887" y="70611"/>
                </a:lnTo>
                <a:lnTo>
                  <a:pt x="547034" y="71661"/>
                </a:lnTo>
                <a:lnTo>
                  <a:pt x="547158" y="72734"/>
                </a:lnTo>
                <a:lnTo>
                  <a:pt x="547261" y="73830"/>
                </a:lnTo>
                <a:lnTo>
                  <a:pt x="547341" y="74949"/>
                </a:lnTo>
                <a:lnTo>
                  <a:pt x="547399" y="76090"/>
                </a:lnTo>
                <a:lnTo>
                  <a:pt x="547435" y="77256"/>
                </a:lnTo>
                <a:lnTo>
                  <a:pt x="495011" y="77256"/>
                </a:lnTo>
                <a:lnTo>
                  <a:pt x="495112" y="76082"/>
                </a:lnTo>
                <a:lnTo>
                  <a:pt x="495232" y="74932"/>
                </a:lnTo>
                <a:lnTo>
                  <a:pt x="495372" y="73806"/>
                </a:lnTo>
                <a:lnTo>
                  <a:pt x="495533" y="72703"/>
                </a:lnTo>
                <a:lnTo>
                  <a:pt x="495713" y="71624"/>
                </a:lnTo>
                <a:close/>
                <a:moveTo>
                  <a:pt x="774229" y="171394"/>
                </a:moveTo>
                <a:lnTo>
                  <a:pt x="774895" y="171357"/>
                </a:lnTo>
                <a:lnTo>
                  <a:pt x="775551" y="171312"/>
                </a:lnTo>
                <a:lnTo>
                  <a:pt x="776197" y="171259"/>
                </a:lnTo>
                <a:lnTo>
                  <a:pt x="776832" y="171197"/>
                </a:lnTo>
                <a:lnTo>
                  <a:pt x="777456" y="171127"/>
                </a:lnTo>
                <a:lnTo>
                  <a:pt x="778070" y="171049"/>
                </a:lnTo>
                <a:lnTo>
                  <a:pt x="778673" y="170963"/>
                </a:lnTo>
                <a:lnTo>
                  <a:pt x="779265" y="170868"/>
                </a:lnTo>
                <a:lnTo>
                  <a:pt x="779847" y="170765"/>
                </a:lnTo>
                <a:lnTo>
                  <a:pt x="780418" y="170654"/>
                </a:lnTo>
                <a:lnTo>
                  <a:pt x="780979" y="170535"/>
                </a:lnTo>
                <a:lnTo>
                  <a:pt x="781529" y="170408"/>
                </a:lnTo>
                <a:lnTo>
                  <a:pt x="782068" y="170272"/>
                </a:lnTo>
                <a:lnTo>
                  <a:pt x="782597" y="170128"/>
                </a:lnTo>
                <a:lnTo>
                  <a:pt x="783115" y="169976"/>
                </a:lnTo>
                <a:lnTo>
                  <a:pt x="783623" y="169816"/>
                </a:lnTo>
                <a:lnTo>
                  <a:pt x="784120" y="169647"/>
                </a:lnTo>
                <a:lnTo>
                  <a:pt x="784606" y="169470"/>
                </a:lnTo>
                <a:lnTo>
                  <a:pt x="785082" y="169285"/>
                </a:lnTo>
                <a:lnTo>
                  <a:pt x="785547" y="169092"/>
                </a:lnTo>
                <a:lnTo>
                  <a:pt x="786004" y="168889"/>
                </a:lnTo>
                <a:lnTo>
                  <a:pt x="786455" y="168677"/>
                </a:lnTo>
                <a:lnTo>
                  <a:pt x="786900" y="168453"/>
                </a:lnTo>
                <a:lnTo>
                  <a:pt x="787339" y="168220"/>
                </a:lnTo>
                <a:lnTo>
                  <a:pt x="787771" y="167976"/>
                </a:lnTo>
                <a:lnTo>
                  <a:pt x="788198" y="167722"/>
                </a:lnTo>
                <a:lnTo>
                  <a:pt x="788619" y="167458"/>
                </a:lnTo>
                <a:lnTo>
                  <a:pt x="789034" y="167183"/>
                </a:lnTo>
                <a:lnTo>
                  <a:pt x="789443" y="166898"/>
                </a:lnTo>
                <a:lnTo>
                  <a:pt x="789846" y="166603"/>
                </a:lnTo>
                <a:lnTo>
                  <a:pt x="790243" y="166297"/>
                </a:lnTo>
                <a:lnTo>
                  <a:pt x="790634" y="165981"/>
                </a:lnTo>
                <a:lnTo>
                  <a:pt x="791019" y="165655"/>
                </a:lnTo>
                <a:lnTo>
                  <a:pt x="791398" y="165318"/>
                </a:lnTo>
                <a:lnTo>
                  <a:pt x="791771" y="164971"/>
                </a:lnTo>
                <a:lnTo>
                  <a:pt x="792138" y="164614"/>
                </a:lnTo>
                <a:lnTo>
                  <a:pt x="792499" y="164246"/>
                </a:lnTo>
                <a:lnTo>
                  <a:pt x="792854" y="163868"/>
                </a:lnTo>
                <a:lnTo>
                  <a:pt x="793203" y="163480"/>
                </a:lnTo>
                <a:lnTo>
                  <a:pt x="793547" y="163082"/>
                </a:lnTo>
                <a:lnTo>
                  <a:pt x="793884" y="162673"/>
                </a:lnTo>
                <a:lnTo>
                  <a:pt x="794215" y="162254"/>
                </a:lnTo>
                <a:lnTo>
                  <a:pt x="794540" y="161824"/>
                </a:lnTo>
                <a:lnTo>
                  <a:pt x="794859" y="161384"/>
                </a:lnTo>
                <a:lnTo>
                  <a:pt x="795174" y="160933"/>
                </a:lnTo>
                <a:lnTo>
                  <a:pt x="795488" y="160471"/>
                </a:lnTo>
                <a:lnTo>
                  <a:pt x="795801" y="159996"/>
                </a:lnTo>
                <a:lnTo>
                  <a:pt x="796111" y="159509"/>
                </a:lnTo>
                <a:lnTo>
                  <a:pt x="796421" y="159011"/>
                </a:lnTo>
                <a:lnTo>
                  <a:pt x="796728" y="158500"/>
                </a:lnTo>
                <a:lnTo>
                  <a:pt x="797034" y="157978"/>
                </a:lnTo>
                <a:lnTo>
                  <a:pt x="797339" y="157444"/>
                </a:lnTo>
                <a:lnTo>
                  <a:pt x="797642" y="156898"/>
                </a:lnTo>
                <a:lnTo>
                  <a:pt x="797944" y="156340"/>
                </a:lnTo>
                <a:lnTo>
                  <a:pt x="798244" y="155770"/>
                </a:lnTo>
                <a:lnTo>
                  <a:pt x="798542" y="155188"/>
                </a:lnTo>
                <a:lnTo>
                  <a:pt x="798839" y="154594"/>
                </a:lnTo>
                <a:lnTo>
                  <a:pt x="799134" y="153988"/>
                </a:lnTo>
                <a:lnTo>
                  <a:pt x="799428" y="153371"/>
                </a:lnTo>
                <a:lnTo>
                  <a:pt x="799720" y="152741"/>
                </a:lnTo>
                <a:lnTo>
                  <a:pt x="800011" y="152100"/>
                </a:lnTo>
                <a:lnTo>
                  <a:pt x="800300" y="151447"/>
                </a:lnTo>
                <a:lnTo>
                  <a:pt x="800588" y="150782"/>
                </a:lnTo>
                <a:lnTo>
                  <a:pt x="800874" y="150105"/>
                </a:lnTo>
                <a:lnTo>
                  <a:pt x="801159" y="149416"/>
                </a:lnTo>
                <a:lnTo>
                  <a:pt x="801442" y="148715"/>
                </a:lnTo>
                <a:lnTo>
                  <a:pt x="801723" y="148002"/>
                </a:lnTo>
                <a:lnTo>
                  <a:pt x="802003" y="147278"/>
                </a:lnTo>
                <a:lnTo>
                  <a:pt x="806536" y="135388"/>
                </a:lnTo>
                <a:lnTo>
                  <a:pt x="842602" y="37248"/>
                </a:lnTo>
                <a:lnTo>
                  <a:pt x="825850" y="37248"/>
                </a:lnTo>
                <a:lnTo>
                  <a:pt x="798456" y="118205"/>
                </a:lnTo>
                <a:lnTo>
                  <a:pt x="768795" y="37248"/>
                </a:lnTo>
                <a:lnTo>
                  <a:pt x="751354" y="37248"/>
                </a:lnTo>
                <a:lnTo>
                  <a:pt x="789686" y="136183"/>
                </a:lnTo>
                <a:lnTo>
                  <a:pt x="785941" y="144854"/>
                </a:lnTo>
                <a:lnTo>
                  <a:pt x="785709" y="145430"/>
                </a:lnTo>
                <a:lnTo>
                  <a:pt x="785473" y="145992"/>
                </a:lnTo>
                <a:lnTo>
                  <a:pt x="785234" y="146541"/>
                </a:lnTo>
                <a:lnTo>
                  <a:pt x="784990" y="147075"/>
                </a:lnTo>
                <a:lnTo>
                  <a:pt x="784742" y="147596"/>
                </a:lnTo>
                <a:lnTo>
                  <a:pt x="784491" y="148103"/>
                </a:lnTo>
                <a:lnTo>
                  <a:pt x="784235" y="148596"/>
                </a:lnTo>
                <a:lnTo>
                  <a:pt x="783976" y="149075"/>
                </a:lnTo>
                <a:lnTo>
                  <a:pt x="783712" y="149540"/>
                </a:lnTo>
                <a:lnTo>
                  <a:pt x="783445" y="149992"/>
                </a:lnTo>
                <a:lnTo>
                  <a:pt x="783174" y="150429"/>
                </a:lnTo>
                <a:lnTo>
                  <a:pt x="782899" y="150853"/>
                </a:lnTo>
                <a:lnTo>
                  <a:pt x="782620" y="151263"/>
                </a:lnTo>
                <a:lnTo>
                  <a:pt x="782337" y="151659"/>
                </a:lnTo>
                <a:lnTo>
                  <a:pt x="782050" y="152041"/>
                </a:lnTo>
                <a:lnTo>
                  <a:pt x="781759" y="152409"/>
                </a:lnTo>
                <a:lnTo>
                  <a:pt x="781464" y="152763"/>
                </a:lnTo>
                <a:lnTo>
                  <a:pt x="781165" y="153104"/>
                </a:lnTo>
                <a:lnTo>
                  <a:pt x="780862" y="153430"/>
                </a:lnTo>
                <a:lnTo>
                  <a:pt x="780556" y="153743"/>
                </a:lnTo>
                <a:lnTo>
                  <a:pt x="780245" y="154042"/>
                </a:lnTo>
                <a:lnTo>
                  <a:pt x="779931" y="154327"/>
                </a:lnTo>
                <a:lnTo>
                  <a:pt x="779612" y="154599"/>
                </a:lnTo>
                <a:lnTo>
                  <a:pt x="779290" y="154856"/>
                </a:lnTo>
                <a:lnTo>
                  <a:pt x="778962" y="155101"/>
                </a:lnTo>
                <a:lnTo>
                  <a:pt x="778629" y="155336"/>
                </a:lnTo>
                <a:lnTo>
                  <a:pt x="778290" y="155560"/>
                </a:lnTo>
                <a:lnTo>
                  <a:pt x="777944" y="155774"/>
                </a:lnTo>
                <a:lnTo>
                  <a:pt x="777593" y="155978"/>
                </a:lnTo>
                <a:lnTo>
                  <a:pt x="777236" y="156171"/>
                </a:lnTo>
                <a:lnTo>
                  <a:pt x="776872" y="156353"/>
                </a:lnTo>
                <a:lnTo>
                  <a:pt x="776503" y="156526"/>
                </a:lnTo>
                <a:lnTo>
                  <a:pt x="776128" y="156687"/>
                </a:lnTo>
                <a:lnTo>
                  <a:pt x="775747" y="156839"/>
                </a:lnTo>
                <a:lnTo>
                  <a:pt x="775359" y="156980"/>
                </a:lnTo>
                <a:lnTo>
                  <a:pt x="774966" y="157110"/>
                </a:lnTo>
                <a:lnTo>
                  <a:pt x="774567" y="157230"/>
                </a:lnTo>
                <a:lnTo>
                  <a:pt x="774162" y="157340"/>
                </a:lnTo>
                <a:lnTo>
                  <a:pt x="773751" y="157439"/>
                </a:lnTo>
                <a:lnTo>
                  <a:pt x="773334" y="157527"/>
                </a:lnTo>
                <a:lnTo>
                  <a:pt x="772910" y="157606"/>
                </a:lnTo>
                <a:lnTo>
                  <a:pt x="772481" y="157674"/>
                </a:lnTo>
                <a:lnTo>
                  <a:pt x="772046" y="157731"/>
                </a:lnTo>
                <a:lnTo>
                  <a:pt x="771605" y="157778"/>
                </a:lnTo>
                <a:lnTo>
                  <a:pt x="771158" y="157814"/>
                </a:lnTo>
                <a:lnTo>
                  <a:pt x="770705" y="157841"/>
                </a:lnTo>
                <a:lnTo>
                  <a:pt x="770246" y="157856"/>
                </a:lnTo>
                <a:lnTo>
                  <a:pt x="769781" y="157861"/>
                </a:lnTo>
                <a:lnTo>
                  <a:pt x="761700" y="157861"/>
                </a:lnTo>
                <a:lnTo>
                  <a:pt x="761700" y="171460"/>
                </a:lnTo>
                <a:lnTo>
                  <a:pt x="771456" y="171460"/>
                </a:lnTo>
                <a:lnTo>
                  <a:pt x="772165" y="171456"/>
                </a:lnTo>
                <a:lnTo>
                  <a:pt x="772863" y="171444"/>
                </a:lnTo>
                <a:lnTo>
                  <a:pt x="773551" y="171423"/>
                </a:lnTo>
                <a:lnTo>
                  <a:pt x="774229" y="171394"/>
                </a:lnTo>
                <a:close/>
                <a:moveTo>
                  <a:pt x="1463653" y="19042"/>
                </a:moveTo>
                <a:lnTo>
                  <a:pt x="1464011" y="18999"/>
                </a:lnTo>
                <a:lnTo>
                  <a:pt x="1464363" y="18947"/>
                </a:lnTo>
                <a:lnTo>
                  <a:pt x="1464709" y="18886"/>
                </a:lnTo>
                <a:lnTo>
                  <a:pt x="1465049" y="18816"/>
                </a:lnTo>
                <a:lnTo>
                  <a:pt x="1465382" y="18736"/>
                </a:lnTo>
                <a:lnTo>
                  <a:pt x="1465710" y="18646"/>
                </a:lnTo>
                <a:lnTo>
                  <a:pt x="1466031" y="18548"/>
                </a:lnTo>
                <a:lnTo>
                  <a:pt x="1466346" y="18439"/>
                </a:lnTo>
                <a:lnTo>
                  <a:pt x="1466655" y="18322"/>
                </a:lnTo>
                <a:lnTo>
                  <a:pt x="1466958" y="18195"/>
                </a:lnTo>
                <a:lnTo>
                  <a:pt x="1467254" y="18058"/>
                </a:lnTo>
                <a:lnTo>
                  <a:pt x="1467545" y="17912"/>
                </a:lnTo>
                <a:lnTo>
                  <a:pt x="1467829" y="17757"/>
                </a:lnTo>
                <a:lnTo>
                  <a:pt x="1468107" y="17593"/>
                </a:lnTo>
                <a:lnTo>
                  <a:pt x="1468379" y="17418"/>
                </a:lnTo>
                <a:lnTo>
                  <a:pt x="1468645" y="17235"/>
                </a:lnTo>
                <a:lnTo>
                  <a:pt x="1468905" y="17042"/>
                </a:lnTo>
                <a:lnTo>
                  <a:pt x="1469159" y="16840"/>
                </a:lnTo>
                <a:lnTo>
                  <a:pt x="1469406" y="16628"/>
                </a:lnTo>
                <a:lnTo>
                  <a:pt x="1469647" y="16407"/>
                </a:lnTo>
                <a:lnTo>
                  <a:pt x="1469880" y="16179"/>
                </a:lnTo>
                <a:lnTo>
                  <a:pt x="1470104" y="15945"/>
                </a:lnTo>
                <a:lnTo>
                  <a:pt x="1470317" y="15707"/>
                </a:lnTo>
                <a:lnTo>
                  <a:pt x="1470520" y="15464"/>
                </a:lnTo>
                <a:lnTo>
                  <a:pt x="1470714" y="15216"/>
                </a:lnTo>
                <a:lnTo>
                  <a:pt x="1470897" y="14963"/>
                </a:lnTo>
                <a:lnTo>
                  <a:pt x="1471071" y="14705"/>
                </a:lnTo>
                <a:lnTo>
                  <a:pt x="1471235" y="14442"/>
                </a:lnTo>
                <a:lnTo>
                  <a:pt x="1471389" y="14174"/>
                </a:lnTo>
                <a:lnTo>
                  <a:pt x="1471532" y="13901"/>
                </a:lnTo>
                <a:lnTo>
                  <a:pt x="1471666" y="13623"/>
                </a:lnTo>
                <a:lnTo>
                  <a:pt x="1471790" y="13340"/>
                </a:lnTo>
                <a:lnTo>
                  <a:pt x="1471904" y="13052"/>
                </a:lnTo>
                <a:lnTo>
                  <a:pt x="1472009" y="12759"/>
                </a:lnTo>
                <a:lnTo>
                  <a:pt x="1472103" y="12461"/>
                </a:lnTo>
                <a:lnTo>
                  <a:pt x="1472187" y="12159"/>
                </a:lnTo>
                <a:lnTo>
                  <a:pt x="1472262" y="11851"/>
                </a:lnTo>
                <a:lnTo>
                  <a:pt x="1472326" y="11538"/>
                </a:lnTo>
                <a:lnTo>
                  <a:pt x="1472381" y="11221"/>
                </a:lnTo>
                <a:lnTo>
                  <a:pt x="1472425" y="10898"/>
                </a:lnTo>
                <a:lnTo>
                  <a:pt x="1472460" y="10571"/>
                </a:lnTo>
                <a:lnTo>
                  <a:pt x="1472485" y="10238"/>
                </a:lnTo>
                <a:lnTo>
                  <a:pt x="1472500" y="9901"/>
                </a:lnTo>
                <a:lnTo>
                  <a:pt x="1472505" y="9558"/>
                </a:lnTo>
                <a:lnTo>
                  <a:pt x="1472500" y="9216"/>
                </a:lnTo>
                <a:lnTo>
                  <a:pt x="1472485" y="8879"/>
                </a:lnTo>
                <a:lnTo>
                  <a:pt x="1472460" y="8546"/>
                </a:lnTo>
                <a:lnTo>
                  <a:pt x="1472425" y="8219"/>
                </a:lnTo>
                <a:lnTo>
                  <a:pt x="1472381" y="7896"/>
                </a:lnTo>
                <a:lnTo>
                  <a:pt x="1472326" y="7578"/>
                </a:lnTo>
                <a:lnTo>
                  <a:pt x="1472262" y="7266"/>
                </a:lnTo>
                <a:lnTo>
                  <a:pt x="1472187" y="6958"/>
                </a:lnTo>
                <a:lnTo>
                  <a:pt x="1472103" y="6655"/>
                </a:lnTo>
                <a:lnTo>
                  <a:pt x="1472009" y="6358"/>
                </a:lnTo>
                <a:lnTo>
                  <a:pt x="1471904" y="6065"/>
                </a:lnTo>
                <a:lnTo>
                  <a:pt x="1471790" y="5777"/>
                </a:lnTo>
                <a:lnTo>
                  <a:pt x="1471666" y="5494"/>
                </a:lnTo>
                <a:lnTo>
                  <a:pt x="1471532" y="5216"/>
                </a:lnTo>
                <a:lnTo>
                  <a:pt x="1471389" y="4943"/>
                </a:lnTo>
                <a:lnTo>
                  <a:pt x="1471235" y="4675"/>
                </a:lnTo>
                <a:lnTo>
                  <a:pt x="1471071" y="4412"/>
                </a:lnTo>
                <a:lnTo>
                  <a:pt x="1470897" y="4154"/>
                </a:lnTo>
                <a:lnTo>
                  <a:pt x="1470714" y="3901"/>
                </a:lnTo>
                <a:lnTo>
                  <a:pt x="1470520" y="3653"/>
                </a:lnTo>
                <a:lnTo>
                  <a:pt x="1470317" y="3410"/>
                </a:lnTo>
                <a:lnTo>
                  <a:pt x="1470104" y="3171"/>
                </a:lnTo>
                <a:lnTo>
                  <a:pt x="1469880" y="2938"/>
                </a:lnTo>
                <a:lnTo>
                  <a:pt x="1469647" y="2710"/>
                </a:lnTo>
                <a:lnTo>
                  <a:pt x="1469406" y="2489"/>
                </a:lnTo>
                <a:lnTo>
                  <a:pt x="1469159" y="2277"/>
                </a:lnTo>
                <a:lnTo>
                  <a:pt x="1468905" y="2075"/>
                </a:lnTo>
                <a:lnTo>
                  <a:pt x="1468645" y="1882"/>
                </a:lnTo>
                <a:lnTo>
                  <a:pt x="1468379" y="1698"/>
                </a:lnTo>
                <a:lnTo>
                  <a:pt x="1468107" y="1524"/>
                </a:lnTo>
                <a:lnTo>
                  <a:pt x="1467829" y="1360"/>
                </a:lnTo>
                <a:lnTo>
                  <a:pt x="1467545" y="1204"/>
                </a:lnTo>
                <a:lnTo>
                  <a:pt x="1467254" y="1059"/>
                </a:lnTo>
                <a:lnTo>
                  <a:pt x="1466958" y="922"/>
                </a:lnTo>
                <a:lnTo>
                  <a:pt x="1466655" y="795"/>
                </a:lnTo>
                <a:lnTo>
                  <a:pt x="1466346" y="677"/>
                </a:lnTo>
                <a:lnTo>
                  <a:pt x="1466031" y="569"/>
                </a:lnTo>
                <a:lnTo>
                  <a:pt x="1465710" y="470"/>
                </a:lnTo>
                <a:lnTo>
                  <a:pt x="1465382" y="381"/>
                </a:lnTo>
                <a:lnTo>
                  <a:pt x="1465049" y="301"/>
                </a:lnTo>
                <a:lnTo>
                  <a:pt x="1464709" y="231"/>
                </a:lnTo>
                <a:lnTo>
                  <a:pt x="1464363" y="169"/>
                </a:lnTo>
                <a:lnTo>
                  <a:pt x="1464011" y="118"/>
                </a:lnTo>
                <a:lnTo>
                  <a:pt x="1463653" y="75"/>
                </a:lnTo>
                <a:lnTo>
                  <a:pt x="1463288" y="42"/>
                </a:lnTo>
                <a:lnTo>
                  <a:pt x="1462918" y="19"/>
                </a:lnTo>
                <a:lnTo>
                  <a:pt x="1462541" y="5"/>
                </a:lnTo>
                <a:lnTo>
                  <a:pt x="1462158" y="0"/>
                </a:lnTo>
                <a:lnTo>
                  <a:pt x="1461775" y="5"/>
                </a:lnTo>
                <a:lnTo>
                  <a:pt x="1461399" y="19"/>
                </a:lnTo>
                <a:lnTo>
                  <a:pt x="1461029" y="42"/>
                </a:lnTo>
                <a:lnTo>
                  <a:pt x="1460665" y="75"/>
                </a:lnTo>
                <a:lnTo>
                  <a:pt x="1460307" y="118"/>
                </a:lnTo>
                <a:lnTo>
                  <a:pt x="1459956" y="169"/>
                </a:lnTo>
                <a:lnTo>
                  <a:pt x="1459612" y="231"/>
                </a:lnTo>
                <a:lnTo>
                  <a:pt x="1459273" y="301"/>
                </a:lnTo>
                <a:lnTo>
                  <a:pt x="1458941" y="381"/>
                </a:lnTo>
                <a:lnTo>
                  <a:pt x="1458615" y="470"/>
                </a:lnTo>
                <a:lnTo>
                  <a:pt x="1458296" y="569"/>
                </a:lnTo>
                <a:lnTo>
                  <a:pt x="1457982" y="677"/>
                </a:lnTo>
                <a:lnTo>
                  <a:pt x="1457676" y="795"/>
                </a:lnTo>
                <a:lnTo>
                  <a:pt x="1457375" y="922"/>
                </a:lnTo>
                <a:lnTo>
                  <a:pt x="1457081" y="1059"/>
                </a:lnTo>
                <a:lnTo>
                  <a:pt x="1456793" y="1204"/>
                </a:lnTo>
                <a:lnTo>
                  <a:pt x="1456512" y="1360"/>
                </a:lnTo>
                <a:lnTo>
                  <a:pt x="1456236" y="1524"/>
                </a:lnTo>
                <a:lnTo>
                  <a:pt x="1455968" y="1698"/>
                </a:lnTo>
                <a:lnTo>
                  <a:pt x="1455705" y="1882"/>
                </a:lnTo>
                <a:lnTo>
                  <a:pt x="1455449" y="2075"/>
                </a:lnTo>
                <a:lnTo>
                  <a:pt x="1455199" y="2277"/>
                </a:lnTo>
                <a:lnTo>
                  <a:pt x="1454955" y="2489"/>
                </a:lnTo>
                <a:lnTo>
                  <a:pt x="1454718" y="2710"/>
                </a:lnTo>
                <a:lnTo>
                  <a:pt x="1454489" y="2938"/>
                </a:lnTo>
                <a:lnTo>
                  <a:pt x="1454270" y="3171"/>
                </a:lnTo>
                <a:lnTo>
                  <a:pt x="1454060" y="3410"/>
                </a:lnTo>
                <a:lnTo>
                  <a:pt x="1453860" y="3653"/>
                </a:lnTo>
                <a:lnTo>
                  <a:pt x="1453670" y="3901"/>
                </a:lnTo>
                <a:lnTo>
                  <a:pt x="1453490" y="4154"/>
                </a:lnTo>
                <a:lnTo>
                  <a:pt x="1453319" y="4412"/>
                </a:lnTo>
                <a:lnTo>
                  <a:pt x="1453158" y="4675"/>
                </a:lnTo>
                <a:lnTo>
                  <a:pt x="1453007" y="4943"/>
                </a:lnTo>
                <a:lnTo>
                  <a:pt x="1452866" y="5216"/>
                </a:lnTo>
                <a:lnTo>
                  <a:pt x="1452734" y="5494"/>
                </a:lnTo>
                <a:lnTo>
                  <a:pt x="1452612" y="5777"/>
                </a:lnTo>
                <a:lnTo>
                  <a:pt x="1452500" y="6065"/>
                </a:lnTo>
                <a:lnTo>
                  <a:pt x="1452397" y="6358"/>
                </a:lnTo>
                <a:lnTo>
                  <a:pt x="1452305" y="6655"/>
                </a:lnTo>
                <a:lnTo>
                  <a:pt x="1452222" y="6958"/>
                </a:lnTo>
                <a:lnTo>
                  <a:pt x="1452149" y="7266"/>
                </a:lnTo>
                <a:lnTo>
                  <a:pt x="1452085" y="7578"/>
                </a:lnTo>
                <a:lnTo>
                  <a:pt x="1452032" y="7896"/>
                </a:lnTo>
                <a:lnTo>
                  <a:pt x="1451988" y="8219"/>
                </a:lnTo>
                <a:lnTo>
                  <a:pt x="1451954" y="8546"/>
                </a:lnTo>
                <a:lnTo>
                  <a:pt x="1451929" y="8879"/>
                </a:lnTo>
                <a:lnTo>
                  <a:pt x="1451915" y="9216"/>
                </a:lnTo>
                <a:lnTo>
                  <a:pt x="1451910" y="9558"/>
                </a:lnTo>
                <a:lnTo>
                  <a:pt x="1451915" y="9901"/>
                </a:lnTo>
                <a:lnTo>
                  <a:pt x="1451929" y="10238"/>
                </a:lnTo>
                <a:lnTo>
                  <a:pt x="1451954" y="10571"/>
                </a:lnTo>
                <a:lnTo>
                  <a:pt x="1451988" y="10898"/>
                </a:lnTo>
                <a:lnTo>
                  <a:pt x="1452032" y="11221"/>
                </a:lnTo>
                <a:lnTo>
                  <a:pt x="1452085" y="11538"/>
                </a:lnTo>
                <a:lnTo>
                  <a:pt x="1452149" y="11851"/>
                </a:lnTo>
                <a:lnTo>
                  <a:pt x="1452222" y="12159"/>
                </a:lnTo>
                <a:lnTo>
                  <a:pt x="1452305" y="12461"/>
                </a:lnTo>
                <a:lnTo>
                  <a:pt x="1452397" y="12759"/>
                </a:lnTo>
                <a:lnTo>
                  <a:pt x="1452500" y="13052"/>
                </a:lnTo>
                <a:lnTo>
                  <a:pt x="1452612" y="13340"/>
                </a:lnTo>
                <a:lnTo>
                  <a:pt x="1452734" y="13623"/>
                </a:lnTo>
                <a:lnTo>
                  <a:pt x="1452866" y="13901"/>
                </a:lnTo>
                <a:lnTo>
                  <a:pt x="1453007" y="14174"/>
                </a:lnTo>
                <a:lnTo>
                  <a:pt x="1453158" y="14442"/>
                </a:lnTo>
                <a:lnTo>
                  <a:pt x="1453319" y="14705"/>
                </a:lnTo>
                <a:lnTo>
                  <a:pt x="1453490" y="14963"/>
                </a:lnTo>
                <a:lnTo>
                  <a:pt x="1453670" y="15216"/>
                </a:lnTo>
                <a:lnTo>
                  <a:pt x="1453860" y="15464"/>
                </a:lnTo>
                <a:lnTo>
                  <a:pt x="1454060" y="15707"/>
                </a:lnTo>
                <a:lnTo>
                  <a:pt x="1454270" y="15945"/>
                </a:lnTo>
                <a:lnTo>
                  <a:pt x="1454489" y="16179"/>
                </a:lnTo>
                <a:lnTo>
                  <a:pt x="1454718" y="16407"/>
                </a:lnTo>
                <a:lnTo>
                  <a:pt x="1454955" y="16628"/>
                </a:lnTo>
                <a:lnTo>
                  <a:pt x="1455199" y="16840"/>
                </a:lnTo>
                <a:lnTo>
                  <a:pt x="1455449" y="17042"/>
                </a:lnTo>
                <a:lnTo>
                  <a:pt x="1455705" y="17235"/>
                </a:lnTo>
                <a:lnTo>
                  <a:pt x="1455968" y="17418"/>
                </a:lnTo>
                <a:lnTo>
                  <a:pt x="1456236" y="17593"/>
                </a:lnTo>
                <a:lnTo>
                  <a:pt x="1456512" y="17757"/>
                </a:lnTo>
                <a:lnTo>
                  <a:pt x="1456793" y="17912"/>
                </a:lnTo>
                <a:lnTo>
                  <a:pt x="1457081" y="18058"/>
                </a:lnTo>
                <a:lnTo>
                  <a:pt x="1457375" y="18195"/>
                </a:lnTo>
                <a:lnTo>
                  <a:pt x="1457676" y="18322"/>
                </a:lnTo>
                <a:lnTo>
                  <a:pt x="1457982" y="18439"/>
                </a:lnTo>
                <a:lnTo>
                  <a:pt x="1458296" y="18548"/>
                </a:lnTo>
                <a:lnTo>
                  <a:pt x="1458615" y="18646"/>
                </a:lnTo>
                <a:lnTo>
                  <a:pt x="1458941" y="18736"/>
                </a:lnTo>
                <a:lnTo>
                  <a:pt x="1459273" y="18816"/>
                </a:lnTo>
                <a:lnTo>
                  <a:pt x="1459612" y="18886"/>
                </a:lnTo>
                <a:lnTo>
                  <a:pt x="1459956" y="18947"/>
                </a:lnTo>
                <a:lnTo>
                  <a:pt x="1460307" y="18999"/>
                </a:lnTo>
                <a:lnTo>
                  <a:pt x="1460665" y="19042"/>
                </a:lnTo>
                <a:lnTo>
                  <a:pt x="1461029" y="19074"/>
                </a:lnTo>
                <a:lnTo>
                  <a:pt x="1461399" y="19098"/>
                </a:lnTo>
                <a:lnTo>
                  <a:pt x="1461775" y="19112"/>
                </a:lnTo>
                <a:lnTo>
                  <a:pt x="1462158" y="19117"/>
                </a:lnTo>
                <a:lnTo>
                  <a:pt x="1462541" y="19112"/>
                </a:lnTo>
                <a:lnTo>
                  <a:pt x="1462918" y="19098"/>
                </a:lnTo>
                <a:lnTo>
                  <a:pt x="1463288" y="19074"/>
                </a:lnTo>
                <a:lnTo>
                  <a:pt x="1463653" y="19042"/>
                </a:lnTo>
                <a:close/>
                <a:moveTo>
                  <a:pt x="1431483" y="122773"/>
                </a:moveTo>
                <a:lnTo>
                  <a:pt x="1430786" y="122748"/>
                </a:lnTo>
                <a:lnTo>
                  <a:pt x="1430111" y="122707"/>
                </a:lnTo>
                <a:lnTo>
                  <a:pt x="1429458" y="122650"/>
                </a:lnTo>
                <a:lnTo>
                  <a:pt x="1428828" y="122576"/>
                </a:lnTo>
                <a:lnTo>
                  <a:pt x="1428221" y="122485"/>
                </a:lnTo>
                <a:lnTo>
                  <a:pt x="1427636" y="122379"/>
                </a:lnTo>
                <a:lnTo>
                  <a:pt x="1427073" y="122256"/>
                </a:lnTo>
                <a:lnTo>
                  <a:pt x="1426533" y="122116"/>
                </a:lnTo>
                <a:lnTo>
                  <a:pt x="1426015" y="121960"/>
                </a:lnTo>
                <a:lnTo>
                  <a:pt x="1425519" y="121788"/>
                </a:lnTo>
                <a:lnTo>
                  <a:pt x="1425046" y="121599"/>
                </a:lnTo>
                <a:lnTo>
                  <a:pt x="1424595" y="121393"/>
                </a:lnTo>
                <a:lnTo>
                  <a:pt x="1424167" y="121172"/>
                </a:lnTo>
                <a:lnTo>
                  <a:pt x="1423761" y="120933"/>
                </a:lnTo>
                <a:lnTo>
                  <a:pt x="1423378" y="120679"/>
                </a:lnTo>
                <a:lnTo>
                  <a:pt x="1423017" y="120408"/>
                </a:lnTo>
                <a:lnTo>
                  <a:pt x="1422678" y="120121"/>
                </a:lnTo>
                <a:lnTo>
                  <a:pt x="1422362" y="119817"/>
                </a:lnTo>
                <a:lnTo>
                  <a:pt x="1422068" y="119496"/>
                </a:lnTo>
                <a:lnTo>
                  <a:pt x="1421796" y="119160"/>
                </a:lnTo>
                <a:lnTo>
                  <a:pt x="1421547" y="118807"/>
                </a:lnTo>
                <a:lnTo>
                  <a:pt x="1421321" y="118437"/>
                </a:lnTo>
                <a:lnTo>
                  <a:pt x="1421117" y="118051"/>
                </a:lnTo>
                <a:lnTo>
                  <a:pt x="1420928" y="117650"/>
                </a:lnTo>
                <a:lnTo>
                  <a:pt x="1420747" y="117233"/>
                </a:lnTo>
                <a:lnTo>
                  <a:pt x="1420574" y="116802"/>
                </a:lnTo>
                <a:lnTo>
                  <a:pt x="1420409" y="116357"/>
                </a:lnTo>
                <a:lnTo>
                  <a:pt x="1420252" y="115896"/>
                </a:lnTo>
                <a:lnTo>
                  <a:pt x="1420104" y="115421"/>
                </a:lnTo>
                <a:lnTo>
                  <a:pt x="1419963" y="114932"/>
                </a:lnTo>
                <a:lnTo>
                  <a:pt x="1419830" y="114427"/>
                </a:lnTo>
                <a:lnTo>
                  <a:pt x="1419706" y="113908"/>
                </a:lnTo>
                <a:lnTo>
                  <a:pt x="1419589" y="113374"/>
                </a:lnTo>
                <a:lnTo>
                  <a:pt x="1419480" y="112825"/>
                </a:lnTo>
                <a:lnTo>
                  <a:pt x="1419380" y="112262"/>
                </a:lnTo>
                <a:lnTo>
                  <a:pt x="1419287" y="111684"/>
                </a:lnTo>
                <a:lnTo>
                  <a:pt x="1419203" y="111091"/>
                </a:lnTo>
                <a:lnTo>
                  <a:pt x="1419127" y="110484"/>
                </a:lnTo>
                <a:lnTo>
                  <a:pt x="1419058" y="109861"/>
                </a:lnTo>
                <a:lnTo>
                  <a:pt x="1418998" y="109224"/>
                </a:lnTo>
                <a:lnTo>
                  <a:pt x="1418946" y="108573"/>
                </a:lnTo>
                <a:lnTo>
                  <a:pt x="1418901" y="107907"/>
                </a:lnTo>
                <a:lnTo>
                  <a:pt x="1418865" y="107225"/>
                </a:lnTo>
                <a:lnTo>
                  <a:pt x="1418837" y="106530"/>
                </a:lnTo>
                <a:lnTo>
                  <a:pt x="1418817" y="105819"/>
                </a:lnTo>
                <a:lnTo>
                  <a:pt x="1418805" y="105094"/>
                </a:lnTo>
                <a:lnTo>
                  <a:pt x="1418801" y="104354"/>
                </a:lnTo>
                <a:lnTo>
                  <a:pt x="1418801" y="3547"/>
                </a:lnTo>
                <a:lnTo>
                  <a:pt x="1402443" y="3547"/>
                </a:lnTo>
                <a:lnTo>
                  <a:pt x="1402443" y="105142"/>
                </a:lnTo>
                <a:lnTo>
                  <a:pt x="1402447" y="105950"/>
                </a:lnTo>
                <a:lnTo>
                  <a:pt x="1402459" y="106749"/>
                </a:lnTo>
                <a:lnTo>
                  <a:pt x="1402479" y="107537"/>
                </a:lnTo>
                <a:lnTo>
                  <a:pt x="1402506" y="108316"/>
                </a:lnTo>
                <a:lnTo>
                  <a:pt x="1402542" y="109085"/>
                </a:lnTo>
                <a:lnTo>
                  <a:pt x="1402585" y="109845"/>
                </a:lnTo>
                <a:lnTo>
                  <a:pt x="1402636" y="110594"/>
                </a:lnTo>
                <a:lnTo>
                  <a:pt x="1402695" y="111334"/>
                </a:lnTo>
                <a:lnTo>
                  <a:pt x="1402762" y="112064"/>
                </a:lnTo>
                <a:lnTo>
                  <a:pt x="1402837" y="112784"/>
                </a:lnTo>
                <a:lnTo>
                  <a:pt x="1402919" y="113495"/>
                </a:lnTo>
                <a:lnTo>
                  <a:pt x="1403010" y="114196"/>
                </a:lnTo>
                <a:lnTo>
                  <a:pt x="1403108" y="114887"/>
                </a:lnTo>
                <a:lnTo>
                  <a:pt x="1403214" y="115568"/>
                </a:lnTo>
                <a:lnTo>
                  <a:pt x="1403329" y="116240"/>
                </a:lnTo>
                <a:lnTo>
                  <a:pt x="1403451" y="116902"/>
                </a:lnTo>
                <a:lnTo>
                  <a:pt x="1403580" y="117554"/>
                </a:lnTo>
                <a:lnTo>
                  <a:pt x="1403718" y="118196"/>
                </a:lnTo>
                <a:lnTo>
                  <a:pt x="1403864" y="118828"/>
                </a:lnTo>
                <a:lnTo>
                  <a:pt x="1404017" y="119451"/>
                </a:lnTo>
                <a:lnTo>
                  <a:pt x="1404179" y="120064"/>
                </a:lnTo>
                <a:lnTo>
                  <a:pt x="1404348" y="120668"/>
                </a:lnTo>
                <a:lnTo>
                  <a:pt x="1404525" y="121261"/>
                </a:lnTo>
                <a:lnTo>
                  <a:pt x="1404710" y="121845"/>
                </a:lnTo>
                <a:lnTo>
                  <a:pt x="1404905" y="122418"/>
                </a:lnTo>
                <a:lnTo>
                  <a:pt x="1405115" y="122980"/>
                </a:lnTo>
                <a:lnTo>
                  <a:pt x="1405338" y="123531"/>
                </a:lnTo>
                <a:lnTo>
                  <a:pt x="1405575" y="124070"/>
                </a:lnTo>
                <a:lnTo>
                  <a:pt x="1405825" y="124598"/>
                </a:lnTo>
                <a:lnTo>
                  <a:pt x="1406089" y="125115"/>
                </a:lnTo>
                <a:lnTo>
                  <a:pt x="1406367" y="125621"/>
                </a:lnTo>
                <a:lnTo>
                  <a:pt x="1406659" y="126115"/>
                </a:lnTo>
                <a:lnTo>
                  <a:pt x="1406964" y="126598"/>
                </a:lnTo>
                <a:lnTo>
                  <a:pt x="1407283" y="127070"/>
                </a:lnTo>
                <a:lnTo>
                  <a:pt x="1407615" y="127530"/>
                </a:lnTo>
                <a:lnTo>
                  <a:pt x="1407962" y="127979"/>
                </a:lnTo>
                <a:lnTo>
                  <a:pt x="1408321" y="128417"/>
                </a:lnTo>
                <a:lnTo>
                  <a:pt x="1408695" y="128843"/>
                </a:lnTo>
                <a:lnTo>
                  <a:pt x="1409082" y="129259"/>
                </a:lnTo>
                <a:lnTo>
                  <a:pt x="1409483" y="129663"/>
                </a:lnTo>
                <a:lnTo>
                  <a:pt x="1409898" y="130055"/>
                </a:lnTo>
                <a:lnTo>
                  <a:pt x="1410326" y="130436"/>
                </a:lnTo>
                <a:lnTo>
                  <a:pt x="1410769" y="130806"/>
                </a:lnTo>
                <a:lnTo>
                  <a:pt x="1411224" y="131165"/>
                </a:lnTo>
                <a:lnTo>
                  <a:pt x="1411694" y="131513"/>
                </a:lnTo>
                <a:lnTo>
                  <a:pt x="1412177" y="131849"/>
                </a:lnTo>
                <a:lnTo>
                  <a:pt x="1412674" y="132174"/>
                </a:lnTo>
                <a:lnTo>
                  <a:pt x="1413184" y="132487"/>
                </a:lnTo>
                <a:lnTo>
                  <a:pt x="1413711" y="132789"/>
                </a:lnTo>
                <a:lnTo>
                  <a:pt x="1414257" y="133078"/>
                </a:lnTo>
                <a:lnTo>
                  <a:pt x="1414822" y="133353"/>
                </a:lnTo>
                <a:lnTo>
                  <a:pt x="1415407" y="133616"/>
                </a:lnTo>
                <a:lnTo>
                  <a:pt x="1416010" y="133867"/>
                </a:lnTo>
                <a:lnTo>
                  <a:pt x="1416633" y="134104"/>
                </a:lnTo>
                <a:lnTo>
                  <a:pt x="1417275" y="134329"/>
                </a:lnTo>
                <a:lnTo>
                  <a:pt x="1417936" y="134540"/>
                </a:lnTo>
                <a:lnTo>
                  <a:pt x="1418616" y="134739"/>
                </a:lnTo>
                <a:lnTo>
                  <a:pt x="1419316" y="134925"/>
                </a:lnTo>
                <a:lnTo>
                  <a:pt x="1420034" y="135098"/>
                </a:lnTo>
                <a:lnTo>
                  <a:pt x="1420772" y="135259"/>
                </a:lnTo>
                <a:lnTo>
                  <a:pt x="1421529" y="135406"/>
                </a:lnTo>
                <a:lnTo>
                  <a:pt x="1422305" y="135541"/>
                </a:lnTo>
                <a:lnTo>
                  <a:pt x="1423100" y="135663"/>
                </a:lnTo>
                <a:lnTo>
                  <a:pt x="1423914" y="135772"/>
                </a:lnTo>
                <a:lnTo>
                  <a:pt x="1424748" y="135868"/>
                </a:lnTo>
                <a:lnTo>
                  <a:pt x="1425600" y="135952"/>
                </a:lnTo>
                <a:lnTo>
                  <a:pt x="1426472" y="136022"/>
                </a:lnTo>
                <a:lnTo>
                  <a:pt x="1427363" y="136080"/>
                </a:lnTo>
                <a:lnTo>
                  <a:pt x="1428273" y="136125"/>
                </a:lnTo>
                <a:lnTo>
                  <a:pt x="1429202" y="136157"/>
                </a:lnTo>
                <a:lnTo>
                  <a:pt x="1430151" y="136176"/>
                </a:lnTo>
                <a:lnTo>
                  <a:pt x="1431118" y="136183"/>
                </a:lnTo>
                <a:lnTo>
                  <a:pt x="1436637" y="136183"/>
                </a:lnTo>
                <a:lnTo>
                  <a:pt x="1436637" y="122781"/>
                </a:lnTo>
                <a:lnTo>
                  <a:pt x="1432202" y="122781"/>
                </a:lnTo>
                <a:lnTo>
                  <a:pt x="1431483" y="122773"/>
                </a:lnTo>
                <a:close/>
                <a:moveTo>
                  <a:pt x="931996" y="122871"/>
                </a:moveTo>
                <a:lnTo>
                  <a:pt x="931299" y="122845"/>
                </a:lnTo>
                <a:lnTo>
                  <a:pt x="930624" y="122802"/>
                </a:lnTo>
                <a:lnTo>
                  <a:pt x="929972" y="122741"/>
                </a:lnTo>
                <a:lnTo>
                  <a:pt x="929342" y="122663"/>
                </a:lnTo>
                <a:lnTo>
                  <a:pt x="928734" y="122568"/>
                </a:lnTo>
                <a:lnTo>
                  <a:pt x="928149" y="122456"/>
                </a:lnTo>
                <a:lnTo>
                  <a:pt x="927586" y="122326"/>
                </a:lnTo>
                <a:lnTo>
                  <a:pt x="927046" y="122179"/>
                </a:lnTo>
                <a:lnTo>
                  <a:pt x="926528" y="122015"/>
                </a:lnTo>
                <a:lnTo>
                  <a:pt x="926032" y="121833"/>
                </a:lnTo>
                <a:lnTo>
                  <a:pt x="925559" y="121634"/>
                </a:lnTo>
                <a:lnTo>
                  <a:pt x="925109" y="121418"/>
                </a:lnTo>
                <a:lnTo>
                  <a:pt x="924680" y="121184"/>
                </a:lnTo>
                <a:lnTo>
                  <a:pt x="924274" y="120933"/>
                </a:lnTo>
                <a:lnTo>
                  <a:pt x="923891" y="120665"/>
                </a:lnTo>
                <a:lnTo>
                  <a:pt x="923530" y="120380"/>
                </a:lnTo>
                <a:lnTo>
                  <a:pt x="923191" y="120077"/>
                </a:lnTo>
                <a:lnTo>
                  <a:pt x="922875" y="119757"/>
                </a:lnTo>
                <a:lnTo>
                  <a:pt x="922581" y="119420"/>
                </a:lnTo>
                <a:lnTo>
                  <a:pt x="922310" y="119065"/>
                </a:lnTo>
                <a:lnTo>
                  <a:pt x="922061" y="118693"/>
                </a:lnTo>
                <a:lnTo>
                  <a:pt x="921834" y="118304"/>
                </a:lnTo>
                <a:lnTo>
                  <a:pt x="921630" y="117897"/>
                </a:lnTo>
                <a:lnTo>
                  <a:pt x="921441" y="117474"/>
                </a:lnTo>
                <a:lnTo>
                  <a:pt x="921260" y="117036"/>
                </a:lnTo>
                <a:lnTo>
                  <a:pt x="921087" y="116583"/>
                </a:lnTo>
                <a:lnTo>
                  <a:pt x="920922" y="116115"/>
                </a:lnTo>
                <a:lnTo>
                  <a:pt x="920766" y="115632"/>
                </a:lnTo>
                <a:lnTo>
                  <a:pt x="920617" y="115133"/>
                </a:lnTo>
                <a:lnTo>
                  <a:pt x="920476" y="114619"/>
                </a:lnTo>
                <a:lnTo>
                  <a:pt x="920343" y="114090"/>
                </a:lnTo>
                <a:lnTo>
                  <a:pt x="920219" y="113546"/>
                </a:lnTo>
                <a:lnTo>
                  <a:pt x="920102" y="112987"/>
                </a:lnTo>
                <a:lnTo>
                  <a:pt x="919994" y="112413"/>
                </a:lnTo>
                <a:lnTo>
                  <a:pt x="919893" y="111823"/>
                </a:lnTo>
                <a:lnTo>
                  <a:pt x="919801" y="111218"/>
                </a:lnTo>
                <a:lnTo>
                  <a:pt x="919716" y="110599"/>
                </a:lnTo>
                <a:lnTo>
                  <a:pt x="919640" y="109963"/>
                </a:lnTo>
                <a:lnTo>
                  <a:pt x="919572" y="109313"/>
                </a:lnTo>
                <a:lnTo>
                  <a:pt x="919511" y="108648"/>
                </a:lnTo>
                <a:lnTo>
                  <a:pt x="919459" y="107967"/>
                </a:lnTo>
                <a:lnTo>
                  <a:pt x="919415" y="107272"/>
                </a:lnTo>
                <a:lnTo>
                  <a:pt x="919379" y="106561"/>
                </a:lnTo>
                <a:lnTo>
                  <a:pt x="919350" y="105835"/>
                </a:lnTo>
                <a:lnTo>
                  <a:pt x="919330" y="105094"/>
                </a:lnTo>
                <a:lnTo>
                  <a:pt x="919318" y="104337"/>
                </a:lnTo>
                <a:lnTo>
                  <a:pt x="919314" y="103566"/>
                </a:lnTo>
                <a:lnTo>
                  <a:pt x="919314" y="50551"/>
                </a:lnTo>
                <a:lnTo>
                  <a:pt x="942964" y="50551"/>
                </a:lnTo>
                <a:lnTo>
                  <a:pt x="942964" y="37248"/>
                </a:lnTo>
                <a:lnTo>
                  <a:pt x="919314" y="37248"/>
                </a:lnTo>
                <a:lnTo>
                  <a:pt x="919314" y="15274"/>
                </a:lnTo>
                <a:lnTo>
                  <a:pt x="902957" y="15274"/>
                </a:lnTo>
                <a:lnTo>
                  <a:pt x="902957" y="37248"/>
                </a:lnTo>
                <a:lnTo>
                  <a:pt x="886895" y="37248"/>
                </a:lnTo>
                <a:lnTo>
                  <a:pt x="886895" y="50551"/>
                </a:lnTo>
                <a:lnTo>
                  <a:pt x="902957" y="50551"/>
                </a:lnTo>
                <a:lnTo>
                  <a:pt x="902957" y="104034"/>
                </a:lnTo>
                <a:lnTo>
                  <a:pt x="902961" y="104871"/>
                </a:lnTo>
                <a:lnTo>
                  <a:pt x="902973" y="105698"/>
                </a:lnTo>
                <a:lnTo>
                  <a:pt x="902993" y="106514"/>
                </a:lnTo>
                <a:lnTo>
                  <a:pt x="903021" y="107321"/>
                </a:lnTo>
                <a:lnTo>
                  <a:pt x="903057" y="108117"/>
                </a:lnTo>
                <a:lnTo>
                  <a:pt x="903101" y="108904"/>
                </a:lnTo>
                <a:lnTo>
                  <a:pt x="903154" y="109680"/>
                </a:lnTo>
                <a:lnTo>
                  <a:pt x="903214" y="110446"/>
                </a:lnTo>
                <a:lnTo>
                  <a:pt x="903282" y="111203"/>
                </a:lnTo>
                <a:lnTo>
                  <a:pt x="903359" y="111949"/>
                </a:lnTo>
                <a:lnTo>
                  <a:pt x="903443" y="112685"/>
                </a:lnTo>
                <a:lnTo>
                  <a:pt x="903536" y="113411"/>
                </a:lnTo>
                <a:lnTo>
                  <a:pt x="903636" y="114126"/>
                </a:lnTo>
                <a:lnTo>
                  <a:pt x="903745" y="114832"/>
                </a:lnTo>
                <a:lnTo>
                  <a:pt x="903861" y="115528"/>
                </a:lnTo>
                <a:lnTo>
                  <a:pt x="903986" y="116213"/>
                </a:lnTo>
                <a:lnTo>
                  <a:pt x="904118" y="116889"/>
                </a:lnTo>
                <a:lnTo>
                  <a:pt x="904259" y="117554"/>
                </a:lnTo>
                <a:lnTo>
                  <a:pt x="904408" y="118209"/>
                </a:lnTo>
                <a:lnTo>
                  <a:pt x="904565" y="118854"/>
                </a:lnTo>
                <a:lnTo>
                  <a:pt x="904730" y="119489"/>
                </a:lnTo>
                <a:lnTo>
                  <a:pt x="904902" y="120114"/>
                </a:lnTo>
                <a:lnTo>
                  <a:pt x="905083" y="120729"/>
                </a:lnTo>
                <a:lnTo>
                  <a:pt x="905272" y="121334"/>
                </a:lnTo>
                <a:lnTo>
                  <a:pt x="905472" y="121927"/>
                </a:lnTo>
                <a:lnTo>
                  <a:pt x="905685" y="122509"/>
                </a:lnTo>
                <a:lnTo>
                  <a:pt x="905912" y="123080"/>
                </a:lnTo>
                <a:lnTo>
                  <a:pt x="906152" y="123638"/>
                </a:lnTo>
                <a:lnTo>
                  <a:pt x="906406" y="124185"/>
                </a:lnTo>
                <a:lnTo>
                  <a:pt x="906673" y="124720"/>
                </a:lnTo>
                <a:lnTo>
                  <a:pt x="906954" y="125244"/>
                </a:lnTo>
                <a:lnTo>
                  <a:pt x="907249" y="125755"/>
                </a:lnTo>
                <a:lnTo>
                  <a:pt x="907556" y="126256"/>
                </a:lnTo>
                <a:lnTo>
                  <a:pt x="907878" y="126744"/>
                </a:lnTo>
                <a:lnTo>
                  <a:pt x="908213" y="127221"/>
                </a:lnTo>
                <a:lnTo>
                  <a:pt x="908561" y="127686"/>
                </a:lnTo>
                <a:lnTo>
                  <a:pt x="908923" y="128139"/>
                </a:lnTo>
                <a:lnTo>
                  <a:pt x="909298" y="128581"/>
                </a:lnTo>
                <a:lnTo>
                  <a:pt x="909687" y="129011"/>
                </a:lnTo>
                <a:lnTo>
                  <a:pt x="910090" y="129429"/>
                </a:lnTo>
                <a:lnTo>
                  <a:pt x="910506" y="129836"/>
                </a:lnTo>
                <a:lnTo>
                  <a:pt x="910935" y="130231"/>
                </a:lnTo>
                <a:lnTo>
                  <a:pt x="911378" y="130614"/>
                </a:lnTo>
                <a:lnTo>
                  <a:pt x="911835" y="130986"/>
                </a:lnTo>
                <a:lnTo>
                  <a:pt x="912305" y="131345"/>
                </a:lnTo>
                <a:lnTo>
                  <a:pt x="912788" y="131694"/>
                </a:lnTo>
                <a:lnTo>
                  <a:pt x="913285" y="132030"/>
                </a:lnTo>
                <a:lnTo>
                  <a:pt x="913796" y="132355"/>
                </a:lnTo>
                <a:lnTo>
                  <a:pt x="914323" y="132667"/>
                </a:lnTo>
                <a:lnTo>
                  <a:pt x="914868" y="132966"/>
                </a:lnTo>
                <a:lnTo>
                  <a:pt x="915433" y="133252"/>
                </a:lnTo>
                <a:lnTo>
                  <a:pt x="916016" y="133524"/>
                </a:lnTo>
                <a:lnTo>
                  <a:pt x="916618" y="133784"/>
                </a:lnTo>
                <a:lnTo>
                  <a:pt x="917239" y="134030"/>
                </a:lnTo>
                <a:lnTo>
                  <a:pt x="917878" y="134262"/>
                </a:lnTo>
                <a:lnTo>
                  <a:pt x="918537" y="134481"/>
                </a:lnTo>
                <a:lnTo>
                  <a:pt x="919214" y="134687"/>
                </a:lnTo>
                <a:lnTo>
                  <a:pt x="919910" y="134880"/>
                </a:lnTo>
                <a:lnTo>
                  <a:pt x="920625" y="135060"/>
                </a:lnTo>
                <a:lnTo>
                  <a:pt x="921359" y="135226"/>
                </a:lnTo>
                <a:lnTo>
                  <a:pt x="922112" y="135379"/>
                </a:lnTo>
                <a:lnTo>
                  <a:pt x="922883" y="135518"/>
                </a:lnTo>
                <a:lnTo>
                  <a:pt x="923673" y="135644"/>
                </a:lnTo>
                <a:lnTo>
                  <a:pt x="924482" y="135757"/>
                </a:lnTo>
                <a:lnTo>
                  <a:pt x="925310" y="135857"/>
                </a:lnTo>
                <a:lnTo>
                  <a:pt x="926157" y="135943"/>
                </a:lnTo>
                <a:lnTo>
                  <a:pt x="927022" y="136016"/>
                </a:lnTo>
                <a:lnTo>
                  <a:pt x="927906" y="136076"/>
                </a:lnTo>
                <a:lnTo>
                  <a:pt x="928810" y="136123"/>
                </a:lnTo>
                <a:lnTo>
                  <a:pt x="929731" y="136156"/>
                </a:lnTo>
                <a:lnTo>
                  <a:pt x="930672" y="136176"/>
                </a:lnTo>
                <a:lnTo>
                  <a:pt x="931632" y="136183"/>
                </a:lnTo>
                <a:lnTo>
                  <a:pt x="943161" y="136183"/>
                </a:lnTo>
                <a:lnTo>
                  <a:pt x="943161" y="122880"/>
                </a:lnTo>
                <a:lnTo>
                  <a:pt x="932716" y="122880"/>
                </a:lnTo>
                <a:lnTo>
                  <a:pt x="931996" y="122871"/>
                </a:lnTo>
                <a:close/>
                <a:moveTo>
                  <a:pt x="1372255" y="122845"/>
                </a:moveTo>
                <a:lnTo>
                  <a:pt x="1371580" y="122802"/>
                </a:lnTo>
                <a:lnTo>
                  <a:pt x="1370927" y="122741"/>
                </a:lnTo>
                <a:lnTo>
                  <a:pt x="1370297" y="122663"/>
                </a:lnTo>
                <a:lnTo>
                  <a:pt x="1369690" y="122568"/>
                </a:lnTo>
                <a:lnTo>
                  <a:pt x="1369105" y="122456"/>
                </a:lnTo>
                <a:lnTo>
                  <a:pt x="1368542" y="122326"/>
                </a:lnTo>
                <a:lnTo>
                  <a:pt x="1368002" y="122179"/>
                </a:lnTo>
                <a:lnTo>
                  <a:pt x="1367484" y="122015"/>
                </a:lnTo>
                <a:lnTo>
                  <a:pt x="1366988" y="121833"/>
                </a:lnTo>
                <a:lnTo>
                  <a:pt x="1366515" y="121634"/>
                </a:lnTo>
                <a:lnTo>
                  <a:pt x="1366064" y="121418"/>
                </a:lnTo>
                <a:lnTo>
                  <a:pt x="1365636" y="121184"/>
                </a:lnTo>
                <a:lnTo>
                  <a:pt x="1365230" y="120933"/>
                </a:lnTo>
                <a:lnTo>
                  <a:pt x="1364847" y="120665"/>
                </a:lnTo>
                <a:lnTo>
                  <a:pt x="1364486" y="120380"/>
                </a:lnTo>
                <a:lnTo>
                  <a:pt x="1364147" y="120077"/>
                </a:lnTo>
                <a:lnTo>
                  <a:pt x="1363831" y="119757"/>
                </a:lnTo>
                <a:lnTo>
                  <a:pt x="1363537" y="119420"/>
                </a:lnTo>
                <a:lnTo>
                  <a:pt x="1363265" y="119065"/>
                </a:lnTo>
                <a:lnTo>
                  <a:pt x="1363016" y="118693"/>
                </a:lnTo>
                <a:lnTo>
                  <a:pt x="1362790" y="118304"/>
                </a:lnTo>
                <a:lnTo>
                  <a:pt x="1362586" y="117897"/>
                </a:lnTo>
                <a:lnTo>
                  <a:pt x="1362397" y="117474"/>
                </a:lnTo>
                <a:lnTo>
                  <a:pt x="1362216" y="117036"/>
                </a:lnTo>
                <a:lnTo>
                  <a:pt x="1362043" y="116583"/>
                </a:lnTo>
                <a:lnTo>
                  <a:pt x="1361878" y="116115"/>
                </a:lnTo>
                <a:lnTo>
                  <a:pt x="1361721" y="115632"/>
                </a:lnTo>
                <a:lnTo>
                  <a:pt x="1361573" y="115133"/>
                </a:lnTo>
                <a:lnTo>
                  <a:pt x="1361432" y="114619"/>
                </a:lnTo>
                <a:lnTo>
                  <a:pt x="1361299" y="114090"/>
                </a:lnTo>
                <a:lnTo>
                  <a:pt x="1361175" y="113546"/>
                </a:lnTo>
                <a:lnTo>
                  <a:pt x="1361058" y="112987"/>
                </a:lnTo>
                <a:lnTo>
                  <a:pt x="1360949" y="112413"/>
                </a:lnTo>
                <a:lnTo>
                  <a:pt x="1360849" y="111823"/>
                </a:lnTo>
                <a:lnTo>
                  <a:pt x="1360756" y="111218"/>
                </a:lnTo>
                <a:lnTo>
                  <a:pt x="1360672" y="110599"/>
                </a:lnTo>
                <a:lnTo>
                  <a:pt x="1360596" y="109963"/>
                </a:lnTo>
                <a:lnTo>
                  <a:pt x="1360527" y="109313"/>
                </a:lnTo>
                <a:lnTo>
                  <a:pt x="1360467" y="108648"/>
                </a:lnTo>
                <a:lnTo>
                  <a:pt x="1360415" y="107967"/>
                </a:lnTo>
                <a:lnTo>
                  <a:pt x="1360370" y="107272"/>
                </a:lnTo>
                <a:lnTo>
                  <a:pt x="1360334" y="106561"/>
                </a:lnTo>
                <a:lnTo>
                  <a:pt x="1360306" y="105835"/>
                </a:lnTo>
                <a:lnTo>
                  <a:pt x="1360286" y="105094"/>
                </a:lnTo>
                <a:lnTo>
                  <a:pt x="1360274" y="104337"/>
                </a:lnTo>
                <a:lnTo>
                  <a:pt x="1360270" y="103566"/>
                </a:lnTo>
                <a:lnTo>
                  <a:pt x="1360270" y="50551"/>
                </a:lnTo>
                <a:lnTo>
                  <a:pt x="1383920" y="50551"/>
                </a:lnTo>
                <a:lnTo>
                  <a:pt x="1383920" y="37248"/>
                </a:lnTo>
                <a:lnTo>
                  <a:pt x="1360270" y="37248"/>
                </a:lnTo>
                <a:lnTo>
                  <a:pt x="1360270" y="15274"/>
                </a:lnTo>
                <a:lnTo>
                  <a:pt x="1343912" y="15274"/>
                </a:lnTo>
                <a:lnTo>
                  <a:pt x="1343912" y="37248"/>
                </a:lnTo>
                <a:lnTo>
                  <a:pt x="1327850" y="37248"/>
                </a:lnTo>
                <a:lnTo>
                  <a:pt x="1327850" y="50551"/>
                </a:lnTo>
                <a:lnTo>
                  <a:pt x="1343912" y="50551"/>
                </a:lnTo>
                <a:lnTo>
                  <a:pt x="1343912" y="104034"/>
                </a:lnTo>
                <a:lnTo>
                  <a:pt x="1343916" y="104871"/>
                </a:lnTo>
                <a:lnTo>
                  <a:pt x="1343928" y="105698"/>
                </a:lnTo>
                <a:lnTo>
                  <a:pt x="1343948" y="106514"/>
                </a:lnTo>
                <a:lnTo>
                  <a:pt x="1343977" y="107321"/>
                </a:lnTo>
                <a:lnTo>
                  <a:pt x="1344013" y="108117"/>
                </a:lnTo>
                <a:lnTo>
                  <a:pt x="1344057" y="108904"/>
                </a:lnTo>
                <a:lnTo>
                  <a:pt x="1344109" y="109680"/>
                </a:lnTo>
                <a:lnTo>
                  <a:pt x="1344170" y="110446"/>
                </a:lnTo>
                <a:lnTo>
                  <a:pt x="1344238" y="111203"/>
                </a:lnTo>
                <a:lnTo>
                  <a:pt x="1344314" y="111949"/>
                </a:lnTo>
                <a:lnTo>
                  <a:pt x="1344399" y="112685"/>
                </a:lnTo>
                <a:lnTo>
                  <a:pt x="1344491" y="113411"/>
                </a:lnTo>
                <a:lnTo>
                  <a:pt x="1344592" y="114126"/>
                </a:lnTo>
                <a:lnTo>
                  <a:pt x="1344700" y="114832"/>
                </a:lnTo>
                <a:lnTo>
                  <a:pt x="1344817" y="115528"/>
                </a:lnTo>
                <a:lnTo>
                  <a:pt x="1344941" y="116213"/>
                </a:lnTo>
                <a:lnTo>
                  <a:pt x="1345074" y="116889"/>
                </a:lnTo>
                <a:lnTo>
                  <a:pt x="1345215" y="117554"/>
                </a:lnTo>
                <a:lnTo>
                  <a:pt x="1345364" y="118209"/>
                </a:lnTo>
                <a:lnTo>
                  <a:pt x="1345520" y="118854"/>
                </a:lnTo>
                <a:lnTo>
                  <a:pt x="1345685" y="119489"/>
                </a:lnTo>
                <a:lnTo>
                  <a:pt x="1345858" y="120114"/>
                </a:lnTo>
                <a:lnTo>
                  <a:pt x="1346039" y="120729"/>
                </a:lnTo>
                <a:lnTo>
                  <a:pt x="1346228" y="121334"/>
                </a:lnTo>
                <a:lnTo>
                  <a:pt x="1346428" y="121927"/>
                </a:lnTo>
                <a:lnTo>
                  <a:pt x="1346641" y="122509"/>
                </a:lnTo>
                <a:lnTo>
                  <a:pt x="1346868" y="123080"/>
                </a:lnTo>
                <a:lnTo>
                  <a:pt x="1347108" y="123638"/>
                </a:lnTo>
                <a:lnTo>
                  <a:pt x="1347362" y="124185"/>
                </a:lnTo>
                <a:lnTo>
                  <a:pt x="1347629" y="124720"/>
                </a:lnTo>
                <a:lnTo>
                  <a:pt x="1347910" y="125244"/>
                </a:lnTo>
                <a:lnTo>
                  <a:pt x="1348204" y="125755"/>
                </a:lnTo>
                <a:lnTo>
                  <a:pt x="1348512" y="126256"/>
                </a:lnTo>
                <a:lnTo>
                  <a:pt x="1348833" y="126744"/>
                </a:lnTo>
                <a:lnTo>
                  <a:pt x="1349168" y="127221"/>
                </a:lnTo>
                <a:lnTo>
                  <a:pt x="1349517" y="127686"/>
                </a:lnTo>
                <a:lnTo>
                  <a:pt x="1349879" y="128139"/>
                </a:lnTo>
                <a:lnTo>
                  <a:pt x="1350254" y="128581"/>
                </a:lnTo>
                <a:lnTo>
                  <a:pt x="1350643" y="129011"/>
                </a:lnTo>
                <a:lnTo>
                  <a:pt x="1351046" y="129429"/>
                </a:lnTo>
                <a:lnTo>
                  <a:pt x="1351461" y="129836"/>
                </a:lnTo>
                <a:lnTo>
                  <a:pt x="1351891" y="130231"/>
                </a:lnTo>
                <a:lnTo>
                  <a:pt x="1352334" y="130614"/>
                </a:lnTo>
                <a:lnTo>
                  <a:pt x="1352790" y="130986"/>
                </a:lnTo>
                <a:lnTo>
                  <a:pt x="1353261" y="131345"/>
                </a:lnTo>
                <a:lnTo>
                  <a:pt x="1353744" y="131694"/>
                </a:lnTo>
                <a:lnTo>
                  <a:pt x="1354241" y="132030"/>
                </a:lnTo>
                <a:lnTo>
                  <a:pt x="1354752" y="132355"/>
                </a:lnTo>
                <a:lnTo>
                  <a:pt x="1355278" y="132667"/>
                </a:lnTo>
                <a:lnTo>
                  <a:pt x="1355824" y="132966"/>
                </a:lnTo>
                <a:lnTo>
                  <a:pt x="1356388" y="133252"/>
                </a:lnTo>
                <a:lnTo>
                  <a:pt x="1356972" y="133524"/>
                </a:lnTo>
                <a:lnTo>
                  <a:pt x="1357574" y="133784"/>
                </a:lnTo>
                <a:lnTo>
                  <a:pt x="1358194" y="134030"/>
                </a:lnTo>
                <a:lnTo>
                  <a:pt x="1358834" y="134262"/>
                </a:lnTo>
                <a:lnTo>
                  <a:pt x="1359493" y="134481"/>
                </a:lnTo>
                <a:lnTo>
                  <a:pt x="1360170" y="134687"/>
                </a:lnTo>
                <a:lnTo>
                  <a:pt x="1360866" y="134880"/>
                </a:lnTo>
                <a:lnTo>
                  <a:pt x="1361581" y="135060"/>
                </a:lnTo>
                <a:lnTo>
                  <a:pt x="1362315" y="135226"/>
                </a:lnTo>
                <a:lnTo>
                  <a:pt x="1363067" y="135379"/>
                </a:lnTo>
                <a:lnTo>
                  <a:pt x="1363839" y="135518"/>
                </a:lnTo>
                <a:lnTo>
                  <a:pt x="1364629" y="135644"/>
                </a:lnTo>
                <a:lnTo>
                  <a:pt x="1365438" y="135757"/>
                </a:lnTo>
                <a:lnTo>
                  <a:pt x="1366266" y="135857"/>
                </a:lnTo>
                <a:lnTo>
                  <a:pt x="1367112" y="135943"/>
                </a:lnTo>
                <a:lnTo>
                  <a:pt x="1367978" y="136016"/>
                </a:lnTo>
                <a:lnTo>
                  <a:pt x="1368862" y="136076"/>
                </a:lnTo>
                <a:lnTo>
                  <a:pt x="1369765" y="136123"/>
                </a:lnTo>
                <a:lnTo>
                  <a:pt x="1370687" y="136156"/>
                </a:lnTo>
                <a:lnTo>
                  <a:pt x="1371628" y="136176"/>
                </a:lnTo>
                <a:lnTo>
                  <a:pt x="1372587" y="136183"/>
                </a:lnTo>
                <a:lnTo>
                  <a:pt x="1384117" y="136183"/>
                </a:lnTo>
                <a:lnTo>
                  <a:pt x="1384117" y="122880"/>
                </a:lnTo>
                <a:lnTo>
                  <a:pt x="1373671" y="122880"/>
                </a:lnTo>
                <a:lnTo>
                  <a:pt x="1372952" y="122871"/>
                </a:lnTo>
                <a:lnTo>
                  <a:pt x="1372255" y="122845"/>
                </a:lnTo>
                <a:close/>
                <a:moveTo>
                  <a:pt x="1521840" y="64049"/>
                </a:moveTo>
                <a:lnTo>
                  <a:pt x="1522244" y="63558"/>
                </a:lnTo>
                <a:lnTo>
                  <a:pt x="1522658" y="63070"/>
                </a:lnTo>
                <a:lnTo>
                  <a:pt x="1523082" y="62585"/>
                </a:lnTo>
                <a:lnTo>
                  <a:pt x="1523516" y="62103"/>
                </a:lnTo>
                <a:lnTo>
                  <a:pt x="1523960" y="61625"/>
                </a:lnTo>
                <a:lnTo>
                  <a:pt x="1524414" y="61151"/>
                </a:lnTo>
                <a:lnTo>
                  <a:pt x="1524878" y="60679"/>
                </a:lnTo>
                <a:lnTo>
                  <a:pt x="1525352" y="60211"/>
                </a:lnTo>
                <a:lnTo>
                  <a:pt x="1525835" y="59747"/>
                </a:lnTo>
                <a:lnTo>
                  <a:pt x="1526329" y="59286"/>
                </a:lnTo>
                <a:lnTo>
                  <a:pt x="1526832" y="58828"/>
                </a:lnTo>
                <a:lnTo>
                  <a:pt x="1527346" y="58374"/>
                </a:lnTo>
                <a:lnTo>
                  <a:pt x="1527869" y="57923"/>
                </a:lnTo>
                <a:lnTo>
                  <a:pt x="1528402" y="57475"/>
                </a:lnTo>
                <a:lnTo>
                  <a:pt x="1528945" y="57031"/>
                </a:lnTo>
                <a:lnTo>
                  <a:pt x="1529499" y="56590"/>
                </a:lnTo>
                <a:lnTo>
                  <a:pt x="1530062" y="56153"/>
                </a:lnTo>
                <a:lnTo>
                  <a:pt x="1530635" y="55719"/>
                </a:lnTo>
                <a:lnTo>
                  <a:pt x="1531217" y="55288"/>
                </a:lnTo>
                <a:lnTo>
                  <a:pt x="1531810" y="54861"/>
                </a:lnTo>
                <a:lnTo>
                  <a:pt x="1532413" y="54437"/>
                </a:lnTo>
                <a:lnTo>
                  <a:pt x="1533027" y="54024"/>
                </a:lnTo>
                <a:lnTo>
                  <a:pt x="1533652" y="53628"/>
                </a:lnTo>
                <a:lnTo>
                  <a:pt x="1534290" y="53249"/>
                </a:lnTo>
                <a:lnTo>
                  <a:pt x="1534939" y="52889"/>
                </a:lnTo>
                <a:lnTo>
                  <a:pt x="1535601" y="52545"/>
                </a:lnTo>
                <a:lnTo>
                  <a:pt x="1536274" y="52220"/>
                </a:lnTo>
                <a:lnTo>
                  <a:pt x="1536960" y="51912"/>
                </a:lnTo>
                <a:lnTo>
                  <a:pt x="1537657" y="51621"/>
                </a:lnTo>
                <a:lnTo>
                  <a:pt x="1538367" y="51349"/>
                </a:lnTo>
                <a:lnTo>
                  <a:pt x="1539088" y="51093"/>
                </a:lnTo>
                <a:lnTo>
                  <a:pt x="1539822" y="50856"/>
                </a:lnTo>
                <a:lnTo>
                  <a:pt x="1540567" y="50636"/>
                </a:lnTo>
                <a:lnTo>
                  <a:pt x="1541324" y="50433"/>
                </a:lnTo>
                <a:lnTo>
                  <a:pt x="1542094" y="50249"/>
                </a:lnTo>
                <a:lnTo>
                  <a:pt x="1542875" y="50081"/>
                </a:lnTo>
                <a:lnTo>
                  <a:pt x="1543668" y="49932"/>
                </a:lnTo>
                <a:lnTo>
                  <a:pt x="1544474" y="49800"/>
                </a:lnTo>
                <a:lnTo>
                  <a:pt x="1545291" y="49685"/>
                </a:lnTo>
                <a:lnTo>
                  <a:pt x="1546120" y="49589"/>
                </a:lnTo>
                <a:lnTo>
                  <a:pt x="1546961" y="49509"/>
                </a:lnTo>
                <a:lnTo>
                  <a:pt x="1547814" y="49448"/>
                </a:lnTo>
                <a:lnTo>
                  <a:pt x="1548680" y="49404"/>
                </a:lnTo>
                <a:lnTo>
                  <a:pt x="1549557" y="49377"/>
                </a:lnTo>
                <a:lnTo>
                  <a:pt x="1550446" y="49369"/>
                </a:lnTo>
                <a:lnTo>
                  <a:pt x="1551039" y="49374"/>
                </a:lnTo>
                <a:lnTo>
                  <a:pt x="1551621" y="49391"/>
                </a:lnTo>
                <a:lnTo>
                  <a:pt x="1552191" y="49419"/>
                </a:lnTo>
                <a:lnTo>
                  <a:pt x="1552749" y="49458"/>
                </a:lnTo>
                <a:lnTo>
                  <a:pt x="1553295" y="49509"/>
                </a:lnTo>
                <a:lnTo>
                  <a:pt x="1553830" y="49570"/>
                </a:lnTo>
                <a:lnTo>
                  <a:pt x="1554353" y="49643"/>
                </a:lnTo>
                <a:lnTo>
                  <a:pt x="1554864" y="49727"/>
                </a:lnTo>
                <a:lnTo>
                  <a:pt x="1555363" y="49822"/>
                </a:lnTo>
                <a:lnTo>
                  <a:pt x="1555850" y="49928"/>
                </a:lnTo>
                <a:lnTo>
                  <a:pt x="1556326" y="50046"/>
                </a:lnTo>
                <a:lnTo>
                  <a:pt x="1556789" y="50175"/>
                </a:lnTo>
                <a:lnTo>
                  <a:pt x="1557241" y="50315"/>
                </a:lnTo>
                <a:lnTo>
                  <a:pt x="1557681" y="50466"/>
                </a:lnTo>
                <a:lnTo>
                  <a:pt x="1558110" y="50628"/>
                </a:lnTo>
                <a:lnTo>
                  <a:pt x="1558526" y="50802"/>
                </a:lnTo>
                <a:lnTo>
                  <a:pt x="1558931" y="50986"/>
                </a:lnTo>
                <a:lnTo>
                  <a:pt x="1559324" y="51182"/>
                </a:lnTo>
                <a:lnTo>
                  <a:pt x="1559705" y="51389"/>
                </a:lnTo>
                <a:lnTo>
                  <a:pt x="1560074" y="51608"/>
                </a:lnTo>
                <a:lnTo>
                  <a:pt x="1560431" y="51837"/>
                </a:lnTo>
                <a:lnTo>
                  <a:pt x="1560777" y="52078"/>
                </a:lnTo>
                <a:lnTo>
                  <a:pt x="1561111" y="52330"/>
                </a:lnTo>
                <a:lnTo>
                  <a:pt x="1561433" y="52593"/>
                </a:lnTo>
                <a:lnTo>
                  <a:pt x="1561745" y="52866"/>
                </a:lnTo>
                <a:lnTo>
                  <a:pt x="1562049" y="53147"/>
                </a:lnTo>
                <a:lnTo>
                  <a:pt x="1562345" y="53436"/>
                </a:lnTo>
                <a:lnTo>
                  <a:pt x="1562633" y="53734"/>
                </a:lnTo>
                <a:lnTo>
                  <a:pt x="1562913" y="54041"/>
                </a:lnTo>
                <a:lnTo>
                  <a:pt x="1563185" y="54355"/>
                </a:lnTo>
                <a:lnTo>
                  <a:pt x="1563449" y="54678"/>
                </a:lnTo>
                <a:lnTo>
                  <a:pt x="1563705" y="55010"/>
                </a:lnTo>
                <a:lnTo>
                  <a:pt x="1563953" y="55349"/>
                </a:lnTo>
                <a:lnTo>
                  <a:pt x="1564192" y="55698"/>
                </a:lnTo>
                <a:lnTo>
                  <a:pt x="1564424" y="56054"/>
                </a:lnTo>
                <a:lnTo>
                  <a:pt x="1564648" y="56419"/>
                </a:lnTo>
                <a:lnTo>
                  <a:pt x="1564863" y="56792"/>
                </a:lnTo>
                <a:lnTo>
                  <a:pt x="1565071" y="57174"/>
                </a:lnTo>
                <a:lnTo>
                  <a:pt x="1565271" y="57564"/>
                </a:lnTo>
                <a:lnTo>
                  <a:pt x="1565462" y="57962"/>
                </a:lnTo>
                <a:lnTo>
                  <a:pt x="1565646" y="58368"/>
                </a:lnTo>
                <a:lnTo>
                  <a:pt x="1565821" y="58783"/>
                </a:lnTo>
                <a:lnTo>
                  <a:pt x="1565988" y="59207"/>
                </a:lnTo>
                <a:lnTo>
                  <a:pt x="1566148" y="59639"/>
                </a:lnTo>
                <a:lnTo>
                  <a:pt x="1566299" y="60079"/>
                </a:lnTo>
                <a:lnTo>
                  <a:pt x="1566442" y="60527"/>
                </a:lnTo>
                <a:lnTo>
                  <a:pt x="1566578" y="60984"/>
                </a:lnTo>
                <a:lnTo>
                  <a:pt x="1566705" y="61449"/>
                </a:lnTo>
                <a:lnTo>
                  <a:pt x="1566825" y="61921"/>
                </a:lnTo>
                <a:lnTo>
                  <a:pt x="1566941" y="62399"/>
                </a:lnTo>
                <a:lnTo>
                  <a:pt x="1567051" y="62882"/>
                </a:lnTo>
                <a:lnTo>
                  <a:pt x="1567157" y="63371"/>
                </a:lnTo>
                <a:lnTo>
                  <a:pt x="1567257" y="63866"/>
                </a:lnTo>
                <a:lnTo>
                  <a:pt x="1567352" y="64366"/>
                </a:lnTo>
                <a:lnTo>
                  <a:pt x="1567441" y="64872"/>
                </a:lnTo>
                <a:lnTo>
                  <a:pt x="1567526" y="65384"/>
                </a:lnTo>
                <a:lnTo>
                  <a:pt x="1567606" y="65902"/>
                </a:lnTo>
                <a:lnTo>
                  <a:pt x="1567680" y="66425"/>
                </a:lnTo>
                <a:lnTo>
                  <a:pt x="1567749" y="66954"/>
                </a:lnTo>
                <a:lnTo>
                  <a:pt x="1567813" y="67489"/>
                </a:lnTo>
                <a:lnTo>
                  <a:pt x="1567872" y="68029"/>
                </a:lnTo>
                <a:lnTo>
                  <a:pt x="1567926" y="68575"/>
                </a:lnTo>
                <a:lnTo>
                  <a:pt x="1567975" y="69127"/>
                </a:lnTo>
                <a:lnTo>
                  <a:pt x="1568019" y="69684"/>
                </a:lnTo>
                <a:lnTo>
                  <a:pt x="1568057" y="70247"/>
                </a:lnTo>
                <a:lnTo>
                  <a:pt x="1568091" y="70816"/>
                </a:lnTo>
                <a:lnTo>
                  <a:pt x="1568119" y="71390"/>
                </a:lnTo>
                <a:lnTo>
                  <a:pt x="1568142" y="71971"/>
                </a:lnTo>
                <a:lnTo>
                  <a:pt x="1568160" y="72557"/>
                </a:lnTo>
                <a:lnTo>
                  <a:pt x="1568173" y="73148"/>
                </a:lnTo>
                <a:lnTo>
                  <a:pt x="1568180" y="73746"/>
                </a:lnTo>
                <a:lnTo>
                  <a:pt x="1568183" y="74349"/>
                </a:lnTo>
                <a:lnTo>
                  <a:pt x="1568183" y="136183"/>
                </a:lnTo>
                <a:lnTo>
                  <a:pt x="1584639" y="136183"/>
                </a:lnTo>
                <a:lnTo>
                  <a:pt x="1584639" y="72233"/>
                </a:lnTo>
                <a:lnTo>
                  <a:pt x="1584627" y="70795"/>
                </a:lnTo>
                <a:lnTo>
                  <a:pt x="1584589" y="69385"/>
                </a:lnTo>
                <a:lnTo>
                  <a:pt x="1584527" y="68001"/>
                </a:lnTo>
                <a:lnTo>
                  <a:pt x="1584439" y="66645"/>
                </a:lnTo>
                <a:lnTo>
                  <a:pt x="1584327" y="65315"/>
                </a:lnTo>
                <a:lnTo>
                  <a:pt x="1584190" y="64013"/>
                </a:lnTo>
                <a:lnTo>
                  <a:pt x="1584027" y="62738"/>
                </a:lnTo>
                <a:lnTo>
                  <a:pt x="1583840" y="61489"/>
                </a:lnTo>
                <a:lnTo>
                  <a:pt x="1583628" y="60268"/>
                </a:lnTo>
                <a:lnTo>
                  <a:pt x="1583390" y="59074"/>
                </a:lnTo>
                <a:lnTo>
                  <a:pt x="1583128" y="57907"/>
                </a:lnTo>
                <a:lnTo>
                  <a:pt x="1582841" y="56767"/>
                </a:lnTo>
                <a:lnTo>
                  <a:pt x="1582529" y="55654"/>
                </a:lnTo>
                <a:lnTo>
                  <a:pt x="1582191" y="54568"/>
                </a:lnTo>
                <a:lnTo>
                  <a:pt x="1581829" y="53509"/>
                </a:lnTo>
                <a:lnTo>
                  <a:pt x="1581442" y="52477"/>
                </a:lnTo>
                <a:lnTo>
                  <a:pt x="1581030" y="51472"/>
                </a:lnTo>
                <a:lnTo>
                  <a:pt x="1580593" y="50495"/>
                </a:lnTo>
                <a:lnTo>
                  <a:pt x="1580131" y="49544"/>
                </a:lnTo>
                <a:lnTo>
                  <a:pt x="1579644" y="48620"/>
                </a:lnTo>
                <a:lnTo>
                  <a:pt x="1579132" y="47724"/>
                </a:lnTo>
                <a:lnTo>
                  <a:pt x="1578595" y="46854"/>
                </a:lnTo>
                <a:lnTo>
                  <a:pt x="1578033" y="46012"/>
                </a:lnTo>
                <a:lnTo>
                  <a:pt x="1577446" y="45196"/>
                </a:lnTo>
                <a:lnTo>
                  <a:pt x="1576831" y="44411"/>
                </a:lnTo>
                <a:lnTo>
                  <a:pt x="1576187" y="43659"/>
                </a:lnTo>
                <a:lnTo>
                  <a:pt x="1575513" y="42941"/>
                </a:lnTo>
                <a:lnTo>
                  <a:pt x="1574810" y="42256"/>
                </a:lnTo>
                <a:lnTo>
                  <a:pt x="1574076" y="41604"/>
                </a:lnTo>
                <a:lnTo>
                  <a:pt x="1573313" y="40986"/>
                </a:lnTo>
                <a:lnTo>
                  <a:pt x="1572520" y="40401"/>
                </a:lnTo>
                <a:lnTo>
                  <a:pt x="1571698" y="39850"/>
                </a:lnTo>
                <a:lnTo>
                  <a:pt x="1570845" y="39332"/>
                </a:lnTo>
                <a:lnTo>
                  <a:pt x="1569963" y="38848"/>
                </a:lnTo>
                <a:lnTo>
                  <a:pt x="1569051" y="38396"/>
                </a:lnTo>
                <a:lnTo>
                  <a:pt x="1568109" y="37979"/>
                </a:lnTo>
                <a:lnTo>
                  <a:pt x="1567138" y="37595"/>
                </a:lnTo>
                <a:lnTo>
                  <a:pt x="1566136" y="37244"/>
                </a:lnTo>
                <a:lnTo>
                  <a:pt x="1565105" y="36926"/>
                </a:lnTo>
                <a:lnTo>
                  <a:pt x="1564044" y="36642"/>
                </a:lnTo>
                <a:lnTo>
                  <a:pt x="1562954" y="36392"/>
                </a:lnTo>
                <a:lnTo>
                  <a:pt x="1561833" y="36174"/>
                </a:lnTo>
                <a:lnTo>
                  <a:pt x="1560683" y="35991"/>
                </a:lnTo>
                <a:lnTo>
                  <a:pt x="1559503" y="35840"/>
                </a:lnTo>
                <a:lnTo>
                  <a:pt x="1558294" y="35723"/>
                </a:lnTo>
                <a:lnTo>
                  <a:pt x="1557054" y="35640"/>
                </a:lnTo>
                <a:lnTo>
                  <a:pt x="1555785" y="35590"/>
                </a:lnTo>
                <a:lnTo>
                  <a:pt x="1554486" y="35573"/>
                </a:lnTo>
                <a:lnTo>
                  <a:pt x="1553418" y="35582"/>
                </a:lnTo>
                <a:lnTo>
                  <a:pt x="1552367" y="35609"/>
                </a:lnTo>
                <a:lnTo>
                  <a:pt x="1551331" y="35654"/>
                </a:lnTo>
                <a:lnTo>
                  <a:pt x="1550312" y="35717"/>
                </a:lnTo>
                <a:lnTo>
                  <a:pt x="1549308" y="35798"/>
                </a:lnTo>
                <a:lnTo>
                  <a:pt x="1548321" y="35896"/>
                </a:lnTo>
                <a:lnTo>
                  <a:pt x="1547350" y="36013"/>
                </a:lnTo>
                <a:lnTo>
                  <a:pt x="1546395" y="36148"/>
                </a:lnTo>
                <a:lnTo>
                  <a:pt x="1545456" y="36301"/>
                </a:lnTo>
                <a:lnTo>
                  <a:pt x="1544533" y="36471"/>
                </a:lnTo>
                <a:lnTo>
                  <a:pt x="1543626" y="36660"/>
                </a:lnTo>
                <a:lnTo>
                  <a:pt x="1542735" y="36866"/>
                </a:lnTo>
                <a:lnTo>
                  <a:pt x="1541860" y="37091"/>
                </a:lnTo>
                <a:lnTo>
                  <a:pt x="1541002" y="37333"/>
                </a:lnTo>
                <a:lnTo>
                  <a:pt x="1540159" y="37594"/>
                </a:lnTo>
                <a:lnTo>
                  <a:pt x="1539333" y="37872"/>
                </a:lnTo>
                <a:lnTo>
                  <a:pt x="1538522" y="38169"/>
                </a:lnTo>
                <a:lnTo>
                  <a:pt x="1537728" y="38483"/>
                </a:lnTo>
                <a:lnTo>
                  <a:pt x="1536950" y="38815"/>
                </a:lnTo>
                <a:lnTo>
                  <a:pt x="1536188" y="39166"/>
                </a:lnTo>
                <a:lnTo>
                  <a:pt x="1535441" y="39534"/>
                </a:lnTo>
                <a:lnTo>
                  <a:pt x="1534711" y="39920"/>
                </a:lnTo>
                <a:lnTo>
                  <a:pt x="1533998" y="40324"/>
                </a:lnTo>
                <a:lnTo>
                  <a:pt x="1533300" y="40746"/>
                </a:lnTo>
                <a:lnTo>
                  <a:pt x="1532617" y="41179"/>
                </a:lnTo>
                <a:lnTo>
                  <a:pt x="1531947" y="41613"/>
                </a:lnTo>
                <a:lnTo>
                  <a:pt x="1531290" y="42050"/>
                </a:lnTo>
                <a:lnTo>
                  <a:pt x="1530647" y="42489"/>
                </a:lnTo>
                <a:lnTo>
                  <a:pt x="1530018" y="42930"/>
                </a:lnTo>
                <a:lnTo>
                  <a:pt x="1529401" y="43373"/>
                </a:lnTo>
                <a:lnTo>
                  <a:pt x="1528798" y="43819"/>
                </a:lnTo>
                <a:lnTo>
                  <a:pt x="1528208" y="44266"/>
                </a:lnTo>
                <a:lnTo>
                  <a:pt x="1527632" y="44716"/>
                </a:lnTo>
                <a:lnTo>
                  <a:pt x="1527069" y="45169"/>
                </a:lnTo>
                <a:lnTo>
                  <a:pt x="1526519" y="45623"/>
                </a:lnTo>
                <a:lnTo>
                  <a:pt x="1525983" y="46080"/>
                </a:lnTo>
                <a:lnTo>
                  <a:pt x="1525460" y="46539"/>
                </a:lnTo>
                <a:lnTo>
                  <a:pt x="1524951" y="47000"/>
                </a:lnTo>
                <a:lnTo>
                  <a:pt x="1524454" y="47463"/>
                </a:lnTo>
                <a:lnTo>
                  <a:pt x="1523971" y="47929"/>
                </a:lnTo>
                <a:lnTo>
                  <a:pt x="1523502" y="48397"/>
                </a:lnTo>
                <a:lnTo>
                  <a:pt x="1523045" y="48867"/>
                </a:lnTo>
                <a:lnTo>
                  <a:pt x="1522602" y="49339"/>
                </a:lnTo>
                <a:lnTo>
                  <a:pt x="1522173" y="49813"/>
                </a:lnTo>
                <a:lnTo>
                  <a:pt x="1521757" y="50290"/>
                </a:lnTo>
                <a:lnTo>
                  <a:pt x="1521354" y="50769"/>
                </a:lnTo>
                <a:lnTo>
                  <a:pt x="1520964" y="51250"/>
                </a:lnTo>
                <a:lnTo>
                  <a:pt x="1520588" y="51734"/>
                </a:lnTo>
                <a:lnTo>
                  <a:pt x="1519997" y="37248"/>
                </a:lnTo>
                <a:lnTo>
                  <a:pt x="1504230" y="37248"/>
                </a:lnTo>
                <a:lnTo>
                  <a:pt x="1504230" y="136183"/>
                </a:lnTo>
                <a:lnTo>
                  <a:pt x="1520687" y="136183"/>
                </a:lnTo>
                <a:lnTo>
                  <a:pt x="1520687" y="65545"/>
                </a:lnTo>
                <a:lnTo>
                  <a:pt x="1521061" y="65043"/>
                </a:lnTo>
                <a:lnTo>
                  <a:pt x="1521445" y="64544"/>
                </a:lnTo>
                <a:lnTo>
                  <a:pt x="1521840" y="64049"/>
                </a:lnTo>
                <a:close/>
                <a:moveTo>
                  <a:pt x="1453979" y="136183"/>
                </a:moveTo>
                <a:lnTo>
                  <a:pt x="1470435" y="136183"/>
                </a:lnTo>
                <a:lnTo>
                  <a:pt x="1470435" y="37248"/>
                </a:lnTo>
                <a:lnTo>
                  <a:pt x="1453979" y="37248"/>
                </a:lnTo>
                <a:lnTo>
                  <a:pt x="1453979" y="136183"/>
                </a:lnTo>
                <a:close/>
                <a:moveTo>
                  <a:pt x="1006568" y="137786"/>
                </a:moveTo>
                <a:lnTo>
                  <a:pt x="1007702" y="137690"/>
                </a:lnTo>
                <a:lnTo>
                  <a:pt x="1008821" y="137573"/>
                </a:lnTo>
                <a:lnTo>
                  <a:pt x="1009925" y="137434"/>
                </a:lnTo>
                <a:lnTo>
                  <a:pt x="1011015" y="137274"/>
                </a:lnTo>
                <a:lnTo>
                  <a:pt x="1012090" y="137093"/>
                </a:lnTo>
                <a:lnTo>
                  <a:pt x="1013151" y="136891"/>
                </a:lnTo>
                <a:lnTo>
                  <a:pt x="1014197" y="136667"/>
                </a:lnTo>
                <a:lnTo>
                  <a:pt x="1015229" y="136422"/>
                </a:lnTo>
                <a:lnTo>
                  <a:pt x="1016246" y="136156"/>
                </a:lnTo>
                <a:lnTo>
                  <a:pt x="1017249" y="135868"/>
                </a:lnTo>
                <a:lnTo>
                  <a:pt x="1018237" y="135559"/>
                </a:lnTo>
                <a:lnTo>
                  <a:pt x="1019210" y="135229"/>
                </a:lnTo>
                <a:lnTo>
                  <a:pt x="1020169" y="134877"/>
                </a:lnTo>
                <a:lnTo>
                  <a:pt x="1021114" y="134504"/>
                </a:lnTo>
                <a:lnTo>
                  <a:pt x="1022044" y="134110"/>
                </a:lnTo>
                <a:lnTo>
                  <a:pt x="1022959" y="133694"/>
                </a:lnTo>
                <a:lnTo>
                  <a:pt x="1023860" y="133258"/>
                </a:lnTo>
                <a:lnTo>
                  <a:pt x="1024746" y="132799"/>
                </a:lnTo>
                <a:lnTo>
                  <a:pt x="1025618" y="132320"/>
                </a:lnTo>
                <a:lnTo>
                  <a:pt x="1026475" y="131819"/>
                </a:lnTo>
                <a:lnTo>
                  <a:pt x="1027317" y="131298"/>
                </a:lnTo>
                <a:lnTo>
                  <a:pt x="1028142" y="130759"/>
                </a:lnTo>
                <a:lnTo>
                  <a:pt x="1028951" y="130202"/>
                </a:lnTo>
                <a:lnTo>
                  <a:pt x="1029743" y="129626"/>
                </a:lnTo>
                <a:lnTo>
                  <a:pt x="1030519" y="129032"/>
                </a:lnTo>
                <a:lnTo>
                  <a:pt x="1031279" y="128419"/>
                </a:lnTo>
                <a:lnTo>
                  <a:pt x="1032022" y="127789"/>
                </a:lnTo>
                <a:lnTo>
                  <a:pt x="1032749" y="127139"/>
                </a:lnTo>
                <a:lnTo>
                  <a:pt x="1033459" y="126472"/>
                </a:lnTo>
                <a:lnTo>
                  <a:pt x="1034153" y="125786"/>
                </a:lnTo>
                <a:lnTo>
                  <a:pt x="1034830" y="125082"/>
                </a:lnTo>
                <a:lnTo>
                  <a:pt x="1035491" y="124360"/>
                </a:lnTo>
                <a:lnTo>
                  <a:pt x="1036136" y="123619"/>
                </a:lnTo>
                <a:lnTo>
                  <a:pt x="1036764" y="122860"/>
                </a:lnTo>
                <a:lnTo>
                  <a:pt x="1037376" y="122083"/>
                </a:lnTo>
                <a:lnTo>
                  <a:pt x="1037971" y="121288"/>
                </a:lnTo>
                <a:lnTo>
                  <a:pt x="1038550" y="120474"/>
                </a:lnTo>
                <a:lnTo>
                  <a:pt x="1039113" y="119641"/>
                </a:lnTo>
                <a:lnTo>
                  <a:pt x="1039659" y="118791"/>
                </a:lnTo>
                <a:lnTo>
                  <a:pt x="1040188" y="117922"/>
                </a:lnTo>
                <a:lnTo>
                  <a:pt x="1040702" y="117035"/>
                </a:lnTo>
                <a:lnTo>
                  <a:pt x="1041198" y="116129"/>
                </a:lnTo>
                <a:lnTo>
                  <a:pt x="1041679" y="115206"/>
                </a:lnTo>
                <a:lnTo>
                  <a:pt x="1042143" y="114264"/>
                </a:lnTo>
                <a:lnTo>
                  <a:pt x="1042589" y="113305"/>
                </a:lnTo>
                <a:lnTo>
                  <a:pt x="1043016" y="112331"/>
                </a:lnTo>
                <a:lnTo>
                  <a:pt x="1043425" y="111342"/>
                </a:lnTo>
                <a:lnTo>
                  <a:pt x="1043814" y="110339"/>
                </a:lnTo>
                <a:lnTo>
                  <a:pt x="1044184" y="109320"/>
                </a:lnTo>
                <a:lnTo>
                  <a:pt x="1044535" y="108286"/>
                </a:lnTo>
                <a:lnTo>
                  <a:pt x="1044868" y="107238"/>
                </a:lnTo>
                <a:lnTo>
                  <a:pt x="1045181" y="106174"/>
                </a:lnTo>
                <a:lnTo>
                  <a:pt x="1045475" y="105095"/>
                </a:lnTo>
                <a:lnTo>
                  <a:pt x="1045751" y="104002"/>
                </a:lnTo>
                <a:lnTo>
                  <a:pt x="1046007" y="102893"/>
                </a:lnTo>
                <a:lnTo>
                  <a:pt x="1046244" y="101770"/>
                </a:lnTo>
                <a:lnTo>
                  <a:pt x="1046463" y="100631"/>
                </a:lnTo>
                <a:lnTo>
                  <a:pt x="1046662" y="99478"/>
                </a:lnTo>
                <a:lnTo>
                  <a:pt x="1046843" y="98309"/>
                </a:lnTo>
                <a:lnTo>
                  <a:pt x="1047004" y="97126"/>
                </a:lnTo>
                <a:lnTo>
                  <a:pt x="1047146" y="95927"/>
                </a:lnTo>
                <a:lnTo>
                  <a:pt x="1047270" y="94714"/>
                </a:lnTo>
                <a:lnTo>
                  <a:pt x="1047374" y="93485"/>
                </a:lnTo>
                <a:lnTo>
                  <a:pt x="1047460" y="92242"/>
                </a:lnTo>
                <a:lnTo>
                  <a:pt x="1047526" y="90984"/>
                </a:lnTo>
                <a:lnTo>
                  <a:pt x="1047574" y="89710"/>
                </a:lnTo>
                <a:lnTo>
                  <a:pt x="1047602" y="88422"/>
                </a:lnTo>
                <a:lnTo>
                  <a:pt x="1047612" y="87119"/>
                </a:lnTo>
                <a:lnTo>
                  <a:pt x="1047602" y="85782"/>
                </a:lnTo>
                <a:lnTo>
                  <a:pt x="1047574" y="84462"/>
                </a:lnTo>
                <a:lnTo>
                  <a:pt x="1047526" y="83158"/>
                </a:lnTo>
                <a:lnTo>
                  <a:pt x="1047460" y="81869"/>
                </a:lnTo>
                <a:lnTo>
                  <a:pt x="1047374" y="80597"/>
                </a:lnTo>
                <a:lnTo>
                  <a:pt x="1047270" y="79341"/>
                </a:lnTo>
                <a:lnTo>
                  <a:pt x="1047146" y="78101"/>
                </a:lnTo>
                <a:lnTo>
                  <a:pt x="1047004" y="76876"/>
                </a:lnTo>
                <a:lnTo>
                  <a:pt x="1046843" y="75668"/>
                </a:lnTo>
                <a:lnTo>
                  <a:pt x="1046662" y="74476"/>
                </a:lnTo>
                <a:lnTo>
                  <a:pt x="1046463" y="73300"/>
                </a:lnTo>
                <a:lnTo>
                  <a:pt x="1046244" y="72140"/>
                </a:lnTo>
                <a:lnTo>
                  <a:pt x="1046007" y="70996"/>
                </a:lnTo>
                <a:lnTo>
                  <a:pt x="1045751" y="69868"/>
                </a:lnTo>
                <a:lnTo>
                  <a:pt x="1045475" y="68756"/>
                </a:lnTo>
                <a:lnTo>
                  <a:pt x="1045181" y="67660"/>
                </a:lnTo>
                <a:lnTo>
                  <a:pt x="1044868" y="66580"/>
                </a:lnTo>
                <a:lnTo>
                  <a:pt x="1044535" y="65516"/>
                </a:lnTo>
                <a:lnTo>
                  <a:pt x="1044184" y="64468"/>
                </a:lnTo>
                <a:lnTo>
                  <a:pt x="1043814" y="63436"/>
                </a:lnTo>
                <a:lnTo>
                  <a:pt x="1043425" y="62420"/>
                </a:lnTo>
                <a:lnTo>
                  <a:pt x="1043016" y="61421"/>
                </a:lnTo>
                <a:lnTo>
                  <a:pt x="1042589" y="60437"/>
                </a:lnTo>
                <a:lnTo>
                  <a:pt x="1042143" y="59469"/>
                </a:lnTo>
                <a:lnTo>
                  <a:pt x="1041679" y="58519"/>
                </a:lnTo>
                <a:lnTo>
                  <a:pt x="1041198" y="57587"/>
                </a:lnTo>
                <a:lnTo>
                  <a:pt x="1040702" y="56673"/>
                </a:lnTo>
                <a:lnTo>
                  <a:pt x="1040188" y="55778"/>
                </a:lnTo>
                <a:lnTo>
                  <a:pt x="1039659" y="54902"/>
                </a:lnTo>
                <a:lnTo>
                  <a:pt x="1039113" y="54044"/>
                </a:lnTo>
                <a:lnTo>
                  <a:pt x="1038550" y="53204"/>
                </a:lnTo>
                <a:lnTo>
                  <a:pt x="1037971" y="52383"/>
                </a:lnTo>
                <a:lnTo>
                  <a:pt x="1037376" y="51581"/>
                </a:lnTo>
                <a:lnTo>
                  <a:pt x="1036764" y="50797"/>
                </a:lnTo>
                <a:lnTo>
                  <a:pt x="1036136" y="50031"/>
                </a:lnTo>
                <a:lnTo>
                  <a:pt x="1035491" y="49284"/>
                </a:lnTo>
                <a:lnTo>
                  <a:pt x="1034830" y="48555"/>
                </a:lnTo>
                <a:lnTo>
                  <a:pt x="1034153" y="47845"/>
                </a:lnTo>
                <a:lnTo>
                  <a:pt x="1033459" y="47154"/>
                </a:lnTo>
                <a:lnTo>
                  <a:pt x="1032749" y="46481"/>
                </a:lnTo>
                <a:lnTo>
                  <a:pt x="1032022" y="45826"/>
                </a:lnTo>
                <a:lnTo>
                  <a:pt x="1031279" y="45190"/>
                </a:lnTo>
                <a:lnTo>
                  <a:pt x="1030519" y="44573"/>
                </a:lnTo>
                <a:lnTo>
                  <a:pt x="1029743" y="43974"/>
                </a:lnTo>
                <a:lnTo>
                  <a:pt x="1028951" y="43393"/>
                </a:lnTo>
                <a:lnTo>
                  <a:pt x="1028142" y="42831"/>
                </a:lnTo>
                <a:lnTo>
                  <a:pt x="1027317" y="42288"/>
                </a:lnTo>
                <a:lnTo>
                  <a:pt x="1026475" y="41763"/>
                </a:lnTo>
                <a:lnTo>
                  <a:pt x="1025618" y="41258"/>
                </a:lnTo>
                <a:lnTo>
                  <a:pt x="1024746" y="40774"/>
                </a:lnTo>
                <a:lnTo>
                  <a:pt x="1023860" y="40312"/>
                </a:lnTo>
                <a:lnTo>
                  <a:pt x="1022959" y="39871"/>
                </a:lnTo>
                <a:lnTo>
                  <a:pt x="1022044" y="39452"/>
                </a:lnTo>
                <a:lnTo>
                  <a:pt x="1021114" y="39055"/>
                </a:lnTo>
                <a:lnTo>
                  <a:pt x="1020169" y="38679"/>
                </a:lnTo>
                <a:lnTo>
                  <a:pt x="1019210" y="38324"/>
                </a:lnTo>
                <a:lnTo>
                  <a:pt x="1018237" y="37991"/>
                </a:lnTo>
                <a:lnTo>
                  <a:pt x="1017249" y="37679"/>
                </a:lnTo>
                <a:lnTo>
                  <a:pt x="1016246" y="37389"/>
                </a:lnTo>
                <a:lnTo>
                  <a:pt x="1015229" y="37120"/>
                </a:lnTo>
                <a:lnTo>
                  <a:pt x="1014197" y="36873"/>
                </a:lnTo>
                <a:lnTo>
                  <a:pt x="1013151" y="36648"/>
                </a:lnTo>
                <a:lnTo>
                  <a:pt x="1012090" y="36443"/>
                </a:lnTo>
                <a:lnTo>
                  <a:pt x="1011015" y="36261"/>
                </a:lnTo>
                <a:lnTo>
                  <a:pt x="1009925" y="36100"/>
                </a:lnTo>
                <a:lnTo>
                  <a:pt x="1008821" y="35960"/>
                </a:lnTo>
                <a:lnTo>
                  <a:pt x="1007702" y="35842"/>
                </a:lnTo>
                <a:lnTo>
                  <a:pt x="1006568" y="35745"/>
                </a:lnTo>
                <a:lnTo>
                  <a:pt x="1005420" y="35670"/>
                </a:lnTo>
                <a:lnTo>
                  <a:pt x="1004258" y="35616"/>
                </a:lnTo>
                <a:lnTo>
                  <a:pt x="1003081" y="35584"/>
                </a:lnTo>
                <a:lnTo>
                  <a:pt x="1001889" y="35573"/>
                </a:lnTo>
                <a:lnTo>
                  <a:pt x="1000722" y="35584"/>
                </a:lnTo>
                <a:lnTo>
                  <a:pt x="999569" y="35616"/>
                </a:lnTo>
                <a:lnTo>
                  <a:pt x="998429" y="35670"/>
                </a:lnTo>
                <a:lnTo>
                  <a:pt x="997304" y="35745"/>
                </a:lnTo>
                <a:lnTo>
                  <a:pt x="996193" y="35842"/>
                </a:lnTo>
                <a:lnTo>
                  <a:pt x="995096" y="35960"/>
                </a:lnTo>
                <a:lnTo>
                  <a:pt x="994013" y="36100"/>
                </a:lnTo>
                <a:lnTo>
                  <a:pt x="992944" y="36261"/>
                </a:lnTo>
                <a:lnTo>
                  <a:pt x="991889" y="36443"/>
                </a:lnTo>
                <a:lnTo>
                  <a:pt x="990848" y="36648"/>
                </a:lnTo>
                <a:lnTo>
                  <a:pt x="989821" y="36873"/>
                </a:lnTo>
                <a:lnTo>
                  <a:pt x="988808" y="37120"/>
                </a:lnTo>
                <a:lnTo>
                  <a:pt x="987809" y="37389"/>
                </a:lnTo>
                <a:lnTo>
                  <a:pt x="986824" y="37679"/>
                </a:lnTo>
                <a:lnTo>
                  <a:pt x="985853" y="37991"/>
                </a:lnTo>
                <a:lnTo>
                  <a:pt x="984896" y="38324"/>
                </a:lnTo>
                <a:lnTo>
                  <a:pt x="983954" y="38679"/>
                </a:lnTo>
                <a:lnTo>
                  <a:pt x="983025" y="39055"/>
                </a:lnTo>
                <a:lnTo>
                  <a:pt x="982110" y="39452"/>
                </a:lnTo>
                <a:lnTo>
                  <a:pt x="981209" y="39871"/>
                </a:lnTo>
                <a:lnTo>
                  <a:pt x="980323" y="40312"/>
                </a:lnTo>
                <a:lnTo>
                  <a:pt x="979450" y="40774"/>
                </a:lnTo>
                <a:lnTo>
                  <a:pt x="978591" y="41258"/>
                </a:lnTo>
                <a:lnTo>
                  <a:pt x="977747" y="41763"/>
                </a:lnTo>
                <a:lnTo>
                  <a:pt x="976917" y="42288"/>
                </a:lnTo>
                <a:lnTo>
                  <a:pt x="976105" y="42831"/>
                </a:lnTo>
                <a:lnTo>
                  <a:pt x="975309" y="43393"/>
                </a:lnTo>
                <a:lnTo>
                  <a:pt x="974529" y="43974"/>
                </a:lnTo>
                <a:lnTo>
                  <a:pt x="973766" y="44573"/>
                </a:lnTo>
                <a:lnTo>
                  <a:pt x="973020" y="45190"/>
                </a:lnTo>
                <a:lnTo>
                  <a:pt x="972290" y="45826"/>
                </a:lnTo>
                <a:lnTo>
                  <a:pt x="971577" y="46481"/>
                </a:lnTo>
                <a:lnTo>
                  <a:pt x="970880" y="47154"/>
                </a:lnTo>
                <a:lnTo>
                  <a:pt x="970201" y="47845"/>
                </a:lnTo>
                <a:lnTo>
                  <a:pt x="969537" y="48555"/>
                </a:lnTo>
                <a:lnTo>
                  <a:pt x="968890" y="49284"/>
                </a:lnTo>
                <a:lnTo>
                  <a:pt x="968260" y="50031"/>
                </a:lnTo>
                <a:lnTo>
                  <a:pt x="967647" y="50797"/>
                </a:lnTo>
                <a:lnTo>
                  <a:pt x="967050" y="51581"/>
                </a:lnTo>
                <a:lnTo>
                  <a:pt x="966469" y="52383"/>
                </a:lnTo>
                <a:lnTo>
                  <a:pt x="965906" y="53204"/>
                </a:lnTo>
                <a:lnTo>
                  <a:pt x="965358" y="54044"/>
                </a:lnTo>
                <a:lnTo>
                  <a:pt x="964828" y="54902"/>
                </a:lnTo>
                <a:lnTo>
                  <a:pt x="964314" y="55778"/>
                </a:lnTo>
                <a:lnTo>
                  <a:pt x="963816" y="56673"/>
                </a:lnTo>
                <a:lnTo>
                  <a:pt x="963336" y="57587"/>
                </a:lnTo>
                <a:lnTo>
                  <a:pt x="962871" y="58519"/>
                </a:lnTo>
                <a:lnTo>
                  <a:pt x="962424" y="59469"/>
                </a:lnTo>
                <a:lnTo>
                  <a:pt x="961994" y="60437"/>
                </a:lnTo>
                <a:lnTo>
                  <a:pt x="961582" y="61421"/>
                </a:lnTo>
                <a:lnTo>
                  <a:pt x="961188" y="62420"/>
                </a:lnTo>
                <a:lnTo>
                  <a:pt x="960813" y="63436"/>
                </a:lnTo>
                <a:lnTo>
                  <a:pt x="960456" y="64468"/>
                </a:lnTo>
                <a:lnTo>
                  <a:pt x="960117" y="65516"/>
                </a:lnTo>
                <a:lnTo>
                  <a:pt x="959797" y="66580"/>
                </a:lnTo>
                <a:lnTo>
                  <a:pt x="959495" y="67660"/>
                </a:lnTo>
                <a:lnTo>
                  <a:pt x="959211" y="68756"/>
                </a:lnTo>
                <a:lnTo>
                  <a:pt x="958946" y="69868"/>
                </a:lnTo>
                <a:lnTo>
                  <a:pt x="958699" y="70996"/>
                </a:lnTo>
                <a:lnTo>
                  <a:pt x="958470" y="72140"/>
                </a:lnTo>
                <a:lnTo>
                  <a:pt x="958259" y="73300"/>
                </a:lnTo>
                <a:lnTo>
                  <a:pt x="958067" y="74476"/>
                </a:lnTo>
                <a:lnTo>
                  <a:pt x="957893" y="75668"/>
                </a:lnTo>
                <a:lnTo>
                  <a:pt x="957738" y="76876"/>
                </a:lnTo>
                <a:lnTo>
                  <a:pt x="957600" y="78101"/>
                </a:lnTo>
                <a:lnTo>
                  <a:pt x="957481" y="79341"/>
                </a:lnTo>
                <a:lnTo>
                  <a:pt x="957381" y="80597"/>
                </a:lnTo>
                <a:lnTo>
                  <a:pt x="957298" y="81869"/>
                </a:lnTo>
                <a:lnTo>
                  <a:pt x="957234" y="83158"/>
                </a:lnTo>
                <a:lnTo>
                  <a:pt x="957188" y="84462"/>
                </a:lnTo>
                <a:lnTo>
                  <a:pt x="957161" y="85782"/>
                </a:lnTo>
                <a:lnTo>
                  <a:pt x="957152" y="87119"/>
                </a:lnTo>
                <a:lnTo>
                  <a:pt x="957161" y="88422"/>
                </a:lnTo>
                <a:lnTo>
                  <a:pt x="957188" y="89710"/>
                </a:lnTo>
                <a:lnTo>
                  <a:pt x="957234" y="90984"/>
                </a:lnTo>
                <a:lnTo>
                  <a:pt x="957298" y="92242"/>
                </a:lnTo>
                <a:lnTo>
                  <a:pt x="957381" y="93485"/>
                </a:lnTo>
                <a:lnTo>
                  <a:pt x="957481" y="94714"/>
                </a:lnTo>
                <a:lnTo>
                  <a:pt x="957600" y="95927"/>
                </a:lnTo>
                <a:lnTo>
                  <a:pt x="957738" y="97126"/>
                </a:lnTo>
                <a:lnTo>
                  <a:pt x="957893" y="98309"/>
                </a:lnTo>
                <a:lnTo>
                  <a:pt x="958067" y="99478"/>
                </a:lnTo>
                <a:lnTo>
                  <a:pt x="958259" y="100631"/>
                </a:lnTo>
                <a:lnTo>
                  <a:pt x="958470" y="101770"/>
                </a:lnTo>
                <a:lnTo>
                  <a:pt x="958699" y="102893"/>
                </a:lnTo>
                <a:lnTo>
                  <a:pt x="958946" y="104002"/>
                </a:lnTo>
                <a:lnTo>
                  <a:pt x="959211" y="105095"/>
                </a:lnTo>
                <a:lnTo>
                  <a:pt x="959495" y="106174"/>
                </a:lnTo>
                <a:lnTo>
                  <a:pt x="959797" y="107238"/>
                </a:lnTo>
                <a:lnTo>
                  <a:pt x="960117" y="108286"/>
                </a:lnTo>
                <a:lnTo>
                  <a:pt x="960456" y="109320"/>
                </a:lnTo>
                <a:lnTo>
                  <a:pt x="960813" y="110339"/>
                </a:lnTo>
                <a:lnTo>
                  <a:pt x="961188" y="111342"/>
                </a:lnTo>
                <a:lnTo>
                  <a:pt x="961582" y="112331"/>
                </a:lnTo>
                <a:lnTo>
                  <a:pt x="961994" y="113305"/>
                </a:lnTo>
                <a:lnTo>
                  <a:pt x="962424" y="114264"/>
                </a:lnTo>
                <a:lnTo>
                  <a:pt x="962871" y="115206"/>
                </a:lnTo>
                <a:lnTo>
                  <a:pt x="963336" y="116129"/>
                </a:lnTo>
                <a:lnTo>
                  <a:pt x="963816" y="117035"/>
                </a:lnTo>
                <a:lnTo>
                  <a:pt x="964314" y="117922"/>
                </a:lnTo>
                <a:lnTo>
                  <a:pt x="964828" y="118791"/>
                </a:lnTo>
                <a:lnTo>
                  <a:pt x="965358" y="119641"/>
                </a:lnTo>
                <a:lnTo>
                  <a:pt x="965906" y="120474"/>
                </a:lnTo>
                <a:lnTo>
                  <a:pt x="966469" y="121288"/>
                </a:lnTo>
                <a:lnTo>
                  <a:pt x="967050" y="122083"/>
                </a:lnTo>
                <a:lnTo>
                  <a:pt x="967647" y="122860"/>
                </a:lnTo>
                <a:lnTo>
                  <a:pt x="968260" y="123619"/>
                </a:lnTo>
                <a:lnTo>
                  <a:pt x="968890" y="124360"/>
                </a:lnTo>
                <a:lnTo>
                  <a:pt x="969537" y="125082"/>
                </a:lnTo>
                <a:lnTo>
                  <a:pt x="970201" y="125786"/>
                </a:lnTo>
                <a:lnTo>
                  <a:pt x="970880" y="126472"/>
                </a:lnTo>
                <a:lnTo>
                  <a:pt x="971577" y="127139"/>
                </a:lnTo>
                <a:lnTo>
                  <a:pt x="972290" y="127789"/>
                </a:lnTo>
                <a:lnTo>
                  <a:pt x="973020" y="128419"/>
                </a:lnTo>
                <a:lnTo>
                  <a:pt x="973766" y="129032"/>
                </a:lnTo>
                <a:lnTo>
                  <a:pt x="974529" y="129626"/>
                </a:lnTo>
                <a:lnTo>
                  <a:pt x="975309" y="130202"/>
                </a:lnTo>
                <a:lnTo>
                  <a:pt x="976105" y="130759"/>
                </a:lnTo>
                <a:lnTo>
                  <a:pt x="976917" y="131298"/>
                </a:lnTo>
                <a:lnTo>
                  <a:pt x="977747" y="131819"/>
                </a:lnTo>
                <a:lnTo>
                  <a:pt x="978591" y="132320"/>
                </a:lnTo>
                <a:lnTo>
                  <a:pt x="979450" y="132799"/>
                </a:lnTo>
                <a:lnTo>
                  <a:pt x="980323" y="133258"/>
                </a:lnTo>
                <a:lnTo>
                  <a:pt x="981209" y="133694"/>
                </a:lnTo>
                <a:lnTo>
                  <a:pt x="982110" y="134110"/>
                </a:lnTo>
                <a:lnTo>
                  <a:pt x="983025" y="134504"/>
                </a:lnTo>
                <a:lnTo>
                  <a:pt x="983954" y="134877"/>
                </a:lnTo>
                <a:lnTo>
                  <a:pt x="984896" y="135229"/>
                </a:lnTo>
                <a:lnTo>
                  <a:pt x="985853" y="135559"/>
                </a:lnTo>
                <a:lnTo>
                  <a:pt x="986824" y="135868"/>
                </a:lnTo>
                <a:lnTo>
                  <a:pt x="987809" y="136156"/>
                </a:lnTo>
                <a:lnTo>
                  <a:pt x="988808" y="136422"/>
                </a:lnTo>
                <a:lnTo>
                  <a:pt x="989821" y="136667"/>
                </a:lnTo>
                <a:lnTo>
                  <a:pt x="990848" y="136891"/>
                </a:lnTo>
                <a:lnTo>
                  <a:pt x="991889" y="137093"/>
                </a:lnTo>
                <a:lnTo>
                  <a:pt x="992944" y="137274"/>
                </a:lnTo>
                <a:lnTo>
                  <a:pt x="994013" y="137434"/>
                </a:lnTo>
                <a:lnTo>
                  <a:pt x="995096" y="137573"/>
                </a:lnTo>
                <a:lnTo>
                  <a:pt x="996193" y="137690"/>
                </a:lnTo>
                <a:lnTo>
                  <a:pt x="997304" y="137786"/>
                </a:lnTo>
                <a:lnTo>
                  <a:pt x="998429" y="137860"/>
                </a:lnTo>
                <a:lnTo>
                  <a:pt x="999569" y="137914"/>
                </a:lnTo>
                <a:lnTo>
                  <a:pt x="1000722" y="137946"/>
                </a:lnTo>
                <a:lnTo>
                  <a:pt x="1001889" y="137956"/>
                </a:lnTo>
                <a:lnTo>
                  <a:pt x="1003081" y="137946"/>
                </a:lnTo>
                <a:lnTo>
                  <a:pt x="1004258" y="137914"/>
                </a:lnTo>
                <a:lnTo>
                  <a:pt x="1005420" y="137860"/>
                </a:lnTo>
                <a:lnTo>
                  <a:pt x="1006568" y="137786"/>
                </a:lnTo>
                <a:close/>
                <a:moveTo>
                  <a:pt x="998559" y="124715"/>
                </a:moveTo>
                <a:lnTo>
                  <a:pt x="997764" y="124639"/>
                </a:lnTo>
                <a:lnTo>
                  <a:pt x="996984" y="124546"/>
                </a:lnTo>
                <a:lnTo>
                  <a:pt x="996218" y="124436"/>
                </a:lnTo>
                <a:lnTo>
                  <a:pt x="995468" y="124310"/>
                </a:lnTo>
                <a:lnTo>
                  <a:pt x="994732" y="124166"/>
                </a:lnTo>
                <a:lnTo>
                  <a:pt x="994011" y="124005"/>
                </a:lnTo>
                <a:lnTo>
                  <a:pt x="993305" y="123828"/>
                </a:lnTo>
                <a:lnTo>
                  <a:pt x="992614" y="123633"/>
                </a:lnTo>
                <a:lnTo>
                  <a:pt x="991938" y="123422"/>
                </a:lnTo>
                <a:lnTo>
                  <a:pt x="991277" y="123194"/>
                </a:lnTo>
                <a:lnTo>
                  <a:pt x="990630" y="122949"/>
                </a:lnTo>
                <a:lnTo>
                  <a:pt x="989999" y="122687"/>
                </a:lnTo>
                <a:lnTo>
                  <a:pt x="989382" y="122408"/>
                </a:lnTo>
                <a:lnTo>
                  <a:pt x="988780" y="122112"/>
                </a:lnTo>
                <a:lnTo>
                  <a:pt x="988193" y="121799"/>
                </a:lnTo>
                <a:lnTo>
                  <a:pt x="987621" y="121470"/>
                </a:lnTo>
                <a:lnTo>
                  <a:pt x="987064" y="121123"/>
                </a:lnTo>
                <a:lnTo>
                  <a:pt x="986522" y="120760"/>
                </a:lnTo>
                <a:lnTo>
                  <a:pt x="985995" y="120379"/>
                </a:lnTo>
                <a:lnTo>
                  <a:pt x="985482" y="119982"/>
                </a:lnTo>
                <a:lnTo>
                  <a:pt x="984983" y="119570"/>
                </a:lnTo>
                <a:lnTo>
                  <a:pt x="984496" y="119144"/>
                </a:lnTo>
                <a:lnTo>
                  <a:pt x="984020" y="118706"/>
                </a:lnTo>
                <a:lnTo>
                  <a:pt x="983556" y="118256"/>
                </a:lnTo>
                <a:lnTo>
                  <a:pt x="983105" y="117792"/>
                </a:lnTo>
                <a:lnTo>
                  <a:pt x="982664" y="117316"/>
                </a:lnTo>
                <a:lnTo>
                  <a:pt x="982236" y="116826"/>
                </a:lnTo>
                <a:lnTo>
                  <a:pt x="981820" y="116324"/>
                </a:lnTo>
                <a:lnTo>
                  <a:pt x="981415" y="115809"/>
                </a:lnTo>
                <a:lnTo>
                  <a:pt x="981022" y="115282"/>
                </a:lnTo>
                <a:lnTo>
                  <a:pt x="980641" y="114741"/>
                </a:lnTo>
                <a:lnTo>
                  <a:pt x="980272" y="114188"/>
                </a:lnTo>
                <a:lnTo>
                  <a:pt x="979914" y="113622"/>
                </a:lnTo>
                <a:lnTo>
                  <a:pt x="979569" y="113043"/>
                </a:lnTo>
                <a:lnTo>
                  <a:pt x="979235" y="112451"/>
                </a:lnTo>
                <a:lnTo>
                  <a:pt x="978913" y="111847"/>
                </a:lnTo>
                <a:lnTo>
                  <a:pt x="978603" y="111230"/>
                </a:lnTo>
                <a:lnTo>
                  <a:pt x="978304" y="110599"/>
                </a:lnTo>
                <a:lnTo>
                  <a:pt x="978017" y="109957"/>
                </a:lnTo>
                <a:lnTo>
                  <a:pt x="977743" y="109301"/>
                </a:lnTo>
                <a:lnTo>
                  <a:pt x="977480" y="108632"/>
                </a:lnTo>
                <a:lnTo>
                  <a:pt x="977228" y="107951"/>
                </a:lnTo>
                <a:lnTo>
                  <a:pt x="976989" y="107257"/>
                </a:lnTo>
                <a:lnTo>
                  <a:pt x="976761" y="106550"/>
                </a:lnTo>
                <a:lnTo>
                  <a:pt x="976544" y="105832"/>
                </a:lnTo>
                <a:lnTo>
                  <a:pt x="976336" y="105107"/>
                </a:lnTo>
                <a:lnTo>
                  <a:pt x="976138" y="104374"/>
                </a:lnTo>
                <a:lnTo>
                  <a:pt x="975948" y="103632"/>
                </a:lnTo>
                <a:lnTo>
                  <a:pt x="975768" y="102883"/>
                </a:lnTo>
                <a:lnTo>
                  <a:pt x="975597" y="102125"/>
                </a:lnTo>
                <a:lnTo>
                  <a:pt x="975436" y="101360"/>
                </a:lnTo>
                <a:lnTo>
                  <a:pt x="975283" y="100587"/>
                </a:lnTo>
                <a:lnTo>
                  <a:pt x="975140" y="99805"/>
                </a:lnTo>
                <a:lnTo>
                  <a:pt x="975006" y="99016"/>
                </a:lnTo>
                <a:lnTo>
                  <a:pt x="974881" y="98219"/>
                </a:lnTo>
                <a:lnTo>
                  <a:pt x="974766" y="97413"/>
                </a:lnTo>
                <a:lnTo>
                  <a:pt x="974660" y="96600"/>
                </a:lnTo>
                <a:lnTo>
                  <a:pt x="974563" y="95778"/>
                </a:lnTo>
                <a:lnTo>
                  <a:pt x="974475" y="94949"/>
                </a:lnTo>
                <a:lnTo>
                  <a:pt x="974396" y="94112"/>
                </a:lnTo>
                <a:lnTo>
                  <a:pt x="974327" y="93266"/>
                </a:lnTo>
                <a:lnTo>
                  <a:pt x="974267" y="92413"/>
                </a:lnTo>
                <a:lnTo>
                  <a:pt x="974216" y="91552"/>
                </a:lnTo>
                <a:lnTo>
                  <a:pt x="974175" y="90682"/>
                </a:lnTo>
                <a:lnTo>
                  <a:pt x="974142" y="89805"/>
                </a:lnTo>
                <a:lnTo>
                  <a:pt x="974119" y="88920"/>
                </a:lnTo>
                <a:lnTo>
                  <a:pt x="974105" y="88026"/>
                </a:lnTo>
                <a:lnTo>
                  <a:pt x="974101" y="87125"/>
                </a:lnTo>
                <a:lnTo>
                  <a:pt x="974105" y="86206"/>
                </a:lnTo>
                <a:lnTo>
                  <a:pt x="974119" y="85296"/>
                </a:lnTo>
                <a:lnTo>
                  <a:pt x="974142" y="84393"/>
                </a:lnTo>
                <a:lnTo>
                  <a:pt x="974175" y="83499"/>
                </a:lnTo>
                <a:lnTo>
                  <a:pt x="974216" y="82613"/>
                </a:lnTo>
                <a:lnTo>
                  <a:pt x="974267" y="81736"/>
                </a:lnTo>
                <a:lnTo>
                  <a:pt x="974327" y="80866"/>
                </a:lnTo>
                <a:lnTo>
                  <a:pt x="974396" y="80005"/>
                </a:lnTo>
                <a:lnTo>
                  <a:pt x="974475" y="79152"/>
                </a:lnTo>
                <a:lnTo>
                  <a:pt x="974563" y="78307"/>
                </a:lnTo>
                <a:lnTo>
                  <a:pt x="974660" y="77470"/>
                </a:lnTo>
                <a:lnTo>
                  <a:pt x="974766" y="76641"/>
                </a:lnTo>
                <a:lnTo>
                  <a:pt x="974881" y="75821"/>
                </a:lnTo>
                <a:lnTo>
                  <a:pt x="975006" y="75009"/>
                </a:lnTo>
                <a:lnTo>
                  <a:pt x="975140" y="74205"/>
                </a:lnTo>
                <a:lnTo>
                  <a:pt x="975283" y="73409"/>
                </a:lnTo>
                <a:lnTo>
                  <a:pt x="975436" y="72621"/>
                </a:lnTo>
                <a:lnTo>
                  <a:pt x="975597" y="71842"/>
                </a:lnTo>
                <a:lnTo>
                  <a:pt x="975768" y="71070"/>
                </a:lnTo>
                <a:lnTo>
                  <a:pt x="975948" y="70307"/>
                </a:lnTo>
                <a:lnTo>
                  <a:pt x="976138" y="69552"/>
                </a:lnTo>
                <a:lnTo>
                  <a:pt x="976336" y="68806"/>
                </a:lnTo>
                <a:lnTo>
                  <a:pt x="976544" y="68067"/>
                </a:lnTo>
                <a:lnTo>
                  <a:pt x="976761" y="67337"/>
                </a:lnTo>
                <a:lnTo>
                  <a:pt x="976989" y="66617"/>
                </a:lnTo>
                <a:lnTo>
                  <a:pt x="977228" y="65910"/>
                </a:lnTo>
                <a:lnTo>
                  <a:pt x="977480" y="65217"/>
                </a:lnTo>
                <a:lnTo>
                  <a:pt x="977743" y="64536"/>
                </a:lnTo>
                <a:lnTo>
                  <a:pt x="978017" y="63868"/>
                </a:lnTo>
                <a:lnTo>
                  <a:pt x="978304" y="63214"/>
                </a:lnTo>
                <a:lnTo>
                  <a:pt x="978603" y="62572"/>
                </a:lnTo>
                <a:lnTo>
                  <a:pt x="978913" y="61943"/>
                </a:lnTo>
                <a:lnTo>
                  <a:pt x="979235" y="61327"/>
                </a:lnTo>
                <a:lnTo>
                  <a:pt x="979569" y="60725"/>
                </a:lnTo>
                <a:lnTo>
                  <a:pt x="979914" y="60135"/>
                </a:lnTo>
                <a:lnTo>
                  <a:pt x="980272" y="59558"/>
                </a:lnTo>
                <a:lnTo>
                  <a:pt x="980641" y="58995"/>
                </a:lnTo>
                <a:lnTo>
                  <a:pt x="981022" y="58444"/>
                </a:lnTo>
                <a:lnTo>
                  <a:pt x="981415" y="57906"/>
                </a:lnTo>
                <a:lnTo>
                  <a:pt x="981820" y="57382"/>
                </a:lnTo>
                <a:lnTo>
                  <a:pt x="982236" y="56870"/>
                </a:lnTo>
                <a:lnTo>
                  <a:pt x="982664" y="56371"/>
                </a:lnTo>
                <a:lnTo>
                  <a:pt x="983105" y="55885"/>
                </a:lnTo>
                <a:lnTo>
                  <a:pt x="983556" y="55413"/>
                </a:lnTo>
                <a:lnTo>
                  <a:pt x="984020" y="54953"/>
                </a:lnTo>
                <a:lnTo>
                  <a:pt x="984496" y="54506"/>
                </a:lnTo>
                <a:lnTo>
                  <a:pt x="984983" y="54073"/>
                </a:lnTo>
                <a:lnTo>
                  <a:pt x="985482" y="53652"/>
                </a:lnTo>
                <a:lnTo>
                  <a:pt x="985995" y="53246"/>
                </a:lnTo>
                <a:lnTo>
                  <a:pt x="986522" y="52858"/>
                </a:lnTo>
                <a:lnTo>
                  <a:pt x="987064" y="52486"/>
                </a:lnTo>
                <a:lnTo>
                  <a:pt x="987621" y="52132"/>
                </a:lnTo>
                <a:lnTo>
                  <a:pt x="988193" y="51796"/>
                </a:lnTo>
                <a:lnTo>
                  <a:pt x="988780" y="51476"/>
                </a:lnTo>
                <a:lnTo>
                  <a:pt x="989382" y="51174"/>
                </a:lnTo>
                <a:lnTo>
                  <a:pt x="989999" y="50889"/>
                </a:lnTo>
                <a:lnTo>
                  <a:pt x="990630" y="50622"/>
                </a:lnTo>
                <a:lnTo>
                  <a:pt x="991277" y="50371"/>
                </a:lnTo>
                <a:lnTo>
                  <a:pt x="991938" y="50138"/>
                </a:lnTo>
                <a:lnTo>
                  <a:pt x="992614" y="49922"/>
                </a:lnTo>
                <a:lnTo>
                  <a:pt x="993305" y="49724"/>
                </a:lnTo>
                <a:lnTo>
                  <a:pt x="994011" y="49542"/>
                </a:lnTo>
                <a:lnTo>
                  <a:pt x="994732" y="49378"/>
                </a:lnTo>
                <a:lnTo>
                  <a:pt x="995468" y="49231"/>
                </a:lnTo>
                <a:lnTo>
                  <a:pt x="996218" y="49102"/>
                </a:lnTo>
                <a:lnTo>
                  <a:pt x="996984" y="48990"/>
                </a:lnTo>
                <a:lnTo>
                  <a:pt x="997764" y="48895"/>
                </a:lnTo>
                <a:lnTo>
                  <a:pt x="998559" y="48817"/>
                </a:lnTo>
                <a:lnTo>
                  <a:pt x="999369" y="48757"/>
                </a:lnTo>
                <a:lnTo>
                  <a:pt x="1000194" y="48713"/>
                </a:lnTo>
                <a:lnTo>
                  <a:pt x="1001034" y="48688"/>
                </a:lnTo>
                <a:lnTo>
                  <a:pt x="1001889" y="48679"/>
                </a:lnTo>
                <a:lnTo>
                  <a:pt x="1002768" y="48688"/>
                </a:lnTo>
                <a:lnTo>
                  <a:pt x="1003633" y="48713"/>
                </a:lnTo>
                <a:lnTo>
                  <a:pt x="1004482" y="48757"/>
                </a:lnTo>
                <a:lnTo>
                  <a:pt x="1005316" y="48817"/>
                </a:lnTo>
                <a:lnTo>
                  <a:pt x="1006135" y="48895"/>
                </a:lnTo>
                <a:lnTo>
                  <a:pt x="1006939" y="48990"/>
                </a:lnTo>
                <a:lnTo>
                  <a:pt x="1007728" y="49102"/>
                </a:lnTo>
                <a:lnTo>
                  <a:pt x="1008502" y="49231"/>
                </a:lnTo>
                <a:lnTo>
                  <a:pt x="1009261" y="49378"/>
                </a:lnTo>
                <a:lnTo>
                  <a:pt x="1010005" y="49542"/>
                </a:lnTo>
                <a:lnTo>
                  <a:pt x="1010734" y="49724"/>
                </a:lnTo>
                <a:lnTo>
                  <a:pt x="1011447" y="49922"/>
                </a:lnTo>
                <a:lnTo>
                  <a:pt x="1012146" y="50138"/>
                </a:lnTo>
                <a:lnTo>
                  <a:pt x="1012830" y="50371"/>
                </a:lnTo>
                <a:lnTo>
                  <a:pt x="1013498" y="50622"/>
                </a:lnTo>
                <a:lnTo>
                  <a:pt x="1014152" y="50889"/>
                </a:lnTo>
                <a:lnTo>
                  <a:pt x="1014790" y="51174"/>
                </a:lnTo>
                <a:lnTo>
                  <a:pt x="1015414" y="51476"/>
                </a:lnTo>
                <a:lnTo>
                  <a:pt x="1016022" y="51796"/>
                </a:lnTo>
                <a:lnTo>
                  <a:pt x="1016615" y="52132"/>
                </a:lnTo>
                <a:lnTo>
                  <a:pt x="1017194" y="52486"/>
                </a:lnTo>
                <a:lnTo>
                  <a:pt x="1017757" y="52858"/>
                </a:lnTo>
                <a:lnTo>
                  <a:pt x="1018305" y="53246"/>
                </a:lnTo>
                <a:lnTo>
                  <a:pt x="1018838" y="53652"/>
                </a:lnTo>
                <a:lnTo>
                  <a:pt x="1019357" y="54073"/>
                </a:lnTo>
                <a:lnTo>
                  <a:pt x="1019864" y="54506"/>
                </a:lnTo>
                <a:lnTo>
                  <a:pt x="1020359" y="54953"/>
                </a:lnTo>
                <a:lnTo>
                  <a:pt x="1020842" y="55413"/>
                </a:lnTo>
                <a:lnTo>
                  <a:pt x="1021312" y="55885"/>
                </a:lnTo>
                <a:lnTo>
                  <a:pt x="1021770" y="56371"/>
                </a:lnTo>
                <a:lnTo>
                  <a:pt x="1022215" y="56870"/>
                </a:lnTo>
                <a:lnTo>
                  <a:pt x="1022648" y="57382"/>
                </a:lnTo>
                <a:lnTo>
                  <a:pt x="1023069" y="57906"/>
                </a:lnTo>
                <a:lnTo>
                  <a:pt x="1023478" y="58444"/>
                </a:lnTo>
                <a:lnTo>
                  <a:pt x="1023874" y="58995"/>
                </a:lnTo>
                <a:lnTo>
                  <a:pt x="1024258" y="59558"/>
                </a:lnTo>
                <a:lnTo>
                  <a:pt x="1024629" y="60135"/>
                </a:lnTo>
                <a:lnTo>
                  <a:pt x="1024989" y="60725"/>
                </a:lnTo>
                <a:lnTo>
                  <a:pt x="1025335" y="61327"/>
                </a:lnTo>
                <a:lnTo>
                  <a:pt x="1025670" y="61943"/>
                </a:lnTo>
                <a:lnTo>
                  <a:pt x="1025992" y="62572"/>
                </a:lnTo>
                <a:lnTo>
                  <a:pt x="1026302" y="63214"/>
                </a:lnTo>
                <a:lnTo>
                  <a:pt x="1026600" y="63868"/>
                </a:lnTo>
                <a:lnTo>
                  <a:pt x="1026885" y="64536"/>
                </a:lnTo>
                <a:lnTo>
                  <a:pt x="1027158" y="65217"/>
                </a:lnTo>
                <a:lnTo>
                  <a:pt x="1027419" y="65910"/>
                </a:lnTo>
                <a:lnTo>
                  <a:pt x="1027668" y="66617"/>
                </a:lnTo>
                <a:lnTo>
                  <a:pt x="1027904" y="67337"/>
                </a:lnTo>
                <a:lnTo>
                  <a:pt x="1028129" y="68067"/>
                </a:lnTo>
                <a:lnTo>
                  <a:pt x="1028344" y="68806"/>
                </a:lnTo>
                <a:lnTo>
                  <a:pt x="1028550" y="69552"/>
                </a:lnTo>
                <a:lnTo>
                  <a:pt x="1028747" y="70307"/>
                </a:lnTo>
                <a:lnTo>
                  <a:pt x="1028934" y="71070"/>
                </a:lnTo>
                <a:lnTo>
                  <a:pt x="1029111" y="71842"/>
                </a:lnTo>
                <a:lnTo>
                  <a:pt x="1029278" y="72621"/>
                </a:lnTo>
                <a:lnTo>
                  <a:pt x="1029437" y="73409"/>
                </a:lnTo>
                <a:lnTo>
                  <a:pt x="1029585" y="74205"/>
                </a:lnTo>
                <a:lnTo>
                  <a:pt x="1029724" y="75009"/>
                </a:lnTo>
                <a:lnTo>
                  <a:pt x="1029853" y="75821"/>
                </a:lnTo>
                <a:lnTo>
                  <a:pt x="1029973" y="76641"/>
                </a:lnTo>
                <a:lnTo>
                  <a:pt x="1030083" y="77470"/>
                </a:lnTo>
                <a:lnTo>
                  <a:pt x="1030184" y="78307"/>
                </a:lnTo>
                <a:lnTo>
                  <a:pt x="1030275" y="79152"/>
                </a:lnTo>
                <a:lnTo>
                  <a:pt x="1030356" y="80005"/>
                </a:lnTo>
                <a:lnTo>
                  <a:pt x="1030428" y="80866"/>
                </a:lnTo>
                <a:lnTo>
                  <a:pt x="1030490" y="81736"/>
                </a:lnTo>
                <a:lnTo>
                  <a:pt x="1030543" y="82613"/>
                </a:lnTo>
                <a:lnTo>
                  <a:pt x="1030586" y="83499"/>
                </a:lnTo>
                <a:lnTo>
                  <a:pt x="1030620" y="84393"/>
                </a:lnTo>
                <a:lnTo>
                  <a:pt x="1030644" y="85296"/>
                </a:lnTo>
                <a:lnTo>
                  <a:pt x="1030658" y="86206"/>
                </a:lnTo>
                <a:lnTo>
                  <a:pt x="1030663" y="87125"/>
                </a:lnTo>
                <a:lnTo>
                  <a:pt x="1030658" y="88026"/>
                </a:lnTo>
                <a:lnTo>
                  <a:pt x="1030644" y="88920"/>
                </a:lnTo>
                <a:lnTo>
                  <a:pt x="1030620" y="89805"/>
                </a:lnTo>
                <a:lnTo>
                  <a:pt x="1030586" y="90682"/>
                </a:lnTo>
                <a:lnTo>
                  <a:pt x="1030543" y="91552"/>
                </a:lnTo>
                <a:lnTo>
                  <a:pt x="1030490" y="92413"/>
                </a:lnTo>
                <a:lnTo>
                  <a:pt x="1030428" y="93266"/>
                </a:lnTo>
                <a:lnTo>
                  <a:pt x="1030356" y="94112"/>
                </a:lnTo>
                <a:lnTo>
                  <a:pt x="1030275" y="94949"/>
                </a:lnTo>
                <a:lnTo>
                  <a:pt x="1030184" y="95778"/>
                </a:lnTo>
                <a:lnTo>
                  <a:pt x="1030083" y="96600"/>
                </a:lnTo>
                <a:lnTo>
                  <a:pt x="1029973" y="97413"/>
                </a:lnTo>
                <a:lnTo>
                  <a:pt x="1029853" y="98219"/>
                </a:lnTo>
                <a:lnTo>
                  <a:pt x="1029724" y="99016"/>
                </a:lnTo>
                <a:lnTo>
                  <a:pt x="1029585" y="99805"/>
                </a:lnTo>
                <a:lnTo>
                  <a:pt x="1029437" y="100587"/>
                </a:lnTo>
                <a:lnTo>
                  <a:pt x="1029278" y="101360"/>
                </a:lnTo>
                <a:lnTo>
                  <a:pt x="1029111" y="102125"/>
                </a:lnTo>
                <a:lnTo>
                  <a:pt x="1028934" y="102883"/>
                </a:lnTo>
                <a:lnTo>
                  <a:pt x="1028747" y="103632"/>
                </a:lnTo>
                <a:lnTo>
                  <a:pt x="1028550" y="104374"/>
                </a:lnTo>
                <a:lnTo>
                  <a:pt x="1028344" y="105107"/>
                </a:lnTo>
                <a:lnTo>
                  <a:pt x="1028129" y="105832"/>
                </a:lnTo>
                <a:lnTo>
                  <a:pt x="1027904" y="106550"/>
                </a:lnTo>
                <a:lnTo>
                  <a:pt x="1027668" y="107257"/>
                </a:lnTo>
                <a:lnTo>
                  <a:pt x="1027419" y="107951"/>
                </a:lnTo>
                <a:lnTo>
                  <a:pt x="1027158" y="108632"/>
                </a:lnTo>
                <a:lnTo>
                  <a:pt x="1026885" y="109301"/>
                </a:lnTo>
                <a:lnTo>
                  <a:pt x="1026600" y="109957"/>
                </a:lnTo>
                <a:lnTo>
                  <a:pt x="1026302" y="110599"/>
                </a:lnTo>
                <a:lnTo>
                  <a:pt x="1025992" y="111230"/>
                </a:lnTo>
                <a:lnTo>
                  <a:pt x="1025670" y="111847"/>
                </a:lnTo>
                <a:lnTo>
                  <a:pt x="1025335" y="112451"/>
                </a:lnTo>
                <a:lnTo>
                  <a:pt x="1024989" y="113043"/>
                </a:lnTo>
                <a:lnTo>
                  <a:pt x="1024629" y="113622"/>
                </a:lnTo>
                <a:lnTo>
                  <a:pt x="1024258" y="114188"/>
                </a:lnTo>
                <a:lnTo>
                  <a:pt x="1023874" y="114741"/>
                </a:lnTo>
                <a:lnTo>
                  <a:pt x="1023478" y="115282"/>
                </a:lnTo>
                <a:lnTo>
                  <a:pt x="1023069" y="115809"/>
                </a:lnTo>
                <a:lnTo>
                  <a:pt x="1022648" y="116324"/>
                </a:lnTo>
                <a:lnTo>
                  <a:pt x="1022215" y="116826"/>
                </a:lnTo>
                <a:lnTo>
                  <a:pt x="1021770" y="117316"/>
                </a:lnTo>
                <a:lnTo>
                  <a:pt x="1021312" y="117792"/>
                </a:lnTo>
                <a:lnTo>
                  <a:pt x="1020842" y="118256"/>
                </a:lnTo>
                <a:lnTo>
                  <a:pt x="1020359" y="118706"/>
                </a:lnTo>
                <a:lnTo>
                  <a:pt x="1019864" y="119144"/>
                </a:lnTo>
                <a:lnTo>
                  <a:pt x="1019357" y="119570"/>
                </a:lnTo>
                <a:lnTo>
                  <a:pt x="1018838" y="119982"/>
                </a:lnTo>
                <a:lnTo>
                  <a:pt x="1018305" y="120379"/>
                </a:lnTo>
                <a:lnTo>
                  <a:pt x="1017757" y="120760"/>
                </a:lnTo>
                <a:lnTo>
                  <a:pt x="1017194" y="121123"/>
                </a:lnTo>
                <a:lnTo>
                  <a:pt x="1016615" y="121470"/>
                </a:lnTo>
                <a:lnTo>
                  <a:pt x="1016022" y="121799"/>
                </a:lnTo>
                <a:lnTo>
                  <a:pt x="1015414" y="122112"/>
                </a:lnTo>
                <a:lnTo>
                  <a:pt x="1014790" y="122408"/>
                </a:lnTo>
                <a:lnTo>
                  <a:pt x="1014152" y="122687"/>
                </a:lnTo>
                <a:lnTo>
                  <a:pt x="1013498" y="122949"/>
                </a:lnTo>
                <a:lnTo>
                  <a:pt x="1012830" y="123194"/>
                </a:lnTo>
                <a:lnTo>
                  <a:pt x="1012146" y="123422"/>
                </a:lnTo>
                <a:lnTo>
                  <a:pt x="1011447" y="123633"/>
                </a:lnTo>
                <a:lnTo>
                  <a:pt x="1010734" y="123828"/>
                </a:lnTo>
                <a:lnTo>
                  <a:pt x="1010005" y="124005"/>
                </a:lnTo>
                <a:lnTo>
                  <a:pt x="1009261" y="124166"/>
                </a:lnTo>
                <a:lnTo>
                  <a:pt x="1008502" y="124310"/>
                </a:lnTo>
                <a:lnTo>
                  <a:pt x="1007728" y="124436"/>
                </a:lnTo>
                <a:lnTo>
                  <a:pt x="1006939" y="124546"/>
                </a:lnTo>
                <a:lnTo>
                  <a:pt x="1006135" y="124639"/>
                </a:lnTo>
                <a:lnTo>
                  <a:pt x="1005316" y="124715"/>
                </a:lnTo>
                <a:lnTo>
                  <a:pt x="1004482" y="124774"/>
                </a:lnTo>
                <a:lnTo>
                  <a:pt x="1003633" y="124817"/>
                </a:lnTo>
                <a:lnTo>
                  <a:pt x="1002768" y="124842"/>
                </a:lnTo>
                <a:lnTo>
                  <a:pt x="1001889" y="124850"/>
                </a:lnTo>
                <a:lnTo>
                  <a:pt x="1001034" y="124842"/>
                </a:lnTo>
                <a:lnTo>
                  <a:pt x="1000194" y="124817"/>
                </a:lnTo>
                <a:lnTo>
                  <a:pt x="999369" y="124774"/>
                </a:lnTo>
                <a:lnTo>
                  <a:pt x="998559" y="124715"/>
                </a:lnTo>
                <a:close/>
                <a:moveTo>
                  <a:pt x="1157926" y="137786"/>
                </a:moveTo>
                <a:lnTo>
                  <a:pt x="1159060" y="137690"/>
                </a:lnTo>
                <a:lnTo>
                  <a:pt x="1160179" y="137573"/>
                </a:lnTo>
                <a:lnTo>
                  <a:pt x="1161283" y="137434"/>
                </a:lnTo>
                <a:lnTo>
                  <a:pt x="1162373" y="137274"/>
                </a:lnTo>
                <a:lnTo>
                  <a:pt x="1163448" y="137093"/>
                </a:lnTo>
                <a:lnTo>
                  <a:pt x="1164509" y="136891"/>
                </a:lnTo>
                <a:lnTo>
                  <a:pt x="1165555" y="136667"/>
                </a:lnTo>
                <a:lnTo>
                  <a:pt x="1166587" y="136422"/>
                </a:lnTo>
                <a:lnTo>
                  <a:pt x="1167604" y="136156"/>
                </a:lnTo>
                <a:lnTo>
                  <a:pt x="1168606" y="135868"/>
                </a:lnTo>
                <a:lnTo>
                  <a:pt x="1169595" y="135559"/>
                </a:lnTo>
                <a:lnTo>
                  <a:pt x="1170568" y="135229"/>
                </a:lnTo>
                <a:lnTo>
                  <a:pt x="1171527" y="134877"/>
                </a:lnTo>
                <a:lnTo>
                  <a:pt x="1172471" y="134504"/>
                </a:lnTo>
                <a:lnTo>
                  <a:pt x="1173401" y="134110"/>
                </a:lnTo>
                <a:lnTo>
                  <a:pt x="1174317" y="133694"/>
                </a:lnTo>
                <a:lnTo>
                  <a:pt x="1175217" y="133258"/>
                </a:lnTo>
                <a:lnTo>
                  <a:pt x="1176104" y="132799"/>
                </a:lnTo>
                <a:lnTo>
                  <a:pt x="1176975" y="132320"/>
                </a:lnTo>
                <a:lnTo>
                  <a:pt x="1177833" y="131819"/>
                </a:lnTo>
                <a:lnTo>
                  <a:pt x="1178674" y="131298"/>
                </a:lnTo>
                <a:lnTo>
                  <a:pt x="1179500" y="130759"/>
                </a:lnTo>
                <a:lnTo>
                  <a:pt x="1180308" y="130202"/>
                </a:lnTo>
                <a:lnTo>
                  <a:pt x="1181101" y="129626"/>
                </a:lnTo>
                <a:lnTo>
                  <a:pt x="1181877" y="129032"/>
                </a:lnTo>
                <a:lnTo>
                  <a:pt x="1182636" y="128419"/>
                </a:lnTo>
                <a:lnTo>
                  <a:pt x="1183380" y="127789"/>
                </a:lnTo>
                <a:lnTo>
                  <a:pt x="1184106" y="127139"/>
                </a:lnTo>
                <a:lnTo>
                  <a:pt x="1184817" y="126472"/>
                </a:lnTo>
                <a:lnTo>
                  <a:pt x="1185511" y="125786"/>
                </a:lnTo>
                <a:lnTo>
                  <a:pt x="1186188" y="125082"/>
                </a:lnTo>
                <a:lnTo>
                  <a:pt x="1186849" y="124360"/>
                </a:lnTo>
                <a:lnTo>
                  <a:pt x="1187494" y="123619"/>
                </a:lnTo>
                <a:lnTo>
                  <a:pt x="1188122" y="122860"/>
                </a:lnTo>
                <a:lnTo>
                  <a:pt x="1188734" y="122083"/>
                </a:lnTo>
                <a:lnTo>
                  <a:pt x="1189329" y="121288"/>
                </a:lnTo>
                <a:lnTo>
                  <a:pt x="1189908" y="120474"/>
                </a:lnTo>
                <a:lnTo>
                  <a:pt x="1190470" y="119641"/>
                </a:lnTo>
                <a:lnTo>
                  <a:pt x="1191016" y="118791"/>
                </a:lnTo>
                <a:lnTo>
                  <a:pt x="1191546" y="117922"/>
                </a:lnTo>
                <a:lnTo>
                  <a:pt x="1192059" y="117035"/>
                </a:lnTo>
                <a:lnTo>
                  <a:pt x="1192556" y="116129"/>
                </a:lnTo>
                <a:lnTo>
                  <a:pt x="1193037" y="115206"/>
                </a:lnTo>
                <a:lnTo>
                  <a:pt x="1193501" y="114264"/>
                </a:lnTo>
                <a:lnTo>
                  <a:pt x="1193947" y="113305"/>
                </a:lnTo>
                <a:lnTo>
                  <a:pt x="1194374" y="112331"/>
                </a:lnTo>
                <a:lnTo>
                  <a:pt x="1194782" y="111342"/>
                </a:lnTo>
                <a:lnTo>
                  <a:pt x="1195172" y="110339"/>
                </a:lnTo>
                <a:lnTo>
                  <a:pt x="1195542" y="109320"/>
                </a:lnTo>
                <a:lnTo>
                  <a:pt x="1195893" y="108286"/>
                </a:lnTo>
                <a:lnTo>
                  <a:pt x="1196226" y="107238"/>
                </a:lnTo>
                <a:lnTo>
                  <a:pt x="1196539" y="106174"/>
                </a:lnTo>
                <a:lnTo>
                  <a:pt x="1196833" y="105095"/>
                </a:lnTo>
                <a:lnTo>
                  <a:pt x="1197109" y="104002"/>
                </a:lnTo>
                <a:lnTo>
                  <a:pt x="1197365" y="102893"/>
                </a:lnTo>
                <a:lnTo>
                  <a:pt x="1197602" y="101770"/>
                </a:lnTo>
                <a:lnTo>
                  <a:pt x="1197821" y="100631"/>
                </a:lnTo>
                <a:lnTo>
                  <a:pt x="1198020" y="99478"/>
                </a:lnTo>
                <a:lnTo>
                  <a:pt x="1198200" y="98309"/>
                </a:lnTo>
                <a:lnTo>
                  <a:pt x="1198362" y="97126"/>
                </a:lnTo>
                <a:lnTo>
                  <a:pt x="1198504" y="95927"/>
                </a:lnTo>
                <a:lnTo>
                  <a:pt x="1198628" y="94714"/>
                </a:lnTo>
                <a:lnTo>
                  <a:pt x="1198732" y="93485"/>
                </a:lnTo>
                <a:lnTo>
                  <a:pt x="1198818" y="92242"/>
                </a:lnTo>
                <a:lnTo>
                  <a:pt x="1198884" y="90984"/>
                </a:lnTo>
                <a:lnTo>
                  <a:pt x="1198932" y="89710"/>
                </a:lnTo>
                <a:lnTo>
                  <a:pt x="1198960" y="88422"/>
                </a:lnTo>
                <a:lnTo>
                  <a:pt x="1198970" y="87119"/>
                </a:lnTo>
                <a:lnTo>
                  <a:pt x="1198960" y="85782"/>
                </a:lnTo>
                <a:lnTo>
                  <a:pt x="1198932" y="84462"/>
                </a:lnTo>
                <a:lnTo>
                  <a:pt x="1198884" y="83158"/>
                </a:lnTo>
                <a:lnTo>
                  <a:pt x="1198818" y="81869"/>
                </a:lnTo>
                <a:lnTo>
                  <a:pt x="1198732" y="80597"/>
                </a:lnTo>
                <a:lnTo>
                  <a:pt x="1198628" y="79341"/>
                </a:lnTo>
                <a:lnTo>
                  <a:pt x="1198504" y="78101"/>
                </a:lnTo>
                <a:lnTo>
                  <a:pt x="1198362" y="76876"/>
                </a:lnTo>
                <a:lnTo>
                  <a:pt x="1198200" y="75668"/>
                </a:lnTo>
                <a:lnTo>
                  <a:pt x="1198020" y="74476"/>
                </a:lnTo>
                <a:lnTo>
                  <a:pt x="1197821" y="73300"/>
                </a:lnTo>
                <a:lnTo>
                  <a:pt x="1197602" y="72140"/>
                </a:lnTo>
                <a:lnTo>
                  <a:pt x="1197365" y="70996"/>
                </a:lnTo>
                <a:lnTo>
                  <a:pt x="1197109" y="69868"/>
                </a:lnTo>
                <a:lnTo>
                  <a:pt x="1196833" y="68756"/>
                </a:lnTo>
                <a:lnTo>
                  <a:pt x="1196539" y="67660"/>
                </a:lnTo>
                <a:lnTo>
                  <a:pt x="1196226" y="66580"/>
                </a:lnTo>
                <a:lnTo>
                  <a:pt x="1195893" y="65516"/>
                </a:lnTo>
                <a:lnTo>
                  <a:pt x="1195542" y="64468"/>
                </a:lnTo>
                <a:lnTo>
                  <a:pt x="1195172" y="63436"/>
                </a:lnTo>
                <a:lnTo>
                  <a:pt x="1194782" y="62420"/>
                </a:lnTo>
                <a:lnTo>
                  <a:pt x="1194374" y="61421"/>
                </a:lnTo>
                <a:lnTo>
                  <a:pt x="1193947" y="60437"/>
                </a:lnTo>
                <a:lnTo>
                  <a:pt x="1193501" y="59469"/>
                </a:lnTo>
                <a:lnTo>
                  <a:pt x="1193037" y="58519"/>
                </a:lnTo>
                <a:lnTo>
                  <a:pt x="1192556" y="57587"/>
                </a:lnTo>
                <a:lnTo>
                  <a:pt x="1192059" y="56673"/>
                </a:lnTo>
                <a:lnTo>
                  <a:pt x="1191546" y="55778"/>
                </a:lnTo>
                <a:lnTo>
                  <a:pt x="1191016" y="54902"/>
                </a:lnTo>
                <a:lnTo>
                  <a:pt x="1190470" y="54044"/>
                </a:lnTo>
                <a:lnTo>
                  <a:pt x="1189908" y="53204"/>
                </a:lnTo>
                <a:lnTo>
                  <a:pt x="1189329" y="52383"/>
                </a:lnTo>
                <a:lnTo>
                  <a:pt x="1188734" y="51581"/>
                </a:lnTo>
                <a:lnTo>
                  <a:pt x="1188122" y="50797"/>
                </a:lnTo>
                <a:lnTo>
                  <a:pt x="1187494" y="50031"/>
                </a:lnTo>
                <a:lnTo>
                  <a:pt x="1186849" y="49284"/>
                </a:lnTo>
                <a:lnTo>
                  <a:pt x="1186188" y="48555"/>
                </a:lnTo>
                <a:lnTo>
                  <a:pt x="1185511" y="47845"/>
                </a:lnTo>
                <a:lnTo>
                  <a:pt x="1184817" y="47154"/>
                </a:lnTo>
                <a:lnTo>
                  <a:pt x="1184106" y="46481"/>
                </a:lnTo>
                <a:lnTo>
                  <a:pt x="1183380" y="45826"/>
                </a:lnTo>
                <a:lnTo>
                  <a:pt x="1182636" y="45190"/>
                </a:lnTo>
                <a:lnTo>
                  <a:pt x="1181877" y="44573"/>
                </a:lnTo>
                <a:lnTo>
                  <a:pt x="1181101" y="43974"/>
                </a:lnTo>
                <a:lnTo>
                  <a:pt x="1180308" y="43393"/>
                </a:lnTo>
                <a:lnTo>
                  <a:pt x="1179500" y="42831"/>
                </a:lnTo>
                <a:lnTo>
                  <a:pt x="1178674" y="42288"/>
                </a:lnTo>
                <a:lnTo>
                  <a:pt x="1177833" y="41763"/>
                </a:lnTo>
                <a:lnTo>
                  <a:pt x="1176975" y="41258"/>
                </a:lnTo>
                <a:lnTo>
                  <a:pt x="1176104" y="40774"/>
                </a:lnTo>
                <a:lnTo>
                  <a:pt x="1175217" y="40312"/>
                </a:lnTo>
                <a:lnTo>
                  <a:pt x="1174317" y="39871"/>
                </a:lnTo>
                <a:lnTo>
                  <a:pt x="1173401" y="39452"/>
                </a:lnTo>
                <a:lnTo>
                  <a:pt x="1172471" y="39055"/>
                </a:lnTo>
                <a:lnTo>
                  <a:pt x="1171527" y="38679"/>
                </a:lnTo>
                <a:lnTo>
                  <a:pt x="1170568" y="38324"/>
                </a:lnTo>
                <a:lnTo>
                  <a:pt x="1169595" y="37991"/>
                </a:lnTo>
                <a:lnTo>
                  <a:pt x="1168606" y="37679"/>
                </a:lnTo>
                <a:lnTo>
                  <a:pt x="1167604" y="37389"/>
                </a:lnTo>
                <a:lnTo>
                  <a:pt x="1166587" y="37120"/>
                </a:lnTo>
                <a:lnTo>
                  <a:pt x="1165555" y="36873"/>
                </a:lnTo>
                <a:lnTo>
                  <a:pt x="1164509" y="36648"/>
                </a:lnTo>
                <a:lnTo>
                  <a:pt x="1163448" y="36443"/>
                </a:lnTo>
                <a:lnTo>
                  <a:pt x="1162373" y="36261"/>
                </a:lnTo>
                <a:lnTo>
                  <a:pt x="1161283" y="36100"/>
                </a:lnTo>
                <a:lnTo>
                  <a:pt x="1160179" y="35960"/>
                </a:lnTo>
                <a:lnTo>
                  <a:pt x="1159060" y="35842"/>
                </a:lnTo>
                <a:lnTo>
                  <a:pt x="1157926" y="35745"/>
                </a:lnTo>
                <a:lnTo>
                  <a:pt x="1156778" y="35670"/>
                </a:lnTo>
                <a:lnTo>
                  <a:pt x="1155616" y="35616"/>
                </a:lnTo>
                <a:lnTo>
                  <a:pt x="1154438" y="35584"/>
                </a:lnTo>
                <a:lnTo>
                  <a:pt x="1153247" y="35573"/>
                </a:lnTo>
                <a:lnTo>
                  <a:pt x="1152080" y="35584"/>
                </a:lnTo>
                <a:lnTo>
                  <a:pt x="1150926" y="35616"/>
                </a:lnTo>
                <a:lnTo>
                  <a:pt x="1149787" y="35670"/>
                </a:lnTo>
                <a:lnTo>
                  <a:pt x="1148662" y="35745"/>
                </a:lnTo>
                <a:lnTo>
                  <a:pt x="1147551" y="35842"/>
                </a:lnTo>
                <a:lnTo>
                  <a:pt x="1146454" y="35960"/>
                </a:lnTo>
                <a:lnTo>
                  <a:pt x="1145371" y="36100"/>
                </a:lnTo>
                <a:lnTo>
                  <a:pt x="1144302" y="36261"/>
                </a:lnTo>
                <a:lnTo>
                  <a:pt x="1143247" y="36443"/>
                </a:lnTo>
                <a:lnTo>
                  <a:pt x="1142206" y="36648"/>
                </a:lnTo>
                <a:lnTo>
                  <a:pt x="1141179" y="36873"/>
                </a:lnTo>
                <a:lnTo>
                  <a:pt x="1140166" y="37120"/>
                </a:lnTo>
                <a:lnTo>
                  <a:pt x="1139167" y="37389"/>
                </a:lnTo>
                <a:lnTo>
                  <a:pt x="1138182" y="37679"/>
                </a:lnTo>
                <a:lnTo>
                  <a:pt x="1137211" y="37991"/>
                </a:lnTo>
                <a:lnTo>
                  <a:pt x="1136254" y="38324"/>
                </a:lnTo>
                <a:lnTo>
                  <a:pt x="1135311" y="38679"/>
                </a:lnTo>
                <a:lnTo>
                  <a:pt x="1134383" y="39055"/>
                </a:lnTo>
                <a:lnTo>
                  <a:pt x="1133468" y="39452"/>
                </a:lnTo>
                <a:lnTo>
                  <a:pt x="1132567" y="39871"/>
                </a:lnTo>
                <a:lnTo>
                  <a:pt x="1131680" y="40312"/>
                </a:lnTo>
                <a:lnTo>
                  <a:pt x="1130808" y="40774"/>
                </a:lnTo>
                <a:lnTo>
                  <a:pt x="1129949" y="41258"/>
                </a:lnTo>
                <a:lnTo>
                  <a:pt x="1129105" y="41763"/>
                </a:lnTo>
                <a:lnTo>
                  <a:pt x="1128275" y="42288"/>
                </a:lnTo>
                <a:lnTo>
                  <a:pt x="1127463" y="42831"/>
                </a:lnTo>
                <a:lnTo>
                  <a:pt x="1126666" y="43393"/>
                </a:lnTo>
                <a:lnTo>
                  <a:pt x="1125887" y="43974"/>
                </a:lnTo>
                <a:lnTo>
                  <a:pt x="1125124" y="44573"/>
                </a:lnTo>
                <a:lnTo>
                  <a:pt x="1124378" y="45190"/>
                </a:lnTo>
                <a:lnTo>
                  <a:pt x="1123648" y="45826"/>
                </a:lnTo>
                <a:lnTo>
                  <a:pt x="1122935" y="46481"/>
                </a:lnTo>
                <a:lnTo>
                  <a:pt x="1122238" y="47154"/>
                </a:lnTo>
                <a:lnTo>
                  <a:pt x="1121558" y="47845"/>
                </a:lnTo>
                <a:lnTo>
                  <a:pt x="1120895" y="48555"/>
                </a:lnTo>
                <a:lnTo>
                  <a:pt x="1120248" y="49284"/>
                </a:lnTo>
                <a:lnTo>
                  <a:pt x="1119618" y="50031"/>
                </a:lnTo>
                <a:lnTo>
                  <a:pt x="1119004" y="50797"/>
                </a:lnTo>
                <a:lnTo>
                  <a:pt x="1118407" y="51581"/>
                </a:lnTo>
                <a:lnTo>
                  <a:pt x="1117827" y="52383"/>
                </a:lnTo>
                <a:lnTo>
                  <a:pt x="1117263" y="53204"/>
                </a:lnTo>
                <a:lnTo>
                  <a:pt x="1116716" y="54044"/>
                </a:lnTo>
                <a:lnTo>
                  <a:pt x="1116186" y="54902"/>
                </a:lnTo>
                <a:lnTo>
                  <a:pt x="1115672" y="55778"/>
                </a:lnTo>
                <a:lnTo>
                  <a:pt x="1115174" y="56673"/>
                </a:lnTo>
                <a:lnTo>
                  <a:pt x="1114693" y="57587"/>
                </a:lnTo>
                <a:lnTo>
                  <a:pt x="1114229" y="58519"/>
                </a:lnTo>
                <a:lnTo>
                  <a:pt x="1113781" y="59469"/>
                </a:lnTo>
                <a:lnTo>
                  <a:pt x="1113351" y="60437"/>
                </a:lnTo>
                <a:lnTo>
                  <a:pt x="1112939" y="61421"/>
                </a:lnTo>
                <a:lnTo>
                  <a:pt x="1112546" y="62420"/>
                </a:lnTo>
                <a:lnTo>
                  <a:pt x="1112171" y="63436"/>
                </a:lnTo>
                <a:lnTo>
                  <a:pt x="1111814" y="64468"/>
                </a:lnTo>
                <a:lnTo>
                  <a:pt x="1111475" y="65516"/>
                </a:lnTo>
                <a:lnTo>
                  <a:pt x="1111155" y="66580"/>
                </a:lnTo>
                <a:lnTo>
                  <a:pt x="1110853" y="67660"/>
                </a:lnTo>
                <a:lnTo>
                  <a:pt x="1110569" y="68756"/>
                </a:lnTo>
                <a:lnTo>
                  <a:pt x="1110304" y="69868"/>
                </a:lnTo>
                <a:lnTo>
                  <a:pt x="1110056" y="70996"/>
                </a:lnTo>
                <a:lnTo>
                  <a:pt x="1109828" y="72140"/>
                </a:lnTo>
                <a:lnTo>
                  <a:pt x="1109617" y="73300"/>
                </a:lnTo>
                <a:lnTo>
                  <a:pt x="1109425" y="74476"/>
                </a:lnTo>
                <a:lnTo>
                  <a:pt x="1109251" y="75668"/>
                </a:lnTo>
                <a:lnTo>
                  <a:pt x="1109095" y="76876"/>
                </a:lnTo>
                <a:lnTo>
                  <a:pt x="1108958" y="78101"/>
                </a:lnTo>
                <a:lnTo>
                  <a:pt x="1108839" y="79341"/>
                </a:lnTo>
                <a:lnTo>
                  <a:pt x="1108738" y="80597"/>
                </a:lnTo>
                <a:lnTo>
                  <a:pt x="1108656" y="81869"/>
                </a:lnTo>
                <a:lnTo>
                  <a:pt x="1108592" y="83158"/>
                </a:lnTo>
                <a:lnTo>
                  <a:pt x="1108546" y="84462"/>
                </a:lnTo>
                <a:lnTo>
                  <a:pt x="1108519" y="85782"/>
                </a:lnTo>
                <a:lnTo>
                  <a:pt x="1108510" y="87119"/>
                </a:lnTo>
                <a:lnTo>
                  <a:pt x="1108519" y="88422"/>
                </a:lnTo>
                <a:lnTo>
                  <a:pt x="1108546" y="89710"/>
                </a:lnTo>
                <a:lnTo>
                  <a:pt x="1108592" y="90984"/>
                </a:lnTo>
                <a:lnTo>
                  <a:pt x="1108656" y="92242"/>
                </a:lnTo>
                <a:lnTo>
                  <a:pt x="1108738" y="93485"/>
                </a:lnTo>
                <a:lnTo>
                  <a:pt x="1108839" y="94714"/>
                </a:lnTo>
                <a:lnTo>
                  <a:pt x="1108958" y="95927"/>
                </a:lnTo>
                <a:lnTo>
                  <a:pt x="1109095" y="97126"/>
                </a:lnTo>
                <a:lnTo>
                  <a:pt x="1109251" y="98309"/>
                </a:lnTo>
                <a:lnTo>
                  <a:pt x="1109425" y="99478"/>
                </a:lnTo>
                <a:lnTo>
                  <a:pt x="1109617" y="100631"/>
                </a:lnTo>
                <a:lnTo>
                  <a:pt x="1109828" y="101770"/>
                </a:lnTo>
                <a:lnTo>
                  <a:pt x="1110056" y="102893"/>
                </a:lnTo>
                <a:lnTo>
                  <a:pt x="1110304" y="104002"/>
                </a:lnTo>
                <a:lnTo>
                  <a:pt x="1110569" y="105095"/>
                </a:lnTo>
                <a:lnTo>
                  <a:pt x="1110853" y="106174"/>
                </a:lnTo>
                <a:lnTo>
                  <a:pt x="1111155" y="107238"/>
                </a:lnTo>
                <a:lnTo>
                  <a:pt x="1111475" y="108286"/>
                </a:lnTo>
                <a:lnTo>
                  <a:pt x="1111814" y="109320"/>
                </a:lnTo>
                <a:lnTo>
                  <a:pt x="1112171" y="110339"/>
                </a:lnTo>
                <a:lnTo>
                  <a:pt x="1112546" y="111342"/>
                </a:lnTo>
                <a:lnTo>
                  <a:pt x="1112939" y="112331"/>
                </a:lnTo>
                <a:lnTo>
                  <a:pt x="1113351" y="113305"/>
                </a:lnTo>
                <a:lnTo>
                  <a:pt x="1113781" y="114264"/>
                </a:lnTo>
                <a:lnTo>
                  <a:pt x="1114229" y="115206"/>
                </a:lnTo>
                <a:lnTo>
                  <a:pt x="1114693" y="116129"/>
                </a:lnTo>
                <a:lnTo>
                  <a:pt x="1115174" y="117035"/>
                </a:lnTo>
                <a:lnTo>
                  <a:pt x="1115672" y="117922"/>
                </a:lnTo>
                <a:lnTo>
                  <a:pt x="1116186" y="118791"/>
                </a:lnTo>
                <a:lnTo>
                  <a:pt x="1116716" y="119641"/>
                </a:lnTo>
                <a:lnTo>
                  <a:pt x="1117263" y="120474"/>
                </a:lnTo>
                <a:lnTo>
                  <a:pt x="1117827" y="121288"/>
                </a:lnTo>
                <a:lnTo>
                  <a:pt x="1118407" y="122083"/>
                </a:lnTo>
                <a:lnTo>
                  <a:pt x="1119004" y="122860"/>
                </a:lnTo>
                <a:lnTo>
                  <a:pt x="1119618" y="123619"/>
                </a:lnTo>
                <a:lnTo>
                  <a:pt x="1120248" y="124360"/>
                </a:lnTo>
                <a:lnTo>
                  <a:pt x="1120895" y="125082"/>
                </a:lnTo>
                <a:lnTo>
                  <a:pt x="1121558" y="125786"/>
                </a:lnTo>
                <a:lnTo>
                  <a:pt x="1122238" y="126472"/>
                </a:lnTo>
                <a:lnTo>
                  <a:pt x="1122935" y="127139"/>
                </a:lnTo>
                <a:lnTo>
                  <a:pt x="1123648" y="127789"/>
                </a:lnTo>
                <a:lnTo>
                  <a:pt x="1124378" y="128419"/>
                </a:lnTo>
                <a:lnTo>
                  <a:pt x="1125124" y="129032"/>
                </a:lnTo>
                <a:lnTo>
                  <a:pt x="1125887" y="129626"/>
                </a:lnTo>
                <a:lnTo>
                  <a:pt x="1126666" y="130202"/>
                </a:lnTo>
                <a:lnTo>
                  <a:pt x="1127463" y="130759"/>
                </a:lnTo>
                <a:lnTo>
                  <a:pt x="1128275" y="131298"/>
                </a:lnTo>
                <a:lnTo>
                  <a:pt x="1129105" y="131819"/>
                </a:lnTo>
                <a:lnTo>
                  <a:pt x="1129949" y="132320"/>
                </a:lnTo>
                <a:lnTo>
                  <a:pt x="1130808" y="132799"/>
                </a:lnTo>
                <a:lnTo>
                  <a:pt x="1131680" y="133258"/>
                </a:lnTo>
                <a:lnTo>
                  <a:pt x="1132567" y="133694"/>
                </a:lnTo>
                <a:lnTo>
                  <a:pt x="1133468" y="134110"/>
                </a:lnTo>
                <a:lnTo>
                  <a:pt x="1134383" y="134504"/>
                </a:lnTo>
                <a:lnTo>
                  <a:pt x="1135311" y="134877"/>
                </a:lnTo>
                <a:lnTo>
                  <a:pt x="1136254" y="135229"/>
                </a:lnTo>
                <a:lnTo>
                  <a:pt x="1137211" y="135559"/>
                </a:lnTo>
                <a:lnTo>
                  <a:pt x="1138182" y="135868"/>
                </a:lnTo>
                <a:lnTo>
                  <a:pt x="1139167" y="136156"/>
                </a:lnTo>
                <a:lnTo>
                  <a:pt x="1140166" y="136422"/>
                </a:lnTo>
                <a:lnTo>
                  <a:pt x="1141179" y="136667"/>
                </a:lnTo>
                <a:lnTo>
                  <a:pt x="1142206" y="136891"/>
                </a:lnTo>
                <a:lnTo>
                  <a:pt x="1143247" y="137093"/>
                </a:lnTo>
                <a:lnTo>
                  <a:pt x="1144302" y="137274"/>
                </a:lnTo>
                <a:lnTo>
                  <a:pt x="1145371" y="137434"/>
                </a:lnTo>
                <a:lnTo>
                  <a:pt x="1146454" y="137573"/>
                </a:lnTo>
                <a:lnTo>
                  <a:pt x="1147551" y="137690"/>
                </a:lnTo>
                <a:lnTo>
                  <a:pt x="1148662" y="137786"/>
                </a:lnTo>
                <a:lnTo>
                  <a:pt x="1149787" y="137860"/>
                </a:lnTo>
                <a:lnTo>
                  <a:pt x="1150926" y="137914"/>
                </a:lnTo>
                <a:lnTo>
                  <a:pt x="1152080" y="137946"/>
                </a:lnTo>
                <a:lnTo>
                  <a:pt x="1153247" y="137956"/>
                </a:lnTo>
                <a:lnTo>
                  <a:pt x="1154438" y="137946"/>
                </a:lnTo>
                <a:lnTo>
                  <a:pt x="1155616" y="137914"/>
                </a:lnTo>
                <a:lnTo>
                  <a:pt x="1156778" y="137860"/>
                </a:lnTo>
                <a:lnTo>
                  <a:pt x="1157926" y="137786"/>
                </a:lnTo>
                <a:close/>
                <a:moveTo>
                  <a:pt x="1149917" y="124715"/>
                </a:moveTo>
                <a:lnTo>
                  <a:pt x="1149122" y="124639"/>
                </a:lnTo>
                <a:lnTo>
                  <a:pt x="1148341" y="124546"/>
                </a:lnTo>
                <a:lnTo>
                  <a:pt x="1147576" y="124436"/>
                </a:lnTo>
                <a:lnTo>
                  <a:pt x="1146825" y="124310"/>
                </a:lnTo>
                <a:lnTo>
                  <a:pt x="1146090" y="124166"/>
                </a:lnTo>
                <a:lnTo>
                  <a:pt x="1145369" y="124005"/>
                </a:lnTo>
                <a:lnTo>
                  <a:pt x="1144663" y="123828"/>
                </a:lnTo>
                <a:lnTo>
                  <a:pt x="1143972" y="123633"/>
                </a:lnTo>
                <a:lnTo>
                  <a:pt x="1143296" y="123422"/>
                </a:lnTo>
                <a:lnTo>
                  <a:pt x="1142634" y="123194"/>
                </a:lnTo>
                <a:lnTo>
                  <a:pt x="1141988" y="122949"/>
                </a:lnTo>
                <a:lnTo>
                  <a:pt x="1141356" y="122687"/>
                </a:lnTo>
                <a:lnTo>
                  <a:pt x="1140740" y="122408"/>
                </a:lnTo>
                <a:lnTo>
                  <a:pt x="1140138" y="122112"/>
                </a:lnTo>
                <a:lnTo>
                  <a:pt x="1139551" y="121799"/>
                </a:lnTo>
                <a:lnTo>
                  <a:pt x="1138979" y="121470"/>
                </a:lnTo>
                <a:lnTo>
                  <a:pt x="1138422" y="121123"/>
                </a:lnTo>
                <a:lnTo>
                  <a:pt x="1137880" y="120760"/>
                </a:lnTo>
                <a:lnTo>
                  <a:pt x="1137352" y="120379"/>
                </a:lnTo>
                <a:lnTo>
                  <a:pt x="1136840" y="119982"/>
                </a:lnTo>
                <a:lnTo>
                  <a:pt x="1136341" y="119570"/>
                </a:lnTo>
                <a:lnTo>
                  <a:pt x="1135853" y="119144"/>
                </a:lnTo>
                <a:lnTo>
                  <a:pt x="1135378" y="118706"/>
                </a:lnTo>
                <a:lnTo>
                  <a:pt x="1134914" y="118256"/>
                </a:lnTo>
                <a:lnTo>
                  <a:pt x="1134462" y="117792"/>
                </a:lnTo>
                <a:lnTo>
                  <a:pt x="1134022" y="117316"/>
                </a:lnTo>
                <a:lnTo>
                  <a:pt x="1133594" y="116826"/>
                </a:lnTo>
                <a:lnTo>
                  <a:pt x="1133177" y="116324"/>
                </a:lnTo>
                <a:lnTo>
                  <a:pt x="1132773" y="115809"/>
                </a:lnTo>
                <a:lnTo>
                  <a:pt x="1132380" y="115282"/>
                </a:lnTo>
                <a:lnTo>
                  <a:pt x="1131999" y="114741"/>
                </a:lnTo>
                <a:lnTo>
                  <a:pt x="1131630" y="114188"/>
                </a:lnTo>
                <a:lnTo>
                  <a:pt x="1131272" y="113622"/>
                </a:lnTo>
                <a:lnTo>
                  <a:pt x="1130926" y="113043"/>
                </a:lnTo>
                <a:lnTo>
                  <a:pt x="1130593" y="112451"/>
                </a:lnTo>
                <a:lnTo>
                  <a:pt x="1130271" y="111847"/>
                </a:lnTo>
                <a:lnTo>
                  <a:pt x="1129960" y="111230"/>
                </a:lnTo>
                <a:lnTo>
                  <a:pt x="1129662" y="110599"/>
                </a:lnTo>
                <a:lnTo>
                  <a:pt x="1129375" y="109957"/>
                </a:lnTo>
                <a:lnTo>
                  <a:pt x="1129100" y="109301"/>
                </a:lnTo>
                <a:lnTo>
                  <a:pt x="1128837" y="108632"/>
                </a:lnTo>
                <a:lnTo>
                  <a:pt x="1128586" y="107951"/>
                </a:lnTo>
                <a:lnTo>
                  <a:pt x="1128347" y="107257"/>
                </a:lnTo>
                <a:lnTo>
                  <a:pt x="1128119" y="106550"/>
                </a:lnTo>
                <a:lnTo>
                  <a:pt x="1127902" y="105832"/>
                </a:lnTo>
                <a:lnTo>
                  <a:pt x="1127694" y="105107"/>
                </a:lnTo>
                <a:lnTo>
                  <a:pt x="1127496" y="104374"/>
                </a:lnTo>
                <a:lnTo>
                  <a:pt x="1127306" y="103632"/>
                </a:lnTo>
                <a:lnTo>
                  <a:pt x="1127126" y="102883"/>
                </a:lnTo>
                <a:lnTo>
                  <a:pt x="1126955" y="102125"/>
                </a:lnTo>
                <a:lnTo>
                  <a:pt x="1126793" y="101360"/>
                </a:lnTo>
                <a:lnTo>
                  <a:pt x="1126641" y="100587"/>
                </a:lnTo>
                <a:lnTo>
                  <a:pt x="1126498" y="99805"/>
                </a:lnTo>
                <a:lnTo>
                  <a:pt x="1126364" y="99016"/>
                </a:lnTo>
                <a:lnTo>
                  <a:pt x="1126239" y="98219"/>
                </a:lnTo>
                <a:lnTo>
                  <a:pt x="1126124" y="97413"/>
                </a:lnTo>
                <a:lnTo>
                  <a:pt x="1126017" y="96600"/>
                </a:lnTo>
                <a:lnTo>
                  <a:pt x="1125920" y="95778"/>
                </a:lnTo>
                <a:lnTo>
                  <a:pt x="1125833" y="94949"/>
                </a:lnTo>
                <a:lnTo>
                  <a:pt x="1125754" y="94112"/>
                </a:lnTo>
                <a:lnTo>
                  <a:pt x="1125685" y="93266"/>
                </a:lnTo>
                <a:lnTo>
                  <a:pt x="1125625" y="92413"/>
                </a:lnTo>
                <a:lnTo>
                  <a:pt x="1125574" y="91552"/>
                </a:lnTo>
                <a:lnTo>
                  <a:pt x="1125532" y="90682"/>
                </a:lnTo>
                <a:lnTo>
                  <a:pt x="1125500" y="89805"/>
                </a:lnTo>
                <a:lnTo>
                  <a:pt x="1125477" y="88920"/>
                </a:lnTo>
                <a:lnTo>
                  <a:pt x="1125463" y="88026"/>
                </a:lnTo>
                <a:lnTo>
                  <a:pt x="1125459" y="87125"/>
                </a:lnTo>
                <a:lnTo>
                  <a:pt x="1125463" y="86206"/>
                </a:lnTo>
                <a:lnTo>
                  <a:pt x="1125477" y="85296"/>
                </a:lnTo>
                <a:lnTo>
                  <a:pt x="1125500" y="84393"/>
                </a:lnTo>
                <a:lnTo>
                  <a:pt x="1125532" y="83499"/>
                </a:lnTo>
                <a:lnTo>
                  <a:pt x="1125574" y="82613"/>
                </a:lnTo>
                <a:lnTo>
                  <a:pt x="1125625" y="81736"/>
                </a:lnTo>
                <a:lnTo>
                  <a:pt x="1125685" y="80866"/>
                </a:lnTo>
                <a:lnTo>
                  <a:pt x="1125754" y="80005"/>
                </a:lnTo>
                <a:lnTo>
                  <a:pt x="1125833" y="79152"/>
                </a:lnTo>
                <a:lnTo>
                  <a:pt x="1125920" y="78307"/>
                </a:lnTo>
                <a:lnTo>
                  <a:pt x="1126017" y="77470"/>
                </a:lnTo>
                <a:lnTo>
                  <a:pt x="1126124" y="76641"/>
                </a:lnTo>
                <a:lnTo>
                  <a:pt x="1126239" y="75821"/>
                </a:lnTo>
                <a:lnTo>
                  <a:pt x="1126364" y="75009"/>
                </a:lnTo>
                <a:lnTo>
                  <a:pt x="1126498" y="74205"/>
                </a:lnTo>
                <a:lnTo>
                  <a:pt x="1126641" y="73409"/>
                </a:lnTo>
                <a:lnTo>
                  <a:pt x="1126793" y="72621"/>
                </a:lnTo>
                <a:lnTo>
                  <a:pt x="1126955" y="71842"/>
                </a:lnTo>
                <a:lnTo>
                  <a:pt x="1127126" y="71070"/>
                </a:lnTo>
                <a:lnTo>
                  <a:pt x="1127306" y="70307"/>
                </a:lnTo>
                <a:lnTo>
                  <a:pt x="1127496" y="69552"/>
                </a:lnTo>
                <a:lnTo>
                  <a:pt x="1127694" y="68806"/>
                </a:lnTo>
                <a:lnTo>
                  <a:pt x="1127902" y="68067"/>
                </a:lnTo>
                <a:lnTo>
                  <a:pt x="1128119" y="67337"/>
                </a:lnTo>
                <a:lnTo>
                  <a:pt x="1128347" y="66617"/>
                </a:lnTo>
                <a:lnTo>
                  <a:pt x="1128586" y="65910"/>
                </a:lnTo>
                <a:lnTo>
                  <a:pt x="1128837" y="65217"/>
                </a:lnTo>
                <a:lnTo>
                  <a:pt x="1129100" y="64536"/>
                </a:lnTo>
                <a:lnTo>
                  <a:pt x="1129375" y="63868"/>
                </a:lnTo>
                <a:lnTo>
                  <a:pt x="1129662" y="63214"/>
                </a:lnTo>
                <a:lnTo>
                  <a:pt x="1129960" y="62572"/>
                </a:lnTo>
                <a:lnTo>
                  <a:pt x="1130271" y="61943"/>
                </a:lnTo>
                <a:lnTo>
                  <a:pt x="1130593" y="61327"/>
                </a:lnTo>
                <a:lnTo>
                  <a:pt x="1130926" y="60725"/>
                </a:lnTo>
                <a:lnTo>
                  <a:pt x="1131272" y="60135"/>
                </a:lnTo>
                <a:lnTo>
                  <a:pt x="1131630" y="59558"/>
                </a:lnTo>
                <a:lnTo>
                  <a:pt x="1131999" y="58995"/>
                </a:lnTo>
                <a:lnTo>
                  <a:pt x="1132380" y="58444"/>
                </a:lnTo>
                <a:lnTo>
                  <a:pt x="1132773" y="57906"/>
                </a:lnTo>
                <a:lnTo>
                  <a:pt x="1133177" y="57382"/>
                </a:lnTo>
                <a:lnTo>
                  <a:pt x="1133594" y="56870"/>
                </a:lnTo>
                <a:lnTo>
                  <a:pt x="1134022" y="56371"/>
                </a:lnTo>
                <a:lnTo>
                  <a:pt x="1134462" y="55885"/>
                </a:lnTo>
                <a:lnTo>
                  <a:pt x="1134914" y="55413"/>
                </a:lnTo>
                <a:lnTo>
                  <a:pt x="1135378" y="54953"/>
                </a:lnTo>
                <a:lnTo>
                  <a:pt x="1135853" y="54506"/>
                </a:lnTo>
                <a:lnTo>
                  <a:pt x="1136341" y="54073"/>
                </a:lnTo>
                <a:lnTo>
                  <a:pt x="1136840" y="53652"/>
                </a:lnTo>
                <a:lnTo>
                  <a:pt x="1137352" y="53246"/>
                </a:lnTo>
                <a:lnTo>
                  <a:pt x="1137880" y="52858"/>
                </a:lnTo>
                <a:lnTo>
                  <a:pt x="1138422" y="52486"/>
                </a:lnTo>
                <a:lnTo>
                  <a:pt x="1138979" y="52132"/>
                </a:lnTo>
                <a:lnTo>
                  <a:pt x="1139551" y="51796"/>
                </a:lnTo>
                <a:lnTo>
                  <a:pt x="1140138" y="51476"/>
                </a:lnTo>
                <a:lnTo>
                  <a:pt x="1140740" y="51174"/>
                </a:lnTo>
                <a:lnTo>
                  <a:pt x="1141356" y="50889"/>
                </a:lnTo>
                <a:lnTo>
                  <a:pt x="1141988" y="50622"/>
                </a:lnTo>
                <a:lnTo>
                  <a:pt x="1142634" y="50371"/>
                </a:lnTo>
                <a:lnTo>
                  <a:pt x="1143296" y="50138"/>
                </a:lnTo>
                <a:lnTo>
                  <a:pt x="1143972" y="49922"/>
                </a:lnTo>
                <a:lnTo>
                  <a:pt x="1144663" y="49724"/>
                </a:lnTo>
                <a:lnTo>
                  <a:pt x="1145369" y="49542"/>
                </a:lnTo>
                <a:lnTo>
                  <a:pt x="1146090" y="49378"/>
                </a:lnTo>
                <a:lnTo>
                  <a:pt x="1146825" y="49231"/>
                </a:lnTo>
                <a:lnTo>
                  <a:pt x="1147576" y="49102"/>
                </a:lnTo>
                <a:lnTo>
                  <a:pt x="1148341" y="48990"/>
                </a:lnTo>
                <a:lnTo>
                  <a:pt x="1149122" y="48895"/>
                </a:lnTo>
                <a:lnTo>
                  <a:pt x="1149917" y="48817"/>
                </a:lnTo>
                <a:lnTo>
                  <a:pt x="1150727" y="48757"/>
                </a:lnTo>
                <a:lnTo>
                  <a:pt x="1151552" y="48713"/>
                </a:lnTo>
                <a:lnTo>
                  <a:pt x="1152392" y="48688"/>
                </a:lnTo>
                <a:lnTo>
                  <a:pt x="1153247" y="48679"/>
                </a:lnTo>
                <a:lnTo>
                  <a:pt x="1154126" y="48688"/>
                </a:lnTo>
                <a:lnTo>
                  <a:pt x="1154990" y="48713"/>
                </a:lnTo>
                <a:lnTo>
                  <a:pt x="1155840" y="48757"/>
                </a:lnTo>
                <a:lnTo>
                  <a:pt x="1156674" y="48817"/>
                </a:lnTo>
                <a:lnTo>
                  <a:pt x="1157493" y="48895"/>
                </a:lnTo>
                <a:lnTo>
                  <a:pt x="1158297" y="48990"/>
                </a:lnTo>
                <a:lnTo>
                  <a:pt x="1159086" y="49102"/>
                </a:lnTo>
                <a:lnTo>
                  <a:pt x="1159860" y="49231"/>
                </a:lnTo>
                <a:lnTo>
                  <a:pt x="1160619" y="49378"/>
                </a:lnTo>
                <a:lnTo>
                  <a:pt x="1161363" y="49542"/>
                </a:lnTo>
                <a:lnTo>
                  <a:pt x="1162092" y="49724"/>
                </a:lnTo>
                <a:lnTo>
                  <a:pt x="1162805" y="49922"/>
                </a:lnTo>
                <a:lnTo>
                  <a:pt x="1163504" y="50138"/>
                </a:lnTo>
                <a:lnTo>
                  <a:pt x="1164188" y="50371"/>
                </a:lnTo>
                <a:lnTo>
                  <a:pt x="1164856" y="50622"/>
                </a:lnTo>
                <a:lnTo>
                  <a:pt x="1165510" y="50889"/>
                </a:lnTo>
                <a:lnTo>
                  <a:pt x="1166148" y="51174"/>
                </a:lnTo>
                <a:lnTo>
                  <a:pt x="1166771" y="51476"/>
                </a:lnTo>
                <a:lnTo>
                  <a:pt x="1167380" y="51796"/>
                </a:lnTo>
                <a:lnTo>
                  <a:pt x="1167973" y="52132"/>
                </a:lnTo>
                <a:lnTo>
                  <a:pt x="1168551" y="52486"/>
                </a:lnTo>
                <a:lnTo>
                  <a:pt x="1169115" y="52858"/>
                </a:lnTo>
                <a:lnTo>
                  <a:pt x="1169663" y="53246"/>
                </a:lnTo>
                <a:lnTo>
                  <a:pt x="1170196" y="53652"/>
                </a:lnTo>
                <a:lnTo>
                  <a:pt x="1170715" y="54073"/>
                </a:lnTo>
                <a:lnTo>
                  <a:pt x="1171222" y="54506"/>
                </a:lnTo>
                <a:lnTo>
                  <a:pt x="1171717" y="54953"/>
                </a:lnTo>
                <a:lnTo>
                  <a:pt x="1172199" y="55413"/>
                </a:lnTo>
                <a:lnTo>
                  <a:pt x="1172670" y="55885"/>
                </a:lnTo>
                <a:lnTo>
                  <a:pt x="1173127" y="56371"/>
                </a:lnTo>
                <a:lnTo>
                  <a:pt x="1173573" y="56870"/>
                </a:lnTo>
                <a:lnTo>
                  <a:pt x="1174006" y="57382"/>
                </a:lnTo>
                <a:lnTo>
                  <a:pt x="1174427" y="57906"/>
                </a:lnTo>
                <a:lnTo>
                  <a:pt x="1174835" y="58444"/>
                </a:lnTo>
                <a:lnTo>
                  <a:pt x="1175232" y="58995"/>
                </a:lnTo>
                <a:lnTo>
                  <a:pt x="1175615" y="59558"/>
                </a:lnTo>
                <a:lnTo>
                  <a:pt x="1175987" y="60135"/>
                </a:lnTo>
                <a:lnTo>
                  <a:pt x="1176346" y="60725"/>
                </a:lnTo>
                <a:lnTo>
                  <a:pt x="1176693" y="61327"/>
                </a:lnTo>
                <a:lnTo>
                  <a:pt x="1177028" y="61943"/>
                </a:lnTo>
                <a:lnTo>
                  <a:pt x="1177350" y="62572"/>
                </a:lnTo>
                <a:lnTo>
                  <a:pt x="1177660" y="63214"/>
                </a:lnTo>
                <a:lnTo>
                  <a:pt x="1177958" y="63868"/>
                </a:lnTo>
                <a:lnTo>
                  <a:pt x="1178243" y="64536"/>
                </a:lnTo>
                <a:lnTo>
                  <a:pt x="1178516" y="65217"/>
                </a:lnTo>
                <a:lnTo>
                  <a:pt x="1178777" y="65910"/>
                </a:lnTo>
                <a:lnTo>
                  <a:pt x="1179025" y="66617"/>
                </a:lnTo>
                <a:lnTo>
                  <a:pt x="1179261" y="67337"/>
                </a:lnTo>
                <a:lnTo>
                  <a:pt x="1179487" y="68067"/>
                </a:lnTo>
                <a:lnTo>
                  <a:pt x="1179702" y="68806"/>
                </a:lnTo>
                <a:lnTo>
                  <a:pt x="1179908" y="69552"/>
                </a:lnTo>
                <a:lnTo>
                  <a:pt x="1180105" y="70307"/>
                </a:lnTo>
                <a:lnTo>
                  <a:pt x="1180291" y="71070"/>
                </a:lnTo>
                <a:lnTo>
                  <a:pt x="1180469" y="71842"/>
                </a:lnTo>
                <a:lnTo>
                  <a:pt x="1180636" y="72621"/>
                </a:lnTo>
                <a:lnTo>
                  <a:pt x="1180794" y="73409"/>
                </a:lnTo>
                <a:lnTo>
                  <a:pt x="1180943" y="74205"/>
                </a:lnTo>
                <a:lnTo>
                  <a:pt x="1181082" y="75009"/>
                </a:lnTo>
                <a:lnTo>
                  <a:pt x="1181211" y="75821"/>
                </a:lnTo>
                <a:lnTo>
                  <a:pt x="1181331" y="76641"/>
                </a:lnTo>
                <a:lnTo>
                  <a:pt x="1181441" y="77470"/>
                </a:lnTo>
                <a:lnTo>
                  <a:pt x="1181542" y="78307"/>
                </a:lnTo>
                <a:lnTo>
                  <a:pt x="1181633" y="79152"/>
                </a:lnTo>
                <a:lnTo>
                  <a:pt x="1181714" y="80005"/>
                </a:lnTo>
                <a:lnTo>
                  <a:pt x="1181786" y="80866"/>
                </a:lnTo>
                <a:lnTo>
                  <a:pt x="1181848" y="81736"/>
                </a:lnTo>
                <a:lnTo>
                  <a:pt x="1181901" y="82613"/>
                </a:lnTo>
                <a:lnTo>
                  <a:pt x="1181944" y="83499"/>
                </a:lnTo>
                <a:lnTo>
                  <a:pt x="1181977" y="84393"/>
                </a:lnTo>
                <a:lnTo>
                  <a:pt x="1182001" y="85296"/>
                </a:lnTo>
                <a:lnTo>
                  <a:pt x="1182016" y="86206"/>
                </a:lnTo>
                <a:lnTo>
                  <a:pt x="1182021" y="87125"/>
                </a:lnTo>
                <a:lnTo>
                  <a:pt x="1182016" y="88026"/>
                </a:lnTo>
                <a:lnTo>
                  <a:pt x="1182001" y="88920"/>
                </a:lnTo>
                <a:lnTo>
                  <a:pt x="1181977" y="89805"/>
                </a:lnTo>
                <a:lnTo>
                  <a:pt x="1181944" y="90682"/>
                </a:lnTo>
                <a:lnTo>
                  <a:pt x="1181901" y="91552"/>
                </a:lnTo>
                <a:lnTo>
                  <a:pt x="1181848" y="92413"/>
                </a:lnTo>
                <a:lnTo>
                  <a:pt x="1181786" y="93266"/>
                </a:lnTo>
                <a:lnTo>
                  <a:pt x="1181714" y="94112"/>
                </a:lnTo>
                <a:lnTo>
                  <a:pt x="1181633" y="94949"/>
                </a:lnTo>
                <a:lnTo>
                  <a:pt x="1181542" y="95778"/>
                </a:lnTo>
                <a:lnTo>
                  <a:pt x="1181441" y="96600"/>
                </a:lnTo>
                <a:lnTo>
                  <a:pt x="1181331" y="97413"/>
                </a:lnTo>
                <a:lnTo>
                  <a:pt x="1181211" y="98219"/>
                </a:lnTo>
                <a:lnTo>
                  <a:pt x="1181082" y="99016"/>
                </a:lnTo>
                <a:lnTo>
                  <a:pt x="1180943" y="99805"/>
                </a:lnTo>
                <a:lnTo>
                  <a:pt x="1180794" y="100587"/>
                </a:lnTo>
                <a:lnTo>
                  <a:pt x="1180636" y="101360"/>
                </a:lnTo>
                <a:lnTo>
                  <a:pt x="1180469" y="102125"/>
                </a:lnTo>
                <a:lnTo>
                  <a:pt x="1180291" y="102883"/>
                </a:lnTo>
                <a:lnTo>
                  <a:pt x="1180105" y="103632"/>
                </a:lnTo>
                <a:lnTo>
                  <a:pt x="1179908" y="104374"/>
                </a:lnTo>
                <a:lnTo>
                  <a:pt x="1179702" y="105107"/>
                </a:lnTo>
                <a:lnTo>
                  <a:pt x="1179487" y="105832"/>
                </a:lnTo>
                <a:lnTo>
                  <a:pt x="1179261" y="106550"/>
                </a:lnTo>
                <a:lnTo>
                  <a:pt x="1179025" y="107257"/>
                </a:lnTo>
                <a:lnTo>
                  <a:pt x="1178777" y="107951"/>
                </a:lnTo>
                <a:lnTo>
                  <a:pt x="1178516" y="108632"/>
                </a:lnTo>
                <a:lnTo>
                  <a:pt x="1178243" y="109301"/>
                </a:lnTo>
                <a:lnTo>
                  <a:pt x="1177958" y="109957"/>
                </a:lnTo>
                <a:lnTo>
                  <a:pt x="1177660" y="110599"/>
                </a:lnTo>
                <a:lnTo>
                  <a:pt x="1177350" y="111230"/>
                </a:lnTo>
                <a:lnTo>
                  <a:pt x="1177028" y="111847"/>
                </a:lnTo>
                <a:lnTo>
                  <a:pt x="1176693" y="112451"/>
                </a:lnTo>
                <a:lnTo>
                  <a:pt x="1176346" y="113043"/>
                </a:lnTo>
                <a:lnTo>
                  <a:pt x="1175987" y="113622"/>
                </a:lnTo>
                <a:lnTo>
                  <a:pt x="1175615" y="114188"/>
                </a:lnTo>
                <a:lnTo>
                  <a:pt x="1175232" y="114741"/>
                </a:lnTo>
                <a:lnTo>
                  <a:pt x="1174835" y="115282"/>
                </a:lnTo>
                <a:lnTo>
                  <a:pt x="1174427" y="115809"/>
                </a:lnTo>
                <a:lnTo>
                  <a:pt x="1174006" y="116324"/>
                </a:lnTo>
                <a:lnTo>
                  <a:pt x="1173573" y="116826"/>
                </a:lnTo>
                <a:lnTo>
                  <a:pt x="1173127" y="117316"/>
                </a:lnTo>
                <a:lnTo>
                  <a:pt x="1172670" y="117792"/>
                </a:lnTo>
                <a:lnTo>
                  <a:pt x="1172199" y="118256"/>
                </a:lnTo>
                <a:lnTo>
                  <a:pt x="1171717" y="118706"/>
                </a:lnTo>
                <a:lnTo>
                  <a:pt x="1171222" y="119144"/>
                </a:lnTo>
                <a:lnTo>
                  <a:pt x="1170715" y="119570"/>
                </a:lnTo>
                <a:lnTo>
                  <a:pt x="1170196" y="119982"/>
                </a:lnTo>
                <a:lnTo>
                  <a:pt x="1169663" y="120379"/>
                </a:lnTo>
                <a:lnTo>
                  <a:pt x="1169115" y="120760"/>
                </a:lnTo>
                <a:lnTo>
                  <a:pt x="1168551" y="121123"/>
                </a:lnTo>
                <a:lnTo>
                  <a:pt x="1167973" y="121470"/>
                </a:lnTo>
                <a:lnTo>
                  <a:pt x="1167380" y="121799"/>
                </a:lnTo>
                <a:lnTo>
                  <a:pt x="1166771" y="122112"/>
                </a:lnTo>
                <a:lnTo>
                  <a:pt x="1166148" y="122408"/>
                </a:lnTo>
                <a:lnTo>
                  <a:pt x="1165510" y="122687"/>
                </a:lnTo>
                <a:lnTo>
                  <a:pt x="1164856" y="122949"/>
                </a:lnTo>
                <a:lnTo>
                  <a:pt x="1164188" y="123194"/>
                </a:lnTo>
                <a:lnTo>
                  <a:pt x="1163504" y="123422"/>
                </a:lnTo>
                <a:lnTo>
                  <a:pt x="1162805" y="123633"/>
                </a:lnTo>
                <a:lnTo>
                  <a:pt x="1162092" y="123828"/>
                </a:lnTo>
                <a:lnTo>
                  <a:pt x="1161363" y="124005"/>
                </a:lnTo>
                <a:lnTo>
                  <a:pt x="1160619" y="124166"/>
                </a:lnTo>
                <a:lnTo>
                  <a:pt x="1159860" y="124310"/>
                </a:lnTo>
                <a:lnTo>
                  <a:pt x="1159086" y="124436"/>
                </a:lnTo>
                <a:lnTo>
                  <a:pt x="1158297" y="124546"/>
                </a:lnTo>
                <a:lnTo>
                  <a:pt x="1157493" y="124639"/>
                </a:lnTo>
                <a:lnTo>
                  <a:pt x="1156674" y="124715"/>
                </a:lnTo>
                <a:lnTo>
                  <a:pt x="1155840" y="124774"/>
                </a:lnTo>
                <a:lnTo>
                  <a:pt x="1154990" y="124817"/>
                </a:lnTo>
                <a:lnTo>
                  <a:pt x="1154126" y="124842"/>
                </a:lnTo>
                <a:lnTo>
                  <a:pt x="1153247" y="124850"/>
                </a:lnTo>
                <a:lnTo>
                  <a:pt x="1152392" y="124842"/>
                </a:lnTo>
                <a:lnTo>
                  <a:pt x="1151552" y="124817"/>
                </a:lnTo>
                <a:lnTo>
                  <a:pt x="1150727" y="124774"/>
                </a:lnTo>
                <a:lnTo>
                  <a:pt x="1149917" y="124715"/>
                </a:lnTo>
                <a:close/>
                <a:moveTo>
                  <a:pt x="1662466" y="137778"/>
                </a:moveTo>
                <a:lnTo>
                  <a:pt x="1663413" y="137699"/>
                </a:lnTo>
                <a:lnTo>
                  <a:pt x="1664350" y="137606"/>
                </a:lnTo>
                <a:lnTo>
                  <a:pt x="1665275" y="137499"/>
                </a:lnTo>
                <a:lnTo>
                  <a:pt x="1666190" y="137378"/>
                </a:lnTo>
                <a:lnTo>
                  <a:pt x="1667092" y="137242"/>
                </a:lnTo>
                <a:lnTo>
                  <a:pt x="1667984" y="137092"/>
                </a:lnTo>
                <a:lnTo>
                  <a:pt x="1668864" y="136928"/>
                </a:lnTo>
                <a:lnTo>
                  <a:pt x="1669733" y="136749"/>
                </a:lnTo>
                <a:lnTo>
                  <a:pt x="1670590" y="136556"/>
                </a:lnTo>
                <a:lnTo>
                  <a:pt x="1671437" y="136349"/>
                </a:lnTo>
                <a:lnTo>
                  <a:pt x="1672272" y="136128"/>
                </a:lnTo>
                <a:lnTo>
                  <a:pt x="1673096" y="135892"/>
                </a:lnTo>
                <a:lnTo>
                  <a:pt x="1673908" y="135642"/>
                </a:lnTo>
                <a:lnTo>
                  <a:pt x="1674709" y="135378"/>
                </a:lnTo>
                <a:lnTo>
                  <a:pt x="1675499" y="135099"/>
                </a:lnTo>
                <a:lnTo>
                  <a:pt x="1676278" y="134806"/>
                </a:lnTo>
                <a:lnTo>
                  <a:pt x="1677045" y="134499"/>
                </a:lnTo>
                <a:lnTo>
                  <a:pt x="1677801" y="134178"/>
                </a:lnTo>
                <a:lnTo>
                  <a:pt x="1678546" y="133842"/>
                </a:lnTo>
                <a:lnTo>
                  <a:pt x="1679278" y="133493"/>
                </a:lnTo>
                <a:lnTo>
                  <a:pt x="1679996" y="133132"/>
                </a:lnTo>
                <a:lnTo>
                  <a:pt x="1680701" y="132759"/>
                </a:lnTo>
                <a:lnTo>
                  <a:pt x="1681392" y="132374"/>
                </a:lnTo>
                <a:lnTo>
                  <a:pt x="1682070" y="131977"/>
                </a:lnTo>
                <a:lnTo>
                  <a:pt x="1682734" y="131568"/>
                </a:lnTo>
                <a:lnTo>
                  <a:pt x="1683384" y="131147"/>
                </a:lnTo>
                <a:lnTo>
                  <a:pt x="1684020" y="130714"/>
                </a:lnTo>
                <a:lnTo>
                  <a:pt x="1684643" y="130269"/>
                </a:lnTo>
                <a:lnTo>
                  <a:pt x="1685252" y="129811"/>
                </a:lnTo>
                <a:lnTo>
                  <a:pt x="1685847" y="129342"/>
                </a:lnTo>
                <a:lnTo>
                  <a:pt x="1686429" y="128861"/>
                </a:lnTo>
                <a:lnTo>
                  <a:pt x="1686997" y="128368"/>
                </a:lnTo>
                <a:lnTo>
                  <a:pt x="1687551" y="127863"/>
                </a:lnTo>
                <a:lnTo>
                  <a:pt x="1688092" y="127346"/>
                </a:lnTo>
                <a:lnTo>
                  <a:pt x="1688619" y="126817"/>
                </a:lnTo>
                <a:lnTo>
                  <a:pt x="1689132" y="126276"/>
                </a:lnTo>
                <a:lnTo>
                  <a:pt x="1689631" y="125723"/>
                </a:lnTo>
                <a:lnTo>
                  <a:pt x="1690117" y="125158"/>
                </a:lnTo>
                <a:lnTo>
                  <a:pt x="1690589" y="124581"/>
                </a:lnTo>
                <a:lnTo>
                  <a:pt x="1691048" y="123992"/>
                </a:lnTo>
                <a:lnTo>
                  <a:pt x="1691493" y="123391"/>
                </a:lnTo>
                <a:lnTo>
                  <a:pt x="1691924" y="122778"/>
                </a:lnTo>
                <a:lnTo>
                  <a:pt x="1692341" y="122153"/>
                </a:lnTo>
                <a:lnTo>
                  <a:pt x="1692744" y="121517"/>
                </a:lnTo>
                <a:lnTo>
                  <a:pt x="1693130" y="120871"/>
                </a:lnTo>
                <a:lnTo>
                  <a:pt x="1693501" y="120215"/>
                </a:lnTo>
                <a:lnTo>
                  <a:pt x="1693855" y="119548"/>
                </a:lnTo>
                <a:lnTo>
                  <a:pt x="1694193" y="118872"/>
                </a:lnTo>
                <a:lnTo>
                  <a:pt x="1694515" y="118186"/>
                </a:lnTo>
                <a:lnTo>
                  <a:pt x="1694821" y="117490"/>
                </a:lnTo>
                <a:lnTo>
                  <a:pt x="1695111" y="116783"/>
                </a:lnTo>
                <a:lnTo>
                  <a:pt x="1695385" y="116067"/>
                </a:lnTo>
                <a:lnTo>
                  <a:pt x="1695643" y="115340"/>
                </a:lnTo>
                <a:lnTo>
                  <a:pt x="1695885" y="114604"/>
                </a:lnTo>
                <a:lnTo>
                  <a:pt x="1696110" y="113857"/>
                </a:lnTo>
                <a:lnTo>
                  <a:pt x="1696320" y="113100"/>
                </a:lnTo>
                <a:lnTo>
                  <a:pt x="1696513" y="112334"/>
                </a:lnTo>
                <a:lnTo>
                  <a:pt x="1696691" y="111557"/>
                </a:lnTo>
                <a:lnTo>
                  <a:pt x="1696852" y="110770"/>
                </a:lnTo>
                <a:lnTo>
                  <a:pt x="1696997" y="109973"/>
                </a:lnTo>
                <a:lnTo>
                  <a:pt x="1697127" y="109166"/>
                </a:lnTo>
                <a:lnTo>
                  <a:pt x="1697240" y="108349"/>
                </a:lnTo>
                <a:lnTo>
                  <a:pt x="1697337" y="107522"/>
                </a:lnTo>
                <a:lnTo>
                  <a:pt x="1697418" y="106685"/>
                </a:lnTo>
                <a:lnTo>
                  <a:pt x="1697482" y="105838"/>
                </a:lnTo>
                <a:lnTo>
                  <a:pt x="1697531" y="104981"/>
                </a:lnTo>
                <a:lnTo>
                  <a:pt x="1697564" y="104114"/>
                </a:lnTo>
                <a:lnTo>
                  <a:pt x="1681305" y="104114"/>
                </a:lnTo>
                <a:lnTo>
                  <a:pt x="1681270" y="104960"/>
                </a:lnTo>
                <a:lnTo>
                  <a:pt x="1681214" y="105790"/>
                </a:lnTo>
                <a:lnTo>
                  <a:pt x="1681138" y="106602"/>
                </a:lnTo>
                <a:lnTo>
                  <a:pt x="1681042" y="107398"/>
                </a:lnTo>
                <a:lnTo>
                  <a:pt x="1680925" y="108178"/>
                </a:lnTo>
                <a:lnTo>
                  <a:pt x="1680787" y="108940"/>
                </a:lnTo>
                <a:lnTo>
                  <a:pt x="1680629" y="109686"/>
                </a:lnTo>
                <a:lnTo>
                  <a:pt x="1680451" y="110415"/>
                </a:lnTo>
                <a:lnTo>
                  <a:pt x="1680252" y="111127"/>
                </a:lnTo>
                <a:lnTo>
                  <a:pt x="1680032" y="111823"/>
                </a:lnTo>
                <a:lnTo>
                  <a:pt x="1679792" y="112502"/>
                </a:lnTo>
                <a:lnTo>
                  <a:pt x="1679531" y="113164"/>
                </a:lnTo>
                <a:lnTo>
                  <a:pt x="1679250" y="113810"/>
                </a:lnTo>
                <a:lnTo>
                  <a:pt x="1678948" y="114438"/>
                </a:lnTo>
                <a:lnTo>
                  <a:pt x="1678626" y="115051"/>
                </a:lnTo>
                <a:lnTo>
                  <a:pt x="1678283" y="115646"/>
                </a:lnTo>
                <a:lnTo>
                  <a:pt x="1677919" y="116224"/>
                </a:lnTo>
                <a:lnTo>
                  <a:pt x="1677536" y="116786"/>
                </a:lnTo>
                <a:lnTo>
                  <a:pt x="1677131" y="117331"/>
                </a:lnTo>
                <a:lnTo>
                  <a:pt x="1676706" y="117860"/>
                </a:lnTo>
                <a:lnTo>
                  <a:pt x="1676261" y="118372"/>
                </a:lnTo>
                <a:lnTo>
                  <a:pt x="1675795" y="118867"/>
                </a:lnTo>
                <a:lnTo>
                  <a:pt x="1675308" y="119345"/>
                </a:lnTo>
                <a:lnTo>
                  <a:pt x="1674801" y="119806"/>
                </a:lnTo>
                <a:lnTo>
                  <a:pt x="1674275" y="120250"/>
                </a:lnTo>
                <a:lnTo>
                  <a:pt x="1673733" y="120675"/>
                </a:lnTo>
                <a:lnTo>
                  <a:pt x="1673174" y="121081"/>
                </a:lnTo>
                <a:lnTo>
                  <a:pt x="1672598" y="121468"/>
                </a:lnTo>
                <a:lnTo>
                  <a:pt x="1672005" y="121836"/>
                </a:lnTo>
                <a:lnTo>
                  <a:pt x="1671395" y="122186"/>
                </a:lnTo>
                <a:lnTo>
                  <a:pt x="1670769" y="122516"/>
                </a:lnTo>
                <a:lnTo>
                  <a:pt x="1670126" y="122828"/>
                </a:lnTo>
                <a:lnTo>
                  <a:pt x="1669466" y="123120"/>
                </a:lnTo>
                <a:lnTo>
                  <a:pt x="1668789" y="123394"/>
                </a:lnTo>
                <a:lnTo>
                  <a:pt x="1668096" y="123649"/>
                </a:lnTo>
                <a:lnTo>
                  <a:pt x="1667386" y="123885"/>
                </a:lnTo>
                <a:lnTo>
                  <a:pt x="1666659" y="124102"/>
                </a:lnTo>
                <a:lnTo>
                  <a:pt x="1665915" y="124300"/>
                </a:lnTo>
                <a:lnTo>
                  <a:pt x="1665155" y="124480"/>
                </a:lnTo>
                <a:lnTo>
                  <a:pt x="1664378" y="124640"/>
                </a:lnTo>
                <a:lnTo>
                  <a:pt x="1663584" y="124782"/>
                </a:lnTo>
                <a:lnTo>
                  <a:pt x="1662773" y="124905"/>
                </a:lnTo>
                <a:lnTo>
                  <a:pt x="1661945" y="125009"/>
                </a:lnTo>
                <a:lnTo>
                  <a:pt x="1661101" y="125094"/>
                </a:lnTo>
                <a:lnTo>
                  <a:pt x="1660240" y="125160"/>
                </a:lnTo>
                <a:lnTo>
                  <a:pt x="1659362" y="125207"/>
                </a:lnTo>
                <a:lnTo>
                  <a:pt x="1658468" y="125235"/>
                </a:lnTo>
                <a:lnTo>
                  <a:pt x="1657556" y="125245"/>
                </a:lnTo>
                <a:lnTo>
                  <a:pt x="1656701" y="125236"/>
                </a:lnTo>
                <a:lnTo>
                  <a:pt x="1655860" y="125210"/>
                </a:lnTo>
                <a:lnTo>
                  <a:pt x="1655033" y="125168"/>
                </a:lnTo>
                <a:lnTo>
                  <a:pt x="1654220" y="125108"/>
                </a:lnTo>
                <a:lnTo>
                  <a:pt x="1653421" y="125031"/>
                </a:lnTo>
                <a:lnTo>
                  <a:pt x="1652636" y="124936"/>
                </a:lnTo>
                <a:lnTo>
                  <a:pt x="1651865" y="124825"/>
                </a:lnTo>
                <a:lnTo>
                  <a:pt x="1651108" y="124696"/>
                </a:lnTo>
                <a:lnTo>
                  <a:pt x="1650365" y="124551"/>
                </a:lnTo>
                <a:lnTo>
                  <a:pt x="1649636" y="124388"/>
                </a:lnTo>
                <a:lnTo>
                  <a:pt x="1648921" y="124208"/>
                </a:lnTo>
                <a:lnTo>
                  <a:pt x="1648220" y="124011"/>
                </a:lnTo>
                <a:lnTo>
                  <a:pt x="1647533" y="123797"/>
                </a:lnTo>
                <a:lnTo>
                  <a:pt x="1646860" y="123566"/>
                </a:lnTo>
                <a:lnTo>
                  <a:pt x="1646201" y="123318"/>
                </a:lnTo>
                <a:lnTo>
                  <a:pt x="1645556" y="123052"/>
                </a:lnTo>
                <a:lnTo>
                  <a:pt x="1644926" y="122769"/>
                </a:lnTo>
                <a:lnTo>
                  <a:pt x="1644309" y="122470"/>
                </a:lnTo>
                <a:lnTo>
                  <a:pt x="1643706" y="122153"/>
                </a:lnTo>
                <a:lnTo>
                  <a:pt x="1643118" y="121819"/>
                </a:lnTo>
                <a:lnTo>
                  <a:pt x="1642543" y="121468"/>
                </a:lnTo>
                <a:lnTo>
                  <a:pt x="1641982" y="121099"/>
                </a:lnTo>
                <a:lnTo>
                  <a:pt x="1641436" y="120714"/>
                </a:lnTo>
                <a:lnTo>
                  <a:pt x="1640903" y="120311"/>
                </a:lnTo>
                <a:lnTo>
                  <a:pt x="1640384" y="119895"/>
                </a:lnTo>
                <a:lnTo>
                  <a:pt x="1639876" y="119467"/>
                </a:lnTo>
                <a:lnTo>
                  <a:pt x="1639380" y="119028"/>
                </a:lnTo>
                <a:lnTo>
                  <a:pt x="1638895" y="118577"/>
                </a:lnTo>
                <a:lnTo>
                  <a:pt x="1638423" y="118115"/>
                </a:lnTo>
                <a:lnTo>
                  <a:pt x="1637962" y="117643"/>
                </a:lnTo>
                <a:lnTo>
                  <a:pt x="1637514" y="117158"/>
                </a:lnTo>
                <a:lnTo>
                  <a:pt x="1637077" y="116663"/>
                </a:lnTo>
                <a:lnTo>
                  <a:pt x="1636651" y="116156"/>
                </a:lnTo>
                <a:lnTo>
                  <a:pt x="1636238" y="115639"/>
                </a:lnTo>
                <a:lnTo>
                  <a:pt x="1635836" y="115110"/>
                </a:lnTo>
                <a:lnTo>
                  <a:pt x="1635447" y="114569"/>
                </a:lnTo>
                <a:lnTo>
                  <a:pt x="1635069" y="114018"/>
                </a:lnTo>
                <a:lnTo>
                  <a:pt x="1634702" y="113455"/>
                </a:lnTo>
                <a:lnTo>
                  <a:pt x="1634348" y="112881"/>
                </a:lnTo>
                <a:lnTo>
                  <a:pt x="1634005" y="112295"/>
                </a:lnTo>
                <a:lnTo>
                  <a:pt x="1633675" y="111699"/>
                </a:lnTo>
                <a:lnTo>
                  <a:pt x="1633356" y="111091"/>
                </a:lnTo>
                <a:lnTo>
                  <a:pt x="1633048" y="110472"/>
                </a:lnTo>
                <a:lnTo>
                  <a:pt x="1632753" y="109842"/>
                </a:lnTo>
                <a:lnTo>
                  <a:pt x="1632470" y="109201"/>
                </a:lnTo>
                <a:lnTo>
                  <a:pt x="1632198" y="108548"/>
                </a:lnTo>
                <a:lnTo>
                  <a:pt x="1631938" y="107884"/>
                </a:lnTo>
                <a:lnTo>
                  <a:pt x="1631690" y="107209"/>
                </a:lnTo>
                <a:lnTo>
                  <a:pt x="1631452" y="106525"/>
                </a:lnTo>
                <a:lnTo>
                  <a:pt x="1631225" y="105836"/>
                </a:lnTo>
                <a:lnTo>
                  <a:pt x="1631007" y="105141"/>
                </a:lnTo>
                <a:lnTo>
                  <a:pt x="1630799" y="104441"/>
                </a:lnTo>
                <a:lnTo>
                  <a:pt x="1630600" y="103736"/>
                </a:lnTo>
                <a:lnTo>
                  <a:pt x="1630412" y="103024"/>
                </a:lnTo>
                <a:lnTo>
                  <a:pt x="1630233" y="102308"/>
                </a:lnTo>
                <a:lnTo>
                  <a:pt x="1630064" y="101585"/>
                </a:lnTo>
                <a:lnTo>
                  <a:pt x="1629904" y="100858"/>
                </a:lnTo>
                <a:lnTo>
                  <a:pt x="1629755" y="100124"/>
                </a:lnTo>
                <a:lnTo>
                  <a:pt x="1629615" y="99385"/>
                </a:lnTo>
                <a:lnTo>
                  <a:pt x="1629485" y="98641"/>
                </a:lnTo>
                <a:lnTo>
                  <a:pt x="1629364" y="97891"/>
                </a:lnTo>
                <a:lnTo>
                  <a:pt x="1629254" y="97136"/>
                </a:lnTo>
                <a:lnTo>
                  <a:pt x="1629153" y="96375"/>
                </a:lnTo>
                <a:lnTo>
                  <a:pt x="1629062" y="95608"/>
                </a:lnTo>
                <a:lnTo>
                  <a:pt x="1628981" y="94836"/>
                </a:lnTo>
                <a:lnTo>
                  <a:pt x="1628909" y="94059"/>
                </a:lnTo>
                <a:lnTo>
                  <a:pt x="1628847" y="93276"/>
                </a:lnTo>
                <a:lnTo>
                  <a:pt x="1628795" y="92487"/>
                </a:lnTo>
                <a:lnTo>
                  <a:pt x="1628753" y="91693"/>
                </a:lnTo>
                <a:lnTo>
                  <a:pt x="1628720" y="90893"/>
                </a:lnTo>
                <a:lnTo>
                  <a:pt x="1628697" y="90088"/>
                </a:lnTo>
                <a:lnTo>
                  <a:pt x="1628684" y="89277"/>
                </a:lnTo>
                <a:lnTo>
                  <a:pt x="1697071" y="89277"/>
                </a:lnTo>
                <a:lnTo>
                  <a:pt x="1697087" y="89199"/>
                </a:lnTo>
                <a:lnTo>
                  <a:pt x="1697103" y="89117"/>
                </a:lnTo>
                <a:lnTo>
                  <a:pt x="1697119" y="89031"/>
                </a:lnTo>
                <a:lnTo>
                  <a:pt x="1697134" y="88941"/>
                </a:lnTo>
                <a:lnTo>
                  <a:pt x="1697149" y="88847"/>
                </a:lnTo>
                <a:lnTo>
                  <a:pt x="1697163" y="88749"/>
                </a:lnTo>
                <a:lnTo>
                  <a:pt x="1697178" y="88647"/>
                </a:lnTo>
                <a:lnTo>
                  <a:pt x="1697192" y="88540"/>
                </a:lnTo>
                <a:lnTo>
                  <a:pt x="1697205" y="88430"/>
                </a:lnTo>
                <a:lnTo>
                  <a:pt x="1697218" y="88316"/>
                </a:lnTo>
                <a:lnTo>
                  <a:pt x="1697231" y="88197"/>
                </a:lnTo>
                <a:lnTo>
                  <a:pt x="1697244" y="88075"/>
                </a:lnTo>
                <a:lnTo>
                  <a:pt x="1697256" y="87948"/>
                </a:lnTo>
                <a:lnTo>
                  <a:pt x="1697268" y="87818"/>
                </a:lnTo>
                <a:lnTo>
                  <a:pt x="1697279" y="87683"/>
                </a:lnTo>
                <a:lnTo>
                  <a:pt x="1697290" y="87545"/>
                </a:lnTo>
                <a:lnTo>
                  <a:pt x="1697301" y="87402"/>
                </a:lnTo>
                <a:lnTo>
                  <a:pt x="1697311" y="87255"/>
                </a:lnTo>
                <a:lnTo>
                  <a:pt x="1697321" y="87105"/>
                </a:lnTo>
                <a:lnTo>
                  <a:pt x="1697331" y="86950"/>
                </a:lnTo>
                <a:lnTo>
                  <a:pt x="1697341" y="86791"/>
                </a:lnTo>
                <a:lnTo>
                  <a:pt x="1697350" y="86628"/>
                </a:lnTo>
                <a:lnTo>
                  <a:pt x="1697358" y="86461"/>
                </a:lnTo>
                <a:lnTo>
                  <a:pt x="1697367" y="86290"/>
                </a:lnTo>
                <a:lnTo>
                  <a:pt x="1697375" y="86118"/>
                </a:lnTo>
                <a:lnTo>
                  <a:pt x="1697382" y="85948"/>
                </a:lnTo>
                <a:lnTo>
                  <a:pt x="1697390" y="85780"/>
                </a:lnTo>
                <a:lnTo>
                  <a:pt x="1697397" y="85613"/>
                </a:lnTo>
                <a:lnTo>
                  <a:pt x="1697404" y="85449"/>
                </a:lnTo>
                <a:lnTo>
                  <a:pt x="1697410" y="85286"/>
                </a:lnTo>
                <a:lnTo>
                  <a:pt x="1697416" y="85125"/>
                </a:lnTo>
                <a:lnTo>
                  <a:pt x="1697421" y="84967"/>
                </a:lnTo>
                <a:lnTo>
                  <a:pt x="1697427" y="84810"/>
                </a:lnTo>
                <a:lnTo>
                  <a:pt x="1697432" y="84655"/>
                </a:lnTo>
                <a:lnTo>
                  <a:pt x="1697436" y="84502"/>
                </a:lnTo>
                <a:lnTo>
                  <a:pt x="1697441" y="84351"/>
                </a:lnTo>
                <a:lnTo>
                  <a:pt x="1697445" y="84202"/>
                </a:lnTo>
                <a:lnTo>
                  <a:pt x="1697448" y="84055"/>
                </a:lnTo>
                <a:lnTo>
                  <a:pt x="1697451" y="83910"/>
                </a:lnTo>
                <a:lnTo>
                  <a:pt x="1697454" y="83767"/>
                </a:lnTo>
                <a:lnTo>
                  <a:pt x="1697457" y="83625"/>
                </a:lnTo>
                <a:lnTo>
                  <a:pt x="1697459" y="83486"/>
                </a:lnTo>
                <a:lnTo>
                  <a:pt x="1697461" y="83349"/>
                </a:lnTo>
                <a:lnTo>
                  <a:pt x="1697463" y="83213"/>
                </a:lnTo>
                <a:lnTo>
                  <a:pt x="1697464" y="83080"/>
                </a:lnTo>
                <a:lnTo>
                  <a:pt x="1697465" y="82948"/>
                </a:lnTo>
                <a:lnTo>
                  <a:pt x="1697465" y="82818"/>
                </a:lnTo>
                <a:lnTo>
                  <a:pt x="1697465" y="82691"/>
                </a:lnTo>
                <a:lnTo>
                  <a:pt x="1697446" y="80809"/>
                </a:lnTo>
                <a:lnTo>
                  <a:pt x="1697388" y="78965"/>
                </a:lnTo>
                <a:lnTo>
                  <a:pt x="1697291" y="77157"/>
                </a:lnTo>
                <a:lnTo>
                  <a:pt x="1697156" y="75386"/>
                </a:lnTo>
                <a:lnTo>
                  <a:pt x="1696982" y="73653"/>
                </a:lnTo>
                <a:lnTo>
                  <a:pt x="1696769" y="71956"/>
                </a:lnTo>
                <a:lnTo>
                  <a:pt x="1696518" y="70296"/>
                </a:lnTo>
                <a:lnTo>
                  <a:pt x="1696228" y="68673"/>
                </a:lnTo>
                <a:lnTo>
                  <a:pt x="1695899" y="67087"/>
                </a:lnTo>
                <a:lnTo>
                  <a:pt x="1695532" y="65538"/>
                </a:lnTo>
                <a:lnTo>
                  <a:pt x="1695126" y="64027"/>
                </a:lnTo>
                <a:lnTo>
                  <a:pt x="1694682" y="62551"/>
                </a:lnTo>
                <a:lnTo>
                  <a:pt x="1694198" y="61113"/>
                </a:lnTo>
                <a:lnTo>
                  <a:pt x="1693676" y="59712"/>
                </a:lnTo>
                <a:lnTo>
                  <a:pt x="1693116" y="58348"/>
                </a:lnTo>
                <a:lnTo>
                  <a:pt x="1692516" y="57021"/>
                </a:lnTo>
                <a:lnTo>
                  <a:pt x="1691878" y="55731"/>
                </a:lnTo>
                <a:lnTo>
                  <a:pt x="1691202" y="54477"/>
                </a:lnTo>
                <a:lnTo>
                  <a:pt x="1690487" y="53261"/>
                </a:lnTo>
                <a:lnTo>
                  <a:pt x="1689733" y="52082"/>
                </a:lnTo>
                <a:lnTo>
                  <a:pt x="1688940" y="50939"/>
                </a:lnTo>
                <a:lnTo>
                  <a:pt x="1688109" y="49834"/>
                </a:lnTo>
                <a:lnTo>
                  <a:pt x="1687239" y="48765"/>
                </a:lnTo>
                <a:lnTo>
                  <a:pt x="1686330" y="47733"/>
                </a:lnTo>
                <a:lnTo>
                  <a:pt x="1685388" y="46741"/>
                </a:lnTo>
                <a:lnTo>
                  <a:pt x="1684416" y="45791"/>
                </a:lnTo>
                <a:lnTo>
                  <a:pt x="1683414" y="44883"/>
                </a:lnTo>
                <a:lnTo>
                  <a:pt x="1682383" y="44018"/>
                </a:lnTo>
                <a:lnTo>
                  <a:pt x="1681323" y="43194"/>
                </a:lnTo>
                <a:lnTo>
                  <a:pt x="1680233" y="42413"/>
                </a:lnTo>
                <a:lnTo>
                  <a:pt x="1679114" y="41674"/>
                </a:lnTo>
                <a:lnTo>
                  <a:pt x="1677965" y="40978"/>
                </a:lnTo>
                <a:lnTo>
                  <a:pt x="1676787" y="40323"/>
                </a:lnTo>
                <a:lnTo>
                  <a:pt x="1675580" y="39711"/>
                </a:lnTo>
                <a:lnTo>
                  <a:pt x="1674343" y="39141"/>
                </a:lnTo>
                <a:lnTo>
                  <a:pt x="1673077" y="38613"/>
                </a:lnTo>
                <a:lnTo>
                  <a:pt x="1671781" y="38128"/>
                </a:lnTo>
                <a:lnTo>
                  <a:pt x="1670456" y="37684"/>
                </a:lnTo>
                <a:lnTo>
                  <a:pt x="1669101" y="37283"/>
                </a:lnTo>
                <a:lnTo>
                  <a:pt x="1667717" y="36924"/>
                </a:lnTo>
                <a:lnTo>
                  <a:pt x="1666304" y="36608"/>
                </a:lnTo>
                <a:lnTo>
                  <a:pt x="1664861" y="36333"/>
                </a:lnTo>
                <a:lnTo>
                  <a:pt x="1663388" y="36101"/>
                </a:lnTo>
                <a:lnTo>
                  <a:pt x="1661887" y="35911"/>
                </a:lnTo>
                <a:lnTo>
                  <a:pt x="1660356" y="35763"/>
                </a:lnTo>
                <a:lnTo>
                  <a:pt x="1658795" y="35657"/>
                </a:lnTo>
                <a:lnTo>
                  <a:pt x="1657205" y="35594"/>
                </a:lnTo>
                <a:lnTo>
                  <a:pt x="1655586" y="35573"/>
                </a:lnTo>
                <a:lnTo>
                  <a:pt x="1654363" y="35584"/>
                </a:lnTo>
                <a:lnTo>
                  <a:pt x="1653158" y="35618"/>
                </a:lnTo>
                <a:lnTo>
                  <a:pt x="1651971" y="35674"/>
                </a:lnTo>
                <a:lnTo>
                  <a:pt x="1650802" y="35753"/>
                </a:lnTo>
                <a:lnTo>
                  <a:pt x="1649651" y="35855"/>
                </a:lnTo>
                <a:lnTo>
                  <a:pt x="1648518" y="35979"/>
                </a:lnTo>
                <a:lnTo>
                  <a:pt x="1647404" y="36125"/>
                </a:lnTo>
                <a:lnTo>
                  <a:pt x="1646306" y="36295"/>
                </a:lnTo>
                <a:lnTo>
                  <a:pt x="1645227" y="36486"/>
                </a:lnTo>
                <a:lnTo>
                  <a:pt x="1644166" y="36701"/>
                </a:lnTo>
                <a:lnTo>
                  <a:pt x="1643123" y="36937"/>
                </a:lnTo>
                <a:lnTo>
                  <a:pt x="1642098" y="37197"/>
                </a:lnTo>
                <a:lnTo>
                  <a:pt x="1641091" y="37478"/>
                </a:lnTo>
                <a:lnTo>
                  <a:pt x="1640102" y="37783"/>
                </a:lnTo>
                <a:lnTo>
                  <a:pt x="1639130" y="38110"/>
                </a:lnTo>
                <a:lnTo>
                  <a:pt x="1638177" y="38459"/>
                </a:lnTo>
                <a:lnTo>
                  <a:pt x="1637242" y="38832"/>
                </a:lnTo>
                <a:lnTo>
                  <a:pt x="1636324" y="39226"/>
                </a:lnTo>
                <a:lnTo>
                  <a:pt x="1635425" y="39643"/>
                </a:lnTo>
                <a:lnTo>
                  <a:pt x="1634543" y="40083"/>
                </a:lnTo>
                <a:lnTo>
                  <a:pt x="1633680" y="40545"/>
                </a:lnTo>
                <a:lnTo>
                  <a:pt x="1632834" y="41030"/>
                </a:lnTo>
                <a:lnTo>
                  <a:pt x="1632007" y="41538"/>
                </a:lnTo>
                <a:lnTo>
                  <a:pt x="1631197" y="42067"/>
                </a:lnTo>
                <a:lnTo>
                  <a:pt x="1630405" y="42617"/>
                </a:lnTo>
                <a:lnTo>
                  <a:pt x="1629630" y="43185"/>
                </a:lnTo>
                <a:lnTo>
                  <a:pt x="1628872" y="43770"/>
                </a:lnTo>
                <a:lnTo>
                  <a:pt x="1628131" y="44372"/>
                </a:lnTo>
                <a:lnTo>
                  <a:pt x="1627408" y="44991"/>
                </a:lnTo>
                <a:lnTo>
                  <a:pt x="1626701" y="45629"/>
                </a:lnTo>
                <a:lnTo>
                  <a:pt x="1626012" y="46283"/>
                </a:lnTo>
                <a:lnTo>
                  <a:pt x="1625339" y="46955"/>
                </a:lnTo>
                <a:lnTo>
                  <a:pt x="1624684" y="47645"/>
                </a:lnTo>
                <a:lnTo>
                  <a:pt x="1624046" y="48351"/>
                </a:lnTo>
                <a:lnTo>
                  <a:pt x="1623425" y="49076"/>
                </a:lnTo>
                <a:lnTo>
                  <a:pt x="1622821" y="49817"/>
                </a:lnTo>
                <a:lnTo>
                  <a:pt x="1622234" y="50577"/>
                </a:lnTo>
                <a:lnTo>
                  <a:pt x="1621665" y="51353"/>
                </a:lnTo>
                <a:lnTo>
                  <a:pt x="1621112" y="52147"/>
                </a:lnTo>
                <a:lnTo>
                  <a:pt x="1620577" y="52959"/>
                </a:lnTo>
                <a:lnTo>
                  <a:pt x="1620058" y="53788"/>
                </a:lnTo>
                <a:lnTo>
                  <a:pt x="1619557" y="54634"/>
                </a:lnTo>
                <a:lnTo>
                  <a:pt x="1619073" y="55498"/>
                </a:lnTo>
                <a:lnTo>
                  <a:pt x="1618606" y="56379"/>
                </a:lnTo>
                <a:lnTo>
                  <a:pt x="1618156" y="57278"/>
                </a:lnTo>
                <a:lnTo>
                  <a:pt x="1617723" y="58194"/>
                </a:lnTo>
                <a:lnTo>
                  <a:pt x="1617307" y="59128"/>
                </a:lnTo>
                <a:lnTo>
                  <a:pt x="1616909" y="60079"/>
                </a:lnTo>
                <a:lnTo>
                  <a:pt x="1616527" y="61045"/>
                </a:lnTo>
                <a:lnTo>
                  <a:pt x="1616161" y="62023"/>
                </a:lnTo>
                <a:lnTo>
                  <a:pt x="1615812" y="63014"/>
                </a:lnTo>
                <a:lnTo>
                  <a:pt x="1615478" y="64018"/>
                </a:lnTo>
                <a:lnTo>
                  <a:pt x="1615162" y="65034"/>
                </a:lnTo>
                <a:lnTo>
                  <a:pt x="1614861" y="66062"/>
                </a:lnTo>
                <a:lnTo>
                  <a:pt x="1614576" y="67103"/>
                </a:lnTo>
                <a:lnTo>
                  <a:pt x="1614308" y="68157"/>
                </a:lnTo>
                <a:lnTo>
                  <a:pt x="1614056" y="69223"/>
                </a:lnTo>
                <a:lnTo>
                  <a:pt x="1613821" y="70302"/>
                </a:lnTo>
                <a:lnTo>
                  <a:pt x="1613601" y="71393"/>
                </a:lnTo>
                <a:lnTo>
                  <a:pt x="1613398" y="72496"/>
                </a:lnTo>
                <a:lnTo>
                  <a:pt x="1613211" y="73612"/>
                </a:lnTo>
                <a:lnTo>
                  <a:pt x="1613041" y="74741"/>
                </a:lnTo>
                <a:lnTo>
                  <a:pt x="1612886" y="75882"/>
                </a:lnTo>
                <a:lnTo>
                  <a:pt x="1612748" y="77036"/>
                </a:lnTo>
                <a:lnTo>
                  <a:pt x="1612626" y="78202"/>
                </a:lnTo>
                <a:lnTo>
                  <a:pt x="1612521" y="79381"/>
                </a:lnTo>
                <a:lnTo>
                  <a:pt x="1612431" y="80572"/>
                </a:lnTo>
                <a:lnTo>
                  <a:pt x="1612358" y="81776"/>
                </a:lnTo>
                <a:lnTo>
                  <a:pt x="1612301" y="82992"/>
                </a:lnTo>
                <a:lnTo>
                  <a:pt x="1612260" y="84220"/>
                </a:lnTo>
                <a:lnTo>
                  <a:pt x="1612236" y="85462"/>
                </a:lnTo>
                <a:lnTo>
                  <a:pt x="1612228" y="86715"/>
                </a:lnTo>
                <a:lnTo>
                  <a:pt x="1612236" y="87920"/>
                </a:lnTo>
                <a:lnTo>
                  <a:pt x="1612262" y="89114"/>
                </a:lnTo>
                <a:lnTo>
                  <a:pt x="1612303" y="90298"/>
                </a:lnTo>
                <a:lnTo>
                  <a:pt x="1612362" y="91472"/>
                </a:lnTo>
                <a:lnTo>
                  <a:pt x="1612438" y="92636"/>
                </a:lnTo>
                <a:lnTo>
                  <a:pt x="1612530" y="93790"/>
                </a:lnTo>
                <a:lnTo>
                  <a:pt x="1612639" y="94934"/>
                </a:lnTo>
                <a:lnTo>
                  <a:pt x="1612764" y="96067"/>
                </a:lnTo>
                <a:lnTo>
                  <a:pt x="1612907" y="97191"/>
                </a:lnTo>
                <a:lnTo>
                  <a:pt x="1613066" y="98305"/>
                </a:lnTo>
                <a:lnTo>
                  <a:pt x="1613242" y="99409"/>
                </a:lnTo>
                <a:lnTo>
                  <a:pt x="1613435" y="100503"/>
                </a:lnTo>
                <a:lnTo>
                  <a:pt x="1613645" y="101586"/>
                </a:lnTo>
                <a:lnTo>
                  <a:pt x="1613871" y="102660"/>
                </a:lnTo>
                <a:lnTo>
                  <a:pt x="1614114" y="103723"/>
                </a:lnTo>
                <a:lnTo>
                  <a:pt x="1614374" y="104777"/>
                </a:lnTo>
                <a:lnTo>
                  <a:pt x="1614651" y="105821"/>
                </a:lnTo>
                <a:lnTo>
                  <a:pt x="1614944" y="106854"/>
                </a:lnTo>
                <a:lnTo>
                  <a:pt x="1615254" y="107877"/>
                </a:lnTo>
                <a:lnTo>
                  <a:pt x="1615581" y="108891"/>
                </a:lnTo>
                <a:lnTo>
                  <a:pt x="1615925" y="109894"/>
                </a:lnTo>
                <a:lnTo>
                  <a:pt x="1616285" y="110887"/>
                </a:lnTo>
                <a:lnTo>
                  <a:pt x="1616662" y="111871"/>
                </a:lnTo>
                <a:lnTo>
                  <a:pt x="1617056" y="112844"/>
                </a:lnTo>
                <a:lnTo>
                  <a:pt x="1617468" y="113803"/>
                </a:lnTo>
                <a:lnTo>
                  <a:pt x="1617897" y="114746"/>
                </a:lnTo>
                <a:lnTo>
                  <a:pt x="1618344" y="115672"/>
                </a:lnTo>
                <a:lnTo>
                  <a:pt x="1618810" y="116581"/>
                </a:lnTo>
                <a:lnTo>
                  <a:pt x="1619293" y="117473"/>
                </a:lnTo>
                <a:lnTo>
                  <a:pt x="1619794" y="118348"/>
                </a:lnTo>
                <a:lnTo>
                  <a:pt x="1620313" y="119206"/>
                </a:lnTo>
                <a:lnTo>
                  <a:pt x="1620850" y="120047"/>
                </a:lnTo>
                <a:lnTo>
                  <a:pt x="1621405" y="120871"/>
                </a:lnTo>
                <a:lnTo>
                  <a:pt x="1621978" y="121679"/>
                </a:lnTo>
                <a:lnTo>
                  <a:pt x="1622569" y="122469"/>
                </a:lnTo>
                <a:lnTo>
                  <a:pt x="1623178" y="123243"/>
                </a:lnTo>
                <a:lnTo>
                  <a:pt x="1623805" y="124000"/>
                </a:lnTo>
                <a:lnTo>
                  <a:pt x="1624450" y="124740"/>
                </a:lnTo>
                <a:lnTo>
                  <a:pt x="1625113" y="125463"/>
                </a:lnTo>
                <a:lnTo>
                  <a:pt x="1625794" y="126169"/>
                </a:lnTo>
                <a:lnTo>
                  <a:pt x="1626492" y="126858"/>
                </a:lnTo>
                <a:lnTo>
                  <a:pt x="1627209" y="127530"/>
                </a:lnTo>
                <a:lnTo>
                  <a:pt x="1627944" y="128186"/>
                </a:lnTo>
                <a:lnTo>
                  <a:pt x="1628697" y="128824"/>
                </a:lnTo>
                <a:lnTo>
                  <a:pt x="1629467" y="129446"/>
                </a:lnTo>
                <a:lnTo>
                  <a:pt x="1630256" y="130051"/>
                </a:lnTo>
                <a:lnTo>
                  <a:pt x="1631062" y="130638"/>
                </a:lnTo>
                <a:lnTo>
                  <a:pt x="1631887" y="131209"/>
                </a:lnTo>
                <a:lnTo>
                  <a:pt x="1632730" y="131760"/>
                </a:lnTo>
                <a:lnTo>
                  <a:pt x="1633593" y="132287"/>
                </a:lnTo>
                <a:lnTo>
                  <a:pt x="1634476" y="132791"/>
                </a:lnTo>
                <a:lnTo>
                  <a:pt x="1635378" y="133271"/>
                </a:lnTo>
                <a:lnTo>
                  <a:pt x="1636300" y="133728"/>
                </a:lnTo>
                <a:lnTo>
                  <a:pt x="1637242" y="134161"/>
                </a:lnTo>
                <a:lnTo>
                  <a:pt x="1638203" y="134571"/>
                </a:lnTo>
                <a:lnTo>
                  <a:pt x="1639184" y="134958"/>
                </a:lnTo>
                <a:lnTo>
                  <a:pt x="1640185" y="135321"/>
                </a:lnTo>
                <a:lnTo>
                  <a:pt x="1641205" y="135660"/>
                </a:lnTo>
                <a:lnTo>
                  <a:pt x="1642245" y="135977"/>
                </a:lnTo>
                <a:lnTo>
                  <a:pt x="1643305" y="136270"/>
                </a:lnTo>
                <a:lnTo>
                  <a:pt x="1644385" y="136539"/>
                </a:lnTo>
                <a:lnTo>
                  <a:pt x="1645484" y="136785"/>
                </a:lnTo>
                <a:lnTo>
                  <a:pt x="1646602" y="137008"/>
                </a:lnTo>
                <a:lnTo>
                  <a:pt x="1647741" y="137207"/>
                </a:lnTo>
                <a:lnTo>
                  <a:pt x="1648899" y="137382"/>
                </a:lnTo>
                <a:lnTo>
                  <a:pt x="1650077" y="137535"/>
                </a:lnTo>
                <a:lnTo>
                  <a:pt x="1651274" y="137663"/>
                </a:lnTo>
                <a:lnTo>
                  <a:pt x="1652491" y="137769"/>
                </a:lnTo>
                <a:lnTo>
                  <a:pt x="1653728" y="137851"/>
                </a:lnTo>
                <a:lnTo>
                  <a:pt x="1654985" y="137909"/>
                </a:lnTo>
                <a:lnTo>
                  <a:pt x="1656261" y="137945"/>
                </a:lnTo>
                <a:lnTo>
                  <a:pt x="1657556" y="137956"/>
                </a:lnTo>
                <a:lnTo>
                  <a:pt x="1658561" y="137949"/>
                </a:lnTo>
                <a:lnTo>
                  <a:pt x="1659554" y="137928"/>
                </a:lnTo>
                <a:lnTo>
                  <a:pt x="1660536" y="137892"/>
                </a:lnTo>
                <a:lnTo>
                  <a:pt x="1661506" y="137842"/>
                </a:lnTo>
                <a:lnTo>
                  <a:pt x="1662466" y="137778"/>
                </a:lnTo>
                <a:close/>
                <a:moveTo>
                  <a:pt x="1629485" y="71624"/>
                </a:moveTo>
                <a:lnTo>
                  <a:pt x="1629685" y="70569"/>
                </a:lnTo>
                <a:lnTo>
                  <a:pt x="1629905" y="69537"/>
                </a:lnTo>
                <a:lnTo>
                  <a:pt x="1630146" y="68529"/>
                </a:lnTo>
                <a:lnTo>
                  <a:pt x="1630406" y="67544"/>
                </a:lnTo>
                <a:lnTo>
                  <a:pt x="1630687" y="66583"/>
                </a:lnTo>
                <a:lnTo>
                  <a:pt x="1630987" y="65646"/>
                </a:lnTo>
                <a:lnTo>
                  <a:pt x="1631308" y="64732"/>
                </a:lnTo>
                <a:lnTo>
                  <a:pt x="1631648" y="63842"/>
                </a:lnTo>
                <a:lnTo>
                  <a:pt x="1632009" y="62976"/>
                </a:lnTo>
                <a:lnTo>
                  <a:pt x="1632389" y="62133"/>
                </a:lnTo>
                <a:lnTo>
                  <a:pt x="1632790" y="61314"/>
                </a:lnTo>
                <a:lnTo>
                  <a:pt x="1633211" y="60518"/>
                </a:lnTo>
                <a:lnTo>
                  <a:pt x="1633651" y="59746"/>
                </a:lnTo>
                <a:lnTo>
                  <a:pt x="1634112" y="58998"/>
                </a:lnTo>
                <a:lnTo>
                  <a:pt x="1634593" y="58273"/>
                </a:lnTo>
                <a:lnTo>
                  <a:pt x="1635093" y="57572"/>
                </a:lnTo>
                <a:lnTo>
                  <a:pt x="1635614" y="56895"/>
                </a:lnTo>
                <a:lnTo>
                  <a:pt x="1636155" y="56241"/>
                </a:lnTo>
                <a:lnTo>
                  <a:pt x="1636715" y="55611"/>
                </a:lnTo>
                <a:lnTo>
                  <a:pt x="1637295" y="55005"/>
                </a:lnTo>
                <a:lnTo>
                  <a:pt x="1637893" y="54425"/>
                </a:lnTo>
                <a:lnTo>
                  <a:pt x="1638508" y="53870"/>
                </a:lnTo>
                <a:lnTo>
                  <a:pt x="1639142" y="53342"/>
                </a:lnTo>
                <a:lnTo>
                  <a:pt x="1639793" y="52839"/>
                </a:lnTo>
                <a:lnTo>
                  <a:pt x="1640463" y="52362"/>
                </a:lnTo>
                <a:lnTo>
                  <a:pt x="1641150" y="51911"/>
                </a:lnTo>
                <a:lnTo>
                  <a:pt x="1641856" y="51486"/>
                </a:lnTo>
                <a:lnTo>
                  <a:pt x="1642579" y="51086"/>
                </a:lnTo>
                <a:lnTo>
                  <a:pt x="1643320" y="50713"/>
                </a:lnTo>
                <a:lnTo>
                  <a:pt x="1644080" y="50365"/>
                </a:lnTo>
                <a:lnTo>
                  <a:pt x="1644857" y="50042"/>
                </a:lnTo>
                <a:lnTo>
                  <a:pt x="1645652" y="49746"/>
                </a:lnTo>
                <a:lnTo>
                  <a:pt x="1646466" y="49475"/>
                </a:lnTo>
                <a:lnTo>
                  <a:pt x="1647297" y="49230"/>
                </a:lnTo>
                <a:lnTo>
                  <a:pt x="1648146" y="49011"/>
                </a:lnTo>
                <a:lnTo>
                  <a:pt x="1649013" y="48818"/>
                </a:lnTo>
                <a:lnTo>
                  <a:pt x="1649898" y="48650"/>
                </a:lnTo>
                <a:lnTo>
                  <a:pt x="1650801" y="48508"/>
                </a:lnTo>
                <a:lnTo>
                  <a:pt x="1651722" y="48392"/>
                </a:lnTo>
                <a:lnTo>
                  <a:pt x="1652661" y="48302"/>
                </a:lnTo>
                <a:lnTo>
                  <a:pt x="1653618" y="48238"/>
                </a:lnTo>
                <a:lnTo>
                  <a:pt x="1654593" y="48199"/>
                </a:lnTo>
                <a:lnTo>
                  <a:pt x="1655586" y="48186"/>
                </a:lnTo>
                <a:lnTo>
                  <a:pt x="1656570" y="48199"/>
                </a:lnTo>
                <a:lnTo>
                  <a:pt x="1657537" y="48238"/>
                </a:lnTo>
                <a:lnTo>
                  <a:pt x="1658485" y="48303"/>
                </a:lnTo>
                <a:lnTo>
                  <a:pt x="1659415" y="48394"/>
                </a:lnTo>
                <a:lnTo>
                  <a:pt x="1660327" y="48511"/>
                </a:lnTo>
                <a:lnTo>
                  <a:pt x="1661221" y="48653"/>
                </a:lnTo>
                <a:lnTo>
                  <a:pt x="1662097" y="48822"/>
                </a:lnTo>
                <a:lnTo>
                  <a:pt x="1662954" y="49017"/>
                </a:lnTo>
                <a:lnTo>
                  <a:pt x="1663794" y="49238"/>
                </a:lnTo>
                <a:lnTo>
                  <a:pt x="1664615" y="49484"/>
                </a:lnTo>
                <a:lnTo>
                  <a:pt x="1665418" y="49757"/>
                </a:lnTo>
                <a:lnTo>
                  <a:pt x="1666203" y="50055"/>
                </a:lnTo>
                <a:lnTo>
                  <a:pt x="1666970" y="50380"/>
                </a:lnTo>
                <a:lnTo>
                  <a:pt x="1667719" y="50730"/>
                </a:lnTo>
                <a:lnTo>
                  <a:pt x="1668450" y="51107"/>
                </a:lnTo>
                <a:lnTo>
                  <a:pt x="1669162" y="51509"/>
                </a:lnTo>
                <a:lnTo>
                  <a:pt x="1669857" y="51938"/>
                </a:lnTo>
                <a:lnTo>
                  <a:pt x="1670533" y="52392"/>
                </a:lnTo>
                <a:lnTo>
                  <a:pt x="1671191" y="52872"/>
                </a:lnTo>
                <a:lnTo>
                  <a:pt x="1671831" y="53378"/>
                </a:lnTo>
                <a:lnTo>
                  <a:pt x="1672453" y="53911"/>
                </a:lnTo>
                <a:lnTo>
                  <a:pt x="1673057" y="54469"/>
                </a:lnTo>
                <a:lnTo>
                  <a:pt x="1673642" y="55053"/>
                </a:lnTo>
                <a:lnTo>
                  <a:pt x="1674210" y="55663"/>
                </a:lnTo>
                <a:lnTo>
                  <a:pt x="1674757" y="56297"/>
                </a:lnTo>
                <a:lnTo>
                  <a:pt x="1675282" y="56955"/>
                </a:lnTo>
                <a:lnTo>
                  <a:pt x="1675785" y="57635"/>
                </a:lnTo>
                <a:lnTo>
                  <a:pt x="1676265" y="58339"/>
                </a:lnTo>
                <a:lnTo>
                  <a:pt x="1676724" y="59065"/>
                </a:lnTo>
                <a:lnTo>
                  <a:pt x="1677160" y="59815"/>
                </a:lnTo>
                <a:lnTo>
                  <a:pt x="1677574" y="60588"/>
                </a:lnTo>
                <a:lnTo>
                  <a:pt x="1677965" y="61384"/>
                </a:lnTo>
                <a:lnTo>
                  <a:pt x="1678335" y="62203"/>
                </a:lnTo>
                <a:lnTo>
                  <a:pt x="1678682" y="63045"/>
                </a:lnTo>
                <a:lnTo>
                  <a:pt x="1679007" y="63910"/>
                </a:lnTo>
                <a:lnTo>
                  <a:pt x="1679309" y="64798"/>
                </a:lnTo>
                <a:lnTo>
                  <a:pt x="1679590" y="65709"/>
                </a:lnTo>
                <a:lnTo>
                  <a:pt x="1679848" y="66643"/>
                </a:lnTo>
                <a:lnTo>
                  <a:pt x="1680084" y="67601"/>
                </a:lnTo>
                <a:lnTo>
                  <a:pt x="1680297" y="68581"/>
                </a:lnTo>
                <a:lnTo>
                  <a:pt x="1680489" y="69585"/>
                </a:lnTo>
                <a:lnTo>
                  <a:pt x="1680658" y="70611"/>
                </a:lnTo>
                <a:lnTo>
                  <a:pt x="1680805" y="71661"/>
                </a:lnTo>
                <a:lnTo>
                  <a:pt x="1680930" y="72734"/>
                </a:lnTo>
                <a:lnTo>
                  <a:pt x="1681032" y="73830"/>
                </a:lnTo>
                <a:lnTo>
                  <a:pt x="1681112" y="74949"/>
                </a:lnTo>
                <a:lnTo>
                  <a:pt x="1681170" y="76090"/>
                </a:lnTo>
                <a:lnTo>
                  <a:pt x="1681206" y="77256"/>
                </a:lnTo>
                <a:lnTo>
                  <a:pt x="1628783" y="77256"/>
                </a:lnTo>
                <a:lnTo>
                  <a:pt x="1628883" y="76082"/>
                </a:lnTo>
                <a:lnTo>
                  <a:pt x="1629003" y="74932"/>
                </a:lnTo>
                <a:lnTo>
                  <a:pt x="1629144" y="73806"/>
                </a:lnTo>
                <a:lnTo>
                  <a:pt x="1629304" y="72703"/>
                </a:lnTo>
                <a:lnTo>
                  <a:pt x="1629485" y="71624"/>
                </a:lnTo>
                <a:close/>
                <a:moveTo>
                  <a:pt x="1262906" y="137727"/>
                </a:moveTo>
                <a:lnTo>
                  <a:pt x="1263883" y="137627"/>
                </a:lnTo>
                <a:lnTo>
                  <a:pt x="1264846" y="137508"/>
                </a:lnTo>
                <a:lnTo>
                  <a:pt x="1265793" y="137371"/>
                </a:lnTo>
                <a:lnTo>
                  <a:pt x="1266726" y="137215"/>
                </a:lnTo>
                <a:lnTo>
                  <a:pt x="1267644" y="137041"/>
                </a:lnTo>
                <a:lnTo>
                  <a:pt x="1268547" y="136849"/>
                </a:lnTo>
                <a:lnTo>
                  <a:pt x="1269435" y="136638"/>
                </a:lnTo>
                <a:lnTo>
                  <a:pt x="1270309" y="136410"/>
                </a:lnTo>
                <a:lnTo>
                  <a:pt x="1271167" y="136162"/>
                </a:lnTo>
                <a:lnTo>
                  <a:pt x="1272010" y="135897"/>
                </a:lnTo>
                <a:lnTo>
                  <a:pt x="1272839" y="135613"/>
                </a:lnTo>
                <a:lnTo>
                  <a:pt x="1273653" y="135311"/>
                </a:lnTo>
                <a:lnTo>
                  <a:pt x="1274452" y="134991"/>
                </a:lnTo>
                <a:lnTo>
                  <a:pt x="1275236" y="134652"/>
                </a:lnTo>
                <a:lnTo>
                  <a:pt x="1276005" y="134295"/>
                </a:lnTo>
                <a:lnTo>
                  <a:pt x="1276759" y="133920"/>
                </a:lnTo>
                <a:lnTo>
                  <a:pt x="1277498" y="133526"/>
                </a:lnTo>
                <a:lnTo>
                  <a:pt x="1278223" y="133115"/>
                </a:lnTo>
                <a:lnTo>
                  <a:pt x="1278932" y="132684"/>
                </a:lnTo>
                <a:lnTo>
                  <a:pt x="1279628" y="132244"/>
                </a:lnTo>
                <a:lnTo>
                  <a:pt x="1280310" y="131803"/>
                </a:lnTo>
                <a:lnTo>
                  <a:pt x="1280979" y="131360"/>
                </a:lnTo>
                <a:lnTo>
                  <a:pt x="1281635" y="130915"/>
                </a:lnTo>
                <a:lnTo>
                  <a:pt x="1282278" y="130469"/>
                </a:lnTo>
                <a:lnTo>
                  <a:pt x="1282908" y="130021"/>
                </a:lnTo>
                <a:lnTo>
                  <a:pt x="1283524" y="129571"/>
                </a:lnTo>
                <a:lnTo>
                  <a:pt x="1284127" y="129121"/>
                </a:lnTo>
                <a:lnTo>
                  <a:pt x="1284718" y="128668"/>
                </a:lnTo>
                <a:lnTo>
                  <a:pt x="1285294" y="128214"/>
                </a:lnTo>
                <a:lnTo>
                  <a:pt x="1285858" y="127759"/>
                </a:lnTo>
                <a:lnTo>
                  <a:pt x="1286409" y="127302"/>
                </a:lnTo>
                <a:lnTo>
                  <a:pt x="1286946" y="126843"/>
                </a:lnTo>
                <a:lnTo>
                  <a:pt x="1287471" y="126383"/>
                </a:lnTo>
                <a:lnTo>
                  <a:pt x="1287982" y="125921"/>
                </a:lnTo>
                <a:lnTo>
                  <a:pt x="1288480" y="125458"/>
                </a:lnTo>
                <a:lnTo>
                  <a:pt x="1288964" y="124993"/>
                </a:lnTo>
                <a:lnTo>
                  <a:pt x="1289436" y="124527"/>
                </a:lnTo>
                <a:lnTo>
                  <a:pt x="1289894" y="124059"/>
                </a:lnTo>
                <a:lnTo>
                  <a:pt x="1290340" y="123590"/>
                </a:lnTo>
                <a:lnTo>
                  <a:pt x="1290772" y="123119"/>
                </a:lnTo>
                <a:lnTo>
                  <a:pt x="1291190" y="122647"/>
                </a:lnTo>
                <a:lnTo>
                  <a:pt x="1291596" y="122173"/>
                </a:lnTo>
                <a:lnTo>
                  <a:pt x="1291989" y="121697"/>
                </a:lnTo>
                <a:lnTo>
                  <a:pt x="1292481" y="136183"/>
                </a:lnTo>
                <a:lnTo>
                  <a:pt x="1308346" y="136183"/>
                </a:lnTo>
                <a:lnTo>
                  <a:pt x="1308346" y="37248"/>
                </a:lnTo>
                <a:lnTo>
                  <a:pt x="1291792" y="37248"/>
                </a:lnTo>
                <a:lnTo>
                  <a:pt x="1291792" y="107908"/>
                </a:lnTo>
                <a:lnTo>
                  <a:pt x="1291417" y="108417"/>
                </a:lnTo>
                <a:lnTo>
                  <a:pt x="1291033" y="108922"/>
                </a:lnTo>
                <a:lnTo>
                  <a:pt x="1290638" y="109421"/>
                </a:lnTo>
                <a:lnTo>
                  <a:pt x="1290234" y="109915"/>
                </a:lnTo>
                <a:lnTo>
                  <a:pt x="1289820" y="110404"/>
                </a:lnTo>
                <a:lnTo>
                  <a:pt x="1289396" y="110888"/>
                </a:lnTo>
                <a:lnTo>
                  <a:pt x="1288962" y="111367"/>
                </a:lnTo>
                <a:lnTo>
                  <a:pt x="1288518" y="111840"/>
                </a:lnTo>
                <a:lnTo>
                  <a:pt x="1288064" y="112308"/>
                </a:lnTo>
                <a:lnTo>
                  <a:pt x="1287600" y="112772"/>
                </a:lnTo>
                <a:lnTo>
                  <a:pt x="1287127" y="113229"/>
                </a:lnTo>
                <a:lnTo>
                  <a:pt x="1286643" y="113682"/>
                </a:lnTo>
                <a:lnTo>
                  <a:pt x="1286149" y="114130"/>
                </a:lnTo>
                <a:lnTo>
                  <a:pt x="1285646" y="114572"/>
                </a:lnTo>
                <a:lnTo>
                  <a:pt x="1285132" y="115010"/>
                </a:lnTo>
                <a:lnTo>
                  <a:pt x="1284609" y="115442"/>
                </a:lnTo>
                <a:lnTo>
                  <a:pt x="1284076" y="115869"/>
                </a:lnTo>
                <a:lnTo>
                  <a:pt x="1283533" y="116291"/>
                </a:lnTo>
                <a:lnTo>
                  <a:pt x="1282980" y="116707"/>
                </a:lnTo>
                <a:lnTo>
                  <a:pt x="1282417" y="117119"/>
                </a:lnTo>
                <a:lnTo>
                  <a:pt x="1281844" y="117525"/>
                </a:lnTo>
                <a:lnTo>
                  <a:pt x="1281261" y="117926"/>
                </a:lnTo>
                <a:lnTo>
                  <a:pt x="1280668" y="118322"/>
                </a:lnTo>
                <a:lnTo>
                  <a:pt x="1280065" y="118713"/>
                </a:lnTo>
                <a:lnTo>
                  <a:pt x="1279452" y="119093"/>
                </a:lnTo>
                <a:lnTo>
                  <a:pt x="1278825" y="119457"/>
                </a:lnTo>
                <a:lnTo>
                  <a:pt x="1278187" y="119805"/>
                </a:lnTo>
                <a:lnTo>
                  <a:pt x="1277536" y="120137"/>
                </a:lnTo>
                <a:lnTo>
                  <a:pt x="1276873" y="120452"/>
                </a:lnTo>
                <a:lnTo>
                  <a:pt x="1276198" y="120752"/>
                </a:lnTo>
                <a:lnTo>
                  <a:pt x="1275510" y="121035"/>
                </a:lnTo>
                <a:lnTo>
                  <a:pt x="1274810" y="121302"/>
                </a:lnTo>
                <a:lnTo>
                  <a:pt x="1274098" y="121552"/>
                </a:lnTo>
                <a:lnTo>
                  <a:pt x="1273373" y="121787"/>
                </a:lnTo>
                <a:lnTo>
                  <a:pt x="1272636" y="122005"/>
                </a:lnTo>
                <a:lnTo>
                  <a:pt x="1271887" y="122208"/>
                </a:lnTo>
                <a:lnTo>
                  <a:pt x="1271125" y="122394"/>
                </a:lnTo>
                <a:lnTo>
                  <a:pt x="1270351" y="122563"/>
                </a:lnTo>
                <a:lnTo>
                  <a:pt x="1269565" y="122717"/>
                </a:lnTo>
                <a:lnTo>
                  <a:pt x="1268766" y="122855"/>
                </a:lnTo>
                <a:lnTo>
                  <a:pt x="1267955" y="122976"/>
                </a:lnTo>
                <a:lnTo>
                  <a:pt x="1267132" y="123081"/>
                </a:lnTo>
                <a:lnTo>
                  <a:pt x="1266296" y="123170"/>
                </a:lnTo>
                <a:lnTo>
                  <a:pt x="1265449" y="123243"/>
                </a:lnTo>
                <a:lnTo>
                  <a:pt x="1264588" y="123300"/>
                </a:lnTo>
                <a:lnTo>
                  <a:pt x="1263716" y="123340"/>
                </a:lnTo>
                <a:lnTo>
                  <a:pt x="1262831" y="123364"/>
                </a:lnTo>
                <a:lnTo>
                  <a:pt x="1261934" y="123372"/>
                </a:lnTo>
                <a:lnTo>
                  <a:pt x="1261292" y="123367"/>
                </a:lnTo>
                <a:lnTo>
                  <a:pt x="1260662" y="123352"/>
                </a:lnTo>
                <a:lnTo>
                  <a:pt x="1260045" y="123326"/>
                </a:lnTo>
                <a:lnTo>
                  <a:pt x="1259440" y="123290"/>
                </a:lnTo>
                <a:lnTo>
                  <a:pt x="1258849" y="123244"/>
                </a:lnTo>
                <a:lnTo>
                  <a:pt x="1258269" y="123187"/>
                </a:lnTo>
                <a:lnTo>
                  <a:pt x="1257703" y="123120"/>
                </a:lnTo>
                <a:lnTo>
                  <a:pt x="1257149" y="123043"/>
                </a:lnTo>
                <a:lnTo>
                  <a:pt x="1256608" y="122955"/>
                </a:lnTo>
                <a:lnTo>
                  <a:pt x="1256080" y="122857"/>
                </a:lnTo>
                <a:lnTo>
                  <a:pt x="1255564" y="122749"/>
                </a:lnTo>
                <a:lnTo>
                  <a:pt x="1255061" y="122630"/>
                </a:lnTo>
                <a:lnTo>
                  <a:pt x="1254570" y="122501"/>
                </a:lnTo>
                <a:lnTo>
                  <a:pt x="1254092" y="122362"/>
                </a:lnTo>
                <a:lnTo>
                  <a:pt x="1253627" y="122213"/>
                </a:lnTo>
                <a:lnTo>
                  <a:pt x="1253175" y="122053"/>
                </a:lnTo>
                <a:lnTo>
                  <a:pt x="1252735" y="121883"/>
                </a:lnTo>
                <a:lnTo>
                  <a:pt x="1252308" y="121703"/>
                </a:lnTo>
                <a:lnTo>
                  <a:pt x="1251893" y="121512"/>
                </a:lnTo>
                <a:lnTo>
                  <a:pt x="1251491" y="121311"/>
                </a:lnTo>
                <a:lnTo>
                  <a:pt x="1251102" y="121100"/>
                </a:lnTo>
                <a:lnTo>
                  <a:pt x="1250726" y="120878"/>
                </a:lnTo>
                <a:lnTo>
                  <a:pt x="1250362" y="120646"/>
                </a:lnTo>
                <a:lnTo>
                  <a:pt x="1250011" y="120404"/>
                </a:lnTo>
                <a:lnTo>
                  <a:pt x="1249670" y="120152"/>
                </a:lnTo>
                <a:lnTo>
                  <a:pt x="1249339" y="119892"/>
                </a:lnTo>
                <a:lnTo>
                  <a:pt x="1249017" y="119624"/>
                </a:lnTo>
                <a:lnTo>
                  <a:pt x="1248705" y="119348"/>
                </a:lnTo>
                <a:lnTo>
                  <a:pt x="1248402" y="119064"/>
                </a:lnTo>
                <a:lnTo>
                  <a:pt x="1248108" y="118771"/>
                </a:lnTo>
                <a:lnTo>
                  <a:pt x="1247823" y="118470"/>
                </a:lnTo>
                <a:lnTo>
                  <a:pt x="1247547" y="118161"/>
                </a:lnTo>
                <a:lnTo>
                  <a:pt x="1247281" y="117844"/>
                </a:lnTo>
                <a:lnTo>
                  <a:pt x="1247024" y="117519"/>
                </a:lnTo>
                <a:lnTo>
                  <a:pt x="1246776" y="117186"/>
                </a:lnTo>
                <a:lnTo>
                  <a:pt x="1246537" y="116844"/>
                </a:lnTo>
                <a:lnTo>
                  <a:pt x="1246308" y="116494"/>
                </a:lnTo>
                <a:lnTo>
                  <a:pt x="1246087" y="116136"/>
                </a:lnTo>
                <a:lnTo>
                  <a:pt x="1245877" y="115770"/>
                </a:lnTo>
                <a:lnTo>
                  <a:pt x="1245675" y="115396"/>
                </a:lnTo>
                <a:lnTo>
                  <a:pt x="1245482" y="115014"/>
                </a:lnTo>
                <a:lnTo>
                  <a:pt x="1245299" y="114623"/>
                </a:lnTo>
                <a:lnTo>
                  <a:pt x="1245125" y="114224"/>
                </a:lnTo>
                <a:lnTo>
                  <a:pt x="1244960" y="113817"/>
                </a:lnTo>
                <a:lnTo>
                  <a:pt x="1244805" y="113402"/>
                </a:lnTo>
                <a:lnTo>
                  <a:pt x="1244659" y="112979"/>
                </a:lnTo>
                <a:lnTo>
                  <a:pt x="1244522" y="112548"/>
                </a:lnTo>
                <a:lnTo>
                  <a:pt x="1244394" y="112108"/>
                </a:lnTo>
                <a:lnTo>
                  <a:pt x="1244273" y="111662"/>
                </a:lnTo>
                <a:lnTo>
                  <a:pt x="1244158" y="111211"/>
                </a:lnTo>
                <a:lnTo>
                  <a:pt x="1244047" y="110754"/>
                </a:lnTo>
                <a:lnTo>
                  <a:pt x="1243942" y="110293"/>
                </a:lnTo>
                <a:lnTo>
                  <a:pt x="1243842" y="109827"/>
                </a:lnTo>
                <a:lnTo>
                  <a:pt x="1243747" y="109356"/>
                </a:lnTo>
                <a:lnTo>
                  <a:pt x="1243657" y="108880"/>
                </a:lnTo>
                <a:lnTo>
                  <a:pt x="1243573" y="108399"/>
                </a:lnTo>
                <a:lnTo>
                  <a:pt x="1243493" y="107913"/>
                </a:lnTo>
                <a:lnTo>
                  <a:pt x="1243419" y="107422"/>
                </a:lnTo>
                <a:lnTo>
                  <a:pt x="1243349" y="106926"/>
                </a:lnTo>
                <a:lnTo>
                  <a:pt x="1243285" y="106425"/>
                </a:lnTo>
                <a:lnTo>
                  <a:pt x="1243226" y="105919"/>
                </a:lnTo>
                <a:lnTo>
                  <a:pt x="1243172" y="105408"/>
                </a:lnTo>
                <a:lnTo>
                  <a:pt x="1243124" y="104892"/>
                </a:lnTo>
                <a:lnTo>
                  <a:pt x="1243080" y="104371"/>
                </a:lnTo>
                <a:lnTo>
                  <a:pt x="1243041" y="103845"/>
                </a:lnTo>
                <a:lnTo>
                  <a:pt x="1243008" y="103314"/>
                </a:lnTo>
                <a:lnTo>
                  <a:pt x="1242980" y="102779"/>
                </a:lnTo>
                <a:lnTo>
                  <a:pt x="1242957" y="102238"/>
                </a:lnTo>
                <a:lnTo>
                  <a:pt x="1242939" y="101692"/>
                </a:lnTo>
                <a:lnTo>
                  <a:pt x="1242926" y="101141"/>
                </a:lnTo>
                <a:lnTo>
                  <a:pt x="1242918" y="100585"/>
                </a:lnTo>
                <a:lnTo>
                  <a:pt x="1242916" y="100024"/>
                </a:lnTo>
                <a:lnTo>
                  <a:pt x="1242916" y="37248"/>
                </a:lnTo>
                <a:lnTo>
                  <a:pt x="1226361" y="37248"/>
                </a:lnTo>
                <a:lnTo>
                  <a:pt x="1226361" y="102011"/>
                </a:lnTo>
                <a:lnTo>
                  <a:pt x="1226374" y="103398"/>
                </a:lnTo>
                <a:lnTo>
                  <a:pt x="1226412" y="104761"/>
                </a:lnTo>
                <a:lnTo>
                  <a:pt x="1226476" y="106098"/>
                </a:lnTo>
                <a:lnTo>
                  <a:pt x="1226566" y="107410"/>
                </a:lnTo>
                <a:lnTo>
                  <a:pt x="1226682" y="108697"/>
                </a:lnTo>
                <a:lnTo>
                  <a:pt x="1226823" y="109960"/>
                </a:lnTo>
                <a:lnTo>
                  <a:pt x="1226990" y="111197"/>
                </a:lnTo>
                <a:lnTo>
                  <a:pt x="1227182" y="112408"/>
                </a:lnTo>
                <a:lnTo>
                  <a:pt x="1227400" y="113595"/>
                </a:lnTo>
                <a:lnTo>
                  <a:pt x="1227644" y="114757"/>
                </a:lnTo>
                <a:lnTo>
                  <a:pt x="1227913" y="115893"/>
                </a:lnTo>
                <a:lnTo>
                  <a:pt x="1228209" y="117005"/>
                </a:lnTo>
                <a:lnTo>
                  <a:pt x="1228529" y="118091"/>
                </a:lnTo>
                <a:lnTo>
                  <a:pt x="1228876" y="119153"/>
                </a:lnTo>
                <a:lnTo>
                  <a:pt x="1229248" y="120189"/>
                </a:lnTo>
                <a:lnTo>
                  <a:pt x="1229646" y="121200"/>
                </a:lnTo>
                <a:lnTo>
                  <a:pt x="1230069" y="122186"/>
                </a:lnTo>
                <a:lnTo>
                  <a:pt x="1230518" y="123147"/>
                </a:lnTo>
                <a:lnTo>
                  <a:pt x="1230993" y="124083"/>
                </a:lnTo>
                <a:lnTo>
                  <a:pt x="1231493" y="124994"/>
                </a:lnTo>
                <a:lnTo>
                  <a:pt x="1232019" y="125879"/>
                </a:lnTo>
                <a:lnTo>
                  <a:pt x="1232571" y="126740"/>
                </a:lnTo>
                <a:lnTo>
                  <a:pt x="1233148" y="127575"/>
                </a:lnTo>
                <a:lnTo>
                  <a:pt x="1233751" y="128386"/>
                </a:lnTo>
                <a:lnTo>
                  <a:pt x="1234383" y="129167"/>
                </a:lnTo>
                <a:lnTo>
                  <a:pt x="1235048" y="129914"/>
                </a:lnTo>
                <a:lnTo>
                  <a:pt x="1235744" y="130629"/>
                </a:lnTo>
                <a:lnTo>
                  <a:pt x="1236472" y="131310"/>
                </a:lnTo>
                <a:lnTo>
                  <a:pt x="1237233" y="131958"/>
                </a:lnTo>
                <a:lnTo>
                  <a:pt x="1238026" y="132573"/>
                </a:lnTo>
                <a:lnTo>
                  <a:pt x="1238851" y="133154"/>
                </a:lnTo>
                <a:lnTo>
                  <a:pt x="1239708" y="133703"/>
                </a:lnTo>
                <a:lnTo>
                  <a:pt x="1240597" y="134218"/>
                </a:lnTo>
                <a:lnTo>
                  <a:pt x="1241518" y="134700"/>
                </a:lnTo>
                <a:lnTo>
                  <a:pt x="1242472" y="135148"/>
                </a:lnTo>
                <a:lnTo>
                  <a:pt x="1243458" y="135564"/>
                </a:lnTo>
                <a:lnTo>
                  <a:pt x="1244476" y="135946"/>
                </a:lnTo>
                <a:lnTo>
                  <a:pt x="1245526" y="136295"/>
                </a:lnTo>
                <a:lnTo>
                  <a:pt x="1246608" y="136610"/>
                </a:lnTo>
                <a:lnTo>
                  <a:pt x="1247722" y="136893"/>
                </a:lnTo>
                <a:lnTo>
                  <a:pt x="1248869" y="137142"/>
                </a:lnTo>
                <a:lnTo>
                  <a:pt x="1250048" y="137358"/>
                </a:lnTo>
                <a:lnTo>
                  <a:pt x="1251258" y="137541"/>
                </a:lnTo>
                <a:lnTo>
                  <a:pt x="1252501" y="137690"/>
                </a:lnTo>
                <a:lnTo>
                  <a:pt x="1253777" y="137807"/>
                </a:lnTo>
                <a:lnTo>
                  <a:pt x="1255084" y="137890"/>
                </a:lnTo>
                <a:lnTo>
                  <a:pt x="1256424" y="137940"/>
                </a:lnTo>
                <a:lnTo>
                  <a:pt x="1257795" y="137956"/>
                </a:lnTo>
                <a:lnTo>
                  <a:pt x="1258847" y="137947"/>
                </a:lnTo>
                <a:lnTo>
                  <a:pt x="1259884" y="137920"/>
                </a:lnTo>
                <a:lnTo>
                  <a:pt x="1260906" y="137874"/>
                </a:lnTo>
                <a:lnTo>
                  <a:pt x="1261913" y="137810"/>
                </a:lnTo>
                <a:lnTo>
                  <a:pt x="1262906" y="13772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" name="Text anapproach:">
            <a:extLst xmlns:a="http://schemas.openxmlformats.org/drawingml/2006/main">
              <a:ext uri="{FF2B5EF4-FFF2-40B4-BE49-F238E27FC236}">
                <a16:creationId xmlns:a16="http://schemas.microsoft.com/office/drawing/2014/main" id="{BFC0E7FE-B49D-4FDD-98BB-FBDB52865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7444" y="5668949"/>
            <a:ext cx="1127640" cy="168087"/>
          </a:xfrm>
          <a:custGeom xmlns:a="http://schemas.openxmlformats.org/drawingml/2006/main">
            <a:pathLst>
              <a:path w="1127640" h="168087">
                <a:moveTo>
                  <a:pt x="30185" y="134549"/>
                </a:moveTo>
                <a:cubicBezTo>
                  <a:pt x="24661" y="134549"/>
                  <a:pt x="19613" y="133471"/>
                  <a:pt x="15043" y="131315"/>
                </a:cubicBezTo>
                <a:cubicBezTo>
                  <a:pt x="10473" y="129159"/>
                  <a:pt x="6823" y="125976"/>
                  <a:pt x="4094" y="121765"/>
                </a:cubicBezTo>
                <a:cubicBezTo>
                  <a:pt x="1365" y="117555"/>
                  <a:pt x="0" y="112350"/>
                  <a:pt x="0" y="106152"/>
                </a:cubicBezTo>
                <a:cubicBezTo>
                  <a:pt x="0" y="97328"/>
                  <a:pt x="2696" y="90625"/>
                  <a:pt x="8089" y="86044"/>
                </a:cubicBezTo>
                <a:cubicBezTo>
                  <a:pt x="13481" y="81464"/>
                  <a:pt x="21110" y="78348"/>
                  <a:pt x="30974" y="76698"/>
                </a:cubicBezTo>
                <a:cubicBezTo>
                  <a:pt x="40838" y="75048"/>
                  <a:pt x="52379" y="74155"/>
                  <a:pt x="65598" y="74019"/>
                </a:cubicBezTo>
                <a:lnTo>
                  <a:pt x="65598" y="66951"/>
                </a:lnTo>
                <a:cubicBezTo>
                  <a:pt x="65598" y="58289"/>
                  <a:pt x="63559" y="52346"/>
                  <a:pt x="59482" y="49124"/>
                </a:cubicBezTo>
                <a:cubicBezTo>
                  <a:pt x="55404" y="45902"/>
                  <a:pt x="50242" y="44291"/>
                  <a:pt x="43995" y="44291"/>
                </a:cubicBezTo>
                <a:cubicBezTo>
                  <a:pt x="37353" y="44291"/>
                  <a:pt x="31763" y="46047"/>
                  <a:pt x="27225" y="49559"/>
                </a:cubicBezTo>
                <a:cubicBezTo>
                  <a:pt x="22688" y="53071"/>
                  <a:pt x="20419" y="58614"/>
                  <a:pt x="20419" y="66189"/>
                </a:cubicBezTo>
                <a:lnTo>
                  <a:pt x="4439" y="66189"/>
                </a:lnTo>
                <a:cubicBezTo>
                  <a:pt x="4439" y="58064"/>
                  <a:pt x="6132" y="51496"/>
                  <a:pt x="9519" y="46485"/>
                </a:cubicBezTo>
                <a:cubicBezTo>
                  <a:pt x="12906" y="41473"/>
                  <a:pt x="17575" y="37816"/>
                  <a:pt x="23526" y="35515"/>
                </a:cubicBezTo>
                <a:cubicBezTo>
                  <a:pt x="29478" y="33211"/>
                  <a:pt x="36301" y="32059"/>
                  <a:pt x="43995" y="32059"/>
                </a:cubicBezTo>
                <a:cubicBezTo>
                  <a:pt x="48927" y="32059"/>
                  <a:pt x="53645" y="32534"/>
                  <a:pt x="58150" y="33483"/>
                </a:cubicBezTo>
                <a:cubicBezTo>
                  <a:pt x="62655" y="34430"/>
                  <a:pt x="66699" y="36158"/>
                  <a:pt x="70283" y="38665"/>
                </a:cubicBezTo>
                <a:cubicBezTo>
                  <a:pt x="73867" y="41172"/>
                  <a:pt x="76711" y="44679"/>
                  <a:pt x="78816" y="49186"/>
                </a:cubicBezTo>
                <a:cubicBezTo>
                  <a:pt x="80920" y="53690"/>
                  <a:pt x="81972" y="59499"/>
                  <a:pt x="81972" y="66612"/>
                </a:cubicBezTo>
                <a:lnTo>
                  <a:pt x="81972" y="132773"/>
                </a:lnTo>
                <a:lnTo>
                  <a:pt x="66584" y="132773"/>
                </a:lnTo>
                <a:lnTo>
                  <a:pt x="65893" y="118174"/>
                </a:lnTo>
                <a:cubicBezTo>
                  <a:pt x="61487" y="123106"/>
                  <a:pt x="56374" y="127068"/>
                  <a:pt x="50554" y="130061"/>
                </a:cubicBezTo>
                <a:cubicBezTo>
                  <a:pt x="44735" y="133053"/>
                  <a:pt x="37945" y="134549"/>
                  <a:pt x="30185" y="134549"/>
                </a:cubicBezTo>
                <a:moveTo>
                  <a:pt x="34525" y="121923"/>
                </a:moveTo>
                <a:cubicBezTo>
                  <a:pt x="41101" y="121923"/>
                  <a:pt x="47020" y="120316"/>
                  <a:pt x="52281" y="117101"/>
                </a:cubicBezTo>
                <a:cubicBezTo>
                  <a:pt x="57542" y="113885"/>
                  <a:pt x="61948" y="109815"/>
                  <a:pt x="65499" y="104891"/>
                </a:cubicBezTo>
                <a:lnTo>
                  <a:pt x="65499" y="84574"/>
                </a:lnTo>
                <a:cubicBezTo>
                  <a:pt x="48006" y="84779"/>
                  <a:pt x="35462" y="86490"/>
                  <a:pt x="27867" y="89706"/>
                </a:cubicBezTo>
                <a:cubicBezTo>
                  <a:pt x="20271" y="92921"/>
                  <a:pt x="16473" y="98187"/>
                  <a:pt x="16473" y="105505"/>
                </a:cubicBezTo>
                <a:cubicBezTo>
                  <a:pt x="16473" y="110499"/>
                  <a:pt x="18002" y="114483"/>
                  <a:pt x="21060" y="117459"/>
                </a:cubicBezTo>
                <a:cubicBezTo>
                  <a:pt x="24118" y="120435"/>
                  <a:pt x="28606" y="121923"/>
                  <a:pt x="34525" y="121923"/>
                </a:cubicBezTo>
                <a:close/>
                <a:moveTo>
                  <a:pt x="112698" y="132773"/>
                </a:moveTo>
                <a:lnTo>
                  <a:pt x="112698" y="33736"/>
                </a:lnTo>
                <a:lnTo>
                  <a:pt x="128481" y="33736"/>
                </a:lnTo>
                <a:lnTo>
                  <a:pt x="129073" y="48236"/>
                </a:lnTo>
                <a:cubicBezTo>
                  <a:pt x="132032" y="44356"/>
                  <a:pt x="136274" y="40690"/>
                  <a:pt x="141798" y="37238"/>
                </a:cubicBezTo>
                <a:cubicBezTo>
                  <a:pt x="147322" y="33785"/>
                  <a:pt x="154392" y="32059"/>
                  <a:pt x="163006" y="32059"/>
                </a:cubicBezTo>
                <a:cubicBezTo>
                  <a:pt x="173528" y="32059"/>
                  <a:pt x="181190" y="35270"/>
                  <a:pt x="185990" y="41692"/>
                </a:cubicBezTo>
                <a:cubicBezTo>
                  <a:pt x="190791" y="48114"/>
                  <a:pt x="193191" y="57136"/>
                  <a:pt x="193191" y="68757"/>
                </a:cubicBezTo>
                <a:lnTo>
                  <a:pt x="193191" y="132773"/>
                </a:lnTo>
                <a:lnTo>
                  <a:pt x="176718" y="132773"/>
                </a:lnTo>
                <a:lnTo>
                  <a:pt x="176718" y="70875"/>
                </a:lnTo>
                <a:cubicBezTo>
                  <a:pt x="176718" y="66023"/>
                  <a:pt x="176224" y="61719"/>
                  <a:pt x="175238" y="57962"/>
                </a:cubicBezTo>
                <a:cubicBezTo>
                  <a:pt x="174252" y="54203"/>
                  <a:pt x="172492" y="51248"/>
                  <a:pt x="169961" y="49096"/>
                </a:cubicBezTo>
                <a:cubicBezTo>
                  <a:pt x="167429" y="46945"/>
                  <a:pt x="163763" y="45869"/>
                  <a:pt x="158962" y="45869"/>
                </a:cubicBezTo>
                <a:cubicBezTo>
                  <a:pt x="151794" y="45869"/>
                  <a:pt x="145777" y="47560"/>
                  <a:pt x="140910" y="50943"/>
                </a:cubicBezTo>
                <a:cubicBezTo>
                  <a:pt x="136044" y="54323"/>
                  <a:pt x="132131" y="58030"/>
                  <a:pt x="129172" y="62062"/>
                </a:cubicBezTo>
                <a:lnTo>
                  <a:pt x="129172" y="132773"/>
                </a:lnTo>
                <a:lnTo>
                  <a:pt x="112698" y="132773"/>
                </a:lnTo>
                <a:close/>
                <a:moveTo>
                  <a:pt x="288569" y="134549"/>
                </a:moveTo>
                <a:cubicBezTo>
                  <a:pt x="283045" y="134549"/>
                  <a:pt x="277998" y="133471"/>
                  <a:pt x="273428" y="131315"/>
                </a:cubicBezTo>
                <a:cubicBezTo>
                  <a:pt x="268857" y="129159"/>
                  <a:pt x="265207" y="125976"/>
                  <a:pt x="262478" y="121765"/>
                </a:cubicBezTo>
                <a:cubicBezTo>
                  <a:pt x="259749" y="117555"/>
                  <a:pt x="258385" y="112350"/>
                  <a:pt x="258385" y="106152"/>
                </a:cubicBezTo>
                <a:cubicBezTo>
                  <a:pt x="258385" y="97328"/>
                  <a:pt x="261081" y="90625"/>
                  <a:pt x="266473" y="86044"/>
                </a:cubicBezTo>
                <a:cubicBezTo>
                  <a:pt x="271866" y="81464"/>
                  <a:pt x="279494" y="78348"/>
                  <a:pt x="289358" y="76698"/>
                </a:cubicBezTo>
                <a:cubicBezTo>
                  <a:pt x="299223" y="75048"/>
                  <a:pt x="310764" y="74155"/>
                  <a:pt x="323982" y="74019"/>
                </a:cubicBezTo>
                <a:lnTo>
                  <a:pt x="323982" y="66951"/>
                </a:lnTo>
                <a:cubicBezTo>
                  <a:pt x="323982" y="58289"/>
                  <a:pt x="321943" y="52346"/>
                  <a:pt x="317866" y="49124"/>
                </a:cubicBezTo>
                <a:cubicBezTo>
                  <a:pt x="313789" y="45902"/>
                  <a:pt x="308627" y="44291"/>
                  <a:pt x="302379" y="44291"/>
                </a:cubicBezTo>
                <a:cubicBezTo>
                  <a:pt x="295737" y="44291"/>
                  <a:pt x="290148" y="46047"/>
                  <a:pt x="285610" y="49559"/>
                </a:cubicBezTo>
                <a:cubicBezTo>
                  <a:pt x="281072" y="53071"/>
                  <a:pt x="278804" y="58614"/>
                  <a:pt x="278804" y="66189"/>
                </a:cubicBezTo>
                <a:lnTo>
                  <a:pt x="262824" y="66189"/>
                </a:lnTo>
                <a:cubicBezTo>
                  <a:pt x="262824" y="58064"/>
                  <a:pt x="264517" y="51496"/>
                  <a:pt x="267904" y="46485"/>
                </a:cubicBezTo>
                <a:cubicBezTo>
                  <a:pt x="271290" y="41473"/>
                  <a:pt x="275959" y="37816"/>
                  <a:pt x="281911" y="35515"/>
                </a:cubicBezTo>
                <a:cubicBezTo>
                  <a:pt x="287862" y="33211"/>
                  <a:pt x="294685" y="32059"/>
                  <a:pt x="302379" y="32059"/>
                </a:cubicBezTo>
                <a:cubicBezTo>
                  <a:pt x="307311" y="32059"/>
                  <a:pt x="312030" y="32534"/>
                  <a:pt x="316535" y="33483"/>
                </a:cubicBezTo>
                <a:cubicBezTo>
                  <a:pt x="321039" y="34430"/>
                  <a:pt x="325084" y="36158"/>
                  <a:pt x="328668" y="38665"/>
                </a:cubicBezTo>
                <a:cubicBezTo>
                  <a:pt x="332252" y="41172"/>
                  <a:pt x="335096" y="44679"/>
                  <a:pt x="337200" y="49186"/>
                </a:cubicBezTo>
                <a:cubicBezTo>
                  <a:pt x="339305" y="53690"/>
                  <a:pt x="340357" y="59499"/>
                  <a:pt x="340357" y="66612"/>
                </a:cubicBezTo>
                <a:lnTo>
                  <a:pt x="340357" y="132773"/>
                </a:lnTo>
                <a:lnTo>
                  <a:pt x="324969" y="132773"/>
                </a:lnTo>
                <a:lnTo>
                  <a:pt x="324278" y="118174"/>
                </a:lnTo>
                <a:cubicBezTo>
                  <a:pt x="319872" y="123106"/>
                  <a:pt x="314759" y="127068"/>
                  <a:pt x="308939" y="130061"/>
                </a:cubicBezTo>
                <a:cubicBezTo>
                  <a:pt x="303119" y="133053"/>
                  <a:pt x="296329" y="134549"/>
                  <a:pt x="288569" y="134549"/>
                </a:cubicBezTo>
                <a:moveTo>
                  <a:pt x="292910" y="121923"/>
                </a:moveTo>
                <a:cubicBezTo>
                  <a:pt x="299486" y="121923"/>
                  <a:pt x="305404" y="120316"/>
                  <a:pt x="310665" y="117101"/>
                </a:cubicBezTo>
                <a:cubicBezTo>
                  <a:pt x="315926" y="113885"/>
                  <a:pt x="320332" y="109815"/>
                  <a:pt x="323883" y="104891"/>
                </a:cubicBezTo>
                <a:lnTo>
                  <a:pt x="323883" y="84574"/>
                </a:lnTo>
                <a:cubicBezTo>
                  <a:pt x="306391" y="84779"/>
                  <a:pt x="293847" y="86490"/>
                  <a:pt x="286251" y="89706"/>
                </a:cubicBezTo>
                <a:cubicBezTo>
                  <a:pt x="278656" y="92921"/>
                  <a:pt x="274858" y="98187"/>
                  <a:pt x="274858" y="105505"/>
                </a:cubicBezTo>
                <a:cubicBezTo>
                  <a:pt x="274858" y="110499"/>
                  <a:pt x="276387" y="114483"/>
                  <a:pt x="279445" y="117459"/>
                </a:cubicBezTo>
                <a:cubicBezTo>
                  <a:pt x="282503" y="120435"/>
                  <a:pt x="286991" y="121923"/>
                  <a:pt x="292910" y="121923"/>
                </a:cubicBezTo>
                <a:close/>
                <a:moveTo>
                  <a:pt x="371082" y="168087"/>
                </a:moveTo>
                <a:lnTo>
                  <a:pt x="371082" y="33736"/>
                </a:lnTo>
                <a:lnTo>
                  <a:pt x="387063" y="33736"/>
                </a:lnTo>
                <a:lnTo>
                  <a:pt x="387556" y="49420"/>
                </a:lnTo>
                <a:cubicBezTo>
                  <a:pt x="390975" y="44291"/>
                  <a:pt x="395398" y="40115"/>
                  <a:pt x="400823" y="36892"/>
                </a:cubicBezTo>
                <a:cubicBezTo>
                  <a:pt x="406249" y="33670"/>
                  <a:pt x="412545" y="32059"/>
                  <a:pt x="419713" y="32059"/>
                </a:cubicBezTo>
                <a:cubicBezTo>
                  <a:pt x="427605" y="32059"/>
                  <a:pt x="434411" y="33972"/>
                  <a:pt x="440132" y="37799"/>
                </a:cubicBezTo>
                <a:cubicBezTo>
                  <a:pt x="445854" y="41625"/>
                  <a:pt x="450276" y="47331"/>
                  <a:pt x="453400" y="54916"/>
                </a:cubicBezTo>
                <a:cubicBezTo>
                  <a:pt x="456524" y="62500"/>
                  <a:pt x="458085" y="71946"/>
                  <a:pt x="458085" y="83255"/>
                </a:cubicBezTo>
                <a:cubicBezTo>
                  <a:pt x="458085" y="94428"/>
                  <a:pt x="456425" y="103824"/>
                  <a:pt x="453104" y="111442"/>
                </a:cubicBezTo>
                <a:cubicBezTo>
                  <a:pt x="449783" y="119060"/>
                  <a:pt x="445098" y="124816"/>
                  <a:pt x="439047" y="128710"/>
                </a:cubicBezTo>
                <a:cubicBezTo>
                  <a:pt x="432997" y="132603"/>
                  <a:pt x="425895" y="134549"/>
                  <a:pt x="417741" y="134549"/>
                </a:cubicBezTo>
                <a:cubicBezTo>
                  <a:pt x="410901" y="134549"/>
                  <a:pt x="404917" y="133184"/>
                  <a:pt x="399788" y="130455"/>
                </a:cubicBezTo>
                <a:cubicBezTo>
                  <a:pt x="394658" y="127726"/>
                  <a:pt x="390548" y="123994"/>
                  <a:pt x="387457" y="119259"/>
                </a:cubicBezTo>
                <a:lnTo>
                  <a:pt x="387457" y="168087"/>
                </a:lnTo>
                <a:lnTo>
                  <a:pt x="371082" y="168087"/>
                </a:lnTo>
                <a:moveTo>
                  <a:pt x="414683" y="121035"/>
                </a:moveTo>
                <a:cubicBezTo>
                  <a:pt x="423429" y="121035"/>
                  <a:pt x="430022" y="117767"/>
                  <a:pt x="434461" y="111232"/>
                </a:cubicBezTo>
                <a:cubicBezTo>
                  <a:pt x="438899" y="104695"/>
                  <a:pt x="441119" y="95370"/>
                  <a:pt x="441119" y="83258"/>
                </a:cubicBezTo>
                <a:cubicBezTo>
                  <a:pt x="441119" y="71005"/>
                  <a:pt x="439047" y="61629"/>
                  <a:pt x="434904" y="55129"/>
                </a:cubicBezTo>
                <a:cubicBezTo>
                  <a:pt x="430761" y="48627"/>
                  <a:pt x="424678" y="45376"/>
                  <a:pt x="416655" y="45376"/>
                </a:cubicBezTo>
                <a:cubicBezTo>
                  <a:pt x="409619" y="45376"/>
                  <a:pt x="403684" y="47326"/>
                  <a:pt x="398850" y="51226"/>
                </a:cubicBezTo>
                <a:cubicBezTo>
                  <a:pt x="394017" y="55127"/>
                  <a:pt x="390252" y="59678"/>
                  <a:pt x="387556" y="64879"/>
                </a:cubicBezTo>
                <a:lnTo>
                  <a:pt x="387556" y="103479"/>
                </a:lnTo>
                <a:cubicBezTo>
                  <a:pt x="390186" y="108681"/>
                  <a:pt x="393737" y="112907"/>
                  <a:pt x="398209" y="116158"/>
                </a:cubicBezTo>
                <a:cubicBezTo>
                  <a:pt x="402681" y="119409"/>
                  <a:pt x="408172" y="121035"/>
                  <a:pt x="414683" y="121035"/>
                </a:cubicBezTo>
                <a:close/>
                <a:moveTo>
                  <a:pt x="484416" y="168087"/>
                </a:moveTo>
                <a:lnTo>
                  <a:pt x="484416" y="33736"/>
                </a:lnTo>
                <a:lnTo>
                  <a:pt x="500397" y="33736"/>
                </a:lnTo>
                <a:lnTo>
                  <a:pt x="500890" y="49420"/>
                </a:lnTo>
                <a:cubicBezTo>
                  <a:pt x="504309" y="44291"/>
                  <a:pt x="508732" y="40115"/>
                  <a:pt x="514157" y="36892"/>
                </a:cubicBezTo>
                <a:cubicBezTo>
                  <a:pt x="519583" y="33670"/>
                  <a:pt x="525879" y="32059"/>
                  <a:pt x="533047" y="32059"/>
                </a:cubicBezTo>
                <a:cubicBezTo>
                  <a:pt x="540939" y="32059"/>
                  <a:pt x="547745" y="33972"/>
                  <a:pt x="553466" y="37799"/>
                </a:cubicBezTo>
                <a:cubicBezTo>
                  <a:pt x="559188" y="41625"/>
                  <a:pt x="563610" y="47331"/>
                  <a:pt x="566734" y="54916"/>
                </a:cubicBezTo>
                <a:cubicBezTo>
                  <a:pt x="569858" y="62500"/>
                  <a:pt x="571419" y="71946"/>
                  <a:pt x="571419" y="83255"/>
                </a:cubicBezTo>
                <a:cubicBezTo>
                  <a:pt x="571419" y="94428"/>
                  <a:pt x="569759" y="103824"/>
                  <a:pt x="566438" y="111442"/>
                </a:cubicBezTo>
                <a:cubicBezTo>
                  <a:pt x="563117" y="119060"/>
                  <a:pt x="558431" y="124816"/>
                  <a:pt x="552381" y="128710"/>
                </a:cubicBezTo>
                <a:cubicBezTo>
                  <a:pt x="546331" y="132603"/>
                  <a:pt x="539229" y="134549"/>
                  <a:pt x="531074" y="134549"/>
                </a:cubicBezTo>
                <a:cubicBezTo>
                  <a:pt x="524235" y="134549"/>
                  <a:pt x="518251" y="133184"/>
                  <a:pt x="513121" y="130455"/>
                </a:cubicBezTo>
                <a:cubicBezTo>
                  <a:pt x="507992" y="127726"/>
                  <a:pt x="503882" y="123994"/>
                  <a:pt x="500791" y="119259"/>
                </a:cubicBezTo>
                <a:lnTo>
                  <a:pt x="500791" y="168087"/>
                </a:lnTo>
                <a:lnTo>
                  <a:pt x="484416" y="168087"/>
                </a:lnTo>
                <a:moveTo>
                  <a:pt x="528017" y="121035"/>
                </a:moveTo>
                <a:cubicBezTo>
                  <a:pt x="536763" y="121035"/>
                  <a:pt x="543355" y="117767"/>
                  <a:pt x="547794" y="111232"/>
                </a:cubicBezTo>
                <a:cubicBezTo>
                  <a:pt x="552233" y="104695"/>
                  <a:pt x="554453" y="95370"/>
                  <a:pt x="554453" y="83258"/>
                </a:cubicBezTo>
                <a:cubicBezTo>
                  <a:pt x="554453" y="71005"/>
                  <a:pt x="552381" y="61629"/>
                  <a:pt x="548238" y="55129"/>
                </a:cubicBezTo>
                <a:cubicBezTo>
                  <a:pt x="544095" y="48627"/>
                  <a:pt x="538012" y="45376"/>
                  <a:pt x="529989" y="45376"/>
                </a:cubicBezTo>
                <a:cubicBezTo>
                  <a:pt x="522953" y="45376"/>
                  <a:pt x="517018" y="47326"/>
                  <a:pt x="512184" y="51226"/>
                </a:cubicBezTo>
                <a:cubicBezTo>
                  <a:pt x="507351" y="55127"/>
                  <a:pt x="503586" y="59678"/>
                  <a:pt x="500890" y="64879"/>
                </a:cubicBezTo>
                <a:lnTo>
                  <a:pt x="500890" y="103479"/>
                </a:lnTo>
                <a:cubicBezTo>
                  <a:pt x="503520" y="108681"/>
                  <a:pt x="507071" y="112907"/>
                  <a:pt x="511543" y="116158"/>
                </a:cubicBezTo>
                <a:cubicBezTo>
                  <a:pt x="516015" y="119409"/>
                  <a:pt x="521506" y="121035"/>
                  <a:pt x="528017" y="121035"/>
                </a:cubicBezTo>
                <a:close/>
                <a:moveTo>
                  <a:pt x="597750" y="132773"/>
                </a:moveTo>
                <a:lnTo>
                  <a:pt x="597750" y="33736"/>
                </a:lnTo>
                <a:lnTo>
                  <a:pt x="613237" y="33736"/>
                </a:lnTo>
                <a:lnTo>
                  <a:pt x="613828" y="49617"/>
                </a:lnTo>
                <a:cubicBezTo>
                  <a:pt x="616525" y="44619"/>
                  <a:pt x="620273" y="40444"/>
                  <a:pt x="625074" y="37090"/>
                </a:cubicBezTo>
                <a:cubicBezTo>
                  <a:pt x="629874" y="33736"/>
                  <a:pt x="636122" y="32059"/>
                  <a:pt x="643816" y="32059"/>
                </a:cubicBezTo>
                <a:lnTo>
                  <a:pt x="645789" y="32059"/>
                </a:lnTo>
                <a:lnTo>
                  <a:pt x="645789" y="47151"/>
                </a:lnTo>
                <a:lnTo>
                  <a:pt x="643520" y="47151"/>
                </a:lnTo>
                <a:cubicBezTo>
                  <a:pt x="638719" y="47151"/>
                  <a:pt x="634511" y="47803"/>
                  <a:pt x="630894" y="49106"/>
                </a:cubicBezTo>
                <a:cubicBezTo>
                  <a:pt x="627277" y="50407"/>
                  <a:pt x="624120" y="52205"/>
                  <a:pt x="621424" y="54500"/>
                </a:cubicBezTo>
                <a:cubicBezTo>
                  <a:pt x="618728" y="56796"/>
                  <a:pt x="616327" y="59451"/>
                  <a:pt x="614223" y="62466"/>
                </a:cubicBezTo>
                <a:lnTo>
                  <a:pt x="614223" y="132773"/>
                </a:lnTo>
                <a:lnTo>
                  <a:pt x="597750" y="132773"/>
                </a:lnTo>
                <a:close/>
                <a:moveTo>
                  <a:pt x="700543" y="134549"/>
                </a:moveTo>
                <a:cubicBezTo>
                  <a:pt x="691139" y="134549"/>
                  <a:pt x="683083" y="132501"/>
                  <a:pt x="676375" y="128405"/>
                </a:cubicBezTo>
                <a:cubicBezTo>
                  <a:pt x="669667" y="124307"/>
                  <a:pt x="664554" y="118450"/>
                  <a:pt x="661036" y="110831"/>
                </a:cubicBezTo>
                <a:cubicBezTo>
                  <a:pt x="657518" y="103213"/>
                  <a:pt x="655759" y="94156"/>
                  <a:pt x="655759" y="83658"/>
                </a:cubicBezTo>
                <a:cubicBezTo>
                  <a:pt x="655759" y="72892"/>
                  <a:pt x="657518" y="63666"/>
                  <a:pt x="661036" y="55980"/>
                </a:cubicBezTo>
                <a:cubicBezTo>
                  <a:pt x="664554" y="48294"/>
                  <a:pt x="669667" y="42386"/>
                  <a:pt x="676375" y="38255"/>
                </a:cubicBezTo>
                <a:cubicBezTo>
                  <a:pt x="683083" y="34124"/>
                  <a:pt x="691139" y="32059"/>
                  <a:pt x="700543" y="32059"/>
                </a:cubicBezTo>
                <a:cubicBezTo>
                  <a:pt x="710144" y="32059"/>
                  <a:pt x="718348" y="34124"/>
                  <a:pt x="725154" y="38255"/>
                </a:cubicBezTo>
                <a:cubicBezTo>
                  <a:pt x="731960" y="42386"/>
                  <a:pt x="737189" y="48294"/>
                  <a:pt x="740838" y="55980"/>
                </a:cubicBezTo>
                <a:cubicBezTo>
                  <a:pt x="744488" y="63666"/>
                  <a:pt x="746313" y="72892"/>
                  <a:pt x="746313" y="83658"/>
                </a:cubicBezTo>
                <a:cubicBezTo>
                  <a:pt x="746313" y="94156"/>
                  <a:pt x="744488" y="103213"/>
                  <a:pt x="740838" y="110831"/>
                </a:cubicBezTo>
                <a:cubicBezTo>
                  <a:pt x="737189" y="118450"/>
                  <a:pt x="731960" y="124307"/>
                  <a:pt x="725154" y="128405"/>
                </a:cubicBezTo>
                <a:cubicBezTo>
                  <a:pt x="718348" y="132501"/>
                  <a:pt x="710144" y="134549"/>
                  <a:pt x="700543" y="134549"/>
                </a:cubicBezTo>
                <a:moveTo>
                  <a:pt x="700543" y="121429"/>
                </a:moveTo>
                <a:cubicBezTo>
                  <a:pt x="707645" y="121429"/>
                  <a:pt x="713300" y="119805"/>
                  <a:pt x="717509" y="116556"/>
                </a:cubicBezTo>
                <a:cubicBezTo>
                  <a:pt x="721718" y="113305"/>
                  <a:pt x="724743" y="108823"/>
                  <a:pt x="726584" y="103110"/>
                </a:cubicBezTo>
                <a:cubicBezTo>
                  <a:pt x="728426" y="97396"/>
                  <a:pt x="729346" y="90915"/>
                  <a:pt x="729346" y="83665"/>
                </a:cubicBezTo>
                <a:cubicBezTo>
                  <a:pt x="729346" y="76275"/>
                  <a:pt x="728426" y="69672"/>
                  <a:pt x="726584" y="63856"/>
                </a:cubicBezTo>
                <a:cubicBezTo>
                  <a:pt x="724743" y="58040"/>
                  <a:pt x="721718" y="53474"/>
                  <a:pt x="717509" y="50157"/>
                </a:cubicBezTo>
                <a:cubicBezTo>
                  <a:pt x="713300" y="46838"/>
                  <a:pt x="707645" y="45178"/>
                  <a:pt x="700543" y="45178"/>
                </a:cubicBezTo>
                <a:cubicBezTo>
                  <a:pt x="693638" y="45178"/>
                  <a:pt x="688163" y="46838"/>
                  <a:pt x="684119" y="50157"/>
                </a:cubicBezTo>
                <a:cubicBezTo>
                  <a:pt x="680074" y="53474"/>
                  <a:pt x="677164" y="58040"/>
                  <a:pt x="675389" y="63856"/>
                </a:cubicBezTo>
                <a:cubicBezTo>
                  <a:pt x="673613" y="69672"/>
                  <a:pt x="672725" y="76275"/>
                  <a:pt x="672725" y="83665"/>
                </a:cubicBezTo>
                <a:cubicBezTo>
                  <a:pt x="672725" y="90915"/>
                  <a:pt x="673613" y="97396"/>
                  <a:pt x="675389" y="103110"/>
                </a:cubicBezTo>
                <a:cubicBezTo>
                  <a:pt x="677164" y="108823"/>
                  <a:pt x="680074" y="113305"/>
                  <a:pt x="684119" y="116556"/>
                </a:cubicBezTo>
                <a:cubicBezTo>
                  <a:pt x="688163" y="119805"/>
                  <a:pt x="693638" y="121429"/>
                  <a:pt x="700543" y="121429"/>
                </a:cubicBezTo>
                <a:close/>
                <a:moveTo>
                  <a:pt x="799277" y="134549"/>
                </a:moveTo>
                <a:cubicBezTo>
                  <a:pt x="793753" y="134549"/>
                  <a:pt x="788706" y="133471"/>
                  <a:pt x="784135" y="131315"/>
                </a:cubicBezTo>
                <a:cubicBezTo>
                  <a:pt x="779565" y="129159"/>
                  <a:pt x="775915" y="125976"/>
                  <a:pt x="773186" y="121765"/>
                </a:cubicBezTo>
                <a:cubicBezTo>
                  <a:pt x="770457" y="117555"/>
                  <a:pt x="769092" y="112350"/>
                  <a:pt x="769092" y="106152"/>
                </a:cubicBezTo>
                <a:cubicBezTo>
                  <a:pt x="769092" y="97328"/>
                  <a:pt x="771788" y="90625"/>
                  <a:pt x="777181" y="86044"/>
                </a:cubicBezTo>
                <a:cubicBezTo>
                  <a:pt x="782573" y="81464"/>
                  <a:pt x="790202" y="78348"/>
                  <a:pt x="800066" y="76698"/>
                </a:cubicBezTo>
                <a:cubicBezTo>
                  <a:pt x="809930" y="75048"/>
                  <a:pt x="821471" y="74155"/>
                  <a:pt x="834690" y="74019"/>
                </a:cubicBezTo>
                <a:lnTo>
                  <a:pt x="834690" y="66951"/>
                </a:lnTo>
                <a:cubicBezTo>
                  <a:pt x="834690" y="58289"/>
                  <a:pt x="832651" y="52346"/>
                  <a:pt x="828574" y="49124"/>
                </a:cubicBezTo>
                <a:cubicBezTo>
                  <a:pt x="824497" y="45902"/>
                  <a:pt x="819334" y="44291"/>
                  <a:pt x="813087" y="44291"/>
                </a:cubicBezTo>
                <a:cubicBezTo>
                  <a:pt x="806445" y="44291"/>
                  <a:pt x="800855" y="46047"/>
                  <a:pt x="796318" y="49559"/>
                </a:cubicBezTo>
                <a:cubicBezTo>
                  <a:pt x="791780" y="53071"/>
                  <a:pt x="789511" y="58614"/>
                  <a:pt x="789511" y="66189"/>
                </a:cubicBezTo>
                <a:lnTo>
                  <a:pt x="773531" y="66189"/>
                </a:lnTo>
                <a:cubicBezTo>
                  <a:pt x="773531" y="58064"/>
                  <a:pt x="775224" y="51496"/>
                  <a:pt x="778611" y="46485"/>
                </a:cubicBezTo>
                <a:cubicBezTo>
                  <a:pt x="781998" y="41473"/>
                  <a:pt x="786667" y="37816"/>
                  <a:pt x="792618" y="35515"/>
                </a:cubicBezTo>
                <a:cubicBezTo>
                  <a:pt x="798570" y="33211"/>
                  <a:pt x="805393" y="32059"/>
                  <a:pt x="813087" y="32059"/>
                </a:cubicBezTo>
                <a:cubicBezTo>
                  <a:pt x="818019" y="32059"/>
                  <a:pt x="822737" y="32534"/>
                  <a:pt x="827242" y="33483"/>
                </a:cubicBezTo>
                <a:cubicBezTo>
                  <a:pt x="831747" y="34430"/>
                  <a:pt x="835791" y="36158"/>
                  <a:pt x="839375" y="38665"/>
                </a:cubicBezTo>
                <a:cubicBezTo>
                  <a:pt x="842959" y="41172"/>
                  <a:pt x="845803" y="44679"/>
                  <a:pt x="847908" y="49186"/>
                </a:cubicBezTo>
                <a:cubicBezTo>
                  <a:pt x="850012" y="53690"/>
                  <a:pt x="851064" y="59499"/>
                  <a:pt x="851064" y="66612"/>
                </a:cubicBezTo>
                <a:lnTo>
                  <a:pt x="851064" y="132773"/>
                </a:lnTo>
                <a:lnTo>
                  <a:pt x="835676" y="132773"/>
                </a:lnTo>
                <a:lnTo>
                  <a:pt x="834986" y="118174"/>
                </a:lnTo>
                <a:cubicBezTo>
                  <a:pt x="830580" y="123106"/>
                  <a:pt x="825467" y="127068"/>
                  <a:pt x="819647" y="130061"/>
                </a:cubicBezTo>
                <a:cubicBezTo>
                  <a:pt x="813827" y="133053"/>
                  <a:pt x="807037" y="134549"/>
                  <a:pt x="799277" y="134549"/>
                </a:cubicBezTo>
                <a:moveTo>
                  <a:pt x="803617" y="121923"/>
                </a:moveTo>
                <a:cubicBezTo>
                  <a:pt x="810193" y="121923"/>
                  <a:pt x="816112" y="120316"/>
                  <a:pt x="821373" y="117101"/>
                </a:cubicBezTo>
                <a:cubicBezTo>
                  <a:pt x="826634" y="113885"/>
                  <a:pt x="831040" y="109815"/>
                  <a:pt x="834591" y="104891"/>
                </a:cubicBezTo>
                <a:lnTo>
                  <a:pt x="834591" y="84574"/>
                </a:lnTo>
                <a:cubicBezTo>
                  <a:pt x="817098" y="84779"/>
                  <a:pt x="804554" y="86490"/>
                  <a:pt x="796959" y="89706"/>
                </a:cubicBezTo>
                <a:cubicBezTo>
                  <a:pt x="789363" y="92921"/>
                  <a:pt x="785565" y="98187"/>
                  <a:pt x="785565" y="105505"/>
                </a:cubicBezTo>
                <a:cubicBezTo>
                  <a:pt x="785565" y="110499"/>
                  <a:pt x="787094" y="114483"/>
                  <a:pt x="790152" y="117459"/>
                </a:cubicBezTo>
                <a:cubicBezTo>
                  <a:pt x="793210" y="120435"/>
                  <a:pt x="797699" y="121923"/>
                  <a:pt x="803617" y="121923"/>
                </a:cubicBezTo>
                <a:close/>
                <a:moveTo>
                  <a:pt x="920853" y="134549"/>
                </a:moveTo>
                <a:cubicBezTo>
                  <a:pt x="912172" y="134549"/>
                  <a:pt x="904478" y="132668"/>
                  <a:pt x="897770" y="128908"/>
                </a:cubicBezTo>
                <a:cubicBezTo>
                  <a:pt x="891063" y="125145"/>
                  <a:pt x="885818" y="119484"/>
                  <a:pt x="882037" y="111926"/>
                </a:cubicBezTo>
                <a:cubicBezTo>
                  <a:pt x="878256" y="104367"/>
                  <a:pt x="876365" y="94894"/>
                  <a:pt x="876365" y="83507"/>
                </a:cubicBezTo>
                <a:cubicBezTo>
                  <a:pt x="876365" y="72120"/>
                  <a:pt x="878223" y="62614"/>
                  <a:pt x="881938" y="54987"/>
                </a:cubicBezTo>
                <a:cubicBezTo>
                  <a:pt x="885654" y="47361"/>
                  <a:pt x="890849" y="41633"/>
                  <a:pt x="897524" y="37805"/>
                </a:cubicBezTo>
                <a:cubicBezTo>
                  <a:pt x="904199" y="33974"/>
                  <a:pt x="911975" y="32059"/>
                  <a:pt x="920853" y="32059"/>
                </a:cubicBezTo>
                <a:cubicBezTo>
                  <a:pt x="928284" y="32059"/>
                  <a:pt x="934975" y="33311"/>
                  <a:pt x="940927" y="35817"/>
                </a:cubicBezTo>
                <a:cubicBezTo>
                  <a:pt x="946878" y="38322"/>
                  <a:pt x="951629" y="42097"/>
                  <a:pt x="955181" y="47142"/>
                </a:cubicBezTo>
                <a:cubicBezTo>
                  <a:pt x="958732" y="52187"/>
                  <a:pt x="960606" y="58569"/>
                  <a:pt x="960803" y="66288"/>
                </a:cubicBezTo>
                <a:lnTo>
                  <a:pt x="944527" y="66288"/>
                </a:lnTo>
                <a:cubicBezTo>
                  <a:pt x="944133" y="59800"/>
                  <a:pt x="941897" y="54693"/>
                  <a:pt x="937819" y="50968"/>
                </a:cubicBezTo>
                <a:cubicBezTo>
                  <a:pt x="933742" y="47240"/>
                  <a:pt x="928185" y="45376"/>
                  <a:pt x="921149" y="45376"/>
                </a:cubicBezTo>
                <a:cubicBezTo>
                  <a:pt x="911811" y="45376"/>
                  <a:pt x="904840" y="48716"/>
                  <a:pt x="900237" y="55397"/>
                </a:cubicBezTo>
                <a:cubicBezTo>
                  <a:pt x="895633" y="62078"/>
                  <a:pt x="893332" y="71449"/>
                  <a:pt x="893332" y="83510"/>
                </a:cubicBezTo>
                <a:cubicBezTo>
                  <a:pt x="893332" y="91527"/>
                  <a:pt x="894351" y="98328"/>
                  <a:pt x="896389" y="103914"/>
                </a:cubicBezTo>
                <a:cubicBezTo>
                  <a:pt x="898428" y="109498"/>
                  <a:pt x="901519" y="113780"/>
                  <a:pt x="905662" y="116762"/>
                </a:cubicBezTo>
                <a:cubicBezTo>
                  <a:pt x="909805" y="119742"/>
                  <a:pt x="914967" y="121232"/>
                  <a:pt x="921149" y="121232"/>
                </a:cubicBezTo>
                <a:cubicBezTo>
                  <a:pt x="928185" y="121232"/>
                  <a:pt x="933907" y="119316"/>
                  <a:pt x="938313" y="115483"/>
                </a:cubicBezTo>
                <a:cubicBezTo>
                  <a:pt x="942719" y="111648"/>
                  <a:pt x="945020" y="106035"/>
                  <a:pt x="945218" y="98643"/>
                </a:cubicBezTo>
                <a:lnTo>
                  <a:pt x="961494" y="98643"/>
                </a:lnTo>
                <a:cubicBezTo>
                  <a:pt x="961296" y="106645"/>
                  <a:pt x="959406" y="113308"/>
                  <a:pt x="955822" y="118630"/>
                </a:cubicBezTo>
                <a:cubicBezTo>
                  <a:pt x="952238" y="123953"/>
                  <a:pt x="947404" y="127937"/>
                  <a:pt x="941321" y="130582"/>
                </a:cubicBezTo>
                <a:cubicBezTo>
                  <a:pt x="935238" y="133226"/>
                  <a:pt x="928416" y="134549"/>
                  <a:pt x="920853" y="134549"/>
                </a:cubicBezTo>
                <a:close/>
                <a:moveTo>
                  <a:pt x="988659" y="132773"/>
                </a:moveTo>
                <a:lnTo>
                  <a:pt x="988659" y="0"/>
                </a:lnTo>
                <a:lnTo>
                  <a:pt x="1005034" y="0"/>
                </a:lnTo>
                <a:lnTo>
                  <a:pt x="1005034" y="48236"/>
                </a:lnTo>
                <a:cubicBezTo>
                  <a:pt x="1007993" y="44356"/>
                  <a:pt x="1012235" y="40690"/>
                  <a:pt x="1017759" y="37238"/>
                </a:cubicBezTo>
                <a:cubicBezTo>
                  <a:pt x="1023283" y="33785"/>
                  <a:pt x="1030320" y="32059"/>
                  <a:pt x="1038869" y="32059"/>
                </a:cubicBezTo>
                <a:cubicBezTo>
                  <a:pt x="1049654" y="32059"/>
                  <a:pt x="1057397" y="35254"/>
                  <a:pt x="1062099" y="41643"/>
                </a:cubicBezTo>
                <a:cubicBezTo>
                  <a:pt x="1066801" y="48030"/>
                  <a:pt x="1069152" y="57068"/>
                  <a:pt x="1069152" y="68757"/>
                </a:cubicBezTo>
                <a:lnTo>
                  <a:pt x="1069152" y="132773"/>
                </a:lnTo>
                <a:lnTo>
                  <a:pt x="1052679" y="132773"/>
                </a:lnTo>
                <a:lnTo>
                  <a:pt x="1052679" y="70773"/>
                </a:lnTo>
                <a:cubicBezTo>
                  <a:pt x="1052679" y="65989"/>
                  <a:pt x="1052202" y="61719"/>
                  <a:pt x="1051248" y="57962"/>
                </a:cubicBezTo>
                <a:cubicBezTo>
                  <a:pt x="1050295" y="54203"/>
                  <a:pt x="1048536" y="51248"/>
                  <a:pt x="1045971" y="49096"/>
                </a:cubicBezTo>
                <a:cubicBezTo>
                  <a:pt x="1043406" y="46945"/>
                  <a:pt x="1039724" y="45869"/>
                  <a:pt x="1034923" y="45869"/>
                </a:cubicBezTo>
                <a:cubicBezTo>
                  <a:pt x="1027755" y="45869"/>
                  <a:pt x="1021738" y="47560"/>
                  <a:pt x="1016871" y="50943"/>
                </a:cubicBezTo>
                <a:cubicBezTo>
                  <a:pt x="1012005" y="54323"/>
                  <a:pt x="1008092" y="58030"/>
                  <a:pt x="1005133" y="62062"/>
                </a:cubicBezTo>
                <a:lnTo>
                  <a:pt x="1005133" y="132773"/>
                </a:lnTo>
                <a:lnTo>
                  <a:pt x="988659" y="132773"/>
                </a:lnTo>
                <a:close/>
                <a:moveTo>
                  <a:pt x="1115112" y="132773"/>
                </a:moveTo>
                <a:cubicBezTo>
                  <a:pt x="1111430" y="132773"/>
                  <a:pt x="1108372" y="131573"/>
                  <a:pt x="1105938" y="129173"/>
                </a:cubicBezTo>
                <a:cubicBezTo>
                  <a:pt x="1103505" y="126773"/>
                  <a:pt x="1102289" y="123830"/>
                  <a:pt x="1102289" y="120344"/>
                </a:cubicBezTo>
                <a:cubicBezTo>
                  <a:pt x="1102289" y="116727"/>
                  <a:pt x="1103505" y="113752"/>
                  <a:pt x="1105938" y="111417"/>
                </a:cubicBezTo>
                <a:cubicBezTo>
                  <a:pt x="1108372" y="109083"/>
                  <a:pt x="1111430" y="107915"/>
                  <a:pt x="1115112" y="107915"/>
                </a:cubicBezTo>
                <a:cubicBezTo>
                  <a:pt x="1118729" y="107915"/>
                  <a:pt x="1121721" y="109083"/>
                  <a:pt x="1124089" y="111417"/>
                </a:cubicBezTo>
                <a:cubicBezTo>
                  <a:pt x="1126456" y="113752"/>
                  <a:pt x="1127640" y="116727"/>
                  <a:pt x="1127640" y="120344"/>
                </a:cubicBezTo>
                <a:cubicBezTo>
                  <a:pt x="1127640" y="123830"/>
                  <a:pt x="1126456" y="126773"/>
                  <a:pt x="1124089" y="129173"/>
                </a:cubicBezTo>
                <a:cubicBezTo>
                  <a:pt x="1121721" y="131573"/>
                  <a:pt x="1118729" y="132773"/>
                  <a:pt x="1115112" y="132773"/>
                </a:cubicBezTo>
                <a:moveTo>
                  <a:pt x="1115112" y="60567"/>
                </a:moveTo>
                <a:cubicBezTo>
                  <a:pt x="1111430" y="60567"/>
                  <a:pt x="1108372" y="59367"/>
                  <a:pt x="1105938" y="56966"/>
                </a:cubicBezTo>
                <a:cubicBezTo>
                  <a:pt x="1103505" y="54566"/>
                  <a:pt x="1102289" y="51623"/>
                  <a:pt x="1102289" y="48138"/>
                </a:cubicBezTo>
                <a:cubicBezTo>
                  <a:pt x="1102289" y="44521"/>
                  <a:pt x="1103505" y="41545"/>
                  <a:pt x="1105938" y="39211"/>
                </a:cubicBezTo>
                <a:cubicBezTo>
                  <a:pt x="1108372" y="36876"/>
                  <a:pt x="1111430" y="35709"/>
                  <a:pt x="1115112" y="35709"/>
                </a:cubicBezTo>
                <a:cubicBezTo>
                  <a:pt x="1118729" y="35709"/>
                  <a:pt x="1121721" y="36876"/>
                  <a:pt x="1124089" y="39211"/>
                </a:cubicBezTo>
                <a:cubicBezTo>
                  <a:pt x="1126456" y="41545"/>
                  <a:pt x="1127640" y="44521"/>
                  <a:pt x="1127640" y="48138"/>
                </a:cubicBezTo>
                <a:cubicBezTo>
                  <a:pt x="1127640" y="51623"/>
                  <a:pt x="1126456" y="54566"/>
                  <a:pt x="1124089" y="56966"/>
                </a:cubicBezTo>
                <a:cubicBezTo>
                  <a:pt x="1121721" y="59367"/>
                  <a:pt x="1118729" y="60567"/>
                  <a:pt x="1115112" y="6056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" name="Text 1.If`quadTree1`is">
            <a:extLst xmlns:a="http://schemas.openxmlformats.org/drawingml/2006/main">
              <a:ext uri="{FF2B5EF4-FFF2-40B4-BE49-F238E27FC236}">
                <a16:creationId xmlns:a16="http://schemas.microsoft.com/office/drawing/2014/main" id="{6F109583-C543-4DC5-A638-1D1B8F470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5927" y="5905216"/>
            <a:ext cx="1663697" cy="171639"/>
          </a:xfrm>
          <a:custGeom xmlns:a="http://schemas.openxmlformats.org/drawingml/2006/main">
            <a:pathLst>
              <a:path w="1663697" h="171639">
                <a:moveTo>
                  <a:pt x="34130" y="136324"/>
                </a:moveTo>
                <a:lnTo>
                  <a:pt x="34130" y="28902"/>
                </a:lnTo>
                <a:cubicBezTo>
                  <a:pt x="32355" y="31319"/>
                  <a:pt x="29839" y="33654"/>
                  <a:pt x="26584" y="35906"/>
                </a:cubicBezTo>
                <a:cubicBezTo>
                  <a:pt x="23329" y="38158"/>
                  <a:pt x="19466" y="40166"/>
                  <a:pt x="14994" y="41929"/>
                </a:cubicBezTo>
                <a:cubicBezTo>
                  <a:pt x="10522" y="43693"/>
                  <a:pt x="5524" y="44966"/>
                  <a:pt x="0" y="45749"/>
                </a:cubicBezTo>
                <a:lnTo>
                  <a:pt x="0" y="30163"/>
                </a:lnTo>
                <a:cubicBezTo>
                  <a:pt x="5458" y="29247"/>
                  <a:pt x="10538" y="27579"/>
                  <a:pt x="15240" y="25160"/>
                </a:cubicBezTo>
                <a:cubicBezTo>
                  <a:pt x="19942" y="22739"/>
                  <a:pt x="24085" y="19959"/>
                  <a:pt x="27669" y="16819"/>
                </a:cubicBezTo>
                <a:cubicBezTo>
                  <a:pt x="31253" y="13678"/>
                  <a:pt x="34065" y="10670"/>
                  <a:pt x="36103" y="7793"/>
                </a:cubicBezTo>
                <a:lnTo>
                  <a:pt x="51393" y="7793"/>
                </a:lnTo>
                <a:lnTo>
                  <a:pt x="51393" y="136324"/>
                </a:lnTo>
                <a:lnTo>
                  <a:pt x="34130" y="136324"/>
                </a:lnTo>
                <a:close/>
                <a:moveTo>
                  <a:pt x="117335" y="136324"/>
                </a:moveTo>
                <a:cubicBezTo>
                  <a:pt x="113652" y="136324"/>
                  <a:pt x="110594" y="135124"/>
                  <a:pt x="108161" y="132724"/>
                </a:cubicBezTo>
                <a:cubicBezTo>
                  <a:pt x="105728" y="130324"/>
                  <a:pt x="104511" y="127381"/>
                  <a:pt x="104511" y="123895"/>
                </a:cubicBezTo>
                <a:cubicBezTo>
                  <a:pt x="104511" y="120279"/>
                  <a:pt x="105728" y="117303"/>
                  <a:pt x="108161" y="114968"/>
                </a:cubicBezTo>
                <a:cubicBezTo>
                  <a:pt x="110594" y="112634"/>
                  <a:pt x="113652" y="111466"/>
                  <a:pt x="117335" y="111466"/>
                </a:cubicBezTo>
                <a:cubicBezTo>
                  <a:pt x="120952" y="111466"/>
                  <a:pt x="123944" y="112634"/>
                  <a:pt x="126311" y="114968"/>
                </a:cubicBezTo>
                <a:cubicBezTo>
                  <a:pt x="128679" y="117303"/>
                  <a:pt x="129862" y="120279"/>
                  <a:pt x="129862" y="123895"/>
                </a:cubicBezTo>
                <a:cubicBezTo>
                  <a:pt x="129862" y="127381"/>
                  <a:pt x="128679" y="130324"/>
                  <a:pt x="126311" y="132724"/>
                </a:cubicBezTo>
                <a:cubicBezTo>
                  <a:pt x="123944" y="135124"/>
                  <a:pt x="120952" y="136324"/>
                  <a:pt x="117335" y="136324"/>
                </a:cubicBezTo>
                <a:close/>
                <a:moveTo>
                  <a:pt x="206503" y="136324"/>
                </a:moveTo>
                <a:lnTo>
                  <a:pt x="206503" y="3551"/>
                </a:lnTo>
                <a:lnTo>
                  <a:pt x="224259" y="3551"/>
                </a:lnTo>
                <a:lnTo>
                  <a:pt x="224259" y="136324"/>
                </a:lnTo>
                <a:lnTo>
                  <a:pt x="206503" y="136324"/>
                </a:lnTo>
                <a:close/>
                <a:moveTo>
                  <a:pt x="258883" y="136324"/>
                </a:moveTo>
                <a:lnTo>
                  <a:pt x="258883" y="50604"/>
                </a:lnTo>
                <a:lnTo>
                  <a:pt x="242804" y="50604"/>
                </a:lnTo>
                <a:lnTo>
                  <a:pt x="242804" y="37287"/>
                </a:lnTo>
                <a:lnTo>
                  <a:pt x="258883" y="37287"/>
                </a:lnTo>
                <a:lnTo>
                  <a:pt x="258883" y="32210"/>
                </a:lnTo>
                <a:cubicBezTo>
                  <a:pt x="258883" y="27734"/>
                  <a:pt x="259294" y="23713"/>
                  <a:pt x="260116" y="20148"/>
                </a:cubicBezTo>
                <a:cubicBezTo>
                  <a:pt x="260938" y="16580"/>
                  <a:pt x="262385" y="13573"/>
                  <a:pt x="264456" y="11125"/>
                </a:cubicBezTo>
                <a:cubicBezTo>
                  <a:pt x="266528" y="8675"/>
                  <a:pt x="269421" y="6801"/>
                  <a:pt x="273137" y="5502"/>
                </a:cubicBezTo>
                <a:cubicBezTo>
                  <a:pt x="276852" y="4202"/>
                  <a:pt x="281669" y="3551"/>
                  <a:pt x="287588" y="3551"/>
                </a:cubicBezTo>
                <a:lnTo>
                  <a:pt x="297551" y="3551"/>
                </a:lnTo>
                <a:lnTo>
                  <a:pt x="297551" y="16473"/>
                </a:lnTo>
                <a:lnTo>
                  <a:pt x="288673" y="16473"/>
                </a:lnTo>
                <a:cubicBezTo>
                  <a:pt x="282820" y="16473"/>
                  <a:pt x="279121" y="17855"/>
                  <a:pt x="277576" y="20619"/>
                </a:cubicBezTo>
                <a:cubicBezTo>
                  <a:pt x="276030" y="23383"/>
                  <a:pt x="275258" y="27385"/>
                  <a:pt x="275258" y="32623"/>
                </a:cubicBezTo>
                <a:lnTo>
                  <a:pt x="275258" y="37287"/>
                </a:lnTo>
                <a:lnTo>
                  <a:pt x="297649" y="37287"/>
                </a:lnTo>
                <a:lnTo>
                  <a:pt x="297649" y="50604"/>
                </a:lnTo>
                <a:lnTo>
                  <a:pt x="275258" y="50604"/>
                </a:lnTo>
                <a:lnTo>
                  <a:pt x="275258" y="136324"/>
                </a:lnTo>
                <a:lnTo>
                  <a:pt x="258883" y="136324"/>
                </a:lnTo>
                <a:close/>
                <a:moveTo>
                  <a:pt x="392436" y="26831"/>
                </a:moveTo>
                <a:lnTo>
                  <a:pt x="366098" y="296"/>
                </a:lnTo>
                <a:lnTo>
                  <a:pt x="385037" y="296"/>
                </a:lnTo>
                <a:lnTo>
                  <a:pt x="405160" y="26831"/>
                </a:lnTo>
                <a:lnTo>
                  <a:pt x="392436" y="26831"/>
                </a:lnTo>
                <a:close/>
                <a:moveTo>
                  <a:pt x="534572" y="171639"/>
                </a:moveTo>
                <a:lnTo>
                  <a:pt x="534572" y="121824"/>
                </a:lnTo>
                <a:cubicBezTo>
                  <a:pt x="531153" y="126756"/>
                  <a:pt x="526730" y="130702"/>
                  <a:pt x="521305" y="133661"/>
                </a:cubicBezTo>
                <a:cubicBezTo>
                  <a:pt x="515879" y="136620"/>
                  <a:pt x="509583" y="138100"/>
                  <a:pt x="502415" y="138100"/>
                </a:cubicBezTo>
                <a:cubicBezTo>
                  <a:pt x="494458" y="138100"/>
                  <a:pt x="487602" y="136172"/>
                  <a:pt x="481848" y="132317"/>
                </a:cubicBezTo>
                <a:cubicBezTo>
                  <a:pt x="476094" y="128460"/>
                  <a:pt x="471687" y="122676"/>
                  <a:pt x="468630" y="114965"/>
                </a:cubicBezTo>
                <a:cubicBezTo>
                  <a:pt x="465572" y="107253"/>
                  <a:pt x="464043" y="97747"/>
                  <a:pt x="464043" y="86448"/>
                </a:cubicBezTo>
                <a:cubicBezTo>
                  <a:pt x="464043" y="75287"/>
                  <a:pt x="465703" y="65952"/>
                  <a:pt x="469024" y="58443"/>
                </a:cubicBezTo>
                <a:cubicBezTo>
                  <a:pt x="472345" y="50934"/>
                  <a:pt x="477014" y="45251"/>
                  <a:pt x="483031" y="41396"/>
                </a:cubicBezTo>
                <a:cubicBezTo>
                  <a:pt x="489049" y="37539"/>
                  <a:pt x="496134" y="35610"/>
                  <a:pt x="504289" y="35610"/>
                </a:cubicBezTo>
                <a:cubicBezTo>
                  <a:pt x="511391" y="35610"/>
                  <a:pt x="517441" y="37139"/>
                  <a:pt x="522439" y="40197"/>
                </a:cubicBezTo>
                <a:cubicBezTo>
                  <a:pt x="527437" y="43255"/>
                  <a:pt x="531481" y="47283"/>
                  <a:pt x="534572" y="52281"/>
                </a:cubicBezTo>
                <a:lnTo>
                  <a:pt x="535164" y="37287"/>
                </a:lnTo>
                <a:lnTo>
                  <a:pt x="551046" y="37287"/>
                </a:lnTo>
                <a:lnTo>
                  <a:pt x="551046" y="171639"/>
                </a:lnTo>
                <a:lnTo>
                  <a:pt x="534572" y="171639"/>
                </a:lnTo>
                <a:moveTo>
                  <a:pt x="505374" y="124586"/>
                </a:moveTo>
                <a:cubicBezTo>
                  <a:pt x="512542" y="124586"/>
                  <a:pt x="518477" y="122826"/>
                  <a:pt x="523179" y="119305"/>
                </a:cubicBezTo>
                <a:cubicBezTo>
                  <a:pt x="527881" y="115785"/>
                  <a:pt x="531679" y="111496"/>
                  <a:pt x="534572" y="106439"/>
                </a:cubicBezTo>
                <a:lnTo>
                  <a:pt x="534572" y="68301"/>
                </a:lnTo>
                <a:cubicBezTo>
                  <a:pt x="531876" y="62900"/>
                  <a:pt x="528358" y="58354"/>
                  <a:pt x="524017" y="54664"/>
                </a:cubicBezTo>
                <a:cubicBezTo>
                  <a:pt x="519677" y="50973"/>
                  <a:pt x="514153" y="49093"/>
                  <a:pt x="507445" y="49026"/>
                </a:cubicBezTo>
                <a:cubicBezTo>
                  <a:pt x="498699" y="49026"/>
                  <a:pt x="492041" y="52290"/>
                  <a:pt x="487470" y="58819"/>
                </a:cubicBezTo>
                <a:cubicBezTo>
                  <a:pt x="482900" y="65346"/>
                  <a:pt x="480615" y="74556"/>
                  <a:pt x="480615" y="86448"/>
                </a:cubicBezTo>
                <a:cubicBezTo>
                  <a:pt x="480615" y="98887"/>
                  <a:pt x="482768" y="108354"/>
                  <a:pt x="487076" y="114848"/>
                </a:cubicBezTo>
                <a:cubicBezTo>
                  <a:pt x="491383" y="121340"/>
                  <a:pt x="497483" y="124586"/>
                  <a:pt x="505374" y="124586"/>
                </a:cubicBezTo>
                <a:close/>
                <a:moveTo>
                  <a:pt x="613283" y="138100"/>
                </a:moveTo>
                <a:cubicBezTo>
                  <a:pt x="602169" y="138100"/>
                  <a:pt x="594146" y="134906"/>
                  <a:pt x="589214" y="128519"/>
                </a:cubicBezTo>
                <a:cubicBezTo>
                  <a:pt x="584282" y="122130"/>
                  <a:pt x="581815" y="113329"/>
                  <a:pt x="581815" y="102117"/>
                </a:cubicBezTo>
                <a:lnTo>
                  <a:pt x="581815" y="37287"/>
                </a:lnTo>
                <a:lnTo>
                  <a:pt x="598387" y="37287"/>
                </a:lnTo>
                <a:lnTo>
                  <a:pt x="598387" y="100129"/>
                </a:lnTo>
                <a:cubicBezTo>
                  <a:pt x="598387" y="104640"/>
                  <a:pt x="598881" y="108672"/>
                  <a:pt x="599867" y="112225"/>
                </a:cubicBezTo>
                <a:cubicBezTo>
                  <a:pt x="600854" y="115778"/>
                  <a:pt x="602728" y="118546"/>
                  <a:pt x="605490" y="120529"/>
                </a:cubicBezTo>
                <a:cubicBezTo>
                  <a:pt x="608252" y="122510"/>
                  <a:pt x="612230" y="123501"/>
                  <a:pt x="617426" y="123501"/>
                </a:cubicBezTo>
                <a:cubicBezTo>
                  <a:pt x="624659" y="123501"/>
                  <a:pt x="630709" y="121946"/>
                  <a:pt x="635576" y="118837"/>
                </a:cubicBezTo>
                <a:cubicBezTo>
                  <a:pt x="640442" y="115728"/>
                  <a:pt x="644355" y="112122"/>
                  <a:pt x="647314" y="108020"/>
                </a:cubicBezTo>
                <a:lnTo>
                  <a:pt x="647314" y="37287"/>
                </a:lnTo>
                <a:lnTo>
                  <a:pt x="663886" y="37287"/>
                </a:lnTo>
                <a:lnTo>
                  <a:pt x="663886" y="136324"/>
                </a:lnTo>
                <a:lnTo>
                  <a:pt x="648005" y="136324"/>
                </a:lnTo>
                <a:lnTo>
                  <a:pt x="647512" y="121824"/>
                </a:lnTo>
                <a:cubicBezTo>
                  <a:pt x="644421" y="125638"/>
                  <a:pt x="640064" y="129304"/>
                  <a:pt x="634441" y="132823"/>
                </a:cubicBezTo>
                <a:cubicBezTo>
                  <a:pt x="628819" y="136341"/>
                  <a:pt x="621766" y="138100"/>
                  <a:pt x="613283" y="138100"/>
                </a:cubicBezTo>
                <a:close/>
                <a:moveTo>
                  <a:pt x="721097" y="138100"/>
                </a:moveTo>
                <a:cubicBezTo>
                  <a:pt x="715573" y="138100"/>
                  <a:pt x="710526" y="137022"/>
                  <a:pt x="705955" y="134866"/>
                </a:cubicBezTo>
                <a:cubicBezTo>
                  <a:pt x="701385" y="132711"/>
                  <a:pt x="697735" y="129527"/>
                  <a:pt x="695006" y="125317"/>
                </a:cubicBezTo>
                <a:cubicBezTo>
                  <a:pt x="692277" y="121106"/>
                  <a:pt x="690912" y="115901"/>
                  <a:pt x="690912" y="109703"/>
                </a:cubicBezTo>
                <a:cubicBezTo>
                  <a:pt x="690912" y="100879"/>
                  <a:pt x="693609" y="94176"/>
                  <a:pt x="699001" y="89595"/>
                </a:cubicBezTo>
                <a:cubicBezTo>
                  <a:pt x="704394" y="85015"/>
                  <a:pt x="712022" y="81899"/>
                  <a:pt x="721886" y="80249"/>
                </a:cubicBezTo>
                <a:cubicBezTo>
                  <a:pt x="731751" y="78599"/>
                  <a:pt x="743292" y="77706"/>
                  <a:pt x="756510" y="77570"/>
                </a:cubicBezTo>
                <a:lnTo>
                  <a:pt x="756510" y="70502"/>
                </a:lnTo>
                <a:cubicBezTo>
                  <a:pt x="756510" y="61840"/>
                  <a:pt x="754471" y="55898"/>
                  <a:pt x="750394" y="52675"/>
                </a:cubicBezTo>
                <a:cubicBezTo>
                  <a:pt x="746317" y="49453"/>
                  <a:pt x="741155" y="47842"/>
                  <a:pt x="734907" y="47842"/>
                </a:cubicBezTo>
                <a:cubicBezTo>
                  <a:pt x="728265" y="47842"/>
                  <a:pt x="722675" y="49598"/>
                  <a:pt x="718138" y="53110"/>
                </a:cubicBezTo>
                <a:cubicBezTo>
                  <a:pt x="713600" y="56622"/>
                  <a:pt x="711331" y="62166"/>
                  <a:pt x="711331" y="69741"/>
                </a:cubicBezTo>
                <a:lnTo>
                  <a:pt x="695351" y="69741"/>
                </a:lnTo>
                <a:cubicBezTo>
                  <a:pt x="695351" y="61615"/>
                  <a:pt x="697045" y="55047"/>
                  <a:pt x="700431" y="50037"/>
                </a:cubicBezTo>
                <a:cubicBezTo>
                  <a:pt x="703818" y="45024"/>
                  <a:pt x="708487" y="41367"/>
                  <a:pt x="714439" y="39066"/>
                </a:cubicBezTo>
                <a:cubicBezTo>
                  <a:pt x="720390" y="36762"/>
                  <a:pt x="727213" y="35610"/>
                  <a:pt x="734907" y="35610"/>
                </a:cubicBezTo>
                <a:cubicBezTo>
                  <a:pt x="739839" y="35610"/>
                  <a:pt x="744558" y="36085"/>
                  <a:pt x="749062" y="37034"/>
                </a:cubicBezTo>
                <a:cubicBezTo>
                  <a:pt x="753567" y="37982"/>
                  <a:pt x="757611" y="39709"/>
                  <a:pt x="761195" y="42216"/>
                </a:cubicBezTo>
                <a:cubicBezTo>
                  <a:pt x="764779" y="44723"/>
                  <a:pt x="767624" y="48230"/>
                  <a:pt x="769728" y="52737"/>
                </a:cubicBezTo>
                <a:cubicBezTo>
                  <a:pt x="771832" y="57242"/>
                  <a:pt x="772885" y="63050"/>
                  <a:pt x="772885" y="70163"/>
                </a:cubicBezTo>
                <a:lnTo>
                  <a:pt x="772885" y="136324"/>
                </a:lnTo>
                <a:lnTo>
                  <a:pt x="757496" y="136324"/>
                </a:lnTo>
                <a:lnTo>
                  <a:pt x="756806" y="121725"/>
                </a:lnTo>
                <a:cubicBezTo>
                  <a:pt x="752400" y="126657"/>
                  <a:pt x="747287" y="130620"/>
                  <a:pt x="741467" y="133612"/>
                </a:cubicBezTo>
                <a:cubicBezTo>
                  <a:pt x="735647" y="136604"/>
                  <a:pt x="728857" y="138100"/>
                  <a:pt x="721097" y="138100"/>
                </a:cubicBezTo>
                <a:moveTo>
                  <a:pt x="725437" y="125474"/>
                </a:moveTo>
                <a:cubicBezTo>
                  <a:pt x="732014" y="125474"/>
                  <a:pt x="737932" y="123867"/>
                  <a:pt x="743193" y="120653"/>
                </a:cubicBezTo>
                <a:cubicBezTo>
                  <a:pt x="748454" y="117436"/>
                  <a:pt x="752860" y="113366"/>
                  <a:pt x="756411" y="108442"/>
                </a:cubicBezTo>
                <a:lnTo>
                  <a:pt x="756411" y="88125"/>
                </a:lnTo>
                <a:cubicBezTo>
                  <a:pt x="738919" y="88331"/>
                  <a:pt x="726375" y="90041"/>
                  <a:pt x="718779" y="93258"/>
                </a:cubicBezTo>
                <a:cubicBezTo>
                  <a:pt x="711184" y="96472"/>
                  <a:pt x="707386" y="101738"/>
                  <a:pt x="707386" y="109056"/>
                </a:cubicBezTo>
                <a:cubicBezTo>
                  <a:pt x="707386" y="114050"/>
                  <a:pt x="708915" y="118034"/>
                  <a:pt x="711973" y="121010"/>
                </a:cubicBezTo>
                <a:cubicBezTo>
                  <a:pt x="715031" y="123986"/>
                  <a:pt x="719519" y="125474"/>
                  <a:pt x="725437" y="125474"/>
                </a:cubicBezTo>
                <a:close/>
                <a:moveTo>
                  <a:pt x="836458" y="138100"/>
                </a:moveTo>
                <a:cubicBezTo>
                  <a:pt x="828633" y="138100"/>
                  <a:pt x="821859" y="136170"/>
                  <a:pt x="816138" y="132311"/>
                </a:cubicBezTo>
                <a:cubicBezTo>
                  <a:pt x="810417" y="128452"/>
                  <a:pt x="805994" y="122679"/>
                  <a:pt x="802870" y="114993"/>
                </a:cubicBezTo>
                <a:cubicBezTo>
                  <a:pt x="799747" y="107307"/>
                  <a:pt x="798185" y="97810"/>
                  <a:pt x="798185" y="86501"/>
                </a:cubicBezTo>
                <a:cubicBezTo>
                  <a:pt x="798185" y="75259"/>
                  <a:pt x="799845" y="65881"/>
                  <a:pt x="803166" y="58366"/>
                </a:cubicBezTo>
                <a:cubicBezTo>
                  <a:pt x="806487" y="50848"/>
                  <a:pt x="811173" y="45176"/>
                  <a:pt x="817223" y="41350"/>
                </a:cubicBezTo>
                <a:cubicBezTo>
                  <a:pt x="823273" y="37523"/>
                  <a:pt x="830408" y="35610"/>
                  <a:pt x="838629" y="35610"/>
                </a:cubicBezTo>
                <a:cubicBezTo>
                  <a:pt x="845468" y="35610"/>
                  <a:pt x="851419" y="37106"/>
                  <a:pt x="856483" y="40098"/>
                </a:cubicBezTo>
                <a:cubicBezTo>
                  <a:pt x="861547" y="43090"/>
                  <a:pt x="865624" y="47151"/>
                  <a:pt x="868715" y="52281"/>
                </a:cubicBezTo>
                <a:lnTo>
                  <a:pt x="868715" y="3551"/>
                </a:lnTo>
                <a:lnTo>
                  <a:pt x="885188" y="3551"/>
                </a:lnTo>
                <a:lnTo>
                  <a:pt x="885188" y="136324"/>
                </a:lnTo>
                <a:lnTo>
                  <a:pt x="869602" y="136324"/>
                </a:lnTo>
                <a:lnTo>
                  <a:pt x="868715" y="122317"/>
                </a:lnTo>
                <a:cubicBezTo>
                  <a:pt x="865295" y="126986"/>
                  <a:pt x="860889" y="130784"/>
                  <a:pt x="855496" y="133710"/>
                </a:cubicBezTo>
                <a:cubicBezTo>
                  <a:pt x="850104" y="136637"/>
                  <a:pt x="843758" y="138100"/>
                  <a:pt x="836458" y="138100"/>
                </a:cubicBezTo>
                <a:moveTo>
                  <a:pt x="839812" y="124586"/>
                </a:moveTo>
                <a:cubicBezTo>
                  <a:pt x="846849" y="124586"/>
                  <a:pt x="852702" y="122858"/>
                  <a:pt x="857371" y="119401"/>
                </a:cubicBezTo>
                <a:cubicBezTo>
                  <a:pt x="862040" y="115944"/>
                  <a:pt x="865821" y="111787"/>
                  <a:pt x="868715" y="106929"/>
                </a:cubicBezTo>
                <a:lnTo>
                  <a:pt x="868715" y="68430"/>
                </a:lnTo>
                <a:cubicBezTo>
                  <a:pt x="866018" y="62818"/>
                  <a:pt x="862484" y="58181"/>
                  <a:pt x="858111" y="54519"/>
                </a:cubicBezTo>
                <a:cubicBezTo>
                  <a:pt x="853737" y="50857"/>
                  <a:pt x="848230" y="49026"/>
                  <a:pt x="841588" y="49026"/>
                </a:cubicBezTo>
                <a:cubicBezTo>
                  <a:pt x="832841" y="49026"/>
                  <a:pt x="826249" y="52277"/>
                  <a:pt x="821810" y="58779"/>
                </a:cubicBezTo>
                <a:cubicBezTo>
                  <a:pt x="817371" y="65281"/>
                  <a:pt x="815152" y="74521"/>
                  <a:pt x="815152" y="86497"/>
                </a:cubicBezTo>
                <a:cubicBezTo>
                  <a:pt x="815152" y="98885"/>
                  <a:pt x="817239" y="108330"/>
                  <a:pt x="821415" y="114833"/>
                </a:cubicBezTo>
                <a:cubicBezTo>
                  <a:pt x="825591" y="121335"/>
                  <a:pt x="831724" y="124586"/>
                  <a:pt x="839812" y="124586"/>
                </a:cubicBezTo>
                <a:close/>
                <a:moveTo>
                  <a:pt x="940618" y="136324"/>
                </a:moveTo>
                <a:lnTo>
                  <a:pt x="940618" y="18446"/>
                </a:lnTo>
                <a:lnTo>
                  <a:pt x="902838" y="18446"/>
                </a:lnTo>
                <a:lnTo>
                  <a:pt x="902838" y="3551"/>
                </a:lnTo>
                <a:lnTo>
                  <a:pt x="995957" y="3551"/>
                </a:lnTo>
                <a:lnTo>
                  <a:pt x="995957" y="18446"/>
                </a:lnTo>
                <a:lnTo>
                  <a:pt x="958275" y="18446"/>
                </a:lnTo>
                <a:lnTo>
                  <a:pt x="958275" y="136324"/>
                </a:lnTo>
                <a:lnTo>
                  <a:pt x="940618" y="136324"/>
                </a:lnTo>
                <a:close/>
                <a:moveTo>
                  <a:pt x="1005429" y="136324"/>
                </a:moveTo>
                <a:lnTo>
                  <a:pt x="1005429" y="37287"/>
                </a:lnTo>
                <a:lnTo>
                  <a:pt x="1020916" y="37287"/>
                </a:lnTo>
                <a:lnTo>
                  <a:pt x="1021508" y="53169"/>
                </a:lnTo>
                <a:cubicBezTo>
                  <a:pt x="1024204" y="48171"/>
                  <a:pt x="1027952" y="43995"/>
                  <a:pt x="1032753" y="40641"/>
                </a:cubicBezTo>
                <a:cubicBezTo>
                  <a:pt x="1037554" y="37287"/>
                  <a:pt x="1043801" y="35610"/>
                  <a:pt x="1051495" y="35610"/>
                </a:cubicBezTo>
                <a:lnTo>
                  <a:pt x="1053468" y="35610"/>
                </a:lnTo>
                <a:lnTo>
                  <a:pt x="1053468" y="50702"/>
                </a:lnTo>
                <a:lnTo>
                  <a:pt x="1051199" y="50702"/>
                </a:lnTo>
                <a:cubicBezTo>
                  <a:pt x="1046399" y="50702"/>
                  <a:pt x="1042190" y="51354"/>
                  <a:pt x="1038573" y="52657"/>
                </a:cubicBezTo>
                <a:cubicBezTo>
                  <a:pt x="1034956" y="53958"/>
                  <a:pt x="1031800" y="55756"/>
                  <a:pt x="1029103" y="58051"/>
                </a:cubicBezTo>
                <a:cubicBezTo>
                  <a:pt x="1026407" y="60347"/>
                  <a:pt x="1024007" y="63002"/>
                  <a:pt x="1021902" y="66017"/>
                </a:cubicBezTo>
                <a:lnTo>
                  <a:pt x="1021902" y="136324"/>
                </a:lnTo>
                <a:lnTo>
                  <a:pt x="1005429" y="136324"/>
                </a:lnTo>
                <a:close/>
                <a:moveTo>
                  <a:pt x="1108409" y="138100"/>
                </a:moveTo>
                <a:cubicBezTo>
                  <a:pt x="1097953" y="138100"/>
                  <a:pt x="1089388" y="135849"/>
                  <a:pt x="1082713" y="131346"/>
                </a:cubicBezTo>
                <a:cubicBezTo>
                  <a:pt x="1076038" y="126841"/>
                  <a:pt x="1071090" y="120713"/>
                  <a:pt x="1067867" y="112961"/>
                </a:cubicBezTo>
                <a:cubicBezTo>
                  <a:pt x="1064645" y="105208"/>
                  <a:pt x="1063034" y="96489"/>
                  <a:pt x="1063034" y="86806"/>
                </a:cubicBezTo>
                <a:cubicBezTo>
                  <a:pt x="1063034" y="76715"/>
                  <a:pt x="1064596" y="67827"/>
                  <a:pt x="1067719" y="60141"/>
                </a:cubicBezTo>
                <a:cubicBezTo>
                  <a:pt x="1070843" y="52455"/>
                  <a:pt x="1075611" y="46445"/>
                  <a:pt x="1082023" y="42111"/>
                </a:cubicBezTo>
                <a:cubicBezTo>
                  <a:pt x="1088434" y="37777"/>
                  <a:pt x="1096572" y="35610"/>
                  <a:pt x="1106437" y="35610"/>
                </a:cubicBezTo>
                <a:cubicBezTo>
                  <a:pt x="1119523" y="35610"/>
                  <a:pt x="1129782" y="39668"/>
                  <a:pt x="1137213" y="47783"/>
                </a:cubicBezTo>
                <a:cubicBezTo>
                  <a:pt x="1144644" y="55897"/>
                  <a:pt x="1148360" y="67561"/>
                  <a:pt x="1148360" y="82777"/>
                </a:cubicBezTo>
                <a:cubicBezTo>
                  <a:pt x="1148360" y="83792"/>
                  <a:pt x="1148327" y="84993"/>
                  <a:pt x="1148261" y="86380"/>
                </a:cubicBezTo>
                <a:cubicBezTo>
                  <a:pt x="1148195" y="87765"/>
                  <a:pt x="1148097" y="88762"/>
                  <a:pt x="1147965" y="89370"/>
                </a:cubicBezTo>
                <a:lnTo>
                  <a:pt x="1079507" y="89370"/>
                </a:lnTo>
                <a:cubicBezTo>
                  <a:pt x="1079573" y="95885"/>
                  <a:pt x="1080576" y="101868"/>
                  <a:pt x="1082516" y="107320"/>
                </a:cubicBezTo>
                <a:cubicBezTo>
                  <a:pt x="1084456" y="112772"/>
                  <a:pt x="1087530" y="117145"/>
                  <a:pt x="1091739" y="120437"/>
                </a:cubicBezTo>
                <a:cubicBezTo>
                  <a:pt x="1095948" y="123729"/>
                  <a:pt x="1101504" y="125375"/>
                  <a:pt x="1108409" y="125375"/>
                </a:cubicBezTo>
                <a:cubicBezTo>
                  <a:pt x="1115775" y="125375"/>
                  <a:pt x="1121529" y="123560"/>
                  <a:pt x="1125672" y="119931"/>
                </a:cubicBezTo>
                <a:cubicBezTo>
                  <a:pt x="1129815" y="116302"/>
                  <a:pt x="1131985" y="111066"/>
                  <a:pt x="1132182" y="104222"/>
                </a:cubicBezTo>
                <a:lnTo>
                  <a:pt x="1148459" y="104222"/>
                </a:lnTo>
                <a:cubicBezTo>
                  <a:pt x="1148261" y="111208"/>
                  <a:pt x="1146519" y="117227"/>
                  <a:pt x="1143230" y="122280"/>
                </a:cubicBezTo>
                <a:cubicBezTo>
                  <a:pt x="1139942" y="127334"/>
                  <a:pt x="1135339" y="131234"/>
                  <a:pt x="1129420" y="133982"/>
                </a:cubicBezTo>
                <a:cubicBezTo>
                  <a:pt x="1123502" y="136727"/>
                  <a:pt x="1116498" y="138100"/>
                  <a:pt x="1108409" y="138100"/>
                </a:cubicBezTo>
                <a:moveTo>
                  <a:pt x="1079606" y="77336"/>
                </a:moveTo>
                <a:lnTo>
                  <a:pt x="1132084" y="77336"/>
                </a:lnTo>
                <a:cubicBezTo>
                  <a:pt x="1131886" y="67914"/>
                  <a:pt x="1129552" y="60709"/>
                  <a:pt x="1125080" y="55721"/>
                </a:cubicBezTo>
                <a:cubicBezTo>
                  <a:pt x="1120608" y="50731"/>
                  <a:pt x="1114394" y="48236"/>
                  <a:pt x="1106437" y="48236"/>
                </a:cubicBezTo>
                <a:cubicBezTo>
                  <a:pt x="1098414" y="48236"/>
                  <a:pt x="1092117" y="50714"/>
                  <a:pt x="1087547" y="55668"/>
                </a:cubicBezTo>
                <a:cubicBezTo>
                  <a:pt x="1082976" y="60621"/>
                  <a:pt x="1080329" y="67844"/>
                  <a:pt x="1079606" y="77336"/>
                </a:cubicBezTo>
                <a:close/>
                <a:moveTo>
                  <a:pt x="1215481" y="138100"/>
                </a:moveTo>
                <a:cubicBezTo>
                  <a:pt x="1205025" y="138100"/>
                  <a:pt x="1196459" y="135849"/>
                  <a:pt x="1189784" y="131346"/>
                </a:cubicBezTo>
                <a:cubicBezTo>
                  <a:pt x="1183110" y="126841"/>
                  <a:pt x="1178161" y="120713"/>
                  <a:pt x="1174939" y="112961"/>
                </a:cubicBezTo>
                <a:cubicBezTo>
                  <a:pt x="1171716" y="105208"/>
                  <a:pt x="1170105" y="96489"/>
                  <a:pt x="1170105" y="86806"/>
                </a:cubicBezTo>
                <a:cubicBezTo>
                  <a:pt x="1170105" y="76715"/>
                  <a:pt x="1171667" y="67827"/>
                  <a:pt x="1174791" y="60141"/>
                </a:cubicBezTo>
                <a:cubicBezTo>
                  <a:pt x="1177914" y="52455"/>
                  <a:pt x="1182682" y="46445"/>
                  <a:pt x="1189094" y="42111"/>
                </a:cubicBezTo>
                <a:cubicBezTo>
                  <a:pt x="1195506" y="37777"/>
                  <a:pt x="1203644" y="35610"/>
                  <a:pt x="1213508" y="35610"/>
                </a:cubicBezTo>
                <a:cubicBezTo>
                  <a:pt x="1226595" y="35610"/>
                  <a:pt x="1236854" y="39668"/>
                  <a:pt x="1244285" y="47783"/>
                </a:cubicBezTo>
                <a:cubicBezTo>
                  <a:pt x="1251716" y="55897"/>
                  <a:pt x="1255431" y="67561"/>
                  <a:pt x="1255431" y="82777"/>
                </a:cubicBezTo>
                <a:cubicBezTo>
                  <a:pt x="1255431" y="83792"/>
                  <a:pt x="1255398" y="84993"/>
                  <a:pt x="1255333" y="86380"/>
                </a:cubicBezTo>
                <a:cubicBezTo>
                  <a:pt x="1255267" y="87765"/>
                  <a:pt x="1255168" y="88762"/>
                  <a:pt x="1255037" y="89370"/>
                </a:cubicBezTo>
                <a:lnTo>
                  <a:pt x="1186579" y="89370"/>
                </a:lnTo>
                <a:cubicBezTo>
                  <a:pt x="1186644" y="95885"/>
                  <a:pt x="1187647" y="101868"/>
                  <a:pt x="1189587" y="107320"/>
                </a:cubicBezTo>
                <a:cubicBezTo>
                  <a:pt x="1191527" y="112772"/>
                  <a:pt x="1194601" y="117145"/>
                  <a:pt x="1198810" y="120437"/>
                </a:cubicBezTo>
                <a:cubicBezTo>
                  <a:pt x="1203019" y="123729"/>
                  <a:pt x="1208576" y="125375"/>
                  <a:pt x="1215481" y="125375"/>
                </a:cubicBezTo>
                <a:cubicBezTo>
                  <a:pt x="1222846" y="125375"/>
                  <a:pt x="1228600" y="123560"/>
                  <a:pt x="1232743" y="119931"/>
                </a:cubicBezTo>
                <a:cubicBezTo>
                  <a:pt x="1236886" y="116302"/>
                  <a:pt x="1239057" y="111066"/>
                  <a:pt x="1239254" y="104222"/>
                </a:cubicBezTo>
                <a:lnTo>
                  <a:pt x="1255530" y="104222"/>
                </a:lnTo>
                <a:cubicBezTo>
                  <a:pt x="1255333" y="111208"/>
                  <a:pt x="1253590" y="117227"/>
                  <a:pt x="1250302" y="122280"/>
                </a:cubicBezTo>
                <a:cubicBezTo>
                  <a:pt x="1247014" y="127334"/>
                  <a:pt x="1242410" y="131234"/>
                  <a:pt x="1236492" y="133982"/>
                </a:cubicBezTo>
                <a:cubicBezTo>
                  <a:pt x="1230573" y="136727"/>
                  <a:pt x="1223570" y="138100"/>
                  <a:pt x="1215481" y="138100"/>
                </a:cubicBezTo>
                <a:moveTo>
                  <a:pt x="1186677" y="77336"/>
                </a:moveTo>
                <a:lnTo>
                  <a:pt x="1239155" y="77336"/>
                </a:lnTo>
                <a:cubicBezTo>
                  <a:pt x="1238958" y="67914"/>
                  <a:pt x="1236623" y="60709"/>
                  <a:pt x="1232152" y="55721"/>
                </a:cubicBezTo>
                <a:cubicBezTo>
                  <a:pt x="1227680" y="50731"/>
                  <a:pt x="1221465" y="48236"/>
                  <a:pt x="1213508" y="48236"/>
                </a:cubicBezTo>
                <a:cubicBezTo>
                  <a:pt x="1205485" y="48236"/>
                  <a:pt x="1199188" y="50714"/>
                  <a:pt x="1194618" y="55668"/>
                </a:cubicBezTo>
                <a:cubicBezTo>
                  <a:pt x="1190047" y="60621"/>
                  <a:pt x="1187401" y="67844"/>
                  <a:pt x="1186677" y="77336"/>
                </a:cubicBezTo>
                <a:close/>
                <a:moveTo>
                  <a:pt x="1319790" y="136324"/>
                </a:moveTo>
                <a:lnTo>
                  <a:pt x="1319790" y="28902"/>
                </a:lnTo>
                <a:cubicBezTo>
                  <a:pt x="1318014" y="31319"/>
                  <a:pt x="1315499" y="33654"/>
                  <a:pt x="1312244" y="35906"/>
                </a:cubicBezTo>
                <a:cubicBezTo>
                  <a:pt x="1308989" y="38158"/>
                  <a:pt x="1305125" y="40166"/>
                  <a:pt x="1300653" y="41929"/>
                </a:cubicBezTo>
                <a:cubicBezTo>
                  <a:pt x="1296181" y="43693"/>
                  <a:pt x="1291184" y="44966"/>
                  <a:pt x="1285660" y="45749"/>
                </a:cubicBezTo>
                <a:lnTo>
                  <a:pt x="1285660" y="30163"/>
                </a:lnTo>
                <a:cubicBezTo>
                  <a:pt x="1291118" y="29247"/>
                  <a:pt x="1296198" y="27579"/>
                  <a:pt x="1300900" y="25160"/>
                </a:cubicBezTo>
                <a:cubicBezTo>
                  <a:pt x="1305602" y="22739"/>
                  <a:pt x="1309745" y="19959"/>
                  <a:pt x="1313329" y="16819"/>
                </a:cubicBezTo>
                <a:cubicBezTo>
                  <a:pt x="1316913" y="13678"/>
                  <a:pt x="1319724" y="10670"/>
                  <a:pt x="1321763" y="7793"/>
                </a:cubicBezTo>
                <a:lnTo>
                  <a:pt x="1337052" y="7793"/>
                </a:lnTo>
                <a:lnTo>
                  <a:pt x="1337052" y="136324"/>
                </a:lnTo>
                <a:lnTo>
                  <a:pt x="1319790" y="136324"/>
                </a:lnTo>
                <a:close/>
                <a:moveTo>
                  <a:pt x="1426175" y="26831"/>
                </a:moveTo>
                <a:lnTo>
                  <a:pt x="1399837" y="296"/>
                </a:lnTo>
                <a:lnTo>
                  <a:pt x="1418777" y="296"/>
                </a:lnTo>
                <a:lnTo>
                  <a:pt x="1438900" y="26831"/>
                </a:lnTo>
                <a:lnTo>
                  <a:pt x="1426175" y="26831"/>
                </a:lnTo>
                <a:close/>
                <a:moveTo>
                  <a:pt x="1541188" y="136324"/>
                </a:moveTo>
                <a:lnTo>
                  <a:pt x="1541188" y="37287"/>
                </a:lnTo>
                <a:lnTo>
                  <a:pt x="1557661" y="37287"/>
                </a:lnTo>
                <a:lnTo>
                  <a:pt x="1557661" y="136324"/>
                </a:lnTo>
                <a:lnTo>
                  <a:pt x="1541188" y="136324"/>
                </a:lnTo>
                <a:moveTo>
                  <a:pt x="1549375" y="19137"/>
                </a:moveTo>
                <a:cubicBezTo>
                  <a:pt x="1546284" y="19137"/>
                  <a:pt x="1543802" y="18232"/>
                  <a:pt x="1541927" y="16424"/>
                </a:cubicBezTo>
                <a:cubicBezTo>
                  <a:pt x="1540053" y="14616"/>
                  <a:pt x="1539116" y="12330"/>
                  <a:pt x="1539116" y="9568"/>
                </a:cubicBezTo>
                <a:cubicBezTo>
                  <a:pt x="1539116" y="6806"/>
                  <a:pt x="1540053" y="4521"/>
                  <a:pt x="1541927" y="2713"/>
                </a:cubicBezTo>
                <a:cubicBezTo>
                  <a:pt x="1543802" y="904"/>
                  <a:pt x="1546284" y="0"/>
                  <a:pt x="1549375" y="0"/>
                </a:cubicBezTo>
                <a:cubicBezTo>
                  <a:pt x="1552466" y="0"/>
                  <a:pt x="1554965" y="904"/>
                  <a:pt x="1556872" y="2713"/>
                </a:cubicBezTo>
                <a:cubicBezTo>
                  <a:pt x="1558779" y="4521"/>
                  <a:pt x="1559733" y="6806"/>
                  <a:pt x="1559733" y="9568"/>
                </a:cubicBezTo>
                <a:cubicBezTo>
                  <a:pt x="1559733" y="12330"/>
                  <a:pt x="1558779" y="14616"/>
                  <a:pt x="1556872" y="16424"/>
                </a:cubicBezTo>
                <a:cubicBezTo>
                  <a:pt x="1554965" y="18232"/>
                  <a:pt x="1552466" y="19137"/>
                  <a:pt x="1549375" y="19137"/>
                </a:cubicBezTo>
                <a:close/>
                <a:moveTo>
                  <a:pt x="1625523" y="138100"/>
                </a:moveTo>
                <a:cubicBezTo>
                  <a:pt x="1620130" y="138100"/>
                  <a:pt x="1615017" y="137491"/>
                  <a:pt x="1610184" y="136272"/>
                </a:cubicBezTo>
                <a:cubicBezTo>
                  <a:pt x="1605350" y="135053"/>
                  <a:pt x="1601092" y="133124"/>
                  <a:pt x="1597409" y="130483"/>
                </a:cubicBezTo>
                <a:cubicBezTo>
                  <a:pt x="1593727" y="127842"/>
                  <a:pt x="1590850" y="124372"/>
                  <a:pt x="1588778" y="120073"/>
                </a:cubicBezTo>
                <a:cubicBezTo>
                  <a:pt x="1586707" y="115772"/>
                  <a:pt x="1585671" y="110574"/>
                  <a:pt x="1585671" y="104478"/>
                </a:cubicBezTo>
                <a:lnTo>
                  <a:pt x="1601552" y="104478"/>
                </a:lnTo>
                <a:cubicBezTo>
                  <a:pt x="1601552" y="112331"/>
                  <a:pt x="1603870" y="117859"/>
                  <a:pt x="1608507" y="121063"/>
                </a:cubicBezTo>
                <a:cubicBezTo>
                  <a:pt x="1613143" y="124266"/>
                  <a:pt x="1618946" y="125868"/>
                  <a:pt x="1625917" y="125868"/>
                </a:cubicBezTo>
                <a:cubicBezTo>
                  <a:pt x="1632165" y="125868"/>
                  <a:pt x="1637310" y="124604"/>
                  <a:pt x="1641355" y="122077"/>
                </a:cubicBezTo>
                <a:cubicBezTo>
                  <a:pt x="1645399" y="119549"/>
                  <a:pt x="1647421" y="115376"/>
                  <a:pt x="1647421" y="109558"/>
                </a:cubicBezTo>
                <a:cubicBezTo>
                  <a:pt x="1647421" y="104682"/>
                  <a:pt x="1645596" y="101059"/>
                  <a:pt x="1641947" y="98689"/>
                </a:cubicBezTo>
                <a:cubicBezTo>
                  <a:pt x="1638297" y="96318"/>
                  <a:pt x="1631869" y="94015"/>
                  <a:pt x="1622662" y="91781"/>
                </a:cubicBezTo>
                <a:cubicBezTo>
                  <a:pt x="1615165" y="89952"/>
                  <a:pt x="1608852" y="87836"/>
                  <a:pt x="1603723" y="85434"/>
                </a:cubicBezTo>
                <a:cubicBezTo>
                  <a:pt x="1598593" y="83030"/>
                  <a:pt x="1594746" y="79982"/>
                  <a:pt x="1592181" y="76291"/>
                </a:cubicBezTo>
                <a:cubicBezTo>
                  <a:pt x="1589617" y="72600"/>
                  <a:pt x="1588334" y="67944"/>
                  <a:pt x="1588334" y="62324"/>
                </a:cubicBezTo>
                <a:cubicBezTo>
                  <a:pt x="1588334" y="57922"/>
                  <a:pt x="1589238" y="54045"/>
                  <a:pt x="1591047" y="50693"/>
                </a:cubicBezTo>
                <a:cubicBezTo>
                  <a:pt x="1592855" y="47341"/>
                  <a:pt x="1595387" y="44549"/>
                  <a:pt x="1598642" y="42315"/>
                </a:cubicBezTo>
                <a:cubicBezTo>
                  <a:pt x="1601898" y="40079"/>
                  <a:pt x="1605728" y="38403"/>
                  <a:pt x="1610134" y="37287"/>
                </a:cubicBezTo>
                <a:cubicBezTo>
                  <a:pt x="1614540" y="36169"/>
                  <a:pt x="1619308" y="35610"/>
                  <a:pt x="1624438" y="35610"/>
                </a:cubicBezTo>
                <a:cubicBezTo>
                  <a:pt x="1629501" y="35610"/>
                  <a:pt x="1634252" y="36219"/>
                  <a:pt x="1638691" y="37438"/>
                </a:cubicBezTo>
                <a:cubicBezTo>
                  <a:pt x="1643130" y="38657"/>
                  <a:pt x="1647043" y="40554"/>
                  <a:pt x="1650430" y="43129"/>
                </a:cubicBezTo>
                <a:cubicBezTo>
                  <a:pt x="1653817" y="45701"/>
                  <a:pt x="1656496" y="49019"/>
                  <a:pt x="1658469" y="53082"/>
                </a:cubicBezTo>
                <a:cubicBezTo>
                  <a:pt x="1660442" y="57145"/>
                  <a:pt x="1661429" y="62021"/>
                  <a:pt x="1661429" y="67709"/>
                </a:cubicBezTo>
                <a:lnTo>
                  <a:pt x="1645448" y="67709"/>
                </a:lnTo>
                <a:cubicBezTo>
                  <a:pt x="1645448" y="60531"/>
                  <a:pt x="1643410" y="55458"/>
                  <a:pt x="1639333" y="52490"/>
                </a:cubicBezTo>
                <a:cubicBezTo>
                  <a:pt x="1635255" y="49523"/>
                  <a:pt x="1630290" y="48039"/>
                  <a:pt x="1624438" y="48039"/>
                </a:cubicBezTo>
                <a:cubicBezTo>
                  <a:pt x="1618519" y="48039"/>
                  <a:pt x="1613718" y="49153"/>
                  <a:pt x="1610036" y="51381"/>
                </a:cubicBezTo>
                <a:cubicBezTo>
                  <a:pt x="1606353" y="53606"/>
                  <a:pt x="1604512" y="57084"/>
                  <a:pt x="1604512" y="61815"/>
                </a:cubicBezTo>
                <a:cubicBezTo>
                  <a:pt x="1604512" y="64456"/>
                  <a:pt x="1605334" y="66691"/>
                  <a:pt x="1606978" y="68520"/>
                </a:cubicBezTo>
                <a:cubicBezTo>
                  <a:pt x="1608622" y="70349"/>
                  <a:pt x="1611384" y="71992"/>
                  <a:pt x="1615264" y="73449"/>
                </a:cubicBezTo>
                <a:cubicBezTo>
                  <a:pt x="1619144" y="74904"/>
                  <a:pt x="1624372" y="76444"/>
                  <a:pt x="1630948" y="78070"/>
                </a:cubicBezTo>
                <a:cubicBezTo>
                  <a:pt x="1638116" y="79831"/>
                  <a:pt x="1644133" y="81930"/>
                  <a:pt x="1649000" y="84367"/>
                </a:cubicBezTo>
                <a:cubicBezTo>
                  <a:pt x="1653866" y="86805"/>
                  <a:pt x="1657532" y="89937"/>
                  <a:pt x="1659998" y="93763"/>
                </a:cubicBezTo>
                <a:cubicBezTo>
                  <a:pt x="1662464" y="97588"/>
                  <a:pt x="1663697" y="102480"/>
                  <a:pt x="1663697" y="108439"/>
                </a:cubicBezTo>
                <a:cubicBezTo>
                  <a:pt x="1663697" y="113585"/>
                  <a:pt x="1662727" y="118037"/>
                  <a:pt x="1660787" y="121796"/>
                </a:cubicBezTo>
                <a:cubicBezTo>
                  <a:pt x="1658847" y="125555"/>
                  <a:pt x="1656151" y="128636"/>
                  <a:pt x="1652699" y="131041"/>
                </a:cubicBezTo>
                <a:cubicBezTo>
                  <a:pt x="1649246" y="133445"/>
                  <a:pt x="1645202" y="135223"/>
                  <a:pt x="1640566" y="136374"/>
                </a:cubicBezTo>
                <a:cubicBezTo>
                  <a:pt x="1635929" y="137525"/>
                  <a:pt x="1630915" y="138100"/>
                  <a:pt x="1625523" y="1381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" name="Text aleaf:">
            <a:extLst xmlns:a="http://schemas.openxmlformats.org/drawingml/2006/main">
              <a:ext uri="{FF2B5EF4-FFF2-40B4-BE49-F238E27FC236}">
                <a16:creationId xmlns:a16="http://schemas.microsoft.com/office/drawing/2014/main" id="{0E72F77B-23BB-4724-A13C-764B426E2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7433" y="6155114"/>
            <a:ext cx="503479" cy="134409"/>
          </a:xfrm>
          <a:custGeom xmlns:a="http://schemas.openxmlformats.org/drawingml/2006/main">
            <a:pathLst>
              <a:path w="503479" h="134409">
                <a:moveTo>
                  <a:pt x="30153" y="134409"/>
                </a:moveTo>
                <a:cubicBezTo>
                  <a:pt x="24635" y="134409"/>
                  <a:pt x="19593" y="133332"/>
                  <a:pt x="15027" y="131179"/>
                </a:cubicBezTo>
                <a:cubicBezTo>
                  <a:pt x="10462" y="129025"/>
                  <a:pt x="6816" y="125845"/>
                  <a:pt x="4089" y="121639"/>
                </a:cubicBezTo>
                <a:cubicBezTo>
                  <a:pt x="1363" y="117432"/>
                  <a:pt x="0" y="112233"/>
                  <a:pt x="0" y="106042"/>
                </a:cubicBezTo>
                <a:cubicBezTo>
                  <a:pt x="0" y="97226"/>
                  <a:pt x="2693" y="90531"/>
                  <a:pt x="8080" y="85955"/>
                </a:cubicBezTo>
                <a:cubicBezTo>
                  <a:pt x="13467" y="81379"/>
                  <a:pt x="21088" y="78267"/>
                  <a:pt x="30942" y="76618"/>
                </a:cubicBezTo>
                <a:cubicBezTo>
                  <a:pt x="40796" y="74970"/>
                  <a:pt x="52325" y="74078"/>
                  <a:pt x="65529" y="73942"/>
                </a:cubicBezTo>
                <a:lnTo>
                  <a:pt x="65529" y="66881"/>
                </a:lnTo>
                <a:cubicBezTo>
                  <a:pt x="65529" y="58228"/>
                  <a:pt x="63493" y="52292"/>
                  <a:pt x="59420" y="49073"/>
                </a:cubicBezTo>
                <a:cubicBezTo>
                  <a:pt x="55347" y="45854"/>
                  <a:pt x="50190" y="44245"/>
                  <a:pt x="43949" y="44245"/>
                </a:cubicBezTo>
                <a:cubicBezTo>
                  <a:pt x="37314" y="44245"/>
                  <a:pt x="31730" y="45999"/>
                  <a:pt x="27197" y="49507"/>
                </a:cubicBezTo>
                <a:cubicBezTo>
                  <a:pt x="22664" y="53016"/>
                  <a:pt x="20398" y="58553"/>
                  <a:pt x="20398" y="66120"/>
                </a:cubicBezTo>
                <a:lnTo>
                  <a:pt x="4434" y="66120"/>
                </a:lnTo>
                <a:cubicBezTo>
                  <a:pt x="4434" y="58003"/>
                  <a:pt x="6126" y="51442"/>
                  <a:pt x="9509" y="46437"/>
                </a:cubicBezTo>
                <a:cubicBezTo>
                  <a:pt x="12892" y="41430"/>
                  <a:pt x="17557" y="37777"/>
                  <a:pt x="23502" y="35478"/>
                </a:cubicBezTo>
                <a:cubicBezTo>
                  <a:pt x="29447" y="33176"/>
                  <a:pt x="36263" y="32026"/>
                  <a:pt x="43949" y="32026"/>
                </a:cubicBezTo>
                <a:cubicBezTo>
                  <a:pt x="48876" y="32026"/>
                  <a:pt x="53589" y="32500"/>
                  <a:pt x="58089" y="33448"/>
                </a:cubicBezTo>
                <a:cubicBezTo>
                  <a:pt x="62589" y="34395"/>
                  <a:pt x="66630" y="36120"/>
                  <a:pt x="70210" y="38625"/>
                </a:cubicBezTo>
                <a:cubicBezTo>
                  <a:pt x="73790" y="41129"/>
                  <a:pt x="76631" y="44633"/>
                  <a:pt x="78734" y="49135"/>
                </a:cubicBezTo>
                <a:cubicBezTo>
                  <a:pt x="80836" y="53635"/>
                  <a:pt x="81887" y="59437"/>
                  <a:pt x="81887" y="66542"/>
                </a:cubicBezTo>
                <a:lnTo>
                  <a:pt x="81887" y="132635"/>
                </a:lnTo>
                <a:lnTo>
                  <a:pt x="66515" y="132635"/>
                </a:lnTo>
                <a:lnTo>
                  <a:pt x="65825" y="118051"/>
                </a:lnTo>
                <a:cubicBezTo>
                  <a:pt x="61423" y="122978"/>
                  <a:pt x="56316" y="126936"/>
                  <a:pt x="50502" y="129925"/>
                </a:cubicBezTo>
                <a:cubicBezTo>
                  <a:pt x="44688" y="132914"/>
                  <a:pt x="37905" y="134409"/>
                  <a:pt x="30153" y="134409"/>
                </a:cubicBezTo>
                <a:moveTo>
                  <a:pt x="34489" y="121796"/>
                </a:moveTo>
                <a:cubicBezTo>
                  <a:pt x="41058" y="121796"/>
                  <a:pt x="46971" y="120190"/>
                  <a:pt x="52226" y="116980"/>
                </a:cubicBezTo>
                <a:cubicBezTo>
                  <a:pt x="57482" y="113767"/>
                  <a:pt x="61883" y="109701"/>
                  <a:pt x="65431" y="104782"/>
                </a:cubicBezTo>
                <a:lnTo>
                  <a:pt x="65431" y="84486"/>
                </a:lnTo>
                <a:cubicBezTo>
                  <a:pt x="47956" y="84691"/>
                  <a:pt x="35425" y="86400"/>
                  <a:pt x="27838" y="89613"/>
                </a:cubicBezTo>
                <a:cubicBezTo>
                  <a:pt x="20250" y="92824"/>
                  <a:pt x="16456" y="98084"/>
                  <a:pt x="16456" y="105395"/>
                </a:cubicBezTo>
                <a:cubicBezTo>
                  <a:pt x="16456" y="110384"/>
                  <a:pt x="17984" y="114364"/>
                  <a:pt x="21038" y="117337"/>
                </a:cubicBezTo>
                <a:cubicBezTo>
                  <a:pt x="24093" y="120309"/>
                  <a:pt x="28577" y="121796"/>
                  <a:pt x="34489" y="121796"/>
                </a:cubicBezTo>
                <a:close/>
                <a:moveTo>
                  <a:pt x="184167" y="132635"/>
                </a:moveTo>
                <a:cubicBezTo>
                  <a:pt x="176350" y="132635"/>
                  <a:pt x="170372" y="131403"/>
                  <a:pt x="166233" y="128940"/>
                </a:cubicBezTo>
                <a:cubicBezTo>
                  <a:pt x="162094" y="126476"/>
                  <a:pt x="159269" y="122929"/>
                  <a:pt x="157759" y="118298"/>
                </a:cubicBezTo>
                <a:cubicBezTo>
                  <a:pt x="156248" y="113666"/>
                  <a:pt x="155492" y="108099"/>
                  <a:pt x="155492" y="101595"/>
                </a:cubicBezTo>
                <a:lnTo>
                  <a:pt x="155492" y="0"/>
                </a:lnTo>
                <a:lnTo>
                  <a:pt x="171850" y="0"/>
                </a:lnTo>
                <a:lnTo>
                  <a:pt x="171850" y="100807"/>
                </a:lnTo>
                <a:cubicBezTo>
                  <a:pt x="171850" y="106785"/>
                  <a:pt x="172622" y="111350"/>
                  <a:pt x="174165" y="114504"/>
                </a:cubicBezTo>
                <a:cubicBezTo>
                  <a:pt x="175709" y="117657"/>
                  <a:pt x="179405" y="119234"/>
                  <a:pt x="185251" y="119234"/>
                </a:cubicBezTo>
                <a:lnTo>
                  <a:pt x="189686" y="119234"/>
                </a:lnTo>
                <a:lnTo>
                  <a:pt x="189686" y="132635"/>
                </a:lnTo>
                <a:lnTo>
                  <a:pt x="184167" y="132635"/>
                </a:lnTo>
                <a:close/>
                <a:moveTo>
                  <a:pt x="246937" y="134409"/>
                </a:moveTo>
                <a:cubicBezTo>
                  <a:pt x="236492" y="134409"/>
                  <a:pt x="227935" y="132160"/>
                  <a:pt x="221267" y="127662"/>
                </a:cubicBezTo>
                <a:cubicBezTo>
                  <a:pt x="214600" y="123162"/>
                  <a:pt x="209656" y="117040"/>
                  <a:pt x="206437" y="109297"/>
                </a:cubicBezTo>
                <a:cubicBezTo>
                  <a:pt x="203218" y="101551"/>
                  <a:pt x="201609" y="92841"/>
                  <a:pt x="201609" y="83168"/>
                </a:cubicBezTo>
                <a:cubicBezTo>
                  <a:pt x="201609" y="73088"/>
                  <a:pt x="203169" y="64209"/>
                  <a:pt x="206289" y="56531"/>
                </a:cubicBezTo>
                <a:cubicBezTo>
                  <a:pt x="209410" y="48853"/>
                  <a:pt x="214173" y="42850"/>
                  <a:pt x="220578" y="38520"/>
                </a:cubicBezTo>
                <a:cubicBezTo>
                  <a:pt x="226983" y="34190"/>
                  <a:pt x="235112" y="32026"/>
                  <a:pt x="244966" y="32026"/>
                </a:cubicBezTo>
                <a:cubicBezTo>
                  <a:pt x="258039" y="32026"/>
                  <a:pt x="268288" y="36079"/>
                  <a:pt x="275711" y="44186"/>
                </a:cubicBezTo>
                <a:cubicBezTo>
                  <a:pt x="283134" y="52291"/>
                  <a:pt x="286846" y="63943"/>
                  <a:pt x="286846" y="79143"/>
                </a:cubicBezTo>
                <a:cubicBezTo>
                  <a:pt x="286846" y="80157"/>
                  <a:pt x="286813" y="81357"/>
                  <a:pt x="286747" y="82743"/>
                </a:cubicBezTo>
                <a:cubicBezTo>
                  <a:pt x="286682" y="84127"/>
                  <a:pt x="286583" y="85122"/>
                  <a:pt x="286452" y="85730"/>
                </a:cubicBezTo>
                <a:lnTo>
                  <a:pt x="218065" y="85730"/>
                </a:lnTo>
                <a:cubicBezTo>
                  <a:pt x="218131" y="92238"/>
                  <a:pt x="219132" y="98215"/>
                  <a:pt x="221070" y="103661"/>
                </a:cubicBezTo>
                <a:cubicBezTo>
                  <a:pt x="223008" y="109108"/>
                  <a:pt x="226079" y="113475"/>
                  <a:pt x="230284" y="116764"/>
                </a:cubicBezTo>
                <a:cubicBezTo>
                  <a:pt x="234488" y="120053"/>
                  <a:pt x="240039" y="121697"/>
                  <a:pt x="246937" y="121697"/>
                </a:cubicBezTo>
                <a:cubicBezTo>
                  <a:pt x="254295" y="121697"/>
                  <a:pt x="260043" y="119884"/>
                  <a:pt x="264182" y="116259"/>
                </a:cubicBezTo>
                <a:cubicBezTo>
                  <a:pt x="268320" y="112634"/>
                  <a:pt x="270488" y="107403"/>
                  <a:pt x="270685" y="100566"/>
                </a:cubicBezTo>
                <a:lnTo>
                  <a:pt x="286944" y="100566"/>
                </a:lnTo>
                <a:cubicBezTo>
                  <a:pt x="286747" y="107544"/>
                  <a:pt x="285006" y="113557"/>
                  <a:pt x="281722" y="118605"/>
                </a:cubicBezTo>
                <a:cubicBezTo>
                  <a:pt x="278437" y="123654"/>
                  <a:pt x="273839" y="127550"/>
                  <a:pt x="267926" y="130295"/>
                </a:cubicBezTo>
                <a:cubicBezTo>
                  <a:pt x="262014" y="133038"/>
                  <a:pt x="255017" y="134409"/>
                  <a:pt x="246937" y="134409"/>
                </a:cubicBezTo>
                <a:moveTo>
                  <a:pt x="218163" y="73708"/>
                </a:moveTo>
                <a:lnTo>
                  <a:pt x="270587" y="73708"/>
                </a:lnTo>
                <a:cubicBezTo>
                  <a:pt x="270390" y="64295"/>
                  <a:pt x="268058" y="57098"/>
                  <a:pt x="263590" y="52115"/>
                </a:cubicBezTo>
                <a:cubicBezTo>
                  <a:pt x="259123" y="47131"/>
                  <a:pt x="252915" y="44639"/>
                  <a:pt x="244966" y="44639"/>
                </a:cubicBezTo>
                <a:cubicBezTo>
                  <a:pt x="236952" y="44639"/>
                  <a:pt x="230662" y="47114"/>
                  <a:pt x="226096" y="52063"/>
                </a:cubicBezTo>
                <a:cubicBezTo>
                  <a:pt x="221530" y="57011"/>
                  <a:pt x="218886" y="64226"/>
                  <a:pt x="218163" y="73708"/>
                </a:cubicBezTo>
                <a:close/>
                <a:moveTo>
                  <a:pt x="338722" y="134409"/>
                </a:moveTo>
                <a:cubicBezTo>
                  <a:pt x="333204" y="134409"/>
                  <a:pt x="328162" y="133332"/>
                  <a:pt x="323596" y="131179"/>
                </a:cubicBezTo>
                <a:cubicBezTo>
                  <a:pt x="319031" y="129025"/>
                  <a:pt x="315385" y="125845"/>
                  <a:pt x="312658" y="121639"/>
                </a:cubicBezTo>
                <a:cubicBezTo>
                  <a:pt x="309932" y="117432"/>
                  <a:pt x="308569" y="112233"/>
                  <a:pt x="308569" y="106042"/>
                </a:cubicBezTo>
                <a:cubicBezTo>
                  <a:pt x="308569" y="97226"/>
                  <a:pt x="311262" y="90531"/>
                  <a:pt x="316649" y="85955"/>
                </a:cubicBezTo>
                <a:cubicBezTo>
                  <a:pt x="322036" y="81379"/>
                  <a:pt x="329656" y="78267"/>
                  <a:pt x="339510" y="76618"/>
                </a:cubicBezTo>
                <a:cubicBezTo>
                  <a:pt x="349365" y="74970"/>
                  <a:pt x="360894" y="74078"/>
                  <a:pt x="374098" y="73942"/>
                </a:cubicBezTo>
                <a:lnTo>
                  <a:pt x="374098" y="66881"/>
                </a:lnTo>
                <a:cubicBezTo>
                  <a:pt x="374098" y="58228"/>
                  <a:pt x="372062" y="52292"/>
                  <a:pt x="367989" y="49073"/>
                </a:cubicBezTo>
                <a:cubicBezTo>
                  <a:pt x="363916" y="45854"/>
                  <a:pt x="358759" y="44245"/>
                  <a:pt x="352518" y="44245"/>
                </a:cubicBezTo>
                <a:cubicBezTo>
                  <a:pt x="345883" y="44245"/>
                  <a:pt x="340299" y="45999"/>
                  <a:pt x="335766" y="49507"/>
                </a:cubicBezTo>
                <a:cubicBezTo>
                  <a:pt x="331233" y="53016"/>
                  <a:pt x="328967" y="58553"/>
                  <a:pt x="328967" y="66120"/>
                </a:cubicBezTo>
                <a:lnTo>
                  <a:pt x="313003" y="66120"/>
                </a:lnTo>
                <a:cubicBezTo>
                  <a:pt x="313003" y="58003"/>
                  <a:pt x="314695" y="51442"/>
                  <a:pt x="318078" y="46437"/>
                </a:cubicBezTo>
                <a:cubicBezTo>
                  <a:pt x="321461" y="41430"/>
                  <a:pt x="326125" y="37777"/>
                  <a:pt x="332071" y="35478"/>
                </a:cubicBezTo>
                <a:cubicBezTo>
                  <a:pt x="338016" y="33176"/>
                  <a:pt x="344832" y="32026"/>
                  <a:pt x="352518" y="32026"/>
                </a:cubicBezTo>
                <a:cubicBezTo>
                  <a:pt x="357445" y="32026"/>
                  <a:pt x="362158" y="32500"/>
                  <a:pt x="366658" y="33448"/>
                </a:cubicBezTo>
                <a:cubicBezTo>
                  <a:pt x="371158" y="34395"/>
                  <a:pt x="375198" y="36120"/>
                  <a:pt x="378779" y="38625"/>
                </a:cubicBezTo>
                <a:cubicBezTo>
                  <a:pt x="382359" y="41129"/>
                  <a:pt x="385200" y="44633"/>
                  <a:pt x="387302" y="49135"/>
                </a:cubicBezTo>
                <a:cubicBezTo>
                  <a:pt x="389405" y="53635"/>
                  <a:pt x="390456" y="59437"/>
                  <a:pt x="390456" y="66542"/>
                </a:cubicBezTo>
                <a:lnTo>
                  <a:pt x="390456" y="132635"/>
                </a:lnTo>
                <a:lnTo>
                  <a:pt x="375084" y="132635"/>
                </a:lnTo>
                <a:lnTo>
                  <a:pt x="374394" y="118051"/>
                </a:lnTo>
                <a:cubicBezTo>
                  <a:pt x="369992" y="122978"/>
                  <a:pt x="364885" y="126936"/>
                  <a:pt x="359071" y="129925"/>
                </a:cubicBezTo>
                <a:cubicBezTo>
                  <a:pt x="353257" y="132914"/>
                  <a:pt x="346474" y="134409"/>
                  <a:pt x="338722" y="134409"/>
                </a:cubicBezTo>
                <a:moveTo>
                  <a:pt x="343058" y="121796"/>
                </a:moveTo>
                <a:cubicBezTo>
                  <a:pt x="349627" y="121796"/>
                  <a:pt x="355540" y="120190"/>
                  <a:pt x="360795" y="116980"/>
                </a:cubicBezTo>
                <a:cubicBezTo>
                  <a:pt x="366051" y="113767"/>
                  <a:pt x="370452" y="109701"/>
                  <a:pt x="374000" y="104782"/>
                </a:cubicBezTo>
                <a:lnTo>
                  <a:pt x="374000" y="84486"/>
                </a:lnTo>
                <a:cubicBezTo>
                  <a:pt x="356525" y="84691"/>
                  <a:pt x="343994" y="86400"/>
                  <a:pt x="336406" y="89613"/>
                </a:cubicBezTo>
                <a:cubicBezTo>
                  <a:pt x="328819" y="92824"/>
                  <a:pt x="325025" y="98084"/>
                  <a:pt x="325025" y="105395"/>
                </a:cubicBezTo>
                <a:cubicBezTo>
                  <a:pt x="325025" y="110384"/>
                  <a:pt x="326552" y="114364"/>
                  <a:pt x="329607" y="117337"/>
                </a:cubicBezTo>
                <a:cubicBezTo>
                  <a:pt x="332662" y="120309"/>
                  <a:pt x="337146" y="121796"/>
                  <a:pt x="343058" y="121796"/>
                </a:cubicBezTo>
                <a:close/>
                <a:moveTo>
                  <a:pt x="424500" y="132635"/>
                </a:moveTo>
                <a:lnTo>
                  <a:pt x="424500" y="47004"/>
                </a:lnTo>
                <a:lnTo>
                  <a:pt x="408438" y="47004"/>
                </a:lnTo>
                <a:lnTo>
                  <a:pt x="408438" y="33701"/>
                </a:lnTo>
                <a:lnTo>
                  <a:pt x="424500" y="33701"/>
                </a:lnTo>
                <a:lnTo>
                  <a:pt x="424500" y="28629"/>
                </a:lnTo>
                <a:cubicBezTo>
                  <a:pt x="424500" y="24158"/>
                  <a:pt x="424911" y="20141"/>
                  <a:pt x="425732" y="16579"/>
                </a:cubicBezTo>
                <a:cubicBezTo>
                  <a:pt x="426553" y="13016"/>
                  <a:pt x="427999" y="10011"/>
                  <a:pt x="430068" y="7566"/>
                </a:cubicBezTo>
                <a:cubicBezTo>
                  <a:pt x="432137" y="5119"/>
                  <a:pt x="435028" y="3247"/>
                  <a:pt x="438739" y="1949"/>
                </a:cubicBezTo>
                <a:cubicBezTo>
                  <a:pt x="442451" y="650"/>
                  <a:pt x="447263" y="0"/>
                  <a:pt x="453176" y="0"/>
                </a:cubicBezTo>
                <a:lnTo>
                  <a:pt x="463128" y="0"/>
                </a:lnTo>
                <a:lnTo>
                  <a:pt x="463128" y="12909"/>
                </a:lnTo>
                <a:lnTo>
                  <a:pt x="454259" y="12909"/>
                </a:lnTo>
                <a:cubicBezTo>
                  <a:pt x="448413" y="12909"/>
                  <a:pt x="444717" y="14289"/>
                  <a:pt x="443174" y="17051"/>
                </a:cubicBezTo>
                <a:cubicBezTo>
                  <a:pt x="441630" y="19812"/>
                  <a:pt x="440858" y="23809"/>
                  <a:pt x="440858" y="29042"/>
                </a:cubicBezTo>
                <a:lnTo>
                  <a:pt x="440858" y="33701"/>
                </a:lnTo>
                <a:lnTo>
                  <a:pt x="463227" y="33701"/>
                </a:lnTo>
                <a:lnTo>
                  <a:pt x="463227" y="47004"/>
                </a:lnTo>
                <a:lnTo>
                  <a:pt x="440858" y="47004"/>
                </a:lnTo>
                <a:lnTo>
                  <a:pt x="440858" y="132635"/>
                </a:lnTo>
                <a:lnTo>
                  <a:pt x="424500" y="132635"/>
                </a:lnTo>
                <a:close/>
                <a:moveTo>
                  <a:pt x="490965" y="132635"/>
                </a:moveTo>
                <a:cubicBezTo>
                  <a:pt x="487286" y="132635"/>
                  <a:pt x="484231" y="131436"/>
                  <a:pt x="481800" y="129038"/>
                </a:cubicBezTo>
                <a:cubicBezTo>
                  <a:pt x="479370" y="126641"/>
                  <a:pt x="478154" y="123701"/>
                  <a:pt x="478154" y="120219"/>
                </a:cubicBezTo>
                <a:cubicBezTo>
                  <a:pt x="478154" y="116606"/>
                  <a:pt x="479370" y="113633"/>
                  <a:pt x="481800" y="111301"/>
                </a:cubicBezTo>
                <a:cubicBezTo>
                  <a:pt x="484231" y="108969"/>
                  <a:pt x="487286" y="107803"/>
                  <a:pt x="490965" y="107803"/>
                </a:cubicBezTo>
                <a:cubicBezTo>
                  <a:pt x="494578" y="107803"/>
                  <a:pt x="497567" y="108969"/>
                  <a:pt x="499932" y="111301"/>
                </a:cubicBezTo>
                <a:cubicBezTo>
                  <a:pt x="502297" y="113633"/>
                  <a:pt x="503479" y="116606"/>
                  <a:pt x="503479" y="120219"/>
                </a:cubicBezTo>
                <a:cubicBezTo>
                  <a:pt x="503479" y="123701"/>
                  <a:pt x="502297" y="126641"/>
                  <a:pt x="499932" y="129038"/>
                </a:cubicBezTo>
                <a:cubicBezTo>
                  <a:pt x="497567" y="131436"/>
                  <a:pt x="494578" y="132635"/>
                  <a:pt x="490965" y="132635"/>
                </a:cubicBezTo>
                <a:moveTo>
                  <a:pt x="490965" y="60504"/>
                </a:moveTo>
                <a:cubicBezTo>
                  <a:pt x="487286" y="60504"/>
                  <a:pt x="484231" y="59305"/>
                  <a:pt x="481800" y="56907"/>
                </a:cubicBezTo>
                <a:cubicBezTo>
                  <a:pt x="479370" y="54509"/>
                  <a:pt x="478154" y="51569"/>
                  <a:pt x="478154" y="48088"/>
                </a:cubicBezTo>
                <a:cubicBezTo>
                  <a:pt x="478154" y="44474"/>
                  <a:pt x="479370" y="41502"/>
                  <a:pt x="481800" y="39170"/>
                </a:cubicBezTo>
                <a:cubicBezTo>
                  <a:pt x="484231" y="36838"/>
                  <a:pt x="487286" y="35672"/>
                  <a:pt x="490965" y="35672"/>
                </a:cubicBezTo>
                <a:cubicBezTo>
                  <a:pt x="494578" y="35672"/>
                  <a:pt x="497567" y="36838"/>
                  <a:pt x="499932" y="39170"/>
                </a:cubicBezTo>
                <a:cubicBezTo>
                  <a:pt x="502297" y="41502"/>
                  <a:pt x="503479" y="44474"/>
                  <a:pt x="503479" y="48088"/>
                </a:cubicBezTo>
                <a:cubicBezTo>
                  <a:pt x="503479" y="51569"/>
                  <a:pt x="502297" y="54509"/>
                  <a:pt x="499932" y="56907"/>
                </a:cubicBezTo>
                <a:cubicBezTo>
                  <a:pt x="497567" y="59305"/>
                  <a:pt x="494578" y="60504"/>
                  <a:pt x="490965" y="6050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" name="Text -Ifits`val`istrue,">
            <a:extLst xmlns:a="http://schemas.openxmlformats.org/drawingml/2006/main">
              <a:ext uri="{FF2B5EF4-FFF2-40B4-BE49-F238E27FC236}">
                <a16:creationId xmlns:a16="http://schemas.microsoft.com/office/drawing/2014/main" id="{0D2488CC-302A-483B-AC12-06E2F4A71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69932" y="6391384"/>
            <a:ext cx="1595996" cy="162591"/>
          </a:xfrm>
          <a:custGeom xmlns:a="http://schemas.openxmlformats.org/drawingml/2006/main">
            <a:pathLst>
              <a:path w="1595996" h="162591">
                <a:moveTo>
                  <a:pt x="282509" y="19042"/>
                </a:moveTo>
                <a:lnTo>
                  <a:pt x="282867" y="18999"/>
                </a:lnTo>
                <a:lnTo>
                  <a:pt x="283219" y="18947"/>
                </a:lnTo>
                <a:lnTo>
                  <a:pt x="283565" y="18886"/>
                </a:lnTo>
                <a:lnTo>
                  <a:pt x="283905" y="18816"/>
                </a:lnTo>
                <a:lnTo>
                  <a:pt x="284238" y="18736"/>
                </a:lnTo>
                <a:lnTo>
                  <a:pt x="284566" y="18646"/>
                </a:lnTo>
                <a:lnTo>
                  <a:pt x="284887" y="18548"/>
                </a:lnTo>
                <a:lnTo>
                  <a:pt x="285202" y="18439"/>
                </a:lnTo>
                <a:lnTo>
                  <a:pt x="285511" y="18322"/>
                </a:lnTo>
                <a:lnTo>
                  <a:pt x="285814" y="18195"/>
                </a:lnTo>
                <a:lnTo>
                  <a:pt x="286111" y="18058"/>
                </a:lnTo>
                <a:lnTo>
                  <a:pt x="286401" y="17912"/>
                </a:lnTo>
                <a:lnTo>
                  <a:pt x="286685" y="17757"/>
                </a:lnTo>
                <a:lnTo>
                  <a:pt x="286964" y="17593"/>
                </a:lnTo>
                <a:lnTo>
                  <a:pt x="287236" y="17418"/>
                </a:lnTo>
                <a:lnTo>
                  <a:pt x="287501" y="17235"/>
                </a:lnTo>
                <a:lnTo>
                  <a:pt x="287761" y="17042"/>
                </a:lnTo>
                <a:lnTo>
                  <a:pt x="288015" y="16840"/>
                </a:lnTo>
                <a:lnTo>
                  <a:pt x="288262" y="16628"/>
                </a:lnTo>
                <a:lnTo>
                  <a:pt x="288503" y="16407"/>
                </a:lnTo>
                <a:lnTo>
                  <a:pt x="288736" y="16179"/>
                </a:lnTo>
                <a:lnTo>
                  <a:pt x="288960" y="15945"/>
                </a:lnTo>
                <a:lnTo>
                  <a:pt x="289173" y="15707"/>
                </a:lnTo>
                <a:lnTo>
                  <a:pt x="289376" y="15464"/>
                </a:lnTo>
                <a:lnTo>
                  <a:pt x="289570" y="15216"/>
                </a:lnTo>
                <a:lnTo>
                  <a:pt x="289754" y="14963"/>
                </a:lnTo>
                <a:lnTo>
                  <a:pt x="289927" y="14705"/>
                </a:lnTo>
                <a:lnTo>
                  <a:pt x="290091" y="14442"/>
                </a:lnTo>
                <a:lnTo>
                  <a:pt x="290245" y="14174"/>
                </a:lnTo>
                <a:lnTo>
                  <a:pt x="290389" y="13901"/>
                </a:lnTo>
                <a:lnTo>
                  <a:pt x="290523" y="13623"/>
                </a:lnTo>
                <a:lnTo>
                  <a:pt x="290647" y="13340"/>
                </a:lnTo>
                <a:lnTo>
                  <a:pt x="290761" y="13052"/>
                </a:lnTo>
                <a:lnTo>
                  <a:pt x="290865" y="12759"/>
                </a:lnTo>
                <a:lnTo>
                  <a:pt x="290959" y="12461"/>
                </a:lnTo>
                <a:lnTo>
                  <a:pt x="291043" y="12159"/>
                </a:lnTo>
                <a:lnTo>
                  <a:pt x="291118" y="11851"/>
                </a:lnTo>
                <a:lnTo>
                  <a:pt x="291182" y="11538"/>
                </a:lnTo>
                <a:lnTo>
                  <a:pt x="291237" y="11221"/>
                </a:lnTo>
                <a:lnTo>
                  <a:pt x="291282" y="10898"/>
                </a:lnTo>
                <a:lnTo>
                  <a:pt x="291316" y="10571"/>
                </a:lnTo>
                <a:lnTo>
                  <a:pt x="291341" y="10238"/>
                </a:lnTo>
                <a:lnTo>
                  <a:pt x="291356" y="9901"/>
                </a:lnTo>
                <a:lnTo>
                  <a:pt x="291361" y="9558"/>
                </a:lnTo>
                <a:lnTo>
                  <a:pt x="291356" y="9216"/>
                </a:lnTo>
                <a:lnTo>
                  <a:pt x="291341" y="8879"/>
                </a:lnTo>
                <a:lnTo>
                  <a:pt x="291316" y="8546"/>
                </a:lnTo>
                <a:lnTo>
                  <a:pt x="291282" y="8219"/>
                </a:lnTo>
                <a:lnTo>
                  <a:pt x="291237" y="7896"/>
                </a:lnTo>
                <a:lnTo>
                  <a:pt x="291182" y="7578"/>
                </a:lnTo>
                <a:lnTo>
                  <a:pt x="291118" y="7266"/>
                </a:lnTo>
                <a:lnTo>
                  <a:pt x="291043" y="6958"/>
                </a:lnTo>
                <a:lnTo>
                  <a:pt x="290959" y="6655"/>
                </a:lnTo>
                <a:lnTo>
                  <a:pt x="290865" y="6358"/>
                </a:lnTo>
                <a:lnTo>
                  <a:pt x="290761" y="6065"/>
                </a:lnTo>
                <a:lnTo>
                  <a:pt x="290647" y="5777"/>
                </a:lnTo>
                <a:lnTo>
                  <a:pt x="290523" y="5494"/>
                </a:lnTo>
                <a:lnTo>
                  <a:pt x="290389" y="5216"/>
                </a:lnTo>
                <a:lnTo>
                  <a:pt x="290245" y="4943"/>
                </a:lnTo>
                <a:lnTo>
                  <a:pt x="290091" y="4675"/>
                </a:lnTo>
                <a:lnTo>
                  <a:pt x="289927" y="4412"/>
                </a:lnTo>
                <a:lnTo>
                  <a:pt x="289754" y="4154"/>
                </a:lnTo>
                <a:lnTo>
                  <a:pt x="289570" y="3901"/>
                </a:lnTo>
                <a:lnTo>
                  <a:pt x="289376" y="3653"/>
                </a:lnTo>
                <a:lnTo>
                  <a:pt x="289173" y="3410"/>
                </a:lnTo>
                <a:lnTo>
                  <a:pt x="288960" y="3171"/>
                </a:lnTo>
                <a:lnTo>
                  <a:pt x="288736" y="2938"/>
                </a:lnTo>
                <a:lnTo>
                  <a:pt x="288503" y="2710"/>
                </a:lnTo>
                <a:lnTo>
                  <a:pt x="288262" y="2489"/>
                </a:lnTo>
                <a:lnTo>
                  <a:pt x="288015" y="2277"/>
                </a:lnTo>
                <a:lnTo>
                  <a:pt x="287761" y="2075"/>
                </a:lnTo>
                <a:lnTo>
                  <a:pt x="287501" y="1882"/>
                </a:lnTo>
                <a:lnTo>
                  <a:pt x="287236" y="1698"/>
                </a:lnTo>
                <a:lnTo>
                  <a:pt x="286964" y="1524"/>
                </a:lnTo>
                <a:lnTo>
                  <a:pt x="286685" y="1360"/>
                </a:lnTo>
                <a:lnTo>
                  <a:pt x="286401" y="1204"/>
                </a:lnTo>
                <a:lnTo>
                  <a:pt x="286111" y="1059"/>
                </a:lnTo>
                <a:lnTo>
                  <a:pt x="285814" y="922"/>
                </a:lnTo>
                <a:lnTo>
                  <a:pt x="285511" y="795"/>
                </a:lnTo>
                <a:lnTo>
                  <a:pt x="285202" y="677"/>
                </a:lnTo>
                <a:lnTo>
                  <a:pt x="284887" y="569"/>
                </a:lnTo>
                <a:lnTo>
                  <a:pt x="284566" y="470"/>
                </a:lnTo>
                <a:lnTo>
                  <a:pt x="284238" y="381"/>
                </a:lnTo>
                <a:lnTo>
                  <a:pt x="283905" y="301"/>
                </a:lnTo>
                <a:lnTo>
                  <a:pt x="283565" y="231"/>
                </a:lnTo>
                <a:lnTo>
                  <a:pt x="283219" y="169"/>
                </a:lnTo>
                <a:lnTo>
                  <a:pt x="282867" y="118"/>
                </a:lnTo>
                <a:lnTo>
                  <a:pt x="282509" y="75"/>
                </a:lnTo>
                <a:lnTo>
                  <a:pt x="282144" y="42"/>
                </a:lnTo>
                <a:lnTo>
                  <a:pt x="281774" y="19"/>
                </a:lnTo>
                <a:lnTo>
                  <a:pt x="281397" y="5"/>
                </a:lnTo>
                <a:lnTo>
                  <a:pt x="281014" y="0"/>
                </a:lnTo>
                <a:lnTo>
                  <a:pt x="280631" y="5"/>
                </a:lnTo>
                <a:lnTo>
                  <a:pt x="280255" y="19"/>
                </a:lnTo>
                <a:lnTo>
                  <a:pt x="279885" y="42"/>
                </a:lnTo>
                <a:lnTo>
                  <a:pt x="279521" y="75"/>
                </a:lnTo>
                <a:lnTo>
                  <a:pt x="279164" y="118"/>
                </a:lnTo>
                <a:lnTo>
                  <a:pt x="278812" y="169"/>
                </a:lnTo>
                <a:lnTo>
                  <a:pt x="278468" y="231"/>
                </a:lnTo>
                <a:lnTo>
                  <a:pt x="278129" y="301"/>
                </a:lnTo>
                <a:lnTo>
                  <a:pt x="277797" y="381"/>
                </a:lnTo>
                <a:lnTo>
                  <a:pt x="277471" y="470"/>
                </a:lnTo>
                <a:lnTo>
                  <a:pt x="277152" y="569"/>
                </a:lnTo>
                <a:lnTo>
                  <a:pt x="276839" y="677"/>
                </a:lnTo>
                <a:lnTo>
                  <a:pt x="276532" y="795"/>
                </a:lnTo>
                <a:lnTo>
                  <a:pt x="276231" y="922"/>
                </a:lnTo>
                <a:lnTo>
                  <a:pt x="275937" y="1059"/>
                </a:lnTo>
                <a:lnTo>
                  <a:pt x="275649" y="1204"/>
                </a:lnTo>
                <a:lnTo>
                  <a:pt x="275368" y="1360"/>
                </a:lnTo>
                <a:lnTo>
                  <a:pt x="275093" y="1524"/>
                </a:lnTo>
                <a:lnTo>
                  <a:pt x="274824" y="1698"/>
                </a:lnTo>
                <a:lnTo>
                  <a:pt x="274561" y="1882"/>
                </a:lnTo>
                <a:lnTo>
                  <a:pt x="274305" y="2075"/>
                </a:lnTo>
                <a:lnTo>
                  <a:pt x="274055" y="2277"/>
                </a:lnTo>
                <a:lnTo>
                  <a:pt x="273812" y="2489"/>
                </a:lnTo>
                <a:lnTo>
                  <a:pt x="273574" y="2710"/>
                </a:lnTo>
                <a:lnTo>
                  <a:pt x="273345" y="2938"/>
                </a:lnTo>
                <a:lnTo>
                  <a:pt x="273126" y="3171"/>
                </a:lnTo>
                <a:lnTo>
                  <a:pt x="272916" y="3410"/>
                </a:lnTo>
                <a:lnTo>
                  <a:pt x="272716" y="3653"/>
                </a:lnTo>
                <a:lnTo>
                  <a:pt x="272526" y="3901"/>
                </a:lnTo>
                <a:lnTo>
                  <a:pt x="272346" y="4154"/>
                </a:lnTo>
                <a:lnTo>
                  <a:pt x="272175" y="4412"/>
                </a:lnTo>
                <a:lnTo>
                  <a:pt x="272014" y="4675"/>
                </a:lnTo>
                <a:lnTo>
                  <a:pt x="271863" y="4943"/>
                </a:lnTo>
                <a:lnTo>
                  <a:pt x="271722" y="5216"/>
                </a:lnTo>
                <a:lnTo>
                  <a:pt x="271590" y="5494"/>
                </a:lnTo>
                <a:lnTo>
                  <a:pt x="271468" y="5777"/>
                </a:lnTo>
                <a:lnTo>
                  <a:pt x="271356" y="6065"/>
                </a:lnTo>
                <a:lnTo>
                  <a:pt x="271254" y="6358"/>
                </a:lnTo>
                <a:lnTo>
                  <a:pt x="271161" y="6655"/>
                </a:lnTo>
                <a:lnTo>
                  <a:pt x="271078" y="6958"/>
                </a:lnTo>
                <a:lnTo>
                  <a:pt x="271005" y="7266"/>
                </a:lnTo>
                <a:lnTo>
                  <a:pt x="270942" y="7578"/>
                </a:lnTo>
                <a:lnTo>
                  <a:pt x="270888" y="7896"/>
                </a:lnTo>
                <a:lnTo>
                  <a:pt x="270844" y="8219"/>
                </a:lnTo>
                <a:lnTo>
                  <a:pt x="270810" y="8546"/>
                </a:lnTo>
                <a:lnTo>
                  <a:pt x="270786" y="8879"/>
                </a:lnTo>
                <a:lnTo>
                  <a:pt x="270771" y="9216"/>
                </a:lnTo>
                <a:lnTo>
                  <a:pt x="270766" y="9558"/>
                </a:lnTo>
                <a:lnTo>
                  <a:pt x="270771" y="9901"/>
                </a:lnTo>
                <a:lnTo>
                  <a:pt x="270786" y="10238"/>
                </a:lnTo>
                <a:lnTo>
                  <a:pt x="270810" y="10571"/>
                </a:lnTo>
                <a:lnTo>
                  <a:pt x="270844" y="10898"/>
                </a:lnTo>
                <a:lnTo>
                  <a:pt x="270888" y="11221"/>
                </a:lnTo>
                <a:lnTo>
                  <a:pt x="270942" y="11538"/>
                </a:lnTo>
                <a:lnTo>
                  <a:pt x="271005" y="11851"/>
                </a:lnTo>
                <a:lnTo>
                  <a:pt x="271078" y="12159"/>
                </a:lnTo>
                <a:lnTo>
                  <a:pt x="271161" y="12461"/>
                </a:lnTo>
                <a:lnTo>
                  <a:pt x="271254" y="12759"/>
                </a:lnTo>
                <a:lnTo>
                  <a:pt x="271356" y="13052"/>
                </a:lnTo>
                <a:lnTo>
                  <a:pt x="271468" y="13340"/>
                </a:lnTo>
                <a:lnTo>
                  <a:pt x="271590" y="13623"/>
                </a:lnTo>
                <a:lnTo>
                  <a:pt x="271722" y="13901"/>
                </a:lnTo>
                <a:lnTo>
                  <a:pt x="271863" y="14174"/>
                </a:lnTo>
                <a:lnTo>
                  <a:pt x="272014" y="14442"/>
                </a:lnTo>
                <a:lnTo>
                  <a:pt x="272175" y="14705"/>
                </a:lnTo>
                <a:lnTo>
                  <a:pt x="272346" y="14963"/>
                </a:lnTo>
                <a:lnTo>
                  <a:pt x="272526" y="15216"/>
                </a:lnTo>
                <a:lnTo>
                  <a:pt x="272716" y="15464"/>
                </a:lnTo>
                <a:lnTo>
                  <a:pt x="272916" y="15707"/>
                </a:lnTo>
                <a:lnTo>
                  <a:pt x="273126" y="15945"/>
                </a:lnTo>
                <a:lnTo>
                  <a:pt x="273345" y="16179"/>
                </a:lnTo>
                <a:lnTo>
                  <a:pt x="273574" y="16407"/>
                </a:lnTo>
                <a:lnTo>
                  <a:pt x="273812" y="16628"/>
                </a:lnTo>
                <a:lnTo>
                  <a:pt x="274055" y="16840"/>
                </a:lnTo>
                <a:lnTo>
                  <a:pt x="274305" y="17042"/>
                </a:lnTo>
                <a:lnTo>
                  <a:pt x="274561" y="17235"/>
                </a:lnTo>
                <a:lnTo>
                  <a:pt x="274824" y="17418"/>
                </a:lnTo>
                <a:lnTo>
                  <a:pt x="275093" y="17593"/>
                </a:lnTo>
                <a:lnTo>
                  <a:pt x="275368" y="17757"/>
                </a:lnTo>
                <a:lnTo>
                  <a:pt x="275649" y="17912"/>
                </a:lnTo>
                <a:lnTo>
                  <a:pt x="275937" y="18058"/>
                </a:lnTo>
                <a:lnTo>
                  <a:pt x="276231" y="18195"/>
                </a:lnTo>
                <a:lnTo>
                  <a:pt x="276532" y="18322"/>
                </a:lnTo>
                <a:lnTo>
                  <a:pt x="276839" y="18439"/>
                </a:lnTo>
                <a:lnTo>
                  <a:pt x="277152" y="18548"/>
                </a:lnTo>
                <a:lnTo>
                  <a:pt x="277471" y="18646"/>
                </a:lnTo>
                <a:lnTo>
                  <a:pt x="277797" y="18736"/>
                </a:lnTo>
                <a:lnTo>
                  <a:pt x="278129" y="18816"/>
                </a:lnTo>
                <a:lnTo>
                  <a:pt x="278468" y="18886"/>
                </a:lnTo>
                <a:lnTo>
                  <a:pt x="278812" y="18947"/>
                </a:lnTo>
                <a:lnTo>
                  <a:pt x="279164" y="18999"/>
                </a:lnTo>
                <a:lnTo>
                  <a:pt x="279521" y="19042"/>
                </a:lnTo>
                <a:lnTo>
                  <a:pt x="279885" y="19074"/>
                </a:lnTo>
                <a:lnTo>
                  <a:pt x="280255" y="19098"/>
                </a:lnTo>
                <a:lnTo>
                  <a:pt x="280631" y="19112"/>
                </a:lnTo>
                <a:lnTo>
                  <a:pt x="281014" y="19117"/>
                </a:lnTo>
                <a:lnTo>
                  <a:pt x="281397" y="19112"/>
                </a:lnTo>
                <a:lnTo>
                  <a:pt x="281774" y="19098"/>
                </a:lnTo>
                <a:lnTo>
                  <a:pt x="282144" y="19074"/>
                </a:lnTo>
                <a:lnTo>
                  <a:pt x="282509" y="19042"/>
                </a:lnTo>
                <a:close/>
                <a:moveTo>
                  <a:pt x="554904" y="26803"/>
                </a:moveTo>
                <a:lnTo>
                  <a:pt x="567616" y="26803"/>
                </a:lnTo>
                <a:lnTo>
                  <a:pt x="547514" y="296"/>
                </a:lnTo>
                <a:lnTo>
                  <a:pt x="528594" y="296"/>
                </a:lnTo>
                <a:lnTo>
                  <a:pt x="554904" y="26803"/>
                </a:lnTo>
                <a:close/>
                <a:moveTo>
                  <a:pt x="116902" y="136183"/>
                </a:moveTo>
                <a:lnTo>
                  <a:pt x="134639" y="136183"/>
                </a:lnTo>
                <a:lnTo>
                  <a:pt x="134639" y="3547"/>
                </a:lnTo>
                <a:lnTo>
                  <a:pt x="116902" y="3547"/>
                </a:lnTo>
                <a:lnTo>
                  <a:pt x="116902" y="136183"/>
                </a:lnTo>
                <a:close/>
                <a:moveTo>
                  <a:pt x="185584" y="37248"/>
                </a:moveTo>
                <a:lnTo>
                  <a:pt x="185584" y="32589"/>
                </a:lnTo>
                <a:lnTo>
                  <a:pt x="185588" y="31941"/>
                </a:lnTo>
                <a:lnTo>
                  <a:pt x="185600" y="31307"/>
                </a:lnTo>
                <a:lnTo>
                  <a:pt x="185620" y="30685"/>
                </a:lnTo>
                <a:lnTo>
                  <a:pt x="185648" y="30076"/>
                </a:lnTo>
                <a:lnTo>
                  <a:pt x="185684" y="29479"/>
                </a:lnTo>
                <a:lnTo>
                  <a:pt x="185729" y="28896"/>
                </a:lnTo>
                <a:lnTo>
                  <a:pt x="185781" y="28326"/>
                </a:lnTo>
                <a:lnTo>
                  <a:pt x="185841" y="27768"/>
                </a:lnTo>
                <a:lnTo>
                  <a:pt x="185909" y="27223"/>
                </a:lnTo>
                <a:lnTo>
                  <a:pt x="185986" y="26692"/>
                </a:lnTo>
                <a:lnTo>
                  <a:pt x="186070" y="26173"/>
                </a:lnTo>
                <a:lnTo>
                  <a:pt x="186163" y="25667"/>
                </a:lnTo>
                <a:lnTo>
                  <a:pt x="186263" y="25173"/>
                </a:lnTo>
                <a:lnTo>
                  <a:pt x="186372" y="24693"/>
                </a:lnTo>
                <a:lnTo>
                  <a:pt x="186488" y="24226"/>
                </a:lnTo>
                <a:lnTo>
                  <a:pt x="186613" y="23771"/>
                </a:lnTo>
                <a:lnTo>
                  <a:pt x="186746" y="23329"/>
                </a:lnTo>
                <a:lnTo>
                  <a:pt x="186886" y="22901"/>
                </a:lnTo>
                <a:lnTo>
                  <a:pt x="187035" y="22485"/>
                </a:lnTo>
                <a:lnTo>
                  <a:pt x="187192" y="22082"/>
                </a:lnTo>
                <a:lnTo>
                  <a:pt x="187357" y="21691"/>
                </a:lnTo>
                <a:lnTo>
                  <a:pt x="187530" y="21314"/>
                </a:lnTo>
                <a:lnTo>
                  <a:pt x="187711" y="20950"/>
                </a:lnTo>
                <a:lnTo>
                  <a:pt x="187899" y="20598"/>
                </a:lnTo>
                <a:lnTo>
                  <a:pt x="188104" y="20260"/>
                </a:lnTo>
                <a:lnTo>
                  <a:pt x="188330" y="19936"/>
                </a:lnTo>
                <a:lnTo>
                  <a:pt x="188579" y="19627"/>
                </a:lnTo>
                <a:lnTo>
                  <a:pt x="188851" y="19332"/>
                </a:lnTo>
                <a:lnTo>
                  <a:pt x="189144" y="19052"/>
                </a:lnTo>
                <a:lnTo>
                  <a:pt x="189461" y="18786"/>
                </a:lnTo>
                <a:lnTo>
                  <a:pt x="189799" y="18534"/>
                </a:lnTo>
                <a:lnTo>
                  <a:pt x="190160" y="18297"/>
                </a:lnTo>
                <a:lnTo>
                  <a:pt x="190544" y="18074"/>
                </a:lnTo>
                <a:lnTo>
                  <a:pt x="190950" y="17866"/>
                </a:lnTo>
                <a:lnTo>
                  <a:pt x="191378" y="17671"/>
                </a:lnTo>
                <a:lnTo>
                  <a:pt x="191829" y="17492"/>
                </a:lnTo>
                <a:lnTo>
                  <a:pt x="192302" y="17326"/>
                </a:lnTo>
                <a:lnTo>
                  <a:pt x="192797" y="17175"/>
                </a:lnTo>
                <a:lnTo>
                  <a:pt x="193315" y="17039"/>
                </a:lnTo>
                <a:lnTo>
                  <a:pt x="193856" y="16916"/>
                </a:lnTo>
                <a:lnTo>
                  <a:pt x="194418" y="16809"/>
                </a:lnTo>
                <a:lnTo>
                  <a:pt x="195004" y="16715"/>
                </a:lnTo>
                <a:lnTo>
                  <a:pt x="195611" y="16636"/>
                </a:lnTo>
                <a:lnTo>
                  <a:pt x="196241" y="16571"/>
                </a:lnTo>
                <a:lnTo>
                  <a:pt x="196894" y="16521"/>
                </a:lnTo>
                <a:lnTo>
                  <a:pt x="197568" y="16485"/>
                </a:lnTo>
                <a:lnTo>
                  <a:pt x="198266" y="16463"/>
                </a:lnTo>
                <a:lnTo>
                  <a:pt x="198985" y="16456"/>
                </a:lnTo>
                <a:lnTo>
                  <a:pt x="207854" y="16456"/>
                </a:lnTo>
                <a:lnTo>
                  <a:pt x="207854" y="3547"/>
                </a:lnTo>
                <a:lnTo>
                  <a:pt x="197901" y="3547"/>
                </a:lnTo>
                <a:lnTo>
                  <a:pt x="197168" y="3551"/>
                </a:lnTo>
                <a:lnTo>
                  <a:pt x="196446" y="3561"/>
                </a:lnTo>
                <a:lnTo>
                  <a:pt x="195736" y="3578"/>
                </a:lnTo>
                <a:lnTo>
                  <a:pt x="195037" y="3602"/>
                </a:lnTo>
                <a:lnTo>
                  <a:pt x="194349" y="3632"/>
                </a:lnTo>
                <a:lnTo>
                  <a:pt x="193673" y="3669"/>
                </a:lnTo>
                <a:lnTo>
                  <a:pt x="193009" y="3713"/>
                </a:lnTo>
                <a:lnTo>
                  <a:pt x="192356" y="3764"/>
                </a:lnTo>
                <a:lnTo>
                  <a:pt x="191714" y="3822"/>
                </a:lnTo>
                <a:lnTo>
                  <a:pt x="191084" y="3886"/>
                </a:lnTo>
                <a:lnTo>
                  <a:pt x="190465" y="3957"/>
                </a:lnTo>
                <a:lnTo>
                  <a:pt x="189858" y="4035"/>
                </a:lnTo>
                <a:lnTo>
                  <a:pt x="189262" y="4119"/>
                </a:lnTo>
                <a:lnTo>
                  <a:pt x="188678" y="4211"/>
                </a:lnTo>
                <a:lnTo>
                  <a:pt x="188105" y="4309"/>
                </a:lnTo>
                <a:lnTo>
                  <a:pt x="187544" y="4414"/>
                </a:lnTo>
                <a:lnTo>
                  <a:pt x="186994" y="4525"/>
                </a:lnTo>
                <a:lnTo>
                  <a:pt x="186455" y="4644"/>
                </a:lnTo>
                <a:lnTo>
                  <a:pt x="185928" y="4769"/>
                </a:lnTo>
                <a:lnTo>
                  <a:pt x="185413" y="4901"/>
                </a:lnTo>
                <a:lnTo>
                  <a:pt x="184909" y="5040"/>
                </a:lnTo>
                <a:lnTo>
                  <a:pt x="184416" y="5185"/>
                </a:lnTo>
                <a:lnTo>
                  <a:pt x="183935" y="5338"/>
                </a:lnTo>
                <a:lnTo>
                  <a:pt x="183465" y="5497"/>
                </a:lnTo>
                <a:lnTo>
                  <a:pt x="183005" y="5662"/>
                </a:lnTo>
                <a:lnTo>
                  <a:pt x="182554" y="5833"/>
                </a:lnTo>
                <a:lnTo>
                  <a:pt x="182112" y="6010"/>
                </a:lnTo>
                <a:lnTo>
                  <a:pt x="181678" y="6193"/>
                </a:lnTo>
                <a:lnTo>
                  <a:pt x="181252" y="6382"/>
                </a:lnTo>
                <a:lnTo>
                  <a:pt x="180835" y="6578"/>
                </a:lnTo>
                <a:lnTo>
                  <a:pt x="180427" y="6779"/>
                </a:lnTo>
                <a:lnTo>
                  <a:pt x="180027" y="6986"/>
                </a:lnTo>
                <a:lnTo>
                  <a:pt x="179636" y="7199"/>
                </a:lnTo>
                <a:lnTo>
                  <a:pt x="179253" y="7418"/>
                </a:lnTo>
                <a:lnTo>
                  <a:pt x="178879" y="7643"/>
                </a:lnTo>
                <a:lnTo>
                  <a:pt x="178514" y="7874"/>
                </a:lnTo>
                <a:lnTo>
                  <a:pt x="178156" y="8111"/>
                </a:lnTo>
                <a:lnTo>
                  <a:pt x="177808" y="8354"/>
                </a:lnTo>
                <a:lnTo>
                  <a:pt x="177468" y="8603"/>
                </a:lnTo>
                <a:lnTo>
                  <a:pt x="177137" y="8858"/>
                </a:lnTo>
                <a:lnTo>
                  <a:pt x="176814" y="9119"/>
                </a:lnTo>
                <a:lnTo>
                  <a:pt x="176500" y="9386"/>
                </a:lnTo>
                <a:lnTo>
                  <a:pt x="176194" y="9659"/>
                </a:lnTo>
                <a:lnTo>
                  <a:pt x="175897" y="9938"/>
                </a:lnTo>
                <a:lnTo>
                  <a:pt x="175608" y="10223"/>
                </a:lnTo>
                <a:lnTo>
                  <a:pt x="175328" y="10514"/>
                </a:lnTo>
                <a:lnTo>
                  <a:pt x="175057" y="10811"/>
                </a:lnTo>
                <a:lnTo>
                  <a:pt x="174794" y="11113"/>
                </a:lnTo>
                <a:lnTo>
                  <a:pt x="174538" y="11422"/>
                </a:lnTo>
                <a:lnTo>
                  <a:pt x="174289" y="11736"/>
                </a:lnTo>
                <a:lnTo>
                  <a:pt x="174047" y="12057"/>
                </a:lnTo>
                <a:lnTo>
                  <a:pt x="173811" y="12383"/>
                </a:lnTo>
                <a:lnTo>
                  <a:pt x="173582" y="12714"/>
                </a:lnTo>
                <a:lnTo>
                  <a:pt x="173359" y="13052"/>
                </a:lnTo>
                <a:lnTo>
                  <a:pt x="173142" y="13396"/>
                </a:lnTo>
                <a:lnTo>
                  <a:pt x="172932" y="13745"/>
                </a:lnTo>
                <a:lnTo>
                  <a:pt x="172729" y="14100"/>
                </a:lnTo>
                <a:lnTo>
                  <a:pt x="172532" y="14461"/>
                </a:lnTo>
                <a:lnTo>
                  <a:pt x="172342" y="14828"/>
                </a:lnTo>
                <a:lnTo>
                  <a:pt x="172158" y="15201"/>
                </a:lnTo>
                <a:lnTo>
                  <a:pt x="171980" y="15579"/>
                </a:lnTo>
                <a:lnTo>
                  <a:pt x="171809" y="15963"/>
                </a:lnTo>
                <a:lnTo>
                  <a:pt x="171645" y="16353"/>
                </a:lnTo>
                <a:lnTo>
                  <a:pt x="171487" y="16749"/>
                </a:lnTo>
                <a:lnTo>
                  <a:pt x="171336" y="17151"/>
                </a:lnTo>
                <a:lnTo>
                  <a:pt x="171191" y="17559"/>
                </a:lnTo>
                <a:lnTo>
                  <a:pt x="171052" y="17972"/>
                </a:lnTo>
                <a:lnTo>
                  <a:pt x="170920" y="18392"/>
                </a:lnTo>
                <a:lnTo>
                  <a:pt x="170795" y="18817"/>
                </a:lnTo>
                <a:lnTo>
                  <a:pt x="170676" y="19248"/>
                </a:lnTo>
                <a:lnTo>
                  <a:pt x="170564" y="19684"/>
                </a:lnTo>
                <a:lnTo>
                  <a:pt x="170458" y="20127"/>
                </a:lnTo>
                <a:lnTo>
                  <a:pt x="170357" y="20574"/>
                </a:lnTo>
                <a:lnTo>
                  <a:pt x="170261" y="21027"/>
                </a:lnTo>
                <a:lnTo>
                  <a:pt x="170169" y="21484"/>
                </a:lnTo>
                <a:lnTo>
                  <a:pt x="170081" y="21946"/>
                </a:lnTo>
                <a:lnTo>
                  <a:pt x="169998" y="22412"/>
                </a:lnTo>
                <a:lnTo>
                  <a:pt x="169919" y="22883"/>
                </a:lnTo>
                <a:lnTo>
                  <a:pt x="169844" y="23359"/>
                </a:lnTo>
                <a:lnTo>
                  <a:pt x="169774" y="23840"/>
                </a:lnTo>
                <a:lnTo>
                  <a:pt x="169707" y="24326"/>
                </a:lnTo>
                <a:lnTo>
                  <a:pt x="169645" y="24816"/>
                </a:lnTo>
                <a:lnTo>
                  <a:pt x="169588" y="25311"/>
                </a:lnTo>
                <a:lnTo>
                  <a:pt x="169534" y="25811"/>
                </a:lnTo>
                <a:lnTo>
                  <a:pt x="169485" y="26315"/>
                </a:lnTo>
                <a:lnTo>
                  <a:pt x="169440" y="26824"/>
                </a:lnTo>
                <a:lnTo>
                  <a:pt x="169399" y="27338"/>
                </a:lnTo>
                <a:lnTo>
                  <a:pt x="169363" y="27857"/>
                </a:lnTo>
                <a:lnTo>
                  <a:pt x="169331" y="28380"/>
                </a:lnTo>
                <a:lnTo>
                  <a:pt x="169303" y="28908"/>
                </a:lnTo>
                <a:lnTo>
                  <a:pt x="169280" y="29441"/>
                </a:lnTo>
                <a:lnTo>
                  <a:pt x="169260" y="29979"/>
                </a:lnTo>
                <a:lnTo>
                  <a:pt x="169245" y="30521"/>
                </a:lnTo>
                <a:lnTo>
                  <a:pt x="169235" y="31068"/>
                </a:lnTo>
                <a:lnTo>
                  <a:pt x="169228" y="31620"/>
                </a:lnTo>
                <a:lnTo>
                  <a:pt x="169226" y="32176"/>
                </a:lnTo>
                <a:lnTo>
                  <a:pt x="169226" y="37248"/>
                </a:lnTo>
                <a:lnTo>
                  <a:pt x="153164" y="37248"/>
                </a:lnTo>
                <a:lnTo>
                  <a:pt x="153164" y="50551"/>
                </a:lnTo>
                <a:lnTo>
                  <a:pt x="169226" y="50551"/>
                </a:lnTo>
                <a:lnTo>
                  <a:pt x="169226" y="136183"/>
                </a:lnTo>
                <a:lnTo>
                  <a:pt x="185584" y="136183"/>
                </a:lnTo>
                <a:lnTo>
                  <a:pt x="185584" y="50551"/>
                </a:lnTo>
                <a:lnTo>
                  <a:pt x="207952" y="50551"/>
                </a:lnTo>
                <a:lnTo>
                  <a:pt x="207952" y="37248"/>
                </a:lnTo>
                <a:lnTo>
                  <a:pt x="185584" y="37248"/>
                </a:lnTo>
                <a:close/>
                <a:moveTo>
                  <a:pt x="855997" y="122748"/>
                </a:moveTo>
                <a:lnTo>
                  <a:pt x="855322" y="122707"/>
                </a:lnTo>
                <a:lnTo>
                  <a:pt x="854670" y="122650"/>
                </a:lnTo>
                <a:lnTo>
                  <a:pt x="854040" y="122576"/>
                </a:lnTo>
                <a:lnTo>
                  <a:pt x="853432" y="122485"/>
                </a:lnTo>
                <a:lnTo>
                  <a:pt x="852847" y="122379"/>
                </a:lnTo>
                <a:lnTo>
                  <a:pt x="852285" y="122256"/>
                </a:lnTo>
                <a:lnTo>
                  <a:pt x="851744" y="122116"/>
                </a:lnTo>
                <a:lnTo>
                  <a:pt x="851226" y="121960"/>
                </a:lnTo>
                <a:lnTo>
                  <a:pt x="850731" y="121788"/>
                </a:lnTo>
                <a:lnTo>
                  <a:pt x="850258" y="121599"/>
                </a:lnTo>
                <a:lnTo>
                  <a:pt x="849807" y="121393"/>
                </a:lnTo>
                <a:lnTo>
                  <a:pt x="849379" y="121172"/>
                </a:lnTo>
                <a:lnTo>
                  <a:pt x="848973" y="120933"/>
                </a:lnTo>
                <a:lnTo>
                  <a:pt x="848589" y="120679"/>
                </a:lnTo>
                <a:lnTo>
                  <a:pt x="848228" y="120408"/>
                </a:lnTo>
                <a:lnTo>
                  <a:pt x="847890" y="120121"/>
                </a:lnTo>
                <a:lnTo>
                  <a:pt x="847573" y="119817"/>
                </a:lnTo>
                <a:lnTo>
                  <a:pt x="847279" y="119496"/>
                </a:lnTo>
                <a:lnTo>
                  <a:pt x="847008" y="119160"/>
                </a:lnTo>
                <a:lnTo>
                  <a:pt x="846759" y="118807"/>
                </a:lnTo>
                <a:lnTo>
                  <a:pt x="846532" y="118437"/>
                </a:lnTo>
                <a:lnTo>
                  <a:pt x="846328" y="118051"/>
                </a:lnTo>
                <a:lnTo>
                  <a:pt x="846139" y="117650"/>
                </a:lnTo>
                <a:lnTo>
                  <a:pt x="845958" y="117233"/>
                </a:lnTo>
                <a:lnTo>
                  <a:pt x="845786" y="116802"/>
                </a:lnTo>
                <a:lnTo>
                  <a:pt x="845621" y="116357"/>
                </a:lnTo>
                <a:lnTo>
                  <a:pt x="845464" y="115896"/>
                </a:lnTo>
                <a:lnTo>
                  <a:pt x="845315" y="115421"/>
                </a:lnTo>
                <a:lnTo>
                  <a:pt x="845174" y="114932"/>
                </a:lnTo>
                <a:lnTo>
                  <a:pt x="845042" y="114427"/>
                </a:lnTo>
                <a:lnTo>
                  <a:pt x="844917" y="113908"/>
                </a:lnTo>
                <a:lnTo>
                  <a:pt x="844801" y="113374"/>
                </a:lnTo>
                <a:lnTo>
                  <a:pt x="844692" y="112825"/>
                </a:lnTo>
                <a:lnTo>
                  <a:pt x="844592" y="112262"/>
                </a:lnTo>
                <a:lnTo>
                  <a:pt x="844499" y="111684"/>
                </a:lnTo>
                <a:lnTo>
                  <a:pt x="844415" y="111091"/>
                </a:lnTo>
                <a:lnTo>
                  <a:pt x="844338" y="110484"/>
                </a:lnTo>
                <a:lnTo>
                  <a:pt x="844270" y="109861"/>
                </a:lnTo>
                <a:lnTo>
                  <a:pt x="844210" y="109224"/>
                </a:lnTo>
                <a:lnTo>
                  <a:pt x="844157" y="108573"/>
                </a:lnTo>
                <a:lnTo>
                  <a:pt x="844113" y="107907"/>
                </a:lnTo>
                <a:lnTo>
                  <a:pt x="844077" y="107225"/>
                </a:lnTo>
                <a:lnTo>
                  <a:pt x="844049" y="106530"/>
                </a:lnTo>
                <a:lnTo>
                  <a:pt x="844029" y="105819"/>
                </a:lnTo>
                <a:lnTo>
                  <a:pt x="844017" y="105094"/>
                </a:lnTo>
                <a:lnTo>
                  <a:pt x="844013" y="104354"/>
                </a:lnTo>
                <a:lnTo>
                  <a:pt x="844013" y="3547"/>
                </a:lnTo>
                <a:lnTo>
                  <a:pt x="827655" y="3547"/>
                </a:lnTo>
                <a:lnTo>
                  <a:pt x="827655" y="105142"/>
                </a:lnTo>
                <a:lnTo>
                  <a:pt x="827659" y="105950"/>
                </a:lnTo>
                <a:lnTo>
                  <a:pt x="827671" y="106749"/>
                </a:lnTo>
                <a:lnTo>
                  <a:pt x="827690" y="107537"/>
                </a:lnTo>
                <a:lnTo>
                  <a:pt x="827718" y="108316"/>
                </a:lnTo>
                <a:lnTo>
                  <a:pt x="827753" y="109085"/>
                </a:lnTo>
                <a:lnTo>
                  <a:pt x="827797" y="109845"/>
                </a:lnTo>
                <a:lnTo>
                  <a:pt x="827848" y="110594"/>
                </a:lnTo>
                <a:lnTo>
                  <a:pt x="827907" y="111334"/>
                </a:lnTo>
                <a:lnTo>
                  <a:pt x="827974" y="112064"/>
                </a:lnTo>
                <a:lnTo>
                  <a:pt x="828048" y="112784"/>
                </a:lnTo>
                <a:lnTo>
                  <a:pt x="828131" y="113495"/>
                </a:lnTo>
                <a:lnTo>
                  <a:pt x="828222" y="114196"/>
                </a:lnTo>
                <a:lnTo>
                  <a:pt x="828320" y="114887"/>
                </a:lnTo>
                <a:lnTo>
                  <a:pt x="828426" y="115568"/>
                </a:lnTo>
                <a:lnTo>
                  <a:pt x="828540" y="116240"/>
                </a:lnTo>
                <a:lnTo>
                  <a:pt x="828662" y="116902"/>
                </a:lnTo>
                <a:lnTo>
                  <a:pt x="828792" y="117554"/>
                </a:lnTo>
                <a:lnTo>
                  <a:pt x="828930" y="118196"/>
                </a:lnTo>
                <a:lnTo>
                  <a:pt x="829075" y="118828"/>
                </a:lnTo>
                <a:lnTo>
                  <a:pt x="829229" y="119451"/>
                </a:lnTo>
                <a:lnTo>
                  <a:pt x="829390" y="120064"/>
                </a:lnTo>
                <a:lnTo>
                  <a:pt x="829559" y="120668"/>
                </a:lnTo>
                <a:lnTo>
                  <a:pt x="829736" y="121261"/>
                </a:lnTo>
                <a:lnTo>
                  <a:pt x="829921" y="121845"/>
                </a:lnTo>
                <a:lnTo>
                  <a:pt x="830117" y="122418"/>
                </a:lnTo>
                <a:lnTo>
                  <a:pt x="830326" y="122980"/>
                </a:lnTo>
                <a:lnTo>
                  <a:pt x="830550" y="123531"/>
                </a:lnTo>
                <a:lnTo>
                  <a:pt x="830786" y="124070"/>
                </a:lnTo>
                <a:lnTo>
                  <a:pt x="831037" y="124598"/>
                </a:lnTo>
                <a:lnTo>
                  <a:pt x="831301" y="125115"/>
                </a:lnTo>
                <a:lnTo>
                  <a:pt x="831579" y="125621"/>
                </a:lnTo>
                <a:lnTo>
                  <a:pt x="831870" y="126115"/>
                </a:lnTo>
                <a:lnTo>
                  <a:pt x="832175" y="126598"/>
                </a:lnTo>
                <a:lnTo>
                  <a:pt x="832494" y="127070"/>
                </a:lnTo>
                <a:lnTo>
                  <a:pt x="832827" y="127530"/>
                </a:lnTo>
                <a:lnTo>
                  <a:pt x="833173" y="127979"/>
                </a:lnTo>
                <a:lnTo>
                  <a:pt x="833533" y="128417"/>
                </a:lnTo>
                <a:lnTo>
                  <a:pt x="833907" y="128843"/>
                </a:lnTo>
                <a:lnTo>
                  <a:pt x="834294" y="129259"/>
                </a:lnTo>
                <a:lnTo>
                  <a:pt x="834695" y="129663"/>
                </a:lnTo>
                <a:lnTo>
                  <a:pt x="835110" y="130055"/>
                </a:lnTo>
                <a:lnTo>
                  <a:pt x="835538" y="130436"/>
                </a:lnTo>
                <a:lnTo>
                  <a:pt x="835980" y="130806"/>
                </a:lnTo>
                <a:lnTo>
                  <a:pt x="836436" y="131165"/>
                </a:lnTo>
                <a:lnTo>
                  <a:pt x="836905" y="131513"/>
                </a:lnTo>
                <a:lnTo>
                  <a:pt x="837389" y="131849"/>
                </a:lnTo>
                <a:lnTo>
                  <a:pt x="837885" y="132174"/>
                </a:lnTo>
                <a:lnTo>
                  <a:pt x="838396" y="132487"/>
                </a:lnTo>
                <a:lnTo>
                  <a:pt x="838923" y="132789"/>
                </a:lnTo>
                <a:lnTo>
                  <a:pt x="839469" y="133078"/>
                </a:lnTo>
                <a:lnTo>
                  <a:pt x="840034" y="133353"/>
                </a:lnTo>
                <a:lnTo>
                  <a:pt x="840618" y="133616"/>
                </a:lnTo>
                <a:lnTo>
                  <a:pt x="841222" y="133867"/>
                </a:lnTo>
                <a:lnTo>
                  <a:pt x="841845" y="134104"/>
                </a:lnTo>
                <a:lnTo>
                  <a:pt x="842487" y="134329"/>
                </a:lnTo>
                <a:lnTo>
                  <a:pt x="843148" y="134540"/>
                </a:lnTo>
                <a:lnTo>
                  <a:pt x="843828" y="134739"/>
                </a:lnTo>
                <a:lnTo>
                  <a:pt x="844527" y="134925"/>
                </a:lnTo>
                <a:lnTo>
                  <a:pt x="845246" y="135098"/>
                </a:lnTo>
                <a:lnTo>
                  <a:pt x="845983" y="135259"/>
                </a:lnTo>
                <a:lnTo>
                  <a:pt x="846740" y="135406"/>
                </a:lnTo>
                <a:lnTo>
                  <a:pt x="847516" y="135541"/>
                </a:lnTo>
                <a:lnTo>
                  <a:pt x="848311" y="135663"/>
                </a:lnTo>
                <a:lnTo>
                  <a:pt x="849126" y="135772"/>
                </a:lnTo>
                <a:lnTo>
                  <a:pt x="849959" y="135868"/>
                </a:lnTo>
                <a:lnTo>
                  <a:pt x="850812" y="135952"/>
                </a:lnTo>
                <a:lnTo>
                  <a:pt x="851684" y="136022"/>
                </a:lnTo>
                <a:lnTo>
                  <a:pt x="852575" y="136080"/>
                </a:lnTo>
                <a:lnTo>
                  <a:pt x="853485" y="136125"/>
                </a:lnTo>
                <a:lnTo>
                  <a:pt x="854414" y="136157"/>
                </a:lnTo>
                <a:lnTo>
                  <a:pt x="855363" y="136176"/>
                </a:lnTo>
                <a:lnTo>
                  <a:pt x="856330" y="136183"/>
                </a:lnTo>
                <a:lnTo>
                  <a:pt x="861848" y="136183"/>
                </a:lnTo>
                <a:lnTo>
                  <a:pt x="861848" y="122781"/>
                </a:lnTo>
                <a:lnTo>
                  <a:pt x="857414" y="122781"/>
                </a:lnTo>
                <a:lnTo>
                  <a:pt x="856694" y="122773"/>
                </a:lnTo>
                <a:lnTo>
                  <a:pt x="855997" y="122748"/>
                </a:lnTo>
                <a:close/>
                <a:moveTo>
                  <a:pt x="349422" y="122871"/>
                </a:moveTo>
                <a:lnTo>
                  <a:pt x="348725" y="122845"/>
                </a:lnTo>
                <a:lnTo>
                  <a:pt x="348050" y="122802"/>
                </a:lnTo>
                <a:lnTo>
                  <a:pt x="347398" y="122741"/>
                </a:lnTo>
                <a:lnTo>
                  <a:pt x="346768" y="122663"/>
                </a:lnTo>
                <a:lnTo>
                  <a:pt x="346160" y="122568"/>
                </a:lnTo>
                <a:lnTo>
                  <a:pt x="345575" y="122456"/>
                </a:lnTo>
                <a:lnTo>
                  <a:pt x="345012" y="122326"/>
                </a:lnTo>
                <a:lnTo>
                  <a:pt x="344472" y="122179"/>
                </a:lnTo>
                <a:lnTo>
                  <a:pt x="343954" y="122015"/>
                </a:lnTo>
                <a:lnTo>
                  <a:pt x="343458" y="121833"/>
                </a:lnTo>
                <a:lnTo>
                  <a:pt x="342985" y="121634"/>
                </a:lnTo>
                <a:lnTo>
                  <a:pt x="342534" y="121418"/>
                </a:lnTo>
                <a:lnTo>
                  <a:pt x="342106" y="121184"/>
                </a:lnTo>
                <a:lnTo>
                  <a:pt x="341700" y="120933"/>
                </a:lnTo>
                <a:lnTo>
                  <a:pt x="341317" y="120665"/>
                </a:lnTo>
                <a:lnTo>
                  <a:pt x="340956" y="120380"/>
                </a:lnTo>
                <a:lnTo>
                  <a:pt x="340617" y="120077"/>
                </a:lnTo>
                <a:lnTo>
                  <a:pt x="340301" y="119757"/>
                </a:lnTo>
                <a:lnTo>
                  <a:pt x="340007" y="119420"/>
                </a:lnTo>
                <a:lnTo>
                  <a:pt x="339736" y="119065"/>
                </a:lnTo>
                <a:lnTo>
                  <a:pt x="339487" y="118693"/>
                </a:lnTo>
                <a:lnTo>
                  <a:pt x="339260" y="118304"/>
                </a:lnTo>
                <a:lnTo>
                  <a:pt x="339056" y="117897"/>
                </a:lnTo>
                <a:lnTo>
                  <a:pt x="338867" y="117474"/>
                </a:lnTo>
                <a:lnTo>
                  <a:pt x="338686" y="117036"/>
                </a:lnTo>
                <a:lnTo>
                  <a:pt x="338513" y="116583"/>
                </a:lnTo>
                <a:lnTo>
                  <a:pt x="338348" y="116115"/>
                </a:lnTo>
                <a:lnTo>
                  <a:pt x="338191" y="115632"/>
                </a:lnTo>
                <a:lnTo>
                  <a:pt x="338043" y="115133"/>
                </a:lnTo>
                <a:lnTo>
                  <a:pt x="337902" y="114619"/>
                </a:lnTo>
                <a:lnTo>
                  <a:pt x="337769" y="114090"/>
                </a:lnTo>
                <a:lnTo>
                  <a:pt x="337645" y="113546"/>
                </a:lnTo>
                <a:lnTo>
                  <a:pt x="337528" y="112987"/>
                </a:lnTo>
                <a:lnTo>
                  <a:pt x="337420" y="112413"/>
                </a:lnTo>
                <a:lnTo>
                  <a:pt x="337319" y="111823"/>
                </a:lnTo>
                <a:lnTo>
                  <a:pt x="337227" y="111218"/>
                </a:lnTo>
                <a:lnTo>
                  <a:pt x="337142" y="110599"/>
                </a:lnTo>
                <a:lnTo>
                  <a:pt x="337066" y="109963"/>
                </a:lnTo>
                <a:lnTo>
                  <a:pt x="336997" y="109313"/>
                </a:lnTo>
                <a:lnTo>
                  <a:pt x="336937" y="108648"/>
                </a:lnTo>
                <a:lnTo>
                  <a:pt x="336885" y="107967"/>
                </a:lnTo>
                <a:lnTo>
                  <a:pt x="336841" y="107272"/>
                </a:lnTo>
                <a:lnTo>
                  <a:pt x="336804" y="106561"/>
                </a:lnTo>
                <a:lnTo>
                  <a:pt x="336776" y="105835"/>
                </a:lnTo>
                <a:lnTo>
                  <a:pt x="336756" y="105094"/>
                </a:lnTo>
                <a:lnTo>
                  <a:pt x="336744" y="104337"/>
                </a:lnTo>
                <a:lnTo>
                  <a:pt x="336740" y="103566"/>
                </a:lnTo>
                <a:lnTo>
                  <a:pt x="336740" y="50551"/>
                </a:lnTo>
                <a:lnTo>
                  <a:pt x="360390" y="50551"/>
                </a:lnTo>
                <a:lnTo>
                  <a:pt x="360390" y="37248"/>
                </a:lnTo>
                <a:lnTo>
                  <a:pt x="336740" y="37248"/>
                </a:lnTo>
                <a:lnTo>
                  <a:pt x="336740" y="15274"/>
                </a:lnTo>
                <a:lnTo>
                  <a:pt x="320382" y="15274"/>
                </a:lnTo>
                <a:lnTo>
                  <a:pt x="320382" y="37248"/>
                </a:lnTo>
                <a:lnTo>
                  <a:pt x="304320" y="37248"/>
                </a:lnTo>
                <a:lnTo>
                  <a:pt x="304320" y="50551"/>
                </a:lnTo>
                <a:lnTo>
                  <a:pt x="320382" y="50551"/>
                </a:lnTo>
                <a:lnTo>
                  <a:pt x="320382" y="104034"/>
                </a:lnTo>
                <a:lnTo>
                  <a:pt x="320386" y="104871"/>
                </a:lnTo>
                <a:lnTo>
                  <a:pt x="320399" y="105698"/>
                </a:lnTo>
                <a:lnTo>
                  <a:pt x="320419" y="106514"/>
                </a:lnTo>
                <a:lnTo>
                  <a:pt x="320447" y="107321"/>
                </a:lnTo>
                <a:lnTo>
                  <a:pt x="320483" y="108117"/>
                </a:lnTo>
                <a:lnTo>
                  <a:pt x="320527" y="108904"/>
                </a:lnTo>
                <a:lnTo>
                  <a:pt x="320579" y="109680"/>
                </a:lnTo>
                <a:lnTo>
                  <a:pt x="320640" y="110446"/>
                </a:lnTo>
                <a:lnTo>
                  <a:pt x="320708" y="111203"/>
                </a:lnTo>
                <a:lnTo>
                  <a:pt x="320784" y="111949"/>
                </a:lnTo>
                <a:lnTo>
                  <a:pt x="320869" y="112685"/>
                </a:lnTo>
                <a:lnTo>
                  <a:pt x="320961" y="113411"/>
                </a:lnTo>
                <a:lnTo>
                  <a:pt x="321062" y="114126"/>
                </a:lnTo>
                <a:lnTo>
                  <a:pt x="321170" y="114832"/>
                </a:lnTo>
                <a:lnTo>
                  <a:pt x="321287" y="115528"/>
                </a:lnTo>
                <a:lnTo>
                  <a:pt x="321412" y="116213"/>
                </a:lnTo>
                <a:lnTo>
                  <a:pt x="321544" y="116889"/>
                </a:lnTo>
                <a:lnTo>
                  <a:pt x="321685" y="117554"/>
                </a:lnTo>
                <a:lnTo>
                  <a:pt x="321834" y="118209"/>
                </a:lnTo>
                <a:lnTo>
                  <a:pt x="321991" y="118854"/>
                </a:lnTo>
                <a:lnTo>
                  <a:pt x="322155" y="119489"/>
                </a:lnTo>
                <a:lnTo>
                  <a:pt x="322328" y="120114"/>
                </a:lnTo>
                <a:lnTo>
                  <a:pt x="322509" y="120729"/>
                </a:lnTo>
                <a:lnTo>
                  <a:pt x="322698" y="121334"/>
                </a:lnTo>
                <a:lnTo>
                  <a:pt x="322898" y="121927"/>
                </a:lnTo>
                <a:lnTo>
                  <a:pt x="323111" y="122509"/>
                </a:lnTo>
                <a:lnTo>
                  <a:pt x="323338" y="123080"/>
                </a:lnTo>
                <a:lnTo>
                  <a:pt x="323578" y="123638"/>
                </a:lnTo>
                <a:lnTo>
                  <a:pt x="323832" y="124185"/>
                </a:lnTo>
                <a:lnTo>
                  <a:pt x="324099" y="124720"/>
                </a:lnTo>
                <a:lnTo>
                  <a:pt x="324380" y="125244"/>
                </a:lnTo>
                <a:lnTo>
                  <a:pt x="324674" y="125755"/>
                </a:lnTo>
                <a:lnTo>
                  <a:pt x="324982" y="126256"/>
                </a:lnTo>
                <a:lnTo>
                  <a:pt x="325304" y="126744"/>
                </a:lnTo>
                <a:lnTo>
                  <a:pt x="325639" y="127221"/>
                </a:lnTo>
                <a:lnTo>
                  <a:pt x="325987" y="127686"/>
                </a:lnTo>
                <a:lnTo>
                  <a:pt x="326349" y="128139"/>
                </a:lnTo>
                <a:lnTo>
                  <a:pt x="326724" y="128581"/>
                </a:lnTo>
                <a:lnTo>
                  <a:pt x="327113" y="129011"/>
                </a:lnTo>
                <a:lnTo>
                  <a:pt x="327516" y="129429"/>
                </a:lnTo>
                <a:lnTo>
                  <a:pt x="327932" y="129836"/>
                </a:lnTo>
                <a:lnTo>
                  <a:pt x="328361" y="130231"/>
                </a:lnTo>
                <a:lnTo>
                  <a:pt x="328804" y="130614"/>
                </a:lnTo>
                <a:lnTo>
                  <a:pt x="329261" y="130986"/>
                </a:lnTo>
                <a:lnTo>
                  <a:pt x="329731" y="131345"/>
                </a:lnTo>
                <a:lnTo>
                  <a:pt x="330214" y="131694"/>
                </a:lnTo>
                <a:lnTo>
                  <a:pt x="330711" y="132030"/>
                </a:lnTo>
                <a:lnTo>
                  <a:pt x="331222" y="132355"/>
                </a:lnTo>
                <a:lnTo>
                  <a:pt x="331749" y="132667"/>
                </a:lnTo>
                <a:lnTo>
                  <a:pt x="332294" y="132966"/>
                </a:lnTo>
                <a:lnTo>
                  <a:pt x="332859" y="133252"/>
                </a:lnTo>
                <a:lnTo>
                  <a:pt x="333442" y="133524"/>
                </a:lnTo>
                <a:lnTo>
                  <a:pt x="334044" y="133784"/>
                </a:lnTo>
                <a:lnTo>
                  <a:pt x="334665" y="134030"/>
                </a:lnTo>
                <a:lnTo>
                  <a:pt x="335304" y="134262"/>
                </a:lnTo>
                <a:lnTo>
                  <a:pt x="335963" y="134481"/>
                </a:lnTo>
                <a:lnTo>
                  <a:pt x="336640" y="134687"/>
                </a:lnTo>
                <a:lnTo>
                  <a:pt x="337336" y="134880"/>
                </a:lnTo>
                <a:lnTo>
                  <a:pt x="338051" y="135060"/>
                </a:lnTo>
                <a:lnTo>
                  <a:pt x="338785" y="135226"/>
                </a:lnTo>
                <a:lnTo>
                  <a:pt x="339537" y="135379"/>
                </a:lnTo>
                <a:lnTo>
                  <a:pt x="340309" y="135518"/>
                </a:lnTo>
                <a:lnTo>
                  <a:pt x="341099" y="135644"/>
                </a:lnTo>
                <a:lnTo>
                  <a:pt x="341908" y="135757"/>
                </a:lnTo>
                <a:lnTo>
                  <a:pt x="342736" y="135857"/>
                </a:lnTo>
                <a:lnTo>
                  <a:pt x="343582" y="135943"/>
                </a:lnTo>
                <a:lnTo>
                  <a:pt x="344448" y="136016"/>
                </a:lnTo>
                <a:lnTo>
                  <a:pt x="345332" y="136076"/>
                </a:lnTo>
                <a:lnTo>
                  <a:pt x="346235" y="136123"/>
                </a:lnTo>
                <a:lnTo>
                  <a:pt x="347157" y="136156"/>
                </a:lnTo>
                <a:lnTo>
                  <a:pt x="348098" y="136176"/>
                </a:lnTo>
                <a:lnTo>
                  <a:pt x="349058" y="136183"/>
                </a:lnTo>
                <a:lnTo>
                  <a:pt x="360587" y="136183"/>
                </a:lnTo>
                <a:lnTo>
                  <a:pt x="360587" y="122880"/>
                </a:lnTo>
                <a:lnTo>
                  <a:pt x="350142" y="122880"/>
                </a:lnTo>
                <a:lnTo>
                  <a:pt x="349422" y="122871"/>
                </a:lnTo>
                <a:close/>
                <a:moveTo>
                  <a:pt x="272835" y="136183"/>
                </a:moveTo>
                <a:lnTo>
                  <a:pt x="289292" y="136183"/>
                </a:lnTo>
                <a:lnTo>
                  <a:pt x="289292" y="37248"/>
                </a:lnTo>
                <a:lnTo>
                  <a:pt x="272835" y="37248"/>
                </a:lnTo>
                <a:lnTo>
                  <a:pt x="272835" y="136183"/>
                </a:lnTo>
                <a:close/>
                <a:moveTo>
                  <a:pt x="662939" y="119523"/>
                </a:moveTo>
                <a:lnTo>
                  <a:pt x="634559" y="37248"/>
                </a:lnTo>
                <a:lnTo>
                  <a:pt x="617118" y="37248"/>
                </a:lnTo>
                <a:lnTo>
                  <a:pt x="653972" y="136183"/>
                </a:lnTo>
                <a:lnTo>
                  <a:pt x="672103" y="136183"/>
                </a:lnTo>
                <a:lnTo>
                  <a:pt x="708366" y="37248"/>
                </a:lnTo>
                <a:lnTo>
                  <a:pt x="691614" y="37248"/>
                </a:lnTo>
                <a:lnTo>
                  <a:pt x="662939" y="119523"/>
                </a:lnTo>
                <a:close/>
                <a:moveTo>
                  <a:pt x="417311" y="137881"/>
                </a:moveTo>
                <a:lnTo>
                  <a:pt x="417963" y="137849"/>
                </a:lnTo>
                <a:lnTo>
                  <a:pt x="418611" y="137810"/>
                </a:lnTo>
                <a:lnTo>
                  <a:pt x="419255" y="137765"/>
                </a:lnTo>
                <a:lnTo>
                  <a:pt x="419895" y="137714"/>
                </a:lnTo>
                <a:lnTo>
                  <a:pt x="420531" y="137657"/>
                </a:lnTo>
                <a:lnTo>
                  <a:pt x="421163" y="137594"/>
                </a:lnTo>
                <a:lnTo>
                  <a:pt x="421791" y="137525"/>
                </a:lnTo>
                <a:lnTo>
                  <a:pt x="422415" y="137450"/>
                </a:lnTo>
                <a:lnTo>
                  <a:pt x="423035" y="137370"/>
                </a:lnTo>
                <a:lnTo>
                  <a:pt x="423651" y="137283"/>
                </a:lnTo>
                <a:lnTo>
                  <a:pt x="424264" y="137190"/>
                </a:lnTo>
                <a:lnTo>
                  <a:pt x="424872" y="137091"/>
                </a:lnTo>
                <a:lnTo>
                  <a:pt x="425477" y="136986"/>
                </a:lnTo>
                <a:lnTo>
                  <a:pt x="426077" y="136876"/>
                </a:lnTo>
                <a:lnTo>
                  <a:pt x="426674" y="136759"/>
                </a:lnTo>
                <a:lnTo>
                  <a:pt x="427267" y="136636"/>
                </a:lnTo>
                <a:lnTo>
                  <a:pt x="427855" y="136507"/>
                </a:lnTo>
                <a:lnTo>
                  <a:pt x="428440" y="136373"/>
                </a:lnTo>
                <a:lnTo>
                  <a:pt x="429021" y="136232"/>
                </a:lnTo>
                <a:lnTo>
                  <a:pt x="429597" y="136085"/>
                </a:lnTo>
                <a:lnTo>
                  <a:pt x="430167" y="135931"/>
                </a:lnTo>
                <a:lnTo>
                  <a:pt x="430730" y="135771"/>
                </a:lnTo>
                <a:lnTo>
                  <a:pt x="431288" y="135605"/>
                </a:lnTo>
                <a:lnTo>
                  <a:pt x="431839" y="135432"/>
                </a:lnTo>
                <a:lnTo>
                  <a:pt x="432384" y="135252"/>
                </a:lnTo>
                <a:lnTo>
                  <a:pt x="432923" y="135066"/>
                </a:lnTo>
                <a:lnTo>
                  <a:pt x="433455" y="134874"/>
                </a:lnTo>
                <a:lnTo>
                  <a:pt x="433982" y="134674"/>
                </a:lnTo>
                <a:lnTo>
                  <a:pt x="434502" y="134469"/>
                </a:lnTo>
                <a:lnTo>
                  <a:pt x="435017" y="134257"/>
                </a:lnTo>
                <a:lnTo>
                  <a:pt x="435525" y="134038"/>
                </a:lnTo>
                <a:lnTo>
                  <a:pt x="436027" y="133813"/>
                </a:lnTo>
                <a:lnTo>
                  <a:pt x="436522" y="133581"/>
                </a:lnTo>
                <a:lnTo>
                  <a:pt x="437012" y="133343"/>
                </a:lnTo>
                <a:lnTo>
                  <a:pt x="437496" y="133098"/>
                </a:lnTo>
                <a:lnTo>
                  <a:pt x="437973" y="132846"/>
                </a:lnTo>
                <a:lnTo>
                  <a:pt x="438444" y="132589"/>
                </a:lnTo>
                <a:lnTo>
                  <a:pt x="438909" y="132324"/>
                </a:lnTo>
                <a:lnTo>
                  <a:pt x="439368" y="132053"/>
                </a:lnTo>
                <a:lnTo>
                  <a:pt x="439821" y="131776"/>
                </a:lnTo>
                <a:lnTo>
                  <a:pt x="440267" y="131492"/>
                </a:lnTo>
                <a:lnTo>
                  <a:pt x="440707" y="131202"/>
                </a:lnTo>
                <a:lnTo>
                  <a:pt x="441142" y="130905"/>
                </a:lnTo>
                <a:lnTo>
                  <a:pt x="441569" y="130601"/>
                </a:lnTo>
                <a:lnTo>
                  <a:pt x="441988" y="130290"/>
                </a:lnTo>
                <a:lnTo>
                  <a:pt x="442399" y="129972"/>
                </a:lnTo>
                <a:lnTo>
                  <a:pt x="442803" y="129647"/>
                </a:lnTo>
                <a:lnTo>
                  <a:pt x="443199" y="129315"/>
                </a:lnTo>
                <a:lnTo>
                  <a:pt x="443587" y="128976"/>
                </a:lnTo>
                <a:lnTo>
                  <a:pt x="443967" y="128630"/>
                </a:lnTo>
                <a:lnTo>
                  <a:pt x="444339" y="128277"/>
                </a:lnTo>
                <a:lnTo>
                  <a:pt x="444703" y="127917"/>
                </a:lnTo>
                <a:lnTo>
                  <a:pt x="445059" y="127550"/>
                </a:lnTo>
                <a:lnTo>
                  <a:pt x="445408" y="127176"/>
                </a:lnTo>
                <a:lnTo>
                  <a:pt x="445748" y="126794"/>
                </a:lnTo>
                <a:lnTo>
                  <a:pt x="446081" y="126406"/>
                </a:lnTo>
                <a:lnTo>
                  <a:pt x="446406" y="126011"/>
                </a:lnTo>
                <a:lnTo>
                  <a:pt x="446723" y="125608"/>
                </a:lnTo>
                <a:lnTo>
                  <a:pt x="447032" y="125199"/>
                </a:lnTo>
                <a:lnTo>
                  <a:pt x="447333" y="124782"/>
                </a:lnTo>
                <a:lnTo>
                  <a:pt x="447627" y="124359"/>
                </a:lnTo>
                <a:lnTo>
                  <a:pt x="447912" y="123928"/>
                </a:lnTo>
                <a:lnTo>
                  <a:pt x="448190" y="123490"/>
                </a:lnTo>
                <a:lnTo>
                  <a:pt x="448460" y="123046"/>
                </a:lnTo>
                <a:lnTo>
                  <a:pt x="448722" y="122594"/>
                </a:lnTo>
                <a:lnTo>
                  <a:pt x="448976" y="122135"/>
                </a:lnTo>
                <a:lnTo>
                  <a:pt x="449222" y="121669"/>
                </a:lnTo>
                <a:lnTo>
                  <a:pt x="449459" y="121196"/>
                </a:lnTo>
                <a:lnTo>
                  <a:pt x="449686" y="120716"/>
                </a:lnTo>
                <a:lnTo>
                  <a:pt x="449903" y="120229"/>
                </a:lnTo>
                <a:lnTo>
                  <a:pt x="450110" y="119734"/>
                </a:lnTo>
                <a:lnTo>
                  <a:pt x="450307" y="119232"/>
                </a:lnTo>
                <a:lnTo>
                  <a:pt x="450494" y="118723"/>
                </a:lnTo>
                <a:lnTo>
                  <a:pt x="450670" y="118207"/>
                </a:lnTo>
                <a:lnTo>
                  <a:pt x="450837" y="117684"/>
                </a:lnTo>
                <a:lnTo>
                  <a:pt x="450993" y="117153"/>
                </a:lnTo>
                <a:lnTo>
                  <a:pt x="451140" y="116615"/>
                </a:lnTo>
                <a:lnTo>
                  <a:pt x="451276" y="116070"/>
                </a:lnTo>
                <a:lnTo>
                  <a:pt x="451402" y="115518"/>
                </a:lnTo>
                <a:lnTo>
                  <a:pt x="451518" y="114958"/>
                </a:lnTo>
                <a:lnTo>
                  <a:pt x="451624" y="114391"/>
                </a:lnTo>
                <a:lnTo>
                  <a:pt x="451720" y="113817"/>
                </a:lnTo>
                <a:lnTo>
                  <a:pt x="451806" y="113236"/>
                </a:lnTo>
                <a:lnTo>
                  <a:pt x="451882" y="112648"/>
                </a:lnTo>
                <a:lnTo>
                  <a:pt x="451947" y="112052"/>
                </a:lnTo>
                <a:lnTo>
                  <a:pt x="452003" y="111449"/>
                </a:lnTo>
                <a:lnTo>
                  <a:pt x="452048" y="110839"/>
                </a:lnTo>
                <a:lnTo>
                  <a:pt x="452083" y="110222"/>
                </a:lnTo>
                <a:lnTo>
                  <a:pt x="452109" y="109597"/>
                </a:lnTo>
                <a:lnTo>
                  <a:pt x="452124" y="108965"/>
                </a:lnTo>
                <a:lnTo>
                  <a:pt x="452129" y="108326"/>
                </a:lnTo>
                <a:lnTo>
                  <a:pt x="452122" y="107588"/>
                </a:lnTo>
                <a:lnTo>
                  <a:pt x="452103" y="106860"/>
                </a:lnTo>
                <a:lnTo>
                  <a:pt x="452071" y="106144"/>
                </a:lnTo>
                <a:lnTo>
                  <a:pt x="452026" y="105439"/>
                </a:lnTo>
                <a:lnTo>
                  <a:pt x="451968" y="104744"/>
                </a:lnTo>
                <a:lnTo>
                  <a:pt x="451898" y="104061"/>
                </a:lnTo>
                <a:lnTo>
                  <a:pt x="451814" y="103389"/>
                </a:lnTo>
                <a:lnTo>
                  <a:pt x="451718" y="102729"/>
                </a:lnTo>
                <a:lnTo>
                  <a:pt x="451609" y="102079"/>
                </a:lnTo>
                <a:lnTo>
                  <a:pt x="451487" y="101440"/>
                </a:lnTo>
                <a:lnTo>
                  <a:pt x="451353" y="100813"/>
                </a:lnTo>
                <a:lnTo>
                  <a:pt x="451205" y="100196"/>
                </a:lnTo>
                <a:lnTo>
                  <a:pt x="451045" y="99591"/>
                </a:lnTo>
                <a:lnTo>
                  <a:pt x="450871" y="98997"/>
                </a:lnTo>
                <a:lnTo>
                  <a:pt x="450685" y="98414"/>
                </a:lnTo>
                <a:lnTo>
                  <a:pt x="450486" y="97842"/>
                </a:lnTo>
                <a:lnTo>
                  <a:pt x="450275" y="97281"/>
                </a:lnTo>
                <a:lnTo>
                  <a:pt x="450050" y="96731"/>
                </a:lnTo>
                <a:lnTo>
                  <a:pt x="449813" y="96192"/>
                </a:lnTo>
                <a:lnTo>
                  <a:pt x="449563" y="95665"/>
                </a:lnTo>
                <a:lnTo>
                  <a:pt x="449300" y="95148"/>
                </a:lnTo>
                <a:lnTo>
                  <a:pt x="449024" y="94643"/>
                </a:lnTo>
                <a:lnTo>
                  <a:pt x="448735" y="94149"/>
                </a:lnTo>
                <a:lnTo>
                  <a:pt x="448434" y="93666"/>
                </a:lnTo>
                <a:lnTo>
                  <a:pt x="448119" y="93191"/>
                </a:lnTo>
                <a:lnTo>
                  <a:pt x="447793" y="92724"/>
                </a:lnTo>
                <a:lnTo>
                  <a:pt x="447454" y="92265"/>
                </a:lnTo>
                <a:lnTo>
                  <a:pt x="447102" y="91812"/>
                </a:lnTo>
                <a:lnTo>
                  <a:pt x="446738" y="91367"/>
                </a:lnTo>
                <a:lnTo>
                  <a:pt x="446361" y="90929"/>
                </a:lnTo>
                <a:lnTo>
                  <a:pt x="445972" y="90498"/>
                </a:lnTo>
                <a:lnTo>
                  <a:pt x="445570" y="90074"/>
                </a:lnTo>
                <a:lnTo>
                  <a:pt x="445156" y="89658"/>
                </a:lnTo>
                <a:lnTo>
                  <a:pt x="444730" y="89249"/>
                </a:lnTo>
                <a:lnTo>
                  <a:pt x="444291" y="88847"/>
                </a:lnTo>
                <a:lnTo>
                  <a:pt x="443839" y="88452"/>
                </a:lnTo>
                <a:lnTo>
                  <a:pt x="443375" y="88065"/>
                </a:lnTo>
                <a:lnTo>
                  <a:pt x="442899" y="87684"/>
                </a:lnTo>
                <a:lnTo>
                  <a:pt x="442410" y="87311"/>
                </a:lnTo>
                <a:lnTo>
                  <a:pt x="441908" y="86946"/>
                </a:lnTo>
                <a:lnTo>
                  <a:pt x="441394" y="86587"/>
                </a:lnTo>
                <a:lnTo>
                  <a:pt x="440868" y="86236"/>
                </a:lnTo>
                <a:lnTo>
                  <a:pt x="440329" y="85892"/>
                </a:lnTo>
                <a:lnTo>
                  <a:pt x="439777" y="85555"/>
                </a:lnTo>
                <a:lnTo>
                  <a:pt x="439213" y="85225"/>
                </a:lnTo>
                <a:lnTo>
                  <a:pt x="438637" y="84903"/>
                </a:lnTo>
                <a:lnTo>
                  <a:pt x="438048" y="84588"/>
                </a:lnTo>
                <a:lnTo>
                  <a:pt x="437446" y="84280"/>
                </a:lnTo>
                <a:lnTo>
                  <a:pt x="436833" y="83977"/>
                </a:lnTo>
                <a:lnTo>
                  <a:pt x="436207" y="83678"/>
                </a:lnTo>
                <a:lnTo>
                  <a:pt x="435569" y="83382"/>
                </a:lnTo>
                <a:lnTo>
                  <a:pt x="434920" y="83090"/>
                </a:lnTo>
                <a:lnTo>
                  <a:pt x="434258" y="82802"/>
                </a:lnTo>
                <a:lnTo>
                  <a:pt x="433585" y="82517"/>
                </a:lnTo>
                <a:lnTo>
                  <a:pt x="432899" y="82235"/>
                </a:lnTo>
                <a:lnTo>
                  <a:pt x="432202" y="81957"/>
                </a:lnTo>
                <a:lnTo>
                  <a:pt x="431492" y="81683"/>
                </a:lnTo>
                <a:lnTo>
                  <a:pt x="430771" y="81412"/>
                </a:lnTo>
                <a:lnTo>
                  <a:pt x="430037" y="81145"/>
                </a:lnTo>
                <a:lnTo>
                  <a:pt x="429292" y="80881"/>
                </a:lnTo>
                <a:lnTo>
                  <a:pt x="428535" y="80620"/>
                </a:lnTo>
                <a:lnTo>
                  <a:pt x="427765" y="80364"/>
                </a:lnTo>
                <a:lnTo>
                  <a:pt x="426984" y="80110"/>
                </a:lnTo>
                <a:lnTo>
                  <a:pt x="426191" y="79860"/>
                </a:lnTo>
                <a:lnTo>
                  <a:pt x="425386" y="79614"/>
                </a:lnTo>
                <a:lnTo>
                  <a:pt x="424568" y="79371"/>
                </a:lnTo>
                <a:lnTo>
                  <a:pt x="423739" y="79132"/>
                </a:lnTo>
                <a:lnTo>
                  <a:pt x="422898" y="78896"/>
                </a:lnTo>
                <a:lnTo>
                  <a:pt x="422045" y="78664"/>
                </a:lnTo>
                <a:lnTo>
                  <a:pt x="421180" y="78435"/>
                </a:lnTo>
                <a:lnTo>
                  <a:pt x="420303" y="78210"/>
                </a:lnTo>
                <a:lnTo>
                  <a:pt x="419413" y="77988"/>
                </a:lnTo>
                <a:lnTo>
                  <a:pt x="418599" y="77786"/>
                </a:lnTo>
                <a:lnTo>
                  <a:pt x="417799" y="77584"/>
                </a:lnTo>
                <a:lnTo>
                  <a:pt x="417013" y="77383"/>
                </a:lnTo>
                <a:lnTo>
                  <a:pt x="416241" y="77184"/>
                </a:lnTo>
                <a:lnTo>
                  <a:pt x="415483" y="76985"/>
                </a:lnTo>
                <a:lnTo>
                  <a:pt x="414739" y="76787"/>
                </a:lnTo>
                <a:lnTo>
                  <a:pt x="414009" y="76589"/>
                </a:lnTo>
                <a:lnTo>
                  <a:pt x="413293" y="76393"/>
                </a:lnTo>
                <a:lnTo>
                  <a:pt x="412591" y="76198"/>
                </a:lnTo>
                <a:lnTo>
                  <a:pt x="411903" y="76003"/>
                </a:lnTo>
                <a:lnTo>
                  <a:pt x="411229" y="75809"/>
                </a:lnTo>
                <a:lnTo>
                  <a:pt x="410569" y="75617"/>
                </a:lnTo>
                <a:lnTo>
                  <a:pt x="409924" y="75425"/>
                </a:lnTo>
                <a:lnTo>
                  <a:pt x="409292" y="75234"/>
                </a:lnTo>
                <a:lnTo>
                  <a:pt x="408674" y="75044"/>
                </a:lnTo>
                <a:lnTo>
                  <a:pt x="408070" y="74854"/>
                </a:lnTo>
                <a:lnTo>
                  <a:pt x="407481" y="74666"/>
                </a:lnTo>
                <a:lnTo>
                  <a:pt x="406905" y="74479"/>
                </a:lnTo>
                <a:lnTo>
                  <a:pt x="406343" y="74292"/>
                </a:lnTo>
                <a:lnTo>
                  <a:pt x="405796" y="74106"/>
                </a:lnTo>
                <a:lnTo>
                  <a:pt x="405262" y="73921"/>
                </a:lnTo>
                <a:lnTo>
                  <a:pt x="404743" y="73738"/>
                </a:lnTo>
                <a:lnTo>
                  <a:pt x="404237" y="73555"/>
                </a:lnTo>
                <a:lnTo>
                  <a:pt x="403746" y="73372"/>
                </a:lnTo>
                <a:lnTo>
                  <a:pt x="403267" y="73190"/>
                </a:lnTo>
                <a:lnTo>
                  <a:pt x="402800" y="73005"/>
                </a:lnTo>
                <a:lnTo>
                  <a:pt x="402344" y="72818"/>
                </a:lnTo>
                <a:lnTo>
                  <a:pt x="401901" y="72629"/>
                </a:lnTo>
                <a:lnTo>
                  <a:pt x="401469" y="72439"/>
                </a:lnTo>
                <a:lnTo>
                  <a:pt x="401048" y="72246"/>
                </a:lnTo>
                <a:lnTo>
                  <a:pt x="400639" y="72051"/>
                </a:lnTo>
                <a:lnTo>
                  <a:pt x="400242" y="71855"/>
                </a:lnTo>
                <a:lnTo>
                  <a:pt x="399856" y="71657"/>
                </a:lnTo>
                <a:lnTo>
                  <a:pt x="399482" y="71456"/>
                </a:lnTo>
                <a:lnTo>
                  <a:pt x="399120" y="71254"/>
                </a:lnTo>
                <a:lnTo>
                  <a:pt x="398769" y="71050"/>
                </a:lnTo>
                <a:lnTo>
                  <a:pt x="398430" y="70844"/>
                </a:lnTo>
                <a:lnTo>
                  <a:pt x="398103" y="70636"/>
                </a:lnTo>
                <a:lnTo>
                  <a:pt x="397787" y="70426"/>
                </a:lnTo>
                <a:lnTo>
                  <a:pt x="397483" y="70214"/>
                </a:lnTo>
                <a:lnTo>
                  <a:pt x="397190" y="70000"/>
                </a:lnTo>
                <a:lnTo>
                  <a:pt x="396909" y="69784"/>
                </a:lnTo>
                <a:lnTo>
                  <a:pt x="396640" y="69566"/>
                </a:lnTo>
                <a:lnTo>
                  <a:pt x="396382" y="69347"/>
                </a:lnTo>
                <a:lnTo>
                  <a:pt x="396136" y="69125"/>
                </a:lnTo>
                <a:lnTo>
                  <a:pt x="395902" y="68901"/>
                </a:lnTo>
                <a:lnTo>
                  <a:pt x="395679" y="68676"/>
                </a:lnTo>
                <a:lnTo>
                  <a:pt x="395468" y="68449"/>
                </a:lnTo>
                <a:lnTo>
                  <a:pt x="395267" y="68218"/>
                </a:lnTo>
                <a:lnTo>
                  <a:pt x="395075" y="67983"/>
                </a:lnTo>
                <a:lnTo>
                  <a:pt x="394891" y="67744"/>
                </a:lnTo>
                <a:lnTo>
                  <a:pt x="394715" y="67501"/>
                </a:lnTo>
                <a:lnTo>
                  <a:pt x="394549" y="67254"/>
                </a:lnTo>
                <a:lnTo>
                  <a:pt x="394390" y="67002"/>
                </a:lnTo>
                <a:lnTo>
                  <a:pt x="394241" y="66746"/>
                </a:lnTo>
                <a:lnTo>
                  <a:pt x="394100" y="66486"/>
                </a:lnTo>
                <a:lnTo>
                  <a:pt x="393967" y="66222"/>
                </a:lnTo>
                <a:lnTo>
                  <a:pt x="393843" y="65953"/>
                </a:lnTo>
                <a:lnTo>
                  <a:pt x="393727" y="65681"/>
                </a:lnTo>
                <a:lnTo>
                  <a:pt x="393621" y="65404"/>
                </a:lnTo>
                <a:lnTo>
                  <a:pt x="393522" y="65123"/>
                </a:lnTo>
                <a:lnTo>
                  <a:pt x="393432" y="64837"/>
                </a:lnTo>
                <a:lnTo>
                  <a:pt x="393351" y="64548"/>
                </a:lnTo>
                <a:lnTo>
                  <a:pt x="393278" y="64254"/>
                </a:lnTo>
                <a:lnTo>
                  <a:pt x="393214" y="63956"/>
                </a:lnTo>
                <a:lnTo>
                  <a:pt x="393159" y="63653"/>
                </a:lnTo>
                <a:lnTo>
                  <a:pt x="393112" y="63347"/>
                </a:lnTo>
                <a:lnTo>
                  <a:pt x="393073" y="63036"/>
                </a:lnTo>
                <a:lnTo>
                  <a:pt x="393043" y="62721"/>
                </a:lnTo>
                <a:lnTo>
                  <a:pt x="393022" y="62402"/>
                </a:lnTo>
                <a:lnTo>
                  <a:pt x="393009" y="62078"/>
                </a:lnTo>
                <a:lnTo>
                  <a:pt x="393005" y="61751"/>
                </a:lnTo>
                <a:lnTo>
                  <a:pt x="393014" y="61167"/>
                </a:lnTo>
                <a:lnTo>
                  <a:pt x="393043" y="60595"/>
                </a:lnTo>
                <a:lnTo>
                  <a:pt x="393091" y="60037"/>
                </a:lnTo>
                <a:lnTo>
                  <a:pt x="393158" y="59492"/>
                </a:lnTo>
                <a:lnTo>
                  <a:pt x="393244" y="58960"/>
                </a:lnTo>
                <a:lnTo>
                  <a:pt x="393350" y="58441"/>
                </a:lnTo>
                <a:lnTo>
                  <a:pt x="393474" y="57935"/>
                </a:lnTo>
                <a:lnTo>
                  <a:pt x="393618" y="57442"/>
                </a:lnTo>
                <a:lnTo>
                  <a:pt x="393781" y="56962"/>
                </a:lnTo>
                <a:lnTo>
                  <a:pt x="393963" y="56495"/>
                </a:lnTo>
                <a:lnTo>
                  <a:pt x="394164" y="56041"/>
                </a:lnTo>
                <a:lnTo>
                  <a:pt x="394384" y="55601"/>
                </a:lnTo>
                <a:lnTo>
                  <a:pt x="394624" y="55173"/>
                </a:lnTo>
                <a:lnTo>
                  <a:pt x="394882" y="54758"/>
                </a:lnTo>
                <a:lnTo>
                  <a:pt x="395160" y="54356"/>
                </a:lnTo>
                <a:lnTo>
                  <a:pt x="395457" y="53968"/>
                </a:lnTo>
                <a:lnTo>
                  <a:pt x="395773" y="53592"/>
                </a:lnTo>
                <a:lnTo>
                  <a:pt x="396109" y="53229"/>
                </a:lnTo>
                <a:lnTo>
                  <a:pt x="396463" y="52880"/>
                </a:lnTo>
                <a:lnTo>
                  <a:pt x="396837" y="52543"/>
                </a:lnTo>
                <a:lnTo>
                  <a:pt x="397230" y="52220"/>
                </a:lnTo>
                <a:lnTo>
                  <a:pt x="397642" y="51909"/>
                </a:lnTo>
                <a:lnTo>
                  <a:pt x="398073" y="51612"/>
                </a:lnTo>
                <a:lnTo>
                  <a:pt x="398523" y="51327"/>
                </a:lnTo>
                <a:lnTo>
                  <a:pt x="398989" y="51055"/>
                </a:lnTo>
                <a:lnTo>
                  <a:pt x="399466" y="50794"/>
                </a:lnTo>
                <a:lnTo>
                  <a:pt x="399955" y="50545"/>
                </a:lnTo>
                <a:lnTo>
                  <a:pt x="400455" y="50307"/>
                </a:lnTo>
                <a:lnTo>
                  <a:pt x="400968" y="50081"/>
                </a:lnTo>
                <a:lnTo>
                  <a:pt x="401491" y="49867"/>
                </a:lnTo>
                <a:lnTo>
                  <a:pt x="402027" y="49664"/>
                </a:lnTo>
                <a:lnTo>
                  <a:pt x="402574" y="49473"/>
                </a:lnTo>
                <a:lnTo>
                  <a:pt x="403133" y="49293"/>
                </a:lnTo>
                <a:lnTo>
                  <a:pt x="403703" y="49125"/>
                </a:lnTo>
                <a:lnTo>
                  <a:pt x="404285" y="48968"/>
                </a:lnTo>
                <a:lnTo>
                  <a:pt x="404879" y="48824"/>
                </a:lnTo>
                <a:lnTo>
                  <a:pt x="405484" y="48690"/>
                </a:lnTo>
                <a:lnTo>
                  <a:pt x="406101" y="48569"/>
                </a:lnTo>
                <a:lnTo>
                  <a:pt x="406729" y="48459"/>
                </a:lnTo>
                <a:lnTo>
                  <a:pt x="407370" y="48360"/>
                </a:lnTo>
                <a:lnTo>
                  <a:pt x="408021" y="48273"/>
                </a:lnTo>
                <a:lnTo>
                  <a:pt x="408685" y="48198"/>
                </a:lnTo>
                <a:lnTo>
                  <a:pt x="409360" y="48134"/>
                </a:lnTo>
                <a:lnTo>
                  <a:pt x="410047" y="48082"/>
                </a:lnTo>
                <a:lnTo>
                  <a:pt x="410745" y="48041"/>
                </a:lnTo>
                <a:lnTo>
                  <a:pt x="411455" y="48012"/>
                </a:lnTo>
                <a:lnTo>
                  <a:pt x="412177" y="47995"/>
                </a:lnTo>
                <a:lnTo>
                  <a:pt x="412910" y="47989"/>
                </a:lnTo>
                <a:lnTo>
                  <a:pt x="413636" y="47997"/>
                </a:lnTo>
                <a:lnTo>
                  <a:pt x="414353" y="48020"/>
                </a:lnTo>
                <a:lnTo>
                  <a:pt x="415061" y="48059"/>
                </a:lnTo>
                <a:lnTo>
                  <a:pt x="415759" y="48113"/>
                </a:lnTo>
                <a:lnTo>
                  <a:pt x="416449" y="48182"/>
                </a:lnTo>
                <a:lnTo>
                  <a:pt x="417129" y="48267"/>
                </a:lnTo>
                <a:lnTo>
                  <a:pt x="417799" y="48367"/>
                </a:lnTo>
                <a:lnTo>
                  <a:pt x="418461" y="48483"/>
                </a:lnTo>
                <a:lnTo>
                  <a:pt x="419113" y="48614"/>
                </a:lnTo>
                <a:lnTo>
                  <a:pt x="419756" y="48761"/>
                </a:lnTo>
                <a:lnTo>
                  <a:pt x="420390" y="48923"/>
                </a:lnTo>
                <a:lnTo>
                  <a:pt x="421015" y="49101"/>
                </a:lnTo>
                <a:lnTo>
                  <a:pt x="421630" y="49294"/>
                </a:lnTo>
                <a:lnTo>
                  <a:pt x="422236" y="49502"/>
                </a:lnTo>
                <a:lnTo>
                  <a:pt x="422833" y="49726"/>
                </a:lnTo>
                <a:lnTo>
                  <a:pt x="423421" y="49965"/>
                </a:lnTo>
                <a:lnTo>
                  <a:pt x="423999" y="50220"/>
                </a:lnTo>
                <a:lnTo>
                  <a:pt x="424568" y="50490"/>
                </a:lnTo>
                <a:lnTo>
                  <a:pt x="425128" y="50776"/>
                </a:lnTo>
                <a:lnTo>
                  <a:pt x="425679" y="51077"/>
                </a:lnTo>
                <a:lnTo>
                  <a:pt x="426220" y="51394"/>
                </a:lnTo>
                <a:lnTo>
                  <a:pt x="426753" y="51725"/>
                </a:lnTo>
                <a:lnTo>
                  <a:pt x="427276" y="52073"/>
                </a:lnTo>
                <a:lnTo>
                  <a:pt x="427789" y="52436"/>
                </a:lnTo>
                <a:lnTo>
                  <a:pt x="428288" y="52817"/>
                </a:lnTo>
                <a:lnTo>
                  <a:pt x="428765" y="53221"/>
                </a:lnTo>
                <a:lnTo>
                  <a:pt x="429221" y="53646"/>
                </a:lnTo>
                <a:lnTo>
                  <a:pt x="429656" y="54093"/>
                </a:lnTo>
                <a:lnTo>
                  <a:pt x="430070" y="54562"/>
                </a:lnTo>
                <a:lnTo>
                  <a:pt x="430462" y="55053"/>
                </a:lnTo>
                <a:lnTo>
                  <a:pt x="430834" y="55566"/>
                </a:lnTo>
                <a:lnTo>
                  <a:pt x="431184" y="56101"/>
                </a:lnTo>
                <a:lnTo>
                  <a:pt x="431512" y="56658"/>
                </a:lnTo>
                <a:lnTo>
                  <a:pt x="431820" y="57237"/>
                </a:lnTo>
                <a:lnTo>
                  <a:pt x="432106" y="57837"/>
                </a:lnTo>
                <a:lnTo>
                  <a:pt x="432371" y="58460"/>
                </a:lnTo>
                <a:lnTo>
                  <a:pt x="432615" y="59104"/>
                </a:lnTo>
                <a:lnTo>
                  <a:pt x="432838" y="59770"/>
                </a:lnTo>
                <a:lnTo>
                  <a:pt x="433040" y="60459"/>
                </a:lnTo>
                <a:lnTo>
                  <a:pt x="433220" y="61169"/>
                </a:lnTo>
                <a:lnTo>
                  <a:pt x="433379" y="61901"/>
                </a:lnTo>
                <a:lnTo>
                  <a:pt x="433517" y="62655"/>
                </a:lnTo>
                <a:lnTo>
                  <a:pt x="433634" y="63431"/>
                </a:lnTo>
                <a:lnTo>
                  <a:pt x="433729" y="64228"/>
                </a:lnTo>
                <a:lnTo>
                  <a:pt x="433803" y="65048"/>
                </a:lnTo>
                <a:lnTo>
                  <a:pt x="433856" y="65890"/>
                </a:lnTo>
                <a:lnTo>
                  <a:pt x="433888" y="66753"/>
                </a:lnTo>
                <a:lnTo>
                  <a:pt x="433899" y="67639"/>
                </a:lnTo>
                <a:lnTo>
                  <a:pt x="449862" y="67639"/>
                </a:lnTo>
                <a:lnTo>
                  <a:pt x="449857" y="66933"/>
                </a:lnTo>
                <a:lnTo>
                  <a:pt x="449842" y="66235"/>
                </a:lnTo>
                <a:lnTo>
                  <a:pt x="449816" y="65546"/>
                </a:lnTo>
                <a:lnTo>
                  <a:pt x="449780" y="64865"/>
                </a:lnTo>
                <a:lnTo>
                  <a:pt x="449734" y="64193"/>
                </a:lnTo>
                <a:lnTo>
                  <a:pt x="449678" y="63529"/>
                </a:lnTo>
                <a:lnTo>
                  <a:pt x="449611" y="62874"/>
                </a:lnTo>
                <a:lnTo>
                  <a:pt x="449534" y="62227"/>
                </a:lnTo>
                <a:lnTo>
                  <a:pt x="449447" y="61588"/>
                </a:lnTo>
                <a:lnTo>
                  <a:pt x="449349" y="60958"/>
                </a:lnTo>
                <a:lnTo>
                  <a:pt x="449241" y="60337"/>
                </a:lnTo>
                <a:lnTo>
                  <a:pt x="449123" y="59724"/>
                </a:lnTo>
                <a:lnTo>
                  <a:pt x="448995" y="59119"/>
                </a:lnTo>
                <a:lnTo>
                  <a:pt x="448856" y="58523"/>
                </a:lnTo>
                <a:lnTo>
                  <a:pt x="448708" y="57935"/>
                </a:lnTo>
                <a:lnTo>
                  <a:pt x="448549" y="57356"/>
                </a:lnTo>
                <a:lnTo>
                  <a:pt x="448379" y="56785"/>
                </a:lnTo>
                <a:lnTo>
                  <a:pt x="448200" y="56223"/>
                </a:lnTo>
                <a:lnTo>
                  <a:pt x="448010" y="55669"/>
                </a:lnTo>
                <a:lnTo>
                  <a:pt x="447809" y="55124"/>
                </a:lnTo>
                <a:lnTo>
                  <a:pt x="447599" y="54587"/>
                </a:lnTo>
                <a:lnTo>
                  <a:pt x="447378" y="54059"/>
                </a:lnTo>
                <a:lnTo>
                  <a:pt x="447147" y="53539"/>
                </a:lnTo>
                <a:lnTo>
                  <a:pt x="446906" y="53027"/>
                </a:lnTo>
                <a:lnTo>
                  <a:pt x="446656" y="52524"/>
                </a:lnTo>
                <a:lnTo>
                  <a:pt x="446399" y="52028"/>
                </a:lnTo>
                <a:lnTo>
                  <a:pt x="446134" y="51540"/>
                </a:lnTo>
                <a:lnTo>
                  <a:pt x="445862" y="51060"/>
                </a:lnTo>
                <a:lnTo>
                  <a:pt x="445582" y="50587"/>
                </a:lnTo>
                <a:lnTo>
                  <a:pt x="445296" y="50123"/>
                </a:lnTo>
                <a:lnTo>
                  <a:pt x="445001" y="49666"/>
                </a:lnTo>
                <a:lnTo>
                  <a:pt x="444700" y="49216"/>
                </a:lnTo>
                <a:lnTo>
                  <a:pt x="444391" y="48775"/>
                </a:lnTo>
                <a:lnTo>
                  <a:pt x="444075" y="48341"/>
                </a:lnTo>
                <a:lnTo>
                  <a:pt x="443751" y="47915"/>
                </a:lnTo>
                <a:lnTo>
                  <a:pt x="443420" y="47497"/>
                </a:lnTo>
                <a:lnTo>
                  <a:pt x="443082" y="47087"/>
                </a:lnTo>
                <a:lnTo>
                  <a:pt x="442736" y="46684"/>
                </a:lnTo>
                <a:lnTo>
                  <a:pt x="442383" y="46289"/>
                </a:lnTo>
                <a:lnTo>
                  <a:pt x="442023" y="45902"/>
                </a:lnTo>
                <a:lnTo>
                  <a:pt x="441655" y="45523"/>
                </a:lnTo>
                <a:lnTo>
                  <a:pt x="441280" y="45151"/>
                </a:lnTo>
                <a:lnTo>
                  <a:pt x="440898" y="44787"/>
                </a:lnTo>
                <a:lnTo>
                  <a:pt x="440508" y="44431"/>
                </a:lnTo>
                <a:lnTo>
                  <a:pt x="440111" y="44082"/>
                </a:lnTo>
                <a:lnTo>
                  <a:pt x="439706" y="43742"/>
                </a:lnTo>
                <a:lnTo>
                  <a:pt x="439294" y="43409"/>
                </a:lnTo>
                <a:lnTo>
                  <a:pt x="438875" y="43084"/>
                </a:lnTo>
                <a:lnTo>
                  <a:pt x="438450" y="42766"/>
                </a:lnTo>
                <a:lnTo>
                  <a:pt x="438018" y="42455"/>
                </a:lnTo>
                <a:lnTo>
                  <a:pt x="437582" y="42151"/>
                </a:lnTo>
                <a:lnTo>
                  <a:pt x="437140" y="41854"/>
                </a:lnTo>
                <a:lnTo>
                  <a:pt x="436692" y="41564"/>
                </a:lnTo>
                <a:lnTo>
                  <a:pt x="436239" y="41281"/>
                </a:lnTo>
                <a:lnTo>
                  <a:pt x="435781" y="41006"/>
                </a:lnTo>
                <a:lnTo>
                  <a:pt x="435317" y="40737"/>
                </a:lnTo>
                <a:lnTo>
                  <a:pt x="434847" y="40476"/>
                </a:lnTo>
                <a:lnTo>
                  <a:pt x="434372" y="40221"/>
                </a:lnTo>
                <a:lnTo>
                  <a:pt x="433892" y="39974"/>
                </a:lnTo>
                <a:lnTo>
                  <a:pt x="433406" y="39733"/>
                </a:lnTo>
                <a:lnTo>
                  <a:pt x="432915" y="39500"/>
                </a:lnTo>
                <a:lnTo>
                  <a:pt x="432418" y="39274"/>
                </a:lnTo>
                <a:lnTo>
                  <a:pt x="431916" y="39054"/>
                </a:lnTo>
                <a:lnTo>
                  <a:pt x="431408" y="38842"/>
                </a:lnTo>
                <a:lnTo>
                  <a:pt x="430895" y="38637"/>
                </a:lnTo>
                <a:lnTo>
                  <a:pt x="430376" y="38439"/>
                </a:lnTo>
                <a:lnTo>
                  <a:pt x="429852" y="38248"/>
                </a:lnTo>
                <a:lnTo>
                  <a:pt x="429322" y="38064"/>
                </a:lnTo>
                <a:lnTo>
                  <a:pt x="428787" y="37887"/>
                </a:lnTo>
                <a:lnTo>
                  <a:pt x="428246" y="37718"/>
                </a:lnTo>
                <a:lnTo>
                  <a:pt x="427700" y="37555"/>
                </a:lnTo>
                <a:lnTo>
                  <a:pt x="427149" y="37399"/>
                </a:lnTo>
                <a:lnTo>
                  <a:pt x="426593" y="37250"/>
                </a:lnTo>
                <a:lnTo>
                  <a:pt x="426034" y="37107"/>
                </a:lnTo>
                <a:lnTo>
                  <a:pt x="425471" y="36971"/>
                </a:lnTo>
                <a:lnTo>
                  <a:pt x="424906" y="36841"/>
                </a:lnTo>
                <a:lnTo>
                  <a:pt x="424337" y="36717"/>
                </a:lnTo>
                <a:lnTo>
                  <a:pt x="423765" y="36600"/>
                </a:lnTo>
                <a:lnTo>
                  <a:pt x="423189" y="36489"/>
                </a:lnTo>
                <a:lnTo>
                  <a:pt x="422611" y="36385"/>
                </a:lnTo>
                <a:lnTo>
                  <a:pt x="422029" y="36286"/>
                </a:lnTo>
                <a:lnTo>
                  <a:pt x="421443" y="36194"/>
                </a:lnTo>
                <a:lnTo>
                  <a:pt x="420855" y="36109"/>
                </a:lnTo>
                <a:lnTo>
                  <a:pt x="420263" y="36030"/>
                </a:lnTo>
                <a:lnTo>
                  <a:pt x="419668" y="35957"/>
                </a:lnTo>
                <a:lnTo>
                  <a:pt x="419070" y="35890"/>
                </a:lnTo>
                <a:lnTo>
                  <a:pt x="418469" y="35830"/>
                </a:lnTo>
                <a:lnTo>
                  <a:pt x="417864" y="35776"/>
                </a:lnTo>
                <a:lnTo>
                  <a:pt x="417256" y="35728"/>
                </a:lnTo>
                <a:lnTo>
                  <a:pt x="416645" y="35687"/>
                </a:lnTo>
                <a:lnTo>
                  <a:pt x="416031" y="35652"/>
                </a:lnTo>
                <a:lnTo>
                  <a:pt x="415413" y="35624"/>
                </a:lnTo>
                <a:lnTo>
                  <a:pt x="414792" y="35602"/>
                </a:lnTo>
                <a:lnTo>
                  <a:pt x="414168" y="35586"/>
                </a:lnTo>
                <a:lnTo>
                  <a:pt x="413540" y="35576"/>
                </a:lnTo>
                <a:lnTo>
                  <a:pt x="412910" y="35573"/>
                </a:lnTo>
                <a:lnTo>
                  <a:pt x="412271" y="35576"/>
                </a:lnTo>
                <a:lnTo>
                  <a:pt x="411636" y="35585"/>
                </a:lnTo>
                <a:lnTo>
                  <a:pt x="411005" y="35599"/>
                </a:lnTo>
                <a:lnTo>
                  <a:pt x="410378" y="35620"/>
                </a:lnTo>
                <a:lnTo>
                  <a:pt x="409754" y="35646"/>
                </a:lnTo>
                <a:lnTo>
                  <a:pt x="409134" y="35678"/>
                </a:lnTo>
                <a:lnTo>
                  <a:pt x="408518" y="35716"/>
                </a:lnTo>
                <a:lnTo>
                  <a:pt x="407906" y="35759"/>
                </a:lnTo>
                <a:lnTo>
                  <a:pt x="407298" y="35809"/>
                </a:lnTo>
                <a:lnTo>
                  <a:pt x="406693" y="35864"/>
                </a:lnTo>
                <a:lnTo>
                  <a:pt x="406092" y="35925"/>
                </a:lnTo>
                <a:lnTo>
                  <a:pt x="405495" y="35992"/>
                </a:lnTo>
                <a:lnTo>
                  <a:pt x="404901" y="36065"/>
                </a:lnTo>
                <a:lnTo>
                  <a:pt x="404311" y="36143"/>
                </a:lnTo>
                <a:lnTo>
                  <a:pt x="403726" y="36227"/>
                </a:lnTo>
                <a:lnTo>
                  <a:pt x="403143" y="36318"/>
                </a:lnTo>
                <a:lnTo>
                  <a:pt x="402565" y="36414"/>
                </a:lnTo>
                <a:lnTo>
                  <a:pt x="401990" y="36515"/>
                </a:lnTo>
                <a:lnTo>
                  <a:pt x="401419" y="36623"/>
                </a:lnTo>
                <a:lnTo>
                  <a:pt x="400852" y="36736"/>
                </a:lnTo>
                <a:lnTo>
                  <a:pt x="400289" y="36856"/>
                </a:lnTo>
                <a:lnTo>
                  <a:pt x="399729" y="36981"/>
                </a:lnTo>
                <a:lnTo>
                  <a:pt x="399174" y="37112"/>
                </a:lnTo>
                <a:lnTo>
                  <a:pt x="398621" y="37248"/>
                </a:lnTo>
                <a:lnTo>
                  <a:pt x="398074" y="37390"/>
                </a:lnTo>
                <a:lnTo>
                  <a:pt x="397533" y="37539"/>
                </a:lnTo>
                <a:lnTo>
                  <a:pt x="396998" y="37692"/>
                </a:lnTo>
                <a:lnTo>
                  <a:pt x="396469" y="37852"/>
                </a:lnTo>
                <a:lnTo>
                  <a:pt x="395945" y="38018"/>
                </a:lnTo>
                <a:lnTo>
                  <a:pt x="395428" y="38189"/>
                </a:lnTo>
                <a:lnTo>
                  <a:pt x="394917" y="38366"/>
                </a:lnTo>
                <a:lnTo>
                  <a:pt x="394412" y="38549"/>
                </a:lnTo>
                <a:lnTo>
                  <a:pt x="393912" y="38738"/>
                </a:lnTo>
                <a:lnTo>
                  <a:pt x="393419" y="38933"/>
                </a:lnTo>
                <a:lnTo>
                  <a:pt x="392932" y="39134"/>
                </a:lnTo>
                <a:lnTo>
                  <a:pt x="392450" y="39340"/>
                </a:lnTo>
                <a:lnTo>
                  <a:pt x="391975" y="39552"/>
                </a:lnTo>
                <a:lnTo>
                  <a:pt x="391506" y="39770"/>
                </a:lnTo>
                <a:lnTo>
                  <a:pt x="391042" y="39994"/>
                </a:lnTo>
                <a:lnTo>
                  <a:pt x="390585" y="40224"/>
                </a:lnTo>
                <a:lnTo>
                  <a:pt x="390134" y="40459"/>
                </a:lnTo>
                <a:lnTo>
                  <a:pt x="389688" y="40700"/>
                </a:lnTo>
                <a:lnTo>
                  <a:pt x="389249" y="40948"/>
                </a:lnTo>
                <a:lnTo>
                  <a:pt x="388815" y="41201"/>
                </a:lnTo>
                <a:lnTo>
                  <a:pt x="388388" y="41459"/>
                </a:lnTo>
                <a:lnTo>
                  <a:pt x="387966" y="41724"/>
                </a:lnTo>
                <a:lnTo>
                  <a:pt x="387551" y="41994"/>
                </a:lnTo>
                <a:lnTo>
                  <a:pt x="387142" y="42271"/>
                </a:lnTo>
                <a:lnTo>
                  <a:pt x="386739" y="42553"/>
                </a:lnTo>
                <a:lnTo>
                  <a:pt x="386344" y="42840"/>
                </a:lnTo>
                <a:lnTo>
                  <a:pt x="385956" y="43134"/>
                </a:lnTo>
                <a:lnTo>
                  <a:pt x="385576" y="43433"/>
                </a:lnTo>
                <a:lnTo>
                  <a:pt x="385203" y="43738"/>
                </a:lnTo>
                <a:lnTo>
                  <a:pt x="384838" y="44049"/>
                </a:lnTo>
                <a:lnTo>
                  <a:pt x="384481" y="44366"/>
                </a:lnTo>
                <a:lnTo>
                  <a:pt x="384131" y="44688"/>
                </a:lnTo>
                <a:lnTo>
                  <a:pt x="383788" y="45017"/>
                </a:lnTo>
                <a:lnTo>
                  <a:pt x="383453" y="45351"/>
                </a:lnTo>
                <a:lnTo>
                  <a:pt x="383126" y="45691"/>
                </a:lnTo>
                <a:lnTo>
                  <a:pt x="382806" y="46037"/>
                </a:lnTo>
                <a:lnTo>
                  <a:pt x="382493" y="46388"/>
                </a:lnTo>
                <a:lnTo>
                  <a:pt x="382189" y="46746"/>
                </a:lnTo>
                <a:lnTo>
                  <a:pt x="381891" y="47109"/>
                </a:lnTo>
                <a:lnTo>
                  <a:pt x="381601" y="47478"/>
                </a:lnTo>
                <a:lnTo>
                  <a:pt x="381319" y="47853"/>
                </a:lnTo>
                <a:lnTo>
                  <a:pt x="381044" y="48234"/>
                </a:lnTo>
                <a:lnTo>
                  <a:pt x="380777" y="48620"/>
                </a:lnTo>
                <a:lnTo>
                  <a:pt x="380517" y="49013"/>
                </a:lnTo>
                <a:lnTo>
                  <a:pt x="380265" y="49411"/>
                </a:lnTo>
                <a:lnTo>
                  <a:pt x="380021" y="49815"/>
                </a:lnTo>
                <a:lnTo>
                  <a:pt x="379784" y="50225"/>
                </a:lnTo>
                <a:lnTo>
                  <a:pt x="379554" y="50640"/>
                </a:lnTo>
                <a:lnTo>
                  <a:pt x="379333" y="51062"/>
                </a:lnTo>
                <a:lnTo>
                  <a:pt x="379121" y="51488"/>
                </a:lnTo>
                <a:lnTo>
                  <a:pt x="378919" y="51921"/>
                </a:lnTo>
                <a:lnTo>
                  <a:pt x="378726" y="52358"/>
                </a:lnTo>
                <a:lnTo>
                  <a:pt x="378542" y="52801"/>
                </a:lnTo>
                <a:lnTo>
                  <a:pt x="378368" y="53250"/>
                </a:lnTo>
                <a:lnTo>
                  <a:pt x="378204" y="53704"/>
                </a:lnTo>
                <a:lnTo>
                  <a:pt x="378048" y="54164"/>
                </a:lnTo>
                <a:lnTo>
                  <a:pt x="377903" y="54629"/>
                </a:lnTo>
                <a:lnTo>
                  <a:pt x="377766" y="55099"/>
                </a:lnTo>
                <a:lnTo>
                  <a:pt x="377639" y="55575"/>
                </a:lnTo>
                <a:lnTo>
                  <a:pt x="377522" y="56056"/>
                </a:lnTo>
                <a:lnTo>
                  <a:pt x="377413" y="56543"/>
                </a:lnTo>
                <a:lnTo>
                  <a:pt x="377315" y="57035"/>
                </a:lnTo>
                <a:lnTo>
                  <a:pt x="377225" y="57533"/>
                </a:lnTo>
                <a:lnTo>
                  <a:pt x="377145" y="58036"/>
                </a:lnTo>
                <a:lnTo>
                  <a:pt x="377075" y="58545"/>
                </a:lnTo>
                <a:lnTo>
                  <a:pt x="377013" y="59059"/>
                </a:lnTo>
                <a:lnTo>
                  <a:pt x="376962" y="59579"/>
                </a:lnTo>
                <a:lnTo>
                  <a:pt x="376919" y="60104"/>
                </a:lnTo>
                <a:lnTo>
                  <a:pt x="376886" y="60635"/>
                </a:lnTo>
                <a:lnTo>
                  <a:pt x="376863" y="61171"/>
                </a:lnTo>
                <a:lnTo>
                  <a:pt x="376849" y="61712"/>
                </a:lnTo>
                <a:lnTo>
                  <a:pt x="376844" y="62259"/>
                </a:lnTo>
                <a:lnTo>
                  <a:pt x="376851" y="62956"/>
                </a:lnTo>
                <a:lnTo>
                  <a:pt x="376871" y="63643"/>
                </a:lnTo>
                <a:lnTo>
                  <a:pt x="376904" y="64319"/>
                </a:lnTo>
                <a:lnTo>
                  <a:pt x="376951" y="64986"/>
                </a:lnTo>
                <a:lnTo>
                  <a:pt x="377011" y="65643"/>
                </a:lnTo>
                <a:lnTo>
                  <a:pt x="377084" y="66289"/>
                </a:lnTo>
                <a:lnTo>
                  <a:pt x="377171" y="66926"/>
                </a:lnTo>
                <a:lnTo>
                  <a:pt x="377271" y="67552"/>
                </a:lnTo>
                <a:lnTo>
                  <a:pt x="377385" y="68169"/>
                </a:lnTo>
                <a:lnTo>
                  <a:pt x="377511" y="68775"/>
                </a:lnTo>
                <a:lnTo>
                  <a:pt x="377651" y="69372"/>
                </a:lnTo>
                <a:lnTo>
                  <a:pt x="377805" y="69958"/>
                </a:lnTo>
                <a:lnTo>
                  <a:pt x="377972" y="70535"/>
                </a:lnTo>
                <a:lnTo>
                  <a:pt x="378152" y="71101"/>
                </a:lnTo>
                <a:lnTo>
                  <a:pt x="378345" y="71657"/>
                </a:lnTo>
                <a:lnTo>
                  <a:pt x="378552" y="72203"/>
                </a:lnTo>
                <a:lnTo>
                  <a:pt x="378772" y="72739"/>
                </a:lnTo>
                <a:lnTo>
                  <a:pt x="379006" y="73266"/>
                </a:lnTo>
                <a:lnTo>
                  <a:pt x="379253" y="73782"/>
                </a:lnTo>
                <a:lnTo>
                  <a:pt x="379513" y="74288"/>
                </a:lnTo>
                <a:lnTo>
                  <a:pt x="379786" y="74784"/>
                </a:lnTo>
                <a:lnTo>
                  <a:pt x="380073" y="75270"/>
                </a:lnTo>
                <a:lnTo>
                  <a:pt x="380374" y="75746"/>
                </a:lnTo>
                <a:lnTo>
                  <a:pt x="380687" y="76212"/>
                </a:lnTo>
                <a:lnTo>
                  <a:pt x="381014" y="76669"/>
                </a:lnTo>
                <a:lnTo>
                  <a:pt x="381354" y="77120"/>
                </a:lnTo>
                <a:lnTo>
                  <a:pt x="381708" y="77564"/>
                </a:lnTo>
                <a:lnTo>
                  <a:pt x="382075" y="78002"/>
                </a:lnTo>
                <a:lnTo>
                  <a:pt x="382455" y="78432"/>
                </a:lnTo>
                <a:lnTo>
                  <a:pt x="382849" y="78856"/>
                </a:lnTo>
                <a:lnTo>
                  <a:pt x="383256" y="79274"/>
                </a:lnTo>
                <a:lnTo>
                  <a:pt x="383676" y="79684"/>
                </a:lnTo>
                <a:lnTo>
                  <a:pt x="384110" y="80088"/>
                </a:lnTo>
                <a:lnTo>
                  <a:pt x="384557" y="80486"/>
                </a:lnTo>
                <a:lnTo>
                  <a:pt x="385017" y="80876"/>
                </a:lnTo>
                <a:lnTo>
                  <a:pt x="385491" y="81260"/>
                </a:lnTo>
                <a:lnTo>
                  <a:pt x="385978" y="81637"/>
                </a:lnTo>
                <a:lnTo>
                  <a:pt x="386478" y="82008"/>
                </a:lnTo>
                <a:lnTo>
                  <a:pt x="386992" y="82372"/>
                </a:lnTo>
                <a:lnTo>
                  <a:pt x="387519" y="82729"/>
                </a:lnTo>
                <a:lnTo>
                  <a:pt x="388060" y="83079"/>
                </a:lnTo>
                <a:lnTo>
                  <a:pt x="388613" y="83423"/>
                </a:lnTo>
                <a:lnTo>
                  <a:pt x="389181" y="83760"/>
                </a:lnTo>
                <a:lnTo>
                  <a:pt x="389761" y="84091"/>
                </a:lnTo>
                <a:lnTo>
                  <a:pt x="390355" y="84414"/>
                </a:lnTo>
                <a:lnTo>
                  <a:pt x="390962" y="84731"/>
                </a:lnTo>
                <a:lnTo>
                  <a:pt x="391583" y="85041"/>
                </a:lnTo>
                <a:lnTo>
                  <a:pt x="392216" y="85345"/>
                </a:lnTo>
                <a:lnTo>
                  <a:pt x="392863" y="85644"/>
                </a:lnTo>
                <a:lnTo>
                  <a:pt x="393522" y="85939"/>
                </a:lnTo>
                <a:lnTo>
                  <a:pt x="394193" y="86232"/>
                </a:lnTo>
                <a:lnTo>
                  <a:pt x="394877" y="86521"/>
                </a:lnTo>
                <a:lnTo>
                  <a:pt x="395573" y="86808"/>
                </a:lnTo>
                <a:lnTo>
                  <a:pt x="396281" y="87091"/>
                </a:lnTo>
                <a:lnTo>
                  <a:pt x="397002" y="87372"/>
                </a:lnTo>
                <a:lnTo>
                  <a:pt x="397735" y="87649"/>
                </a:lnTo>
                <a:lnTo>
                  <a:pt x="398480" y="87924"/>
                </a:lnTo>
                <a:lnTo>
                  <a:pt x="399237" y="88196"/>
                </a:lnTo>
                <a:lnTo>
                  <a:pt x="400007" y="88464"/>
                </a:lnTo>
                <a:lnTo>
                  <a:pt x="400789" y="88730"/>
                </a:lnTo>
                <a:lnTo>
                  <a:pt x="401584" y="88993"/>
                </a:lnTo>
                <a:lnTo>
                  <a:pt x="402391" y="89252"/>
                </a:lnTo>
                <a:lnTo>
                  <a:pt x="403210" y="89509"/>
                </a:lnTo>
                <a:lnTo>
                  <a:pt x="404041" y="89763"/>
                </a:lnTo>
                <a:lnTo>
                  <a:pt x="404885" y="90014"/>
                </a:lnTo>
                <a:lnTo>
                  <a:pt x="405741" y="90261"/>
                </a:lnTo>
                <a:lnTo>
                  <a:pt x="406609" y="90506"/>
                </a:lnTo>
                <a:lnTo>
                  <a:pt x="407490" y="90748"/>
                </a:lnTo>
                <a:lnTo>
                  <a:pt x="408383" y="90987"/>
                </a:lnTo>
                <a:lnTo>
                  <a:pt x="409288" y="91223"/>
                </a:lnTo>
                <a:lnTo>
                  <a:pt x="410206" y="91456"/>
                </a:lnTo>
                <a:lnTo>
                  <a:pt x="411136" y="91686"/>
                </a:lnTo>
                <a:lnTo>
                  <a:pt x="412271" y="91965"/>
                </a:lnTo>
                <a:lnTo>
                  <a:pt x="413378" y="92245"/>
                </a:lnTo>
                <a:lnTo>
                  <a:pt x="414455" y="92526"/>
                </a:lnTo>
                <a:lnTo>
                  <a:pt x="415503" y="92807"/>
                </a:lnTo>
                <a:lnTo>
                  <a:pt x="416523" y="93089"/>
                </a:lnTo>
                <a:lnTo>
                  <a:pt x="417513" y="93372"/>
                </a:lnTo>
                <a:lnTo>
                  <a:pt x="418475" y="93656"/>
                </a:lnTo>
                <a:lnTo>
                  <a:pt x="419408" y="93940"/>
                </a:lnTo>
                <a:lnTo>
                  <a:pt x="420312" y="94225"/>
                </a:lnTo>
                <a:lnTo>
                  <a:pt x="421187" y="94511"/>
                </a:lnTo>
                <a:lnTo>
                  <a:pt x="422033" y="94797"/>
                </a:lnTo>
                <a:lnTo>
                  <a:pt x="422850" y="95084"/>
                </a:lnTo>
                <a:lnTo>
                  <a:pt x="423638" y="95372"/>
                </a:lnTo>
                <a:lnTo>
                  <a:pt x="424398" y="95661"/>
                </a:lnTo>
                <a:lnTo>
                  <a:pt x="425128" y="95950"/>
                </a:lnTo>
                <a:lnTo>
                  <a:pt x="425830" y="96240"/>
                </a:lnTo>
                <a:lnTo>
                  <a:pt x="426502" y="96531"/>
                </a:lnTo>
                <a:lnTo>
                  <a:pt x="427146" y="96823"/>
                </a:lnTo>
                <a:lnTo>
                  <a:pt x="427761" y="97115"/>
                </a:lnTo>
                <a:lnTo>
                  <a:pt x="428346" y="97408"/>
                </a:lnTo>
                <a:lnTo>
                  <a:pt x="428903" y="97701"/>
                </a:lnTo>
                <a:lnTo>
                  <a:pt x="429431" y="97996"/>
                </a:lnTo>
                <a:lnTo>
                  <a:pt x="429930" y="98291"/>
                </a:lnTo>
                <a:lnTo>
                  <a:pt x="430401" y="98586"/>
                </a:lnTo>
                <a:lnTo>
                  <a:pt x="430847" y="98889"/>
                </a:lnTo>
                <a:lnTo>
                  <a:pt x="431274" y="99204"/>
                </a:lnTo>
                <a:lnTo>
                  <a:pt x="431682" y="99533"/>
                </a:lnTo>
                <a:lnTo>
                  <a:pt x="432072" y="99874"/>
                </a:lnTo>
                <a:lnTo>
                  <a:pt x="432442" y="100229"/>
                </a:lnTo>
                <a:lnTo>
                  <a:pt x="432793" y="100596"/>
                </a:lnTo>
                <a:lnTo>
                  <a:pt x="433126" y="100977"/>
                </a:lnTo>
                <a:lnTo>
                  <a:pt x="433439" y="101371"/>
                </a:lnTo>
                <a:lnTo>
                  <a:pt x="433733" y="101778"/>
                </a:lnTo>
                <a:lnTo>
                  <a:pt x="434009" y="102197"/>
                </a:lnTo>
                <a:lnTo>
                  <a:pt x="434265" y="102630"/>
                </a:lnTo>
                <a:lnTo>
                  <a:pt x="434502" y="103076"/>
                </a:lnTo>
                <a:lnTo>
                  <a:pt x="434721" y="103535"/>
                </a:lnTo>
                <a:lnTo>
                  <a:pt x="434920" y="104007"/>
                </a:lnTo>
                <a:lnTo>
                  <a:pt x="435101" y="104492"/>
                </a:lnTo>
                <a:lnTo>
                  <a:pt x="435262" y="104990"/>
                </a:lnTo>
                <a:lnTo>
                  <a:pt x="435404" y="105501"/>
                </a:lnTo>
                <a:lnTo>
                  <a:pt x="435528" y="106025"/>
                </a:lnTo>
                <a:lnTo>
                  <a:pt x="435632" y="106563"/>
                </a:lnTo>
                <a:lnTo>
                  <a:pt x="435718" y="107113"/>
                </a:lnTo>
                <a:lnTo>
                  <a:pt x="435784" y="107676"/>
                </a:lnTo>
                <a:lnTo>
                  <a:pt x="435832" y="108253"/>
                </a:lnTo>
                <a:lnTo>
                  <a:pt x="435860" y="108842"/>
                </a:lnTo>
                <a:lnTo>
                  <a:pt x="435870" y="109444"/>
                </a:lnTo>
                <a:lnTo>
                  <a:pt x="435859" y="110162"/>
                </a:lnTo>
                <a:lnTo>
                  <a:pt x="435828" y="110863"/>
                </a:lnTo>
                <a:lnTo>
                  <a:pt x="435775" y="111547"/>
                </a:lnTo>
                <a:lnTo>
                  <a:pt x="435701" y="112213"/>
                </a:lnTo>
                <a:lnTo>
                  <a:pt x="435607" y="112863"/>
                </a:lnTo>
                <a:lnTo>
                  <a:pt x="435491" y="113495"/>
                </a:lnTo>
                <a:lnTo>
                  <a:pt x="435354" y="114110"/>
                </a:lnTo>
                <a:lnTo>
                  <a:pt x="435196" y="114708"/>
                </a:lnTo>
                <a:lnTo>
                  <a:pt x="435017" y="115289"/>
                </a:lnTo>
                <a:lnTo>
                  <a:pt x="434818" y="115853"/>
                </a:lnTo>
                <a:lnTo>
                  <a:pt x="434597" y="116400"/>
                </a:lnTo>
                <a:lnTo>
                  <a:pt x="434355" y="116930"/>
                </a:lnTo>
                <a:lnTo>
                  <a:pt x="434092" y="117442"/>
                </a:lnTo>
                <a:lnTo>
                  <a:pt x="433808" y="117937"/>
                </a:lnTo>
                <a:lnTo>
                  <a:pt x="433502" y="118416"/>
                </a:lnTo>
                <a:lnTo>
                  <a:pt x="433176" y="118877"/>
                </a:lnTo>
                <a:lnTo>
                  <a:pt x="432829" y="119321"/>
                </a:lnTo>
                <a:lnTo>
                  <a:pt x="432461" y="119748"/>
                </a:lnTo>
                <a:lnTo>
                  <a:pt x="432072" y="120158"/>
                </a:lnTo>
                <a:lnTo>
                  <a:pt x="431661" y="120550"/>
                </a:lnTo>
                <a:lnTo>
                  <a:pt x="431230" y="120926"/>
                </a:lnTo>
                <a:lnTo>
                  <a:pt x="430777" y="121284"/>
                </a:lnTo>
                <a:lnTo>
                  <a:pt x="430304" y="121625"/>
                </a:lnTo>
                <a:lnTo>
                  <a:pt x="429809" y="121950"/>
                </a:lnTo>
                <a:lnTo>
                  <a:pt x="429299" y="122259"/>
                </a:lnTo>
                <a:lnTo>
                  <a:pt x="428776" y="122555"/>
                </a:lnTo>
                <a:lnTo>
                  <a:pt x="428243" y="122837"/>
                </a:lnTo>
                <a:lnTo>
                  <a:pt x="427698" y="123107"/>
                </a:lnTo>
                <a:lnTo>
                  <a:pt x="427141" y="123363"/>
                </a:lnTo>
                <a:lnTo>
                  <a:pt x="426573" y="123607"/>
                </a:lnTo>
                <a:lnTo>
                  <a:pt x="425993" y="123837"/>
                </a:lnTo>
                <a:lnTo>
                  <a:pt x="425403" y="124054"/>
                </a:lnTo>
                <a:lnTo>
                  <a:pt x="424800" y="124258"/>
                </a:lnTo>
                <a:lnTo>
                  <a:pt x="424186" y="124448"/>
                </a:lnTo>
                <a:lnTo>
                  <a:pt x="423561" y="124626"/>
                </a:lnTo>
                <a:lnTo>
                  <a:pt x="422924" y="124790"/>
                </a:lnTo>
                <a:lnTo>
                  <a:pt x="422276" y="124942"/>
                </a:lnTo>
                <a:lnTo>
                  <a:pt x="421616" y="125080"/>
                </a:lnTo>
                <a:lnTo>
                  <a:pt x="420945" y="125205"/>
                </a:lnTo>
                <a:lnTo>
                  <a:pt x="420262" y="125316"/>
                </a:lnTo>
                <a:lnTo>
                  <a:pt x="419568" y="125415"/>
                </a:lnTo>
                <a:lnTo>
                  <a:pt x="418862" y="125501"/>
                </a:lnTo>
                <a:lnTo>
                  <a:pt x="418145" y="125573"/>
                </a:lnTo>
                <a:lnTo>
                  <a:pt x="417417" y="125632"/>
                </a:lnTo>
                <a:lnTo>
                  <a:pt x="416677" y="125678"/>
                </a:lnTo>
                <a:lnTo>
                  <a:pt x="415925" y="125711"/>
                </a:lnTo>
                <a:lnTo>
                  <a:pt x="415162" y="125731"/>
                </a:lnTo>
                <a:lnTo>
                  <a:pt x="414388" y="125737"/>
                </a:lnTo>
                <a:lnTo>
                  <a:pt x="413524" y="125729"/>
                </a:lnTo>
                <a:lnTo>
                  <a:pt x="412671" y="125704"/>
                </a:lnTo>
                <a:lnTo>
                  <a:pt x="411831" y="125662"/>
                </a:lnTo>
                <a:lnTo>
                  <a:pt x="411003" y="125604"/>
                </a:lnTo>
                <a:lnTo>
                  <a:pt x="410188" y="125529"/>
                </a:lnTo>
                <a:lnTo>
                  <a:pt x="409384" y="125437"/>
                </a:lnTo>
                <a:lnTo>
                  <a:pt x="408592" y="125329"/>
                </a:lnTo>
                <a:lnTo>
                  <a:pt x="407813" y="125204"/>
                </a:lnTo>
                <a:lnTo>
                  <a:pt x="407046" y="125062"/>
                </a:lnTo>
                <a:lnTo>
                  <a:pt x="406291" y="124904"/>
                </a:lnTo>
                <a:lnTo>
                  <a:pt x="405548" y="124729"/>
                </a:lnTo>
                <a:lnTo>
                  <a:pt x="404817" y="124537"/>
                </a:lnTo>
                <a:lnTo>
                  <a:pt x="404099" y="124329"/>
                </a:lnTo>
                <a:lnTo>
                  <a:pt x="403392" y="124104"/>
                </a:lnTo>
                <a:lnTo>
                  <a:pt x="402698" y="123862"/>
                </a:lnTo>
                <a:lnTo>
                  <a:pt x="402016" y="123604"/>
                </a:lnTo>
                <a:lnTo>
                  <a:pt x="401346" y="123329"/>
                </a:lnTo>
                <a:lnTo>
                  <a:pt x="400688" y="123037"/>
                </a:lnTo>
                <a:lnTo>
                  <a:pt x="400042" y="122729"/>
                </a:lnTo>
                <a:lnTo>
                  <a:pt x="399408" y="122403"/>
                </a:lnTo>
                <a:lnTo>
                  <a:pt x="398787" y="122062"/>
                </a:lnTo>
                <a:lnTo>
                  <a:pt x="398178" y="121703"/>
                </a:lnTo>
                <a:lnTo>
                  <a:pt x="397581" y="121328"/>
                </a:lnTo>
                <a:lnTo>
                  <a:pt x="396996" y="120937"/>
                </a:lnTo>
                <a:lnTo>
                  <a:pt x="396429" y="120524"/>
                </a:lnTo>
                <a:lnTo>
                  <a:pt x="395886" y="120088"/>
                </a:lnTo>
                <a:lnTo>
                  <a:pt x="395367" y="119628"/>
                </a:lnTo>
                <a:lnTo>
                  <a:pt x="394873" y="119143"/>
                </a:lnTo>
                <a:lnTo>
                  <a:pt x="394402" y="118634"/>
                </a:lnTo>
                <a:lnTo>
                  <a:pt x="393956" y="118101"/>
                </a:lnTo>
                <a:lnTo>
                  <a:pt x="393534" y="117544"/>
                </a:lnTo>
                <a:lnTo>
                  <a:pt x="393136" y="116962"/>
                </a:lnTo>
                <a:lnTo>
                  <a:pt x="392762" y="116356"/>
                </a:lnTo>
                <a:lnTo>
                  <a:pt x="392412" y="115727"/>
                </a:lnTo>
                <a:lnTo>
                  <a:pt x="392087" y="115073"/>
                </a:lnTo>
                <a:lnTo>
                  <a:pt x="391785" y="114394"/>
                </a:lnTo>
                <a:lnTo>
                  <a:pt x="391508" y="113692"/>
                </a:lnTo>
                <a:lnTo>
                  <a:pt x="391255" y="112965"/>
                </a:lnTo>
                <a:lnTo>
                  <a:pt x="391025" y="112215"/>
                </a:lnTo>
                <a:lnTo>
                  <a:pt x="390820" y="111440"/>
                </a:lnTo>
                <a:lnTo>
                  <a:pt x="390639" y="110641"/>
                </a:lnTo>
                <a:lnTo>
                  <a:pt x="390483" y="109817"/>
                </a:lnTo>
                <a:lnTo>
                  <a:pt x="390350" y="108970"/>
                </a:lnTo>
                <a:lnTo>
                  <a:pt x="390241" y="108098"/>
                </a:lnTo>
                <a:lnTo>
                  <a:pt x="390157" y="107202"/>
                </a:lnTo>
                <a:lnTo>
                  <a:pt x="390097" y="106282"/>
                </a:lnTo>
                <a:lnTo>
                  <a:pt x="390061" y="105338"/>
                </a:lnTo>
                <a:lnTo>
                  <a:pt x="390048" y="104369"/>
                </a:lnTo>
                <a:lnTo>
                  <a:pt x="374183" y="104369"/>
                </a:lnTo>
                <a:lnTo>
                  <a:pt x="374189" y="105126"/>
                </a:lnTo>
                <a:lnTo>
                  <a:pt x="374205" y="105873"/>
                </a:lnTo>
                <a:lnTo>
                  <a:pt x="374232" y="106611"/>
                </a:lnTo>
                <a:lnTo>
                  <a:pt x="374270" y="107339"/>
                </a:lnTo>
                <a:lnTo>
                  <a:pt x="374318" y="108058"/>
                </a:lnTo>
                <a:lnTo>
                  <a:pt x="374377" y="108768"/>
                </a:lnTo>
                <a:lnTo>
                  <a:pt x="374448" y="109469"/>
                </a:lnTo>
                <a:lnTo>
                  <a:pt x="374528" y="110160"/>
                </a:lnTo>
                <a:lnTo>
                  <a:pt x="374620" y="110842"/>
                </a:lnTo>
                <a:lnTo>
                  <a:pt x="374722" y="111514"/>
                </a:lnTo>
                <a:lnTo>
                  <a:pt x="374836" y="112177"/>
                </a:lnTo>
                <a:lnTo>
                  <a:pt x="374959" y="112831"/>
                </a:lnTo>
                <a:lnTo>
                  <a:pt x="375094" y="113475"/>
                </a:lnTo>
                <a:lnTo>
                  <a:pt x="375240" y="114110"/>
                </a:lnTo>
                <a:lnTo>
                  <a:pt x="375396" y="114736"/>
                </a:lnTo>
                <a:lnTo>
                  <a:pt x="375563" y="115353"/>
                </a:lnTo>
                <a:lnTo>
                  <a:pt x="375741" y="115960"/>
                </a:lnTo>
                <a:lnTo>
                  <a:pt x="375930" y="116557"/>
                </a:lnTo>
                <a:lnTo>
                  <a:pt x="376129" y="117146"/>
                </a:lnTo>
                <a:lnTo>
                  <a:pt x="376339" y="117725"/>
                </a:lnTo>
                <a:lnTo>
                  <a:pt x="376560" y="118295"/>
                </a:lnTo>
                <a:lnTo>
                  <a:pt x="376792" y="118855"/>
                </a:lnTo>
                <a:lnTo>
                  <a:pt x="377034" y="119406"/>
                </a:lnTo>
                <a:lnTo>
                  <a:pt x="377288" y="119948"/>
                </a:lnTo>
                <a:lnTo>
                  <a:pt x="377550" y="120481"/>
                </a:lnTo>
                <a:lnTo>
                  <a:pt x="377822" y="121005"/>
                </a:lnTo>
                <a:lnTo>
                  <a:pt x="378101" y="121520"/>
                </a:lnTo>
                <a:lnTo>
                  <a:pt x="378389" y="122026"/>
                </a:lnTo>
                <a:lnTo>
                  <a:pt x="378686" y="122524"/>
                </a:lnTo>
                <a:lnTo>
                  <a:pt x="378990" y="123014"/>
                </a:lnTo>
                <a:lnTo>
                  <a:pt x="379304" y="123495"/>
                </a:lnTo>
                <a:lnTo>
                  <a:pt x="379625" y="123967"/>
                </a:lnTo>
                <a:lnTo>
                  <a:pt x="379955" y="124430"/>
                </a:lnTo>
                <a:lnTo>
                  <a:pt x="380293" y="124885"/>
                </a:lnTo>
                <a:lnTo>
                  <a:pt x="380640" y="125331"/>
                </a:lnTo>
                <a:lnTo>
                  <a:pt x="380995" y="125769"/>
                </a:lnTo>
                <a:lnTo>
                  <a:pt x="381359" y="126198"/>
                </a:lnTo>
                <a:lnTo>
                  <a:pt x="381730" y="126618"/>
                </a:lnTo>
                <a:lnTo>
                  <a:pt x="382111" y="127030"/>
                </a:lnTo>
                <a:lnTo>
                  <a:pt x="382499" y="127433"/>
                </a:lnTo>
                <a:lnTo>
                  <a:pt x="382896" y="127827"/>
                </a:lnTo>
                <a:lnTo>
                  <a:pt x="383302" y="128213"/>
                </a:lnTo>
                <a:lnTo>
                  <a:pt x="383715" y="128591"/>
                </a:lnTo>
                <a:lnTo>
                  <a:pt x="384137" y="128959"/>
                </a:lnTo>
                <a:lnTo>
                  <a:pt x="384568" y="129319"/>
                </a:lnTo>
                <a:lnTo>
                  <a:pt x="385007" y="129670"/>
                </a:lnTo>
                <a:lnTo>
                  <a:pt x="385454" y="130013"/>
                </a:lnTo>
                <a:lnTo>
                  <a:pt x="385910" y="130347"/>
                </a:lnTo>
                <a:lnTo>
                  <a:pt x="386373" y="130673"/>
                </a:lnTo>
                <a:lnTo>
                  <a:pt x="386841" y="130992"/>
                </a:lnTo>
                <a:lnTo>
                  <a:pt x="387316" y="131303"/>
                </a:lnTo>
                <a:lnTo>
                  <a:pt x="387797" y="131607"/>
                </a:lnTo>
                <a:lnTo>
                  <a:pt x="388284" y="131903"/>
                </a:lnTo>
                <a:lnTo>
                  <a:pt x="388777" y="132192"/>
                </a:lnTo>
                <a:lnTo>
                  <a:pt x="389275" y="132474"/>
                </a:lnTo>
                <a:lnTo>
                  <a:pt x="389780" y="132748"/>
                </a:lnTo>
                <a:lnTo>
                  <a:pt x="390291" y="133015"/>
                </a:lnTo>
                <a:lnTo>
                  <a:pt x="390808" y="133275"/>
                </a:lnTo>
                <a:lnTo>
                  <a:pt x="391330" y="133527"/>
                </a:lnTo>
                <a:lnTo>
                  <a:pt x="391859" y="133771"/>
                </a:lnTo>
                <a:lnTo>
                  <a:pt x="392394" y="134009"/>
                </a:lnTo>
                <a:lnTo>
                  <a:pt x="392935" y="134239"/>
                </a:lnTo>
                <a:lnTo>
                  <a:pt x="393481" y="134461"/>
                </a:lnTo>
                <a:lnTo>
                  <a:pt x="394034" y="134676"/>
                </a:lnTo>
                <a:lnTo>
                  <a:pt x="394593" y="134884"/>
                </a:lnTo>
                <a:lnTo>
                  <a:pt x="395157" y="135084"/>
                </a:lnTo>
                <a:lnTo>
                  <a:pt x="395728" y="135277"/>
                </a:lnTo>
                <a:lnTo>
                  <a:pt x="396304" y="135462"/>
                </a:lnTo>
                <a:lnTo>
                  <a:pt x="396887" y="135640"/>
                </a:lnTo>
                <a:lnTo>
                  <a:pt x="397476" y="135811"/>
                </a:lnTo>
                <a:lnTo>
                  <a:pt x="398070" y="135974"/>
                </a:lnTo>
                <a:lnTo>
                  <a:pt x="398671" y="136130"/>
                </a:lnTo>
                <a:lnTo>
                  <a:pt x="399276" y="136279"/>
                </a:lnTo>
                <a:lnTo>
                  <a:pt x="399884" y="136422"/>
                </a:lnTo>
                <a:lnTo>
                  <a:pt x="400495" y="136558"/>
                </a:lnTo>
                <a:lnTo>
                  <a:pt x="401108" y="136688"/>
                </a:lnTo>
                <a:lnTo>
                  <a:pt x="401725" y="136812"/>
                </a:lnTo>
                <a:lnTo>
                  <a:pt x="402344" y="136929"/>
                </a:lnTo>
                <a:lnTo>
                  <a:pt x="402967" y="137040"/>
                </a:lnTo>
                <a:lnTo>
                  <a:pt x="403592" y="137145"/>
                </a:lnTo>
                <a:lnTo>
                  <a:pt x="404221" y="137243"/>
                </a:lnTo>
                <a:lnTo>
                  <a:pt x="404852" y="137335"/>
                </a:lnTo>
                <a:lnTo>
                  <a:pt x="405486" y="137421"/>
                </a:lnTo>
                <a:lnTo>
                  <a:pt x="406123" y="137500"/>
                </a:lnTo>
                <a:lnTo>
                  <a:pt x="406763" y="137573"/>
                </a:lnTo>
                <a:lnTo>
                  <a:pt x="407406" y="137639"/>
                </a:lnTo>
                <a:lnTo>
                  <a:pt x="408051" y="137700"/>
                </a:lnTo>
                <a:lnTo>
                  <a:pt x="408700" y="137753"/>
                </a:lnTo>
                <a:lnTo>
                  <a:pt x="409351" y="137801"/>
                </a:lnTo>
                <a:lnTo>
                  <a:pt x="410006" y="137842"/>
                </a:lnTo>
                <a:lnTo>
                  <a:pt x="410663" y="137877"/>
                </a:lnTo>
                <a:lnTo>
                  <a:pt x="411324" y="137906"/>
                </a:lnTo>
                <a:lnTo>
                  <a:pt x="411987" y="137928"/>
                </a:lnTo>
                <a:lnTo>
                  <a:pt x="412653" y="137944"/>
                </a:lnTo>
                <a:lnTo>
                  <a:pt x="413322" y="137953"/>
                </a:lnTo>
                <a:lnTo>
                  <a:pt x="413994" y="137956"/>
                </a:lnTo>
                <a:lnTo>
                  <a:pt x="414665" y="137953"/>
                </a:lnTo>
                <a:lnTo>
                  <a:pt x="415333" y="137944"/>
                </a:lnTo>
                <a:lnTo>
                  <a:pt x="415996" y="137929"/>
                </a:lnTo>
                <a:lnTo>
                  <a:pt x="416656" y="137908"/>
                </a:lnTo>
                <a:lnTo>
                  <a:pt x="417311" y="137881"/>
                </a:lnTo>
                <a:close/>
                <a:moveTo>
                  <a:pt x="751030" y="137762"/>
                </a:moveTo>
                <a:lnTo>
                  <a:pt x="751943" y="137676"/>
                </a:lnTo>
                <a:lnTo>
                  <a:pt x="752847" y="137575"/>
                </a:lnTo>
                <a:lnTo>
                  <a:pt x="753740" y="137458"/>
                </a:lnTo>
                <a:lnTo>
                  <a:pt x="754623" y="137326"/>
                </a:lnTo>
                <a:lnTo>
                  <a:pt x="755496" y="137178"/>
                </a:lnTo>
                <a:lnTo>
                  <a:pt x="756359" y="137014"/>
                </a:lnTo>
                <a:lnTo>
                  <a:pt x="757212" y="136835"/>
                </a:lnTo>
                <a:lnTo>
                  <a:pt x="758055" y="136641"/>
                </a:lnTo>
                <a:lnTo>
                  <a:pt x="758888" y="136431"/>
                </a:lnTo>
                <a:lnTo>
                  <a:pt x="759710" y="136205"/>
                </a:lnTo>
                <a:lnTo>
                  <a:pt x="760523" y="135964"/>
                </a:lnTo>
                <a:lnTo>
                  <a:pt x="761325" y="135707"/>
                </a:lnTo>
                <a:lnTo>
                  <a:pt x="762118" y="135434"/>
                </a:lnTo>
                <a:lnTo>
                  <a:pt x="762900" y="135146"/>
                </a:lnTo>
                <a:lnTo>
                  <a:pt x="763672" y="134843"/>
                </a:lnTo>
                <a:lnTo>
                  <a:pt x="764434" y="134524"/>
                </a:lnTo>
                <a:lnTo>
                  <a:pt x="765186" y="134189"/>
                </a:lnTo>
                <a:lnTo>
                  <a:pt x="765928" y="133839"/>
                </a:lnTo>
                <a:lnTo>
                  <a:pt x="766660" y="133473"/>
                </a:lnTo>
                <a:lnTo>
                  <a:pt x="767383" y="133094"/>
                </a:lnTo>
                <a:lnTo>
                  <a:pt x="768098" y="132705"/>
                </a:lnTo>
                <a:lnTo>
                  <a:pt x="768807" y="132306"/>
                </a:lnTo>
                <a:lnTo>
                  <a:pt x="769508" y="131897"/>
                </a:lnTo>
                <a:lnTo>
                  <a:pt x="770201" y="131478"/>
                </a:lnTo>
                <a:lnTo>
                  <a:pt x="770888" y="131049"/>
                </a:lnTo>
                <a:lnTo>
                  <a:pt x="771567" y="130610"/>
                </a:lnTo>
                <a:lnTo>
                  <a:pt x="772238" y="130161"/>
                </a:lnTo>
                <a:lnTo>
                  <a:pt x="772902" y="129701"/>
                </a:lnTo>
                <a:lnTo>
                  <a:pt x="773559" y="129232"/>
                </a:lnTo>
                <a:lnTo>
                  <a:pt x="774209" y="128752"/>
                </a:lnTo>
                <a:lnTo>
                  <a:pt x="774851" y="128262"/>
                </a:lnTo>
                <a:lnTo>
                  <a:pt x="775486" y="127763"/>
                </a:lnTo>
                <a:lnTo>
                  <a:pt x="776113" y="127253"/>
                </a:lnTo>
                <a:lnTo>
                  <a:pt x="776733" y="126733"/>
                </a:lnTo>
                <a:lnTo>
                  <a:pt x="777346" y="126203"/>
                </a:lnTo>
                <a:lnTo>
                  <a:pt x="777951" y="125662"/>
                </a:lnTo>
                <a:lnTo>
                  <a:pt x="778549" y="125112"/>
                </a:lnTo>
                <a:lnTo>
                  <a:pt x="779140" y="124552"/>
                </a:lnTo>
                <a:lnTo>
                  <a:pt x="779723" y="123981"/>
                </a:lnTo>
                <a:lnTo>
                  <a:pt x="780299" y="123401"/>
                </a:lnTo>
                <a:lnTo>
                  <a:pt x="780868" y="122810"/>
                </a:lnTo>
                <a:lnTo>
                  <a:pt x="781429" y="122209"/>
                </a:lnTo>
                <a:lnTo>
                  <a:pt x="781983" y="121599"/>
                </a:lnTo>
                <a:lnTo>
                  <a:pt x="782672" y="136183"/>
                </a:lnTo>
                <a:lnTo>
                  <a:pt x="798045" y="136183"/>
                </a:lnTo>
                <a:lnTo>
                  <a:pt x="798045" y="70090"/>
                </a:lnTo>
                <a:lnTo>
                  <a:pt x="798039" y="69208"/>
                </a:lnTo>
                <a:lnTo>
                  <a:pt x="798023" y="68341"/>
                </a:lnTo>
                <a:lnTo>
                  <a:pt x="797995" y="67486"/>
                </a:lnTo>
                <a:lnTo>
                  <a:pt x="797957" y="66646"/>
                </a:lnTo>
                <a:lnTo>
                  <a:pt x="797908" y="65819"/>
                </a:lnTo>
                <a:lnTo>
                  <a:pt x="797848" y="65005"/>
                </a:lnTo>
                <a:lnTo>
                  <a:pt x="797776" y="64205"/>
                </a:lnTo>
                <a:lnTo>
                  <a:pt x="797694" y="63419"/>
                </a:lnTo>
                <a:lnTo>
                  <a:pt x="797601" y="62646"/>
                </a:lnTo>
                <a:lnTo>
                  <a:pt x="797497" y="61887"/>
                </a:lnTo>
                <a:lnTo>
                  <a:pt x="797382" y="61141"/>
                </a:lnTo>
                <a:lnTo>
                  <a:pt x="797256" y="60409"/>
                </a:lnTo>
                <a:lnTo>
                  <a:pt x="797120" y="59690"/>
                </a:lnTo>
                <a:lnTo>
                  <a:pt x="796972" y="58985"/>
                </a:lnTo>
                <a:lnTo>
                  <a:pt x="796813" y="58294"/>
                </a:lnTo>
                <a:lnTo>
                  <a:pt x="796643" y="57616"/>
                </a:lnTo>
                <a:lnTo>
                  <a:pt x="796463" y="56952"/>
                </a:lnTo>
                <a:lnTo>
                  <a:pt x="796271" y="56301"/>
                </a:lnTo>
                <a:lnTo>
                  <a:pt x="796068" y="55664"/>
                </a:lnTo>
                <a:lnTo>
                  <a:pt x="795855" y="55041"/>
                </a:lnTo>
                <a:lnTo>
                  <a:pt x="795630" y="54431"/>
                </a:lnTo>
                <a:lnTo>
                  <a:pt x="795395" y="53834"/>
                </a:lnTo>
                <a:lnTo>
                  <a:pt x="795149" y="53251"/>
                </a:lnTo>
                <a:lnTo>
                  <a:pt x="794891" y="52682"/>
                </a:lnTo>
                <a:lnTo>
                  <a:pt x="794625" y="52125"/>
                </a:lnTo>
                <a:lnTo>
                  <a:pt x="794350" y="51577"/>
                </a:lnTo>
                <a:lnTo>
                  <a:pt x="794068" y="51041"/>
                </a:lnTo>
                <a:lnTo>
                  <a:pt x="793779" y="50514"/>
                </a:lnTo>
                <a:lnTo>
                  <a:pt x="793481" y="49998"/>
                </a:lnTo>
                <a:lnTo>
                  <a:pt x="793176" y="49493"/>
                </a:lnTo>
                <a:lnTo>
                  <a:pt x="792863" y="48998"/>
                </a:lnTo>
                <a:lnTo>
                  <a:pt x="792543" y="48513"/>
                </a:lnTo>
                <a:lnTo>
                  <a:pt x="792215" y="48039"/>
                </a:lnTo>
                <a:lnTo>
                  <a:pt x="791879" y="47575"/>
                </a:lnTo>
                <a:lnTo>
                  <a:pt x="791535" y="47121"/>
                </a:lnTo>
                <a:lnTo>
                  <a:pt x="791184" y="46678"/>
                </a:lnTo>
                <a:lnTo>
                  <a:pt x="790825" y="46245"/>
                </a:lnTo>
                <a:lnTo>
                  <a:pt x="790458" y="45823"/>
                </a:lnTo>
                <a:lnTo>
                  <a:pt x="790084" y="45411"/>
                </a:lnTo>
                <a:lnTo>
                  <a:pt x="789702" y="45010"/>
                </a:lnTo>
                <a:lnTo>
                  <a:pt x="789312" y="44619"/>
                </a:lnTo>
                <a:lnTo>
                  <a:pt x="788914" y="44238"/>
                </a:lnTo>
                <a:lnTo>
                  <a:pt x="788509" y="43868"/>
                </a:lnTo>
                <a:lnTo>
                  <a:pt x="788096" y="43508"/>
                </a:lnTo>
                <a:lnTo>
                  <a:pt x="787676" y="43158"/>
                </a:lnTo>
                <a:lnTo>
                  <a:pt x="787247" y="42819"/>
                </a:lnTo>
                <a:lnTo>
                  <a:pt x="786811" y="42490"/>
                </a:lnTo>
                <a:lnTo>
                  <a:pt x="786368" y="42172"/>
                </a:lnTo>
                <a:lnTo>
                  <a:pt x="785918" y="41863"/>
                </a:lnTo>
                <a:lnTo>
                  <a:pt x="785463" y="41562"/>
                </a:lnTo>
                <a:lnTo>
                  <a:pt x="785004" y="41269"/>
                </a:lnTo>
                <a:lnTo>
                  <a:pt x="784539" y="40985"/>
                </a:lnTo>
                <a:lnTo>
                  <a:pt x="784070" y="40708"/>
                </a:lnTo>
                <a:lnTo>
                  <a:pt x="783596" y="40440"/>
                </a:lnTo>
                <a:lnTo>
                  <a:pt x="783118" y="40179"/>
                </a:lnTo>
                <a:lnTo>
                  <a:pt x="782634" y="39927"/>
                </a:lnTo>
                <a:lnTo>
                  <a:pt x="782146" y="39683"/>
                </a:lnTo>
                <a:lnTo>
                  <a:pt x="781653" y="39447"/>
                </a:lnTo>
                <a:lnTo>
                  <a:pt x="781155" y="39219"/>
                </a:lnTo>
                <a:lnTo>
                  <a:pt x="780652" y="39000"/>
                </a:lnTo>
                <a:lnTo>
                  <a:pt x="780145" y="38788"/>
                </a:lnTo>
                <a:lnTo>
                  <a:pt x="779633" y="38584"/>
                </a:lnTo>
                <a:lnTo>
                  <a:pt x="779116" y="38389"/>
                </a:lnTo>
                <a:lnTo>
                  <a:pt x="778594" y="38202"/>
                </a:lnTo>
                <a:lnTo>
                  <a:pt x="778067" y="38023"/>
                </a:lnTo>
                <a:lnTo>
                  <a:pt x="777536" y="37852"/>
                </a:lnTo>
                <a:lnTo>
                  <a:pt x="777000" y="37689"/>
                </a:lnTo>
                <a:lnTo>
                  <a:pt x="776459" y="37534"/>
                </a:lnTo>
                <a:lnTo>
                  <a:pt x="775913" y="37387"/>
                </a:lnTo>
                <a:lnTo>
                  <a:pt x="775363" y="37249"/>
                </a:lnTo>
                <a:lnTo>
                  <a:pt x="774807" y="37118"/>
                </a:lnTo>
                <a:lnTo>
                  <a:pt x="774247" y="36996"/>
                </a:lnTo>
                <a:lnTo>
                  <a:pt x="773684" y="36880"/>
                </a:lnTo>
                <a:lnTo>
                  <a:pt x="773118" y="36768"/>
                </a:lnTo>
                <a:lnTo>
                  <a:pt x="772550" y="36662"/>
                </a:lnTo>
                <a:lnTo>
                  <a:pt x="771979" y="36561"/>
                </a:lnTo>
                <a:lnTo>
                  <a:pt x="771407" y="36465"/>
                </a:lnTo>
                <a:lnTo>
                  <a:pt x="770832" y="36373"/>
                </a:lnTo>
                <a:lnTo>
                  <a:pt x="770255" y="36287"/>
                </a:lnTo>
                <a:lnTo>
                  <a:pt x="769676" y="36205"/>
                </a:lnTo>
                <a:lnTo>
                  <a:pt x="769095" y="36129"/>
                </a:lnTo>
                <a:lnTo>
                  <a:pt x="768511" y="36057"/>
                </a:lnTo>
                <a:lnTo>
                  <a:pt x="767925" y="35990"/>
                </a:lnTo>
                <a:lnTo>
                  <a:pt x="767337" y="35929"/>
                </a:lnTo>
                <a:lnTo>
                  <a:pt x="766747" y="35872"/>
                </a:lnTo>
                <a:lnTo>
                  <a:pt x="766154" y="35820"/>
                </a:lnTo>
                <a:lnTo>
                  <a:pt x="765560" y="35773"/>
                </a:lnTo>
                <a:lnTo>
                  <a:pt x="764963" y="35731"/>
                </a:lnTo>
                <a:lnTo>
                  <a:pt x="764363" y="35694"/>
                </a:lnTo>
                <a:lnTo>
                  <a:pt x="763762" y="35662"/>
                </a:lnTo>
                <a:lnTo>
                  <a:pt x="763158" y="35635"/>
                </a:lnTo>
                <a:lnTo>
                  <a:pt x="762552" y="35613"/>
                </a:lnTo>
                <a:lnTo>
                  <a:pt x="761944" y="35595"/>
                </a:lnTo>
                <a:lnTo>
                  <a:pt x="761334" y="35583"/>
                </a:lnTo>
                <a:lnTo>
                  <a:pt x="760721" y="35575"/>
                </a:lnTo>
                <a:lnTo>
                  <a:pt x="760107" y="35573"/>
                </a:lnTo>
                <a:lnTo>
                  <a:pt x="759150" y="35579"/>
                </a:lnTo>
                <a:lnTo>
                  <a:pt x="758203" y="35597"/>
                </a:lnTo>
                <a:lnTo>
                  <a:pt x="757265" y="35627"/>
                </a:lnTo>
                <a:lnTo>
                  <a:pt x="756336" y="35669"/>
                </a:lnTo>
                <a:lnTo>
                  <a:pt x="755416" y="35723"/>
                </a:lnTo>
                <a:lnTo>
                  <a:pt x="754505" y="35789"/>
                </a:lnTo>
                <a:lnTo>
                  <a:pt x="753603" y="35867"/>
                </a:lnTo>
                <a:lnTo>
                  <a:pt x="752711" y="35957"/>
                </a:lnTo>
                <a:lnTo>
                  <a:pt x="751827" y="36058"/>
                </a:lnTo>
                <a:lnTo>
                  <a:pt x="750952" y="36172"/>
                </a:lnTo>
                <a:lnTo>
                  <a:pt x="750087" y="36298"/>
                </a:lnTo>
                <a:lnTo>
                  <a:pt x="749230" y="36436"/>
                </a:lnTo>
                <a:lnTo>
                  <a:pt x="748383" y="36586"/>
                </a:lnTo>
                <a:lnTo>
                  <a:pt x="747545" y="36748"/>
                </a:lnTo>
                <a:lnTo>
                  <a:pt x="746715" y="36921"/>
                </a:lnTo>
                <a:lnTo>
                  <a:pt x="745895" y="37107"/>
                </a:lnTo>
                <a:lnTo>
                  <a:pt x="745084" y="37305"/>
                </a:lnTo>
                <a:lnTo>
                  <a:pt x="744282" y="37515"/>
                </a:lnTo>
                <a:lnTo>
                  <a:pt x="743489" y="37737"/>
                </a:lnTo>
                <a:lnTo>
                  <a:pt x="742705" y="37970"/>
                </a:lnTo>
                <a:lnTo>
                  <a:pt x="741930" y="38216"/>
                </a:lnTo>
                <a:lnTo>
                  <a:pt x="741164" y="38474"/>
                </a:lnTo>
                <a:lnTo>
                  <a:pt x="740407" y="38743"/>
                </a:lnTo>
                <a:lnTo>
                  <a:pt x="739660" y="39025"/>
                </a:lnTo>
                <a:lnTo>
                  <a:pt x="738923" y="39319"/>
                </a:lnTo>
                <a:lnTo>
                  <a:pt x="738200" y="39628"/>
                </a:lnTo>
                <a:lnTo>
                  <a:pt x="737490" y="39951"/>
                </a:lnTo>
                <a:lnTo>
                  <a:pt x="736794" y="40287"/>
                </a:lnTo>
                <a:lnTo>
                  <a:pt x="736111" y="40638"/>
                </a:lnTo>
                <a:lnTo>
                  <a:pt x="735441" y="41003"/>
                </a:lnTo>
                <a:lnTo>
                  <a:pt x="734784" y="41382"/>
                </a:lnTo>
                <a:lnTo>
                  <a:pt x="734141" y="41776"/>
                </a:lnTo>
                <a:lnTo>
                  <a:pt x="733512" y="42183"/>
                </a:lnTo>
                <a:lnTo>
                  <a:pt x="732895" y="42604"/>
                </a:lnTo>
                <a:lnTo>
                  <a:pt x="732292" y="43040"/>
                </a:lnTo>
                <a:lnTo>
                  <a:pt x="731702" y="43489"/>
                </a:lnTo>
                <a:lnTo>
                  <a:pt x="731126" y="43953"/>
                </a:lnTo>
                <a:lnTo>
                  <a:pt x="730563" y="44431"/>
                </a:lnTo>
                <a:lnTo>
                  <a:pt x="730013" y="44923"/>
                </a:lnTo>
                <a:lnTo>
                  <a:pt x="729477" y="45429"/>
                </a:lnTo>
                <a:lnTo>
                  <a:pt x="728954" y="45949"/>
                </a:lnTo>
                <a:lnTo>
                  <a:pt x="728445" y="46483"/>
                </a:lnTo>
                <a:lnTo>
                  <a:pt x="727948" y="47031"/>
                </a:lnTo>
                <a:lnTo>
                  <a:pt x="727465" y="47594"/>
                </a:lnTo>
                <a:lnTo>
                  <a:pt x="726996" y="48170"/>
                </a:lnTo>
                <a:lnTo>
                  <a:pt x="726539" y="48761"/>
                </a:lnTo>
                <a:lnTo>
                  <a:pt x="726096" y="49366"/>
                </a:lnTo>
                <a:lnTo>
                  <a:pt x="725667" y="49985"/>
                </a:lnTo>
                <a:lnTo>
                  <a:pt x="725253" y="50618"/>
                </a:lnTo>
                <a:lnTo>
                  <a:pt x="724856" y="51268"/>
                </a:lnTo>
                <a:lnTo>
                  <a:pt x="724477" y="51934"/>
                </a:lnTo>
                <a:lnTo>
                  <a:pt x="724116" y="52617"/>
                </a:lnTo>
                <a:lnTo>
                  <a:pt x="723773" y="53315"/>
                </a:lnTo>
                <a:lnTo>
                  <a:pt x="723447" y="54030"/>
                </a:lnTo>
                <a:lnTo>
                  <a:pt x="723138" y="54761"/>
                </a:lnTo>
                <a:lnTo>
                  <a:pt x="722848" y="55508"/>
                </a:lnTo>
                <a:lnTo>
                  <a:pt x="722574" y="56272"/>
                </a:lnTo>
                <a:lnTo>
                  <a:pt x="722319" y="57051"/>
                </a:lnTo>
                <a:lnTo>
                  <a:pt x="722081" y="57847"/>
                </a:lnTo>
                <a:lnTo>
                  <a:pt x="721861" y="58659"/>
                </a:lnTo>
                <a:lnTo>
                  <a:pt x="721658" y="59487"/>
                </a:lnTo>
                <a:lnTo>
                  <a:pt x="721473" y="60332"/>
                </a:lnTo>
                <a:lnTo>
                  <a:pt x="721306" y="61193"/>
                </a:lnTo>
                <a:lnTo>
                  <a:pt x="721156" y="62069"/>
                </a:lnTo>
                <a:lnTo>
                  <a:pt x="721024" y="62962"/>
                </a:lnTo>
                <a:lnTo>
                  <a:pt x="720909" y="63872"/>
                </a:lnTo>
                <a:lnTo>
                  <a:pt x="720812" y="64797"/>
                </a:lnTo>
                <a:lnTo>
                  <a:pt x="720733" y="65739"/>
                </a:lnTo>
                <a:lnTo>
                  <a:pt x="720671" y="66697"/>
                </a:lnTo>
                <a:lnTo>
                  <a:pt x="720627" y="67671"/>
                </a:lnTo>
                <a:lnTo>
                  <a:pt x="720601" y="68661"/>
                </a:lnTo>
                <a:lnTo>
                  <a:pt x="720592" y="69668"/>
                </a:lnTo>
                <a:lnTo>
                  <a:pt x="736556" y="69668"/>
                </a:lnTo>
                <a:lnTo>
                  <a:pt x="736567" y="68733"/>
                </a:lnTo>
                <a:lnTo>
                  <a:pt x="736603" y="67818"/>
                </a:lnTo>
                <a:lnTo>
                  <a:pt x="736662" y="66925"/>
                </a:lnTo>
                <a:lnTo>
                  <a:pt x="736744" y="66054"/>
                </a:lnTo>
                <a:lnTo>
                  <a:pt x="736851" y="65203"/>
                </a:lnTo>
                <a:lnTo>
                  <a:pt x="736981" y="64373"/>
                </a:lnTo>
                <a:lnTo>
                  <a:pt x="737134" y="63565"/>
                </a:lnTo>
                <a:lnTo>
                  <a:pt x="737311" y="62777"/>
                </a:lnTo>
                <a:lnTo>
                  <a:pt x="737512" y="62011"/>
                </a:lnTo>
                <a:lnTo>
                  <a:pt x="737736" y="61266"/>
                </a:lnTo>
                <a:lnTo>
                  <a:pt x="737984" y="60542"/>
                </a:lnTo>
                <a:lnTo>
                  <a:pt x="738255" y="59839"/>
                </a:lnTo>
                <a:lnTo>
                  <a:pt x="738551" y="59158"/>
                </a:lnTo>
                <a:lnTo>
                  <a:pt x="738869" y="58497"/>
                </a:lnTo>
                <a:lnTo>
                  <a:pt x="739212" y="57858"/>
                </a:lnTo>
                <a:lnTo>
                  <a:pt x="739578" y="57240"/>
                </a:lnTo>
                <a:lnTo>
                  <a:pt x="739967" y="56642"/>
                </a:lnTo>
                <a:lnTo>
                  <a:pt x="740380" y="56067"/>
                </a:lnTo>
                <a:lnTo>
                  <a:pt x="740817" y="55512"/>
                </a:lnTo>
                <a:lnTo>
                  <a:pt x="741277" y="54978"/>
                </a:lnTo>
                <a:lnTo>
                  <a:pt x="741761" y="54465"/>
                </a:lnTo>
                <a:lnTo>
                  <a:pt x="742269" y="53974"/>
                </a:lnTo>
                <a:lnTo>
                  <a:pt x="742800" y="53504"/>
                </a:lnTo>
                <a:lnTo>
                  <a:pt x="743355" y="53055"/>
                </a:lnTo>
                <a:lnTo>
                  <a:pt x="743927" y="52625"/>
                </a:lnTo>
                <a:lnTo>
                  <a:pt x="744510" y="52214"/>
                </a:lnTo>
                <a:lnTo>
                  <a:pt x="745104" y="51821"/>
                </a:lnTo>
                <a:lnTo>
                  <a:pt x="745709" y="51447"/>
                </a:lnTo>
                <a:lnTo>
                  <a:pt x="746325" y="51090"/>
                </a:lnTo>
                <a:lnTo>
                  <a:pt x="746952" y="50752"/>
                </a:lnTo>
                <a:lnTo>
                  <a:pt x="747589" y="50432"/>
                </a:lnTo>
                <a:lnTo>
                  <a:pt x="748238" y="50131"/>
                </a:lnTo>
                <a:lnTo>
                  <a:pt x="748898" y="49848"/>
                </a:lnTo>
                <a:lnTo>
                  <a:pt x="749568" y="49583"/>
                </a:lnTo>
                <a:lnTo>
                  <a:pt x="750250" y="49336"/>
                </a:lnTo>
                <a:lnTo>
                  <a:pt x="750942" y="49108"/>
                </a:lnTo>
                <a:lnTo>
                  <a:pt x="751646" y="48898"/>
                </a:lnTo>
                <a:lnTo>
                  <a:pt x="752360" y="48706"/>
                </a:lnTo>
                <a:lnTo>
                  <a:pt x="753086" y="48532"/>
                </a:lnTo>
                <a:lnTo>
                  <a:pt x="753822" y="48377"/>
                </a:lnTo>
                <a:lnTo>
                  <a:pt x="754569" y="48240"/>
                </a:lnTo>
                <a:lnTo>
                  <a:pt x="755328" y="48121"/>
                </a:lnTo>
                <a:lnTo>
                  <a:pt x="756097" y="48020"/>
                </a:lnTo>
                <a:lnTo>
                  <a:pt x="756877" y="47938"/>
                </a:lnTo>
                <a:lnTo>
                  <a:pt x="757668" y="47874"/>
                </a:lnTo>
                <a:lnTo>
                  <a:pt x="758470" y="47829"/>
                </a:lnTo>
                <a:lnTo>
                  <a:pt x="759283" y="47801"/>
                </a:lnTo>
                <a:lnTo>
                  <a:pt x="760107" y="47792"/>
                </a:lnTo>
                <a:lnTo>
                  <a:pt x="760881" y="47800"/>
                </a:lnTo>
                <a:lnTo>
                  <a:pt x="761644" y="47826"/>
                </a:lnTo>
                <a:lnTo>
                  <a:pt x="762396" y="47867"/>
                </a:lnTo>
                <a:lnTo>
                  <a:pt x="763137" y="47926"/>
                </a:lnTo>
                <a:lnTo>
                  <a:pt x="763866" y="48002"/>
                </a:lnTo>
                <a:lnTo>
                  <a:pt x="764584" y="48094"/>
                </a:lnTo>
                <a:lnTo>
                  <a:pt x="765291" y="48203"/>
                </a:lnTo>
                <a:lnTo>
                  <a:pt x="765986" y="48329"/>
                </a:lnTo>
                <a:lnTo>
                  <a:pt x="766670" y="48471"/>
                </a:lnTo>
                <a:lnTo>
                  <a:pt x="767343" y="48630"/>
                </a:lnTo>
                <a:lnTo>
                  <a:pt x="768005" y="48806"/>
                </a:lnTo>
                <a:lnTo>
                  <a:pt x="768655" y="48999"/>
                </a:lnTo>
                <a:lnTo>
                  <a:pt x="769294" y="49209"/>
                </a:lnTo>
                <a:lnTo>
                  <a:pt x="769922" y="49435"/>
                </a:lnTo>
                <a:lnTo>
                  <a:pt x="770538" y="49678"/>
                </a:lnTo>
                <a:lnTo>
                  <a:pt x="771143" y="49938"/>
                </a:lnTo>
                <a:lnTo>
                  <a:pt x="771737" y="50215"/>
                </a:lnTo>
                <a:lnTo>
                  <a:pt x="772320" y="50508"/>
                </a:lnTo>
                <a:lnTo>
                  <a:pt x="772891" y="50818"/>
                </a:lnTo>
                <a:lnTo>
                  <a:pt x="773451" y="51145"/>
                </a:lnTo>
                <a:lnTo>
                  <a:pt x="773999" y="51489"/>
                </a:lnTo>
                <a:lnTo>
                  <a:pt x="774537" y="51849"/>
                </a:lnTo>
                <a:lnTo>
                  <a:pt x="775063" y="52226"/>
                </a:lnTo>
                <a:lnTo>
                  <a:pt x="775578" y="52620"/>
                </a:lnTo>
                <a:lnTo>
                  <a:pt x="776076" y="53037"/>
                </a:lnTo>
                <a:lnTo>
                  <a:pt x="776553" y="53482"/>
                </a:lnTo>
                <a:lnTo>
                  <a:pt x="777009" y="53955"/>
                </a:lnTo>
                <a:lnTo>
                  <a:pt x="777444" y="54456"/>
                </a:lnTo>
                <a:lnTo>
                  <a:pt x="777858" y="54986"/>
                </a:lnTo>
                <a:lnTo>
                  <a:pt x="778250" y="55544"/>
                </a:lnTo>
                <a:lnTo>
                  <a:pt x="778622" y="56130"/>
                </a:lnTo>
                <a:lnTo>
                  <a:pt x="778972" y="56745"/>
                </a:lnTo>
                <a:lnTo>
                  <a:pt x="779300" y="57388"/>
                </a:lnTo>
                <a:lnTo>
                  <a:pt x="779608" y="58059"/>
                </a:lnTo>
                <a:lnTo>
                  <a:pt x="779894" y="58759"/>
                </a:lnTo>
                <a:lnTo>
                  <a:pt x="780160" y="59487"/>
                </a:lnTo>
                <a:lnTo>
                  <a:pt x="780404" y="60243"/>
                </a:lnTo>
                <a:lnTo>
                  <a:pt x="780626" y="61027"/>
                </a:lnTo>
                <a:lnTo>
                  <a:pt x="780828" y="61840"/>
                </a:lnTo>
                <a:lnTo>
                  <a:pt x="781008" y="62681"/>
                </a:lnTo>
                <a:lnTo>
                  <a:pt x="781167" y="63551"/>
                </a:lnTo>
                <a:lnTo>
                  <a:pt x="781305" y="64448"/>
                </a:lnTo>
                <a:lnTo>
                  <a:pt x="781422" y="65374"/>
                </a:lnTo>
                <a:lnTo>
                  <a:pt x="781517" y="66328"/>
                </a:lnTo>
                <a:lnTo>
                  <a:pt x="781592" y="67311"/>
                </a:lnTo>
                <a:lnTo>
                  <a:pt x="781645" y="68322"/>
                </a:lnTo>
                <a:lnTo>
                  <a:pt x="781676" y="69361"/>
                </a:lnTo>
                <a:lnTo>
                  <a:pt x="781687" y="70429"/>
                </a:lnTo>
                <a:lnTo>
                  <a:pt x="781687" y="77490"/>
                </a:lnTo>
                <a:lnTo>
                  <a:pt x="780045" y="77510"/>
                </a:lnTo>
                <a:lnTo>
                  <a:pt x="778421" y="77539"/>
                </a:lnTo>
                <a:lnTo>
                  <a:pt x="776814" y="77576"/>
                </a:lnTo>
                <a:lnTo>
                  <a:pt x="775224" y="77620"/>
                </a:lnTo>
                <a:lnTo>
                  <a:pt x="773652" y="77673"/>
                </a:lnTo>
                <a:lnTo>
                  <a:pt x="772098" y="77733"/>
                </a:lnTo>
                <a:lnTo>
                  <a:pt x="770561" y="77801"/>
                </a:lnTo>
                <a:lnTo>
                  <a:pt x="769041" y="77877"/>
                </a:lnTo>
                <a:lnTo>
                  <a:pt x="767539" y="77961"/>
                </a:lnTo>
                <a:lnTo>
                  <a:pt x="766054" y="78053"/>
                </a:lnTo>
                <a:lnTo>
                  <a:pt x="764587" y="78153"/>
                </a:lnTo>
                <a:lnTo>
                  <a:pt x="763137" y="78260"/>
                </a:lnTo>
                <a:lnTo>
                  <a:pt x="761704" y="78376"/>
                </a:lnTo>
                <a:lnTo>
                  <a:pt x="760289" y="78499"/>
                </a:lnTo>
                <a:lnTo>
                  <a:pt x="758892" y="78630"/>
                </a:lnTo>
                <a:lnTo>
                  <a:pt x="757512" y="78769"/>
                </a:lnTo>
                <a:lnTo>
                  <a:pt x="756149" y="78916"/>
                </a:lnTo>
                <a:lnTo>
                  <a:pt x="754804" y="79071"/>
                </a:lnTo>
                <a:lnTo>
                  <a:pt x="753476" y="79234"/>
                </a:lnTo>
                <a:lnTo>
                  <a:pt x="752166" y="79404"/>
                </a:lnTo>
                <a:lnTo>
                  <a:pt x="750873" y="79583"/>
                </a:lnTo>
                <a:lnTo>
                  <a:pt x="749598" y="79769"/>
                </a:lnTo>
                <a:lnTo>
                  <a:pt x="748340" y="79963"/>
                </a:lnTo>
                <a:lnTo>
                  <a:pt x="747099" y="80166"/>
                </a:lnTo>
                <a:lnTo>
                  <a:pt x="745879" y="80379"/>
                </a:lnTo>
                <a:lnTo>
                  <a:pt x="744682" y="80608"/>
                </a:lnTo>
                <a:lnTo>
                  <a:pt x="743509" y="80852"/>
                </a:lnTo>
                <a:lnTo>
                  <a:pt x="742359" y="81112"/>
                </a:lnTo>
                <a:lnTo>
                  <a:pt x="741231" y="81386"/>
                </a:lnTo>
                <a:lnTo>
                  <a:pt x="740128" y="81676"/>
                </a:lnTo>
                <a:lnTo>
                  <a:pt x="739047" y="81982"/>
                </a:lnTo>
                <a:lnTo>
                  <a:pt x="737990" y="82302"/>
                </a:lnTo>
                <a:lnTo>
                  <a:pt x="736956" y="82638"/>
                </a:lnTo>
                <a:lnTo>
                  <a:pt x="735945" y="82989"/>
                </a:lnTo>
                <a:lnTo>
                  <a:pt x="734958" y="83355"/>
                </a:lnTo>
                <a:lnTo>
                  <a:pt x="733994" y="83736"/>
                </a:lnTo>
                <a:lnTo>
                  <a:pt x="733053" y="84133"/>
                </a:lnTo>
                <a:lnTo>
                  <a:pt x="732135" y="84545"/>
                </a:lnTo>
                <a:lnTo>
                  <a:pt x="731241" y="84972"/>
                </a:lnTo>
                <a:lnTo>
                  <a:pt x="730369" y="85414"/>
                </a:lnTo>
                <a:lnTo>
                  <a:pt x="729522" y="85872"/>
                </a:lnTo>
                <a:lnTo>
                  <a:pt x="728697" y="86345"/>
                </a:lnTo>
                <a:lnTo>
                  <a:pt x="727896" y="86833"/>
                </a:lnTo>
                <a:lnTo>
                  <a:pt x="727118" y="87336"/>
                </a:lnTo>
                <a:lnTo>
                  <a:pt x="726363" y="87855"/>
                </a:lnTo>
                <a:lnTo>
                  <a:pt x="725631" y="88389"/>
                </a:lnTo>
                <a:lnTo>
                  <a:pt x="724923" y="88938"/>
                </a:lnTo>
                <a:lnTo>
                  <a:pt x="724238" y="89502"/>
                </a:lnTo>
                <a:lnTo>
                  <a:pt x="723579" y="90085"/>
                </a:lnTo>
                <a:lnTo>
                  <a:pt x="722947" y="90690"/>
                </a:lnTo>
                <a:lnTo>
                  <a:pt x="722344" y="91318"/>
                </a:lnTo>
                <a:lnTo>
                  <a:pt x="721769" y="91967"/>
                </a:lnTo>
                <a:lnTo>
                  <a:pt x="721222" y="92638"/>
                </a:lnTo>
                <a:lnTo>
                  <a:pt x="720703" y="93332"/>
                </a:lnTo>
                <a:lnTo>
                  <a:pt x="720212" y="94047"/>
                </a:lnTo>
                <a:lnTo>
                  <a:pt x="719749" y="94785"/>
                </a:lnTo>
                <a:lnTo>
                  <a:pt x="719314" y="95544"/>
                </a:lnTo>
                <a:lnTo>
                  <a:pt x="718907" y="96326"/>
                </a:lnTo>
                <a:lnTo>
                  <a:pt x="718529" y="97130"/>
                </a:lnTo>
                <a:lnTo>
                  <a:pt x="718178" y="97956"/>
                </a:lnTo>
                <a:lnTo>
                  <a:pt x="717855" y="98804"/>
                </a:lnTo>
                <a:lnTo>
                  <a:pt x="717561" y="99674"/>
                </a:lnTo>
                <a:lnTo>
                  <a:pt x="717294" y="100566"/>
                </a:lnTo>
                <a:lnTo>
                  <a:pt x="717056" y="101480"/>
                </a:lnTo>
                <a:lnTo>
                  <a:pt x="716845" y="102417"/>
                </a:lnTo>
                <a:lnTo>
                  <a:pt x="716663" y="103375"/>
                </a:lnTo>
                <a:lnTo>
                  <a:pt x="716508" y="104356"/>
                </a:lnTo>
                <a:lnTo>
                  <a:pt x="716382" y="105358"/>
                </a:lnTo>
                <a:lnTo>
                  <a:pt x="716284" y="106383"/>
                </a:lnTo>
                <a:lnTo>
                  <a:pt x="716214" y="107429"/>
                </a:lnTo>
                <a:lnTo>
                  <a:pt x="716172" y="108498"/>
                </a:lnTo>
                <a:lnTo>
                  <a:pt x="716158" y="109589"/>
                </a:lnTo>
                <a:lnTo>
                  <a:pt x="716165" y="110358"/>
                </a:lnTo>
                <a:lnTo>
                  <a:pt x="716186" y="111116"/>
                </a:lnTo>
                <a:lnTo>
                  <a:pt x="716222" y="111864"/>
                </a:lnTo>
                <a:lnTo>
                  <a:pt x="716271" y="112602"/>
                </a:lnTo>
                <a:lnTo>
                  <a:pt x="716335" y="113330"/>
                </a:lnTo>
                <a:lnTo>
                  <a:pt x="716413" y="114047"/>
                </a:lnTo>
                <a:lnTo>
                  <a:pt x="716506" y="114753"/>
                </a:lnTo>
                <a:lnTo>
                  <a:pt x="716612" y="115450"/>
                </a:lnTo>
                <a:lnTo>
                  <a:pt x="716733" y="116136"/>
                </a:lnTo>
                <a:lnTo>
                  <a:pt x="716868" y="116812"/>
                </a:lnTo>
                <a:lnTo>
                  <a:pt x="717017" y="117477"/>
                </a:lnTo>
                <a:lnTo>
                  <a:pt x="717180" y="118132"/>
                </a:lnTo>
                <a:lnTo>
                  <a:pt x="717358" y="118777"/>
                </a:lnTo>
                <a:lnTo>
                  <a:pt x="717549" y="119411"/>
                </a:lnTo>
                <a:lnTo>
                  <a:pt x="717755" y="120035"/>
                </a:lnTo>
                <a:lnTo>
                  <a:pt x="717975" y="120649"/>
                </a:lnTo>
                <a:lnTo>
                  <a:pt x="718210" y="121252"/>
                </a:lnTo>
                <a:lnTo>
                  <a:pt x="718458" y="121845"/>
                </a:lnTo>
                <a:lnTo>
                  <a:pt x="718721" y="122428"/>
                </a:lnTo>
                <a:lnTo>
                  <a:pt x="718998" y="123000"/>
                </a:lnTo>
                <a:lnTo>
                  <a:pt x="719289" y="123562"/>
                </a:lnTo>
                <a:lnTo>
                  <a:pt x="719594" y="124114"/>
                </a:lnTo>
                <a:lnTo>
                  <a:pt x="719914" y="124655"/>
                </a:lnTo>
                <a:lnTo>
                  <a:pt x="720247" y="125186"/>
                </a:lnTo>
                <a:lnTo>
                  <a:pt x="720593" y="125707"/>
                </a:lnTo>
                <a:lnTo>
                  <a:pt x="720948" y="126216"/>
                </a:lnTo>
                <a:lnTo>
                  <a:pt x="721313" y="126715"/>
                </a:lnTo>
                <a:lnTo>
                  <a:pt x="721687" y="127204"/>
                </a:lnTo>
                <a:lnTo>
                  <a:pt x="722071" y="127681"/>
                </a:lnTo>
                <a:lnTo>
                  <a:pt x="722464" y="128148"/>
                </a:lnTo>
                <a:lnTo>
                  <a:pt x="722867" y="128605"/>
                </a:lnTo>
                <a:lnTo>
                  <a:pt x="723280" y="129050"/>
                </a:lnTo>
                <a:lnTo>
                  <a:pt x="723702" y="129485"/>
                </a:lnTo>
                <a:lnTo>
                  <a:pt x="724134" y="129910"/>
                </a:lnTo>
                <a:lnTo>
                  <a:pt x="724575" y="130323"/>
                </a:lnTo>
                <a:lnTo>
                  <a:pt x="725026" y="130726"/>
                </a:lnTo>
                <a:lnTo>
                  <a:pt x="725487" y="131118"/>
                </a:lnTo>
                <a:lnTo>
                  <a:pt x="725957" y="131500"/>
                </a:lnTo>
                <a:lnTo>
                  <a:pt x="726437" y="131870"/>
                </a:lnTo>
                <a:lnTo>
                  <a:pt x="726926" y="132230"/>
                </a:lnTo>
                <a:lnTo>
                  <a:pt x="727425" y="132580"/>
                </a:lnTo>
                <a:lnTo>
                  <a:pt x="727933" y="132918"/>
                </a:lnTo>
                <a:lnTo>
                  <a:pt x="728451" y="133246"/>
                </a:lnTo>
                <a:lnTo>
                  <a:pt x="728979" y="133564"/>
                </a:lnTo>
                <a:lnTo>
                  <a:pt x="729516" y="133870"/>
                </a:lnTo>
                <a:lnTo>
                  <a:pt x="730063" y="134166"/>
                </a:lnTo>
                <a:lnTo>
                  <a:pt x="730619" y="134452"/>
                </a:lnTo>
                <a:lnTo>
                  <a:pt x="731185" y="134726"/>
                </a:lnTo>
                <a:lnTo>
                  <a:pt x="731758" y="134990"/>
                </a:lnTo>
                <a:lnTo>
                  <a:pt x="732337" y="135242"/>
                </a:lnTo>
                <a:lnTo>
                  <a:pt x="732920" y="135483"/>
                </a:lnTo>
                <a:lnTo>
                  <a:pt x="733508" y="135713"/>
                </a:lnTo>
                <a:lnTo>
                  <a:pt x="734101" y="135932"/>
                </a:lnTo>
                <a:lnTo>
                  <a:pt x="734699" y="136139"/>
                </a:lnTo>
                <a:lnTo>
                  <a:pt x="735302" y="136336"/>
                </a:lnTo>
                <a:lnTo>
                  <a:pt x="735910" y="136521"/>
                </a:lnTo>
                <a:lnTo>
                  <a:pt x="736522" y="136694"/>
                </a:lnTo>
                <a:lnTo>
                  <a:pt x="737140" y="136857"/>
                </a:lnTo>
                <a:lnTo>
                  <a:pt x="737763" y="137009"/>
                </a:lnTo>
                <a:lnTo>
                  <a:pt x="738391" y="137149"/>
                </a:lnTo>
                <a:lnTo>
                  <a:pt x="739024" y="137278"/>
                </a:lnTo>
                <a:lnTo>
                  <a:pt x="739661" y="137395"/>
                </a:lnTo>
                <a:lnTo>
                  <a:pt x="740304" y="137502"/>
                </a:lnTo>
                <a:lnTo>
                  <a:pt x="740952" y="137597"/>
                </a:lnTo>
                <a:lnTo>
                  <a:pt x="741604" y="137682"/>
                </a:lnTo>
                <a:lnTo>
                  <a:pt x="742262" y="137754"/>
                </a:lnTo>
                <a:lnTo>
                  <a:pt x="742924" y="137816"/>
                </a:lnTo>
                <a:lnTo>
                  <a:pt x="743592" y="137867"/>
                </a:lnTo>
                <a:lnTo>
                  <a:pt x="744264" y="137906"/>
                </a:lnTo>
                <a:lnTo>
                  <a:pt x="744941" y="137934"/>
                </a:lnTo>
                <a:lnTo>
                  <a:pt x="745624" y="137951"/>
                </a:lnTo>
                <a:lnTo>
                  <a:pt x="746311" y="137956"/>
                </a:lnTo>
                <a:lnTo>
                  <a:pt x="747275" y="137949"/>
                </a:lnTo>
                <a:lnTo>
                  <a:pt x="748229" y="137925"/>
                </a:lnTo>
                <a:lnTo>
                  <a:pt x="749173" y="137886"/>
                </a:lnTo>
                <a:lnTo>
                  <a:pt x="750106" y="137832"/>
                </a:lnTo>
                <a:lnTo>
                  <a:pt x="751030" y="137762"/>
                </a:lnTo>
                <a:close/>
                <a:moveTo>
                  <a:pt x="747138" y="125150"/>
                </a:moveTo>
                <a:lnTo>
                  <a:pt x="746480" y="125064"/>
                </a:lnTo>
                <a:lnTo>
                  <a:pt x="745838" y="124964"/>
                </a:lnTo>
                <a:lnTo>
                  <a:pt x="745211" y="124848"/>
                </a:lnTo>
                <a:lnTo>
                  <a:pt x="744598" y="124716"/>
                </a:lnTo>
                <a:lnTo>
                  <a:pt x="744001" y="124569"/>
                </a:lnTo>
                <a:lnTo>
                  <a:pt x="743418" y="124406"/>
                </a:lnTo>
                <a:lnTo>
                  <a:pt x="742850" y="124228"/>
                </a:lnTo>
                <a:lnTo>
                  <a:pt x="742297" y="124035"/>
                </a:lnTo>
                <a:lnTo>
                  <a:pt x="741759" y="123826"/>
                </a:lnTo>
                <a:lnTo>
                  <a:pt x="741235" y="123601"/>
                </a:lnTo>
                <a:lnTo>
                  <a:pt x="740727" y="123361"/>
                </a:lnTo>
                <a:lnTo>
                  <a:pt x="740234" y="123106"/>
                </a:lnTo>
                <a:lnTo>
                  <a:pt x="739755" y="122835"/>
                </a:lnTo>
                <a:lnTo>
                  <a:pt x="739291" y="122549"/>
                </a:lnTo>
                <a:lnTo>
                  <a:pt x="738843" y="122247"/>
                </a:lnTo>
                <a:lnTo>
                  <a:pt x="738409" y="121929"/>
                </a:lnTo>
                <a:lnTo>
                  <a:pt x="737990" y="121596"/>
                </a:lnTo>
                <a:lnTo>
                  <a:pt x="737585" y="121248"/>
                </a:lnTo>
                <a:lnTo>
                  <a:pt x="737196" y="120884"/>
                </a:lnTo>
                <a:lnTo>
                  <a:pt x="736822" y="120507"/>
                </a:lnTo>
                <a:lnTo>
                  <a:pt x="736464" y="120120"/>
                </a:lnTo>
                <a:lnTo>
                  <a:pt x="736122" y="119722"/>
                </a:lnTo>
                <a:lnTo>
                  <a:pt x="735796" y="119314"/>
                </a:lnTo>
                <a:lnTo>
                  <a:pt x="735486" y="118895"/>
                </a:lnTo>
                <a:lnTo>
                  <a:pt x="735191" y="118466"/>
                </a:lnTo>
                <a:lnTo>
                  <a:pt x="734913" y="118026"/>
                </a:lnTo>
                <a:lnTo>
                  <a:pt x="734650" y="117576"/>
                </a:lnTo>
                <a:lnTo>
                  <a:pt x="734404" y="117115"/>
                </a:lnTo>
                <a:lnTo>
                  <a:pt x="734173" y="116643"/>
                </a:lnTo>
                <a:lnTo>
                  <a:pt x="733958" y="116162"/>
                </a:lnTo>
                <a:lnTo>
                  <a:pt x="733760" y="115669"/>
                </a:lnTo>
                <a:lnTo>
                  <a:pt x="733577" y="115166"/>
                </a:lnTo>
                <a:lnTo>
                  <a:pt x="733409" y="114653"/>
                </a:lnTo>
                <a:lnTo>
                  <a:pt x="733258" y="114129"/>
                </a:lnTo>
                <a:lnTo>
                  <a:pt x="733123" y="113595"/>
                </a:lnTo>
                <a:lnTo>
                  <a:pt x="733004" y="113050"/>
                </a:lnTo>
                <a:lnTo>
                  <a:pt x="732900" y="112495"/>
                </a:lnTo>
                <a:lnTo>
                  <a:pt x="732813" y="111929"/>
                </a:lnTo>
                <a:lnTo>
                  <a:pt x="732741" y="111353"/>
                </a:lnTo>
                <a:lnTo>
                  <a:pt x="732686" y="110766"/>
                </a:lnTo>
                <a:lnTo>
                  <a:pt x="732646" y="110169"/>
                </a:lnTo>
                <a:lnTo>
                  <a:pt x="732622" y="109561"/>
                </a:lnTo>
                <a:lnTo>
                  <a:pt x="732614" y="108942"/>
                </a:lnTo>
                <a:lnTo>
                  <a:pt x="732634" y="108039"/>
                </a:lnTo>
                <a:lnTo>
                  <a:pt x="732693" y="107157"/>
                </a:lnTo>
                <a:lnTo>
                  <a:pt x="732792" y="106297"/>
                </a:lnTo>
                <a:lnTo>
                  <a:pt x="732930" y="105458"/>
                </a:lnTo>
                <a:lnTo>
                  <a:pt x="733108" y="104640"/>
                </a:lnTo>
                <a:lnTo>
                  <a:pt x="733325" y="103844"/>
                </a:lnTo>
                <a:lnTo>
                  <a:pt x="733582" y="103069"/>
                </a:lnTo>
                <a:lnTo>
                  <a:pt x="733879" y="102315"/>
                </a:lnTo>
                <a:lnTo>
                  <a:pt x="734214" y="101583"/>
                </a:lnTo>
                <a:lnTo>
                  <a:pt x="734590" y="100872"/>
                </a:lnTo>
                <a:lnTo>
                  <a:pt x="735005" y="100182"/>
                </a:lnTo>
                <a:lnTo>
                  <a:pt x="735459" y="99514"/>
                </a:lnTo>
                <a:lnTo>
                  <a:pt x="735953" y="98867"/>
                </a:lnTo>
                <a:lnTo>
                  <a:pt x="736487" y="98242"/>
                </a:lnTo>
                <a:lnTo>
                  <a:pt x="737060" y="97637"/>
                </a:lnTo>
                <a:lnTo>
                  <a:pt x="737672" y="97055"/>
                </a:lnTo>
                <a:lnTo>
                  <a:pt x="738324" y="96493"/>
                </a:lnTo>
                <a:lnTo>
                  <a:pt x="739016" y="95953"/>
                </a:lnTo>
                <a:lnTo>
                  <a:pt x="739747" y="95434"/>
                </a:lnTo>
                <a:lnTo>
                  <a:pt x="740518" y="94937"/>
                </a:lnTo>
                <a:lnTo>
                  <a:pt x="741328" y="94461"/>
                </a:lnTo>
                <a:lnTo>
                  <a:pt x="742178" y="94006"/>
                </a:lnTo>
                <a:lnTo>
                  <a:pt x="743067" y="93573"/>
                </a:lnTo>
                <a:lnTo>
                  <a:pt x="743995" y="93161"/>
                </a:lnTo>
                <a:lnTo>
                  <a:pt x="744970" y="92767"/>
                </a:lnTo>
                <a:lnTo>
                  <a:pt x="745995" y="92389"/>
                </a:lnTo>
                <a:lnTo>
                  <a:pt x="747072" y="92026"/>
                </a:lnTo>
                <a:lnTo>
                  <a:pt x="748201" y="91679"/>
                </a:lnTo>
                <a:lnTo>
                  <a:pt x="749381" y="91348"/>
                </a:lnTo>
                <a:lnTo>
                  <a:pt x="750613" y="91033"/>
                </a:lnTo>
                <a:lnTo>
                  <a:pt x="751896" y="90733"/>
                </a:lnTo>
                <a:lnTo>
                  <a:pt x="753231" y="90449"/>
                </a:lnTo>
                <a:lnTo>
                  <a:pt x="754617" y="90181"/>
                </a:lnTo>
                <a:lnTo>
                  <a:pt x="756055" y="89928"/>
                </a:lnTo>
                <a:lnTo>
                  <a:pt x="757544" y="89691"/>
                </a:lnTo>
                <a:lnTo>
                  <a:pt x="759084" y="89469"/>
                </a:lnTo>
                <a:lnTo>
                  <a:pt x="760676" y="89263"/>
                </a:lnTo>
                <a:lnTo>
                  <a:pt x="762320" y="89073"/>
                </a:lnTo>
                <a:lnTo>
                  <a:pt x="764015" y="88899"/>
                </a:lnTo>
                <a:lnTo>
                  <a:pt x="765762" y="88740"/>
                </a:lnTo>
                <a:lnTo>
                  <a:pt x="767560" y="88597"/>
                </a:lnTo>
                <a:lnTo>
                  <a:pt x="769410" y="88469"/>
                </a:lnTo>
                <a:lnTo>
                  <a:pt x="771311" y="88357"/>
                </a:lnTo>
                <a:lnTo>
                  <a:pt x="773263" y="88261"/>
                </a:lnTo>
                <a:lnTo>
                  <a:pt x="775267" y="88181"/>
                </a:lnTo>
                <a:lnTo>
                  <a:pt x="777323" y="88116"/>
                </a:lnTo>
                <a:lnTo>
                  <a:pt x="779430" y="88067"/>
                </a:lnTo>
                <a:lnTo>
                  <a:pt x="781588" y="88033"/>
                </a:lnTo>
                <a:lnTo>
                  <a:pt x="781588" y="108330"/>
                </a:lnTo>
                <a:lnTo>
                  <a:pt x="781141" y="108940"/>
                </a:lnTo>
                <a:lnTo>
                  <a:pt x="780684" y="109542"/>
                </a:lnTo>
                <a:lnTo>
                  <a:pt x="780218" y="110134"/>
                </a:lnTo>
                <a:lnTo>
                  <a:pt x="779744" y="110718"/>
                </a:lnTo>
                <a:lnTo>
                  <a:pt x="779260" y="111293"/>
                </a:lnTo>
                <a:lnTo>
                  <a:pt x="778768" y="111859"/>
                </a:lnTo>
                <a:lnTo>
                  <a:pt x="778267" y="112416"/>
                </a:lnTo>
                <a:lnTo>
                  <a:pt x="777756" y="112964"/>
                </a:lnTo>
                <a:lnTo>
                  <a:pt x="777237" y="113503"/>
                </a:lnTo>
                <a:lnTo>
                  <a:pt x="776709" y="114034"/>
                </a:lnTo>
                <a:lnTo>
                  <a:pt x="776173" y="114555"/>
                </a:lnTo>
                <a:lnTo>
                  <a:pt x="775627" y="115068"/>
                </a:lnTo>
                <a:lnTo>
                  <a:pt x="775072" y="115572"/>
                </a:lnTo>
                <a:lnTo>
                  <a:pt x="774509" y="116067"/>
                </a:lnTo>
                <a:lnTo>
                  <a:pt x="773936" y="116553"/>
                </a:lnTo>
                <a:lnTo>
                  <a:pt x="773355" y="117030"/>
                </a:lnTo>
                <a:lnTo>
                  <a:pt x="772765" y="117498"/>
                </a:lnTo>
                <a:lnTo>
                  <a:pt x="772166" y="117957"/>
                </a:lnTo>
                <a:lnTo>
                  <a:pt x="771558" y="118408"/>
                </a:lnTo>
                <a:lnTo>
                  <a:pt x="770941" y="118850"/>
                </a:lnTo>
                <a:lnTo>
                  <a:pt x="770315" y="119282"/>
                </a:lnTo>
                <a:lnTo>
                  <a:pt x="769680" y="119706"/>
                </a:lnTo>
                <a:lnTo>
                  <a:pt x="769037" y="120121"/>
                </a:lnTo>
                <a:lnTo>
                  <a:pt x="768384" y="120527"/>
                </a:lnTo>
                <a:lnTo>
                  <a:pt x="767724" y="120920"/>
                </a:lnTo>
                <a:lnTo>
                  <a:pt x="767057" y="121296"/>
                </a:lnTo>
                <a:lnTo>
                  <a:pt x="766382" y="121656"/>
                </a:lnTo>
                <a:lnTo>
                  <a:pt x="765702" y="121999"/>
                </a:lnTo>
                <a:lnTo>
                  <a:pt x="765014" y="122325"/>
                </a:lnTo>
                <a:lnTo>
                  <a:pt x="764319" y="122634"/>
                </a:lnTo>
                <a:lnTo>
                  <a:pt x="763618" y="122927"/>
                </a:lnTo>
                <a:lnTo>
                  <a:pt x="762910" y="123203"/>
                </a:lnTo>
                <a:lnTo>
                  <a:pt x="762195" y="123462"/>
                </a:lnTo>
                <a:lnTo>
                  <a:pt x="761473" y="123704"/>
                </a:lnTo>
                <a:lnTo>
                  <a:pt x="760744" y="123930"/>
                </a:lnTo>
                <a:lnTo>
                  <a:pt x="760008" y="124139"/>
                </a:lnTo>
                <a:lnTo>
                  <a:pt x="759266" y="124331"/>
                </a:lnTo>
                <a:lnTo>
                  <a:pt x="758516" y="124507"/>
                </a:lnTo>
                <a:lnTo>
                  <a:pt x="757760" y="124666"/>
                </a:lnTo>
                <a:lnTo>
                  <a:pt x="756997" y="124808"/>
                </a:lnTo>
                <a:lnTo>
                  <a:pt x="756227" y="124933"/>
                </a:lnTo>
                <a:lnTo>
                  <a:pt x="755451" y="125042"/>
                </a:lnTo>
                <a:lnTo>
                  <a:pt x="754667" y="125134"/>
                </a:lnTo>
                <a:lnTo>
                  <a:pt x="753877" y="125209"/>
                </a:lnTo>
                <a:lnTo>
                  <a:pt x="753080" y="125268"/>
                </a:lnTo>
                <a:lnTo>
                  <a:pt x="752276" y="125310"/>
                </a:lnTo>
                <a:lnTo>
                  <a:pt x="751465" y="125335"/>
                </a:lnTo>
                <a:lnTo>
                  <a:pt x="750647" y="125343"/>
                </a:lnTo>
                <a:lnTo>
                  <a:pt x="749915" y="125335"/>
                </a:lnTo>
                <a:lnTo>
                  <a:pt x="749199" y="125312"/>
                </a:lnTo>
                <a:lnTo>
                  <a:pt x="748497" y="125273"/>
                </a:lnTo>
                <a:lnTo>
                  <a:pt x="747810" y="125219"/>
                </a:lnTo>
                <a:lnTo>
                  <a:pt x="747138" y="125150"/>
                </a:lnTo>
                <a:close/>
                <a:moveTo>
                  <a:pt x="0" y="94402"/>
                </a:moveTo>
                <a:lnTo>
                  <a:pt x="49172" y="94402"/>
                </a:lnTo>
                <a:lnTo>
                  <a:pt x="49172" y="79818"/>
                </a:lnTo>
                <a:lnTo>
                  <a:pt x="0" y="79818"/>
                </a:lnTo>
                <a:lnTo>
                  <a:pt x="0" y="94402"/>
                </a:lnTo>
                <a:close/>
                <a:moveTo>
                  <a:pt x="1044848" y="19042"/>
                </a:moveTo>
                <a:lnTo>
                  <a:pt x="1045206" y="18999"/>
                </a:lnTo>
                <a:lnTo>
                  <a:pt x="1045558" y="18947"/>
                </a:lnTo>
                <a:lnTo>
                  <a:pt x="1045904" y="18886"/>
                </a:lnTo>
                <a:lnTo>
                  <a:pt x="1046244" y="18816"/>
                </a:lnTo>
                <a:lnTo>
                  <a:pt x="1046577" y="18736"/>
                </a:lnTo>
                <a:lnTo>
                  <a:pt x="1046905" y="18646"/>
                </a:lnTo>
                <a:lnTo>
                  <a:pt x="1047226" y="18548"/>
                </a:lnTo>
                <a:lnTo>
                  <a:pt x="1047541" y="18439"/>
                </a:lnTo>
                <a:lnTo>
                  <a:pt x="1047850" y="18322"/>
                </a:lnTo>
                <a:lnTo>
                  <a:pt x="1048153" y="18195"/>
                </a:lnTo>
                <a:lnTo>
                  <a:pt x="1048450" y="18058"/>
                </a:lnTo>
                <a:lnTo>
                  <a:pt x="1048740" y="17912"/>
                </a:lnTo>
                <a:lnTo>
                  <a:pt x="1049024" y="17757"/>
                </a:lnTo>
                <a:lnTo>
                  <a:pt x="1049303" y="17593"/>
                </a:lnTo>
                <a:lnTo>
                  <a:pt x="1049575" y="17418"/>
                </a:lnTo>
                <a:lnTo>
                  <a:pt x="1049840" y="17235"/>
                </a:lnTo>
                <a:lnTo>
                  <a:pt x="1050100" y="17042"/>
                </a:lnTo>
                <a:lnTo>
                  <a:pt x="1050354" y="16840"/>
                </a:lnTo>
                <a:lnTo>
                  <a:pt x="1050601" y="16628"/>
                </a:lnTo>
                <a:lnTo>
                  <a:pt x="1050842" y="16407"/>
                </a:lnTo>
                <a:lnTo>
                  <a:pt x="1051075" y="16179"/>
                </a:lnTo>
                <a:lnTo>
                  <a:pt x="1051299" y="15945"/>
                </a:lnTo>
                <a:lnTo>
                  <a:pt x="1051512" y="15707"/>
                </a:lnTo>
                <a:lnTo>
                  <a:pt x="1051715" y="15464"/>
                </a:lnTo>
                <a:lnTo>
                  <a:pt x="1051909" y="15216"/>
                </a:lnTo>
                <a:lnTo>
                  <a:pt x="1052093" y="14963"/>
                </a:lnTo>
                <a:lnTo>
                  <a:pt x="1052266" y="14705"/>
                </a:lnTo>
                <a:lnTo>
                  <a:pt x="1052430" y="14442"/>
                </a:lnTo>
                <a:lnTo>
                  <a:pt x="1052584" y="14174"/>
                </a:lnTo>
                <a:lnTo>
                  <a:pt x="1052728" y="13901"/>
                </a:lnTo>
                <a:lnTo>
                  <a:pt x="1052862" y="13623"/>
                </a:lnTo>
                <a:lnTo>
                  <a:pt x="1052986" y="13340"/>
                </a:lnTo>
                <a:lnTo>
                  <a:pt x="1053100" y="13052"/>
                </a:lnTo>
                <a:lnTo>
                  <a:pt x="1053204" y="12759"/>
                </a:lnTo>
                <a:lnTo>
                  <a:pt x="1053298" y="12461"/>
                </a:lnTo>
                <a:lnTo>
                  <a:pt x="1053382" y="12159"/>
                </a:lnTo>
                <a:lnTo>
                  <a:pt x="1053457" y="11851"/>
                </a:lnTo>
                <a:lnTo>
                  <a:pt x="1053521" y="11538"/>
                </a:lnTo>
                <a:lnTo>
                  <a:pt x="1053576" y="11221"/>
                </a:lnTo>
                <a:lnTo>
                  <a:pt x="1053621" y="10898"/>
                </a:lnTo>
                <a:lnTo>
                  <a:pt x="1053655" y="10571"/>
                </a:lnTo>
                <a:lnTo>
                  <a:pt x="1053680" y="10238"/>
                </a:lnTo>
                <a:lnTo>
                  <a:pt x="1053695" y="9901"/>
                </a:lnTo>
                <a:lnTo>
                  <a:pt x="1053700" y="9558"/>
                </a:lnTo>
                <a:lnTo>
                  <a:pt x="1053695" y="9216"/>
                </a:lnTo>
                <a:lnTo>
                  <a:pt x="1053680" y="8879"/>
                </a:lnTo>
                <a:lnTo>
                  <a:pt x="1053655" y="8546"/>
                </a:lnTo>
                <a:lnTo>
                  <a:pt x="1053621" y="8219"/>
                </a:lnTo>
                <a:lnTo>
                  <a:pt x="1053576" y="7896"/>
                </a:lnTo>
                <a:lnTo>
                  <a:pt x="1053521" y="7578"/>
                </a:lnTo>
                <a:lnTo>
                  <a:pt x="1053457" y="7266"/>
                </a:lnTo>
                <a:lnTo>
                  <a:pt x="1053382" y="6958"/>
                </a:lnTo>
                <a:lnTo>
                  <a:pt x="1053298" y="6655"/>
                </a:lnTo>
                <a:lnTo>
                  <a:pt x="1053204" y="6358"/>
                </a:lnTo>
                <a:lnTo>
                  <a:pt x="1053100" y="6065"/>
                </a:lnTo>
                <a:lnTo>
                  <a:pt x="1052986" y="5777"/>
                </a:lnTo>
                <a:lnTo>
                  <a:pt x="1052862" y="5494"/>
                </a:lnTo>
                <a:lnTo>
                  <a:pt x="1052728" y="5216"/>
                </a:lnTo>
                <a:lnTo>
                  <a:pt x="1052584" y="4943"/>
                </a:lnTo>
                <a:lnTo>
                  <a:pt x="1052430" y="4675"/>
                </a:lnTo>
                <a:lnTo>
                  <a:pt x="1052266" y="4412"/>
                </a:lnTo>
                <a:lnTo>
                  <a:pt x="1052093" y="4154"/>
                </a:lnTo>
                <a:lnTo>
                  <a:pt x="1051909" y="3901"/>
                </a:lnTo>
                <a:lnTo>
                  <a:pt x="1051715" y="3653"/>
                </a:lnTo>
                <a:lnTo>
                  <a:pt x="1051512" y="3410"/>
                </a:lnTo>
                <a:lnTo>
                  <a:pt x="1051299" y="3171"/>
                </a:lnTo>
                <a:lnTo>
                  <a:pt x="1051075" y="2938"/>
                </a:lnTo>
                <a:lnTo>
                  <a:pt x="1050842" y="2710"/>
                </a:lnTo>
                <a:lnTo>
                  <a:pt x="1050601" y="2489"/>
                </a:lnTo>
                <a:lnTo>
                  <a:pt x="1050354" y="2277"/>
                </a:lnTo>
                <a:lnTo>
                  <a:pt x="1050100" y="2075"/>
                </a:lnTo>
                <a:lnTo>
                  <a:pt x="1049840" y="1882"/>
                </a:lnTo>
                <a:lnTo>
                  <a:pt x="1049575" y="1698"/>
                </a:lnTo>
                <a:lnTo>
                  <a:pt x="1049303" y="1524"/>
                </a:lnTo>
                <a:lnTo>
                  <a:pt x="1049024" y="1360"/>
                </a:lnTo>
                <a:lnTo>
                  <a:pt x="1048740" y="1204"/>
                </a:lnTo>
                <a:lnTo>
                  <a:pt x="1048450" y="1059"/>
                </a:lnTo>
                <a:lnTo>
                  <a:pt x="1048153" y="922"/>
                </a:lnTo>
                <a:lnTo>
                  <a:pt x="1047850" y="795"/>
                </a:lnTo>
                <a:lnTo>
                  <a:pt x="1047541" y="677"/>
                </a:lnTo>
                <a:lnTo>
                  <a:pt x="1047226" y="569"/>
                </a:lnTo>
                <a:lnTo>
                  <a:pt x="1046905" y="470"/>
                </a:lnTo>
                <a:lnTo>
                  <a:pt x="1046577" y="381"/>
                </a:lnTo>
                <a:lnTo>
                  <a:pt x="1046244" y="301"/>
                </a:lnTo>
                <a:lnTo>
                  <a:pt x="1045904" y="231"/>
                </a:lnTo>
                <a:lnTo>
                  <a:pt x="1045558" y="169"/>
                </a:lnTo>
                <a:lnTo>
                  <a:pt x="1045206" y="118"/>
                </a:lnTo>
                <a:lnTo>
                  <a:pt x="1044848" y="75"/>
                </a:lnTo>
                <a:lnTo>
                  <a:pt x="1044483" y="42"/>
                </a:lnTo>
                <a:lnTo>
                  <a:pt x="1044113" y="19"/>
                </a:lnTo>
                <a:lnTo>
                  <a:pt x="1043736" y="5"/>
                </a:lnTo>
                <a:lnTo>
                  <a:pt x="1043353" y="0"/>
                </a:lnTo>
                <a:lnTo>
                  <a:pt x="1042970" y="5"/>
                </a:lnTo>
                <a:lnTo>
                  <a:pt x="1042594" y="19"/>
                </a:lnTo>
                <a:lnTo>
                  <a:pt x="1042224" y="42"/>
                </a:lnTo>
                <a:lnTo>
                  <a:pt x="1041860" y="75"/>
                </a:lnTo>
                <a:lnTo>
                  <a:pt x="1041503" y="118"/>
                </a:lnTo>
                <a:lnTo>
                  <a:pt x="1041151" y="169"/>
                </a:lnTo>
                <a:lnTo>
                  <a:pt x="1040807" y="231"/>
                </a:lnTo>
                <a:lnTo>
                  <a:pt x="1040468" y="301"/>
                </a:lnTo>
                <a:lnTo>
                  <a:pt x="1040136" y="381"/>
                </a:lnTo>
                <a:lnTo>
                  <a:pt x="1039810" y="470"/>
                </a:lnTo>
                <a:lnTo>
                  <a:pt x="1039491" y="569"/>
                </a:lnTo>
                <a:lnTo>
                  <a:pt x="1039178" y="677"/>
                </a:lnTo>
                <a:lnTo>
                  <a:pt x="1038871" y="795"/>
                </a:lnTo>
                <a:lnTo>
                  <a:pt x="1038570" y="922"/>
                </a:lnTo>
                <a:lnTo>
                  <a:pt x="1038276" y="1059"/>
                </a:lnTo>
                <a:lnTo>
                  <a:pt x="1037988" y="1204"/>
                </a:lnTo>
                <a:lnTo>
                  <a:pt x="1037707" y="1360"/>
                </a:lnTo>
                <a:lnTo>
                  <a:pt x="1037432" y="1524"/>
                </a:lnTo>
                <a:lnTo>
                  <a:pt x="1037163" y="1698"/>
                </a:lnTo>
                <a:lnTo>
                  <a:pt x="1036900" y="1882"/>
                </a:lnTo>
                <a:lnTo>
                  <a:pt x="1036644" y="2075"/>
                </a:lnTo>
                <a:lnTo>
                  <a:pt x="1036394" y="2277"/>
                </a:lnTo>
                <a:lnTo>
                  <a:pt x="1036151" y="2489"/>
                </a:lnTo>
                <a:lnTo>
                  <a:pt x="1035913" y="2710"/>
                </a:lnTo>
                <a:lnTo>
                  <a:pt x="1035684" y="2938"/>
                </a:lnTo>
                <a:lnTo>
                  <a:pt x="1035465" y="3171"/>
                </a:lnTo>
                <a:lnTo>
                  <a:pt x="1035255" y="3410"/>
                </a:lnTo>
                <a:lnTo>
                  <a:pt x="1035055" y="3653"/>
                </a:lnTo>
                <a:lnTo>
                  <a:pt x="1034865" y="3901"/>
                </a:lnTo>
                <a:lnTo>
                  <a:pt x="1034685" y="4154"/>
                </a:lnTo>
                <a:lnTo>
                  <a:pt x="1034514" y="4412"/>
                </a:lnTo>
                <a:lnTo>
                  <a:pt x="1034353" y="4675"/>
                </a:lnTo>
                <a:lnTo>
                  <a:pt x="1034202" y="4943"/>
                </a:lnTo>
                <a:lnTo>
                  <a:pt x="1034061" y="5216"/>
                </a:lnTo>
                <a:lnTo>
                  <a:pt x="1033929" y="5494"/>
                </a:lnTo>
                <a:lnTo>
                  <a:pt x="1033807" y="5777"/>
                </a:lnTo>
                <a:lnTo>
                  <a:pt x="1033695" y="6065"/>
                </a:lnTo>
                <a:lnTo>
                  <a:pt x="1033593" y="6358"/>
                </a:lnTo>
                <a:lnTo>
                  <a:pt x="1033500" y="6655"/>
                </a:lnTo>
                <a:lnTo>
                  <a:pt x="1033417" y="6958"/>
                </a:lnTo>
                <a:lnTo>
                  <a:pt x="1033344" y="7266"/>
                </a:lnTo>
                <a:lnTo>
                  <a:pt x="1033281" y="7578"/>
                </a:lnTo>
                <a:lnTo>
                  <a:pt x="1033227" y="7896"/>
                </a:lnTo>
                <a:lnTo>
                  <a:pt x="1033183" y="8219"/>
                </a:lnTo>
                <a:lnTo>
                  <a:pt x="1033149" y="8546"/>
                </a:lnTo>
                <a:lnTo>
                  <a:pt x="1033125" y="8879"/>
                </a:lnTo>
                <a:lnTo>
                  <a:pt x="1033110" y="9216"/>
                </a:lnTo>
                <a:lnTo>
                  <a:pt x="1033105" y="9558"/>
                </a:lnTo>
                <a:lnTo>
                  <a:pt x="1033110" y="9901"/>
                </a:lnTo>
                <a:lnTo>
                  <a:pt x="1033125" y="10238"/>
                </a:lnTo>
                <a:lnTo>
                  <a:pt x="1033149" y="10571"/>
                </a:lnTo>
                <a:lnTo>
                  <a:pt x="1033183" y="10898"/>
                </a:lnTo>
                <a:lnTo>
                  <a:pt x="1033227" y="11221"/>
                </a:lnTo>
                <a:lnTo>
                  <a:pt x="1033281" y="11538"/>
                </a:lnTo>
                <a:lnTo>
                  <a:pt x="1033344" y="11851"/>
                </a:lnTo>
                <a:lnTo>
                  <a:pt x="1033417" y="12159"/>
                </a:lnTo>
                <a:lnTo>
                  <a:pt x="1033500" y="12461"/>
                </a:lnTo>
                <a:lnTo>
                  <a:pt x="1033593" y="12759"/>
                </a:lnTo>
                <a:lnTo>
                  <a:pt x="1033695" y="13052"/>
                </a:lnTo>
                <a:lnTo>
                  <a:pt x="1033807" y="13340"/>
                </a:lnTo>
                <a:lnTo>
                  <a:pt x="1033929" y="13623"/>
                </a:lnTo>
                <a:lnTo>
                  <a:pt x="1034061" y="13901"/>
                </a:lnTo>
                <a:lnTo>
                  <a:pt x="1034202" y="14174"/>
                </a:lnTo>
                <a:lnTo>
                  <a:pt x="1034353" y="14442"/>
                </a:lnTo>
                <a:lnTo>
                  <a:pt x="1034514" y="14705"/>
                </a:lnTo>
                <a:lnTo>
                  <a:pt x="1034685" y="14963"/>
                </a:lnTo>
                <a:lnTo>
                  <a:pt x="1034865" y="15216"/>
                </a:lnTo>
                <a:lnTo>
                  <a:pt x="1035055" y="15464"/>
                </a:lnTo>
                <a:lnTo>
                  <a:pt x="1035255" y="15707"/>
                </a:lnTo>
                <a:lnTo>
                  <a:pt x="1035465" y="15945"/>
                </a:lnTo>
                <a:lnTo>
                  <a:pt x="1035684" y="16179"/>
                </a:lnTo>
                <a:lnTo>
                  <a:pt x="1035913" y="16407"/>
                </a:lnTo>
                <a:lnTo>
                  <a:pt x="1036151" y="16628"/>
                </a:lnTo>
                <a:lnTo>
                  <a:pt x="1036394" y="16840"/>
                </a:lnTo>
                <a:lnTo>
                  <a:pt x="1036644" y="17042"/>
                </a:lnTo>
                <a:lnTo>
                  <a:pt x="1036900" y="17235"/>
                </a:lnTo>
                <a:lnTo>
                  <a:pt x="1037163" y="17418"/>
                </a:lnTo>
                <a:lnTo>
                  <a:pt x="1037432" y="17593"/>
                </a:lnTo>
                <a:lnTo>
                  <a:pt x="1037707" y="17757"/>
                </a:lnTo>
                <a:lnTo>
                  <a:pt x="1037988" y="17912"/>
                </a:lnTo>
                <a:lnTo>
                  <a:pt x="1038276" y="18058"/>
                </a:lnTo>
                <a:lnTo>
                  <a:pt x="1038570" y="18195"/>
                </a:lnTo>
                <a:lnTo>
                  <a:pt x="1038871" y="18322"/>
                </a:lnTo>
                <a:lnTo>
                  <a:pt x="1039178" y="18439"/>
                </a:lnTo>
                <a:lnTo>
                  <a:pt x="1039491" y="18548"/>
                </a:lnTo>
                <a:lnTo>
                  <a:pt x="1039810" y="18646"/>
                </a:lnTo>
                <a:lnTo>
                  <a:pt x="1040136" y="18736"/>
                </a:lnTo>
                <a:lnTo>
                  <a:pt x="1040468" y="18816"/>
                </a:lnTo>
                <a:lnTo>
                  <a:pt x="1040807" y="18886"/>
                </a:lnTo>
                <a:lnTo>
                  <a:pt x="1041151" y="18947"/>
                </a:lnTo>
                <a:lnTo>
                  <a:pt x="1041503" y="18999"/>
                </a:lnTo>
                <a:lnTo>
                  <a:pt x="1041860" y="19042"/>
                </a:lnTo>
                <a:lnTo>
                  <a:pt x="1042224" y="19074"/>
                </a:lnTo>
                <a:lnTo>
                  <a:pt x="1042594" y="19098"/>
                </a:lnTo>
                <a:lnTo>
                  <a:pt x="1042970" y="19112"/>
                </a:lnTo>
                <a:lnTo>
                  <a:pt x="1043353" y="19117"/>
                </a:lnTo>
                <a:lnTo>
                  <a:pt x="1043736" y="19112"/>
                </a:lnTo>
                <a:lnTo>
                  <a:pt x="1044113" y="19098"/>
                </a:lnTo>
                <a:lnTo>
                  <a:pt x="1044483" y="19074"/>
                </a:lnTo>
                <a:lnTo>
                  <a:pt x="1044848" y="19042"/>
                </a:lnTo>
                <a:close/>
                <a:moveTo>
                  <a:pt x="920079" y="26803"/>
                </a:moveTo>
                <a:lnTo>
                  <a:pt x="932791" y="26803"/>
                </a:lnTo>
                <a:lnTo>
                  <a:pt x="912689" y="296"/>
                </a:lnTo>
                <a:lnTo>
                  <a:pt x="893769" y="296"/>
                </a:lnTo>
                <a:lnTo>
                  <a:pt x="920079" y="26803"/>
                </a:lnTo>
                <a:close/>
                <a:moveTo>
                  <a:pt x="1255761" y="122845"/>
                </a:moveTo>
                <a:lnTo>
                  <a:pt x="1255086" y="122802"/>
                </a:lnTo>
                <a:lnTo>
                  <a:pt x="1254434" y="122741"/>
                </a:lnTo>
                <a:lnTo>
                  <a:pt x="1253804" y="122663"/>
                </a:lnTo>
                <a:lnTo>
                  <a:pt x="1253196" y="122568"/>
                </a:lnTo>
                <a:lnTo>
                  <a:pt x="1252611" y="122456"/>
                </a:lnTo>
                <a:lnTo>
                  <a:pt x="1252049" y="122326"/>
                </a:lnTo>
                <a:lnTo>
                  <a:pt x="1251508" y="122179"/>
                </a:lnTo>
                <a:lnTo>
                  <a:pt x="1250990" y="122015"/>
                </a:lnTo>
                <a:lnTo>
                  <a:pt x="1250495" y="121833"/>
                </a:lnTo>
                <a:lnTo>
                  <a:pt x="1250022" y="121634"/>
                </a:lnTo>
                <a:lnTo>
                  <a:pt x="1249571" y="121418"/>
                </a:lnTo>
                <a:lnTo>
                  <a:pt x="1249143" y="121184"/>
                </a:lnTo>
                <a:lnTo>
                  <a:pt x="1248737" y="120933"/>
                </a:lnTo>
                <a:lnTo>
                  <a:pt x="1248353" y="120665"/>
                </a:lnTo>
                <a:lnTo>
                  <a:pt x="1247992" y="120380"/>
                </a:lnTo>
                <a:lnTo>
                  <a:pt x="1247654" y="120077"/>
                </a:lnTo>
                <a:lnTo>
                  <a:pt x="1247337" y="119757"/>
                </a:lnTo>
                <a:lnTo>
                  <a:pt x="1247044" y="119420"/>
                </a:lnTo>
                <a:lnTo>
                  <a:pt x="1246772" y="119065"/>
                </a:lnTo>
                <a:lnTo>
                  <a:pt x="1246523" y="118693"/>
                </a:lnTo>
                <a:lnTo>
                  <a:pt x="1246296" y="118304"/>
                </a:lnTo>
                <a:lnTo>
                  <a:pt x="1246092" y="117897"/>
                </a:lnTo>
                <a:lnTo>
                  <a:pt x="1245903" y="117474"/>
                </a:lnTo>
                <a:lnTo>
                  <a:pt x="1245722" y="117036"/>
                </a:lnTo>
                <a:lnTo>
                  <a:pt x="1245550" y="116583"/>
                </a:lnTo>
                <a:lnTo>
                  <a:pt x="1245385" y="116115"/>
                </a:lnTo>
                <a:lnTo>
                  <a:pt x="1245228" y="115632"/>
                </a:lnTo>
                <a:lnTo>
                  <a:pt x="1245079" y="115133"/>
                </a:lnTo>
                <a:lnTo>
                  <a:pt x="1244938" y="114619"/>
                </a:lnTo>
                <a:lnTo>
                  <a:pt x="1244806" y="114090"/>
                </a:lnTo>
                <a:lnTo>
                  <a:pt x="1244681" y="113546"/>
                </a:lnTo>
                <a:lnTo>
                  <a:pt x="1244565" y="112987"/>
                </a:lnTo>
                <a:lnTo>
                  <a:pt x="1244456" y="112413"/>
                </a:lnTo>
                <a:lnTo>
                  <a:pt x="1244356" y="111823"/>
                </a:lnTo>
                <a:lnTo>
                  <a:pt x="1244263" y="111218"/>
                </a:lnTo>
                <a:lnTo>
                  <a:pt x="1244179" y="110599"/>
                </a:lnTo>
                <a:lnTo>
                  <a:pt x="1244102" y="109963"/>
                </a:lnTo>
                <a:lnTo>
                  <a:pt x="1244034" y="109313"/>
                </a:lnTo>
                <a:lnTo>
                  <a:pt x="1243974" y="108648"/>
                </a:lnTo>
                <a:lnTo>
                  <a:pt x="1243921" y="107967"/>
                </a:lnTo>
                <a:lnTo>
                  <a:pt x="1243877" y="107272"/>
                </a:lnTo>
                <a:lnTo>
                  <a:pt x="1243841" y="106561"/>
                </a:lnTo>
                <a:lnTo>
                  <a:pt x="1243813" y="105835"/>
                </a:lnTo>
                <a:lnTo>
                  <a:pt x="1243793" y="105094"/>
                </a:lnTo>
                <a:lnTo>
                  <a:pt x="1243781" y="104337"/>
                </a:lnTo>
                <a:lnTo>
                  <a:pt x="1243777" y="103566"/>
                </a:lnTo>
                <a:lnTo>
                  <a:pt x="1243777" y="50551"/>
                </a:lnTo>
                <a:lnTo>
                  <a:pt x="1267426" y="50551"/>
                </a:lnTo>
                <a:lnTo>
                  <a:pt x="1267426" y="37248"/>
                </a:lnTo>
                <a:lnTo>
                  <a:pt x="1243777" y="37248"/>
                </a:lnTo>
                <a:lnTo>
                  <a:pt x="1243777" y="15274"/>
                </a:lnTo>
                <a:lnTo>
                  <a:pt x="1227419" y="15274"/>
                </a:lnTo>
                <a:lnTo>
                  <a:pt x="1227419" y="37248"/>
                </a:lnTo>
                <a:lnTo>
                  <a:pt x="1211357" y="37248"/>
                </a:lnTo>
                <a:lnTo>
                  <a:pt x="1211357" y="50551"/>
                </a:lnTo>
                <a:lnTo>
                  <a:pt x="1227419" y="50551"/>
                </a:lnTo>
                <a:lnTo>
                  <a:pt x="1227419" y="104034"/>
                </a:lnTo>
                <a:lnTo>
                  <a:pt x="1227423" y="104871"/>
                </a:lnTo>
                <a:lnTo>
                  <a:pt x="1227435" y="105698"/>
                </a:lnTo>
                <a:lnTo>
                  <a:pt x="1227455" y="106514"/>
                </a:lnTo>
                <a:lnTo>
                  <a:pt x="1227483" y="107321"/>
                </a:lnTo>
                <a:lnTo>
                  <a:pt x="1227519" y="108117"/>
                </a:lnTo>
                <a:lnTo>
                  <a:pt x="1227564" y="108904"/>
                </a:lnTo>
                <a:lnTo>
                  <a:pt x="1227616" y="109680"/>
                </a:lnTo>
                <a:lnTo>
                  <a:pt x="1227676" y="110446"/>
                </a:lnTo>
                <a:lnTo>
                  <a:pt x="1227745" y="111203"/>
                </a:lnTo>
                <a:lnTo>
                  <a:pt x="1227821" y="111949"/>
                </a:lnTo>
                <a:lnTo>
                  <a:pt x="1227905" y="112685"/>
                </a:lnTo>
                <a:lnTo>
                  <a:pt x="1227998" y="113411"/>
                </a:lnTo>
                <a:lnTo>
                  <a:pt x="1228098" y="114126"/>
                </a:lnTo>
                <a:lnTo>
                  <a:pt x="1228207" y="114832"/>
                </a:lnTo>
                <a:lnTo>
                  <a:pt x="1228324" y="115528"/>
                </a:lnTo>
                <a:lnTo>
                  <a:pt x="1228448" y="116213"/>
                </a:lnTo>
                <a:lnTo>
                  <a:pt x="1228581" y="116889"/>
                </a:lnTo>
                <a:lnTo>
                  <a:pt x="1228722" y="117554"/>
                </a:lnTo>
                <a:lnTo>
                  <a:pt x="1228870" y="118209"/>
                </a:lnTo>
                <a:lnTo>
                  <a:pt x="1229027" y="118854"/>
                </a:lnTo>
                <a:lnTo>
                  <a:pt x="1229192" y="119489"/>
                </a:lnTo>
                <a:lnTo>
                  <a:pt x="1229365" y="120114"/>
                </a:lnTo>
                <a:lnTo>
                  <a:pt x="1229546" y="120729"/>
                </a:lnTo>
                <a:lnTo>
                  <a:pt x="1229735" y="121334"/>
                </a:lnTo>
                <a:lnTo>
                  <a:pt x="1229934" y="121927"/>
                </a:lnTo>
                <a:lnTo>
                  <a:pt x="1230148" y="122509"/>
                </a:lnTo>
                <a:lnTo>
                  <a:pt x="1230374" y="123080"/>
                </a:lnTo>
                <a:lnTo>
                  <a:pt x="1230615" y="123638"/>
                </a:lnTo>
                <a:lnTo>
                  <a:pt x="1230868" y="124185"/>
                </a:lnTo>
                <a:lnTo>
                  <a:pt x="1231136" y="124720"/>
                </a:lnTo>
                <a:lnTo>
                  <a:pt x="1231417" y="125244"/>
                </a:lnTo>
                <a:lnTo>
                  <a:pt x="1231711" y="125755"/>
                </a:lnTo>
                <a:lnTo>
                  <a:pt x="1232019" y="126256"/>
                </a:lnTo>
                <a:lnTo>
                  <a:pt x="1232340" y="126744"/>
                </a:lnTo>
                <a:lnTo>
                  <a:pt x="1232675" y="127221"/>
                </a:lnTo>
                <a:lnTo>
                  <a:pt x="1233023" y="127686"/>
                </a:lnTo>
                <a:lnTo>
                  <a:pt x="1233385" y="128139"/>
                </a:lnTo>
                <a:lnTo>
                  <a:pt x="1233761" y="128581"/>
                </a:lnTo>
                <a:lnTo>
                  <a:pt x="1234150" y="129011"/>
                </a:lnTo>
                <a:lnTo>
                  <a:pt x="1234552" y="129429"/>
                </a:lnTo>
                <a:lnTo>
                  <a:pt x="1234968" y="129836"/>
                </a:lnTo>
                <a:lnTo>
                  <a:pt x="1235398" y="130231"/>
                </a:lnTo>
                <a:lnTo>
                  <a:pt x="1235841" y="130614"/>
                </a:lnTo>
                <a:lnTo>
                  <a:pt x="1236297" y="130986"/>
                </a:lnTo>
                <a:lnTo>
                  <a:pt x="1236767" y="131345"/>
                </a:lnTo>
                <a:lnTo>
                  <a:pt x="1237251" y="131694"/>
                </a:lnTo>
                <a:lnTo>
                  <a:pt x="1237748" y="132030"/>
                </a:lnTo>
                <a:lnTo>
                  <a:pt x="1238258" y="132355"/>
                </a:lnTo>
                <a:lnTo>
                  <a:pt x="1238785" y="132667"/>
                </a:lnTo>
                <a:lnTo>
                  <a:pt x="1239331" y="132966"/>
                </a:lnTo>
                <a:lnTo>
                  <a:pt x="1239895" y="133252"/>
                </a:lnTo>
                <a:lnTo>
                  <a:pt x="1240478" y="133524"/>
                </a:lnTo>
                <a:lnTo>
                  <a:pt x="1241080" y="133784"/>
                </a:lnTo>
                <a:lnTo>
                  <a:pt x="1241701" y="134030"/>
                </a:lnTo>
                <a:lnTo>
                  <a:pt x="1242341" y="134262"/>
                </a:lnTo>
                <a:lnTo>
                  <a:pt x="1242999" y="134481"/>
                </a:lnTo>
                <a:lnTo>
                  <a:pt x="1243677" y="134687"/>
                </a:lnTo>
                <a:lnTo>
                  <a:pt x="1244373" y="134880"/>
                </a:lnTo>
                <a:lnTo>
                  <a:pt x="1245088" y="135060"/>
                </a:lnTo>
                <a:lnTo>
                  <a:pt x="1245821" y="135226"/>
                </a:lnTo>
                <a:lnTo>
                  <a:pt x="1246574" y="135379"/>
                </a:lnTo>
                <a:lnTo>
                  <a:pt x="1247345" y="135518"/>
                </a:lnTo>
                <a:lnTo>
                  <a:pt x="1248135" y="135644"/>
                </a:lnTo>
                <a:lnTo>
                  <a:pt x="1248945" y="135757"/>
                </a:lnTo>
                <a:lnTo>
                  <a:pt x="1249772" y="135857"/>
                </a:lnTo>
                <a:lnTo>
                  <a:pt x="1250619" y="135943"/>
                </a:lnTo>
                <a:lnTo>
                  <a:pt x="1251484" y="136016"/>
                </a:lnTo>
                <a:lnTo>
                  <a:pt x="1252369" y="136076"/>
                </a:lnTo>
                <a:lnTo>
                  <a:pt x="1253272" y="136123"/>
                </a:lnTo>
                <a:lnTo>
                  <a:pt x="1254194" y="136156"/>
                </a:lnTo>
                <a:lnTo>
                  <a:pt x="1255135" y="136176"/>
                </a:lnTo>
                <a:lnTo>
                  <a:pt x="1256094" y="136183"/>
                </a:lnTo>
                <a:lnTo>
                  <a:pt x="1267623" y="136183"/>
                </a:lnTo>
                <a:lnTo>
                  <a:pt x="1267623" y="122880"/>
                </a:lnTo>
                <a:lnTo>
                  <a:pt x="1257178" y="122880"/>
                </a:lnTo>
                <a:lnTo>
                  <a:pt x="1256458" y="122871"/>
                </a:lnTo>
                <a:lnTo>
                  <a:pt x="1255761" y="122845"/>
                </a:lnTo>
                <a:close/>
                <a:moveTo>
                  <a:pt x="1304292" y="64836"/>
                </a:moveTo>
                <a:lnTo>
                  <a:pt x="1304566" y="64472"/>
                </a:lnTo>
                <a:lnTo>
                  <a:pt x="1304842" y="64113"/>
                </a:lnTo>
                <a:lnTo>
                  <a:pt x="1305122" y="63757"/>
                </a:lnTo>
                <a:lnTo>
                  <a:pt x="1305405" y="63405"/>
                </a:lnTo>
                <a:lnTo>
                  <a:pt x="1305691" y="63056"/>
                </a:lnTo>
                <a:lnTo>
                  <a:pt x="1305980" y="62712"/>
                </a:lnTo>
                <a:lnTo>
                  <a:pt x="1306272" y="62371"/>
                </a:lnTo>
                <a:lnTo>
                  <a:pt x="1306567" y="62033"/>
                </a:lnTo>
                <a:lnTo>
                  <a:pt x="1306865" y="61700"/>
                </a:lnTo>
                <a:lnTo>
                  <a:pt x="1307166" y="61370"/>
                </a:lnTo>
                <a:lnTo>
                  <a:pt x="1307471" y="61044"/>
                </a:lnTo>
                <a:lnTo>
                  <a:pt x="1307778" y="60722"/>
                </a:lnTo>
                <a:lnTo>
                  <a:pt x="1308089" y="60404"/>
                </a:lnTo>
                <a:lnTo>
                  <a:pt x="1308402" y="60089"/>
                </a:lnTo>
                <a:lnTo>
                  <a:pt x="1308719" y="59778"/>
                </a:lnTo>
                <a:lnTo>
                  <a:pt x="1309039" y="59471"/>
                </a:lnTo>
                <a:lnTo>
                  <a:pt x="1309361" y="59167"/>
                </a:lnTo>
                <a:lnTo>
                  <a:pt x="1309687" y="58868"/>
                </a:lnTo>
                <a:lnTo>
                  <a:pt x="1310016" y="58572"/>
                </a:lnTo>
                <a:lnTo>
                  <a:pt x="1310348" y="58279"/>
                </a:lnTo>
                <a:lnTo>
                  <a:pt x="1310684" y="57991"/>
                </a:lnTo>
                <a:lnTo>
                  <a:pt x="1311023" y="57707"/>
                </a:lnTo>
                <a:lnTo>
                  <a:pt x="1311366" y="57428"/>
                </a:lnTo>
                <a:lnTo>
                  <a:pt x="1311715" y="57154"/>
                </a:lnTo>
                <a:lnTo>
                  <a:pt x="1312069" y="56886"/>
                </a:lnTo>
                <a:lnTo>
                  <a:pt x="1312427" y="56622"/>
                </a:lnTo>
                <a:lnTo>
                  <a:pt x="1312790" y="56364"/>
                </a:lnTo>
                <a:lnTo>
                  <a:pt x="1313158" y="56111"/>
                </a:lnTo>
                <a:lnTo>
                  <a:pt x="1313530" y="55863"/>
                </a:lnTo>
                <a:lnTo>
                  <a:pt x="1313908" y="55621"/>
                </a:lnTo>
                <a:lnTo>
                  <a:pt x="1314290" y="55383"/>
                </a:lnTo>
                <a:lnTo>
                  <a:pt x="1314677" y="55151"/>
                </a:lnTo>
                <a:lnTo>
                  <a:pt x="1315069" y="54924"/>
                </a:lnTo>
                <a:lnTo>
                  <a:pt x="1315465" y="54702"/>
                </a:lnTo>
                <a:lnTo>
                  <a:pt x="1315866" y="54485"/>
                </a:lnTo>
                <a:lnTo>
                  <a:pt x="1316273" y="54274"/>
                </a:lnTo>
                <a:lnTo>
                  <a:pt x="1316684" y="54067"/>
                </a:lnTo>
                <a:lnTo>
                  <a:pt x="1317099" y="53866"/>
                </a:lnTo>
                <a:lnTo>
                  <a:pt x="1317520" y="53670"/>
                </a:lnTo>
                <a:lnTo>
                  <a:pt x="1317945" y="53479"/>
                </a:lnTo>
                <a:lnTo>
                  <a:pt x="1318375" y="53293"/>
                </a:lnTo>
                <a:lnTo>
                  <a:pt x="1318810" y="53113"/>
                </a:lnTo>
                <a:lnTo>
                  <a:pt x="1319250" y="52937"/>
                </a:lnTo>
                <a:lnTo>
                  <a:pt x="1319694" y="52767"/>
                </a:lnTo>
                <a:lnTo>
                  <a:pt x="1320143" y="52602"/>
                </a:lnTo>
                <a:lnTo>
                  <a:pt x="1320598" y="52443"/>
                </a:lnTo>
                <a:lnTo>
                  <a:pt x="1321059" y="52290"/>
                </a:lnTo>
                <a:lnTo>
                  <a:pt x="1321526" y="52144"/>
                </a:lnTo>
                <a:lnTo>
                  <a:pt x="1321999" y="52005"/>
                </a:lnTo>
                <a:lnTo>
                  <a:pt x="1322479" y="51873"/>
                </a:lnTo>
                <a:lnTo>
                  <a:pt x="1322964" y="51748"/>
                </a:lnTo>
                <a:lnTo>
                  <a:pt x="1323456" y="51629"/>
                </a:lnTo>
                <a:lnTo>
                  <a:pt x="1323954" y="51517"/>
                </a:lnTo>
                <a:lnTo>
                  <a:pt x="1324458" y="51412"/>
                </a:lnTo>
                <a:lnTo>
                  <a:pt x="1324968" y="51314"/>
                </a:lnTo>
                <a:lnTo>
                  <a:pt x="1325484" y="51222"/>
                </a:lnTo>
                <a:lnTo>
                  <a:pt x="1326007" y="51138"/>
                </a:lnTo>
                <a:lnTo>
                  <a:pt x="1326535" y="51060"/>
                </a:lnTo>
                <a:lnTo>
                  <a:pt x="1327070" y="50989"/>
                </a:lnTo>
                <a:lnTo>
                  <a:pt x="1327611" y="50924"/>
                </a:lnTo>
                <a:lnTo>
                  <a:pt x="1328158" y="50867"/>
                </a:lnTo>
                <a:lnTo>
                  <a:pt x="1328711" y="50816"/>
                </a:lnTo>
                <a:lnTo>
                  <a:pt x="1329271" y="50772"/>
                </a:lnTo>
                <a:lnTo>
                  <a:pt x="1329836" y="50734"/>
                </a:lnTo>
                <a:lnTo>
                  <a:pt x="1330408" y="50704"/>
                </a:lnTo>
                <a:lnTo>
                  <a:pt x="1330986" y="50680"/>
                </a:lnTo>
                <a:lnTo>
                  <a:pt x="1331570" y="50663"/>
                </a:lnTo>
                <a:lnTo>
                  <a:pt x="1332160" y="50653"/>
                </a:lnTo>
                <a:lnTo>
                  <a:pt x="1332757" y="50650"/>
                </a:lnTo>
                <a:lnTo>
                  <a:pt x="1335023" y="50650"/>
                </a:lnTo>
                <a:lnTo>
                  <a:pt x="1335023" y="35573"/>
                </a:lnTo>
                <a:lnTo>
                  <a:pt x="1333052" y="35573"/>
                </a:lnTo>
                <a:lnTo>
                  <a:pt x="1332099" y="35582"/>
                </a:lnTo>
                <a:lnTo>
                  <a:pt x="1331161" y="35608"/>
                </a:lnTo>
                <a:lnTo>
                  <a:pt x="1330238" y="35652"/>
                </a:lnTo>
                <a:lnTo>
                  <a:pt x="1329330" y="35713"/>
                </a:lnTo>
                <a:lnTo>
                  <a:pt x="1328437" y="35791"/>
                </a:lnTo>
                <a:lnTo>
                  <a:pt x="1327559" y="35887"/>
                </a:lnTo>
                <a:lnTo>
                  <a:pt x="1326696" y="36001"/>
                </a:lnTo>
                <a:lnTo>
                  <a:pt x="1325848" y="36131"/>
                </a:lnTo>
                <a:lnTo>
                  <a:pt x="1325015" y="36280"/>
                </a:lnTo>
                <a:lnTo>
                  <a:pt x="1324197" y="36446"/>
                </a:lnTo>
                <a:lnTo>
                  <a:pt x="1323395" y="36629"/>
                </a:lnTo>
                <a:lnTo>
                  <a:pt x="1322607" y="36829"/>
                </a:lnTo>
                <a:lnTo>
                  <a:pt x="1321834" y="37048"/>
                </a:lnTo>
                <a:lnTo>
                  <a:pt x="1321077" y="37283"/>
                </a:lnTo>
                <a:lnTo>
                  <a:pt x="1320334" y="37536"/>
                </a:lnTo>
                <a:lnTo>
                  <a:pt x="1319607" y="37807"/>
                </a:lnTo>
                <a:lnTo>
                  <a:pt x="1318895" y="38095"/>
                </a:lnTo>
                <a:lnTo>
                  <a:pt x="1318197" y="38400"/>
                </a:lnTo>
                <a:lnTo>
                  <a:pt x="1317515" y="38723"/>
                </a:lnTo>
                <a:lnTo>
                  <a:pt x="1316848" y="39063"/>
                </a:lnTo>
                <a:lnTo>
                  <a:pt x="1316196" y="39421"/>
                </a:lnTo>
                <a:lnTo>
                  <a:pt x="1315559" y="39796"/>
                </a:lnTo>
                <a:lnTo>
                  <a:pt x="1314936" y="40189"/>
                </a:lnTo>
                <a:lnTo>
                  <a:pt x="1314330" y="40599"/>
                </a:lnTo>
                <a:lnTo>
                  <a:pt x="1313736" y="41022"/>
                </a:lnTo>
                <a:lnTo>
                  <a:pt x="1313153" y="41453"/>
                </a:lnTo>
                <a:lnTo>
                  <a:pt x="1312580" y="41893"/>
                </a:lnTo>
                <a:lnTo>
                  <a:pt x="1312019" y="42342"/>
                </a:lnTo>
                <a:lnTo>
                  <a:pt x="1311469" y="42799"/>
                </a:lnTo>
                <a:lnTo>
                  <a:pt x="1310930" y="43265"/>
                </a:lnTo>
                <a:lnTo>
                  <a:pt x="1310402" y="43740"/>
                </a:lnTo>
                <a:lnTo>
                  <a:pt x="1309884" y="44223"/>
                </a:lnTo>
                <a:lnTo>
                  <a:pt x="1309378" y="44714"/>
                </a:lnTo>
                <a:lnTo>
                  <a:pt x="1308882" y="45214"/>
                </a:lnTo>
                <a:lnTo>
                  <a:pt x="1308398" y="45723"/>
                </a:lnTo>
                <a:lnTo>
                  <a:pt x="1307924" y="46240"/>
                </a:lnTo>
                <a:lnTo>
                  <a:pt x="1307462" y="46766"/>
                </a:lnTo>
                <a:lnTo>
                  <a:pt x="1307010" y="47300"/>
                </a:lnTo>
                <a:lnTo>
                  <a:pt x="1306569" y="47843"/>
                </a:lnTo>
                <a:lnTo>
                  <a:pt x="1306140" y="48394"/>
                </a:lnTo>
                <a:lnTo>
                  <a:pt x="1305721" y="48954"/>
                </a:lnTo>
                <a:lnTo>
                  <a:pt x="1305313" y="49523"/>
                </a:lnTo>
                <a:lnTo>
                  <a:pt x="1304916" y="50100"/>
                </a:lnTo>
                <a:lnTo>
                  <a:pt x="1304530" y="50685"/>
                </a:lnTo>
                <a:lnTo>
                  <a:pt x="1304155" y="51279"/>
                </a:lnTo>
                <a:lnTo>
                  <a:pt x="1303791" y="51882"/>
                </a:lnTo>
                <a:lnTo>
                  <a:pt x="1303438" y="52493"/>
                </a:lnTo>
                <a:lnTo>
                  <a:pt x="1303096" y="53113"/>
                </a:lnTo>
                <a:lnTo>
                  <a:pt x="1302505" y="37248"/>
                </a:lnTo>
                <a:lnTo>
                  <a:pt x="1287034" y="37248"/>
                </a:lnTo>
                <a:lnTo>
                  <a:pt x="1287034" y="136183"/>
                </a:lnTo>
                <a:lnTo>
                  <a:pt x="1303490" y="136183"/>
                </a:lnTo>
                <a:lnTo>
                  <a:pt x="1303490" y="65948"/>
                </a:lnTo>
                <a:lnTo>
                  <a:pt x="1303754" y="65573"/>
                </a:lnTo>
                <a:lnTo>
                  <a:pt x="1304022" y="65203"/>
                </a:lnTo>
                <a:lnTo>
                  <a:pt x="1304292" y="64836"/>
                </a:lnTo>
                <a:close/>
                <a:moveTo>
                  <a:pt x="1035174" y="136183"/>
                </a:moveTo>
                <a:lnTo>
                  <a:pt x="1051631" y="136183"/>
                </a:lnTo>
                <a:lnTo>
                  <a:pt x="1051631" y="37248"/>
                </a:lnTo>
                <a:lnTo>
                  <a:pt x="1035174" y="37248"/>
                </a:lnTo>
                <a:lnTo>
                  <a:pt x="1035174" y="136183"/>
                </a:lnTo>
                <a:close/>
                <a:moveTo>
                  <a:pt x="1122739" y="137881"/>
                </a:moveTo>
                <a:lnTo>
                  <a:pt x="1123391" y="137849"/>
                </a:lnTo>
                <a:lnTo>
                  <a:pt x="1124039" y="137810"/>
                </a:lnTo>
                <a:lnTo>
                  <a:pt x="1124683" y="137765"/>
                </a:lnTo>
                <a:lnTo>
                  <a:pt x="1125322" y="137714"/>
                </a:lnTo>
                <a:lnTo>
                  <a:pt x="1125958" y="137657"/>
                </a:lnTo>
                <a:lnTo>
                  <a:pt x="1126591" y="137594"/>
                </a:lnTo>
                <a:lnTo>
                  <a:pt x="1127219" y="137525"/>
                </a:lnTo>
                <a:lnTo>
                  <a:pt x="1127843" y="137450"/>
                </a:lnTo>
                <a:lnTo>
                  <a:pt x="1128463" y="137370"/>
                </a:lnTo>
                <a:lnTo>
                  <a:pt x="1129079" y="137283"/>
                </a:lnTo>
                <a:lnTo>
                  <a:pt x="1129692" y="137190"/>
                </a:lnTo>
                <a:lnTo>
                  <a:pt x="1130300" y="137091"/>
                </a:lnTo>
                <a:lnTo>
                  <a:pt x="1130905" y="136986"/>
                </a:lnTo>
                <a:lnTo>
                  <a:pt x="1131505" y="136876"/>
                </a:lnTo>
                <a:lnTo>
                  <a:pt x="1132102" y="136759"/>
                </a:lnTo>
                <a:lnTo>
                  <a:pt x="1132695" y="136636"/>
                </a:lnTo>
                <a:lnTo>
                  <a:pt x="1133283" y="136507"/>
                </a:lnTo>
                <a:lnTo>
                  <a:pt x="1133868" y="136373"/>
                </a:lnTo>
                <a:lnTo>
                  <a:pt x="1134449" y="136232"/>
                </a:lnTo>
                <a:lnTo>
                  <a:pt x="1135025" y="136085"/>
                </a:lnTo>
                <a:lnTo>
                  <a:pt x="1135595" y="135931"/>
                </a:lnTo>
                <a:lnTo>
                  <a:pt x="1136158" y="135771"/>
                </a:lnTo>
                <a:lnTo>
                  <a:pt x="1136715" y="135605"/>
                </a:lnTo>
                <a:lnTo>
                  <a:pt x="1137267" y="135432"/>
                </a:lnTo>
                <a:lnTo>
                  <a:pt x="1137812" y="135252"/>
                </a:lnTo>
                <a:lnTo>
                  <a:pt x="1138351" y="135066"/>
                </a:lnTo>
                <a:lnTo>
                  <a:pt x="1138883" y="134874"/>
                </a:lnTo>
                <a:lnTo>
                  <a:pt x="1139410" y="134674"/>
                </a:lnTo>
                <a:lnTo>
                  <a:pt x="1139930" y="134469"/>
                </a:lnTo>
                <a:lnTo>
                  <a:pt x="1140445" y="134257"/>
                </a:lnTo>
                <a:lnTo>
                  <a:pt x="1140953" y="134038"/>
                </a:lnTo>
                <a:lnTo>
                  <a:pt x="1141455" y="133813"/>
                </a:lnTo>
                <a:lnTo>
                  <a:pt x="1141950" y="133581"/>
                </a:lnTo>
                <a:lnTo>
                  <a:pt x="1142440" y="133343"/>
                </a:lnTo>
                <a:lnTo>
                  <a:pt x="1142923" y="133098"/>
                </a:lnTo>
                <a:lnTo>
                  <a:pt x="1143401" y="132846"/>
                </a:lnTo>
                <a:lnTo>
                  <a:pt x="1143872" y="132589"/>
                </a:lnTo>
                <a:lnTo>
                  <a:pt x="1144337" y="132324"/>
                </a:lnTo>
                <a:lnTo>
                  <a:pt x="1144796" y="132053"/>
                </a:lnTo>
                <a:lnTo>
                  <a:pt x="1145248" y="131776"/>
                </a:lnTo>
                <a:lnTo>
                  <a:pt x="1145695" y="131492"/>
                </a:lnTo>
                <a:lnTo>
                  <a:pt x="1146135" y="131202"/>
                </a:lnTo>
                <a:lnTo>
                  <a:pt x="1146569" y="130905"/>
                </a:lnTo>
                <a:lnTo>
                  <a:pt x="1146997" y="130601"/>
                </a:lnTo>
                <a:lnTo>
                  <a:pt x="1147416" y="130290"/>
                </a:lnTo>
                <a:lnTo>
                  <a:pt x="1147827" y="129972"/>
                </a:lnTo>
                <a:lnTo>
                  <a:pt x="1148231" y="129647"/>
                </a:lnTo>
                <a:lnTo>
                  <a:pt x="1148627" y="129315"/>
                </a:lnTo>
                <a:lnTo>
                  <a:pt x="1149014" y="128976"/>
                </a:lnTo>
                <a:lnTo>
                  <a:pt x="1149394" y="128630"/>
                </a:lnTo>
                <a:lnTo>
                  <a:pt x="1149767" y="128277"/>
                </a:lnTo>
                <a:lnTo>
                  <a:pt x="1150131" y="127917"/>
                </a:lnTo>
                <a:lnTo>
                  <a:pt x="1150487" y="127550"/>
                </a:lnTo>
                <a:lnTo>
                  <a:pt x="1150836" y="127176"/>
                </a:lnTo>
                <a:lnTo>
                  <a:pt x="1151176" y="126794"/>
                </a:lnTo>
                <a:lnTo>
                  <a:pt x="1151509" y="126406"/>
                </a:lnTo>
                <a:lnTo>
                  <a:pt x="1151834" y="126011"/>
                </a:lnTo>
                <a:lnTo>
                  <a:pt x="1152151" y="125608"/>
                </a:lnTo>
                <a:lnTo>
                  <a:pt x="1152460" y="125199"/>
                </a:lnTo>
                <a:lnTo>
                  <a:pt x="1152761" y="124782"/>
                </a:lnTo>
                <a:lnTo>
                  <a:pt x="1153055" y="124359"/>
                </a:lnTo>
                <a:lnTo>
                  <a:pt x="1153340" y="123928"/>
                </a:lnTo>
                <a:lnTo>
                  <a:pt x="1153618" y="123490"/>
                </a:lnTo>
                <a:lnTo>
                  <a:pt x="1153888" y="123046"/>
                </a:lnTo>
                <a:lnTo>
                  <a:pt x="1154150" y="122594"/>
                </a:lnTo>
                <a:lnTo>
                  <a:pt x="1154404" y="122135"/>
                </a:lnTo>
                <a:lnTo>
                  <a:pt x="1154650" y="121669"/>
                </a:lnTo>
                <a:lnTo>
                  <a:pt x="1154887" y="121196"/>
                </a:lnTo>
                <a:lnTo>
                  <a:pt x="1155114" y="120716"/>
                </a:lnTo>
                <a:lnTo>
                  <a:pt x="1155331" y="120229"/>
                </a:lnTo>
                <a:lnTo>
                  <a:pt x="1155538" y="119734"/>
                </a:lnTo>
                <a:lnTo>
                  <a:pt x="1155735" y="119232"/>
                </a:lnTo>
                <a:lnTo>
                  <a:pt x="1155922" y="118723"/>
                </a:lnTo>
                <a:lnTo>
                  <a:pt x="1156098" y="118207"/>
                </a:lnTo>
                <a:lnTo>
                  <a:pt x="1156265" y="117684"/>
                </a:lnTo>
                <a:lnTo>
                  <a:pt x="1156421" y="117153"/>
                </a:lnTo>
                <a:lnTo>
                  <a:pt x="1156568" y="116615"/>
                </a:lnTo>
                <a:lnTo>
                  <a:pt x="1156704" y="116070"/>
                </a:lnTo>
                <a:lnTo>
                  <a:pt x="1156830" y="115518"/>
                </a:lnTo>
                <a:lnTo>
                  <a:pt x="1156946" y="114958"/>
                </a:lnTo>
                <a:lnTo>
                  <a:pt x="1157052" y="114391"/>
                </a:lnTo>
                <a:lnTo>
                  <a:pt x="1157148" y="113817"/>
                </a:lnTo>
                <a:lnTo>
                  <a:pt x="1157234" y="113236"/>
                </a:lnTo>
                <a:lnTo>
                  <a:pt x="1157309" y="112648"/>
                </a:lnTo>
                <a:lnTo>
                  <a:pt x="1157375" y="112052"/>
                </a:lnTo>
                <a:lnTo>
                  <a:pt x="1157431" y="111449"/>
                </a:lnTo>
                <a:lnTo>
                  <a:pt x="1157476" y="110839"/>
                </a:lnTo>
                <a:lnTo>
                  <a:pt x="1157511" y="110222"/>
                </a:lnTo>
                <a:lnTo>
                  <a:pt x="1157537" y="109597"/>
                </a:lnTo>
                <a:lnTo>
                  <a:pt x="1157552" y="108965"/>
                </a:lnTo>
                <a:lnTo>
                  <a:pt x="1157557" y="108326"/>
                </a:lnTo>
                <a:lnTo>
                  <a:pt x="1157550" y="107588"/>
                </a:lnTo>
                <a:lnTo>
                  <a:pt x="1157531" y="106860"/>
                </a:lnTo>
                <a:lnTo>
                  <a:pt x="1157499" y="106144"/>
                </a:lnTo>
                <a:lnTo>
                  <a:pt x="1157454" y="105439"/>
                </a:lnTo>
                <a:lnTo>
                  <a:pt x="1157396" y="104744"/>
                </a:lnTo>
                <a:lnTo>
                  <a:pt x="1157326" y="104061"/>
                </a:lnTo>
                <a:lnTo>
                  <a:pt x="1157242" y="103389"/>
                </a:lnTo>
                <a:lnTo>
                  <a:pt x="1157146" y="102729"/>
                </a:lnTo>
                <a:lnTo>
                  <a:pt x="1157037" y="102079"/>
                </a:lnTo>
                <a:lnTo>
                  <a:pt x="1156915" y="101440"/>
                </a:lnTo>
                <a:lnTo>
                  <a:pt x="1156780" y="100813"/>
                </a:lnTo>
                <a:lnTo>
                  <a:pt x="1156633" y="100196"/>
                </a:lnTo>
                <a:lnTo>
                  <a:pt x="1156472" y="99591"/>
                </a:lnTo>
                <a:lnTo>
                  <a:pt x="1156299" y="98997"/>
                </a:lnTo>
                <a:lnTo>
                  <a:pt x="1156113" y="98414"/>
                </a:lnTo>
                <a:lnTo>
                  <a:pt x="1155914" y="97842"/>
                </a:lnTo>
                <a:lnTo>
                  <a:pt x="1155703" y="97281"/>
                </a:lnTo>
                <a:lnTo>
                  <a:pt x="1155478" y="96731"/>
                </a:lnTo>
                <a:lnTo>
                  <a:pt x="1155241" y="96192"/>
                </a:lnTo>
                <a:lnTo>
                  <a:pt x="1154991" y="95665"/>
                </a:lnTo>
                <a:lnTo>
                  <a:pt x="1154728" y="95148"/>
                </a:lnTo>
                <a:lnTo>
                  <a:pt x="1154452" y="94643"/>
                </a:lnTo>
                <a:lnTo>
                  <a:pt x="1154163" y="94149"/>
                </a:lnTo>
                <a:lnTo>
                  <a:pt x="1153861" y="93666"/>
                </a:lnTo>
                <a:lnTo>
                  <a:pt x="1153547" y="93191"/>
                </a:lnTo>
                <a:lnTo>
                  <a:pt x="1153221" y="92724"/>
                </a:lnTo>
                <a:lnTo>
                  <a:pt x="1152881" y="92265"/>
                </a:lnTo>
                <a:lnTo>
                  <a:pt x="1152530" y="91812"/>
                </a:lnTo>
                <a:lnTo>
                  <a:pt x="1152166" y="91367"/>
                </a:lnTo>
                <a:lnTo>
                  <a:pt x="1151789" y="90929"/>
                </a:lnTo>
                <a:lnTo>
                  <a:pt x="1151400" y="90498"/>
                </a:lnTo>
                <a:lnTo>
                  <a:pt x="1150998" y="90074"/>
                </a:lnTo>
                <a:lnTo>
                  <a:pt x="1150584" y="89658"/>
                </a:lnTo>
                <a:lnTo>
                  <a:pt x="1150158" y="89249"/>
                </a:lnTo>
                <a:lnTo>
                  <a:pt x="1149719" y="88847"/>
                </a:lnTo>
                <a:lnTo>
                  <a:pt x="1149267" y="88452"/>
                </a:lnTo>
                <a:lnTo>
                  <a:pt x="1148803" y="88065"/>
                </a:lnTo>
                <a:lnTo>
                  <a:pt x="1148326" y="87684"/>
                </a:lnTo>
                <a:lnTo>
                  <a:pt x="1147837" y="87311"/>
                </a:lnTo>
                <a:lnTo>
                  <a:pt x="1147336" y="86946"/>
                </a:lnTo>
                <a:lnTo>
                  <a:pt x="1146822" y="86587"/>
                </a:lnTo>
                <a:lnTo>
                  <a:pt x="1146295" y="86236"/>
                </a:lnTo>
                <a:lnTo>
                  <a:pt x="1145756" y="85892"/>
                </a:lnTo>
                <a:lnTo>
                  <a:pt x="1145205" y="85555"/>
                </a:lnTo>
                <a:lnTo>
                  <a:pt x="1144641" y="85225"/>
                </a:lnTo>
                <a:lnTo>
                  <a:pt x="1144065" y="84903"/>
                </a:lnTo>
                <a:lnTo>
                  <a:pt x="1143476" y="84588"/>
                </a:lnTo>
                <a:lnTo>
                  <a:pt x="1142874" y="84280"/>
                </a:lnTo>
                <a:lnTo>
                  <a:pt x="1142261" y="83977"/>
                </a:lnTo>
                <a:lnTo>
                  <a:pt x="1141635" y="83678"/>
                </a:lnTo>
                <a:lnTo>
                  <a:pt x="1140997" y="83382"/>
                </a:lnTo>
                <a:lnTo>
                  <a:pt x="1140348" y="83090"/>
                </a:lnTo>
                <a:lnTo>
                  <a:pt x="1139686" y="82802"/>
                </a:lnTo>
                <a:lnTo>
                  <a:pt x="1139013" y="82517"/>
                </a:lnTo>
                <a:lnTo>
                  <a:pt x="1138327" y="82235"/>
                </a:lnTo>
                <a:lnTo>
                  <a:pt x="1137630" y="81957"/>
                </a:lnTo>
                <a:lnTo>
                  <a:pt x="1136920" y="81683"/>
                </a:lnTo>
                <a:lnTo>
                  <a:pt x="1136199" y="81412"/>
                </a:lnTo>
                <a:lnTo>
                  <a:pt x="1135465" y="81145"/>
                </a:lnTo>
                <a:lnTo>
                  <a:pt x="1134720" y="80881"/>
                </a:lnTo>
                <a:lnTo>
                  <a:pt x="1133963" y="80620"/>
                </a:lnTo>
                <a:lnTo>
                  <a:pt x="1133193" y="80364"/>
                </a:lnTo>
                <a:lnTo>
                  <a:pt x="1132412" y="80110"/>
                </a:lnTo>
                <a:lnTo>
                  <a:pt x="1131619" y="79860"/>
                </a:lnTo>
                <a:lnTo>
                  <a:pt x="1130813" y="79614"/>
                </a:lnTo>
                <a:lnTo>
                  <a:pt x="1129996" y="79371"/>
                </a:lnTo>
                <a:lnTo>
                  <a:pt x="1129167" y="79132"/>
                </a:lnTo>
                <a:lnTo>
                  <a:pt x="1128326" y="78896"/>
                </a:lnTo>
                <a:lnTo>
                  <a:pt x="1127473" y="78664"/>
                </a:lnTo>
                <a:lnTo>
                  <a:pt x="1126608" y="78435"/>
                </a:lnTo>
                <a:lnTo>
                  <a:pt x="1125730" y="78210"/>
                </a:lnTo>
                <a:lnTo>
                  <a:pt x="1124841" y="77988"/>
                </a:lnTo>
                <a:lnTo>
                  <a:pt x="1124027" y="77786"/>
                </a:lnTo>
                <a:lnTo>
                  <a:pt x="1123227" y="77584"/>
                </a:lnTo>
                <a:lnTo>
                  <a:pt x="1122441" y="77383"/>
                </a:lnTo>
                <a:lnTo>
                  <a:pt x="1121669" y="77184"/>
                </a:lnTo>
                <a:lnTo>
                  <a:pt x="1120911" y="76985"/>
                </a:lnTo>
                <a:lnTo>
                  <a:pt x="1120167" y="76787"/>
                </a:lnTo>
                <a:lnTo>
                  <a:pt x="1119437" y="76589"/>
                </a:lnTo>
                <a:lnTo>
                  <a:pt x="1118721" y="76393"/>
                </a:lnTo>
                <a:lnTo>
                  <a:pt x="1118019" y="76198"/>
                </a:lnTo>
                <a:lnTo>
                  <a:pt x="1117331" y="76003"/>
                </a:lnTo>
                <a:lnTo>
                  <a:pt x="1116657" y="75809"/>
                </a:lnTo>
                <a:lnTo>
                  <a:pt x="1115997" y="75617"/>
                </a:lnTo>
                <a:lnTo>
                  <a:pt x="1115352" y="75425"/>
                </a:lnTo>
                <a:lnTo>
                  <a:pt x="1114720" y="75234"/>
                </a:lnTo>
                <a:lnTo>
                  <a:pt x="1114102" y="75044"/>
                </a:lnTo>
                <a:lnTo>
                  <a:pt x="1113498" y="74854"/>
                </a:lnTo>
                <a:lnTo>
                  <a:pt x="1112909" y="74666"/>
                </a:lnTo>
                <a:lnTo>
                  <a:pt x="1112333" y="74479"/>
                </a:lnTo>
                <a:lnTo>
                  <a:pt x="1111771" y="74292"/>
                </a:lnTo>
                <a:lnTo>
                  <a:pt x="1111224" y="74106"/>
                </a:lnTo>
                <a:lnTo>
                  <a:pt x="1110690" y="73921"/>
                </a:lnTo>
                <a:lnTo>
                  <a:pt x="1110170" y="73738"/>
                </a:lnTo>
                <a:lnTo>
                  <a:pt x="1109665" y="73555"/>
                </a:lnTo>
                <a:lnTo>
                  <a:pt x="1109173" y="73372"/>
                </a:lnTo>
                <a:lnTo>
                  <a:pt x="1108695" y="73190"/>
                </a:lnTo>
                <a:lnTo>
                  <a:pt x="1108228" y="73005"/>
                </a:lnTo>
                <a:lnTo>
                  <a:pt x="1107772" y="72818"/>
                </a:lnTo>
                <a:lnTo>
                  <a:pt x="1107329" y="72629"/>
                </a:lnTo>
                <a:lnTo>
                  <a:pt x="1106896" y="72439"/>
                </a:lnTo>
                <a:lnTo>
                  <a:pt x="1106476" y="72246"/>
                </a:lnTo>
                <a:lnTo>
                  <a:pt x="1106067" y="72051"/>
                </a:lnTo>
                <a:lnTo>
                  <a:pt x="1105670" y="71855"/>
                </a:lnTo>
                <a:lnTo>
                  <a:pt x="1105284" y="71657"/>
                </a:lnTo>
                <a:lnTo>
                  <a:pt x="1104910" y="71456"/>
                </a:lnTo>
                <a:lnTo>
                  <a:pt x="1104548" y="71254"/>
                </a:lnTo>
                <a:lnTo>
                  <a:pt x="1104197" y="71050"/>
                </a:lnTo>
                <a:lnTo>
                  <a:pt x="1103858" y="70844"/>
                </a:lnTo>
                <a:lnTo>
                  <a:pt x="1103531" y="70636"/>
                </a:lnTo>
                <a:lnTo>
                  <a:pt x="1103215" y="70426"/>
                </a:lnTo>
                <a:lnTo>
                  <a:pt x="1102911" y="70214"/>
                </a:lnTo>
                <a:lnTo>
                  <a:pt x="1102618" y="70000"/>
                </a:lnTo>
                <a:lnTo>
                  <a:pt x="1102337" y="69784"/>
                </a:lnTo>
                <a:lnTo>
                  <a:pt x="1102068" y="69566"/>
                </a:lnTo>
                <a:lnTo>
                  <a:pt x="1101810" y="69347"/>
                </a:lnTo>
                <a:lnTo>
                  <a:pt x="1101564" y="69125"/>
                </a:lnTo>
                <a:lnTo>
                  <a:pt x="1101330" y="68901"/>
                </a:lnTo>
                <a:lnTo>
                  <a:pt x="1101107" y="68676"/>
                </a:lnTo>
                <a:lnTo>
                  <a:pt x="1100896" y="68449"/>
                </a:lnTo>
                <a:lnTo>
                  <a:pt x="1100695" y="68218"/>
                </a:lnTo>
                <a:lnTo>
                  <a:pt x="1100503" y="67983"/>
                </a:lnTo>
                <a:lnTo>
                  <a:pt x="1100319" y="67744"/>
                </a:lnTo>
                <a:lnTo>
                  <a:pt x="1100143" y="67501"/>
                </a:lnTo>
                <a:lnTo>
                  <a:pt x="1099977" y="67254"/>
                </a:lnTo>
                <a:lnTo>
                  <a:pt x="1099818" y="67002"/>
                </a:lnTo>
                <a:lnTo>
                  <a:pt x="1099669" y="66746"/>
                </a:lnTo>
                <a:lnTo>
                  <a:pt x="1099527" y="66486"/>
                </a:lnTo>
                <a:lnTo>
                  <a:pt x="1099395" y="66222"/>
                </a:lnTo>
                <a:lnTo>
                  <a:pt x="1099271" y="65953"/>
                </a:lnTo>
                <a:lnTo>
                  <a:pt x="1099155" y="65681"/>
                </a:lnTo>
                <a:lnTo>
                  <a:pt x="1099048" y="65404"/>
                </a:lnTo>
                <a:lnTo>
                  <a:pt x="1098950" y="65123"/>
                </a:lnTo>
                <a:lnTo>
                  <a:pt x="1098860" y="64837"/>
                </a:lnTo>
                <a:lnTo>
                  <a:pt x="1098779" y="64548"/>
                </a:lnTo>
                <a:lnTo>
                  <a:pt x="1098706" y="64254"/>
                </a:lnTo>
                <a:lnTo>
                  <a:pt x="1098642" y="63956"/>
                </a:lnTo>
                <a:lnTo>
                  <a:pt x="1098587" y="63653"/>
                </a:lnTo>
                <a:lnTo>
                  <a:pt x="1098539" y="63347"/>
                </a:lnTo>
                <a:lnTo>
                  <a:pt x="1098501" y="63036"/>
                </a:lnTo>
                <a:lnTo>
                  <a:pt x="1098471" y="62721"/>
                </a:lnTo>
                <a:lnTo>
                  <a:pt x="1098450" y="62402"/>
                </a:lnTo>
                <a:lnTo>
                  <a:pt x="1098437" y="62078"/>
                </a:lnTo>
                <a:lnTo>
                  <a:pt x="1098433" y="61751"/>
                </a:lnTo>
                <a:lnTo>
                  <a:pt x="1098442" y="61167"/>
                </a:lnTo>
                <a:lnTo>
                  <a:pt x="1098471" y="60595"/>
                </a:lnTo>
                <a:lnTo>
                  <a:pt x="1098519" y="60037"/>
                </a:lnTo>
                <a:lnTo>
                  <a:pt x="1098586" y="59492"/>
                </a:lnTo>
                <a:lnTo>
                  <a:pt x="1098672" y="58960"/>
                </a:lnTo>
                <a:lnTo>
                  <a:pt x="1098777" y="58441"/>
                </a:lnTo>
                <a:lnTo>
                  <a:pt x="1098902" y="57935"/>
                </a:lnTo>
                <a:lnTo>
                  <a:pt x="1099046" y="57442"/>
                </a:lnTo>
                <a:lnTo>
                  <a:pt x="1099209" y="56962"/>
                </a:lnTo>
                <a:lnTo>
                  <a:pt x="1099391" y="56495"/>
                </a:lnTo>
                <a:lnTo>
                  <a:pt x="1099592" y="56041"/>
                </a:lnTo>
                <a:lnTo>
                  <a:pt x="1099812" y="55601"/>
                </a:lnTo>
                <a:lnTo>
                  <a:pt x="1100052" y="55173"/>
                </a:lnTo>
                <a:lnTo>
                  <a:pt x="1100310" y="54758"/>
                </a:lnTo>
                <a:lnTo>
                  <a:pt x="1100588" y="54356"/>
                </a:lnTo>
                <a:lnTo>
                  <a:pt x="1100885" y="53968"/>
                </a:lnTo>
                <a:lnTo>
                  <a:pt x="1101201" y="53592"/>
                </a:lnTo>
                <a:lnTo>
                  <a:pt x="1101537" y="53229"/>
                </a:lnTo>
                <a:lnTo>
                  <a:pt x="1101891" y="52880"/>
                </a:lnTo>
                <a:lnTo>
                  <a:pt x="1102265" y="52543"/>
                </a:lnTo>
                <a:lnTo>
                  <a:pt x="1102657" y="52220"/>
                </a:lnTo>
                <a:lnTo>
                  <a:pt x="1103069" y="51909"/>
                </a:lnTo>
                <a:lnTo>
                  <a:pt x="1103501" y="51612"/>
                </a:lnTo>
                <a:lnTo>
                  <a:pt x="1103951" y="51327"/>
                </a:lnTo>
                <a:lnTo>
                  <a:pt x="1104416" y="51055"/>
                </a:lnTo>
                <a:lnTo>
                  <a:pt x="1104894" y="50794"/>
                </a:lnTo>
                <a:lnTo>
                  <a:pt x="1105383" y="50545"/>
                </a:lnTo>
                <a:lnTo>
                  <a:pt x="1105883" y="50307"/>
                </a:lnTo>
                <a:lnTo>
                  <a:pt x="1106395" y="50081"/>
                </a:lnTo>
                <a:lnTo>
                  <a:pt x="1106919" y="49867"/>
                </a:lnTo>
                <a:lnTo>
                  <a:pt x="1107455" y="49664"/>
                </a:lnTo>
                <a:lnTo>
                  <a:pt x="1108002" y="49473"/>
                </a:lnTo>
                <a:lnTo>
                  <a:pt x="1108561" y="49293"/>
                </a:lnTo>
                <a:lnTo>
                  <a:pt x="1109131" y="49125"/>
                </a:lnTo>
                <a:lnTo>
                  <a:pt x="1109713" y="48968"/>
                </a:lnTo>
                <a:lnTo>
                  <a:pt x="1110307" y="48824"/>
                </a:lnTo>
                <a:lnTo>
                  <a:pt x="1110912" y="48690"/>
                </a:lnTo>
                <a:lnTo>
                  <a:pt x="1111529" y="48569"/>
                </a:lnTo>
                <a:lnTo>
                  <a:pt x="1112157" y="48459"/>
                </a:lnTo>
                <a:lnTo>
                  <a:pt x="1112798" y="48360"/>
                </a:lnTo>
                <a:lnTo>
                  <a:pt x="1113449" y="48273"/>
                </a:lnTo>
                <a:lnTo>
                  <a:pt x="1114113" y="48198"/>
                </a:lnTo>
                <a:lnTo>
                  <a:pt x="1114788" y="48134"/>
                </a:lnTo>
                <a:lnTo>
                  <a:pt x="1115475" y="48082"/>
                </a:lnTo>
                <a:lnTo>
                  <a:pt x="1116173" y="48041"/>
                </a:lnTo>
                <a:lnTo>
                  <a:pt x="1116883" y="48012"/>
                </a:lnTo>
                <a:lnTo>
                  <a:pt x="1117604" y="47995"/>
                </a:lnTo>
                <a:lnTo>
                  <a:pt x="1118338" y="47989"/>
                </a:lnTo>
                <a:lnTo>
                  <a:pt x="1119064" y="47997"/>
                </a:lnTo>
                <a:lnTo>
                  <a:pt x="1119781" y="48020"/>
                </a:lnTo>
                <a:lnTo>
                  <a:pt x="1120489" y="48059"/>
                </a:lnTo>
                <a:lnTo>
                  <a:pt x="1121187" y="48113"/>
                </a:lnTo>
                <a:lnTo>
                  <a:pt x="1121876" y="48182"/>
                </a:lnTo>
                <a:lnTo>
                  <a:pt x="1122556" y="48267"/>
                </a:lnTo>
                <a:lnTo>
                  <a:pt x="1123227" y="48367"/>
                </a:lnTo>
                <a:lnTo>
                  <a:pt x="1123889" y="48483"/>
                </a:lnTo>
                <a:lnTo>
                  <a:pt x="1124541" y="48614"/>
                </a:lnTo>
                <a:lnTo>
                  <a:pt x="1125184" y="48761"/>
                </a:lnTo>
                <a:lnTo>
                  <a:pt x="1125818" y="48923"/>
                </a:lnTo>
                <a:lnTo>
                  <a:pt x="1126443" y="49101"/>
                </a:lnTo>
                <a:lnTo>
                  <a:pt x="1127058" y="49294"/>
                </a:lnTo>
                <a:lnTo>
                  <a:pt x="1127664" y="49502"/>
                </a:lnTo>
                <a:lnTo>
                  <a:pt x="1128261" y="49726"/>
                </a:lnTo>
                <a:lnTo>
                  <a:pt x="1128849" y="49965"/>
                </a:lnTo>
                <a:lnTo>
                  <a:pt x="1129427" y="50220"/>
                </a:lnTo>
                <a:lnTo>
                  <a:pt x="1129996" y="50490"/>
                </a:lnTo>
                <a:lnTo>
                  <a:pt x="1130556" y="50776"/>
                </a:lnTo>
                <a:lnTo>
                  <a:pt x="1131107" y="51077"/>
                </a:lnTo>
                <a:lnTo>
                  <a:pt x="1131648" y="51394"/>
                </a:lnTo>
                <a:lnTo>
                  <a:pt x="1132181" y="51725"/>
                </a:lnTo>
                <a:lnTo>
                  <a:pt x="1132704" y="52073"/>
                </a:lnTo>
                <a:lnTo>
                  <a:pt x="1133217" y="52436"/>
                </a:lnTo>
                <a:lnTo>
                  <a:pt x="1133716" y="52817"/>
                </a:lnTo>
                <a:lnTo>
                  <a:pt x="1134193" y="53221"/>
                </a:lnTo>
                <a:lnTo>
                  <a:pt x="1134649" y="53646"/>
                </a:lnTo>
                <a:lnTo>
                  <a:pt x="1135084" y="54093"/>
                </a:lnTo>
                <a:lnTo>
                  <a:pt x="1135498" y="54562"/>
                </a:lnTo>
                <a:lnTo>
                  <a:pt x="1135890" y="55053"/>
                </a:lnTo>
                <a:lnTo>
                  <a:pt x="1136261" y="55566"/>
                </a:lnTo>
                <a:lnTo>
                  <a:pt x="1136611" y="56101"/>
                </a:lnTo>
                <a:lnTo>
                  <a:pt x="1136940" y="56658"/>
                </a:lnTo>
                <a:lnTo>
                  <a:pt x="1137248" y="57237"/>
                </a:lnTo>
                <a:lnTo>
                  <a:pt x="1137534" y="57837"/>
                </a:lnTo>
                <a:lnTo>
                  <a:pt x="1137799" y="58460"/>
                </a:lnTo>
                <a:lnTo>
                  <a:pt x="1138043" y="59104"/>
                </a:lnTo>
                <a:lnTo>
                  <a:pt x="1138266" y="59770"/>
                </a:lnTo>
                <a:lnTo>
                  <a:pt x="1138468" y="60459"/>
                </a:lnTo>
                <a:lnTo>
                  <a:pt x="1138648" y="61169"/>
                </a:lnTo>
                <a:lnTo>
                  <a:pt x="1138807" y="61901"/>
                </a:lnTo>
                <a:lnTo>
                  <a:pt x="1138945" y="62655"/>
                </a:lnTo>
                <a:lnTo>
                  <a:pt x="1139062" y="63431"/>
                </a:lnTo>
                <a:lnTo>
                  <a:pt x="1139157" y="64228"/>
                </a:lnTo>
                <a:lnTo>
                  <a:pt x="1139231" y="65048"/>
                </a:lnTo>
                <a:lnTo>
                  <a:pt x="1139284" y="65890"/>
                </a:lnTo>
                <a:lnTo>
                  <a:pt x="1139316" y="66753"/>
                </a:lnTo>
                <a:lnTo>
                  <a:pt x="1139327" y="67639"/>
                </a:lnTo>
                <a:lnTo>
                  <a:pt x="1155290" y="67639"/>
                </a:lnTo>
                <a:lnTo>
                  <a:pt x="1155285" y="66933"/>
                </a:lnTo>
                <a:lnTo>
                  <a:pt x="1155270" y="66235"/>
                </a:lnTo>
                <a:lnTo>
                  <a:pt x="1155244" y="65546"/>
                </a:lnTo>
                <a:lnTo>
                  <a:pt x="1155208" y="64865"/>
                </a:lnTo>
                <a:lnTo>
                  <a:pt x="1155162" y="64193"/>
                </a:lnTo>
                <a:lnTo>
                  <a:pt x="1155106" y="63529"/>
                </a:lnTo>
                <a:lnTo>
                  <a:pt x="1155039" y="62874"/>
                </a:lnTo>
                <a:lnTo>
                  <a:pt x="1154962" y="62227"/>
                </a:lnTo>
                <a:lnTo>
                  <a:pt x="1154875" y="61588"/>
                </a:lnTo>
                <a:lnTo>
                  <a:pt x="1154777" y="60958"/>
                </a:lnTo>
                <a:lnTo>
                  <a:pt x="1154669" y="60337"/>
                </a:lnTo>
                <a:lnTo>
                  <a:pt x="1154551" y="59724"/>
                </a:lnTo>
                <a:lnTo>
                  <a:pt x="1154423" y="59119"/>
                </a:lnTo>
                <a:lnTo>
                  <a:pt x="1154284" y="58523"/>
                </a:lnTo>
                <a:lnTo>
                  <a:pt x="1154135" y="57935"/>
                </a:lnTo>
                <a:lnTo>
                  <a:pt x="1153976" y="57356"/>
                </a:lnTo>
                <a:lnTo>
                  <a:pt x="1153807" y="56785"/>
                </a:lnTo>
                <a:lnTo>
                  <a:pt x="1153627" y="56223"/>
                </a:lnTo>
                <a:lnTo>
                  <a:pt x="1153438" y="55669"/>
                </a:lnTo>
                <a:lnTo>
                  <a:pt x="1153237" y="55124"/>
                </a:lnTo>
                <a:lnTo>
                  <a:pt x="1153027" y="54587"/>
                </a:lnTo>
                <a:lnTo>
                  <a:pt x="1152806" y="54059"/>
                </a:lnTo>
                <a:lnTo>
                  <a:pt x="1152575" y="53539"/>
                </a:lnTo>
                <a:lnTo>
                  <a:pt x="1152334" y="53027"/>
                </a:lnTo>
                <a:lnTo>
                  <a:pt x="1152084" y="52524"/>
                </a:lnTo>
                <a:lnTo>
                  <a:pt x="1151827" y="52028"/>
                </a:lnTo>
                <a:lnTo>
                  <a:pt x="1151562" y="51540"/>
                </a:lnTo>
                <a:lnTo>
                  <a:pt x="1151290" y="51060"/>
                </a:lnTo>
                <a:lnTo>
                  <a:pt x="1151010" y="50587"/>
                </a:lnTo>
                <a:lnTo>
                  <a:pt x="1150724" y="50123"/>
                </a:lnTo>
                <a:lnTo>
                  <a:pt x="1150429" y="49666"/>
                </a:lnTo>
                <a:lnTo>
                  <a:pt x="1150128" y="49216"/>
                </a:lnTo>
                <a:lnTo>
                  <a:pt x="1149819" y="48775"/>
                </a:lnTo>
                <a:lnTo>
                  <a:pt x="1149503" y="48341"/>
                </a:lnTo>
                <a:lnTo>
                  <a:pt x="1149179" y="47915"/>
                </a:lnTo>
                <a:lnTo>
                  <a:pt x="1148848" y="47497"/>
                </a:lnTo>
                <a:lnTo>
                  <a:pt x="1148510" y="47087"/>
                </a:lnTo>
                <a:lnTo>
                  <a:pt x="1148164" y="46684"/>
                </a:lnTo>
                <a:lnTo>
                  <a:pt x="1147811" y="46289"/>
                </a:lnTo>
                <a:lnTo>
                  <a:pt x="1147451" y="45902"/>
                </a:lnTo>
                <a:lnTo>
                  <a:pt x="1147083" y="45523"/>
                </a:lnTo>
                <a:lnTo>
                  <a:pt x="1146708" y="45151"/>
                </a:lnTo>
                <a:lnTo>
                  <a:pt x="1146326" y="44787"/>
                </a:lnTo>
                <a:lnTo>
                  <a:pt x="1145936" y="44431"/>
                </a:lnTo>
                <a:lnTo>
                  <a:pt x="1145539" y="44082"/>
                </a:lnTo>
                <a:lnTo>
                  <a:pt x="1145134" y="43742"/>
                </a:lnTo>
                <a:lnTo>
                  <a:pt x="1144722" y="43409"/>
                </a:lnTo>
                <a:lnTo>
                  <a:pt x="1144303" y="43084"/>
                </a:lnTo>
                <a:lnTo>
                  <a:pt x="1143877" y="42766"/>
                </a:lnTo>
                <a:lnTo>
                  <a:pt x="1143446" y="42455"/>
                </a:lnTo>
                <a:lnTo>
                  <a:pt x="1143010" y="42151"/>
                </a:lnTo>
                <a:lnTo>
                  <a:pt x="1142568" y="41854"/>
                </a:lnTo>
                <a:lnTo>
                  <a:pt x="1142120" y="41564"/>
                </a:lnTo>
                <a:lnTo>
                  <a:pt x="1141667" y="41281"/>
                </a:lnTo>
                <a:lnTo>
                  <a:pt x="1141209" y="41006"/>
                </a:lnTo>
                <a:lnTo>
                  <a:pt x="1140745" y="40737"/>
                </a:lnTo>
                <a:lnTo>
                  <a:pt x="1140275" y="40476"/>
                </a:lnTo>
                <a:lnTo>
                  <a:pt x="1139800" y="40221"/>
                </a:lnTo>
                <a:lnTo>
                  <a:pt x="1139320" y="39974"/>
                </a:lnTo>
                <a:lnTo>
                  <a:pt x="1138834" y="39733"/>
                </a:lnTo>
                <a:lnTo>
                  <a:pt x="1138343" y="39500"/>
                </a:lnTo>
                <a:lnTo>
                  <a:pt x="1137846" y="39274"/>
                </a:lnTo>
                <a:lnTo>
                  <a:pt x="1137344" y="39054"/>
                </a:lnTo>
                <a:lnTo>
                  <a:pt x="1136836" y="38842"/>
                </a:lnTo>
                <a:lnTo>
                  <a:pt x="1136323" y="38637"/>
                </a:lnTo>
                <a:lnTo>
                  <a:pt x="1135804" y="38439"/>
                </a:lnTo>
                <a:lnTo>
                  <a:pt x="1135280" y="38248"/>
                </a:lnTo>
                <a:lnTo>
                  <a:pt x="1134750" y="38064"/>
                </a:lnTo>
                <a:lnTo>
                  <a:pt x="1134215" y="37887"/>
                </a:lnTo>
                <a:lnTo>
                  <a:pt x="1133674" y="37718"/>
                </a:lnTo>
                <a:lnTo>
                  <a:pt x="1133128" y="37555"/>
                </a:lnTo>
                <a:lnTo>
                  <a:pt x="1132577" y="37399"/>
                </a:lnTo>
                <a:lnTo>
                  <a:pt x="1132021" y="37250"/>
                </a:lnTo>
                <a:lnTo>
                  <a:pt x="1131462" y="37107"/>
                </a:lnTo>
                <a:lnTo>
                  <a:pt x="1130899" y="36971"/>
                </a:lnTo>
                <a:lnTo>
                  <a:pt x="1130334" y="36841"/>
                </a:lnTo>
                <a:lnTo>
                  <a:pt x="1129765" y="36717"/>
                </a:lnTo>
                <a:lnTo>
                  <a:pt x="1129193" y="36600"/>
                </a:lnTo>
                <a:lnTo>
                  <a:pt x="1128617" y="36489"/>
                </a:lnTo>
                <a:lnTo>
                  <a:pt x="1128038" y="36385"/>
                </a:lnTo>
                <a:lnTo>
                  <a:pt x="1127456" y="36286"/>
                </a:lnTo>
                <a:lnTo>
                  <a:pt x="1126871" y="36194"/>
                </a:lnTo>
                <a:lnTo>
                  <a:pt x="1126283" y="36109"/>
                </a:lnTo>
                <a:lnTo>
                  <a:pt x="1125691" y="36030"/>
                </a:lnTo>
                <a:lnTo>
                  <a:pt x="1125096" y="35957"/>
                </a:lnTo>
                <a:lnTo>
                  <a:pt x="1124498" y="35890"/>
                </a:lnTo>
                <a:lnTo>
                  <a:pt x="1123897" y="35830"/>
                </a:lnTo>
                <a:lnTo>
                  <a:pt x="1123292" y="35776"/>
                </a:lnTo>
                <a:lnTo>
                  <a:pt x="1122684" y="35728"/>
                </a:lnTo>
                <a:lnTo>
                  <a:pt x="1122073" y="35687"/>
                </a:lnTo>
                <a:lnTo>
                  <a:pt x="1121459" y="35652"/>
                </a:lnTo>
                <a:lnTo>
                  <a:pt x="1120841" y="35624"/>
                </a:lnTo>
                <a:lnTo>
                  <a:pt x="1120220" y="35602"/>
                </a:lnTo>
                <a:lnTo>
                  <a:pt x="1119596" y="35586"/>
                </a:lnTo>
                <a:lnTo>
                  <a:pt x="1118968" y="35576"/>
                </a:lnTo>
                <a:lnTo>
                  <a:pt x="1118338" y="35573"/>
                </a:lnTo>
                <a:lnTo>
                  <a:pt x="1117699" y="35576"/>
                </a:lnTo>
                <a:lnTo>
                  <a:pt x="1117064" y="35585"/>
                </a:lnTo>
                <a:lnTo>
                  <a:pt x="1116433" y="35599"/>
                </a:lnTo>
                <a:lnTo>
                  <a:pt x="1115806" y="35620"/>
                </a:lnTo>
                <a:lnTo>
                  <a:pt x="1115182" y="35646"/>
                </a:lnTo>
                <a:lnTo>
                  <a:pt x="1114562" y="35678"/>
                </a:lnTo>
                <a:lnTo>
                  <a:pt x="1113946" y="35716"/>
                </a:lnTo>
                <a:lnTo>
                  <a:pt x="1113334" y="35759"/>
                </a:lnTo>
                <a:lnTo>
                  <a:pt x="1112726" y="35809"/>
                </a:lnTo>
                <a:lnTo>
                  <a:pt x="1112121" y="35864"/>
                </a:lnTo>
                <a:lnTo>
                  <a:pt x="1111520" y="35925"/>
                </a:lnTo>
                <a:lnTo>
                  <a:pt x="1110923" y="35992"/>
                </a:lnTo>
                <a:lnTo>
                  <a:pt x="1110329" y="36065"/>
                </a:lnTo>
                <a:lnTo>
                  <a:pt x="1109739" y="36143"/>
                </a:lnTo>
                <a:lnTo>
                  <a:pt x="1109153" y="36227"/>
                </a:lnTo>
                <a:lnTo>
                  <a:pt x="1108571" y="36318"/>
                </a:lnTo>
                <a:lnTo>
                  <a:pt x="1107993" y="36414"/>
                </a:lnTo>
                <a:lnTo>
                  <a:pt x="1107418" y="36515"/>
                </a:lnTo>
                <a:lnTo>
                  <a:pt x="1106847" y="36623"/>
                </a:lnTo>
                <a:lnTo>
                  <a:pt x="1106280" y="36736"/>
                </a:lnTo>
                <a:lnTo>
                  <a:pt x="1105717" y="36856"/>
                </a:lnTo>
                <a:lnTo>
                  <a:pt x="1105157" y="36981"/>
                </a:lnTo>
                <a:lnTo>
                  <a:pt x="1104601" y="37112"/>
                </a:lnTo>
                <a:lnTo>
                  <a:pt x="1104049" y="37248"/>
                </a:lnTo>
                <a:lnTo>
                  <a:pt x="1103502" y="37390"/>
                </a:lnTo>
                <a:lnTo>
                  <a:pt x="1102961" y="37539"/>
                </a:lnTo>
                <a:lnTo>
                  <a:pt x="1102426" y="37692"/>
                </a:lnTo>
                <a:lnTo>
                  <a:pt x="1101897" y="37852"/>
                </a:lnTo>
                <a:lnTo>
                  <a:pt x="1101373" y="38018"/>
                </a:lnTo>
                <a:lnTo>
                  <a:pt x="1100856" y="38189"/>
                </a:lnTo>
                <a:lnTo>
                  <a:pt x="1100345" y="38366"/>
                </a:lnTo>
                <a:lnTo>
                  <a:pt x="1099839" y="38549"/>
                </a:lnTo>
                <a:lnTo>
                  <a:pt x="1099340" y="38738"/>
                </a:lnTo>
                <a:lnTo>
                  <a:pt x="1098847" y="38933"/>
                </a:lnTo>
                <a:lnTo>
                  <a:pt x="1098360" y="39134"/>
                </a:lnTo>
                <a:lnTo>
                  <a:pt x="1097878" y="39340"/>
                </a:lnTo>
                <a:lnTo>
                  <a:pt x="1097403" y="39552"/>
                </a:lnTo>
                <a:lnTo>
                  <a:pt x="1096934" y="39770"/>
                </a:lnTo>
                <a:lnTo>
                  <a:pt x="1096470" y="39994"/>
                </a:lnTo>
                <a:lnTo>
                  <a:pt x="1096013" y="40224"/>
                </a:lnTo>
                <a:lnTo>
                  <a:pt x="1095561" y="40459"/>
                </a:lnTo>
                <a:lnTo>
                  <a:pt x="1095116" y="40700"/>
                </a:lnTo>
                <a:lnTo>
                  <a:pt x="1094677" y="40948"/>
                </a:lnTo>
                <a:lnTo>
                  <a:pt x="1094243" y="41201"/>
                </a:lnTo>
                <a:lnTo>
                  <a:pt x="1093816" y="41459"/>
                </a:lnTo>
                <a:lnTo>
                  <a:pt x="1093394" y="41724"/>
                </a:lnTo>
                <a:lnTo>
                  <a:pt x="1092979" y="41994"/>
                </a:lnTo>
                <a:lnTo>
                  <a:pt x="1092569" y="42271"/>
                </a:lnTo>
                <a:lnTo>
                  <a:pt x="1092167" y="42553"/>
                </a:lnTo>
                <a:lnTo>
                  <a:pt x="1091772" y="42840"/>
                </a:lnTo>
                <a:lnTo>
                  <a:pt x="1091384" y="43134"/>
                </a:lnTo>
                <a:lnTo>
                  <a:pt x="1091004" y="43433"/>
                </a:lnTo>
                <a:lnTo>
                  <a:pt x="1090631" y="43738"/>
                </a:lnTo>
                <a:lnTo>
                  <a:pt x="1090266" y="44049"/>
                </a:lnTo>
                <a:lnTo>
                  <a:pt x="1089908" y="44366"/>
                </a:lnTo>
                <a:lnTo>
                  <a:pt x="1089558" y="44688"/>
                </a:lnTo>
                <a:lnTo>
                  <a:pt x="1089216" y="45017"/>
                </a:lnTo>
                <a:lnTo>
                  <a:pt x="1088881" y="45351"/>
                </a:lnTo>
                <a:lnTo>
                  <a:pt x="1088554" y="45691"/>
                </a:lnTo>
                <a:lnTo>
                  <a:pt x="1088234" y="46037"/>
                </a:lnTo>
                <a:lnTo>
                  <a:pt x="1087921" y="46388"/>
                </a:lnTo>
                <a:lnTo>
                  <a:pt x="1087616" y="46746"/>
                </a:lnTo>
                <a:lnTo>
                  <a:pt x="1087319" y="47109"/>
                </a:lnTo>
                <a:lnTo>
                  <a:pt x="1087029" y="47478"/>
                </a:lnTo>
                <a:lnTo>
                  <a:pt x="1086747" y="47853"/>
                </a:lnTo>
                <a:lnTo>
                  <a:pt x="1086472" y="48234"/>
                </a:lnTo>
                <a:lnTo>
                  <a:pt x="1086205" y="48620"/>
                </a:lnTo>
                <a:lnTo>
                  <a:pt x="1085945" y="49013"/>
                </a:lnTo>
                <a:lnTo>
                  <a:pt x="1085693" y="49411"/>
                </a:lnTo>
                <a:lnTo>
                  <a:pt x="1085449" y="49815"/>
                </a:lnTo>
                <a:lnTo>
                  <a:pt x="1085211" y="50225"/>
                </a:lnTo>
                <a:lnTo>
                  <a:pt x="1084982" y="50640"/>
                </a:lnTo>
                <a:lnTo>
                  <a:pt x="1084761" y="51062"/>
                </a:lnTo>
                <a:lnTo>
                  <a:pt x="1084549" y="51488"/>
                </a:lnTo>
                <a:lnTo>
                  <a:pt x="1084347" y="51921"/>
                </a:lnTo>
                <a:lnTo>
                  <a:pt x="1084154" y="52358"/>
                </a:lnTo>
                <a:lnTo>
                  <a:pt x="1083970" y="52801"/>
                </a:lnTo>
                <a:lnTo>
                  <a:pt x="1083796" y="53250"/>
                </a:lnTo>
                <a:lnTo>
                  <a:pt x="1083632" y="53704"/>
                </a:lnTo>
                <a:lnTo>
                  <a:pt x="1083476" y="54164"/>
                </a:lnTo>
                <a:lnTo>
                  <a:pt x="1083330" y="54629"/>
                </a:lnTo>
                <a:lnTo>
                  <a:pt x="1083194" y="55099"/>
                </a:lnTo>
                <a:lnTo>
                  <a:pt x="1083067" y="55575"/>
                </a:lnTo>
                <a:lnTo>
                  <a:pt x="1082949" y="56056"/>
                </a:lnTo>
                <a:lnTo>
                  <a:pt x="1082841" y="56543"/>
                </a:lnTo>
                <a:lnTo>
                  <a:pt x="1082742" y="57035"/>
                </a:lnTo>
                <a:lnTo>
                  <a:pt x="1082653" y="57533"/>
                </a:lnTo>
                <a:lnTo>
                  <a:pt x="1082573" y="58036"/>
                </a:lnTo>
                <a:lnTo>
                  <a:pt x="1082502" y="58545"/>
                </a:lnTo>
                <a:lnTo>
                  <a:pt x="1082441" y="59059"/>
                </a:lnTo>
                <a:lnTo>
                  <a:pt x="1082390" y="59579"/>
                </a:lnTo>
                <a:lnTo>
                  <a:pt x="1082347" y="60104"/>
                </a:lnTo>
                <a:lnTo>
                  <a:pt x="1082314" y="60635"/>
                </a:lnTo>
                <a:lnTo>
                  <a:pt x="1082291" y="61171"/>
                </a:lnTo>
                <a:lnTo>
                  <a:pt x="1082277" y="61712"/>
                </a:lnTo>
                <a:lnTo>
                  <a:pt x="1082272" y="62259"/>
                </a:lnTo>
                <a:lnTo>
                  <a:pt x="1082279" y="62956"/>
                </a:lnTo>
                <a:lnTo>
                  <a:pt x="1082299" y="63643"/>
                </a:lnTo>
                <a:lnTo>
                  <a:pt x="1082332" y="64319"/>
                </a:lnTo>
                <a:lnTo>
                  <a:pt x="1082379" y="64986"/>
                </a:lnTo>
                <a:lnTo>
                  <a:pt x="1082439" y="65643"/>
                </a:lnTo>
                <a:lnTo>
                  <a:pt x="1082512" y="66289"/>
                </a:lnTo>
                <a:lnTo>
                  <a:pt x="1082599" y="66926"/>
                </a:lnTo>
                <a:lnTo>
                  <a:pt x="1082699" y="67552"/>
                </a:lnTo>
                <a:lnTo>
                  <a:pt x="1082812" y="68169"/>
                </a:lnTo>
                <a:lnTo>
                  <a:pt x="1082939" y="68775"/>
                </a:lnTo>
                <a:lnTo>
                  <a:pt x="1083079" y="69372"/>
                </a:lnTo>
                <a:lnTo>
                  <a:pt x="1083233" y="69958"/>
                </a:lnTo>
                <a:lnTo>
                  <a:pt x="1083400" y="70535"/>
                </a:lnTo>
                <a:lnTo>
                  <a:pt x="1083580" y="71101"/>
                </a:lnTo>
                <a:lnTo>
                  <a:pt x="1083773" y="71657"/>
                </a:lnTo>
                <a:lnTo>
                  <a:pt x="1083980" y="72203"/>
                </a:lnTo>
                <a:lnTo>
                  <a:pt x="1084200" y="72739"/>
                </a:lnTo>
                <a:lnTo>
                  <a:pt x="1084434" y="73266"/>
                </a:lnTo>
                <a:lnTo>
                  <a:pt x="1084681" y="73782"/>
                </a:lnTo>
                <a:lnTo>
                  <a:pt x="1084941" y="74288"/>
                </a:lnTo>
                <a:lnTo>
                  <a:pt x="1085214" y="74784"/>
                </a:lnTo>
                <a:lnTo>
                  <a:pt x="1085501" y="75270"/>
                </a:lnTo>
                <a:lnTo>
                  <a:pt x="1085801" y="75746"/>
                </a:lnTo>
                <a:lnTo>
                  <a:pt x="1086115" y="76212"/>
                </a:lnTo>
                <a:lnTo>
                  <a:pt x="1086442" y="76669"/>
                </a:lnTo>
                <a:lnTo>
                  <a:pt x="1086782" y="77120"/>
                </a:lnTo>
                <a:lnTo>
                  <a:pt x="1087136" y="77564"/>
                </a:lnTo>
                <a:lnTo>
                  <a:pt x="1087503" y="78002"/>
                </a:lnTo>
                <a:lnTo>
                  <a:pt x="1087883" y="78432"/>
                </a:lnTo>
                <a:lnTo>
                  <a:pt x="1088277" y="78856"/>
                </a:lnTo>
                <a:lnTo>
                  <a:pt x="1088684" y="79274"/>
                </a:lnTo>
                <a:lnTo>
                  <a:pt x="1089104" y="79684"/>
                </a:lnTo>
                <a:lnTo>
                  <a:pt x="1089538" y="80088"/>
                </a:lnTo>
                <a:lnTo>
                  <a:pt x="1089985" y="80486"/>
                </a:lnTo>
                <a:lnTo>
                  <a:pt x="1090445" y="80876"/>
                </a:lnTo>
                <a:lnTo>
                  <a:pt x="1090919" y="81260"/>
                </a:lnTo>
                <a:lnTo>
                  <a:pt x="1091406" y="81637"/>
                </a:lnTo>
                <a:lnTo>
                  <a:pt x="1091906" y="82008"/>
                </a:lnTo>
                <a:lnTo>
                  <a:pt x="1092420" y="82372"/>
                </a:lnTo>
                <a:lnTo>
                  <a:pt x="1092947" y="82729"/>
                </a:lnTo>
                <a:lnTo>
                  <a:pt x="1093488" y="83079"/>
                </a:lnTo>
                <a:lnTo>
                  <a:pt x="1094041" y="83423"/>
                </a:lnTo>
                <a:lnTo>
                  <a:pt x="1094608" y="83760"/>
                </a:lnTo>
                <a:lnTo>
                  <a:pt x="1095189" y="84091"/>
                </a:lnTo>
                <a:lnTo>
                  <a:pt x="1095783" y="84414"/>
                </a:lnTo>
                <a:lnTo>
                  <a:pt x="1096390" y="84731"/>
                </a:lnTo>
                <a:lnTo>
                  <a:pt x="1097010" y="85041"/>
                </a:lnTo>
                <a:lnTo>
                  <a:pt x="1097644" y="85345"/>
                </a:lnTo>
                <a:lnTo>
                  <a:pt x="1098291" y="85644"/>
                </a:lnTo>
                <a:lnTo>
                  <a:pt x="1098950" y="85939"/>
                </a:lnTo>
                <a:lnTo>
                  <a:pt x="1099621" y="86232"/>
                </a:lnTo>
                <a:lnTo>
                  <a:pt x="1100305" y="86521"/>
                </a:lnTo>
                <a:lnTo>
                  <a:pt x="1101001" y="86808"/>
                </a:lnTo>
                <a:lnTo>
                  <a:pt x="1101709" y="87091"/>
                </a:lnTo>
                <a:lnTo>
                  <a:pt x="1102430" y="87372"/>
                </a:lnTo>
                <a:lnTo>
                  <a:pt x="1103162" y="87649"/>
                </a:lnTo>
                <a:lnTo>
                  <a:pt x="1103908" y="87924"/>
                </a:lnTo>
                <a:lnTo>
                  <a:pt x="1104665" y="88196"/>
                </a:lnTo>
                <a:lnTo>
                  <a:pt x="1105435" y="88464"/>
                </a:lnTo>
                <a:lnTo>
                  <a:pt x="1106217" y="88730"/>
                </a:lnTo>
                <a:lnTo>
                  <a:pt x="1107012" y="88993"/>
                </a:lnTo>
                <a:lnTo>
                  <a:pt x="1107819" y="89252"/>
                </a:lnTo>
                <a:lnTo>
                  <a:pt x="1108638" y="89509"/>
                </a:lnTo>
                <a:lnTo>
                  <a:pt x="1109469" y="89763"/>
                </a:lnTo>
                <a:lnTo>
                  <a:pt x="1110313" y="90014"/>
                </a:lnTo>
                <a:lnTo>
                  <a:pt x="1111169" y="90261"/>
                </a:lnTo>
                <a:lnTo>
                  <a:pt x="1112037" y="90506"/>
                </a:lnTo>
                <a:lnTo>
                  <a:pt x="1112918" y="90748"/>
                </a:lnTo>
                <a:lnTo>
                  <a:pt x="1113811" y="90987"/>
                </a:lnTo>
                <a:lnTo>
                  <a:pt x="1114716" y="91223"/>
                </a:lnTo>
                <a:lnTo>
                  <a:pt x="1115634" y="91456"/>
                </a:lnTo>
                <a:lnTo>
                  <a:pt x="1116564" y="91686"/>
                </a:lnTo>
                <a:lnTo>
                  <a:pt x="1117699" y="91965"/>
                </a:lnTo>
                <a:lnTo>
                  <a:pt x="1118805" y="92245"/>
                </a:lnTo>
                <a:lnTo>
                  <a:pt x="1119883" y="92526"/>
                </a:lnTo>
                <a:lnTo>
                  <a:pt x="1120931" y="92807"/>
                </a:lnTo>
                <a:lnTo>
                  <a:pt x="1121951" y="93089"/>
                </a:lnTo>
                <a:lnTo>
                  <a:pt x="1122941" y="93372"/>
                </a:lnTo>
                <a:lnTo>
                  <a:pt x="1123903" y="93656"/>
                </a:lnTo>
                <a:lnTo>
                  <a:pt x="1124836" y="93940"/>
                </a:lnTo>
                <a:lnTo>
                  <a:pt x="1125740" y="94225"/>
                </a:lnTo>
                <a:lnTo>
                  <a:pt x="1126615" y="94511"/>
                </a:lnTo>
                <a:lnTo>
                  <a:pt x="1127461" y="94797"/>
                </a:lnTo>
                <a:lnTo>
                  <a:pt x="1128278" y="95084"/>
                </a:lnTo>
                <a:lnTo>
                  <a:pt x="1129066" y="95372"/>
                </a:lnTo>
                <a:lnTo>
                  <a:pt x="1129825" y="95661"/>
                </a:lnTo>
                <a:lnTo>
                  <a:pt x="1130556" y="95950"/>
                </a:lnTo>
                <a:lnTo>
                  <a:pt x="1131257" y="96240"/>
                </a:lnTo>
                <a:lnTo>
                  <a:pt x="1131930" y="96531"/>
                </a:lnTo>
                <a:lnTo>
                  <a:pt x="1132574" y="96823"/>
                </a:lnTo>
                <a:lnTo>
                  <a:pt x="1133188" y="97115"/>
                </a:lnTo>
                <a:lnTo>
                  <a:pt x="1133774" y="97408"/>
                </a:lnTo>
                <a:lnTo>
                  <a:pt x="1134331" y="97701"/>
                </a:lnTo>
                <a:lnTo>
                  <a:pt x="1134859" y="97996"/>
                </a:lnTo>
                <a:lnTo>
                  <a:pt x="1135358" y="98291"/>
                </a:lnTo>
                <a:lnTo>
                  <a:pt x="1135829" y="98586"/>
                </a:lnTo>
                <a:lnTo>
                  <a:pt x="1136275" y="98889"/>
                </a:lnTo>
                <a:lnTo>
                  <a:pt x="1136702" y="99204"/>
                </a:lnTo>
                <a:lnTo>
                  <a:pt x="1137110" y="99533"/>
                </a:lnTo>
                <a:lnTo>
                  <a:pt x="1137500" y="99874"/>
                </a:lnTo>
                <a:lnTo>
                  <a:pt x="1137870" y="100229"/>
                </a:lnTo>
                <a:lnTo>
                  <a:pt x="1138221" y="100596"/>
                </a:lnTo>
                <a:lnTo>
                  <a:pt x="1138554" y="100977"/>
                </a:lnTo>
                <a:lnTo>
                  <a:pt x="1138867" y="101371"/>
                </a:lnTo>
                <a:lnTo>
                  <a:pt x="1139161" y="101778"/>
                </a:lnTo>
                <a:lnTo>
                  <a:pt x="1139437" y="102197"/>
                </a:lnTo>
                <a:lnTo>
                  <a:pt x="1139693" y="102630"/>
                </a:lnTo>
                <a:lnTo>
                  <a:pt x="1139930" y="103076"/>
                </a:lnTo>
                <a:lnTo>
                  <a:pt x="1140149" y="103535"/>
                </a:lnTo>
                <a:lnTo>
                  <a:pt x="1140348" y="104007"/>
                </a:lnTo>
                <a:lnTo>
                  <a:pt x="1140528" y="104492"/>
                </a:lnTo>
                <a:lnTo>
                  <a:pt x="1140690" y="104990"/>
                </a:lnTo>
                <a:lnTo>
                  <a:pt x="1140832" y="105501"/>
                </a:lnTo>
                <a:lnTo>
                  <a:pt x="1140956" y="106025"/>
                </a:lnTo>
                <a:lnTo>
                  <a:pt x="1141060" y="106563"/>
                </a:lnTo>
                <a:lnTo>
                  <a:pt x="1141146" y="107113"/>
                </a:lnTo>
                <a:lnTo>
                  <a:pt x="1141212" y="107676"/>
                </a:lnTo>
                <a:lnTo>
                  <a:pt x="1141260" y="108253"/>
                </a:lnTo>
                <a:lnTo>
                  <a:pt x="1141288" y="108842"/>
                </a:lnTo>
                <a:lnTo>
                  <a:pt x="1141298" y="109444"/>
                </a:lnTo>
                <a:lnTo>
                  <a:pt x="1141287" y="110162"/>
                </a:lnTo>
                <a:lnTo>
                  <a:pt x="1141255" y="110863"/>
                </a:lnTo>
                <a:lnTo>
                  <a:pt x="1141203" y="111547"/>
                </a:lnTo>
                <a:lnTo>
                  <a:pt x="1141129" y="112213"/>
                </a:lnTo>
                <a:lnTo>
                  <a:pt x="1141035" y="112863"/>
                </a:lnTo>
                <a:lnTo>
                  <a:pt x="1140919" y="113495"/>
                </a:lnTo>
                <a:lnTo>
                  <a:pt x="1140782" y="114110"/>
                </a:lnTo>
                <a:lnTo>
                  <a:pt x="1140624" y="114708"/>
                </a:lnTo>
                <a:lnTo>
                  <a:pt x="1140445" y="115289"/>
                </a:lnTo>
                <a:lnTo>
                  <a:pt x="1140245" y="115853"/>
                </a:lnTo>
                <a:lnTo>
                  <a:pt x="1140024" y="116400"/>
                </a:lnTo>
                <a:lnTo>
                  <a:pt x="1139782" y="116930"/>
                </a:lnTo>
                <a:lnTo>
                  <a:pt x="1139519" y="117442"/>
                </a:lnTo>
                <a:lnTo>
                  <a:pt x="1139235" y="117937"/>
                </a:lnTo>
                <a:lnTo>
                  <a:pt x="1138930" y="118416"/>
                </a:lnTo>
                <a:lnTo>
                  <a:pt x="1138604" y="118877"/>
                </a:lnTo>
                <a:lnTo>
                  <a:pt x="1138257" y="119321"/>
                </a:lnTo>
                <a:lnTo>
                  <a:pt x="1137889" y="119748"/>
                </a:lnTo>
                <a:lnTo>
                  <a:pt x="1137499" y="120158"/>
                </a:lnTo>
                <a:lnTo>
                  <a:pt x="1137089" y="120550"/>
                </a:lnTo>
                <a:lnTo>
                  <a:pt x="1136658" y="120926"/>
                </a:lnTo>
                <a:lnTo>
                  <a:pt x="1136205" y="121284"/>
                </a:lnTo>
                <a:lnTo>
                  <a:pt x="1135732" y="121625"/>
                </a:lnTo>
                <a:lnTo>
                  <a:pt x="1135237" y="121950"/>
                </a:lnTo>
                <a:lnTo>
                  <a:pt x="1134727" y="122259"/>
                </a:lnTo>
                <a:lnTo>
                  <a:pt x="1134204" y="122555"/>
                </a:lnTo>
                <a:lnTo>
                  <a:pt x="1133671" y="122837"/>
                </a:lnTo>
                <a:lnTo>
                  <a:pt x="1133126" y="123107"/>
                </a:lnTo>
                <a:lnTo>
                  <a:pt x="1132569" y="123363"/>
                </a:lnTo>
                <a:lnTo>
                  <a:pt x="1132001" y="123607"/>
                </a:lnTo>
                <a:lnTo>
                  <a:pt x="1131421" y="123837"/>
                </a:lnTo>
                <a:lnTo>
                  <a:pt x="1130830" y="124054"/>
                </a:lnTo>
                <a:lnTo>
                  <a:pt x="1130228" y="124258"/>
                </a:lnTo>
                <a:lnTo>
                  <a:pt x="1129614" y="124448"/>
                </a:lnTo>
                <a:lnTo>
                  <a:pt x="1128989" y="124626"/>
                </a:lnTo>
                <a:lnTo>
                  <a:pt x="1128352" y="124790"/>
                </a:lnTo>
                <a:lnTo>
                  <a:pt x="1127704" y="124942"/>
                </a:lnTo>
                <a:lnTo>
                  <a:pt x="1127044" y="125080"/>
                </a:lnTo>
                <a:lnTo>
                  <a:pt x="1126373" y="125205"/>
                </a:lnTo>
                <a:lnTo>
                  <a:pt x="1125690" y="125316"/>
                </a:lnTo>
                <a:lnTo>
                  <a:pt x="1124996" y="125415"/>
                </a:lnTo>
                <a:lnTo>
                  <a:pt x="1124290" y="125501"/>
                </a:lnTo>
                <a:lnTo>
                  <a:pt x="1123573" y="125573"/>
                </a:lnTo>
                <a:lnTo>
                  <a:pt x="1122845" y="125632"/>
                </a:lnTo>
                <a:lnTo>
                  <a:pt x="1122105" y="125678"/>
                </a:lnTo>
                <a:lnTo>
                  <a:pt x="1121353" y="125711"/>
                </a:lnTo>
                <a:lnTo>
                  <a:pt x="1120590" y="125731"/>
                </a:lnTo>
                <a:lnTo>
                  <a:pt x="1119816" y="125737"/>
                </a:lnTo>
                <a:lnTo>
                  <a:pt x="1118951" y="125729"/>
                </a:lnTo>
                <a:lnTo>
                  <a:pt x="1118099" y="125704"/>
                </a:lnTo>
                <a:lnTo>
                  <a:pt x="1117259" y="125662"/>
                </a:lnTo>
                <a:lnTo>
                  <a:pt x="1116431" y="125604"/>
                </a:lnTo>
                <a:lnTo>
                  <a:pt x="1115615" y="125529"/>
                </a:lnTo>
                <a:lnTo>
                  <a:pt x="1114812" y="125437"/>
                </a:lnTo>
                <a:lnTo>
                  <a:pt x="1114020" y="125329"/>
                </a:lnTo>
                <a:lnTo>
                  <a:pt x="1113241" y="125204"/>
                </a:lnTo>
                <a:lnTo>
                  <a:pt x="1112474" y="125062"/>
                </a:lnTo>
                <a:lnTo>
                  <a:pt x="1111719" y="124904"/>
                </a:lnTo>
                <a:lnTo>
                  <a:pt x="1110976" y="124729"/>
                </a:lnTo>
                <a:lnTo>
                  <a:pt x="1110245" y="124537"/>
                </a:lnTo>
                <a:lnTo>
                  <a:pt x="1109526" y="124329"/>
                </a:lnTo>
                <a:lnTo>
                  <a:pt x="1108820" y="124104"/>
                </a:lnTo>
                <a:lnTo>
                  <a:pt x="1108126" y="123862"/>
                </a:lnTo>
                <a:lnTo>
                  <a:pt x="1107444" y="123604"/>
                </a:lnTo>
                <a:lnTo>
                  <a:pt x="1106773" y="123329"/>
                </a:lnTo>
                <a:lnTo>
                  <a:pt x="1106116" y="123037"/>
                </a:lnTo>
                <a:lnTo>
                  <a:pt x="1105470" y="122729"/>
                </a:lnTo>
                <a:lnTo>
                  <a:pt x="1104836" y="122403"/>
                </a:lnTo>
                <a:lnTo>
                  <a:pt x="1104215" y="122062"/>
                </a:lnTo>
                <a:lnTo>
                  <a:pt x="1103606" y="121703"/>
                </a:lnTo>
                <a:lnTo>
                  <a:pt x="1103008" y="121328"/>
                </a:lnTo>
                <a:lnTo>
                  <a:pt x="1102423" y="120937"/>
                </a:lnTo>
                <a:lnTo>
                  <a:pt x="1101857" y="120524"/>
                </a:lnTo>
                <a:lnTo>
                  <a:pt x="1101314" y="120088"/>
                </a:lnTo>
                <a:lnTo>
                  <a:pt x="1100795" y="119628"/>
                </a:lnTo>
                <a:lnTo>
                  <a:pt x="1100301" y="119143"/>
                </a:lnTo>
                <a:lnTo>
                  <a:pt x="1099830" y="118634"/>
                </a:lnTo>
                <a:lnTo>
                  <a:pt x="1099384" y="118101"/>
                </a:lnTo>
                <a:lnTo>
                  <a:pt x="1098962" y="117544"/>
                </a:lnTo>
                <a:lnTo>
                  <a:pt x="1098564" y="116962"/>
                </a:lnTo>
                <a:lnTo>
                  <a:pt x="1098190" y="116356"/>
                </a:lnTo>
                <a:lnTo>
                  <a:pt x="1097840" y="115727"/>
                </a:lnTo>
                <a:lnTo>
                  <a:pt x="1097515" y="115073"/>
                </a:lnTo>
                <a:lnTo>
                  <a:pt x="1097213" y="114394"/>
                </a:lnTo>
                <a:lnTo>
                  <a:pt x="1096936" y="113692"/>
                </a:lnTo>
                <a:lnTo>
                  <a:pt x="1096682" y="112965"/>
                </a:lnTo>
                <a:lnTo>
                  <a:pt x="1096453" y="112215"/>
                </a:lnTo>
                <a:lnTo>
                  <a:pt x="1096248" y="111440"/>
                </a:lnTo>
                <a:lnTo>
                  <a:pt x="1096067" y="110641"/>
                </a:lnTo>
                <a:lnTo>
                  <a:pt x="1095911" y="109817"/>
                </a:lnTo>
                <a:lnTo>
                  <a:pt x="1095778" y="108970"/>
                </a:lnTo>
                <a:lnTo>
                  <a:pt x="1095669" y="108098"/>
                </a:lnTo>
                <a:lnTo>
                  <a:pt x="1095585" y="107202"/>
                </a:lnTo>
                <a:lnTo>
                  <a:pt x="1095525" y="106282"/>
                </a:lnTo>
                <a:lnTo>
                  <a:pt x="1095488" y="105338"/>
                </a:lnTo>
                <a:lnTo>
                  <a:pt x="1095476" y="104369"/>
                </a:lnTo>
                <a:lnTo>
                  <a:pt x="1079611" y="104369"/>
                </a:lnTo>
                <a:lnTo>
                  <a:pt x="1079617" y="105126"/>
                </a:lnTo>
                <a:lnTo>
                  <a:pt x="1079633" y="105873"/>
                </a:lnTo>
                <a:lnTo>
                  <a:pt x="1079660" y="106611"/>
                </a:lnTo>
                <a:lnTo>
                  <a:pt x="1079698" y="107339"/>
                </a:lnTo>
                <a:lnTo>
                  <a:pt x="1079746" y="108058"/>
                </a:lnTo>
                <a:lnTo>
                  <a:pt x="1079805" y="108768"/>
                </a:lnTo>
                <a:lnTo>
                  <a:pt x="1079875" y="109469"/>
                </a:lnTo>
                <a:lnTo>
                  <a:pt x="1079956" y="110160"/>
                </a:lnTo>
                <a:lnTo>
                  <a:pt x="1080048" y="110842"/>
                </a:lnTo>
                <a:lnTo>
                  <a:pt x="1080150" y="111514"/>
                </a:lnTo>
                <a:lnTo>
                  <a:pt x="1080263" y="112177"/>
                </a:lnTo>
                <a:lnTo>
                  <a:pt x="1080387" y="112831"/>
                </a:lnTo>
                <a:lnTo>
                  <a:pt x="1080522" y="113475"/>
                </a:lnTo>
                <a:lnTo>
                  <a:pt x="1080668" y="114110"/>
                </a:lnTo>
                <a:lnTo>
                  <a:pt x="1080824" y="114736"/>
                </a:lnTo>
                <a:lnTo>
                  <a:pt x="1080991" y="115353"/>
                </a:lnTo>
                <a:lnTo>
                  <a:pt x="1081169" y="115960"/>
                </a:lnTo>
                <a:lnTo>
                  <a:pt x="1081357" y="116557"/>
                </a:lnTo>
                <a:lnTo>
                  <a:pt x="1081557" y="117146"/>
                </a:lnTo>
                <a:lnTo>
                  <a:pt x="1081767" y="117725"/>
                </a:lnTo>
                <a:lnTo>
                  <a:pt x="1081988" y="118295"/>
                </a:lnTo>
                <a:lnTo>
                  <a:pt x="1082220" y="118855"/>
                </a:lnTo>
                <a:lnTo>
                  <a:pt x="1082462" y="119406"/>
                </a:lnTo>
                <a:lnTo>
                  <a:pt x="1082715" y="119948"/>
                </a:lnTo>
                <a:lnTo>
                  <a:pt x="1082978" y="120481"/>
                </a:lnTo>
                <a:lnTo>
                  <a:pt x="1083249" y="121005"/>
                </a:lnTo>
                <a:lnTo>
                  <a:pt x="1083529" y="121520"/>
                </a:lnTo>
                <a:lnTo>
                  <a:pt x="1083817" y="122026"/>
                </a:lnTo>
                <a:lnTo>
                  <a:pt x="1084114" y="122524"/>
                </a:lnTo>
                <a:lnTo>
                  <a:pt x="1084418" y="123014"/>
                </a:lnTo>
                <a:lnTo>
                  <a:pt x="1084731" y="123495"/>
                </a:lnTo>
                <a:lnTo>
                  <a:pt x="1085053" y="123967"/>
                </a:lnTo>
                <a:lnTo>
                  <a:pt x="1085383" y="124430"/>
                </a:lnTo>
                <a:lnTo>
                  <a:pt x="1085721" y="124885"/>
                </a:lnTo>
                <a:lnTo>
                  <a:pt x="1086068" y="125331"/>
                </a:lnTo>
                <a:lnTo>
                  <a:pt x="1086423" y="125769"/>
                </a:lnTo>
                <a:lnTo>
                  <a:pt x="1086786" y="126198"/>
                </a:lnTo>
                <a:lnTo>
                  <a:pt x="1087158" y="126618"/>
                </a:lnTo>
                <a:lnTo>
                  <a:pt x="1087538" y="127030"/>
                </a:lnTo>
                <a:lnTo>
                  <a:pt x="1087927" y="127433"/>
                </a:lnTo>
                <a:lnTo>
                  <a:pt x="1088324" y="127827"/>
                </a:lnTo>
                <a:lnTo>
                  <a:pt x="1088729" y="128213"/>
                </a:lnTo>
                <a:lnTo>
                  <a:pt x="1089143" y="128591"/>
                </a:lnTo>
                <a:lnTo>
                  <a:pt x="1089565" y="128959"/>
                </a:lnTo>
                <a:lnTo>
                  <a:pt x="1089996" y="129319"/>
                </a:lnTo>
                <a:lnTo>
                  <a:pt x="1090435" y="129670"/>
                </a:lnTo>
                <a:lnTo>
                  <a:pt x="1090882" y="130013"/>
                </a:lnTo>
                <a:lnTo>
                  <a:pt x="1091338" y="130347"/>
                </a:lnTo>
                <a:lnTo>
                  <a:pt x="1091801" y="130673"/>
                </a:lnTo>
                <a:lnTo>
                  <a:pt x="1092269" y="130992"/>
                </a:lnTo>
                <a:lnTo>
                  <a:pt x="1092744" y="131303"/>
                </a:lnTo>
                <a:lnTo>
                  <a:pt x="1093225" y="131607"/>
                </a:lnTo>
                <a:lnTo>
                  <a:pt x="1093712" y="131903"/>
                </a:lnTo>
                <a:lnTo>
                  <a:pt x="1094205" y="132192"/>
                </a:lnTo>
                <a:lnTo>
                  <a:pt x="1094703" y="132474"/>
                </a:lnTo>
                <a:lnTo>
                  <a:pt x="1095208" y="132748"/>
                </a:lnTo>
                <a:lnTo>
                  <a:pt x="1095719" y="133015"/>
                </a:lnTo>
                <a:lnTo>
                  <a:pt x="1096236" y="133275"/>
                </a:lnTo>
                <a:lnTo>
                  <a:pt x="1096758" y="133527"/>
                </a:lnTo>
                <a:lnTo>
                  <a:pt x="1097287" y="133771"/>
                </a:lnTo>
                <a:lnTo>
                  <a:pt x="1097822" y="134009"/>
                </a:lnTo>
                <a:lnTo>
                  <a:pt x="1098362" y="134239"/>
                </a:lnTo>
                <a:lnTo>
                  <a:pt x="1098909" y="134461"/>
                </a:lnTo>
                <a:lnTo>
                  <a:pt x="1099462" y="134676"/>
                </a:lnTo>
                <a:lnTo>
                  <a:pt x="1100020" y="134884"/>
                </a:lnTo>
                <a:lnTo>
                  <a:pt x="1100585" y="135084"/>
                </a:lnTo>
                <a:lnTo>
                  <a:pt x="1101156" y="135277"/>
                </a:lnTo>
                <a:lnTo>
                  <a:pt x="1101732" y="135462"/>
                </a:lnTo>
                <a:lnTo>
                  <a:pt x="1102315" y="135640"/>
                </a:lnTo>
                <a:lnTo>
                  <a:pt x="1102903" y="135811"/>
                </a:lnTo>
                <a:lnTo>
                  <a:pt x="1103498" y="135974"/>
                </a:lnTo>
                <a:lnTo>
                  <a:pt x="1104099" y="136130"/>
                </a:lnTo>
                <a:lnTo>
                  <a:pt x="1104704" y="136279"/>
                </a:lnTo>
                <a:lnTo>
                  <a:pt x="1105312" y="136422"/>
                </a:lnTo>
                <a:lnTo>
                  <a:pt x="1105922" y="136558"/>
                </a:lnTo>
                <a:lnTo>
                  <a:pt x="1106536" y="136688"/>
                </a:lnTo>
                <a:lnTo>
                  <a:pt x="1107153" y="136812"/>
                </a:lnTo>
                <a:lnTo>
                  <a:pt x="1107772" y="136929"/>
                </a:lnTo>
                <a:lnTo>
                  <a:pt x="1108395" y="137040"/>
                </a:lnTo>
                <a:lnTo>
                  <a:pt x="1109020" y="137145"/>
                </a:lnTo>
                <a:lnTo>
                  <a:pt x="1109648" y="137243"/>
                </a:lnTo>
                <a:lnTo>
                  <a:pt x="1110280" y="137335"/>
                </a:lnTo>
                <a:lnTo>
                  <a:pt x="1110914" y="137421"/>
                </a:lnTo>
                <a:lnTo>
                  <a:pt x="1111551" y="137500"/>
                </a:lnTo>
                <a:lnTo>
                  <a:pt x="1112191" y="137573"/>
                </a:lnTo>
                <a:lnTo>
                  <a:pt x="1112833" y="137639"/>
                </a:lnTo>
                <a:lnTo>
                  <a:pt x="1113479" y="137700"/>
                </a:lnTo>
                <a:lnTo>
                  <a:pt x="1114128" y="137753"/>
                </a:lnTo>
                <a:lnTo>
                  <a:pt x="1114779" y="137801"/>
                </a:lnTo>
                <a:lnTo>
                  <a:pt x="1115434" y="137842"/>
                </a:lnTo>
                <a:lnTo>
                  <a:pt x="1116091" y="137877"/>
                </a:lnTo>
                <a:lnTo>
                  <a:pt x="1116751" y="137906"/>
                </a:lnTo>
                <a:lnTo>
                  <a:pt x="1117415" y="137928"/>
                </a:lnTo>
                <a:lnTo>
                  <a:pt x="1118081" y="137944"/>
                </a:lnTo>
                <a:lnTo>
                  <a:pt x="1118750" y="137953"/>
                </a:lnTo>
                <a:lnTo>
                  <a:pt x="1119422" y="137956"/>
                </a:lnTo>
                <a:lnTo>
                  <a:pt x="1120093" y="137953"/>
                </a:lnTo>
                <a:lnTo>
                  <a:pt x="1120760" y="137944"/>
                </a:lnTo>
                <a:lnTo>
                  <a:pt x="1121424" y="137929"/>
                </a:lnTo>
                <a:lnTo>
                  <a:pt x="1122084" y="137908"/>
                </a:lnTo>
                <a:lnTo>
                  <a:pt x="1122739" y="137881"/>
                </a:lnTo>
                <a:close/>
                <a:moveTo>
                  <a:pt x="1514288" y="137778"/>
                </a:moveTo>
                <a:lnTo>
                  <a:pt x="1515236" y="137699"/>
                </a:lnTo>
                <a:lnTo>
                  <a:pt x="1516173" y="137606"/>
                </a:lnTo>
                <a:lnTo>
                  <a:pt x="1517098" y="137499"/>
                </a:lnTo>
                <a:lnTo>
                  <a:pt x="1518012" y="137378"/>
                </a:lnTo>
                <a:lnTo>
                  <a:pt x="1518915" y="137242"/>
                </a:lnTo>
                <a:lnTo>
                  <a:pt x="1519806" y="137092"/>
                </a:lnTo>
                <a:lnTo>
                  <a:pt x="1520686" y="136928"/>
                </a:lnTo>
                <a:lnTo>
                  <a:pt x="1521555" y="136749"/>
                </a:lnTo>
                <a:lnTo>
                  <a:pt x="1522413" y="136556"/>
                </a:lnTo>
                <a:lnTo>
                  <a:pt x="1523259" y="136349"/>
                </a:lnTo>
                <a:lnTo>
                  <a:pt x="1524094" y="136128"/>
                </a:lnTo>
                <a:lnTo>
                  <a:pt x="1524918" y="135892"/>
                </a:lnTo>
                <a:lnTo>
                  <a:pt x="1525730" y="135642"/>
                </a:lnTo>
                <a:lnTo>
                  <a:pt x="1526532" y="135378"/>
                </a:lnTo>
                <a:lnTo>
                  <a:pt x="1527321" y="135099"/>
                </a:lnTo>
                <a:lnTo>
                  <a:pt x="1528100" y="134806"/>
                </a:lnTo>
                <a:lnTo>
                  <a:pt x="1528867" y="134499"/>
                </a:lnTo>
                <a:lnTo>
                  <a:pt x="1529623" y="134178"/>
                </a:lnTo>
                <a:lnTo>
                  <a:pt x="1530368" y="133842"/>
                </a:lnTo>
                <a:lnTo>
                  <a:pt x="1531100" y="133493"/>
                </a:lnTo>
                <a:lnTo>
                  <a:pt x="1531819" y="133132"/>
                </a:lnTo>
                <a:lnTo>
                  <a:pt x="1532524" y="132759"/>
                </a:lnTo>
                <a:lnTo>
                  <a:pt x="1533215" y="132374"/>
                </a:lnTo>
                <a:lnTo>
                  <a:pt x="1533892" y="131977"/>
                </a:lnTo>
                <a:lnTo>
                  <a:pt x="1534556" y="131568"/>
                </a:lnTo>
                <a:lnTo>
                  <a:pt x="1535206" y="131147"/>
                </a:lnTo>
                <a:lnTo>
                  <a:pt x="1535842" y="130714"/>
                </a:lnTo>
                <a:lnTo>
                  <a:pt x="1536465" y="130269"/>
                </a:lnTo>
                <a:lnTo>
                  <a:pt x="1537074" y="129811"/>
                </a:lnTo>
                <a:lnTo>
                  <a:pt x="1537670" y="129342"/>
                </a:lnTo>
                <a:lnTo>
                  <a:pt x="1538251" y="128861"/>
                </a:lnTo>
                <a:lnTo>
                  <a:pt x="1538819" y="128368"/>
                </a:lnTo>
                <a:lnTo>
                  <a:pt x="1539373" y="127863"/>
                </a:lnTo>
                <a:lnTo>
                  <a:pt x="1539914" y="127346"/>
                </a:lnTo>
                <a:lnTo>
                  <a:pt x="1540441" y="126817"/>
                </a:lnTo>
                <a:lnTo>
                  <a:pt x="1540954" y="126276"/>
                </a:lnTo>
                <a:lnTo>
                  <a:pt x="1541454" y="125723"/>
                </a:lnTo>
                <a:lnTo>
                  <a:pt x="1541940" y="125158"/>
                </a:lnTo>
                <a:lnTo>
                  <a:pt x="1542412" y="124581"/>
                </a:lnTo>
                <a:lnTo>
                  <a:pt x="1542870" y="123992"/>
                </a:lnTo>
                <a:lnTo>
                  <a:pt x="1543315" y="123391"/>
                </a:lnTo>
                <a:lnTo>
                  <a:pt x="1543746" y="122778"/>
                </a:lnTo>
                <a:lnTo>
                  <a:pt x="1544164" y="122153"/>
                </a:lnTo>
                <a:lnTo>
                  <a:pt x="1544566" y="121517"/>
                </a:lnTo>
                <a:lnTo>
                  <a:pt x="1544953" y="120871"/>
                </a:lnTo>
                <a:lnTo>
                  <a:pt x="1545323" y="120215"/>
                </a:lnTo>
                <a:lnTo>
                  <a:pt x="1545677" y="119548"/>
                </a:lnTo>
                <a:lnTo>
                  <a:pt x="1546015" y="118872"/>
                </a:lnTo>
                <a:lnTo>
                  <a:pt x="1546338" y="118186"/>
                </a:lnTo>
                <a:lnTo>
                  <a:pt x="1546644" y="117490"/>
                </a:lnTo>
                <a:lnTo>
                  <a:pt x="1546934" y="116783"/>
                </a:lnTo>
                <a:lnTo>
                  <a:pt x="1547208" y="116067"/>
                </a:lnTo>
                <a:lnTo>
                  <a:pt x="1547465" y="115340"/>
                </a:lnTo>
                <a:lnTo>
                  <a:pt x="1547707" y="114604"/>
                </a:lnTo>
                <a:lnTo>
                  <a:pt x="1547933" y="113857"/>
                </a:lnTo>
                <a:lnTo>
                  <a:pt x="1548142" y="113100"/>
                </a:lnTo>
                <a:lnTo>
                  <a:pt x="1548336" y="112334"/>
                </a:lnTo>
                <a:lnTo>
                  <a:pt x="1548513" y="111557"/>
                </a:lnTo>
                <a:lnTo>
                  <a:pt x="1548675" y="110770"/>
                </a:lnTo>
                <a:lnTo>
                  <a:pt x="1548820" y="109973"/>
                </a:lnTo>
                <a:lnTo>
                  <a:pt x="1548949" y="109166"/>
                </a:lnTo>
                <a:lnTo>
                  <a:pt x="1549062" y="108349"/>
                </a:lnTo>
                <a:lnTo>
                  <a:pt x="1549159" y="107522"/>
                </a:lnTo>
                <a:lnTo>
                  <a:pt x="1549240" y="106685"/>
                </a:lnTo>
                <a:lnTo>
                  <a:pt x="1549305" y="105838"/>
                </a:lnTo>
                <a:lnTo>
                  <a:pt x="1549354" y="104981"/>
                </a:lnTo>
                <a:lnTo>
                  <a:pt x="1549386" y="104114"/>
                </a:lnTo>
                <a:lnTo>
                  <a:pt x="1533127" y="104114"/>
                </a:lnTo>
                <a:lnTo>
                  <a:pt x="1533092" y="104960"/>
                </a:lnTo>
                <a:lnTo>
                  <a:pt x="1533037" y="105790"/>
                </a:lnTo>
                <a:lnTo>
                  <a:pt x="1532961" y="106602"/>
                </a:lnTo>
                <a:lnTo>
                  <a:pt x="1532864" y="107398"/>
                </a:lnTo>
                <a:lnTo>
                  <a:pt x="1532747" y="108178"/>
                </a:lnTo>
                <a:lnTo>
                  <a:pt x="1532610" y="108940"/>
                </a:lnTo>
                <a:lnTo>
                  <a:pt x="1532452" y="109686"/>
                </a:lnTo>
                <a:lnTo>
                  <a:pt x="1532273" y="110415"/>
                </a:lnTo>
                <a:lnTo>
                  <a:pt x="1532074" y="111127"/>
                </a:lnTo>
                <a:lnTo>
                  <a:pt x="1531854" y="111823"/>
                </a:lnTo>
                <a:lnTo>
                  <a:pt x="1531614" y="112502"/>
                </a:lnTo>
                <a:lnTo>
                  <a:pt x="1531353" y="113164"/>
                </a:lnTo>
                <a:lnTo>
                  <a:pt x="1531072" y="113810"/>
                </a:lnTo>
                <a:lnTo>
                  <a:pt x="1530770" y="114438"/>
                </a:lnTo>
                <a:lnTo>
                  <a:pt x="1530448" y="115051"/>
                </a:lnTo>
                <a:lnTo>
                  <a:pt x="1530105" y="115646"/>
                </a:lnTo>
                <a:lnTo>
                  <a:pt x="1529742" y="116224"/>
                </a:lnTo>
                <a:lnTo>
                  <a:pt x="1529358" y="116786"/>
                </a:lnTo>
                <a:lnTo>
                  <a:pt x="1528953" y="117331"/>
                </a:lnTo>
                <a:lnTo>
                  <a:pt x="1528529" y="117860"/>
                </a:lnTo>
                <a:lnTo>
                  <a:pt x="1528083" y="118372"/>
                </a:lnTo>
                <a:lnTo>
                  <a:pt x="1527617" y="118867"/>
                </a:lnTo>
                <a:lnTo>
                  <a:pt x="1527131" y="119345"/>
                </a:lnTo>
                <a:lnTo>
                  <a:pt x="1526623" y="119806"/>
                </a:lnTo>
                <a:lnTo>
                  <a:pt x="1526098" y="120250"/>
                </a:lnTo>
                <a:lnTo>
                  <a:pt x="1525555" y="120675"/>
                </a:lnTo>
                <a:lnTo>
                  <a:pt x="1524996" y="121081"/>
                </a:lnTo>
                <a:lnTo>
                  <a:pt x="1524420" y="121468"/>
                </a:lnTo>
                <a:lnTo>
                  <a:pt x="1523827" y="121836"/>
                </a:lnTo>
                <a:lnTo>
                  <a:pt x="1523218" y="122186"/>
                </a:lnTo>
                <a:lnTo>
                  <a:pt x="1522591" y="122516"/>
                </a:lnTo>
                <a:lnTo>
                  <a:pt x="1521948" y="122828"/>
                </a:lnTo>
                <a:lnTo>
                  <a:pt x="1521288" y="123120"/>
                </a:lnTo>
                <a:lnTo>
                  <a:pt x="1520612" y="123394"/>
                </a:lnTo>
                <a:lnTo>
                  <a:pt x="1519918" y="123649"/>
                </a:lnTo>
                <a:lnTo>
                  <a:pt x="1519208" y="123885"/>
                </a:lnTo>
                <a:lnTo>
                  <a:pt x="1518481" y="124102"/>
                </a:lnTo>
                <a:lnTo>
                  <a:pt x="1517738" y="124300"/>
                </a:lnTo>
                <a:lnTo>
                  <a:pt x="1516977" y="124480"/>
                </a:lnTo>
                <a:lnTo>
                  <a:pt x="1516200" y="124640"/>
                </a:lnTo>
                <a:lnTo>
                  <a:pt x="1515406" y="124782"/>
                </a:lnTo>
                <a:lnTo>
                  <a:pt x="1514595" y="124905"/>
                </a:lnTo>
                <a:lnTo>
                  <a:pt x="1513768" y="125009"/>
                </a:lnTo>
                <a:lnTo>
                  <a:pt x="1512924" y="125094"/>
                </a:lnTo>
                <a:lnTo>
                  <a:pt x="1512063" y="125160"/>
                </a:lnTo>
                <a:lnTo>
                  <a:pt x="1511185" y="125207"/>
                </a:lnTo>
                <a:lnTo>
                  <a:pt x="1510290" y="125235"/>
                </a:lnTo>
                <a:lnTo>
                  <a:pt x="1509379" y="125245"/>
                </a:lnTo>
                <a:lnTo>
                  <a:pt x="1508524" y="125236"/>
                </a:lnTo>
                <a:lnTo>
                  <a:pt x="1507682" y="125210"/>
                </a:lnTo>
                <a:lnTo>
                  <a:pt x="1506855" y="125168"/>
                </a:lnTo>
                <a:lnTo>
                  <a:pt x="1506042" y="125108"/>
                </a:lnTo>
                <a:lnTo>
                  <a:pt x="1505243" y="125031"/>
                </a:lnTo>
                <a:lnTo>
                  <a:pt x="1504458" y="124936"/>
                </a:lnTo>
                <a:lnTo>
                  <a:pt x="1503687" y="124825"/>
                </a:lnTo>
                <a:lnTo>
                  <a:pt x="1502930" y="124696"/>
                </a:lnTo>
                <a:lnTo>
                  <a:pt x="1502187" y="124551"/>
                </a:lnTo>
                <a:lnTo>
                  <a:pt x="1501458" y="124388"/>
                </a:lnTo>
                <a:lnTo>
                  <a:pt x="1500743" y="124208"/>
                </a:lnTo>
                <a:lnTo>
                  <a:pt x="1500042" y="124011"/>
                </a:lnTo>
                <a:lnTo>
                  <a:pt x="1499355" y="123797"/>
                </a:lnTo>
                <a:lnTo>
                  <a:pt x="1498682" y="123566"/>
                </a:lnTo>
                <a:lnTo>
                  <a:pt x="1498024" y="123318"/>
                </a:lnTo>
                <a:lnTo>
                  <a:pt x="1497379" y="123052"/>
                </a:lnTo>
                <a:lnTo>
                  <a:pt x="1496748" y="122769"/>
                </a:lnTo>
                <a:lnTo>
                  <a:pt x="1496131" y="122470"/>
                </a:lnTo>
                <a:lnTo>
                  <a:pt x="1495529" y="122153"/>
                </a:lnTo>
                <a:lnTo>
                  <a:pt x="1494940" y="121819"/>
                </a:lnTo>
                <a:lnTo>
                  <a:pt x="1494365" y="121468"/>
                </a:lnTo>
                <a:lnTo>
                  <a:pt x="1493805" y="121099"/>
                </a:lnTo>
                <a:lnTo>
                  <a:pt x="1493258" y="120714"/>
                </a:lnTo>
                <a:lnTo>
                  <a:pt x="1492726" y="120311"/>
                </a:lnTo>
                <a:lnTo>
                  <a:pt x="1492206" y="119895"/>
                </a:lnTo>
                <a:lnTo>
                  <a:pt x="1491698" y="119467"/>
                </a:lnTo>
                <a:lnTo>
                  <a:pt x="1491202" y="119028"/>
                </a:lnTo>
                <a:lnTo>
                  <a:pt x="1490718" y="118577"/>
                </a:lnTo>
                <a:lnTo>
                  <a:pt x="1490245" y="118115"/>
                </a:lnTo>
                <a:lnTo>
                  <a:pt x="1489785" y="117643"/>
                </a:lnTo>
                <a:lnTo>
                  <a:pt x="1489336" y="117158"/>
                </a:lnTo>
                <a:lnTo>
                  <a:pt x="1488899" y="116663"/>
                </a:lnTo>
                <a:lnTo>
                  <a:pt x="1488474" y="116156"/>
                </a:lnTo>
                <a:lnTo>
                  <a:pt x="1488060" y="115639"/>
                </a:lnTo>
                <a:lnTo>
                  <a:pt x="1487659" y="115110"/>
                </a:lnTo>
                <a:lnTo>
                  <a:pt x="1487269" y="114569"/>
                </a:lnTo>
                <a:lnTo>
                  <a:pt x="1486891" y="114018"/>
                </a:lnTo>
                <a:lnTo>
                  <a:pt x="1486525" y="113455"/>
                </a:lnTo>
                <a:lnTo>
                  <a:pt x="1486170" y="112881"/>
                </a:lnTo>
                <a:lnTo>
                  <a:pt x="1485828" y="112295"/>
                </a:lnTo>
                <a:lnTo>
                  <a:pt x="1485497" y="111699"/>
                </a:lnTo>
                <a:lnTo>
                  <a:pt x="1485178" y="111091"/>
                </a:lnTo>
                <a:lnTo>
                  <a:pt x="1484871" y="110472"/>
                </a:lnTo>
                <a:lnTo>
                  <a:pt x="1484575" y="109842"/>
                </a:lnTo>
                <a:lnTo>
                  <a:pt x="1484292" y="109201"/>
                </a:lnTo>
                <a:lnTo>
                  <a:pt x="1484020" y="108548"/>
                </a:lnTo>
                <a:lnTo>
                  <a:pt x="1483760" y="107884"/>
                </a:lnTo>
                <a:lnTo>
                  <a:pt x="1483512" y="107209"/>
                </a:lnTo>
                <a:lnTo>
                  <a:pt x="1483275" y="106525"/>
                </a:lnTo>
                <a:lnTo>
                  <a:pt x="1483047" y="105836"/>
                </a:lnTo>
                <a:lnTo>
                  <a:pt x="1482829" y="105141"/>
                </a:lnTo>
                <a:lnTo>
                  <a:pt x="1482621" y="104441"/>
                </a:lnTo>
                <a:lnTo>
                  <a:pt x="1482423" y="103736"/>
                </a:lnTo>
                <a:lnTo>
                  <a:pt x="1482234" y="103024"/>
                </a:lnTo>
                <a:lnTo>
                  <a:pt x="1482055" y="102308"/>
                </a:lnTo>
                <a:lnTo>
                  <a:pt x="1481886" y="101585"/>
                </a:lnTo>
                <a:lnTo>
                  <a:pt x="1481727" y="100858"/>
                </a:lnTo>
                <a:lnTo>
                  <a:pt x="1481577" y="100124"/>
                </a:lnTo>
                <a:lnTo>
                  <a:pt x="1481437" y="99385"/>
                </a:lnTo>
                <a:lnTo>
                  <a:pt x="1481307" y="98641"/>
                </a:lnTo>
                <a:lnTo>
                  <a:pt x="1481187" y="97891"/>
                </a:lnTo>
                <a:lnTo>
                  <a:pt x="1481076" y="97136"/>
                </a:lnTo>
                <a:lnTo>
                  <a:pt x="1480975" y="96375"/>
                </a:lnTo>
                <a:lnTo>
                  <a:pt x="1480884" y="95608"/>
                </a:lnTo>
                <a:lnTo>
                  <a:pt x="1480803" y="94836"/>
                </a:lnTo>
                <a:lnTo>
                  <a:pt x="1480731" y="94059"/>
                </a:lnTo>
                <a:lnTo>
                  <a:pt x="1480670" y="93276"/>
                </a:lnTo>
                <a:lnTo>
                  <a:pt x="1480617" y="92487"/>
                </a:lnTo>
                <a:lnTo>
                  <a:pt x="1480575" y="91693"/>
                </a:lnTo>
                <a:lnTo>
                  <a:pt x="1480543" y="90893"/>
                </a:lnTo>
                <a:lnTo>
                  <a:pt x="1480520" y="90088"/>
                </a:lnTo>
                <a:lnTo>
                  <a:pt x="1480507" y="89277"/>
                </a:lnTo>
                <a:lnTo>
                  <a:pt x="1548894" y="89277"/>
                </a:lnTo>
                <a:lnTo>
                  <a:pt x="1548910" y="89199"/>
                </a:lnTo>
                <a:lnTo>
                  <a:pt x="1548926" y="89117"/>
                </a:lnTo>
                <a:lnTo>
                  <a:pt x="1548941" y="89031"/>
                </a:lnTo>
                <a:lnTo>
                  <a:pt x="1548956" y="88941"/>
                </a:lnTo>
                <a:lnTo>
                  <a:pt x="1548971" y="88847"/>
                </a:lnTo>
                <a:lnTo>
                  <a:pt x="1548986" y="88749"/>
                </a:lnTo>
                <a:lnTo>
                  <a:pt x="1549000" y="88647"/>
                </a:lnTo>
                <a:lnTo>
                  <a:pt x="1549014" y="88540"/>
                </a:lnTo>
                <a:lnTo>
                  <a:pt x="1549027" y="88430"/>
                </a:lnTo>
                <a:lnTo>
                  <a:pt x="1549041" y="88316"/>
                </a:lnTo>
                <a:lnTo>
                  <a:pt x="1549053" y="88197"/>
                </a:lnTo>
                <a:lnTo>
                  <a:pt x="1549066" y="88075"/>
                </a:lnTo>
                <a:lnTo>
                  <a:pt x="1549078" y="87948"/>
                </a:lnTo>
                <a:lnTo>
                  <a:pt x="1549090" y="87818"/>
                </a:lnTo>
                <a:lnTo>
                  <a:pt x="1549101" y="87683"/>
                </a:lnTo>
                <a:lnTo>
                  <a:pt x="1549112" y="87545"/>
                </a:lnTo>
                <a:lnTo>
                  <a:pt x="1549123" y="87402"/>
                </a:lnTo>
                <a:lnTo>
                  <a:pt x="1549134" y="87255"/>
                </a:lnTo>
                <a:lnTo>
                  <a:pt x="1549144" y="87105"/>
                </a:lnTo>
                <a:lnTo>
                  <a:pt x="1549154" y="86950"/>
                </a:lnTo>
                <a:lnTo>
                  <a:pt x="1549163" y="86791"/>
                </a:lnTo>
                <a:lnTo>
                  <a:pt x="1549172" y="86628"/>
                </a:lnTo>
                <a:lnTo>
                  <a:pt x="1549181" y="86461"/>
                </a:lnTo>
                <a:lnTo>
                  <a:pt x="1549189" y="86290"/>
                </a:lnTo>
                <a:lnTo>
                  <a:pt x="1549197" y="86118"/>
                </a:lnTo>
                <a:lnTo>
                  <a:pt x="1549205" y="85948"/>
                </a:lnTo>
                <a:lnTo>
                  <a:pt x="1549212" y="85780"/>
                </a:lnTo>
                <a:lnTo>
                  <a:pt x="1549219" y="85613"/>
                </a:lnTo>
                <a:lnTo>
                  <a:pt x="1549226" y="85449"/>
                </a:lnTo>
                <a:lnTo>
                  <a:pt x="1549232" y="85286"/>
                </a:lnTo>
                <a:lnTo>
                  <a:pt x="1549238" y="85125"/>
                </a:lnTo>
                <a:lnTo>
                  <a:pt x="1549244" y="84967"/>
                </a:lnTo>
                <a:lnTo>
                  <a:pt x="1549249" y="84810"/>
                </a:lnTo>
                <a:lnTo>
                  <a:pt x="1549254" y="84655"/>
                </a:lnTo>
                <a:lnTo>
                  <a:pt x="1549259" y="84502"/>
                </a:lnTo>
                <a:lnTo>
                  <a:pt x="1549263" y="84351"/>
                </a:lnTo>
                <a:lnTo>
                  <a:pt x="1549267" y="84202"/>
                </a:lnTo>
                <a:lnTo>
                  <a:pt x="1549271" y="84055"/>
                </a:lnTo>
                <a:lnTo>
                  <a:pt x="1549274" y="83910"/>
                </a:lnTo>
                <a:lnTo>
                  <a:pt x="1549277" y="83767"/>
                </a:lnTo>
                <a:lnTo>
                  <a:pt x="1549279" y="83625"/>
                </a:lnTo>
                <a:lnTo>
                  <a:pt x="1549282" y="83486"/>
                </a:lnTo>
                <a:lnTo>
                  <a:pt x="1549283" y="83349"/>
                </a:lnTo>
                <a:lnTo>
                  <a:pt x="1549285" y="83213"/>
                </a:lnTo>
                <a:lnTo>
                  <a:pt x="1549286" y="83080"/>
                </a:lnTo>
                <a:lnTo>
                  <a:pt x="1549287" y="82948"/>
                </a:lnTo>
                <a:lnTo>
                  <a:pt x="1549288" y="82818"/>
                </a:lnTo>
                <a:lnTo>
                  <a:pt x="1549288" y="82691"/>
                </a:lnTo>
                <a:lnTo>
                  <a:pt x="1549268" y="80809"/>
                </a:lnTo>
                <a:lnTo>
                  <a:pt x="1549210" y="78965"/>
                </a:lnTo>
                <a:lnTo>
                  <a:pt x="1549114" y="77157"/>
                </a:lnTo>
                <a:lnTo>
                  <a:pt x="1548978" y="75386"/>
                </a:lnTo>
                <a:lnTo>
                  <a:pt x="1548804" y="73653"/>
                </a:lnTo>
                <a:lnTo>
                  <a:pt x="1548592" y="71956"/>
                </a:lnTo>
                <a:lnTo>
                  <a:pt x="1548340" y="70296"/>
                </a:lnTo>
                <a:lnTo>
                  <a:pt x="1548050" y="68673"/>
                </a:lnTo>
                <a:lnTo>
                  <a:pt x="1547722" y="67087"/>
                </a:lnTo>
                <a:lnTo>
                  <a:pt x="1547355" y="65538"/>
                </a:lnTo>
                <a:lnTo>
                  <a:pt x="1546949" y="64027"/>
                </a:lnTo>
                <a:lnTo>
                  <a:pt x="1546504" y="62551"/>
                </a:lnTo>
                <a:lnTo>
                  <a:pt x="1546021" y="61113"/>
                </a:lnTo>
                <a:lnTo>
                  <a:pt x="1545499" y="59712"/>
                </a:lnTo>
                <a:lnTo>
                  <a:pt x="1544938" y="58348"/>
                </a:lnTo>
                <a:lnTo>
                  <a:pt x="1544339" y="57021"/>
                </a:lnTo>
                <a:lnTo>
                  <a:pt x="1543701" y="55731"/>
                </a:lnTo>
                <a:lnTo>
                  <a:pt x="1543024" y="54477"/>
                </a:lnTo>
                <a:lnTo>
                  <a:pt x="1542309" y="53261"/>
                </a:lnTo>
                <a:lnTo>
                  <a:pt x="1541555" y="52082"/>
                </a:lnTo>
                <a:lnTo>
                  <a:pt x="1540762" y="50939"/>
                </a:lnTo>
                <a:lnTo>
                  <a:pt x="1539931" y="49834"/>
                </a:lnTo>
                <a:lnTo>
                  <a:pt x="1539061" y="48765"/>
                </a:lnTo>
                <a:lnTo>
                  <a:pt x="1538153" y="47733"/>
                </a:lnTo>
                <a:lnTo>
                  <a:pt x="1537210" y="46741"/>
                </a:lnTo>
                <a:lnTo>
                  <a:pt x="1536238" y="45791"/>
                </a:lnTo>
                <a:lnTo>
                  <a:pt x="1535236" y="44883"/>
                </a:lnTo>
                <a:lnTo>
                  <a:pt x="1534206" y="44018"/>
                </a:lnTo>
                <a:lnTo>
                  <a:pt x="1533145" y="43194"/>
                </a:lnTo>
                <a:lnTo>
                  <a:pt x="1532055" y="42413"/>
                </a:lnTo>
                <a:lnTo>
                  <a:pt x="1530936" y="41674"/>
                </a:lnTo>
                <a:lnTo>
                  <a:pt x="1529788" y="40978"/>
                </a:lnTo>
                <a:lnTo>
                  <a:pt x="1528610" y="40323"/>
                </a:lnTo>
                <a:lnTo>
                  <a:pt x="1527402" y="39711"/>
                </a:lnTo>
                <a:lnTo>
                  <a:pt x="1526165" y="39141"/>
                </a:lnTo>
                <a:lnTo>
                  <a:pt x="1524899" y="38613"/>
                </a:lnTo>
                <a:lnTo>
                  <a:pt x="1523603" y="38128"/>
                </a:lnTo>
                <a:lnTo>
                  <a:pt x="1522278" y="37684"/>
                </a:lnTo>
                <a:lnTo>
                  <a:pt x="1520923" y="37283"/>
                </a:lnTo>
                <a:lnTo>
                  <a:pt x="1519539" y="36924"/>
                </a:lnTo>
                <a:lnTo>
                  <a:pt x="1518126" y="36608"/>
                </a:lnTo>
                <a:lnTo>
                  <a:pt x="1516683" y="36333"/>
                </a:lnTo>
                <a:lnTo>
                  <a:pt x="1515211" y="36101"/>
                </a:lnTo>
                <a:lnTo>
                  <a:pt x="1513709" y="35911"/>
                </a:lnTo>
                <a:lnTo>
                  <a:pt x="1512178" y="35763"/>
                </a:lnTo>
                <a:lnTo>
                  <a:pt x="1510617" y="35657"/>
                </a:lnTo>
                <a:lnTo>
                  <a:pt x="1509028" y="35594"/>
                </a:lnTo>
                <a:lnTo>
                  <a:pt x="1507408" y="35573"/>
                </a:lnTo>
                <a:lnTo>
                  <a:pt x="1506185" y="35584"/>
                </a:lnTo>
                <a:lnTo>
                  <a:pt x="1504981" y="35618"/>
                </a:lnTo>
                <a:lnTo>
                  <a:pt x="1503794" y="35674"/>
                </a:lnTo>
                <a:lnTo>
                  <a:pt x="1502625" y="35753"/>
                </a:lnTo>
                <a:lnTo>
                  <a:pt x="1501474" y="35855"/>
                </a:lnTo>
                <a:lnTo>
                  <a:pt x="1500341" y="35979"/>
                </a:lnTo>
                <a:lnTo>
                  <a:pt x="1499226" y="36125"/>
                </a:lnTo>
                <a:lnTo>
                  <a:pt x="1498129" y="36295"/>
                </a:lnTo>
                <a:lnTo>
                  <a:pt x="1497050" y="36486"/>
                </a:lnTo>
                <a:lnTo>
                  <a:pt x="1495989" y="36701"/>
                </a:lnTo>
                <a:lnTo>
                  <a:pt x="1494946" y="36937"/>
                </a:lnTo>
                <a:lnTo>
                  <a:pt x="1493920" y="37197"/>
                </a:lnTo>
                <a:lnTo>
                  <a:pt x="1492913" y="37478"/>
                </a:lnTo>
                <a:lnTo>
                  <a:pt x="1491924" y="37783"/>
                </a:lnTo>
                <a:lnTo>
                  <a:pt x="1490953" y="38110"/>
                </a:lnTo>
                <a:lnTo>
                  <a:pt x="1489999" y="38459"/>
                </a:lnTo>
                <a:lnTo>
                  <a:pt x="1489064" y="38832"/>
                </a:lnTo>
                <a:lnTo>
                  <a:pt x="1488147" y="39226"/>
                </a:lnTo>
                <a:lnTo>
                  <a:pt x="1487247" y="39643"/>
                </a:lnTo>
                <a:lnTo>
                  <a:pt x="1486366" y="40083"/>
                </a:lnTo>
                <a:lnTo>
                  <a:pt x="1485502" y="40545"/>
                </a:lnTo>
                <a:lnTo>
                  <a:pt x="1484657" y="41030"/>
                </a:lnTo>
                <a:lnTo>
                  <a:pt x="1483829" y="41538"/>
                </a:lnTo>
                <a:lnTo>
                  <a:pt x="1483019" y="42067"/>
                </a:lnTo>
                <a:lnTo>
                  <a:pt x="1482227" y="42617"/>
                </a:lnTo>
                <a:lnTo>
                  <a:pt x="1481452" y="43185"/>
                </a:lnTo>
                <a:lnTo>
                  <a:pt x="1480694" y="43770"/>
                </a:lnTo>
                <a:lnTo>
                  <a:pt x="1479954" y="44372"/>
                </a:lnTo>
                <a:lnTo>
                  <a:pt x="1479230" y="44991"/>
                </a:lnTo>
                <a:lnTo>
                  <a:pt x="1478523" y="45629"/>
                </a:lnTo>
                <a:lnTo>
                  <a:pt x="1477834" y="46283"/>
                </a:lnTo>
                <a:lnTo>
                  <a:pt x="1477162" y="46955"/>
                </a:lnTo>
                <a:lnTo>
                  <a:pt x="1476506" y="47645"/>
                </a:lnTo>
                <a:lnTo>
                  <a:pt x="1475868" y="48351"/>
                </a:lnTo>
                <a:lnTo>
                  <a:pt x="1475247" y="49076"/>
                </a:lnTo>
                <a:lnTo>
                  <a:pt x="1474643" y="49817"/>
                </a:lnTo>
                <a:lnTo>
                  <a:pt x="1474057" y="50577"/>
                </a:lnTo>
                <a:lnTo>
                  <a:pt x="1473487" y="51353"/>
                </a:lnTo>
                <a:lnTo>
                  <a:pt x="1472934" y="52147"/>
                </a:lnTo>
                <a:lnTo>
                  <a:pt x="1472399" y="52959"/>
                </a:lnTo>
                <a:lnTo>
                  <a:pt x="1471881" y="53788"/>
                </a:lnTo>
                <a:lnTo>
                  <a:pt x="1471379" y="54634"/>
                </a:lnTo>
                <a:lnTo>
                  <a:pt x="1470895" y="55498"/>
                </a:lnTo>
                <a:lnTo>
                  <a:pt x="1470428" y="56379"/>
                </a:lnTo>
                <a:lnTo>
                  <a:pt x="1469978" y="57278"/>
                </a:lnTo>
                <a:lnTo>
                  <a:pt x="1469545" y="58194"/>
                </a:lnTo>
                <a:lnTo>
                  <a:pt x="1469130" y="59128"/>
                </a:lnTo>
                <a:lnTo>
                  <a:pt x="1468731" y="60079"/>
                </a:lnTo>
                <a:lnTo>
                  <a:pt x="1468349" y="61045"/>
                </a:lnTo>
                <a:lnTo>
                  <a:pt x="1467983" y="62023"/>
                </a:lnTo>
                <a:lnTo>
                  <a:pt x="1467634" y="63014"/>
                </a:lnTo>
                <a:lnTo>
                  <a:pt x="1467301" y="64018"/>
                </a:lnTo>
                <a:lnTo>
                  <a:pt x="1466984" y="65034"/>
                </a:lnTo>
                <a:lnTo>
                  <a:pt x="1466683" y="66062"/>
                </a:lnTo>
                <a:lnTo>
                  <a:pt x="1466399" y="67103"/>
                </a:lnTo>
                <a:lnTo>
                  <a:pt x="1466131" y="68157"/>
                </a:lnTo>
                <a:lnTo>
                  <a:pt x="1465879" y="69223"/>
                </a:lnTo>
                <a:lnTo>
                  <a:pt x="1465643" y="70302"/>
                </a:lnTo>
                <a:lnTo>
                  <a:pt x="1465424" y="71393"/>
                </a:lnTo>
                <a:lnTo>
                  <a:pt x="1465221" y="72496"/>
                </a:lnTo>
                <a:lnTo>
                  <a:pt x="1465034" y="73612"/>
                </a:lnTo>
                <a:lnTo>
                  <a:pt x="1464863" y="74741"/>
                </a:lnTo>
                <a:lnTo>
                  <a:pt x="1464709" y="75882"/>
                </a:lnTo>
                <a:lnTo>
                  <a:pt x="1464570" y="77036"/>
                </a:lnTo>
                <a:lnTo>
                  <a:pt x="1464449" y="78202"/>
                </a:lnTo>
                <a:lnTo>
                  <a:pt x="1464343" y="79381"/>
                </a:lnTo>
                <a:lnTo>
                  <a:pt x="1464254" y="80572"/>
                </a:lnTo>
                <a:lnTo>
                  <a:pt x="1464180" y="81776"/>
                </a:lnTo>
                <a:lnTo>
                  <a:pt x="1464124" y="82992"/>
                </a:lnTo>
                <a:lnTo>
                  <a:pt x="1464083" y="84220"/>
                </a:lnTo>
                <a:lnTo>
                  <a:pt x="1464059" y="85462"/>
                </a:lnTo>
                <a:lnTo>
                  <a:pt x="1464050" y="86715"/>
                </a:lnTo>
                <a:lnTo>
                  <a:pt x="1464059" y="87920"/>
                </a:lnTo>
                <a:lnTo>
                  <a:pt x="1464084" y="89114"/>
                </a:lnTo>
                <a:lnTo>
                  <a:pt x="1464126" y="90298"/>
                </a:lnTo>
                <a:lnTo>
                  <a:pt x="1464185" y="91472"/>
                </a:lnTo>
                <a:lnTo>
                  <a:pt x="1464260" y="92636"/>
                </a:lnTo>
                <a:lnTo>
                  <a:pt x="1464352" y="93790"/>
                </a:lnTo>
                <a:lnTo>
                  <a:pt x="1464461" y="94934"/>
                </a:lnTo>
                <a:lnTo>
                  <a:pt x="1464587" y="96067"/>
                </a:lnTo>
                <a:lnTo>
                  <a:pt x="1464729" y="97191"/>
                </a:lnTo>
                <a:lnTo>
                  <a:pt x="1464889" y="98305"/>
                </a:lnTo>
                <a:lnTo>
                  <a:pt x="1465065" y="99409"/>
                </a:lnTo>
                <a:lnTo>
                  <a:pt x="1465258" y="100503"/>
                </a:lnTo>
                <a:lnTo>
                  <a:pt x="1465467" y="101586"/>
                </a:lnTo>
                <a:lnTo>
                  <a:pt x="1465693" y="102660"/>
                </a:lnTo>
                <a:lnTo>
                  <a:pt x="1465937" y="103723"/>
                </a:lnTo>
                <a:lnTo>
                  <a:pt x="1466196" y="104777"/>
                </a:lnTo>
                <a:lnTo>
                  <a:pt x="1466473" y="105821"/>
                </a:lnTo>
                <a:lnTo>
                  <a:pt x="1466766" y="106854"/>
                </a:lnTo>
                <a:lnTo>
                  <a:pt x="1467077" y="107877"/>
                </a:lnTo>
                <a:lnTo>
                  <a:pt x="1467403" y="108891"/>
                </a:lnTo>
                <a:lnTo>
                  <a:pt x="1467747" y="109894"/>
                </a:lnTo>
                <a:lnTo>
                  <a:pt x="1468108" y="110887"/>
                </a:lnTo>
                <a:lnTo>
                  <a:pt x="1468485" y="111871"/>
                </a:lnTo>
                <a:lnTo>
                  <a:pt x="1468879" y="112844"/>
                </a:lnTo>
                <a:lnTo>
                  <a:pt x="1469290" y="113803"/>
                </a:lnTo>
                <a:lnTo>
                  <a:pt x="1469720" y="114746"/>
                </a:lnTo>
                <a:lnTo>
                  <a:pt x="1470167" y="115672"/>
                </a:lnTo>
                <a:lnTo>
                  <a:pt x="1470632" y="116581"/>
                </a:lnTo>
                <a:lnTo>
                  <a:pt x="1471115" y="117473"/>
                </a:lnTo>
                <a:lnTo>
                  <a:pt x="1471616" y="118348"/>
                </a:lnTo>
                <a:lnTo>
                  <a:pt x="1472136" y="119206"/>
                </a:lnTo>
                <a:lnTo>
                  <a:pt x="1472673" y="120047"/>
                </a:lnTo>
                <a:lnTo>
                  <a:pt x="1473228" y="120871"/>
                </a:lnTo>
                <a:lnTo>
                  <a:pt x="1473801" y="121679"/>
                </a:lnTo>
                <a:lnTo>
                  <a:pt x="1474392" y="122469"/>
                </a:lnTo>
                <a:lnTo>
                  <a:pt x="1475001" y="123243"/>
                </a:lnTo>
                <a:lnTo>
                  <a:pt x="1475628" y="124000"/>
                </a:lnTo>
                <a:lnTo>
                  <a:pt x="1476272" y="124740"/>
                </a:lnTo>
                <a:lnTo>
                  <a:pt x="1476935" y="125463"/>
                </a:lnTo>
                <a:lnTo>
                  <a:pt x="1477616" y="126169"/>
                </a:lnTo>
                <a:lnTo>
                  <a:pt x="1478315" y="126858"/>
                </a:lnTo>
                <a:lnTo>
                  <a:pt x="1479032" y="127530"/>
                </a:lnTo>
                <a:lnTo>
                  <a:pt x="1479766" y="128186"/>
                </a:lnTo>
                <a:lnTo>
                  <a:pt x="1480519" y="128824"/>
                </a:lnTo>
                <a:lnTo>
                  <a:pt x="1481290" y="129446"/>
                </a:lnTo>
                <a:lnTo>
                  <a:pt x="1482078" y="130051"/>
                </a:lnTo>
                <a:lnTo>
                  <a:pt x="1482885" y="130638"/>
                </a:lnTo>
                <a:lnTo>
                  <a:pt x="1483709" y="131209"/>
                </a:lnTo>
                <a:lnTo>
                  <a:pt x="1484552" y="131760"/>
                </a:lnTo>
                <a:lnTo>
                  <a:pt x="1485415" y="132287"/>
                </a:lnTo>
                <a:lnTo>
                  <a:pt x="1486298" y="132791"/>
                </a:lnTo>
                <a:lnTo>
                  <a:pt x="1487201" y="133271"/>
                </a:lnTo>
                <a:lnTo>
                  <a:pt x="1488123" y="133728"/>
                </a:lnTo>
                <a:lnTo>
                  <a:pt x="1489064" y="134161"/>
                </a:lnTo>
                <a:lnTo>
                  <a:pt x="1490026" y="134571"/>
                </a:lnTo>
                <a:lnTo>
                  <a:pt x="1491007" y="134958"/>
                </a:lnTo>
                <a:lnTo>
                  <a:pt x="1492007" y="135321"/>
                </a:lnTo>
                <a:lnTo>
                  <a:pt x="1493028" y="135660"/>
                </a:lnTo>
                <a:lnTo>
                  <a:pt x="1494068" y="135977"/>
                </a:lnTo>
                <a:lnTo>
                  <a:pt x="1495128" y="136270"/>
                </a:lnTo>
                <a:lnTo>
                  <a:pt x="1496207" y="136539"/>
                </a:lnTo>
                <a:lnTo>
                  <a:pt x="1497306" y="136785"/>
                </a:lnTo>
                <a:lnTo>
                  <a:pt x="1498425" y="137008"/>
                </a:lnTo>
                <a:lnTo>
                  <a:pt x="1499563" y="137207"/>
                </a:lnTo>
                <a:lnTo>
                  <a:pt x="1500721" y="137382"/>
                </a:lnTo>
                <a:lnTo>
                  <a:pt x="1501899" y="137535"/>
                </a:lnTo>
                <a:lnTo>
                  <a:pt x="1503097" y="137663"/>
                </a:lnTo>
                <a:lnTo>
                  <a:pt x="1504314" y="137769"/>
                </a:lnTo>
                <a:lnTo>
                  <a:pt x="1505550" y="137851"/>
                </a:lnTo>
                <a:lnTo>
                  <a:pt x="1506807" y="137909"/>
                </a:lnTo>
                <a:lnTo>
                  <a:pt x="1508083" y="137945"/>
                </a:lnTo>
                <a:lnTo>
                  <a:pt x="1509379" y="137956"/>
                </a:lnTo>
                <a:lnTo>
                  <a:pt x="1510383" y="137949"/>
                </a:lnTo>
                <a:lnTo>
                  <a:pt x="1511376" y="137928"/>
                </a:lnTo>
                <a:lnTo>
                  <a:pt x="1512358" y="137892"/>
                </a:lnTo>
                <a:lnTo>
                  <a:pt x="1513329" y="137842"/>
                </a:lnTo>
                <a:lnTo>
                  <a:pt x="1514288" y="137778"/>
                </a:lnTo>
                <a:close/>
                <a:moveTo>
                  <a:pt x="1481307" y="71624"/>
                </a:moveTo>
                <a:lnTo>
                  <a:pt x="1481507" y="70569"/>
                </a:lnTo>
                <a:lnTo>
                  <a:pt x="1481728" y="69537"/>
                </a:lnTo>
                <a:lnTo>
                  <a:pt x="1481968" y="68529"/>
                </a:lnTo>
                <a:lnTo>
                  <a:pt x="1482229" y="67544"/>
                </a:lnTo>
                <a:lnTo>
                  <a:pt x="1482509" y="66583"/>
                </a:lnTo>
                <a:lnTo>
                  <a:pt x="1482810" y="65646"/>
                </a:lnTo>
                <a:lnTo>
                  <a:pt x="1483130" y="64732"/>
                </a:lnTo>
                <a:lnTo>
                  <a:pt x="1483471" y="63842"/>
                </a:lnTo>
                <a:lnTo>
                  <a:pt x="1483831" y="62976"/>
                </a:lnTo>
                <a:lnTo>
                  <a:pt x="1484212" y="62133"/>
                </a:lnTo>
                <a:lnTo>
                  <a:pt x="1484612" y="61314"/>
                </a:lnTo>
                <a:lnTo>
                  <a:pt x="1485033" y="60518"/>
                </a:lnTo>
                <a:lnTo>
                  <a:pt x="1485474" y="59746"/>
                </a:lnTo>
                <a:lnTo>
                  <a:pt x="1485934" y="58998"/>
                </a:lnTo>
                <a:lnTo>
                  <a:pt x="1486415" y="58273"/>
                </a:lnTo>
                <a:lnTo>
                  <a:pt x="1486916" y="57572"/>
                </a:lnTo>
                <a:lnTo>
                  <a:pt x="1487436" y="56895"/>
                </a:lnTo>
                <a:lnTo>
                  <a:pt x="1487977" y="56241"/>
                </a:lnTo>
                <a:lnTo>
                  <a:pt x="1488538" y="55611"/>
                </a:lnTo>
                <a:lnTo>
                  <a:pt x="1489117" y="55005"/>
                </a:lnTo>
                <a:lnTo>
                  <a:pt x="1489715" y="54425"/>
                </a:lnTo>
                <a:lnTo>
                  <a:pt x="1490331" y="53870"/>
                </a:lnTo>
                <a:lnTo>
                  <a:pt x="1490964" y="53342"/>
                </a:lnTo>
                <a:lnTo>
                  <a:pt x="1491616" y="52839"/>
                </a:lnTo>
                <a:lnTo>
                  <a:pt x="1492285" y="52362"/>
                </a:lnTo>
                <a:lnTo>
                  <a:pt x="1492973" y="51911"/>
                </a:lnTo>
                <a:lnTo>
                  <a:pt x="1493678" y="51486"/>
                </a:lnTo>
                <a:lnTo>
                  <a:pt x="1494402" y="51086"/>
                </a:lnTo>
                <a:lnTo>
                  <a:pt x="1495143" y="50713"/>
                </a:lnTo>
                <a:lnTo>
                  <a:pt x="1495902" y="50365"/>
                </a:lnTo>
                <a:lnTo>
                  <a:pt x="1496680" y="50042"/>
                </a:lnTo>
                <a:lnTo>
                  <a:pt x="1497475" y="49746"/>
                </a:lnTo>
                <a:lnTo>
                  <a:pt x="1498288" y="49475"/>
                </a:lnTo>
                <a:lnTo>
                  <a:pt x="1499119" y="49230"/>
                </a:lnTo>
                <a:lnTo>
                  <a:pt x="1499968" y="49011"/>
                </a:lnTo>
                <a:lnTo>
                  <a:pt x="1500835" y="48818"/>
                </a:lnTo>
                <a:lnTo>
                  <a:pt x="1501720" y="48650"/>
                </a:lnTo>
                <a:lnTo>
                  <a:pt x="1502623" y="48508"/>
                </a:lnTo>
                <a:lnTo>
                  <a:pt x="1503544" y="48392"/>
                </a:lnTo>
                <a:lnTo>
                  <a:pt x="1504483" y="48302"/>
                </a:lnTo>
                <a:lnTo>
                  <a:pt x="1505440" y="48238"/>
                </a:lnTo>
                <a:lnTo>
                  <a:pt x="1506415" y="48199"/>
                </a:lnTo>
                <a:lnTo>
                  <a:pt x="1507408" y="48186"/>
                </a:lnTo>
                <a:lnTo>
                  <a:pt x="1508393" y="48199"/>
                </a:lnTo>
                <a:lnTo>
                  <a:pt x="1509359" y="48238"/>
                </a:lnTo>
                <a:lnTo>
                  <a:pt x="1510307" y="48303"/>
                </a:lnTo>
                <a:lnTo>
                  <a:pt x="1511237" y="48394"/>
                </a:lnTo>
                <a:lnTo>
                  <a:pt x="1512149" y="48511"/>
                </a:lnTo>
                <a:lnTo>
                  <a:pt x="1513043" y="48653"/>
                </a:lnTo>
                <a:lnTo>
                  <a:pt x="1513919" y="48822"/>
                </a:lnTo>
                <a:lnTo>
                  <a:pt x="1514777" y="49017"/>
                </a:lnTo>
                <a:lnTo>
                  <a:pt x="1515616" y="49238"/>
                </a:lnTo>
                <a:lnTo>
                  <a:pt x="1516438" y="49484"/>
                </a:lnTo>
                <a:lnTo>
                  <a:pt x="1517241" y="49757"/>
                </a:lnTo>
                <a:lnTo>
                  <a:pt x="1518026" y="50055"/>
                </a:lnTo>
                <a:lnTo>
                  <a:pt x="1518793" y="50380"/>
                </a:lnTo>
                <a:lnTo>
                  <a:pt x="1519542" y="50730"/>
                </a:lnTo>
                <a:lnTo>
                  <a:pt x="1520272" y="51107"/>
                </a:lnTo>
                <a:lnTo>
                  <a:pt x="1520985" y="51509"/>
                </a:lnTo>
                <a:lnTo>
                  <a:pt x="1521679" y="51938"/>
                </a:lnTo>
                <a:lnTo>
                  <a:pt x="1522355" y="52392"/>
                </a:lnTo>
                <a:lnTo>
                  <a:pt x="1523014" y="52872"/>
                </a:lnTo>
                <a:lnTo>
                  <a:pt x="1523654" y="53378"/>
                </a:lnTo>
                <a:lnTo>
                  <a:pt x="1524275" y="53911"/>
                </a:lnTo>
                <a:lnTo>
                  <a:pt x="1524879" y="54469"/>
                </a:lnTo>
                <a:lnTo>
                  <a:pt x="1525465" y="55053"/>
                </a:lnTo>
                <a:lnTo>
                  <a:pt x="1526032" y="55663"/>
                </a:lnTo>
                <a:lnTo>
                  <a:pt x="1526579" y="56297"/>
                </a:lnTo>
                <a:lnTo>
                  <a:pt x="1527105" y="56955"/>
                </a:lnTo>
                <a:lnTo>
                  <a:pt x="1527607" y="57635"/>
                </a:lnTo>
                <a:lnTo>
                  <a:pt x="1528088" y="58339"/>
                </a:lnTo>
                <a:lnTo>
                  <a:pt x="1528546" y="59065"/>
                </a:lnTo>
                <a:lnTo>
                  <a:pt x="1528982" y="59815"/>
                </a:lnTo>
                <a:lnTo>
                  <a:pt x="1529396" y="60588"/>
                </a:lnTo>
                <a:lnTo>
                  <a:pt x="1529788" y="61384"/>
                </a:lnTo>
                <a:lnTo>
                  <a:pt x="1530157" y="62203"/>
                </a:lnTo>
                <a:lnTo>
                  <a:pt x="1530504" y="63045"/>
                </a:lnTo>
                <a:lnTo>
                  <a:pt x="1530829" y="63910"/>
                </a:lnTo>
                <a:lnTo>
                  <a:pt x="1531132" y="64798"/>
                </a:lnTo>
                <a:lnTo>
                  <a:pt x="1531412" y="65709"/>
                </a:lnTo>
                <a:lnTo>
                  <a:pt x="1531670" y="66643"/>
                </a:lnTo>
                <a:lnTo>
                  <a:pt x="1531906" y="67601"/>
                </a:lnTo>
                <a:lnTo>
                  <a:pt x="1532120" y="68581"/>
                </a:lnTo>
                <a:lnTo>
                  <a:pt x="1532311" y="69585"/>
                </a:lnTo>
                <a:lnTo>
                  <a:pt x="1532480" y="70611"/>
                </a:lnTo>
                <a:lnTo>
                  <a:pt x="1532627" y="71661"/>
                </a:lnTo>
                <a:lnTo>
                  <a:pt x="1532752" y="72734"/>
                </a:lnTo>
                <a:lnTo>
                  <a:pt x="1532855" y="73830"/>
                </a:lnTo>
                <a:lnTo>
                  <a:pt x="1532935" y="74949"/>
                </a:lnTo>
                <a:lnTo>
                  <a:pt x="1532993" y="76090"/>
                </a:lnTo>
                <a:lnTo>
                  <a:pt x="1533029" y="77256"/>
                </a:lnTo>
                <a:lnTo>
                  <a:pt x="1480605" y="77256"/>
                </a:lnTo>
                <a:lnTo>
                  <a:pt x="1480705" y="76082"/>
                </a:lnTo>
                <a:lnTo>
                  <a:pt x="1480826" y="74932"/>
                </a:lnTo>
                <a:lnTo>
                  <a:pt x="1480966" y="73806"/>
                </a:lnTo>
                <a:lnTo>
                  <a:pt x="1481127" y="72703"/>
                </a:lnTo>
                <a:lnTo>
                  <a:pt x="1481307" y="71624"/>
                </a:lnTo>
                <a:close/>
                <a:moveTo>
                  <a:pt x="1390822" y="137810"/>
                </a:moveTo>
                <a:lnTo>
                  <a:pt x="1391814" y="137727"/>
                </a:lnTo>
                <a:lnTo>
                  <a:pt x="1392791" y="137627"/>
                </a:lnTo>
                <a:lnTo>
                  <a:pt x="1393754" y="137508"/>
                </a:lnTo>
                <a:lnTo>
                  <a:pt x="1394702" y="137371"/>
                </a:lnTo>
                <a:lnTo>
                  <a:pt x="1395634" y="137215"/>
                </a:lnTo>
                <a:lnTo>
                  <a:pt x="1396552" y="137041"/>
                </a:lnTo>
                <a:lnTo>
                  <a:pt x="1397455" y="136849"/>
                </a:lnTo>
                <a:lnTo>
                  <a:pt x="1398344" y="136638"/>
                </a:lnTo>
                <a:lnTo>
                  <a:pt x="1399217" y="136410"/>
                </a:lnTo>
                <a:lnTo>
                  <a:pt x="1400075" y="136162"/>
                </a:lnTo>
                <a:lnTo>
                  <a:pt x="1400919" y="135897"/>
                </a:lnTo>
                <a:lnTo>
                  <a:pt x="1401747" y="135613"/>
                </a:lnTo>
                <a:lnTo>
                  <a:pt x="1402561" y="135311"/>
                </a:lnTo>
                <a:lnTo>
                  <a:pt x="1403360" y="134991"/>
                </a:lnTo>
                <a:lnTo>
                  <a:pt x="1404144" y="134652"/>
                </a:lnTo>
                <a:lnTo>
                  <a:pt x="1404913" y="134295"/>
                </a:lnTo>
                <a:lnTo>
                  <a:pt x="1405667" y="133920"/>
                </a:lnTo>
                <a:lnTo>
                  <a:pt x="1406406" y="133526"/>
                </a:lnTo>
                <a:lnTo>
                  <a:pt x="1407131" y="133115"/>
                </a:lnTo>
                <a:lnTo>
                  <a:pt x="1407840" y="132684"/>
                </a:lnTo>
                <a:lnTo>
                  <a:pt x="1408536" y="132244"/>
                </a:lnTo>
                <a:lnTo>
                  <a:pt x="1409218" y="131803"/>
                </a:lnTo>
                <a:lnTo>
                  <a:pt x="1409887" y="131360"/>
                </a:lnTo>
                <a:lnTo>
                  <a:pt x="1410543" y="130915"/>
                </a:lnTo>
                <a:lnTo>
                  <a:pt x="1411186" y="130469"/>
                </a:lnTo>
                <a:lnTo>
                  <a:pt x="1411816" y="130021"/>
                </a:lnTo>
                <a:lnTo>
                  <a:pt x="1412432" y="129571"/>
                </a:lnTo>
                <a:lnTo>
                  <a:pt x="1413036" y="129121"/>
                </a:lnTo>
                <a:lnTo>
                  <a:pt x="1413626" y="128668"/>
                </a:lnTo>
                <a:lnTo>
                  <a:pt x="1414203" y="128214"/>
                </a:lnTo>
                <a:lnTo>
                  <a:pt x="1414766" y="127759"/>
                </a:lnTo>
                <a:lnTo>
                  <a:pt x="1415317" y="127302"/>
                </a:lnTo>
                <a:lnTo>
                  <a:pt x="1415855" y="126843"/>
                </a:lnTo>
                <a:lnTo>
                  <a:pt x="1416379" y="126383"/>
                </a:lnTo>
                <a:lnTo>
                  <a:pt x="1416890" y="125921"/>
                </a:lnTo>
                <a:lnTo>
                  <a:pt x="1417388" y="125458"/>
                </a:lnTo>
                <a:lnTo>
                  <a:pt x="1417873" y="124993"/>
                </a:lnTo>
                <a:lnTo>
                  <a:pt x="1418344" y="124527"/>
                </a:lnTo>
                <a:lnTo>
                  <a:pt x="1418803" y="124059"/>
                </a:lnTo>
                <a:lnTo>
                  <a:pt x="1419248" y="123590"/>
                </a:lnTo>
                <a:lnTo>
                  <a:pt x="1419680" y="123119"/>
                </a:lnTo>
                <a:lnTo>
                  <a:pt x="1420099" y="122647"/>
                </a:lnTo>
                <a:lnTo>
                  <a:pt x="1420504" y="122173"/>
                </a:lnTo>
                <a:lnTo>
                  <a:pt x="1420897" y="121697"/>
                </a:lnTo>
                <a:lnTo>
                  <a:pt x="1421390" y="136183"/>
                </a:lnTo>
                <a:lnTo>
                  <a:pt x="1437255" y="136183"/>
                </a:lnTo>
                <a:lnTo>
                  <a:pt x="1437255" y="37248"/>
                </a:lnTo>
                <a:lnTo>
                  <a:pt x="1420700" y="37248"/>
                </a:lnTo>
                <a:lnTo>
                  <a:pt x="1420700" y="107908"/>
                </a:lnTo>
                <a:lnTo>
                  <a:pt x="1420325" y="108417"/>
                </a:lnTo>
                <a:lnTo>
                  <a:pt x="1419941" y="108922"/>
                </a:lnTo>
                <a:lnTo>
                  <a:pt x="1419547" y="109421"/>
                </a:lnTo>
                <a:lnTo>
                  <a:pt x="1419142" y="109915"/>
                </a:lnTo>
                <a:lnTo>
                  <a:pt x="1418728" y="110404"/>
                </a:lnTo>
                <a:lnTo>
                  <a:pt x="1418304" y="110888"/>
                </a:lnTo>
                <a:lnTo>
                  <a:pt x="1417870" y="111367"/>
                </a:lnTo>
                <a:lnTo>
                  <a:pt x="1417426" y="111840"/>
                </a:lnTo>
                <a:lnTo>
                  <a:pt x="1416972" y="112308"/>
                </a:lnTo>
                <a:lnTo>
                  <a:pt x="1416508" y="112772"/>
                </a:lnTo>
                <a:lnTo>
                  <a:pt x="1416035" y="113229"/>
                </a:lnTo>
                <a:lnTo>
                  <a:pt x="1415551" y="113682"/>
                </a:lnTo>
                <a:lnTo>
                  <a:pt x="1415058" y="114130"/>
                </a:lnTo>
                <a:lnTo>
                  <a:pt x="1414554" y="114572"/>
                </a:lnTo>
                <a:lnTo>
                  <a:pt x="1414041" y="115010"/>
                </a:lnTo>
                <a:lnTo>
                  <a:pt x="1413517" y="115442"/>
                </a:lnTo>
                <a:lnTo>
                  <a:pt x="1412984" y="115869"/>
                </a:lnTo>
                <a:lnTo>
                  <a:pt x="1412441" y="116291"/>
                </a:lnTo>
                <a:lnTo>
                  <a:pt x="1411888" y="116707"/>
                </a:lnTo>
                <a:lnTo>
                  <a:pt x="1411325" y="117119"/>
                </a:lnTo>
                <a:lnTo>
                  <a:pt x="1410752" y="117525"/>
                </a:lnTo>
                <a:lnTo>
                  <a:pt x="1410169" y="117926"/>
                </a:lnTo>
                <a:lnTo>
                  <a:pt x="1409576" y="118322"/>
                </a:lnTo>
                <a:lnTo>
                  <a:pt x="1408974" y="118713"/>
                </a:lnTo>
                <a:lnTo>
                  <a:pt x="1408360" y="119093"/>
                </a:lnTo>
                <a:lnTo>
                  <a:pt x="1407734" y="119457"/>
                </a:lnTo>
                <a:lnTo>
                  <a:pt x="1407095" y="119805"/>
                </a:lnTo>
                <a:lnTo>
                  <a:pt x="1406444" y="120137"/>
                </a:lnTo>
                <a:lnTo>
                  <a:pt x="1405781" y="120452"/>
                </a:lnTo>
                <a:lnTo>
                  <a:pt x="1405106" y="120752"/>
                </a:lnTo>
                <a:lnTo>
                  <a:pt x="1404418" y="121035"/>
                </a:lnTo>
                <a:lnTo>
                  <a:pt x="1403718" y="121302"/>
                </a:lnTo>
                <a:lnTo>
                  <a:pt x="1403006" y="121552"/>
                </a:lnTo>
                <a:lnTo>
                  <a:pt x="1402281" y="121787"/>
                </a:lnTo>
                <a:lnTo>
                  <a:pt x="1401544" y="122005"/>
                </a:lnTo>
                <a:lnTo>
                  <a:pt x="1400795" y="122208"/>
                </a:lnTo>
                <a:lnTo>
                  <a:pt x="1400033" y="122394"/>
                </a:lnTo>
                <a:lnTo>
                  <a:pt x="1399259" y="122563"/>
                </a:lnTo>
                <a:lnTo>
                  <a:pt x="1398473" y="122717"/>
                </a:lnTo>
                <a:lnTo>
                  <a:pt x="1397674" y="122855"/>
                </a:lnTo>
                <a:lnTo>
                  <a:pt x="1396863" y="122976"/>
                </a:lnTo>
                <a:lnTo>
                  <a:pt x="1396040" y="123081"/>
                </a:lnTo>
                <a:lnTo>
                  <a:pt x="1395205" y="123170"/>
                </a:lnTo>
                <a:lnTo>
                  <a:pt x="1394357" y="123243"/>
                </a:lnTo>
                <a:lnTo>
                  <a:pt x="1393497" y="123300"/>
                </a:lnTo>
                <a:lnTo>
                  <a:pt x="1392624" y="123340"/>
                </a:lnTo>
                <a:lnTo>
                  <a:pt x="1391739" y="123364"/>
                </a:lnTo>
                <a:lnTo>
                  <a:pt x="1390842" y="123372"/>
                </a:lnTo>
                <a:lnTo>
                  <a:pt x="1390200" y="123367"/>
                </a:lnTo>
                <a:lnTo>
                  <a:pt x="1389570" y="123352"/>
                </a:lnTo>
                <a:lnTo>
                  <a:pt x="1388953" y="123326"/>
                </a:lnTo>
                <a:lnTo>
                  <a:pt x="1388349" y="123290"/>
                </a:lnTo>
                <a:lnTo>
                  <a:pt x="1387757" y="123244"/>
                </a:lnTo>
                <a:lnTo>
                  <a:pt x="1387178" y="123187"/>
                </a:lnTo>
                <a:lnTo>
                  <a:pt x="1386611" y="123120"/>
                </a:lnTo>
                <a:lnTo>
                  <a:pt x="1386057" y="123043"/>
                </a:lnTo>
                <a:lnTo>
                  <a:pt x="1385516" y="122955"/>
                </a:lnTo>
                <a:lnTo>
                  <a:pt x="1384988" y="122857"/>
                </a:lnTo>
                <a:lnTo>
                  <a:pt x="1384472" y="122749"/>
                </a:lnTo>
                <a:lnTo>
                  <a:pt x="1383969" y="122630"/>
                </a:lnTo>
                <a:lnTo>
                  <a:pt x="1383478" y="122501"/>
                </a:lnTo>
                <a:lnTo>
                  <a:pt x="1383001" y="122362"/>
                </a:lnTo>
                <a:lnTo>
                  <a:pt x="1382536" y="122213"/>
                </a:lnTo>
                <a:lnTo>
                  <a:pt x="1382083" y="122053"/>
                </a:lnTo>
                <a:lnTo>
                  <a:pt x="1381643" y="121883"/>
                </a:lnTo>
                <a:lnTo>
                  <a:pt x="1381216" y="121703"/>
                </a:lnTo>
                <a:lnTo>
                  <a:pt x="1380801" y="121512"/>
                </a:lnTo>
                <a:lnTo>
                  <a:pt x="1380400" y="121311"/>
                </a:lnTo>
                <a:lnTo>
                  <a:pt x="1380010" y="121100"/>
                </a:lnTo>
                <a:lnTo>
                  <a:pt x="1379634" y="120878"/>
                </a:lnTo>
                <a:lnTo>
                  <a:pt x="1379270" y="120646"/>
                </a:lnTo>
                <a:lnTo>
                  <a:pt x="1378919" y="120404"/>
                </a:lnTo>
                <a:lnTo>
                  <a:pt x="1378579" y="120152"/>
                </a:lnTo>
                <a:lnTo>
                  <a:pt x="1378247" y="119892"/>
                </a:lnTo>
                <a:lnTo>
                  <a:pt x="1377926" y="119624"/>
                </a:lnTo>
                <a:lnTo>
                  <a:pt x="1377613" y="119348"/>
                </a:lnTo>
                <a:lnTo>
                  <a:pt x="1377310" y="119064"/>
                </a:lnTo>
                <a:lnTo>
                  <a:pt x="1377016" y="118771"/>
                </a:lnTo>
                <a:lnTo>
                  <a:pt x="1376731" y="118470"/>
                </a:lnTo>
                <a:lnTo>
                  <a:pt x="1376455" y="118161"/>
                </a:lnTo>
                <a:lnTo>
                  <a:pt x="1376189" y="117844"/>
                </a:lnTo>
                <a:lnTo>
                  <a:pt x="1375932" y="117519"/>
                </a:lnTo>
                <a:lnTo>
                  <a:pt x="1375684" y="117186"/>
                </a:lnTo>
                <a:lnTo>
                  <a:pt x="1375445" y="116844"/>
                </a:lnTo>
                <a:lnTo>
                  <a:pt x="1375216" y="116494"/>
                </a:lnTo>
                <a:lnTo>
                  <a:pt x="1374996" y="116136"/>
                </a:lnTo>
                <a:lnTo>
                  <a:pt x="1374785" y="115770"/>
                </a:lnTo>
                <a:lnTo>
                  <a:pt x="1374583" y="115396"/>
                </a:lnTo>
                <a:lnTo>
                  <a:pt x="1374391" y="115014"/>
                </a:lnTo>
                <a:lnTo>
                  <a:pt x="1374207" y="114623"/>
                </a:lnTo>
                <a:lnTo>
                  <a:pt x="1374033" y="114224"/>
                </a:lnTo>
                <a:lnTo>
                  <a:pt x="1373869" y="113817"/>
                </a:lnTo>
                <a:lnTo>
                  <a:pt x="1373713" y="113402"/>
                </a:lnTo>
                <a:lnTo>
                  <a:pt x="1373567" y="112979"/>
                </a:lnTo>
                <a:lnTo>
                  <a:pt x="1373430" y="112548"/>
                </a:lnTo>
                <a:lnTo>
                  <a:pt x="1373302" y="112108"/>
                </a:lnTo>
                <a:lnTo>
                  <a:pt x="1373181" y="111662"/>
                </a:lnTo>
                <a:lnTo>
                  <a:pt x="1373066" y="111211"/>
                </a:lnTo>
                <a:lnTo>
                  <a:pt x="1372956" y="110754"/>
                </a:lnTo>
                <a:lnTo>
                  <a:pt x="1372850" y="110293"/>
                </a:lnTo>
                <a:lnTo>
                  <a:pt x="1372750" y="109827"/>
                </a:lnTo>
                <a:lnTo>
                  <a:pt x="1372655" y="109356"/>
                </a:lnTo>
                <a:lnTo>
                  <a:pt x="1372565" y="108880"/>
                </a:lnTo>
                <a:lnTo>
                  <a:pt x="1372481" y="108399"/>
                </a:lnTo>
                <a:lnTo>
                  <a:pt x="1372401" y="107913"/>
                </a:lnTo>
                <a:lnTo>
                  <a:pt x="1372327" y="107422"/>
                </a:lnTo>
                <a:lnTo>
                  <a:pt x="1372258" y="106926"/>
                </a:lnTo>
                <a:lnTo>
                  <a:pt x="1372193" y="106425"/>
                </a:lnTo>
                <a:lnTo>
                  <a:pt x="1372134" y="105919"/>
                </a:lnTo>
                <a:lnTo>
                  <a:pt x="1372080" y="105408"/>
                </a:lnTo>
                <a:lnTo>
                  <a:pt x="1372032" y="104892"/>
                </a:lnTo>
                <a:lnTo>
                  <a:pt x="1371988" y="104371"/>
                </a:lnTo>
                <a:lnTo>
                  <a:pt x="1371950" y="103845"/>
                </a:lnTo>
                <a:lnTo>
                  <a:pt x="1371916" y="103314"/>
                </a:lnTo>
                <a:lnTo>
                  <a:pt x="1371888" y="102779"/>
                </a:lnTo>
                <a:lnTo>
                  <a:pt x="1371865" y="102238"/>
                </a:lnTo>
                <a:lnTo>
                  <a:pt x="1371847" y="101692"/>
                </a:lnTo>
                <a:lnTo>
                  <a:pt x="1371834" y="101141"/>
                </a:lnTo>
                <a:lnTo>
                  <a:pt x="1371826" y="100585"/>
                </a:lnTo>
                <a:lnTo>
                  <a:pt x="1371824" y="100024"/>
                </a:lnTo>
                <a:lnTo>
                  <a:pt x="1371824" y="37248"/>
                </a:lnTo>
                <a:lnTo>
                  <a:pt x="1355269" y="37248"/>
                </a:lnTo>
                <a:lnTo>
                  <a:pt x="1355269" y="102011"/>
                </a:lnTo>
                <a:lnTo>
                  <a:pt x="1355282" y="103398"/>
                </a:lnTo>
                <a:lnTo>
                  <a:pt x="1355320" y="104761"/>
                </a:lnTo>
                <a:lnTo>
                  <a:pt x="1355385" y="106098"/>
                </a:lnTo>
                <a:lnTo>
                  <a:pt x="1355474" y="107410"/>
                </a:lnTo>
                <a:lnTo>
                  <a:pt x="1355590" y="108697"/>
                </a:lnTo>
                <a:lnTo>
                  <a:pt x="1355731" y="109960"/>
                </a:lnTo>
                <a:lnTo>
                  <a:pt x="1355898" y="111197"/>
                </a:lnTo>
                <a:lnTo>
                  <a:pt x="1356090" y="112408"/>
                </a:lnTo>
                <a:lnTo>
                  <a:pt x="1356308" y="113595"/>
                </a:lnTo>
                <a:lnTo>
                  <a:pt x="1356552" y="114757"/>
                </a:lnTo>
                <a:lnTo>
                  <a:pt x="1356822" y="115893"/>
                </a:lnTo>
                <a:lnTo>
                  <a:pt x="1357117" y="117005"/>
                </a:lnTo>
                <a:lnTo>
                  <a:pt x="1357438" y="118091"/>
                </a:lnTo>
                <a:lnTo>
                  <a:pt x="1357784" y="119153"/>
                </a:lnTo>
                <a:lnTo>
                  <a:pt x="1358156" y="120189"/>
                </a:lnTo>
                <a:lnTo>
                  <a:pt x="1358554" y="121200"/>
                </a:lnTo>
                <a:lnTo>
                  <a:pt x="1358977" y="122186"/>
                </a:lnTo>
                <a:lnTo>
                  <a:pt x="1359426" y="123147"/>
                </a:lnTo>
                <a:lnTo>
                  <a:pt x="1359901" y="124083"/>
                </a:lnTo>
                <a:lnTo>
                  <a:pt x="1360401" y="124994"/>
                </a:lnTo>
                <a:lnTo>
                  <a:pt x="1360927" y="125879"/>
                </a:lnTo>
                <a:lnTo>
                  <a:pt x="1361479" y="126740"/>
                </a:lnTo>
                <a:lnTo>
                  <a:pt x="1362057" y="127575"/>
                </a:lnTo>
                <a:lnTo>
                  <a:pt x="1362660" y="128386"/>
                </a:lnTo>
                <a:lnTo>
                  <a:pt x="1363292" y="129167"/>
                </a:lnTo>
                <a:lnTo>
                  <a:pt x="1363956" y="129914"/>
                </a:lnTo>
                <a:lnTo>
                  <a:pt x="1364652" y="130629"/>
                </a:lnTo>
                <a:lnTo>
                  <a:pt x="1365380" y="131310"/>
                </a:lnTo>
                <a:lnTo>
                  <a:pt x="1366141" y="131958"/>
                </a:lnTo>
                <a:lnTo>
                  <a:pt x="1366934" y="132573"/>
                </a:lnTo>
                <a:lnTo>
                  <a:pt x="1367759" y="133154"/>
                </a:lnTo>
                <a:lnTo>
                  <a:pt x="1368616" y="133703"/>
                </a:lnTo>
                <a:lnTo>
                  <a:pt x="1369505" y="134218"/>
                </a:lnTo>
                <a:lnTo>
                  <a:pt x="1370427" y="134700"/>
                </a:lnTo>
                <a:lnTo>
                  <a:pt x="1371380" y="135148"/>
                </a:lnTo>
                <a:lnTo>
                  <a:pt x="1372366" y="135564"/>
                </a:lnTo>
                <a:lnTo>
                  <a:pt x="1373384" y="135946"/>
                </a:lnTo>
                <a:lnTo>
                  <a:pt x="1374434" y="136295"/>
                </a:lnTo>
                <a:lnTo>
                  <a:pt x="1375516" y="136610"/>
                </a:lnTo>
                <a:lnTo>
                  <a:pt x="1376630" y="136893"/>
                </a:lnTo>
                <a:lnTo>
                  <a:pt x="1377777" y="137142"/>
                </a:lnTo>
                <a:lnTo>
                  <a:pt x="1378956" y="137358"/>
                </a:lnTo>
                <a:lnTo>
                  <a:pt x="1380167" y="137541"/>
                </a:lnTo>
                <a:lnTo>
                  <a:pt x="1381410" y="137690"/>
                </a:lnTo>
                <a:lnTo>
                  <a:pt x="1382685" y="137807"/>
                </a:lnTo>
                <a:lnTo>
                  <a:pt x="1383992" y="137890"/>
                </a:lnTo>
                <a:lnTo>
                  <a:pt x="1385332" y="137940"/>
                </a:lnTo>
                <a:lnTo>
                  <a:pt x="1386703" y="137956"/>
                </a:lnTo>
                <a:lnTo>
                  <a:pt x="1387755" y="137947"/>
                </a:lnTo>
                <a:lnTo>
                  <a:pt x="1388792" y="137920"/>
                </a:lnTo>
                <a:lnTo>
                  <a:pt x="1389814" y="137874"/>
                </a:lnTo>
                <a:lnTo>
                  <a:pt x="1390822" y="137810"/>
                </a:lnTo>
                <a:close/>
                <a:moveTo>
                  <a:pt x="1581738" y="138246"/>
                </a:moveTo>
                <a:lnTo>
                  <a:pt x="1581586" y="138734"/>
                </a:lnTo>
                <a:lnTo>
                  <a:pt x="1581423" y="139215"/>
                </a:lnTo>
                <a:lnTo>
                  <a:pt x="1581247" y="139692"/>
                </a:lnTo>
                <a:lnTo>
                  <a:pt x="1581059" y="140162"/>
                </a:lnTo>
                <a:lnTo>
                  <a:pt x="1580860" y="140626"/>
                </a:lnTo>
                <a:lnTo>
                  <a:pt x="1580648" y="141085"/>
                </a:lnTo>
                <a:lnTo>
                  <a:pt x="1580425" y="141538"/>
                </a:lnTo>
                <a:lnTo>
                  <a:pt x="1580189" y="141985"/>
                </a:lnTo>
                <a:lnTo>
                  <a:pt x="1579941" y="142426"/>
                </a:lnTo>
                <a:lnTo>
                  <a:pt x="1579682" y="142861"/>
                </a:lnTo>
                <a:lnTo>
                  <a:pt x="1579410" y="143291"/>
                </a:lnTo>
                <a:lnTo>
                  <a:pt x="1579127" y="143715"/>
                </a:lnTo>
                <a:lnTo>
                  <a:pt x="1578831" y="144133"/>
                </a:lnTo>
                <a:lnTo>
                  <a:pt x="1578524" y="144545"/>
                </a:lnTo>
                <a:lnTo>
                  <a:pt x="1578205" y="144951"/>
                </a:lnTo>
                <a:lnTo>
                  <a:pt x="1577873" y="145352"/>
                </a:lnTo>
                <a:lnTo>
                  <a:pt x="1577530" y="145746"/>
                </a:lnTo>
                <a:lnTo>
                  <a:pt x="1577175" y="146135"/>
                </a:lnTo>
                <a:lnTo>
                  <a:pt x="1576811" y="146518"/>
                </a:lnTo>
                <a:lnTo>
                  <a:pt x="1576442" y="146893"/>
                </a:lnTo>
                <a:lnTo>
                  <a:pt x="1576069" y="147261"/>
                </a:lnTo>
                <a:lnTo>
                  <a:pt x="1575691" y="147621"/>
                </a:lnTo>
                <a:lnTo>
                  <a:pt x="1575308" y="147975"/>
                </a:lnTo>
                <a:lnTo>
                  <a:pt x="1574920" y="148322"/>
                </a:lnTo>
                <a:lnTo>
                  <a:pt x="1574528" y="148661"/>
                </a:lnTo>
                <a:lnTo>
                  <a:pt x="1574131" y="148993"/>
                </a:lnTo>
                <a:lnTo>
                  <a:pt x="1573729" y="149318"/>
                </a:lnTo>
                <a:lnTo>
                  <a:pt x="1573322" y="149635"/>
                </a:lnTo>
                <a:lnTo>
                  <a:pt x="1572910" y="149946"/>
                </a:lnTo>
                <a:lnTo>
                  <a:pt x="1572494" y="150249"/>
                </a:lnTo>
                <a:lnTo>
                  <a:pt x="1572073" y="150545"/>
                </a:lnTo>
                <a:lnTo>
                  <a:pt x="1571647" y="150834"/>
                </a:lnTo>
                <a:lnTo>
                  <a:pt x="1571216" y="151116"/>
                </a:lnTo>
                <a:lnTo>
                  <a:pt x="1570780" y="151391"/>
                </a:lnTo>
                <a:lnTo>
                  <a:pt x="1570340" y="151658"/>
                </a:lnTo>
                <a:lnTo>
                  <a:pt x="1569895" y="151918"/>
                </a:lnTo>
                <a:lnTo>
                  <a:pt x="1569445" y="152171"/>
                </a:lnTo>
                <a:lnTo>
                  <a:pt x="1568990" y="152417"/>
                </a:lnTo>
                <a:lnTo>
                  <a:pt x="1568531" y="152656"/>
                </a:lnTo>
                <a:lnTo>
                  <a:pt x="1568066" y="152887"/>
                </a:lnTo>
                <a:lnTo>
                  <a:pt x="1567597" y="153111"/>
                </a:lnTo>
                <a:lnTo>
                  <a:pt x="1567123" y="153329"/>
                </a:lnTo>
                <a:lnTo>
                  <a:pt x="1571262" y="162591"/>
                </a:lnTo>
                <a:lnTo>
                  <a:pt x="1571843" y="162334"/>
                </a:lnTo>
                <a:lnTo>
                  <a:pt x="1572418" y="162071"/>
                </a:lnTo>
                <a:lnTo>
                  <a:pt x="1572989" y="161802"/>
                </a:lnTo>
                <a:lnTo>
                  <a:pt x="1573555" y="161527"/>
                </a:lnTo>
                <a:lnTo>
                  <a:pt x="1574115" y="161246"/>
                </a:lnTo>
                <a:lnTo>
                  <a:pt x="1574671" y="160959"/>
                </a:lnTo>
                <a:lnTo>
                  <a:pt x="1575222" y="160667"/>
                </a:lnTo>
                <a:lnTo>
                  <a:pt x="1575768" y="160369"/>
                </a:lnTo>
                <a:lnTo>
                  <a:pt x="1576308" y="160065"/>
                </a:lnTo>
                <a:lnTo>
                  <a:pt x="1576844" y="159755"/>
                </a:lnTo>
                <a:lnTo>
                  <a:pt x="1577375" y="159439"/>
                </a:lnTo>
                <a:lnTo>
                  <a:pt x="1577901" y="159118"/>
                </a:lnTo>
                <a:lnTo>
                  <a:pt x="1578422" y="158791"/>
                </a:lnTo>
                <a:lnTo>
                  <a:pt x="1578938" y="158457"/>
                </a:lnTo>
                <a:lnTo>
                  <a:pt x="1579449" y="158119"/>
                </a:lnTo>
                <a:lnTo>
                  <a:pt x="1579956" y="157774"/>
                </a:lnTo>
                <a:lnTo>
                  <a:pt x="1580457" y="157423"/>
                </a:lnTo>
                <a:lnTo>
                  <a:pt x="1580953" y="157067"/>
                </a:lnTo>
                <a:lnTo>
                  <a:pt x="1581444" y="156705"/>
                </a:lnTo>
                <a:lnTo>
                  <a:pt x="1581930" y="156337"/>
                </a:lnTo>
                <a:lnTo>
                  <a:pt x="1582412" y="155963"/>
                </a:lnTo>
                <a:lnTo>
                  <a:pt x="1582888" y="155583"/>
                </a:lnTo>
                <a:lnTo>
                  <a:pt x="1583360" y="155198"/>
                </a:lnTo>
                <a:lnTo>
                  <a:pt x="1583826" y="154807"/>
                </a:lnTo>
                <a:lnTo>
                  <a:pt x="1584286" y="154409"/>
                </a:lnTo>
                <a:lnTo>
                  <a:pt x="1584738" y="154004"/>
                </a:lnTo>
                <a:lnTo>
                  <a:pt x="1585182" y="153591"/>
                </a:lnTo>
                <a:lnTo>
                  <a:pt x="1585619" y="153171"/>
                </a:lnTo>
                <a:lnTo>
                  <a:pt x="1586047" y="152744"/>
                </a:lnTo>
                <a:lnTo>
                  <a:pt x="1586468" y="152309"/>
                </a:lnTo>
                <a:lnTo>
                  <a:pt x="1586881" y="151867"/>
                </a:lnTo>
                <a:lnTo>
                  <a:pt x="1587286" y="151418"/>
                </a:lnTo>
                <a:lnTo>
                  <a:pt x="1587683" y="150961"/>
                </a:lnTo>
                <a:lnTo>
                  <a:pt x="1588072" y="150497"/>
                </a:lnTo>
                <a:lnTo>
                  <a:pt x="1588453" y="150026"/>
                </a:lnTo>
                <a:lnTo>
                  <a:pt x="1588827" y="149547"/>
                </a:lnTo>
                <a:lnTo>
                  <a:pt x="1589193" y="149061"/>
                </a:lnTo>
                <a:lnTo>
                  <a:pt x="1589550" y="148568"/>
                </a:lnTo>
                <a:lnTo>
                  <a:pt x="1589900" y="148067"/>
                </a:lnTo>
                <a:lnTo>
                  <a:pt x="1590242" y="147559"/>
                </a:lnTo>
                <a:lnTo>
                  <a:pt x="1590576" y="147043"/>
                </a:lnTo>
                <a:lnTo>
                  <a:pt x="1590902" y="146520"/>
                </a:lnTo>
                <a:lnTo>
                  <a:pt x="1591221" y="145990"/>
                </a:lnTo>
                <a:lnTo>
                  <a:pt x="1591531" y="145452"/>
                </a:lnTo>
                <a:lnTo>
                  <a:pt x="1591834" y="144907"/>
                </a:lnTo>
                <a:lnTo>
                  <a:pt x="1592129" y="144355"/>
                </a:lnTo>
                <a:lnTo>
                  <a:pt x="1592416" y="143795"/>
                </a:lnTo>
                <a:lnTo>
                  <a:pt x="1592695" y="143228"/>
                </a:lnTo>
                <a:lnTo>
                  <a:pt x="1592964" y="142653"/>
                </a:lnTo>
                <a:lnTo>
                  <a:pt x="1593222" y="142069"/>
                </a:lnTo>
                <a:lnTo>
                  <a:pt x="1593468" y="141477"/>
                </a:lnTo>
                <a:lnTo>
                  <a:pt x="1593703" y="140876"/>
                </a:lnTo>
                <a:lnTo>
                  <a:pt x="1593927" y="140266"/>
                </a:lnTo>
                <a:lnTo>
                  <a:pt x="1594139" y="139647"/>
                </a:lnTo>
                <a:lnTo>
                  <a:pt x="1594339" y="139019"/>
                </a:lnTo>
                <a:lnTo>
                  <a:pt x="1594529" y="138383"/>
                </a:lnTo>
                <a:lnTo>
                  <a:pt x="1594706" y="137738"/>
                </a:lnTo>
                <a:lnTo>
                  <a:pt x="1594872" y="137085"/>
                </a:lnTo>
                <a:lnTo>
                  <a:pt x="1595027" y="136423"/>
                </a:lnTo>
                <a:lnTo>
                  <a:pt x="1595170" y="135751"/>
                </a:lnTo>
                <a:lnTo>
                  <a:pt x="1595302" y="135072"/>
                </a:lnTo>
                <a:lnTo>
                  <a:pt x="1595423" y="134383"/>
                </a:lnTo>
                <a:lnTo>
                  <a:pt x="1595532" y="133686"/>
                </a:lnTo>
                <a:lnTo>
                  <a:pt x="1595629" y="132980"/>
                </a:lnTo>
                <a:lnTo>
                  <a:pt x="1595715" y="132265"/>
                </a:lnTo>
                <a:lnTo>
                  <a:pt x="1595789" y="131542"/>
                </a:lnTo>
                <a:lnTo>
                  <a:pt x="1595852" y="130810"/>
                </a:lnTo>
                <a:lnTo>
                  <a:pt x="1595904" y="130069"/>
                </a:lnTo>
                <a:lnTo>
                  <a:pt x="1595944" y="129319"/>
                </a:lnTo>
                <a:lnTo>
                  <a:pt x="1595973" y="128561"/>
                </a:lnTo>
                <a:lnTo>
                  <a:pt x="1595990" y="127794"/>
                </a:lnTo>
                <a:lnTo>
                  <a:pt x="1595996" y="127018"/>
                </a:lnTo>
                <a:lnTo>
                  <a:pt x="1595990" y="126360"/>
                </a:lnTo>
                <a:lnTo>
                  <a:pt x="1595971" y="125717"/>
                </a:lnTo>
                <a:lnTo>
                  <a:pt x="1595940" y="125088"/>
                </a:lnTo>
                <a:lnTo>
                  <a:pt x="1595897" y="124473"/>
                </a:lnTo>
                <a:lnTo>
                  <a:pt x="1595842" y="123872"/>
                </a:lnTo>
                <a:lnTo>
                  <a:pt x="1595774" y="123286"/>
                </a:lnTo>
                <a:lnTo>
                  <a:pt x="1595694" y="122714"/>
                </a:lnTo>
                <a:lnTo>
                  <a:pt x="1595602" y="122157"/>
                </a:lnTo>
                <a:lnTo>
                  <a:pt x="1595497" y="121614"/>
                </a:lnTo>
                <a:lnTo>
                  <a:pt x="1595380" y="121085"/>
                </a:lnTo>
                <a:lnTo>
                  <a:pt x="1595251" y="120571"/>
                </a:lnTo>
                <a:lnTo>
                  <a:pt x="1595109" y="120071"/>
                </a:lnTo>
                <a:lnTo>
                  <a:pt x="1594955" y="119586"/>
                </a:lnTo>
                <a:lnTo>
                  <a:pt x="1594789" y="119115"/>
                </a:lnTo>
                <a:lnTo>
                  <a:pt x="1594610" y="118658"/>
                </a:lnTo>
                <a:lnTo>
                  <a:pt x="1594419" y="118215"/>
                </a:lnTo>
                <a:lnTo>
                  <a:pt x="1594216" y="117787"/>
                </a:lnTo>
                <a:lnTo>
                  <a:pt x="1594000" y="117374"/>
                </a:lnTo>
                <a:lnTo>
                  <a:pt x="1593772" y="116974"/>
                </a:lnTo>
                <a:lnTo>
                  <a:pt x="1593532" y="116590"/>
                </a:lnTo>
                <a:lnTo>
                  <a:pt x="1593280" y="116219"/>
                </a:lnTo>
                <a:lnTo>
                  <a:pt x="1593015" y="115863"/>
                </a:lnTo>
                <a:lnTo>
                  <a:pt x="1592738" y="115521"/>
                </a:lnTo>
                <a:lnTo>
                  <a:pt x="1592448" y="115194"/>
                </a:lnTo>
                <a:lnTo>
                  <a:pt x="1592149" y="114880"/>
                </a:lnTo>
                <a:lnTo>
                  <a:pt x="1591844" y="114580"/>
                </a:lnTo>
                <a:lnTo>
                  <a:pt x="1591532" y="114293"/>
                </a:lnTo>
                <a:lnTo>
                  <a:pt x="1591214" y="114019"/>
                </a:lnTo>
                <a:lnTo>
                  <a:pt x="1590889" y="113759"/>
                </a:lnTo>
                <a:lnTo>
                  <a:pt x="1590558" y="113512"/>
                </a:lnTo>
                <a:lnTo>
                  <a:pt x="1590220" y="113279"/>
                </a:lnTo>
                <a:lnTo>
                  <a:pt x="1589875" y="113058"/>
                </a:lnTo>
                <a:lnTo>
                  <a:pt x="1589524" y="112852"/>
                </a:lnTo>
                <a:lnTo>
                  <a:pt x="1589167" y="112658"/>
                </a:lnTo>
                <a:lnTo>
                  <a:pt x="1588803" y="112478"/>
                </a:lnTo>
                <a:lnTo>
                  <a:pt x="1588433" y="112311"/>
                </a:lnTo>
                <a:lnTo>
                  <a:pt x="1588056" y="112158"/>
                </a:lnTo>
                <a:lnTo>
                  <a:pt x="1587673" y="112018"/>
                </a:lnTo>
                <a:lnTo>
                  <a:pt x="1587283" y="111891"/>
                </a:lnTo>
                <a:lnTo>
                  <a:pt x="1586886" y="111777"/>
                </a:lnTo>
                <a:lnTo>
                  <a:pt x="1586483" y="111677"/>
                </a:lnTo>
                <a:lnTo>
                  <a:pt x="1586074" y="111591"/>
                </a:lnTo>
                <a:lnTo>
                  <a:pt x="1585658" y="111517"/>
                </a:lnTo>
                <a:lnTo>
                  <a:pt x="1585236" y="111457"/>
                </a:lnTo>
                <a:lnTo>
                  <a:pt x="1584807" y="111410"/>
                </a:lnTo>
                <a:lnTo>
                  <a:pt x="1584371" y="111377"/>
                </a:lnTo>
                <a:lnTo>
                  <a:pt x="1583930" y="111357"/>
                </a:lnTo>
                <a:lnTo>
                  <a:pt x="1583481" y="111350"/>
                </a:lnTo>
                <a:lnTo>
                  <a:pt x="1583025" y="111357"/>
                </a:lnTo>
                <a:lnTo>
                  <a:pt x="1582574" y="111375"/>
                </a:lnTo>
                <a:lnTo>
                  <a:pt x="1582131" y="111405"/>
                </a:lnTo>
                <a:lnTo>
                  <a:pt x="1581694" y="111448"/>
                </a:lnTo>
                <a:lnTo>
                  <a:pt x="1581263" y="111502"/>
                </a:lnTo>
                <a:lnTo>
                  <a:pt x="1580839" y="111569"/>
                </a:lnTo>
                <a:lnTo>
                  <a:pt x="1580421" y="111648"/>
                </a:lnTo>
                <a:lnTo>
                  <a:pt x="1580010" y="111739"/>
                </a:lnTo>
                <a:lnTo>
                  <a:pt x="1579606" y="111842"/>
                </a:lnTo>
                <a:lnTo>
                  <a:pt x="1579208" y="111958"/>
                </a:lnTo>
                <a:lnTo>
                  <a:pt x="1578816" y="112085"/>
                </a:lnTo>
                <a:lnTo>
                  <a:pt x="1578431" y="112225"/>
                </a:lnTo>
                <a:lnTo>
                  <a:pt x="1578052" y="112377"/>
                </a:lnTo>
                <a:lnTo>
                  <a:pt x="1577680" y="112541"/>
                </a:lnTo>
                <a:lnTo>
                  <a:pt x="1577315" y="112717"/>
                </a:lnTo>
                <a:lnTo>
                  <a:pt x="1576956" y="112905"/>
                </a:lnTo>
                <a:lnTo>
                  <a:pt x="1576603" y="113106"/>
                </a:lnTo>
                <a:lnTo>
                  <a:pt x="1576257" y="113318"/>
                </a:lnTo>
                <a:lnTo>
                  <a:pt x="1575917" y="113543"/>
                </a:lnTo>
                <a:lnTo>
                  <a:pt x="1575584" y="113780"/>
                </a:lnTo>
                <a:lnTo>
                  <a:pt x="1575258" y="114029"/>
                </a:lnTo>
                <a:lnTo>
                  <a:pt x="1574938" y="114290"/>
                </a:lnTo>
                <a:lnTo>
                  <a:pt x="1574624" y="114563"/>
                </a:lnTo>
                <a:lnTo>
                  <a:pt x="1574317" y="114849"/>
                </a:lnTo>
                <a:lnTo>
                  <a:pt x="1574019" y="115143"/>
                </a:lnTo>
                <a:lnTo>
                  <a:pt x="1573735" y="115445"/>
                </a:lnTo>
                <a:lnTo>
                  <a:pt x="1573462" y="115753"/>
                </a:lnTo>
                <a:lnTo>
                  <a:pt x="1573203" y="116068"/>
                </a:lnTo>
                <a:lnTo>
                  <a:pt x="1572956" y="116390"/>
                </a:lnTo>
                <a:lnTo>
                  <a:pt x="1572722" y="116718"/>
                </a:lnTo>
                <a:lnTo>
                  <a:pt x="1572500" y="117053"/>
                </a:lnTo>
                <a:lnTo>
                  <a:pt x="1572291" y="117394"/>
                </a:lnTo>
                <a:lnTo>
                  <a:pt x="1572095" y="117742"/>
                </a:lnTo>
                <a:lnTo>
                  <a:pt x="1571912" y="118097"/>
                </a:lnTo>
                <a:lnTo>
                  <a:pt x="1571741" y="118459"/>
                </a:lnTo>
                <a:lnTo>
                  <a:pt x="1571582" y="118827"/>
                </a:lnTo>
                <a:lnTo>
                  <a:pt x="1571437" y="119202"/>
                </a:lnTo>
                <a:lnTo>
                  <a:pt x="1571304" y="119584"/>
                </a:lnTo>
                <a:lnTo>
                  <a:pt x="1571184" y="119972"/>
                </a:lnTo>
                <a:lnTo>
                  <a:pt x="1571076" y="120367"/>
                </a:lnTo>
                <a:lnTo>
                  <a:pt x="1570981" y="120768"/>
                </a:lnTo>
                <a:lnTo>
                  <a:pt x="1570899" y="121177"/>
                </a:lnTo>
                <a:lnTo>
                  <a:pt x="1570829" y="121592"/>
                </a:lnTo>
                <a:lnTo>
                  <a:pt x="1570772" y="122013"/>
                </a:lnTo>
                <a:lnTo>
                  <a:pt x="1570728" y="122442"/>
                </a:lnTo>
                <a:lnTo>
                  <a:pt x="1570696" y="122877"/>
                </a:lnTo>
                <a:lnTo>
                  <a:pt x="1570677" y="123318"/>
                </a:lnTo>
                <a:lnTo>
                  <a:pt x="1570671" y="123767"/>
                </a:lnTo>
                <a:lnTo>
                  <a:pt x="1570677" y="124199"/>
                </a:lnTo>
                <a:lnTo>
                  <a:pt x="1570696" y="124626"/>
                </a:lnTo>
                <a:lnTo>
                  <a:pt x="1570728" y="125047"/>
                </a:lnTo>
                <a:lnTo>
                  <a:pt x="1570772" y="125462"/>
                </a:lnTo>
                <a:lnTo>
                  <a:pt x="1570829" y="125872"/>
                </a:lnTo>
                <a:lnTo>
                  <a:pt x="1570899" y="126276"/>
                </a:lnTo>
                <a:lnTo>
                  <a:pt x="1570981" y="126675"/>
                </a:lnTo>
                <a:lnTo>
                  <a:pt x="1571076" y="127068"/>
                </a:lnTo>
                <a:lnTo>
                  <a:pt x="1571184" y="127455"/>
                </a:lnTo>
                <a:lnTo>
                  <a:pt x="1571304" y="127836"/>
                </a:lnTo>
                <a:lnTo>
                  <a:pt x="1571437" y="128212"/>
                </a:lnTo>
                <a:lnTo>
                  <a:pt x="1571582" y="128583"/>
                </a:lnTo>
                <a:lnTo>
                  <a:pt x="1571741" y="128947"/>
                </a:lnTo>
                <a:lnTo>
                  <a:pt x="1571912" y="129306"/>
                </a:lnTo>
                <a:lnTo>
                  <a:pt x="1572095" y="129660"/>
                </a:lnTo>
                <a:lnTo>
                  <a:pt x="1572291" y="130007"/>
                </a:lnTo>
                <a:lnTo>
                  <a:pt x="1572500" y="130349"/>
                </a:lnTo>
                <a:lnTo>
                  <a:pt x="1572722" y="130686"/>
                </a:lnTo>
                <a:lnTo>
                  <a:pt x="1572956" y="131017"/>
                </a:lnTo>
                <a:lnTo>
                  <a:pt x="1573203" y="131342"/>
                </a:lnTo>
                <a:lnTo>
                  <a:pt x="1573462" y="131661"/>
                </a:lnTo>
                <a:lnTo>
                  <a:pt x="1573735" y="131975"/>
                </a:lnTo>
                <a:lnTo>
                  <a:pt x="1574019" y="132283"/>
                </a:lnTo>
                <a:lnTo>
                  <a:pt x="1574317" y="132586"/>
                </a:lnTo>
                <a:lnTo>
                  <a:pt x="1574624" y="132879"/>
                </a:lnTo>
                <a:lnTo>
                  <a:pt x="1574938" y="133160"/>
                </a:lnTo>
                <a:lnTo>
                  <a:pt x="1575258" y="133429"/>
                </a:lnTo>
                <a:lnTo>
                  <a:pt x="1575584" y="133685"/>
                </a:lnTo>
                <a:lnTo>
                  <a:pt x="1575917" y="133928"/>
                </a:lnTo>
                <a:lnTo>
                  <a:pt x="1576257" y="134159"/>
                </a:lnTo>
                <a:lnTo>
                  <a:pt x="1576603" y="134378"/>
                </a:lnTo>
                <a:lnTo>
                  <a:pt x="1576956" y="134584"/>
                </a:lnTo>
                <a:lnTo>
                  <a:pt x="1577315" y="134778"/>
                </a:lnTo>
                <a:lnTo>
                  <a:pt x="1577680" y="134959"/>
                </a:lnTo>
                <a:lnTo>
                  <a:pt x="1578052" y="135127"/>
                </a:lnTo>
                <a:lnTo>
                  <a:pt x="1578431" y="135283"/>
                </a:lnTo>
                <a:lnTo>
                  <a:pt x="1578816" y="135427"/>
                </a:lnTo>
                <a:lnTo>
                  <a:pt x="1579208" y="135558"/>
                </a:lnTo>
                <a:lnTo>
                  <a:pt x="1579606" y="135677"/>
                </a:lnTo>
                <a:lnTo>
                  <a:pt x="1580010" y="135783"/>
                </a:lnTo>
                <a:lnTo>
                  <a:pt x="1580421" y="135877"/>
                </a:lnTo>
                <a:lnTo>
                  <a:pt x="1580839" y="135958"/>
                </a:lnTo>
                <a:lnTo>
                  <a:pt x="1581263" y="136026"/>
                </a:lnTo>
                <a:lnTo>
                  <a:pt x="1581694" y="136083"/>
                </a:lnTo>
                <a:lnTo>
                  <a:pt x="1582131" y="136126"/>
                </a:lnTo>
                <a:lnTo>
                  <a:pt x="1582244" y="136134"/>
                </a:lnTo>
                <a:lnTo>
                  <a:pt x="1582225" y="136237"/>
                </a:lnTo>
                <a:lnTo>
                  <a:pt x="1582122" y="136748"/>
                </a:lnTo>
                <a:lnTo>
                  <a:pt x="1582006" y="137253"/>
                </a:lnTo>
                <a:lnTo>
                  <a:pt x="1581878" y="137752"/>
                </a:lnTo>
                <a:lnTo>
                  <a:pt x="1581738" y="13824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" name="Text thentheentiregrid">
            <a:extLst xmlns:a="http://schemas.openxmlformats.org/drawingml/2006/main">
              <a:ext uri="{FF2B5EF4-FFF2-40B4-BE49-F238E27FC236}">
                <a16:creationId xmlns:a16="http://schemas.microsoft.com/office/drawing/2014/main" id="{1BA9ECAB-C168-4437-A7EB-603A5B9A5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0145" y="6637198"/>
            <a:ext cx="1605620" cy="173513"/>
          </a:xfrm>
          <a:custGeom xmlns:a="http://schemas.openxmlformats.org/drawingml/2006/main">
            <a:pathLst>
              <a:path w="1605620" h="173513">
                <a:moveTo>
                  <a:pt x="1061603" y="19061"/>
                </a:moveTo>
                <a:lnTo>
                  <a:pt x="1061962" y="19019"/>
                </a:lnTo>
                <a:lnTo>
                  <a:pt x="1062314" y="18967"/>
                </a:lnTo>
                <a:lnTo>
                  <a:pt x="1062660" y="18906"/>
                </a:lnTo>
                <a:lnTo>
                  <a:pt x="1063001" y="18835"/>
                </a:lnTo>
                <a:lnTo>
                  <a:pt x="1063334" y="18755"/>
                </a:lnTo>
                <a:lnTo>
                  <a:pt x="1063662" y="18666"/>
                </a:lnTo>
                <a:lnTo>
                  <a:pt x="1063984" y="18567"/>
                </a:lnTo>
                <a:lnTo>
                  <a:pt x="1064299" y="18459"/>
                </a:lnTo>
                <a:lnTo>
                  <a:pt x="1064609" y="18341"/>
                </a:lnTo>
                <a:lnTo>
                  <a:pt x="1064912" y="18214"/>
                </a:lnTo>
                <a:lnTo>
                  <a:pt x="1065209" y="18077"/>
                </a:lnTo>
                <a:lnTo>
                  <a:pt x="1065500" y="17931"/>
                </a:lnTo>
                <a:lnTo>
                  <a:pt x="1065784" y="17776"/>
                </a:lnTo>
                <a:lnTo>
                  <a:pt x="1066063" y="17611"/>
                </a:lnTo>
                <a:lnTo>
                  <a:pt x="1066335" y="17437"/>
                </a:lnTo>
                <a:lnTo>
                  <a:pt x="1066601" y="17253"/>
                </a:lnTo>
                <a:lnTo>
                  <a:pt x="1066861" y="17060"/>
                </a:lnTo>
                <a:lnTo>
                  <a:pt x="1067115" y="16857"/>
                </a:lnTo>
                <a:lnTo>
                  <a:pt x="1067362" y="16645"/>
                </a:lnTo>
                <a:lnTo>
                  <a:pt x="1067604" y="16424"/>
                </a:lnTo>
                <a:lnTo>
                  <a:pt x="1067837" y="16195"/>
                </a:lnTo>
                <a:lnTo>
                  <a:pt x="1068061" y="15962"/>
                </a:lnTo>
                <a:lnTo>
                  <a:pt x="1068274" y="15724"/>
                </a:lnTo>
                <a:lnTo>
                  <a:pt x="1068478" y="15480"/>
                </a:lnTo>
                <a:lnTo>
                  <a:pt x="1068672" y="15232"/>
                </a:lnTo>
                <a:lnTo>
                  <a:pt x="1068855" y="14978"/>
                </a:lnTo>
                <a:lnTo>
                  <a:pt x="1069029" y="14720"/>
                </a:lnTo>
                <a:lnTo>
                  <a:pt x="1069193" y="14457"/>
                </a:lnTo>
                <a:lnTo>
                  <a:pt x="1069347" y="14188"/>
                </a:lnTo>
                <a:lnTo>
                  <a:pt x="1069491" y="13915"/>
                </a:lnTo>
                <a:lnTo>
                  <a:pt x="1069625" y="13637"/>
                </a:lnTo>
                <a:lnTo>
                  <a:pt x="1069749" y="13354"/>
                </a:lnTo>
                <a:lnTo>
                  <a:pt x="1069864" y="13066"/>
                </a:lnTo>
                <a:lnTo>
                  <a:pt x="1069968" y="12773"/>
                </a:lnTo>
                <a:lnTo>
                  <a:pt x="1070062" y="12474"/>
                </a:lnTo>
                <a:lnTo>
                  <a:pt x="1070147" y="12171"/>
                </a:lnTo>
                <a:lnTo>
                  <a:pt x="1070221" y="11863"/>
                </a:lnTo>
                <a:lnTo>
                  <a:pt x="1070286" y="11550"/>
                </a:lnTo>
                <a:lnTo>
                  <a:pt x="1070340" y="11233"/>
                </a:lnTo>
                <a:lnTo>
                  <a:pt x="1070385" y="10910"/>
                </a:lnTo>
                <a:lnTo>
                  <a:pt x="1070420" y="10582"/>
                </a:lnTo>
                <a:lnTo>
                  <a:pt x="1070445" y="10249"/>
                </a:lnTo>
                <a:lnTo>
                  <a:pt x="1070460" y="9911"/>
                </a:lnTo>
                <a:lnTo>
                  <a:pt x="1070465" y="9568"/>
                </a:lnTo>
                <a:lnTo>
                  <a:pt x="1070460" y="9226"/>
                </a:lnTo>
                <a:lnTo>
                  <a:pt x="1070445" y="8888"/>
                </a:lnTo>
                <a:lnTo>
                  <a:pt x="1070420" y="8555"/>
                </a:lnTo>
                <a:lnTo>
                  <a:pt x="1070385" y="8227"/>
                </a:lnTo>
                <a:lnTo>
                  <a:pt x="1070340" y="7904"/>
                </a:lnTo>
                <a:lnTo>
                  <a:pt x="1070286" y="7586"/>
                </a:lnTo>
                <a:lnTo>
                  <a:pt x="1070221" y="7273"/>
                </a:lnTo>
                <a:lnTo>
                  <a:pt x="1070147" y="6965"/>
                </a:lnTo>
                <a:lnTo>
                  <a:pt x="1070062" y="6662"/>
                </a:lnTo>
                <a:lnTo>
                  <a:pt x="1069968" y="6364"/>
                </a:lnTo>
                <a:lnTo>
                  <a:pt x="1069864" y="6071"/>
                </a:lnTo>
                <a:lnTo>
                  <a:pt x="1069749" y="5783"/>
                </a:lnTo>
                <a:lnTo>
                  <a:pt x="1069625" y="5500"/>
                </a:lnTo>
                <a:lnTo>
                  <a:pt x="1069491" y="5222"/>
                </a:lnTo>
                <a:lnTo>
                  <a:pt x="1069347" y="4948"/>
                </a:lnTo>
                <a:lnTo>
                  <a:pt x="1069193" y="4680"/>
                </a:lnTo>
                <a:lnTo>
                  <a:pt x="1069029" y="4417"/>
                </a:lnTo>
                <a:lnTo>
                  <a:pt x="1068855" y="4158"/>
                </a:lnTo>
                <a:lnTo>
                  <a:pt x="1068672" y="3905"/>
                </a:lnTo>
                <a:lnTo>
                  <a:pt x="1068478" y="3657"/>
                </a:lnTo>
                <a:lnTo>
                  <a:pt x="1068274" y="3413"/>
                </a:lnTo>
                <a:lnTo>
                  <a:pt x="1068061" y="3175"/>
                </a:lnTo>
                <a:lnTo>
                  <a:pt x="1067837" y="2941"/>
                </a:lnTo>
                <a:lnTo>
                  <a:pt x="1067604" y="2713"/>
                </a:lnTo>
                <a:lnTo>
                  <a:pt x="1067362" y="2491"/>
                </a:lnTo>
                <a:lnTo>
                  <a:pt x="1067115" y="2279"/>
                </a:lnTo>
                <a:lnTo>
                  <a:pt x="1066861" y="2077"/>
                </a:lnTo>
                <a:lnTo>
                  <a:pt x="1066601" y="1884"/>
                </a:lnTo>
                <a:lnTo>
                  <a:pt x="1066335" y="1700"/>
                </a:lnTo>
                <a:lnTo>
                  <a:pt x="1066063" y="1526"/>
                </a:lnTo>
                <a:lnTo>
                  <a:pt x="1065784" y="1361"/>
                </a:lnTo>
                <a:lnTo>
                  <a:pt x="1065500" y="1206"/>
                </a:lnTo>
                <a:lnTo>
                  <a:pt x="1065209" y="1060"/>
                </a:lnTo>
                <a:lnTo>
                  <a:pt x="1064912" y="923"/>
                </a:lnTo>
                <a:lnTo>
                  <a:pt x="1064609" y="796"/>
                </a:lnTo>
                <a:lnTo>
                  <a:pt x="1064299" y="678"/>
                </a:lnTo>
                <a:lnTo>
                  <a:pt x="1063984" y="570"/>
                </a:lnTo>
                <a:lnTo>
                  <a:pt x="1063662" y="471"/>
                </a:lnTo>
                <a:lnTo>
                  <a:pt x="1063334" y="381"/>
                </a:lnTo>
                <a:lnTo>
                  <a:pt x="1063001" y="301"/>
                </a:lnTo>
                <a:lnTo>
                  <a:pt x="1062660" y="231"/>
                </a:lnTo>
                <a:lnTo>
                  <a:pt x="1062314" y="170"/>
                </a:lnTo>
                <a:lnTo>
                  <a:pt x="1061962" y="118"/>
                </a:lnTo>
                <a:lnTo>
                  <a:pt x="1061603" y="75"/>
                </a:lnTo>
                <a:lnTo>
                  <a:pt x="1061238" y="42"/>
                </a:lnTo>
                <a:lnTo>
                  <a:pt x="1060867" y="19"/>
                </a:lnTo>
                <a:lnTo>
                  <a:pt x="1060490" y="5"/>
                </a:lnTo>
                <a:lnTo>
                  <a:pt x="1060107" y="0"/>
                </a:lnTo>
                <a:lnTo>
                  <a:pt x="1059724" y="5"/>
                </a:lnTo>
                <a:lnTo>
                  <a:pt x="1059347" y="19"/>
                </a:lnTo>
                <a:lnTo>
                  <a:pt x="1058976" y="42"/>
                </a:lnTo>
                <a:lnTo>
                  <a:pt x="1058612" y="75"/>
                </a:lnTo>
                <a:lnTo>
                  <a:pt x="1058254" y="118"/>
                </a:lnTo>
                <a:lnTo>
                  <a:pt x="1057903" y="170"/>
                </a:lnTo>
                <a:lnTo>
                  <a:pt x="1057558" y="231"/>
                </a:lnTo>
                <a:lnTo>
                  <a:pt x="1057219" y="301"/>
                </a:lnTo>
                <a:lnTo>
                  <a:pt x="1056886" y="381"/>
                </a:lnTo>
                <a:lnTo>
                  <a:pt x="1056560" y="471"/>
                </a:lnTo>
                <a:lnTo>
                  <a:pt x="1056241" y="570"/>
                </a:lnTo>
                <a:lnTo>
                  <a:pt x="1055927" y="678"/>
                </a:lnTo>
                <a:lnTo>
                  <a:pt x="1055620" y="796"/>
                </a:lnTo>
                <a:lnTo>
                  <a:pt x="1055319" y="923"/>
                </a:lnTo>
                <a:lnTo>
                  <a:pt x="1055025" y="1060"/>
                </a:lnTo>
                <a:lnTo>
                  <a:pt x="1054736" y="1206"/>
                </a:lnTo>
                <a:lnTo>
                  <a:pt x="1054455" y="1361"/>
                </a:lnTo>
                <a:lnTo>
                  <a:pt x="1054179" y="1526"/>
                </a:lnTo>
                <a:lnTo>
                  <a:pt x="1053910" y="1700"/>
                </a:lnTo>
                <a:lnTo>
                  <a:pt x="1053647" y="1884"/>
                </a:lnTo>
                <a:lnTo>
                  <a:pt x="1053391" y="2077"/>
                </a:lnTo>
                <a:lnTo>
                  <a:pt x="1053141" y="2279"/>
                </a:lnTo>
                <a:lnTo>
                  <a:pt x="1052897" y="2491"/>
                </a:lnTo>
                <a:lnTo>
                  <a:pt x="1052659" y="2713"/>
                </a:lnTo>
                <a:lnTo>
                  <a:pt x="1052430" y="2941"/>
                </a:lnTo>
                <a:lnTo>
                  <a:pt x="1052210" y="3175"/>
                </a:lnTo>
                <a:lnTo>
                  <a:pt x="1052001" y="3413"/>
                </a:lnTo>
                <a:lnTo>
                  <a:pt x="1051800" y="3657"/>
                </a:lnTo>
                <a:lnTo>
                  <a:pt x="1051610" y="3905"/>
                </a:lnTo>
                <a:lnTo>
                  <a:pt x="1051430" y="4158"/>
                </a:lnTo>
                <a:lnTo>
                  <a:pt x="1051259" y="4417"/>
                </a:lnTo>
                <a:lnTo>
                  <a:pt x="1051098" y="4680"/>
                </a:lnTo>
                <a:lnTo>
                  <a:pt x="1050946" y="4948"/>
                </a:lnTo>
                <a:lnTo>
                  <a:pt x="1050805" y="5222"/>
                </a:lnTo>
                <a:lnTo>
                  <a:pt x="1050673" y="5500"/>
                </a:lnTo>
                <a:lnTo>
                  <a:pt x="1050551" y="5783"/>
                </a:lnTo>
                <a:lnTo>
                  <a:pt x="1050439" y="6071"/>
                </a:lnTo>
                <a:lnTo>
                  <a:pt x="1050336" y="6364"/>
                </a:lnTo>
                <a:lnTo>
                  <a:pt x="1050244" y="6662"/>
                </a:lnTo>
                <a:lnTo>
                  <a:pt x="1050161" y="6965"/>
                </a:lnTo>
                <a:lnTo>
                  <a:pt x="1050087" y="7273"/>
                </a:lnTo>
                <a:lnTo>
                  <a:pt x="1050024" y="7586"/>
                </a:lnTo>
                <a:lnTo>
                  <a:pt x="1049970" y="7904"/>
                </a:lnTo>
                <a:lnTo>
                  <a:pt x="1049926" y="8227"/>
                </a:lnTo>
                <a:lnTo>
                  <a:pt x="1049892" y="8555"/>
                </a:lnTo>
                <a:lnTo>
                  <a:pt x="1049868" y="8888"/>
                </a:lnTo>
                <a:lnTo>
                  <a:pt x="1049853" y="9226"/>
                </a:lnTo>
                <a:lnTo>
                  <a:pt x="1049848" y="9568"/>
                </a:lnTo>
                <a:lnTo>
                  <a:pt x="1049853" y="9911"/>
                </a:lnTo>
                <a:lnTo>
                  <a:pt x="1049868" y="10249"/>
                </a:lnTo>
                <a:lnTo>
                  <a:pt x="1049892" y="10582"/>
                </a:lnTo>
                <a:lnTo>
                  <a:pt x="1049926" y="10910"/>
                </a:lnTo>
                <a:lnTo>
                  <a:pt x="1049970" y="11233"/>
                </a:lnTo>
                <a:lnTo>
                  <a:pt x="1050024" y="11550"/>
                </a:lnTo>
                <a:lnTo>
                  <a:pt x="1050087" y="11863"/>
                </a:lnTo>
                <a:lnTo>
                  <a:pt x="1050161" y="12171"/>
                </a:lnTo>
                <a:lnTo>
                  <a:pt x="1050244" y="12474"/>
                </a:lnTo>
                <a:lnTo>
                  <a:pt x="1050336" y="12773"/>
                </a:lnTo>
                <a:lnTo>
                  <a:pt x="1050439" y="13066"/>
                </a:lnTo>
                <a:lnTo>
                  <a:pt x="1050551" y="13354"/>
                </a:lnTo>
                <a:lnTo>
                  <a:pt x="1050673" y="13637"/>
                </a:lnTo>
                <a:lnTo>
                  <a:pt x="1050805" y="13915"/>
                </a:lnTo>
                <a:lnTo>
                  <a:pt x="1050946" y="14188"/>
                </a:lnTo>
                <a:lnTo>
                  <a:pt x="1051098" y="14457"/>
                </a:lnTo>
                <a:lnTo>
                  <a:pt x="1051259" y="14720"/>
                </a:lnTo>
                <a:lnTo>
                  <a:pt x="1051430" y="14978"/>
                </a:lnTo>
                <a:lnTo>
                  <a:pt x="1051610" y="15232"/>
                </a:lnTo>
                <a:lnTo>
                  <a:pt x="1051800" y="15480"/>
                </a:lnTo>
                <a:lnTo>
                  <a:pt x="1052001" y="15724"/>
                </a:lnTo>
                <a:lnTo>
                  <a:pt x="1052210" y="15962"/>
                </a:lnTo>
                <a:lnTo>
                  <a:pt x="1052430" y="16195"/>
                </a:lnTo>
                <a:lnTo>
                  <a:pt x="1052659" y="16424"/>
                </a:lnTo>
                <a:lnTo>
                  <a:pt x="1052897" y="16645"/>
                </a:lnTo>
                <a:lnTo>
                  <a:pt x="1053141" y="16857"/>
                </a:lnTo>
                <a:lnTo>
                  <a:pt x="1053391" y="17060"/>
                </a:lnTo>
                <a:lnTo>
                  <a:pt x="1053647" y="17253"/>
                </a:lnTo>
                <a:lnTo>
                  <a:pt x="1053910" y="17437"/>
                </a:lnTo>
                <a:lnTo>
                  <a:pt x="1054179" y="17611"/>
                </a:lnTo>
                <a:lnTo>
                  <a:pt x="1054455" y="17776"/>
                </a:lnTo>
                <a:lnTo>
                  <a:pt x="1054736" y="17931"/>
                </a:lnTo>
                <a:lnTo>
                  <a:pt x="1055025" y="18077"/>
                </a:lnTo>
                <a:lnTo>
                  <a:pt x="1055319" y="18214"/>
                </a:lnTo>
                <a:lnTo>
                  <a:pt x="1055620" y="18341"/>
                </a:lnTo>
                <a:lnTo>
                  <a:pt x="1055927" y="18459"/>
                </a:lnTo>
                <a:lnTo>
                  <a:pt x="1056241" y="18567"/>
                </a:lnTo>
                <a:lnTo>
                  <a:pt x="1056560" y="18666"/>
                </a:lnTo>
                <a:lnTo>
                  <a:pt x="1056886" y="18755"/>
                </a:lnTo>
                <a:lnTo>
                  <a:pt x="1057219" y="18835"/>
                </a:lnTo>
                <a:lnTo>
                  <a:pt x="1057558" y="18906"/>
                </a:lnTo>
                <a:lnTo>
                  <a:pt x="1057903" y="18967"/>
                </a:lnTo>
                <a:lnTo>
                  <a:pt x="1058254" y="19019"/>
                </a:lnTo>
                <a:lnTo>
                  <a:pt x="1058612" y="19061"/>
                </a:lnTo>
                <a:lnTo>
                  <a:pt x="1058976" y="19094"/>
                </a:lnTo>
                <a:lnTo>
                  <a:pt x="1059347" y="19118"/>
                </a:lnTo>
                <a:lnTo>
                  <a:pt x="1059724" y="19132"/>
                </a:lnTo>
                <a:lnTo>
                  <a:pt x="1060107" y="19137"/>
                </a:lnTo>
                <a:lnTo>
                  <a:pt x="1060490" y="19132"/>
                </a:lnTo>
                <a:lnTo>
                  <a:pt x="1060867" y="19118"/>
                </a:lnTo>
                <a:lnTo>
                  <a:pt x="1061238" y="19094"/>
                </a:lnTo>
                <a:lnTo>
                  <a:pt x="1061603" y="19061"/>
                </a:lnTo>
                <a:close/>
                <a:moveTo>
                  <a:pt x="93383" y="64116"/>
                </a:moveTo>
                <a:lnTo>
                  <a:pt x="93788" y="63624"/>
                </a:lnTo>
                <a:lnTo>
                  <a:pt x="94203" y="63135"/>
                </a:lnTo>
                <a:lnTo>
                  <a:pt x="94627" y="62650"/>
                </a:lnTo>
                <a:lnTo>
                  <a:pt x="95062" y="62168"/>
                </a:lnTo>
                <a:lnTo>
                  <a:pt x="95506" y="61689"/>
                </a:lnTo>
                <a:lnTo>
                  <a:pt x="95960" y="61214"/>
                </a:lnTo>
                <a:lnTo>
                  <a:pt x="96425" y="60743"/>
                </a:lnTo>
                <a:lnTo>
                  <a:pt x="96899" y="60274"/>
                </a:lnTo>
                <a:lnTo>
                  <a:pt x="97383" y="59809"/>
                </a:lnTo>
                <a:lnTo>
                  <a:pt x="97877" y="59348"/>
                </a:lnTo>
                <a:lnTo>
                  <a:pt x="98381" y="58889"/>
                </a:lnTo>
                <a:lnTo>
                  <a:pt x="98895" y="58435"/>
                </a:lnTo>
                <a:lnTo>
                  <a:pt x="99419" y="57983"/>
                </a:lnTo>
                <a:lnTo>
                  <a:pt x="99953" y="57535"/>
                </a:lnTo>
                <a:lnTo>
                  <a:pt x="100497" y="57091"/>
                </a:lnTo>
                <a:lnTo>
                  <a:pt x="101050" y="56649"/>
                </a:lnTo>
                <a:lnTo>
                  <a:pt x="101614" y="56211"/>
                </a:lnTo>
                <a:lnTo>
                  <a:pt x="102187" y="55777"/>
                </a:lnTo>
                <a:lnTo>
                  <a:pt x="102771" y="55346"/>
                </a:lnTo>
                <a:lnTo>
                  <a:pt x="103364" y="54918"/>
                </a:lnTo>
                <a:lnTo>
                  <a:pt x="103968" y="54494"/>
                </a:lnTo>
                <a:lnTo>
                  <a:pt x="104582" y="54080"/>
                </a:lnTo>
                <a:lnTo>
                  <a:pt x="105208" y="53684"/>
                </a:lnTo>
                <a:lnTo>
                  <a:pt x="105846" y="53305"/>
                </a:lnTo>
                <a:lnTo>
                  <a:pt x="106497" y="52944"/>
                </a:lnTo>
                <a:lnTo>
                  <a:pt x="107159" y="52600"/>
                </a:lnTo>
                <a:lnTo>
                  <a:pt x="107833" y="52274"/>
                </a:lnTo>
                <a:lnTo>
                  <a:pt x="108519" y="51966"/>
                </a:lnTo>
                <a:lnTo>
                  <a:pt x="109218" y="51675"/>
                </a:lnTo>
                <a:lnTo>
                  <a:pt x="109928" y="51402"/>
                </a:lnTo>
                <a:lnTo>
                  <a:pt x="110650" y="51147"/>
                </a:lnTo>
                <a:lnTo>
                  <a:pt x="111384" y="50909"/>
                </a:lnTo>
                <a:lnTo>
                  <a:pt x="112130" y="50689"/>
                </a:lnTo>
                <a:lnTo>
                  <a:pt x="112888" y="50486"/>
                </a:lnTo>
                <a:lnTo>
                  <a:pt x="113658" y="50301"/>
                </a:lnTo>
                <a:lnTo>
                  <a:pt x="114441" y="50134"/>
                </a:lnTo>
                <a:lnTo>
                  <a:pt x="115235" y="49984"/>
                </a:lnTo>
                <a:lnTo>
                  <a:pt x="116041" y="49852"/>
                </a:lnTo>
                <a:lnTo>
                  <a:pt x="116859" y="49737"/>
                </a:lnTo>
                <a:lnTo>
                  <a:pt x="117689" y="49640"/>
                </a:lnTo>
                <a:lnTo>
                  <a:pt x="118531" y="49561"/>
                </a:lnTo>
                <a:lnTo>
                  <a:pt x="119385" y="49499"/>
                </a:lnTo>
                <a:lnTo>
                  <a:pt x="120251" y="49455"/>
                </a:lnTo>
                <a:lnTo>
                  <a:pt x="121129" y="49429"/>
                </a:lnTo>
                <a:lnTo>
                  <a:pt x="122019" y="49420"/>
                </a:lnTo>
                <a:lnTo>
                  <a:pt x="122613" y="49426"/>
                </a:lnTo>
                <a:lnTo>
                  <a:pt x="123196" y="49442"/>
                </a:lnTo>
                <a:lnTo>
                  <a:pt x="123767" y="49471"/>
                </a:lnTo>
                <a:lnTo>
                  <a:pt x="124326" y="49510"/>
                </a:lnTo>
                <a:lnTo>
                  <a:pt x="124874" y="49560"/>
                </a:lnTo>
                <a:lnTo>
                  <a:pt x="125410" y="49622"/>
                </a:lnTo>
                <a:lnTo>
                  <a:pt x="125934" y="49695"/>
                </a:lnTo>
                <a:lnTo>
                  <a:pt x="126447" y="49779"/>
                </a:lnTo>
                <a:lnTo>
                  <a:pt x="126948" y="49874"/>
                </a:lnTo>
                <a:lnTo>
                  <a:pt x="127438" y="49980"/>
                </a:lnTo>
                <a:lnTo>
                  <a:pt x="127915" y="50098"/>
                </a:lnTo>
                <a:lnTo>
                  <a:pt x="128382" y="50227"/>
                </a:lnTo>
                <a:lnTo>
                  <a:pt x="128836" y="50367"/>
                </a:lnTo>
                <a:lnTo>
                  <a:pt x="129279" y="50518"/>
                </a:lnTo>
                <a:lnTo>
                  <a:pt x="129710" y="50681"/>
                </a:lnTo>
                <a:lnTo>
                  <a:pt x="130130" y="50855"/>
                </a:lnTo>
                <a:lnTo>
                  <a:pt x="130538" y="51039"/>
                </a:lnTo>
                <a:lnTo>
                  <a:pt x="130934" y="51236"/>
                </a:lnTo>
                <a:lnTo>
                  <a:pt x="131319" y="51443"/>
                </a:lnTo>
                <a:lnTo>
                  <a:pt x="131692" y="51661"/>
                </a:lnTo>
                <a:lnTo>
                  <a:pt x="132053" y="51891"/>
                </a:lnTo>
                <a:lnTo>
                  <a:pt x="132403" y="52132"/>
                </a:lnTo>
                <a:lnTo>
                  <a:pt x="132741" y="52384"/>
                </a:lnTo>
                <a:lnTo>
                  <a:pt x="133067" y="52648"/>
                </a:lnTo>
                <a:lnTo>
                  <a:pt x="133384" y="52921"/>
                </a:lnTo>
                <a:lnTo>
                  <a:pt x="133692" y="53202"/>
                </a:lnTo>
                <a:lnTo>
                  <a:pt x="133991" y="53492"/>
                </a:lnTo>
                <a:lnTo>
                  <a:pt x="134282" y="53790"/>
                </a:lnTo>
                <a:lnTo>
                  <a:pt x="134565" y="54097"/>
                </a:lnTo>
                <a:lnTo>
                  <a:pt x="134840" y="54412"/>
                </a:lnTo>
                <a:lnTo>
                  <a:pt x="135106" y="54735"/>
                </a:lnTo>
                <a:lnTo>
                  <a:pt x="135363" y="55067"/>
                </a:lnTo>
                <a:lnTo>
                  <a:pt x="135613" y="55407"/>
                </a:lnTo>
                <a:lnTo>
                  <a:pt x="135853" y="55756"/>
                </a:lnTo>
                <a:lnTo>
                  <a:pt x="136086" y="56112"/>
                </a:lnTo>
                <a:lnTo>
                  <a:pt x="136310" y="56478"/>
                </a:lnTo>
                <a:lnTo>
                  <a:pt x="136526" y="56851"/>
                </a:lnTo>
                <a:lnTo>
                  <a:pt x="136733" y="57233"/>
                </a:lnTo>
                <a:lnTo>
                  <a:pt x="136932" y="57624"/>
                </a:lnTo>
                <a:lnTo>
                  <a:pt x="137122" y="58022"/>
                </a:lnTo>
                <a:lnTo>
                  <a:pt x="137305" y="58429"/>
                </a:lnTo>
                <a:lnTo>
                  <a:pt x="137478" y="58845"/>
                </a:lnTo>
                <a:lnTo>
                  <a:pt x="137644" y="59269"/>
                </a:lnTo>
                <a:lnTo>
                  <a:pt x="137801" y="59701"/>
                </a:lnTo>
                <a:lnTo>
                  <a:pt x="137949" y="60141"/>
                </a:lnTo>
                <a:lnTo>
                  <a:pt x="138089" y="60590"/>
                </a:lnTo>
                <a:lnTo>
                  <a:pt x="138221" y="61047"/>
                </a:lnTo>
                <a:lnTo>
                  <a:pt x="138345" y="61513"/>
                </a:lnTo>
                <a:lnTo>
                  <a:pt x="138461" y="61985"/>
                </a:lnTo>
                <a:lnTo>
                  <a:pt x="138573" y="62463"/>
                </a:lnTo>
                <a:lnTo>
                  <a:pt x="138680" y="62946"/>
                </a:lnTo>
                <a:lnTo>
                  <a:pt x="138782" y="63434"/>
                </a:lnTo>
                <a:lnTo>
                  <a:pt x="138878" y="63928"/>
                </a:lnTo>
                <a:lnTo>
                  <a:pt x="138970" y="64427"/>
                </a:lnTo>
                <a:lnTo>
                  <a:pt x="139057" y="64931"/>
                </a:lnTo>
                <a:lnTo>
                  <a:pt x="139139" y="65441"/>
                </a:lnTo>
                <a:lnTo>
                  <a:pt x="139216" y="65956"/>
                </a:lnTo>
                <a:lnTo>
                  <a:pt x="139288" y="66476"/>
                </a:lnTo>
                <a:lnTo>
                  <a:pt x="139355" y="67002"/>
                </a:lnTo>
                <a:lnTo>
                  <a:pt x="139417" y="67533"/>
                </a:lnTo>
                <a:lnTo>
                  <a:pt x="139474" y="68070"/>
                </a:lnTo>
                <a:lnTo>
                  <a:pt x="139527" y="68612"/>
                </a:lnTo>
                <a:lnTo>
                  <a:pt x="139574" y="69159"/>
                </a:lnTo>
                <a:lnTo>
                  <a:pt x="139616" y="69711"/>
                </a:lnTo>
                <a:lnTo>
                  <a:pt x="139653" y="70269"/>
                </a:lnTo>
                <a:lnTo>
                  <a:pt x="139685" y="70833"/>
                </a:lnTo>
                <a:lnTo>
                  <a:pt x="139713" y="71401"/>
                </a:lnTo>
                <a:lnTo>
                  <a:pt x="139735" y="71975"/>
                </a:lnTo>
                <a:lnTo>
                  <a:pt x="139753" y="72554"/>
                </a:lnTo>
                <a:lnTo>
                  <a:pt x="139765" y="73139"/>
                </a:lnTo>
                <a:lnTo>
                  <a:pt x="139772" y="73729"/>
                </a:lnTo>
                <a:lnTo>
                  <a:pt x="139775" y="74324"/>
                </a:lnTo>
                <a:lnTo>
                  <a:pt x="139775" y="136324"/>
                </a:lnTo>
                <a:lnTo>
                  <a:pt x="156248" y="136324"/>
                </a:lnTo>
                <a:lnTo>
                  <a:pt x="156248" y="72308"/>
                </a:lnTo>
                <a:lnTo>
                  <a:pt x="156236" y="70861"/>
                </a:lnTo>
                <a:lnTo>
                  <a:pt x="156199" y="69441"/>
                </a:lnTo>
                <a:lnTo>
                  <a:pt x="156138" y="68049"/>
                </a:lnTo>
                <a:lnTo>
                  <a:pt x="156052" y="66685"/>
                </a:lnTo>
                <a:lnTo>
                  <a:pt x="155942" y="65348"/>
                </a:lnTo>
                <a:lnTo>
                  <a:pt x="155807" y="64038"/>
                </a:lnTo>
                <a:lnTo>
                  <a:pt x="155648" y="62757"/>
                </a:lnTo>
                <a:lnTo>
                  <a:pt x="155465" y="61503"/>
                </a:lnTo>
                <a:lnTo>
                  <a:pt x="155256" y="60276"/>
                </a:lnTo>
                <a:lnTo>
                  <a:pt x="155024" y="59078"/>
                </a:lnTo>
                <a:lnTo>
                  <a:pt x="154767" y="57906"/>
                </a:lnTo>
                <a:lnTo>
                  <a:pt x="154485" y="56763"/>
                </a:lnTo>
                <a:lnTo>
                  <a:pt x="154179" y="55647"/>
                </a:lnTo>
                <a:lnTo>
                  <a:pt x="153848" y="54558"/>
                </a:lnTo>
                <a:lnTo>
                  <a:pt x="153493" y="53498"/>
                </a:lnTo>
                <a:lnTo>
                  <a:pt x="153114" y="52465"/>
                </a:lnTo>
                <a:lnTo>
                  <a:pt x="152710" y="51459"/>
                </a:lnTo>
                <a:lnTo>
                  <a:pt x="152281" y="50481"/>
                </a:lnTo>
                <a:lnTo>
                  <a:pt x="151828" y="49531"/>
                </a:lnTo>
                <a:lnTo>
                  <a:pt x="151350" y="48608"/>
                </a:lnTo>
                <a:lnTo>
                  <a:pt x="150848" y="47713"/>
                </a:lnTo>
                <a:lnTo>
                  <a:pt x="150322" y="46846"/>
                </a:lnTo>
                <a:lnTo>
                  <a:pt x="149771" y="46006"/>
                </a:lnTo>
                <a:lnTo>
                  <a:pt x="149195" y="45194"/>
                </a:lnTo>
                <a:lnTo>
                  <a:pt x="148592" y="44412"/>
                </a:lnTo>
                <a:lnTo>
                  <a:pt x="147956" y="43663"/>
                </a:lnTo>
                <a:lnTo>
                  <a:pt x="147289" y="42948"/>
                </a:lnTo>
                <a:lnTo>
                  <a:pt x="146591" y="42265"/>
                </a:lnTo>
                <a:lnTo>
                  <a:pt x="145861" y="41617"/>
                </a:lnTo>
                <a:lnTo>
                  <a:pt x="145099" y="41001"/>
                </a:lnTo>
                <a:lnTo>
                  <a:pt x="144305" y="40419"/>
                </a:lnTo>
                <a:lnTo>
                  <a:pt x="143479" y="39870"/>
                </a:lnTo>
                <a:lnTo>
                  <a:pt x="142622" y="39354"/>
                </a:lnTo>
                <a:lnTo>
                  <a:pt x="141734" y="38871"/>
                </a:lnTo>
                <a:lnTo>
                  <a:pt x="140813" y="38422"/>
                </a:lnTo>
                <a:lnTo>
                  <a:pt x="139861" y="38006"/>
                </a:lnTo>
                <a:lnTo>
                  <a:pt x="138877" y="37623"/>
                </a:lnTo>
                <a:lnTo>
                  <a:pt x="137862" y="37274"/>
                </a:lnTo>
                <a:lnTo>
                  <a:pt x="136815" y="36958"/>
                </a:lnTo>
                <a:lnTo>
                  <a:pt x="135736" y="36675"/>
                </a:lnTo>
                <a:lnTo>
                  <a:pt x="134626" y="36425"/>
                </a:lnTo>
                <a:lnTo>
                  <a:pt x="133483" y="36209"/>
                </a:lnTo>
                <a:lnTo>
                  <a:pt x="132309" y="36026"/>
                </a:lnTo>
                <a:lnTo>
                  <a:pt x="131104" y="35876"/>
                </a:lnTo>
                <a:lnTo>
                  <a:pt x="129867" y="35760"/>
                </a:lnTo>
                <a:lnTo>
                  <a:pt x="128598" y="35677"/>
                </a:lnTo>
                <a:lnTo>
                  <a:pt x="127297" y="35627"/>
                </a:lnTo>
                <a:lnTo>
                  <a:pt x="125965" y="35610"/>
                </a:lnTo>
                <a:lnTo>
                  <a:pt x="124904" y="35619"/>
                </a:lnTo>
                <a:lnTo>
                  <a:pt x="123859" y="35646"/>
                </a:lnTo>
                <a:lnTo>
                  <a:pt x="122830" y="35691"/>
                </a:lnTo>
                <a:lnTo>
                  <a:pt x="121816" y="35754"/>
                </a:lnTo>
                <a:lnTo>
                  <a:pt x="120819" y="35835"/>
                </a:lnTo>
                <a:lnTo>
                  <a:pt x="119837" y="35934"/>
                </a:lnTo>
                <a:lnTo>
                  <a:pt x="118870" y="36051"/>
                </a:lnTo>
                <a:lnTo>
                  <a:pt x="117920" y="36185"/>
                </a:lnTo>
                <a:lnTo>
                  <a:pt x="116985" y="36338"/>
                </a:lnTo>
                <a:lnTo>
                  <a:pt x="116066" y="36509"/>
                </a:lnTo>
                <a:lnTo>
                  <a:pt x="115163" y="36698"/>
                </a:lnTo>
                <a:lnTo>
                  <a:pt x="114276" y="36905"/>
                </a:lnTo>
                <a:lnTo>
                  <a:pt x="113404" y="37130"/>
                </a:lnTo>
                <a:lnTo>
                  <a:pt x="112548" y="37372"/>
                </a:lnTo>
                <a:lnTo>
                  <a:pt x="111708" y="37633"/>
                </a:lnTo>
                <a:lnTo>
                  <a:pt x="110883" y="37912"/>
                </a:lnTo>
                <a:lnTo>
                  <a:pt x="110075" y="38208"/>
                </a:lnTo>
                <a:lnTo>
                  <a:pt x="109282" y="38523"/>
                </a:lnTo>
                <a:lnTo>
                  <a:pt x="108505" y="38856"/>
                </a:lnTo>
                <a:lnTo>
                  <a:pt x="107743" y="39206"/>
                </a:lnTo>
                <a:lnTo>
                  <a:pt x="106998" y="39575"/>
                </a:lnTo>
                <a:lnTo>
                  <a:pt x="106268" y="39962"/>
                </a:lnTo>
                <a:lnTo>
                  <a:pt x="105554" y="40366"/>
                </a:lnTo>
                <a:lnTo>
                  <a:pt x="104855" y="40789"/>
                </a:lnTo>
                <a:lnTo>
                  <a:pt x="104171" y="41222"/>
                </a:lnTo>
                <a:lnTo>
                  <a:pt x="103501" y="41656"/>
                </a:lnTo>
                <a:lnTo>
                  <a:pt x="102844" y="42094"/>
                </a:lnTo>
                <a:lnTo>
                  <a:pt x="102200" y="42533"/>
                </a:lnTo>
                <a:lnTo>
                  <a:pt x="101570" y="42974"/>
                </a:lnTo>
                <a:lnTo>
                  <a:pt x="100953" y="43418"/>
                </a:lnTo>
                <a:lnTo>
                  <a:pt x="100349" y="43864"/>
                </a:lnTo>
                <a:lnTo>
                  <a:pt x="99759" y="44313"/>
                </a:lnTo>
                <a:lnTo>
                  <a:pt x="99182" y="44763"/>
                </a:lnTo>
                <a:lnTo>
                  <a:pt x="98618" y="45216"/>
                </a:lnTo>
                <a:lnTo>
                  <a:pt x="98068" y="45671"/>
                </a:lnTo>
                <a:lnTo>
                  <a:pt x="97531" y="46128"/>
                </a:lnTo>
                <a:lnTo>
                  <a:pt x="97008" y="46587"/>
                </a:lnTo>
                <a:lnTo>
                  <a:pt x="96497" y="47049"/>
                </a:lnTo>
                <a:lnTo>
                  <a:pt x="96001" y="47513"/>
                </a:lnTo>
                <a:lnTo>
                  <a:pt x="95517" y="47979"/>
                </a:lnTo>
                <a:lnTo>
                  <a:pt x="95047" y="48447"/>
                </a:lnTo>
                <a:lnTo>
                  <a:pt x="94590" y="48918"/>
                </a:lnTo>
                <a:lnTo>
                  <a:pt x="94147" y="49390"/>
                </a:lnTo>
                <a:lnTo>
                  <a:pt x="93717" y="49865"/>
                </a:lnTo>
                <a:lnTo>
                  <a:pt x="93300" y="50343"/>
                </a:lnTo>
                <a:lnTo>
                  <a:pt x="92897" y="50822"/>
                </a:lnTo>
                <a:lnTo>
                  <a:pt x="92507" y="51304"/>
                </a:lnTo>
                <a:lnTo>
                  <a:pt x="92130" y="51788"/>
                </a:lnTo>
                <a:lnTo>
                  <a:pt x="92130" y="3551"/>
                </a:lnTo>
                <a:lnTo>
                  <a:pt x="75756" y="3551"/>
                </a:lnTo>
                <a:lnTo>
                  <a:pt x="75756" y="136324"/>
                </a:lnTo>
                <a:lnTo>
                  <a:pt x="92229" y="136324"/>
                </a:lnTo>
                <a:lnTo>
                  <a:pt x="92229" y="65613"/>
                </a:lnTo>
                <a:lnTo>
                  <a:pt x="92604" y="65111"/>
                </a:lnTo>
                <a:lnTo>
                  <a:pt x="92989" y="64612"/>
                </a:lnTo>
                <a:lnTo>
                  <a:pt x="93383" y="64116"/>
                </a:lnTo>
                <a:close/>
                <a:moveTo>
                  <a:pt x="527929" y="64116"/>
                </a:moveTo>
                <a:lnTo>
                  <a:pt x="528334" y="63624"/>
                </a:lnTo>
                <a:lnTo>
                  <a:pt x="528749" y="63135"/>
                </a:lnTo>
                <a:lnTo>
                  <a:pt x="529173" y="62650"/>
                </a:lnTo>
                <a:lnTo>
                  <a:pt x="529608" y="62168"/>
                </a:lnTo>
                <a:lnTo>
                  <a:pt x="530052" y="61689"/>
                </a:lnTo>
                <a:lnTo>
                  <a:pt x="530507" y="61214"/>
                </a:lnTo>
                <a:lnTo>
                  <a:pt x="530971" y="60743"/>
                </a:lnTo>
                <a:lnTo>
                  <a:pt x="531445" y="60274"/>
                </a:lnTo>
                <a:lnTo>
                  <a:pt x="531929" y="59809"/>
                </a:lnTo>
                <a:lnTo>
                  <a:pt x="532423" y="59348"/>
                </a:lnTo>
                <a:lnTo>
                  <a:pt x="532927" y="58889"/>
                </a:lnTo>
                <a:lnTo>
                  <a:pt x="533441" y="58435"/>
                </a:lnTo>
                <a:lnTo>
                  <a:pt x="533965" y="57983"/>
                </a:lnTo>
                <a:lnTo>
                  <a:pt x="534499" y="57535"/>
                </a:lnTo>
                <a:lnTo>
                  <a:pt x="535043" y="57091"/>
                </a:lnTo>
                <a:lnTo>
                  <a:pt x="535596" y="56649"/>
                </a:lnTo>
                <a:lnTo>
                  <a:pt x="536160" y="56211"/>
                </a:lnTo>
                <a:lnTo>
                  <a:pt x="536733" y="55777"/>
                </a:lnTo>
                <a:lnTo>
                  <a:pt x="537317" y="55346"/>
                </a:lnTo>
                <a:lnTo>
                  <a:pt x="537910" y="54918"/>
                </a:lnTo>
                <a:lnTo>
                  <a:pt x="538514" y="54494"/>
                </a:lnTo>
                <a:lnTo>
                  <a:pt x="539128" y="54080"/>
                </a:lnTo>
                <a:lnTo>
                  <a:pt x="539754" y="53684"/>
                </a:lnTo>
                <a:lnTo>
                  <a:pt x="540392" y="53305"/>
                </a:lnTo>
                <a:lnTo>
                  <a:pt x="541043" y="52944"/>
                </a:lnTo>
                <a:lnTo>
                  <a:pt x="541705" y="52600"/>
                </a:lnTo>
                <a:lnTo>
                  <a:pt x="542379" y="52274"/>
                </a:lnTo>
                <a:lnTo>
                  <a:pt x="543065" y="51966"/>
                </a:lnTo>
                <a:lnTo>
                  <a:pt x="543764" y="51675"/>
                </a:lnTo>
                <a:lnTo>
                  <a:pt x="544474" y="51402"/>
                </a:lnTo>
                <a:lnTo>
                  <a:pt x="545196" y="51147"/>
                </a:lnTo>
                <a:lnTo>
                  <a:pt x="545930" y="50909"/>
                </a:lnTo>
                <a:lnTo>
                  <a:pt x="546676" y="50689"/>
                </a:lnTo>
                <a:lnTo>
                  <a:pt x="547434" y="50486"/>
                </a:lnTo>
                <a:lnTo>
                  <a:pt x="548205" y="50301"/>
                </a:lnTo>
                <a:lnTo>
                  <a:pt x="548987" y="50134"/>
                </a:lnTo>
                <a:lnTo>
                  <a:pt x="549781" y="49984"/>
                </a:lnTo>
                <a:lnTo>
                  <a:pt x="550587" y="49852"/>
                </a:lnTo>
                <a:lnTo>
                  <a:pt x="551405" y="49737"/>
                </a:lnTo>
                <a:lnTo>
                  <a:pt x="552235" y="49640"/>
                </a:lnTo>
                <a:lnTo>
                  <a:pt x="553077" y="49561"/>
                </a:lnTo>
                <a:lnTo>
                  <a:pt x="553931" y="49499"/>
                </a:lnTo>
                <a:lnTo>
                  <a:pt x="554797" y="49455"/>
                </a:lnTo>
                <a:lnTo>
                  <a:pt x="555675" y="49429"/>
                </a:lnTo>
                <a:lnTo>
                  <a:pt x="556565" y="49420"/>
                </a:lnTo>
                <a:lnTo>
                  <a:pt x="557159" y="49426"/>
                </a:lnTo>
                <a:lnTo>
                  <a:pt x="557742" y="49442"/>
                </a:lnTo>
                <a:lnTo>
                  <a:pt x="558313" y="49471"/>
                </a:lnTo>
                <a:lnTo>
                  <a:pt x="558872" y="49510"/>
                </a:lnTo>
                <a:lnTo>
                  <a:pt x="559420" y="49560"/>
                </a:lnTo>
                <a:lnTo>
                  <a:pt x="559956" y="49622"/>
                </a:lnTo>
                <a:lnTo>
                  <a:pt x="560480" y="49695"/>
                </a:lnTo>
                <a:lnTo>
                  <a:pt x="560993" y="49779"/>
                </a:lnTo>
                <a:lnTo>
                  <a:pt x="561494" y="49874"/>
                </a:lnTo>
                <a:lnTo>
                  <a:pt x="561984" y="49980"/>
                </a:lnTo>
                <a:lnTo>
                  <a:pt x="562462" y="50098"/>
                </a:lnTo>
                <a:lnTo>
                  <a:pt x="562928" y="50227"/>
                </a:lnTo>
                <a:lnTo>
                  <a:pt x="563382" y="50367"/>
                </a:lnTo>
                <a:lnTo>
                  <a:pt x="563825" y="50518"/>
                </a:lnTo>
                <a:lnTo>
                  <a:pt x="564256" y="50681"/>
                </a:lnTo>
                <a:lnTo>
                  <a:pt x="564676" y="50855"/>
                </a:lnTo>
                <a:lnTo>
                  <a:pt x="565084" y="51039"/>
                </a:lnTo>
                <a:lnTo>
                  <a:pt x="565480" y="51236"/>
                </a:lnTo>
                <a:lnTo>
                  <a:pt x="565865" y="51443"/>
                </a:lnTo>
                <a:lnTo>
                  <a:pt x="566238" y="51661"/>
                </a:lnTo>
                <a:lnTo>
                  <a:pt x="566599" y="51891"/>
                </a:lnTo>
                <a:lnTo>
                  <a:pt x="566949" y="52132"/>
                </a:lnTo>
                <a:lnTo>
                  <a:pt x="567287" y="52384"/>
                </a:lnTo>
                <a:lnTo>
                  <a:pt x="567613" y="52648"/>
                </a:lnTo>
                <a:lnTo>
                  <a:pt x="567930" y="52921"/>
                </a:lnTo>
                <a:lnTo>
                  <a:pt x="568238" y="53202"/>
                </a:lnTo>
                <a:lnTo>
                  <a:pt x="568537" y="53492"/>
                </a:lnTo>
                <a:lnTo>
                  <a:pt x="568828" y="53790"/>
                </a:lnTo>
                <a:lnTo>
                  <a:pt x="569111" y="54097"/>
                </a:lnTo>
                <a:lnTo>
                  <a:pt x="569386" y="54412"/>
                </a:lnTo>
                <a:lnTo>
                  <a:pt x="569652" y="54735"/>
                </a:lnTo>
                <a:lnTo>
                  <a:pt x="569909" y="55067"/>
                </a:lnTo>
                <a:lnTo>
                  <a:pt x="570159" y="55407"/>
                </a:lnTo>
                <a:lnTo>
                  <a:pt x="570400" y="55756"/>
                </a:lnTo>
                <a:lnTo>
                  <a:pt x="570632" y="56112"/>
                </a:lnTo>
                <a:lnTo>
                  <a:pt x="570856" y="56478"/>
                </a:lnTo>
                <a:lnTo>
                  <a:pt x="571072" y="56851"/>
                </a:lnTo>
                <a:lnTo>
                  <a:pt x="571279" y="57233"/>
                </a:lnTo>
                <a:lnTo>
                  <a:pt x="571478" y="57624"/>
                </a:lnTo>
                <a:lnTo>
                  <a:pt x="571669" y="58022"/>
                </a:lnTo>
                <a:lnTo>
                  <a:pt x="571851" y="58429"/>
                </a:lnTo>
                <a:lnTo>
                  <a:pt x="572024" y="58845"/>
                </a:lnTo>
                <a:lnTo>
                  <a:pt x="572190" y="59269"/>
                </a:lnTo>
                <a:lnTo>
                  <a:pt x="572347" y="59701"/>
                </a:lnTo>
                <a:lnTo>
                  <a:pt x="572495" y="60141"/>
                </a:lnTo>
                <a:lnTo>
                  <a:pt x="572635" y="60590"/>
                </a:lnTo>
                <a:lnTo>
                  <a:pt x="572767" y="61047"/>
                </a:lnTo>
                <a:lnTo>
                  <a:pt x="572891" y="61513"/>
                </a:lnTo>
                <a:lnTo>
                  <a:pt x="573007" y="61985"/>
                </a:lnTo>
                <a:lnTo>
                  <a:pt x="573119" y="62463"/>
                </a:lnTo>
                <a:lnTo>
                  <a:pt x="573226" y="62946"/>
                </a:lnTo>
                <a:lnTo>
                  <a:pt x="573328" y="63434"/>
                </a:lnTo>
                <a:lnTo>
                  <a:pt x="573424" y="63928"/>
                </a:lnTo>
                <a:lnTo>
                  <a:pt x="573516" y="64427"/>
                </a:lnTo>
                <a:lnTo>
                  <a:pt x="573603" y="64931"/>
                </a:lnTo>
                <a:lnTo>
                  <a:pt x="573685" y="65441"/>
                </a:lnTo>
                <a:lnTo>
                  <a:pt x="573762" y="65956"/>
                </a:lnTo>
                <a:lnTo>
                  <a:pt x="573834" y="66476"/>
                </a:lnTo>
                <a:lnTo>
                  <a:pt x="573901" y="67002"/>
                </a:lnTo>
                <a:lnTo>
                  <a:pt x="573963" y="67533"/>
                </a:lnTo>
                <a:lnTo>
                  <a:pt x="574020" y="68070"/>
                </a:lnTo>
                <a:lnTo>
                  <a:pt x="574073" y="68612"/>
                </a:lnTo>
                <a:lnTo>
                  <a:pt x="574120" y="69159"/>
                </a:lnTo>
                <a:lnTo>
                  <a:pt x="574162" y="69711"/>
                </a:lnTo>
                <a:lnTo>
                  <a:pt x="574199" y="70269"/>
                </a:lnTo>
                <a:lnTo>
                  <a:pt x="574232" y="70833"/>
                </a:lnTo>
                <a:lnTo>
                  <a:pt x="574259" y="71401"/>
                </a:lnTo>
                <a:lnTo>
                  <a:pt x="574281" y="71975"/>
                </a:lnTo>
                <a:lnTo>
                  <a:pt x="574299" y="72554"/>
                </a:lnTo>
                <a:lnTo>
                  <a:pt x="574311" y="73139"/>
                </a:lnTo>
                <a:lnTo>
                  <a:pt x="574318" y="73729"/>
                </a:lnTo>
                <a:lnTo>
                  <a:pt x="574321" y="74324"/>
                </a:lnTo>
                <a:lnTo>
                  <a:pt x="574321" y="136324"/>
                </a:lnTo>
                <a:lnTo>
                  <a:pt x="590794" y="136324"/>
                </a:lnTo>
                <a:lnTo>
                  <a:pt x="590794" y="72308"/>
                </a:lnTo>
                <a:lnTo>
                  <a:pt x="590782" y="70861"/>
                </a:lnTo>
                <a:lnTo>
                  <a:pt x="590745" y="69441"/>
                </a:lnTo>
                <a:lnTo>
                  <a:pt x="590684" y="68049"/>
                </a:lnTo>
                <a:lnTo>
                  <a:pt x="590598" y="66685"/>
                </a:lnTo>
                <a:lnTo>
                  <a:pt x="590488" y="65348"/>
                </a:lnTo>
                <a:lnTo>
                  <a:pt x="590353" y="64038"/>
                </a:lnTo>
                <a:lnTo>
                  <a:pt x="590194" y="62757"/>
                </a:lnTo>
                <a:lnTo>
                  <a:pt x="590011" y="61503"/>
                </a:lnTo>
                <a:lnTo>
                  <a:pt x="589802" y="60276"/>
                </a:lnTo>
                <a:lnTo>
                  <a:pt x="589570" y="59078"/>
                </a:lnTo>
                <a:lnTo>
                  <a:pt x="589313" y="57906"/>
                </a:lnTo>
                <a:lnTo>
                  <a:pt x="589031" y="56763"/>
                </a:lnTo>
                <a:lnTo>
                  <a:pt x="588725" y="55647"/>
                </a:lnTo>
                <a:lnTo>
                  <a:pt x="588394" y="54558"/>
                </a:lnTo>
                <a:lnTo>
                  <a:pt x="588039" y="53498"/>
                </a:lnTo>
                <a:lnTo>
                  <a:pt x="587660" y="52465"/>
                </a:lnTo>
                <a:lnTo>
                  <a:pt x="587256" y="51459"/>
                </a:lnTo>
                <a:lnTo>
                  <a:pt x="586827" y="50481"/>
                </a:lnTo>
                <a:lnTo>
                  <a:pt x="586374" y="49531"/>
                </a:lnTo>
                <a:lnTo>
                  <a:pt x="585896" y="48608"/>
                </a:lnTo>
                <a:lnTo>
                  <a:pt x="585394" y="47713"/>
                </a:lnTo>
                <a:lnTo>
                  <a:pt x="584868" y="46846"/>
                </a:lnTo>
                <a:lnTo>
                  <a:pt x="584317" y="46006"/>
                </a:lnTo>
                <a:lnTo>
                  <a:pt x="583741" y="45194"/>
                </a:lnTo>
                <a:lnTo>
                  <a:pt x="583138" y="44412"/>
                </a:lnTo>
                <a:lnTo>
                  <a:pt x="582502" y="43663"/>
                </a:lnTo>
                <a:lnTo>
                  <a:pt x="581835" y="42948"/>
                </a:lnTo>
                <a:lnTo>
                  <a:pt x="581137" y="42265"/>
                </a:lnTo>
                <a:lnTo>
                  <a:pt x="580407" y="41617"/>
                </a:lnTo>
                <a:lnTo>
                  <a:pt x="579645" y="41001"/>
                </a:lnTo>
                <a:lnTo>
                  <a:pt x="578851" y="40419"/>
                </a:lnTo>
                <a:lnTo>
                  <a:pt x="578025" y="39870"/>
                </a:lnTo>
                <a:lnTo>
                  <a:pt x="577168" y="39354"/>
                </a:lnTo>
                <a:lnTo>
                  <a:pt x="576280" y="38871"/>
                </a:lnTo>
                <a:lnTo>
                  <a:pt x="575359" y="38422"/>
                </a:lnTo>
                <a:lnTo>
                  <a:pt x="574407" y="38006"/>
                </a:lnTo>
                <a:lnTo>
                  <a:pt x="573423" y="37623"/>
                </a:lnTo>
                <a:lnTo>
                  <a:pt x="572408" y="37274"/>
                </a:lnTo>
                <a:lnTo>
                  <a:pt x="571361" y="36958"/>
                </a:lnTo>
                <a:lnTo>
                  <a:pt x="570282" y="36675"/>
                </a:lnTo>
                <a:lnTo>
                  <a:pt x="569172" y="36425"/>
                </a:lnTo>
                <a:lnTo>
                  <a:pt x="568029" y="36209"/>
                </a:lnTo>
                <a:lnTo>
                  <a:pt x="566855" y="36026"/>
                </a:lnTo>
                <a:lnTo>
                  <a:pt x="565650" y="35876"/>
                </a:lnTo>
                <a:lnTo>
                  <a:pt x="564413" y="35760"/>
                </a:lnTo>
                <a:lnTo>
                  <a:pt x="563144" y="35677"/>
                </a:lnTo>
                <a:lnTo>
                  <a:pt x="561843" y="35627"/>
                </a:lnTo>
                <a:lnTo>
                  <a:pt x="560511" y="35610"/>
                </a:lnTo>
                <a:lnTo>
                  <a:pt x="559450" y="35619"/>
                </a:lnTo>
                <a:lnTo>
                  <a:pt x="558405" y="35646"/>
                </a:lnTo>
                <a:lnTo>
                  <a:pt x="557376" y="35691"/>
                </a:lnTo>
                <a:lnTo>
                  <a:pt x="556362" y="35754"/>
                </a:lnTo>
                <a:lnTo>
                  <a:pt x="555365" y="35835"/>
                </a:lnTo>
                <a:lnTo>
                  <a:pt x="554383" y="35934"/>
                </a:lnTo>
                <a:lnTo>
                  <a:pt x="553417" y="36051"/>
                </a:lnTo>
                <a:lnTo>
                  <a:pt x="552466" y="36185"/>
                </a:lnTo>
                <a:lnTo>
                  <a:pt x="551531" y="36338"/>
                </a:lnTo>
                <a:lnTo>
                  <a:pt x="550612" y="36509"/>
                </a:lnTo>
                <a:lnTo>
                  <a:pt x="549709" y="36698"/>
                </a:lnTo>
                <a:lnTo>
                  <a:pt x="548822" y="36905"/>
                </a:lnTo>
                <a:lnTo>
                  <a:pt x="547950" y="37130"/>
                </a:lnTo>
                <a:lnTo>
                  <a:pt x="547094" y="37372"/>
                </a:lnTo>
                <a:lnTo>
                  <a:pt x="546254" y="37633"/>
                </a:lnTo>
                <a:lnTo>
                  <a:pt x="545430" y="37912"/>
                </a:lnTo>
                <a:lnTo>
                  <a:pt x="544621" y="38208"/>
                </a:lnTo>
                <a:lnTo>
                  <a:pt x="543828" y="38523"/>
                </a:lnTo>
                <a:lnTo>
                  <a:pt x="543051" y="38856"/>
                </a:lnTo>
                <a:lnTo>
                  <a:pt x="542289" y="39206"/>
                </a:lnTo>
                <a:lnTo>
                  <a:pt x="541544" y="39575"/>
                </a:lnTo>
                <a:lnTo>
                  <a:pt x="540814" y="39962"/>
                </a:lnTo>
                <a:lnTo>
                  <a:pt x="540100" y="40366"/>
                </a:lnTo>
                <a:lnTo>
                  <a:pt x="539401" y="40789"/>
                </a:lnTo>
                <a:lnTo>
                  <a:pt x="538718" y="41222"/>
                </a:lnTo>
                <a:lnTo>
                  <a:pt x="538047" y="41656"/>
                </a:lnTo>
                <a:lnTo>
                  <a:pt x="537390" y="42094"/>
                </a:lnTo>
                <a:lnTo>
                  <a:pt x="536746" y="42533"/>
                </a:lnTo>
                <a:lnTo>
                  <a:pt x="536116" y="42974"/>
                </a:lnTo>
                <a:lnTo>
                  <a:pt x="535499" y="43418"/>
                </a:lnTo>
                <a:lnTo>
                  <a:pt x="534895" y="43864"/>
                </a:lnTo>
                <a:lnTo>
                  <a:pt x="534305" y="44313"/>
                </a:lnTo>
                <a:lnTo>
                  <a:pt x="533728" y="44763"/>
                </a:lnTo>
                <a:lnTo>
                  <a:pt x="533164" y="45216"/>
                </a:lnTo>
                <a:lnTo>
                  <a:pt x="532614" y="45671"/>
                </a:lnTo>
                <a:lnTo>
                  <a:pt x="532077" y="46128"/>
                </a:lnTo>
                <a:lnTo>
                  <a:pt x="531554" y="46587"/>
                </a:lnTo>
                <a:lnTo>
                  <a:pt x="531043" y="47049"/>
                </a:lnTo>
                <a:lnTo>
                  <a:pt x="530547" y="47513"/>
                </a:lnTo>
                <a:lnTo>
                  <a:pt x="530063" y="47979"/>
                </a:lnTo>
                <a:lnTo>
                  <a:pt x="529593" y="48447"/>
                </a:lnTo>
                <a:lnTo>
                  <a:pt x="529136" y="48918"/>
                </a:lnTo>
                <a:lnTo>
                  <a:pt x="528693" y="49390"/>
                </a:lnTo>
                <a:lnTo>
                  <a:pt x="528263" y="49865"/>
                </a:lnTo>
                <a:lnTo>
                  <a:pt x="527846" y="50343"/>
                </a:lnTo>
                <a:lnTo>
                  <a:pt x="527443" y="50822"/>
                </a:lnTo>
                <a:lnTo>
                  <a:pt x="527053" y="51304"/>
                </a:lnTo>
                <a:lnTo>
                  <a:pt x="526676" y="51788"/>
                </a:lnTo>
                <a:lnTo>
                  <a:pt x="526676" y="3551"/>
                </a:lnTo>
                <a:lnTo>
                  <a:pt x="510302" y="3551"/>
                </a:lnTo>
                <a:lnTo>
                  <a:pt x="510302" y="136324"/>
                </a:lnTo>
                <a:lnTo>
                  <a:pt x="526775" y="136324"/>
                </a:lnTo>
                <a:lnTo>
                  <a:pt x="526775" y="65613"/>
                </a:lnTo>
                <a:lnTo>
                  <a:pt x="527150" y="65111"/>
                </a:lnTo>
                <a:lnTo>
                  <a:pt x="527535" y="64612"/>
                </a:lnTo>
                <a:lnTo>
                  <a:pt x="527929" y="64116"/>
                </a:lnTo>
                <a:close/>
                <a:moveTo>
                  <a:pt x="45149" y="122999"/>
                </a:moveTo>
                <a:lnTo>
                  <a:pt x="44451" y="122973"/>
                </a:lnTo>
                <a:lnTo>
                  <a:pt x="43775" y="122930"/>
                </a:lnTo>
                <a:lnTo>
                  <a:pt x="43122" y="122869"/>
                </a:lnTo>
                <a:lnTo>
                  <a:pt x="42491" y="122791"/>
                </a:lnTo>
                <a:lnTo>
                  <a:pt x="41883" y="122696"/>
                </a:lnTo>
                <a:lnTo>
                  <a:pt x="41297" y="122583"/>
                </a:lnTo>
                <a:lnTo>
                  <a:pt x="40734" y="122453"/>
                </a:lnTo>
                <a:lnTo>
                  <a:pt x="40193" y="122306"/>
                </a:lnTo>
                <a:lnTo>
                  <a:pt x="39675" y="122142"/>
                </a:lnTo>
                <a:lnTo>
                  <a:pt x="39179" y="121960"/>
                </a:lnTo>
                <a:lnTo>
                  <a:pt x="38705" y="121761"/>
                </a:lnTo>
                <a:lnTo>
                  <a:pt x="38254" y="121544"/>
                </a:lnTo>
                <a:lnTo>
                  <a:pt x="37825" y="121310"/>
                </a:lnTo>
                <a:lnTo>
                  <a:pt x="37419" y="121059"/>
                </a:lnTo>
                <a:lnTo>
                  <a:pt x="37035" y="120791"/>
                </a:lnTo>
                <a:lnTo>
                  <a:pt x="36673" y="120505"/>
                </a:lnTo>
                <a:lnTo>
                  <a:pt x="36334" y="120202"/>
                </a:lnTo>
                <a:lnTo>
                  <a:pt x="36018" y="119882"/>
                </a:lnTo>
                <a:lnTo>
                  <a:pt x="35724" y="119544"/>
                </a:lnTo>
                <a:lnTo>
                  <a:pt x="35452" y="119189"/>
                </a:lnTo>
                <a:lnTo>
                  <a:pt x="35203" y="118817"/>
                </a:lnTo>
                <a:lnTo>
                  <a:pt x="34976" y="118427"/>
                </a:lnTo>
                <a:lnTo>
                  <a:pt x="34772" y="118020"/>
                </a:lnTo>
                <a:lnTo>
                  <a:pt x="34582" y="117597"/>
                </a:lnTo>
                <a:lnTo>
                  <a:pt x="34401" y="117158"/>
                </a:lnTo>
                <a:lnTo>
                  <a:pt x="34228" y="116705"/>
                </a:lnTo>
                <a:lnTo>
                  <a:pt x="34063" y="116236"/>
                </a:lnTo>
                <a:lnTo>
                  <a:pt x="33906" y="115752"/>
                </a:lnTo>
                <a:lnTo>
                  <a:pt x="33757" y="115253"/>
                </a:lnTo>
                <a:lnTo>
                  <a:pt x="33617" y="114739"/>
                </a:lnTo>
                <a:lnTo>
                  <a:pt x="33484" y="114209"/>
                </a:lnTo>
                <a:lnTo>
                  <a:pt x="33359" y="113665"/>
                </a:lnTo>
                <a:lnTo>
                  <a:pt x="33242" y="113105"/>
                </a:lnTo>
                <a:lnTo>
                  <a:pt x="33134" y="112530"/>
                </a:lnTo>
                <a:lnTo>
                  <a:pt x="33033" y="111940"/>
                </a:lnTo>
                <a:lnTo>
                  <a:pt x="32940" y="111334"/>
                </a:lnTo>
                <a:lnTo>
                  <a:pt x="32856" y="110714"/>
                </a:lnTo>
                <a:lnTo>
                  <a:pt x="32779" y="110078"/>
                </a:lnTo>
                <a:lnTo>
                  <a:pt x="32711" y="109427"/>
                </a:lnTo>
                <a:lnTo>
                  <a:pt x="32651" y="108761"/>
                </a:lnTo>
                <a:lnTo>
                  <a:pt x="32598" y="108080"/>
                </a:lnTo>
                <a:lnTo>
                  <a:pt x="32554" y="107383"/>
                </a:lnTo>
                <a:lnTo>
                  <a:pt x="32518" y="106672"/>
                </a:lnTo>
                <a:lnTo>
                  <a:pt x="32490" y="105945"/>
                </a:lnTo>
                <a:lnTo>
                  <a:pt x="32470" y="105203"/>
                </a:lnTo>
                <a:lnTo>
                  <a:pt x="32458" y="104446"/>
                </a:lnTo>
                <a:lnTo>
                  <a:pt x="32454" y="103674"/>
                </a:lnTo>
                <a:lnTo>
                  <a:pt x="32454" y="50604"/>
                </a:lnTo>
                <a:lnTo>
                  <a:pt x="56128" y="50604"/>
                </a:lnTo>
                <a:lnTo>
                  <a:pt x="56128" y="37287"/>
                </a:lnTo>
                <a:lnTo>
                  <a:pt x="32454" y="37287"/>
                </a:lnTo>
                <a:lnTo>
                  <a:pt x="32454" y="15290"/>
                </a:lnTo>
                <a:lnTo>
                  <a:pt x="16079" y="15290"/>
                </a:lnTo>
                <a:lnTo>
                  <a:pt x="16079" y="37287"/>
                </a:lnTo>
                <a:lnTo>
                  <a:pt x="0" y="37287"/>
                </a:lnTo>
                <a:lnTo>
                  <a:pt x="0" y="50604"/>
                </a:lnTo>
                <a:lnTo>
                  <a:pt x="16079" y="50604"/>
                </a:lnTo>
                <a:lnTo>
                  <a:pt x="16079" y="104142"/>
                </a:lnTo>
                <a:lnTo>
                  <a:pt x="16083" y="104980"/>
                </a:lnTo>
                <a:lnTo>
                  <a:pt x="16095" y="105808"/>
                </a:lnTo>
                <a:lnTo>
                  <a:pt x="16115" y="106625"/>
                </a:lnTo>
                <a:lnTo>
                  <a:pt x="16143" y="107433"/>
                </a:lnTo>
                <a:lnTo>
                  <a:pt x="16179" y="108230"/>
                </a:lnTo>
                <a:lnTo>
                  <a:pt x="16224" y="109017"/>
                </a:lnTo>
                <a:lnTo>
                  <a:pt x="16276" y="109794"/>
                </a:lnTo>
                <a:lnTo>
                  <a:pt x="16336" y="110562"/>
                </a:lnTo>
                <a:lnTo>
                  <a:pt x="16405" y="111318"/>
                </a:lnTo>
                <a:lnTo>
                  <a:pt x="16481" y="112065"/>
                </a:lnTo>
                <a:lnTo>
                  <a:pt x="16566" y="112802"/>
                </a:lnTo>
                <a:lnTo>
                  <a:pt x="16658" y="113529"/>
                </a:lnTo>
                <a:lnTo>
                  <a:pt x="16759" y="114245"/>
                </a:lnTo>
                <a:lnTo>
                  <a:pt x="16868" y="114952"/>
                </a:lnTo>
                <a:lnTo>
                  <a:pt x="16984" y="115648"/>
                </a:lnTo>
                <a:lnTo>
                  <a:pt x="17109" y="116334"/>
                </a:lnTo>
                <a:lnTo>
                  <a:pt x="17242" y="117010"/>
                </a:lnTo>
                <a:lnTo>
                  <a:pt x="17383" y="117676"/>
                </a:lnTo>
                <a:lnTo>
                  <a:pt x="17532" y="118332"/>
                </a:lnTo>
                <a:lnTo>
                  <a:pt x="17689" y="118978"/>
                </a:lnTo>
                <a:lnTo>
                  <a:pt x="17854" y="119614"/>
                </a:lnTo>
                <a:lnTo>
                  <a:pt x="18027" y="120239"/>
                </a:lnTo>
                <a:lnTo>
                  <a:pt x="18208" y="120855"/>
                </a:lnTo>
                <a:lnTo>
                  <a:pt x="18397" y="121460"/>
                </a:lnTo>
                <a:lnTo>
                  <a:pt x="18597" y="122054"/>
                </a:lnTo>
                <a:lnTo>
                  <a:pt x="18810" y="122637"/>
                </a:lnTo>
                <a:lnTo>
                  <a:pt x="19037" y="123208"/>
                </a:lnTo>
                <a:lnTo>
                  <a:pt x="19278" y="123767"/>
                </a:lnTo>
                <a:lnTo>
                  <a:pt x="19532" y="124314"/>
                </a:lnTo>
                <a:lnTo>
                  <a:pt x="19799" y="124850"/>
                </a:lnTo>
                <a:lnTo>
                  <a:pt x="20081" y="125374"/>
                </a:lnTo>
                <a:lnTo>
                  <a:pt x="20375" y="125886"/>
                </a:lnTo>
                <a:lnTo>
                  <a:pt x="20683" y="126387"/>
                </a:lnTo>
                <a:lnTo>
                  <a:pt x="21005" y="126876"/>
                </a:lnTo>
                <a:lnTo>
                  <a:pt x="21340" y="127353"/>
                </a:lnTo>
                <a:lnTo>
                  <a:pt x="21689" y="127819"/>
                </a:lnTo>
                <a:lnTo>
                  <a:pt x="22051" y="128273"/>
                </a:lnTo>
                <a:lnTo>
                  <a:pt x="22427" y="128715"/>
                </a:lnTo>
                <a:lnTo>
                  <a:pt x="22817" y="129145"/>
                </a:lnTo>
                <a:lnTo>
                  <a:pt x="23219" y="129564"/>
                </a:lnTo>
                <a:lnTo>
                  <a:pt x="23636" y="129971"/>
                </a:lnTo>
                <a:lnTo>
                  <a:pt x="24066" y="130366"/>
                </a:lnTo>
                <a:lnTo>
                  <a:pt x="24509" y="130750"/>
                </a:lnTo>
                <a:lnTo>
                  <a:pt x="24966" y="131122"/>
                </a:lnTo>
                <a:lnTo>
                  <a:pt x="25437" y="131482"/>
                </a:lnTo>
                <a:lnTo>
                  <a:pt x="25921" y="131831"/>
                </a:lnTo>
                <a:lnTo>
                  <a:pt x="26418" y="132168"/>
                </a:lnTo>
                <a:lnTo>
                  <a:pt x="26930" y="132493"/>
                </a:lnTo>
                <a:lnTo>
                  <a:pt x="27457" y="132805"/>
                </a:lnTo>
                <a:lnTo>
                  <a:pt x="28003" y="133105"/>
                </a:lnTo>
                <a:lnTo>
                  <a:pt x="28568" y="133391"/>
                </a:lnTo>
                <a:lnTo>
                  <a:pt x="29152" y="133664"/>
                </a:lnTo>
                <a:lnTo>
                  <a:pt x="29754" y="133923"/>
                </a:lnTo>
                <a:lnTo>
                  <a:pt x="30376" y="134169"/>
                </a:lnTo>
                <a:lnTo>
                  <a:pt x="31016" y="134402"/>
                </a:lnTo>
                <a:lnTo>
                  <a:pt x="31675" y="134621"/>
                </a:lnTo>
                <a:lnTo>
                  <a:pt x="32353" y="134828"/>
                </a:lnTo>
                <a:lnTo>
                  <a:pt x="33050" y="135021"/>
                </a:lnTo>
                <a:lnTo>
                  <a:pt x="33766" y="135200"/>
                </a:lnTo>
                <a:lnTo>
                  <a:pt x="34500" y="135367"/>
                </a:lnTo>
                <a:lnTo>
                  <a:pt x="35254" y="135520"/>
                </a:lnTo>
                <a:lnTo>
                  <a:pt x="36026" y="135659"/>
                </a:lnTo>
                <a:lnTo>
                  <a:pt x="36817" y="135786"/>
                </a:lnTo>
                <a:lnTo>
                  <a:pt x="37627" y="135899"/>
                </a:lnTo>
                <a:lnTo>
                  <a:pt x="38455" y="135998"/>
                </a:lnTo>
                <a:lnTo>
                  <a:pt x="39303" y="136085"/>
                </a:lnTo>
                <a:lnTo>
                  <a:pt x="40169" y="136158"/>
                </a:lnTo>
                <a:lnTo>
                  <a:pt x="41055" y="136218"/>
                </a:lnTo>
                <a:lnTo>
                  <a:pt x="41959" y="136265"/>
                </a:lnTo>
                <a:lnTo>
                  <a:pt x="42882" y="136298"/>
                </a:lnTo>
                <a:lnTo>
                  <a:pt x="43823" y="136318"/>
                </a:lnTo>
                <a:lnTo>
                  <a:pt x="44784" y="136324"/>
                </a:lnTo>
                <a:lnTo>
                  <a:pt x="56325" y="136324"/>
                </a:lnTo>
                <a:lnTo>
                  <a:pt x="56325" y="123008"/>
                </a:lnTo>
                <a:lnTo>
                  <a:pt x="45869" y="123008"/>
                </a:lnTo>
                <a:lnTo>
                  <a:pt x="45149" y="122999"/>
                </a:lnTo>
                <a:close/>
                <a:moveTo>
                  <a:pt x="478997" y="122973"/>
                </a:moveTo>
                <a:lnTo>
                  <a:pt x="478322" y="122930"/>
                </a:lnTo>
                <a:lnTo>
                  <a:pt x="477669" y="122869"/>
                </a:lnTo>
                <a:lnTo>
                  <a:pt x="477038" y="122791"/>
                </a:lnTo>
                <a:lnTo>
                  <a:pt x="476430" y="122696"/>
                </a:lnTo>
                <a:lnTo>
                  <a:pt x="475844" y="122583"/>
                </a:lnTo>
                <a:lnTo>
                  <a:pt x="475281" y="122453"/>
                </a:lnTo>
                <a:lnTo>
                  <a:pt x="474740" y="122306"/>
                </a:lnTo>
                <a:lnTo>
                  <a:pt x="474221" y="122142"/>
                </a:lnTo>
                <a:lnTo>
                  <a:pt x="473725" y="121960"/>
                </a:lnTo>
                <a:lnTo>
                  <a:pt x="473252" y="121761"/>
                </a:lnTo>
                <a:lnTo>
                  <a:pt x="472800" y="121544"/>
                </a:lnTo>
                <a:lnTo>
                  <a:pt x="472372" y="121310"/>
                </a:lnTo>
                <a:lnTo>
                  <a:pt x="471965" y="121059"/>
                </a:lnTo>
                <a:lnTo>
                  <a:pt x="471582" y="120791"/>
                </a:lnTo>
                <a:lnTo>
                  <a:pt x="471220" y="120505"/>
                </a:lnTo>
                <a:lnTo>
                  <a:pt x="470881" y="120202"/>
                </a:lnTo>
                <a:lnTo>
                  <a:pt x="470565" y="119882"/>
                </a:lnTo>
                <a:lnTo>
                  <a:pt x="470270" y="119544"/>
                </a:lnTo>
                <a:lnTo>
                  <a:pt x="469999" y="119189"/>
                </a:lnTo>
                <a:lnTo>
                  <a:pt x="469749" y="118817"/>
                </a:lnTo>
                <a:lnTo>
                  <a:pt x="469523" y="118427"/>
                </a:lnTo>
                <a:lnTo>
                  <a:pt x="469318" y="118020"/>
                </a:lnTo>
                <a:lnTo>
                  <a:pt x="469129" y="117597"/>
                </a:lnTo>
                <a:lnTo>
                  <a:pt x="468948" y="117158"/>
                </a:lnTo>
                <a:lnTo>
                  <a:pt x="468775" y="116705"/>
                </a:lnTo>
                <a:lnTo>
                  <a:pt x="468610" y="116236"/>
                </a:lnTo>
                <a:lnTo>
                  <a:pt x="468453" y="115752"/>
                </a:lnTo>
                <a:lnTo>
                  <a:pt x="468304" y="115253"/>
                </a:lnTo>
                <a:lnTo>
                  <a:pt x="468163" y="114739"/>
                </a:lnTo>
                <a:lnTo>
                  <a:pt x="468030" y="114209"/>
                </a:lnTo>
                <a:lnTo>
                  <a:pt x="467906" y="113665"/>
                </a:lnTo>
                <a:lnTo>
                  <a:pt x="467789" y="113105"/>
                </a:lnTo>
                <a:lnTo>
                  <a:pt x="467680" y="112530"/>
                </a:lnTo>
                <a:lnTo>
                  <a:pt x="467580" y="111940"/>
                </a:lnTo>
                <a:lnTo>
                  <a:pt x="467487" y="111334"/>
                </a:lnTo>
                <a:lnTo>
                  <a:pt x="467403" y="110714"/>
                </a:lnTo>
                <a:lnTo>
                  <a:pt x="467326" y="110078"/>
                </a:lnTo>
                <a:lnTo>
                  <a:pt x="467258" y="109427"/>
                </a:lnTo>
                <a:lnTo>
                  <a:pt x="467197" y="108761"/>
                </a:lnTo>
                <a:lnTo>
                  <a:pt x="467145" y="108080"/>
                </a:lnTo>
                <a:lnTo>
                  <a:pt x="467101" y="107383"/>
                </a:lnTo>
                <a:lnTo>
                  <a:pt x="467064" y="106672"/>
                </a:lnTo>
                <a:lnTo>
                  <a:pt x="467036" y="105945"/>
                </a:lnTo>
                <a:lnTo>
                  <a:pt x="467016" y="105203"/>
                </a:lnTo>
                <a:lnTo>
                  <a:pt x="467004" y="104446"/>
                </a:lnTo>
                <a:lnTo>
                  <a:pt x="467000" y="103674"/>
                </a:lnTo>
                <a:lnTo>
                  <a:pt x="467000" y="50604"/>
                </a:lnTo>
                <a:lnTo>
                  <a:pt x="490674" y="50604"/>
                </a:lnTo>
                <a:lnTo>
                  <a:pt x="490674" y="37287"/>
                </a:lnTo>
                <a:lnTo>
                  <a:pt x="467000" y="37287"/>
                </a:lnTo>
                <a:lnTo>
                  <a:pt x="467000" y="15290"/>
                </a:lnTo>
                <a:lnTo>
                  <a:pt x="450625" y="15290"/>
                </a:lnTo>
                <a:lnTo>
                  <a:pt x="450625" y="37287"/>
                </a:lnTo>
                <a:lnTo>
                  <a:pt x="434547" y="37287"/>
                </a:lnTo>
                <a:lnTo>
                  <a:pt x="434547" y="50604"/>
                </a:lnTo>
                <a:lnTo>
                  <a:pt x="450625" y="50604"/>
                </a:lnTo>
                <a:lnTo>
                  <a:pt x="450625" y="104142"/>
                </a:lnTo>
                <a:lnTo>
                  <a:pt x="450629" y="104980"/>
                </a:lnTo>
                <a:lnTo>
                  <a:pt x="450641" y="105808"/>
                </a:lnTo>
                <a:lnTo>
                  <a:pt x="450662" y="106625"/>
                </a:lnTo>
                <a:lnTo>
                  <a:pt x="450690" y="107433"/>
                </a:lnTo>
                <a:lnTo>
                  <a:pt x="450726" y="108230"/>
                </a:lnTo>
                <a:lnTo>
                  <a:pt x="450770" y="109017"/>
                </a:lnTo>
                <a:lnTo>
                  <a:pt x="450823" y="109794"/>
                </a:lnTo>
                <a:lnTo>
                  <a:pt x="450883" y="110562"/>
                </a:lnTo>
                <a:lnTo>
                  <a:pt x="450951" y="111318"/>
                </a:lnTo>
                <a:lnTo>
                  <a:pt x="451028" y="112065"/>
                </a:lnTo>
                <a:lnTo>
                  <a:pt x="451112" y="112802"/>
                </a:lnTo>
                <a:lnTo>
                  <a:pt x="451205" y="113529"/>
                </a:lnTo>
                <a:lnTo>
                  <a:pt x="451306" y="114245"/>
                </a:lnTo>
                <a:lnTo>
                  <a:pt x="451414" y="114952"/>
                </a:lnTo>
                <a:lnTo>
                  <a:pt x="451531" y="115648"/>
                </a:lnTo>
                <a:lnTo>
                  <a:pt x="451656" y="116334"/>
                </a:lnTo>
                <a:lnTo>
                  <a:pt x="451788" y="117010"/>
                </a:lnTo>
                <a:lnTo>
                  <a:pt x="451929" y="117676"/>
                </a:lnTo>
                <a:lnTo>
                  <a:pt x="452078" y="118332"/>
                </a:lnTo>
                <a:lnTo>
                  <a:pt x="452235" y="118978"/>
                </a:lnTo>
                <a:lnTo>
                  <a:pt x="452400" y="119614"/>
                </a:lnTo>
                <a:lnTo>
                  <a:pt x="452573" y="120239"/>
                </a:lnTo>
                <a:lnTo>
                  <a:pt x="452754" y="120855"/>
                </a:lnTo>
                <a:lnTo>
                  <a:pt x="452943" y="121460"/>
                </a:lnTo>
                <a:lnTo>
                  <a:pt x="453143" y="122054"/>
                </a:lnTo>
                <a:lnTo>
                  <a:pt x="453357" y="122637"/>
                </a:lnTo>
                <a:lnTo>
                  <a:pt x="453584" y="123208"/>
                </a:lnTo>
                <a:lnTo>
                  <a:pt x="453824" y="123767"/>
                </a:lnTo>
                <a:lnTo>
                  <a:pt x="454078" y="124314"/>
                </a:lnTo>
                <a:lnTo>
                  <a:pt x="454346" y="124850"/>
                </a:lnTo>
                <a:lnTo>
                  <a:pt x="454627" y="125374"/>
                </a:lnTo>
                <a:lnTo>
                  <a:pt x="454922" y="125886"/>
                </a:lnTo>
                <a:lnTo>
                  <a:pt x="455230" y="126387"/>
                </a:lnTo>
                <a:lnTo>
                  <a:pt x="455552" y="126876"/>
                </a:lnTo>
                <a:lnTo>
                  <a:pt x="455887" y="127353"/>
                </a:lnTo>
                <a:lnTo>
                  <a:pt x="456236" y="127819"/>
                </a:lnTo>
                <a:lnTo>
                  <a:pt x="456598" y="128273"/>
                </a:lnTo>
                <a:lnTo>
                  <a:pt x="456974" y="128715"/>
                </a:lnTo>
                <a:lnTo>
                  <a:pt x="457363" y="129145"/>
                </a:lnTo>
                <a:lnTo>
                  <a:pt x="457766" y="129564"/>
                </a:lnTo>
                <a:lnTo>
                  <a:pt x="458182" y="129971"/>
                </a:lnTo>
                <a:lnTo>
                  <a:pt x="458612" y="130366"/>
                </a:lnTo>
                <a:lnTo>
                  <a:pt x="459056" y="130750"/>
                </a:lnTo>
                <a:lnTo>
                  <a:pt x="459513" y="131122"/>
                </a:lnTo>
                <a:lnTo>
                  <a:pt x="459983" y="131482"/>
                </a:lnTo>
                <a:lnTo>
                  <a:pt x="460467" y="131831"/>
                </a:lnTo>
                <a:lnTo>
                  <a:pt x="460965" y="132168"/>
                </a:lnTo>
                <a:lnTo>
                  <a:pt x="461476" y="132493"/>
                </a:lnTo>
                <a:lnTo>
                  <a:pt x="462003" y="132805"/>
                </a:lnTo>
                <a:lnTo>
                  <a:pt x="462550" y="133105"/>
                </a:lnTo>
                <a:lnTo>
                  <a:pt x="463114" y="133391"/>
                </a:lnTo>
                <a:lnTo>
                  <a:pt x="463698" y="133664"/>
                </a:lnTo>
                <a:lnTo>
                  <a:pt x="464301" y="133923"/>
                </a:lnTo>
                <a:lnTo>
                  <a:pt x="464922" y="134169"/>
                </a:lnTo>
                <a:lnTo>
                  <a:pt x="465563" y="134402"/>
                </a:lnTo>
                <a:lnTo>
                  <a:pt x="466222" y="134621"/>
                </a:lnTo>
                <a:lnTo>
                  <a:pt x="466900" y="134828"/>
                </a:lnTo>
                <a:lnTo>
                  <a:pt x="467597" y="135021"/>
                </a:lnTo>
                <a:lnTo>
                  <a:pt x="468312" y="135200"/>
                </a:lnTo>
                <a:lnTo>
                  <a:pt x="469047" y="135367"/>
                </a:lnTo>
                <a:lnTo>
                  <a:pt x="469800" y="135520"/>
                </a:lnTo>
                <a:lnTo>
                  <a:pt x="470572" y="135659"/>
                </a:lnTo>
                <a:lnTo>
                  <a:pt x="471364" y="135786"/>
                </a:lnTo>
                <a:lnTo>
                  <a:pt x="472173" y="135899"/>
                </a:lnTo>
                <a:lnTo>
                  <a:pt x="473002" y="135998"/>
                </a:lnTo>
                <a:lnTo>
                  <a:pt x="473850" y="136085"/>
                </a:lnTo>
                <a:lnTo>
                  <a:pt x="474716" y="136158"/>
                </a:lnTo>
                <a:lnTo>
                  <a:pt x="475601" y="136218"/>
                </a:lnTo>
                <a:lnTo>
                  <a:pt x="476505" y="136265"/>
                </a:lnTo>
                <a:lnTo>
                  <a:pt x="477428" y="136298"/>
                </a:lnTo>
                <a:lnTo>
                  <a:pt x="478370" y="136318"/>
                </a:lnTo>
                <a:lnTo>
                  <a:pt x="479330" y="136324"/>
                </a:lnTo>
                <a:lnTo>
                  <a:pt x="490872" y="136324"/>
                </a:lnTo>
                <a:lnTo>
                  <a:pt x="490872" y="123008"/>
                </a:lnTo>
                <a:lnTo>
                  <a:pt x="480416" y="123008"/>
                </a:lnTo>
                <a:lnTo>
                  <a:pt x="479695" y="122999"/>
                </a:lnTo>
                <a:lnTo>
                  <a:pt x="478997" y="122973"/>
                </a:lnTo>
                <a:close/>
                <a:moveTo>
                  <a:pt x="1020615" y="122973"/>
                </a:moveTo>
                <a:lnTo>
                  <a:pt x="1019940" y="122930"/>
                </a:lnTo>
                <a:lnTo>
                  <a:pt x="1019287" y="122869"/>
                </a:lnTo>
                <a:lnTo>
                  <a:pt x="1018656" y="122791"/>
                </a:lnTo>
                <a:lnTo>
                  <a:pt x="1018048" y="122696"/>
                </a:lnTo>
                <a:lnTo>
                  <a:pt x="1017462" y="122583"/>
                </a:lnTo>
                <a:lnTo>
                  <a:pt x="1016899" y="122453"/>
                </a:lnTo>
                <a:lnTo>
                  <a:pt x="1016358" y="122306"/>
                </a:lnTo>
                <a:lnTo>
                  <a:pt x="1015839" y="122142"/>
                </a:lnTo>
                <a:lnTo>
                  <a:pt x="1015343" y="121960"/>
                </a:lnTo>
                <a:lnTo>
                  <a:pt x="1014870" y="121761"/>
                </a:lnTo>
                <a:lnTo>
                  <a:pt x="1014418" y="121544"/>
                </a:lnTo>
                <a:lnTo>
                  <a:pt x="1013990" y="121310"/>
                </a:lnTo>
                <a:lnTo>
                  <a:pt x="1013583" y="121059"/>
                </a:lnTo>
                <a:lnTo>
                  <a:pt x="1013199" y="120791"/>
                </a:lnTo>
                <a:lnTo>
                  <a:pt x="1012838" y="120505"/>
                </a:lnTo>
                <a:lnTo>
                  <a:pt x="1012499" y="120202"/>
                </a:lnTo>
                <a:lnTo>
                  <a:pt x="1012182" y="119882"/>
                </a:lnTo>
                <a:lnTo>
                  <a:pt x="1011888" y="119544"/>
                </a:lnTo>
                <a:lnTo>
                  <a:pt x="1011617" y="119189"/>
                </a:lnTo>
                <a:lnTo>
                  <a:pt x="1011367" y="118817"/>
                </a:lnTo>
                <a:lnTo>
                  <a:pt x="1011141" y="118427"/>
                </a:lnTo>
                <a:lnTo>
                  <a:pt x="1010936" y="118020"/>
                </a:lnTo>
                <a:lnTo>
                  <a:pt x="1010747" y="117597"/>
                </a:lnTo>
                <a:lnTo>
                  <a:pt x="1010566" y="117158"/>
                </a:lnTo>
                <a:lnTo>
                  <a:pt x="1010393" y="116705"/>
                </a:lnTo>
                <a:lnTo>
                  <a:pt x="1010228" y="116236"/>
                </a:lnTo>
                <a:lnTo>
                  <a:pt x="1010071" y="115752"/>
                </a:lnTo>
                <a:lnTo>
                  <a:pt x="1009922" y="115253"/>
                </a:lnTo>
                <a:lnTo>
                  <a:pt x="1009781" y="114739"/>
                </a:lnTo>
                <a:lnTo>
                  <a:pt x="1009648" y="114209"/>
                </a:lnTo>
                <a:lnTo>
                  <a:pt x="1009524" y="113665"/>
                </a:lnTo>
                <a:lnTo>
                  <a:pt x="1009407" y="113105"/>
                </a:lnTo>
                <a:lnTo>
                  <a:pt x="1009298" y="112530"/>
                </a:lnTo>
                <a:lnTo>
                  <a:pt x="1009198" y="111940"/>
                </a:lnTo>
                <a:lnTo>
                  <a:pt x="1009105" y="111334"/>
                </a:lnTo>
                <a:lnTo>
                  <a:pt x="1009021" y="110714"/>
                </a:lnTo>
                <a:lnTo>
                  <a:pt x="1008944" y="110078"/>
                </a:lnTo>
                <a:lnTo>
                  <a:pt x="1008876" y="109427"/>
                </a:lnTo>
                <a:lnTo>
                  <a:pt x="1008815" y="108761"/>
                </a:lnTo>
                <a:lnTo>
                  <a:pt x="1008763" y="108080"/>
                </a:lnTo>
                <a:lnTo>
                  <a:pt x="1008719" y="107383"/>
                </a:lnTo>
                <a:lnTo>
                  <a:pt x="1008682" y="106672"/>
                </a:lnTo>
                <a:lnTo>
                  <a:pt x="1008654" y="105945"/>
                </a:lnTo>
                <a:lnTo>
                  <a:pt x="1008634" y="105203"/>
                </a:lnTo>
                <a:lnTo>
                  <a:pt x="1008622" y="104446"/>
                </a:lnTo>
                <a:lnTo>
                  <a:pt x="1008618" y="103674"/>
                </a:lnTo>
                <a:lnTo>
                  <a:pt x="1008618" y="50604"/>
                </a:lnTo>
                <a:lnTo>
                  <a:pt x="1032292" y="50604"/>
                </a:lnTo>
                <a:lnTo>
                  <a:pt x="1032292" y="37287"/>
                </a:lnTo>
                <a:lnTo>
                  <a:pt x="1008618" y="37287"/>
                </a:lnTo>
                <a:lnTo>
                  <a:pt x="1008618" y="15290"/>
                </a:lnTo>
                <a:lnTo>
                  <a:pt x="992243" y="15290"/>
                </a:lnTo>
                <a:lnTo>
                  <a:pt x="992243" y="37287"/>
                </a:lnTo>
                <a:lnTo>
                  <a:pt x="976165" y="37287"/>
                </a:lnTo>
                <a:lnTo>
                  <a:pt x="976165" y="50604"/>
                </a:lnTo>
                <a:lnTo>
                  <a:pt x="992243" y="50604"/>
                </a:lnTo>
                <a:lnTo>
                  <a:pt x="992243" y="104142"/>
                </a:lnTo>
                <a:lnTo>
                  <a:pt x="992247" y="104980"/>
                </a:lnTo>
                <a:lnTo>
                  <a:pt x="992259" y="105808"/>
                </a:lnTo>
                <a:lnTo>
                  <a:pt x="992280" y="106625"/>
                </a:lnTo>
                <a:lnTo>
                  <a:pt x="992308" y="107433"/>
                </a:lnTo>
                <a:lnTo>
                  <a:pt x="992344" y="108230"/>
                </a:lnTo>
                <a:lnTo>
                  <a:pt x="992388" y="109017"/>
                </a:lnTo>
                <a:lnTo>
                  <a:pt x="992441" y="109794"/>
                </a:lnTo>
                <a:lnTo>
                  <a:pt x="992501" y="110562"/>
                </a:lnTo>
                <a:lnTo>
                  <a:pt x="992569" y="111318"/>
                </a:lnTo>
                <a:lnTo>
                  <a:pt x="992646" y="112065"/>
                </a:lnTo>
                <a:lnTo>
                  <a:pt x="992730" y="112802"/>
                </a:lnTo>
                <a:lnTo>
                  <a:pt x="992823" y="113529"/>
                </a:lnTo>
                <a:lnTo>
                  <a:pt x="992924" y="114245"/>
                </a:lnTo>
                <a:lnTo>
                  <a:pt x="993032" y="114952"/>
                </a:lnTo>
                <a:lnTo>
                  <a:pt x="993149" y="115648"/>
                </a:lnTo>
                <a:lnTo>
                  <a:pt x="993274" y="116334"/>
                </a:lnTo>
                <a:lnTo>
                  <a:pt x="993406" y="117010"/>
                </a:lnTo>
                <a:lnTo>
                  <a:pt x="993547" y="117676"/>
                </a:lnTo>
                <a:lnTo>
                  <a:pt x="993696" y="118332"/>
                </a:lnTo>
                <a:lnTo>
                  <a:pt x="993853" y="118978"/>
                </a:lnTo>
                <a:lnTo>
                  <a:pt x="994018" y="119614"/>
                </a:lnTo>
                <a:lnTo>
                  <a:pt x="994191" y="120239"/>
                </a:lnTo>
                <a:lnTo>
                  <a:pt x="994372" y="120855"/>
                </a:lnTo>
                <a:lnTo>
                  <a:pt x="994561" y="121460"/>
                </a:lnTo>
                <a:lnTo>
                  <a:pt x="994761" y="122054"/>
                </a:lnTo>
                <a:lnTo>
                  <a:pt x="994975" y="122637"/>
                </a:lnTo>
                <a:lnTo>
                  <a:pt x="995202" y="123208"/>
                </a:lnTo>
                <a:lnTo>
                  <a:pt x="995442" y="123767"/>
                </a:lnTo>
                <a:lnTo>
                  <a:pt x="995696" y="124314"/>
                </a:lnTo>
                <a:lnTo>
                  <a:pt x="995964" y="124850"/>
                </a:lnTo>
                <a:lnTo>
                  <a:pt x="996245" y="125374"/>
                </a:lnTo>
                <a:lnTo>
                  <a:pt x="996540" y="125886"/>
                </a:lnTo>
                <a:lnTo>
                  <a:pt x="996848" y="126387"/>
                </a:lnTo>
                <a:lnTo>
                  <a:pt x="997170" y="126876"/>
                </a:lnTo>
                <a:lnTo>
                  <a:pt x="997505" y="127353"/>
                </a:lnTo>
                <a:lnTo>
                  <a:pt x="997854" y="127819"/>
                </a:lnTo>
                <a:lnTo>
                  <a:pt x="998216" y="128273"/>
                </a:lnTo>
                <a:lnTo>
                  <a:pt x="998592" y="128715"/>
                </a:lnTo>
                <a:lnTo>
                  <a:pt x="998981" y="129145"/>
                </a:lnTo>
                <a:lnTo>
                  <a:pt x="999384" y="129564"/>
                </a:lnTo>
                <a:lnTo>
                  <a:pt x="999800" y="129971"/>
                </a:lnTo>
                <a:lnTo>
                  <a:pt x="1000230" y="130366"/>
                </a:lnTo>
                <a:lnTo>
                  <a:pt x="1000674" y="130750"/>
                </a:lnTo>
                <a:lnTo>
                  <a:pt x="1001131" y="131122"/>
                </a:lnTo>
                <a:lnTo>
                  <a:pt x="1001601" y="131482"/>
                </a:lnTo>
                <a:lnTo>
                  <a:pt x="1002085" y="131831"/>
                </a:lnTo>
                <a:lnTo>
                  <a:pt x="1002583" y="132168"/>
                </a:lnTo>
                <a:lnTo>
                  <a:pt x="1003094" y="132493"/>
                </a:lnTo>
                <a:lnTo>
                  <a:pt x="1003621" y="132805"/>
                </a:lnTo>
                <a:lnTo>
                  <a:pt x="1004168" y="133105"/>
                </a:lnTo>
                <a:lnTo>
                  <a:pt x="1004732" y="133391"/>
                </a:lnTo>
                <a:lnTo>
                  <a:pt x="1005316" y="133664"/>
                </a:lnTo>
                <a:lnTo>
                  <a:pt x="1005919" y="133923"/>
                </a:lnTo>
                <a:lnTo>
                  <a:pt x="1006540" y="134169"/>
                </a:lnTo>
                <a:lnTo>
                  <a:pt x="1007181" y="134402"/>
                </a:lnTo>
                <a:lnTo>
                  <a:pt x="1007840" y="134621"/>
                </a:lnTo>
                <a:lnTo>
                  <a:pt x="1008518" y="134828"/>
                </a:lnTo>
                <a:lnTo>
                  <a:pt x="1009215" y="135021"/>
                </a:lnTo>
                <a:lnTo>
                  <a:pt x="1009930" y="135200"/>
                </a:lnTo>
                <a:lnTo>
                  <a:pt x="1010665" y="135367"/>
                </a:lnTo>
                <a:lnTo>
                  <a:pt x="1011418" y="135520"/>
                </a:lnTo>
                <a:lnTo>
                  <a:pt x="1012190" y="135659"/>
                </a:lnTo>
                <a:lnTo>
                  <a:pt x="1012981" y="135786"/>
                </a:lnTo>
                <a:lnTo>
                  <a:pt x="1013791" y="135899"/>
                </a:lnTo>
                <a:lnTo>
                  <a:pt x="1014620" y="135998"/>
                </a:lnTo>
                <a:lnTo>
                  <a:pt x="1015468" y="136085"/>
                </a:lnTo>
                <a:lnTo>
                  <a:pt x="1016334" y="136158"/>
                </a:lnTo>
                <a:lnTo>
                  <a:pt x="1017219" y="136218"/>
                </a:lnTo>
                <a:lnTo>
                  <a:pt x="1018123" y="136265"/>
                </a:lnTo>
                <a:lnTo>
                  <a:pt x="1019046" y="136298"/>
                </a:lnTo>
                <a:lnTo>
                  <a:pt x="1019988" y="136318"/>
                </a:lnTo>
                <a:lnTo>
                  <a:pt x="1020948" y="136324"/>
                </a:lnTo>
                <a:lnTo>
                  <a:pt x="1032490" y="136324"/>
                </a:lnTo>
                <a:lnTo>
                  <a:pt x="1032490" y="123008"/>
                </a:lnTo>
                <a:lnTo>
                  <a:pt x="1022034" y="123008"/>
                </a:lnTo>
                <a:lnTo>
                  <a:pt x="1021313" y="122999"/>
                </a:lnTo>
                <a:lnTo>
                  <a:pt x="1020615" y="122973"/>
                </a:lnTo>
                <a:close/>
                <a:moveTo>
                  <a:pt x="313393" y="64612"/>
                </a:moveTo>
                <a:lnTo>
                  <a:pt x="313788" y="64116"/>
                </a:lnTo>
                <a:lnTo>
                  <a:pt x="314193" y="63624"/>
                </a:lnTo>
                <a:lnTo>
                  <a:pt x="314607" y="63135"/>
                </a:lnTo>
                <a:lnTo>
                  <a:pt x="315032" y="62650"/>
                </a:lnTo>
                <a:lnTo>
                  <a:pt x="315466" y="62168"/>
                </a:lnTo>
                <a:lnTo>
                  <a:pt x="315911" y="61689"/>
                </a:lnTo>
                <a:lnTo>
                  <a:pt x="316365" y="61214"/>
                </a:lnTo>
                <a:lnTo>
                  <a:pt x="316829" y="60743"/>
                </a:lnTo>
                <a:lnTo>
                  <a:pt x="317303" y="60274"/>
                </a:lnTo>
                <a:lnTo>
                  <a:pt x="317788" y="59809"/>
                </a:lnTo>
                <a:lnTo>
                  <a:pt x="318282" y="59348"/>
                </a:lnTo>
                <a:lnTo>
                  <a:pt x="318786" y="58889"/>
                </a:lnTo>
                <a:lnTo>
                  <a:pt x="319300" y="58435"/>
                </a:lnTo>
                <a:lnTo>
                  <a:pt x="319823" y="57983"/>
                </a:lnTo>
                <a:lnTo>
                  <a:pt x="320357" y="57535"/>
                </a:lnTo>
                <a:lnTo>
                  <a:pt x="320901" y="57091"/>
                </a:lnTo>
                <a:lnTo>
                  <a:pt x="321455" y="56649"/>
                </a:lnTo>
                <a:lnTo>
                  <a:pt x="322018" y="56211"/>
                </a:lnTo>
                <a:lnTo>
                  <a:pt x="322592" y="55777"/>
                </a:lnTo>
                <a:lnTo>
                  <a:pt x="323175" y="55346"/>
                </a:lnTo>
                <a:lnTo>
                  <a:pt x="323769" y="54918"/>
                </a:lnTo>
                <a:lnTo>
                  <a:pt x="324372" y="54494"/>
                </a:lnTo>
                <a:lnTo>
                  <a:pt x="324986" y="54080"/>
                </a:lnTo>
                <a:lnTo>
                  <a:pt x="325612" y="53684"/>
                </a:lnTo>
                <a:lnTo>
                  <a:pt x="326251" y="53305"/>
                </a:lnTo>
                <a:lnTo>
                  <a:pt x="326901" y="52944"/>
                </a:lnTo>
                <a:lnTo>
                  <a:pt x="327563" y="52600"/>
                </a:lnTo>
                <a:lnTo>
                  <a:pt x="328237" y="52274"/>
                </a:lnTo>
                <a:lnTo>
                  <a:pt x="328924" y="51966"/>
                </a:lnTo>
                <a:lnTo>
                  <a:pt x="329622" y="51675"/>
                </a:lnTo>
                <a:lnTo>
                  <a:pt x="330332" y="51402"/>
                </a:lnTo>
                <a:lnTo>
                  <a:pt x="331054" y="51147"/>
                </a:lnTo>
                <a:lnTo>
                  <a:pt x="331788" y="50909"/>
                </a:lnTo>
                <a:lnTo>
                  <a:pt x="332535" y="50689"/>
                </a:lnTo>
                <a:lnTo>
                  <a:pt x="333293" y="50486"/>
                </a:lnTo>
                <a:lnTo>
                  <a:pt x="334063" y="50301"/>
                </a:lnTo>
                <a:lnTo>
                  <a:pt x="334845" y="50134"/>
                </a:lnTo>
                <a:lnTo>
                  <a:pt x="335639" y="49984"/>
                </a:lnTo>
                <a:lnTo>
                  <a:pt x="336445" y="49852"/>
                </a:lnTo>
                <a:lnTo>
                  <a:pt x="337263" y="49737"/>
                </a:lnTo>
                <a:lnTo>
                  <a:pt x="338093" y="49640"/>
                </a:lnTo>
                <a:lnTo>
                  <a:pt x="338935" y="49561"/>
                </a:lnTo>
                <a:lnTo>
                  <a:pt x="339790" y="49499"/>
                </a:lnTo>
                <a:lnTo>
                  <a:pt x="340656" y="49455"/>
                </a:lnTo>
                <a:lnTo>
                  <a:pt x="341534" y="49429"/>
                </a:lnTo>
                <a:lnTo>
                  <a:pt x="342424" y="49420"/>
                </a:lnTo>
                <a:lnTo>
                  <a:pt x="343018" y="49426"/>
                </a:lnTo>
                <a:lnTo>
                  <a:pt x="343600" y="49442"/>
                </a:lnTo>
                <a:lnTo>
                  <a:pt x="344171" y="49471"/>
                </a:lnTo>
                <a:lnTo>
                  <a:pt x="344729" y="49510"/>
                </a:lnTo>
                <a:lnTo>
                  <a:pt x="345276" y="49560"/>
                </a:lnTo>
                <a:lnTo>
                  <a:pt x="345811" y="49622"/>
                </a:lnTo>
                <a:lnTo>
                  <a:pt x="346335" y="49695"/>
                </a:lnTo>
                <a:lnTo>
                  <a:pt x="346846" y="49779"/>
                </a:lnTo>
                <a:lnTo>
                  <a:pt x="347346" y="49874"/>
                </a:lnTo>
                <a:lnTo>
                  <a:pt x="347834" y="49980"/>
                </a:lnTo>
                <a:lnTo>
                  <a:pt x="348310" y="50098"/>
                </a:lnTo>
                <a:lnTo>
                  <a:pt x="348774" y="50227"/>
                </a:lnTo>
                <a:lnTo>
                  <a:pt x="349226" y="50367"/>
                </a:lnTo>
                <a:lnTo>
                  <a:pt x="349667" y="50518"/>
                </a:lnTo>
                <a:lnTo>
                  <a:pt x="350095" y="50681"/>
                </a:lnTo>
                <a:lnTo>
                  <a:pt x="350512" y="50855"/>
                </a:lnTo>
                <a:lnTo>
                  <a:pt x="350917" y="51039"/>
                </a:lnTo>
                <a:lnTo>
                  <a:pt x="351311" y="51236"/>
                </a:lnTo>
                <a:lnTo>
                  <a:pt x="351692" y="51443"/>
                </a:lnTo>
                <a:lnTo>
                  <a:pt x="352062" y="51661"/>
                </a:lnTo>
                <a:lnTo>
                  <a:pt x="352420" y="51891"/>
                </a:lnTo>
                <a:lnTo>
                  <a:pt x="352766" y="52132"/>
                </a:lnTo>
                <a:lnTo>
                  <a:pt x="353100" y="52384"/>
                </a:lnTo>
                <a:lnTo>
                  <a:pt x="353422" y="52648"/>
                </a:lnTo>
                <a:lnTo>
                  <a:pt x="353735" y="52921"/>
                </a:lnTo>
                <a:lnTo>
                  <a:pt x="354039" y="53202"/>
                </a:lnTo>
                <a:lnTo>
                  <a:pt x="354335" y="53492"/>
                </a:lnTo>
                <a:lnTo>
                  <a:pt x="354624" y="53790"/>
                </a:lnTo>
                <a:lnTo>
                  <a:pt x="354904" y="54097"/>
                </a:lnTo>
                <a:lnTo>
                  <a:pt x="355176" y="54412"/>
                </a:lnTo>
                <a:lnTo>
                  <a:pt x="355440" y="54735"/>
                </a:lnTo>
                <a:lnTo>
                  <a:pt x="355697" y="55067"/>
                </a:lnTo>
                <a:lnTo>
                  <a:pt x="355945" y="55407"/>
                </a:lnTo>
                <a:lnTo>
                  <a:pt x="356185" y="55756"/>
                </a:lnTo>
                <a:lnTo>
                  <a:pt x="356417" y="56112"/>
                </a:lnTo>
                <a:lnTo>
                  <a:pt x="356640" y="56478"/>
                </a:lnTo>
                <a:lnTo>
                  <a:pt x="356856" y="56851"/>
                </a:lnTo>
                <a:lnTo>
                  <a:pt x="357064" y="57233"/>
                </a:lnTo>
                <a:lnTo>
                  <a:pt x="357264" y="57624"/>
                </a:lnTo>
                <a:lnTo>
                  <a:pt x="357456" y="58022"/>
                </a:lnTo>
                <a:lnTo>
                  <a:pt x="357639" y="58429"/>
                </a:lnTo>
                <a:lnTo>
                  <a:pt x="357815" y="58845"/>
                </a:lnTo>
                <a:lnTo>
                  <a:pt x="357983" y="59269"/>
                </a:lnTo>
                <a:lnTo>
                  <a:pt x="358142" y="59701"/>
                </a:lnTo>
                <a:lnTo>
                  <a:pt x="358294" y="60141"/>
                </a:lnTo>
                <a:lnTo>
                  <a:pt x="358437" y="60590"/>
                </a:lnTo>
                <a:lnTo>
                  <a:pt x="358572" y="61047"/>
                </a:lnTo>
                <a:lnTo>
                  <a:pt x="358700" y="61513"/>
                </a:lnTo>
                <a:lnTo>
                  <a:pt x="358820" y="61986"/>
                </a:lnTo>
                <a:lnTo>
                  <a:pt x="358936" y="62464"/>
                </a:lnTo>
                <a:lnTo>
                  <a:pt x="359046" y="62947"/>
                </a:lnTo>
                <a:lnTo>
                  <a:pt x="359152" y="63437"/>
                </a:lnTo>
                <a:lnTo>
                  <a:pt x="359252" y="63932"/>
                </a:lnTo>
                <a:lnTo>
                  <a:pt x="359347" y="64433"/>
                </a:lnTo>
                <a:lnTo>
                  <a:pt x="359437" y="64940"/>
                </a:lnTo>
                <a:lnTo>
                  <a:pt x="359522" y="65452"/>
                </a:lnTo>
                <a:lnTo>
                  <a:pt x="359601" y="65970"/>
                </a:lnTo>
                <a:lnTo>
                  <a:pt x="359676" y="66494"/>
                </a:lnTo>
                <a:lnTo>
                  <a:pt x="359745" y="67024"/>
                </a:lnTo>
                <a:lnTo>
                  <a:pt x="359809" y="67559"/>
                </a:lnTo>
                <a:lnTo>
                  <a:pt x="359868" y="68100"/>
                </a:lnTo>
                <a:lnTo>
                  <a:pt x="359922" y="68646"/>
                </a:lnTo>
                <a:lnTo>
                  <a:pt x="359971" y="69199"/>
                </a:lnTo>
                <a:lnTo>
                  <a:pt x="360015" y="69757"/>
                </a:lnTo>
                <a:lnTo>
                  <a:pt x="360053" y="70320"/>
                </a:lnTo>
                <a:lnTo>
                  <a:pt x="360087" y="70890"/>
                </a:lnTo>
                <a:lnTo>
                  <a:pt x="360115" y="71465"/>
                </a:lnTo>
                <a:lnTo>
                  <a:pt x="360138" y="72046"/>
                </a:lnTo>
                <a:lnTo>
                  <a:pt x="360156" y="72632"/>
                </a:lnTo>
                <a:lnTo>
                  <a:pt x="360169" y="73224"/>
                </a:lnTo>
                <a:lnTo>
                  <a:pt x="360177" y="73822"/>
                </a:lnTo>
                <a:lnTo>
                  <a:pt x="360179" y="74426"/>
                </a:lnTo>
                <a:lnTo>
                  <a:pt x="360179" y="136324"/>
                </a:lnTo>
                <a:lnTo>
                  <a:pt x="376653" y="136324"/>
                </a:lnTo>
                <a:lnTo>
                  <a:pt x="376653" y="72308"/>
                </a:lnTo>
                <a:lnTo>
                  <a:pt x="376640" y="70869"/>
                </a:lnTo>
                <a:lnTo>
                  <a:pt x="376603" y="69457"/>
                </a:lnTo>
                <a:lnTo>
                  <a:pt x="376540" y="68072"/>
                </a:lnTo>
                <a:lnTo>
                  <a:pt x="376453" y="66714"/>
                </a:lnTo>
                <a:lnTo>
                  <a:pt x="376340" y="65383"/>
                </a:lnTo>
                <a:lnTo>
                  <a:pt x="376203" y="64080"/>
                </a:lnTo>
                <a:lnTo>
                  <a:pt x="376040" y="62803"/>
                </a:lnTo>
                <a:lnTo>
                  <a:pt x="375853" y="61553"/>
                </a:lnTo>
                <a:lnTo>
                  <a:pt x="375640" y="60331"/>
                </a:lnTo>
                <a:lnTo>
                  <a:pt x="375402" y="59136"/>
                </a:lnTo>
                <a:lnTo>
                  <a:pt x="375140" y="57967"/>
                </a:lnTo>
                <a:lnTo>
                  <a:pt x="374852" y="56826"/>
                </a:lnTo>
                <a:lnTo>
                  <a:pt x="374540" y="55712"/>
                </a:lnTo>
                <a:lnTo>
                  <a:pt x="374202" y="54625"/>
                </a:lnTo>
                <a:lnTo>
                  <a:pt x="373840" y="53565"/>
                </a:lnTo>
                <a:lnTo>
                  <a:pt x="373452" y="52532"/>
                </a:lnTo>
                <a:lnTo>
                  <a:pt x="373040" y="51526"/>
                </a:lnTo>
                <a:lnTo>
                  <a:pt x="372602" y="50547"/>
                </a:lnTo>
                <a:lnTo>
                  <a:pt x="372140" y="49595"/>
                </a:lnTo>
                <a:lnTo>
                  <a:pt x="371652" y="48671"/>
                </a:lnTo>
                <a:lnTo>
                  <a:pt x="371139" y="47773"/>
                </a:lnTo>
                <a:lnTo>
                  <a:pt x="370602" y="46903"/>
                </a:lnTo>
                <a:lnTo>
                  <a:pt x="370039" y="46059"/>
                </a:lnTo>
                <a:lnTo>
                  <a:pt x="369452" y="45243"/>
                </a:lnTo>
                <a:lnTo>
                  <a:pt x="368837" y="44457"/>
                </a:lnTo>
                <a:lnTo>
                  <a:pt x="368192" y="43705"/>
                </a:lnTo>
                <a:lnTo>
                  <a:pt x="367517" y="42985"/>
                </a:lnTo>
                <a:lnTo>
                  <a:pt x="366813" y="42300"/>
                </a:lnTo>
                <a:lnTo>
                  <a:pt x="366079" y="41647"/>
                </a:lnTo>
                <a:lnTo>
                  <a:pt x="365315" y="41029"/>
                </a:lnTo>
                <a:lnTo>
                  <a:pt x="364521" y="40443"/>
                </a:lnTo>
                <a:lnTo>
                  <a:pt x="363698" y="39891"/>
                </a:lnTo>
                <a:lnTo>
                  <a:pt x="362844" y="39373"/>
                </a:lnTo>
                <a:lnTo>
                  <a:pt x="361961" y="38888"/>
                </a:lnTo>
                <a:lnTo>
                  <a:pt x="361048" y="38436"/>
                </a:lnTo>
                <a:lnTo>
                  <a:pt x="360105" y="38018"/>
                </a:lnTo>
                <a:lnTo>
                  <a:pt x="359133" y="37634"/>
                </a:lnTo>
                <a:lnTo>
                  <a:pt x="358130" y="37282"/>
                </a:lnTo>
                <a:lnTo>
                  <a:pt x="357098" y="36965"/>
                </a:lnTo>
                <a:lnTo>
                  <a:pt x="356036" y="36680"/>
                </a:lnTo>
                <a:lnTo>
                  <a:pt x="354945" y="36430"/>
                </a:lnTo>
                <a:lnTo>
                  <a:pt x="353823" y="36212"/>
                </a:lnTo>
                <a:lnTo>
                  <a:pt x="352672" y="36028"/>
                </a:lnTo>
                <a:lnTo>
                  <a:pt x="351490" y="35878"/>
                </a:lnTo>
                <a:lnTo>
                  <a:pt x="350280" y="35761"/>
                </a:lnTo>
                <a:lnTo>
                  <a:pt x="349039" y="35677"/>
                </a:lnTo>
                <a:lnTo>
                  <a:pt x="347768" y="35627"/>
                </a:lnTo>
                <a:lnTo>
                  <a:pt x="346468" y="35610"/>
                </a:lnTo>
                <a:lnTo>
                  <a:pt x="345399" y="35619"/>
                </a:lnTo>
                <a:lnTo>
                  <a:pt x="344346" y="35646"/>
                </a:lnTo>
                <a:lnTo>
                  <a:pt x="343310" y="35691"/>
                </a:lnTo>
                <a:lnTo>
                  <a:pt x="342289" y="35754"/>
                </a:lnTo>
                <a:lnTo>
                  <a:pt x="341285" y="35835"/>
                </a:lnTo>
                <a:lnTo>
                  <a:pt x="340297" y="35934"/>
                </a:lnTo>
                <a:lnTo>
                  <a:pt x="339324" y="36051"/>
                </a:lnTo>
                <a:lnTo>
                  <a:pt x="338368" y="36185"/>
                </a:lnTo>
                <a:lnTo>
                  <a:pt x="337428" y="36338"/>
                </a:lnTo>
                <a:lnTo>
                  <a:pt x="336504" y="36509"/>
                </a:lnTo>
                <a:lnTo>
                  <a:pt x="335596" y="36698"/>
                </a:lnTo>
                <a:lnTo>
                  <a:pt x="334705" y="36905"/>
                </a:lnTo>
                <a:lnTo>
                  <a:pt x="333829" y="37130"/>
                </a:lnTo>
                <a:lnTo>
                  <a:pt x="332970" y="37372"/>
                </a:lnTo>
                <a:lnTo>
                  <a:pt x="332126" y="37633"/>
                </a:lnTo>
                <a:lnTo>
                  <a:pt x="331299" y="37912"/>
                </a:lnTo>
                <a:lnTo>
                  <a:pt x="330488" y="38208"/>
                </a:lnTo>
                <a:lnTo>
                  <a:pt x="329692" y="38523"/>
                </a:lnTo>
                <a:lnTo>
                  <a:pt x="328913" y="38856"/>
                </a:lnTo>
                <a:lnTo>
                  <a:pt x="328150" y="39206"/>
                </a:lnTo>
                <a:lnTo>
                  <a:pt x="327404" y="39575"/>
                </a:lnTo>
                <a:lnTo>
                  <a:pt x="326673" y="39962"/>
                </a:lnTo>
                <a:lnTo>
                  <a:pt x="325958" y="40366"/>
                </a:lnTo>
                <a:lnTo>
                  <a:pt x="325260" y="40789"/>
                </a:lnTo>
                <a:lnTo>
                  <a:pt x="324576" y="41222"/>
                </a:lnTo>
                <a:lnTo>
                  <a:pt x="323905" y="41656"/>
                </a:lnTo>
                <a:lnTo>
                  <a:pt x="323248" y="42094"/>
                </a:lnTo>
                <a:lnTo>
                  <a:pt x="322605" y="42533"/>
                </a:lnTo>
                <a:lnTo>
                  <a:pt x="321974" y="42974"/>
                </a:lnTo>
                <a:lnTo>
                  <a:pt x="321357" y="43418"/>
                </a:lnTo>
                <a:lnTo>
                  <a:pt x="320753" y="43864"/>
                </a:lnTo>
                <a:lnTo>
                  <a:pt x="320163" y="44313"/>
                </a:lnTo>
                <a:lnTo>
                  <a:pt x="319586" y="44763"/>
                </a:lnTo>
                <a:lnTo>
                  <a:pt x="319023" y="45216"/>
                </a:lnTo>
                <a:lnTo>
                  <a:pt x="318472" y="45671"/>
                </a:lnTo>
                <a:lnTo>
                  <a:pt x="317935" y="46128"/>
                </a:lnTo>
                <a:lnTo>
                  <a:pt x="317412" y="46587"/>
                </a:lnTo>
                <a:lnTo>
                  <a:pt x="316902" y="47049"/>
                </a:lnTo>
                <a:lnTo>
                  <a:pt x="316405" y="47513"/>
                </a:lnTo>
                <a:lnTo>
                  <a:pt x="315922" y="47979"/>
                </a:lnTo>
                <a:lnTo>
                  <a:pt x="315451" y="48447"/>
                </a:lnTo>
                <a:lnTo>
                  <a:pt x="314995" y="48918"/>
                </a:lnTo>
                <a:lnTo>
                  <a:pt x="314551" y="49390"/>
                </a:lnTo>
                <a:lnTo>
                  <a:pt x="314121" y="49865"/>
                </a:lnTo>
                <a:lnTo>
                  <a:pt x="313705" y="50343"/>
                </a:lnTo>
                <a:lnTo>
                  <a:pt x="313301" y="50822"/>
                </a:lnTo>
                <a:lnTo>
                  <a:pt x="312911" y="51304"/>
                </a:lnTo>
                <a:lnTo>
                  <a:pt x="312535" y="51788"/>
                </a:lnTo>
                <a:lnTo>
                  <a:pt x="311943" y="37287"/>
                </a:lnTo>
                <a:lnTo>
                  <a:pt x="296160" y="37287"/>
                </a:lnTo>
                <a:lnTo>
                  <a:pt x="296160" y="136324"/>
                </a:lnTo>
                <a:lnTo>
                  <a:pt x="312633" y="136324"/>
                </a:lnTo>
                <a:lnTo>
                  <a:pt x="312633" y="65613"/>
                </a:lnTo>
                <a:lnTo>
                  <a:pt x="313008" y="65111"/>
                </a:lnTo>
                <a:lnTo>
                  <a:pt x="313393" y="64612"/>
                </a:lnTo>
                <a:close/>
                <a:moveTo>
                  <a:pt x="893183" y="64116"/>
                </a:moveTo>
                <a:lnTo>
                  <a:pt x="893588" y="63624"/>
                </a:lnTo>
                <a:lnTo>
                  <a:pt x="894003" y="63135"/>
                </a:lnTo>
                <a:lnTo>
                  <a:pt x="894427" y="62650"/>
                </a:lnTo>
                <a:lnTo>
                  <a:pt x="894862" y="62168"/>
                </a:lnTo>
                <a:lnTo>
                  <a:pt x="895306" y="61689"/>
                </a:lnTo>
                <a:lnTo>
                  <a:pt x="895760" y="61214"/>
                </a:lnTo>
                <a:lnTo>
                  <a:pt x="896225" y="60743"/>
                </a:lnTo>
                <a:lnTo>
                  <a:pt x="896699" y="60274"/>
                </a:lnTo>
                <a:lnTo>
                  <a:pt x="897183" y="59809"/>
                </a:lnTo>
                <a:lnTo>
                  <a:pt x="897677" y="59348"/>
                </a:lnTo>
                <a:lnTo>
                  <a:pt x="898181" y="58889"/>
                </a:lnTo>
                <a:lnTo>
                  <a:pt x="898695" y="58435"/>
                </a:lnTo>
                <a:lnTo>
                  <a:pt x="899219" y="57983"/>
                </a:lnTo>
                <a:lnTo>
                  <a:pt x="899753" y="57535"/>
                </a:lnTo>
                <a:lnTo>
                  <a:pt x="900296" y="57091"/>
                </a:lnTo>
                <a:lnTo>
                  <a:pt x="900850" y="56649"/>
                </a:lnTo>
                <a:lnTo>
                  <a:pt x="901414" y="56211"/>
                </a:lnTo>
                <a:lnTo>
                  <a:pt x="901987" y="55777"/>
                </a:lnTo>
                <a:lnTo>
                  <a:pt x="902571" y="55346"/>
                </a:lnTo>
                <a:lnTo>
                  <a:pt x="903164" y="54918"/>
                </a:lnTo>
                <a:lnTo>
                  <a:pt x="903767" y="54494"/>
                </a:lnTo>
                <a:lnTo>
                  <a:pt x="904382" y="54080"/>
                </a:lnTo>
                <a:lnTo>
                  <a:pt x="905008" y="53684"/>
                </a:lnTo>
                <a:lnTo>
                  <a:pt x="905646" y="53305"/>
                </a:lnTo>
                <a:lnTo>
                  <a:pt x="906297" y="52944"/>
                </a:lnTo>
                <a:lnTo>
                  <a:pt x="906959" y="52600"/>
                </a:lnTo>
                <a:lnTo>
                  <a:pt x="907633" y="52274"/>
                </a:lnTo>
                <a:lnTo>
                  <a:pt x="908319" y="51966"/>
                </a:lnTo>
                <a:lnTo>
                  <a:pt x="909017" y="51675"/>
                </a:lnTo>
                <a:lnTo>
                  <a:pt x="909728" y="51402"/>
                </a:lnTo>
                <a:lnTo>
                  <a:pt x="910450" y="51147"/>
                </a:lnTo>
                <a:lnTo>
                  <a:pt x="911184" y="50909"/>
                </a:lnTo>
                <a:lnTo>
                  <a:pt x="911930" y="50689"/>
                </a:lnTo>
                <a:lnTo>
                  <a:pt x="912688" y="50486"/>
                </a:lnTo>
                <a:lnTo>
                  <a:pt x="913458" y="50301"/>
                </a:lnTo>
                <a:lnTo>
                  <a:pt x="914241" y="50134"/>
                </a:lnTo>
                <a:lnTo>
                  <a:pt x="915035" y="49984"/>
                </a:lnTo>
                <a:lnTo>
                  <a:pt x="915841" y="49852"/>
                </a:lnTo>
                <a:lnTo>
                  <a:pt x="916659" y="49737"/>
                </a:lnTo>
                <a:lnTo>
                  <a:pt x="917489" y="49640"/>
                </a:lnTo>
                <a:lnTo>
                  <a:pt x="918331" y="49561"/>
                </a:lnTo>
                <a:lnTo>
                  <a:pt x="919185" y="49499"/>
                </a:lnTo>
                <a:lnTo>
                  <a:pt x="920051" y="49455"/>
                </a:lnTo>
                <a:lnTo>
                  <a:pt x="920929" y="49429"/>
                </a:lnTo>
                <a:lnTo>
                  <a:pt x="921819" y="49420"/>
                </a:lnTo>
                <a:lnTo>
                  <a:pt x="922413" y="49426"/>
                </a:lnTo>
                <a:lnTo>
                  <a:pt x="922996" y="49442"/>
                </a:lnTo>
                <a:lnTo>
                  <a:pt x="923566" y="49471"/>
                </a:lnTo>
                <a:lnTo>
                  <a:pt x="924125" y="49510"/>
                </a:lnTo>
                <a:lnTo>
                  <a:pt x="924672" y="49560"/>
                </a:lnTo>
                <a:lnTo>
                  <a:pt x="925207" y="49622"/>
                </a:lnTo>
                <a:lnTo>
                  <a:pt x="925730" y="49695"/>
                </a:lnTo>
                <a:lnTo>
                  <a:pt x="926242" y="49779"/>
                </a:lnTo>
                <a:lnTo>
                  <a:pt x="926741" y="49874"/>
                </a:lnTo>
                <a:lnTo>
                  <a:pt x="927229" y="49980"/>
                </a:lnTo>
                <a:lnTo>
                  <a:pt x="927705" y="50098"/>
                </a:lnTo>
                <a:lnTo>
                  <a:pt x="928169" y="50227"/>
                </a:lnTo>
                <a:lnTo>
                  <a:pt x="928622" y="50367"/>
                </a:lnTo>
                <a:lnTo>
                  <a:pt x="929062" y="50518"/>
                </a:lnTo>
                <a:lnTo>
                  <a:pt x="929491" y="50681"/>
                </a:lnTo>
                <a:lnTo>
                  <a:pt x="929908" y="50855"/>
                </a:lnTo>
                <a:lnTo>
                  <a:pt x="930313" y="51039"/>
                </a:lnTo>
                <a:lnTo>
                  <a:pt x="930706" y="51236"/>
                </a:lnTo>
                <a:lnTo>
                  <a:pt x="931088" y="51443"/>
                </a:lnTo>
                <a:lnTo>
                  <a:pt x="931457" y="51661"/>
                </a:lnTo>
                <a:lnTo>
                  <a:pt x="931815" y="51891"/>
                </a:lnTo>
                <a:lnTo>
                  <a:pt x="932161" y="52132"/>
                </a:lnTo>
                <a:lnTo>
                  <a:pt x="932495" y="52384"/>
                </a:lnTo>
                <a:lnTo>
                  <a:pt x="932818" y="52648"/>
                </a:lnTo>
                <a:lnTo>
                  <a:pt x="933130" y="52921"/>
                </a:lnTo>
                <a:lnTo>
                  <a:pt x="933435" y="53202"/>
                </a:lnTo>
                <a:lnTo>
                  <a:pt x="933731" y="53492"/>
                </a:lnTo>
                <a:lnTo>
                  <a:pt x="934019" y="53790"/>
                </a:lnTo>
                <a:lnTo>
                  <a:pt x="934300" y="54097"/>
                </a:lnTo>
                <a:lnTo>
                  <a:pt x="934572" y="54412"/>
                </a:lnTo>
                <a:lnTo>
                  <a:pt x="934836" y="54735"/>
                </a:lnTo>
                <a:lnTo>
                  <a:pt x="935092" y="55067"/>
                </a:lnTo>
                <a:lnTo>
                  <a:pt x="935340" y="55407"/>
                </a:lnTo>
                <a:lnTo>
                  <a:pt x="935580" y="55756"/>
                </a:lnTo>
                <a:lnTo>
                  <a:pt x="935812" y="56112"/>
                </a:lnTo>
                <a:lnTo>
                  <a:pt x="936036" y="56478"/>
                </a:lnTo>
                <a:lnTo>
                  <a:pt x="936252" y="56851"/>
                </a:lnTo>
                <a:lnTo>
                  <a:pt x="936460" y="57233"/>
                </a:lnTo>
                <a:lnTo>
                  <a:pt x="936659" y="57624"/>
                </a:lnTo>
                <a:lnTo>
                  <a:pt x="936851" y="58022"/>
                </a:lnTo>
                <a:lnTo>
                  <a:pt x="937035" y="58429"/>
                </a:lnTo>
                <a:lnTo>
                  <a:pt x="937211" y="58845"/>
                </a:lnTo>
                <a:lnTo>
                  <a:pt x="937378" y="59269"/>
                </a:lnTo>
                <a:lnTo>
                  <a:pt x="937538" y="59701"/>
                </a:lnTo>
                <a:lnTo>
                  <a:pt x="937689" y="60141"/>
                </a:lnTo>
                <a:lnTo>
                  <a:pt x="937832" y="60590"/>
                </a:lnTo>
                <a:lnTo>
                  <a:pt x="937968" y="61047"/>
                </a:lnTo>
                <a:lnTo>
                  <a:pt x="938095" y="61513"/>
                </a:lnTo>
                <a:lnTo>
                  <a:pt x="938216" y="61986"/>
                </a:lnTo>
                <a:lnTo>
                  <a:pt x="938332" y="62464"/>
                </a:lnTo>
                <a:lnTo>
                  <a:pt x="938442" y="62947"/>
                </a:lnTo>
                <a:lnTo>
                  <a:pt x="938547" y="63437"/>
                </a:lnTo>
                <a:lnTo>
                  <a:pt x="938648" y="63932"/>
                </a:lnTo>
                <a:lnTo>
                  <a:pt x="938743" y="64433"/>
                </a:lnTo>
                <a:lnTo>
                  <a:pt x="938832" y="64940"/>
                </a:lnTo>
                <a:lnTo>
                  <a:pt x="938917" y="65452"/>
                </a:lnTo>
                <a:lnTo>
                  <a:pt x="938997" y="65970"/>
                </a:lnTo>
                <a:lnTo>
                  <a:pt x="939071" y="66494"/>
                </a:lnTo>
                <a:lnTo>
                  <a:pt x="939141" y="67024"/>
                </a:lnTo>
                <a:lnTo>
                  <a:pt x="939205" y="67559"/>
                </a:lnTo>
                <a:lnTo>
                  <a:pt x="939264" y="68100"/>
                </a:lnTo>
                <a:lnTo>
                  <a:pt x="939318" y="68646"/>
                </a:lnTo>
                <a:lnTo>
                  <a:pt x="939367" y="69199"/>
                </a:lnTo>
                <a:lnTo>
                  <a:pt x="939410" y="69757"/>
                </a:lnTo>
                <a:lnTo>
                  <a:pt x="939449" y="70320"/>
                </a:lnTo>
                <a:lnTo>
                  <a:pt x="939482" y="70890"/>
                </a:lnTo>
                <a:lnTo>
                  <a:pt x="939511" y="71465"/>
                </a:lnTo>
                <a:lnTo>
                  <a:pt x="939534" y="72046"/>
                </a:lnTo>
                <a:lnTo>
                  <a:pt x="939552" y="72632"/>
                </a:lnTo>
                <a:lnTo>
                  <a:pt x="939565" y="73224"/>
                </a:lnTo>
                <a:lnTo>
                  <a:pt x="939572" y="73822"/>
                </a:lnTo>
                <a:lnTo>
                  <a:pt x="939575" y="74426"/>
                </a:lnTo>
                <a:lnTo>
                  <a:pt x="939575" y="136324"/>
                </a:lnTo>
                <a:lnTo>
                  <a:pt x="956048" y="136324"/>
                </a:lnTo>
                <a:lnTo>
                  <a:pt x="956048" y="72308"/>
                </a:lnTo>
                <a:lnTo>
                  <a:pt x="956036" y="70869"/>
                </a:lnTo>
                <a:lnTo>
                  <a:pt x="955998" y="69457"/>
                </a:lnTo>
                <a:lnTo>
                  <a:pt x="955936" y="68072"/>
                </a:lnTo>
                <a:lnTo>
                  <a:pt x="955848" y="66714"/>
                </a:lnTo>
                <a:lnTo>
                  <a:pt x="955736" y="65383"/>
                </a:lnTo>
                <a:lnTo>
                  <a:pt x="955598" y="64080"/>
                </a:lnTo>
                <a:lnTo>
                  <a:pt x="955436" y="62803"/>
                </a:lnTo>
                <a:lnTo>
                  <a:pt x="955248" y="61553"/>
                </a:lnTo>
                <a:lnTo>
                  <a:pt x="955036" y="60331"/>
                </a:lnTo>
                <a:lnTo>
                  <a:pt x="954798" y="59136"/>
                </a:lnTo>
                <a:lnTo>
                  <a:pt x="954536" y="57967"/>
                </a:lnTo>
                <a:lnTo>
                  <a:pt x="954248" y="56826"/>
                </a:lnTo>
                <a:lnTo>
                  <a:pt x="953935" y="55712"/>
                </a:lnTo>
                <a:lnTo>
                  <a:pt x="953598" y="54625"/>
                </a:lnTo>
                <a:lnTo>
                  <a:pt x="953235" y="53565"/>
                </a:lnTo>
                <a:lnTo>
                  <a:pt x="952848" y="52532"/>
                </a:lnTo>
                <a:lnTo>
                  <a:pt x="952435" y="51526"/>
                </a:lnTo>
                <a:lnTo>
                  <a:pt x="951998" y="50547"/>
                </a:lnTo>
                <a:lnTo>
                  <a:pt x="951535" y="49595"/>
                </a:lnTo>
                <a:lnTo>
                  <a:pt x="951048" y="48671"/>
                </a:lnTo>
                <a:lnTo>
                  <a:pt x="950535" y="47773"/>
                </a:lnTo>
                <a:lnTo>
                  <a:pt x="949997" y="46903"/>
                </a:lnTo>
                <a:lnTo>
                  <a:pt x="949435" y="46059"/>
                </a:lnTo>
                <a:lnTo>
                  <a:pt x="948847" y="45243"/>
                </a:lnTo>
                <a:lnTo>
                  <a:pt x="948232" y="44457"/>
                </a:lnTo>
                <a:lnTo>
                  <a:pt x="947588" y="43705"/>
                </a:lnTo>
                <a:lnTo>
                  <a:pt x="946913" y="42985"/>
                </a:lnTo>
                <a:lnTo>
                  <a:pt x="946209" y="42300"/>
                </a:lnTo>
                <a:lnTo>
                  <a:pt x="945474" y="41647"/>
                </a:lnTo>
                <a:lnTo>
                  <a:pt x="944710" y="41029"/>
                </a:lnTo>
                <a:lnTo>
                  <a:pt x="943917" y="40443"/>
                </a:lnTo>
                <a:lnTo>
                  <a:pt x="943093" y="39891"/>
                </a:lnTo>
                <a:lnTo>
                  <a:pt x="942240" y="39373"/>
                </a:lnTo>
                <a:lnTo>
                  <a:pt x="941357" y="38888"/>
                </a:lnTo>
                <a:lnTo>
                  <a:pt x="940444" y="38436"/>
                </a:lnTo>
                <a:lnTo>
                  <a:pt x="939501" y="38018"/>
                </a:lnTo>
                <a:lnTo>
                  <a:pt x="938528" y="37634"/>
                </a:lnTo>
                <a:lnTo>
                  <a:pt x="937526" y="37282"/>
                </a:lnTo>
                <a:lnTo>
                  <a:pt x="936494" y="36965"/>
                </a:lnTo>
                <a:lnTo>
                  <a:pt x="935432" y="36680"/>
                </a:lnTo>
                <a:lnTo>
                  <a:pt x="934340" y="36430"/>
                </a:lnTo>
                <a:lnTo>
                  <a:pt x="933219" y="36212"/>
                </a:lnTo>
                <a:lnTo>
                  <a:pt x="932067" y="36028"/>
                </a:lnTo>
                <a:lnTo>
                  <a:pt x="930886" y="35878"/>
                </a:lnTo>
                <a:lnTo>
                  <a:pt x="929675" y="35761"/>
                </a:lnTo>
                <a:lnTo>
                  <a:pt x="928434" y="35677"/>
                </a:lnTo>
                <a:lnTo>
                  <a:pt x="927164" y="35627"/>
                </a:lnTo>
                <a:lnTo>
                  <a:pt x="925863" y="35610"/>
                </a:lnTo>
                <a:lnTo>
                  <a:pt x="924795" y="35619"/>
                </a:lnTo>
                <a:lnTo>
                  <a:pt x="923742" y="35646"/>
                </a:lnTo>
                <a:lnTo>
                  <a:pt x="922705" y="35691"/>
                </a:lnTo>
                <a:lnTo>
                  <a:pt x="921685" y="35754"/>
                </a:lnTo>
                <a:lnTo>
                  <a:pt x="920680" y="35835"/>
                </a:lnTo>
                <a:lnTo>
                  <a:pt x="919692" y="35934"/>
                </a:lnTo>
                <a:lnTo>
                  <a:pt x="918720" y="36051"/>
                </a:lnTo>
                <a:lnTo>
                  <a:pt x="917764" y="36185"/>
                </a:lnTo>
                <a:lnTo>
                  <a:pt x="916824" y="36338"/>
                </a:lnTo>
                <a:lnTo>
                  <a:pt x="915900" y="36509"/>
                </a:lnTo>
                <a:lnTo>
                  <a:pt x="914992" y="36698"/>
                </a:lnTo>
                <a:lnTo>
                  <a:pt x="914100" y="36905"/>
                </a:lnTo>
                <a:lnTo>
                  <a:pt x="913225" y="37130"/>
                </a:lnTo>
                <a:lnTo>
                  <a:pt x="912365" y="37372"/>
                </a:lnTo>
                <a:lnTo>
                  <a:pt x="911522" y="37633"/>
                </a:lnTo>
                <a:lnTo>
                  <a:pt x="910694" y="37912"/>
                </a:lnTo>
                <a:lnTo>
                  <a:pt x="909883" y="38208"/>
                </a:lnTo>
                <a:lnTo>
                  <a:pt x="909088" y="38523"/>
                </a:lnTo>
                <a:lnTo>
                  <a:pt x="908309" y="38856"/>
                </a:lnTo>
                <a:lnTo>
                  <a:pt x="907546" y="39206"/>
                </a:lnTo>
                <a:lnTo>
                  <a:pt x="906799" y="39575"/>
                </a:lnTo>
                <a:lnTo>
                  <a:pt x="906068" y="39962"/>
                </a:lnTo>
                <a:lnTo>
                  <a:pt x="905354" y="40366"/>
                </a:lnTo>
                <a:lnTo>
                  <a:pt x="904655" y="40789"/>
                </a:lnTo>
                <a:lnTo>
                  <a:pt x="903971" y="41222"/>
                </a:lnTo>
                <a:lnTo>
                  <a:pt x="903301" y="41656"/>
                </a:lnTo>
                <a:lnTo>
                  <a:pt x="902644" y="42094"/>
                </a:lnTo>
                <a:lnTo>
                  <a:pt x="902000" y="42533"/>
                </a:lnTo>
                <a:lnTo>
                  <a:pt x="901370" y="42974"/>
                </a:lnTo>
                <a:lnTo>
                  <a:pt x="900753" y="43418"/>
                </a:lnTo>
                <a:lnTo>
                  <a:pt x="900149" y="43864"/>
                </a:lnTo>
                <a:lnTo>
                  <a:pt x="899559" y="44313"/>
                </a:lnTo>
                <a:lnTo>
                  <a:pt x="898982" y="44763"/>
                </a:lnTo>
                <a:lnTo>
                  <a:pt x="898418" y="45216"/>
                </a:lnTo>
                <a:lnTo>
                  <a:pt x="897868" y="45671"/>
                </a:lnTo>
                <a:lnTo>
                  <a:pt x="897331" y="46128"/>
                </a:lnTo>
                <a:lnTo>
                  <a:pt x="896808" y="46587"/>
                </a:lnTo>
                <a:lnTo>
                  <a:pt x="896297" y="47049"/>
                </a:lnTo>
                <a:lnTo>
                  <a:pt x="895801" y="47513"/>
                </a:lnTo>
                <a:lnTo>
                  <a:pt x="895317" y="47979"/>
                </a:lnTo>
                <a:lnTo>
                  <a:pt x="894847" y="48447"/>
                </a:lnTo>
                <a:lnTo>
                  <a:pt x="894390" y="48918"/>
                </a:lnTo>
                <a:lnTo>
                  <a:pt x="893947" y="49390"/>
                </a:lnTo>
                <a:lnTo>
                  <a:pt x="893517" y="49865"/>
                </a:lnTo>
                <a:lnTo>
                  <a:pt x="893100" y="50343"/>
                </a:lnTo>
                <a:lnTo>
                  <a:pt x="892697" y="50822"/>
                </a:lnTo>
                <a:lnTo>
                  <a:pt x="892307" y="51304"/>
                </a:lnTo>
                <a:lnTo>
                  <a:pt x="891930" y="51788"/>
                </a:lnTo>
                <a:lnTo>
                  <a:pt x="891338" y="37287"/>
                </a:lnTo>
                <a:lnTo>
                  <a:pt x="875556" y="37287"/>
                </a:lnTo>
                <a:lnTo>
                  <a:pt x="875556" y="136324"/>
                </a:lnTo>
                <a:lnTo>
                  <a:pt x="892029" y="136324"/>
                </a:lnTo>
                <a:lnTo>
                  <a:pt x="892029" y="65613"/>
                </a:lnTo>
                <a:lnTo>
                  <a:pt x="892404" y="65111"/>
                </a:lnTo>
                <a:lnTo>
                  <a:pt x="892789" y="64612"/>
                </a:lnTo>
                <a:lnTo>
                  <a:pt x="893183" y="64116"/>
                </a:lnTo>
                <a:close/>
                <a:moveTo>
                  <a:pt x="1119499" y="64903"/>
                </a:moveTo>
                <a:lnTo>
                  <a:pt x="1119773" y="64539"/>
                </a:lnTo>
                <a:lnTo>
                  <a:pt x="1120050" y="64179"/>
                </a:lnTo>
                <a:lnTo>
                  <a:pt x="1120330" y="63823"/>
                </a:lnTo>
                <a:lnTo>
                  <a:pt x="1120613" y="63471"/>
                </a:lnTo>
                <a:lnTo>
                  <a:pt x="1120899" y="63122"/>
                </a:lnTo>
                <a:lnTo>
                  <a:pt x="1121188" y="62777"/>
                </a:lnTo>
                <a:lnTo>
                  <a:pt x="1121481" y="62436"/>
                </a:lnTo>
                <a:lnTo>
                  <a:pt x="1121776" y="62098"/>
                </a:lnTo>
                <a:lnTo>
                  <a:pt x="1122075" y="61764"/>
                </a:lnTo>
                <a:lnTo>
                  <a:pt x="1122376" y="61434"/>
                </a:lnTo>
                <a:lnTo>
                  <a:pt x="1122681" y="61108"/>
                </a:lnTo>
                <a:lnTo>
                  <a:pt x="1122989" y="60785"/>
                </a:lnTo>
                <a:lnTo>
                  <a:pt x="1123300" y="60467"/>
                </a:lnTo>
                <a:lnTo>
                  <a:pt x="1123613" y="60152"/>
                </a:lnTo>
                <a:lnTo>
                  <a:pt x="1123930" y="59840"/>
                </a:lnTo>
                <a:lnTo>
                  <a:pt x="1124250" y="59533"/>
                </a:lnTo>
                <a:lnTo>
                  <a:pt x="1124574" y="59229"/>
                </a:lnTo>
                <a:lnTo>
                  <a:pt x="1124900" y="58929"/>
                </a:lnTo>
                <a:lnTo>
                  <a:pt x="1125229" y="58633"/>
                </a:lnTo>
                <a:lnTo>
                  <a:pt x="1125562" y="58340"/>
                </a:lnTo>
                <a:lnTo>
                  <a:pt x="1125897" y="58051"/>
                </a:lnTo>
                <a:lnTo>
                  <a:pt x="1126237" y="57767"/>
                </a:lnTo>
                <a:lnTo>
                  <a:pt x="1126581" y="57488"/>
                </a:lnTo>
                <a:lnTo>
                  <a:pt x="1126930" y="57214"/>
                </a:lnTo>
                <a:lnTo>
                  <a:pt x="1127284" y="56945"/>
                </a:lnTo>
                <a:lnTo>
                  <a:pt x="1127642" y="56681"/>
                </a:lnTo>
                <a:lnTo>
                  <a:pt x="1128006" y="56423"/>
                </a:lnTo>
                <a:lnTo>
                  <a:pt x="1128374" y="56170"/>
                </a:lnTo>
                <a:lnTo>
                  <a:pt x="1128747" y="55922"/>
                </a:lnTo>
                <a:lnTo>
                  <a:pt x="1129125" y="55679"/>
                </a:lnTo>
                <a:lnTo>
                  <a:pt x="1129507" y="55441"/>
                </a:lnTo>
                <a:lnTo>
                  <a:pt x="1129895" y="55208"/>
                </a:lnTo>
                <a:lnTo>
                  <a:pt x="1130287" y="54981"/>
                </a:lnTo>
                <a:lnTo>
                  <a:pt x="1130684" y="54759"/>
                </a:lnTo>
                <a:lnTo>
                  <a:pt x="1131085" y="54542"/>
                </a:lnTo>
                <a:lnTo>
                  <a:pt x="1131492" y="54330"/>
                </a:lnTo>
                <a:lnTo>
                  <a:pt x="1131903" y="54123"/>
                </a:lnTo>
                <a:lnTo>
                  <a:pt x="1132320" y="53922"/>
                </a:lnTo>
                <a:lnTo>
                  <a:pt x="1132740" y="53726"/>
                </a:lnTo>
                <a:lnTo>
                  <a:pt x="1133166" y="53535"/>
                </a:lnTo>
                <a:lnTo>
                  <a:pt x="1133597" y="53349"/>
                </a:lnTo>
                <a:lnTo>
                  <a:pt x="1134032" y="53168"/>
                </a:lnTo>
                <a:lnTo>
                  <a:pt x="1134472" y="52992"/>
                </a:lnTo>
                <a:lnTo>
                  <a:pt x="1134917" y="52822"/>
                </a:lnTo>
                <a:lnTo>
                  <a:pt x="1135367" y="52657"/>
                </a:lnTo>
                <a:lnTo>
                  <a:pt x="1135822" y="52497"/>
                </a:lnTo>
                <a:lnTo>
                  <a:pt x="1136283" y="52345"/>
                </a:lnTo>
                <a:lnTo>
                  <a:pt x="1136751" y="52199"/>
                </a:lnTo>
                <a:lnTo>
                  <a:pt x="1137225" y="52060"/>
                </a:lnTo>
                <a:lnTo>
                  <a:pt x="1137704" y="51927"/>
                </a:lnTo>
                <a:lnTo>
                  <a:pt x="1138190" y="51802"/>
                </a:lnTo>
                <a:lnTo>
                  <a:pt x="1138683" y="51683"/>
                </a:lnTo>
                <a:lnTo>
                  <a:pt x="1139181" y="51571"/>
                </a:lnTo>
                <a:lnTo>
                  <a:pt x="1139686" y="51466"/>
                </a:lnTo>
                <a:lnTo>
                  <a:pt x="1140196" y="51367"/>
                </a:lnTo>
                <a:lnTo>
                  <a:pt x="1140713" y="51276"/>
                </a:lnTo>
                <a:lnTo>
                  <a:pt x="1141236" y="51191"/>
                </a:lnTo>
                <a:lnTo>
                  <a:pt x="1141765" y="51113"/>
                </a:lnTo>
                <a:lnTo>
                  <a:pt x="1142301" y="51042"/>
                </a:lnTo>
                <a:lnTo>
                  <a:pt x="1142842" y="50977"/>
                </a:lnTo>
                <a:lnTo>
                  <a:pt x="1143390" y="50920"/>
                </a:lnTo>
                <a:lnTo>
                  <a:pt x="1143944" y="50869"/>
                </a:lnTo>
                <a:lnTo>
                  <a:pt x="1144504" y="50825"/>
                </a:lnTo>
                <a:lnTo>
                  <a:pt x="1145070" y="50787"/>
                </a:lnTo>
                <a:lnTo>
                  <a:pt x="1145642" y="50757"/>
                </a:lnTo>
                <a:lnTo>
                  <a:pt x="1146221" y="50733"/>
                </a:lnTo>
                <a:lnTo>
                  <a:pt x="1146805" y="50716"/>
                </a:lnTo>
                <a:lnTo>
                  <a:pt x="1147396" y="50706"/>
                </a:lnTo>
                <a:lnTo>
                  <a:pt x="1147993" y="50702"/>
                </a:lnTo>
                <a:lnTo>
                  <a:pt x="1150262" y="50702"/>
                </a:lnTo>
                <a:lnTo>
                  <a:pt x="1150262" y="35610"/>
                </a:lnTo>
                <a:lnTo>
                  <a:pt x="1148289" y="35610"/>
                </a:lnTo>
                <a:lnTo>
                  <a:pt x="1147335" y="35619"/>
                </a:lnTo>
                <a:lnTo>
                  <a:pt x="1146396" y="35645"/>
                </a:lnTo>
                <a:lnTo>
                  <a:pt x="1145472" y="35689"/>
                </a:lnTo>
                <a:lnTo>
                  <a:pt x="1144563" y="35750"/>
                </a:lnTo>
                <a:lnTo>
                  <a:pt x="1143669" y="35828"/>
                </a:lnTo>
                <a:lnTo>
                  <a:pt x="1142790" y="35924"/>
                </a:lnTo>
                <a:lnTo>
                  <a:pt x="1141926" y="36038"/>
                </a:lnTo>
                <a:lnTo>
                  <a:pt x="1141077" y="36169"/>
                </a:lnTo>
                <a:lnTo>
                  <a:pt x="1140243" y="36318"/>
                </a:lnTo>
                <a:lnTo>
                  <a:pt x="1139425" y="36483"/>
                </a:lnTo>
                <a:lnTo>
                  <a:pt x="1138621" y="36667"/>
                </a:lnTo>
                <a:lnTo>
                  <a:pt x="1137833" y="36868"/>
                </a:lnTo>
                <a:lnTo>
                  <a:pt x="1137060" y="37086"/>
                </a:lnTo>
                <a:lnTo>
                  <a:pt x="1136301" y="37322"/>
                </a:lnTo>
                <a:lnTo>
                  <a:pt x="1135558" y="37575"/>
                </a:lnTo>
                <a:lnTo>
                  <a:pt x="1134830" y="37846"/>
                </a:lnTo>
                <a:lnTo>
                  <a:pt x="1134117" y="38134"/>
                </a:lnTo>
                <a:lnTo>
                  <a:pt x="1133419" y="38440"/>
                </a:lnTo>
                <a:lnTo>
                  <a:pt x="1132736" y="38763"/>
                </a:lnTo>
                <a:lnTo>
                  <a:pt x="1132068" y="39104"/>
                </a:lnTo>
                <a:lnTo>
                  <a:pt x="1131415" y="39462"/>
                </a:lnTo>
                <a:lnTo>
                  <a:pt x="1130777" y="39837"/>
                </a:lnTo>
                <a:lnTo>
                  <a:pt x="1130155" y="40230"/>
                </a:lnTo>
                <a:lnTo>
                  <a:pt x="1129547" y="40641"/>
                </a:lnTo>
                <a:lnTo>
                  <a:pt x="1128952" y="41064"/>
                </a:lnTo>
                <a:lnTo>
                  <a:pt x="1128369" y="41496"/>
                </a:lnTo>
                <a:lnTo>
                  <a:pt x="1127796" y="41937"/>
                </a:lnTo>
                <a:lnTo>
                  <a:pt x="1127234" y="42386"/>
                </a:lnTo>
                <a:lnTo>
                  <a:pt x="1126684" y="42844"/>
                </a:lnTo>
                <a:lnTo>
                  <a:pt x="1126144" y="43310"/>
                </a:lnTo>
                <a:lnTo>
                  <a:pt x="1125615" y="43785"/>
                </a:lnTo>
                <a:lnTo>
                  <a:pt x="1125097" y="44269"/>
                </a:lnTo>
                <a:lnTo>
                  <a:pt x="1124590" y="44761"/>
                </a:lnTo>
                <a:lnTo>
                  <a:pt x="1124094" y="45261"/>
                </a:lnTo>
                <a:lnTo>
                  <a:pt x="1123609" y="45770"/>
                </a:lnTo>
                <a:lnTo>
                  <a:pt x="1123135" y="46288"/>
                </a:lnTo>
                <a:lnTo>
                  <a:pt x="1122672" y="46814"/>
                </a:lnTo>
                <a:lnTo>
                  <a:pt x="1122220" y="47349"/>
                </a:lnTo>
                <a:lnTo>
                  <a:pt x="1121779" y="47893"/>
                </a:lnTo>
                <a:lnTo>
                  <a:pt x="1121349" y="48445"/>
                </a:lnTo>
                <a:lnTo>
                  <a:pt x="1120929" y="49005"/>
                </a:lnTo>
                <a:lnTo>
                  <a:pt x="1120521" y="49574"/>
                </a:lnTo>
                <a:lnTo>
                  <a:pt x="1120124" y="50152"/>
                </a:lnTo>
                <a:lnTo>
                  <a:pt x="1119737" y="50738"/>
                </a:lnTo>
                <a:lnTo>
                  <a:pt x="1119362" y="51333"/>
                </a:lnTo>
                <a:lnTo>
                  <a:pt x="1118998" y="51936"/>
                </a:lnTo>
                <a:lnTo>
                  <a:pt x="1118644" y="52548"/>
                </a:lnTo>
                <a:lnTo>
                  <a:pt x="1118302" y="53169"/>
                </a:lnTo>
                <a:lnTo>
                  <a:pt x="1117710" y="37287"/>
                </a:lnTo>
                <a:lnTo>
                  <a:pt x="1102223" y="37287"/>
                </a:lnTo>
                <a:lnTo>
                  <a:pt x="1102223" y="136324"/>
                </a:lnTo>
                <a:lnTo>
                  <a:pt x="1118696" y="136324"/>
                </a:lnTo>
                <a:lnTo>
                  <a:pt x="1118696" y="66017"/>
                </a:lnTo>
                <a:lnTo>
                  <a:pt x="1118961" y="65642"/>
                </a:lnTo>
                <a:lnTo>
                  <a:pt x="1119228" y="65271"/>
                </a:lnTo>
                <a:lnTo>
                  <a:pt x="1119499" y="64903"/>
                </a:lnTo>
                <a:close/>
                <a:moveTo>
                  <a:pt x="1051920" y="136324"/>
                </a:moveTo>
                <a:lnTo>
                  <a:pt x="1068393" y="136324"/>
                </a:lnTo>
                <a:lnTo>
                  <a:pt x="1068393" y="37287"/>
                </a:lnTo>
                <a:lnTo>
                  <a:pt x="1051920" y="37287"/>
                </a:lnTo>
                <a:lnTo>
                  <a:pt x="1051920" y="136324"/>
                </a:lnTo>
                <a:close/>
                <a:moveTo>
                  <a:pt x="233953" y="137921"/>
                </a:moveTo>
                <a:lnTo>
                  <a:pt x="234902" y="137843"/>
                </a:lnTo>
                <a:lnTo>
                  <a:pt x="235840" y="137750"/>
                </a:lnTo>
                <a:lnTo>
                  <a:pt x="236766" y="137642"/>
                </a:lnTo>
                <a:lnTo>
                  <a:pt x="237681" y="137521"/>
                </a:lnTo>
                <a:lnTo>
                  <a:pt x="238585" y="137385"/>
                </a:lnTo>
                <a:lnTo>
                  <a:pt x="239477" y="137235"/>
                </a:lnTo>
                <a:lnTo>
                  <a:pt x="240359" y="137070"/>
                </a:lnTo>
                <a:lnTo>
                  <a:pt x="241228" y="136892"/>
                </a:lnTo>
                <a:lnTo>
                  <a:pt x="242087" y="136699"/>
                </a:lnTo>
                <a:lnTo>
                  <a:pt x="242934" y="136491"/>
                </a:lnTo>
                <a:lnTo>
                  <a:pt x="243770" y="136270"/>
                </a:lnTo>
                <a:lnTo>
                  <a:pt x="244595" y="136034"/>
                </a:lnTo>
                <a:lnTo>
                  <a:pt x="245408" y="135783"/>
                </a:lnTo>
                <a:lnTo>
                  <a:pt x="246210" y="135519"/>
                </a:lnTo>
                <a:lnTo>
                  <a:pt x="247001" y="135240"/>
                </a:lnTo>
                <a:lnTo>
                  <a:pt x="247780" y="134947"/>
                </a:lnTo>
                <a:lnTo>
                  <a:pt x="248548" y="134639"/>
                </a:lnTo>
                <a:lnTo>
                  <a:pt x="249305" y="134318"/>
                </a:lnTo>
                <a:lnTo>
                  <a:pt x="250050" y="133982"/>
                </a:lnTo>
                <a:lnTo>
                  <a:pt x="250783" y="133632"/>
                </a:lnTo>
                <a:lnTo>
                  <a:pt x="251503" y="133271"/>
                </a:lnTo>
                <a:lnTo>
                  <a:pt x="252208" y="132897"/>
                </a:lnTo>
                <a:lnTo>
                  <a:pt x="252900" y="132512"/>
                </a:lnTo>
                <a:lnTo>
                  <a:pt x="253578" y="132114"/>
                </a:lnTo>
                <a:lnTo>
                  <a:pt x="254243" y="131705"/>
                </a:lnTo>
                <a:lnTo>
                  <a:pt x="254893" y="131283"/>
                </a:lnTo>
                <a:lnTo>
                  <a:pt x="255530" y="130850"/>
                </a:lnTo>
                <a:lnTo>
                  <a:pt x="256154" y="130404"/>
                </a:lnTo>
                <a:lnTo>
                  <a:pt x="256763" y="129947"/>
                </a:lnTo>
                <a:lnTo>
                  <a:pt x="257359" y="129477"/>
                </a:lnTo>
                <a:lnTo>
                  <a:pt x="257942" y="128996"/>
                </a:lnTo>
                <a:lnTo>
                  <a:pt x="258510" y="128502"/>
                </a:lnTo>
                <a:lnTo>
                  <a:pt x="259065" y="127996"/>
                </a:lnTo>
                <a:lnTo>
                  <a:pt x="259606" y="127479"/>
                </a:lnTo>
                <a:lnTo>
                  <a:pt x="260134" y="126949"/>
                </a:lnTo>
                <a:lnTo>
                  <a:pt x="260648" y="126408"/>
                </a:lnTo>
                <a:lnTo>
                  <a:pt x="261148" y="125854"/>
                </a:lnTo>
                <a:lnTo>
                  <a:pt x="261634" y="125288"/>
                </a:lnTo>
                <a:lnTo>
                  <a:pt x="262107" y="124711"/>
                </a:lnTo>
                <a:lnTo>
                  <a:pt x="262566" y="124121"/>
                </a:lnTo>
                <a:lnTo>
                  <a:pt x="263011" y="123519"/>
                </a:lnTo>
                <a:lnTo>
                  <a:pt x="263442" y="122906"/>
                </a:lnTo>
                <a:lnTo>
                  <a:pt x="263860" y="122280"/>
                </a:lnTo>
                <a:lnTo>
                  <a:pt x="264263" y="121643"/>
                </a:lnTo>
                <a:lnTo>
                  <a:pt x="264650" y="120997"/>
                </a:lnTo>
                <a:lnTo>
                  <a:pt x="265021" y="120340"/>
                </a:lnTo>
                <a:lnTo>
                  <a:pt x="265376" y="119673"/>
                </a:lnTo>
                <a:lnTo>
                  <a:pt x="265714" y="118996"/>
                </a:lnTo>
                <a:lnTo>
                  <a:pt x="266037" y="118309"/>
                </a:lnTo>
                <a:lnTo>
                  <a:pt x="266343" y="117612"/>
                </a:lnTo>
                <a:lnTo>
                  <a:pt x="266633" y="116905"/>
                </a:lnTo>
                <a:lnTo>
                  <a:pt x="266907" y="116188"/>
                </a:lnTo>
                <a:lnTo>
                  <a:pt x="267165" y="115460"/>
                </a:lnTo>
                <a:lnTo>
                  <a:pt x="267407" y="114723"/>
                </a:lnTo>
                <a:lnTo>
                  <a:pt x="267633" y="113976"/>
                </a:lnTo>
                <a:lnTo>
                  <a:pt x="267843" y="113218"/>
                </a:lnTo>
                <a:lnTo>
                  <a:pt x="268037" y="112451"/>
                </a:lnTo>
                <a:lnTo>
                  <a:pt x="268214" y="111673"/>
                </a:lnTo>
                <a:lnTo>
                  <a:pt x="268376" y="110886"/>
                </a:lnTo>
                <a:lnTo>
                  <a:pt x="268521" y="110088"/>
                </a:lnTo>
                <a:lnTo>
                  <a:pt x="268651" y="109280"/>
                </a:lnTo>
                <a:lnTo>
                  <a:pt x="268764" y="108462"/>
                </a:lnTo>
                <a:lnTo>
                  <a:pt x="268861" y="107634"/>
                </a:lnTo>
                <a:lnTo>
                  <a:pt x="268942" y="106797"/>
                </a:lnTo>
                <a:lnTo>
                  <a:pt x="269007" y="105949"/>
                </a:lnTo>
                <a:lnTo>
                  <a:pt x="269056" y="105090"/>
                </a:lnTo>
                <a:lnTo>
                  <a:pt x="269088" y="104222"/>
                </a:lnTo>
                <a:lnTo>
                  <a:pt x="252812" y="104222"/>
                </a:lnTo>
                <a:lnTo>
                  <a:pt x="252777" y="105069"/>
                </a:lnTo>
                <a:lnTo>
                  <a:pt x="252722" y="105900"/>
                </a:lnTo>
                <a:lnTo>
                  <a:pt x="252646" y="106713"/>
                </a:lnTo>
                <a:lnTo>
                  <a:pt x="252549" y="107510"/>
                </a:lnTo>
                <a:lnTo>
                  <a:pt x="252432" y="108290"/>
                </a:lnTo>
                <a:lnTo>
                  <a:pt x="252294" y="109054"/>
                </a:lnTo>
                <a:lnTo>
                  <a:pt x="252136" y="109800"/>
                </a:lnTo>
                <a:lnTo>
                  <a:pt x="251957" y="110530"/>
                </a:lnTo>
                <a:lnTo>
                  <a:pt x="251758" y="111243"/>
                </a:lnTo>
                <a:lnTo>
                  <a:pt x="251538" y="111940"/>
                </a:lnTo>
                <a:lnTo>
                  <a:pt x="251298" y="112619"/>
                </a:lnTo>
                <a:lnTo>
                  <a:pt x="251037" y="113282"/>
                </a:lnTo>
                <a:lnTo>
                  <a:pt x="250755" y="113928"/>
                </a:lnTo>
                <a:lnTo>
                  <a:pt x="250453" y="114558"/>
                </a:lnTo>
                <a:lnTo>
                  <a:pt x="250130" y="115170"/>
                </a:lnTo>
                <a:lnTo>
                  <a:pt x="249787" y="115766"/>
                </a:lnTo>
                <a:lnTo>
                  <a:pt x="249423" y="116346"/>
                </a:lnTo>
                <a:lnTo>
                  <a:pt x="249039" y="116908"/>
                </a:lnTo>
                <a:lnTo>
                  <a:pt x="248634" y="117454"/>
                </a:lnTo>
                <a:lnTo>
                  <a:pt x="248209" y="117983"/>
                </a:lnTo>
                <a:lnTo>
                  <a:pt x="247763" y="118495"/>
                </a:lnTo>
                <a:lnTo>
                  <a:pt x="247296" y="118990"/>
                </a:lnTo>
                <a:lnTo>
                  <a:pt x="246809" y="119469"/>
                </a:lnTo>
                <a:lnTo>
                  <a:pt x="246302" y="119931"/>
                </a:lnTo>
                <a:lnTo>
                  <a:pt x="245776" y="120375"/>
                </a:lnTo>
                <a:lnTo>
                  <a:pt x="245233" y="120801"/>
                </a:lnTo>
                <a:lnTo>
                  <a:pt x="244673" y="121207"/>
                </a:lnTo>
                <a:lnTo>
                  <a:pt x="244096" y="121595"/>
                </a:lnTo>
                <a:lnTo>
                  <a:pt x="243503" y="121963"/>
                </a:lnTo>
                <a:lnTo>
                  <a:pt x="242892" y="122313"/>
                </a:lnTo>
                <a:lnTo>
                  <a:pt x="242266" y="122644"/>
                </a:lnTo>
                <a:lnTo>
                  <a:pt x="241622" y="122956"/>
                </a:lnTo>
                <a:lnTo>
                  <a:pt x="240961" y="123249"/>
                </a:lnTo>
                <a:lnTo>
                  <a:pt x="240284" y="123523"/>
                </a:lnTo>
                <a:lnTo>
                  <a:pt x="239590" y="123778"/>
                </a:lnTo>
                <a:lnTo>
                  <a:pt x="238879" y="124014"/>
                </a:lnTo>
                <a:lnTo>
                  <a:pt x="238151" y="124231"/>
                </a:lnTo>
                <a:lnTo>
                  <a:pt x="237407" y="124430"/>
                </a:lnTo>
                <a:lnTo>
                  <a:pt x="236646" y="124610"/>
                </a:lnTo>
                <a:lnTo>
                  <a:pt x="235868" y="124770"/>
                </a:lnTo>
                <a:lnTo>
                  <a:pt x="235073" y="124912"/>
                </a:lnTo>
                <a:lnTo>
                  <a:pt x="234261" y="125035"/>
                </a:lnTo>
                <a:lnTo>
                  <a:pt x="233433" y="125139"/>
                </a:lnTo>
                <a:lnTo>
                  <a:pt x="232588" y="125224"/>
                </a:lnTo>
                <a:lnTo>
                  <a:pt x="231726" y="125290"/>
                </a:lnTo>
                <a:lnTo>
                  <a:pt x="230847" y="125337"/>
                </a:lnTo>
                <a:lnTo>
                  <a:pt x="229952" y="125366"/>
                </a:lnTo>
                <a:lnTo>
                  <a:pt x="229039" y="125375"/>
                </a:lnTo>
                <a:lnTo>
                  <a:pt x="228183" y="125367"/>
                </a:lnTo>
                <a:lnTo>
                  <a:pt x="227341" y="125341"/>
                </a:lnTo>
                <a:lnTo>
                  <a:pt x="226513" y="125298"/>
                </a:lnTo>
                <a:lnTo>
                  <a:pt x="225699" y="125238"/>
                </a:lnTo>
                <a:lnTo>
                  <a:pt x="224899" y="125161"/>
                </a:lnTo>
                <a:lnTo>
                  <a:pt x="224113" y="125066"/>
                </a:lnTo>
                <a:lnTo>
                  <a:pt x="223342" y="124955"/>
                </a:lnTo>
                <a:lnTo>
                  <a:pt x="222584" y="124826"/>
                </a:lnTo>
                <a:lnTo>
                  <a:pt x="221840" y="124681"/>
                </a:lnTo>
                <a:lnTo>
                  <a:pt x="221110" y="124518"/>
                </a:lnTo>
                <a:lnTo>
                  <a:pt x="220395" y="124338"/>
                </a:lnTo>
                <a:lnTo>
                  <a:pt x="219693" y="124141"/>
                </a:lnTo>
                <a:lnTo>
                  <a:pt x="219005" y="123926"/>
                </a:lnTo>
                <a:lnTo>
                  <a:pt x="218332" y="123695"/>
                </a:lnTo>
                <a:lnTo>
                  <a:pt x="217672" y="123446"/>
                </a:lnTo>
                <a:lnTo>
                  <a:pt x="217027" y="123180"/>
                </a:lnTo>
                <a:lnTo>
                  <a:pt x="216395" y="122897"/>
                </a:lnTo>
                <a:lnTo>
                  <a:pt x="215778" y="122597"/>
                </a:lnTo>
                <a:lnTo>
                  <a:pt x="215175" y="122280"/>
                </a:lnTo>
                <a:lnTo>
                  <a:pt x="214585" y="121946"/>
                </a:lnTo>
                <a:lnTo>
                  <a:pt x="214010" y="121594"/>
                </a:lnTo>
                <a:lnTo>
                  <a:pt x="213449" y="121226"/>
                </a:lnTo>
                <a:lnTo>
                  <a:pt x="212902" y="120840"/>
                </a:lnTo>
                <a:lnTo>
                  <a:pt x="212369" y="120437"/>
                </a:lnTo>
                <a:lnTo>
                  <a:pt x="211849" y="120020"/>
                </a:lnTo>
                <a:lnTo>
                  <a:pt x="211340" y="119591"/>
                </a:lnTo>
                <a:lnTo>
                  <a:pt x="210844" y="119152"/>
                </a:lnTo>
                <a:lnTo>
                  <a:pt x="210359" y="118701"/>
                </a:lnTo>
                <a:lnTo>
                  <a:pt x="209886" y="118239"/>
                </a:lnTo>
                <a:lnTo>
                  <a:pt x="209425" y="117765"/>
                </a:lnTo>
                <a:lnTo>
                  <a:pt x="208976" y="117280"/>
                </a:lnTo>
                <a:lnTo>
                  <a:pt x="208538" y="116785"/>
                </a:lnTo>
                <a:lnTo>
                  <a:pt x="208112" y="116277"/>
                </a:lnTo>
                <a:lnTo>
                  <a:pt x="207699" y="115759"/>
                </a:lnTo>
                <a:lnTo>
                  <a:pt x="207297" y="115229"/>
                </a:lnTo>
                <a:lnTo>
                  <a:pt x="206906" y="114689"/>
                </a:lnTo>
                <a:lnTo>
                  <a:pt x="206528" y="114136"/>
                </a:lnTo>
                <a:lnTo>
                  <a:pt x="206161" y="113573"/>
                </a:lnTo>
                <a:lnTo>
                  <a:pt x="205807" y="112998"/>
                </a:lnTo>
                <a:lnTo>
                  <a:pt x="205464" y="112412"/>
                </a:lnTo>
                <a:lnTo>
                  <a:pt x="205133" y="111815"/>
                </a:lnTo>
                <a:lnTo>
                  <a:pt x="204813" y="111207"/>
                </a:lnTo>
                <a:lnTo>
                  <a:pt x="204506" y="110587"/>
                </a:lnTo>
                <a:lnTo>
                  <a:pt x="204210" y="109956"/>
                </a:lnTo>
                <a:lnTo>
                  <a:pt x="203926" y="109314"/>
                </a:lnTo>
                <a:lnTo>
                  <a:pt x="203654" y="108661"/>
                </a:lnTo>
                <a:lnTo>
                  <a:pt x="203394" y="107996"/>
                </a:lnTo>
                <a:lnTo>
                  <a:pt x="203146" y="107320"/>
                </a:lnTo>
                <a:lnTo>
                  <a:pt x="202908" y="106636"/>
                </a:lnTo>
                <a:lnTo>
                  <a:pt x="202680" y="105946"/>
                </a:lnTo>
                <a:lnTo>
                  <a:pt x="202462" y="105251"/>
                </a:lnTo>
                <a:lnTo>
                  <a:pt x="202254" y="104550"/>
                </a:lnTo>
                <a:lnTo>
                  <a:pt x="202055" y="103844"/>
                </a:lnTo>
                <a:lnTo>
                  <a:pt x="201866" y="103132"/>
                </a:lnTo>
                <a:lnTo>
                  <a:pt x="201687" y="102414"/>
                </a:lnTo>
                <a:lnTo>
                  <a:pt x="201518" y="101691"/>
                </a:lnTo>
                <a:lnTo>
                  <a:pt x="201358" y="100963"/>
                </a:lnTo>
                <a:lnTo>
                  <a:pt x="201209" y="100229"/>
                </a:lnTo>
                <a:lnTo>
                  <a:pt x="201069" y="99489"/>
                </a:lnTo>
                <a:lnTo>
                  <a:pt x="200938" y="98744"/>
                </a:lnTo>
                <a:lnTo>
                  <a:pt x="200818" y="97993"/>
                </a:lnTo>
                <a:lnTo>
                  <a:pt x="200707" y="97237"/>
                </a:lnTo>
                <a:lnTo>
                  <a:pt x="200606" y="96475"/>
                </a:lnTo>
                <a:lnTo>
                  <a:pt x="200515" y="95708"/>
                </a:lnTo>
                <a:lnTo>
                  <a:pt x="200434" y="94935"/>
                </a:lnTo>
                <a:lnTo>
                  <a:pt x="200362" y="94157"/>
                </a:lnTo>
                <a:lnTo>
                  <a:pt x="200300" y="93373"/>
                </a:lnTo>
                <a:lnTo>
                  <a:pt x="200248" y="92583"/>
                </a:lnTo>
                <a:lnTo>
                  <a:pt x="200206" y="91788"/>
                </a:lnTo>
                <a:lnTo>
                  <a:pt x="200173" y="90988"/>
                </a:lnTo>
                <a:lnTo>
                  <a:pt x="200150" y="90182"/>
                </a:lnTo>
                <a:lnTo>
                  <a:pt x="200137" y="89370"/>
                </a:lnTo>
                <a:lnTo>
                  <a:pt x="268595" y="89370"/>
                </a:lnTo>
                <a:lnTo>
                  <a:pt x="268611" y="89292"/>
                </a:lnTo>
                <a:lnTo>
                  <a:pt x="268627" y="89210"/>
                </a:lnTo>
                <a:lnTo>
                  <a:pt x="268643" y="89124"/>
                </a:lnTo>
                <a:lnTo>
                  <a:pt x="268658" y="89034"/>
                </a:lnTo>
                <a:lnTo>
                  <a:pt x="268673" y="88940"/>
                </a:lnTo>
                <a:lnTo>
                  <a:pt x="268688" y="88841"/>
                </a:lnTo>
                <a:lnTo>
                  <a:pt x="268702" y="88739"/>
                </a:lnTo>
                <a:lnTo>
                  <a:pt x="268716" y="88633"/>
                </a:lnTo>
                <a:lnTo>
                  <a:pt x="268729" y="88522"/>
                </a:lnTo>
                <a:lnTo>
                  <a:pt x="268742" y="88408"/>
                </a:lnTo>
                <a:lnTo>
                  <a:pt x="268755" y="88289"/>
                </a:lnTo>
                <a:lnTo>
                  <a:pt x="268768" y="88167"/>
                </a:lnTo>
                <a:lnTo>
                  <a:pt x="268780" y="88040"/>
                </a:lnTo>
                <a:lnTo>
                  <a:pt x="268792" y="87909"/>
                </a:lnTo>
                <a:lnTo>
                  <a:pt x="268803" y="87775"/>
                </a:lnTo>
                <a:lnTo>
                  <a:pt x="268814" y="87636"/>
                </a:lnTo>
                <a:lnTo>
                  <a:pt x="268825" y="87493"/>
                </a:lnTo>
                <a:lnTo>
                  <a:pt x="268836" y="87346"/>
                </a:lnTo>
                <a:lnTo>
                  <a:pt x="268846" y="87195"/>
                </a:lnTo>
                <a:lnTo>
                  <a:pt x="268855" y="87041"/>
                </a:lnTo>
                <a:lnTo>
                  <a:pt x="268865" y="86882"/>
                </a:lnTo>
                <a:lnTo>
                  <a:pt x="268874" y="86719"/>
                </a:lnTo>
                <a:lnTo>
                  <a:pt x="268883" y="86551"/>
                </a:lnTo>
                <a:lnTo>
                  <a:pt x="268891" y="86380"/>
                </a:lnTo>
                <a:lnTo>
                  <a:pt x="268899" y="86208"/>
                </a:lnTo>
                <a:lnTo>
                  <a:pt x="268907" y="86037"/>
                </a:lnTo>
                <a:lnTo>
                  <a:pt x="268914" y="85869"/>
                </a:lnTo>
                <a:lnTo>
                  <a:pt x="268921" y="85702"/>
                </a:lnTo>
                <a:lnTo>
                  <a:pt x="268928" y="85538"/>
                </a:lnTo>
                <a:lnTo>
                  <a:pt x="268934" y="85375"/>
                </a:lnTo>
                <a:lnTo>
                  <a:pt x="268940" y="85214"/>
                </a:lnTo>
                <a:lnTo>
                  <a:pt x="268946" y="85055"/>
                </a:lnTo>
                <a:lnTo>
                  <a:pt x="268951" y="84898"/>
                </a:lnTo>
                <a:lnTo>
                  <a:pt x="268956" y="84743"/>
                </a:lnTo>
                <a:lnTo>
                  <a:pt x="268961" y="84590"/>
                </a:lnTo>
                <a:lnTo>
                  <a:pt x="268965" y="84439"/>
                </a:lnTo>
                <a:lnTo>
                  <a:pt x="268969" y="84290"/>
                </a:lnTo>
                <a:lnTo>
                  <a:pt x="268973" y="84143"/>
                </a:lnTo>
                <a:lnTo>
                  <a:pt x="268976" y="83997"/>
                </a:lnTo>
                <a:lnTo>
                  <a:pt x="268979" y="83854"/>
                </a:lnTo>
                <a:lnTo>
                  <a:pt x="268981" y="83713"/>
                </a:lnTo>
                <a:lnTo>
                  <a:pt x="268984" y="83573"/>
                </a:lnTo>
                <a:lnTo>
                  <a:pt x="268985" y="83435"/>
                </a:lnTo>
                <a:lnTo>
                  <a:pt x="268987" y="83300"/>
                </a:lnTo>
                <a:lnTo>
                  <a:pt x="268988" y="83166"/>
                </a:lnTo>
                <a:lnTo>
                  <a:pt x="268989" y="83034"/>
                </a:lnTo>
                <a:lnTo>
                  <a:pt x="268990" y="82905"/>
                </a:lnTo>
                <a:lnTo>
                  <a:pt x="268990" y="82777"/>
                </a:lnTo>
                <a:lnTo>
                  <a:pt x="268970" y="80893"/>
                </a:lnTo>
                <a:lnTo>
                  <a:pt x="268912" y="79047"/>
                </a:lnTo>
                <a:lnTo>
                  <a:pt x="268816" y="77237"/>
                </a:lnTo>
                <a:lnTo>
                  <a:pt x="268680" y="75465"/>
                </a:lnTo>
                <a:lnTo>
                  <a:pt x="268506" y="73729"/>
                </a:lnTo>
                <a:lnTo>
                  <a:pt x="268293" y="72031"/>
                </a:lnTo>
                <a:lnTo>
                  <a:pt x="268041" y="70369"/>
                </a:lnTo>
                <a:lnTo>
                  <a:pt x="267751" y="68745"/>
                </a:lnTo>
                <a:lnTo>
                  <a:pt x="267422" y="67157"/>
                </a:lnTo>
                <a:lnTo>
                  <a:pt x="267055" y="65607"/>
                </a:lnTo>
                <a:lnTo>
                  <a:pt x="266648" y="64093"/>
                </a:lnTo>
                <a:lnTo>
                  <a:pt x="266203" y="62617"/>
                </a:lnTo>
                <a:lnTo>
                  <a:pt x="265719" y="61177"/>
                </a:lnTo>
                <a:lnTo>
                  <a:pt x="265197" y="59774"/>
                </a:lnTo>
                <a:lnTo>
                  <a:pt x="264636" y="58409"/>
                </a:lnTo>
                <a:lnTo>
                  <a:pt x="264036" y="57080"/>
                </a:lnTo>
                <a:lnTo>
                  <a:pt x="263397" y="55789"/>
                </a:lnTo>
                <a:lnTo>
                  <a:pt x="262720" y="54534"/>
                </a:lnTo>
                <a:lnTo>
                  <a:pt x="262004" y="53316"/>
                </a:lnTo>
                <a:lnTo>
                  <a:pt x="261249" y="52136"/>
                </a:lnTo>
                <a:lnTo>
                  <a:pt x="260456" y="50992"/>
                </a:lnTo>
                <a:lnTo>
                  <a:pt x="259623" y="49886"/>
                </a:lnTo>
                <a:lnTo>
                  <a:pt x="258753" y="48816"/>
                </a:lnTo>
                <a:lnTo>
                  <a:pt x="257843" y="47783"/>
                </a:lnTo>
                <a:lnTo>
                  <a:pt x="256899" y="46790"/>
                </a:lnTo>
                <a:lnTo>
                  <a:pt x="255926" y="45839"/>
                </a:lnTo>
                <a:lnTo>
                  <a:pt x="254924" y="44930"/>
                </a:lnTo>
                <a:lnTo>
                  <a:pt x="253892" y="44064"/>
                </a:lnTo>
                <a:lnTo>
                  <a:pt x="252830" y="43239"/>
                </a:lnTo>
                <a:lnTo>
                  <a:pt x="251740" y="42457"/>
                </a:lnTo>
                <a:lnTo>
                  <a:pt x="250619" y="41718"/>
                </a:lnTo>
                <a:lnTo>
                  <a:pt x="249469" y="41020"/>
                </a:lnTo>
                <a:lnTo>
                  <a:pt x="248290" y="40365"/>
                </a:lnTo>
                <a:lnTo>
                  <a:pt x="247081" y="39752"/>
                </a:lnTo>
                <a:lnTo>
                  <a:pt x="245843" y="39182"/>
                </a:lnTo>
                <a:lnTo>
                  <a:pt x="244576" y="38653"/>
                </a:lnTo>
                <a:lnTo>
                  <a:pt x="243279" y="38167"/>
                </a:lnTo>
                <a:lnTo>
                  <a:pt x="241952" y="37723"/>
                </a:lnTo>
                <a:lnTo>
                  <a:pt x="240596" y="37322"/>
                </a:lnTo>
                <a:lnTo>
                  <a:pt x="239211" y="36963"/>
                </a:lnTo>
                <a:lnTo>
                  <a:pt x="237796" y="36646"/>
                </a:lnTo>
                <a:lnTo>
                  <a:pt x="236351" y="36371"/>
                </a:lnTo>
                <a:lnTo>
                  <a:pt x="234877" y="36138"/>
                </a:lnTo>
                <a:lnTo>
                  <a:pt x="233374" y="35948"/>
                </a:lnTo>
                <a:lnTo>
                  <a:pt x="231841" y="35800"/>
                </a:lnTo>
                <a:lnTo>
                  <a:pt x="230279" y="35695"/>
                </a:lnTo>
                <a:lnTo>
                  <a:pt x="228688" y="35631"/>
                </a:lnTo>
                <a:lnTo>
                  <a:pt x="227066" y="35610"/>
                </a:lnTo>
                <a:lnTo>
                  <a:pt x="225842" y="35621"/>
                </a:lnTo>
                <a:lnTo>
                  <a:pt x="224636" y="35655"/>
                </a:lnTo>
                <a:lnTo>
                  <a:pt x="223448" y="35712"/>
                </a:lnTo>
                <a:lnTo>
                  <a:pt x="222278" y="35791"/>
                </a:lnTo>
                <a:lnTo>
                  <a:pt x="221126" y="35892"/>
                </a:lnTo>
                <a:lnTo>
                  <a:pt x="219992" y="36016"/>
                </a:lnTo>
                <a:lnTo>
                  <a:pt x="218876" y="36163"/>
                </a:lnTo>
                <a:lnTo>
                  <a:pt x="217778" y="36332"/>
                </a:lnTo>
                <a:lnTo>
                  <a:pt x="216697" y="36524"/>
                </a:lnTo>
                <a:lnTo>
                  <a:pt x="215635" y="36739"/>
                </a:lnTo>
                <a:lnTo>
                  <a:pt x="214591" y="36976"/>
                </a:lnTo>
                <a:lnTo>
                  <a:pt x="213565" y="37235"/>
                </a:lnTo>
                <a:lnTo>
                  <a:pt x="212556" y="37518"/>
                </a:lnTo>
                <a:lnTo>
                  <a:pt x="211566" y="37822"/>
                </a:lnTo>
                <a:lnTo>
                  <a:pt x="210594" y="38150"/>
                </a:lnTo>
                <a:lnTo>
                  <a:pt x="209640" y="38499"/>
                </a:lnTo>
                <a:lnTo>
                  <a:pt x="208703" y="38872"/>
                </a:lnTo>
                <a:lnTo>
                  <a:pt x="207785" y="39267"/>
                </a:lnTo>
                <a:lnTo>
                  <a:pt x="206885" y="39685"/>
                </a:lnTo>
                <a:lnTo>
                  <a:pt x="206002" y="40125"/>
                </a:lnTo>
                <a:lnTo>
                  <a:pt x="205138" y="40588"/>
                </a:lnTo>
                <a:lnTo>
                  <a:pt x="204291" y="41073"/>
                </a:lnTo>
                <a:lnTo>
                  <a:pt x="203463" y="41581"/>
                </a:lnTo>
                <a:lnTo>
                  <a:pt x="202652" y="42111"/>
                </a:lnTo>
                <a:lnTo>
                  <a:pt x="201859" y="42662"/>
                </a:lnTo>
                <a:lnTo>
                  <a:pt x="201084" y="43230"/>
                </a:lnTo>
                <a:lnTo>
                  <a:pt x="200325" y="43815"/>
                </a:lnTo>
                <a:lnTo>
                  <a:pt x="199583" y="44418"/>
                </a:lnTo>
                <a:lnTo>
                  <a:pt x="198859" y="45038"/>
                </a:lnTo>
                <a:lnTo>
                  <a:pt x="198152" y="45676"/>
                </a:lnTo>
                <a:lnTo>
                  <a:pt x="197462" y="46331"/>
                </a:lnTo>
                <a:lnTo>
                  <a:pt x="196789" y="47004"/>
                </a:lnTo>
                <a:lnTo>
                  <a:pt x="196133" y="47694"/>
                </a:lnTo>
                <a:lnTo>
                  <a:pt x="195494" y="48402"/>
                </a:lnTo>
                <a:lnTo>
                  <a:pt x="194872" y="49127"/>
                </a:lnTo>
                <a:lnTo>
                  <a:pt x="194268" y="49869"/>
                </a:lnTo>
                <a:lnTo>
                  <a:pt x="193680" y="50629"/>
                </a:lnTo>
                <a:lnTo>
                  <a:pt x="193110" y="51407"/>
                </a:lnTo>
                <a:lnTo>
                  <a:pt x="192557" y="52202"/>
                </a:lnTo>
                <a:lnTo>
                  <a:pt x="192021" y="53014"/>
                </a:lnTo>
                <a:lnTo>
                  <a:pt x="191502" y="53844"/>
                </a:lnTo>
                <a:lnTo>
                  <a:pt x="191000" y="54691"/>
                </a:lnTo>
                <a:lnTo>
                  <a:pt x="190516" y="55556"/>
                </a:lnTo>
                <a:lnTo>
                  <a:pt x="190048" y="56438"/>
                </a:lnTo>
                <a:lnTo>
                  <a:pt x="189598" y="57338"/>
                </a:lnTo>
                <a:lnTo>
                  <a:pt x="189164" y="58255"/>
                </a:lnTo>
                <a:lnTo>
                  <a:pt x="188748" y="59189"/>
                </a:lnTo>
                <a:lnTo>
                  <a:pt x="188349" y="60141"/>
                </a:lnTo>
                <a:lnTo>
                  <a:pt x="187967" y="61108"/>
                </a:lnTo>
                <a:lnTo>
                  <a:pt x="187601" y="62088"/>
                </a:lnTo>
                <a:lnTo>
                  <a:pt x="187251" y="63080"/>
                </a:lnTo>
                <a:lnTo>
                  <a:pt x="186917" y="64084"/>
                </a:lnTo>
                <a:lnTo>
                  <a:pt x="186600" y="65102"/>
                </a:lnTo>
                <a:lnTo>
                  <a:pt x="186299" y="66131"/>
                </a:lnTo>
                <a:lnTo>
                  <a:pt x="186015" y="67173"/>
                </a:lnTo>
                <a:lnTo>
                  <a:pt x="185746" y="68228"/>
                </a:lnTo>
                <a:lnTo>
                  <a:pt x="185494" y="69295"/>
                </a:lnTo>
                <a:lnTo>
                  <a:pt x="185258" y="70375"/>
                </a:lnTo>
                <a:lnTo>
                  <a:pt x="185038" y="71467"/>
                </a:lnTo>
                <a:lnTo>
                  <a:pt x="184835" y="72572"/>
                </a:lnTo>
                <a:lnTo>
                  <a:pt x="184648" y="73689"/>
                </a:lnTo>
                <a:lnTo>
                  <a:pt x="184477" y="74819"/>
                </a:lnTo>
                <a:lnTo>
                  <a:pt x="184323" y="75961"/>
                </a:lnTo>
                <a:lnTo>
                  <a:pt x="184184" y="77116"/>
                </a:lnTo>
                <a:lnTo>
                  <a:pt x="184062" y="78283"/>
                </a:lnTo>
                <a:lnTo>
                  <a:pt x="183956" y="79463"/>
                </a:lnTo>
                <a:lnTo>
                  <a:pt x="183867" y="80656"/>
                </a:lnTo>
                <a:lnTo>
                  <a:pt x="183794" y="81861"/>
                </a:lnTo>
                <a:lnTo>
                  <a:pt x="183737" y="83078"/>
                </a:lnTo>
                <a:lnTo>
                  <a:pt x="183696" y="84308"/>
                </a:lnTo>
                <a:lnTo>
                  <a:pt x="183672" y="85551"/>
                </a:lnTo>
                <a:lnTo>
                  <a:pt x="183664" y="86806"/>
                </a:lnTo>
                <a:lnTo>
                  <a:pt x="183672" y="88011"/>
                </a:lnTo>
                <a:lnTo>
                  <a:pt x="183697" y="89206"/>
                </a:lnTo>
                <a:lnTo>
                  <a:pt x="183739" y="90392"/>
                </a:lnTo>
                <a:lnTo>
                  <a:pt x="183798" y="91567"/>
                </a:lnTo>
                <a:lnTo>
                  <a:pt x="183873" y="92732"/>
                </a:lnTo>
                <a:lnTo>
                  <a:pt x="183966" y="93887"/>
                </a:lnTo>
                <a:lnTo>
                  <a:pt x="184075" y="95032"/>
                </a:lnTo>
                <a:lnTo>
                  <a:pt x="184201" y="96168"/>
                </a:lnTo>
                <a:lnTo>
                  <a:pt x="184343" y="97293"/>
                </a:lnTo>
                <a:lnTo>
                  <a:pt x="184503" y="98407"/>
                </a:lnTo>
                <a:lnTo>
                  <a:pt x="184679" y="99512"/>
                </a:lnTo>
                <a:lnTo>
                  <a:pt x="184872" y="100607"/>
                </a:lnTo>
                <a:lnTo>
                  <a:pt x="185082" y="101692"/>
                </a:lnTo>
                <a:lnTo>
                  <a:pt x="185308" y="102767"/>
                </a:lnTo>
                <a:lnTo>
                  <a:pt x="185552" y="103831"/>
                </a:lnTo>
                <a:lnTo>
                  <a:pt x="185812" y="104886"/>
                </a:lnTo>
                <a:lnTo>
                  <a:pt x="186089" y="105931"/>
                </a:lnTo>
                <a:lnTo>
                  <a:pt x="186382" y="106965"/>
                </a:lnTo>
                <a:lnTo>
                  <a:pt x="186693" y="107990"/>
                </a:lnTo>
                <a:lnTo>
                  <a:pt x="187020" y="109004"/>
                </a:lnTo>
                <a:lnTo>
                  <a:pt x="187364" y="110009"/>
                </a:lnTo>
                <a:lnTo>
                  <a:pt x="187725" y="111003"/>
                </a:lnTo>
                <a:lnTo>
                  <a:pt x="188103" y="111987"/>
                </a:lnTo>
                <a:lnTo>
                  <a:pt x="188497" y="112961"/>
                </a:lnTo>
                <a:lnTo>
                  <a:pt x="188909" y="113922"/>
                </a:lnTo>
                <a:lnTo>
                  <a:pt x="189339" y="114866"/>
                </a:lnTo>
                <a:lnTo>
                  <a:pt x="189786" y="115792"/>
                </a:lnTo>
                <a:lnTo>
                  <a:pt x="190252" y="116702"/>
                </a:lnTo>
                <a:lnTo>
                  <a:pt x="190736" y="117595"/>
                </a:lnTo>
                <a:lnTo>
                  <a:pt x="191238" y="118471"/>
                </a:lnTo>
                <a:lnTo>
                  <a:pt x="191757" y="119330"/>
                </a:lnTo>
                <a:lnTo>
                  <a:pt x="192295" y="120172"/>
                </a:lnTo>
                <a:lnTo>
                  <a:pt x="192851" y="120997"/>
                </a:lnTo>
                <a:lnTo>
                  <a:pt x="193424" y="121806"/>
                </a:lnTo>
                <a:lnTo>
                  <a:pt x="194016" y="122597"/>
                </a:lnTo>
                <a:lnTo>
                  <a:pt x="194625" y="123371"/>
                </a:lnTo>
                <a:lnTo>
                  <a:pt x="195253" y="124129"/>
                </a:lnTo>
                <a:lnTo>
                  <a:pt x="195898" y="124870"/>
                </a:lnTo>
                <a:lnTo>
                  <a:pt x="196562" y="125593"/>
                </a:lnTo>
                <a:lnTo>
                  <a:pt x="197243" y="126300"/>
                </a:lnTo>
                <a:lnTo>
                  <a:pt x="197943" y="126990"/>
                </a:lnTo>
                <a:lnTo>
                  <a:pt x="198660" y="127663"/>
                </a:lnTo>
                <a:lnTo>
                  <a:pt x="199396" y="128319"/>
                </a:lnTo>
                <a:lnTo>
                  <a:pt x="200149" y="128958"/>
                </a:lnTo>
                <a:lnTo>
                  <a:pt x="200921" y="129581"/>
                </a:lnTo>
                <a:lnTo>
                  <a:pt x="201710" y="130186"/>
                </a:lnTo>
                <a:lnTo>
                  <a:pt x="202518" y="130775"/>
                </a:lnTo>
                <a:lnTo>
                  <a:pt x="203343" y="131346"/>
                </a:lnTo>
                <a:lnTo>
                  <a:pt x="204187" y="131897"/>
                </a:lnTo>
                <a:lnTo>
                  <a:pt x="205051" y="132425"/>
                </a:lnTo>
                <a:lnTo>
                  <a:pt x="205935" y="132929"/>
                </a:lnTo>
                <a:lnTo>
                  <a:pt x="206838" y="133410"/>
                </a:lnTo>
                <a:lnTo>
                  <a:pt x="207761" y="133867"/>
                </a:lnTo>
                <a:lnTo>
                  <a:pt x="208703" y="134301"/>
                </a:lnTo>
                <a:lnTo>
                  <a:pt x="209666" y="134711"/>
                </a:lnTo>
                <a:lnTo>
                  <a:pt x="210648" y="135098"/>
                </a:lnTo>
                <a:lnTo>
                  <a:pt x="211650" y="135462"/>
                </a:lnTo>
                <a:lnTo>
                  <a:pt x="212671" y="135802"/>
                </a:lnTo>
                <a:lnTo>
                  <a:pt x="213712" y="136118"/>
                </a:lnTo>
                <a:lnTo>
                  <a:pt x="214773" y="136412"/>
                </a:lnTo>
                <a:lnTo>
                  <a:pt x="215854" y="136681"/>
                </a:lnTo>
                <a:lnTo>
                  <a:pt x="216954" y="136927"/>
                </a:lnTo>
                <a:lnTo>
                  <a:pt x="218074" y="137150"/>
                </a:lnTo>
                <a:lnTo>
                  <a:pt x="219213" y="137350"/>
                </a:lnTo>
                <a:lnTo>
                  <a:pt x="220373" y="137525"/>
                </a:lnTo>
                <a:lnTo>
                  <a:pt x="221552" y="137678"/>
                </a:lnTo>
                <a:lnTo>
                  <a:pt x="222750" y="137807"/>
                </a:lnTo>
                <a:lnTo>
                  <a:pt x="223969" y="137912"/>
                </a:lnTo>
                <a:lnTo>
                  <a:pt x="225207" y="137994"/>
                </a:lnTo>
                <a:lnTo>
                  <a:pt x="226465" y="138053"/>
                </a:lnTo>
                <a:lnTo>
                  <a:pt x="227742" y="138088"/>
                </a:lnTo>
                <a:lnTo>
                  <a:pt x="229039" y="138100"/>
                </a:lnTo>
                <a:lnTo>
                  <a:pt x="230045" y="138093"/>
                </a:lnTo>
                <a:lnTo>
                  <a:pt x="231039" y="138071"/>
                </a:lnTo>
                <a:lnTo>
                  <a:pt x="232022" y="138036"/>
                </a:lnTo>
                <a:lnTo>
                  <a:pt x="232993" y="137986"/>
                </a:lnTo>
                <a:lnTo>
                  <a:pt x="233953" y="137921"/>
                </a:lnTo>
                <a:close/>
                <a:moveTo>
                  <a:pt x="200938" y="71699"/>
                </a:moveTo>
                <a:lnTo>
                  <a:pt x="201139" y="70642"/>
                </a:lnTo>
                <a:lnTo>
                  <a:pt x="201359" y="69609"/>
                </a:lnTo>
                <a:lnTo>
                  <a:pt x="201600" y="68600"/>
                </a:lnTo>
                <a:lnTo>
                  <a:pt x="201861" y="67615"/>
                </a:lnTo>
                <a:lnTo>
                  <a:pt x="202142" y="66653"/>
                </a:lnTo>
                <a:lnTo>
                  <a:pt x="202442" y="65715"/>
                </a:lnTo>
                <a:lnTo>
                  <a:pt x="202763" y="64800"/>
                </a:lnTo>
                <a:lnTo>
                  <a:pt x="203104" y="63909"/>
                </a:lnTo>
                <a:lnTo>
                  <a:pt x="203465" y="63042"/>
                </a:lnTo>
                <a:lnTo>
                  <a:pt x="203846" y="62198"/>
                </a:lnTo>
                <a:lnTo>
                  <a:pt x="204247" y="61378"/>
                </a:lnTo>
                <a:lnTo>
                  <a:pt x="204668" y="60581"/>
                </a:lnTo>
                <a:lnTo>
                  <a:pt x="205109" y="59809"/>
                </a:lnTo>
                <a:lnTo>
                  <a:pt x="205570" y="59059"/>
                </a:lnTo>
                <a:lnTo>
                  <a:pt x="206051" y="58334"/>
                </a:lnTo>
                <a:lnTo>
                  <a:pt x="206553" y="57632"/>
                </a:lnTo>
                <a:lnTo>
                  <a:pt x="207074" y="56954"/>
                </a:lnTo>
                <a:lnTo>
                  <a:pt x="207615" y="56299"/>
                </a:lnTo>
                <a:lnTo>
                  <a:pt x="208176" y="55668"/>
                </a:lnTo>
                <a:lnTo>
                  <a:pt x="208757" y="55062"/>
                </a:lnTo>
                <a:lnTo>
                  <a:pt x="209355" y="54481"/>
                </a:lnTo>
                <a:lnTo>
                  <a:pt x="209971" y="53927"/>
                </a:lnTo>
                <a:lnTo>
                  <a:pt x="210605" y="53398"/>
                </a:lnTo>
                <a:lnTo>
                  <a:pt x="211258" y="52894"/>
                </a:lnTo>
                <a:lnTo>
                  <a:pt x="211928" y="52417"/>
                </a:lnTo>
                <a:lnTo>
                  <a:pt x="212616" y="51965"/>
                </a:lnTo>
                <a:lnTo>
                  <a:pt x="213322" y="51540"/>
                </a:lnTo>
                <a:lnTo>
                  <a:pt x="214046" y="51140"/>
                </a:lnTo>
                <a:lnTo>
                  <a:pt x="214789" y="50765"/>
                </a:lnTo>
                <a:lnTo>
                  <a:pt x="215549" y="50417"/>
                </a:lnTo>
                <a:lnTo>
                  <a:pt x="216327" y="50094"/>
                </a:lnTo>
                <a:lnTo>
                  <a:pt x="217123" y="49798"/>
                </a:lnTo>
                <a:lnTo>
                  <a:pt x="217937" y="49527"/>
                </a:lnTo>
                <a:lnTo>
                  <a:pt x="218769" y="49282"/>
                </a:lnTo>
                <a:lnTo>
                  <a:pt x="219619" y="49062"/>
                </a:lnTo>
                <a:lnTo>
                  <a:pt x="220487" y="48869"/>
                </a:lnTo>
                <a:lnTo>
                  <a:pt x="221373" y="48701"/>
                </a:lnTo>
                <a:lnTo>
                  <a:pt x="222277" y="48559"/>
                </a:lnTo>
                <a:lnTo>
                  <a:pt x="223199" y="48443"/>
                </a:lnTo>
                <a:lnTo>
                  <a:pt x="224139" y="48352"/>
                </a:lnTo>
                <a:lnTo>
                  <a:pt x="225097" y="48288"/>
                </a:lnTo>
                <a:lnTo>
                  <a:pt x="226073" y="48249"/>
                </a:lnTo>
                <a:lnTo>
                  <a:pt x="227066" y="48236"/>
                </a:lnTo>
                <a:lnTo>
                  <a:pt x="228052" y="48249"/>
                </a:lnTo>
                <a:lnTo>
                  <a:pt x="229019" y="48288"/>
                </a:lnTo>
                <a:lnTo>
                  <a:pt x="229969" y="48353"/>
                </a:lnTo>
                <a:lnTo>
                  <a:pt x="230900" y="48444"/>
                </a:lnTo>
                <a:lnTo>
                  <a:pt x="231813" y="48561"/>
                </a:lnTo>
                <a:lnTo>
                  <a:pt x="232708" y="48704"/>
                </a:lnTo>
                <a:lnTo>
                  <a:pt x="233584" y="48873"/>
                </a:lnTo>
                <a:lnTo>
                  <a:pt x="234443" y="49068"/>
                </a:lnTo>
                <a:lnTo>
                  <a:pt x="235283" y="49289"/>
                </a:lnTo>
                <a:lnTo>
                  <a:pt x="236105" y="49536"/>
                </a:lnTo>
                <a:lnTo>
                  <a:pt x="236909" y="49809"/>
                </a:lnTo>
                <a:lnTo>
                  <a:pt x="237695" y="50107"/>
                </a:lnTo>
                <a:lnTo>
                  <a:pt x="238463" y="50432"/>
                </a:lnTo>
                <a:lnTo>
                  <a:pt x="239213" y="50783"/>
                </a:lnTo>
                <a:lnTo>
                  <a:pt x="239944" y="51160"/>
                </a:lnTo>
                <a:lnTo>
                  <a:pt x="240657" y="51563"/>
                </a:lnTo>
                <a:lnTo>
                  <a:pt x="241352" y="51992"/>
                </a:lnTo>
                <a:lnTo>
                  <a:pt x="242029" y="52446"/>
                </a:lnTo>
                <a:lnTo>
                  <a:pt x="242688" y="52927"/>
                </a:lnTo>
                <a:lnTo>
                  <a:pt x="243329" y="53434"/>
                </a:lnTo>
                <a:lnTo>
                  <a:pt x="243951" y="53967"/>
                </a:lnTo>
                <a:lnTo>
                  <a:pt x="244556" y="54525"/>
                </a:lnTo>
                <a:lnTo>
                  <a:pt x="245142" y="55110"/>
                </a:lnTo>
                <a:lnTo>
                  <a:pt x="245710" y="55721"/>
                </a:lnTo>
                <a:lnTo>
                  <a:pt x="246258" y="56356"/>
                </a:lnTo>
                <a:lnTo>
                  <a:pt x="246783" y="57014"/>
                </a:lnTo>
                <a:lnTo>
                  <a:pt x="247287" y="57695"/>
                </a:lnTo>
                <a:lnTo>
                  <a:pt x="247768" y="58399"/>
                </a:lnTo>
                <a:lnTo>
                  <a:pt x="248227" y="59127"/>
                </a:lnTo>
                <a:lnTo>
                  <a:pt x="248663" y="59877"/>
                </a:lnTo>
                <a:lnTo>
                  <a:pt x="249077" y="60651"/>
                </a:lnTo>
                <a:lnTo>
                  <a:pt x="249469" y="61448"/>
                </a:lnTo>
                <a:lnTo>
                  <a:pt x="249839" y="62267"/>
                </a:lnTo>
                <a:lnTo>
                  <a:pt x="250187" y="63110"/>
                </a:lnTo>
                <a:lnTo>
                  <a:pt x="250512" y="63976"/>
                </a:lnTo>
                <a:lnTo>
                  <a:pt x="250815" y="64865"/>
                </a:lnTo>
                <a:lnTo>
                  <a:pt x="251095" y="65778"/>
                </a:lnTo>
                <a:lnTo>
                  <a:pt x="251354" y="66713"/>
                </a:lnTo>
                <a:lnTo>
                  <a:pt x="251590" y="67671"/>
                </a:lnTo>
                <a:lnTo>
                  <a:pt x="251804" y="68653"/>
                </a:lnTo>
                <a:lnTo>
                  <a:pt x="251996" y="69657"/>
                </a:lnTo>
                <a:lnTo>
                  <a:pt x="252165" y="70685"/>
                </a:lnTo>
                <a:lnTo>
                  <a:pt x="252312" y="71736"/>
                </a:lnTo>
                <a:lnTo>
                  <a:pt x="252437" y="72810"/>
                </a:lnTo>
                <a:lnTo>
                  <a:pt x="252539" y="73907"/>
                </a:lnTo>
                <a:lnTo>
                  <a:pt x="252620" y="75027"/>
                </a:lnTo>
                <a:lnTo>
                  <a:pt x="252678" y="76170"/>
                </a:lnTo>
                <a:lnTo>
                  <a:pt x="252714" y="77336"/>
                </a:lnTo>
                <a:lnTo>
                  <a:pt x="200236" y="77336"/>
                </a:lnTo>
                <a:lnTo>
                  <a:pt x="200336" y="76161"/>
                </a:lnTo>
                <a:lnTo>
                  <a:pt x="200457" y="75010"/>
                </a:lnTo>
                <a:lnTo>
                  <a:pt x="200597" y="73883"/>
                </a:lnTo>
                <a:lnTo>
                  <a:pt x="200758" y="72779"/>
                </a:lnTo>
                <a:lnTo>
                  <a:pt x="200938" y="71699"/>
                </a:lnTo>
                <a:close/>
                <a:moveTo>
                  <a:pt x="668500" y="137921"/>
                </a:moveTo>
                <a:lnTo>
                  <a:pt x="669449" y="137843"/>
                </a:lnTo>
                <a:lnTo>
                  <a:pt x="670387" y="137750"/>
                </a:lnTo>
                <a:lnTo>
                  <a:pt x="671313" y="137642"/>
                </a:lnTo>
                <a:lnTo>
                  <a:pt x="672228" y="137521"/>
                </a:lnTo>
                <a:lnTo>
                  <a:pt x="673132" y="137385"/>
                </a:lnTo>
                <a:lnTo>
                  <a:pt x="674024" y="137235"/>
                </a:lnTo>
                <a:lnTo>
                  <a:pt x="674905" y="137070"/>
                </a:lnTo>
                <a:lnTo>
                  <a:pt x="675775" y="136892"/>
                </a:lnTo>
                <a:lnTo>
                  <a:pt x="676634" y="136699"/>
                </a:lnTo>
                <a:lnTo>
                  <a:pt x="677481" y="136491"/>
                </a:lnTo>
                <a:lnTo>
                  <a:pt x="678317" y="136270"/>
                </a:lnTo>
                <a:lnTo>
                  <a:pt x="679141" y="136034"/>
                </a:lnTo>
                <a:lnTo>
                  <a:pt x="679954" y="135783"/>
                </a:lnTo>
                <a:lnTo>
                  <a:pt x="680756" y="135519"/>
                </a:lnTo>
                <a:lnTo>
                  <a:pt x="681547" y="135240"/>
                </a:lnTo>
                <a:lnTo>
                  <a:pt x="682327" y="134947"/>
                </a:lnTo>
                <a:lnTo>
                  <a:pt x="683095" y="134639"/>
                </a:lnTo>
                <a:lnTo>
                  <a:pt x="683851" y="134318"/>
                </a:lnTo>
                <a:lnTo>
                  <a:pt x="684597" y="133982"/>
                </a:lnTo>
                <a:lnTo>
                  <a:pt x="685330" y="133632"/>
                </a:lnTo>
                <a:lnTo>
                  <a:pt x="686049" y="133271"/>
                </a:lnTo>
                <a:lnTo>
                  <a:pt x="686755" y="132897"/>
                </a:lnTo>
                <a:lnTo>
                  <a:pt x="687447" y="132512"/>
                </a:lnTo>
                <a:lnTo>
                  <a:pt x="688125" y="132114"/>
                </a:lnTo>
                <a:lnTo>
                  <a:pt x="688789" y="131705"/>
                </a:lnTo>
                <a:lnTo>
                  <a:pt x="689440" y="131283"/>
                </a:lnTo>
                <a:lnTo>
                  <a:pt x="690077" y="130850"/>
                </a:lnTo>
                <a:lnTo>
                  <a:pt x="690700" y="130404"/>
                </a:lnTo>
                <a:lnTo>
                  <a:pt x="691310" y="129947"/>
                </a:lnTo>
                <a:lnTo>
                  <a:pt x="691906" y="129477"/>
                </a:lnTo>
                <a:lnTo>
                  <a:pt x="692488" y="128996"/>
                </a:lnTo>
                <a:lnTo>
                  <a:pt x="693057" y="128502"/>
                </a:lnTo>
                <a:lnTo>
                  <a:pt x="693612" y="127996"/>
                </a:lnTo>
                <a:lnTo>
                  <a:pt x="694153" y="127479"/>
                </a:lnTo>
                <a:lnTo>
                  <a:pt x="694680" y="126949"/>
                </a:lnTo>
                <a:lnTo>
                  <a:pt x="695194" y="126408"/>
                </a:lnTo>
                <a:lnTo>
                  <a:pt x="695694" y="125854"/>
                </a:lnTo>
                <a:lnTo>
                  <a:pt x="696181" y="125288"/>
                </a:lnTo>
                <a:lnTo>
                  <a:pt x="696653" y="124711"/>
                </a:lnTo>
                <a:lnTo>
                  <a:pt x="697112" y="124121"/>
                </a:lnTo>
                <a:lnTo>
                  <a:pt x="697557" y="123519"/>
                </a:lnTo>
                <a:lnTo>
                  <a:pt x="697989" y="122906"/>
                </a:lnTo>
                <a:lnTo>
                  <a:pt x="698407" y="122280"/>
                </a:lnTo>
                <a:lnTo>
                  <a:pt x="698810" y="121643"/>
                </a:lnTo>
                <a:lnTo>
                  <a:pt x="699197" y="120997"/>
                </a:lnTo>
                <a:lnTo>
                  <a:pt x="699567" y="120340"/>
                </a:lnTo>
                <a:lnTo>
                  <a:pt x="699922" y="119673"/>
                </a:lnTo>
                <a:lnTo>
                  <a:pt x="700261" y="118996"/>
                </a:lnTo>
                <a:lnTo>
                  <a:pt x="700583" y="118309"/>
                </a:lnTo>
                <a:lnTo>
                  <a:pt x="700890" y="117612"/>
                </a:lnTo>
                <a:lnTo>
                  <a:pt x="701180" y="116905"/>
                </a:lnTo>
                <a:lnTo>
                  <a:pt x="701454" y="116188"/>
                </a:lnTo>
                <a:lnTo>
                  <a:pt x="701712" y="115460"/>
                </a:lnTo>
                <a:lnTo>
                  <a:pt x="701954" y="114723"/>
                </a:lnTo>
                <a:lnTo>
                  <a:pt x="702180" y="113976"/>
                </a:lnTo>
                <a:lnTo>
                  <a:pt x="702390" y="113218"/>
                </a:lnTo>
                <a:lnTo>
                  <a:pt x="702583" y="112451"/>
                </a:lnTo>
                <a:lnTo>
                  <a:pt x="702761" y="111673"/>
                </a:lnTo>
                <a:lnTo>
                  <a:pt x="702923" y="110886"/>
                </a:lnTo>
                <a:lnTo>
                  <a:pt x="703068" y="110088"/>
                </a:lnTo>
                <a:lnTo>
                  <a:pt x="703197" y="109280"/>
                </a:lnTo>
                <a:lnTo>
                  <a:pt x="703310" y="108462"/>
                </a:lnTo>
                <a:lnTo>
                  <a:pt x="703408" y="107634"/>
                </a:lnTo>
                <a:lnTo>
                  <a:pt x="703489" y="106797"/>
                </a:lnTo>
                <a:lnTo>
                  <a:pt x="703553" y="105949"/>
                </a:lnTo>
                <a:lnTo>
                  <a:pt x="703602" y="105090"/>
                </a:lnTo>
                <a:lnTo>
                  <a:pt x="703635" y="104222"/>
                </a:lnTo>
                <a:lnTo>
                  <a:pt x="687359" y="104222"/>
                </a:lnTo>
                <a:lnTo>
                  <a:pt x="687324" y="105069"/>
                </a:lnTo>
                <a:lnTo>
                  <a:pt x="687268" y="105900"/>
                </a:lnTo>
                <a:lnTo>
                  <a:pt x="687192" y="106713"/>
                </a:lnTo>
                <a:lnTo>
                  <a:pt x="687096" y="107510"/>
                </a:lnTo>
                <a:lnTo>
                  <a:pt x="686979" y="108290"/>
                </a:lnTo>
                <a:lnTo>
                  <a:pt x="686841" y="109054"/>
                </a:lnTo>
                <a:lnTo>
                  <a:pt x="686683" y="109800"/>
                </a:lnTo>
                <a:lnTo>
                  <a:pt x="686504" y="110530"/>
                </a:lnTo>
                <a:lnTo>
                  <a:pt x="686305" y="111243"/>
                </a:lnTo>
                <a:lnTo>
                  <a:pt x="686085" y="111940"/>
                </a:lnTo>
                <a:lnTo>
                  <a:pt x="685844" y="112619"/>
                </a:lnTo>
                <a:lnTo>
                  <a:pt x="685583" y="113282"/>
                </a:lnTo>
                <a:lnTo>
                  <a:pt x="685302" y="113928"/>
                </a:lnTo>
                <a:lnTo>
                  <a:pt x="685000" y="114558"/>
                </a:lnTo>
                <a:lnTo>
                  <a:pt x="684677" y="115170"/>
                </a:lnTo>
                <a:lnTo>
                  <a:pt x="684334" y="115766"/>
                </a:lnTo>
                <a:lnTo>
                  <a:pt x="683970" y="116346"/>
                </a:lnTo>
                <a:lnTo>
                  <a:pt x="683586" y="116908"/>
                </a:lnTo>
                <a:lnTo>
                  <a:pt x="683181" y="117454"/>
                </a:lnTo>
                <a:lnTo>
                  <a:pt x="682756" y="117983"/>
                </a:lnTo>
                <a:lnTo>
                  <a:pt x="682310" y="118495"/>
                </a:lnTo>
                <a:lnTo>
                  <a:pt x="681843" y="118990"/>
                </a:lnTo>
                <a:lnTo>
                  <a:pt x="681356" y="119469"/>
                </a:lnTo>
                <a:lnTo>
                  <a:pt x="680848" y="119931"/>
                </a:lnTo>
                <a:lnTo>
                  <a:pt x="680322" y="120375"/>
                </a:lnTo>
                <a:lnTo>
                  <a:pt x="679779" y="120801"/>
                </a:lnTo>
                <a:lnTo>
                  <a:pt x="679219" y="121207"/>
                </a:lnTo>
                <a:lnTo>
                  <a:pt x="678643" y="121595"/>
                </a:lnTo>
                <a:lnTo>
                  <a:pt x="678049" y="121963"/>
                </a:lnTo>
                <a:lnTo>
                  <a:pt x="677439" y="122313"/>
                </a:lnTo>
                <a:lnTo>
                  <a:pt x="676812" y="122644"/>
                </a:lnTo>
                <a:lnTo>
                  <a:pt x="676168" y="122956"/>
                </a:lnTo>
                <a:lnTo>
                  <a:pt x="675508" y="123249"/>
                </a:lnTo>
                <a:lnTo>
                  <a:pt x="674831" y="123523"/>
                </a:lnTo>
                <a:lnTo>
                  <a:pt x="674136" y="123778"/>
                </a:lnTo>
                <a:lnTo>
                  <a:pt x="673426" y="124014"/>
                </a:lnTo>
                <a:lnTo>
                  <a:pt x="672698" y="124231"/>
                </a:lnTo>
                <a:lnTo>
                  <a:pt x="671953" y="124430"/>
                </a:lnTo>
                <a:lnTo>
                  <a:pt x="671192" y="124610"/>
                </a:lnTo>
                <a:lnTo>
                  <a:pt x="670414" y="124770"/>
                </a:lnTo>
                <a:lnTo>
                  <a:pt x="669619" y="124912"/>
                </a:lnTo>
                <a:lnTo>
                  <a:pt x="668808" y="125035"/>
                </a:lnTo>
                <a:lnTo>
                  <a:pt x="667979" y="125139"/>
                </a:lnTo>
                <a:lnTo>
                  <a:pt x="667134" y="125224"/>
                </a:lnTo>
                <a:lnTo>
                  <a:pt x="666272" y="125290"/>
                </a:lnTo>
                <a:lnTo>
                  <a:pt x="665394" y="125337"/>
                </a:lnTo>
                <a:lnTo>
                  <a:pt x="664498" y="125366"/>
                </a:lnTo>
                <a:lnTo>
                  <a:pt x="663586" y="125375"/>
                </a:lnTo>
                <a:lnTo>
                  <a:pt x="662730" y="125367"/>
                </a:lnTo>
                <a:lnTo>
                  <a:pt x="661888" y="125341"/>
                </a:lnTo>
                <a:lnTo>
                  <a:pt x="661060" y="125298"/>
                </a:lnTo>
                <a:lnTo>
                  <a:pt x="660246" y="125238"/>
                </a:lnTo>
                <a:lnTo>
                  <a:pt x="659446" y="125161"/>
                </a:lnTo>
                <a:lnTo>
                  <a:pt x="658660" y="125066"/>
                </a:lnTo>
                <a:lnTo>
                  <a:pt x="657888" y="124955"/>
                </a:lnTo>
                <a:lnTo>
                  <a:pt x="657130" y="124826"/>
                </a:lnTo>
                <a:lnTo>
                  <a:pt x="656387" y="124681"/>
                </a:lnTo>
                <a:lnTo>
                  <a:pt x="655657" y="124518"/>
                </a:lnTo>
                <a:lnTo>
                  <a:pt x="654941" y="124338"/>
                </a:lnTo>
                <a:lnTo>
                  <a:pt x="654240" y="124141"/>
                </a:lnTo>
                <a:lnTo>
                  <a:pt x="653552" y="123926"/>
                </a:lnTo>
                <a:lnTo>
                  <a:pt x="652878" y="123695"/>
                </a:lnTo>
                <a:lnTo>
                  <a:pt x="652219" y="123446"/>
                </a:lnTo>
                <a:lnTo>
                  <a:pt x="651573" y="123180"/>
                </a:lnTo>
                <a:lnTo>
                  <a:pt x="650942" y="122897"/>
                </a:lnTo>
                <a:lnTo>
                  <a:pt x="650325" y="122597"/>
                </a:lnTo>
                <a:lnTo>
                  <a:pt x="649721" y="122280"/>
                </a:lnTo>
                <a:lnTo>
                  <a:pt x="649132" y="121946"/>
                </a:lnTo>
                <a:lnTo>
                  <a:pt x="648557" y="121594"/>
                </a:lnTo>
                <a:lnTo>
                  <a:pt x="647996" y="121226"/>
                </a:lnTo>
                <a:lnTo>
                  <a:pt x="647448" y="120840"/>
                </a:lnTo>
                <a:lnTo>
                  <a:pt x="646915" y="120437"/>
                </a:lnTo>
                <a:lnTo>
                  <a:pt x="646395" y="120020"/>
                </a:lnTo>
                <a:lnTo>
                  <a:pt x="645887" y="119591"/>
                </a:lnTo>
                <a:lnTo>
                  <a:pt x="645390" y="119152"/>
                </a:lnTo>
                <a:lnTo>
                  <a:pt x="644905" y="118701"/>
                </a:lnTo>
                <a:lnTo>
                  <a:pt x="644433" y="118239"/>
                </a:lnTo>
                <a:lnTo>
                  <a:pt x="643971" y="117765"/>
                </a:lnTo>
                <a:lnTo>
                  <a:pt x="643522" y="117280"/>
                </a:lnTo>
                <a:lnTo>
                  <a:pt x="643085" y="116785"/>
                </a:lnTo>
                <a:lnTo>
                  <a:pt x="642659" y="116277"/>
                </a:lnTo>
                <a:lnTo>
                  <a:pt x="642245" y="115759"/>
                </a:lnTo>
                <a:lnTo>
                  <a:pt x="641843" y="115229"/>
                </a:lnTo>
                <a:lnTo>
                  <a:pt x="641453" y="114689"/>
                </a:lnTo>
                <a:lnTo>
                  <a:pt x="641075" y="114136"/>
                </a:lnTo>
                <a:lnTo>
                  <a:pt x="640708" y="113573"/>
                </a:lnTo>
                <a:lnTo>
                  <a:pt x="640353" y="112998"/>
                </a:lnTo>
                <a:lnTo>
                  <a:pt x="640010" y="112412"/>
                </a:lnTo>
                <a:lnTo>
                  <a:pt x="639679" y="111815"/>
                </a:lnTo>
                <a:lnTo>
                  <a:pt x="639360" y="111207"/>
                </a:lnTo>
                <a:lnTo>
                  <a:pt x="639052" y="110587"/>
                </a:lnTo>
                <a:lnTo>
                  <a:pt x="638757" y="109956"/>
                </a:lnTo>
                <a:lnTo>
                  <a:pt x="638473" y="109314"/>
                </a:lnTo>
                <a:lnTo>
                  <a:pt x="638201" y="108661"/>
                </a:lnTo>
                <a:lnTo>
                  <a:pt x="637941" y="107996"/>
                </a:lnTo>
                <a:lnTo>
                  <a:pt x="637692" y="107320"/>
                </a:lnTo>
                <a:lnTo>
                  <a:pt x="637455" y="106636"/>
                </a:lnTo>
                <a:lnTo>
                  <a:pt x="637227" y="105946"/>
                </a:lnTo>
                <a:lnTo>
                  <a:pt x="637009" y="105251"/>
                </a:lnTo>
                <a:lnTo>
                  <a:pt x="636800" y="104550"/>
                </a:lnTo>
                <a:lnTo>
                  <a:pt x="636602" y="103844"/>
                </a:lnTo>
                <a:lnTo>
                  <a:pt x="636413" y="103132"/>
                </a:lnTo>
                <a:lnTo>
                  <a:pt x="636234" y="102414"/>
                </a:lnTo>
                <a:lnTo>
                  <a:pt x="636065" y="101691"/>
                </a:lnTo>
                <a:lnTo>
                  <a:pt x="635905" y="100963"/>
                </a:lnTo>
                <a:lnTo>
                  <a:pt x="635755" y="100229"/>
                </a:lnTo>
                <a:lnTo>
                  <a:pt x="635615" y="99489"/>
                </a:lnTo>
                <a:lnTo>
                  <a:pt x="635485" y="98744"/>
                </a:lnTo>
                <a:lnTo>
                  <a:pt x="635365" y="97993"/>
                </a:lnTo>
                <a:lnTo>
                  <a:pt x="635254" y="97237"/>
                </a:lnTo>
                <a:lnTo>
                  <a:pt x="635153" y="96475"/>
                </a:lnTo>
                <a:lnTo>
                  <a:pt x="635062" y="95708"/>
                </a:lnTo>
                <a:lnTo>
                  <a:pt x="634980" y="94935"/>
                </a:lnTo>
                <a:lnTo>
                  <a:pt x="634909" y="94157"/>
                </a:lnTo>
                <a:lnTo>
                  <a:pt x="634847" y="93373"/>
                </a:lnTo>
                <a:lnTo>
                  <a:pt x="634795" y="92583"/>
                </a:lnTo>
                <a:lnTo>
                  <a:pt x="634752" y="91788"/>
                </a:lnTo>
                <a:lnTo>
                  <a:pt x="634720" y="90988"/>
                </a:lnTo>
                <a:lnTo>
                  <a:pt x="634697" y="90182"/>
                </a:lnTo>
                <a:lnTo>
                  <a:pt x="634684" y="89370"/>
                </a:lnTo>
                <a:lnTo>
                  <a:pt x="703142" y="89370"/>
                </a:lnTo>
                <a:lnTo>
                  <a:pt x="703158" y="89292"/>
                </a:lnTo>
                <a:lnTo>
                  <a:pt x="703174" y="89210"/>
                </a:lnTo>
                <a:lnTo>
                  <a:pt x="703189" y="89124"/>
                </a:lnTo>
                <a:lnTo>
                  <a:pt x="703205" y="89034"/>
                </a:lnTo>
                <a:lnTo>
                  <a:pt x="703220" y="88940"/>
                </a:lnTo>
                <a:lnTo>
                  <a:pt x="703234" y="88841"/>
                </a:lnTo>
                <a:lnTo>
                  <a:pt x="703248" y="88739"/>
                </a:lnTo>
                <a:lnTo>
                  <a:pt x="703262" y="88633"/>
                </a:lnTo>
                <a:lnTo>
                  <a:pt x="703276" y="88522"/>
                </a:lnTo>
                <a:lnTo>
                  <a:pt x="703289" y="88408"/>
                </a:lnTo>
                <a:lnTo>
                  <a:pt x="703302" y="88289"/>
                </a:lnTo>
                <a:lnTo>
                  <a:pt x="703314" y="88167"/>
                </a:lnTo>
                <a:lnTo>
                  <a:pt x="703327" y="88040"/>
                </a:lnTo>
                <a:lnTo>
                  <a:pt x="703338" y="87909"/>
                </a:lnTo>
                <a:lnTo>
                  <a:pt x="703350" y="87775"/>
                </a:lnTo>
                <a:lnTo>
                  <a:pt x="703361" y="87636"/>
                </a:lnTo>
                <a:lnTo>
                  <a:pt x="703372" y="87493"/>
                </a:lnTo>
                <a:lnTo>
                  <a:pt x="703382" y="87346"/>
                </a:lnTo>
                <a:lnTo>
                  <a:pt x="703392" y="87195"/>
                </a:lnTo>
                <a:lnTo>
                  <a:pt x="703402" y="87041"/>
                </a:lnTo>
                <a:lnTo>
                  <a:pt x="703411" y="86882"/>
                </a:lnTo>
                <a:lnTo>
                  <a:pt x="703421" y="86719"/>
                </a:lnTo>
                <a:lnTo>
                  <a:pt x="703429" y="86551"/>
                </a:lnTo>
                <a:lnTo>
                  <a:pt x="703438" y="86380"/>
                </a:lnTo>
                <a:lnTo>
                  <a:pt x="703446" y="86208"/>
                </a:lnTo>
                <a:lnTo>
                  <a:pt x="703453" y="86037"/>
                </a:lnTo>
                <a:lnTo>
                  <a:pt x="703461" y="85869"/>
                </a:lnTo>
                <a:lnTo>
                  <a:pt x="703468" y="85702"/>
                </a:lnTo>
                <a:lnTo>
                  <a:pt x="703474" y="85538"/>
                </a:lnTo>
                <a:lnTo>
                  <a:pt x="703481" y="85375"/>
                </a:lnTo>
                <a:lnTo>
                  <a:pt x="703487" y="85214"/>
                </a:lnTo>
                <a:lnTo>
                  <a:pt x="703492" y="85055"/>
                </a:lnTo>
                <a:lnTo>
                  <a:pt x="703498" y="84898"/>
                </a:lnTo>
                <a:lnTo>
                  <a:pt x="703503" y="84743"/>
                </a:lnTo>
                <a:lnTo>
                  <a:pt x="703507" y="84590"/>
                </a:lnTo>
                <a:lnTo>
                  <a:pt x="703512" y="84439"/>
                </a:lnTo>
                <a:lnTo>
                  <a:pt x="703516" y="84290"/>
                </a:lnTo>
                <a:lnTo>
                  <a:pt x="703519" y="84143"/>
                </a:lnTo>
                <a:lnTo>
                  <a:pt x="703522" y="83997"/>
                </a:lnTo>
                <a:lnTo>
                  <a:pt x="703525" y="83854"/>
                </a:lnTo>
                <a:lnTo>
                  <a:pt x="703528" y="83713"/>
                </a:lnTo>
                <a:lnTo>
                  <a:pt x="703530" y="83573"/>
                </a:lnTo>
                <a:lnTo>
                  <a:pt x="703532" y="83435"/>
                </a:lnTo>
                <a:lnTo>
                  <a:pt x="703534" y="83300"/>
                </a:lnTo>
                <a:lnTo>
                  <a:pt x="703535" y="83166"/>
                </a:lnTo>
                <a:lnTo>
                  <a:pt x="703536" y="83034"/>
                </a:lnTo>
                <a:lnTo>
                  <a:pt x="703536" y="82905"/>
                </a:lnTo>
                <a:lnTo>
                  <a:pt x="703536" y="82777"/>
                </a:lnTo>
                <a:lnTo>
                  <a:pt x="703517" y="80893"/>
                </a:lnTo>
                <a:lnTo>
                  <a:pt x="703459" y="79047"/>
                </a:lnTo>
                <a:lnTo>
                  <a:pt x="703362" y="77237"/>
                </a:lnTo>
                <a:lnTo>
                  <a:pt x="703227" y="75465"/>
                </a:lnTo>
                <a:lnTo>
                  <a:pt x="703052" y="73729"/>
                </a:lnTo>
                <a:lnTo>
                  <a:pt x="702840" y="72031"/>
                </a:lnTo>
                <a:lnTo>
                  <a:pt x="702588" y="70369"/>
                </a:lnTo>
                <a:lnTo>
                  <a:pt x="702298" y="68745"/>
                </a:lnTo>
                <a:lnTo>
                  <a:pt x="701969" y="67157"/>
                </a:lnTo>
                <a:lnTo>
                  <a:pt x="701601" y="65607"/>
                </a:lnTo>
                <a:lnTo>
                  <a:pt x="701195" y="64093"/>
                </a:lnTo>
                <a:lnTo>
                  <a:pt x="700750" y="62617"/>
                </a:lnTo>
                <a:lnTo>
                  <a:pt x="700266" y="61177"/>
                </a:lnTo>
                <a:lnTo>
                  <a:pt x="699743" y="59774"/>
                </a:lnTo>
                <a:lnTo>
                  <a:pt x="699182" y="58409"/>
                </a:lnTo>
                <a:lnTo>
                  <a:pt x="698582" y="57080"/>
                </a:lnTo>
                <a:lnTo>
                  <a:pt x="697944" y="55789"/>
                </a:lnTo>
                <a:lnTo>
                  <a:pt x="697266" y="54534"/>
                </a:lnTo>
                <a:lnTo>
                  <a:pt x="696550" y="53316"/>
                </a:lnTo>
                <a:lnTo>
                  <a:pt x="695796" y="52136"/>
                </a:lnTo>
                <a:lnTo>
                  <a:pt x="695002" y="50992"/>
                </a:lnTo>
                <a:lnTo>
                  <a:pt x="694170" y="49886"/>
                </a:lnTo>
                <a:lnTo>
                  <a:pt x="693299" y="48816"/>
                </a:lnTo>
                <a:lnTo>
                  <a:pt x="692390" y="47783"/>
                </a:lnTo>
                <a:lnTo>
                  <a:pt x="691446" y="46790"/>
                </a:lnTo>
                <a:lnTo>
                  <a:pt x="690473" y="45839"/>
                </a:lnTo>
                <a:lnTo>
                  <a:pt x="689470" y="44930"/>
                </a:lnTo>
                <a:lnTo>
                  <a:pt x="688438" y="44064"/>
                </a:lnTo>
                <a:lnTo>
                  <a:pt x="687377" y="43239"/>
                </a:lnTo>
                <a:lnTo>
                  <a:pt x="686286" y="42457"/>
                </a:lnTo>
                <a:lnTo>
                  <a:pt x="685166" y="41718"/>
                </a:lnTo>
                <a:lnTo>
                  <a:pt x="684016" y="41020"/>
                </a:lnTo>
                <a:lnTo>
                  <a:pt x="682837" y="40365"/>
                </a:lnTo>
                <a:lnTo>
                  <a:pt x="681628" y="39752"/>
                </a:lnTo>
                <a:lnTo>
                  <a:pt x="680390" y="39182"/>
                </a:lnTo>
                <a:lnTo>
                  <a:pt x="679122" y="38653"/>
                </a:lnTo>
                <a:lnTo>
                  <a:pt x="677825" y="38167"/>
                </a:lnTo>
                <a:lnTo>
                  <a:pt x="676499" y="37723"/>
                </a:lnTo>
                <a:lnTo>
                  <a:pt x="675143" y="37322"/>
                </a:lnTo>
                <a:lnTo>
                  <a:pt x="673757" y="36963"/>
                </a:lnTo>
                <a:lnTo>
                  <a:pt x="672342" y="36646"/>
                </a:lnTo>
                <a:lnTo>
                  <a:pt x="670898" y="36371"/>
                </a:lnTo>
                <a:lnTo>
                  <a:pt x="669424" y="36138"/>
                </a:lnTo>
                <a:lnTo>
                  <a:pt x="667921" y="35948"/>
                </a:lnTo>
                <a:lnTo>
                  <a:pt x="666388" y="35800"/>
                </a:lnTo>
                <a:lnTo>
                  <a:pt x="664826" y="35695"/>
                </a:lnTo>
                <a:lnTo>
                  <a:pt x="663234" y="35631"/>
                </a:lnTo>
                <a:lnTo>
                  <a:pt x="661613" y="35610"/>
                </a:lnTo>
                <a:lnTo>
                  <a:pt x="660389" y="35621"/>
                </a:lnTo>
                <a:lnTo>
                  <a:pt x="659183" y="35655"/>
                </a:lnTo>
                <a:lnTo>
                  <a:pt x="657995" y="35712"/>
                </a:lnTo>
                <a:lnTo>
                  <a:pt x="656825" y="35791"/>
                </a:lnTo>
                <a:lnTo>
                  <a:pt x="655673" y="35892"/>
                </a:lnTo>
                <a:lnTo>
                  <a:pt x="654539" y="36016"/>
                </a:lnTo>
                <a:lnTo>
                  <a:pt x="653422" y="36163"/>
                </a:lnTo>
                <a:lnTo>
                  <a:pt x="652324" y="36332"/>
                </a:lnTo>
                <a:lnTo>
                  <a:pt x="651244" y="36524"/>
                </a:lnTo>
                <a:lnTo>
                  <a:pt x="650182" y="36739"/>
                </a:lnTo>
                <a:lnTo>
                  <a:pt x="649138" y="36976"/>
                </a:lnTo>
                <a:lnTo>
                  <a:pt x="648111" y="37235"/>
                </a:lnTo>
                <a:lnTo>
                  <a:pt x="647103" y="37518"/>
                </a:lnTo>
                <a:lnTo>
                  <a:pt x="646113" y="37822"/>
                </a:lnTo>
                <a:lnTo>
                  <a:pt x="645140" y="38150"/>
                </a:lnTo>
                <a:lnTo>
                  <a:pt x="644186" y="38499"/>
                </a:lnTo>
                <a:lnTo>
                  <a:pt x="643250" y="38872"/>
                </a:lnTo>
                <a:lnTo>
                  <a:pt x="642331" y="39267"/>
                </a:lnTo>
                <a:lnTo>
                  <a:pt x="641431" y="39685"/>
                </a:lnTo>
                <a:lnTo>
                  <a:pt x="640549" y="40125"/>
                </a:lnTo>
                <a:lnTo>
                  <a:pt x="639684" y="40588"/>
                </a:lnTo>
                <a:lnTo>
                  <a:pt x="638838" y="41073"/>
                </a:lnTo>
                <a:lnTo>
                  <a:pt x="638009" y="41581"/>
                </a:lnTo>
                <a:lnTo>
                  <a:pt x="637199" y="42111"/>
                </a:lnTo>
                <a:lnTo>
                  <a:pt x="636406" y="42662"/>
                </a:lnTo>
                <a:lnTo>
                  <a:pt x="635630" y="43230"/>
                </a:lnTo>
                <a:lnTo>
                  <a:pt x="634872" y="43815"/>
                </a:lnTo>
                <a:lnTo>
                  <a:pt x="634130" y="44418"/>
                </a:lnTo>
                <a:lnTo>
                  <a:pt x="633406" y="45038"/>
                </a:lnTo>
                <a:lnTo>
                  <a:pt x="632698" y="45676"/>
                </a:lnTo>
                <a:lnTo>
                  <a:pt x="632008" y="46331"/>
                </a:lnTo>
                <a:lnTo>
                  <a:pt x="631335" y="47004"/>
                </a:lnTo>
                <a:lnTo>
                  <a:pt x="630679" y="47694"/>
                </a:lnTo>
                <a:lnTo>
                  <a:pt x="630041" y="48402"/>
                </a:lnTo>
                <a:lnTo>
                  <a:pt x="629419" y="49127"/>
                </a:lnTo>
                <a:lnTo>
                  <a:pt x="628814" y="49869"/>
                </a:lnTo>
                <a:lnTo>
                  <a:pt x="628227" y="50629"/>
                </a:lnTo>
                <a:lnTo>
                  <a:pt x="627657" y="51407"/>
                </a:lnTo>
                <a:lnTo>
                  <a:pt x="627103" y="52202"/>
                </a:lnTo>
                <a:lnTo>
                  <a:pt x="626567" y="53014"/>
                </a:lnTo>
                <a:lnTo>
                  <a:pt x="626049" y="53844"/>
                </a:lnTo>
                <a:lnTo>
                  <a:pt x="625547" y="54691"/>
                </a:lnTo>
                <a:lnTo>
                  <a:pt x="625062" y="55556"/>
                </a:lnTo>
                <a:lnTo>
                  <a:pt x="624595" y="56438"/>
                </a:lnTo>
                <a:lnTo>
                  <a:pt x="624144" y="57338"/>
                </a:lnTo>
                <a:lnTo>
                  <a:pt x="623711" y="58255"/>
                </a:lnTo>
                <a:lnTo>
                  <a:pt x="623295" y="59189"/>
                </a:lnTo>
                <a:lnTo>
                  <a:pt x="622896" y="60141"/>
                </a:lnTo>
                <a:lnTo>
                  <a:pt x="622513" y="61108"/>
                </a:lnTo>
                <a:lnTo>
                  <a:pt x="622147" y="62088"/>
                </a:lnTo>
                <a:lnTo>
                  <a:pt x="621798" y="63080"/>
                </a:lnTo>
                <a:lnTo>
                  <a:pt x="621464" y="64084"/>
                </a:lnTo>
                <a:lnTo>
                  <a:pt x="621147" y="65102"/>
                </a:lnTo>
                <a:lnTo>
                  <a:pt x="620846" y="66131"/>
                </a:lnTo>
                <a:lnTo>
                  <a:pt x="620561" y="67173"/>
                </a:lnTo>
                <a:lnTo>
                  <a:pt x="620293" y="68228"/>
                </a:lnTo>
                <a:lnTo>
                  <a:pt x="620040" y="69295"/>
                </a:lnTo>
                <a:lnTo>
                  <a:pt x="619805" y="70375"/>
                </a:lnTo>
                <a:lnTo>
                  <a:pt x="619585" y="71467"/>
                </a:lnTo>
                <a:lnTo>
                  <a:pt x="619382" y="72572"/>
                </a:lnTo>
                <a:lnTo>
                  <a:pt x="619195" y="73689"/>
                </a:lnTo>
                <a:lnTo>
                  <a:pt x="619024" y="74819"/>
                </a:lnTo>
                <a:lnTo>
                  <a:pt x="618869" y="75961"/>
                </a:lnTo>
                <a:lnTo>
                  <a:pt x="618731" y="77116"/>
                </a:lnTo>
                <a:lnTo>
                  <a:pt x="618609" y="78283"/>
                </a:lnTo>
                <a:lnTo>
                  <a:pt x="618503" y="79463"/>
                </a:lnTo>
                <a:lnTo>
                  <a:pt x="618414" y="80656"/>
                </a:lnTo>
                <a:lnTo>
                  <a:pt x="618340" y="81861"/>
                </a:lnTo>
                <a:lnTo>
                  <a:pt x="618283" y="83078"/>
                </a:lnTo>
                <a:lnTo>
                  <a:pt x="618243" y="84308"/>
                </a:lnTo>
                <a:lnTo>
                  <a:pt x="618218" y="85551"/>
                </a:lnTo>
                <a:lnTo>
                  <a:pt x="618210" y="86806"/>
                </a:lnTo>
                <a:lnTo>
                  <a:pt x="618219" y="88011"/>
                </a:lnTo>
                <a:lnTo>
                  <a:pt x="618244" y="89206"/>
                </a:lnTo>
                <a:lnTo>
                  <a:pt x="618286" y="90392"/>
                </a:lnTo>
                <a:lnTo>
                  <a:pt x="618344" y="91567"/>
                </a:lnTo>
                <a:lnTo>
                  <a:pt x="618420" y="92732"/>
                </a:lnTo>
                <a:lnTo>
                  <a:pt x="618512" y="93887"/>
                </a:lnTo>
                <a:lnTo>
                  <a:pt x="618621" y="95032"/>
                </a:lnTo>
                <a:lnTo>
                  <a:pt x="618747" y="96168"/>
                </a:lnTo>
                <a:lnTo>
                  <a:pt x="618890" y="97293"/>
                </a:lnTo>
                <a:lnTo>
                  <a:pt x="619049" y="98407"/>
                </a:lnTo>
                <a:lnTo>
                  <a:pt x="619226" y="99512"/>
                </a:lnTo>
                <a:lnTo>
                  <a:pt x="619419" y="100607"/>
                </a:lnTo>
                <a:lnTo>
                  <a:pt x="619628" y="101692"/>
                </a:lnTo>
                <a:lnTo>
                  <a:pt x="619855" y="102767"/>
                </a:lnTo>
                <a:lnTo>
                  <a:pt x="620098" y="103831"/>
                </a:lnTo>
                <a:lnTo>
                  <a:pt x="620358" y="104886"/>
                </a:lnTo>
                <a:lnTo>
                  <a:pt x="620635" y="105931"/>
                </a:lnTo>
                <a:lnTo>
                  <a:pt x="620929" y="106965"/>
                </a:lnTo>
                <a:lnTo>
                  <a:pt x="621240" y="107990"/>
                </a:lnTo>
                <a:lnTo>
                  <a:pt x="621567" y="109004"/>
                </a:lnTo>
                <a:lnTo>
                  <a:pt x="621911" y="110009"/>
                </a:lnTo>
                <a:lnTo>
                  <a:pt x="622272" y="111003"/>
                </a:lnTo>
                <a:lnTo>
                  <a:pt x="622649" y="111987"/>
                </a:lnTo>
                <a:lnTo>
                  <a:pt x="623044" y="112961"/>
                </a:lnTo>
                <a:lnTo>
                  <a:pt x="623455" y="113922"/>
                </a:lnTo>
                <a:lnTo>
                  <a:pt x="623885" y="114866"/>
                </a:lnTo>
                <a:lnTo>
                  <a:pt x="624333" y="115792"/>
                </a:lnTo>
                <a:lnTo>
                  <a:pt x="624799" y="116702"/>
                </a:lnTo>
                <a:lnTo>
                  <a:pt x="625282" y="117595"/>
                </a:lnTo>
                <a:lnTo>
                  <a:pt x="625784" y="118471"/>
                </a:lnTo>
                <a:lnTo>
                  <a:pt x="626304" y="119330"/>
                </a:lnTo>
                <a:lnTo>
                  <a:pt x="626841" y="120172"/>
                </a:lnTo>
                <a:lnTo>
                  <a:pt x="627397" y="120997"/>
                </a:lnTo>
                <a:lnTo>
                  <a:pt x="627971" y="121806"/>
                </a:lnTo>
                <a:lnTo>
                  <a:pt x="628562" y="122597"/>
                </a:lnTo>
                <a:lnTo>
                  <a:pt x="629172" y="123371"/>
                </a:lnTo>
                <a:lnTo>
                  <a:pt x="629799" y="124129"/>
                </a:lnTo>
                <a:lnTo>
                  <a:pt x="630445" y="124870"/>
                </a:lnTo>
                <a:lnTo>
                  <a:pt x="631109" y="125593"/>
                </a:lnTo>
                <a:lnTo>
                  <a:pt x="631790" y="126300"/>
                </a:lnTo>
                <a:lnTo>
                  <a:pt x="632490" y="126990"/>
                </a:lnTo>
                <a:lnTo>
                  <a:pt x="633207" y="127663"/>
                </a:lnTo>
                <a:lnTo>
                  <a:pt x="633942" y="128319"/>
                </a:lnTo>
                <a:lnTo>
                  <a:pt x="634696" y="128958"/>
                </a:lnTo>
                <a:lnTo>
                  <a:pt x="635467" y="129581"/>
                </a:lnTo>
                <a:lnTo>
                  <a:pt x="636257" y="130186"/>
                </a:lnTo>
                <a:lnTo>
                  <a:pt x="637064" y="130775"/>
                </a:lnTo>
                <a:lnTo>
                  <a:pt x="637889" y="131346"/>
                </a:lnTo>
                <a:lnTo>
                  <a:pt x="638734" y="131897"/>
                </a:lnTo>
                <a:lnTo>
                  <a:pt x="639598" y="132425"/>
                </a:lnTo>
                <a:lnTo>
                  <a:pt x="640481" y="132929"/>
                </a:lnTo>
                <a:lnTo>
                  <a:pt x="641384" y="133410"/>
                </a:lnTo>
                <a:lnTo>
                  <a:pt x="642307" y="133867"/>
                </a:lnTo>
                <a:lnTo>
                  <a:pt x="643250" y="134301"/>
                </a:lnTo>
                <a:lnTo>
                  <a:pt x="644212" y="134711"/>
                </a:lnTo>
                <a:lnTo>
                  <a:pt x="645195" y="135098"/>
                </a:lnTo>
                <a:lnTo>
                  <a:pt x="646196" y="135462"/>
                </a:lnTo>
                <a:lnTo>
                  <a:pt x="647218" y="135802"/>
                </a:lnTo>
                <a:lnTo>
                  <a:pt x="648259" y="136118"/>
                </a:lnTo>
                <a:lnTo>
                  <a:pt x="649320" y="136412"/>
                </a:lnTo>
                <a:lnTo>
                  <a:pt x="650400" y="136681"/>
                </a:lnTo>
                <a:lnTo>
                  <a:pt x="651500" y="136927"/>
                </a:lnTo>
                <a:lnTo>
                  <a:pt x="652620" y="137150"/>
                </a:lnTo>
                <a:lnTo>
                  <a:pt x="653760" y="137350"/>
                </a:lnTo>
                <a:lnTo>
                  <a:pt x="654919" y="137525"/>
                </a:lnTo>
                <a:lnTo>
                  <a:pt x="656098" y="137678"/>
                </a:lnTo>
                <a:lnTo>
                  <a:pt x="657297" y="137807"/>
                </a:lnTo>
                <a:lnTo>
                  <a:pt x="658515" y="137912"/>
                </a:lnTo>
                <a:lnTo>
                  <a:pt x="659754" y="137994"/>
                </a:lnTo>
                <a:lnTo>
                  <a:pt x="661011" y="138053"/>
                </a:lnTo>
                <a:lnTo>
                  <a:pt x="662289" y="138088"/>
                </a:lnTo>
                <a:lnTo>
                  <a:pt x="663586" y="138100"/>
                </a:lnTo>
                <a:lnTo>
                  <a:pt x="664591" y="138093"/>
                </a:lnTo>
                <a:lnTo>
                  <a:pt x="665586" y="138071"/>
                </a:lnTo>
                <a:lnTo>
                  <a:pt x="666568" y="138036"/>
                </a:lnTo>
                <a:lnTo>
                  <a:pt x="667540" y="137986"/>
                </a:lnTo>
                <a:lnTo>
                  <a:pt x="668500" y="137921"/>
                </a:lnTo>
                <a:close/>
                <a:moveTo>
                  <a:pt x="635485" y="71699"/>
                </a:moveTo>
                <a:lnTo>
                  <a:pt x="635685" y="70642"/>
                </a:lnTo>
                <a:lnTo>
                  <a:pt x="635906" y="69609"/>
                </a:lnTo>
                <a:lnTo>
                  <a:pt x="636147" y="68600"/>
                </a:lnTo>
                <a:lnTo>
                  <a:pt x="636408" y="67615"/>
                </a:lnTo>
                <a:lnTo>
                  <a:pt x="636688" y="66653"/>
                </a:lnTo>
                <a:lnTo>
                  <a:pt x="636989" y="65715"/>
                </a:lnTo>
                <a:lnTo>
                  <a:pt x="637310" y="64800"/>
                </a:lnTo>
                <a:lnTo>
                  <a:pt x="637651" y="63909"/>
                </a:lnTo>
                <a:lnTo>
                  <a:pt x="638012" y="63042"/>
                </a:lnTo>
                <a:lnTo>
                  <a:pt x="638393" y="62198"/>
                </a:lnTo>
                <a:lnTo>
                  <a:pt x="638794" y="61378"/>
                </a:lnTo>
                <a:lnTo>
                  <a:pt x="639215" y="60581"/>
                </a:lnTo>
                <a:lnTo>
                  <a:pt x="639656" y="59809"/>
                </a:lnTo>
                <a:lnTo>
                  <a:pt x="640117" y="59059"/>
                </a:lnTo>
                <a:lnTo>
                  <a:pt x="640598" y="58334"/>
                </a:lnTo>
                <a:lnTo>
                  <a:pt x="641099" y="57632"/>
                </a:lnTo>
                <a:lnTo>
                  <a:pt x="641620" y="56954"/>
                </a:lnTo>
                <a:lnTo>
                  <a:pt x="642162" y="56299"/>
                </a:lnTo>
                <a:lnTo>
                  <a:pt x="642723" y="55668"/>
                </a:lnTo>
                <a:lnTo>
                  <a:pt x="643303" y="55062"/>
                </a:lnTo>
                <a:lnTo>
                  <a:pt x="643902" y="54481"/>
                </a:lnTo>
                <a:lnTo>
                  <a:pt x="644518" y="53927"/>
                </a:lnTo>
                <a:lnTo>
                  <a:pt x="645152" y="53398"/>
                </a:lnTo>
                <a:lnTo>
                  <a:pt x="645804" y="52894"/>
                </a:lnTo>
                <a:lnTo>
                  <a:pt x="646474" y="52417"/>
                </a:lnTo>
                <a:lnTo>
                  <a:pt x="647163" y="51965"/>
                </a:lnTo>
                <a:lnTo>
                  <a:pt x="647869" y="51540"/>
                </a:lnTo>
                <a:lnTo>
                  <a:pt x="648593" y="51140"/>
                </a:lnTo>
                <a:lnTo>
                  <a:pt x="649335" y="50765"/>
                </a:lnTo>
                <a:lnTo>
                  <a:pt x="650095" y="50417"/>
                </a:lnTo>
                <a:lnTo>
                  <a:pt x="650873" y="50094"/>
                </a:lnTo>
                <a:lnTo>
                  <a:pt x="651669" y="49798"/>
                </a:lnTo>
                <a:lnTo>
                  <a:pt x="652483" y="49527"/>
                </a:lnTo>
                <a:lnTo>
                  <a:pt x="653316" y="49282"/>
                </a:lnTo>
                <a:lnTo>
                  <a:pt x="654166" y="49062"/>
                </a:lnTo>
                <a:lnTo>
                  <a:pt x="655034" y="48869"/>
                </a:lnTo>
                <a:lnTo>
                  <a:pt x="655920" y="48701"/>
                </a:lnTo>
                <a:lnTo>
                  <a:pt x="656823" y="48559"/>
                </a:lnTo>
                <a:lnTo>
                  <a:pt x="657745" y="48443"/>
                </a:lnTo>
                <a:lnTo>
                  <a:pt x="658685" y="48352"/>
                </a:lnTo>
                <a:lnTo>
                  <a:pt x="659643" y="48288"/>
                </a:lnTo>
                <a:lnTo>
                  <a:pt x="660619" y="48249"/>
                </a:lnTo>
                <a:lnTo>
                  <a:pt x="661613" y="48236"/>
                </a:lnTo>
                <a:lnTo>
                  <a:pt x="662599" y="48249"/>
                </a:lnTo>
                <a:lnTo>
                  <a:pt x="663566" y="48288"/>
                </a:lnTo>
                <a:lnTo>
                  <a:pt x="664515" y="48353"/>
                </a:lnTo>
                <a:lnTo>
                  <a:pt x="665446" y="48444"/>
                </a:lnTo>
                <a:lnTo>
                  <a:pt x="666359" y="48561"/>
                </a:lnTo>
                <a:lnTo>
                  <a:pt x="667254" y="48704"/>
                </a:lnTo>
                <a:lnTo>
                  <a:pt x="668131" y="48873"/>
                </a:lnTo>
                <a:lnTo>
                  <a:pt x="668989" y="49068"/>
                </a:lnTo>
                <a:lnTo>
                  <a:pt x="669830" y="49289"/>
                </a:lnTo>
                <a:lnTo>
                  <a:pt x="670652" y="49536"/>
                </a:lnTo>
                <a:lnTo>
                  <a:pt x="671456" y="49809"/>
                </a:lnTo>
                <a:lnTo>
                  <a:pt x="672242" y="50107"/>
                </a:lnTo>
                <a:lnTo>
                  <a:pt x="673010" y="50432"/>
                </a:lnTo>
                <a:lnTo>
                  <a:pt x="673759" y="50783"/>
                </a:lnTo>
                <a:lnTo>
                  <a:pt x="674491" y="51160"/>
                </a:lnTo>
                <a:lnTo>
                  <a:pt x="675204" y="51563"/>
                </a:lnTo>
                <a:lnTo>
                  <a:pt x="675899" y="51992"/>
                </a:lnTo>
                <a:lnTo>
                  <a:pt x="676576" y="52446"/>
                </a:lnTo>
                <a:lnTo>
                  <a:pt x="677235" y="52927"/>
                </a:lnTo>
                <a:lnTo>
                  <a:pt x="677875" y="53434"/>
                </a:lnTo>
                <a:lnTo>
                  <a:pt x="678498" y="53967"/>
                </a:lnTo>
                <a:lnTo>
                  <a:pt x="679102" y="54525"/>
                </a:lnTo>
                <a:lnTo>
                  <a:pt x="679689" y="55110"/>
                </a:lnTo>
                <a:lnTo>
                  <a:pt x="680257" y="55721"/>
                </a:lnTo>
                <a:lnTo>
                  <a:pt x="680804" y="56356"/>
                </a:lnTo>
                <a:lnTo>
                  <a:pt x="681330" y="57014"/>
                </a:lnTo>
                <a:lnTo>
                  <a:pt x="681833" y="57695"/>
                </a:lnTo>
                <a:lnTo>
                  <a:pt x="682314" y="58399"/>
                </a:lnTo>
                <a:lnTo>
                  <a:pt x="682773" y="59127"/>
                </a:lnTo>
                <a:lnTo>
                  <a:pt x="683210" y="59877"/>
                </a:lnTo>
                <a:lnTo>
                  <a:pt x="683624" y="60651"/>
                </a:lnTo>
                <a:lnTo>
                  <a:pt x="684016" y="61448"/>
                </a:lnTo>
                <a:lnTo>
                  <a:pt x="684386" y="62267"/>
                </a:lnTo>
                <a:lnTo>
                  <a:pt x="684733" y="63110"/>
                </a:lnTo>
                <a:lnTo>
                  <a:pt x="685058" y="63976"/>
                </a:lnTo>
                <a:lnTo>
                  <a:pt x="685361" y="64865"/>
                </a:lnTo>
                <a:lnTo>
                  <a:pt x="685642" y="65778"/>
                </a:lnTo>
                <a:lnTo>
                  <a:pt x="685900" y="66713"/>
                </a:lnTo>
                <a:lnTo>
                  <a:pt x="686137" y="67671"/>
                </a:lnTo>
                <a:lnTo>
                  <a:pt x="686351" y="68653"/>
                </a:lnTo>
                <a:lnTo>
                  <a:pt x="686542" y="69657"/>
                </a:lnTo>
                <a:lnTo>
                  <a:pt x="686712" y="70685"/>
                </a:lnTo>
                <a:lnTo>
                  <a:pt x="686859" y="71736"/>
                </a:lnTo>
                <a:lnTo>
                  <a:pt x="686983" y="72810"/>
                </a:lnTo>
                <a:lnTo>
                  <a:pt x="687086" y="73907"/>
                </a:lnTo>
                <a:lnTo>
                  <a:pt x="687166" y="75027"/>
                </a:lnTo>
                <a:lnTo>
                  <a:pt x="687224" y="76170"/>
                </a:lnTo>
                <a:lnTo>
                  <a:pt x="687260" y="77336"/>
                </a:lnTo>
                <a:lnTo>
                  <a:pt x="634782" y="77336"/>
                </a:lnTo>
                <a:lnTo>
                  <a:pt x="634883" y="76161"/>
                </a:lnTo>
                <a:lnTo>
                  <a:pt x="635003" y="75010"/>
                </a:lnTo>
                <a:lnTo>
                  <a:pt x="635144" y="73883"/>
                </a:lnTo>
                <a:lnTo>
                  <a:pt x="635304" y="72779"/>
                </a:lnTo>
                <a:lnTo>
                  <a:pt x="635485" y="71699"/>
                </a:lnTo>
                <a:close/>
                <a:moveTo>
                  <a:pt x="812389" y="137986"/>
                </a:moveTo>
                <a:lnTo>
                  <a:pt x="813349" y="137921"/>
                </a:lnTo>
                <a:lnTo>
                  <a:pt x="814298" y="137843"/>
                </a:lnTo>
                <a:lnTo>
                  <a:pt x="815235" y="137750"/>
                </a:lnTo>
                <a:lnTo>
                  <a:pt x="816162" y="137642"/>
                </a:lnTo>
                <a:lnTo>
                  <a:pt x="817077" y="137521"/>
                </a:lnTo>
                <a:lnTo>
                  <a:pt x="817980" y="137385"/>
                </a:lnTo>
                <a:lnTo>
                  <a:pt x="818873" y="137235"/>
                </a:lnTo>
                <a:lnTo>
                  <a:pt x="819754" y="137070"/>
                </a:lnTo>
                <a:lnTo>
                  <a:pt x="820624" y="136892"/>
                </a:lnTo>
                <a:lnTo>
                  <a:pt x="821482" y="136699"/>
                </a:lnTo>
                <a:lnTo>
                  <a:pt x="822329" y="136491"/>
                </a:lnTo>
                <a:lnTo>
                  <a:pt x="823165" y="136270"/>
                </a:lnTo>
                <a:lnTo>
                  <a:pt x="823990" y="136034"/>
                </a:lnTo>
                <a:lnTo>
                  <a:pt x="824803" y="135783"/>
                </a:lnTo>
                <a:lnTo>
                  <a:pt x="825605" y="135519"/>
                </a:lnTo>
                <a:lnTo>
                  <a:pt x="826396" y="135240"/>
                </a:lnTo>
                <a:lnTo>
                  <a:pt x="827175" y="134947"/>
                </a:lnTo>
                <a:lnTo>
                  <a:pt x="827943" y="134639"/>
                </a:lnTo>
                <a:lnTo>
                  <a:pt x="828700" y="134318"/>
                </a:lnTo>
                <a:lnTo>
                  <a:pt x="829446" y="133982"/>
                </a:lnTo>
                <a:lnTo>
                  <a:pt x="830179" y="133632"/>
                </a:lnTo>
                <a:lnTo>
                  <a:pt x="830898" y="133271"/>
                </a:lnTo>
                <a:lnTo>
                  <a:pt x="831603" y="132897"/>
                </a:lnTo>
                <a:lnTo>
                  <a:pt x="832295" y="132512"/>
                </a:lnTo>
                <a:lnTo>
                  <a:pt x="832973" y="132114"/>
                </a:lnTo>
                <a:lnTo>
                  <a:pt x="833638" y="131705"/>
                </a:lnTo>
                <a:lnTo>
                  <a:pt x="834289" y="131283"/>
                </a:lnTo>
                <a:lnTo>
                  <a:pt x="834926" y="130850"/>
                </a:lnTo>
                <a:lnTo>
                  <a:pt x="835549" y="130404"/>
                </a:lnTo>
                <a:lnTo>
                  <a:pt x="836159" y="129947"/>
                </a:lnTo>
                <a:lnTo>
                  <a:pt x="836755" y="129477"/>
                </a:lnTo>
                <a:lnTo>
                  <a:pt x="837337" y="128996"/>
                </a:lnTo>
                <a:lnTo>
                  <a:pt x="837906" y="128502"/>
                </a:lnTo>
                <a:lnTo>
                  <a:pt x="838460" y="127996"/>
                </a:lnTo>
                <a:lnTo>
                  <a:pt x="839002" y="127479"/>
                </a:lnTo>
                <a:lnTo>
                  <a:pt x="839529" y="126949"/>
                </a:lnTo>
                <a:lnTo>
                  <a:pt x="840043" y="126408"/>
                </a:lnTo>
                <a:lnTo>
                  <a:pt x="840543" y="125854"/>
                </a:lnTo>
                <a:lnTo>
                  <a:pt x="841029" y="125288"/>
                </a:lnTo>
                <a:lnTo>
                  <a:pt x="841502" y="124711"/>
                </a:lnTo>
                <a:lnTo>
                  <a:pt x="841961" y="124121"/>
                </a:lnTo>
                <a:lnTo>
                  <a:pt x="842406" y="123519"/>
                </a:lnTo>
                <a:lnTo>
                  <a:pt x="842838" y="122906"/>
                </a:lnTo>
                <a:lnTo>
                  <a:pt x="843256" y="122280"/>
                </a:lnTo>
                <a:lnTo>
                  <a:pt x="843659" y="121643"/>
                </a:lnTo>
                <a:lnTo>
                  <a:pt x="844045" y="120997"/>
                </a:lnTo>
                <a:lnTo>
                  <a:pt x="844416" y="120340"/>
                </a:lnTo>
                <a:lnTo>
                  <a:pt x="844771" y="119673"/>
                </a:lnTo>
                <a:lnTo>
                  <a:pt x="845109" y="118996"/>
                </a:lnTo>
                <a:lnTo>
                  <a:pt x="845432" y="118309"/>
                </a:lnTo>
                <a:lnTo>
                  <a:pt x="845738" y="117612"/>
                </a:lnTo>
                <a:lnTo>
                  <a:pt x="846028" y="116905"/>
                </a:lnTo>
                <a:lnTo>
                  <a:pt x="846303" y="116188"/>
                </a:lnTo>
                <a:lnTo>
                  <a:pt x="846561" y="115460"/>
                </a:lnTo>
                <a:lnTo>
                  <a:pt x="846803" y="114723"/>
                </a:lnTo>
                <a:lnTo>
                  <a:pt x="847029" y="113976"/>
                </a:lnTo>
                <a:lnTo>
                  <a:pt x="847238" y="113218"/>
                </a:lnTo>
                <a:lnTo>
                  <a:pt x="847432" y="112451"/>
                </a:lnTo>
                <a:lnTo>
                  <a:pt x="847610" y="111673"/>
                </a:lnTo>
                <a:lnTo>
                  <a:pt x="847771" y="110886"/>
                </a:lnTo>
                <a:lnTo>
                  <a:pt x="847917" y="110088"/>
                </a:lnTo>
                <a:lnTo>
                  <a:pt x="848046" y="109280"/>
                </a:lnTo>
                <a:lnTo>
                  <a:pt x="848159" y="108462"/>
                </a:lnTo>
                <a:lnTo>
                  <a:pt x="848256" y="107634"/>
                </a:lnTo>
                <a:lnTo>
                  <a:pt x="848337" y="106797"/>
                </a:lnTo>
                <a:lnTo>
                  <a:pt x="848402" y="105949"/>
                </a:lnTo>
                <a:lnTo>
                  <a:pt x="848451" y="105090"/>
                </a:lnTo>
                <a:lnTo>
                  <a:pt x="848484" y="104222"/>
                </a:lnTo>
                <a:lnTo>
                  <a:pt x="832208" y="104222"/>
                </a:lnTo>
                <a:lnTo>
                  <a:pt x="832173" y="105069"/>
                </a:lnTo>
                <a:lnTo>
                  <a:pt x="832117" y="105900"/>
                </a:lnTo>
                <a:lnTo>
                  <a:pt x="832041" y="106713"/>
                </a:lnTo>
                <a:lnTo>
                  <a:pt x="831944" y="107510"/>
                </a:lnTo>
                <a:lnTo>
                  <a:pt x="831827" y="108290"/>
                </a:lnTo>
                <a:lnTo>
                  <a:pt x="831690" y="109054"/>
                </a:lnTo>
                <a:lnTo>
                  <a:pt x="831531" y="109800"/>
                </a:lnTo>
                <a:lnTo>
                  <a:pt x="831353" y="110530"/>
                </a:lnTo>
                <a:lnTo>
                  <a:pt x="831153" y="111243"/>
                </a:lnTo>
                <a:lnTo>
                  <a:pt x="830933" y="111940"/>
                </a:lnTo>
                <a:lnTo>
                  <a:pt x="830693" y="112619"/>
                </a:lnTo>
                <a:lnTo>
                  <a:pt x="830432" y="113282"/>
                </a:lnTo>
                <a:lnTo>
                  <a:pt x="830150" y="113928"/>
                </a:lnTo>
                <a:lnTo>
                  <a:pt x="829848" y="114558"/>
                </a:lnTo>
                <a:lnTo>
                  <a:pt x="829526" y="115170"/>
                </a:lnTo>
                <a:lnTo>
                  <a:pt x="829182" y="115766"/>
                </a:lnTo>
                <a:lnTo>
                  <a:pt x="828819" y="116346"/>
                </a:lnTo>
                <a:lnTo>
                  <a:pt x="828434" y="116908"/>
                </a:lnTo>
                <a:lnTo>
                  <a:pt x="828030" y="117454"/>
                </a:lnTo>
                <a:lnTo>
                  <a:pt x="827604" y="117983"/>
                </a:lnTo>
                <a:lnTo>
                  <a:pt x="827158" y="118495"/>
                </a:lnTo>
                <a:lnTo>
                  <a:pt x="826692" y="118990"/>
                </a:lnTo>
                <a:lnTo>
                  <a:pt x="826205" y="119469"/>
                </a:lnTo>
                <a:lnTo>
                  <a:pt x="825697" y="119931"/>
                </a:lnTo>
                <a:lnTo>
                  <a:pt x="825171" y="120375"/>
                </a:lnTo>
                <a:lnTo>
                  <a:pt x="824628" y="120801"/>
                </a:lnTo>
                <a:lnTo>
                  <a:pt x="824068" y="121207"/>
                </a:lnTo>
                <a:lnTo>
                  <a:pt x="823491" y="121595"/>
                </a:lnTo>
                <a:lnTo>
                  <a:pt x="822898" y="121963"/>
                </a:lnTo>
                <a:lnTo>
                  <a:pt x="822288" y="122313"/>
                </a:lnTo>
                <a:lnTo>
                  <a:pt x="821661" y="122644"/>
                </a:lnTo>
                <a:lnTo>
                  <a:pt x="821017" y="122956"/>
                </a:lnTo>
                <a:lnTo>
                  <a:pt x="820357" y="123249"/>
                </a:lnTo>
                <a:lnTo>
                  <a:pt x="819679" y="123523"/>
                </a:lnTo>
                <a:lnTo>
                  <a:pt x="818985" y="123778"/>
                </a:lnTo>
                <a:lnTo>
                  <a:pt x="818274" y="124014"/>
                </a:lnTo>
                <a:lnTo>
                  <a:pt x="817547" y="124231"/>
                </a:lnTo>
                <a:lnTo>
                  <a:pt x="816802" y="124430"/>
                </a:lnTo>
                <a:lnTo>
                  <a:pt x="816041" y="124610"/>
                </a:lnTo>
                <a:lnTo>
                  <a:pt x="815263" y="124770"/>
                </a:lnTo>
                <a:lnTo>
                  <a:pt x="814468" y="124912"/>
                </a:lnTo>
                <a:lnTo>
                  <a:pt x="813657" y="125035"/>
                </a:lnTo>
                <a:lnTo>
                  <a:pt x="812828" y="125139"/>
                </a:lnTo>
                <a:lnTo>
                  <a:pt x="811983" y="125224"/>
                </a:lnTo>
                <a:lnTo>
                  <a:pt x="811121" y="125290"/>
                </a:lnTo>
                <a:lnTo>
                  <a:pt x="810242" y="125337"/>
                </a:lnTo>
                <a:lnTo>
                  <a:pt x="809347" y="125366"/>
                </a:lnTo>
                <a:lnTo>
                  <a:pt x="808435" y="125375"/>
                </a:lnTo>
                <a:lnTo>
                  <a:pt x="807579" y="125367"/>
                </a:lnTo>
                <a:lnTo>
                  <a:pt x="806736" y="125341"/>
                </a:lnTo>
                <a:lnTo>
                  <a:pt x="805908" y="125298"/>
                </a:lnTo>
                <a:lnTo>
                  <a:pt x="805094" y="125238"/>
                </a:lnTo>
                <a:lnTo>
                  <a:pt x="804295" y="125161"/>
                </a:lnTo>
                <a:lnTo>
                  <a:pt x="803509" y="125066"/>
                </a:lnTo>
                <a:lnTo>
                  <a:pt x="802737" y="124955"/>
                </a:lnTo>
                <a:lnTo>
                  <a:pt x="801979" y="124826"/>
                </a:lnTo>
                <a:lnTo>
                  <a:pt x="801235" y="124681"/>
                </a:lnTo>
                <a:lnTo>
                  <a:pt x="800506" y="124518"/>
                </a:lnTo>
                <a:lnTo>
                  <a:pt x="799790" y="124338"/>
                </a:lnTo>
                <a:lnTo>
                  <a:pt x="799088" y="124141"/>
                </a:lnTo>
                <a:lnTo>
                  <a:pt x="798401" y="123926"/>
                </a:lnTo>
                <a:lnTo>
                  <a:pt x="797727" y="123695"/>
                </a:lnTo>
                <a:lnTo>
                  <a:pt x="797068" y="123446"/>
                </a:lnTo>
                <a:lnTo>
                  <a:pt x="796422" y="123180"/>
                </a:lnTo>
                <a:lnTo>
                  <a:pt x="795791" y="122897"/>
                </a:lnTo>
                <a:lnTo>
                  <a:pt x="795173" y="122597"/>
                </a:lnTo>
                <a:lnTo>
                  <a:pt x="794570" y="122280"/>
                </a:lnTo>
                <a:lnTo>
                  <a:pt x="793981" y="121946"/>
                </a:lnTo>
                <a:lnTo>
                  <a:pt x="793405" y="121594"/>
                </a:lnTo>
                <a:lnTo>
                  <a:pt x="792844" y="121226"/>
                </a:lnTo>
                <a:lnTo>
                  <a:pt x="792297" y="120840"/>
                </a:lnTo>
                <a:lnTo>
                  <a:pt x="791764" y="120437"/>
                </a:lnTo>
                <a:lnTo>
                  <a:pt x="791244" y="120020"/>
                </a:lnTo>
                <a:lnTo>
                  <a:pt x="790735" y="119591"/>
                </a:lnTo>
                <a:lnTo>
                  <a:pt x="790239" y="119152"/>
                </a:lnTo>
                <a:lnTo>
                  <a:pt x="789754" y="118701"/>
                </a:lnTo>
                <a:lnTo>
                  <a:pt x="789281" y="118239"/>
                </a:lnTo>
                <a:lnTo>
                  <a:pt x="788820" y="117765"/>
                </a:lnTo>
                <a:lnTo>
                  <a:pt x="788371" y="117280"/>
                </a:lnTo>
                <a:lnTo>
                  <a:pt x="787933" y="116785"/>
                </a:lnTo>
                <a:lnTo>
                  <a:pt x="787508" y="116277"/>
                </a:lnTo>
                <a:lnTo>
                  <a:pt x="787094" y="115759"/>
                </a:lnTo>
                <a:lnTo>
                  <a:pt x="786692" y="115229"/>
                </a:lnTo>
                <a:lnTo>
                  <a:pt x="786302" y="114689"/>
                </a:lnTo>
                <a:lnTo>
                  <a:pt x="785923" y="114136"/>
                </a:lnTo>
                <a:lnTo>
                  <a:pt x="785557" y="113573"/>
                </a:lnTo>
                <a:lnTo>
                  <a:pt x="785202" y="112998"/>
                </a:lnTo>
                <a:lnTo>
                  <a:pt x="784859" y="112412"/>
                </a:lnTo>
                <a:lnTo>
                  <a:pt x="784528" y="111815"/>
                </a:lnTo>
                <a:lnTo>
                  <a:pt x="784209" y="111207"/>
                </a:lnTo>
                <a:lnTo>
                  <a:pt x="783901" y="110587"/>
                </a:lnTo>
                <a:lnTo>
                  <a:pt x="783605" y="109956"/>
                </a:lnTo>
                <a:lnTo>
                  <a:pt x="783322" y="109314"/>
                </a:lnTo>
                <a:lnTo>
                  <a:pt x="783049" y="108661"/>
                </a:lnTo>
                <a:lnTo>
                  <a:pt x="782789" y="107996"/>
                </a:lnTo>
                <a:lnTo>
                  <a:pt x="782541" y="107320"/>
                </a:lnTo>
                <a:lnTo>
                  <a:pt x="782303" y="106636"/>
                </a:lnTo>
                <a:lnTo>
                  <a:pt x="782075" y="105946"/>
                </a:lnTo>
                <a:lnTo>
                  <a:pt x="781857" y="105251"/>
                </a:lnTo>
                <a:lnTo>
                  <a:pt x="781649" y="104550"/>
                </a:lnTo>
                <a:lnTo>
                  <a:pt x="781450" y="103844"/>
                </a:lnTo>
                <a:lnTo>
                  <a:pt x="781262" y="103132"/>
                </a:lnTo>
                <a:lnTo>
                  <a:pt x="781083" y="102414"/>
                </a:lnTo>
                <a:lnTo>
                  <a:pt x="780913" y="101691"/>
                </a:lnTo>
                <a:lnTo>
                  <a:pt x="780754" y="100963"/>
                </a:lnTo>
                <a:lnTo>
                  <a:pt x="780604" y="100229"/>
                </a:lnTo>
                <a:lnTo>
                  <a:pt x="780464" y="99489"/>
                </a:lnTo>
                <a:lnTo>
                  <a:pt x="780334" y="98744"/>
                </a:lnTo>
                <a:lnTo>
                  <a:pt x="780213" y="97993"/>
                </a:lnTo>
                <a:lnTo>
                  <a:pt x="780103" y="97237"/>
                </a:lnTo>
                <a:lnTo>
                  <a:pt x="780002" y="96475"/>
                </a:lnTo>
                <a:lnTo>
                  <a:pt x="779910" y="95708"/>
                </a:lnTo>
                <a:lnTo>
                  <a:pt x="779829" y="94935"/>
                </a:lnTo>
                <a:lnTo>
                  <a:pt x="779757" y="94157"/>
                </a:lnTo>
                <a:lnTo>
                  <a:pt x="779695" y="93373"/>
                </a:lnTo>
                <a:lnTo>
                  <a:pt x="779643" y="92583"/>
                </a:lnTo>
                <a:lnTo>
                  <a:pt x="779601" y="91788"/>
                </a:lnTo>
                <a:lnTo>
                  <a:pt x="779568" y="90988"/>
                </a:lnTo>
                <a:lnTo>
                  <a:pt x="779545" y="90182"/>
                </a:lnTo>
                <a:lnTo>
                  <a:pt x="779532" y="89370"/>
                </a:lnTo>
                <a:lnTo>
                  <a:pt x="847990" y="89370"/>
                </a:lnTo>
                <a:lnTo>
                  <a:pt x="848007" y="89292"/>
                </a:lnTo>
                <a:lnTo>
                  <a:pt x="848023" y="89210"/>
                </a:lnTo>
                <a:lnTo>
                  <a:pt x="848038" y="89124"/>
                </a:lnTo>
                <a:lnTo>
                  <a:pt x="848053" y="89034"/>
                </a:lnTo>
                <a:lnTo>
                  <a:pt x="848068" y="88940"/>
                </a:lnTo>
                <a:lnTo>
                  <a:pt x="848083" y="88841"/>
                </a:lnTo>
                <a:lnTo>
                  <a:pt x="848097" y="88739"/>
                </a:lnTo>
                <a:lnTo>
                  <a:pt x="848111" y="88633"/>
                </a:lnTo>
                <a:lnTo>
                  <a:pt x="848124" y="88522"/>
                </a:lnTo>
                <a:lnTo>
                  <a:pt x="848138" y="88408"/>
                </a:lnTo>
                <a:lnTo>
                  <a:pt x="848151" y="88289"/>
                </a:lnTo>
                <a:lnTo>
                  <a:pt x="848163" y="88167"/>
                </a:lnTo>
                <a:lnTo>
                  <a:pt x="848175" y="88040"/>
                </a:lnTo>
                <a:lnTo>
                  <a:pt x="848187" y="87909"/>
                </a:lnTo>
                <a:lnTo>
                  <a:pt x="848198" y="87775"/>
                </a:lnTo>
                <a:lnTo>
                  <a:pt x="848210" y="87636"/>
                </a:lnTo>
                <a:lnTo>
                  <a:pt x="848220" y="87493"/>
                </a:lnTo>
                <a:lnTo>
                  <a:pt x="848231" y="87346"/>
                </a:lnTo>
                <a:lnTo>
                  <a:pt x="848241" y="87195"/>
                </a:lnTo>
                <a:lnTo>
                  <a:pt x="848251" y="87041"/>
                </a:lnTo>
                <a:lnTo>
                  <a:pt x="848260" y="86882"/>
                </a:lnTo>
                <a:lnTo>
                  <a:pt x="848269" y="86719"/>
                </a:lnTo>
                <a:lnTo>
                  <a:pt x="848278" y="86551"/>
                </a:lnTo>
                <a:lnTo>
                  <a:pt x="848286" y="86380"/>
                </a:lnTo>
                <a:lnTo>
                  <a:pt x="848294" y="86208"/>
                </a:lnTo>
                <a:lnTo>
                  <a:pt x="848302" y="86037"/>
                </a:lnTo>
                <a:lnTo>
                  <a:pt x="848309" y="85869"/>
                </a:lnTo>
                <a:lnTo>
                  <a:pt x="848316" y="85702"/>
                </a:lnTo>
                <a:lnTo>
                  <a:pt x="848323" y="85538"/>
                </a:lnTo>
                <a:lnTo>
                  <a:pt x="848329" y="85375"/>
                </a:lnTo>
                <a:lnTo>
                  <a:pt x="848335" y="85214"/>
                </a:lnTo>
                <a:lnTo>
                  <a:pt x="848341" y="85055"/>
                </a:lnTo>
                <a:lnTo>
                  <a:pt x="848346" y="84898"/>
                </a:lnTo>
                <a:lnTo>
                  <a:pt x="848351" y="84743"/>
                </a:lnTo>
                <a:lnTo>
                  <a:pt x="848356" y="84590"/>
                </a:lnTo>
                <a:lnTo>
                  <a:pt x="848360" y="84439"/>
                </a:lnTo>
                <a:lnTo>
                  <a:pt x="848364" y="84290"/>
                </a:lnTo>
                <a:lnTo>
                  <a:pt x="848368" y="84143"/>
                </a:lnTo>
                <a:lnTo>
                  <a:pt x="848371" y="83997"/>
                </a:lnTo>
                <a:lnTo>
                  <a:pt x="848374" y="83854"/>
                </a:lnTo>
                <a:lnTo>
                  <a:pt x="848377" y="83713"/>
                </a:lnTo>
                <a:lnTo>
                  <a:pt x="848379" y="83573"/>
                </a:lnTo>
                <a:lnTo>
                  <a:pt x="848381" y="83435"/>
                </a:lnTo>
                <a:lnTo>
                  <a:pt x="848382" y="83300"/>
                </a:lnTo>
                <a:lnTo>
                  <a:pt x="848383" y="83166"/>
                </a:lnTo>
                <a:lnTo>
                  <a:pt x="848384" y="83034"/>
                </a:lnTo>
                <a:lnTo>
                  <a:pt x="848385" y="82905"/>
                </a:lnTo>
                <a:lnTo>
                  <a:pt x="848385" y="82777"/>
                </a:lnTo>
                <a:lnTo>
                  <a:pt x="848366" y="80893"/>
                </a:lnTo>
                <a:lnTo>
                  <a:pt x="848308" y="79047"/>
                </a:lnTo>
                <a:lnTo>
                  <a:pt x="848211" y="77237"/>
                </a:lnTo>
                <a:lnTo>
                  <a:pt x="848075" y="75465"/>
                </a:lnTo>
                <a:lnTo>
                  <a:pt x="847901" y="73729"/>
                </a:lnTo>
                <a:lnTo>
                  <a:pt x="847688" y="72031"/>
                </a:lnTo>
                <a:lnTo>
                  <a:pt x="847437" y="70369"/>
                </a:lnTo>
                <a:lnTo>
                  <a:pt x="847146" y="68745"/>
                </a:lnTo>
                <a:lnTo>
                  <a:pt x="846817" y="67157"/>
                </a:lnTo>
                <a:lnTo>
                  <a:pt x="846450" y="65607"/>
                </a:lnTo>
                <a:lnTo>
                  <a:pt x="846043" y="64093"/>
                </a:lnTo>
                <a:lnTo>
                  <a:pt x="845598" y="62617"/>
                </a:lnTo>
                <a:lnTo>
                  <a:pt x="845115" y="61177"/>
                </a:lnTo>
                <a:lnTo>
                  <a:pt x="844592" y="59774"/>
                </a:lnTo>
                <a:lnTo>
                  <a:pt x="844031" y="58409"/>
                </a:lnTo>
                <a:lnTo>
                  <a:pt x="843431" y="57080"/>
                </a:lnTo>
                <a:lnTo>
                  <a:pt x="842792" y="55789"/>
                </a:lnTo>
                <a:lnTo>
                  <a:pt x="842115" y="54534"/>
                </a:lnTo>
                <a:lnTo>
                  <a:pt x="841399" y="53316"/>
                </a:lnTo>
                <a:lnTo>
                  <a:pt x="840644" y="52136"/>
                </a:lnTo>
                <a:lnTo>
                  <a:pt x="839851" y="50992"/>
                </a:lnTo>
                <a:lnTo>
                  <a:pt x="839019" y="49886"/>
                </a:lnTo>
                <a:lnTo>
                  <a:pt x="838148" y="48816"/>
                </a:lnTo>
                <a:lnTo>
                  <a:pt x="837238" y="47783"/>
                </a:lnTo>
                <a:lnTo>
                  <a:pt x="836295" y="46790"/>
                </a:lnTo>
                <a:lnTo>
                  <a:pt x="835322" y="45839"/>
                </a:lnTo>
                <a:lnTo>
                  <a:pt x="834319" y="44930"/>
                </a:lnTo>
                <a:lnTo>
                  <a:pt x="833287" y="44064"/>
                </a:lnTo>
                <a:lnTo>
                  <a:pt x="832226" y="43239"/>
                </a:lnTo>
                <a:lnTo>
                  <a:pt x="831135" y="42457"/>
                </a:lnTo>
                <a:lnTo>
                  <a:pt x="830014" y="41718"/>
                </a:lnTo>
                <a:lnTo>
                  <a:pt x="828865" y="41020"/>
                </a:lnTo>
                <a:lnTo>
                  <a:pt x="827685" y="40365"/>
                </a:lnTo>
                <a:lnTo>
                  <a:pt x="826477" y="39752"/>
                </a:lnTo>
                <a:lnTo>
                  <a:pt x="825238" y="39182"/>
                </a:lnTo>
                <a:lnTo>
                  <a:pt x="823971" y="38653"/>
                </a:lnTo>
                <a:lnTo>
                  <a:pt x="822674" y="38167"/>
                </a:lnTo>
                <a:lnTo>
                  <a:pt x="821347" y="37723"/>
                </a:lnTo>
                <a:lnTo>
                  <a:pt x="819991" y="37322"/>
                </a:lnTo>
                <a:lnTo>
                  <a:pt x="818606" y="36963"/>
                </a:lnTo>
                <a:lnTo>
                  <a:pt x="817191" y="36646"/>
                </a:lnTo>
                <a:lnTo>
                  <a:pt x="815747" y="36371"/>
                </a:lnTo>
                <a:lnTo>
                  <a:pt x="814273" y="36138"/>
                </a:lnTo>
                <a:lnTo>
                  <a:pt x="812769" y="35948"/>
                </a:lnTo>
                <a:lnTo>
                  <a:pt x="811237" y="35800"/>
                </a:lnTo>
                <a:lnTo>
                  <a:pt x="809674" y="35695"/>
                </a:lnTo>
                <a:lnTo>
                  <a:pt x="808083" y="35631"/>
                </a:lnTo>
                <a:lnTo>
                  <a:pt x="806462" y="35610"/>
                </a:lnTo>
                <a:lnTo>
                  <a:pt x="805238" y="35621"/>
                </a:lnTo>
                <a:lnTo>
                  <a:pt x="804032" y="35655"/>
                </a:lnTo>
                <a:lnTo>
                  <a:pt x="802844" y="35712"/>
                </a:lnTo>
                <a:lnTo>
                  <a:pt x="801673" y="35791"/>
                </a:lnTo>
                <a:lnTo>
                  <a:pt x="800521" y="35892"/>
                </a:lnTo>
                <a:lnTo>
                  <a:pt x="799387" y="36016"/>
                </a:lnTo>
                <a:lnTo>
                  <a:pt x="798271" y="36163"/>
                </a:lnTo>
                <a:lnTo>
                  <a:pt x="797173" y="36332"/>
                </a:lnTo>
                <a:lnTo>
                  <a:pt x="796093" y="36524"/>
                </a:lnTo>
                <a:lnTo>
                  <a:pt x="795030" y="36739"/>
                </a:lnTo>
                <a:lnTo>
                  <a:pt x="793986" y="36976"/>
                </a:lnTo>
                <a:lnTo>
                  <a:pt x="792960" y="37235"/>
                </a:lnTo>
                <a:lnTo>
                  <a:pt x="791952" y="37518"/>
                </a:lnTo>
                <a:lnTo>
                  <a:pt x="790961" y="37822"/>
                </a:lnTo>
                <a:lnTo>
                  <a:pt x="789989" y="38150"/>
                </a:lnTo>
                <a:lnTo>
                  <a:pt x="789035" y="38499"/>
                </a:lnTo>
                <a:lnTo>
                  <a:pt x="788099" y="38872"/>
                </a:lnTo>
                <a:lnTo>
                  <a:pt x="787180" y="39267"/>
                </a:lnTo>
                <a:lnTo>
                  <a:pt x="786280" y="39685"/>
                </a:lnTo>
                <a:lnTo>
                  <a:pt x="785397" y="40125"/>
                </a:lnTo>
                <a:lnTo>
                  <a:pt x="784533" y="40588"/>
                </a:lnTo>
                <a:lnTo>
                  <a:pt x="783687" y="41073"/>
                </a:lnTo>
                <a:lnTo>
                  <a:pt x="782858" y="41581"/>
                </a:lnTo>
                <a:lnTo>
                  <a:pt x="782048" y="42111"/>
                </a:lnTo>
                <a:lnTo>
                  <a:pt x="781255" y="42662"/>
                </a:lnTo>
                <a:lnTo>
                  <a:pt x="780479" y="43230"/>
                </a:lnTo>
                <a:lnTo>
                  <a:pt x="779720" y="43815"/>
                </a:lnTo>
                <a:lnTo>
                  <a:pt x="778979" y="44418"/>
                </a:lnTo>
                <a:lnTo>
                  <a:pt x="778254" y="45038"/>
                </a:lnTo>
                <a:lnTo>
                  <a:pt x="777547" y="45676"/>
                </a:lnTo>
                <a:lnTo>
                  <a:pt x="776857" y="46331"/>
                </a:lnTo>
                <a:lnTo>
                  <a:pt x="776184" y="47004"/>
                </a:lnTo>
                <a:lnTo>
                  <a:pt x="775528" y="47694"/>
                </a:lnTo>
                <a:lnTo>
                  <a:pt x="774889" y="48402"/>
                </a:lnTo>
                <a:lnTo>
                  <a:pt x="774268" y="49127"/>
                </a:lnTo>
                <a:lnTo>
                  <a:pt x="773663" y="49869"/>
                </a:lnTo>
                <a:lnTo>
                  <a:pt x="773076" y="50629"/>
                </a:lnTo>
                <a:lnTo>
                  <a:pt x="772505" y="51407"/>
                </a:lnTo>
                <a:lnTo>
                  <a:pt x="771952" y="52202"/>
                </a:lnTo>
                <a:lnTo>
                  <a:pt x="771416" y="53014"/>
                </a:lnTo>
                <a:lnTo>
                  <a:pt x="770897" y="53844"/>
                </a:lnTo>
                <a:lnTo>
                  <a:pt x="770395" y="54691"/>
                </a:lnTo>
                <a:lnTo>
                  <a:pt x="769911" y="55556"/>
                </a:lnTo>
                <a:lnTo>
                  <a:pt x="769443" y="56438"/>
                </a:lnTo>
                <a:lnTo>
                  <a:pt x="768993" y="57338"/>
                </a:lnTo>
                <a:lnTo>
                  <a:pt x="768560" y="58255"/>
                </a:lnTo>
                <a:lnTo>
                  <a:pt x="768143" y="59189"/>
                </a:lnTo>
                <a:lnTo>
                  <a:pt x="767744" y="60141"/>
                </a:lnTo>
                <a:lnTo>
                  <a:pt x="767362" y="61108"/>
                </a:lnTo>
                <a:lnTo>
                  <a:pt x="766996" y="62088"/>
                </a:lnTo>
                <a:lnTo>
                  <a:pt x="766646" y="63080"/>
                </a:lnTo>
                <a:lnTo>
                  <a:pt x="766313" y="64084"/>
                </a:lnTo>
                <a:lnTo>
                  <a:pt x="765995" y="65102"/>
                </a:lnTo>
                <a:lnTo>
                  <a:pt x="765695" y="66131"/>
                </a:lnTo>
                <a:lnTo>
                  <a:pt x="765410" y="67173"/>
                </a:lnTo>
                <a:lnTo>
                  <a:pt x="765141" y="68228"/>
                </a:lnTo>
                <a:lnTo>
                  <a:pt x="764889" y="69295"/>
                </a:lnTo>
                <a:lnTo>
                  <a:pt x="764653" y="70375"/>
                </a:lnTo>
                <a:lnTo>
                  <a:pt x="764434" y="71467"/>
                </a:lnTo>
                <a:lnTo>
                  <a:pt x="764230" y="72572"/>
                </a:lnTo>
                <a:lnTo>
                  <a:pt x="764043" y="73689"/>
                </a:lnTo>
                <a:lnTo>
                  <a:pt x="763872" y="74819"/>
                </a:lnTo>
                <a:lnTo>
                  <a:pt x="763718" y="75961"/>
                </a:lnTo>
                <a:lnTo>
                  <a:pt x="763580" y="77116"/>
                </a:lnTo>
                <a:lnTo>
                  <a:pt x="763457" y="78283"/>
                </a:lnTo>
                <a:lnTo>
                  <a:pt x="763352" y="79463"/>
                </a:lnTo>
                <a:lnTo>
                  <a:pt x="763262" y="80656"/>
                </a:lnTo>
                <a:lnTo>
                  <a:pt x="763189" y="81861"/>
                </a:lnTo>
                <a:lnTo>
                  <a:pt x="763132" y="83078"/>
                </a:lnTo>
                <a:lnTo>
                  <a:pt x="763091" y="84308"/>
                </a:lnTo>
                <a:lnTo>
                  <a:pt x="763067" y="85551"/>
                </a:lnTo>
                <a:lnTo>
                  <a:pt x="763059" y="86806"/>
                </a:lnTo>
                <a:lnTo>
                  <a:pt x="763067" y="88011"/>
                </a:lnTo>
                <a:lnTo>
                  <a:pt x="763092" y="89206"/>
                </a:lnTo>
                <a:lnTo>
                  <a:pt x="763134" y="90392"/>
                </a:lnTo>
                <a:lnTo>
                  <a:pt x="763193" y="91567"/>
                </a:lnTo>
                <a:lnTo>
                  <a:pt x="763269" y="92732"/>
                </a:lnTo>
                <a:lnTo>
                  <a:pt x="763361" y="93887"/>
                </a:lnTo>
                <a:lnTo>
                  <a:pt x="763470" y="95032"/>
                </a:lnTo>
                <a:lnTo>
                  <a:pt x="763596" y="96168"/>
                </a:lnTo>
                <a:lnTo>
                  <a:pt x="763739" y="97293"/>
                </a:lnTo>
                <a:lnTo>
                  <a:pt x="763898" y="98407"/>
                </a:lnTo>
                <a:lnTo>
                  <a:pt x="764074" y="99512"/>
                </a:lnTo>
                <a:lnTo>
                  <a:pt x="764267" y="100607"/>
                </a:lnTo>
                <a:lnTo>
                  <a:pt x="764477" y="101692"/>
                </a:lnTo>
                <a:lnTo>
                  <a:pt x="764704" y="102767"/>
                </a:lnTo>
                <a:lnTo>
                  <a:pt x="764947" y="103831"/>
                </a:lnTo>
                <a:lnTo>
                  <a:pt x="765207" y="104886"/>
                </a:lnTo>
                <a:lnTo>
                  <a:pt x="765484" y="105931"/>
                </a:lnTo>
                <a:lnTo>
                  <a:pt x="765778" y="106965"/>
                </a:lnTo>
                <a:lnTo>
                  <a:pt x="766088" y="107990"/>
                </a:lnTo>
                <a:lnTo>
                  <a:pt x="766415" y="109004"/>
                </a:lnTo>
                <a:lnTo>
                  <a:pt x="766760" y="110009"/>
                </a:lnTo>
                <a:lnTo>
                  <a:pt x="767120" y="111003"/>
                </a:lnTo>
                <a:lnTo>
                  <a:pt x="767498" y="111987"/>
                </a:lnTo>
                <a:lnTo>
                  <a:pt x="767892" y="112961"/>
                </a:lnTo>
                <a:lnTo>
                  <a:pt x="768304" y="113922"/>
                </a:lnTo>
                <a:lnTo>
                  <a:pt x="768734" y="114866"/>
                </a:lnTo>
                <a:lnTo>
                  <a:pt x="769182" y="115792"/>
                </a:lnTo>
                <a:lnTo>
                  <a:pt x="769647" y="116702"/>
                </a:lnTo>
                <a:lnTo>
                  <a:pt x="770131" y="117595"/>
                </a:lnTo>
                <a:lnTo>
                  <a:pt x="770633" y="118471"/>
                </a:lnTo>
                <a:lnTo>
                  <a:pt x="771152" y="119330"/>
                </a:lnTo>
                <a:lnTo>
                  <a:pt x="771690" y="120172"/>
                </a:lnTo>
                <a:lnTo>
                  <a:pt x="772246" y="120997"/>
                </a:lnTo>
                <a:lnTo>
                  <a:pt x="772819" y="121806"/>
                </a:lnTo>
                <a:lnTo>
                  <a:pt x="773411" y="122597"/>
                </a:lnTo>
                <a:lnTo>
                  <a:pt x="774021" y="123371"/>
                </a:lnTo>
                <a:lnTo>
                  <a:pt x="774648" y="124129"/>
                </a:lnTo>
                <a:lnTo>
                  <a:pt x="775294" y="124870"/>
                </a:lnTo>
                <a:lnTo>
                  <a:pt x="775957" y="125593"/>
                </a:lnTo>
                <a:lnTo>
                  <a:pt x="776639" y="126300"/>
                </a:lnTo>
                <a:lnTo>
                  <a:pt x="777338" y="126990"/>
                </a:lnTo>
                <a:lnTo>
                  <a:pt x="778056" y="127663"/>
                </a:lnTo>
                <a:lnTo>
                  <a:pt x="778791" y="128319"/>
                </a:lnTo>
                <a:lnTo>
                  <a:pt x="779545" y="128958"/>
                </a:lnTo>
                <a:lnTo>
                  <a:pt x="780316" y="129581"/>
                </a:lnTo>
                <a:lnTo>
                  <a:pt x="781105" y="130186"/>
                </a:lnTo>
                <a:lnTo>
                  <a:pt x="781913" y="130775"/>
                </a:lnTo>
                <a:lnTo>
                  <a:pt x="782738" y="131346"/>
                </a:lnTo>
                <a:lnTo>
                  <a:pt x="783582" y="131897"/>
                </a:lnTo>
                <a:lnTo>
                  <a:pt x="784446" y="132425"/>
                </a:lnTo>
                <a:lnTo>
                  <a:pt x="785330" y="132929"/>
                </a:lnTo>
                <a:lnTo>
                  <a:pt x="786233" y="133410"/>
                </a:lnTo>
                <a:lnTo>
                  <a:pt x="787156" y="133867"/>
                </a:lnTo>
                <a:lnTo>
                  <a:pt x="788099" y="134301"/>
                </a:lnTo>
                <a:lnTo>
                  <a:pt x="789061" y="134711"/>
                </a:lnTo>
                <a:lnTo>
                  <a:pt x="790043" y="135098"/>
                </a:lnTo>
                <a:lnTo>
                  <a:pt x="791045" y="135462"/>
                </a:lnTo>
                <a:lnTo>
                  <a:pt x="792066" y="135802"/>
                </a:lnTo>
                <a:lnTo>
                  <a:pt x="793108" y="136118"/>
                </a:lnTo>
                <a:lnTo>
                  <a:pt x="794168" y="136412"/>
                </a:lnTo>
                <a:lnTo>
                  <a:pt x="795249" y="136681"/>
                </a:lnTo>
                <a:lnTo>
                  <a:pt x="796349" y="136927"/>
                </a:lnTo>
                <a:lnTo>
                  <a:pt x="797469" y="137150"/>
                </a:lnTo>
                <a:lnTo>
                  <a:pt x="798609" y="137350"/>
                </a:lnTo>
                <a:lnTo>
                  <a:pt x="799768" y="137525"/>
                </a:lnTo>
                <a:lnTo>
                  <a:pt x="800947" y="137678"/>
                </a:lnTo>
                <a:lnTo>
                  <a:pt x="802146" y="137807"/>
                </a:lnTo>
                <a:lnTo>
                  <a:pt x="803364" y="137912"/>
                </a:lnTo>
                <a:lnTo>
                  <a:pt x="804602" y="137994"/>
                </a:lnTo>
                <a:lnTo>
                  <a:pt x="805860" y="138053"/>
                </a:lnTo>
                <a:lnTo>
                  <a:pt x="807137" y="138088"/>
                </a:lnTo>
                <a:lnTo>
                  <a:pt x="808435" y="138100"/>
                </a:lnTo>
                <a:lnTo>
                  <a:pt x="809440" y="138093"/>
                </a:lnTo>
                <a:lnTo>
                  <a:pt x="810434" y="138071"/>
                </a:lnTo>
                <a:lnTo>
                  <a:pt x="811417" y="138036"/>
                </a:lnTo>
                <a:lnTo>
                  <a:pt x="812389" y="137986"/>
                </a:lnTo>
                <a:close/>
                <a:moveTo>
                  <a:pt x="780153" y="72779"/>
                </a:moveTo>
                <a:lnTo>
                  <a:pt x="780333" y="71699"/>
                </a:lnTo>
                <a:lnTo>
                  <a:pt x="780534" y="70642"/>
                </a:lnTo>
                <a:lnTo>
                  <a:pt x="780755" y="69609"/>
                </a:lnTo>
                <a:lnTo>
                  <a:pt x="780995" y="68600"/>
                </a:lnTo>
                <a:lnTo>
                  <a:pt x="781256" y="67615"/>
                </a:lnTo>
                <a:lnTo>
                  <a:pt x="781537" y="66653"/>
                </a:lnTo>
                <a:lnTo>
                  <a:pt x="781838" y="65715"/>
                </a:lnTo>
                <a:lnTo>
                  <a:pt x="782159" y="64800"/>
                </a:lnTo>
                <a:lnTo>
                  <a:pt x="782499" y="63909"/>
                </a:lnTo>
                <a:lnTo>
                  <a:pt x="782860" y="63042"/>
                </a:lnTo>
                <a:lnTo>
                  <a:pt x="783241" y="62198"/>
                </a:lnTo>
                <a:lnTo>
                  <a:pt x="783642" y="61378"/>
                </a:lnTo>
                <a:lnTo>
                  <a:pt x="784063" y="60581"/>
                </a:lnTo>
                <a:lnTo>
                  <a:pt x="784504" y="59809"/>
                </a:lnTo>
                <a:lnTo>
                  <a:pt x="784966" y="59059"/>
                </a:lnTo>
                <a:lnTo>
                  <a:pt x="785447" y="58334"/>
                </a:lnTo>
                <a:lnTo>
                  <a:pt x="785948" y="57632"/>
                </a:lnTo>
                <a:lnTo>
                  <a:pt x="786469" y="56954"/>
                </a:lnTo>
                <a:lnTo>
                  <a:pt x="787010" y="56299"/>
                </a:lnTo>
                <a:lnTo>
                  <a:pt x="787572" y="55668"/>
                </a:lnTo>
                <a:lnTo>
                  <a:pt x="788152" y="55062"/>
                </a:lnTo>
                <a:lnTo>
                  <a:pt x="788750" y="54481"/>
                </a:lnTo>
                <a:lnTo>
                  <a:pt x="789366" y="53927"/>
                </a:lnTo>
                <a:lnTo>
                  <a:pt x="790001" y="53398"/>
                </a:lnTo>
                <a:lnTo>
                  <a:pt x="790653" y="52894"/>
                </a:lnTo>
                <a:lnTo>
                  <a:pt x="791323" y="52417"/>
                </a:lnTo>
                <a:lnTo>
                  <a:pt x="792011" y="51965"/>
                </a:lnTo>
                <a:lnTo>
                  <a:pt x="792718" y="51540"/>
                </a:lnTo>
                <a:lnTo>
                  <a:pt x="793442" y="51140"/>
                </a:lnTo>
                <a:lnTo>
                  <a:pt x="794184" y="50765"/>
                </a:lnTo>
                <a:lnTo>
                  <a:pt x="794944" y="50417"/>
                </a:lnTo>
                <a:lnTo>
                  <a:pt x="795722" y="50094"/>
                </a:lnTo>
                <a:lnTo>
                  <a:pt x="796518" y="49798"/>
                </a:lnTo>
                <a:lnTo>
                  <a:pt x="797332" y="49527"/>
                </a:lnTo>
                <a:lnTo>
                  <a:pt x="798164" y="49282"/>
                </a:lnTo>
                <a:lnTo>
                  <a:pt x="799014" y="49062"/>
                </a:lnTo>
                <a:lnTo>
                  <a:pt x="799882" y="48869"/>
                </a:lnTo>
                <a:lnTo>
                  <a:pt x="800768" y="48701"/>
                </a:lnTo>
                <a:lnTo>
                  <a:pt x="801672" y="48559"/>
                </a:lnTo>
                <a:lnTo>
                  <a:pt x="802594" y="48443"/>
                </a:lnTo>
                <a:lnTo>
                  <a:pt x="803534" y="48352"/>
                </a:lnTo>
                <a:lnTo>
                  <a:pt x="804492" y="48288"/>
                </a:lnTo>
                <a:lnTo>
                  <a:pt x="805468" y="48249"/>
                </a:lnTo>
                <a:lnTo>
                  <a:pt x="806462" y="48236"/>
                </a:lnTo>
                <a:lnTo>
                  <a:pt x="807447" y="48249"/>
                </a:lnTo>
                <a:lnTo>
                  <a:pt x="808415" y="48288"/>
                </a:lnTo>
                <a:lnTo>
                  <a:pt x="809364" y="48353"/>
                </a:lnTo>
                <a:lnTo>
                  <a:pt x="810295" y="48444"/>
                </a:lnTo>
                <a:lnTo>
                  <a:pt x="811208" y="48561"/>
                </a:lnTo>
                <a:lnTo>
                  <a:pt x="812103" y="48704"/>
                </a:lnTo>
                <a:lnTo>
                  <a:pt x="812980" y="48873"/>
                </a:lnTo>
                <a:lnTo>
                  <a:pt x="813838" y="49068"/>
                </a:lnTo>
                <a:lnTo>
                  <a:pt x="814678" y="49289"/>
                </a:lnTo>
                <a:lnTo>
                  <a:pt x="815501" y="49536"/>
                </a:lnTo>
                <a:lnTo>
                  <a:pt x="816305" y="49809"/>
                </a:lnTo>
                <a:lnTo>
                  <a:pt x="817091" y="50107"/>
                </a:lnTo>
                <a:lnTo>
                  <a:pt x="817858" y="50432"/>
                </a:lnTo>
                <a:lnTo>
                  <a:pt x="818608" y="50783"/>
                </a:lnTo>
                <a:lnTo>
                  <a:pt x="819339" y="51160"/>
                </a:lnTo>
                <a:lnTo>
                  <a:pt x="820053" y="51563"/>
                </a:lnTo>
                <a:lnTo>
                  <a:pt x="820748" y="51992"/>
                </a:lnTo>
                <a:lnTo>
                  <a:pt x="821425" y="52446"/>
                </a:lnTo>
                <a:lnTo>
                  <a:pt x="822083" y="52927"/>
                </a:lnTo>
                <a:lnTo>
                  <a:pt x="822724" y="53434"/>
                </a:lnTo>
                <a:lnTo>
                  <a:pt x="823347" y="53967"/>
                </a:lnTo>
                <a:lnTo>
                  <a:pt x="823951" y="54525"/>
                </a:lnTo>
                <a:lnTo>
                  <a:pt x="824537" y="55110"/>
                </a:lnTo>
                <a:lnTo>
                  <a:pt x="825105" y="55721"/>
                </a:lnTo>
                <a:lnTo>
                  <a:pt x="825653" y="56356"/>
                </a:lnTo>
                <a:lnTo>
                  <a:pt x="826179" y="57014"/>
                </a:lnTo>
                <a:lnTo>
                  <a:pt x="826682" y="57695"/>
                </a:lnTo>
                <a:lnTo>
                  <a:pt x="827163" y="58399"/>
                </a:lnTo>
                <a:lnTo>
                  <a:pt x="827622" y="59127"/>
                </a:lnTo>
                <a:lnTo>
                  <a:pt x="828058" y="59877"/>
                </a:lnTo>
                <a:lnTo>
                  <a:pt x="828473" y="60651"/>
                </a:lnTo>
                <a:lnTo>
                  <a:pt x="828865" y="61448"/>
                </a:lnTo>
                <a:lnTo>
                  <a:pt x="829234" y="62267"/>
                </a:lnTo>
                <a:lnTo>
                  <a:pt x="829582" y="63110"/>
                </a:lnTo>
                <a:lnTo>
                  <a:pt x="829907" y="63976"/>
                </a:lnTo>
                <a:lnTo>
                  <a:pt x="830210" y="64865"/>
                </a:lnTo>
                <a:lnTo>
                  <a:pt x="830491" y="65778"/>
                </a:lnTo>
                <a:lnTo>
                  <a:pt x="830749" y="66713"/>
                </a:lnTo>
                <a:lnTo>
                  <a:pt x="830985" y="67671"/>
                </a:lnTo>
                <a:lnTo>
                  <a:pt x="831199" y="68653"/>
                </a:lnTo>
                <a:lnTo>
                  <a:pt x="831391" y="69657"/>
                </a:lnTo>
                <a:lnTo>
                  <a:pt x="831560" y="70685"/>
                </a:lnTo>
                <a:lnTo>
                  <a:pt x="831707" y="71736"/>
                </a:lnTo>
                <a:lnTo>
                  <a:pt x="831832" y="72810"/>
                </a:lnTo>
                <a:lnTo>
                  <a:pt x="831935" y="73907"/>
                </a:lnTo>
                <a:lnTo>
                  <a:pt x="832015" y="75027"/>
                </a:lnTo>
                <a:lnTo>
                  <a:pt x="832073" y="76170"/>
                </a:lnTo>
                <a:lnTo>
                  <a:pt x="832109" y="77336"/>
                </a:lnTo>
                <a:lnTo>
                  <a:pt x="779631" y="77336"/>
                </a:lnTo>
                <a:lnTo>
                  <a:pt x="779731" y="76161"/>
                </a:lnTo>
                <a:lnTo>
                  <a:pt x="779852" y="75010"/>
                </a:lnTo>
                <a:lnTo>
                  <a:pt x="779992" y="73883"/>
                </a:lnTo>
                <a:lnTo>
                  <a:pt x="780153" y="72779"/>
                </a:lnTo>
                <a:close/>
                <a:moveTo>
                  <a:pt x="1489842" y="19019"/>
                </a:moveTo>
                <a:lnTo>
                  <a:pt x="1490194" y="18967"/>
                </a:lnTo>
                <a:lnTo>
                  <a:pt x="1490540" y="18906"/>
                </a:lnTo>
                <a:lnTo>
                  <a:pt x="1490881" y="18835"/>
                </a:lnTo>
                <a:lnTo>
                  <a:pt x="1491215" y="18755"/>
                </a:lnTo>
                <a:lnTo>
                  <a:pt x="1491542" y="18666"/>
                </a:lnTo>
                <a:lnTo>
                  <a:pt x="1491864" y="18567"/>
                </a:lnTo>
                <a:lnTo>
                  <a:pt x="1492179" y="18459"/>
                </a:lnTo>
                <a:lnTo>
                  <a:pt x="1492489" y="18341"/>
                </a:lnTo>
                <a:lnTo>
                  <a:pt x="1492792" y="18214"/>
                </a:lnTo>
                <a:lnTo>
                  <a:pt x="1493089" y="18077"/>
                </a:lnTo>
                <a:lnTo>
                  <a:pt x="1493380" y="17931"/>
                </a:lnTo>
                <a:lnTo>
                  <a:pt x="1493664" y="17776"/>
                </a:lnTo>
                <a:lnTo>
                  <a:pt x="1493943" y="17611"/>
                </a:lnTo>
                <a:lnTo>
                  <a:pt x="1494215" y="17437"/>
                </a:lnTo>
                <a:lnTo>
                  <a:pt x="1494481" y="17253"/>
                </a:lnTo>
                <a:lnTo>
                  <a:pt x="1494741" y="17060"/>
                </a:lnTo>
                <a:lnTo>
                  <a:pt x="1494995" y="16857"/>
                </a:lnTo>
                <a:lnTo>
                  <a:pt x="1495242" y="16645"/>
                </a:lnTo>
                <a:lnTo>
                  <a:pt x="1495484" y="16424"/>
                </a:lnTo>
                <a:lnTo>
                  <a:pt x="1495717" y="16195"/>
                </a:lnTo>
                <a:lnTo>
                  <a:pt x="1495941" y="15962"/>
                </a:lnTo>
                <a:lnTo>
                  <a:pt x="1496154" y="15724"/>
                </a:lnTo>
                <a:lnTo>
                  <a:pt x="1496358" y="15480"/>
                </a:lnTo>
                <a:lnTo>
                  <a:pt x="1496552" y="15232"/>
                </a:lnTo>
                <a:lnTo>
                  <a:pt x="1496735" y="14978"/>
                </a:lnTo>
                <a:lnTo>
                  <a:pt x="1496909" y="14720"/>
                </a:lnTo>
                <a:lnTo>
                  <a:pt x="1497073" y="14457"/>
                </a:lnTo>
                <a:lnTo>
                  <a:pt x="1497227" y="14188"/>
                </a:lnTo>
                <a:lnTo>
                  <a:pt x="1497371" y="13915"/>
                </a:lnTo>
                <a:lnTo>
                  <a:pt x="1497505" y="13637"/>
                </a:lnTo>
                <a:lnTo>
                  <a:pt x="1497629" y="13354"/>
                </a:lnTo>
                <a:lnTo>
                  <a:pt x="1497744" y="13066"/>
                </a:lnTo>
                <a:lnTo>
                  <a:pt x="1497848" y="12773"/>
                </a:lnTo>
                <a:lnTo>
                  <a:pt x="1497942" y="12474"/>
                </a:lnTo>
                <a:lnTo>
                  <a:pt x="1498027" y="12171"/>
                </a:lnTo>
                <a:lnTo>
                  <a:pt x="1498101" y="11863"/>
                </a:lnTo>
                <a:lnTo>
                  <a:pt x="1498166" y="11550"/>
                </a:lnTo>
                <a:lnTo>
                  <a:pt x="1498220" y="11233"/>
                </a:lnTo>
                <a:lnTo>
                  <a:pt x="1498265" y="10910"/>
                </a:lnTo>
                <a:lnTo>
                  <a:pt x="1498300" y="10582"/>
                </a:lnTo>
                <a:lnTo>
                  <a:pt x="1498325" y="10249"/>
                </a:lnTo>
                <a:lnTo>
                  <a:pt x="1498340" y="9911"/>
                </a:lnTo>
                <a:lnTo>
                  <a:pt x="1498345" y="9568"/>
                </a:lnTo>
                <a:lnTo>
                  <a:pt x="1498340" y="9226"/>
                </a:lnTo>
                <a:lnTo>
                  <a:pt x="1498325" y="8888"/>
                </a:lnTo>
                <a:lnTo>
                  <a:pt x="1498300" y="8555"/>
                </a:lnTo>
                <a:lnTo>
                  <a:pt x="1498265" y="8227"/>
                </a:lnTo>
                <a:lnTo>
                  <a:pt x="1498220" y="7904"/>
                </a:lnTo>
                <a:lnTo>
                  <a:pt x="1498166" y="7586"/>
                </a:lnTo>
                <a:lnTo>
                  <a:pt x="1498101" y="7273"/>
                </a:lnTo>
                <a:lnTo>
                  <a:pt x="1498027" y="6965"/>
                </a:lnTo>
                <a:lnTo>
                  <a:pt x="1497942" y="6662"/>
                </a:lnTo>
                <a:lnTo>
                  <a:pt x="1497848" y="6364"/>
                </a:lnTo>
                <a:lnTo>
                  <a:pt x="1497744" y="6071"/>
                </a:lnTo>
                <a:lnTo>
                  <a:pt x="1497629" y="5783"/>
                </a:lnTo>
                <a:lnTo>
                  <a:pt x="1497505" y="5500"/>
                </a:lnTo>
                <a:lnTo>
                  <a:pt x="1497371" y="5222"/>
                </a:lnTo>
                <a:lnTo>
                  <a:pt x="1497227" y="4948"/>
                </a:lnTo>
                <a:lnTo>
                  <a:pt x="1497073" y="4680"/>
                </a:lnTo>
                <a:lnTo>
                  <a:pt x="1496909" y="4417"/>
                </a:lnTo>
                <a:lnTo>
                  <a:pt x="1496735" y="4158"/>
                </a:lnTo>
                <a:lnTo>
                  <a:pt x="1496552" y="3905"/>
                </a:lnTo>
                <a:lnTo>
                  <a:pt x="1496358" y="3657"/>
                </a:lnTo>
                <a:lnTo>
                  <a:pt x="1496154" y="3413"/>
                </a:lnTo>
                <a:lnTo>
                  <a:pt x="1495941" y="3175"/>
                </a:lnTo>
                <a:lnTo>
                  <a:pt x="1495717" y="2941"/>
                </a:lnTo>
                <a:lnTo>
                  <a:pt x="1495484" y="2713"/>
                </a:lnTo>
                <a:lnTo>
                  <a:pt x="1495242" y="2491"/>
                </a:lnTo>
                <a:lnTo>
                  <a:pt x="1494995" y="2279"/>
                </a:lnTo>
                <a:lnTo>
                  <a:pt x="1494741" y="2077"/>
                </a:lnTo>
                <a:lnTo>
                  <a:pt x="1494481" y="1884"/>
                </a:lnTo>
                <a:lnTo>
                  <a:pt x="1494215" y="1700"/>
                </a:lnTo>
                <a:lnTo>
                  <a:pt x="1493943" y="1526"/>
                </a:lnTo>
                <a:lnTo>
                  <a:pt x="1493664" y="1361"/>
                </a:lnTo>
                <a:lnTo>
                  <a:pt x="1493380" y="1206"/>
                </a:lnTo>
                <a:lnTo>
                  <a:pt x="1493089" y="1060"/>
                </a:lnTo>
                <a:lnTo>
                  <a:pt x="1492792" y="923"/>
                </a:lnTo>
                <a:lnTo>
                  <a:pt x="1492489" y="796"/>
                </a:lnTo>
                <a:lnTo>
                  <a:pt x="1492179" y="678"/>
                </a:lnTo>
                <a:lnTo>
                  <a:pt x="1491864" y="570"/>
                </a:lnTo>
                <a:lnTo>
                  <a:pt x="1491542" y="471"/>
                </a:lnTo>
                <a:lnTo>
                  <a:pt x="1491215" y="381"/>
                </a:lnTo>
                <a:lnTo>
                  <a:pt x="1490881" y="301"/>
                </a:lnTo>
                <a:lnTo>
                  <a:pt x="1490540" y="231"/>
                </a:lnTo>
                <a:lnTo>
                  <a:pt x="1490194" y="170"/>
                </a:lnTo>
                <a:lnTo>
                  <a:pt x="1489842" y="118"/>
                </a:lnTo>
                <a:lnTo>
                  <a:pt x="1489483" y="75"/>
                </a:lnTo>
                <a:lnTo>
                  <a:pt x="1489118" y="42"/>
                </a:lnTo>
                <a:lnTo>
                  <a:pt x="1488747" y="19"/>
                </a:lnTo>
                <a:lnTo>
                  <a:pt x="1488370" y="5"/>
                </a:lnTo>
                <a:lnTo>
                  <a:pt x="1487987" y="0"/>
                </a:lnTo>
                <a:lnTo>
                  <a:pt x="1487604" y="5"/>
                </a:lnTo>
                <a:lnTo>
                  <a:pt x="1487227" y="19"/>
                </a:lnTo>
                <a:lnTo>
                  <a:pt x="1486857" y="42"/>
                </a:lnTo>
                <a:lnTo>
                  <a:pt x="1486492" y="75"/>
                </a:lnTo>
                <a:lnTo>
                  <a:pt x="1486135" y="118"/>
                </a:lnTo>
                <a:lnTo>
                  <a:pt x="1485783" y="170"/>
                </a:lnTo>
                <a:lnTo>
                  <a:pt x="1485438" y="231"/>
                </a:lnTo>
                <a:lnTo>
                  <a:pt x="1485099" y="301"/>
                </a:lnTo>
                <a:lnTo>
                  <a:pt x="1484767" y="381"/>
                </a:lnTo>
                <a:lnTo>
                  <a:pt x="1484440" y="471"/>
                </a:lnTo>
                <a:lnTo>
                  <a:pt x="1484121" y="570"/>
                </a:lnTo>
                <a:lnTo>
                  <a:pt x="1483807" y="678"/>
                </a:lnTo>
                <a:lnTo>
                  <a:pt x="1483500" y="796"/>
                </a:lnTo>
                <a:lnTo>
                  <a:pt x="1483199" y="923"/>
                </a:lnTo>
                <a:lnTo>
                  <a:pt x="1482905" y="1060"/>
                </a:lnTo>
                <a:lnTo>
                  <a:pt x="1482617" y="1206"/>
                </a:lnTo>
                <a:lnTo>
                  <a:pt x="1482335" y="1361"/>
                </a:lnTo>
                <a:lnTo>
                  <a:pt x="1482059" y="1526"/>
                </a:lnTo>
                <a:lnTo>
                  <a:pt x="1481790" y="1700"/>
                </a:lnTo>
                <a:lnTo>
                  <a:pt x="1481527" y="1884"/>
                </a:lnTo>
                <a:lnTo>
                  <a:pt x="1481271" y="2077"/>
                </a:lnTo>
                <a:lnTo>
                  <a:pt x="1481021" y="2279"/>
                </a:lnTo>
                <a:lnTo>
                  <a:pt x="1480777" y="2491"/>
                </a:lnTo>
                <a:lnTo>
                  <a:pt x="1480540" y="2713"/>
                </a:lnTo>
                <a:lnTo>
                  <a:pt x="1480310" y="2941"/>
                </a:lnTo>
                <a:lnTo>
                  <a:pt x="1480091" y="3175"/>
                </a:lnTo>
                <a:lnTo>
                  <a:pt x="1479881" y="3413"/>
                </a:lnTo>
                <a:lnTo>
                  <a:pt x="1479681" y="3657"/>
                </a:lnTo>
                <a:lnTo>
                  <a:pt x="1479490" y="3905"/>
                </a:lnTo>
                <a:lnTo>
                  <a:pt x="1479310" y="4158"/>
                </a:lnTo>
                <a:lnTo>
                  <a:pt x="1479139" y="4417"/>
                </a:lnTo>
                <a:lnTo>
                  <a:pt x="1478978" y="4680"/>
                </a:lnTo>
                <a:lnTo>
                  <a:pt x="1478826" y="4948"/>
                </a:lnTo>
                <a:lnTo>
                  <a:pt x="1478685" y="5222"/>
                </a:lnTo>
                <a:lnTo>
                  <a:pt x="1478553" y="5500"/>
                </a:lnTo>
                <a:lnTo>
                  <a:pt x="1478431" y="5783"/>
                </a:lnTo>
                <a:lnTo>
                  <a:pt x="1478319" y="6071"/>
                </a:lnTo>
                <a:lnTo>
                  <a:pt x="1478216" y="6364"/>
                </a:lnTo>
                <a:lnTo>
                  <a:pt x="1478124" y="6662"/>
                </a:lnTo>
                <a:lnTo>
                  <a:pt x="1478041" y="6965"/>
                </a:lnTo>
                <a:lnTo>
                  <a:pt x="1477967" y="7273"/>
                </a:lnTo>
                <a:lnTo>
                  <a:pt x="1477904" y="7586"/>
                </a:lnTo>
                <a:lnTo>
                  <a:pt x="1477850" y="7904"/>
                </a:lnTo>
                <a:lnTo>
                  <a:pt x="1477806" y="8227"/>
                </a:lnTo>
                <a:lnTo>
                  <a:pt x="1477772" y="8555"/>
                </a:lnTo>
                <a:lnTo>
                  <a:pt x="1477748" y="8888"/>
                </a:lnTo>
                <a:lnTo>
                  <a:pt x="1477733" y="9226"/>
                </a:lnTo>
                <a:lnTo>
                  <a:pt x="1477728" y="9568"/>
                </a:lnTo>
                <a:lnTo>
                  <a:pt x="1477733" y="9911"/>
                </a:lnTo>
                <a:lnTo>
                  <a:pt x="1477748" y="10249"/>
                </a:lnTo>
                <a:lnTo>
                  <a:pt x="1477772" y="10582"/>
                </a:lnTo>
                <a:lnTo>
                  <a:pt x="1477806" y="10910"/>
                </a:lnTo>
                <a:lnTo>
                  <a:pt x="1477850" y="11233"/>
                </a:lnTo>
                <a:lnTo>
                  <a:pt x="1477904" y="11550"/>
                </a:lnTo>
                <a:lnTo>
                  <a:pt x="1477967" y="11863"/>
                </a:lnTo>
                <a:lnTo>
                  <a:pt x="1478041" y="12171"/>
                </a:lnTo>
                <a:lnTo>
                  <a:pt x="1478124" y="12474"/>
                </a:lnTo>
                <a:lnTo>
                  <a:pt x="1478216" y="12773"/>
                </a:lnTo>
                <a:lnTo>
                  <a:pt x="1478319" y="13066"/>
                </a:lnTo>
                <a:lnTo>
                  <a:pt x="1478431" y="13354"/>
                </a:lnTo>
                <a:lnTo>
                  <a:pt x="1478553" y="13637"/>
                </a:lnTo>
                <a:lnTo>
                  <a:pt x="1478685" y="13915"/>
                </a:lnTo>
                <a:lnTo>
                  <a:pt x="1478826" y="14188"/>
                </a:lnTo>
                <a:lnTo>
                  <a:pt x="1478978" y="14457"/>
                </a:lnTo>
                <a:lnTo>
                  <a:pt x="1479139" y="14720"/>
                </a:lnTo>
                <a:lnTo>
                  <a:pt x="1479310" y="14978"/>
                </a:lnTo>
                <a:lnTo>
                  <a:pt x="1479490" y="15232"/>
                </a:lnTo>
                <a:lnTo>
                  <a:pt x="1479681" y="15480"/>
                </a:lnTo>
                <a:lnTo>
                  <a:pt x="1479881" y="15724"/>
                </a:lnTo>
                <a:lnTo>
                  <a:pt x="1480091" y="15962"/>
                </a:lnTo>
                <a:lnTo>
                  <a:pt x="1480310" y="16195"/>
                </a:lnTo>
                <a:lnTo>
                  <a:pt x="1480540" y="16424"/>
                </a:lnTo>
                <a:lnTo>
                  <a:pt x="1480777" y="16645"/>
                </a:lnTo>
                <a:lnTo>
                  <a:pt x="1481021" y="16857"/>
                </a:lnTo>
                <a:lnTo>
                  <a:pt x="1481271" y="17060"/>
                </a:lnTo>
                <a:lnTo>
                  <a:pt x="1481527" y="17253"/>
                </a:lnTo>
                <a:lnTo>
                  <a:pt x="1481790" y="17437"/>
                </a:lnTo>
                <a:lnTo>
                  <a:pt x="1482059" y="17611"/>
                </a:lnTo>
                <a:lnTo>
                  <a:pt x="1482335" y="17776"/>
                </a:lnTo>
                <a:lnTo>
                  <a:pt x="1482617" y="17931"/>
                </a:lnTo>
                <a:lnTo>
                  <a:pt x="1482905" y="18077"/>
                </a:lnTo>
                <a:lnTo>
                  <a:pt x="1483199" y="18214"/>
                </a:lnTo>
                <a:lnTo>
                  <a:pt x="1483500" y="18341"/>
                </a:lnTo>
                <a:lnTo>
                  <a:pt x="1483807" y="18459"/>
                </a:lnTo>
                <a:lnTo>
                  <a:pt x="1484121" y="18567"/>
                </a:lnTo>
                <a:lnTo>
                  <a:pt x="1484440" y="18666"/>
                </a:lnTo>
                <a:lnTo>
                  <a:pt x="1484767" y="18755"/>
                </a:lnTo>
                <a:lnTo>
                  <a:pt x="1485099" y="18835"/>
                </a:lnTo>
                <a:lnTo>
                  <a:pt x="1485438" y="18906"/>
                </a:lnTo>
                <a:lnTo>
                  <a:pt x="1485783" y="18967"/>
                </a:lnTo>
                <a:lnTo>
                  <a:pt x="1486135" y="19019"/>
                </a:lnTo>
                <a:lnTo>
                  <a:pt x="1486492" y="19061"/>
                </a:lnTo>
                <a:lnTo>
                  <a:pt x="1486857" y="19094"/>
                </a:lnTo>
                <a:lnTo>
                  <a:pt x="1487227" y="19118"/>
                </a:lnTo>
                <a:lnTo>
                  <a:pt x="1487604" y="19132"/>
                </a:lnTo>
                <a:lnTo>
                  <a:pt x="1487987" y="19137"/>
                </a:lnTo>
                <a:lnTo>
                  <a:pt x="1488370" y="19132"/>
                </a:lnTo>
                <a:lnTo>
                  <a:pt x="1488747" y="19118"/>
                </a:lnTo>
                <a:lnTo>
                  <a:pt x="1489118" y="19094"/>
                </a:lnTo>
                <a:lnTo>
                  <a:pt x="1489483" y="19061"/>
                </a:lnTo>
                <a:lnTo>
                  <a:pt x="1489842" y="19019"/>
                </a:lnTo>
                <a:close/>
                <a:moveTo>
                  <a:pt x="1369723" y="44869"/>
                </a:moveTo>
                <a:lnTo>
                  <a:pt x="1370083" y="44504"/>
                </a:lnTo>
                <a:lnTo>
                  <a:pt x="1370449" y="44154"/>
                </a:lnTo>
                <a:lnTo>
                  <a:pt x="1370823" y="43819"/>
                </a:lnTo>
                <a:lnTo>
                  <a:pt x="1371205" y="43499"/>
                </a:lnTo>
                <a:lnTo>
                  <a:pt x="1371594" y="43193"/>
                </a:lnTo>
                <a:lnTo>
                  <a:pt x="1371990" y="42903"/>
                </a:lnTo>
                <a:lnTo>
                  <a:pt x="1372393" y="42627"/>
                </a:lnTo>
                <a:lnTo>
                  <a:pt x="1372804" y="42366"/>
                </a:lnTo>
                <a:lnTo>
                  <a:pt x="1373223" y="42121"/>
                </a:lnTo>
                <a:lnTo>
                  <a:pt x="1373648" y="41890"/>
                </a:lnTo>
                <a:lnTo>
                  <a:pt x="1374081" y="41674"/>
                </a:lnTo>
                <a:lnTo>
                  <a:pt x="1374522" y="41472"/>
                </a:lnTo>
                <a:lnTo>
                  <a:pt x="1374970" y="41286"/>
                </a:lnTo>
                <a:lnTo>
                  <a:pt x="1375425" y="41115"/>
                </a:lnTo>
                <a:lnTo>
                  <a:pt x="1375887" y="40958"/>
                </a:lnTo>
                <a:lnTo>
                  <a:pt x="1376357" y="40817"/>
                </a:lnTo>
                <a:lnTo>
                  <a:pt x="1376834" y="40690"/>
                </a:lnTo>
                <a:lnTo>
                  <a:pt x="1377317" y="40573"/>
                </a:lnTo>
                <a:lnTo>
                  <a:pt x="1377804" y="40462"/>
                </a:lnTo>
                <a:lnTo>
                  <a:pt x="1378295" y="40355"/>
                </a:lnTo>
                <a:lnTo>
                  <a:pt x="1378789" y="40253"/>
                </a:lnTo>
                <a:lnTo>
                  <a:pt x="1379288" y="40156"/>
                </a:lnTo>
                <a:lnTo>
                  <a:pt x="1379790" y="40064"/>
                </a:lnTo>
                <a:lnTo>
                  <a:pt x="1380297" y="39978"/>
                </a:lnTo>
                <a:lnTo>
                  <a:pt x="1380807" y="39896"/>
                </a:lnTo>
                <a:lnTo>
                  <a:pt x="1381322" y="39819"/>
                </a:lnTo>
                <a:lnTo>
                  <a:pt x="1381840" y="39747"/>
                </a:lnTo>
                <a:lnTo>
                  <a:pt x="1382362" y="39680"/>
                </a:lnTo>
                <a:lnTo>
                  <a:pt x="1382888" y="39617"/>
                </a:lnTo>
                <a:lnTo>
                  <a:pt x="1383418" y="39560"/>
                </a:lnTo>
                <a:lnTo>
                  <a:pt x="1383953" y="39508"/>
                </a:lnTo>
                <a:lnTo>
                  <a:pt x="1384491" y="39461"/>
                </a:lnTo>
                <a:lnTo>
                  <a:pt x="1385032" y="39419"/>
                </a:lnTo>
                <a:lnTo>
                  <a:pt x="1385578" y="39382"/>
                </a:lnTo>
                <a:lnTo>
                  <a:pt x="1386128" y="39349"/>
                </a:lnTo>
                <a:lnTo>
                  <a:pt x="1386682" y="39322"/>
                </a:lnTo>
                <a:lnTo>
                  <a:pt x="1387240" y="39300"/>
                </a:lnTo>
                <a:lnTo>
                  <a:pt x="1387801" y="39282"/>
                </a:lnTo>
                <a:lnTo>
                  <a:pt x="1388367" y="39270"/>
                </a:lnTo>
                <a:lnTo>
                  <a:pt x="1388936" y="39262"/>
                </a:lnTo>
                <a:lnTo>
                  <a:pt x="1389510" y="39260"/>
                </a:lnTo>
                <a:lnTo>
                  <a:pt x="1389510" y="25351"/>
                </a:lnTo>
                <a:lnTo>
                  <a:pt x="1388612" y="25381"/>
                </a:lnTo>
                <a:lnTo>
                  <a:pt x="1387729" y="25422"/>
                </a:lnTo>
                <a:lnTo>
                  <a:pt x="1386859" y="25473"/>
                </a:lnTo>
                <a:lnTo>
                  <a:pt x="1386004" y="25535"/>
                </a:lnTo>
                <a:lnTo>
                  <a:pt x="1385162" y="25607"/>
                </a:lnTo>
                <a:lnTo>
                  <a:pt x="1384334" y="25690"/>
                </a:lnTo>
                <a:lnTo>
                  <a:pt x="1383520" y="25784"/>
                </a:lnTo>
                <a:lnTo>
                  <a:pt x="1382720" y="25888"/>
                </a:lnTo>
                <a:lnTo>
                  <a:pt x="1381933" y="26003"/>
                </a:lnTo>
                <a:lnTo>
                  <a:pt x="1381161" y="26129"/>
                </a:lnTo>
                <a:lnTo>
                  <a:pt x="1380402" y="26265"/>
                </a:lnTo>
                <a:lnTo>
                  <a:pt x="1379658" y="26412"/>
                </a:lnTo>
                <a:lnTo>
                  <a:pt x="1378927" y="26569"/>
                </a:lnTo>
                <a:lnTo>
                  <a:pt x="1378210" y="26737"/>
                </a:lnTo>
                <a:lnTo>
                  <a:pt x="1377507" y="26916"/>
                </a:lnTo>
                <a:lnTo>
                  <a:pt x="1376818" y="27105"/>
                </a:lnTo>
                <a:lnTo>
                  <a:pt x="1376142" y="27305"/>
                </a:lnTo>
                <a:lnTo>
                  <a:pt x="1375481" y="27515"/>
                </a:lnTo>
                <a:lnTo>
                  <a:pt x="1374833" y="27736"/>
                </a:lnTo>
                <a:lnTo>
                  <a:pt x="1374200" y="27968"/>
                </a:lnTo>
                <a:lnTo>
                  <a:pt x="1373580" y="28210"/>
                </a:lnTo>
                <a:lnTo>
                  <a:pt x="1372974" y="28463"/>
                </a:lnTo>
                <a:lnTo>
                  <a:pt x="1372382" y="28727"/>
                </a:lnTo>
                <a:lnTo>
                  <a:pt x="1371803" y="29001"/>
                </a:lnTo>
                <a:lnTo>
                  <a:pt x="1371237" y="29291"/>
                </a:lnTo>
                <a:lnTo>
                  <a:pt x="1370679" y="29601"/>
                </a:lnTo>
                <a:lnTo>
                  <a:pt x="1370130" y="29932"/>
                </a:lnTo>
                <a:lnTo>
                  <a:pt x="1369591" y="30283"/>
                </a:lnTo>
                <a:lnTo>
                  <a:pt x="1369060" y="30655"/>
                </a:lnTo>
                <a:lnTo>
                  <a:pt x="1368539" y="31048"/>
                </a:lnTo>
                <a:lnTo>
                  <a:pt x="1368027" y="31461"/>
                </a:lnTo>
                <a:lnTo>
                  <a:pt x="1367523" y="31895"/>
                </a:lnTo>
                <a:lnTo>
                  <a:pt x="1367029" y="32349"/>
                </a:lnTo>
                <a:lnTo>
                  <a:pt x="1366544" y="32823"/>
                </a:lnTo>
                <a:lnTo>
                  <a:pt x="1366068" y="33319"/>
                </a:lnTo>
                <a:lnTo>
                  <a:pt x="1365601" y="33835"/>
                </a:lnTo>
                <a:lnTo>
                  <a:pt x="1365143" y="34371"/>
                </a:lnTo>
                <a:lnTo>
                  <a:pt x="1364695" y="34928"/>
                </a:lnTo>
                <a:lnTo>
                  <a:pt x="1364255" y="35505"/>
                </a:lnTo>
                <a:lnTo>
                  <a:pt x="1363824" y="36103"/>
                </a:lnTo>
                <a:lnTo>
                  <a:pt x="1363403" y="36722"/>
                </a:lnTo>
                <a:lnTo>
                  <a:pt x="1362990" y="37361"/>
                </a:lnTo>
                <a:lnTo>
                  <a:pt x="1362587" y="38021"/>
                </a:lnTo>
                <a:lnTo>
                  <a:pt x="1362193" y="38701"/>
                </a:lnTo>
                <a:lnTo>
                  <a:pt x="1361807" y="39402"/>
                </a:lnTo>
                <a:lnTo>
                  <a:pt x="1361431" y="40123"/>
                </a:lnTo>
                <a:lnTo>
                  <a:pt x="1361148" y="40694"/>
                </a:lnTo>
                <a:lnTo>
                  <a:pt x="1360525" y="40421"/>
                </a:lnTo>
                <a:lnTo>
                  <a:pt x="1359778" y="40115"/>
                </a:lnTo>
                <a:lnTo>
                  <a:pt x="1359017" y="39826"/>
                </a:lnTo>
                <a:lnTo>
                  <a:pt x="1358241" y="39551"/>
                </a:lnTo>
                <a:lnTo>
                  <a:pt x="1357451" y="39293"/>
                </a:lnTo>
                <a:lnTo>
                  <a:pt x="1356646" y="39050"/>
                </a:lnTo>
                <a:lnTo>
                  <a:pt x="1355827" y="38823"/>
                </a:lnTo>
                <a:lnTo>
                  <a:pt x="1354994" y="38611"/>
                </a:lnTo>
                <a:lnTo>
                  <a:pt x="1354146" y="38415"/>
                </a:lnTo>
                <a:lnTo>
                  <a:pt x="1353284" y="38235"/>
                </a:lnTo>
                <a:lnTo>
                  <a:pt x="1352408" y="38070"/>
                </a:lnTo>
                <a:lnTo>
                  <a:pt x="1351517" y="37922"/>
                </a:lnTo>
                <a:lnTo>
                  <a:pt x="1350612" y="37788"/>
                </a:lnTo>
                <a:lnTo>
                  <a:pt x="1349692" y="37671"/>
                </a:lnTo>
                <a:lnTo>
                  <a:pt x="1348758" y="37569"/>
                </a:lnTo>
                <a:lnTo>
                  <a:pt x="1347809" y="37483"/>
                </a:lnTo>
                <a:lnTo>
                  <a:pt x="1346847" y="37412"/>
                </a:lnTo>
                <a:lnTo>
                  <a:pt x="1345870" y="37358"/>
                </a:lnTo>
                <a:lnTo>
                  <a:pt x="1344878" y="37318"/>
                </a:lnTo>
                <a:lnTo>
                  <a:pt x="1343872" y="37295"/>
                </a:lnTo>
                <a:lnTo>
                  <a:pt x="1342852" y="37287"/>
                </a:lnTo>
                <a:lnTo>
                  <a:pt x="1341855" y="37295"/>
                </a:lnTo>
                <a:lnTo>
                  <a:pt x="1340872" y="37318"/>
                </a:lnTo>
                <a:lnTo>
                  <a:pt x="1339901" y="37358"/>
                </a:lnTo>
                <a:lnTo>
                  <a:pt x="1338943" y="37412"/>
                </a:lnTo>
                <a:lnTo>
                  <a:pt x="1337998" y="37483"/>
                </a:lnTo>
                <a:lnTo>
                  <a:pt x="1337066" y="37569"/>
                </a:lnTo>
                <a:lnTo>
                  <a:pt x="1336146" y="37671"/>
                </a:lnTo>
                <a:lnTo>
                  <a:pt x="1335240" y="37788"/>
                </a:lnTo>
                <a:lnTo>
                  <a:pt x="1334346" y="37922"/>
                </a:lnTo>
                <a:lnTo>
                  <a:pt x="1333465" y="38070"/>
                </a:lnTo>
                <a:lnTo>
                  <a:pt x="1332597" y="38235"/>
                </a:lnTo>
                <a:lnTo>
                  <a:pt x="1331742" y="38415"/>
                </a:lnTo>
                <a:lnTo>
                  <a:pt x="1330900" y="38611"/>
                </a:lnTo>
                <a:lnTo>
                  <a:pt x="1330070" y="38823"/>
                </a:lnTo>
                <a:lnTo>
                  <a:pt x="1329254" y="39050"/>
                </a:lnTo>
                <a:lnTo>
                  <a:pt x="1328450" y="39293"/>
                </a:lnTo>
                <a:lnTo>
                  <a:pt x="1327659" y="39551"/>
                </a:lnTo>
                <a:lnTo>
                  <a:pt x="1326881" y="39826"/>
                </a:lnTo>
                <a:lnTo>
                  <a:pt x="1326116" y="40115"/>
                </a:lnTo>
                <a:lnTo>
                  <a:pt x="1325363" y="40421"/>
                </a:lnTo>
                <a:lnTo>
                  <a:pt x="1324624" y="40742"/>
                </a:lnTo>
                <a:lnTo>
                  <a:pt x="1323897" y="41079"/>
                </a:lnTo>
                <a:lnTo>
                  <a:pt x="1323183" y="41432"/>
                </a:lnTo>
                <a:lnTo>
                  <a:pt x="1322482" y="41800"/>
                </a:lnTo>
                <a:lnTo>
                  <a:pt x="1321794" y="42181"/>
                </a:lnTo>
                <a:lnTo>
                  <a:pt x="1321121" y="42573"/>
                </a:lnTo>
                <a:lnTo>
                  <a:pt x="1320461" y="42976"/>
                </a:lnTo>
                <a:lnTo>
                  <a:pt x="1319816" y="43390"/>
                </a:lnTo>
                <a:lnTo>
                  <a:pt x="1319184" y="43814"/>
                </a:lnTo>
                <a:lnTo>
                  <a:pt x="1318567" y="44249"/>
                </a:lnTo>
                <a:lnTo>
                  <a:pt x="1317964" y="44696"/>
                </a:lnTo>
                <a:lnTo>
                  <a:pt x="1317374" y="45152"/>
                </a:lnTo>
                <a:lnTo>
                  <a:pt x="1316799" y="45620"/>
                </a:lnTo>
                <a:lnTo>
                  <a:pt x="1316238" y="46099"/>
                </a:lnTo>
                <a:lnTo>
                  <a:pt x="1315691" y="46588"/>
                </a:lnTo>
                <a:lnTo>
                  <a:pt x="1315158" y="47088"/>
                </a:lnTo>
                <a:lnTo>
                  <a:pt x="1314639" y="47599"/>
                </a:lnTo>
                <a:lnTo>
                  <a:pt x="1314134" y="48121"/>
                </a:lnTo>
                <a:lnTo>
                  <a:pt x="1313643" y="48653"/>
                </a:lnTo>
                <a:lnTo>
                  <a:pt x="1313166" y="49197"/>
                </a:lnTo>
                <a:lnTo>
                  <a:pt x="1312703" y="49751"/>
                </a:lnTo>
                <a:lnTo>
                  <a:pt x="1312254" y="50316"/>
                </a:lnTo>
                <a:lnTo>
                  <a:pt x="1311819" y="50892"/>
                </a:lnTo>
                <a:lnTo>
                  <a:pt x="1311398" y="51478"/>
                </a:lnTo>
                <a:lnTo>
                  <a:pt x="1310992" y="52076"/>
                </a:lnTo>
                <a:lnTo>
                  <a:pt x="1310599" y="52684"/>
                </a:lnTo>
                <a:lnTo>
                  <a:pt x="1310220" y="53303"/>
                </a:lnTo>
                <a:lnTo>
                  <a:pt x="1309856" y="53933"/>
                </a:lnTo>
                <a:lnTo>
                  <a:pt x="1309505" y="54571"/>
                </a:lnTo>
                <a:lnTo>
                  <a:pt x="1309170" y="55215"/>
                </a:lnTo>
                <a:lnTo>
                  <a:pt x="1308850" y="55865"/>
                </a:lnTo>
                <a:lnTo>
                  <a:pt x="1308544" y="56520"/>
                </a:lnTo>
                <a:lnTo>
                  <a:pt x="1308254" y="57182"/>
                </a:lnTo>
                <a:lnTo>
                  <a:pt x="1307978" y="57850"/>
                </a:lnTo>
                <a:lnTo>
                  <a:pt x="1307718" y="58523"/>
                </a:lnTo>
                <a:lnTo>
                  <a:pt x="1307472" y="59203"/>
                </a:lnTo>
                <a:lnTo>
                  <a:pt x="1307241" y="59888"/>
                </a:lnTo>
                <a:lnTo>
                  <a:pt x="1307025" y="60579"/>
                </a:lnTo>
                <a:lnTo>
                  <a:pt x="1306824" y="61276"/>
                </a:lnTo>
                <a:lnTo>
                  <a:pt x="1306637" y="61979"/>
                </a:lnTo>
                <a:lnTo>
                  <a:pt x="1306466" y="62688"/>
                </a:lnTo>
                <a:lnTo>
                  <a:pt x="1306310" y="63403"/>
                </a:lnTo>
                <a:lnTo>
                  <a:pt x="1306168" y="64124"/>
                </a:lnTo>
                <a:lnTo>
                  <a:pt x="1306041" y="64851"/>
                </a:lnTo>
                <a:lnTo>
                  <a:pt x="1305930" y="65584"/>
                </a:lnTo>
                <a:lnTo>
                  <a:pt x="1305833" y="66322"/>
                </a:lnTo>
                <a:lnTo>
                  <a:pt x="1305751" y="67067"/>
                </a:lnTo>
                <a:lnTo>
                  <a:pt x="1305684" y="67817"/>
                </a:lnTo>
                <a:lnTo>
                  <a:pt x="1305632" y="68573"/>
                </a:lnTo>
                <a:lnTo>
                  <a:pt x="1305594" y="69336"/>
                </a:lnTo>
                <a:lnTo>
                  <a:pt x="1305572" y="70104"/>
                </a:lnTo>
                <a:lnTo>
                  <a:pt x="1305565" y="70878"/>
                </a:lnTo>
                <a:lnTo>
                  <a:pt x="1305572" y="71611"/>
                </a:lnTo>
                <a:lnTo>
                  <a:pt x="1305594" y="72340"/>
                </a:lnTo>
                <a:lnTo>
                  <a:pt x="1305631" y="73064"/>
                </a:lnTo>
                <a:lnTo>
                  <a:pt x="1305682" y="73784"/>
                </a:lnTo>
                <a:lnTo>
                  <a:pt x="1305749" y="74500"/>
                </a:lnTo>
                <a:lnTo>
                  <a:pt x="1305830" y="75211"/>
                </a:lnTo>
                <a:lnTo>
                  <a:pt x="1305925" y="75918"/>
                </a:lnTo>
                <a:lnTo>
                  <a:pt x="1306036" y="76621"/>
                </a:lnTo>
                <a:lnTo>
                  <a:pt x="1306161" y="77319"/>
                </a:lnTo>
                <a:lnTo>
                  <a:pt x="1306301" y="78013"/>
                </a:lnTo>
                <a:lnTo>
                  <a:pt x="1306456" y="78702"/>
                </a:lnTo>
                <a:lnTo>
                  <a:pt x="1306625" y="79387"/>
                </a:lnTo>
                <a:lnTo>
                  <a:pt x="1306809" y="80068"/>
                </a:lnTo>
                <a:lnTo>
                  <a:pt x="1307008" y="80745"/>
                </a:lnTo>
                <a:lnTo>
                  <a:pt x="1307222" y="81417"/>
                </a:lnTo>
                <a:lnTo>
                  <a:pt x="1307450" y="82085"/>
                </a:lnTo>
                <a:lnTo>
                  <a:pt x="1307693" y="82748"/>
                </a:lnTo>
                <a:lnTo>
                  <a:pt x="1307951" y="83408"/>
                </a:lnTo>
                <a:lnTo>
                  <a:pt x="1308223" y="84062"/>
                </a:lnTo>
                <a:lnTo>
                  <a:pt x="1308510" y="84713"/>
                </a:lnTo>
                <a:lnTo>
                  <a:pt x="1308812" y="85359"/>
                </a:lnTo>
                <a:lnTo>
                  <a:pt x="1309129" y="86001"/>
                </a:lnTo>
                <a:lnTo>
                  <a:pt x="1309460" y="86638"/>
                </a:lnTo>
                <a:lnTo>
                  <a:pt x="1309806" y="87271"/>
                </a:lnTo>
                <a:lnTo>
                  <a:pt x="1310167" y="87897"/>
                </a:lnTo>
                <a:lnTo>
                  <a:pt x="1310541" y="88513"/>
                </a:lnTo>
                <a:lnTo>
                  <a:pt x="1310929" y="89118"/>
                </a:lnTo>
                <a:lnTo>
                  <a:pt x="1311331" y="89714"/>
                </a:lnTo>
                <a:lnTo>
                  <a:pt x="1311747" y="90300"/>
                </a:lnTo>
                <a:lnTo>
                  <a:pt x="1312177" y="90875"/>
                </a:lnTo>
                <a:lnTo>
                  <a:pt x="1312620" y="91440"/>
                </a:lnTo>
                <a:lnTo>
                  <a:pt x="1313078" y="91995"/>
                </a:lnTo>
                <a:lnTo>
                  <a:pt x="1313549" y="92541"/>
                </a:lnTo>
                <a:lnTo>
                  <a:pt x="1314035" y="93076"/>
                </a:lnTo>
                <a:lnTo>
                  <a:pt x="1314534" y="93600"/>
                </a:lnTo>
                <a:lnTo>
                  <a:pt x="1315047" y="94115"/>
                </a:lnTo>
                <a:lnTo>
                  <a:pt x="1315574" y="94620"/>
                </a:lnTo>
                <a:lnTo>
                  <a:pt x="1316114" y="95115"/>
                </a:lnTo>
                <a:lnTo>
                  <a:pt x="1316669" y="95599"/>
                </a:lnTo>
                <a:lnTo>
                  <a:pt x="1317237" y="96074"/>
                </a:lnTo>
                <a:lnTo>
                  <a:pt x="1317820" y="96538"/>
                </a:lnTo>
                <a:lnTo>
                  <a:pt x="1318416" y="96992"/>
                </a:lnTo>
                <a:lnTo>
                  <a:pt x="1318740" y="97228"/>
                </a:lnTo>
                <a:lnTo>
                  <a:pt x="1318555" y="97299"/>
                </a:lnTo>
                <a:lnTo>
                  <a:pt x="1317910" y="97560"/>
                </a:lnTo>
                <a:lnTo>
                  <a:pt x="1317283" y="97825"/>
                </a:lnTo>
                <a:lnTo>
                  <a:pt x="1316673" y="98096"/>
                </a:lnTo>
                <a:lnTo>
                  <a:pt x="1316080" y="98372"/>
                </a:lnTo>
                <a:lnTo>
                  <a:pt x="1315505" y="98654"/>
                </a:lnTo>
                <a:lnTo>
                  <a:pt x="1314946" y="98940"/>
                </a:lnTo>
                <a:lnTo>
                  <a:pt x="1314406" y="99232"/>
                </a:lnTo>
                <a:lnTo>
                  <a:pt x="1313882" y="99530"/>
                </a:lnTo>
                <a:lnTo>
                  <a:pt x="1313376" y="99833"/>
                </a:lnTo>
                <a:lnTo>
                  <a:pt x="1312887" y="100141"/>
                </a:lnTo>
                <a:lnTo>
                  <a:pt x="1312415" y="100454"/>
                </a:lnTo>
                <a:lnTo>
                  <a:pt x="1311960" y="100773"/>
                </a:lnTo>
                <a:lnTo>
                  <a:pt x="1311523" y="101097"/>
                </a:lnTo>
                <a:lnTo>
                  <a:pt x="1311103" y="101426"/>
                </a:lnTo>
                <a:lnTo>
                  <a:pt x="1310701" y="101761"/>
                </a:lnTo>
                <a:lnTo>
                  <a:pt x="1310316" y="102101"/>
                </a:lnTo>
                <a:lnTo>
                  <a:pt x="1309948" y="102446"/>
                </a:lnTo>
                <a:lnTo>
                  <a:pt x="1309597" y="102797"/>
                </a:lnTo>
                <a:lnTo>
                  <a:pt x="1309264" y="103153"/>
                </a:lnTo>
                <a:lnTo>
                  <a:pt x="1308946" y="103512"/>
                </a:lnTo>
                <a:lnTo>
                  <a:pt x="1308641" y="103874"/>
                </a:lnTo>
                <a:lnTo>
                  <a:pt x="1308351" y="104237"/>
                </a:lnTo>
                <a:lnTo>
                  <a:pt x="1308073" y="104602"/>
                </a:lnTo>
                <a:lnTo>
                  <a:pt x="1307809" y="104969"/>
                </a:lnTo>
                <a:lnTo>
                  <a:pt x="1307559" y="105338"/>
                </a:lnTo>
                <a:lnTo>
                  <a:pt x="1307322" y="105709"/>
                </a:lnTo>
                <a:lnTo>
                  <a:pt x="1307099" y="106082"/>
                </a:lnTo>
                <a:lnTo>
                  <a:pt x="1306889" y="106456"/>
                </a:lnTo>
                <a:lnTo>
                  <a:pt x="1306693" y="106833"/>
                </a:lnTo>
                <a:lnTo>
                  <a:pt x="1306511" y="107211"/>
                </a:lnTo>
                <a:lnTo>
                  <a:pt x="1306341" y="107592"/>
                </a:lnTo>
                <a:lnTo>
                  <a:pt x="1306186" y="107974"/>
                </a:lnTo>
                <a:lnTo>
                  <a:pt x="1306044" y="108358"/>
                </a:lnTo>
                <a:lnTo>
                  <a:pt x="1305915" y="108744"/>
                </a:lnTo>
                <a:lnTo>
                  <a:pt x="1305800" y="109132"/>
                </a:lnTo>
                <a:lnTo>
                  <a:pt x="1305699" y="109521"/>
                </a:lnTo>
                <a:lnTo>
                  <a:pt x="1305611" y="109913"/>
                </a:lnTo>
                <a:lnTo>
                  <a:pt x="1305536" y="110306"/>
                </a:lnTo>
                <a:lnTo>
                  <a:pt x="1305476" y="110702"/>
                </a:lnTo>
                <a:lnTo>
                  <a:pt x="1305428" y="111099"/>
                </a:lnTo>
                <a:lnTo>
                  <a:pt x="1305394" y="111498"/>
                </a:lnTo>
                <a:lnTo>
                  <a:pt x="1305374" y="111899"/>
                </a:lnTo>
                <a:lnTo>
                  <a:pt x="1305367" y="112302"/>
                </a:lnTo>
                <a:lnTo>
                  <a:pt x="1305371" y="112583"/>
                </a:lnTo>
                <a:lnTo>
                  <a:pt x="1305383" y="112865"/>
                </a:lnTo>
                <a:lnTo>
                  <a:pt x="1305403" y="113147"/>
                </a:lnTo>
                <a:lnTo>
                  <a:pt x="1305430" y="113431"/>
                </a:lnTo>
                <a:lnTo>
                  <a:pt x="1305466" y="113715"/>
                </a:lnTo>
                <a:lnTo>
                  <a:pt x="1305509" y="114000"/>
                </a:lnTo>
                <a:lnTo>
                  <a:pt x="1305560" y="114286"/>
                </a:lnTo>
                <a:lnTo>
                  <a:pt x="1305619" y="114573"/>
                </a:lnTo>
                <a:lnTo>
                  <a:pt x="1305686" y="114861"/>
                </a:lnTo>
                <a:lnTo>
                  <a:pt x="1305761" y="115150"/>
                </a:lnTo>
                <a:lnTo>
                  <a:pt x="1305844" y="115439"/>
                </a:lnTo>
                <a:lnTo>
                  <a:pt x="1305935" y="115730"/>
                </a:lnTo>
                <a:lnTo>
                  <a:pt x="1306033" y="116021"/>
                </a:lnTo>
                <a:lnTo>
                  <a:pt x="1306139" y="116313"/>
                </a:lnTo>
                <a:lnTo>
                  <a:pt x="1306254" y="116606"/>
                </a:lnTo>
                <a:lnTo>
                  <a:pt x="1306376" y="116900"/>
                </a:lnTo>
                <a:lnTo>
                  <a:pt x="1306506" y="117194"/>
                </a:lnTo>
                <a:lnTo>
                  <a:pt x="1306644" y="117490"/>
                </a:lnTo>
                <a:lnTo>
                  <a:pt x="1306789" y="117786"/>
                </a:lnTo>
                <a:lnTo>
                  <a:pt x="1306943" y="118083"/>
                </a:lnTo>
                <a:lnTo>
                  <a:pt x="1307104" y="118381"/>
                </a:lnTo>
                <a:lnTo>
                  <a:pt x="1307274" y="118680"/>
                </a:lnTo>
                <a:lnTo>
                  <a:pt x="1307451" y="118980"/>
                </a:lnTo>
                <a:lnTo>
                  <a:pt x="1307636" y="119281"/>
                </a:lnTo>
                <a:lnTo>
                  <a:pt x="1307831" y="119580"/>
                </a:lnTo>
                <a:lnTo>
                  <a:pt x="1308036" y="119878"/>
                </a:lnTo>
                <a:lnTo>
                  <a:pt x="1308252" y="120172"/>
                </a:lnTo>
                <a:lnTo>
                  <a:pt x="1308479" y="120465"/>
                </a:lnTo>
                <a:lnTo>
                  <a:pt x="1308716" y="120755"/>
                </a:lnTo>
                <a:lnTo>
                  <a:pt x="1308965" y="121043"/>
                </a:lnTo>
                <a:lnTo>
                  <a:pt x="1309224" y="121328"/>
                </a:lnTo>
                <a:lnTo>
                  <a:pt x="1309494" y="121611"/>
                </a:lnTo>
                <a:lnTo>
                  <a:pt x="1309775" y="121891"/>
                </a:lnTo>
                <a:lnTo>
                  <a:pt x="1310066" y="122169"/>
                </a:lnTo>
                <a:lnTo>
                  <a:pt x="1310369" y="122445"/>
                </a:lnTo>
                <a:lnTo>
                  <a:pt x="1310682" y="122718"/>
                </a:lnTo>
                <a:lnTo>
                  <a:pt x="1311006" y="122989"/>
                </a:lnTo>
                <a:lnTo>
                  <a:pt x="1311340" y="123257"/>
                </a:lnTo>
                <a:lnTo>
                  <a:pt x="1311686" y="123523"/>
                </a:lnTo>
                <a:lnTo>
                  <a:pt x="1312042" y="123787"/>
                </a:lnTo>
                <a:lnTo>
                  <a:pt x="1312409" y="124048"/>
                </a:lnTo>
                <a:lnTo>
                  <a:pt x="1312787" y="124307"/>
                </a:lnTo>
                <a:lnTo>
                  <a:pt x="1313176" y="124563"/>
                </a:lnTo>
                <a:lnTo>
                  <a:pt x="1313575" y="124817"/>
                </a:lnTo>
                <a:lnTo>
                  <a:pt x="1313986" y="125069"/>
                </a:lnTo>
                <a:lnTo>
                  <a:pt x="1314407" y="125318"/>
                </a:lnTo>
                <a:lnTo>
                  <a:pt x="1314838" y="125565"/>
                </a:lnTo>
                <a:lnTo>
                  <a:pt x="1315281" y="125810"/>
                </a:lnTo>
                <a:lnTo>
                  <a:pt x="1315736" y="126049"/>
                </a:lnTo>
                <a:lnTo>
                  <a:pt x="1316205" y="126282"/>
                </a:lnTo>
                <a:lnTo>
                  <a:pt x="1316687" y="126509"/>
                </a:lnTo>
                <a:lnTo>
                  <a:pt x="1316852" y="126581"/>
                </a:lnTo>
                <a:lnTo>
                  <a:pt x="1316361" y="126796"/>
                </a:lnTo>
                <a:lnTo>
                  <a:pt x="1315483" y="127206"/>
                </a:lnTo>
                <a:lnTo>
                  <a:pt x="1314631" y="127629"/>
                </a:lnTo>
                <a:lnTo>
                  <a:pt x="1313807" y="128065"/>
                </a:lnTo>
                <a:lnTo>
                  <a:pt x="1313009" y="128516"/>
                </a:lnTo>
                <a:lnTo>
                  <a:pt x="1312238" y="128980"/>
                </a:lnTo>
                <a:lnTo>
                  <a:pt x="1311495" y="129457"/>
                </a:lnTo>
                <a:lnTo>
                  <a:pt x="1310778" y="129948"/>
                </a:lnTo>
                <a:lnTo>
                  <a:pt x="1310088" y="130453"/>
                </a:lnTo>
                <a:lnTo>
                  <a:pt x="1309424" y="130971"/>
                </a:lnTo>
                <a:lnTo>
                  <a:pt x="1308788" y="131503"/>
                </a:lnTo>
                <a:lnTo>
                  <a:pt x="1308179" y="132049"/>
                </a:lnTo>
                <a:lnTo>
                  <a:pt x="1307595" y="132604"/>
                </a:lnTo>
                <a:lnTo>
                  <a:pt x="1307036" y="133166"/>
                </a:lnTo>
                <a:lnTo>
                  <a:pt x="1306503" y="133735"/>
                </a:lnTo>
                <a:lnTo>
                  <a:pt x="1305993" y="134310"/>
                </a:lnTo>
                <a:lnTo>
                  <a:pt x="1305509" y="134892"/>
                </a:lnTo>
                <a:lnTo>
                  <a:pt x="1305050" y="135481"/>
                </a:lnTo>
                <a:lnTo>
                  <a:pt x="1304615" y="136076"/>
                </a:lnTo>
                <a:lnTo>
                  <a:pt x="1304206" y="136678"/>
                </a:lnTo>
                <a:lnTo>
                  <a:pt x="1303821" y="137286"/>
                </a:lnTo>
                <a:lnTo>
                  <a:pt x="1303461" y="137901"/>
                </a:lnTo>
                <a:lnTo>
                  <a:pt x="1303125" y="138523"/>
                </a:lnTo>
                <a:lnTo>
                  <a:pt x="1302815" y="139151"/>
                </a:lnTo>
                <a:lnTo>
                  <a:pt x="1302529" y="139786"/>
                </a:lnTo>
                <a:lnTo>
                  <a:pt x="1302269" y="140428"/>
                </a:lnTo>
                <a:lnTo>
                  <a:pt x="1302033" y="141076"/>
                </a:lnTo>
                <a:lnTo>
                  <a:pt x="1301822" y="141731"/>
                </a:lnTo>
                <a:lnTo>
                  <a:pt x="1301635" y="142392"/>
                </a:lnTo>
                <a:lnTo>
                  <a:pt x="1301474" y="143061"/>
                </a:lnTo>
                <a:lnTo>
                  <a:pt x="1301337" y="143735"/>
                </a:lnTo>
                <a:lnTo>
                  <a:pt x="1301226" y="144417"/>
                </a:lnTo>
                <a:lnTo>
                  <a:pt x="1301139" y="145105"/>
                </a:lnTo>
                <a:lnTo>
                  <a:pt x="1301077" y="145800"/>
                </a:lnTo>
                <a:lnTo>
                  <a:pt x="1301039" y="146501"/>
                </a:lnTo>
                <a:lnTo>
                  <a:pt x="1301027" y="147209"/>
                </a:lnTo>
                <a:lnTo>
                  <a:pt x="1301034" y="147793"/>
                </a:lnTo>
                <a:lnTo>
                  <a:pt x="1301056" y="148373"/>
                </a:lnTo>
                <a:lnTo>
                  <a:pt x="1301092" y="148950"/>
                </a:lnTo>
                <a:lnTo>
                  <a:pt x="1301142" y="149523"/>
                </a:lnTo>
                <a:lnTo>
                  <a:pt x="1301207" y="150093"/>
                </a:lnTo>
                <a:lnTo>
                  <a:pt x="1301286" y="150659"/>
                </a:lnTo>
                <a:lnTo>
                  <a:pt x="1301380" y="151222"/>
                </a:lnTo>
                <a:lnTo>
                  <a:pt x="1301487" y="151781"/>
                </a:lnTo>
                <a:lnTo>
                  <a:pt x="1301610" y="152337"/>
                </a:lnTo>
                <a:lnTo>
                  <a:pt x="1301746" y="152889"/>
                </a:lnTo>
                <a:lnTo>
                  <a:pt x="1301897" y="153438"/>
                </a:lnTo>
                <a:lnTo>
                  <a:pt x="1302063" y="153984"/>
                </a:lnTo>
                <a:lnTo>
                  <a:pt x="1302243" y="154526"/>
                </a:lnTo>
                <a:lnTo>
                  <a:pt x="1302437" y="155064"/>
                </a:lnTo>
                <a:lnTo>
                  <a:pt x="1302645" y="155599"/>
                </a:lnTo>
                <a:lnTo>
                  <a:pt x="1302868" y="156131"/>
                </a:lnTo>
                <a:lnTo>
                  <a:pt x="1303106" y="156659"/>
                </a:lnTo>
                <a:lnTo>
                  <a:pt x="1303358" y="157183"/>
                </a:lnTo>
                <a:lnTo>
                  <a:pt x="1303624" y="157704"/>
                </a:lnTo>
                <a:lnTo>
                  <a:pt x="1303904" y="158222"/>
                </a:lnTo>
                <a:lnTo>
                  <a:pt x="1304199" y="158736"/>
                </a:lnTo>
                <a:lnTo>
                  <a:pt x="1304508" y="159247"/>
                </a:lnTo>
                <a:lnTo>
                  <a:pt x="1304832" y="159754"/>
                </a:lnTo>
                <a:lnTo>
                  <a:pt x="1305170" y="160258"/>
                </a:lnTo>
                <a:lnTo>
                  <a:pt x="1305524" y="160756"/>
                </a:lnTo>
                <a:lnTo>
                  <a:pt x="1305897" y="161245"/>
                </a:lnTo>
                <a:lnTo>
                  <a:pt x="1306287" y="161727"/>
                </a:lnTo>
                <a:lnTo>
                  <a:pt x="1306695" y="162199"/>
                </a:lnTo>
                <a:lnTo>
                  <a:pt x="1307121" y="162664"/>
                </a:lnTo>
                <a:lnTo>
                  <a:pt x="1307565" y="163120"/>
                </a:lnTo>
                <a:lnTo>
                  <a:pt x="1308027" y="163568"/>
                </a:lnTo>
                <a:lnTo>
                  <a:pt x="1308507" y="164007"/>
                </a:lnTo>
                <a:lnTo>
                  <a:pt x="1309006" y="164438"/>
                </a:lnTo>
                <a:lnTo>
                  <a:pt x="1309522" y="164861"/>
                </a:lnTo>
                <a:lnTo>
                  <a:pt x="1310056" y="165275"/>
                </a:lnTo>
                <a:lnTo>
                  <a:pt x="1310608" y="165681"/>
                </a:lnTo>
                <a:lnTo>
                  <a:pt x="1311178" y="166078"/>
                </a:lnTo>
                <a:lnTo>
                  <a:pt x="1311766" y="166467"/>
                </a:lnTo>
                <a:lnTo>
                  <a:pt x="1312372" y="166848"/>
                </a:lnTo>
                <a:lnTo>
                  <a:pt x="1312996" y="167220"/>
                </a:lnTo>
                <a:lnTo>
                  <a:pt x="1313638" y="167584"/>
                </a:lnTo>
                <a:lnTo>
                  <a:pt x="1314298" y="167940"/>
                </a:lnTo>
                <a:lnTo>
                  <a:pt x="1314976" y="168287"/>
                </a:lnTo>
                <a:lnTo>
                  <a:pt x="1315671" y="168626"/>
                </a:lnTo>
                <a:lnTo>
                  <a:pt x="1316385" y="168956"/>
                </a:lnTo>
                <a:lnTo>
                  <a:pt x="1317117" y="169278"/>
                </a:lnTo>
                <a:lnTo>
                  <a:pt x="1317867" y="169592"/>
                </a:lnTo>
                <a:lnTo>
                  <a:pt x="1318635" y="169897"/>
                </a:lnTo>
                <a:lnTo>
                  <a:pt x="1319423" y="170192"/>
                </a:lnTo>
                <a:lnTo>
                  <a:pt x="1320232" y="170474"/>
                </a:lnTo>
                <a:lnTo>
                  <a:pt x="1321063" y="170744"/>
                </a:lnTo>
                <a:lnTo>
                  <a:pt x="1321916" y="171002"/>
                </a:lnTo>
                <a:lnTo>
                  <a:pt x="1322791" y="171247"/>
                </a:lnTo>
                <a:lnTo>
                  <a:pt x="1323687" y="171479"/>
                </a:lnTo>
                <a:lnTo>
                  <a:pt x="1324605" y="171699"/>
                </a:lnTo>
                <a:lnTo>
                  <a:pt x="1325545" y="171906"/>
                </a:lnTo>
                <a:lnTo>
                  <a:pt x="1326507" y="172100"/>
                </a:lnTo>
                <a:lnTo>
                  <a:pt x="1327490" y="172282"/>
                </a:lnTo>
                <a:lnTo>
                  <a:pt x="1328496" y="172452"/>
                </a:lnTo>
                <a:lnTo>
                  <a:pt x="1329523" y="172609"/>
                </a:lnTo>
                <a:lnTo>
                  <a:pt x="1330571" y="172753"/>
                </a:lnTo>
                <a:lnTo>
                  <a:pt x="1331642" y="172885"/>
                </a:lnTo>
                <a:lnTo>
                  <a:pt x="1332734" y="173004"/>
                </a:lnTo>
                <a:lnTo>
                  <a:pt x="1333848" y="173111"/>
                </a:lnTo>
                <a:lnTo>
                  <a:pt x="1334983" y="173205"/>
                </a:lnTo>
                <a:lnTo>
                  <a:pt x="1336141" y="173287"/>
                </a:lnTo>
                <a:lnTo>
                  <a:pt x="1337320" y="173356"/>
                </a:lnTo>
                <a:lnTo>
                  <a:pt x="1338521" y="173412"/>
                </a:lnTo>
                <a:lnTo>
                  <a:pt x="1339744" y="173456"/>
                </a:lnTo>
                <a:lnTo>
                  <a:pt x="1340988" y="173488"/>
                </a:lnTo>
                <a:lnTo>
                  <a:pt x="1342254" y="173507"/>
                </a:lnTo>
                <a:lnTo>
                  <a:pt x="1343542" y="173513"/>
                </a:lnTo>
                <a:lnTo>
                  <a:pt x="1345422" y="173498"/>
                </a:lnTo>
                <a:lnTo>
                  <a:pt x="1347262" y="173454"/>
                </a:lnTo>
                <a:lnTo>
                  <a:pt x="1349064" y="173380"/>
                </a:lnTo>
                <a:lnTo>
                  <a:pt x="1350827" y="173277"/>
                </a:lnTo>
                <a:lnTo>
                  <a:pt x="1352551" y="173145"/>
                </a:lnTo>
                <a:lnTo>
                  <a:pt x="1354236" y="172983"/>
                </a:lnTo>
                <a:lnTo>
                  <a:pt x="1355882" y="172791"/>
                </a:lnTo>
                <a:lnTo>
                  <a:pt x="1357489" y="172570"/>
                </a:lnTo>
                <a:lnTo>
                  <a:pt x="1359058" y="172320"/>
                </a:lnTo>
                <a:lnTo>
                  <a:pt x="1360587" y="172040"/>
                </a:lnTo>
                <a:lnTo>
                  <a:pt x="1362078" y="171731"/>
                </a:lnTo>
                <a:lnTo>
                  <a:pt x="1363530" y="171392"/>
                </a:lnTo>
                <a:lnTo>
                  <a:pt x="1364943" y="171024"/>
                </a:lnTo>
                <a:lnTo>
                  <a:pt x="1366317" y="170626"/>
                </a:lnTo>
                <a:lnTo>
                  <a:pt x="1367652" y="170199"/>
                </a:lnTo>
                <a:lnTo>
                  <a:pt x="1368948" y="169742"/>
                </a:lnTo>
                <a:lnTo>
                  <a:pt x="1370206" y="169256"/>
                </a:lnTo>
                <a:lnTo>
                  <a:pt x="1371424" y="168741"/>
                </a:lnTo>
                <a:lnTo>
                  <a:pt x="1372604" y="168196"/>
                </a:lnTo>
                <a:lnTo>
                  <a:pt x="1373745" y="167622"/>
                </a:lnTo>
                <a:lnTo>
                  <a:pt x="1374847" y="167018"/>
                </a:lnTo>
                <a:lnTo>
                  <a:pt x="1375910" y="166384"/>
                </a:lnTo>
                <a:lnTo>
                  <a:pt x="1376934" y="165722"/>
                </a:lnTo>
                <a:lnTo>
                  <a:pt x="1377919" y="165030"/>
                </a:lnTo>
                <a:lnTo>
                  <a:pt x="1378865" y="164314"/>
                </a:lnTo>
                <a:lnTo>
                  <a:pt x="1379770" y="163582"/>
                </a:lnTo>
                <a:lnTo>
                  <a:pt x="1380636" y="162834"/>
                </a:lnTo>
                <a:lnTo>
                  <a:pt x="1381461" y="162069"/>
                </a:lnTo>
                <a:lnTo>
                  <a:pt x="1382246" y="161288"/>
                </a:lnTo>
                <a:lnTo>
                  <a:pt x="1382990" y="160490"/>
                </a:lnTo>
                <a:lnTo>
                  <a:pt x="1383694" y="159675"/>
                </a:lnTo>
                <a:lnTo>
                  <a:pt x="1384358" y="158844"/>
                </a:lnTo>
                <a:lnTo>
                  <a:pt x="1384982" y="157996"/>
                </a:lnTo>
                <a:lnTo>
                  <a:pt x="1385566" y="157132"/>
                </a:lnTo>
                <a:lnTo>
                  <a:pt x="1386109" y="156251"/>
                </a:lnTo>
                <a:lnTo>
                  <a:pt x="1386612" y="155353"/>
                </a:lnTo>
                <a:lnTo>
                  <a:pt x="1387075" y="154439"/>
                </a:lnTo>
                <a:lnTo>
                  <a:pt x="1387497" y="153509"/>
                </a:lnTo>
                <a:lnTo>
                  <a:pt x="1387880" y="152561"/>
                </a:lnTo>
                <a:lnTo>
                  <a:pt x="1388222" y="151598"/>
                </a:lnTo>
                <a:lnTo>
                  <a:pt x="1388524" y="150617"/>
                </a:lnTo>
                <a:lnTo>
                  <a:pt x="1388785" y="149620"/>
                </a:lnTo>
                <a:lnTo>
                  <a:pt x="1389007" y="148607"/>
                </a:lnTo>
                <a:lnTo>
                  <a:pt x="1389188" y="147577"/>
                </a:lnTo>
                <a:lnTo>
                  <a:pt x="1389329" y="146530"/>
                </a:lnTo>
                <a:lnTo>
                  <a:pt x="1389429" y="145467"/>
                </a:lnTo>
                <a:lnTo>
                  <a:pt x="1389490" y="144387"/>
                </a:lnTo>
                <a:lnTo>
                  <a:pt x="1389510" y="143291"/>
                </a:lnTo>
                <a:lnTo>
                  <a:pt x="1389492" y="142190"/>
                </a:lnTo>
                <a:lnTo>
                  <a:pt x="1389439" y="141114"/>
                </a:lnTo>
                <a:lnTo>
                  <a:pt x="1389351" y="140062"/>
                </a:lnTo>
                <a:lnTo>
                  <a:pt x="1389228" y="139034"/>
                </a:lnTo>
                <a:lnTo>
                  <a:pt x="1389069" y="138030"/>
                </a:lnTo>
                <a:lnTo>
                  <a:pt x="1388875" y="137050"/>
                </a:lnTo>
                <a:lnTo>
                  <a:pt x="1388645" y="136095"/>
                </a:lnTo>
                <a:lnTo>
                  <a:pt x="1388381" y="135164"/>
                </a:lnTo>
                <a:lnTo>
                  <a:pt x="1388081" y="134257"/>
                </a:lnTo>
                <a:lnTo>
                  <a:pt x="1387746" y="133375"/>
                </a:lnTo>
                <a:lnTo>
                  <a:pt x="1387375" y="132516"/>
                </a:lnTo>
                <a:lnTo>
                  <a:pt x="1386970" y="131682"/>
                </a:lnTo>
                <a:lnTo>
                  <a:pt x="1386529" y="130872"/>
                </a:lnTo>
                <a:lnTo>
                  <a:pt x="1386052" y="130086"/>
                </a:lnTo>
                <a:lnTo>
                  <a:pt x="1385541" y="129325"/>
                </a:lnTo>
                <a:lnTo>
                  <a:pt x="1384994" y="128588"/>
                </a:lnTo>
                <a:lnTo>
                  <a:pt x="1384412" y="127875"/>
                </a:lnTo>
                <a:lnTo>
                  <a:pt x="1383795" y="127186"/>
                </a:lnTo>
                <a:lnTo>
                  <a:pt x="1383142" y="126522"/>
                </a:lnTo>
                <a:lnTo>
                  <a:pt x="1382454" y="125881"/>
                </a:lnTo>
                <a:lnTo>
                  <a:pt x="1381731" y="125265"/>
                </a:lnTo>
                <a:lnTo>
                  <a:pt x="1380972" y="124673"/>
                </a:lnTo>
                <a:lnTo>
                  <a:pt x="1380179" y="124106"/>
                </a:lnTo>
                <a:lnTo>
                  <a:pt x="1379350" y="123563"/>
                </a:lnTo>
                <a:lnTo>
                  <a:pt x="1378479" y="123042"/>
                </a:lnTo>
                <a:lnTo>
                  <a:pt x="1377562" y="122544"/>
                </a:lnTo>
                <a:lnTo>
                  <a:pt x="1376598" y="122068"/>
                </a:lnTo>
                <a:lnTo>
                  <a:pt x="1375587" y="121615"/>
                </a:lnTo>
                <a:lnTo>
                  <a:pt x="1374530" y="121183"/>
                </a:lnTo>
                <a:lnTo>
                  <a:pt x="1373425" y="120774"/>
                </a:lnTo>
                <a:lnTo>
                  <a:pt x="1372273" y="120386"/>
                </a:lnTo>
                <a:lnTo>
                  <a:pt x="1371074" y="120021"/>
                </a:lnTo>
                <a:lnTo>
                  <a:pt x="1369829" y="119678"/>
                </a:lnTo>
                <a:lnTo>
                  <a:pt x="1368536" y="119357"/>
                </a:lnTo>
                <a:lnTo>
                  <a:pt x="1367197" y="119058"/>
                </a:lnTo>
                <a:lnTo>
                  <a:pt x="1365811" y="118781"/>
                </a:lnTo>
                <a:lnTo>
                  <a:pt x="1364378" y="118527"/>
                </a:lnTo>
                <a:lnTo>
                  <a:pt x="1362897" y="118294"/>
                </a:lnTo>
                <a:lnTo>
                  <a:pt x="1361370" y="118084"/>
                </a:lnTo>
                <a:lnTo>
                  <a:pt x="1359796" y="117896"/>
                </a:lnTo>
                <a:lnTo>
                  <a:pt x="1358175" y="117730"/>
                </a:lnTo>
                <a:lnTo>
                  <a:pt x="1356508" y="117586"/>
                </a:lnTo>
                <a:lnTo>
                  <a:pt x="1354793" y="117464"/>
                </a:lnTo>
                <a:lnTo>
                  <a:pt x="1353031" y="117365"/>
                </a:lnTo>
                <a:lnTo>
                  <a:pt x="1351222" y="117287"/>
                </a:lnTo>
                <a:lnTo>
                  <a:pt x="1349367" y="117232"/>
                </a:lnTo>
                <a:lnTo>
                  <a:pt x="1347464" y="117199"/>
                </a:lnTo>
                <a:lnTo>
                  <a:pt x="1345515" y="117188"/>
                </a:lnTo>
                <a:lnTo>
                  <a:pt x="1339103" y="117188"/>
                </a:lnTo>
                <a:lnTo>
                  <a:pt x="1338460" y="117186"/>
                </a:lnTo>
                <a:lnTo>
                  <a:pt x="1337828" y="117181"/>
                </a:lnTo>
                <a:lnTo>
                  <a:pt x="1337208" y="117173"/>
                </a:lnTo>
                <a:lnTo>
                  <a:pt x="1336600" y="117162"/>
                </a:lnTo>
                <a:lnTo>
                  <a:pt x="1336004" y="117147"/>
                </a:lnTo>
                <a:lnTo>
                  <a:pt x="1335420" y="117129"/>
                </a:lnTo>
                <a:lnTo>
                  <a:pt x="1334847" y="117107"/>
                </a:lnTo>
                <a:lnTo>
                  <a:pt x="1334286" y="117083"/>
                </a:lnTo>
                <a:lnTo>
                  <a:pt x="1333737" y="117055"/>
                </a:lnTo>
                <a:lnTo>
                  <a:pt x="1333200" y="117024"/>
                </a:lnTo>
                <a:lnTo>
                  <a:pt x="1332675" y="116990"/>
                </a:lnTo>
                <a:lnTo>
                  <a:pt x="1332161" y="116952"/>
                </a:lnTo>
                <a:lnTo>
                  <a:pt x="1331660" y="116911"/>
                </a:lnTo>
                <a:lnTo>
                  <a:pt x="1331170" y="116867"/>
                </a:lnTo>
                <a:lnTo>
                  <a:pt x="1330692" y="116819"/>
                </a:lnTo>
                <a:lnTo>
                  <a:pt x="1330225" y="116768"/>
                </a:lnTo>
                <a:lnTo>
                  <a:pt x="1329771" y="116714"/>
                </a:lnTo>
                <a:lnTo>
                  <a:pt x="1329328" y="116657"/>
                </a:lnTo>
                <a:lnTo>
                  <a:pt x="1328898" y="116597"/>
                </a:lnTo>
                <a:lnTo>
                  <a:pt x="1328479" y="116533"/>
                </a:lnTo>
                <a:lnTo>
                  <a:pt x="1328071" y="116466"/>
                </a:lnTo>
                <a:lnTo>
                  <a:pt x="1327676" y="116395"/>
                </a:lnTo>
                <a:lnTo>
                  <a:pt x="1327293" y="116321"/>
                </a:lnTo>
                <a:lnTo>
                  <a:pt x="1326921" y="116244"/>
                </a:lnTo>
                <a:lnTo>
                  <a:pt x="1326559" y="116165"/>
                </a:lnTo>
                <a:lnTo>
                  <a:pt x="1326207" y="116083"/>
                </a:lnTo>
                <a:lnTo>
                  <a:pt x="1325864" y="115999"/>
                </a:lnTo>
                <a:lnTo>
                  <a:pt x="1325529" y="115914"/>
                </a:lnTo>
                <a:lnTo>
                  <a:pt x="1325203" y="115826"/>
                </a:lnTo>
                <a:lnTo>
                  <a:pt x="1324886" y="115736"/>
                </a:lnTo>
                <a:lnTo>
                  <a:pt x="1324578" y="115644"/>
                </a:lnTo>
                <a:lnTo>
                  <a:pt x="1324279" y="115550"/>
                </a:lnTo>
                <a:lnTo>
                  <a:pt x="1323989" y="115453"/>
                </a:lnTo>
                <a:lnTo>
                  <a:pt x="1323708" y="115355"/>
                </a:lnTo>
                <a:lnTo>
                  <a:pt x="1323436" y="115255"/>
                </a:lnTo>
                <a:lnTo>
                  <a:pt x="1323172" y="115152"/>
                </a:lnTo>
                <a:lnTo>
                  <a:pt x="1322918" y="115048"/>
                </a:lnTo>
                <a:lnTo>
                  <a:pt x="1322672" y="114942"/>
                </a:lnTo>
                <a:lnTo>
                  <a:pt x="1322436" y="114833"/>
                </a:lnTo>
                <a:lnTo>
                  <a:pt x="1322208" y="114722"/>
                </a:lnTo>
                <a:lnTo>
                  <a:pt x="1321989" y="114610"/>
                </a:lnTo>
                <a:lnTo>
                  <a:pt x="1321779" y="114495"/>
                </a:lnTo>
                <a:lnTo>
                  <a:pt x="1321578" y="114378"/>
                </a:lnTo>
                <a:lnTo>
                  <a:pt x="1321386" y="114259"/>
                </a:lnTo>
                <a:lnTo>
                  <a:pt x="1321203" y="114138"/>
                </a:lnTo>
                <a:lnTo>
                  <a:pt x="1321028" y="114015"/>
                </a:lnTo>
                <a:lnTo>
                  <a:pt x="1320863" y="113890"/>
                </a:lnTo>
                <a:lnTo>
                  <a:pt x="1320706" y="113763"/>
                </a:lnTo>
                <a:lnTo>
                  <a:pt x="1320557" y="113634"/>
                </a:lnTo>
                <a:lnTo>
                  <a:pt x="1320415" y="113503"/>
                </a:lnTo>
                <a:lnTo>
                  <a:pt x="1320279" y="113371"/>
                </a:lnTo>
                <a:lnTo>
                  <a:pt x="1320149" y="113238"/>
                </a:lnTo>
                <a:lnTo>
                  <a:pt x="1320025" y="113103"/>
                </a:lnTo>
                <a:lnTo>
                  <a:pt x="1319908" y="112966"/>
                </a:lnTo>
                <a:lnTo>
                  <a:pt x="1319797" y="112828"/>
                </a:lnTo>
                <a:lnTo>
                  <a:pt x="1319693" y="112688"/>
                </a:lnTo>
                <a:lnTo>
                  <a:pt x="1319594" y="112546"/>
                </a:lnTo>
                <a:lnTo>
                  <a:pt x="1319502" y="112404"/>
                </a:lnTo>
                <a:lnTo>
                  <a:pt x="1319417" y="112259"/>
                </a:lnTo>
                <a:lnTo>
                  <a:pt x="1319338" y="112113"/>
                </a:lnTo>
                <a:lnTo>
                  <a:pt x="1319265" y="111965"/>
                </a:lnTo>
                <a:lnTo>
                  <a:pt x="1319198" y="111816"/>
                </a:lnTo>
                <a:lnTo>
                  <a:pt x="1319138" y="111666"/>
                </a:lnTo>
                <a:lnTo>
                  <a:pt x="1319084" y="111513"/>
                </a:lnTo>
                <a:lnTo>
                  <a:pt x="1319037" y="111360"/>
                </a:lnTo>
                <a:lnTo>
                  <a:pt x="1318995" y="111204"/>
                </a:lnTo>
                <a:lnTo>
                  <a:pt x="1318961" y="111047"/>
                </a:lnTo>
                <a:lnTo>
                  <a:pt x="1318932" y="110889"/>
                </a:lnTo>
                <a:lnTo>
                  <a:pt x="1318910" y="110729"/>
                </a:lnTo>
                <a:lnTo>
                  <a:pt x="1318894" y="110567"/>
                </a:lnTo>
                <a:lnTo>
                  <a:pt x="1318885" y="110404"/>
                </a:lnTo>
                <a:lnTo>
                  <a:pt x="1318881" y="110240"/>
                </a:lnTo>
                <a:lnTo>
                  <a:pt x="1318887" y="110001"/>
                </a:lnTo>
                <a:lnTo>
                  <a:pt x="1318903" y="109764"/>
                </a:lnTo>
                <a:lnTo>
                  <a:pt x="1318929" y="109528"/>
                </a:lnTo>
                <a:lnTo>
                  <a:pt x="1318966" y="109295"/>
                </a:lnTo>
                <a:lnTo>
                  <a:pt x="1319014" y="109064"/>
                </a:lnTo>
                <a:lnTo>
                  <a:pt x="1319073" y="108834"/>
                </a:lnTo>
                <a:lnTo>
                  <a:pt x="1319142" y="108607"/>
                </a:lnTo>
                <a:lnTo>
                  <a:pt x="1319221" y="108381"/>
                </a:lnTo>
                <a:lnTo>
                  <a:pt x="1319311" y="108157"/>
                </a:lnTo>
                <a:lnTo>
                  <a:pt x="1319412" y="107936"/>
                </a:lnTo>
                <a:lnTo>
                  <a:pt x="1319524" y="107716"/>
                </a:lnTo>
                <a:lnTo>
                  <a:pt x="1319646" y="107498"/>
                </a:lnTo>
                <a:lnTo>
                  <a:pt x="1319779" y="107281"/>
                </a:lnTo>
                <a:lnTo>
                  <a:pt x="1319922" y="107067"/>
                </a:lnTo>
                <a:lnTo>
                  <a:pt x="1320076" y="106855"/>
                </a:lnTo>
                <a:lnTo>
                  <a:pt x="1320241" y="106645"/>
                </a:lnTo>
                <a:lnTo>
                  <a:pt x="1320416" y="106436"/>
                </a:lnTo>
                <a:lnTo>
                  <a:pt x="1320602" y="106230"/>
                </a:lnTo>
                <a:lnTo>
                  <a:pt x="1320798" y="106025"/>
                </a:lnTo>
                <a:lnTo>
                  <a:pt x="1321005" y="105822"/>
                </a:lnTo>
                <a:lnTo>
                  <a:pt x="1321223" y="105621"/>
                </a:lnTo>
                <a:lnTo>
                  <a:pt x="1321451" y="105422"/>
                </a:lnTo>
                <a:lnTo>
                  <a:pt x="1321690" y="105225"/>
                </a:lnTo>
                <a:lnTo>
                  <a:pt x="1321939" y="105030"/>
                </a:lnTo>
                <a:lnTo>
                  <a:pt x="1322198" y="104837"/>
                </a:lnTo>
                <a:lnTo>
                  <a:pt x="1322464" y="104647"/>
                </a:lnTo>
                <a:lnTo>
                  <a:pt x="1322738" y="104460"/>
                </a:lnTo>
                <a:lnTo>
                  <a:pt x="1323019" y="104276"/>
                </a:lnTo>
                <a:lnTo>
                  <a:pt x="1323308" y="104094"/>
                </a:lnTo>
                <a:lnTo>
                  <a:pt x="1323604" y="103916"/>
                </a:lnTo>
                <a:lnTo>
                  <a:pt x="1323908" y="103741"/>
                </a:lnTo>
                <a:lnTo>
                  <a:pt x="1324219" y="103568"/>
                </a:lnTo>
                <a:lnTo>
                  <a:pt x="1324538" y="103399"/>
                </a:lnTo>
                <a:lnTo>
                  <a:pt x="1324864" y="103232"/>
                </a:lnTo>
                <a:lnTo>
                  <a:pt x="1325198" y="103068"/>
                </a:lnTo>
                <a:lnTo>
                  <a:pt x="1325540" y="102908"/>
                </a:lnTo>
                <a:lnTo>
                  <a:pt x="1325889" y="102750"/>
                </a:lnTo>
                <a:lnTo>
                  <a:pt x="1326245" y="102595"/>
                </a:lnTo>
                <a:lnTo>
                  <a:pt x="1326609" y="102443"/>
                </a:lnTo>
                <a:lnTo>
                  <a:pt x="1326981" y="102294"/>
                </a:lnTo>
                <a:lnTo>
                  <a:pt x="1327360" y="102148"/>
                </a:lnTo>
                <a:lnTo>
                  <a:pt x="1327747" y="102005"/>
                </a:lnTo>
                <a:lnTo>
                  <a:pt x="1327828" y="101976"/>
                </a:lnTo>
                <a:lnTo>
                  <a:pt x="1328176" y="102095"/>
                </a:lnTo>
                <a:lnTo>
                  <a:pt x="1328968" y="102346"/>
                </a:lnTo>
                <a:lnTo>
                  <a:pt x="1329774" y="102581"/>
                </a:lnTo>
                <a:lnTo>
                  <a:pt x="1330591" y="102799"/>
                </a:lnTo>
                <a:lnTo>
                  <a:pt x="1331421" y="103002"/>
                </a:lnTo>
                <a:lnTo>
                  <a:pt x="1332264" y="103188"/>
                </a:lnTo>
                <a:lnTo>
                  <a:pt x="1333119" y="103358"/>
                </a:lnTo>
                <a:lnTo>
                  <a:pt x="1333987" y="103511"/>
                </a:lnTo>
                <a:lnTo>
                  <a:pt x="1334867" y="103649"/>
                </a:lnTo>
                <a:lnTo>
                  <a:pt x="1335760" y="103770"/>
                </a:lnTo>
                <a:lnTo>
                  <a:pt x="1336665" y="103876"/>
                </a:lnTo>
                <a:lnTo>
                  <a:pt x="1337583" y="103965"/>
                </a:lnTo>
                <a:lnTo>
                  <a:pt x="1338513" y="104037"/>
                </a:lnTo>
                <a:lnTo>
                  <a:pt x="1339455" y="104094"/>
                </a:lnTo>
                <a:lnTo>
                  <a:pt x="1340411" y="104134"/>
                </a:lnTo>
                <a:lnTo>
                  <a:pt x="1341378" y="104159"/>
                </a:lnTo>
                <a:lnTo>
                  <a:pt x="1342358" y="104167"/>
                </a:lnTo>
                <a:lnTo>
                  <a:pt x="1343395" y="104159"/>
                </a:lnTo>
                <a:lnTo>
                  <a:pt x="1344417" y="104135"/>
                </a:lnTo>
                <a:lnTo>
                  <a:pt x="1345424" y="104096"/>
                </a:lnTo>
                <a:lnTo>
                  <a:pt x="1346416" y="104040"/>
                </a:lnTo>
                <a:lnTo>
                  <a:pt x="1347394" y="103969"/>
                </a:lnTo>
                <a:lnTo>
                  <a:pt x="1348357" y="103882"/>
                </a:lnTo>
                <a:lnTo>
                  <a:pt x="1349305" y="103779"/>
                </a:lnTo>
                <a:lnTo>
                  <a:pt x="1350239" y="103660"/>
                </a:lnTo>
                <a:lnTo>
                  <a:pt x="1351158" y="103525"/>
                </a:lnTo>
                <a:lnTo>
                  <a:pt x="1352062" y="103375"/>
                </a:lnTo>
                <a:lnTo>
                  <a:pt x="1352951" y="103208"/>
                </a:lnTo>
                <a:lnTo>
                  <a:pt x="1353826" y="103026"/>
                </a:lnTo>
                <a:lnTo>
                  <a:pt x="1354686" y="102828"/>
                </a:lnTo>
                <a:lnTo>
                  <a:pt x="1355531" y="102614"/>
                </a:lnTo>
                <a:lnTo>
                  <a:pt x="1356361" y="102385"/>
                </a:lnTo>
                <a:lnTo>
                  <a:pt x="1357177" y="102139"/>
                </a:lnTo>
                <a:lnTo>
                  <a:pt x="1357978" y="101878"/>
                </a:lnTo>
                <a:lnTo>
                  <a:pt x="1358764" y="101601"/>
                </a:lnTo>
                <a:lnTo>
                  <a:pt x="1359535" y="101308"/>
                </a:lnTo>
                <a:lnTo>
                  <a:pt x="1360292" y="100999"/>
                </a:lnTo>
                <a:lnTo>
                  <a:pt x="1361034" y="100674"/>
                </a:lnTo>
                <a:lnTo>
                  <a:pt x="1361762" y="100333"/>
                </a:lnTo>
                <a:lnTo>
                  <a:pt x="1362474" y="99977"/>
                </a:lnTo>
                <a:lnTo>
                  <a:pt x="1363172" y="99605"/>
                </a:lnTo>
                <a:lnTo>
                  <a:pt x="1363855" y="99219"/>
                </a:lnTo>
                <a:lnTo>
                  <a:pt x="1364524" y="98823"/>
                </a:lnTo>
                <a:lnTo>
                  <a:pt x="1365178" y="98417"/>
                </a:lnTo>
                <a:lnTo>
                  <a:pt x="1365818" y="98000"/>
                </a:lnTo>
                <a:lnTo>
                  <a:pt x="1366443" y="97573"/>
                </a:lnTo>
                <a:lnTo>
                  <a:pt x="1367053" y="97135"/>
                </a:lnTo>
                <a:lnTo>
                  <a:pt x="1367649" y="96687"/>
                </a:lnTo>
                <a:lnTo>
                  <a:pt x="1368230" y="96229"/>
                </a:lnTo>
                <a:lnTo>
                  <a:pt x="1368797" y="95760"/>
                </a:lnTo>
                <a:lnTo>
                  <a:pt x="1369349" y="95280"/>
                </a:lnTo>
                <a:lnTo>
                  <a:pt x="1369887" y="94791"/>
                </a:lnTo>
                <a:lnTo>
                  <a:pt x="1370410" y="94290"/>
                </a:lnTo>
                <a:lnTo>
                  <a:pt x="1370919" y="93779"/>
                </a:lnTo>
                <a:lnTo>
                  <a:pt x="1371413" y="93258"/>
                </a:lnTo>
                <a:lnTo>
                  <a:pt x="1371892" y="92727"/>
                </a:lnTo>
                <a:lnTo>
                  <a:pt x="1372357" y="92184"/>
                </a:lnTo>
                <a:lnTo>
                  <a:pt x="1372807" y="91632"/>
                </a:lnTo>
                <a:lnTo>
                  <a:pt x="1373243" y="91069"/>
                </a:lnTo>
                <a:lnTo>
                  <a:pt x="1373664" y="90495"/>
                </a:lnTo>
                <a:lnTo>
                  <a:pt x="1374071" y="89912"/>
                </a:lnTo>
                <a:lnTo>
                  <a:pt x="1374463" y="89317"/>
                </a:lnTo>
                <a:lnTo>
                  <a:pt x="1374840" y="88712"/>
                </a:lnTo>
                <a:lnTo>
                  <a:pt x="1375203" y="88097"/>
                </a:lnTo>
                <a:lnTo>
                  <a:pt x="1375552" y="87472"/>
                </a:lnTo>
                <a:lnTo>
                  <a:pt x="1375886" y="86838"/>
                </a:lnTo>
                <a:lnTo>
                  <a:pt x="1376206" y="86200"/>
                </a:lnTo>
                <a:lnTo>
                  <a:pt x="1376511" y="85556"/>
                </a:lnTo>
                <a:lnTo>
                  <a:pt x="1376803" y="84908"/>
                </a:lnTo>
                <a:lnTo>
                  <a:pt x="1377080" y="84254"/>
                </a:lnTo>
                <a:lnTo>
                  <a:pt x="1377343" y="83595"/>
                </a:lnTo>
                <a:lnTo>
                  <a:pt x="1377592" y="82932"/>
                </a:lnTo>
                <a:lnTo>
                  <a:pt x="1377826" y="82263"/>
                </a:lnTo>
                <a:lnTo>
                  <a:pt x="1378046" y="81589"/>
                </a:lnTo>
                <a:lnTo>
                  <a:pt x="1378252" y="80910"/>
                </a:lnTo>
                <a:lnTo>
                  <a:pt x="1378444" y="80227"/>
                </a:lnTo>
                <a:lnTo>
                  <a:pt x="1378622" y="79538"/>
                </a:lnTo>
                <a:lnTo>
                  <a:pt x="1378785" y="78844"/>
                </a:lnTo>
                <a:lnTo>
                  <a:pt x="1378935" y="78145"/>
                </a:lnTo>
                <a:lnTo>
                  <a:pt x="1379070" y="77441"/>
                </a:lnTo>
                <a:lnTo>
                  <a:pt x="1379191" y="76732"/>
                </a:lnTo>
                <a:lnTo>
                  <a:pt x="1379297" y="76018"/>
                </a:lnTo>
                <a:lnTo>
                  <a:pt x="1379390" y="75299"/>
                </a:lnTo>
                <a:lnTo>
                  <a:pt x="1379468" y="74574"/>
                </a:lnTo>
                <a:lnTo>
                  <a:pt x="1379532" y="73845"/>
                </a:lnTo>
                <a:lnTo>
                  <a:pt x="1379581" y="73111"/>
                </a:lnTo>
                <a:lnTo>
                  <a:pt x="1379617" y="72372"/>
                </a:lnTo>
                <a:lnTo>
                  <a:pt x="1379638" y="71627"/>
                </a:lnTo>
                <a:lnTo>
                  <a:pt x="1379645" y="70878"/>
                </a:lnTo>
                <a:lnTo>
                  <a:pt x="1379638" y="70104"/>
                </a:lnTo>
                <a:lnTo>
                  <a:pt x="1379617" y="69336"/>
                </a:lnTo>
                <a:lnTo>
                  <a:pt x="1379582" y="68573"/>
                </a:lnTo>
                <a:lnTo>
                  <a:pt x="1379533" y="67817"/>
                </a:lnTo>
                <a:lnTo>
                  <a:pt x="1379470" y="67067"/>
                </a:lnTo>
                <a:lnTo>
                  <a:pt x="1379393" y="66322"/>
                </a:lnTo>
                <a:lnTo>
                  <a:pt x="1379301" y="65584"/>
                </a:lnTo>
                <a:lnTo>
                  <a:pt x="1379196" y="64851"/>
                </a:lnTo>
                <a:lnTo>
                  <a:pt x="1379077" y="64124"/>
                </a:lnTo>
                <a:lnTo>
                  <a:pt x="1378943" y="63403"/>
                </a:lnTo>
                <a:lnTo>
                  <a:pt x="1378796" y="62688"/>
                </a:lnTo>
                <a:lnTo>
                  <a:pt x="1378634" y="61979"/>
                </a:lnTo>
                <a:lnTo>
                  <a:pt x="1378459" y="61276"/>
                </a:lnTo>
                <a:lnTo>
                  <a:pt x="1378269" y="60579"/>
                </a:lnTo>
                <a:lnTo>
                  <a:pt x="1378066" y="59888"/>
                </a:lnTo>
                <a:lnTo>
                  <a:pt x="1377848" y="59203"/>
                </a:lnTo>
                <a:lnTo>
                  <a:pt x="1377616" y="58523"/>
                </a:lnTo>
                <a:lnTo>
                  <a:pt x="1377370" y="57850"/>
                </a:lnTo>
                <a:lnTo>
                  <a:pt x="1377111" y="57182"/>
                </a:lnTo>
                <a:lnTo>
                  <a:pt x="1376837" y="56520"/>
                </a:lnTo>
                <a:lnTo>
                  <a:pt x="1376549" y="55865"/>
                </a:lnTo>
                <a:lnTo>
                  <a:pt x="1376247" y="55215"/>
                </a:lnTo>
                <a:lnTo>
                  <a:pt x="1375931" y="54571"/>
                </a:lnTo>
                <a:lnTo>
                  <a:pt x="1375601" y="53933"/>
                </a:lnTo>
                <a:lnTo>
                  <a:pt x="1375257" y="53303"/>
                </a:lnTo>
                <a:lnTo>
                  <a:pt x="1374898" y="52684"/>
                </a:lnTo>
                <a:lnTo>
                  <a:pt x="1374525" y="52076"/>
                </a:lnTo>
                <a:lnTo>
                  <a:pt x="1374138" y="51478"/>
                </a:lnTo>
                <a:lnTo>
                  <a:pt x="1373736" y="50892"/>
                </a:lnTo>
                <a:lnTo>
                  <a:pt x="1373320" y="50316"/>
                </a:lnTo>
                <a:lnTo>
                  <a:pt x="1372889" y="49751"/>
                </a:lnTo>
                <a:lnTo>
                  <a:pt x="1372445" y="49197"/>
                </a:lnTo>
                <a:lnTo>
                  <a:pt x="1371985" y="48653"/>
                </a:lnTo>
                <a:lnTo>
                  <a:pt x="1371512" y="48121"/>
                </a:lnTo>
                <a:lnTo>
                  <a:pt x="1371023" y="47599"/>
                </a:lnTo>
                <a:lnTo>
                  <a:pt x="1370521" y="47088"/>
                </a:lnTo>
                <a:lnTo>
                  <a:pt x="1370004" y="46588"/>
                </a:lnTo>
                <a:lnTo>
                  <a:pt x="1369473" y="46099"/>
                </a:lnTo>
                <a:lnTo>
                  <a:pt x="1368996" y="45681"/>
                </a:lnTo>
                <a:lnTo>
                  <a:pt x="1369027" y="45644"/>
                </a:lnTo>
                <a:lnTo>
                  <a:pt x="1369371" y="45249"/>
                </a:lnTo>
                <a:lnTo>
                  <a:pt x="1369723" y="44869"/>
                </a:lnTo>
                <a:close/>
                <a:moveTo>
                  <a:pt x="1338854" y="92682"/>
                </a:moveTo>
                <a:lnTo>
                  <a:pt x="1338194" y="92577"/>
                </a:lnTo>
                <a:lnTo>
                  <a:pt x="1337541" y="92453"/>
                </a:lnTo>
                <a:lnTo>
                  <a:pt x="1336895" y="92310"/>
                </a:lnTo>
                <a:lnTo>
                  <a:pt x="1336256" y="92147"/>
                </a:lnTo>
                <a:lnTo>
                  <a:pt x="1335624" y="91965"/>
                </a:lnTo>
                <a:lnTo>
                  <a:pt x="1334999" y="91764"/>
                </a:lnTo>
                <a:lnTo>
                  <a:pt x="1334381" y="91544"/>
                </a:lnTo>
                <a:lnTo>
                  <a:pt x="1333770" y="91305"/>
                </a:lnTo>
                <a:lnTo>
                  <a:pt x="1333166" y="91047"/>
                </a:lnTo>
                <a:lnTo>
                  <a:pt x="1332569" y="90770"/>
                </a:lnTo>
                <a:lnTo>
                  <a:pt x="1331979" y="90473"/>
                </a:lnTo>
                <a:lnTo>
                  <a:pt x="1331396" y="90158"/>
                </a:lnTo>
                <a:lnTo>
                  <a:pt x="1330820" y="89823"/>
                </a:lnTo>
                <a:lnTo>
                  <a:pt x="1330251" y="89469"/>
                </a:lnTo>
                <a:lnTo>
                  <a:pt x="1329690" y="89096"/>
                </a:lnTo>
                <a:lnTo>
                  <a:pt x="1329135" y="88704"/>
                </a:lnTo>
                <a:lnTo>
                  <a:pt x="1328587" y="88293"/>
                </a:lnTo>
                <a:lnTo>
                  <a:pt x="1328046" y="87862"/>
                </a:lnTo>
                <a:lnTo>
                  <a:pt x="1327513" y="87413"/>
                </a:lnTo>
                <a:lnTo>
                  <a:pt x="1326994" y="86944"/>
                </a:lnTo>
                <a:lnTo>
                  <a:pt x="1326496" y="86455"/>
                </a:lnTo>
                <a:lnTo>
                  <a:pt x="1326021" y="85947"/>
                </a:lnTo>
                <a:lnTo>
                  <a:pt x="1325569" y="85420"/>
                </a:lnTo>
                <a:lnTo>
                  <a:pt x="1325138" y="84873"/>
                </a:lnTo>
                <a:lnTo>
                  <a:pt x="1324729" y="84307"/>
                </a:lnTo>
                <a:lnTo>
                  <a:pt x="1324343" y="83721"/>
                </a:lnTo>
                <a:lnTo>
                  <a:pt x="1323978" y="83115"/>
                </a:lnTo>
                <a:lnTo>
                  <a:pt x="1323636" y="82490"/>
                </a:lnTo>
                <a:lnTo>
                  <a:pt x="1323315" y="81846"/>
                </a:lnTo>
                <a:lnTo>
                  <a:pt x="1323017" y="81182"/>
                </a:lnTo>
                <a:lnTo>
                  <a:pt x="1322741" y="80499"/>
                </a:lnTo>
                <a:lnTo>
                  <a:pt x="1322487" y="79796"/>
                </a:lnTo>
                <a:lnTo>
                  <a:pt x="1322255" y="79074"/>
                </a:lnTo>
                <a:lnTo>
                  <a:pt x="1322045" y="78332"/>
                </a:lnTo>
                <a:lnTo>
                  <a:pt x="1321857" y="77571"/>
                </a:lnTo>
                <a:lnTo>
                  <a:pt x="1321691" y="76790"/>
                </a:lnTo>
                <a:lnTo>
                  <a:pt x="1321548" y="75990"/>
                </a:lnTo>
                <a:lnTo>
                  <a:pt x="1321426" y="75170"/>
                </a:lnTo>
                <a:lnTo>
                  <a:pt x="1321327" y="74331"/>
                </a:lnTo>
                <a:lnTo>
                  <a:pt x="1321250" y="73472"/>
                </a:lnTo>
                <a:lnTo>
                  <a:pt x="1321194" y="72594"/>
                </a:lnTo>
                <a:lnTo>
                  <a:pt x="1321161" y="71696"/>
                </a:lnTo>
                <a:lnTo>
                  <a:pt x="1321150" y="70779"/>
                </a:lnTo>
                <a:lnTo>
                  <a:pt x="1321161" y="69870"/>
                </a:lnTo>
                <a:lnTo>
                  <a:pt x="1321193" y="68980"/>
                </a:lnTo>
                <a:lnTo>
                  <a:pt x="1321247" y="68108"/>
                </a:lnTo>
                <a:lnTo>
                  <a:pt x="1321321" y="67255"/>
                </a:lnTo>
                <a:lnTo>
                  <a:pt x="1321418" y="66420"/>
                </a:lnTo>
                <a:lnTo>
                  <a:pt x="1321536" y="65604"/>
                </a:lnTo>
                <a:lnTo>
                  <a:pt x="1321675" y="64807"/>
                </a:lnTo>
                <a:lnTo>
                  <a:pt x="1321835" y="64028"/>
                </a:lnTo>
                <a:lnTo>
                  <a:pt x="1322017" y="63268"/>
                </a:lnTo>
                <a:lnTo>
                  <a:pt x="1322221" y="62526"/>
                </a:lnTo>
                <a:lnTo>
                  <a:pt x="1322445" y="61803"/>
                </a:lnTo>
                <a:lnTo>
                  <a:pt x="1322692" y="61098"/>
                </a:lnTo>
                <a:lnTo>
                  <a:pt x="1322959" y="60413"/>
                </a:lnTo>
                <a:lnTo>
                  <a:pt x="1323248" y="59745"/>
                </a:lnTo>
                <a:lnTo>
                  <a:pt x="1323558" y="59097"/>
                </a:lnTo>
                <a:lnTo>
                  <a:pt x="1323890" y="58467"/>
                </a:lnTo>
                <a:lnTo>
                  <a:pt x="1324244" y="57855"/>
                </a:lnTo>
                <a:lnTo>
                  <a:pt x="1324618" y="57263"/>
                </a:lnTo>
                <a:lnTo>
                  <a:pt x="1325014" y="56688"/>
                </a:lnTo>
                <a:lnTo>
                  <a:pt x="1325432" y="56133"/>
                </a:lnTo>
                <a:lnTo>
                  <a:pt x="1325870" y="55596"/>
                </a:lnTo>
                <a:lnTo>
                  <a:pt x="1326331" y="55077"/>
                </a:lnTo>
                <a:lnTo>
                  <a:pt x="1326812" y="54578"/>
                </a:lnTo>
                <a:lnTo>
                  <a:pt x="1327315" y="54096"/>
                </a:lnTo>
                <a:lnTo>
                  <a:pt x="1327835" y="53634"/>
                </a:lnTo>
                <a:lnTo>
                  <a:pt x="1328365" y="53192"/>
                </a:lnTo>
                <a:lnTo>
                  <a:pt x="1328907" y="52769"/>
                </a:lnTo>
                <a:lnTo>
                  <a:pt x="1329460" y="52366"/>
                </a:lnTo>
                <a:lnTo>
                  <a:pt x="1330023" y="51983"/>
                </a:lnTo>
                <a:lnTo>
                  <a:pt x="1330598" y="51619"/>
                </a:lnTo>
                <a:lnTo>
                  <a:pt x="1331184" y="51275"/>
                </a:lnTo>
                <a:lnTo>
                  <a:pt x="1331782" y="50950"/>
                </a:lnTo>
                <a:lnTo>
                  <a:pt x="1332390" y="50646"/>
                </a:lnTo>
                <a:lnTo>
                  <a:pt x="1333010" y="50361"/>
                </a:lnTo>
                <a:lnTo>
                  <a:pt x="1333640" y="50095"/>
                </a:lnTo>
                <a:lnTo>
                  <a:pt x="1334282" y="49849"/>
                </a:lnTo>
                <a:lnTo>
                  <a:pt x="1334935" y="49623"/>
                </a:lnTo>
                <a:lnTo>
                  <a:pt x="1335599" y="49417"/>
                </a:lnTo>
                <a:lnTo>
                  <a:pt x="1336274" y="49230"/>
                </a:lnTo>
                <a:lnTo>
                  <a:pt x="1336960" y="49063"/>
                </a:lnTo>
                <a:lnTo>
                  <a:pt x="1337658" y="48915"/>
                </a:lnTo>
                <a:lnTo>
                  <a:pt x="1338366" y="48788"/>
                </a:lnTo>
                <a:lnTo>
                  <a:pt x="1339086" y="48679"/>
                </a:lnTo>
                <a:lnTo>
                  <a:pt x="1339817" y="48591"/>
                </a:lnTo>
                <a:lnTo>
                  <a:pt x="1340559" y="48522"/>
                </a:lnTo>
                <a:lnTo>
                  <a:pt x="1341312" y="48473"/>
                </a:lnTo>
                <a:lnTo>
                  <a:pt x="1342076" y="48443"/>
                </a:lnTo>
                <a:lnTo>
                  <a:pt x="1342852" y="48434"/>
                </a:lnTo>
                <a:lnTo>
                  <a:pt x="1343643" y="48443"/>
                </a:lnTo>
                <a:lnTo>
                  <a:pt x="1344420" y="48472"/>
                </a:lnTo>
                <a:lnTo>
                  <a:pt x="1345185" y="48520"/>
                </a:lnTo>
                <a:lnTo>
                  <a:pt x="1345937" y="48587"/>
                </a:lnTo>
                <a:lnTo>
                  <a:pt x="1346676" y="48673"/>
                </a:lnTo>
                <a:lnTo>
                  <a:pt x="1347402" y="48778"/>
                </a:lnTo>
                <a:lnTo>
                  <a:pt x="1348114" y="48903"/>
                </a:lnTo>
                <a:lnTo>
                  <a:pt x="1348814" y="49046"/>
                </a:lnTo>
                <a:lnTo>
                  <a:pt x="1349501" y="49209"/>
                </a:lnTo>
                <a:lnTo>
                  <a:pt x="1350175" y="49391"/>
                </a:lnTo>
                <a:lnTo>
                  <a:pt x="1350835" y="49591"/>
                </a:lnTo>
                <a:lnTo>
                  <a:pt x="1351483" y="49812"/>
                </a:lnTo>
                <a:lnTo>
                  <a:pt x="1352118" y="50051"/>
                </a:lnTo>
                <a:lnTo>
                  <a:pt x="1352739" y="50309"/>
                </a:lnTo>
                <a:lnTo>
                  <a:pt x="1353348" y="50587"/>
                </a:lnTo>
                <a:lnTo>
                  <a:pt x="1353943" y="50883"/>
                </a:lnTo>
                <a:lnTo>
                  <a:pt x="1354526" y="51199"/>
                </a:lnTo>
                <a:lnTo>
                  <a:pt x="1355096" y="51534"/>
                </a:lnTo>
                <a:lnTo>
                  <a:pt x="1355652" y="51888"/>
                </a:lnTo>
                <a:lnTo>
                  <a:pt x="1356196" y="52261"/>
                </a:lnTo>
                <a:lnTo>
                  <a:pt x="1356726" y="52654"/>
                </a:lnTo>
                <a:lnTo>
                  <a:pt x="1357244" y="53065"/>
                </a:lnTo>
                <a:lnTo>
                  <a:pt x="1357748" y="53496"/>
                </a:lnTo>
                <a:lnTo>
                  <a:pt x="1358240" y="53945"/>
                </a:lnTo>
                <a:lnTo>
                  <a:pt x="1358715" y="54415"/>
                </a:lnTo>
                <a:lnTo>
                  <a:pt x="1359170" y="54905"/>
                </a:lnTo>
                <a:lnTo>
                  <a:pt x="1359604" y="55415"/>
                </a:lnTo>
                <a:lnTo>
                  <a:pt x="1360018" y="55946"/>
                </a:lnTo>
                <a:lnTo>
                  <a:pt x="1360412" y="56497"/>
                </a:lnTo>
                <a:lnTo>
                  <a:pt x="1360786" y="57070"/>
                </a:lnTo>
                <a:lnTo>
                  <a:pt x="1361140" y="57662"/>
                </a:lnTo>
                <a:lnTo>
                  <a:pt x="1361473" y="58275"/>
                </a:lnTo>
                <a:lnTo>
                  <a:pt x="1361786" y="58909"/>
                </a:lnTo>
                <a:lnTo>
                  <a:pt x="1362079" y="59563"/>
                </a:lnTo>
                <a:lnTo>
                  <a:pt x="1362352" y="60238"/>
                </a:lnTo>
                <a:lnTo>
                  <a:pt x="1362605" y="60934"/>
                </a:lnTo>
                <a:lnTo>
                  <a:pt x="1362837" y="61649"/>
                </a:lnTo>
                <a:lnTo>
                  <a:pt x="1363049" y="62386"/>
                </a:lnTo>
                <a:lnTo>
                  <a:pt x="1363241" y="63143"/>
                </a:lnTo>
                <a:lnTo>
                  <a:pt x="1363413" y="63921"/>
                </a:lnTo>
                <a:lnTo>
                  <a:pt x="1363565" y="64719"/>
                </a:lnTo>
                <a:lnTo>
                  <a:pt x="1363696" y="65537"/>
                </a:lnTo>
                <a:lnTo>
                  <a:pt x="1363807" y="66377"/>
                </a:lnTo>
                <a:lnTo>
                  <a:pt x="1363898" y="67236"/>
                </a:lnTo>
                <a:lnTo>
                  <a:pt x="1363969" y="68117"/>
                </a:lnTo>
                <a:lnTo>
                  <a:pt x="1364019" y="69018"/>
                </a:lnTo>
                <a:lnTo>
                  <a:pt x="1364050" y="69939"/>
                </a:lnTo>
                <a:lnTo>
                  <a:pt x="1364060" y="70881"/>
                </a:lnTo>
                <a:lnTo>
                  <a:pt x="1364049" y="71782"/>
                </a:lnTo>
                <a:lnTo>
                  <a:pt x="1364017" y="72664"/>
                </a:lnTo>
                <a:lnTo>
                  <a:pt x="1363964" y="73527"/>
                </a:lnTo>
                <a:lnTo>
                  <a:pt x="1363889" y="74372"/>
                </a:lnTo>
                <a:lnTo>
                  <a:pt x="1363792" y="75198"/>
                </a:lnTo>
                <a:lnTo>
                  <a:pt x="1363675" y="76005"/>
                </a:lnTo>
                <a:lnTo>
                  <a:pt x="1363535" y="76794"/>
                </a:lnTo>
                <a:lnTo>
                  <a:pt x="1363375" y="77565"/>
                </a:lnTo>
                <a:lnTo>
                  <a:pt x="1363193" y="78317"/>
                </a:lnTo>
                <a:lnTo>
                  <a:pt x="1362990" y="79050"/>
                </a:lnTo>
                <a:lnTo>
                  <a:pt x="1362765" y="79764"/>
                </a:lnTo>
                <a:lnTo>
                  <a:pt x="1362519" y="80460"/>
                </a:lnTo>
                <a:lnTo>
                  <a:pt x="1362251" y="81138"/>
                </a:lnTo>
                <a:lnTo>
                  <a:pt x="1361962" y="81796"/>
                </a:lnTo>
                <a:lnTo>
                  <a:pt x="1361652" y="82436"/>
                </a:lnTo>
                <a:lnTo>
                  <a:pt x="1361320" y="83058"/>
                </a:lnTo>
                <a:lnTo>
                  <a:pt x="1360967" y="83661"/>
                </a:lnTo>
                <a:lnTo>
                  <a:pt x="1360592" y="84245"/>
                </a:lnTo>
                <a:lnTo>
                  <a:pt x="1360196" y="84811"/>
                </a:lnTo>
                <a:lnTo>
                  <a:pt x="1359778" y="85358"/>
                </a:lnTo>
                <a:lnTo>
                  <a:pt x="1359340" y="85887"/>
                </a:lnTo>
                <a:lnTo>
                  <a:pt x="1358879" y="86397"/>
                </a:lnTo>
                <a:lnTo>
                  <a:pt x="1358398" y="86888"/>
                </a:lnTo>
                <a:lnTo>
                  <a:pt x="1357895" y="87361"/>
                </a:lnTo>
                <a:lnTo>
                  <a:pt x="1357375" y="87814"/>
                </a:lnTo>
                <a:lnTo>
                  <a:pt x="1356844" y="88249"/>
                </a:lnTo>
                <a:lnTo>
                  <a:pt x="1356302" y="88664"/>
                </a:lnTo>
                <a:lnTo>
                  <a:pt x="1355748" y="89060"/>
                </a:lnTo>
                <a:lnTo>
                  <a:pt x="1355182" y="89436"/>
                </a:lnTo>
                <a:lnTo>
                  <a:pt x="1354606" y="89794"/>
                </a:lnTo>
                <a:lnTo>
                  <a:pt x="1354017" y="90131"/>
                </a:lnTo>
                <a:lnTo>
                  <a:pt x="1353417" y="90450"/>
                </a:lnTo>
                <a:lnTo>
                  <a:pt x="1352806" y="90749"/>
                </a:lnTo>
                <a:lnTo>
                  <a:pt x="1352183" y="91029"/>
                </a:lnTo>
                <a:lnTo>
                  <a:pt x="1351549" y="91290"/>
                </a:lnTo>
                <a:lnTo>
                  <a:pt x="1350903" y="91531"/>
                </a:lnTo>
                <a:lnTo>
                  <a:pt x="1350246" y="91753"/>
                </a:lnTo>
                <a:lnTo>
                  <a:pt x="1349578" y="91956"/>
                </a:lnTo>
                <a:lnTo>
                  <a:pt x="1348897" y="92140"/>
                </a:lnTo>
                <a:lnTo>
                  <a:pt x="1348206" y="92304"/>
                </a:lnTo>
                <a:lnTo>
                  <a:pt x="1347503" y="92449"/>
                </a:lnTo>
                <a:lnTo>
                  <a:pt x="1346788" y="92574"/>
                </a:lnTo>
                <a:lnTo>
                  <a:pt x="1346062" y="92680"/>
                </a:lnTo>
                <a:lnTo>
                  <a:pt x="1345325" y="92767"/>
                </a:lnTo>
                <a:lnTo>
                  <a:pt x="1344576" y="92835"/>
                </a:lnTo>
                <a:lnTo>
                  <a:pt x="1343815" y="92883"/>
                </a:lnTo>
                <a:lnTo>
                  <a:pt x="1343043" y="92912"/>
                </a:lnTo>
                <a:lnTo>
                  <a:pt x="1342260" y="92922"/>
                </a:lnTo>
                <a:lnTo>
                  <a:pt x="1341565" y="92912"/>
                </a:lnTo>
                <a:lnTo>
                  <a:pt x="1340876" y="92883"/>
                </a:lnTo>
                <a:lnTo>
                  <a:pt x="1340195" y="92836"/>
                </a:lnTo>
                <a:lnTo>
                  <a:pt x="1339521" y="92769"/>
                </a:lnTo>
                <a:lnTo>
                  <a:pt x="1338854" y="92682"/>
                </a:lnTo>
                <a:close/>
                <a:moveTo>
                  <a:pt x="1337502" y="161376"/>
                </a:moveTo>
                <a:lnTo>
                  <a:pt x="1336458" y="161287"/>
                </a:lnTo>
                <a:lnTo>
                  <a:pt x="1335443" y="161183"/>
                </a:lnTo>
                <a:lnTo>
                  <a:pt x="1334456" y="161062"/>
                </a:lnTo>
                <a:lnTo>
                  <a:pt x="1333498" y="160925"/>
                </a:lnTo>
                <a:lnTo>
                  <a:pt x="1332567" y="160772"/>
                </a:lnTo>
                <a:lnTo>
                  <a:pt x="1331666" y="160603"/>
                </a:lnTo>
                <a:lnTo>
                  <a:pt x="1330793" y="160418"/>
                </a:lnTo>
                <a:lnTo>
                  <a:pt x="1329948" y="160217"/>
                </a:lnTo>
                <a:lnTo>
                  <a:pt x="1329131" y="159999"/>
                </a:lnTo>
                <a:lnTo>
                  <a:pt x="1328343" y="159766"/>
                </a:lnTo>
                <a:lnTo>
                  <a:pt x="1327584" y="159516"/>
                </a:lnTo>
                <a:lnTo>
                  <a:pt x="1326853" y="159251"/>
                </a:lnTo>
                <a:lnTo>
                  <a:pt x="1326150" y="158969"/>
                </a:lnTo>
                <a:lnTo>
                  <a:pt x="1325476" y="158671"/>
                </a:lnTo>
                <a:lnTo>
                  <a:pt x="1324830" y="158357"/>
                </a:lnTo>
                <a:lnTo>
                  <a:pt x="1324213" y="158027"/>
                </a:lnTo>
                <a:lnTo>
                  <a:pt x="1323624" y="157681"/>
                </a:lnTo>
                <a:lnTo>
                  <a:pt x="1323063" y="157319"/>
                </a:lnTo>
                <a:lnTo>
                  <a:pt x="1322531" y="156941"/>
                </a:lnTo>
                <a:lnTo>
                  <a:pt x="1322024" y="156552"/>
                </a:lnTo>
                <a:lnTo>
                  <a:pt x="1321539" y="156158"/>
                </a:lnTo>
                <a:lnTo>
                  <a:pt x="1321075" y="155759"/>
                </a:lnTo>
                <a:lnTo>
                  <a:pt x="1320632" y="155354"/>
                </a:lnTo>
                <a:lnTo>
                  <a:pt x="1320212" y="154945"/>
                </a:lnTo>
                <a:lnTo>
                  <a:pt x="1319812" y="154530"/>
                </a:lnTo>
                <a:lnTo>
                  <a:pt x="1319435" y="154111"/>
                </a:lnTo>
                <a:lnTo>
                  <a:pt x="1319079" y="153686"/>
                </a:lnTo>
                <a:lnTo>
                  <a:pt x="1318744" y="153256"/>
                </a:lnTo>
                <a:lnTo>
                  <a:pt x="1318431" y="152821"/>
                </a:lnTo>
                <a:lnTo>
                  <a:pt x="1318140" y="152381"/>
                </a:lnTo>
                <a:lnTo>
                  <a:pt x="1317870" y="151935"/>
                </a:lnTo>
                <a:lnTo>
                  <a:pt x="1317622" y="151485"/>
                </a:lnTo>
                <a:lnTo>
                  <a:pt x="1317396" y="151029"/>
                </a:lnTo>
                <a:lnTo>
                  <a:pt x="1317191" y="150569"/>
                </a:lnTo>
                <a:lnTo>
                  <a:pt x="1317007" y="150103"/>
                </a:lnTo>
                <a:lnTo>
                  <a:pt x="1316845" y="149632"/>
                </a:lnTo>
                <a:lnTo>
                  <a:pt x="1316705" y="149156"/>
                </a:lnTo>
                <a:lnTo>
                  <a:pt x="1316586" y="148675"/>
                </a:lnTo>
                <a:lnTo>
                  <a:pt x="1316489" y="148188"/>
                </a:lnTo>
                <a:lnTo>
                  <a:pt x="1316414" y="147697"/>
                </a:lnTo>
                <a:lnTo>
                  <a:pt x="1316360" y="147200"/>
                </a:lnTo>
                <a:lnTo>
                  <a:pt x="1316328" y="146699"/>
                </a:lnTo>
                <a:lnTo>
                  <a:pt x="1316317" y="146192"/>
                </a:lnTo>
                <a:lnTo>
                  <a:pt x="1316323" y="145736"/>
                </a:lnTo>
                <a:lnTo>
                  <a:pt x="1316342" y="145284"/>
                </a:lnTo>
                <a:lnTo>
                  <a:pt x="1316374" y="144837"/>
                </a:lnTo>
                <a:lnTo>
                  <a:pt x="1316418" y="144394"/>
                </a:lnTo>
                <a:lnTo>
                  <a:pt x="1316475" y="143957"/>
                </a:lnTo>
                <a:lnTo>
                  <a:pt x="1316545" y="143523"/>
                </a:lnTo>
                <a:lnTo>
                  <a:pt x="1316627" y="143095"/>
                </a:lnTo>
                <a:lnTo>
                  <a:pt x="1316722" y="142671"/>
                </a:lnTo>
                <a:lnTo>
                  <a:pt x="1316830" y="142251"/>
                </a:lnTo>
                <a:lnTo>
                  <a:pt x="1316950" y="141837"/>
                </a:lnTo>
                <a:lnTo>
                  <a:pt x="1317083" y="141426"/>
                </a:lnTo>
                <a:lnTo>
                  <a:pt x="1317229" y="141021"/>
                </a:lnTo>
                <a:lnTo>
                  <a:pt x="1317388" y="140620"/>
                </a:lnTo>
                <a:lnTo>
                  <a:pt x="1317559" y="140223"/>
                </a:lnTo>
                <a:lnTo>
                  <a:pt x="1317742" y="139832"/>
                </a:lnTo>
                <a:lnTo>
                  <a:pt x="1317939" y="139444"/>
                </a:lnTo>
                <a:lnTo>
                  <a:pt x="1318148" y="139062"/>
                </a:lnTo>
                <a:lnTo>
                  <a:pt x="1318370" y="138684"/>
                </a:lnTo>
                <a:lnTo>
                  <a:pt x="1318604" y="138310"/>
                </a:lnTo>
                <a:lnTo>
                  <a:pt x="1318851" y="137942"/>
                </a:lnTo>
                <a:lnTo>
                  <a:pt x="1319111" y="137577"/>
                </a:lnTo>
                <a:lnTo>
                  <a:pt x="1319384" y="137218"/>
                </a:lnTo>
                <a:lnTo>
                  <a:pt x="1319669" y="136863"/>
                </a:lnTo>
                <a:lnTo>
                  <a:pt x="1319967" y="136512"/>
                </a:lnTo>
                <a:lnTo>
                  <a:pt x="1320276" y="136169"/>
                </a:lnTo>
                <a:lnTo>
                  <a:pt x="1320596" y="135833"/>
                </a:lnTo>
                <a:lnTo>
                  <a:pt x="1320927" y="135506"/>
                </a:lnTo>
                <a:lnTo>
                  <a:pt x="1321268" y="135188"/>
                </a:lnTo>
                <a:lnTo>
                  <a:pt x="1321620" y="134878"/>
                </a:lnTo>
                <a:lnTo>
                  <a:pt x="1321983" y="134577"/>
                </a:lnTo>
                <a:lnTo>
                  <a:pt x="1322356" y="134284"/>
                </a:lnTo>
                <a:lnTo>
                  <a:pt x="1322739" y="133999"/>
                </a:lnTo>
                <a:lnTo>
                  <a:pt x="1323134" y="133724"/>
                </a:lnTo>
                <a:lnTo>
                  <a:pt x="1323539" y="133456"/>
                </a:lnTo>
                <a:lnTo>
                  <a:pt x="1323955" y="133197"/>
                </a:lnTo>
                <a:lnTo>
                  <a:pt x="1324381" y="132947"/>
                </a:lnTo>
                <a:lnTo>
                  <a:pt x="1324818" y="132705"/>
                </a:lnTo>
                <a:lnTo>
                  <a:pt x="1325265" y="132471"/>
                </a:lnTo>
                <a:lnTo>
                  <a:pt x="1325723" y="132246"/>
                </a:lnTo>
                <a:lnTo>
                  <a:pt x="1326192" y="132030"/>
                </a:lnTo>
                <a:lnTo>
                  <a:pt x="1326671" y="131822"/>
                </a:lnTo>
                <a:lnTo>
                  <a:pt x="1327161" y="131622"/>
                </a:lnTo>
                <a:lnTo>
                  <a:pt x="1327662" y="131431"/>
                </a:lnTo>
                <a:lnTo>
                  <a:pt x="1328173" y="131249"/>
                </a:lnTo>
                <a:lnTo>
                  <a:pt x="1328695" y="131074"/>
                </a:lnTo>
                <a:lnTo>
                  <a:pt x="1329227" y="130909"/>
                </a:lnTo>
                <a:lnTo>
                  <a:pt x="1329770" y="130752"/>
                </a:lnTo>
                <a:lnTo>
                  <a:pt x="1330324" y="130603"/>
                </a:lnTo>
                <a:lnTo>
                  <a:pt x="1344923" y="130603"/>
                </a:lnTo>
                <a:lnTo>
                  <a:pt x="1345876" y="130606"/>
                </a:lnTo>
                <a:lnTo>
                  <a:pt x="1346810" y="130615"/>
                </a:lnTo>
                <a:lnTo>
                  <a:pt x="1347726" y="130630"/>
                </a:lnTo>
                <a:lnTo>
                  <a:pt x="1348624" y="130651"/>
                </a:lnTo>
                <a:lnTo>
                  <a:pt x="1349503" y="130678"/>
                </a:lnTo>
                <a:lnTo>
                  <a:pt x="1350364" y="130711"/>
                </a:lnTo>
                <a:lnTo>
                  <a:pt x="1351207" y="130751"/>
                </a:lnTo>
                <a:lnTo>
                  <a:pt x="1352031" y="130796"/>
                </a:lnTo>
                <a:lnTo>
                  <a:pt x="1352837" y="130847"/>
                </a:lnTo>
                <a:lnTo>
                  <a:pt x="1353625" y="130904"/>
                </a:lnTo>
                <a:lnTo>
                  <a:pt x="1354394" y="130967"/>
                </a:lnTo>
                <a:lnTo>
                  <a:pt x="1355145" y="131036"/>
                </a:lnTo>
                <a:lnTo>
                  <a:pt x="1355878" y="131111"/>
                </a:lnTo>
                <a:lnTo>
                  <a:pt x="1356592" y="131193"/>
                </a:lnTo>
                <a:lnTo>
                  <a:pt x="1357288" y="131280"/>
                </a:lnTo>
                <a:lnTo>
                  <a:pt x="1357966" y="131373"/>
                </a:lnTo>
                <a:lnTo>
                  <a:pt x="1358625" y="131472"/>
                </a:lnTo>
                <a:lnTo>
                  <a:pt x="1359266" y="131578"/>
                </a:lnTo>
                <a:lnTo>
                  <a:pt x="1359889" y="131689"/>
                </a:lnTo>
                <a:lnTo>
                  <a:pt x="1360494" y="131806"/>
                </a:lnTo>
                <a:lnTo>
                  <a:pt x="1361080" y="131930"/>
                </a:lnTo>
                <a:lnTo>
                  <a:pt x="1361648" y="132059"/>
                </a:lnTo>
                <a:lnTo>
                  <a:pt x="1362197" y="132194"/>
                </a:lnTo>
                <a:lnTo>
                  <a:pt x="1362728" y="132336"/>
                </a:lnTo>
                <a:lnTo>
                  <a:pt x="1363243" y="132482"/>
                </a:lnTo>
                <a:lnTo>
                  <a:pt x="1363745" y="132634"/>
                </a:lnTo>
                <a:lnTo>
                  <a:pt x="1364232" y="132790"/>
                </a:lnTo>
                <a:lnTo>
                  <a:pt x="1364707" y="132951"/>
                </a:lnTo>
                <a:lnTo>
                  <a:pt x="1365167" y="133117"/>
                </a:lnTo>
                <a:lnTo>
                  <a:pt x="1365613" y="133288"/>
                </a:lnTo>
                <a:lnTo>
                  <a:pt x="1366046" y="133463"/>
                </a:lnTo>
                <a:lnTo>
                  <a:pt x="1366466" y="133643"/>
                </a:lnTo>
                <a:lnTo>
                  <a:pt x="1366871" y="133828"/>
                </a:lnTo>
                <a:lnTo>
                  <a:pt x="1367263" y="134018"/>
                </a:lnTo>
                <a:lnTo>
                  <a:pt x="1367641" y="134212"/>
                </a:lnTo>
                <a:lnTo>
                  <a:pt x="1368006" y="134412"/>
                </a:lnTo>
                <a:lnTo>
                  <a:pt x="1368356" y="134616"/>
                </a:lnTo>
                <a:lnTo>
                  <a:pt x="1368693" y="134825"/>
                </a:lnTo>
                <a:lnTo>
                  <a:pt x="1369017" y="135038"/>
                </a:lnTo>
                <a:lnTo>
                  <a:pt x="1369326" y="135256"/>
                </a:lnTo>
                <a:lnTo>
                  <a:pt x="1369622" y="135480"/>
                </a:lnTo>
                <a:lnTo>
                  <a:pt x="1369904" y="135708"/>
                </a:lnTo>
                <a:lnTo>
                  <a:pt x="1370173" y="135940"/>
                </a:lnTo>
                <a:lnTo>
                  <a:pt x="1370428" y="136178"/>
                </a:lnTo>
                <a:lnTo>
                  <a:pt x="1370669" y="136420"/>
                </a:lnTo>
                <a:lnTo>
                  <a:pt x="1370896" y="136667"/>
                </a:lnTo>
                <a:lnTo>
                  <a:pt x="1371110" y="136919"/>
                </a:lnTo>
                <a:lnTo>
                  <a:pt x="1371310" y="137175"/>
                </a:lnTo>
                <a:lnTo>
                  <a:pt x="1371499" y="137436"/>
                </a:lnTo>
                <a:lnTo>
                  <a:pt x="1371680" y="137701"/>
                </a:lnTo>
                <a:lnTo>
                  <a:pt x="1371853" y="137970"/>
                </a:lnTo>
                <a:lnTo>
                  <a:pt x="1372018" y="138244"/>
                </a:lnTo>
                <a:lnTo>
                  <a:pt x="1372175" y="138521"/>
                </a:lnTo>
                <a:lnTo>
                  <a:pt x="1372324" y="138802"/>
                </a:lnTo>
                <a:lnTo>
                  <a:pt x="1372465" y="139087"/>
                </a:lnTo>
                <a:lnTo>
                  <a:pt x="1372598" y="139377"/>
                </a:lnTo>
                <a:lnTo>
                  <a:pt x="1372723" y="139670"/>
                </a:lnTo>
                <a:lnTo>
                  <a:pt x="1372839" y="139968"/>
                </a:lnTo>
                <a:lnTo>
                  <a:pt x="1372948" y="140270"/>
                </a:lnTo>
                <a:lnTo>
                  <a:pt x="1373049" y="140575"/>
                </a:lnTo>
                <a:lnTo>
                  <a:pt x="1373141" y="140885"/>
                </a:lnTo>
                <a:lnTo>
                  <a:pt x="1373226" y="141199"/>
                </a:lnTo>
                <a:lnTo>
                  <a:pt x="1373302" y="141517"/>
                </a:lnTo>
                <a:lnTo>
                  <a:pt x="1373371" y="141839"/>
                </a:lnTo>
                <a:lnTo>
                  <a:pt x="1373431" y="142165"/>
                </a:lnTo>
                <a:lnTo>
                  <a:pt x="1373483" y="142495"/>
                </a:lnTo>
                <a:lnTo>
                  <a:pt x="1373528" y="142829"/>
                </a:lnTo>
                <a:lnTo>
                  <a:pt x="1373564" y="143167"/>
                </a:lnTo>
                <a:lnTo>
                  <a:pt x="1373592" y="143510"/>
                </a:lnTo>
                <a:lnTo>
                  <a:pt x="1373612" y="143856"/>
                </a:lnTo>
                <a:lnTo>
                  <a:pt x="1373624" y="144207"/>
                </a:lnTo>
                <a:lnTo>
                  <a:pt x="1373628" y="144561"/>
                </a:lnTo>
                <a:lnTo>
                  <a:pt x="1373616" y="145160"/>
                </a:lnTo>
                <a:lnTo>
                  <a:pt x="1373581" y="145751"/>
                </a:lnTo>
                <a:lnTo>
                  <a:pt x="1373521" y="146333"/>
                </a:lnTo>
                <a:lnTo>
                  <a:pt x="1373438" y="146908"/>
                </a:lnTo>
                <a:lnTo>
                  <a:pt x="1373331" y="147474"/>
                </a:lnTo>
                <a:lnTo>
                  <a:pt x="1373200" y="148032"/>
                </a:lnTo>
                <a:lnTo>
                  <a:pt x="1373045" y="148582"/>
                </a:lnTo>
                <a:lnTo>
                  <a:pt x="1372866" y="149124"/>
                </a:lnTo>
                <a:lnTo>
                  <a:pt x="1372664" y="149657"/>
                </a:lnTo>
                <a:lnTo>
                  <a:pt x="1372438" y="150183"/>
                </a:lnTo>
                <a:lnTo>
                  <a:pt x="1372188" y="150700"/>
                </a:lnTo>
                <a:lnTo>
                  <a:pt x="1371914" y="151209"/>
                </a:lnTo>
                <a:lnTo>
                  <a:pt x="1371617" y="151711"/>
                </a:lnTo>
                <a:lnTo>
                  <a:pt x="1371295" y="152204"/>
                </a:lnTo>
                <a:lnTo>
                  <a:pt x="1370950" y="152688"/>
                </a:lnTo>
                <a:lnTo>
                  <a:pt x="1370581" y="153165"/>
                </a:lnTo>
                <a:lnTo>
                  <a:pt x="1370188" y="153633"/>
                </a:lnTo>
                <a:lnTo>
                  <a:pt x="1369772" y="154094"/>
                </a:lnTo>
                <a:lnTo>
                  <a:pt x="1369332" y="154546"/>
                </a:lnTo>
                <a:lnTo>
                  <a:pt x="1368867" y="154990"/>
                </a:lnTo>
                <a:lnTo>
                  <a:pt x="1368379" y="155426"/>
                </a:lnTo>
                <a:lnTo>
                  <a:pt x="1367868" y="155854"/>
                </a:lnTo>
                <a:lnTo>
                  <a:pt x="1367332" y="156273"/>
                </a:lnTo>
                <a:lnTo>
                  <a:pt x="1366773" y="156685"/>
                </a:lnTo>
                <a:lnTo>
                  <a:pt x="1366184" y="157084"/>
                </a:lnTo>
                <a:lnTo>
                  <a:pt x="1365561" y="157466"/>
                </a:lnTo>
                <a:lnTo>
                  <a:pt x="1364904" y="157832"/>
                </a:lnTo>
                <a:lnTo>
                  <a:pt x="1364212" y="158180"/>
                </a:lnTo>
                <a:lnTo>
                  <a:pt x="1363486" y="158511"/>
                </a:lnTo>
                <a:lnTo>
                  <a:pt x="1362725" y="158825"/>
                </a:lnTo>
                <a:lnTo>
                  <a:pt x="1361930" y="159122"/>
                </a:lnTo>
                <a:lnTo>
                  <a:pt x="1361101" y="159403"/>
                </a:lnTo>
                <a:lnTo>
                  <a:pt x="1360237" y="159666"/>
                </a:lnTo>
                <a:lnTo>
                  <a:pt x="1359338" y="159912"/>
                </a:lnTo>
                <a:lnTo>
                  <a:pt x="1358406" y="160142"/>
                </a:lnTo>
                <a:lnTo>
                  <a:pt x="1357438" y="160354"/>
                </a:lnTo>
                <a:lnTo>
                  <a:pt x="1356437" y="160549"/>
                </a:lnTo>
                <a:lnTo>
                  <a:pt x="1355401" y="160728"/>
                </a:lnTo>
                <a:lnTo>
                  <a:pt x="1354330" y="160889"/>
                </a:lnTo>
                <a:lnTo>
                  <a:pt x="1353226" y="161033"/>
                </a:lnTo>
                <a:lnTo>
                  <a:pt x="1352086" y="161161"/>
                </a:lnTo>
                <a:lnTo>
                  <a:pt x="1350913" y="161271"/>
                </a:lnTo>
                <a:lnTo>
                  <a:pt x="1349705" y="161365"/>
                </a:lnTo>
                <a:lnTo>
                  <a:pt x="1348462" y="161441"/>
                </a:lnTo>
                <a:lnTo>
                  <a:pt x="1347185" y="161501"/>
                </a:lnTo>
                <a:lnTo>
                  <a:pt x="1345874" y="161543"/>
                </a:lnTo>
                <a:lnTo>
                  <a:pt x="1344528" y="161569"/>
                </a:lnTo>
                <a:lnTo>
                  <a:pt x="1343148" y="161577"/>
                </a:lnTo>
                <a:lnTo>
                  <a:pt x="1341962" y="161569"/>
                </a:lnTo>
                <a:lnTo>
                  <a:pt x="1340804" y="161545"/>
                </a:lnTo>
                <a:lnTo>
                  <a:pt x="1339675" y="161505"/>
                </a:lnTo>
                <a:lnTo>
                  <a:pt x="1338574" y="161448"/>
                </a:lnTo>
                <a:lnTo>
                  <a:pt x="1337502" y="161376"/>
                </a:lnTo>
                <a:close/>
                <a:moveTo>
                  <a:pt x="1561329" y="137909"/>
                </a:moveTo>
                <a:lnTo>
                  <a:pt x="1562186" y="137826"/>
                </a:lnTo>
                <a:lnTo>
                  <a:pt x="1563034" y="137727"/>
                </a:lnTo>
                <a:lnTo>
                  <a:pt x="1563872" y="137612"/>
                </a:lnTo>
                <a:lnTo>
                  <a:pt x="1564700" y="137483"/>
                </a:lnTo>
                <a:lnTo>
                  <a:pt x="1565518" y="137338"/>
                </a:lnTo>
                <a:lnTo>
                  <a:pt x="1566326" y="137178"/>
                </a:lnTo>
                <a:lnTo>
                  <a:pt x="1567125" y="137003"/>
                </a:lnTo>
                <a:lnTo>
                  <a:pt x="1567913" y="136812"/>
                </a:lnTo>
                <a:lnTo>
                  <a:pt x="1568691" y="136606"/>
                </a:lnTo>
                <a:lnTo>
                  <a:pt x="1569460" y="136385"/>
                </a:lnTo>
                <a:lnTo>
                  <a:pt x="1570218" y="136149"/>
                </a:lnTo>
                <a:lnTo>
                  <a:pt x="1570967" y="135898"/>
                </a:lnTo>
                <a:lnTo>
                  <a:pt x="1571705" y="135631"/>
                </a:lnTo>
                <a:lnTo>
                  <a:pt x="1572434" y="135349"/>
                </a:lnTo>
                <a:lnTo>
                  <a:pt x="1573153" y="135052"/>
                </a:lnTo>
                <a:lnTo>
                  <a:pt x="1573862" y="134739"/>
                </a:lnTo>
                <a:lnTo>
                  <a:pt x="1574561" y="134412"/>
                </a:lnTo>
                <a:lnTo>
                  <a:pt x="1575250" y="134069"/>
                </a:lnTo>
                <a:lnTo>
                  <a:pt x="1575929" y="133710"/>
                </a:lnTo>
                <a:lnTo>
                  <a:pt x="1576597" y="133340"/>
                </a:lnTo>
                <a:lnTo>
                  <a:pt x="1577256" y="132961"/>
                </a:lnTo>
                <a:lnTo>
                  <a:pt x="1577904" y="132572"/>
                </a:lnTo>
                <a:lnTo>
                  <a:pt x="1578543" y="132175"/>
                </a:lnTo>
                <a:lnTo>
                  <a:pt x="1579170" y="131768"/>
                </a:lnTo>
                <a:lnTo>
                  <a:pt x="1579788" y="131352"/>
                </a:lnTo>
                <a:lnTo>
                  <a:pt x="1580395" y="130927"/>
                </a:lnTo>
                <a:lnTo>
                  <a:pt x="1580992" y="130494"/>
                </a:lnTo>
                <a:lnTo>
                  <a:pt x="1581579" y="130051"/>
                </a:lnTo>
                <a:lnTo>
                  <a:pt x="1582155" y="129599"/>
                </a:lnTo>
                <a:lnTo>
                  <a:pt x="1582722" y="129137"/>
                </a:lnTo>
                <a:lnTo>
                  <a:pt x="1583277" y="128667"/>
                </a:lnTo>
                <a:lnTo>
                  <a:pt x="1583823" y="128188"/>
                </a:lnTo>
                <a:lnTo>
                  <a:pt x="1584358" y="127700"/>
                </a:lnTo>
                <a:lnTo>
                  <a:pt x="1584883" y="127202"/>
                </a:lnTo>
                <a:lnTo>
                  <a:pt x="1585398" y="126696"/>
                </a:lnTo>
                <a:lnTo>
                  <a:pt x="1585903" y="126180"/>
                </a:lnTo>
                <a:lnTo>
                  <a:pt x="1586397" y="125656"/>
                </a:lnTo>
                <a:lnTo>
                  <a:pt x="1586881" y="125122"/>
                </a:lnTo>
                <a:lnTo>
                  <a:pt x="1587355" y="124579"/>
                </a:lnTo>
                <a:lnTo>
                  <a:pt x="1587818" y="124027"/>
                </a:lnTo>
                <a:lnTo>
                  <a:pt x="1588271" y="123466"/>
                </a:lnTo>
                <a:lnTo>
                  <a:pt x="1588714" y="122896"/>
                </a:lnTo>
                <a:lnTo>
                  <a:pt x="1589147" y="122317"/>
                </a:lnTo>
                <a:lnTo>
                  <a:pt x="1590034" y="136324"/>
                </a:lnTo>
                <a:lnTo>
                  <a:pt x="1605620" y="136324"/>
                </a:lnTo>
                <a:lnTo>
                  <a:pt x="1605620" y="3551"/>
                </a:lnTo>
                <a:lnTo>
                  <a:pt x="1589147" y="3551"/>
                </a:lnTo>
                <a:lnTo>
                  <a:pt x="1589147" y="52281"/>
                </a:lnTo>
                <a:lnTo>
                  <a:pt x="1588755" y="51645"/>
                </a:lnTo>
                <a:lnTo>
                  <a:pt x="1588353" y="51021"/>
                </a:lnTo>
                <a:lnTo>
                  <a:pt x="1587941" y="50407"/>
                </a:lnTo>
                <a:lnTo>
                  <a:pt x="1587519" y="49805"/>
                </a:lnTo>
                <a:lnTo>
                  <a:pt x="1587086" y="49214"/>
                </a:lnTo>
                <a:lnTo>
                  <a:pt x="1586644" y="48634"/>
                </a:lnTo>
                <a:lnTo>
                  <a:pt x="1586190" y="48065"/>
                </a:lnTo>
                <a:lnTo>
                  <a:pt x="1585727" y="47508"/>
                </a:lnTo>
                <a:lnTo>
                  <a:pt x="1585253" y="46961"/>
                </a:lnTo>
                <a:lnTo>
                  <a:pt x="1584769" y="46426"/>
                </a:lnTo>
                <a:lnTo>
                  <a:pt x="1584275" y="45901"/>
                </a:lnTo>
                <a:lnTo>
                  <a:pt x="1583771" y="45388"/>
                </a:lnTo>
                <a:lnTo>
                  <a:pt x="1583256" y="44886"/>
                </a:lnTo>
                <a:lnTo>
                  <a:pt x="1582731" y="44395"/>
                </a:lnTo>
                <a:lnTo>
                  <a:pt x="1582195" y="43915"/>
                </a:lnTo>
                <a:lnTo>
                  <a:pt x="1581650" y="43447"/>
                </a:lnTo>
                <a:lnTo>
                  <a:pt x="1581094" y="42989"/>
                </a:lnTo>
                <a:lnTo>
                  <a:pt x="1580528" y="42543"/>
                </a:lnTo>
                <a:lnTo>
                  <a:pt x="1579951" y="42108"/>
                </a:lnTo>
                <a:lnTo>
                  <a:pt x="1579365" y="41683"/>
                </a:lnTo>
                <a:lnTo>
                  <a:pt x="1578768" y="41270"/>
                </a:lnTo>
                <a:lnTo>
                  <a:pt x="1578160" y="40869"/>
                </a:lnTo>
                <a:lnTo>
                  <a:pt x="1577543" y="40478"/>
                </a:lnTo>
                <a:lnTo>
                  <a:pt x="1576915" y="40098"/>
                </a:lnTo>
                <a:lnTo>
                  <a:pt x="1576277" y="39732"/>
                </a:lnTo>
                <a:lnTo>
                  <a:pt x="1575631" y="39381"/>
                </a:lnTo>
                <a:lnTo>
                  <a:pt x="1574974" y="39046"/>
                </a:lnTo>
                <a:lnTo>
                  <a:pt x="1574309" y="38727"/>
                </a:lnTo>
                <a:lnTo>
                  <a:pt x="1573635" y="38423"/>
                </a:lnTo>
                <a:lnTo>
                  <a:pt x="1572951" y="38135"/>
                </a:lnTo>
                <a:lnTo>
                  <a:pt x="1572258" y="37862"/>
                </a:lnTo>
                <a:lnTo>
                  <a:pt x="1571555" y="37605"/>
                </a:lnTo>
                <a:lnTo>
                  <a:pt x="1570844" y="37363"/>
                </a:lnTo>
                <a:lnTo>
                  <a:pt x="1570123" y="37137"/>
                </a:lnTo>
                <a:lnTo>
                  <a:pt x="1569393" y="36927"/>
                </a:lnTo>
                <a:lnTo>
                  <a:pt x="1568654" y="36732"/>
                </a:lnTo>
                <a:lnTo>
                  <a:pt x="1567905" y="36553"/>
                </a:lnTo>
                <a:lnTo>
                  <a:pt x="1567147" y="36389"/>
                </a:lnTo>
                <a:lnTo>
                  <a:pt x="1566380" y="36241"/>
                </a:lnTo>
                <a:lnTo>
                  <a:pt x="1565604" y="36109"/>
                </a:lnTo>
                <a:lnTo>
                  <a:pt x="1564818" y="35992"/>
                </a:lnTo>
                <a:lnTo>
                  <a:pt x="1564024" y="35891"/>
                </a:lnTo>
                <a:lnTo>
                  <a:pt x="1563220" y="35805"/>
                </a:lnTo>
                <a:lnTo>
                  <a:pt x="1562406" y="35735"/>
                </a:lnTo>
                <a:lnTo>
                  <a:pt x="1561584" y="35680"/>
                </a:lnTo>
                <a:lnTo>
                  <a:pt x="1560752" y="35641"/>
                </a:lnTo>
                <a:lnTo>
                  <a:pt x="1559911" y="35618"/>
                </a:lnTo>
                <a:lnTo>
                  <a:pt x="1559061" y="35610"/>
                </a:lnTo>
                <a:lnTo>
                  <a:pt x="1558039" y="35620"/>
                </a:lnTo>
                <a:lnTo>
                  <a:pt x="1557028" y="35650"/>
                </a:lnTo>
                <a:lnTo>
                  <a:pt x="1556029" y="35700"/>
                </a:lnTo>
                <a:lnTo>
                  <a:pt x="1555041" y="35770"/>
                </a:lnTo>
                <a:lnTo>
                  <a:pt x="1554064" y="35859"/>
                </a:lnTo>
                <a:lnTo>
                  <a:pt x="1553099" y="35969"/>
                </a:lnTo>
                <a:lnTo>
                  <a:pt x="1552145" y="36098"/>
                </a:lnTo>
                <a:lnTo>
                  <a:pt x="1551202" y="36248"/>
                </a:lnTo>
                <a:lnTo>
                  <a:pt x="1550271" y="36417"/>
                </a:lnTo>
                <a:lnTo>
                  <a:pt x="1549350" y="36607"/>
                </a:lnTo>
                <a:lnTo>
                  <a:pt x="1548442" y="36816"/>
                </a:lnTo>
                <a:lnTo>
                  <a:pt x="1547544" y="37045"/>
                </a:lnTo>
                <a:lnTo>
                  <a:pt x="1546658" y="37294"/>
                </a:lnTo>
                <a:lnTo>
                  <a:pt x="1545783" y="37563"/>
                </a:lnTo>
                <a:lnTo>
                  <a:pt x="1544919" y="37852"/>
                </a:lnTo>
                <a:lnTo>
                  <a:pt x="1544067" y="38161"/>
                </a:lnTo>
                <a:lnTo>
                  <a:pt x="1543226" y="38490"/>
                </a:lnTo>
                <a:lnTo>
                  <a:pt x="1542396" y="38839"/>
                </a:lnTo>
                <a:lnTo>
                  <a:pt x="1541578" y="39207"/>
                </a:lnTo>
                <a:lnTo>
                  <a:pt x="1540771" y="39596"/>
                </a:lnTo>
                <a:lnTo>
                  <a:pt x="1539975" y="40005"/>
                </a:lnTo>
                <a:lnTo>
                  <a:pt x="1539190" y="40433"/>
                </a:lnTo>
                <a:lnTo>
                  <a:pt x="1538417" y="40882"/>
                </a:lnTo>
                <a:lnTo>
                  <a:pt x="1537655" y="41350"/>
                </a:lnTo>
                <a:lnTo>
                  <a:pt x="1536906" y="41838"/>
                </a:lnTo>
                <a:lnTo>
                  <a:pt x="1536171" y="42345"/>
                </a:lnTo>
                <a:lnTo>
                  <a:pt x="1535450" y="42871"/>
                </a:lnTo>
                <a:lnTo>
                  <a:pt x="1534744" y="43417"/>
                </a:lnTo>
                <a:lnTo>
                  <a:pt x="1534051" y="43982"/>
                </a:lnTo>
                <a:lnTo>
                  <a:pt x="1533373" y="44566"/>
                </a:lnTo>
                <a:lnTo>
                  <a:pt x="1532710" y="45169"/>
                </a:lnTo>
                <a:lnTo>
                  <a:pt x="1532060" y="45792"/>
                </a:lnTo>
                <a:lnTo>
                  <a:pt x="1531424" y="46433"/>
                </a:lnTo>
                <a:lnTo>
                  <a:pt x="1530803" y="47094"/>
                </a:lnTo>
                <a:lnTo>
                  <a:pt x="1530196" y="47774"/>
                </a:lnTo>
                <a:lnTo>
                  <a:pt x="1529603" y="48474"/>
                </a:lnTo>
                <a:lnTo>
                  <a:pt x="1529025" y="49192"/>
                </a:lnTo>
                <a:lnTo>
                  <a:pt x="1528460" y="49930"/>
                </a:lnTo>
                <a:lnTo>
                  <a:pt x="1527910" y="50687"/>
                </a:lnTo>
                <a:lnTo>
                  <a:pt x="1527374" y="51463"/>
                </a:lnTo>
                <a:lnTo>
                  <a:pt x="1526853" y="52259"/>
                </a:lnTo>
                <a:lnTo>
                  <a:pt x="1526345" y="53074"/>
                </a:lnTo>
                <a:lnTo>
                  <a:pt x="1525852" y="53908"/>
                </a:lnTo>
                <a:lnTo>
                  <a:pt x="1525373" y="54761"/>
                </a:lnTo>
                <a:lnTo>
                  <a:pt x="1524908" y="55633"/>
                </a:lnTo>
                <a:lnTo>
                  <a:pt x="1524457" y="56525"/>
                </a:lnTo>
                <a:lnTo>
                  <a:pt x="1524021" y="57436"/>
                </a:lnTo>
                <a:lnTo>
                  <a:pt x="1523598" y="58366"/>
                </a:lnTo>
                <a:lnTo>
                  <a:pt x="1523192" y="59315"/>
                </a:lnTo>
                <a:lnTo>
                  <a:pt x="1522803" y="60283"/>
                </a:lnTo>
                <a:lnTo>
                  <a:pt x="1522431" y="61271"/>
                </a:lnTo>
                <a:lnTo>
                  <a:pt x="1522076" y="62279"/>
                </a:lnTo>
                <a:lnTo>
                  <a:pt x="1521739" y="63305"/>
                </a:lnTo>
                <a:lnTo>
                  <a:pt x="1521419" y="64352"/>
                </a:lnTo>
                <a:lnTo>
                  <a:pt x="1521116" y="65417"/>
                </a:lnTo>
                <a:lnTo>
                  <a:pt x="1520831" y="66502"/>
                </a:lnTo>
                <a:lnTo>
                  <a:pt x="1520563" y="67606"/>
                </a:lnTo>
                <a:lnTo>
                  <a:pt x="1520312" y="68730"/>
                </a:lnTo>
                <a:lnTo>
                  <a:pt x="1520079" y="69873"/>
                </a:lnTo>
                <a:lnTo>
                  <a:pt x="1519862" y="71036"/>
                </a:lnTo>
                <a:lnTo>
                  <a:pt x="1519663" y="72218"/>
                </a:lnTo>
                <a:lnTo>
                  <a:pt x="1519482" y="73419"/>
                </a:lnTo>
                <a:lnTo>
                  <a:pt x="1519318" y="74640"/>
                </a:lnTo>
                <a:lnTo>
                  <a:pt x="1519171" y="75880"/>
                </a:lnTo>
                <a:lnTo>
                  <a:pt x="1519041" y="77140"/>
                </a:lnTo>
                <a:lnTo>
                  <a:pt x="1518928" y="78419"/>
                </a:lnTo>
                <a:lnTo>
                  <a:pt x="1518833" y="79717"/>
                </a:lnTo>
                <a:lnTo>
                  <a:pt x="1518755" y="81035"/>
                </a:lnTo>
                <a:lnTo>
                  <a:pt x="1518695" y="82372"/>
                </a:lnTo>
                <a:lnTo>
                  <a:pt x="1518652" y="83729"/>
                </a:lnTo>
                <a:lnTo>
                  <a:pt x="1518626" y="85105"/>
                </a:lnTo>
                <a:lnTo>
                  <a:pt x="1518617" y="86501"/>
                </a:lnTo>
                <a:lnTo>
                  <a:pt x="1518625" y="87905"/>
                </a:lnTo>
                <a:lnTo>
                  <a:pt x="1518650" y="89290"/>
                </a:lnTo>
                <a:lnTo>
                  <a:pt x="1518690" y="90657"/>
                </a:lnTo>
                <a:lnTo>
                  <a:pt x="1518747" y="92004"/>
                </a:lnTo>
                <a:lnTo>
                  <a:pt x="1518820" y="93333"/>
                </a:lnTo>
                <a:lnTo>
                  <a:pt x="1518910" y="94643"/>
                </a:lnTo>
                <a:lnTo>
                  <a:pt x="1519016" y="95934"/>
                </a:lnTo>
                <a:lnTo>
                  <a:pt x="1519138" y="97206"/>
                </a:lnTo>
                <a:lnTo>
                  <a:pt x="1519276" y="98459"/>
                </a:lnTo>
                <a:lnTo>
                  <a:pt x="1519430" y="99693"/>
                </a:lnTo>
                <a:lnTo>
                  <a:pt x="1519601" y="100909"/>
                </a:lnTo>
                <a:lnTo>
                  <a:pt x="1519788" y="102105"/>
                </a:lnTo>
                <a:lnTo>
                  <a:pt x="1519992" y="103283"/>
                </a:lnTo>
                <a:lnTo>
                  <a:pt x="1520211" y="104442"/>
                </a:lnTo>
                <a:lnTo>
                  <a:pt x="1520447" y="105582"/>
                </a:lnTo>
                <a:lnTo>
                  <a:pt x="1520699" y="106703"/>
                </a:lnTo>
                <a:lnTo>
                  <a:pt x="1520968" y="107805"/>
                </a:lnTo>
                <a:lnTo>
                  <a:pt x="1521253" y="108889"/>
                </a:lnTo>
                <a:lnTo>
                  <a:pt x="1521554" y="109953"/>
                </a:lnTo>
                <a:lnTo>
                  <a:pt x="1521871" y="110999"/>
                </a:lnTo>
                <a:lnTo>
                  <a:pt x="1522204" y="112026"/>
                </a:lnTo>
                <a:lnTo>
                  <a:pt x="1522554" y="113034"/>
                </a:lnTo>
                <a:lnTo>
                  <a:pt x="1522920" y="114023"/>
                </a:lnTo>
                <a:lnTo>
                  <a:pt x="1523303" y="114993"/>
                </a:lnTo>
                <a:lnTo>
                  <a:pt x="1523700" y="115944"/>
                </a:lnTo>
                <a:lnTo>
                  <a:pt x="1524111" y="116875"/>
                </a:lnTo>
                <a:lnTo>
                  <a:pt x="1524535" y="117785"/>
                </a:lnTo>
                <a:lnTo>
                  <a:pt x="1524973" y="118676"/>
                </a:lnTo>
                <a:lnTo>
                  <a:pt x="1525424" y="119548"/>
                </a:lnTo>
                <a:lnTo>
                  <a:pt x="1525889" y="120399"/>
                </a:lnTo>
                <a:lnTo>
                  <a:pt x="1526367" y="121230"/>
                </a:lnTo>
                <a:lnTo>
                  <a:pt x="1526859" y="122041"/>
                </a:lnTo>
                <a:lnTo>
                  <a:pt x="1527365" y="122832"/>
                </a:lnTo>
                <a:lnTo>
                  <a:pt x="1527884" y="123604"/>
                </a:lnTo>
                <a:lnTo>
                  <a:pt x="1528416" y="124355"/>
                </a:lnTo>
                <a:lnTo>
                  <a:pt x="1528962" y="125087"/>
                </a:lnTo>
                <a:lnTo>
                  <a:pt x="1529522" y="125798"/>
                </a:lnTo>
                <a:lnTo>
                  <a:pt x="1530095" y="126490"/>
                </a:lnTo>
                <a:lnTo>
                  <a:pt x="1530682" y="127162"/>
                </a:lnTo>
                <a:lnTo>
                  <a:pt x="1531282" y="127814"/>
                </a:lnTo>
                <a:lnTo>
                  <a:pt x="1531895" y="128446"/>
                </a:lnTo>
                <a:lnTo>
                  <a:pt x="1532523" y="129058"/>
                </a:lnTo>
                <a:lnTo>
                  <a:pt x="1533163" y="129650"/>
                </a:lnTo>
                <a:lnTo>
                  <a:pt x="1533818" y="130222"/>
                </a:lnTo>
                <a:lnTo>
                  <a:pt x="1534485" y="130774"/>
                </a:lnTo>
                <a:lnTo>
                  <a:pt x="1535167" y="131306"/>
                </a:lnTo>
                <a:lnTo>
                  <a:pt x="1535862" y="131819"/>
                </a:lnTo>
                <a:lnTo>
                  <a:pt x="1536570" y="132311"/>
                </a:lnTo>
                <a:lnTo>
                  <a:pt x="1537291" y="132783"/>
                </a:lnTo>
                <a:lnTo>
                  <a:pt x="1538022" y="133236"/>
                </a:lnTo>
                <a:lnTo>
                  <a:pt x="1538765" y="133668"/>
                </a:lnTo>
                <a:lnTo>
                  <a:pt x="1539518" y="134080"/>
                </a:lnTo>
                <a:lnTo>
                  <a:pt x="1540283" y="134472"/>
                </a:lnTo>
                <a:lnTo>
                  <a:pt x="1541058" y="134844"/>
                </a:lnTo>
                <a:lnTo>
                  <a:pt x="1541845" y="135195"/>
                </a:lnTo>
                <a:lnTo>
                  <a:pt x="1542642" y="135527"/>
                </a:lnTo>
                <a:lnTo>
                  <a:pt x="1543450" y="135839"/>
                </a:lnTo>
                <a:lnTo>
                  <a:pt x="1544270" y="136130"/>
                </a:lnTo>
                <a:lnTo>
                  <a:pt x="1545100" y="136401"/>
                </a:lnTo>
                <a:lnTo>
                  <a:pt x="1545941" y="136653"/>
                </a:lnTo>
                <a:lnTo>
                  <a:pt x="1546793" y="136884"/>
                </a:lnTo>
                <a:lnTo>
                  <a:pt x="1547656" y="137095"/>
                </a:lnTo>
                <a:lnTo>
                  <a:pt x="1548530" y="137286"/>
                </a:lnTo>
                <a:lnTo>
                  <a:pt x="1549416" y="137457"/>
                </a:lnTo>
                <a:lnTo>
                  <a:pt x="1550312" y="137608"/>
                </a:lnTo>
                <a:lnTo>
                  <a:pt x="1551219" y="137738"/>
                </a:lnTo>
                <a:lnTo>
                  <a:pt x="1552136" y="137849"/>
                </a:lnTo>
                <a:lnTo>
                  <a:pt x="1553065" y="137939"/>
                </a:lnTo>
                <a:lnTo>
                  <a:pt x="1554005" y="138010"/>
                </a:lnTo>
                <a:lnTo>
                  <a:pt x="1554956" y="138060"/>
                </a:lnTo>
                <a:lnTo>
                  <a:pt x="1555918" y="138090"/>
                </a:lnTo>
                <a:lnTo>
                  <a:pt x="1556890" y="138100"/>
                </a:lnTo>
                <a:lnTo>
                  <a:pt x="1557798" y="138092"/>
                </a:lnTo>
                <a:lnTo>
                  <a:pt x="1558695" y="138070"/>
                </a:lnTo>
                <a:lnTo>
                  <a:pt x="1559583" y="138031"/>
                </a:lnTo>
                <a:lnTo>
                  <a:pt x="1560461" y="137978"/>
                </a:lnTo>
                <a:lnTo>
                  <a:pt x="1561329" y="137909"/>
                </a:lnTo>
                <a:close/>
                <a:moveTo>
                  <a:pt x="1555444" y="124163"/>
                </a:moveTo>
                <a:lnTo>
                  <a:pt x="1554545" y="123976"/>
                </a:lnTo>
                <a:lnTo>
                  <a:pt x="1553666" y="123756"/>
                </a:lnTo>
                <a:lnTo>
                  <a:pt x="1552808" y="123502"/>
                </a:lnTo>
                <a:lnTo>
                  <a:pt x="1551970" y="123214"/>
                </a:lnTo>
                <a:lnTo>
                  <a:pt x="1551152" y="122893"/>
                </a:lnTo>
                <a:lnTo>
                  <a:pt x="1550355" y="122537"/>
                </a:lnTo>
                <a:lnTo>
                  <a:pt x="1549579" y="122148"/>
                </a:lnTo>
                <a:lnTo>
                  <a:pt x="1548822" y="121724"/>
                </a:lnTo>
                <a:lnTo>
                  <a:pt x="1548086" y="121267"/>
                </a:lnTo>
                <a:lnTo>
                  <a:pt x="1547371" y="120776"/>
                </a:lnTo>
                <a:lnTo>
                  <a:pt x="1546675" y="120251"/>
                </a:lnTo>
                <a:lnTo>
                  <a:pt x="1546001" y="119692"/>
                </a:lnTo>
                <a:lnTo>
                  <a:pt x="1545346" y="119100"/>
                </a:lnTo>
                <a:lnTo>
                  <a:pt x="1544712" y="118473"/>
                </a:lnTo>
                <a:lnTo>
                  <a:pt x="1544098" y="117813"/>
                </a:lnTo>
                <a:lnTo>
                  <a:pt x="1543505" y="117119"/>
                </a:lnTo>
                <a:lnTo>
                  <a:pt x="1542932" y="116390"/>
                </a:lnTo>
                <a:lnTo>
                  <a:pt x="1542380" y="115628"/>
                </a:lnTo>
                <a:lnTo>
                  <a:pt x="1541847" y="114833"/>
                </a:lnTo>
                <a:lnTo>
                  <a:pt x="1541336" y="114005"/>
                </a:lnTo>
                <a:lnTo>
                  <a:pt x="1540847" y="113146"/>
                </a:lnTo>
                <a:lnTo>
                  <a:pt x="1540379" y="112256"/>
                </a:lnTo>
                <a:lnTo>
                  <a:pt x="1539933" y="111336"/>
                </a:lnTo>
                <a:lnTo>
                  <a:pt x="1539509" y="110386"/>
                </a:lnTo>
                <a:lnTo>
                  <a:pt x="1539107" y="109404"/>
                </a:lnTo>
                <a:lnTo>
                  <a:pt x="1538726" y="108392"/>
                </a:lnTo>
                <a:lnTo>
                  <a:pt x="1538368" y="107349"/>
                </a:lnTo>
                <a:lnTo>
                  <a:pt x="1538030" y="106276"/>
                </a:lnTo>
                <a:lnTo>
                  <a:pt x="1537715" y="105172"/>
                </a:lnTo>
                <a:lnTo>
                  <a:pt x="1537421" y="104037"/>
                </a:lnTo>
                <a:lnTo>
                  <a:pt x="1537150" y="102872"/>
                </a:lnTo>
                <a:lnTo>
                  <a:pt x="1536899" y="101676"/>
                </a:lnTo>
                <a:lnTo>
                  <a:pt x="1536671" y="100450"/>
                </a:lnTo>
                <a:lnTo>
                  <a:pt x="1536464" y="99192"/>
                </a:lnTo>
                <a:lnTo>
                  <a:pt x="1536280" y="97904"/>
                </a:lnTo>
                <a:lnTo>
                  <a:pt x="1536116" y="96586"/>
                </a:lnTo>
                <a:lnTo>
                  <a:pt x="1535975" y="95237"/>
                </a:lnTo>
                <a:lnTo>
                  <a:pt x="1535855" y="93857"/>
                </a:lnTo>
                <a:lnTo>
                  <a:pt x="1535758" y="92446"/>
                </a:lnTo>
                <a:lnTo>
                  <a:pt x="1535681" y="91005"/>
                </a:lnTo>
                <a:lnTo>
                  <a:pt x="1535627" y="89533"/>
                </a:lnTo>
                <a:lnTo>
                  <a:pt x="1535594" y="88031"/>
                </a:lnTo>
                <a:lnTo>
                  <a:pt x="1535584" y="86497"/>
                </a:lnTo>
                <a:lnTo>
                  <a:pt x="1535595" y="85015"/>
                </a:lnTo>
                <a:lnTo>
                  <a:pt x="1535630" y="83560"/>
                </a:lnTo>
                <a:lnTo>
                  <a:pt x="1535688" y="82134"/>
                </a:lnTo>
                <a:lnTo>
                  <a:pt x="1535769" y="80737"/>
                </a:lnTo>
                <a:lnTo>
                  <a:pt x="1535873" y="79368"/>
                </a:lnTo>
                <a:lnTo>
                  <a:pt x="1536000" y="78028"/>
                </a:lnTo>
                <a:lnTo>
                  <a:pt x="1536150" y="76716"/>
                </a:lnTo>
                <a:lnTo>
                  <a:pt x="1536323" y="75433"/>
                </a:lnTo>
                <a:lnTo>
                  <a:pt x="1536520" y="74178"/>
                </a:lnTo>
                <a:lnTo>
                  <a:pt x="1536740" y="72952"/>
                </a:lnTo>
                <a:lnTo>
                  <a:pt x="1536982" y="71754"/>
                </a:lnTo>
                <a:lnTo>
                  <a:pt x="1537248" y="70585"/>
                </a:lnTo>
                <a:lnTo>
                  <a:pt x="1537537" y="69444"/>
                </a:lnTo>
                <a:lnTo>
                  <a:pt x="1537849" y="68332"/>
                </a:lnTo>
                <a:lnTo>
                  <a:pt x="1538185" y="67249"/>
                </a:lnTo>
                <a:lnTo>
                  <a:pt x="1538543" y="66193"/>
                </a:lnTo>
                <a:lnTo>
                  <a:pt x="1538924" y="65167"/>
                </a:lnTo>
                <a:lnTo>
                  <a:pt x="1539329" y="64169"/>
                </a:lnTo>
                <a:lnTo>
                  <a:pt x="1539757" y="63199"/>
                </a:lnTo>
                <a:lnTo>
                  <a:pt x="1540207" y="62258"/>
                </a:lnTo>
                <a:lnTo>
                  <a:pt x="1540681" y="61345"/>
                </a:lnTo>
                <a:lnTo>
                  <a:pt x="1541179" y="60461"/>
                </a:lnTo>
                <a:lnTo>
                  <a:pt x="1541699" y="59606"/>
                </a:lnTo>
                <a:lnTo>
                  <a:pt x="1542242" y="58779"/>
                </a:lnTo>
                <a:lnTo>
                  <a:pt x="1542808" y="57983"/>
                </a:lnTo>
                <a:lnTo>
                  <a:pt x="1543397" y="57221"/>
                </a:lnTo>
                <a:lnTo>
                  <a:pt x="1544008" y="56493"/>
                </a:lnTo>
                <a:lnTo>
                  <a:pt x="1544641" y="55799"/>
                </a:lnTo>
                <a:lnTo>
                  <a:pt x="1545297" y="55138"/>
                </a:lnTo>
                <a:lnTo>
                  <a:pt x="1545975" y="54512"/>
                </a:lnTo>
                <a:lnTo>
                  <a:pt x="1546676" y="53919"/>
                </a:lnTo>
                <a:lnTo>
                  <a:pt x="1547399" y="53360"/>
                </a:lnTo>
                <a:lnTo>
                  <a:pt x="1548144" y="52835"/>
                </a:lnTo>
                <a:lnTo>
                  <a:pt x="1548912" y="52344"/>
                </a:lnTo>
                <a:lnTo>
                  <a:pt x="1549703" y="51887"/>
                </a:lnTo>
                <a:lnTo>
                  <a:pt x="1550516" y="51464"/>
                </a:lnTo>
                <a:lnTo>
                  <a:pt x="1551351" y="51074"/>
                </a:lnTo>
                <a:lnTo>
                  <a:pt x="1552209" y="50719"/>
                </a:lnTo>
                <a:lnTo>
                  <a:pt x="1553089" y="50397"/>
                </a:lnTo>
                <a:lnTo>
                  <a:pt x="1553991" y="50109"/>
                </a:lnTo>
                <a:lnTo>
                  <a:pt x="1554916" y="49855"/>
                </a:lnTo>
                <a:lnTo>
                  <a:pt x="1555864" y="49635"/>
                </a:lnTo>
                <a:lnTo>
                  <a:pt x="1556834" y="49449"/>
                </a:lnTo>
                <a:lnTo>
                  <a:pt x="1557826" y="49296"/>
                </a:lnTo>
                <a:lnTo>
                  <a:pt x="1558841" y="49178"/>
                </a:lnTo>
                <a:lnTo>
                  <a:pt x="1559878" y="49093"/>
                </a:lnTo>
                <a:lnTo>
                  <a:pt x="1560938" y="49042"/>
                </a:lnTo>
                <a:lnTo>
                  <a:pt x="1562020" y="49026"/>
                </a:lnTo>
                <a:lnTo>
                  <a:pt x="1562844" y="49035"/>
                </a:lnTo>
                <a:lnTo>
                  <a:pt x="1563657" y="49064"/>
                </a:lnTo>
                <a:lnTo>
                  <a:pt x="1564457" y="49111"/>
                </a:lnTo>
                <a:lnTo>
                  <a:pt x="1565246" y="49178"/>
                </a:lnTo>
                <a:lnTo>
                  <a:pt x="1566023" y="49264"/>
                </a:lnTo>
                <a:lnTo>
                  <a:pt x="1566789" y="49369"/>
                </a:lnTo>
                <a:lnTo>
                  <a:pt x="1567542" y="49493"/>
                </a:lnTo>
                <a:lnTo>
                  <a:pt x="1568284" y="49636"/>
                </a:lnTo>
                <a:lnTo>
                  <a:pt x="1569014" y="49798"/>
                </a:lnTo>
                <a:lnTo>
                  <a:pt x="1569732" y="49979"/>
                </a:lnTo>
                <a:lnTo>
                  <a:pt x="1570438" y="50179"/>
                </a:lnTo>
                <a:lnTo>
                  <a:pt x="1571132" y="50399"/>
                </a:lnTo>
                <a:lnTo>
                  <a:pt x="1571815" y="50637"/>
                </a:lnTo>
                <a:lnTo>
                  <a:pt x="1572485" y="50895"/>
                </a:lnTo>
                <a:lnTo>
                  <a:pt x="1573144" y="51171"/>
                </a:lnTo>
                <a:lnTo>
                  <a:pt x="1573791" y="51467"/>
                </a:lnTo>
                <a:lnTo>
                  <a:pt x="1574427" y="51782"/>
                </a:lnTo>
                <a:lnTo>
                  <a:pt x="1575050" y="52115"/>
                </a:lnTo>
                <a:lnTo>
                  <a:pt x="1575662" y="52468"/>
                </a:lnTo>
                <a:lnTo>
                  <a:pt x="1576261" y="52840"/>
                </a:lnTo>
                <a:lnTo>
                  <a:pt x="1576849" y="53231"/>
                </a:lnTo>
                <a:lnTo>
                  <a:pt x="1577426" y="53641"/>
                </a:lnTo>
                <a:lnTo>
                  <a:pt x="1577990" y="54070"/>
                </a:lnTo>
                <a:lnTo>
                  <a:pt x="1578543" y="54519"/>
                </a:lnTo>
                <a:lnTo>
                  <a:pt x="1579085" y="54982"/>
                </a:lnTo>
                <a:lnTo>
                  <a:pt x="1579618" y="55455"/>
                </a:lnTo>
                <a:lnTo>
                  <a:pt x="1580143" y="55938"/>
                </a:lnTo>
                <a:lnTo>
                  <a:pt x="1580659" y="56431"/>
                </a:lnTo>
                <a:lnTo>
                  <a:pt x="1581167" y="56934"/>
                </a:lnTo>
                <a:lnTo>
                  <a:pt x="1581665" y="57448"/>
                </a:lnTo>
                <a:lnTo>
                  <a:pt x="1582155" y="57972"/>
                </a:lnTo>
                <a:lnTo>
                  <a:pt x="1582636" y="58506"/>
                </a:lnTo>
                <a:lnTo>
                  <a:pt x="1583109" y="59050"/>
                </a:lnTo>
                <a:lnTo>
                  <a:pt x="1583572" y="59604"/>
                </a:lnTo>
                <a:lnTo>
                  <a:pt x="1584027" y="60169"/>
                </a:lnTo>
                <a:lnTo>
                  <a:pt x="1584473" y="60743"/>
                </a:lnTo>
                <a:lnTo>
                  <a:pt x="1584911" y="61328"/>
                </a:lnTo>
                <a:lnTo>
                  <a:pt x="1585340" y="61923"/>
                </a:lnTo>
                <a:lnTo>
                  <a:pt x="1585760" y="62528"/>
                </a:lnTo>
                <a:lnTo>
                  <a:pt x="1586171" y="63143"/>
                </a:lnTo>
                <a:lnTo>
                  <a:pt x="1586573" y="63768"/>
                </a:lnTo>
                <a:lnTo>
                  <a:pt x="1586967" y="64404"/>
                </a:lnTo>
                <a:lnTo>
                  <a:pt x="1587352" y="65050"/>
                </a:lnTo>
                <a:lnTo>
                  <a:pt x="1587729" y="65705"/>
                </a:lnTo>
                <a:lnTo>
                  <a:pt x="1588096" y="66371"/>
                </a:lnTo>
                <a:lnTo>
                  <a:pt x="1588455" y="67048"/>
                </a:lnTo>
                <a:lnTo>
                  <a:pt x="1588805" y="67734"/>
                </a:lnTo>
                <a:lnTo>
                  <a:pt x="1589147" y="68430"/>
                </a:lnTo>
                <a:lnTo>
                  <a:pt x="1589147" y="106929"/>
                </a:lnTo>
                <a:lnTo>
                  <a:pt x="1588780" y="107532"/>
                </a:lnTo>
                <a:lnTo>
                  <a:pt x="1588405" y="108129"/>
                </a:lnTo>
                <a:lnTo>
                  <a:pt x="1588020" y="108718"/>
                </a:lnTo>
                <a:lnTo>
                  <a:pt x="1587626" y="109300"/>
                </a:lnTo>
                <a:lnTo>
                  <a:pt x="1587223" y="109874"/>
                </a:lnTo>
                <a:lnTo>
                  <a:pt x="1586810" y="110441"/>
                </a:lnTo>
                <a:lnTo>
                  <a:pt x="1586388" y="111001"/>
                </a:lnTo>
                <a:lnTo>
                  <a:pt x="1585957" y="111553"/>
                </a:lnTo>
                <a:lnTo>
                  <a:pt x="1585517" y="112099"/>
                </a:lnTo>
                <a:lnTo>
                  <a:pt x="1585067" y="112637"/>
                </a:lnTo>
                <a:lnTo>
                  <a:pt x="1584609" y="113167"/>
                </a:lnTo>
                <a:lnTo>
                  <a:pt x="1584141" y="113691"/>
                </a:lnTo>
                <a:lnTo>
                  <a:pt x="1583663" y="114207"/>
                </a:lnTo>
                <a:lnTo>
                  <a:pt x="1583177" y="114715"/>
                </a:lnTo>
                <a:lnTo>
                  <a:pt x="1582681" y="115217"/>
                </a:lnTo>
                <a:lnTo>
                  <a:pt x="1582176" y="115711"/>
                </a:lnTo>
                <a:lnTo>
                  <a:pt x="1581662" y="116198"/>
                </a:lnTo>
                <a:lnTo>
                  <a:pt x="1581138" y="116677"/>
                </a:lnTo>
                <a:lnTo>
                  <a:pt x="1580605" y="117149"/>
                </a:lnTo>
                <a:lnTo>
                  <a:pt x="1580063" y="117614"/>
                </a:lnTo>
                <a:lnTo>
                  <a:pt x="1579512" y="118072"/>
                </a:lnTo>
                <a:lnTo>
                  <a:pt x="1578952" y="118522"/>
                </a:lnTo>
                <a:lnTo>
                  <a:pt x="1578382" y="118965"/>
                </a:lnTo>
                <a:lnTo>
                  <a:pt x="1577803" y="119401"/>
                </a:lnTo>
                <a:lnTo>
                  <a:pt x="1577213" y="119824"/>
                </a:lnTo>
                <a:lnTo>
                  <a:pt x="1576611" y="120229"/>
                </a:lnTo>
                <a:lnTo>
                  <a:pt x="1575996" y="120616"/>
                </a:lnTo>
                <a:lnTo>
                  <a:pt x="1575370" y="120985"/>
                </a:lnTo>
                <a:lnTo>
                  <a:pt x="1574730" y="121336"/>
                </a:lnTo>
                <a:lnTo>
                  <a:pt x="1574079" y="121669"/>
                </a:lnTo>
                <a:lnTo>
                  <a:pt x="1573415" y="121984"/>
                </a:lnTo>
                <a:lnTo>
                  <a:pt x="1572739" y="122282"/>
                </a:lnTo>
                <a:lnTo>
                  <a:pt x="1572051" y="122561"/>
                </a:lnTo>
                <a:lnTo>
                  <a:pt x="1571350" y="122822"/>
                </a:lnTo>
                <a:lnTo>
                  <a:pt x="1570637" y="123065"/>
                </a:lnTo>
                <a:lnTo>
                  <a:pt x="1569911" y="123290"/>
                </a:lnTo>
                <a:lnTo>
                  <a:pt x="1569174" y="123497"/>
                </a:lnTo>
                <a:lnTo>
                  <a:pt x="1568423" y="123686"/>
                </a:lnTo>
                <a:lnTo>
                  <a:pt x="1567661" y="123857"/>
                </a:lnTo>
                <a:lnTo>
                  <a:pt x="1566886" y="124010"/>
                </a:lnTo>
                <a:lnTo>
                  <a:pt x="1566099" y="124145"/>
                </a:lnTo>
                <a:lnTo>
                  <a:pt x="1565300" y="124262"/>
                </a:lnTo>
                <a:lnTo>
                  <a:pt x="1564488" y="124361"/>
                </a:lnTo>
                <a:lnTo>
                  <a:pt x="1563664" y="124442"/>
                </a:lnTo>
                <a:lnTo>
                  <a:pt x="1562828" y="124505"/>
                </a:lnTo>
                <a:lnTo>
                  <a:pt x="1561979" y="124550"/>
                </a:lnTo>
                <a:lnTo>
                  <a:pt x="1561118" y="124577"/>
                </a:lnTo>
                <a:lnTo>
                  <a:pt x="1560244" y="124586"/>
                </a:lnTo>
                <a:lnTo>
                  <a:pt x="1559243" y="124569"/>
                </a:lnTo>
                <a:lnTo>
                  <a:pt x="1558263" y="124518"/>
                </a:lnTo>
                <a:lnTo>
                  <a:pt x="1557303" y="124434"/>
                </a:lnTo>
                <a:lnTo>
                  <a:pt x="1556363" y="124315"/>
                </a:lnTo>
                <a:lnTo>
                  <a:pt x="1555444" y="124163"/>
                </a:lnTo>
                <a:close/>
                <a:moveTo>
                  <a:pt x="1427714" y="65271"/>
                </a:moveTo>
                <a:lnTo>
                  <a:pt x="1427985" y="64903"/>
                </a:lnTo>
                <a:lnTo>
                  <a:pt x="1428259" y="64539"/>
                </a:lnTo>
                <a:lnTo>
                  <a:pt x="1428536" y="64179"/>
                </a:lnTo>
                <a:lnTo>
                  <a:pt x="1428816" y="63823"/>
                </a:lnTo>
                <a:lnTo>
                  <a:pt x="1429099" y="63471"/>
                </a:lnTo>
                <a:lnTo>
                  <a:pt x="1429385" y="63122"/>
                </a:lnTo>
                <a:lnTo>
                  <a:pt x="1429674" y="62777"/>
                </a:lnTo>
                <a:lnTo>
                  <a:pt x="1429966" y="62436"/>
                </a:lnTo>
                <a:lnTo>
                  <a:pt x="1430262" y="62098"/>
                </a:lnTo>
                <a:lnTo>
                  <a:pt x="1430560" y="61764"/>
                </a:lnTo>
                <a:lnTo>
                  <a:pt x="1430862" y="61434"/>
                </a:lnTo>
                <a:lnTo>
                  <a:pt x="1431167" y="61108"/>
                </a:lnTo>
                <a:lnTo>
                  <a:pt x="1431474" y="60785"/>
                </a:lnTo>
                <a:lnTo>
                  <a:pt x="1431785" y="60467"/>
                </a:lnTo>
                <a:lnTo>
                  <a:pt x="1432099" y="60152"/>
                </a:lnTo>
                <a:lnTo>
                  <a:pt x="1432416" y="59840"/>
                </a:lnTo>
                <a:lnTo>
                  <a:pt x="1432736" y="59533"/>
                </a:lnTo>
                <a:lnTo>
                  <a:pt x="1433059" y="59229"/>
                </a:lnTo>
                <a:lnTo>
                  <a:pt x="1433386" y="58929"/>
                </a:lnTo>
                <a:lnTo>
                  <a:pt x="1433715" y="58633"/>
                </a:lnTo>
                <a:lnTo>
                  <a:pt x="1434047" y="58340"/>
                </a:lnTo>
                <a:lnTo>
                  <a:pt x="1434383" y="58051"/>
                </a:lnTo>
                <a:lnTo>
                  <a:pt x="1434722" y="57767"/>
                </a:lnTo>
                <a:lnTo>
                  <a:pt x="1435066" y="57488"/>
                </a:lnTo>
                <a:lnTo>
                  <a:pt x="1435415" y="57214"/>
                </a:lnTo>
                <a:lnTo>
                  <a:pt x="1435769" y="56945"/>
                </a:lnTo>
                <a:lnTo>
                  <a:pt x="1436128" y="56681"/>
                </a:lnTo>
                <a:lnTo>
                  <a:pt x="1436491" y="56423"/>
                </a:lnTo>
                <a:lnTo>
                  <a:pt x="1436859" y="56170"/>
                </a:lnTo>
                <a:lnTo>
                  <a:pt x="1437232" y="55922"/>
                </a:lnTo>
                <a:lnTo>
                  <a:pt x="1437610" y="55679"/>
                </a:lnTo>
                <a:lnTo>
                  <a:pt x="1437993" y="55441"/>
                </a:lnTo>
                <a:lnTo>
                  <a:pt x="1438380" y="55208"/>
                </a:lnTo>
                <a:lnTo>
                  <a:pt x="1438772" y="54981"/>
                </a:lnTo>
                <a:lnTo>
                  <a:pt x="1439169" y="54759"/>
                </a:lnTo>
                <a:lnTo>
                  <a:pt x="1439571" y="54542"/>
                </a:lnTo>
                <a:lnTo>
                  <a:pt x="1439978" y="54330"/>
                </a:lnTo>
                <a:lnTo>
                  <a:pt x="1440389" y="54123"/>
                </a:lnTo>
                <a:lnTo>
                  <a:pt x="1440805" y="53922"/>
                </a:lnTo>
                <a:lnTo>
                  <a:pt x="1441226" y="53726"/>
                </a:lnTo>
                <a:lnTo>
                  <a:pt x="1441652" y="53535"/>
                </a:lnTo>
                <a:lnTo>
                  <a:pt x="1442082" y="53349"/>
                </a:lnTo>
                <a:lnTo>
                  <a:pt x="1442518" y="53168"/>
                </a:lnTo>
                <a:lnTo>
                  <a:pt x="1442958" y="52992"/>
                </a:lnTo>
                <a:lnTo>
                  <a:pt x="1443403" y="52822"/>
                </a:lnTo>
                <a:lnTo>
                  <a:pt x="1443853" y="52657"/>
                </a:lnTo>
                <a:lnTo>
                  <a:pt x="1444308" y="52497"/>
                </a:lnTo>
                <a:lnTo>
                  <a:pt x="1444769" y="52345"/>
                </a:lnTo>
                <a:lnTo>
                  <a:pt x="1445237" y="52199"/>
                </a:lnTo>
                <a:lnTo>
                  <a:pt x="1445710" y="52060"/>
                </a:lnTo>
                <a:lnTo>
                  <a:pt x="1446190" y="51927"/>
                </a:lnTo>
                <a:lnTo>
                  <a:pt x="1446676" y="51802"/>
                </a:lnTo>
                <a:lnTo>
                  <a:pt x="1447168" y="51683"/>
                </a:lnTo>
                <a:lnTo>
                  <a:pt x="1447667" y="51571"/>
                </a:lnTo>
                <a:lnTo>
                  <a:pt x="1448171" y="51466"/>
                </a:lnTo>
                <a:lnTo>
                  <a:pt x="1448682" y="51367"/>
                </a:lnTo>
                <a:lnTo>
                  <a:pt x="1449199" y="51276"/>
                </a:lnTo>
                <a:lnTo>
                  <a:pt x="1449722" y="51191"/>
                </a:lnTo>
                <a:lnTo>
                  <a:pt x="1450251" y="51113"/>
                </a:lnTo>
                <a:lnTo>
                  <a:pt x="1450786" y="51042"/>
                </a:lnTo>
                <a:lnTo>
                  <a:pt x="1451328" y="50977"/>
                </a:lnTo>
                <a:lnTo>
                  <a:pt x="1451875" y="50920"/>
                </a:lnTo>
                <a:lnTo>
                  <a:pt x="1452429" y="50869"/>
                </a:lnTo>
                <a:lnTo>
                  <a:pt x="1452989" y="50825"/>
                </a:lnTo>
                <a:lnTo>
                  <a:pt x="1453555" y="50787"/>
                </a:lnTo>
                <a:lnTo>
                  <a:pt x="1454128" y="50757"/>
                </a:lnTo>
                <a:lnTo>
                  <a:pt x="1454706" y="50733"/>
                </a:lnTo>
                <a:lnTo>
                  <a:pt x="1455291" y="50716"/>
                </a:lnTo>
                <a:lnTo>
                  <a:pt x="1455882" y="50706"/>
                </a:lnTo>
                <a:lnTo>
                  <a:pt x="1456479" y="50702"/>
                </a:lnTo>
                <a:lnTo>
                  <a:pt x="1458748" y="50702"/>
                </a:lnTo>
                <a:lnTo>
                  <a:pt x="1458748" y="35610"/>
                </a:lnTo>
                <a:lnTo>
                  <a:pt x="1456775" y="35610"/>
                </a:lnTo>
                <a:lnTo>
                  <a:pt x="1455820" y="35619"/>
                </a:lnTo>
                <a:lnTo>
                  <a:pt x="1454881" y="35645"/>
                </a:lnTo>
                <a:lnTo>
                  <a:pt x="1453957" y="35689"/>
                </a:lnTo>
                <a:lnTo>
                  <a:pt x="1453048" y="35750"/>
                </a:lnTo>
                <a:lnTo>
                  <a:pt x="1452154" y="35828"/>
                </a:lnTo>
                <a:lnTo>
                  <a:pt x="1451275" y="35924"/>
                </a:lnTo>
                <a:lnTo>
                  <a:pt x="1450412" y="36038"/>
                </a:lnTo>
                <a:lnTo>
                  <a:pt x="1449563" y="36169"/>
                </a:lnTo>
                <a:lnTo>
                  <a:pt x="1448729" y="36318"/>
                </a:lnTo>
                <a:lnTo>
                  <a:pt x="1447911" y="36483"/>
                </a:lnTo>
                <a:lnTo>
                  <a:pt x="1447107" y="36667"/>
                </a:lnTo>
                <a:lnTo>
                  <a:pt x="1446319" y="36868"/>
                </a:lnTo>
                <a:lnTo>
                  <a:pt x="1445545" y="37086"/>
                </a:lnTo>
                <a:lnTo>
                  <a:pt x="1444787" y="37322"/>
                </a:lnTo>
                <a:lnTo>
                  <a:pt x="1444044" y="37575"/>
                </a:lnTo>
                <a:lnTo>
                  <a:pt x="1443315" y="37846"/>
                </a:lnTo>
                <a:lnTo>
                  <a:pt x="1442602" y="38134"/>
                </a:lnTo>
                <a:lnTo>
                  <a:pt x="1441904" y="38440"/>
                </a:lnTo>
                <a:lnTo>
                  <a:pt x="1441221" y="38763"/>
                </a:lnTo>
                <a:lnTo>
                  <a:pt x="1440553" y="39104"/>
                </a:lnTo>
                <a:lnTo>
                  <a:pt x="1439901" y="39462"/>
                </a:lnTo>
                <a:lnTo>
                  <a:pt x="1439263" y="39837"/>
                </a:lnTo>
                <a:lnTo>
                  <a:pt x="1438640" y="40230"/>
                </a:lnTo>
                <a:lnTo>
                  <a:pt x="1438033" y="40641"/>
                </a:lnTo>
                <a:lnTo>
                  <a:pt x="1437438" y="41064"/>
                </a:lnTo>
                <a:lnTo>
                  <a:pt x="1436854" y="41496"/>
                </a:lnTo>
                <a:lnTo>
                  <a:pt x="1436282" y="41937"/>
                </a:lnTo>
                <a:lnTo>
                  <a:pt x="1435720" y="42386"/>
                </a:lnTo>
                <a:lnTo>
                  <a:pt x="1435169" y="42844"/>
                </a:lnTo>
                <a:lnTo>
                  <a:pt x="1434629" y="43310"/>
                </a:lnTo>
                <a:lnTo>
                  <a:pt x="1434101" y="43785"/>
                </a:lnTo>
                <a:lnTo>
                  <a:pt x="1433583" y="44269"/>
                </a:lnTo>
                <a:lnTo>
                  <a:pt x="1433076" y="44761"/>
                </a:lnTo>
                <a:lnTo>
                  <a:pt x="1432580" y="45261"/>
                </a:lnTo>
                <a:lnTo>
                  <a:pt x="1432095" y="45770"/>
                </a:lnTo>
                <a:lnTo>
                  <a:pt x="1431621" y="46288"/>
                </a:lnTo>
                <a:lnTo>
                  <a:pt x="1431158" y="46814"/>
                </a:lnTo>
                <a:lnTo>
                  <a:pt x="1430706" y="47349"/>
                </a:lnTo>
                <a:lnTo>
                  <a:pt x="1430264" y="47893"/>
                </a:lnTo>
                <a:lnTo>
                  <a:pt x="1429834" y="48445"/>
                </a:lnTo>
                <a:lnTo>
                  <a:pt x="1429415" y="49005"/>
                </a:lnTo>
                <a:lnTo>
                  <a:pt x="1429007" y="49574"/>
                </a:lnTo>
                <a:lnTo>
                  <a:pt x="1428609" y="50152"/>
                </a:lnTo>
                <a:lnTo>
                  <a:pt x="1428223" y="50738"/>
                </a:lnTo>
                <a:lnTo>
                  <a:pt x="1427848" y="51333"/>
                </a:lnTo>
                <a:lnTo>
                  <a:pt x="1427483" y="51936"/>
                </a:lnTo>
                <a:lnTo>
                  <a:pt x="1427130" y="52548"/>
                </a:lnTo>
                <a:lnTo>
                  <a:pt x="1426787" y="53169"/>
                </a:lnTo>
                <a:lnTo>
                  <a:pt x="1426195" y="37287"/>
                </a:lnTo>
                <a:lnTo>
                  <a:pt x="1410709" y="37287"/>
                </a:lnTo>
                <a:lnTo>
                  <a:pt x="1410709" y="136324"/>
                </a:lnTo>
                <a:lnTo>
                  <a:pt x="1427182" y="136324"/>
                </a:lnTo>
                <a:lnTo>
                  <a:pt x="1427182" y="66017"/>
                </a:lnTo>
                <a:lnTo>
                  <a:pt x="1427446" y="65642"/>
                </a:lnTo>
                <a:lnTo>
                  <a:pt x="1427714" y="65271"/>
                </a:lnTo>
                <a:close/>
                <a:moveTo>
                  <a:pt x="1496273" y="136324"/>
                </a:moveTo>
                <a:lnTo>
                  <a:pt x="1496273" y="37287"/>
                </a:lnTo>
                <a:lnTo>
                  <a:pt x="1479800" y="37287"/>
                </a:lnTo>
                <a:lnTo>
                  <a:pt x="1479800" y="136324"/>
                </a:lnTo>
                <a:lnTo>
                  <a:pt x="1496273" y="136324"/>
                </a:lnTo>
                <a:close/>
                <a:moveTo>
                  <a:pt x="1210118" y="137921"/>
                </a:moveTo>
                <a:lnTo>
                  <a:pt x="1211066" y="137843"/>
                </a:lnTo>
                <a:lnTo>
                  <a:pt x="1212004" y="137750"/>
                </a:lnTo>
                <a:lnTo>
                  <a:pt x="1212930" y="137642"/>
                </a:lnTo>
                <a:lnTo>
                  <a:pt x="1213845" y="137521"/>
                </a:lnTo>
                <a:lnTo>
                  <a:pt x="1214749" y="137385"/>
                </a:lnTo>
                <a:lnTo>
                  <a:pt x="1215642" y="137235"/>
                </a:lnTo>
                <a:lnTo>
                  <a:pt x="1216523" y="137070"/>
                </a:lnTo>
                <a:lnTo>
                  <a:pt x="1217392" y="136892"/>
                </a:lnTo>
                <a:lnTo>
                  <a:pt x="1218251" y="136699"/>
                </a:lnTo>
                <a:lnTo>
                  <a:pt x="1219098" y="136491"/>
                </a:lnTo>
                <a:lnTo>
                  <a:pt x="1219934" y="136270"/>
                </a:lnTo>
                <a:lnTo>
                  <a:pt x="1220759" y="136034"/>
                </a:lnTo>
                <a:lnTo>
                  <a:pt x="1221572" y="135783"/>
                </a:lnTo>
                <a:lnTo>
                  <a:pt x="1222374" y="135519"/>
                </a:lnTo>
                <a:lnTo>
                  <a:pt x="1223165" y="135240"/>
                </a:lnTo>
                <a:lnTo>
                  <a:pt x="1223944" y="134947"/>
                </a:lnTo>
                <a:lnTo>
                  <a:pt x="1224712" y="134639"/>
                </a:lnTo>
                <a:lnTo>
                  <a:pt x="1225469" y="134318"/>
                </a:lnTo>
                <a:lnTo>
                  <a:pt x="1226214" y="133982"/>
                </a:lnTo>
                <a:lnTo>
                  <a:pt x="1226947" y="133632"/>
                </a:lnTo>
                <a:lnTo>
                  <a:pt x="1227667" y="133271"/>
                </a:lnTo>
                <a:lnTo>
                  <a:pt x="1228372" y="132897"/>
                </a:lnTo>
                <a:lnTo>
                  <a:pt x="1229064" y="132512"/>
                </a:lnTo>
                <a:lnTo>
                  <a:pt x="1229742" y="132114"/>
                </a:lnTo>
                <a:lnTo>
                  <a:pt x="1230407" y="131705"/>
                </a:lnTo>
                <a:lnTo>
                  <a:pt x="1231057" y="131283"/>
                </a:lnTo>
                <a:lnTo>
                  <a:pt x="1231694" y="130850"/>
                </a:lnTo>
                <a:lnTo>
                  <a:pt x="1232318" y="130404"/>
                </a:lnTo>
                <a:lnTo>
                  <a:pt x="1232927" y="129947"/>
                </a:lnTo>
                <a:lnTo>
                  <a:pt x="1233523" y="129477"/>
                </a:lnTo>
                <a:lnTo>
                  <a:pt x="1234106" y="128996"/>
                </a:lnTo>
                <a:lnTo>
                  <a:pt x="1234674" y="128502"/>
                </a:lnTo>
                <a:lnTo>
                  <a:pt x="1235229" y="127996"/>
                </a:lnTo>
                <a:lnTo>
                  <a:pt x="1235770" y="127479"/>
                </a:lnTo>
                <a:lnTo>
                  <a:pt x="1236298" y="126949"/>
                </a:lnTo>
                <a:lnTo>
                  <a:pt x="1236812" y="126408"/>
                </a:lnTo>
                <a:lnTo>
                  <a:pt x="1237312" y="125854"/>
                </a:lnTo>
                <a:lnTo>
                  <a:pt x="1237798" y="125288"/>
                </a:lnTo>
                <a:lnTo>
                  <a:pt x="1238271" y="124711"/>
                </a:lnTo>
                <a:lnTo>
                  <a:pt x="1238730" y="124121"/>
                </a:lnTo>
                <a:lnTo>
                  <a:pt x="1239175" y="123519"/>
                </a:lnTo>
                <a:lnTo>
                  <a:pt x="1239606" y="122906"/>
                </a:lnTo>
                <a:lnTo>
                  <a:pt x="1240024" y="122280"/>
                </a:lnTo>
                <a:lnTo>
                  <a:pt x="1240427" y="121643"/>
                </a:lnTo>
                <a:lnTo>
                  <a:pt x="1240814" y="120997"/>
                </a:lnTo>
                <a:lnTo>
                  <a:pt x="1241185" y="120340"/>
                </a:lnTo>
                <a:lnTo>
                  <a:pt x="1241540" y="119673"/>
                </a:lnTo>
                <a:lnTo>
                  <a:pt x="1241878" y="118996"/>
                </a:lnTo>
                <a:lnTo>
                  <a:pt x="1242201" y="118309"/>
                </a:lnTo>
                <a:lnTo>
                  <a:pt x="1242507" y="117612"/>
                </a:lnTo>
                <a:lnTo>
                  <a:pt x="1242797" y="116905"/>
                </a:lnTo>
                <a:lnTo>
                  <a:pt x="1243071" y="116188"/>
                </a:lnTo>
                <a:lnTo>
                  <a:pt x="1243329" y="115460"/>
                </a:lnTo>
                <a:lnTo>
                  <a:pt x="1243571" y="114723"/>
                </a:lnTo>
                <a:lnTo>
                  <a:pt x="1243797" y="113976"/>
                </a:lnTo>
                <a:lnTo>
                  <a:pt x="1244007" y="113218"/>
                </a:lnTo>
                <a:lnTo>
                  <a:pt x="1244201" y="112451"/>
                </a:lnTo>
                <a:lnTo>
                  <a:pt x="1244378" y="111673"/>
                </a:lnTo>
                <a:lnTo>
                  <a:pt x="1244540" y="110886"/>
                </a:lnTo>
                <a:lnTo>
                  <a:pt x="1244685" y="110088"/>
                </a:lnTo>
                <a:lnTo>
                  <a:pt x="1244815" y="109280"/>
                </a:lnTo>
                <a:lnTo>
                  <a:pt x="1244928" y="108462"/>
                </a:lnTo>
                <a:lnTo>
                  <a:pt x="1245025" y="107634"/>
                </a:lnTo>
                <a:lnTo>
                  <a:pt x="1245106" y="106797"/>
                </a:lnTo>
                <a:lnTo>
                  <a:pt x="1245171" y="105949"/>
                </a:lnTo>
                <a:lnTo>
                  <a:pt x="1245220" y="105090"/>
                </a:lnTo>
                <a:lnTo>
                  <a:pt x="1245252" y="104222"/>
                </a:lnTo>
                <a:lnTo>
                  <a:pt x="1228976" y="104222"/>
                </a:lnTo>
                <a:lnTo>
                  <a:pt x="1228941" y="105069"/>
                </a:lnTo>
                <a:lnTo>
                  <a:pt x="1228886" y="105900"/>
                </a:lnTo>
                <a:lnTo>
                  <a:pt x="1228810" y="106713"/>
                </a:lnTo>
                <a:lnTo>
                  <a:pt x="1228713" y="107510"/>
                </a:lnTo>
                <a:lnTo>
                  <a:pt x="1228596" y="108290"/>
                </a:lnTo>
                <a:lnTo>
                  <a:pt x="1228458" y="109054"/>
                </a:lnTo>
                <a:lnTo>
                  <a:pt x="1228300" y="109800"/>
                </a:lnTo>
                <a:lnTo>
                  <a:pt x="1228121" y="110530"/>
                </a:lnTo>
                <a:lnTo>
                  <a:pt x="1227922" y="111243"/>
                </a:lnTo>
                <a:lnTo>
                  <a:pt x="1227702" y="111940"/>
                </a:lnTo>
                <a:lnTo>
                  <a:pt x="1227462" y="112619"/>
                </a:lnTo>
                <a:lnTo>
                  <a:pt x="1227201" y="113282"/>
                </a:lnTo>
                <a:lnTo>
                  <a:pt x="1226919" y="113928"/>
                </a:lnTo>
                <a:lnTo>
                  <a:pt x="1226617" y="114558"/>
                </a:lnTo>
                <a:lnTo>
                  <a:pt x="1226294" y="115170"/>
                </a:lnTo>
                <a:lnTo>
                  <a:pt x="1225951" y="115766"/>
                </a:lnTo>
                <a:lnTo>
                  <a:pt x="1225587" y="116346"/>
                </a:lnTo>
                <a:lnTo>
                  <a:pt x="1225203" y="116908"/>
                </a:lnTo>
                <a:lnTo>
                  <a:pt x="1224798" y="117454"/>
                </a:lnTo>
                <a:lnTo>
                  <a:pt x="1224373" y="117983"/>
                </a:lnTo>
                <a:lnTo>
                  <a:pt x="1223927" y="118495"/>
                </a:lnTo>
                <a:lnTo>
                  <a:pt x="1223460" y="118990"/>
                </a:lnTo>
                <a:lnTo>
                  <a:pt x="1222973" y="119469"/>
                </a:lnTo>
                <a:lnTo>
                  <a:pt x="1222466" y="119931"/>
                </a:lnTo>
                <a:lnTo>
                  <a:pt x="1221940" y="120375"/>
                </a:lnTo>
                <a:lnTo>
                  <a:pt x="1221397" y="120801"/>
                </a:lnTo>
                <a:lnTo>
                  <a:pt x="1220837" y="121207"/>
                </a:lnTo>
                <a:lnTo>
                  <a:pt x="1220260" y="121595"/>
                </a:lnTo>
                <a:lnTo>
                  <a:pt x="1219667" y="121963"/>
                </a:lnTo>
                <a:lnTo>
                  <a:pt x="1219056" y="122313"/>
                </a:lnTo>
                <a:lnTo>
                  <a:pt x="1218430" y="122644"/>
                </a:lnTo>
                <a:lnTo>
                  <a:pt x="1217786" y="122956"/>
                </a:lnTo>
                <a:lnTo>
                  <a:pt x="1217125" y="123249"/>
                </a:lnTo>
                <a:lnTo>
                  <a:pt x="1216448" y="123523"/>
                </a:lnTo>
                <a:lnTo>
                  <a:pt x="1215754" y="123778"/>
                </a:lnTo>
                <a:lnTo>
                  <a:pt x="1215043" y="124014"/>
                </a:lnTo>
                <a:lnTo>
                  <a:pt x="1214315" y="124231"/>
                </a:lnTo>
                <a:lnTo>
                  <a:pt x="1213571" y="124430"/>
                </a:lnTo>
                <a:lnTo>
                  <a:pt x="1212810" y="124610"/>
                </a:lnTo>
                <a:lnTo>
                  <a:pt x="1212032" y="124770"/>
                </a:lnTo>
                <a:lnTo>
                  <a:pt x="1211237" y="124912"/>
                </a:lnTo>
                <a:lnTo>
                  <a:pt x="1210425" y="125035"/>
                </a:lnTo>
                <a:lnTo>
                  <a:pt x="1209597" y="125139"/>
                </a:lnTo>
                <a:lnTo>
                  <a:pt x="1208752" y="125224"/>
                </a:lnTo>
                <a:lnTo>
                  <a:pt x="1207890" y="125290"/>
                </a:lnTo>
                <a:lnTo>
                  <a:pt x="1207011" y="125337"/>
                </a:lnTo>
                <a:lnTo>
                  <a:pt x="1206116" y="125366"/>
                </a:lnTo>
                <a:lnTo>
                  <a:pt x="1205203" y="125375"/>
                </a:lnTo>
                <a:lnTo>
                  <a:pt x="1204347" y="125367"/>
                </a:lnTo>
                <a:lnTo>
                  <a:pt x="1203505" y="125341"/>
                </a:lnTo>
                <a:lnTo>
                  <a:pt x="1202677" y="125298"/>
                </a:lnTo>
                <a:lnTo>
                  <a:pt x="1201863" y="125238"/>
                </a:lnTo>
                <a:lnTo>
                  <a:pt x="1201063" y="125161"/>
                </a:lnTo>
                <a:lnTo>
                  <a:pt x="1200277" y="125066"/>
                </a:lnTo>
                <a:lnTo>
                  <a:pt x="1199506" y="124955"/>
                </a:lnTo>
                <a:lnTo>
                  <a:pt x="1198748" y="124826"/>
                </a:lnTo>
                <a:lnTo>
                  <a:pt x="1198004" y="124681"/>
                </a:lnTo>
                <a:lnTo>
                  <a:pt x="1197274" y="124518"/>
                </a:lnTo>
                <a:lnTo>
                  <a:pt x="1196559" y="124338"/>
                </a:lnTo>
                <a:lnTo>
                  <a:pt x="1195857" y="124141"/>
                </a:lnTo>
                <a:lnTo>
                  <a:pt x="1195169" y="123926"/>
                </a:lnTo>
                <a:lnTo>
                  <a:pt x="1194496" y="123695"/>
                </a:lnTo>
                <a:lnTo>
                  <a:pt x="1193836" y="123446"/>
                </a:lnTo>
                <a:lnTo>
                  <a:pt x="1193191" y="123180"/>
                </a:lnTo>
                <a:lnTo>
                  <a:pt x="1192559" y="122897"/>
                </a:lnTo>
                <a:lnTo>
                  <a:pt x="1191942" y="122597"/>
                </a:lnTo>
                <a:lnTo>
                  <a:pt x="1191339" y="122280"/>
                </a:lnTo>
                <a:lnTo>
                  <a:pt x="1190749" y="121946"/>
                </a:lnTo>
                <a:lnTo>
                  <a:pt x="1190174" y="121594"/>
                </a:lnTo>
                <a:lnTo>
                  <a:pt x="1189613" y="121226"/>
                </a:lnTo>
                <a:lnTo>
                  <a:pt x="1189066" y="120840"/>
                </a:lnTo>
                <a:lnTo>
                  <a:pt x="1188533" y="120437"/>
                </a:lnTo>
                <a:lnTo>
                  <a:pt x="1188013" y="120020"/>
                </a:lnTo>
                <a:lnTo>
                  <a:pt x="1187504" y="119591"/>
                </a:lnTo>
                <a:lnTo>
                  <a:pt x="1187008" y="119152"/>
                </a:lnTo>
                <a:lnTo>
                  <a:pt x="1186523" y="118701"/>
                </a:lnTo>
                <a:lnTo>
                  <a:pt x="1186050" y="118239"/>
                </a:lnTo>
                <a:lnTo>
                  <a:pt x="1185589" y="117765"/>
                </a:lnTo>
                <a:lnTo>
                  <a:pt x="1185140" y="117280"/>
                </a:lnTo>
                <a:lnTo>
                  <a:pt x="1184702" y="116785"/>
                </a:lnTo>
                <a:lnTo>
                  <a:pt x="1184276" y="116277"/>
                </a:lnTo>
                <a:lnTo>
                  <a:pt x="1183863" y="115759"/>
                </a:lnTo>
                <a:lnTo>
                  <a:pt x="1183461" y="115229"/>
                </a:lnTo>
                <a:lnTo>
                  <a:pt x="1183070" y="114689"/>
                </a:lnTo>
                <a:lnTo>
                  <a:pt x="1182692" y="114136"/>
                </a:lnTo>
                <a:lnTo>
                  <a:pt x="1182325" y="113573"/>
                </a:lnTo>
                <a:lnTo>
                  <a:pt x="1181971" y="112998"/>
                </a:lnTo>
                <a:lnTo>
                  <a:pt x="1181628" y="112412"/>
                </a:lnTo>
                <a:lnTo>
                  <a:pt x="1181297" y="111815"/>
                </a:lnTo>
                <a:lnTo>
                  <a:pt x="1180977" y="111207"/>
                </a:lnTo>
                <a:lnTo>
                  <a:pt x="1180670" y="110587"/>
                </a:lnTo>
                <a:lnTo>
                  <a:pt x="1180374" y="109956"/>
                </a:lnTo>
                <a:lnTo>
                  <a:pt x="1180090" y="109314"/>
                </a:lnTo>
                <a:lnTo>
                  <a:pt x="1179818" y="108661"/>
                </a:lnTo>
                <a:lnTo>
                  <a:pt x="1179558" y="107996"/>
                </a:lnTo>
                <a:lnTo>
                  <a:pt x="1179310" y="107320"/>
                </a:lnTo>
                <a:lnTo>
                  <a:pt x="1179072" y="106636"/>
                </a:lnTo>
                <a:lnTo>
                  <a:pt x="1178844" y="105946"/>
                </a:lnTo>
                <a:lnTo>
                  <a:pt x="1178626" y="105251"/>
                </a:lnTo>
                <a:lnTo>
                  <a:pt x="1178418" y="104550"/>
                </a:lnTo>
                <a:lnTo>
                  <a:pt x="1178219" y="103844"/>
                </a:lnTo>
                <a:lnTo>
                  <a:pt x="1178030" y="103132"/>
                </a:lnTo>
                <a:lnTo>
                  <a:pt x="1177851" y="102414"/>
                </a:lnTo>
                <a:lnTo>
                  <a:pt x="1177682" y="101691"/>
                </a:lnTo>
                <a:lnTo>
                  <a:pt x="1177522" y="100963"/>
                </a:lnTo>
                <a:lnTo>
                  <a:pt x="1177373" y="100229"/>
                </a:lnTo>
                <a:lnTo>
                  <a:pt x="1177233" y="99489"/>
                </a:lnTo>
                <a:lnTo>
                  <a:pt x="1177102" y="98744"/>
                </a:lnTo>
                <a:lnTo>
                  <a:pt x="1176982" y="97993"/>
                </a:lnTo>
                <a:lnTo>
                  <a:pt x="1176871" y="97237"/>
                </a:lnTo>
                <a:lnTo>
                  <a:pt x="1176770" y="96475"/>
                </a:lnTo>
                <a:lnTo>
                  <a:pt x="1176679" y="95708"/>
                </a:lnTo>
                <a:lnTo>
                  <a:pt x="1176598" y="94935"/>
                </a:lnTo>
                <a:lnTo>
                  <a:pt x="1176526" y="94157"/>
                </a:lnTo>
                <a:lnTo>
                  <a:pt x="1176464" y="93373"/>
                </a:lnTo>
                <a:lnTo>
                  <a:pt x="1176412" y="92583"/>
                </a:lnTo>
                <a:lnTo>
                  <a:pt x="1176370" y="91788"/>
                </a:lnTo>
                <a:lnTo>
                  <a:pt x="1176337" y="90988"/>
                </a:lnTo>
                <a:lnTo>
                  <a:pt x="1176314" y="90182"/>
                </a:lnTo>
                <a:lnTo>
                  <a:pt x="1176301" y="89370"/>
                </a:lnTo>
                <a:lnTo>
                  <a:pt x="1244759" y="89370"/>
                </a:lnTo>
                <a:lnTo>
                  <a:pt x="1244775" y="89292"/>
                </a:lnTo>
                <a:lnTo>
                  <a:pt x="1244791" y="89210"/>
                </a:lnTo>
                <a:lnTo>
                  <a:pt x="1244807" y="89124"/>
                </a:lnTo>
                <a:lnTo>
                  <a:pt x="1244822" y="89034"/>
                </a:lnTo>
                <a:lnTo>
                  <a:pt x="1244837" y="88940"/>
                </a:lnTo>
                <a:lnTo>
                  <a:pt x="1244852" y="88841"/>
                </a:lnTo>
                <a:lnTo>
                  <a:pt x="1244866" y="88739"/>
                </a:lnTo>
                <a:lnTo>
                  <a:pt x="1244880" y="88633"/>
                </a:lnTo>
                <a:lnTo>
                  <a:pt x="1244893" y="88522"/>
                </a:lnTo>
                <a:lnTo>
                  <a:pt x="1244906" y="88408"/>
                </a:lnTo>
                <a:lnTo>
                  <a:pt x="1244919" y="88289"/>
                </a:lnTo>
                <a:lnTo>
                  <a:pt x="1244932" y="88167"/>
                </a:lnTo>
                <a:lnTo>
                  <a:pt x="1244944" y="88040"/>
                </a:lnTo>
                <a:lnTo>
                  <a:pt x="1244956" y="87909"/>
                </a:lnTo>
                <a:lnTo>
                  <a:pt x="1244967" y="87775"/>
                </a:lnTo>
                <a:lnTo>
                  <a:pt x="1244978" y="87636"/>
                </a:lnTo>
                <a:lnTo>
                  <a:pt x="1244989" y="87493"/>
                </a:lnTo>
                <a:lnTo>
                  <a:pt x="1245000" y="87346"/>
                </a:lnTo>
                <a:lnTo>
                  <a:pt x="1245010" y="87195"/>
                </a:lnTo>
                <a:lnTo>
                  <a:pt x="1245019" y="87041"/>
                </a:lnTo>
                <a:lnTo>
                  <a:pt x="1245029" y="86882"/>
                </a:lnTo>
                <a:lnTo>
                  <a:pt x="1245038" y="86719"/>
                </a:lnTo>
                <a:lnTo>
                  <a:pt x="1245047" y="86551"/>
                </a:lnTo>
                <a:lnTo>
                  <a:pt x="1245055" y="86380"/>
                </a:lnTo>
                <a:lnTo>
                  <a:pt x="1245063" y="86208"/>
                </a:lnTo>
                <a:lnTo>
                  <a:pt x="1245071" y="86037"/>
                </a:lnTo>
                <a:lnTo>
                  <a:pt x="1245078" y="85869"/>
                </a:lnTo>
                <a:lnTo>
                  <a:pt x="1245085" y="85702"/>
                </a:lnTo>
                <a:lnTo>
                  <a:pt x="1245092" y="85538"/>
                </a:lnTo>
                <a:lnTo>
                  <a:pt x="1245098" y="85375"/>
                </a:lnTo>
                <a:lnTo>
                  <a:pt x="1245104" y="85214"/>
                </a:lnTo>
                <a:lnTo>
                  <a:pt x="1245110" y="85055"/>
                </a:lnTo>
                <a:lnTo>
                  <a:pt x="1245115" y="84898"/>
                </a:lnTo>
                <a:lnTo>
                  <a:pt x="1245120" y="84743"/>
                </a:lnTo>
                <a:lnTo>
                  <a:pt x="1245125" y="84590"/>
                </a:lnTo>
                <a:lnTo>
                  <a:pt x="1245129" y="84439"/>
                </a:lnTo>
                <a:lnTo>
                  <a:pt x="1245133" y="84290"/>
                </a:lnTo>
                <a:lnTo>
                  <a:pt x="1245137" y="84143"/>
                </a:lnTo>
                <a:lnTo>
                  <a:pt x="1245140" y="83997"/>
                </a:lnTo>
                <a:lnTo>
                  <a:pt x="1245143" y="83854"/>
                </a:lnTo>
                <a:lnTo>
                  <a:pt x="1245145" y="83713"/>
                </a:lnTo>
                <a:lnTo>
                  <a:pt x="1245148" y="83573"/>
                </a:lnTo>
                <a:lnTo>
                  <a:pt x="1245149" y="83435"/>
                </a:lnTo>
                <a:lnTo>
                  <a:pt x="1245151" y="83300"/>
                </a:lnTo>
                <a:lnTo>
                  <a:pt x="1245152" y="83166"/>
                </a:lnTo>
                <a:lnTo>
                  <a:pt x="1245153" y="83034"/>
                </a:lnTo>
                <a:lnTo>
                  <a:pt x="1245154" y="82905"/>
                </a:lnTo>
                <a:lnTo>
                  <a:pt x="1245154" y="82777"/>
                </a:lnTo>
                <a:lnTo>
                  <a:pt x="1245134" y="80893"/>
                </a:lnTo>
                <a:lnTo>
                  <a:pt x="1245076" y="79047"/>
                </a:lnTo>
                <a:lnTo>
                  <a:pt x="1244980" y="77237"/>
                </a:lnTo>
                <a:lnTo>
                  <a:pt x="1244844" y="75465"/>
                </a:lnTo>
                <a:lnTo>
                  <a:pt x="1244670" y="73729"/>
                </a:lnTo>
                <a:lnTo>
                  <a:pt x="1244457" y="72031"/>
                </a:lnTo>
                <a:lnTo>
                  <a:pt x="1244205" y="70369"/>
                </a:lnTo>
                <a:lnTo>
                  <a:pt x="1243915" y="68745"/>
                </a:lnTo>
                <a:lnTo>
                  <a:pt x="1243586" y="67157"/>
                </a:lnTo>
                <a:lnTo>
                  <a:pt x="1243219" y="65607"/>
                </a:lnTo>
                <a:lnTo>
                  <a:pt x="1242812" y="64093"/>
                </a:lnTo>
                <a:lnTo>
                  <a:pt x="1242367" y="62617"/>
                </a:lnTo>
                <a:lnTo>
                  <a:pt x="1241883" y="61177"/>
                </a:lnTo>
                <a:lnTo>
                  <a:pt x="1241361" y="59774"/>
                </a:lnTo>
                <a:lnTo>
                  <a:pt x="1240800" y="58409"/>
                </a:lnTo>
                <a:lnTo>
                  <a:pt x="1240200" y="57080"/>
                </a:lnTo>
                <a:lnTo>
                  <a:pt x="1239561" y="55789"/>
                </a:lnTo>
                <a:lnTo>
                  <a:pt x="1238884" y="54534"/>
                </a:lnTo>
                <a:lnTo>
                  <a:pt x="1238168" y="53316"/>
                </a:lnTo>
                <a:lnTo>
                  <a:pt x="1237413" y="52136"/>
                </a:lnTo>
                <a:lnTo>
                  <a:pt x="1236620" y="50992"/>
                </a:lnTo>
                <a:lnTo>
                  <a:pt x="1235787" y="49886"/>
                </a:lnTo>
                <a:lnTo>
                  <a:pt x="1234917" y="48816"/>
                </a:lnTo>
                <a:lnTo>
                  <a:pt x="1234007" y="47783"/>
                </a:lnTo>
                <a:lnTo>
                  <a:pt x="1233063" y="46790"/>
                </a:lnTo>
                <a:lnTo>
                  <a:pt x="1232090" y="45839"/>
                </a:lnTo>
                <a:lnTo>
                  <a:pt x="1231088" y="44930"/>
                </a:lnTo>
                <a:lnTo>
                  <a:pt x="1230056" y="44064"/>
                </a:lnTo>
                <a:lnTo>
                  <a:pt x="1228994" y="43239"/>
                </a:lnTo>
                <a:lnTo>
                  <a:pt x="1227904" y="42457"/>
                </a:lnTo>
                <a:lnTo>
                  <a:pt x="1226783" y="41718"/>
                </a:lnTo>
                <a:lnTo>
                  <a:pt x="1225633" y="41020"/>
                </a:lnTo>
                <a:lnTo>
                  <a:pt x="1224454" y="40365"/>
                </a:lnTo>
                <a:lnTo>
                  <a:pt x="1223245" y="39752"/>
                </a:lnTo>
                <a:lnTo>
                  <a:pt x="1222007" y="39182"/>
                </a:lnTo>
                <a:lnTo>
                  <a:pt x="1220740" y="38653"/>
                </a:lnTo>
                <a:lnTo>
                  <a:pt x="1219443" y="38167"/>
                </a:lnTo>
                <a:lnTo>
                  <a:pt x="1218116" y="37723"/>
                </a:lnTo>
                <a:lnTo>
                  <a:pt x="1216760" y="37322"/>
                </a:lnTo>
                <a:lnTo>
                  <a:pt x="1215375" y="36963"/>
                </a:lnTo>
                <a:lnTo>
                  <a:pt x="1213960" y="36646"/>
                </a:lnTo>
                <a:lnTo>
                  <a:pt x="1212515" y="36371"/>
                </a:lnTo>
                <a:lnTo>
                  <a:pt x="1211041" y="36138"/>
                </a:lnTo>
                <a:lnTo>
                  <a:pt x="1209538" y="35948"/>
                </a:lnTo>
                <a:lnTo>
                  <a:pt x="1208005" y="35800"/>
                </a:lnTo>
                <a:lnTo>
                  <a:pt x="1206443" y="35695"/>
                </a:lnTo>
                <a:lnTo>
                  <a:pt x="1204852" y="35631"/>
                </a:lnTo>
                <a:lnTo>
                  <a:pt x="1203230" y="35610"/>
                </a:lnTo>
                <a:lnTo>
                  <a:pt x="1202006" y="35621"/>
                </a:lnTo>
                <a:lnTo>
                  <a:pt x="1200800" y="35655"/>
                </a:lnTo>
                <a:lnTo>
                  <a:pt x="1199612" y="35712"/>
                </a:lnTo>
                <a:lnTo>
                  <a:pt x="1198442" y="35791"/>
                </a:lnTo>
                <a:lnTo>
                  <a:pt x="1197290" y="35892"/>
                </a:lnTo>
                <a:lnTo>
                  <a:pt x="1196156" y="36016"/>
                </a:lnTo>
                <a:lnTo>
                  <a:pt x="1195040" y="36163"/>
                </a:lnTo>
                <a:lnTo>
                  <a:pt x="1193942" y="36332"/>
                </a:lnTo>
                <a:lnTo>
                  <a:pt x="1192861" y="36524"/>
                </a:lnTo>
                <a:lnTo>
                  <a:pt x="1191799" y="36739"/>
                </a:lnTo>
                <a:lnTo>
                  <a:pt x="1190755" y="36976"/>
                </a:lnTo>
                <a:lnTo>
                  <a:pt x="1189729" y="37235"/>
                </a:lnTo>
                <a:lnTo>
                  <a:pt x="1188720" y="37518"/>
                </a:lnTo>
                <a:lnTo>
                  <a:pt x="1187730" y="37822"/>
                </a:lnTo>
                <a:lnTo>
                  <a:pt x="1186758" y="38150"/>
                </a:lnTo>
                <a:lnTo>
                  <a:pt x="1185804" y="38499"/>
                </a:lnTo>
                <a:lnTo>
                  <a:pt x="1184867" y="38872"/>
                </a:lnTo>
                <a:lnTo>
                  <a:pt x="1183949" y="39267"/>
                </a:lnTo>
                <a:lnTo>
                  <a:pt x="1183049" y="39685"/>
                </a:lnTo>
                <a:lnTo>
                  <a:pt x="1182166" y="40125"/>
                </a:lnTo>
                <a:lnTo>
                  <a:pt x="1181302" y="40588"/>
                </a:lnTo>
                <a:lnTo>
                  <a:pt x="1180455" y="41073"/>
                </a:lnTo>
                <a:lnTo>
                  <a:pt x="1179627" y="41581"/>
                </a:lnTo>
                <a:lnTo>
                  <a:pt x="1178816" y="42111"/>
                </a:lnTo>
                <a:lnTo>
                  <a:pt x="1178023" y="42662"/>
                </a:lnTo>
                <a:lnTo>
                  <a:pt x="1177248" y="43230"/>
                </a:lnTo>
                <a:lnTo>
                  <a:pt x="1176489" y="43815"/>
                </a:lnTo>
                <a:lnTo>
                  <a:pt x="1175747" y="44418"/>
                </a:lnTo>
                <a:lnTo>
                  <a:pt x="1175023" y="45038"/>
                </a:lnTo>
                <a:lnTo>
                  <a:pt x="1174316" y="45676"/>
                </a:lnTo>
                <a:lnTo>
                  <a:pt x="1173626" y="46331"/>
                </a:lnTo>
                <a:lnTo>
                  <a:pt x="1172953" y="47004"/>
                </a:lnTo>
                <a:lnTo>
                  <a:pt x="1172297" y="47694"/>
                </a:lnTo>
                <a:lnTo>
                  <a:pt x="1171658" y="48402"/>
                </a:lnTo>
                <a:lnTo>
                  <a:pt x="1171036" y="49127"/>
                </a:lnTo>
                <a:lnTo>
                  <a:pt x="1170432" y="49869"/>
                </a:lnTo>
                <a:lnTo>
                  <a:pt x="1169844" y="50629"/>
                </a:lnTo>
                <a:lnTo>
                  <a:pt x="1169274" y="51407"/>
                </a:lnTo>
                <a:lnTo>
                  <a:pt x="1168721" y="52202"/>
                </a:lnTo>
                <a:lnTo>
                  <a:pt x="1168185" y="53014"/>
                </a:lnTo>
                <a:lnTo>
                  <a:pt x="1167666" y="53844"/>
                </a:lnTo>
                <a:lnTo>
                  <a:pt x="1167164" y="54691"/>
                </a:lnTo>
                <a:lnTo>
                  <a:pt x="1166680" y="55556"/>
                </a:lnTo>
                <a:lnTo>
                  <a:pt x="1166212" y="56438"/>
                </a:lnTo>
                <a:lnTo>
                  <a:pt x="1165762" y="57338"/>
                </a:lnTo>
                <a:lnTo>
                  <a:pt x="1165328" y="58255"/>
                </a:lnTo>
                <a:lnTo>
                  <a:pt x="1164912" y="59189"/>
                </a:lnTo>
                <a:lnTo>
                  <a:pt x="1164513" y="60141"/>
                </a:lnTo>
                <a:lnTo>
                  <a:pt x="1164131" y="61108"/>
                </a:lnTo>
                <a:lnTo>
                  <a:pt x="1163765" y="62088"/>
                </a:lnTo>
                <a:lnTo>
                  <a:pt x="1163415" y="63080"/>
                </a:lnTo>
                <a:lnTo>
                  <a:pt x="1163081" y="64084"/>
                </a:lnTo>
                <a:lnTo>
                  <a:pt x="1162764" y="65102"/>
                </a:lnTo>
                <a:lnTo>
                  <a:pt x="1162463" y="66131"/>
                </a:lnTo>
                <a:lnTo>
                  <a:pt x="1162179" y="67173"/>
                </a:lnTo>
                <a:lnTo>
                  <a:pt x="1161910" y="68228"/>
                </a:lnTo>
                <a:lnTo>
                  <a:pt x="1161658" y="69295"/>
                </a:lnTo>
                <a:lnTo>
                  <a:pt x="1161422" y="70375"/>
                </a:lnTo>
                <a:lnTo>
                  <a:pt x="1161202" y="71467"/>
                </a:lnTo>
                <a:lnTo>
                  <a:pt x="1160999" y="72572"/>
                </a:lnTo>
                <a:lnTo>
                  <a:pt x="1160812" y="73689"/>
                </a:lnTo>
                <a:lnTo>
                  <a:pt x="1160641" y="74819"/>
                </a:lnTo>
                <a:lnTo>
                  <a:pt x="1160487" y="75961"/>
                </a:lnTo>
                <a:lnTo>
                  <a:pt x="1160348" y="77116"/>
                </a:lnTo>
                <a:lnTo>
                  <a:pt x="1160226" y="78283"/>
                </a:lnTo>
                <a:lnTo>
                  <a:pt x="1160120" y="79463"/>
                </a:lnTo>
                <a:lnTo>
                  <a:pt x="1160031" y="80656"/>
                </a:lnTo>
                <a:lnTo>
                  <a:pt x="1159958" y="81861"/>
                </a:lnTo>
                <a:lnTo>
                  <a:pt x="1159901" y="83078"/>
                </a:lnTo>
                <a:lnTo>
                  <a:pt x="1159860" y="84308"/>
                </a:lnTo>
                <a:lnTo>
                  <a:pt x="1159836" y="85551"/>
                </a:lnTo>
                <a:lnTo>
                  <a:pt x="1159828" y="86806"/>
                </a:lnTo>
                <a:lnTo>
                  <a:pt x="1159836" y="88011"/>
                </a:lnTo>
                <a:lnTo>
                  <a:pt x="1159861" y="89206"/>
                </a:lnTo>
                <a:lnTo>
                  <a:pt x="1159903" y="90392"/>
                </a:lnTo>
                <a:lnTo>
                  <a:pt x="1159962" y="91567"/>
                </a:lnTo>
                <a:lnTo>
                  <a:pt x="1160037" y="92732"/>
                </a:lnTo>
                <a:lnTo>
                  <a:pt x="1160130" y="93887"/>
                </a:lnTo>
                <a:lnTo>
                  <a:pt x="1160239" y="95032"/>
                </a:lnTo>
                <a:lnTo>
                  <a:pt x="1160365" y="96168"/>
                </a:lnTo>
                <a:lnTo>
                  <a:pt x="1160507" y="97293"/>
                </a:lnTo>
                <a:lnTo>
                  <a:pt x="1160667" y="98407"/>
                </a:lnTo>
                <a:lnTo>
                  <a:pt x="1160843" y="99512"/>
                </a:lnTo>
                <a:lnTo>
                  <a:pt x="1161036" y="100607"/>
                </a:lnTo>
                <a:lnTo>
                  <a:pt x="1161246" y="101692"/>
                </a:lnTo>
                <a:lnTo>
                  <a:pt x="1161472" y="102767"/>
                </a:lnTo>
                <a:lnTo>
                  <a:pt x="1161716" y="103831"/>
                </a:lnTo>
                <a:lnTo>
                  <a:pt x="1161976" y="104886"/>
                </a:lnTo>
                <a:lnTo>
                  <a:pt x="1162253" y="105931"/>
                </a:lnTo>
                <a:lnTo>
                  <a:pt x="1162546" y="106965"/>
                </a:lnTo>
                <a:lnTo>
                  <a:pt x="1162857" y="107990"/>
                </a:lnTo>
                <a:lnTo>
                  <a:pt x="1163184" y="109004"/>
                </a:lnTo>
                <a:lnTo>
                  <a:pt x="1163528" y="110009"/>
                </a:lnTo>
                <a:lnTo>
                  <a:pt x="1163889" y="111003"/>
                </a:lnTo>
                <a:lnTo>
                  <a:pt x="1164267" y="111987"/>
                </a:lnTo>
                <a:lnTo>
                  <a:pt x="1164661" y="112961"/>
                </a:lnTo>
                <a:lnTo>
                  <a:pt x="1165073" y="113922"/>
                </a:lnTo>
                <a:lnTo>
                  <a:pt x="1165503" y="114866"/>
                </a:lnTo>
                <a:lnTo>
                  <a:pt x="1165950" y="115792"/>
                </a:lnTo>
                <a:lnTo>
                  <a:pt x="1166416" y="116702"/>
                </a:lnTo>
                <a:lnTo>
                  <a:pt x="1166900" y="117595"/>
                </a:lnTo>
                <a:lnTo>
                  <a:pt x="1167402" y="118471"/>
                </a:lnTo>
                <a:lnTo>
                  <a:pt x="1167921" y="119330"/>
                </a:lnTo>
                <a:lnTo>
                  <a:pt x="1168459" y="120172"/>
                </a:lnTo>
                <a:lnTo>
                  <a:pt x="1169015" y="120997"/>
                </a:lnTo>
                <a:lnTo>
                  <a:pt x="1169588" y="121806"/>
                </a:lnTo>
                <a:lnTo>
                  <a:pt x="1170180" y="122597"/>
                </a:lnTo>
                <a:lnTo>
                  <a:pt x="1170789" y="123371"/>
                </a:lnTo>
                <a:lnTo>
                  <a:pt x="1171417" y="124129"/>
                </a:lnTo>
                <a:lnTo>
                  <a:pt x="1172062" y="124870"/>
                </a:lnTo>
                <a:lnTo>
                  <a:pt x="1172726" y="125593"/>
                </a:lnTo>
                <a:lnTo>
                  <a:pt x="1173407" y="126300"/>
                </a:lnTo>
                <a:lnTo>
                  <a:pt x="1174107" y="126990"/>
                </a:lnTo>
                <a:lnTo>
                  <a:pt x="1174824" y="127663"/>
                </a:lnTo>
                <a:lnTo>
                  <a:pt x="1175560" y="128319"/>
                </a:lnTo>
                <a:lnTo>
                  <a:pt x="1176313" y="128958"/>
                </a:lnTo>
                <a:lnTo>
                  <a:pt x="1177085" y="129581"/>
                </a:lnTo>
                <a:lnTo>
                  <a:pt x="1177874" y="130186"/>
                </a:lnTo>
                <a:lnTo>
                  <a:pt x="1178682" y="130775"/>
                </a:lnTo>
                <a:lnTo>
                  <a:pt x="1179507" y="131346"/>
                </a:lnTo>
                <a:lnTo>
                  <a:pt x="1180351" y="131897"/>
                </a:lnTo>
                <a:lnTo>
                  <a:pt x="1181215" y="132425"/>
                </a:lnTo>
                <a:lnTo>
                  <a:pt x="1182099" y="132929"/>
                </a:lnTo>
                <a:lnTo>
                  <a:pt x="1183002" y="133410"/>
                </a:lnTo>
                <a:lnTo>
                  <a:pt x="1183925" y="133867"/>
                </a:lnTo>
                <a:lnTo>
                  <a:pt x="1184867" y="134301"/>
                </a:lnTo>
                <a:lnTo>
                  <a:pt x="1185830" y="134711"/>
                </a:lnTo>
                <a:lnTo>
                  <a:pt x="1186812" y="135098"/>
                </a:lnTo>
                <a:lnTo>
                  <a:pt x="1187814" y="135462"/>
                </a:lnTo>
                <a:lnTo>
                  <a:pt x="1188835" y="135802"/>
                </a:lnTo>
                <a:lnTo>
                  <a:pt x="1189876" y="136118"/>
                </a:lnTo>
                <a:lnTo>
                  <a:pt x="1190937" y="136412"/>
                </a:lnTo>
                <a:lnTo>
                  <a:pt x="1192018" y="136681"/>
                </a:lnTo>
                <a:lnTo>
                  <a:pt x="1193118" y="136927"/>
                </a:lnTo>
                <a:lnTo>
                  <a:pt x="1194238" y="137150"/>
                </a:lnTo>
                <a:lnTo>
                  <a:pt x="1195377" y="137350"/>
                </a:lnTo>
                <a:lnTo>
                  <a:pt x="1196537" y="137525"/>
                </a:lnTo>
                <a:lnTo>
                  <a:pt x="1197716" y="137678"/>
                </a:lnTo>
                <a:lnTo>
                  <a:pt x="1198914" y="137807"/>
                </a:lnTo>
                <a:lnTo>
                  <a:pt x="1200133" y="137912"/>
                </a:lnTo>
                <a:lnTo>
                  <a:pt x="1201371" y="137994"/>
                </a:lnTo>
                <a:lnTo>
                  <a:pt x="1202629" y="138053"/>
                </a:lnTo>
                <a:lnTo>
                  <a:pt x="1203906" y="138088"/>
                </a:lnTo>
                <a:lnTo>
                  <a:pt x="1205203" y="138100"/>
                </a:lnTo>
                <a:lnTo>
                  <a:pt x="1206209" y="138093"/>
                </a:lnTo>
                <a:lnTo>
                  <a:pt x="1207203" y="138071"/>
                </a:lnTo>
                <a:lnTo>
                  <a:pt x="1208186" y="138036"/>
                </a:lnTo>
                <a:lnTo>
                  <a:pt x="1209157" y="137986"/>
                </a:lnTo>
                <a:lnTo>
                  <a:pt x="1210118" y="137921"/>
                </a:lnTo>
                <a:close/>
                <a:moveTo>
                  <a:pt x="1177102" y="71699"/>
                </a:moveTo>
                <a:lnTo>
                  <a:pt x="1177303" y="70642"/>
                </a:lnTo>
                <a:lnTo>
                  <a:pt x="1177523" y="69609"/>
                </a:lnTo>
                <a:lnTo>
                  <a:pt x="1177764" y="68600"/>
                </a:lnTo>
                <a:lnTo>
                  <a:pt x="1178025" y="67615"/>
                </a:lnTo>
                <a:lnTo>
                  <a:pt x="1178306" y="66653"/>
                </a:lnTo>
                <a:lnTo>
                  <a:pt x="1178606" y="65715"/>
                </a:lnTo>
                <a:lnTo>
                  <a:pt x="1178927" y="64800"/>
                </a:lnTo>
                <a:lnTo>
                  <a:pt x="1179268" y="63909"/>
                </a:lnTo>
                <a:lnTo>
                  <a:pt x="1179629" y="63042"/>
                </a:lnTo>
                <a:lnTo>
                  <a:pt x="1180010" y="62198"/>
                </a:lnTo>
                <a:lnTo>
                  <a:pt x="1180411" y="61378"/>
                </a:lnTo>
                <a:lnTo>
                  <a:pt x="1180832" y="60581"/>
                </a:lnTo>
                <a:lnTo>
                  <a:pt x="1181273" y="59809"/>
                </a:lnTo>
                <a:lnTo>
                  <a:pt x="1181734" y="59059"/>
                </a:lnTo>
                <a:lnTo>
                  <a:pt x="1182215" y="58334"/>
                </a:lnTo>
                <a:lnTo>
                  <a:pt x="1182717" y="57632"/>
                </a:lnTo>
                <a:lnTo>
                  <a:pt x="1183238" y="56954"/>
                </a:lnTo>
                <a:lnTo>
                  <a:pt x="1183779" y="56299"/>
                </a:lnTo>
                <a:lnTo>
                  <a:pt x="1184340" y="55668"/>
                </a:lnTo>
                <a:lnTo>
                  <a:pt x="1184921" y="55062"/>
                </a:lnTo>
                <a:lnTo>
                  <a:pt x="1185519" y="54481"/>
                </a:lnTo>
                <a:lnTo>
                  <a:pt x="1186135" y="53927"/>
                </a:lnTo>
                <a:lnTo>
                  <a:pt x="1186769" y="53398"/>
                </a:lnTo>
                <a:lnTo>
                  <a:pt x="1187422" y="52894"/>
                </a:lnTo>
                <a:lnTo>
                  <a:pt x="1188092" y="52417"/>
                </a:lnTo>
                <a:lnTo>
                  <a:pt x="1188780" y="51965"/>
                </a:lnTo>
                <a:lnTo>
                  <a:pt x="1189486" y="51540"/>
                </a:lnTo>
                <a:lnTo>
                  <a:pt x="1190210" y="51140"/>
                </a:lnTo>
                <a:lnTo>
                  <a:pt x="1190953" y="50765"/>
                </a:lnTo>
                <a:lnTo>
                  <a:pt x="1191713" y="50417"/>
                </a:lnTo>
                <a:lnTo>
                  <a:pt x="1192491" y="50094"/>
                </a:lnTo>
                <a:lnTo>
                  <a:pt x="1193287" y="49798"/>
                </a:lnTo>
                <a:lnTo>
                  <a:pt x="1194101" y="49527"/>
                </a:lnTo>
                <a:lnTo>
                  <a:pt x="1194933" y="49282"/>
                </a:lnTo>
                <a:lnTo>
                  <a:pt x="1195783" y="49062"/>
                </a:lnTo>
                <a:lnTo>
                  <a:pt x="1196651" y="48869"/>
                </a:lnTo>
                <a:lnTo>
                  <a:pt x="1197537" y="48701"/>
                </a:lnTo>
                <a:lnTo>
                  <a:pt x="1198441" y="48559"/>
                </a:lnTo>
                <a:lnTo>
                  <a:pt x="1199363" y="48443"/>
                </a:lnTo>
                <a:lnTo>
                  <a:pt x="1200303" y="48352"/>
                </a:lnTo>
                <a:lnTo>
                  <a:pt x="1201261" y="48288"/>
                </a:lnTo>
                <a:lnTo>
                  <a:pt x="1202237" y="48249"/>
                </a:lnTo>
                <a:lnTo>
                  <a:pt x="1203230" y="48236"/>
                </a:lnTo>
                <a:lnTo>
                  <a:pt x="1204216" y="48249"/>
                </a:lnTo>
                <a:lnTo>
                  <a:pt x="1205183" y="48288"/>
                </a:lnTo>
                <a:lnTo>
                  <a:pt x="1206133" y="48353"/>
                </a:lnTo>
                <a:lnTo>
                  <a:pt x="1207064" y="48444"/>
                </a:lnTo>
                <a:lnTo>
                  <a:pt x="1207977" y="48561"/>
                </a:lnTo>
                <a:lnTo>
                  <a:pt x="1208872" y="48704"/>
                </a:lnTo>
                <a:lnTo>
                  <a:pt x="1209748" y="48873"/>
                </a:lnTo>
                <a:lnTo>
                  <a:pt x="1210607" y="49068"/>
                </a:lnTo>
                <a:lnTo>
                  <a:pt x="1211447" y="49289"/>
                </a:lnTo>
                <a:lnTo>
                  <a:pt x="1212269" y="49536"/>
                </a:lnTo>
                <a:lnTo>
                  <a:pt x="1213073" y="49809"/>
                </a:lnTo>
                <a:lnTo>
                  <a:pt x="1213859" y="50107"/>
                </a:lnTo>
                <a:lnTo>
                  <a:pt x="1214627" y="50432"/>
                </a:lnTo>
                <a:lnTo>
                  <a:pt x="1215377" y="50783"/>
                </a:lnTo>
                <a:lnTo>
                  <a:pt x="1216108" y="51160"/>
                </a:lnTo>
                <a:lnTo>
                  <a:pt x="1216821" y="51563"/>
                </a:lnTo>
                <a:lnTo>
                  <a:pt x="1217516" y="51992"/>
                </a:lnTo>
                <a:lnTo>
                  <a:pt x="1218193" y="52446"/>
                </a:lnTo>
                <a:lnTo>
                  <a:pt x="1218852" y="52927"/>
                </a:lnTo>
                <a:lnTo>
                  <a:pt x="1219493" y="53434"/>
                </a:lnTo>
                <a:lnTo>
                  <a:pt x="1220115" y="53967"/>
                </a:lnTo>
                <a:lnTo>
                  <a:pt x="1220720" y="54525"/>
                </a:lnTo>
                <a:lnTo>
                  <a:pt x="1221306" y="55110"/>
                </a:lnTo>
                <a:lnTo>
                  <a:pt x="1221874" y="55721"/>
                </a:lnTo>
                <a:lnTo>
                  <a:pt x="1222422" y="56356"/>
                </a:lnTo>
                <a:lnTo>
                  <a:pt x="1222947" y="57014"/>
                </a:lnTo>
                <a:lnTo>
                  <a:pt x="1223451" y="57695"/>
                </a:lnTo>
                <a:lnTo>
                  <a:pt x="1223932" y="58399"/>
                </a:lnTo>
                <a:lnTo>
                  <a:pt x="1224391" y="59127"/>
                </a:lnTo>
                <a:lnTo>
                  <a:pt x="1224827" y="59877"/>
                </a:lnTo>
                <a:lnTo>
                  <a:pt x="1225241" y="60651"/>
                </a:lnTo>
                <a:lnTo>
                  <a:pt x="1225633" y="61448"/>
                </a:lnTo>
                <a:lnTo>
                  <a:pt x="1226003" y="62267"/>
                </a:lnTo>
                <a:lnTo>
                  <a:pt x="1226351" y="63110"/>
                </a:lnTo>
                <a:lnTo>
                  <a:pt x="1226676" y="63976"/>
                </a:lnTo>
                <a:lnTo>
                  <a:pt x="1226979" y="64865"/>
                </a:lnTo>
                <a:lnTo>
                  <a:pt x="1227259" y="65778"/>
                </a:lnTo>
                <a:lnTo>
                  <a:pt x="1227518" y="66713"/>
                </a:lnTo>
                <a:lnTo>
                  <a:pt x="1227754" y="67671"/>
                </a:lnTo>
                <a:lnTo>
                  <a:pt x="1227968" y="68653"/>
                </a:lnTo>
                <a:lnTo>
                  <a:pt x="1228160" y="69657"/>
                </a:lnTo>
                <a:lnTo>
                  <a:pt x="1228329" y="70685"/>
                </a:lnTo>
                <a:lnTo>
                  <a:pt x="1228476" y="71736"/>
                </a:lnTo>
                <a:lnTo>
                  <a:pt x="1228601" y="72810"/>
                </a:lnTo>
                <a:lnTo>
                  <a:pt x="1228703" y="73907"/>
                </a:lnTo>
                <a:lnTo>
                  <a:pt x="1228784" y="75027"/>
                </a:lnTo>
                <a:lnTo>
                  <a:pt x="1228842" y="76170"/>
                </a:lnTo>
                <a:lnTo>
                  <a:pt x="1228878" y="77336"/>
                </a:lnTo>
                <a:lnTo>
                  <a:pt x="1176400" y="77336"/>
                </a:lnTo>
                <a:lnTo>
                  <a:pt x="1176500" y="76161"/>
                </a:lnTo>
                <a:lnTo>
                  <a:pt x="1176621" y="75010"/>
                </a:lnTo>
                <a:lnTo>
                  <a:pt x="1176761" y="73883"/>
                </a:lnTo>
                <a:lnTo>
                  <a:pt x="1176922" y="72779"/>
                </a:lnTo>
                <a:lnTo>
                  <a:pt x="1177102" y="7169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" name="Text is1’s,sotheOR">
            <a:extLst xmlns:a="http://schemas.openxmlformats.org/drawingml/2006/main">
              <a:ext uri="{FF2B5EF4-FFF2-40B4-BE49-F238E27FC236}">
                <a16:creationId xmlns:a16="http://schemas.microsoft.com/office/drawing/2014/main" id="{3DD87D97-9717-45DD-BBEA-96D94D4D4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0798" y="6877101"/>
            <a:ext cx="1355629" cy="162761"/>
          </a:xfrm>
          <a:custGeom xmlns:a="http://schemas.openxmlformats.org/drawingml/2006/main">
            <a:pathLst>
              <a:path w="1355629" h="162761">
                <a:moveTo>
                  <a:pt x="11755" y="19061"/>
                </a:moveTo>
                <a:lnTo>
                  <a:pt x="12114" y="19019"/>
                </a:lnTo>
                <a:lnTo>
                  <a:pt x="12466" y="18967"/>
                </a:lnTo>
                <a:lnTo>
                  <a:pt x="12812" y="18906"/>
                </a:lnTo>
                <a:lnTo>
                  <a:pt x="13152" y="18835"/>
                </a:lnTo>
                <a:lnTo>
                  <a:pt x="13486" y="18755"/>
                </a:lnTo>
                <a:lnTo>
                  <a:pt x="13814" y="18666"/>
                </a:lnTo>
                <a:lnTo>
                  <a:pt x="14136" y="18567"/>
                </a:lnTo>
                <a:lnTo>
                  <a:pt x="14451" y="18459"/>
                </a:lnTo>
                <a:lnTo>
                  <a:pt x="14760" y="18341"/>
                </a:lnTo>
                <a:lnTo>
                  <a:pt x="15064" y="18214"/>
                </a:lnTo>
                <a:lnTo>
                  <a:pt x="15361" y="18077"/>
                </a:lnTo>
                <a:lnTo>
                  <a:pt x="15651" y="17931"/>
                </a:lnTo>
                <a:lnTo>
                  <a:pt x="15936" y="17776"/>
                </a:lnTo>
                <a:lnTo>
                  <a:pt x="16214" y="17611"/>
                </a:lnTo>
                <a:lnTo>
                  <a:pt x="16487" y="17437"/>
                </a:lnTo>
                <a:lnTo>
                  <a:pt x="16753" y="17253"/>
                </a:lnTo>
                <a:lnTo>
                  <a:pt x="17013" y="17060"/>
                </a:lnTo>
                <a:lnTo>
                  <a:pt x="17267" y="16857"/>
                </a:lnTo>
                <a:lnTo>
                  <a:pt x="17514" y="16645"/>
                </a:lnTo>
                <a:lnTo>
                  <a:pt x="17756" y="16424"/>
                </a:lnTo>
                <a:lnTo>
                  <a:pt x="17989" y="16195"/>
                </a:lnTo>
                <a:lnTo>
                  <a:pt x="18213" y="15962"/>
                </a:lnTo>
                <a:lnTo>
                  <a:pt x="18426" y="15724"/>
                </a:lnTo>
                <a:lnTo>
                  <a:pt x="18630" y="15480"/>
                </a:lnTo>
                <a:lnTo>
                  <a:pt x="18823" y="15232"/>
                </a:lnTo>
                <a:lnTo>
                  <a:pt x="19007" y="14978"/>
                </a:lnTo>
                <a:lnTo>
                  <a:pt x="19181" y="14720"/>
                </a:lnTo>
                <a:lnTo>
                  <a:pt x="19345" y="14457"/>
                </a:lnTo>
                <a:lnTo>
                  <a:pt x="19499" y="14188"/>
                </a:lnTo>
                <a:lnTo>
                  <a:pt x="19643" y="13915"/>
                </a:lnTo>
                <a:lnTo>
                  <a:pt x="19777" y="13637"/>
                </a:lnTo>
                <a:lnTo>
                  <a:pt x="19901" y="13354"/>
                </a:lnTo>
                <a:lnTo>
                  <a:pt x="20015" y="13066"/>
                </a:lnTo>
                <a:lnTo>
                  <a:pt x="20120" y="12773"/>
                </a:lnTo>
                <a:lnTo>
                  <a:pt x="20214" y="12474"/>
                </a:lnTo>
                <a:lnTo>
                  <a:pt x="20299" y="12171"/>
                </a:lnTo>
                <a:lnTo>
                  <a:pt x="20373" y="11863"/>
                </a:lnTo>
                <a:lnTo>
                  <a:pt x="20438" y="11550"/>
                </a:lnTo>
                <a:lnTo>
                  <a:pt x="20492" y="11233"/>
                </a:lnTo>
                <a:lnTo>
                  <a:pt x="20537" y="10910"/>
                </a:lnTo>
                <a:lnTo>
                  <a:pt x="20572" y="10582"/>
                </a:lnTo>
                <a:lnTo>
                  <a:pt x="20596" y="10249"/>
                </a:lnTo>
                <a:lnTo>
                  <a:pt x="20611" y="9911"/>
                </a:lnTo>
                <a:lnTo>
                  <a:pt x="20616" y="9568"/>
                </a:lnTo>
                <a:lnTo>
                  <a:pt x="20611" y="9226"/>
                </a:lnTo>
                <a:lnTo>
                  <a:pt x="20596" y="8888"/>
                </a:lnTo>
                <a:lnTo>
                  <a:pt x="20572" y="8555"/>
                </a:lnTo>
                <a:lnTo>
                  <a:pt x="20537" y="8227"/>
                </a:lnTo>
                <a:lnTo>
                  <a:pt x="20492" y="7904"/>
                </a:lnTo>
                <a:lnTo>
                  <a:pt x="20438" y="7586"/>
                </a:lnTo>
                <a:lnTo>
                  <a:pt x="20373" y="7273"/>
                </a:lnTo>
                <a:lnTo>
                  <a:pt x="20299" y="6965"/>
                </a:lnTo>
                <a:lnTo>
                  <a:pt x="20214" y="6662"/>
                </a:lnTo>
                <a:lnTo>
                  <a:pt x="20120" y="6364"/>
                </a:lnTo>
                <a:lnTo>
                  <a:pt x="20015" y="6071"/>
                </a:lnTo>
                <a:lnTo>
                  <a:pt x="19901" y="5783"/>
                </a:lnTo>
                <a:lnTo>
                  <a:pt x="19777" y="5500"/>
                </a:lnTo>
                <a:lnTo>
                  <a:pt x="19643" y="5222"/>
                </a:lnTo>
                <a:lnTo>
                  <a:pt x="19499" y="4948"/>
                </a:lnTo>
                <a:lnTo>
                  <a:pt x="19345" y="4680"/>
                </a:lnTo>
                <a:lnTo>
                  <a:pt x="19181" y="4417"/>
                </a:lnTo>
                <a:lnTo>
                  <a:pt x="19007" y="4158"/>
                </a:lnTo>
                <a:lnTo>
                  <a:pt x="18823" y="3905"/>
                </a:lnTo>
                <a:lnTo>
                  <a:pt x="18630" y="3657"/>
                </a:lnTo>
                <a:lnTo>
                  <a:pt x="18426" y="3413"/>
                </a:lnTo>
                <a:lnTo>
                  <a:pt x="18213" y="3175"/>
                </a:lnTo>
                <a:lnTo>
                  <a:pt x="17989" y="2941"/>
                </a:lnTo>
                <a:lnTo>
                  <a:pt x="17756" y="2713"/>
                </a:lnTo>
                <a:lnTo>
                  <a:pt x="17514" y="2491"/>
                </a:lnTo>
                <a:lnTo>
                  <a:pt x="17267" y="2279"/>
                </a:lnTo>
                <a:lnTo>
                  <a:pt x="17013" y="2077"/>
                </a:lnTo>
                <a:lnTo>
                  <a:pt x="16753" y="1884"/>
                </a:lnTo>
                <a:lnTo>
                  <a:pt x="16487" y="1700"/>
                </a:lnTo>
                <a:lnTo>
                  <a:pt x="16214" y="1526"/>
                </a:lnTo>
                <a:lnTo>
                  <a:pt x="15936" y="1361"/>
                </a:lnTo>
                <a:lnTo>
                  <a:pt x="15651" y="1206"/>
                </a:lnTo>
                <a:lnTo>
                  <a:pt x="15361" y="1060"/>
                </a:lnTo>
                <a:lnTo>
                  <a:pt x="15064" y="923"/>
                </a:lnTo>
                <a:lnTo>
                  <a:pt x="14760" y="796"/>
                </a:lnTo>
                <a:lnTo>
                  <a:pt x="14451" y="678"/>
                </a:lnTo>
                <a:lnTo>
                  <a:pt x="14136" y="570"/>
                </a:lnTo>
                <a:lnTo>
                  <a:pt x="13814" y="471"/>
                </a:lnTo>
                <a:lnTo>
                  <a:pt x="13486" y="381"/>
                </a:lnTo>
                <a:lnTo>
                  <a:pt x="13152" y="301"/>
                </a:lnTo>
                <a:lnTo>
                  <a:pt x="12812" y="231"/>
                </a:lnTo>
                <a:lnTo>
                  <a:pt x="12466" y="170"/>
                </a:lnTo>
                <a:lnTo>
                  <a:pt x="12114" y="118"/>
                </a:lnTo>
                <a:lnTo>
                  <a:pt x="11755" y="75"/>
                </a:lnTo>
                <a:lnTo>
                  <a:pt x="11390" y="42"/>
                </a:lnTo>
                <a:lnTo>
                  <a:pt x="11019" y="19"/>
                </a:lnTo>
                <a:lnTo>
                  <a:pt x="10642" y="5"/>
                </a:lnTo>
                <a:lnTo>
                  <a:pt x="10259" y="0"/>
                </a:lnTo>
                <a:lnTo>
                  <a:pt x="9876" y="5"/>
                </a:lnTo>
                <a:lnTo>
                  <a:pt x="9499" y="19"/>
                </a:lnTo>
                <a:lnTo>
                  <a:pt x="9128" y="42"/>
                </a:lnTo>
                <a:lnTo>
                  <a:pt x="8764" y="75"/>
                </a:lnTo>
                <a:lnTo>
                  <a:pt x="8406" y="118"/>
                </a:lnTo>
                <a:lnTo>
                  <a:pt x="8055" y="170"/>
                </a:lnTo>
                <a:lnTo>
                  <a:pt x="7710" y="231"/>
                </a:lnTo>
                <a:lnTo>
                  <a:pt x="7371" y="301"/>
                </a:lnTo>
                <a:lnTo>
                  <a:pt x="7038" y="381"/>
                </a:lnTo>
                <a:lnTo>
                  <a:pt x="6712" y="471"/>
                </a:lnTo>
                <a:lnTo>
                  <a:pt x="6392" y="570"/>
                </a:lnTo>
                <a:lnTo>
                  <a:pt x="6079" y="678"/>
                </a:lnTo>
                <a:lnTo>
                  <a:pt x="5772" y="796"/>
                </a:lnTo>
                <a:lnTo>
                  <a:pt x="5471" y="923"/>
                </a:lnTo>
                <a:lnTo>
                  <a:pt x="5176" y="1060"/>
                </a:lnTo>
                <a:lnTo>
                  <a:pt x="4888" y="1206"/>
                </a:lnTo>
                <a:lnTo>
                  <a:pt x="4607" y="1361"/>
                </a:lnTo>
                <a:lnTo>
                  <a:pt x="4331" y="1526"/>
                </a:lnTo>
                <a:lnTo>
                  <a:pt x="4062" y="1700"/>
                </a:lnTo>
                <a:lnTo>
                  <a:pt x="3799" y="1884"/>
                </a:lnTo>
                <a:lnTo>
                  <a:pt x="3543" y="2077"/>
                </a:lnTo>
                <a:lnTo>
                  <a:pt x="3293" y="2279"/>
                </a:lnTo>
                <a:lnTo>
                  <a:pt x="3049" y="2491"/>
                </a:lnTo>
                <a:lnTo>
                  <a:pt x="2811" y="2713"/>
                </a:lnTo>
                <a:lnTo>
                  <a:pt x="2582" y="2941"/>
                </a:lnTo>
                <a:lnTo>
                  <a:pt x="2362" y="3175"/>
                </a:lnTo>
                <a:lnTo>
                  <a:pt x="2152" y="3413"/>
                </a:lnTo>
                <a:lnTo>
                  <a:pt x="1952" y="3657"/>
                </a:lnTo>
                <a:lnTo>
                  <a:pt x="1762" y="3905"/>
                </a:lnTo>
                <a:lnTo>
                  <a:pt x="1581" y="4158"/>
                </a:lnTo>
                <a:lnTo>
                  <a:pt x="1411" y="4417"/>
                </a:lnTo>
                <a:lnTo>
                  <a:pt x="1249" y="4680"/>
                </a:lnTo>
                <a:lnTo>
                  <a:pt x="1098" y="4948"/>
                </a:lnTo>
                <a:lnTo>
                  <a:pt x="957" y="5222"/>
                </a:lnTo>
                <a:lnTo>
                  <a:pt x="825" y="5500"/>
                </a:lnTo>
                <a:lnTo>
                  <a:pt x="703" y="5783"/>
                </a:lnTo>
                <a:lnTo>
                  <a:pt x="591" y="6071"/>
                </a:lnTo>
                <a:lnTo>
                  <a:pt x="488" y="6364"/>
                </a:lnTo>
                <a:lnTo>
                  <a:pt x="395" y="6662"/>
                </a:lnTo>
                <a:lnTo>
                  <a:pt x="312" y="6965"/>
                </a:lnTo>
                <a:lnTo>
                  <a:pt x="239" y="7273"/>
                </a:lnTo>
                <a:lnTo>
                  <a:pt x="176" y="7586"/>
                </a:lnTo>
                <a:lnTo>
                  <a:pt x="122" y="7904"/>
                </a:lnTo>
                <a:lnTo>
                  <a:pt x="78" y="8227"/>
                </a:lnTo>
                <a:lnTo>
                  <a:pt x="44" y="8555"/>
                </a:lnTo>
                <a:lnTo>
                  <a:pt x="20" y="8888"/>
                </a:lnTo>
                <a:lnTo>
                  <a:pt x="5" y="9226"/>
                </a:lnTo>
                <a:lnTo>
                  <a:pt x="0" y="9568"/>
                </a:lnTo>
                <a:lnTo>
                  <a:pt x="5" y="9911"/>
                </a:lnTo>
                <a:lnTo>
                  <a:pt x="20" y="10249"/>
                </a:lnTo>
                <a:lnTo>
                  <a:pt x="44" y="10582"/>
                </a:lnTo>
                <a:lnTo>
                  <a:pt x="78" y="10910"/>
                </a:lnTo>
                <a:lnTo>
                  <a:pt x="122" y="11233"/>
                </a:lnTo>
                <a:lnTo>
                  <a:pt x="176" y="11550"/>
                </a:lnTo>
                <a:lnTo>
                  <a:pt x="239" y="11863"/>
                </a:lnTo>
                <a:lnTo>
                  <a:pt x="312" y="12171"/>
                </a:lnTo>
                <a:lnTo>
                  <a:pt x="395" y="12474"/>
                </a:lnTo>
                <a:lnTo>
                  <a:pt x="488" y="12773"/>
                </a:lnTo>
                <a:lnTo>
                  <a:pt x="591" y="13066"/>
                </a:lnTo>
                <a:lnTo>
                  <a:pt x="703" y="13354"/>
                </a:lnTo>
                <a:lnTo>
                  <a:pt x="825" y="13637"/>
                </a:lnTo>
                <a:lnTo>
                  <a:pt x="957" y="13915"/>
                </a:lnTo>
                <a:lnTo>
                  <a:pt x="1098" y="14188"/>
                </a:lnTo>
                <a:lnTo>
                  <a:pt x="1249" y="14457"/>
                </a:lnTo>
                <a:lnTo>
                  <a:pt x="1411" y="14720"/>
                </a:lnTo>
                <a:lnTo>
                  <a:pt x="1581" y="14978"/>
                </a:lnTo>
                <a:lnTo>
                  <a:pt x="1762" y="15232"/>
                </a:lnTo>
                <a:lnTo>
                  <a:pt x="1952" y="15480"/>
                </a:lnTo>
                <a:lnTo>
                  <a:pt x="2152" y="15724"/>
                </a:lnTo>
                <a:lnTo>
                  <a:pt x="2362" y="15962"/>
                </a:lnTo>
                <a:lnTo>
                  <a:pt x="2582" y="16195"/>
                </a:lnTo>
                <a:lnTo>
                  <a:pt x="2811" y="16424"/>
                </a:lnTo>
                <a:lnTo>
                  <a:pt x="3049" y="16645"/>
                </a:lnTo>
                <a:lnTo>
                  <a:pt x="3293" y="16857"/>
                </a:lnTo>
                <a:lnTo>
                  <a:pt x="3543" y="17060"/>
                </a:lnTo>
                <a:lnTo>
                  <a:pt x="3799" y="17253"/>
                </a:lnTo>
                <a:lnTo>
                  <a:pt x="4062" y="17437"/>
                </a:lnTo>
                <a:lnTo>
                  <a:pt x="4331" y="17611"/>
                </a:lnTo>
                <a:lnTo>
                  <a:pt x="4607" y="17776"/>
                </a:lnTo>
                <a:lnTo>
                  <a:pt x="4888" y="17931"/>
                </a:lnTo>
                <a:lnTo>
                  <a:pt x="5176" y="18077"/>
                </a:lnTo>
                <a:lnTo>
                  <a:pt x="5471" y="18214"/>
                </a:lnTo>
                <a:lnTo>
                  <a:pt x="5772" y="18341"/>
                </a:lnTo>
                <a:lnTo>
                  <a:pt x="6079" y="18459"/>
                </a:lnTo>
                <a:lnTo>
                  <a:pt x="6392" y="18567"/>
                </a:lnTo>
                <a:lnTo>
                  <a:pt x="6712" y="18666"/>
                </a:lnTo>
                <a:lnTo>
                  <a:pt x="7038" y="18755"/>
                </a:lnTo>
                <a:lnTo>
                  <a:pt x="7371" y="18835"/>
                </a:lnTo>
                <a:lnTo>
                  <a:pt x="7710" y="18906"/>
                </a:lnTo>
                <a:lnTo>
                  <a:pt x="8055" y="18967"/>
                </a:lnTo>
                <a:lnTo>
                  <a:pt x="8406" y="19019"/>
                </a:lnTo>
                <a:lnTo>
                  <a:pt x="8764" y="19061"/>
                </a:lnTo>
                <a:lnTo>
                  <a:pt x="9128" y="19094"/>
                </a:lnTo>
                <a:lnTo>
                  <a:pt x="9499" y="19118"/>
                </a:lnTo>
                <a:lnTo>
                  <a:pt x="9876" y="19132"/>
                </a:lnTo>
                <a:lnTo>
                  <a:pt x="10259" y="19137"/>
                </a:lnTo>
                <a:lnTo>
                  <a:pt x="10642" y="19132"/>
                </a:lnTo>
                <a:lnTo>
                  <a:pt x="11019" y="19118"/>
                </a:lnTo>
                <a:lnTo>
                  <a:pt x="11390" y="19094"/>
                </a:lnTo>
                <a:lnTo>
                  <a:pt x="11755" y="19061"/>
                </a:lnTo>
                <a:close/>
                <a:moveTo>
                  <a:pt x="309638" y="27485"/>
                </a:moveTo>
                <a:lnTo>
                  <a:pt x="309516" y="27990"/>
                </a:lnTo>
                <a:lnTo>
                  <a:pt x="309383" y="28488"/>
                </a:lnTo>
                <a:lnTo>
                  <a:pt x="309238" y="28979"/>
                </a:lnTo>
                <a:lnTo>
                  <a:pt x="309081" y="29463"/>
                </a:lnTo>
                <a:lnTo>
                  <a:pt x="308913" y="29941"/>
                </a:lnTo>
                <a:lnTo>
                  <a:pt x="308733" y="30411"/>
                </a:lnTo>
                <a:lnTo>
                  <a:pt x="308542" y="30875"/>
                </a:lnTo>
                <a:lnTo>
                  <a:pt x="308339" y="31332"/>
                </a:lnTo>
                <a:lnTo>
                  <a:pt x="308124" y="31782"/>
                </a:lnTo>
                <a:lnTo>
                  <a:pt x="307898" y="32225"/>
                </a:lnTo>
                <a:lnTo>
                  <a:pt x="307660" y="32662"/>
                </a:lnTo>
                <a:lnTo>
                  <a:pt x="307410" y="33091"/>
                </a:lnTo>
                <a:lnTo>
                  <a:pt x="307149" y="33514"/>
                </a:lnTo>
                <a:lnTo>
                  <a:pt x="306876" y="33930"/>
                </a:lnTo>
                <a:lnTo>
                  <a:pt x="306591" y="34339"/>
                </a:lnTo>
                <a:lnTo>
                  <a:pt x="306295" y="34741"/>
                </a:lnTo>
                <a:lnTo>
                  <a:pt x="305987" y="35136"/>
                </a:lnTo>
                <a:lnTo>
                  <a:pt x="305667" y="35524"/>
                </a:lnTo>
                <a:lnTo>
                  <a:pt x="305336" y="35906"/>
                </a:lnTo>
                <a:lnTo>
                  <a:pt x="304995" y="36282"/>
                </a:lnTo>
                <a:lnTo>
                  <a:pt x="304646" y="36653"/>
                </a:lnTo>
                <a:lnTo>
                  <a:pt x="304289" y="37019"/>
                </a:lnTo>
                <a:lnTo>
                  <a:pt x="303925" y="37380"/>
                </a:lnTo>
                <a:lnTo>
                  <a:pt x="303552" y="37737"/>
                </a:lnTo>
                <a:lnTo>
                  <a:pt x="303172" y="38088"/>
                </a:lnTo>
                <a:lnTo>
                  <a:pt x="302784" y="38435"/>
                </a:lnTo>
                <a:lnTo>
                  <a:pt x="302388" y="38778"/>
                </a:lnTo>
                <a:lnTo>
                  <a:pt x="301984" y="39115"/>
                </a:lnTo>
                <a:lnTo>
                  <a:pt x="301572" y="39448"/>
                </a:lnTo>
                <a:lnTo>
                  <a:pt x="301152" y="39775"/>
                </a:lnTo>
                <a:lnTo>
                  <a:pt x="300724" y="40098"/>
                </a:lnTo>
                <a:lnTo>
                  <a:pt x="300289" y="40417"/>
                </a:lnTo>
                <a:lnTo>
                  <a:pt x="299846" y="40730"/>
                </a:lnTo>
                <a:lnTo>
                  <a:pt x="299394" y="41039"/>
                </a:lnTo>
                <a:lnTo>
                  <a:pt x="298935" y="41342"/>
                </a:lnTo>
                <a:lnTo>
                  <a:pt x="298468" y="41641"/>
                </a:lnTo>
                <a:lnTo>
                  <a:pt x="297993" y="41936"/>
                </a:lnTo>
                <a:lnTo>
                  <a:pt x="297510" y="42225"/>
                </a:lnTo>
                <a:lnTo>
                  <a:pt x="297020" y="42510"/>
                </a:lnTo>
                <a:lnTo>
                  <a:pt x="296521" y="42789"/>
                </a:lnTo>
                <a:lnTo>
                  <a:pt x="296015" y="43064"/>
                </a:lnTo>
                <a:lnTo>
                  <a:pt x="295501" y="43335"/>
                </a:lnTo>
                <a:lnTo>
                  <a:pt x="294978" y="43600"/>
                </a:lnTo>
                <a:lnTo>
                  <a:pt x="298826" y="52182"/>
                </a:lnTo>
                <a:lnTo>
                  <a:pt x="299415" y="51956"/>
                </a:lnTo>
                <a:lnTo>
                  <a:pt x="299999" y="51723"/>
                </a:lnTo>
                <a:lnTo>
                  <a:pt x="300578" y="51482"/>
                </a:lnTo>
                <a:lnTo>
                  <a:pt x="301152" y="51234"/>
                </a:lnTo>
                <a:lnTo>
                  <a:pt x="301721" y="50978"/>
                </a:lnTo>
                <a:lnTo>
                  <a:pt x="302284" y="50715"/>
                </a:lnTo>
                <a:lnTo>
                  <a:pt x="302843" y="50444"/>
                </a:lnTo>
                <a:lnTo>
                  <a:pt x="303396" y="50165"/>
                </a:lnTo>
                <a:lnTo>
                  <a:pt x="303944" y="49879"/>
                </a:lnTo>
                <a:lnTo>
                  <a:pt x="304487" y="49586"/>
                </a:lnTo>
                <a:lnTo>
                  <a:pt x="305025" y="49285"/>
                </a:lnTo>
                <a:lnTo>
                  <a:pt x="305558" y="48976"/>
                </a:lnTo>
                <a:lnTo>
                  <a:pt x="306086" y="48660"/>
                </a:lnTo>
                <a:lnTo>
                  <a:pt x="306608" y="48336"/>
                </a:lnTo>
                <a:lnTo>
                  <a:pt x="307125" y="48005"/>
                </a:lnTo>
                <a:lnTo>
                  <a:pt x="307638" y="47666"/>
                </a:lnTo>
                <a:lnTo>
                  <a:pt x="308145" y="47320"/>
                </a:lnTo>
                <a:lnTo>
                  <a:pt x="308647" y="46966"/>
                </a:lnTo>
                <a:lnTo>
                  <a:pt x="309143" y="46605"/>
                </a:lnTo>
                <a:lnTo>
                  <a:pt x="309635" y="46236"/>
                </a:lnTo>
                <a:lnTo>
                  <a:pt x="310122" y="45860"/>
                </a:lnTo>
                <a:lnTo>
                  <a:pt x="310603" y="45476"/>
                </a:lnTo>
                <a:lnTo>
                  <a:pt x="311079" y="45084"/>
                </a:lnTo>
                <a:lnTo>
                  <a:pt x="311550" y="44685"/>
                </a:lnTo>
                <a:lnTo>
                  <a:pt x="312015" y="44279"/>
                </a:lnTo>
                <a:lnTo>
                  <a:pt x="312471" y="43865"/>
                </a:lnTo>
                <a:lnTo>
                  <a:pt x="312920" y="43444"/>
                </a:lnTo>
                <a:lnTo>
                  <a:pt x="313360" y="43017"/>
                </a:lnTo>
                <a:lnTo>
                  <a:pt x="313793" y="42581"/>
                </a:lnTo>
                <a:lnTo>
                  <a:pt x="314217" y="42139"/>
                </a:lnTo>
                <a:lnTo>
                  <a:pt x="314633" y="41689"/>
                </a:lnTo>
                <a:lnTo>
                  <a:pt x="315041" y="41233"/>
                </a:lnTo>
                <a:lnTo>
                  <a:pt x="315441" y="40769"/>
                </a:lnTo>
                <a:lnTo>
                  <a:pt x="315834" y="40298"/>
                </a:lnTo>
                <a:lnTo>
                  <a:pt x="316218" y="39819"/>
                </a:lnTo>
                <a:lnTo>
                  <a:pt x="316594" y="39334"/>
                </a:lnTo>
                <a:lnTo>
                  <a:pt x="316962" y="38841"/>
                </a:lnTo>
                <a:lnTo>
                  <a:pt x="317321" y="38341"/>
                </a:lnTo>
                <a:lnTo>
                  <a:pt x="317673" y="37834"/>
                </a:lnTo>
                <a:lnTo>
                  <a:pt x="318017" y="37320"/>
                </a:lnTo>
                <a:lnTo>
                  <a:pt x="318353" y="36798"/>
                </a:lnTo>
                <a:lnTo>
                  <a:pt x="318680" y="36270"/>
                </a:lnTo>
                <a:lnTo>
                  <a:pt x="319000" y="35734"/>
                </a:lnTo>
                <a:lnTo>
                  <a:pt x="319312" y="35191"/>
                </a:lnTo>
                <a:lnTo>
                  <a:pt x="319615" y="34641"/>
                </a:lnTo>
                <a:lnTo>
                  <a:pt x="319911" y="34083"/>
                </a:lnTo>
                <a:lnTo>
                  <a:pt x="320198" y="33519"/>
                </a:lnTo>
                <a:lnTo>
                  <a:pt x="320478" y="32947"/>
                </a:lnTo>
                <a:lnTo>
                  <a:pt x="320747" y="32368"/>
                </a:lnTo>
                <a:lnTo>
                  <a:pt x="321005" y="31783"/>
                </a:lnTo>
                <a:lnTo>
                  <a:pt x="321252" y="31191"/>
                </a:lnTo>
                <a:lnTo>
                  <a:pt x="321487" y="30593"/>
                </a:lnTo>
                <a:lnTo>
                  <a:pt x="321711" y="29988"/>
                </a:lnTo>
                <a:lnTo>
                  <a:pt x="321923" y="29377"/>
                </a:lnTo>
                <a:lnTo>
                  <a:pt x="322124" y="28759"/>
                </a:lnTo>
                <a:lnTo>
                  <a:pt x="322313" y="28135"/>
                </a:lnTo>
                <a:lnTo>
                  <a:pt x="322491" y="27504"/>
                </a:lnTo>
                <a:lnTo>
                  <a:pt x="322658" y="26867"/>
                </a:lnTo>
                <a:lnTo>
                  <a:pt x="322813" y="26223"/>
                </a:lnTo>
                <a:lnTo>
                  <a:pt x="322956" y="25573"/>
                </a:lnTo>
                <a:lnTo>
                  <a:pt x="323088" y="24916"/>
                </a:lnTo>
                <a:lnTo>
                  <a:pt x="323208" y="24253"/>
                </a:lnTo>
                <a:lnTo>
                  <a:pt x="323317" y="23583"/>
                </a:lnTo>
                <a:lnTo>
                  <a:pt x="323415" y="22907"/>
                </a:lnTo>
                <a:lnTo>
                  <a:pt x="323501" y="22224"/>
                </a:lnTo>
                <a:lnTo>
                  <a:pt x="323576" y="21535"/>
                </a:lnTo>
                <a:lnTo>
                  <a:pt x="323639" y="20839"/>
                </a:lnTo>
                <a:lnTo>
                  <a:pt x="323690" y="20137"/>
                </a:lnTo>
                <a:lnTo>
                  <a:pt x="323731" y="19428"/>
                </a:lnTo>
                <a:lnTo>
                  <a:pt x="323759" y="18713"/>
                </a:lnTo>
                <a:lnTo>
                  <a:pt x="323776" y="17991"/>
                </a:lnTo>
                <a:lnTo>
                  <a:pt x="323782" y="17262"/>
                </a:lnTo>
                <a:lnTo>
                  <a:pt x="323776" y="16612"/>
                </a:lnTo>
                <a:lnTo>
                  <a:pt x="323758" y="15975"/>
                </a:lnTo>
                <a:lnTo>
                  <a:pt x="323727" y="15352"/>
                </a:lnTo>
                <a:lnTo>
                  <a:pt x="323685" y="14743"/>
                </a:lnTo>
                <a:lnTo>
                  <a:pt x="323630" y="14148"/>
                </a:lnTo>
                <a:lnTo>
                  <a:pt x="323563" y="13566"/>
                </a:lnTo>
                <a:lnTo>
                  <a:pt x="323484" y="12999"/>
                </a:lnTo>
                <a:lnTo>
                  <a:pt x="323393" y="12445"/>
                </a:lnTo>
                <a:lnTo>
                  <a:pt x="323290" y="11906"/>
                </a:lnTo>
                <a:lnTo>
                  <a:pt x="323174" y="11380"/>
                </a:lnTo>
                <a:lnTo>
                  <a:pt x="323047" y="10868"/>
                </a:lnTo>
                <a:lnTo>
                  <a:pt x="322907" y="10370"/>
                </a:lnTo>
                <a:lnTo>
                  <a:pt x="322755" y="9886"/>
                </a:lnTo>
                <a:lnTo>
                  <a:pt x="322591" y="9415"/>
                </a:lnTo>
                <a:lnTo>
                  <a:pt x="322414" y="8959"/>
                </a:lnTo>
                <a:lnTo>
                  <a:pt x="322226" y="8516"/>
                </a:lnTo>
                <a:lnTo>
                  <a:pt x="322025" y="8087"/>
                </a:lnTo>
                <a:lnTo>
                  <a:pt x="321812" y="7673"/>
                </a:lnTo>
                <a:lnTo>
                  <a:pt x="321587" y="7272"/>
                </a:lnTo>
                <a:lnTo>
                  <a:pt x="321350" y="6884"/>
                </a:lnTo>
                <a:lnTo>
                  <a:pt x="321101" y="6511"/>
                </a:lnTo>
                <a:lnTo>
                  <a:pt x="320840" y="6152"/>
                </a:lnTo>
                <a:lnTo>
                  <a:pt x="320566" y="5806"/>
                </a:lnTo>
                <a:lnTo>
                  <a:pt x="320280" y="5475"/>
                </a:lnTo>
                <a:lnTo>
                  <a:pt x="319985" y="5157"/>
                </a:lnTo>
                <a:lnTo>
                  <a:pt x="319683" y="4852"/>
                </a:lnTo>
                <a:lnTo>
                  <a:pt x="319373" y="4561"/>
                </a:lnTo>
                <a:lnTo>
                  <a:pt x="319057" y="4284"/>
                </a:lnTo>
                <a:lnTo>
                  <a:pt x="318733" y="4020"/>
                </a:lnTo>
                <a:lnTo>
                  <a:pt x="318403" y="3770"/>
                </a:lnTo>
                <a:lnTo>
                  <a:pt x="318066" y="3533"/>
                </a:lnTo>
                <a:lnTo>
                  <a:pt x="317721" y="3310"/>
                </a:lnTo>
                <a:lnTo>
                  <a:pt x="317370" y="3100"/>
                </a:lnTo>
                <a:lnTo>
                  <a:pt x="317011" y="2904"/>
                </a:lnTo>
                <a:lnTo>
                  <a:pt x="316646" y="2721"/>
                </a:lnTo>
                <a:lnTo>
                  <a:pt x="316273" y="2552"/>
                </a:lnTo>
                <a:lnTo>
                  <a:pt x="315893" y="2397"/>
                </a:lnTo>
                <a:lnTo>
                  <a:pt x="315507" y="2255"/>
                </a:lnTo>
                <a:lnTo>
                  <a:pt x="315113" y="2126"/>
                </a:lnTo>
                <a:lnTo>
                  <a:pt x="314712" y="2011"/>
                </a:lnTo>
                <a:lnTo>
                  <a:pt x="314305" y="1910"/>
                </a:lnTo>
                <a:lnTo>
                  <a:pt x="313890" y="1822"/>
                </a:lnTo>
                <a:lnTo>
                  <a:pt x="313468" y="1747"/>
                </a:lnTo>
                <a:lnTo>
                  <a:pt x="313040" y="1687"/>
                </a:lnTo>
                <a:lnTo>
                  <a:pt x="312604" y="1639"/>
                </a:lnTo>
                <a:lnTo>
                  <a:pt x="312161" y="1605"/>
                </a:lnTo>
                <a:lnTo>
                  <a:pt x="311711" y="1585"/>
                </a:lnTo>
                <a:lnTo>
                  <a:pt x="311255" y="1578"/>
                </a:lnTo>
                <a:lnTo>
                  <a:pt x="310798" y="1584"/>
                </a:lnTo>
                <a:lnTo>
                  <a:pt x="310347" y="1602"/>
                </a:lnTo>
                <a:lnTo>
                  <a:pt x="309904" y="1631"/>
                </a:lnTo>
                <a:lnTo>
                  <a:pt x="309467" y="1673"/>
                </a:lnTo>
                <a:lnTo>
                  <a:pt x="309036" y="1726"/>
                </a:lnTo>
                <a:lnTo>
                  <a:pt x="308613" y="1791"/>
                </a:lnTo>
                <a:lnTo>
                  <a:pt x="308196" y="1868"/>
                </a:lnTo>
                <a:lnTo>
                  <a:pt x="307786" y="1956"/>
                </a:lnTo>
                <a:lnTo>
                  <a:pt x="307382" y="2057"/>
                </a:lnTo>
                <a:lnTo>
                  <a:pt x="306985" y="2169"/>
                </a:lnTo>
                <a:lnTo>
                  <a:pt x="306595" y="2293"/>
                </a:lnTo>
                <a:lnTo>
                  <a:pt x="306211" y="2429"/>
                </a:lnTo>
                <a:lnTo>
                  <a:pt x="305835" y="2577"/>
                </a:lnTo>
                <a:lnTo>
                  <a:pt x="305464" y="2736"/>
                </a:lnTo>
                <a:lnTo>
                  <a:pt x="305101" y="2908"/>
                </a:lnTo>
                <a:lnTo>
                  <a:pt x="304744" y="3091"/>
                </a:lnTo>
                <a:lnTo>
                  <a:pt x="304394" y="3286"/>
                </a:lnTo>
                <a:lnTo>
                  <a:pt x="304051" y="3493"/>
                </a:lnTo>
                <a:lnTo>
                  <a:pt x="303714" y="3711"/>
                </a:lnTo>
                <a:lnTo>
                  <a:pt x="303384" y="3942"/>
                </a:lnTo>
                <a:lnTo>
                  <a:pt x="303060" y="4184"/>
                </a:lnTo>
                <a:lnTo>
                  <a:pt x="302743" y="4438"/>
                </a:lnTo>
                <a:lnTo>
                  <a:pt x="302433" y="4704"/>
                </a:lnTo>
                <a:lnTo>
                  <a:pt x="302130" y="4981"/>
                </a:lnTo>
                <a:lnTo>
                  <a:pt x="301836" y="5269"/>
                </a:lnTo>
                <a:lnTo>
                  <a:pt x="301555" y="5563"/>
                </a:lnTo>
                <a:lnTo>
                  <a:pt x="301286" y="5864"/>
                </a:lnTo>
                <a:lnTo>
                  <a:pt x="301030" y="6172"/>
                </a:lnTo>
                <a:lnTo>
                  <a:pt x="300786" y="6487"/>
                </a:lnTo>
                <a:lnTo>
                  <a:pt x="300555" y="6809"/>
                </a:lnTo>
                <a:lnTo>
                  <a:pt x="300336" y="7139"/>
                </a:lnTo>
                <a:lnTo>
                  <a:pt x="300130" y="7475"/>
                </a:lnTo>
                <a:lnTo>
                  <a:pt x="299936" y="7818"/>
                </a:lnTo>
                <a:lnTo>
                  <a:pt x="299755" y="8169"/>
                </a:lnTo>
                <a:lnTo>
                  <a:pt x="299586" y="8526"/>
                </a:lnTo>
                <a:lnTo>
                  <a:pt x="299430" y="8890"/>
                </a:lnTo>
                <a:lnTo>
                  <a:pt x="299286" y="9262"/>
                </a:lnTo>
                <a:lnTo>
                  <a:pt x="299155" y="9640"/>
                </a:lnTo>
                <a:lnTo>
                  <a:pt x="299036" y="10025"/>
                </a:lnTo>
                <a:lnTo>
                  <a:pt x="298930" y="10418"/>
                </a:lnTo>
                <a:lnTo>
                  <a:pt x="298836" y="10817"/>
                </a:lnTo>
                <a:lnTo>
                  <a:pt x="298755" y="11224"/>
                </a:lnTo>
                <a:lnTo>
                  <a:pt x="298686" y="11637"/>
                </a:lnTo>
                <a:lnTo>
                  <a:pt x="298630" y="12058"/>
                </a:lnTo>
                <a:lnTo>
                  <a:pt x="298586" y="12485"/>
                </a:lnTo>
                <a:lnTo>
                  <a:pt x="298555" y="12920"/>
                </a:lnTo>
                <a:lnTo>
                  <a:pt x="298536" y="13361"/>
                </a:lnTo>
                <a:lnTo>
                  <a:pt x="298530" y="13810"/>
                </a:lnTo>
                <a:lnTo>
                  <a:pt x="298536" y="14234"/>
                </a:lnTo>
                <a:lnTo>
                  <a:pt x="298555" y="14653"/>
                </a:lnTo>
                <a:lnTo>
                  <a:pt x="298586" y="15065"/>
                </a:lnTo>
                <a:lnTo>
                  <a:pt x="298630" y="15472"/>
                </a:lnTo>
                <a:lnTo>
                  <a:pt x="298686" y="15872"/>
                </a:lnTo>
                <a:lnTo>
                  <a:pt x="298755" y="16267"/>
                </a:lnTo>
                <a:lnTo>
                  <a:pt x="298836" y="16655"/>
                </a:lnTo>
                <a:lnTo>
                  <a:pt x="298930" y="17038"/>
                </a:lnTo>
                <a:lnTo>
                  <a:pt x="299036" y="17414"/>
                </a:lnTo>
                <a:lnTo>
                  <a:pt x="299155" y="17785"/>
                </a:lnTo>
                <a:lnTo>
                  <a:pt x="299286" y="18149"/>
                </a:lnTo>
                <a:lnTo>
                  <a:pt x="299430" y="18508"/>
                </a:lnTo>
                <a:lnTo>
                  <a:pt x="299586" y="18860"/>
                </a:lnTo>
                <a:lnTo>
                  <a:pt x="299755" y="19207"/>
                </a:lnTo>
                <a:lnTo>
                  <a:pt x="299936" y="19547"/>
                </a:lnTo>
                <a:lnTo>
                  <a:pt x="300130" y="19882"/>
                </a:lnTo>
                <a:lnTo>
                  <a:pt x="300336" y="20211"/>
                </a:lnTo>
                <a:lnTo>
                  <a:pt x="300555" y="20533"/>
                </a:lnTo>
                <a:lnTo>
                  <a:pt x="300786" y="20850"/>
                </a:lnTo>
                <a:lnTo>
                  <a:pt x="301030" y="21160"/>
                </a:lnTo>
                <a:lnTo>
                  <a:pt x="301286" y="21465"/>
                </a:lnTo>
                <a:lnTo>
                  <a:pt x="301555" y="21763"/>
                </a:lnTo>
                <a:lnTo>
                  <a:pt x="301836" y="22056"/>
                </a:lnTo>
                <a:lnTo>
                  <a:pt x="302130" y="22343"/>
                </a:lnTo>
                <a:lnTo>
                  <a:pt x="302433" y="22620"/>
                </a:lnTo>
                <a:lnTo>
                  <a:pt x="302743" y="22886"/>
                </a:lnTo>
                <a:lnTo>
                  <a:pt x="303060" y="23140"/>
                </a:lnTo>
                <a:lnTo>
                  <a:pt x="303384" y="23382"/>
                </a:lnTo>
                <a:lnTo>
                  <a:pt x="303714" y="23613"/>
                </a:lnTo>
                <a:lnTo>
                  <a:pt x="304051" y="23832"/>
                </a:lnTo>
                <a:lnTo>
                  <a:pt x="304394" y="24038"/>
                </a:lnTo>
                <a:lnTo>
                  <a:pt x="304744" y="24233"/>
                </a:lnTo>
                <a:lnTo>
                  <a:pt x="305101" y="24416"/>
                </a:lnTo>
                <a:lnTo>
                  <a:pt x="305464" y="24588"/>
                </a:lnTo>
                <a:lnTo>
                  <a:pt x="305835" y="24747"/>
                </a:lnTo>
                <a:lnTo>
                  <a:pt x="306211" y="24895"/>
                </a:lnTo>
                <a:lnTo>
                  <a:pt x="306595" y="25031"/>
                </a:lnTo>
                <a:lnTo>
                  <a:pt x="306985" y="25155"/>
                </a:lnTo>
                <a:lnTo>
                  <a:pt x="307382" y="25267"/>
                </a:lnTo>
                <a:lnTo>
                  <a:pt x="307786" y="25368"/>
                </a:lnTo>
                <a:lnTo>
                  <a:pt x="308196" y="25456"/>
                </a:lnTo>
                <a:lnTo>
                  <a:pt x="308613" y="25533"/>
                </a:lnTo>
                <a:lnTo>
                  <a:pt x="309036" y="25598"/>
                </a:lnTo>
                <a:lnTo>
                  <a:pt x="309467" y="25651"/>
                </a:lnTo>
                <a:lnTo>
                  <a:pt x="309904" y="25693"/>
                </a:lnTo>
                <a:lnTo>
                  <a:pt x="309965" y="25697"/>
                </a:lnTo>
                <a:lnTo>
                  <a:pt x="309932" y="25929"/>
                </a:lnTo>
                <a:lnTo>
                  <a:pt x="309846" y="26455"/>
                </a:lnTo>
                <a:lnTo>
                  <a:pt x="309747" y="26973"/>
                </a:lnTo>
                <a:lnTo>
                  <a:pt x="309638" y="27485"/>
                </a:lnTo>
                <a:close/>
                <a:moveTo>
                  <a:pt x="229863" y="8153"/>
                </a:moveTo>
                <a:lnTo>
                  <a:pt x="229597" y="8515"/>
                </a:lnTo>
                <a:lnTo>
                  <a:pt x="229322" y="8878"/>
                </a:lnTo>
                <a:lnTo>
                  <a:pt x="229039" y="9242"/>
                </a:lnTo>
                <a:lnTo>
                  <a:pt x="228748" y="9608"/>
                </a:lnTo>
                <a:lnTo>
                  <a:pt x="228448" y="9975"/>
                </a:lnTo>
                <a:lnTo>
                  <a:pt x="228141" y="10344"/>
                </a:lnTo>
                <a:lnTo>
                  <a:pt x="227826" y="10714"/>
                </a:lnTo>
                <a:lnTo>
                  <a:pt x="227503" y="11085"/>
                </a:lnTo>
                <a:lnTo>
                  <a:pt x="227172" y="11458"/>
                </a:lnTo>
                <a:lnTo>
                  <a:pt x="226832" y="11832"/>
                </a:lnTo>
                <a:lnTo>
                  <a:pt x="226485" y="12207"/>
                </a:lnTo>
                <a:lnTo>
                  <a:pt x="226129" y="12584"/>
                </a:lnTo>
                <a:lnTo>
                  <a:pt x="225766" y="12962"/>
                </a:lnTo>
                <a:lnTo>
                  <a:pt x="225394" y="13341"/>
                </a:lnTo>
                <a:lnTo>
                  <a:pt x="225015" y="13722"/>
                </a:lnTo>
                <a:lnTo>
                  <a:pt x="224627" y="14105"/>
                </a:lnTo>
                <a:lnTo>
                  <a:pt x="224231" y="14488"/>
                </a:lnTo>
                <a:lnTo>
                  <a:pt x="223828" y="14873"/>
                </a:lnTo>
                <a:lnTo>
                  <a:pt x="223416" y="15259"/>
                </a:lnTo>
                <a:lnTo>
                  <a:pt x="222996" y="15647"/>
                </a:lnTo>
                <a:lnTo>
                  <a:pt x="222568" y="16036"/>
                </a:lnTo>
                <a:lnTo>
                  <a:pt x="222132" y="16427"/>
                </a:lnTo>
                <a:lnTo>
                  <a:pt x="221688" y="16819"/>
                </a:lnTo>
                <a:lnTo>
                  <a:pt x="221237" y="17209"/>
                </a:lnTo>
                <a:lnTo>
                  <a:pt x="220781" y="17596"/>
                </a:lnTo>
                <a:lnTo>
                  <a:pt x="220318" y="17979"/>
                </a:lnTo>
                <a:lnTo>
                  <a:pt x="219850" y="18359"/>
                </a:lnTo>
                <a:lnTo>
                  <a:pt x="219376" y="18734"/>
                </a:lnTo>
                <a:lnTo>
                  <a:pt x="218896" y="19106"/>
                </a:lnTo>
                <a:lnTo>
                  <a:pt x="218410" y="19474"/>
                </a:lnTo>
                <a:lnTo>
                  <a:pt x="217918" y="19839"/>
                </a:lnTo>
                <a:lnTo>
                  <a:pt x="217421" y="20200"/>
                </a:lnTo>
                <a:lnTo>
                  <a:pt x="216917" y="20556"/>
                </a:lnTo>
                <a:lnTo>
                  <a:pt x="216408" y="20910"/>
                </a:lnTo>
                <a:lnTo>
                  <a:pt x="215893" y="21259"/>
                </a:lnTo>
                <a:lnTo>
                  <a:pt x="215372" y="21605"/>
                </a:lnTo>
                <a:lnTo>
                  <a:pt x="214846" y="21947"/>
                </a:lnTo>
                <a:lnTo>
                  <a:pt x="214313" y="22285"/>
                </a:lnTo>
                <a:lnTo>
                  <a:pt x="213775" y="22619"/>
                </a:lnTo>
                <a:lnTo>
                  <a:pt x="213231" y="22950"/>
                </a:lnTo>
                <a:lnTo>
                  <a:pt x="212681" y="23277"/>
                </a:lnTo>
                <a:lnTo>
                  <a:pt x="212125" y="23600"/>
                </a:lnTo>
                <a:lnTo>
                  <a:pt x="211564" y="23920"/>
                </a:lnTo>
                <a:lnTo>
                  <a:pt x="210996" y="24235"/>
                </a:lnTo>
                <a:lnTo>
                  <a:pt x="210423" y="24547"/>
                </a:lnTo>
                <a:lnTo>
                  <a:pt x="209844" y="24856"/>
                </a:lnTo>
                <a:lnTo>
                  <a:pt x="209259" y="25160"/>
                </a:lnTo>
                <a:lnTo>
                  <a:pt x="208670" y="25459"/>
                </a:lnTo>
                <a:lnTo>
                  <a:pt x="208076" y="25749"/>
                </a:lnTo>
                <a:lnTo>
                  <a:pt x="207478" y="26032"/>
                </a:lnTo>
                <a:lnTo>
                  <a:pt x="206877" y="26307"/>
                </a:lnTo>
                <a:lnTo>
                  <a:pt x="206271" y="26574"/>
                </a:lnTo>
                <a:lnTo>
                  <a:pt x="205662" y="26833"/>
                </a:lnTo>
                <a:lnTo>
                  <a:pt x="205049" y="27085"/>
                </a:lnTo>
                <a:lnTo>
                  <a:pt x="204431" y="27329"/>
                </a:lnTo>
                <a:lnTo>
                  <a:pt x="203810" y="27564"/>
                </a:lnTo>
                <a:lnTo>
                  <a:pt x="203185" y="27792"/>
                </a:lnTo>
                <a:lnTo>
                  <a:pt x="202556" y="28013"/>
                </a:lnTo>
                <a:lnTo>
                  <a:pt x="201923" y="28225"/>
                </a:lnTo>
                <a:lnTo>
                  <a:pt x="201286" y="28430"/>
                </a:lnTo>
                <a:lnTo>
                  <a:pt x="200645" y="28626"/>
                </a:lnTo>
                <a:lnTo>
                  <a:pt x="200000" y="28815"/>
                </a:lnTo>
                <a:lnTo>
                  <a:pt x="199351" y="28996"/>
                </a:lnTo>
                <a:lnTo>
                  <a:pt x="198698" y="29169"/>
                </a:lnTo>
                <a:lnTo>
                  <a:pt x="198042" y="29335"/>
                </a:lnTo>
                <a:lnTo>
                  <a:pt x="197381" y="29492"/>
                </a:lnTo>
                <a:lnTo>
                  <a:pt x="196717" y="29642"/>
                </a:lnTo>
                <a:lnTo>
                  <a:pt x="196048" y="29784"/>
                </a:lnTo>
                <a:lnTo>
                  <a:pt x="195376" y="29918"/>
                </a:lnTo>
                <a:lnTo>
                  <a:pt x="194699" y="30045"/>
                </a:lnTo>
                <a:lnTo>
                  <a:pt x="194019" y="30163"/>
                </a:lnTo>
                <a:lnTo>
                  <a:pt x="194019" y="45749"/>
                </a:lnTo>
                <a:lnTo>
                  <a:pt x="194707" y="45648"/>
                </a:lnTo>
                <a:lnTo>
                  <a:pt x="195389" y="45543"/>
                </a:lnTo>
                <a:lnTo>
                  <a:pt x="196066" y="45432"/>
                </a:lnTo>
                <a:lnTo>
                  <a:pt x="196737" y="45316"/>
                </a:lnTo>
                <a:lnTo>
                  <a:pt x="197403" y="45196"/>
                </a:lnTo>
                <a:lnTo>
                  <a:pt x="198063" y="45070"/>
                </a:lnTo>
                <a:lnTo>
                  <a:pt x="198718" y="44939"/>
                </a:lnTo>
                <a:lnTo>
                  <a:pt x="199368" y="44802"/>
                </a:lnTo>
                <a:lnTo>
                  <a:pt x="200012" y="44661"/>
                </a:lnTo>
                <a:lnTo>
                  <a:pt x="200650" y="44515"/>
                </a:lnTo>
                <a:lnTo>
                  <a:pt x="201283" y="44363"/>
                </a:lnTo>
                <a:lnTo>
                  <a:pt x="201910" y="44207"/>
                </a:lnTo>
                <a:lnTo>
                  <a:pt x="202532" y="44045"/>
                </a:lnTo>
                <a:lnTo>
                  <a:pt x="203149" y="43878"/>
                </a:lnTo>
                <a:lnTo>
                  <a:pt x="203760" y="43706"/>
                </a:lnTo>
                <a:lnTo>
                  <a:pt x="204366" y="43529"/>
                </a:lnTo>
                <a:lnTo>
                  <a:pt x="204966" y="43347"/>
                </a:lnTo>
                <a:lnTo>
                  <a:pt x="205560" y="43160"/>
                </a:lnTo>
                <a:lnTo>
                  <a:pt x="206149" y="42968"/>
                </a:lnTo>
                <a:lnTo>
                  <a:pt x="206733" y="42770"/>
                </a:lnTo>
                <a:lnTo>
                  <a:pt x="207311" y="42568"/>
                </a:lnTo>
                <a:lnTo>
                  <a:pt x="207884" y="42360"/>
                </a:lnTo>
                <a:lnTo>
                  <a:pt x="208451" y="42147"/>
                </a:lnTo>
                <a:lnTo>
                  <a:pt x="209013" y="41929"/>
                </a:lnTo>
                <a:lnTo>
                  <a:pt x="209569" y="41708"/>
                </a:lnTo>
                <a:lnTo>
                  <a:pt x="210118" y="41483"/>
                </a:lnTo>
                <a:lnTo>
                  <a:pt x="210661" y="41257"/>
                </a:lnTo>
                <a:lnTo>
                  <a:pt x="211198" y="41027"/>
                </a:lnTo>
                <a:lnTo>
                  <a:pt x="211728" y="40796"/>
                </a:lnTo>
                <a:lnTo>
                  <a:pt x="212253" y="40561"/>
                </a:lnTo>
                <a:lnTo>
                  <a:pt x="212770" y="40324"/>
                </a:lnTo>
                <a:lnTo>
                  <a:pt x="213282" y="40085"/>
                </a:lnTo>
                <a:lnTo>
                  <a:pt x="213787" y="39843"/>
                </a:lnTo>
                <a:lnTo>
                  <a:pt x="214286" y="39598"/>
                </a:lnTo>
                <a:lnTo>
                  <a:pt x="214778" y="39351"/>
                </a:lnTo>
                <a:lnTo>
                  <a:pt x="215264" y="39101"/>
                </a:lnTo>
                <a:lnTo>
                  <a:pt x="215744" y="38849"/>
                </a:lnTo>
                <a:lnTo>
                  <a:pt x="216217" y="38594"/>
                </a:lnTo>
                <a:lnTo>
                  <a:pt x="216685" y="38337"/>
                </a:lnTo>
                <a:lnTo>
                  <a:pt x="217145" y="38077"/>
                </a:lnTo>
                <a:lnTo>
                  <a:pt x="217600" y="37814"/>
                </a:lnTo>
                <a:lnTo>
                  <a:pt x="218048" y="37549"/>
                </a:lnTo>
                <a:lnTo>
                  <a:pt x="218490" y="37282"/>
                </a:lnTo>
                <a:lnTo>
                  <a:pt x="218925" y="37012"/>
                </a:lnTo>
                <a:lnTo>
                  <a:pt x="219354" y="36739"/>
                </a:lnTo>
                <a:lnTo>
                  <a:pt x="219777" y="36464"/>
                </a:lnTo>
                <a:lnTo>
                  <a:pt x="220193" y="36186"/>
                </a:lnTo>
                <a:lnTo>
                  <a:pt x="220603" y="35906"/>
                </a:lnTo>
                <a:lnTo>
                  <a:pt x="221006" y="35624"/>
                </a:lnTo>
                <a:lnTo>
                  <a:pt x="221402" y="35341"/>
                </a:lnTo>
                <a:lnTo>
                  <a:pt x="221789" y="35058"/>
                </a:lnTo>
                <a:lnTo>
                  <a:pt x="222169" y="34773"/>
                </a:lnTo>
                <a:lnTo>
                  <a:pt x="222541" y="34488"/>
                </a:lnTo>
                <a:lnTo>
                  <a:pt x="222906" y="34201"/>
                </a:lnTo>
                <a:lnTo>
                  <a:pt x="223263" y="33914"/>
                </a:lnTo>
                <a:lnTo>
                  <a:pt x="223612" y="33626"/>
                </a:lnTo>
                <a:lnTo>
                  <a:pt x="223953" y="33337"/>
                </a:lnTo>
                <a:lnTo>
                  <a:pt x="224287" y="33048"/>
                </a:lnTo>
                <a:lnTo>
                  <a:pt x="224613" y="32757"/>
                </a:lnTo>
                <a:lnTo>
                  <a:pt x="224931" y="32466"/>
                </a:lnTo>
                <a:lnTo>
                  <a:pt x="225242" y="32174"/>
                </a:lnTo>
                <a:lnTo>
                  <a:pt x="225545" y="31880"/>
                </a:lnTo>
                <a:lnTo>
                  <a:pt x="225840" y="31587"/>
                </a:lnTo>
                <a:lnTo>
                  <a:pt x="226127" y="31292"/>
                </a:lnTo>
                <a:lnTo>
                  <a:pt x="226407" y="30996"/>
                </a:lnTo>
                <a:lnTo>
                  <a:pt x="226679" y="30700"/>
                </a:lnTo>
                <a:lnTo>
                  <a:pt x="226943" y="30402"/>
                </a:lnTo>
                <a:lnTo>
                  <a:pt x="227200" y="30104"/>
                </a:lnTo>
                <a:lnTo>
                  <a:pt x="227449" y="29805"/>
                </a:lnTo>
                <a:lnTo>
                  <a:pt x="227690" y="29505"/>
                </a:lnTo>
                <a:lnTo>
                  <a:pt x="227924" y="29204"/>
                </a:lnTo>
                <a:lnTo>
                  <a:pt x="228149" y="28902"/>
                </a:lnTo>
                <a:lnTo>
                  <a:pt x="228149" y="136324"/>
                </a:lnTo>
                <a:lnTo>
                  <a:pt x="245412" y="136324"/>
                </a:lnTo>
                <a:lnTo>
                  <a:pt x="245412" y="7793"/>
                </a:lnTo>
                <a:lnTo>
                  <a:pt x="230122" y="7793"/>
                </a:lnTo>
                <a:lnTo>
                  <a:pt x="229863" y="8153"/>
                </a:lnTo>
                <a:close/>
                <a:moveTo>
                  <a:pt x="2071" y="136324"/>
                </a:moveTo>
                <a:lnTo>
                  <a:pt x="18545" y="136324"/>
                </a:lnTo>
                <a:lnTo>
                  <a:pt x="18545" y="37287"/>
                </a:lnTo>
                <a:lnTo>
                  <a:pt x="2071" y="37287"/>
                </a:lnTo>
                <a:lnTo>
                  <a:pt x="2071" y="136324"/>
                </a:lnTo>
                <a:close/>
                <a:moveTo>
                  <a:pt x="89071" y="138052"/>
                </a:moveTo>
                <a:lnTo>
                  <a:pt x="89727" y="138025"/>
                </a:lnTo>
                <a:lnTo>
                  <a:pt x="90380" y="137992"/>
                </a:lnTo>
                <a:lnTo>
                  <a:pt x="91028" y="137953"/>
                </a:lnTo>
                <a:lnTo>
                  <a:pt x="91673" y="137908"/>
                </a:lnTo>
                <a:lnTo>
                  <a:pt x="92313" y="137857"/>
                </a:lnTo>
                <a:lnTo>
                  <a:pt x="92950" y="137800"/>
                </a:lnTo>
                <a:lnTo>
                  <a:pt x="93583" y="137737"/>
                </a:lnTo>
                <a:lnTo>
                  <a:pt x="94212" y="137668"/>
                </a:lnTo>
                <a:lnTo>
                  <a:pt x="94836" y="137594"/>
                </a:lnTo>
                <a:lnTo>
                  <a:pt x="95457" y="137513"/>
                </a:lnTo>
                <a:lnTo>
                  <a:pt x="96074" y="137426"/>
                </a:lnTo>
                <a:lnTo>
                  <a:pt x="96687" y="137333"/>
                </a:lnTo>
                <a:lnTo>
                  <a:pt x="97296" y="137234"/>
                </a:lnTo>
                <a:lnTo>
                  <a:pt x="97901" y="137129"/>
                </a:lnTo>
                <a:lnTo>
                  <a:pt x="98503" y="137018"/>
                </a:lnTo>
                <a:lnTo>
                  <a:pt x="99100" y="136901"/>
                </a:lnTo>
                <a:lnTo>
                  <a:pt x="99693" y="136778"/>
                </a:lnTo>
                <a:lnTo>
                  <a:pt x="100283" y="136649"/>
                </a:lnTo>
                <a:lnTo>
                  <a:pt x="100868" y="136515"/>
                </a:lnTo>
                <a:lnTo>
                  <a:pt x="101449" y="136374"/>
                </a:lnTo>
                <a:lnTo>
                  <a:pt x="102026" y="136227"/>
                </a:lnTo>
                <a:lnTo>
                  <a:pt x="102596" y="136073"/>
                </a:lnTo>
                <a:lnTo>
                  <a:pt x="103160" y="135913"/>
                </a:lnTo>
                <a:lnTo>
                  <a:pt x="103718" y="135746"/>
                </a:lnTo>
                <a:lnTo>
                  <a:pt x="104270" y="135573"/>
                </a:lnTo>
                <a:lnTo>
                  <a:pt x="104816" y="135393"/>
                </a:lnTo>
                <a:lnTo>
                  <a:pt x="105355" y="135207"/>
                </a:lnTo>
                <a:lnTo>
                  <a:pt x="105888" y="135014"/>
                </a:lnTo>
                <a:lnTo>
                  <a:pt x="106416" y="134815"/>
                </a:lnTo>
                <a:lnTo>
                  <a:pt x="106936" y="134609"/>
                </a:lnTo>
                <a:lnTo>
                  <a:pt x="107451" y="134396"/>
                </a:lnTo>
                <a:lnTo>
                  <a:pt x="107960" y="134177"/>
                </a:lnTo>
                <a:lnTo>
                  <a:pt x="108462" y="133952"/>
                </a:lnTo>
                <a:lnTo>
                  <a:pt x="108959" y="133720"/>
                </a:lnTo>
                <a:lnTo>
                  <a:pt x="109449" y="133481"/>
                </a:lnTo>
                <a:lnTo>
                  <a:pt x="109933" y="133236"/>
                </a:lnTo>
                <a:lnTo>
                  <a:pt x="110411" y="132985"/>
                </a:lnTo>
                <a:lnTo>
                  <a:pt x="110882" y="132727"/>
                </a:lnTo>
                <a:lnTo>
                  <a:pt x="111348" y="132462"/>
                </a:lnTo>
                <a:lnTo>
                  <a:pt x="111807" y="132191"/>
                </a:lnTo>
                <a:lnTo>
                  <a:pt x="112260" y="131913"/>
                </a:lnTo>
                <a:lnTo>
                  <a:pt x="112707" y="131629"/>
                </a:lnTo>
                <a:lnTo>
                  <a:pt x="113148" y="131338"/>
                </a:lnTo>
                <a:lnTo>
                  <a:pt x="113583" y="131041"/>
                </a:lnTo>
                <a:lnTo>
                  <a:pt x="114010" y="130737"/>
                </a:lnTo>
                <a:lnTo>
                  <a:pt x="114430" y="130426"/>
                </a:lnTo>
                <a:lnTo>
                  <a:pt x="114842" y="130107"/>
                </a:lnTo>
                <a:lnTo>
                  <a:pt x="115246" y="129782"/>
                </a:lnTo>
                <a:lnTo>
                  <a:pt x="115642" y="129450"/>
                </a:lnTo>
                <a:lnTo>
                  <a:pt x="116030" y="129111"/>
                </a:lnTo>
                <a:lnTo>
                  <a:pt x="116410" y="128764"/>
                </a:lnTo>
                <a:lnTo>
                  <a:pt x="116783" y="128411"/>
                </a:lnTo>
                <a:lnTo>
                  <a:pt x="117148" y="128050"/>
                </a:lnTo>
                <a:lnTo>
                  <a:pt x="117504" y="127683"/>
                </a:lnTo>
                <a:lnTo>
                  <a:pt x="117853" y="127308"/>
                </a:lnTo>
                <a:lnTo>
                  <a:pt x="118194" y="126926"/>
                </a:lnTo>
                <a:lnTo>
                  <a:pt x="118527" y="126538"/>
                </a:lnTo>
                <a:lnTo>
                  <a:pt x="118852" y="126142"/>
                </a:lnTo>
                <a:lnTo>
                  <a:pt x="119170" y="125739"/>
                </a:lnTo>
                <a:lnTo>
                  <a:pt x="119479" y="125329"/>
                </a:lnTo>
                <a:lnTo>
                  <a:pt x="119781" y="124912"/>
                </a:lnTo>
                <a:lnTo>
                  <a:pt x="120074" y="124488"/>
                </a:lnTo>
                <a:lnTo>
                  <a:pt x="120360" y="124057"/>
                </a:lnTo>
                <a:lnTo>
                  <a:pt x="120638" y="123619"/>
                </a:lnTo>
                <a:lnTo>
                  <a:pt x="120908" y="123174"/>
                </a:lnTo>
                <a:lnTo>
                  <a:pt x="121171" y="122722"/>
                </a:lnTo>
                <a:lnTo>
                  <a:pt x="121425" y="122263"/>
                </a:lnTo>
                <a:lnTo>
                  <a:pt x="121671" y="121796"/>
                </a:lnTo>
                <a:lnTo>
                  <a:pt x="121909" y="121323"/>
                </a:lnTo>
                <a:lnTo>
                  <a:pt x="122136" y="120842"/>
                </a:lnTo>
                <a:lnTo>
                  <a:pt x="122353" y="120354"/>
                </a:lnTo>
                <a:lnTo>
                  <a:pt x="122560" y="119859"/>
                </a:lnTo>
                <a:lnTo>
                  <a:pt x="122757" y="119357"/>
                </a:lnTo>
                <a:lnTo>
                  <a:pt x="122944" y="118847"/>
                </a:lnTo>
                <a:lnTo>
                  <a:pt x="123121" y="118330"/>
                </a:lnTo>
                <a:lnTo>
                  <a:pt x="123288" y="117806"/>
                </a:lnTo>
                <a:lnTo>
                  <a:pt x="123445" y="117275"/>
                </a:lnTo>
                <a:lnTo>
                  <a:pt x="123591" y="116737"/>
                </a:lnTo>
                <a:lnTo>
                  <a:pt x="123727" y="116191"/>
                </a:lnTo>
                <a:lnTo>
                  <a:pt x="123854" y="115638"/>
                </a:lnTo>
                <a:lnTo>
                  <a:pt x="123970" y="115078"/>
                </a:lnTo>
                <a:lnTo>
                  <a:pt x="124076" y="114510"/>
                </a:lnTo>
                <a:lnTo>
                  <a:pt x="124172" y="113936"/>
                </a:lnTo>
                <a:lnTo>
                  <a:pt x="124258" y="113354"/>
                </a:lnTo>
                <a:lnTo>
                  <a:pt x="124334" y="112765"/>
                </a:lnTo>
                <a:lnTo>
                  <a:pt x="124399" y="112169"/>
                </a:lnTo>
                <a:lnTo>
                  <a:pt x="124455" y="111565"/>
                </a:lnTo>
                <a:lnTo>
                  <a:pt x="124500" y="110954"/>
                </a:lnTo>
                <a:lnTo>
                  <a:pt x="124536" y="110337"/>
                </a:lnTo>
                <a:lnTo>
                  <a:pt x="124561" y="109711"/>
                </a:lnTo>
                <a:lnTo>
                  <a:pt x="124576" y="109079"/>
                </a:lnTo>
                <a:lnTo>
                  <a:pt x="124581" y="108439"/>
                </a:lnTo>
                <a:lnTo>
                  <a:pt x="124575" y="107700"/>
                </a:lnTo>
                <a:lnTo>
                  <a:pt x="124556" y="106972"/>
                </a:lnTo>
                <a:lnTo>
                  <a:pt x="124523" y="106255"/>
                </a:lnTo>
                <a:lnTo>
                  <a:pt x="124478" y="105548"/>
                </a:lnTo>
                <a:lnTo>
                  <a:pt x="124421" y="104854"/>
                </a:lnTo>
                <a:lnTo>
                  <a:pt x="124350" y="104170"/>
                </a:lnTo>
                <a:lnTo>
                  <a:pt x="124267" y="103497"/>
                </a:lnTo>
                <a:lnTo>
                  <a:pt x="124170" y="102836"/>
                </a:lnTo>
                <a:lnTo>
                  <a:pt x="124061" y="102185"/>
                </a:lnTo>
                <a:lnTo>
                  <a:pt x="123939" y="101546"/>
                </a:lnTo>
                <a:lnTo>
                  <a:pt x="123804" y="100918"/>
                </a:lnTo>
                <a:lnTo>
                  <a:pt x="123656" y="100301"/>
                </a:lnTo>
                <a:lnTo>
                  <a:pt x="123496" y="99695"/>
                </a:lnTo>
                <a:lnTo>
                  <a:pt x="123322" y="99100"/>
                </a:lnTo>
                <a:lnTo>
                  <a:pt x="123136" y="98516"/>
                </a:lnTo>
                <a:lnTo>
                  <a:pt x="122937" y="97943"/>
                </a:lnTo>
                <a:lnTo>
                  <a:pt x="122725" y="97382"/>
                </a:lnTo>
                <a:lnTo>
                  <a:pt x="122500" y="96832"/>
                </a:lnTo>
                <a:lnTo>
                  <a:pt x="122263" y="96292"/>
                </a:lnTo>
                <a:lnTo>
                  <a:pt x="122012" y="95764"/>
                </a:lnTo>
                <a:lnTo>
                  <a:pt x="121749" y="95247"/>
                </a:lnTo>
                <a:lnTo>
                  <a:pt x="121473" y="94741"/>
                </a:lnTo>
                <a:lnTo>
                  <a:pt x="121184" y="94247"/>
                </a:lnTo>
                <a:lnTo>
                  <a:pt x="120882" y="93763"/>
                </a:lnTo>
                <a:lnTo>
                  <a:pt x="120568" y="93288"/>
                </a:lnTo>
                <a:lnTo>
                  <a:pt x="120241" y="92821"/>
                </a:lnTo>
                <a:lnTo>
                  <a:pt x="119901" y="92361"/>
                </a:lnTo>
                <a:lnTo>
                  <a:pt x="119549" y="91908"/>
                </a:lnTo>
                <a:lnTo>
                  <a:pt x="119185" y="91462"/>
                </a:lnTo>
                <a:lnTo>
                  <a:pt x="118808" y="91023"/>
                </a:lnTo>
                <a:lnTo>
                  <a:pt x="118418" y="90592"/>
                </a:lnTo>
                <a:lnTo>
                  <a:pt x="118016" y="90168"/>
                </a:lnTo>
                <a:lnTo>
                  <a:pt x="117601" y="89751"/>
                </a:lnTo>
                <a:lnTo>
                  <a:pt x="117174" y="89342"/>
                </a:lnTo>
                <a:lnTo>
                  <a:pt x="116735" y="88939"/>
                </a:lnTo>
                <a:lnTo>
                  <a:pt x="116283" y="88544"/>
                </a:lnTo>
                <a:lnTo>
                  <a:pt x="115818" y="88156"/>
                </a:lnTo>
                <a:lnTo>
                  <a:pt x="115341" y="87776"/>
                </a:lnTo>
                <a:lnTo>
                  <a:pt x="114852" y="87402"/>
                </a:lnTo>
                <a:lnTo>
                  <a:pt x="114350" y="87036"/>
                </a:lnTo>
                <a:lnTo>
                  <a:pt x="113835" y="86677"/>
                </a:lnTo>
                <a:lnTo>
                  <a:pt x="113308" y="86326"/>
                </a:lnTo>
                <a:lnTo>
                  <a:pt x="112769" y="85981"/>
                </a:lnTo>
                <a:lnTo>
                  <a:pt x="112217" y="85644"/>
                </a:lnTo>
                <a:lnTo>
                  <a:pt x="111652" y="85314"/>
                </a:lnTo>
                <a:lnTo>
                  <a:pt x="111075" y="84991"/>
                </a:lnTo>
                <a:lnTo>
                  <a:pt x="110485" y="84676"/>
                </a:lnTo>
                <a:lnTo>
                  <a:pt x="109883" y="84367"/>
                </a:lnTo>
                <a:lnTo>
                  <a:pt x="109269" y="84064"/>
                </a:lnTo>
                <a:lnTo>
                  <a:pt x="108643" y="83765"/>
                </a:lnTo>
                <a:lnTo>
                  <a:pt x="108005" y="83469"/>
                </a:lnTo>
                <a:lnTo>
                  <a:pt x="107354" y="83177"/>
                </a:lnTo>
                <a:lnTo>
                  <a:pt x="106692" y="82888"/>
                </a:lnTo>
                <a:lnTo>
                  <a:pt x="106018" y="82603"/>
                </a:lnTo>
                <a:lnTo>
                  <a:pt x="105332" y="82321"/>
                </a:lnTo>
                <a:lnTo>
                  <a:pt x="104633" y="82043"/>
                </a:lnTo>
                <a:lnTo>
                  <a:pt x="103923" y="81768"/>
                </a:lnTo>
                <a:lnTo>
                  <a:pt x="103201" y="81497"/>
                </a:lnTo>
                <a:lnTo>
                  <a:pt x="102467" y="81229"/>
                </a:lnTo>
                <a:lnTo>
                  <a:pt x="101721" y="80965"/>
                </a:lnTo>
                <a:lnTo>
                  <a:pt x="100963" y="80704"/>
                </a:lnTo>
                <a:lnTo>
                  <a:pt x="100192" y="80447"/>
                </a:lnTo>
                <a:lnTo>
                  <a:pt x="99410" y="80194"/>
                </a:lnTo>
                <a:lnTo>
                  <a:pt x="98616" y="79944"/>
                </a:lnTo>
                <a:lnTo>
                  <a:pt x="97810" y="79697"/>
                </a:lnTo>
                <a:lnTo>
                  <a:pt x="96992" y="79454"/>
                </a:lnTo>
                <a:lnTo>
                  <a:pt x="96162" y="79214"/>
                </a:lnTo>
                <a:lnTo>
                  <a:pt x="95320" y="78978"/>
                </a:lnTo>
                <a:lnTo>
                  <a:pt x="94466" y="78746"/>
                </a:lnTo>
                <a:lnTo>
                  <a:pt x="93600" y="78517"/>
                </a:lnTo>
                <a:lnTo>
                  <a:pt x="92722" y="78292"/>
                </a:lnTo>
                <a:lnTo>
                  <a:pt x="91832" y="78070"/>
                </a:lnTo>
                <a:lnTo>
                  <a:pt x="91017" y="77867"/>
                </a:lnTo>
                <a:lnTo>
                  <a:pt x="90216" y="77665"/>
                </a:lnTo>
                <a:lnTo>
                  <a:pt x="89429" y="77464"/>
                </a:lnTo>
                <a:lnTo>
                  <a:pt x="88656" y="77264"/>
                </a:lnTo>
                <a:lnTo>
                  <a:pt x="87897" y="77065"/>
                </a:lnTo>
                <a:lnTo>
                  <a:pt x="87152" y="76866"/>
                </a:lnTo>
                <a:lnTo>
                  <a:pt x="86422" y="76669"/>
                </a:lnTo>
                <a:lnTo>
                  <a:pt x="85705" y="76473"/>
                </a:lnTo>
                <a:lnTo>
                  <a:pt x="85002" y="76277"/>
                </a:lnTo>
                <a:lnTo>
                  <a:pt x="84314" y="76082"/>
                </a:lnTo>
                <a:lnTo>
                  <a:pt x="83639" y="75888"/>
                </a:lnTo>
                <a:lnTo>
                  <a:pt x="82979" y="75695"/>
                </a:lnTo>
                <a:lnTo>
                  <a:pt x="82332" y="75503"/>
                </a:lnTo>
                <a:lnTo>
                  <a:pt x="81700" y="75312"/>
                </a:lnTo>
                <a:lnTo>
                  <a:pt x="81081" y="75122"/>
                </a:lnTo>
                <a:lnTo>
                  <a:pt x="80477" y="74932"/>
                </a:lnTo>
                <a:lnTo>
                  <a:pt x="79887" y="74744"/>
                </a:lnTo>
                <a:lnTo>
                  <a:pt x="79310" y="74556"/>
                </a:lnTo>
                <a:lnTo>
                  <a:pt x="78748" y="74369"/>
                </a:lnTo>
                <a:lnTo>
                  <a:pt x="78200" y="74183"/>
                </a:lnTo>
                <a:lnTo>
                  <a:pt x="77666" y="73998"/>
                </a:lnTo>
                <a:lnTo>
                  <a:pt x="77146" y="73814"/>
                </a:lnTo>
                <a:lnTo>
                  <a:pt x="76640" y="73631"/>
                </a:lnTo>
                <a:lnTo>
                  <a:pt x="76148" y="73449"/>
                </a:lnTo>
                <a:lnTo>
                  <a:pt x="75668" y="73266"/>
                </a:lnTo>
                <a:lnTo>
                  <a:pt x="75201" y="73081"/>
                </a:lnTo>
                <a:lnTo>
                  <a:pt x="74745" y="72894"/>
                </a:lnTo>
                <a:lnTo>
                  <a:pt x="74301" y="72705"/>
                </a:lnTo>
                <a:lnTo>
                  <a:pt x="73868" y="72514"/>
                </a:lnTo>
                <a:lnTo>
                  <a:pt x="73447" y="72321"/>
                </a:lnTo>
                <a:lnTo>
                  <a:pt x="73038" y="72126"/>
                </a:lnTo>
                <a:lnTo>
                  <a:pt x="72640" y="71930"/>
                </a:lnTo>
                <a:lnTo>
                  <a:pt x="72254" y="71731"/>
                </a:lnTo>
                <a:lnTo>
                  <a:pt x="71880" y="71531"/>
                </a:lnTo>
                <a:lnTo>
                  <a:pt x="71517" y="71328"/>
                </a:lnTo>
                <a:lnTo>
                  <a:pt x="71166" y="71124"/>
                </a:lnTo>
                <a:lnTo>
                  <a:pt x="70827" y="70917"/>
                </a:lnTo>
                <a:lnTo>
                  <a:pt x="70499" y="70709"/>
                </a:lnTo>
                <a:lnTo>
                  <a:pt x="70183" y="70499"/>
                </a:lnTo>
                <a:lnTo>
                  <a:pt x="69878" y="70287"/>
                </a:lnTo>
                <a:lnTo>
                  <a:pt x="69585" y="70073"/>
                </a:lnTo>
                <a:lnTo>
                  <a:pt x="69304" y="69857"/>
                </a:lnTo>
                <a:lnTo>
                  <a:pt x="69035" y="69639"/>
                </a:lnTo>
                <a:lnTo>
                  <a:pt x="68777" y="69419"/>
                </a:lnTo>
                <a:lnTo>
                  <a:pt x="68530" y="69197"/>
                </a:lnTo>
                <a:lnTo>
                  <a:pt x="68296" y="68973"/>
                </a:lnTo>
                <a:lnTo>
                  <a:pt x="68073" y="68747"/>
                </a:lnTo>
                <a:lnTo>
                  <a:pt x="67862" y="68520"/>
                </a:lnTo>
                <a:lnTo>
                  <a:pt x="67660" y="68289"/>
                </a:lnTo>
                <a:lnTo>
                  <a:pt x="67468" y="68054"/>
                </a:lnTo>
                <a:lnTo>
                  <a:pt x="67284" y="67815"/>
                </a:lnTo>
                <a:lnTo>
                  <a:pt x="67108" y="67571"/>
                </a:lnTo>
                <a:lnTo>
                  <a:pt x="66941" y="67324"/>
                </a:lnTo>
                <a:lnTo>
                  <a:pt x="66783" y="67072"/>
                </a:lnTo>
                <a:lnTo>
                  <a:pt x="66633" y="66816"/>
                </a:lnTo>
                <a:lnTo>
                  <a:pt x="66492" y="66556"/>
                </a:lnTo>
                <a:lnTo>
                  <a:pt x="66359" y="66291"/>
                </a:lnTo>
                <a:lnTo>
                  <a:pt x="66235" y="66022"/>
                </a:lnTo>
                <a:lnTo>
                  <a:pt x="66119" y="65749"/>
                </a:lnTo>
                <a:lnTo>
                  <a:pt x="66012" y="65472"/>
                </a:lnTo>
                <a:lnTo>
                  <a:pt x="65914" y="65190"/>
                </a:lnTo>
                <a:lnTo>
                  <a:pt x="65824" y="64905"/>
                </a:lnTo>
                <a:lnTo>
                  <a:pt x="65742" y="64615"/>
                </a:lnTo>
                <a:lnTo>
                  <a:pt x="65670" y="64321"/>
                </a:lnTo>
                <a:lnTo>
                  <a:pt x="65605" y="64022"/>
                </a:lnTo>
                <a:lnTo>
                  <a:pt x="65550" y="63720"/>
                </a:lnTo>
                <a:lnTo>
                  <a:pt x="65503" y="63413"/>
                </a:lnTo>
                <a:lnTo>
                  <a:pt x="65464" y="63102"/>
                </a:lnTo>
                <a:lnTo>
                  <a:pt x="65434" y="62786"/>
                </a:lnTo>
                <a:lnTo>
                  <a:pt x="65413" y="62467"/>
                </a:lnTo>
                <a:lnTo>
                  <a:pt x="65400" y="62143"/>
                </a:lnTo>
                <a:lnTo>
                  <a:pt x="65396" y="61815"/>
                </a:lnTo>
                <a:lnTo>
                  <a:pt x="65405" y="61230"/>
                </a:lnTo>
                <a:lnTo>
                  <a:pt x="65434" y="60659"/>
                </a:lnTo>
                <a:lnTo>
                  <a:pt x="65482" y="60100"/>
                </a:lnTo>
                <a:lnTo>
                  <a:pt x="65549" y="59554"/>
                </a:lnTo>
                <a:lnTo>
                  <a:pt x="65635" y="59022"/>
                </a:lnTo>
                <a:lnTo>
                  <a:pt x="65741" y="58502"/>
                </a:lnTo>
                <a:lnTo>
                  <a:pt x="65865" y="57995"/>
                </a:lnTo>
                <a:lnTo>
                  <a:pt x="66009" y="57502"/>
                </a:lnTo>
                <a:lnTo>
                  <a:pt x="66172" y="57022"/>
                </a:lnTo>
                <a:lnTo>
                  <a:pt x="66355" y="56554"/>
                </a:lnTo>
                <a:lnTo>
                  <a:pt x="66556" y="56100"/>
                </a:lnTo>
                <a:lnTo>
                  <a:pt x="66777" y="55658"/>
                </a:lnTo>
                <a:lnTo>
                  <a:pt x="67016" y="55230"/>
                </a:lnTo>
                <a:lnTo>
                  <a:pt x="67275" y="54815"/>
                </a:lnTo>
                <a:lnTo>
                  <a:pt x="67553" y="54413"/>
                </a:lnTo>
                <a:lnTo>
                  <a:pt x="67851" y="54024"/>
                </a:lnTo>
                <a:lnTo>
                  <a:pt x="68167" y="53648"/>
                </a:lnTo>
                <a:lnTo>
                  <a:pt x="68503" y="53285"/>
                </a:lnTo>
                <a:lnTo>
                  <a:pt x="68858" y="52935"/>
                </a:lnTo>
                <a:lnTo>
                  <a:pt x="69232" y="52598"/>
                </a:lnTo>
                <a:lnTo>
                  <a:pt x="69625" y="52274"/>
                </a:lnTo>
                <a:lnTo>
                  <a:pt x="70037" y="51963"/>
                </a:lnTo>
                <a:lnTo>
                  <a:pt x="70469" y="51665"/>
                </a:lnTo>
                <a:lnTo>
                  <a:pt x="70920" y="51381"/>
                </a:lnTo>
                <a:lnTo>
                  <a:pt x="71386" y="51108"/>
                </a:lnTo>
                <a:lnTo>
                  <a:pt x="71863" y="50847"/>
                </a:lnTo>
                <a:lnTo>
                  <a:pt x="72353" y="50597"/>
                </a:lnTo>
                <a:lnTo>
                  <a:pt x="72854" y="50360"/>
                </a:lnTo>
                <a:lnTo>
                  <a:pt x="73367" y="50133"/>
                </a:lnTo>
                <a:lnTo>
                  <a:pt x="73891" y="49919"/>
                </a:lnTo>
                <a:lnTo>
                  <a:pt x="74427" y="49716"/>
                </a:lnTo>
                <a:lnTo>
                  <a:pt x="74975" y="49524"/>
                </a:lnTo>
                <a:lnTo>
                  <a:pt x="75534" y="49344"/>
                </a:lnTo>
                <a:lnTo>
                  <a:pt x="76105" y="49176"/>
                </a:lnTo>
                <a:lnTo>
                  <a:pt x="76688" y="49019"/>
                </a:lnTo>
                <a:lnTo>
                  <a:pt x="77282" y="48874"/>
                </a:lnTo>
                <a:lnTo>
                  <a:pt x="77888" y="48741"/>
                </a:lnTo>
                <a:lnTo>
                  <a:pt x="78505" y="48619"/>
                </a:lnTo>
                <a:lnTo>
                  <a:pt x="79135" y="48509"/>
                </a:lnTo>
                <a:lnTo>
                  <a:pt x="79775" y="48410"/>
                </a:lnTo>
                <a:lnTo>
                  <a:pt x="80428" y="48323"/>
                </a:lnTo>
                <a:lnTo>
                  <a:pt x="81092" y="48248"/>
                </a:lnTo>
                <a:lnTo>
                  <a:pt x="81768" y="48184"/>
                </a:lnTo>
                <a:lnTo>
                  <a:pt x="82455" y="48132"/>
                </a:lnTo>
                <a:lnTo>
                  <a:pt x="83154" y="48091"/>
                </a:lnTo>
                <a:lnTo>
                  <a:pt x="83865" y="48062"/>
                </a:lnTo>
                <a:lnTo>
                  <a:pt x="84587" y="48045"/>
                </a:lnTo>
                <a:lnTo>
                  <a:pt x="85321" y="48039"/>
                </a:lnTo>
                <a:lnTo>
                  <a:pt x="86048" y="48047"/>
                </a:lnTo>
                <a:lnTo>
                  <a:pt x="86766" y="48070"/>
                </a:lnTo>
                <a:lnTo>
                  <a:pt x="87475" y="48109"/>
                </a:lnTo>
                <a:lnTo>
                  <a:pt x="88174" y="48163"/>
                </a:lnTo>
                <a:lnTo>
                  <a:pt x="88864" y="48232"/>
                </a:lnTo>
                <a:lnTo>
                  <a:pt x="89545" y="48317"/>
                </a:lnTo>
                <a:lnTo>
                  <a:pt x="90216" y="48418"/>
                </a:lnTo>
                <a:lnTo>
                  <a:pt x="90878" y="48534"/>
                </a:lnTo>
                <a:lnTo>
                  <a:pt x="91531" y="48665"/>
                </a:lnTo>
                <a:lnTo>
                  <a:pt x="92175" y="48812"/>
                </a:lnTo>
                <a:lnTo>
                  <a:pt x="92809" y="48974"/>
                </a:lnTo>
                <a:lnTo>
                  <a:pt x="93435" y="49152"/>
                </a:lnTo>
                <a:lnTo>
                  <a:pt x="94051" y="49345"/>
                </a:lnTo>
                <a:lnTo>
                  <a:pt x="94657" y="49554"/>
                </a:lnTo>
                <a:lnTo>
                  <a:pt x="95255" y="49778"/>
                </a:lnTo>
                <a:lnTo>
                  <a:pt x="95843" y="50017"/>
                </a:lnTo>
                <a:lnTo>
                  <a:pt x="96422" y="50272"/>
                </a:lnTo>
                <a:lnTo>
                  <a:pt x="96992" y="50543"/>
                </a:lnTo>
                <a:lnTo>
                  <a:pt x="97553" y="50829"/>
                </a:lnTo>
                <a:lnTo>
                  <a:pt x="98104" y="51130"/>
                </a:lnTo>
                <a:lnTo>
                  <a:pt x="98646" y="51447"/>
                </a:lnTo>
                <a:lnTo>
                  <a:pt x="99179" y="51779"/>
                </a:lnTo>
                <a:lnTo>
                  <a:pt x="99702" y="52127"/>
                </a:lnTo>
                <a:lnTo>
                  <a:pt x="100216" y="52490"/>
                </a:lnTo>
                <a:lnTo>
                  <a:pt x="100715" y="52872"/>
                </a:lnTo>
                <a:lnTo>
                  <a:pt x="101193" y="53276"/>
                </a:lnTo>
                <a:lnTo>
                  <a:pt x="101650" y="53702"/>
                </a:lnTo>
                <a:lnTo>
                  <a:pt x="102085" y="54150"/>
                </a:lnTo>
                <a:lnTo>
                  <a:pt x="102499" y="54619"/>
                </a:lnTo>
                <a:lnTo>
                  <a:pt x="102892" y="55111"/>
                </a:lnTo>
                <a:lnTo>
                  <a:pt x="103264" y="55624"/>
                </a:lnTo>
                <a:lnTo>
                  <a:pt x="103614" y="56160"/>
                </a:lnTo>
                <a:lnTo>
                  <a:pt x="103943" y="56717"/>
                </a:lnTo>
                <a:lnTo>
                  <a:pt x="104251" y="57296"/>
                </a:lnTo>
                <a:lnTo>
                  <a:pt x="104538" y="57898"/>
                </a:lnTo>
                <a:lnTo>
                  <a:pt x="104803" y="58521"/>
                </a:lnTo>
                <a:lnTo>
                  <a:pt x="105048" y="59166"/>
                </a:lnTo>
                <a:lnTo>
                  <a:pt x="105271" y="59833"/>
                </a:lnTo>
                <a:lnTo>
                  <a:pt x="105472" y="60522"/>
                </a:lnTo>
                <a:lnTo>
                  <a:pt x="105653" y="61233"/>
                </a:lnTo>
                <a:lnTo>
                  <a:pt x="105812" y="61965"/>
                </a:lnTo>
                <a:lnTo>
                  <a:pt x="105950" y="62720"/>
                </a:lnTo>
                <a:lnTo>
                  <a:pt x="106067" y="63497"/>
                </a:lnTo>
                <a:lnTo>
                  <a:pt x="106162" y="64295"/>
                </a:lnTo>
                <a:lnTo>
                  <a:pt x="106237" y="65116"/>
                </a:lnTo>
                <a:lnTo>
                  <a:pt x="106290" y="65958"/>
                </a:lnTo>
                <a:lnTo>
                  <a:pt x="106322" y="66823"/>
                </a:lnTo>
                <a:lnTo>
                  <a:pt x="106332" y="67709"/>
                </a:lnTo>
                <a:lnTo>
                  <a:pt x="122312" y="67709"/>
                </a:lnTo>
                <a:lnTo>
                  <a:pt x="122307" y="67002"/>
                </a:lnTo>
                <a:lnTo>
                  <a:pt x="122292" y="66304"/>
                </a:lnTo>
                <a:lnTo>
                  <a:pt x="122266" y="65614"/>
                </a:lnTo>
                <a:lnTo>
                  <a:pt x="122230" y="64933"/>
                </a:lnTo>
                <a:lnTo>
                  <a:pt x="122184" y="64260"/>
                </a:lnTo>
                <a:lnTo>
                  <a:pt x="122127" y="63595"/>
                </a:lnTo>
                <a:lnTo>
                  <a:pt x="122061" y="62939"/>
                </a:lnTo>
                <a:lnTo>
                  <a:pt x="121984" y="62292"/>
                </a:lnTo>
                <a:lnTo>
                  <a:pt x="121896" y="61653"/>
                </a:lnTo>
                <a:lnTo>
                  <a:pt x="121799" y="61022"/>
                </a:lnTo>
                <a:lnTo>
                  <a:pt x="121691" y="60400"/>
                </a:lnTo>
                <a:lnTo>
                  <a:pt x="121573" y="59786"/>
                </a:lnTo>
                <a:lnTo>
                  <a:pt x="121444" y="59181"/>
                </a:lnTo>
                <a:lnTo>
                  <a:pt x="121305" y="58584"/>
                </a:lnTo>
                <a:lnTo>
                  <a:pt x="121156" y="57996"/>
                </a:lnTo>
                <a:lnTo>
                  <a:pt x="120997" y="57416"/>
                </a:lnTo>
                <a:lnTo>
                  <a:pt x="120828" y="56845"/>
                </a:lnTo>
                <a:lnTo>
                  <a:pt x="120648" y="56282"/>
                </a:lnTo>
                <a:lnTo>
                  <a:pt x="120458" y="55727"/>
                </a:lnTo>
                <a:lnTo>
                  <a:pt x="120257" y="55181"/>
                </a:lnTo>
                <a:lnTo>
                  <a:pt x="120047" y="54644"/>
                </a:lnTo>
                <a:lnTo>
                  <a:pt x="119826" y="54115"/>
                </a:lnTo>
                <a:lnTo>
                  <a:pt x="119595" y="53594"/>
                </a:lnTo>
                <a:lnTo>
                  <a:pt x="119353" y="53082"/>
                </a:lnTo>
                <a:lnTo>
                  <a:pt x="119103" y="52578"/>
                </a:lnTo>
                <a:lnTo>
                  <a:pt x="118845" y="52082"/>
                </a:lnTo>
                <a:lnTo>
                  <a:pt x="118580" y="51594"/>
                </a:lnTo>
                <a:lnTo>
                  <a:pt x="118308" y="51113"/>
                </a:lnTo>
                <a:lnTo>
                  <a:pt x="118028" y="50640"/>
                </a:lnTo>
                <a:lnTo>
                  <a:pt x="117741" y="50175"/>
                </a:lnTo>
                <a:lnTo>
                  <a:pt x="117446" y="49717"/>
                </a:lnTo>
                <a:lnTo>
                  <a:pt x="117145" y="49268"/>
                </a:lnTo>
                <a:lnTo>
                  <a:pt x="116835" y="48826"/>
                </a:lnTo>
                <a:lnTo>
                  <a:pt x="116519" y="48392"/>
                </a:lnTo>
                <a:lnTo>
                  <a:pt x="116195" y="47965"/>
                </a:lnTo>
                <a:lnTo>
                  <a:pt x="115864" y="47547"/>
                </a:lnTo>
                <a:lnTo>
                  <a:pt x="115525" y="47136"/>
                </a:lnTo>
                <a:lnTo>
                  <a:pt x="115179" y="46733"/>
                </a:lnTo>
                <a:lnTo>
                  <a:pt x="114826" y="46337"/>
                </a:lnTo>
                <a:lnTo>
                  <a:pt x="114465" y="45950"/>
                </a:lnTo>
                <a:lnTo>
                  <a:pt x="114097" y="45570"/>
                </a:lnTo>
                <a:lnTo>
                  <a:pt x="113721" y="45198"/>
                </a:lnTo>
                <a:lnTo>
                  <a:pt x="113338" y="44834"/>
                </a:lnTo>
                <a:lnTo>
                  <a:pt x="112948" y="44477"/>
                </a:lnTo>
                <a:lnTo>
                  <a:pt x="112551" y="44128"/>
                </a:lnTo>
                <a:lnTo>
                  <a:pt x="112146" y="43787"/>
                </a:lnTo>
                <a:lnTo>
                  <a:pt x="111733" y="43454"/>
                </a:lnTo>
                <a:lnTo>
                  <a:pt x="111314" y="43129"/>
                </a:lnTo>
                <a:lnTo>
                  <a:pt x="110888" y="42810"/>
                </a:lnTo>
                <a:lnTo>
                  <a:pt x="110456" y="42499"/>
                </a:lnTo>
                <a:lnTo>
                  <a:pt x="110019" y="42195"/>
                </a:lnTo>
                <a:lnTo>
                  <a:pt x="109577" y="41898"/>
                </a:lnTo>
                <a:lnTo>
                  <a:pt x="109129" y="41607"/>
                </a:lnTo>
                <a:lnTo>
                  <a:pt x="108675" y="41324"/>
                </a:lnTo>
                <a:lnTo>
                  <a:pt x="108216" y="41048"/>
                </a:lnTo>
                <a:lnTo>
                  <a:pt x="107752" y="40780"/>
                </a:lnTo>
                <a:lnTo>
                  <a:pt x="107282" y="40518"/>
                </a:lnTo>
                <a:lnTo>
                  <a:pt x="106806" y="40263"/>
                </a:lnTo>
                <a:lnTo>
                  <a:pt x="106325" y="40015"/>
                </a:lnTo>
                <a:lnTo>
                  <a:pt x="105839" y="39775"/>
                </a:lnTo>
                <a:lnTo>
                  <a:pt x="105347" y="39541"/>
                </a:lnTo>
                <a:lnTo>
                  <a:pt x="104850" y="39315"/>
                </a:lnTo>
                <a:lnTo>
                  <a:pt x="104347" y="39095"/>
                </a:lnTo>
                <a:lnTo>
                  <a:pt x="103839" y="38883"/>
                </a:lnTo>
                <a:lnTo>
                  <a:pt x="103325" y="38677"/>
                </a:lnTo>
                <a:lnTo>
                  <a:pt x="102806" y="38479"/>
                </a:lnTo>
                <a:lnTo>
                  <a:pt x="102281" y="38288"/>
                </a:lnTo>
                <a:lnTo>
                  <a:pt x="101751" y="38104"/>
                </a:lnTo>
                <a:lnTo>
                  <a:pt x="101215" y="37927"/>
                </a:lnTo>
                <a:lnTo>
                  <a:pt x="100674" y="37757"/>
                </a:lnTo>
                <a:lnTo>
                  <a:pt x="100127" y="37594"/>
                </a:lnTo>
                <a:lnTo>
                  <a:pt x="99575" y="37438"/>
                </a:lnTo>
                <a:lnTo>
                  <a:pt x="99019" y="37289"/>
                </a:lnTo>
                <a:lnTo>
                  <a:pt x="98459" y="37146"/>
                </a:lnTo>
                <a:lnTo>
                  <a:pt x="97896" y="37010"/>
                </a:lnTo>
                <a:lnTo>
                  <a:pt x="97330" y="36880"/>
                </a:lnTo>
                <a:lnTo>
                  <a:pt x="96760" y="36756"/>
                </a:lnTo>
                <a:lnTo>
                  <a:pt x="96187" y="36638"/>
                </a:lnTo>
                <a:lnTo>
                  <a:pt x="95611" y="36527"/>
                </a:lnTo>
                <a:lnTo>
                  <a:pt x="95032" y="36423"/>
                </a:lnTo>
                <a:lnTo>
                  <a:pt x="94450" y="36324"/>
                </a:lnTo>
                <a:lnTo>
                  <a:pt x="93864" y="36232"/>
                </a:lnTo>
                <a:lnTo>
                  <a:pt x="93275" y="36146"/>
                </a:lnTo>
                <a:lnTo>
                  <a:pt x="92683" y="36067"/>
                </a:lnTo>
                <a:lnTo>
                  <a:pt x="92087" y="35994"/>
                </a:lnTo>
                <a:lnTo>
                  <a:pt x="91488" y="35927"/>
                </a:lnTo>
                <a:lnTo>
                  <a:pt x="90886" y="35867"/>
                </a:lnTo>
                <a:lnTo>
                  <a:pt x="90281" y="35813"/>
                </a:lnTo>
                <a:lnTo>
                  <a:pt x="89672" y="35766"/>
                </a:lnTo>
                <a:lnTo>
                  <a:pt x="89061" y="35724"/>
                </a:lnTo>
                <a:lnTo>
                  <a:pt x="88445" y="35689"/>
                </a:lnTo>
                <a:lnTo>
                  <a:pt x="87827" y="35661"/>
                </a:lnTo>
                <a:lnTo>
                  <a:pt x="87206" y="35639"/>
                </a:lnTo>
                <a:lnTo>
                  <a:pt x="86581" y="35623"/>
                </a:lnTo>
                <a:lnTo>
                  <a:pt x="85953" y="35613"/>
                </a:lnTo>
                <a:lnTo>
                  <a:pt x="85321" y="35610"/>
                </a:lnTo>
                <a:lnTo>
                  <a:pt x="84682" y="35613"/>
                </a:lnTo>
                <a:lnTo>
                  <a:pt x="84047" y="35622"/>
                </a:lnTo>
                <a:lnTo>
                  <a:pt x="83415" y="35636"/>
                </a:lnTo>
                <a:lnTo>
                  <a:pt x="82787" y="35657"/>
                </a:lnTo>
                <a:lnTo>
                  <a:pt x="82163" y="35683"/>
                </a:lnTo>
                <a:lnTo>
                  <a:pt x="81542" y="35715"/>
                </a:lnTo>
                <a:lnTo>
                  <a:pt x="80925" y="35753"/>
                </a:lnTo>
                <a:lnTo>
                  <a:pt x="80312" y="35796"/>
                </a:lnTo>
                <a:lnTo>
                  <a:pt x="79703" y="35846"/>
                </a:lnTo>
                <a:lnTo>
                  <a:pt x="79098" y="35901"/>
                </a:lnTo>
                <a:lnTo>
                  <a:pt x="78496" y="35962"/>
                </a:lnTo>
                <a:lnTo>
                  <a:pt x="77898" y="36029"/>
                </a:lnTo>
                <a:lnTo>
                  <a:pt x="77304" y="36102"/>
                </a:lnTo>
                <a:lnTo>
                  <a:pt x="76714" y="36181"/>
                </a:lnTo>
                <a:lnTo>
                  <a:pt x="76128" y="36265"/>
                </a:lnTo>
                <a:lnTo>
                  <a:pt x="75545" y="36355"/>
                </a:lnTo>
                <a:lnTo>
                  <a:pt x="74966" y="36451"/>
                </a:lnTo>
                <a:lnTo>
                  <a:pt x="74390" y="36553"/>
                </a:lnTo>
                <a:lnTo>
                  <a:pt x="73819" y="36661"/>
                </a:lnTo>
                <a:lnTo>
                  <a:pt x="73251" y="36775"/>
                </a:lnTo>
                <a:lnTo>
                  <a:pt x="72687" y="36894"/>
                </a:lnTo>
                <a:lnTo>
                  <a:pt x="72127" y="37019"/>
                </a:lnTo>
                <a:lnTo>
                  <a:pt x="71571" y="37150"/>
                </a:lnTo>
                <a:lnTo>
                  <a:pt x="71018" y="37287"/>
                </a:lnTo>
                <a:lnTo>
                  <a:pt x="70470" y="37429"/>
                </a:lnTo>
                <a:lnTo>
                  <a:pt x="69929" y="37578"/>
                </a:lnTo>
                <a:lnTo>
                  <a:pt x="69393" y="37732"/>
                </a:lnTo>
                <a:lnTo>
                  <a:pt x="68863" y="37892"/>
                </a:lnTo>
                <a:lnTo>
                  <a:pt x="68339" y="38057"/>
                </a:lnTo>
                <a:lnTo>
                  <a:pt x="67822" y="38229"/>
                </a:lnTo>
                <a:lnTo>
                  <a:pt x="67310" y="38406"/>
                </a:lnTo>
                <a:lnTo>
                  <a:pt x="66804" y="38590"/>
                </a:lnTo>
                <a:lnTo>
                  <a:pt x="66304" y="38779"/>
                </a:lnTo>
                <a:lnTo>
                  <a:pt x="65810" y="38974"/>
                </a:lnTo>
                <a:lnTo>
                  <a:pt x="65322" y="39174"/>
                </a:lnTo>
                <a:lnTo>
                  <a:pt x="64841" y="39381"/>
                </a:lnTo>
                <a:lnTo>
                  <a:pt x="64365" y="39593"/>
                </a:lnTo>
                <a:lnTo>
                  <a:pt x="63895" y="39811"/>
                </a:lnTo>
                <a:lnTo>
                  <a:pt x="63431" y="40036"/>
                </a:lnTo>
                <a:lnTo>
                  <a:pt x="62973" y="40265"/>
                </a:lnTo>
                <a:lnTo>
                  <a:pt x="62521" y="40501"/>
                </a:lnTo>
                <a:lnTo>
                  <a:pt x="62076" y="40743"/>
                </a:lnTo>
                <a:lnTo>
                  <a:pt x="61636" y="40990"/>
                </a:lnTo>
                <a:lnTo>
                  <a:pt x="61202" y="41243"/>
                </a:lnTo>
                <a:lnTo>
                  <a:pt x="60774" y="41502"/>
                </a:lnTo>
                <a:lnTo>
                  <a:pt x="60352" y="41767"/>
                </a:lnTo>
                <a:lnTo>
                  <a:pt x="59936" y="42038"/>
                </a:lnTo>
                <a:lnTo>
                  <a:pt x="59526" y="42315"/>
                </a:lnTo>
                <a:lnTo>
                  <a:pt x="59123" y="42597"/>
                </a:lnTo>
                <a:lnTo>
                  <a:pt x="58728" y="42885"/>
                </a:lnTo>
                <a:lnTo>
                  <a:pt x="58339" y="43179"/>
                </a:lnTo>
                <a:lnTo>
                  <a:pt x="57959" y="43478"/>
                </a:lnTo>
                <a:lnTo>
                  <a:pt x="57586" y="43784"/>
                </a:lnTo>
                <a:lnTo>
                  <a:pt x="57220" y="44095"/>
                </a:lnTo>
                <a:lnTo>
                  <a:pt x="56863" y="44412"/>
                </a:lnTo>
                <a:lnTo>
                  <a:pt x="56512" y="44735"/>
                </a:lnTo>
                <a:lnTo>
                  <a:pt x="56169" y="45064"/>
                </a:lnTo>
                <a:lnTo>
                  <a:pt x="55834" y="45398"/>
                </a:lnTo>
                <a:lnTo>
                  <a:pt x="55506" y="45739"/>
                </a:lnTo>
                <a:lnTo>
                  <a:pt x="55186" y="46085"/>
                </a:lnTo>
                <a:lnTo>
                  <a:pt x="54873" y="46437"/>
                </a:lnTo>
                <a:lnTo>
                  <a:pt x="54568" y="46795"/>
                </a:lnTo>
                <a:lnTo>
                  <a:pt x="54270" y="47158"/>
                </a:lnTo>
                <a:lnTo>
                  <a:pt x="53980" y="47528"/>
                </a:lnTo>
                <a:lnTo>
                  <a:pt x="53698" y="47903"/>
                </a:lnTo>
                <a:lnTo>
                  <a:pt x="53423" y="48284"/>
                </a:lnTo>
                <a:lnTo>
                  <a:pt x="53155" y="48671"/>
                </a:lnTo>
                <a:lnTo>
                  <a:pt x="52895" y="49064"/>
                </a:lnTo>
                <a:lnTo>
                  <a:pt x="52643" y="49462"/>
                </a:lnTo>
                <a:lnTo>
                  <a:pt x="52398" y="49867"/>
                </a:lnTo>
                <a:lnTo>
                  <a:pt x="52161" y="50277"/>
                </a:lnTo>
                <a:lnTo>
                  <a:pt x="51931" y="50693"/>
                </a:lnTo>
                <a:lnTo>
                  <a:pt x="51709" y="51115"/>
                </a:lnTo>
                <a:lnTo>
                  <a:pt x="51497" y="51542"/>
                </a:lnTo>
                <a:lnTo>
                  <a:pt x="51295" y="51975"/>
                </a:lnTo>
                <a:lnTo>
                  <a:pt x="51102" y="52413"/>
                </a:lnTo>
                <a:lnTo>
                  <a:pt x="50918" y="52856"/>
                </a:lnTo>
                <a:lnTo>
                  <a:pt x="50744" y="53305"/>
                </a:lnTo>
                <a:lnTo>
                  <a:pt x="50579" y="53760"/>
                </a:lnTo>
                <a:lnTo>
                  <a:pt x="50424" y="54220"/>
                </a:lnTo>
                <a:lnTo>
                  <a:pt x="50278" y="54685"/>
                </a:lnTo>
                <a:lnTo>
                  <a:pt x="50141" y="55156"/>
                </a:lnTo>
                <a:lnTo>
                  <a:pt x="50014" y="55633"/>
                </a:lnTo>
                <a:lnTo>
                  <a:pt x="49896" y="56115"/>
                </a:lnTo>
                <a:lnTo>
                  <a:pt x="49788" y="56602"/>
                </a:lnTo>
                <a:lnTo>
                  <a:pt x="49689" y="57095"/>
                </a:lnTo>
                <a:lnTo>
                  <a:pt x="49600" y="57593"/>
                </a:lnTo>
                <a:lnTo>
                  <a:pt x="49519" y="58097"/>
                </a:lnTo>
                <a:lnTo>
                  <a:pt x="49449" y="58606"/>
                </a:lnTo>
                <a:lnTo>
                  <a:pt x="49388" y="59121"/>
                </a:lnTo>
                <a:lnTo>
                  <a:pt x="49336" y="59641"/>
                </a:lnTo>
                <a:lnTo>
                  <a:pt x="49293" y="60167"/>
                </a:lnTo>
                <a:lnTo>
                  <a:pt x="49260" y="60698"/>
                </a:lnTo>
                <a:lnTo>
                  <a:pt x="49237" y="61234"/>
                </a:lnTo>
                <a:lnTo>
                  <a:pt x="49223" y="61776"/>
                </a:lnTo>
                <a:lnTo>
                  <a:pt x="49218" y="62324"/>
                </a:lnTo>
                <a:lnTo>
                  <a:pt x="49225" y="63021"/>
                </a:lnTo>
                <a:lnTo>
                  <a:pt x="49245" y="63709"/>
                </a:lnTo>
                <a:lnTo>
                  <a:pt x="49278" y="64386"/>
                </a:lnTo>
                <a:lnTo>
                  <a:pt x="49325" y="65054"/>
                </a:lnTo>
                <a:lnTo>
                  <a:pt x="49385" y="65711"/>
                </a:lnTo>
                <a:lnTo>
                  <a:pt x="49459" y="66358"/>
                </a:lnTo>
                <a:lnTo>
                  <a:pt x="49545" y="66996"/>
                </a:lnTo>
                <a:lnTo>
                  <a:pt x="49646" y="67623"/>
                </a:lnTo>
                <a:lnTo>
                  <a:pt x="49759" y="68240"/>
                </a:lnTo>
                <a:lnTo>
                  <a:pt x="49886" y="68847"/>
                </a:lnTo>
                <a:lnTo>
                  <a:pt x="50026" y="69444"/>
                </a:lnTo>
                <a:lnTo>
                  <a:pt x="50180" y="70031"/>
                </a:lnTo>
                <a:lnTo>
                  <a:pt x="50347" y="70608"/>
                </a:lnTo>
                <a:lnTo>
                  <a:pt x="50527" y="71175"/>
                </a:lnTo>
                <a:lnTo>
                  <a:pt x="50721" y="71732"/>
                </a:lnTo>
                <a:lnTo>
                  <a:pt x="50928" y="72279"/>
                </a:lnTo>
                <a:lnTo>
                  <a:pt x="51148" y="72815"/>
                </a:lnTo>
                <a:lnTo>
                  <a:pt x="51382" y="73342"/>
                </a:lnTo>
                <a:lnTo>
                  <a:pt x="51629" y="73859"/>
                </a:lnTo>
                <a:lnTo>
                  <a:pt x="51890" y="74365"/>
                </a:lnTo>
                <a:lnTo>
                  <a:pt x="52163" y="74862"/>
                </a:lnTo>
                <a:lnTo>
                  <a:pt x="52451" y="75348"/>
                </a:lnTo>
                <a:lnTo>
                  <a:pt x="52751" y="75825"/>
                </a:lnTo>
                <a:lnTo>
                  <a:pt x="53065" y="76291"/>
                </a:lnTo>
                <a:lnTo>
                  <a:pt x="53392" y="76749"/>
                </a:lnTo>
                <a:lnTo>
                  <a:pt x="53733" y="77200"/>
                </a:lnTo>
                <a:lnTo>
                  <a:pt x="54087" y="77645"/>
                </a:lnTo>
                <a:lnTo>
                  <a:pt x="54454" y="78083"/>
                </a:lnTo>
                <a:lnTo>
                  <a:pt x="54835" y="78514"/>
                </a:lnTo>
                <a:lnTo>
                  <a:pt x="55229" y="78939"/>
                </a:lnTo>
                <a:lnTo>
                  <a:pt x="55637" y="79356"/>
                </a:lnTo>
                <a:lnTo>
                  <a:pt x="56057" y="79767"/>
                </a:lnTo>
                <a:lnTo>
                  <a:pt x="56491" y="80172"/>
                </a:lnTo>
                <a:lnTo>
                  <a:pt x="56939" y="80570"/>
                </a:lnTo>
                <a:lnTo>
                  <a:pt x="57400" y="80961"/>
                </a:lnTo>
                <a:lnTo>
                  <a:pt x="57874" y="81345"/>
                </a:lnTo>
                <a:lnTo>
                  <a:pt x="58362" y="81723"/>
                </a:lnTo>
                <a:lnTo>
                  <a:pt x="58862" y="82093"/>
                </a:lnTo>
                <a:lnTo>
                  <a:pt x="59377" y="82458"/>
                </a:lnTo>
                <a:lnTo>
                  <a:pt x="59904" y="82815"/>
                </a:lnTo>
                <a:lnTo>
                  <a:pt x="60445" y="83166"/>
                </a:lnTo>
                <a:lnTo>
                  <a:pt x="61000" y="83510"/>
                </a:lnTo>
                <a:lnTo>
                  <a:pt x="61567" y="83847"/>
                </a:lnTo>
                <a:lnTo>
                  <a:pt x="62149" y="84178"/>
                </a:lnTo>
                <a:lnTo>
                  <a:pt x="62743" y="84502"/>
                </a:lnTo>
                <a:lnTo>
                  <a:pt x="63351" y="84819"/>
                </a:lnTo>
                <a:lnTo>
                  <a:pt x="63972" y="85130"/>
                </a:lnTo>
                <a:lnTo>
                  <a:pt x="64606" y="85434"/>
                </a:lnTo>
                <a:lnTo>
                  <a:pt x="65254" y="85733"/>
                </a:lnTo>
                <a:lnTo>
                  <a:pt x="65913" y="86029"/>
                </a:lnTo>
                <a:lnTo>
                  <a:pt x="66585" y="86321"/>
                </a:lnTo>
                <a:lnTo>
                  <a:pt x="67270" y="86611"/>
                </a:lnTo>
                <a:lnTo>
                  <a:pt x="67966" y="86898"/>
                </a:lnTo>
                <a:lnTo>
                  <a:pt x="68675" y="87182"/>
                </a:lnTo>
                <a:lnTo>
                  <a:pt x="69397" y="87463"/>
                </a:lnTo>
                <a:lnTo>
                  <a:pt x="70130" y="87741"/>
                </a:lnTo>
                <a:lnTo>
                  <a:pt x="70876" y="88016"/>
                </a:lnTo>
                <a:lnTo>
                  <a:pt x="71635" y="88288"/>
                </a:lnTo>
                <a:lnTo>
                  <a:pt x="72405" y="88557"/>
                </a:lnTo>
                <a:lnTo>
                  <a:pt x="73188" y="88823"/>
                </a:lnTo>
                <a:lnTo>
                  <a:pt x="73984" y="89085"/>
                </a:lnTo>
                <a:lnTo>
                  <a:pt x="74791" y="89345"/>
                </a:lnTo>
                <a:lnTo>
                  <a:pt x="75611" y="89602"/>
                </a:lnTo>
                <a:lnTo>
                  <a:pt x="76444" y="89856"/>
                </a:lnTo>
                <a:lnTo>
                  <a:pt x="77288" y="90107"/>
                </a:lnTo>
                <a:lnTo>
                  <a:pt x="78145" y="90356"/>
                </a:lnTo>
                <a:lnTo>
                  <a:pt x="79014" y="90601"/>
                </a:lnTo>
                <a:lnTo>
                  <a:pt x="79896" y="90843"/>
                </a:lnTo>
                <a:lnTo>
                  <a:pt x="80790" y="91082"/>
                </a:lnTo>
                <a:lnTo>
                  <a:pt x="81696" y="91318"/>
                </a:lnTo>
                <a:lnTo>
                  <a:pt x="82615" y="91551"/>
                </a:lnTo>
                <a:lnTo>
                  <a:pt x="83546" y="91781"/>
                </a:lnTo>
                <a:lnTo>
                  <a:pt x="84682" y="92061"/>
                </a:lnTo>
                <a:lnTo>
                  <a:pt x="85790" y="92341"/>
                </a:lnTo>
                <a:lnTo>
                  <a:pt x="86868" y="92622"/>
                </a:lnTo>
                <a:lnTo>
                  <a:pt x="87918" y="92904"/>
                </a:lnTo>
                <a:lnTo>
                  <a:pt x="88938" y="93186"/>
                </a:lnTo>
                <a:lnTo>
                  <a:pt x="89930" y="93469"/>
                </a:lnTo>
                <a:lnTo>
                  <a:pt x="90893" y="93753"/>
                </a:lnTo>
                <a:lnTo>
                  <a:pt x="91826" y="94038"/>
                </a:lnTo>
                <a:lnTo>
                  <a:pt x="92731" y="94323"/>
                </a:lnTo>
                <a:lnTo>
                  <a:pt x="93607" y="94609"/>
                </a:lnTo>
                <a:lnTo>
                  <a:pt x="94454" y="94896"/>
                </a:lnTo>
                <a:lnTo>
                  <a:pt x="95272" y="95183"/>
                </a:lnTo>
                <a:lnTo>
                  <a:pt x="96061" y="95472"/>
                </a:lnTo>
                <a:lnTo>
                  <a:pt x="96821" y="95761"/>
                </a:lnTo>
                <a:lnTo>
                  <a:pt x="97552" y="96050"/>
                </a:lnTo>
                <a:lnTo>
                  <a:pt x="98255" y="96341"/>
                </a:lnTo>
                <a:lnTo>
                  <a:pt x="98928" y="96632"/>
                </a:lnTo>
                <a:lnTo>
                  <a:pt x="99572" y="96923"/>
                </a:lnTo>
                <a:lnTo>
                  <a:pt x="100188" y="97216"/>
                </a:lnTo>
                <a:lnTo>
                  <a:pt x="100774" y="97509"/>
                </a:lnTo>
                <a:lnTo>
                  <a:pt x="101332" y="97803"/>
                </a:lnTo>
                <a:lnTo>
                  <a:pt x="101860" y="98098"/>
                </a:lnTo>
                <a:lnTo>
                  <a:pt x="102360" y="98393"/>
                </a:lnTo>
                <a:lnTo>
                  <a:pt x="102830" y="98689"/>
                </a:lnTo>
                <a:lnTo>
                  <a:pt x="103277" y="98992"/>
                </a:lnTo>
                <a:lnTo>
                  <a:pt x="103705" y="99308"/>
                </a:lnTo>
                <a:lnTo>
                  <a:pt x="104114" y="99636"/>
                </a:lnTo>
                <a:lnTo>
                  <a:pt x="104503" y="99978"/>
                </a:lnTo>
                <a:lnTo>
                  <a:pt x="104874" y="100333"/>
                </a:lnTo>
                <a:lnTo>
                  <a:pt x="105226" y="100701"/>
                </a:lnTo>
                <a:lnTo>
                  <a:pt x="105558" y="101082"/>
                </a:lnTo>
                <a:lnTo>
                  <a:pt x="105872" y="101476"/>
                </a:lnTo>
                <a:lnTo>
                  <a:pt x="106167" y="101884"/>
                </a:lnTo>
                <a:lnTo>
                  <a:pt x="106442" y="102304"/>
                </a:lnTo>
                <a:lnTo>
                  <a:pt x="106699" y="102737"/>
                </a:lnTo>
                <a:lnTo>
                  <a:pt x="106936" y="103184"/>
                </a:lnTo>
                <a:lnTo>
                  <a:pt x="107155" y="103643"/>
                </a:lnTo>
                <a:lnTo>
                  <a:pt x="107355" y="104115"/>
                </a:lnTo>
                <a:lnTo>
                  <a:pt x="107535" y="104601"/>
                </a:lnTo>
                <a:lnTo>
                  <a:pt x="107697" y="105100"/>
                </a:lnTo>
                <a:lnTo>
                  <a:pt x="107839" y="105611"/>
                </a:lnTo>
                <a:lnTo>
                  <a:pt x="107963" y="106136"/>
                </a:lnTo>
                <a:lnTo>
                  <a:pt x="108068" y="106674"/>
                </a:lnTo>
                <a:lnTo>
                  <a:pt x="108153" y="107224"/>
                </a:lnTo>
                <a:lnTo>
                  <a:pt x="108220" y="107788"/>
                </a:lnTo>
                <a:lnTo>
                  <a:pt x="108267" y="108365"/>
                </a:lnTo>
                <a:lnTo>
                  <a:pt x="108296" y="108955"/>
                </a:lnTo>
                <a:lnTo>
                  <a:pt x="108305" y="109558"/>
                </a:lnTo>
                <a:lnTo>
                  <a:pt x="108295" y="110277"/>
                </a:lnTo>
                <a:lnTo>
                  <a:pt x="108263" y="110979"/>
                </a:lnTo>
                <a:lnTo>
                  <a:pt x="108210" y="111663"/>
                </a:lnTo>
                <a:lnTo>
                  <a:pt x="108137" y="112330"/>
                </a:lnTo>
                <a:lnTo>
                  <a:pt x="108042" y="112980"/>
                </a:lnTo>
                <a:lnTo>
                  <a:pt x="107926" y="113613"/>
                </a:lnTo>
                <a:lnTo>
                  <a:pt x="107789" y="114229"/>
                </a:lnTo>
                <a:lnTo>
                  <a:pt x="107631" y="114828"/>
                </a:lnTo>
                <a:lnTo>
                  <a:pt x="107452" y="115409"/>
                </a:lnTo>
                <a:lnTo>
                  <a:pt x="107252" y="115974"/>
                </a:lnTo>
                <a:lnTo>
                  <a:pt x="107031" y="116521"/>
                </a:lnTo>
                <a:lnTo>
                  <a:pt x="106789" y="117051"/>
                </a:lnTo>
                <a:lnTo>
                  <a:pt x="106525" y="117564"/>
                </a:lnTo>
                <a:lnTo>
                  <a:pt x="106241" y="118060"/>
                </a:lnTo>
                <a:lnTo>
                  <a:pt x="105935" y="118539"/>
                </a:lnTo>
                <a:lnTo>
                  <a:pt x="105609" y="119001"/>
                </a:lnTo>
                <a:lnTo>
                  <a:pt x="105261" y="119445"/>
                </a:lnTo>
                <a:lnTo>
                  <a:pt x="104893" y="119872"/>
                </a:lnTo>
                <a:lnTo>
                  <a:pt x="104503" y="120283"/>
                </a:lnTo>
                <a:lnTo>
                  <a:pt x="104092" y="120676"/>
                </a:lnTo>
                <a:lnTo>
                  <a:pt x="103660" y="121052"/>
                </a:lnTo>
                <a:lnTo>
                  <a:pt x="103208" y="121411"/>
                </a:lnTo>
                <a:lnTo>
                  <a:pt x="102734" y="121752"/>
                </a:lnTo>
                <a:lnTo>
                  <a:pt x="102239" y="122077"/>
                </a:lnTo>
                <a:lnTo>
                  <a:pt x="101727" y="122386"/>
                </a:lnTo>
                <a:lnTo>
                  <a:pt x="101205" y="122682"/>
                </a:lnTo>
                <a:lnTo>
                  <a:pt x="100670" y="122965"/>
                </a:lnTo>
                <a:lnTo>
                  <a:pt x="100125" y="123235"/>
                </a:lnTo>
                <a:lnTo>
                  <a:pt x="99567" y="123492"/>
                </a:lnTo>
                <a:lnTo>
                  <a:pt x="98999" y="123736"/>
                </a:lnTo>
                <a:lnTo>
                  <a:pt x="98419" y="123966"/>
                </a:lnTo>
                <a:lnTo>
                  <a:pt x="97827" y="124183"/>
                </a:lnTo>
                <a:lnTo>
                  <a:pt x="97224" y="124387"/>
                </a:lnTo>
                <a:lnTo>
                  <a:pt x="96609" y="124578"/>
                </a:lnTo>
                <a:lnTo>
                  <a:pt x="95983" y="124756"/>
                </a:lnTo>
                <a:lnTo>
                  <a:pt x="95346" y="124920"/>
                </a:lnTo>
                <a:lnTo>
                  <a:pt x="94697" y="125072"/>
                </a:lnTo>
                <a:lnTo>
                  <a:pt x="94037" y="125210"/>
                </a:lnTo>
                <a:lnTo>
                  <a:pt x="93365" y="125335"/>
                </a:lnTo>
                <a:lnTo>
                  <a:pt x="92681" y="125447"/>
                </a:lnTo>
                <a:lnTo>
                  <a:pt x="91986" y="125546"/>
                </a:lnTo>
                <a:lnTo>
                  <a:pt x="91280" y="125631"/>
                </a:lnTo>
                <a:lnTo>
                  <a:pt x="90562" y="125704"/>
                </a:lnTo>
                <a:lnTo>
                  <a:pt x="89833" y="125763"/>
                </a:lnTo>
                <a:lnTo>
                  <a:pt x="89092" y="125809"/>
                </a:lnTo>
                <a:lnTo>
                  <a:pt x="88340" y="125842"/>
                </a:lnTo>
                <a:lnTo>
                  <a:pt x="87576" y="125862"/>
                </a:lnTo>
                <a:lnTo>
                  <a:pt x="86801" y="125868"/>
                </a:lnTo>
                <a:lnTo>
                  <a:pt x="85936" y="125860"/>
                </a:lnTo>
                <a:lnTo>
                  <a:pt x="85083" y="125835"/>
                </a:lnTo>
                <a:lnTo>
                  <a:pt x="84242" y="125793"/>
                </a:lnTo>
                <a:lnTo>
                  <a:pt x="83413" y="125735"/>
                </a:lnTo>
                <a:lnTo>
                  <a:pt x="82596" y="125660"/>
                </a:lnTo>
                <a:lnTo>
                  <a:pt x="81792" y="125568"/>
                </a:lnTo>
                <a:lnTo>
                  <a:pt x="80999" y="125459"/>
                </a:lnTo>
                <a:lnTo>
                  <a:pt x="80219" y="125334"/>
                </a:lnTo>
                <a:lnTo>
                  <a:pt x="79451" y="125192"/>
                </a:lnTo>
                <a:lnTo>
                  <a:pt x="78696" y="125034"/>
                </a:lnTo>
                <a:lnTo>
                  <a:pt x="77952" y="124859"/>
                </a:lnTo>
                <a:lnTo>
                  <a:pt x="77220" y="124667"/>
                </a:lnTo>
                <a:lnTo>
                  <a:pt x="76501" y="124458"/>
                </a:lnTo>
                <a:lnTo>
                  <a:pt x="75794" y="124233"/>
                </a:lnTo>
                <a:lnTo>
                  <a:pt x="75099" y="123991"/>
                </a:lnTo>
                <a:lnTo>
                  <a:pt x="74416" y="123732"/>
                </a:lnTo>
                <a:lnTo>
                  <a:pt x="73745" y="123457"/>
                </a:lnTo>
                <a:lnTo>
                  <a:pt x="73087" y="123165"/>
                </a:lnTo>
                <a:lnTo>
                  <a:pt x="72440" y="122856"/>
                </a:lnTo>
                <a:lnTo>
                  <a:pt x="71806" y="122531"/>
                </a:lnTo>
                <a:lnTo>
                  <a:pt x="71184" y="122189"/>
                </a:lnTo>
                <a:lnTo>
                  <a:pt x="70574" y="121830"/>
                </a:lnTo>
                <a:lnTo>
                  <a:pt x="69976" y="121455"/>
                </a:lnTo>
                <a:lnTo>
                  <a:pt x="69391" y="121063"/>
                </a:lnTo>
                <a:lnTo>
                  <a:pt x="68823" y="120650"/>
                </a:lnTo>
                <a:lnTo>
                  <a:pt x="68280" y="120213"/>
                </a:lnTo>
                <a:lnTo>
                  <a:pt x="67761" y="119752"/>
                </a:lnTo>
                <a:lnTo>
                  <a:pt x="67266" y="119267"/>
                </a:lnTo>
                <a:lnTo>
                  <a:pt x="66795" y="118758"/>
                </a:lnTo>
                <a:lnTo>
                  <a:pt x="66348" y="118224"/>
                </a:lnTo>
                <a:lnTo>
                  <a:pt x="65925" y="117666"/>
                </a:lnTo>
                <a:lnTo>
                  <a:pt x="65527" y="117084"/>
                </a:lnTo>
                <a:lnTo>
                  <a:pt x="65153" y="116478"/>
                </a:lnTo>
                <a:lnTo>
                  <a:pt x="64803" y="115847"/>
                </a:lnTo>
                <a:lnTo>
                  <a:pt x="64477" y="115192"/>
                </a:lnTo>
                <a:lnTo>
                  <a:pt x="64175" y="114514"/>
                </a:lnTo>
                <a:lnTo>
                  <a:pt x="63897" y="113810"/>
                </a:lnTo>
                <a:lnTo>
                  <a:pt x="63644" y="113083"/>
                </a:lnTo>
                <a:lnTo>
                  <a:pt x="63414" y="112332"/>
                </a:lnTo>
                <a:lnTo>
                  <a:pt x="63209" y="111556"/>
                </a:lnTo>
                <a:lnTo>
                  <a:pt x="63028" y="110756"/>
                </a:lnTo>
                <a:lnTo>
                  <a:pt x="62871" y="109932"/>
                </a:lnTo>
                <a:lnTo>
                  <a:pt x="62738" y="109083"/>
                </a:lnTo>
                <a:lnTo>
                  <a:pt x="62629" y="108211"/>
                </a:lnTo>
                <a:lnTo>
                  <a:pt x="62545" y="107314"/>
                </a:lnTo>
                <a:lnTo>
                  <a:pt x="62485" y="106393"/>
                </a:lnTo>
                <a:lnTo>
                  <a:pt x="62448" y="105448"/>
                </a:lnTo>
                <a:lnTo>
                  <a:pt x="62436" y="104478"/>
                </a:lnTo>
                <a:lnTo>
                  <a:pt x="46555" y="104478"/>
                </a:lnTo>
                <a:lnTo>
                  <a:pt x="46560" y="105235"/>
                </a:lnTo>
                <a:lnTo>
                  <a:pt x="46576" y="105983"/>
                </a:lnTo>
                <a:lnTo>
                  <a:pt x="46603" y="106722"/>
                </a:lnTo>
                <a:lnTo>
                  <a:pt x="46641" y="107451"/>
                </a:lnTo>
                <a:lnTo>
                  <a:pt x="46690" y="108171"/>
                </a:lnTo>
                <a:lnTo>
                  <a:pt x="46749" y="108881"/>
                </a:lnTo>
                <a:lnTo>
                  <a:pt x="46819" y="109583"/>
                </a:lnTo>
                <a:lnTo>
                  <a:pt x="46900" y="110275"/>
                </a:lnTo>
                <a:lnTo>
                  <a:pt x="46992" y="110957"/>
                </a:lnTo>
                <a:lnTo>
                  <a:pt x="47094" y="111630"/>
                </a:lnTo>
                <a:lnTo>
                  <a:pt x="47207" y="112294"/>
                </a:lnTo>
                <a:lnTo>
                  <a:pt x="47332" y="112948"/>
                </a:lnTo>
                <a:lnTo>
                  <a:pt x="47466" y="113594"/>
                </a:lnTo>
                <a:lnTo>
                  <a:pt x="47612" y="114229"/>
                </a:lnTo>
                <a:lnTo>
                  <a:pt x="47768" y="114856"/>
                </a:lnTo>
                <a:lnTo>
                  <a:pt x="47936" y="115473"/>
                </a:lnTo>
                <a:lnTo>
                  <a:pt x="48114" y="116081"/>
                </a:lnTo>
                <a:lnTo>
                  <a:pt x="48303" y="116679"/>
                </a:lnTo>
                <a:lnTo>
                  <a:pt x="48502" y="117268"/>
                </a:lnTo>
                <a:lnTo>
                  <a:pt x="48713" y="117848"/>
                </a:lnTo>
                <a:lnTo>
                  <a:pt x="48934" y="118418"/>
                </a:lnTo>
                <a:lnTo>
                  <a:pt x="49166" y="118979"/>
                </a:lnTo>
                <a:lnTo>
                  <a:pt x="49408" y="119531"/>
                </a:lnTo>
                <a:lnTo>
                  <a:pt x="49662" y="120073"/>
                </a:lnTo>
                <a:lnTo>
                  <a:pt x="49925" y="120606"/>
                </a:lnTo>
                <a:lnTo>
                  <a:pt x="50197" y="121131"/>
                </a:lnTo>
                <a:lnTo>
                  <a:pt x="50477" y="121646"/>
                </a:lnTo>
                <a:lnTo>
                  <a:pt x="50765" y="122154"/>
                </a:lnTo>
                <a:lnTo>
                  <a:pt x="51062" y="122652"/>
                </a:lnTo>
                <a:lnTo>
                  <a:pt x="51367" y="123142"/>
                </a:lnTo>
                <a:lnTo>
                  <a:pt x="51680" y="123623"/>
                </a:lnTo>
                <a:lnTo>
                  <a:pt x="52002" y="124096"/>
                </a:lnTo>
                <a:lnTo>
                  <a:pt x="52332" y="124560"/>
                </a:lnTo>
                <a:lnTo>
                  <a:pt x="52671" y="125015"/>
                </a:lnTo>
                <a:lnTo>
                  <a:pt x="53018" y="125462"/>
                </a:lnTo>
                <a:lnTo>
                  <a:pt x="53373" y="125900"/>
                </a:lnTo>
                <a:lnTo>
                  <a:pt x="53737" y="126329"/>
                </a:lnTo>
                <a:lnTo>
                  <a:pt x="54109" y="126750"/>
                </a:lnTo>
                <a:lnTo>
                  <a:pt x="54490" y="127162"/>
                </a:lnTo>
                <a:lnTo>
                  <a:pt x="54879" y="127566"/>
                </a:lnTo>
                <a:lnTo>
                  <a:pt x="55276" y="127961"/>
                </a:lnTo>
                <a:lnTo>
                  <a:pt x="55682" y="128347"/>
                </a:lnTo>
                <a:lnTo>
                  <a:pt x="56096" y="128724"/>
                </a:lnTo>
                <a:lnTo>
                  <a:pt x="56519" y="129093"/>
                </a:lnTo>
                <a:lnTo>
                  <a:pt x="56950" y="129454"/>
                </a:lnTo>
                <a:lnTo>
                  <a:pt x="57389" y="129805"/>
                </a:lnTo>
                <a:lnTo>
                  <a:pt x="57837" y="130149"/>
                </a:lnTo>
                <a:lnTo>
                  <a:pt x="58293" y="130483"/>
                </a:lnTo>
                <a:lnTo>
                  <a:pt x="58757" y="130809"/>
                </a:lnTo>
                <a:lnTo>
                  <a:pt x="59226" y="131128"/>
                </a:lnTo>
                <a:lnTo>
                  <a:pt x="59701" y="131440"/>
                </a:lnTo>
                <a:lnTo>
                  <a:pt x="60183" y="131744"/>
                </a:lnTo>
                <a:lnTo>
                  <a:pt x="60670" y="132041"/>
                </a:lnTo>
                <a:lnTo>
                  <a:pt x="61163" y="132330"/>
                </a:lnTo>
                <a:lnTo>
                  <a:pt x="61662" y="132612"/>
                </a:lnTo>
                <a:lnTo>
                  <a:pt x="62168" y="132887"/>
                </a:lnTo>
                <a:lnTo>
                  <a:pt x="62679" y="133154"/>
                </a:lnTo>
                <a:lnTo>
                  <a:pt x="63196" y="133414"/>
                </a:lnTo>
                <a:lnTo>
                  <a:pt x="63720" y="133666"/>
                </a:lnTo>
                <a:lnTo>
                  <a:pt x="64249" y="133911"/>
                </a:lnTo>
                <a:lnTo>
                  <a:pt x="64784" y="134148"/>
                </a:lnTo>
                <a:lnTo>
                  <a:pt x="65325" y="134378"/>
                </a:lnTo>
                <a:lnTo>
                  <a:pt x="65873" y="134601"/>
                </a:lnTo>
                <a:lnTo>
                  <a:pt x="66426" y="134816"/>
                </a:lnTo>
                <a:lnTo>
                  <a:pt x="66985" y="135024"/>
                </a:lnTo>
                <a:lnTo>
                  <a:pt x="67550" y="135225"/>
                </a:lnTo>
                <a:lnTo>
                  <a:pt x="68121" y="135418"/>
                </a:lnTo>
                <a:lnTo>
                  <a:pt x="68699" y="135603"/>
                </a:lnTo>
                <a:lnTo>
                  <a:pt x="69282" y="135782"/>
                </a:lnTo>
                <a:lnTo>
                  <a:pt x="69871" y="135953"/>
                </a:lnTo>
                <a:lnTo>
                  <a:pt x="70466" y="136116"/>
                </a:lnTo>
                <a:lnTo>
                  <a:pt x="71067" y="136272"/>
                </a:lnTo>
                <a:lnTo>
                  <a:pt x="71673" y="136421"/>
                </a:lnTo>
                <a:lnTo>
                  <a:pt x="72282" y="136564"/>
                </a:lnTo>
                <a:lnTo>
                  <a:pt x="72893" y="136700"/>
                </a:lnTo>
                <a:lnTo>
                  <a:pt x="73508" y="136831"/>
                </a:lnTo>
                <a:lnTo>
                  <a:pt x="74125" y="136954"/>
                </a:lnTo>
                <a:lnTo>
                  <a:pt x="74745" y="137072"/>
                </a:lnTo>
                <a:lnTo>
                  <a:pt x="75368" y="137183"/>
                </a:lnTo>
                <a:lnTo>
                  <a:pt x="75994" y="137288"/>
                </a:lnTo>
                <a:lnTo>
                  <a:pt x="76623" y="137386"/>
                </a:lnTo>
                <a:lnTo>
                  <a:pt x="77255" y="137478"/>
                </a:lnTo>
                <a:lnTo>
                  <a:pt x="77890" y="137564"/>
                </a:lnTo>
                <a:lnTo>
                  <a:pt x="78527" y="137643"/>
                </a:lnTo>
                <a:lnTo>
                  <a:pt x="79168" y="137716"/>
                </a:lnTo>
                <a:lnTo>
                  <a:pt x="79811" y="137783"/>
                </a:lnTo>
                <a:lnTo>
                  <a:pt x="80458" y="137843"/>
                </a:lnTo>
                <a:lnTo>
                  <a:pt x="81107" y="137897"/>
                </a:lnTo>
                <a:lnTo>
                  <a:pt x="81759" y="137945"/>
                </a:lnTo>
                <a:lnTo>
                  <a:pt x="82414" y="137986"/>
                </a:lnTo>
                <a:lnTo>
                  <a:pt x="83073" y="138021"/>
                </a:lnTo>
                <a:lnTo>
                  <a:pt x="83733" y="138049"/>
                </a:lnTo>
                <a:lnTo>
                  <a:pt x="84397" y="138071"/>
                </a:lnTo>
                <a:lnTo>
                  <a:pt x="85064" y="138087"/>
                </a:lnTo>
                <a:lnTo>
                  <a:pt x="85734" y="138097"/>
                </a:lnTo>
                <a:lnTo>
                  <a:pt x="86406" y="138100"/>
                </a:lnTo>
                <a:lnTo>
                  <a:pt x="87079" y="138097"/>
                </a:lnTo>
                <a:lnTo>
                  <a:pt x="87747" y="138088"/>
                </a:lnTo>
                <a:lnTo>
                  <a:pt x="88411" y="138073"/>
                </a:lnTo>
                <a:lnTo>
                  <a:pt x="89071" y="138052"/>
                </a:lnTo>
                <a:close/>
                <a:moveTo>
                  <a:pt x="372708" y="138052"/>
                </a:moveTo>
                <a:lnTo>
                  <a:pt x="373364" y="138025"/>
                </a:lnTo>
                <a:lnTo>
                  <a:pt x="374017" y="137992"/>
                </a:lnTo>
                <a:lnTo>
                  <a:pt x="374665" y="137953"/>
                </a:lnTo>
                <a:lnTo>
                  <a:pt x="375310" y="137908"/>
                </a:lnTo>
                <a:lnTo>
                  <a:pt x="375950" y="137857"/>
                </a:lnTo>
                <a:lnTo>
                  <a:pt x="376587" y="137800"/>
                </a:lnTo>
                <a:lnTo>
                  <a:pt x="377220" y="137737"/>
                </a:lnTo>
                <a:lnTo>
                  <a:pt x="377848" y="137668"/>
                </a:lnTo>
                <a:lnTo>
                  <a:pt x="378473" y="137594"/>
                </a:lnTo>
                <a:lnTo>
                  <a:pt x="379094" y="137513"/>
                </a:lnTo>
                <a:lnTo>
                  <a:pt x="379711" y="137426"/>
                </a:lnTo>
                <a:lnTo>
                  <a:pt x="380324" y="137333"/>
                </a:lnTo>
                <a:lnTo>
                  <a:pt x="380933" y="137234"/>
                </a:lnTo>
                <a:lnTo>
                  <a:pt x="381538" y="137129"/>
                </a:lnTo>
                <a:lnTo>
                  <a:pt x="382139" y="137018"/>
                </a:lnTo>
                <a:lnTo>
                  <a:pt x="382737" y="136901"/>
                </a:lnTo>
                <a:lnTo>
                  <a:pt x="383330" y="136778"/>
                </a:lnTo>
                <a:lnTo>
                  <a:pt x="383919" y="136649"/>
                </a:lnTo>
                <a:lnTo>
                  <a:pt x="384505" y="136515"/>
                </a:lnTo>
                <a:lnTo>
                  <a:pt x="385086" y="136374"/>
                </a:lnTo>
                <a:lnTo>
                  <a:pt x="385663" y="136227"/>
                </a:lnTo>
                <a:lnTo>
                  <a:pt x="386233" y="136073"/>
                </a:lnTo>
                <a:lnTo>
                  <a:pt x="386797" y="135913"/>
                </a:lnTo>
                <a:lnTo>
                  <a:pt x="387355" y="135746"/>
                </a:lnTo>
                <a:lnTo>
                  <a:pt x="387907" y="135573"/>
                </a:lnTo>
                <a:lnTo>
                  <a:pt x="388453" y="135393"/>
                </a:lnTo>
                <a:lnTo>
                  <a:pt x="388992" y="135207"/>
                </a:lnTo>
                <a:lnTo>
                  <a:pt x="389525" y="135014"/>
                </a:lnTo>
                <a:lnTo>
                  <a:pt x="390052" y="134815"/>
                </a:lnTo>
                <a:lnTo>
                  <a:pt x="390573" y="134609"/>
                </a:lnTo>
                <a:lnTo>
                  <a:pt x="391088" y="134396"/>
                </a:lnTo>
                <a:lnTo>
                  <a:pt x="391597" y="134177"/>
                </a:lnTo>
                <a:lnTo>
                  <a:pt x="392099" y="133952"/>
                </a:lnTo>
                <a:lnTo>
                  <a:pt x="392596" y="133720"/>
                </a:lnTo>
                <a:lnTo>
                  <a:pt x="393086" y="133481"/>
                </a:lnTo>
                <a:lnTo>
                  <a:pt x="393570" y="133236"/>
                </a:lnTo>
                <a:lnTo>
                  <a:pt x="394047" y="132985"/>
                </a:lnTo>
                <a:lnTo>
                  <a:pt x="394519" y="132727"/>
                </a:lnTo>
                <a:lnTo>
                  <a:pt x="394985" y="132462"/>
                </a:lnTo>
                <a:lnTo>
                  <a:pt x="395444" y="132191"/>
                </a:lnTo>
                <a:lnTo>
                  <a:pt x="395897" y="131913"/>
                </a:lnTo>
                <a:lnTo>
                  <a:pt x="396344" y="131629"/>
                </a:lnTo>
                <a:lnTo>
                  <a:pt x="396785" y="131338"/>
                </a:lnTo>
                <a:lnTo>
                  <a:pt x="397219" y="131041"/>
                </a:lnTo>
                <a:lnTo>
                  <a:pt x="397647" y="130737"/>
                </a:lnTo>
                <a:lnTo>
                  <a:pt x="398067" y="130426"/>
                </a:lnTo>
                <a:lnTo>
                  <a:pt x="398479" y="130107"/>
                </a:lnTo>
                <a:lnTo>
                  <a:pt x="398883" y="129782"/>
                </a:lnTo>
                <a:lnTo>
                  <a:pt x="399279" y="129450"/>
                </a:lnTo>
                <a:lnTo>
                  <a:pt x="399667" y="129111"/>
                </a:lnTo>
                <a:lnTo>
                  <a:pt x="400047" y="128764"/>
                </a:lnTo>
                <a:lnTo>
                  <a:pt x="400420" y="128411"/>
                </a:lnTo>
                <a:lnTo>
                  <a:pt x="400784" y="128050"/>
                </a:lnTo>
                <a:lnTo>
                  <a:pt x="401141" y="127683"/>
                </a:lnTo>
                <a:lnTo>
                  <a:pt x="401490" y="127308"/>
                </a:lnTo>
                <a:lnTo>
                  <a:pt x="401831" y="126926"/>
                </a:lnTo>
                <a:lnTo>
                  <a:pt x="402164" y="126538"/>
                </a:lnTo>
                <a:lnTo>
                  <a:pt x="402489" y="126142"/>
                </a:lnTo>
                <a:lnTo>
                  <a:pt x="402807" y="125739"/>
                </a:lnTo>
                <a:lnTo>
                  <a:pt x="403116" y="125329"/>
                </a:lnTo>
                <a:lnTo>
                  <a:pt x="403418" y="124912"/>
                </a:lnTo>
                <a:lnTo>
                  <a:pt x="403711" y="124488"/>
                </a:lnTo>
                <a:lnTo>
                  <a:pt x="403997" y="124057"/>
                </a:lnTo>
                <a:lnTo>
                  <a:pt x="404275" y="123619"/>
                </a:lnTo>
                <a:lnTo>
                  <a:pt x="404545" y="123174"/>
                </a:lnTo>
                <a:lnTo>
                  <a:pt x="404807" y="122722"/>
                </a:lnTo>
                <a:lnTo>
                  <a:pt x="405062" y="122263"/>
                </a:lnTo>
                <a:lnTo>
                  <a:pt x="405308" y="121796"/>
                </a:lnTo>
                <a:lnTo>
                  <a:pt x="405546" y="121323"/>
                </a:lnTo>
                <a:lnTo>
                  <a:pt x="405773" y="120842"/>
                </a:lnTo>
                <a:lnTo>
                  <a:pt x="405990" y="120354"/>
                </a:lnTo>
                <a:lnTo>
                  <a:pt x="406197" y="119859"/>
                </a:lnTo>
                <a:lnTo>
                  <a:pt x="406394" y="119357"/>
                </a:lnTo>
                <a:lnTo>
                  <a:pt x="406581" y="118847"/>
                </a:lnTo>
                <a:lnTo>
                  <a:pt x="406758" y="118330"/>
                </a:lnTo>
                <a:lnTo>
                  <a:pt x="406925" y="117806"/>
                </a:lnTo>
                <a:lnTo>
                  <a:pt x="407081" y="117275"/>
                </a:lnTo>
                <a:lnTo>
                  <a:pt x="407228" y="116737"/>
                </a:lnTo>
                <a:lnTo>
                  <a:pt x="407364" y="116191"/>
                </a:lnTo>
                <a:lnTo>
                  <a:pt x="407491" y="115638"/>
                </a:lnTo>
                <a:lnTo>
                  <a:pt x="407607" y="115078"/>
                </a:lnTo>
                <a:lnTo>
                  <a:pt x="407713" y="114510"/>
                </a:lnTo>
                <a:lnTo>
                  <a:pt x="407809" y="113936"/>
                </a:lnTo>
                <a:lnTo>
                  <a:pt x="407895" y="113354"/>
                </a:lnTo>
                <a:lnTo>
                  <a:pt x="407971" y="112765"/>
                </a:lnTo>
                <a:lnTo>
                  <a:pt x="408036" y="112169"/>
                </a:lnTo>
                <a:lnTo>
                  <a:pt x="408092" y="111565"/>
                </a:lnTo>
                <a:lnTo>
                  <a:pt x="408137" y="110954"/>
                </a:lnTo>
                <a:lnTo>
                  <a:pt x="408173" y="110337"/>
                </a:lnTo>
                <a:lnTo>
                  <a:pt x="408198" y="109711"/>
                </a:lnTo>
                <a:lnTo>
                  <a:pt x="408213" y="109079"/>
                </a:lnTo>
                <a:lnTo>
                  <a:pt x="408218" y="108439"/>
                </a:lnTo>
                <a:lnTo>
                  <a:pt x="408212" y="107700"/>
                </a:lnTo>
                <a:lnTo>
                  <a:pt x="408192" y="106972"/>
                </a:lnTo>
                <a:lnTo>
                  <a:pt x="408160" y="106255"/>
                </a:lnTo>
                <a:lnTo>
                  <a:pt x="408115" y="105548"/>
                </a:lnTo>
                <a:lnTo>
                  <a:pt x="408058" y="104854"/>
                </a:lnTo>
                <a:lnTo>
                  <a:pt x="407987" y="104170"/>
                </a:lnTo>
                <a:lnTo>
                  <a:pt x="407903" y="103497"/>
                </a:lnTo>
                <a:lnTo>
                  <a:pt x="407807" y="102836"/>
                </a:lnTo>
                <a:lnTo>
                  <a:pt x="407698" y="102185"/>
                </a:lnTo>
                <a:lnTo>
                  <a:pt x="407576" y="101546"/>
                </a:lnTo>
                <a:lnTo>
                  <a:pt x="407441" y="100918"/>
                </a:lnTo>
                <a:lnTo>
                  <a:pt x="407293" y="100301"/>
                </a:lnTo>
                <a:lnTo>
                  <a:pt x="407133" y="99695"/>
                </a:lnTo>
                <a:lnTo>
                  <a:pt x="406959" y="99100"/>
                </a:lnTo>
                <a:lnTo>
                  <a:pt x="406773" y="98516"/>
                </a:lnTo>
                <a:lnTo>
                  <a:pt x="406574" y="97943"/>
                </a:lnTo>
                <a:lnTo>
                  <a:pt x="406362" y="97382"/>
                </a:lnTo>
                <a:lnTo>
                  <a:pt x="406137" y="96832"/>
                </a:lnTo>
                <a:lnTo>
                  <a:pt x="405900" y="96292"/>
                </a:lnTo>
                <a:lnTo>
                  <a:pt x="405649" y="95764"/>
                </a:lnTo>
                <a:lnTo>
                  <a:pt x="405386" y="95247"/>
                </a:lnTo>
                <a:lnTo>
                  <a:pt x="405110" y="94741"/>
                </a:lnTo>
                <a:lnTo>
                  <a:pt x="404821" y="94247"/>
                </a:lnTo>
                <a:lnTo>
                  <a:pt x="404519" y="93763"/>
                </a:lnTo>
                <a:lnTo>
                  <a:pt x="404204" y="93288"/>
                </a:lnTo>
                <a:lnTo>
                  <a:pt x="403877" y="92821"/>
                </a:lnTo>
                <a:lnTo>
                  <a:pt x="403538" y="92361"/>
                </a:lnTo>
                <a:lnTo>
                  <a:pt x="403186" y="91908"/>
                </a:lnTo>
                <a:lnTo>
                  <a:pt x="402821" y="91462"/>
                </a:lnTo>
                <a:lnTo>
                  <a:pt x="402444" y="91023"/>
                </a:lnTo>
                <a:lnTo>
                  <a:pt x="402055" y="90592"/>
                </a:lnTo>
                <a:lnTo>
                  <a:pt x="401653" y="90168"/>
                </a:lnTo>
                <a:lnTo>
                  <a:pt x="401238" y="89751"/>
                </a:lnTo>
                <a:lnTo>
                  <a:pt x="400811" y="89342"/>
                </a:lnTo>
                <a:lnTo>
                  <a:pt x="400372" y="88939"/>
                </a:lnTo>
                <a:lnTo>
                  <a:pt x="399920" y="88544"/>
                </a:lnTo>
                <a:lnTo>
                  <a:pt x="399455" y="88156"/>
                </a:lnTo>
                <a:lnTo>
                  <a:pt x="398978" y="87776"/>
                </a:lnTo>
                <a:lnTo>
                  <a:pt x="398489" y="87402"/>
                </a:lnTo>
                <a:lnTo>
                  <a:pt x="397987" y="87036"/>
                </a:lnTo>
                <a:lnTo>
                  <a:pt x="397472" y="86677"/>
                </a:lnTo>
                <a:lnTo>
                  <a:pt x="396945" y="86326"/>
                </a:lnTo>
                <a:lnTo>
                  <a:pt x="396406" y="85981"/>
                </a:lnTo>
                <a:lnTo>
                  <a:pt x="395853" y="85644"/>
                </a:lnTo>
                <a:lnTo>
                  <a:pt x="395289" y="85314"/>
                </a:lnTo>
                <a:lnTo>
                  <a:pt x="394712" y="84991"/>
                </a:lnTo>
                <a:lnTo>
                  <a:pt x="394122" y="84676"/>
                </a:lnTo>
                <a:lnTo>
                  <a:pt x="393520" y="84367"/>
                </a:lnTo>
                <a:lnTo>
                  <a:pt x="392906" y="84064"/>
                </a:lnTo>
                <a:lnTo>
                  <a:pt x="392280" y="83765"/>
                </a:lnTo>
                <a:lnTo>
                  <a:pt x="391641" y="83469"/>
                </a:lnTo>
                <a:lnTo>
                  <a:pt x="390991" y="83177"/>
                </a:lnTo>
                <a:lnTo>
                  <a:pt x="390329" y="82888"/>
                </a:lnTo>
                <a:lnTo>
                  <a:pt x="389655" y="82603"/>
                </a:lnTo>
                <a:lnTo>
                  <a:pt x="388969" y="82321"/>
                </a:lnTo>
                <a:lnTo>
                  <a:pt x="388270" y="82043"/>
                </a:lnTo>
                <a:lnTo>
                  <a:pt x="387560" y="81768"/>
                </a:lnTo>
                <a:lnTo>
                  <a:pt x="386838" y="81497"/>
                </a:lnTo>
                <a:lnTo>
                  <a:pt x="386104" y="81229"/>
                </a:lnTo>
                <a:lnTo>
                  <a:pt x="385358" y="80965"/>
                </a:lnTo>
                <a:lnTo>
                  <a:pt x="384599" y="80704"/>
                </a:lnTo>
                <a:lnTo>
                  <a:pt x="383829" y="80447"/>
                </a:lnTo>
                <a:lnTo>
                  <a:pt x="383047" y="80194"/>
                </a:lnTo>
                <a:lnTo>
                  <a:pt x="382253" y="79944"/>
                </a:lnTo>
                <a:lnTo>
                  <a:pt x="381447" y="79697"/>
                </a:lnTo>
                <a:lnTo>
                  <a:pt x="380629" y="79454"/>
                </a:lnTo>
                <a:lnTo>
                  <a:pt x="379799" y="79214"/>
                </a:lnTo>
                <a:lnTo>
                  <a:pt x="378957" y="78978"/>
                </a:lnTo>
                <a:lnTo>
                  <a:pt x="378103" y="78746"/>
                </a:lnTo>
                <a:lnTo>
                  <a:pt x="377237" y="78517"/>
                </a:lnTo>
                <a:lnTo>
                  <a:pt x="376359" y="78292"/>
                </a:lnTo>
                <a:lnTo>
                  <a:pt x="375469" y="78070"/>
                </a:lnTo>
                <a:lnTo>
                  <a:pt x="374654" y="77867"/>
                </a:lnTo>
                <a:lnTo>
                  <a:pt x="373853" y="77665"/>
                </a:lnTo>
                <a:lnTo>
                  <a:pt x="373066" y="77464"/>
                </a:lnTo>
                <a:lnTo>
                  <a:pt x="372293" y="77264"/>
                </a:lnTo>
                <a:lnTo>
                  <a:pt x="371534" y="77065"/>
                </a:lnTo>
                <a:lnTo>
                  <a:pt x="370789" y="76866"/>
                </a:lnTo>
                <a:lnTo>
                  <a:pt x="370059" y="76669"/>
                </a:lnTo>
                <a:lnTo>
                  <a:pt x="369342" y="76473"/>
                </a:lnTo>
                <a:lnTo>
                  <a:pt x="368639" y="76277"/>
                </a:lnTo>
                <a:lnTo>
                  <a:pt x="367951" y="76082"/>
                </a:lnTo>
                <a:lnTo>
                  <a:pt x="367276" y="75888"/>
                </a:lnTo>
                <a:lnTo>
                  <a:pt x="366615" y="75695"/>
                </a:lnTo>
                <a:lnTo>
                  <a:pt x="365969" y="75503"/>
                </a:lnTo>
                <a:lnTo>
                  <a:pt x="365337" y="75312"/>
                </a:lnTo>
                <a:lnTo>
                  <a:pt x="364718" y="75122"/>
                </a:lnTo>
                <a:lnTo>
                  <a:pt x="364114" y="74932"/>
                </a:lnTo>
                <a:lnTo>
                  <a:pt x="363523" y="74744"/>
                </a:lnTo>
                <a:lnTo>
                  <a:pt x="362947" y="74556"/>
                </a:lnTo>
                <a:lnTo>
                  <a:pt x="362385" y="74369"/>
                </a:lnTo>
                <a:lnTo>
                  <a:pt x="361837" y="74183"/>
                </a:lnTo>
                <a:lnTo>
                  <a:pt x="361303" y="73998"/>
                </a:lnTo>
                <a:lnTo>
                  <a:pt x="360783" y="73814"/>
                </a:lnTo>
                <a:lnTo>
                  <a:pt x="360276" y="73631"/>
                </a:lnTo>
                <a:lnTo>
                  <a:pt x="359784" y="73449"/>
                </a:lnTo>
                <a:lnTo>
                  <a:pt x="359305" y="73266"/>
                </a:lnTo>
                <a:lnTo>
                  <a:pt x="358838" y="73081"/>
                </a:lnTo>
                <a:lnTo>
                  <a:pt x="358382" y="72894"/>
                </a:lnTo>
                <a:lnTo>
                  <a:pt x="357938" y="72705"/>
                </a:lnTo>
                <a:lnTo>
                  <a:pt x="357505" y="72514"/>
                </a:lnTo>
                <a:lnTo>
                  <a:pt x="357084" y="72321"/>
                </a:lnTo>
                <a:lnTo>
                  <a:pt x="356675" y="72126"/>
                </a:lnTo>
                <a:lnTo>
                  <a:pt x="356277" y="71930"/>
                </a:lnTo>
                <a:lnTo>
                  <a:pt x="355891" y="71731"/>
                </a:lnTo>
                <a:lnTo>
                  <a:pt x="355517" y="71531"/>
                </a:lnTo>
                <a:lnTo>
                  <a:pt x="355154" y="71328"/>
                </a:lnTo>
                <a:lnTo>
                  <a:pt x="354803" y="71124"/>
                </a:lnTo>
                <a:lnTo>
                  <a:pt x="354464" y="70917"/>
                </a:lnTo>
                <a:lnTo>
                  <a:pt x="354136" y="70709"/>
                </a:lnTo>
                <a:lnTo>
                  <a:pt x="353820" y="70499"/>
                </a:lnTo>
                <a:lnTo>
                  <a:pt x="353515" y="70287"/>
                </a:lnTo>
                <a:lnTo>
                  <a:pt x="353222" y="70073"/>
                </a:lnTo>
                <a:lnTo>
                  <a:pt x="352941" y="69857"/>
                </a:lnTo>
                <a:lnTo>
                  <a:pt x="352672" y="69639"/>
                </a:lnTo>
                <a:lnTo>
                  <a:pt x="352414" y="69419"/>
                </a:lnTo>
                <a:lnTo>
                  <a:pt x="352167" y="69197"/>
                </a:lnTo>
                <a:lnTo>
                  <a:pt x="351933" y="68973"/>
                </a:lnTo>
                <a:lnTo>
                  <a:pt x="351710" y="68747"/>
                </a:lnTo>
                <a:lnTo>
                  <a:pt x="351498" y="68520"/>
                </a:lnTo>
                <a:lnTo>
                  <a:pt x="351297" y="68289"/>
                </a:lnTo>
                <a:lnTo>
                  <a:pt x="351105" y="68054"/>
                </a:lnTo>
                <a:lnTo>
                  <a:pt x="350920" y="67815"/>
                </a:lnTo>
                <a:lnTo>
                  <a:pt x="350745" y="67571"/>
                </a:lnTo>
                <a:lnTo>
                  <a:pt x="350578" y="67324"/>
                </a:lnTo>
                <a:lnTo>
                  <a:pt x="350420" y="67072"/>
                </a:lnTo>
                <a:lnTo>
                  <a:pt x="350270" y="66816"/>
                </a:lnTo>
                <a:lnTo>
                  <a:pt x="350128" y="66556"/>
                </a:lnTo>
                <a:lnTo>
                  <a:pt x="349996" y="66291"/>
                </a:lnTo>
                <a:lnTo>
                  <a:pt x="349872" y="66022"/>
                </a:lnTo>
                <a:lnTo>
                  <a:pt x="349756" y="65749"/>
                </a:lnTo>
                <a:lnTo>
                  <a:pt x="349649" y="65472"/>
                </a:lnTo>
                <a:lnTo>
                  <a:pt x="349550" y="65190"/>
                </a:lnTo>
                <a:lnTo>
                  <a:pt x="349461" y="64905"/>
                </a:lnTo>
                <a:lnTo>
                  <a:pt x="349379" y="64615"/>
                </a:lnTo>
                <a:lnTo>
                  <a:pt x="349306" y="64321"/>
                </a:lnTo>
                <a:lnTo>
                  <a:pt x="349242" y="64022"/>
                </a:lnTo>
                <a:lnTo>
                  <a:pt x="349187" y="63720"/>
                </a:lnTo>
                <a:lnTo>
                  <a:pt x="349139" y="63413"/>
                </a:lnTo>
                <a:lnTo>
                  <a:pt x="349101" y="63102"/>
                </a:lnTo>
                <a:lnTo>
                  <a:pt x="349071" y="62786"/>
                </a:lnTo>
                <a:lnTo>
                  <a:pt x="349050" y="62467"/>
                </a:lnTo>
                <a:lnTo>
                  <a:pt x="349037" y="62143"/>
                </a:lnTo>
                <a:lnTo>
                  <a:pt x="349032" y="61815"/>
                </a:lnTo>
                <a:lnTo>
                  <a:pt x="349042" y="61230"/>
                </a:lnTo>
                <a:lnTo>
                  <a:pt x="349071" y="60659"/>
                </a:lnTo>
                <a:lnTo>
                  <a:pt x="349119" y="60100"/>
                </a:lnTo>
                <a:lnTo>
                  <a:pt x="349186" y="59554"/>
                </a:lnTo>
                <a:lnTo>
                  <a:pt x="349272" y="59022"/>
                </a:lnTo>
                <a:lnTo>
                  <a:pt x="349378" y="58502"/>
                </a:lnTo>
                <a:lnTo>
                  <a:pt x="349502" y="57995"/>
                </a:lnTo>
                <a:lnTo>
                  <a:pt x="349646" y="57502"/>
                </a:lnTo>
                <a:lnTo>
                  <a:pt x="349809" y="57022"/>
                </a:lnTo>
                <a:lnTo>
                  <a:pt x="349991" y="56554"/>
                </a:lnTo>
                <a:lnTo>
                  <a:pt x="350193" y="56100"/>
                </a:lnTo>
                <a:lnTo>
                  <a:pt x="350413" y="55658"/>
                </a:lnTo>
                <a:lnTo>
                  <a:pt x="350653" y="55230"/>
                </a:lnTo>
                <a:lnTo>
                  <a:pt x="350912" y="54815"/>
                </a:lnTo>
                <a:lnTo>
                  <a:pt x="351190" y="54413"/>
                </a:lnTo>
                <a:lnTo>
                  <a:pt x="351487" y="54024"/>
                </a:lnTo>
                <a:lnTo>
                  <a:pt x="351804" y="53648"/>
                </a:lnTo>
                <a:lnTo>
                  <a:pt x="352140" y="53285"/>
                </a:lnTo>
                <a:lnTo>
                  <a:pt x="352494" y="52935"/>
                </a:lnTo>
                <a:lnTo>
                  <a:pt x="352868" y="52598"/>
                </a:lnTo>
                <a:lnTo>
                  <a:pt x="353262" y="52274"/>
                </a:lnTo>
                <a:lnTo>
                  <a:pt x="353674" y="51963"/>
                </a:lnTo>
                <a:lnTo>
                  <a:pt x="354106" y="51665"/>
                </a:lnTo>
                <a:lnTo>
                  <a:pt x="354556" y="51381"/>
                </a:lnTo>
                <a:lnTo>
                  <a:pt x="355023" y="51108"/>
                </a:lnTo>
                <a:lnTo>
                  <a:pt x="355500" y="50847"/>
                </a:lnTo>
                <a:lnTo>
                  <a:pt x="355990" y="50597"/>
                </a:lnTo>
                <a:lnTo>
                  <a:pt x="356491" y="50360"/>
                </a:lnTo>
                <a:lnTo>
                  <a:pt x="357004" y="50133"/>
                </a:lnTo>
                <a:lnTo>
                  <a:pt x="357528" y="49919"/>
                </a:lnTo>
                <a:lnTo>
                  <a:pt x="358064" y="49716"/>
                </a:lnTo>
                <a:lnTo>
                  <a:pt x="358612" y="49524"/>
                </a:lnTo>
                <a:lnTo>
                  <a:pt x="359171" y="49344"/>
                </a:lnTo>
                <a:lnTo>
                  <a:pt x="359742" y="49176"/>
                </a:lnTo>
                <a:lnTo>
                  <a:pt x="360325" y="49019"/>
                </a:lnTo>
                <a:lnTo>
                  <a:pt x="360919" y="48874"/>
                </a:lnTo>
                <a:lnTo>
                  <a:pt x="361525" y="48741"/>
                </a:lnTo>
                <a:lnTo>
                  <a:pt x="362142" y="48619"/>
                </a:lnTo>
                <a:lnTo>
                  <a:pt x="362771" y="48509"/>
                </a:lnTo>
                <a:lnTo>
                  <a:pt x="363412" y="48410"/>
                </a:lnTo>
                <a:lnTo>
                  <a:pt x="364065" y="48323"/>
                </a:lnTo>
                <a:lnTo>
                  <a:pt x="364729" y="48248"/>
                </a:lnTo>
                <a:lnTo>
                  <a:pt x="365405" y="48184"/>
                </a:lnTo>
                <a:lnTo>
                  <a:pt x="366092" y="48132"/>
                </a:lnTo>
                <a:lnTo>
                  <a:pt x="366791" y="48091"/>
                </a:lnTo>
                <a:lnTo>
                  <a:pt x="367502" y="48062"/>
                </a:lnTo>
                <a:lnTo>
                  <a:pt x="368224" y="48045"/>
                </a:lnTo>
                <a:lnTo>
                  <a:pt x="368958" y="48039"/>
                </a:lnTo>
                <a:lnTo>
                  <a:pt x="369685" y="48047"/>
                </a:lnTo>
                <a:lnTo>
                  <a:pt x="370403" y="48070"/>
                </a:lnTo>
                <a:lnTo>
                  <a:pt x="371111" y="48109"/>
                </a:lnTo>
                <a:lnTo>
                  <a:pt x="371811" y="48163"/>
                </a:lnTo>
                <a:lnTo>
                  <a:pt x="372501" y="48232"/>
                </a:lnTo>
                <a:lnTo>
                  <a:pt x="373181" y="48317"/>
                </a:lnTo>
                <a:lnTo>
                  <a:pt x="373853" y="48418"/>
                </a:lnTo>
                <a:lnTo>
                  <a:pt x="374515" y="48534"/>
                </a:lnTo>
                <a:lnTo>
                  <a:pt x="375168" y="48665"/>
                </a:lnTo>
                <a:lnTo>
                  <a:pt x="375812" y="48812"/>
                </a:lnTo>
                <a:lnTo>
                  <a:pt x="376446" y="48974"/>
                </a:lnTo>
                <a:lnTo>
                  <a:pt x="377072" y="49152"/>
                </a:lnTo>
                <a:lnTo>
                  <a:pt x="377688" y="49345"/>
                </a:lnTo>
                <a:lnTo>
                  <a:pt x="378294" y="49554"/>
                </a:lnTo>
                <a:lnTo>
                  <a:pt x="378892" y="49778"/>
                </a:lnTo>
                <a:lnTo>
                  <a:pt x="379480" y="50017"/>
                </a:lnTo>
                <a:lnTo>
                  <a:pt x="380059" y="50272"/>
                </a:lnTo>
                <a:lnTo>
                  <a:pt x="380629" y="50543"/>
                </a:lnTo>
                <a:lnTo>
                  <a:pt x="381189" y="50829"/>
                </a:lnTo>
                <a:lnTo>
                  <a:pt x="381741" y="51130"/>
                </a:lnTo>
                <a:lnTo>
                  <a:pt x="382283" y="51447"/>
                </a:lnTo>
                <a:lnTo>
                  <a:pt x="382816" y="51779"/>
                </a:lnTo>
                <a:lnTo>
                  <a:pt x="383339" y="52127"/>
                </a:lnTo>
                <a:lnTo>
                  <a:pt x="383853" y="52490"/>
                </a:lnTo>
                <a:lnTo>
                  <a:pt x="384352" y="52872"/>
                </a:lnTo>
                <a:lnTo>
                  <a:pt x="384830" y="53276"/>
                </a:lnTo>
                <a:lnTo>
                  <a:pt x="385287" y="53702"/>
                </a:lnTo>
                <a:lnTo>
                  <a:pt x="385722" y="54150"/>
                </a:lnTo>
                <a:lnTo>
                  <a:pt x="386136" y="54619"/>
                </a:lnTo>
                <a:lnTo>
                  <a:pt x="386529" y="55111"/>
                </a:lnTo>
                <a:lnTo>
                  <a:pt x="386901" y="55624"/>
                </a:lnTo>
                <a:lnTo>
                  <a:pt x="387251" y="56160"/>
                </a:lnTo>
                <a:lnTo>
                  <a:pt x="387580" y="56717"/>
                </a:lnTo>
                <a:lnTo>
                  <a:pt x="387888" y="57296"/>
                </a:lnTo>
                <a:lnTo>
                  <a:pt x="388175" y="57898"/>
                </a:lnTo>
                <a:lnTo>
                  <a:pt x="388440" y="58521"/>
                </a:lnTo>
                <a:lnTo>
                  <a:pt x="388684" y="59166"/>
                </a:lnTo>
                <a:lnTo>
                  <a:pt x="388907" y="59833"/>
                </a:lnTo>
                <a:lnTo>
                  <a:pt x="389109" y="60522"/>
                </a:lnTo>
                <a:lnTo>
                  <a:pt x="389290" y="61233"/>
                </a:lnTo>
                <a:lnTo>
                  <a:pt x="389449" y="61965"/>
                </a:lnTo>
                <a:lnTo>
                  <a:pt x="389587" y="62720"/>
                </a:lnTo>
                <a:lnTo>
                  <a:pt x="389704" y="63497"/>
                </a:lnTo>
                <a:lnTo>
                  <a:pt x="389799" y="64295"/>
                </a:lnTo>
                <a:lnTo>
                  <a:pt x="389874" y="65116"/>
                </a:lnTo>
                <a:lnTo>
                  <a:pt x="389927" y="65958"/>
                </a:lnTo>
                <a:lnTo>
                  <a:pt x="389959" y="66823"/>
                </a:lnTo>
                <a:lnTo>
                  <a:pt x="389969" y="67709"/>
                </a:lnTo>
                <a:lnTo>
                  <a:pt x="405949" y="67709"/>
                </a:lnTo>
                <a:lnTo>
                  <a:pt x="405944" y="67002"/>
                </a:lnTo>
                <a:lnTo>
                  <a:pt x="405929" y="66304"/>
                </a:lnTo>
                <a:lnTo>
                  <a:pt x="405903" y="65614"/>
                </a:lnTo>
                <a:lnTo>
                  <a:pt x="405867" y="64933"/>
                </a:lnTo>
                <a:lnTo>
                  <a:pt x="405821" y="64260"/>
                </a:lnTo>
                <a:lnTo>
                  <a:pt x="405764" y="63595"/>
                </a:lnTo>
                <a:lnTo>
                  <a:pt x="405698" y="62939"/>
                </a:lnTo>
                <a:lnTo>
                  <a:pt x="405621" y="62292"/>
                </a:lnTo>
                <a:lnTo>
                  <a:pt x="405533" y="61653"/>
                </a:lnTo>
                <a:lnTo>
                  <a:pt x="405436" y="61022"/>
                </a:lnTo>
                <a:lnTo>
                  <a:pt x="405328" y="60400"/>
                </a:lnTo>
                <a:lnTo>
                  <a:pt x="405209" y="59786"/>
                </a:lnTo>
                <a:lnTo>
                  <a:pt x="405081" y="59181"/>
                </a:lnTo>
                <a:lnTo>
                  <a:pt x="404942" y="58584"/>
                </a:lnTo>
                <a:lnTo>
                  <a:pt x="404793" y="57996"/>
                </a:lnTo>
                <a:lnTo>
                  <a:pt x="404634" y="57416"/>
                </a:lnTo>
                <a:lnTo>
                  <a:pt x="404465" y="56845"/>
                </a:lnTo>
                <a:lnTo>
                  <a:pt x="404285" y="56282"/>
                </a:lnTo>
                <a:lnTo>
                  <a:pt x="404095" y="55727"/>
                </a:lnTo>
                <a:lnTo>
                  <a:pt x="403894" y="55181"/>
                </a:lnTo>
                <a:lnTo>
                  <a:pt x="403684" y="54644"/>
                </a:lnTo>
                <a:lnTo>
                  <a:pt x="403463" y="54115"/>
                </a:lnTo>
                <a:lnTo>
                  <a:pt x="403231" y="53594"/>
                </a:lnTo>
                <a:lnTo>
                  <a:pt x="402990" y="53082"/>
                </a:lnTo>
                <a:lnTo>
                  <a:pt x="402740" y="52578"/>
                </a:lnTo>
                <a:lnTo>
                  <a:pt x="402482" y="52082"/>
                </a:lnTo>
                <a:lnTo>
                  <a:pt x="402217" y="51594"/>
                </a:lnTo>
                <a:lnTo>
                  <a:pt x="401945" y="51113"/>
                </a:lnTo>
                <a:lnTo>
                  <a:pt x="401665" y="50640"/>
                </a:lnTo>
                <a:lnTo>
                  <a:pt x="401378" y="50175"/>
                </a:lnTo>
                <a:lnTo>
                  <a:pt x="401083" y="49717"/>
                </a:lnTo>
                <a:lnTo>
                  <a:pt x="400782" y="49268"/>
                </a:lnTo>
                <a:lnTo>
                  <a:pt x="400472" y="48826"/>
                </a:lnTo>
                <a:lnTo>
                  <a:pt x="400156" y="48392"/>
                </a:lnTo>
                <a:lnTo>
                  <a:pt x="399832" y="47965"/>
                </a:lnTo>
                <a:lnTo>
                  <a:pt x="399501" y="47547"/>
                </a:lnTo>
                <a:lnTo>
                  <a:pt x="399162" y="47136"/>
                </a:lnTo>
                <a:lnTo>
                  <a:pt x="398816" y="46733"/>
                </a:lnTo>
                <a:lnTo>
                  <a:pt x="398462" y="46337"/>
                </a:lnTo>
                <a:lnTo>
                  <a:pt x="398102" y="45950"/>
                </a:lnTo>
                <a:lnTo>
                  <a:pt x="397734" y="45570"/>
                </a:lnTo>
                <a:lnTo>
                  <a:pt x="397358" y="45198"/>
                </a:lnTo>
                <a:lnTo>
                  <a:pt x="396975" y="44834"/>
                </a:lnTo>
                <a:lnTo>
                  <a:pt x="396585" y="44477"/>
                </a:lnTo>
                <a:lnTo>
                  <a:pt x="396188" y="44128"/>
                </a:lnTo>
                <a:lnTo>
                  <a:pt x="395783" y="43787"/>
                </a:lnTo>
                <a:lnTo>
                  <a:pt x="395370" y="43454"/>
                </a:lnTo>
                <a:lnTo>
                  <a:pt x="394951" y="43129"/>
                </a:lnTo>
                <a:lnTo>
                  <a:pt x="394525" y="42810"/>
                </a:lnTo>
                <a:lnTo>
                  <a:pt x="394093" y="42499"/>
                </a:lnTo>
                <a:lnTo>
                  <a:pt x="393656" y="42195"/>
                </a:lnTo>
                <a:lnTo>
                  <a:pt x="393213" y="41898"/>
                </a:lnTo>
                <a:lnTo>
                  <a:pt x="392765" y="41607"/>
                </a:lnTo>
                <a:lnTo>
                  <a:pt x="392312" y="41324"/>
                </a:lnTo>
                <a:lnTo>
                  <a:pt x="391853" y="41048"/>
                </a:lnTo>
                <a:lnTo>
                  <a:pt x="391389" y="40780"/>
                </a:lnTo>
                <a:lnTo>
                  <a:pt x="390919" y="40518"/>
                </a:lnTo>
                <a:lnTo>
                  <a:pt x="390443" y="40263"/>
                </a:lnTo>
                <a:lnTo>
                  <a:pt x="389962" y="40015"/>
                </a:lnTo>
                <a:lnTo>
                  <a:pt x="389476" y="39775"/>
                </a:lnTo>
                <a:lnTo>
                  <a:pt x="388984" y="39541"/>
                </a:lnTo>
                <a:lnTo>
                  <a:pt x="388487" y="39315"/>
                </a:lnTo>
                <a:lnTo>
                  <a:pt x="387984" y="39095"/>
                </a:lnTo>
                <a:lnTo>
                  <a:pt x="387476" y="38883"/>
                </a:lnTo>
                <a:lnTo>
                  <a:pt x="386962" y="38677"/>
                </a:lnTo>
                <a:lnTo>
                  <a:pt x="386443" y="38479"/>
                </a:lnTo>
                <a:lnTo>
                  <a:pt x="385918" y="38288"/>
                </a:lnTo>
                <a:lnTo>
                  <a:pt x="385388" y="38104"/>
                </a:lnTo>
                <a:lnTo>
                  <a:pt x="384852" y="37927"/>
                </a:lnTo>
                <a:lnTo>
                  <a:pt x="384311" y="37757"/>
                </a:lnTo>
                <a:lnTo>
                  <a:pt x="383764" y="37594"/>
                </a:lnTo>
                <a:lnTo>
                  <a:pt x="383212" y="37438"/>
                </a:lnTo>
                <a:lnTo>
                  <a:pt x="382656" y="37289"/>
                </a:lnTo>
                <a:lnTo>
                  <a:pt x="382096" y="37146"/>
                </a:lnTo>
                <a:lnTo>
                  <a:pt x="381533" y="37010"/>
                </a:lnTo>
                <a:lnTo>
                  <a:pt x="380967" y="36880"/>
                </a:lnTo>
                <a:lnTo>
                  <a:pt x="380397" y="36756"/>
                </a:lnTo>
                <a:lnTo>
                  <a:pt x="379824" y="36638"/>
                </a:lnTo>
                <a:lnTo>
                  <a:pt x="379248" y="36527"/>
                </a:lnTo>
                <a:lnTo>
                  <a:pt x="378669" y="36423"/>
                </a:lnTo>
                <a:lnTo>
                  <a:pt x="378087" y="36324"/>
                </a:lnTo>
                <a:lnTo>
                  <a:pt x="377501" y="36232"/>
                </a:lnTo>
                <a:lnTo>
                  <a:pt x="376912" y="36146"/>
                </a:lnTo>
                <a:lnTo>
                  <a:pt x="376319" y="36067"/>
                </a:lnTo>
                <a:lnTo>
                  <a:pt x="375724" y="35994"/>
                </a:lnTo>
                <a:lnTo>
                  <a:pt x="375125" y="35927"/>
                </a:lnTo>
                <a:lnTo>
                  <a:pt x="374523" y="35867"/>
                </a:lnTo>
                <a:lnTo>
                  <a:pt x="373918" y="35813"/>
                </a:lnTo>
                <a:lnTo>
                  <a:pt x="373309" y="35766"/>
                </a:lnTo>
                <a:lnTo>
                  <a:pt x="372697" y="35724"/>
                </a:lnTo>
                <a:lnTo>
                  <a:pt x="372082" y="35689"/>
                </a:lnTo>
                <a:lnTo>
                  <a:pt x="371464" y="35661"/>
                </a:lnTo>
                <a:lnTo>
                  <a:pt x="370842" y="35639"/>
                </a:lnTo>
                <a:lnTo>
                  <a:pt x="370218" y="35623"/>
                </a:lnTo>
                <a:lnTo>
                  <a:pt x="369590" y="35613"/>
                </a:lnTo>
                <a:lnTo>
                  <a:pt x="368958" y="35610"/>
                </a:lnTo>
                <a:lnTo>
                  <a:pt x="368319" y="35613"/>
                </a:lnTo>
                <a:lnTo>
                  <a:pt x="367683" y="35622"/>
                </a:lnTo>
                <a:lnTo>
                  <a:pt x="367052" y="35636"/>
                </a:lnTo>
                <a:lnTo>
                  <a:pt x="366424" y="35657"/>
                </a:lnTo>
                <a:lnTo>
                  <a:pt x="365799" y="35683"/>
                </a:lnTo>
                <a:lnTo>
                  <a:pt x="365179" y="35715"/>
                </a:lnTo>
                <a:lnTo>
                  <a:pt x="364562" y="35753"/>
                </a:lnTo>
                <a:lnTo>
                  <a:pt x="363949" y="35796"/>
                </a:lnTo>
                <a:lnTo>
                  <a:pt x="363340" y="35846"/>
                </a:lnTo>
                <a:lnTo>
                  <a:pt x="362735" y="35901"/>
                </a:lnTo>
                <a:lnTo>
                  <a:pt x="362133" y="35962"/>
                </a:lnTo>
                <a:lnTo>
                  <a:pt x="361535" y="36029"/>
                </a:lnTo>
                <a:lnTo>
                  <a:pt x="360941" y="36102"/>
                </a:lnTo>
                <a:lnTo>
                  <a:pt x="360351" y="36181"/>
                </a:lnTo>
                <a:lnTo>
                  <a:pt x="359764" y="36265"/>
                </a:lnTo>
                <a:lnTo>
                  <a:pt x="359182" y="36355"/>
                </a:lnTo>
                <a:lnTo>
                  <a:pt x="358603" y="36451"/>
                </a:lnTo>
                <a:lnTo>
                  <a:pt x="358027" y="36553"/>
                </a:lnTo>
                <a:lnTo>
                  <a:pt x="357456" y="36661"/>
                </a:lnTo>
                <a:lnTo>
                  <a:pt x="356888" y="36775"/>
                </a:lnTo>
                <a:lnTo>
                  <a:pt x="356324" y="36894"/>
                </a:lnTo>
                <a:lnTo>
                  <a:pt x="355764" y="37019"/>
                </a:lnTo>
                <a:lnTo>
                  <a:pt x="355208" y="37150"/>
                </a:lnTo>
                <a:lnTo>
                  <a:pt x="354655" y="37287"/>
                </a:lnTo>
                <a:lnTo>
                  <a:pt x="354107" y="37429"/>
                </a:lnTo>
                <a:lnTo>
                  <a:pt x="353566" y="37578"/>
                </a:lnTo>
                <a:lnTo>
                  <a:pt x="353030" y="37732"/>
                </a:lnTo>
                <a:lnTo>
                  <a:pt x="352500" y="37892"/>
                </a:lnTo>
                <a:lnTo>
                  <a:pt x="351976" y="38057"/>
                </a:lnTo>
                <a:lnTo>
                  <a:pt x="351458" y="38229"/>
                </a:lnTo>
                <a:lnTo>
                  <a:pt x="350947" y="38406"/>
                </a:lnTo>
                <a:lnTo>
                  <a:pt x="350441" y="38590"/>
                </a:lnTo>
                <a:lnTo>
                  <a:pt x="349941" y="38779"/>
                </a:lnTo>
                <a:lnTo>
                  <a:pt x="349447" y="38974"/>
                </a:lnTo>
                <a:lnTo>
                  <a:pt x="348959" y="39174"/>
                </a:lnTo>
                <a:lnTo>
                  <a:pt x="348478" y="39381"/>
                </a:lnTo>
                <a:lnTo>
                  <a:pt x="348002" y="39593"/>
                </a:lnTo>
                <a:lnTo>
                  <a:pt x="347532" y="39811"/>
                </a:lnTo>
                <a:lnTo>
                  <a:pt x="347068" y="40036"/>
                </a:lnTo>
                <a:lnTo>
                  <a:pt x="346610" y="40265"/>
                </a:lnTo>
                <a:lnTo>
                  <a:pt x="346158" y="40501"/>
                </a:lnTo>
                <a:lnTo>
                  <a:pt x="345712" y="40743"/>
                </a:lnTo>
                <a:lnTo>
                  <a:pt x="345273" y="40990"/>
                </a:lnTo>
                <a:lnTo>
                  <a:pt x="344839" y="41243"/>
                </a:lnTo>
                <a:lnTo>
                  <a:pt x="344411" y="41502"/>
                </a:lnTo>
                <a:lnTo>
                  <a:pt x="343989" y="41767"/>
                </a:lnTo>
                <a:lnTo>
                  <a:pt x="343573" y="42038"/>
                </a:lnTo>
                <a:lnTo>
                  <a:pt x="343163" y="42315"/>
                </a:lnTo>
                <a:lnTo>
                  <a:pt x="342760" y="42597"/>
                </a:lnTo>
                <a:lnTo>
                  <a:pt x="342364" y="42885"/>
                </a:lnTo>
                <a:lnTo>
                  <a:pt x="341976" y="43179"/>
                </a:lnTo>
                <a:lnTo>
                  <a:pt x="341596" y="43478"/>
                </a:lnTo>
                <a:lnTo>
                  <a:pt x="341223" y="43784"/>
                </a:lnTo>
                <a:lnTo>
                  <a:pt x="340857" y="44095"/>
                </a:lnTo>
                <a:lnTo>
                  <a:pt x="340499" y="44412"/>
                </a:lnTo>
                <a:lnTo>
                  <a:pt x="340149" y="44735"/>
                </a:lnTo>
                <a:lnTo>
                  <a:pt x="339806" y="45064"/>
                </a:lnTo>
                <a:lnTo>
                  <a:pt x="339471" y="45398"/>
                </a:lnTo>
                <a:lnTo>
                  <a:pt x="339143" y="45739"/>
                </a:lnTo>
                <a:lnTo>
                  <a:pt x="338823" y="46085"/>
                </a:lnTo>
                <a:lnTo>
                  <a:pt x="338510" y="46437"/>
                </a:lnTo>
                <a:lnTo>
                  <a:pt x="338205" y="46795"/>
                </a:lnTo>
                <a:lnTo>
                  <a:pt x="337907" y="47158"/>
                </a:lnTo>
                <a:lnTo>
                  <a:pt x="337617" y="47528"/>
                </a:lnTo>
                <a:lnTo>
                  <a:pt x="337335" y="47903"/>
                </a:lnTo>
                <a:lnTo>
                  <a:pt x="337060" y="48284"/>
                </a:lnTo>
                <a:lnTo>
                  <a:pt x="336792" y="48671"/>
                </a:lnTo>
                <a:lnTo>
                  <a:pt x="336532" y="49064"/>
                </a:lnTo>
                <a:lnTo>
                  <a:pt x="336280" y="49462"/>
                </a:lnTo>
                <a:lnTo>
                  <a:pt x="336035" y="49867"/>
                </a:lnTo>
                <a:lnTo>
                  <a:pt x="335797" y="50277"/>
                </a:lnTo>
                <a:lnTo>
                  <a:pt x="335568" y="50693"/>
                </a:lnTo>
                <a:lnTo>
                  <a:pt x="335346" y="51115"/>
                </a:lnTo>
                <a:lnTo>
                  <a:pt x="335134" y="51542"/>
                </a:lnTo>
                <a:lnTo>
                  <a:pt x="334932" y="51975"/>
                </a:lnTo>
                <a:lnTo>
                  <a:pt x="334739" y="52413"/>
                </a:lnTo>
                <a:lnTo>
                  <a:pt x="334555" y="52856"/>
                </a:lnTo>
                <a:lnTo>
                  <a:pt x="334381" y="53305"/>
                </a:lnTo>
                <a:lnTo>
                  <a:pt x="334216" y="53760"/>
                </a:lnTo>
                <a:lnTo>
                  <a:pt x="334061" y="54220"/>
                </a:lnTo>
                <a:lnTo>
                  <a:pt x="333915" y="54685"/>
                </a:lnTo>
                <a:lnTo>
                  <a:pt x="333778" y="55156"/>
                </a:lnTo>
                <a:lnTo>
                  <a:pt x="333651" y="55633"/>
                </a:lnTo>
                <a:lnTo>
                  <a:pt x="333533" y="56115"/>
                </a:lnTo>
                <a:lnTo>
                  <a:pt x="333425" y="56602"/>
                </a:lnTo>
                <a:lnTo>
                  <a:pt x="333326" y="57095"/>
                </a:lnTo>
                <a:lnTo>
                  <a:pt x="333236" y="57593"/>
                </a:lnTo>
                <a:lnTo>
                  <a:pt x="333156" y="58097"/>
                </a:lnTo>
                <a:lnTo>
                  <a:pt x="333086" y="58606"/>
                </a:lnTo>
                <a:lnTo>
                  <a:pt x="333024" y="59121"/>
                </a:lnTo>
                <a:lnTo>
                  <a:pt x="332973" y="59641"/>
                </a:lnTo>
                <a:lnTo>
                  <a:pt x="332930" y="60167"/>
                </a:lnTo>
                <a:lnTo>
                  <a:pt x="332897" y="60698"/>
                </a:lnTo>
                <a:lnTo>
                  <a:pt x="332874" y="61234"/>
                </a:lnTo>
                <a:lnTo>
                  <a:pt x="332860" y="61776"/>
                </a:lnTo>
                <a:lnTo>
                  <a:pt x="332855" y="62324"/>
                </a:lnTo>
                <a:lnTo>
                  <a:pt x="332862" y="63021"/>
                </a:lnTo>
                <a:lnTo>
                  <a:pt x="332882" y="63709"/>
                </a:lnTo>
                <a:lnTo>
                  <a:pt x="332915" y="64386"/>
                </a:lnTo>
                <a:lnTo>
                  <a:pt x="332962" y="65054"/>
                </a:lnTo>
                <a:lnTo>
                  <a:pt x="333022" y="65711"/>
                </a:lnTo>
                <a:lnTo>
                  <a:pt x="333095" y="66358"/>
                </a:lnTo>
                <a:lnTo>
                  <a:pt x="333182" y="66996"/>
                </a:lnTo>
                <a:lnTo>
                  <a:pt x="333282" y="67623"/>
                </a:lnTo>
                <a:lnTo>
                  <a:pt x="333396" y="68240"/>
                </a:lnTo>
                <a:lnTo>
                  <a:pt x="333523" y="68847"/>
                </a:lnTo>
                <a:lnTo>
                  <a:pt x="333663" y="69444"/>
                </a:lnTo>
                <a:lnTo>
                  <a:pt x="333817" y="70031"/>
                </a:lnTo>
                <a:lnTo>
                  <a:pt x="333984" y="70608"/>
                </a:lnTo>
                <a:lnTo>
                  <a:pt x="334164" y="71175"/>
                </a:lnTo>
                <a:lnTo>
                  <a:pt x="334358" y="71732"/>
                </a:lnTo>
                <a:lnTo>
                  <a:pt x="334565" y="72279"/>
                </a:lnTo>
                <a:lnTo>
                  <a:pt x="334785" y="72815"/>
                </a:lnTo>
                <a:lnTo>
                  <a:pt x="335019" y="73342"/>
                </a:lnTo>
                <a:lnTo>
                  <a:pt x="335266" y="73859"/>
                </a:lnTo>
                <a:lnTo>
                  <a:pt x="335527" y="74365"/>
                </a:lnTo>
                <a:lnTo>
                  <a:pt x="335800" y="74862"/>
                </a:lnTo>
                <a:lnTo>
                  <a:pt x="336088" y="75348"/>
                </a:lnTo>
                <a:lnTo>
                  <a:pt x="336388" y="75825"/>
                </a:lnTo>
                <a:lnTo>
                  <a:pt x="336702" y="76291"/>
                </a:lnTo>
                <a:lnTo>
                  <a:pt x="337029" y="76749"/>
                </a:lnTo>
                <a:lnTo>
                  <a:pt x="337370" y="77200"/>
                </a:lnTo>
                <a:lnTo>
                  <a:pt x="337724" y="77645"/>
                </a:lnTo>
                <a:lnTo>
                  <a:pt x="338091" y="78083"/>
                </a:lnTo>
                <a:lnTo>
                  <a:pt x="338472" y="78514"/>
                </a:lnTo>
                <a:lnTo>
                  <a:pt x="338866" y="78939"/>
                </a:lnTo>
                <a:lnTo>
                  <a:pt x="339273" y="79356"/>
                </a:lnTo>
                <a:lnTo>
                  <a:pt x="339694" y="79767"/>
                </a:lnTo>
                <a:lnTo>
                  <a:pt x="340128" y="80172"/>
                </a:lnTo>
                <a:lnTo>
                  <a:pt x="340576" y="80570"/>
                </a:lnTo>
                <a:lnTo>
                  <a:pt x="341037" y="80961"/>
                </a:lnTo>
                <a:lnTo>
                  <a:pt x="341511" y="81345"/>
                </a:lnTo>
                <a:lnTo>
                  <a:pt x="341998" y="81723"/>
                </a:lnTo>
                <a:lnTo>
                  <a:pt x="342499" y="82093"/>
                </a:lnTo>
                <a:lnTo>
                  <a:pt x="343014" y="82458"/>
                </a:lnTo>
                <a:lnTo>
                  <a:pt x="343541" y="82815"/>
                </a:lnTo>
                <a:lnTo>
                  <a:pt x="344082" y="83166"/>
                </a:lnTo>
                <a:lnTo>
                  <a:pt x="344637" y="83510"/>
                </a:lnTo>
                <a:lnTo>
                  <a:pt x="345204" y="83847"/>
                </a:lnTo>
                <a:lnTo>
                  <a:pt x="345785" y="84178"/>
                </a:lnTo>
                <a:lnTo>
                  <a:pt x="346380" y="84502"/>
                </a:lnTo>
                <a:lnTo>
                  <a:pt x="346988" y="84819"/>
                </a:lnTo>
                <a:lnTo>
                  <a:pt x="347609" y="85130"/>
                </a:lnTo>
                <a:lnTo>
                  <a:pt x="348243" y="85434"/>
                </a:lnTo>
                <a:lnTo>
                  <a:pt x="348891" y="85733"/>
                </a:lnTo>
                <a:lnTo>
                  <a:pt x="349550" y="86029"/>
                </a:lnTo>
                <a:lnTo>
                  <a:pt x="350222" y="86321"/>
                </a:lnTo>
                <a:lnTo>
                  <a:pt x="350907" y="86611"/>
                </a:lnTo>
                <a:lnTo>
                  <a:pt x="351603" y="86898"/>
                </a:lnTo>
                <a:lnTo>
                  <a:pt x="352312" y="87182"/>
                </a:lnTo>
                <a:lnTo>
                  <a:pt x="353034" y="87463"/>
                </a:lnTo>
                <a:lnTo>
                  <a:pt x="353767" y="87741"/>
                </a:lnTo>
                <a:lnTo>
                  <a:pt x="354513" y="88016"/>
                </a:lnTo>
                <a:lnTo>
                  <a:pt x="355272" y="88288"/>
                </a:lnTo>
                <a:lnTo>
                  <a:pt x="356042" y="88557"/>
                </a:lnTo>
                <a:lnTo>
                  <a:pt x="356825" y="88823"/>
                </a:lnTo>
                <a:lnTo>
                  <a:pt x="357620" y="89085"/>
                </a:lnTo>
                <a:lnTo>
                  <a:pt x="358428" y="89345"/>
                </a:lnTo>
                <a:lnTo>
                  <a:pt x="359248" y="89602"/>
                </a:lnTo>
                <a:lnTo>
                  <a:pt x="360080" y="89856"/>
                </a:lnTo>
                <a:lnTo>
                  <a:pt x="360925" y="90107"/>
                </a:lnTo>
                <a:lnTo>
                  <a:pt x="361782" y="90356"/>
                </a:lnTo>
                <a:lnTo>
                  <a:pt x="362651" y="90601"/>
                </a:lnTo>
                <a:lnTo>
                  <a:pt x="363533" y="90843"/>
                </a:lnTo>
                <a:lnTo>
                  <a:pt x="364427" y="91082"/>
                </a:lnTo>
                <a:lnTo>
                  <a:pt x="365333" y="91318"/>
                </a:lnTo>
                <a:lnTo>
                  <a:pt x="366252" y="91551"/>
                </a:lnTo>
                <a:lnTo>
                  <a:pt x="367183" y="91781"/>
                </a:lnTo>
                <a:lnTo>
                  <a:pt x="368319" y="92061"/>
                </a:lnTo>
                <a:lnTo>
                  <a:pt x="369426" y="92341"/>
                </a:lnTo>
                <a:lnTo>
                  <a:pt x="370505" y="92622"/>
                </a:lnTo>
                <a:lnTo>
                  <a:pt x="371554" y="92904"/>
                </a:lnTo>
                <a:lnTo>
                  <a:pt x="372575" y="93186"/>
                </a:lnTo>
                <a:lnTo>
                  <a:pt x="373567" y="93469"/>
                </a:lnTo>
                <a:lnTo>
                  <a:pt x="374529" y="93753"/>
                </a:lnTo>
                <a:lnTo>
                  <a:pt x="375463" y="94038"/>
                </a:lnTo>
                <a:lnTo>
                  <a:pt x="376368" y="94323"/>
                </a:lnTo>
                <a:lnTo>
                  <a:pt x="377244" y="94609"/>
                </a:lnTo>
                <a:lnTo>
                  <a:pt x="378091" y="94896"/>
                </a:lnTo>
                <a:lnTo>
                  <a:pt x="378909" y="95183"/>
                </a:lnTo>
                <a:lnTo>
                  <a:pt x="379698" y="95472"/>
                </a:lnTo>
                <a:lnTo>
                  <a:pt x="380458" y="95761"/>
                </a:lnTo>
                <a:lnTo>
                  <a:pt x="381189" y="96050"/>
                </a:lnTo>
                <a:lnTo>
                  <a:pt x="381891" y="96341"/>
                </a:lnTo>
                <a:lnTo>
                  <a:pt x="382565" y="96632"/>
                </a:lnTo>
                <a:lnTo>
                  <a:pt x="383209" y="96923"/>
                </a:lnTo>
                <a:lnTo>
                  <a:pt x="383824" y="97216"/>
                </a:lnTo>
                <a:lnTo>
                  <a:pt x="384411" y="97509"/>
                </a:lnTo>
                <a:lnTo>
                  <a:pt x="384968" y="97803"/>
                </a:lnTo>
                <a:lnTo>
                  <a:pt x="385497" y="98098"/>
                </a:lnTo>
                <a:lnTo>
                  <a:pt x="385997" y="98393"/>
                </a:lnTo>
                <a:lnTo>
                  <a:pt x="386467" y="98689"/>
                </a:lnTo>
                <a:lnTo>
                  <a:pt x="386914" y="98992"/>
                </a:lnTo>
                <a:lnTo>
                  <a:pt x="387342" y="99308"/>
                </a:lnTo>
                <a:lnTo>
                  <a:pt x="387750" y="99636"/>
                </a:lnTo>
                <a:lnTo>
                  <a:pt x="388140" y="99978"/>
                </a:lnTo>
                <a:lnTo>
                  <a:pt x="388511" y="100333"/>
                </a:lnTo>
                <a:lnTo>
                  <a:pt x="388863" y="100701"/>
                </a:lnTo>
                <a:lnTo>
                  <a:pt x="389195" y="101082"/>
                </a:lnTo>
                <a:lnTo>
                  <a:pt x="389509" y="101476"/>
                </a:lnTo>
                <a:lnTo>
                  <a:pt x="389803" y="101884"/>
                </a:lnTo>
                <a:lnTo>
                  <a:pt x="390079" y="102304"/>
                </a:lnTo>
                <a:lnTo>
                  <a:pt x="390336" y="102737"/>
                </a:lnTo>
                <a:lnTo>
                  <a:pt x="390573" y="103184"/>
                </a:lnTo>
                <a:lnTo>
                  <a:pt x="390792" y="103643"/>
                </a:lnTo>
                <a:lnTo>
                  <a:pt x="390992" y="104115"/>
                </a:lnTo>
                <a:lnTo>
                  <a:pt x="391172" y="104601"/>
                </a:lnTo>
                <a:lnTo>
                  <a:pt x="391334" y="105100"/>
                </a:lnTo>
                <a:lnTo>
                  <a:pt x="391476" y="105611"/>
                </a:lnTo>
                <a:lnTo>
                  <a:pt x="391600" y="106136"/>
                </a:lnTo>
                <a:lnTo>
                  <a:pt x="391704" y="106674"/>
                </a:lnTo>
                <a:lnTo>
                  <a:pt x="391790" y="107224"/>
                </a:lnTo>
                <a:lnTo>
                  <a:pt x="391856" y="107788"/>
                </a:lnTo>
                <a:lnTo>
                  <a:pt x="391904" y="108365"/>
                </a:lnTo>
                <a:lnTo>
                  <a:pt x="391933" y="108955"/>
                </a:lnTo>
                <a:lnTo>
                  <a:pt x="391942" y="109558"/>
                </a:lnTo>
                <a:lnTo>
                  <a:pt x="391931" y="110277"/>
                </a:lnTo>
                <a:lnTo>
                  <a:pt x="391900" y="110979"/>
                </a:lnTo>
                <a:lnTo>
                  <a:pt x="391847" y="111663"/>
                </a:lnTo>
                <a:lnTo>
                  <a:pt x="391774" y="112330"/>
                </a:lnTo>
                <a:lnTo>
                  <a:pt x="391679" y="112980"/>
                </a:lnTo>
                <a:lnTo>
                  <a:pt x="391563" y="113613"/>
                </a:lnTo>
                <a:lnTo>
                  <a:pt x="391426" y="114229"/>
                </a:lnTo>
                <a:lnTo>
                  <a:pt x="391268" y="114828"/>
                </a:lnTo>
                <a:lnTo>
                  <a:pt x="391089" y="115409"/>
                </a:lnTo>
                <a:lnTo>
                  <a:pt x="390889" y="115974"/>
                </a:lnTo>
                <a:lnTo>
                  <a:pt x="390668" y="116521"/>
                </a:lnTo>
                <a:lnTo>
                  <a:pt x="390425" y="117051"/>
                </a:lnTo>
                <a:lnTo>
                  <a:pt x="390162" y="117564"/>
                </a:lnTo>
                <a:lnTo>
                  <a:pt x="389878" y="118060"/>
                </a:lnTo>
                <a:lnTo>
                  <a:pt x="389572" y="118539"/>
                </a:lnTo>
                <a:lnTo>
                  <a:pt x="389246" y="119001"/>
                </a:lnTo>
                <a:lnTo>
                  <a:pt x="388898" y="119445"/>
                </a:lnTo>
                <a:lnTo>
                  <a:pt x="388530" y="119872"/>
                </a:lnTo>
                <a:lnTo>
                  <a:pt x="388140" y="120283"/>
                </a:lnTo>
                <a:lnTo>
                  <a:pt x="387729" y="120676"/>
                </a:lnTo>
                <a:lnTo>
                  <a:pt x="387297" y="121052"/>
                </a:lnTo>
                <a:lnTo>
                  <a:pt x="386844" y="121411"/>
                </a:lnTo>
                <a:lnTo>
                  <a:pt x="386371" y="121752"/>
                </a:lnTo>
                <a:lnTo>
                  <a:pt x="385875" y="122077"/>
                </a:lnTo>
                <a:lnTo>
                  <a:pt x="385364" y="122386"/>
                </a:lnTo>
                <a:lnTo>
                  <a:pt x="384841" y="122682"/>
                </a:lnTo>
                <a:lnTo>
                  <a:pt x="384307" y="122965"/>
                </a:lnTo>
                <a:lnTo>
                  <a:pt x="383762" y="123235"/>
                </a:lnTo>
                <a:lnTo>
                  <a:pt x="383204" y="123492"/>
                </a:lnTo>
                <a:lnTo>
                  <a:pt x="382636" y="123736"/>
                </a:lnTo>
                <a:lnTo>
                  <a:pt x="382056" y="123966"/>
                </a:lnTo>
                <a:lnTo>
                  <a:pt x="381464" y="124183"/>
                </a:lnTo>
                <a:lnTo>
                  <a:pt x="380861" y="124387"/>
                </a:lnTo>
                <a:lnTo>
                  <a:pt x="380246" y="124578"/>
                </a:lnTo>
                <a:lnTo>
                  <a:pt x="379620" y="124756"/>
                </a:lnTo>
                <a:lnTo>
                  <a:pt x="378983" y="124920"/>
                </a:lnTo>
                <a:lnTo>
                  <a:pt x="378334" y="125072"/>
                </a:lnTo>
                <a:lnTo>
                  <a:pt x="377673" y="125210"/>
                </a:lnTo>
                <a:lnTo>
                  <a:pt x="377001" y="125335"/>
                </a:lnTo>
                <a:lnTo>
                  <a:pt x="376318" y="125447"/>
                </a:lnTo>
                <a:lnTo>
                  <a:pt x="375623" y="125546"/>
                </a:lnTo>
                <a:lnTo>
                  <a:pt x="374917" y="125631"/>
                </a:lnTo>
                <a:lnTo>
                  <a:pt x="374199" y="125704"/>
                </a:lnTo>
                <a:lnTo>
                  <a:pt x="373470" y="125763"/>
                </a:lnTo>
                <a:lnTo>
                  <a:pt x="372729" y="125809"/>
                </a:lnTo>
                <a:lnTo>
                  <a:pt x="371977" y="125842"/>
                </a:lnTo>
                <a:lnTo>
                  <a:pt x="371213" y="125862"/>
                </a:lnTo>
                <a:lnTo>
                  <a:pt x="370438" y="125868"/>
                </a:lnTo>
                <a:lnTo>
                  <a:pt x="369573" y="125860"/>
                </a:lnTo>
                <a:lnTo>
                  <a:pt x="368720" y="125835"/>
                </a:lnTo>
                <a:lnTo>
                  <a:pt x="367879" y="125793"/>
                </a:lnTo>
                <a:lnTo>
                  <a:pt x="367050" y="125735"/>
                </a:lnTo>
                <a:lnTo>
                  <a:pt x="366233" y="125660"/>
                </a:lnTo>
                <a:lnTo>
                  <a:pt x="365429" y="125568"/>
                </a:lnTo>
                <a:lnTo>
                  <a:pt x="364636" y="125459"/>
                </a:lnTo>
                <a:lnTo>
                  <a:pt x="363856" y="125334"/>
                </a:lnTo>
                <a:lnTo>
                  <a:pt x="363088" y="125192"/>
                </a:lnTo>
                <a:lnTo>
                  <a:pt x="362332" y="125034"/>
                </a:lnTo>
                <a:lnTo>
                  <a:pt x="361589" y="124859"/>
                </a:lnTo>
                <a:lnTo>
                  <a:pt x="360857" y="124667"/>
                </a:lnTo>
                <a:lnTo>
                  <a:pt x="360138" y="124458"/>
                </a:lnTo>
                <a:lnTo>
                  <a:pt x="359431" y="124233"/>
                </a:lnTo>
                <a:lnTo>
                  <a:pt x="358736" y="123991"/>
                </a:lnTo>
                <a:lnTo>
                  <a:pt x="358053" y="123732"/>
                </a:lnTo>
                <a:lnTo>
                  <a:pt x="357382" y="123457"/>
                </a:lnTo>
                <a:lnTo>
                  <a:pt x="356723" y="123165"/>
                </a:lnTo>
                <a:lnTo>
                  <a:pt x="356077" y="122856"/>
                </a:lnTo>
                <a:lnTo>
                  <a:pt x="355443" y="122531"/>
                </a:lnTo>
                <a:lnTo>
                  <a:pt x="354821" y="122189"/>
                </a:lnTo>
                <a:lnTo>
                  <a:pt x="354211" y="121830"/>
                </a:lnTo>
                <a:lnTo>
                  <a:pt x="353613" y="121455"/>
                </a:lnTo>
                <a:lnTo>
                  <a:pt x="353027" y="121063"/>
                </a:lnTo>
                <a:lnTo>
                  <a:pt x="352460" y="120650"/>
                </a:lnTo>
                <a:lnTo>
                  <a:pt x="351917" y="120213"/>
                </a:lnTo>
                <a:lnTo>
                  <a:pt x="351397" y="119752"/>
                </a:lnTo>
                <a:lnTo>
                  <a:pt x="350902" y="119267"/>
                </a:lnTo>
                <a:lnTo>
                  <a:pt x="350432" y="118758"/>
                </a:lnTo>
                <a:lnTo>
                  <a:pt x="349985" y="118224"/>
                </a:lnTo>
                <a:lnTo>
                  <a:pt x="349562" y="117666"/>
                </a:lnTo>
                <a:lnTo>
                  <a:pt x="349164" y="117084"/>
                </a:lnTo>
                <a:lnTo>
                  <a:pt x="348790" y="116478"/>
                </a:lnTo>
                <a:lnTo>
                  <a:pt x="348439" y="115847"/>
                </a:lnTo>
                <a:lnTo>
                  <a:pt x="348114" y="115192"/>
                </a:lnTo>
                <a:lnTo>
                  <a:pt x="347812" y="114514"/>
                </a:lnTo>
                <a:lnTo>
                  <a:pt x="347534" y="113810"/>
                </a:lnTo>
                <a:lnTo>
                  <a:pt x="347280" y="113083"/>
                </a:lnTo>
                <a:lnTo>
                  <a:pt x="347051" y="112332"/>
                </a:lnTo>
                <a:lnTo>
                  <a:pt x="346846" y="111556"/>
                </a:lnTo>
                <a:lnTo>
                  <a:pt x="346665" y="110756"/>
                </a:lnTo>
                <a:lnTo>
                  <a:pt x="346508" y="109932"/>
                </a:lnTo>
                <a:lnTo>
                  <a:pt x="346375" y="109083"/>
                </a:lnTo>
                <a:lnTo>
                  <a:pt x="346266" y="108211"/>
                </a:lnTo>
                <a:lnTo>
                  <a:pt x="346182" y="107314"/>
                </a:lnTo>
                <a:lnTo>
                  <a:pt x="346121" y="106393"/>
                </a:lnTo>
                <a:lnTo>
                  <a:pt x="346085" y="105448"/>
                </a:lnTo>
                <a:lnTo>
                  <a:pt x="346073" y="104478"/>
                </a:lnTo>
                <a:lnTo>
                  <a:pt x="330192" y="104478"/>
                </a:lnTo>
                <a:lnTo>
                  <a:pt x="330197" y="105235"/>
                </a:lnTo>
                <a:lnTo>
                  <a:pt x="330213" y="105983"/>
                </a:lnTo>
                <a:lnTo>
                  <a:pt x="330240" y="106722"/>
                </a:lnTo>
                <a:lnTo>
                  <a:pt x="330278" y="107451"/>
                </a:lnTo>
                <a:lnTo>
                  <a:pt x="330326" y="108171"/>
                </a:lnTo>
                <a:lnTo>
                  <a:pt x="330386" y="108881"/>
                </a:lnTo>
                <a:lnTo>
                  <a:pt x="330456" y="109583"/>
                </a:lnTo>
                <a:lnTo>
                  <a:pt x="330537" y="110275"/>
                </a:lnTo>
                <a:lnTo>
                  <a:pt x="330629" y="110957"/>
                </a:lnTo>
                <a:lnTo>
                  <a:pt x="330731" y="111630"/>
                </a:lnTo>
                <a:lnTo>
                  <a:pt x="330844" y="112294"/>
                </a:lnTo>
                <a:lnTo>
                  <a:pt x="330968" y="112948"/>
                </a:lnTo>
                <a:lnTo>
                  <a:pt x="331103" y="113594"/>
                </a:lnTo>
                <a:lnTo>
                  <a:pt x="331249" y="114229"/>
                </a:lnTo>
                <a:lnTo>
                  <a:pt x="331405" y="114856"/>
                </a:lnTo>
                <a:lnTo>
                  <a:pt x="331573" y="115473"/>
                </a:lnTo>
                <a:lnTo>
                  <a:pt x="331751" y="116081"/>
                </a:lnTo>
                <a:lnTo>
                  <a:pt x="331939" y="116679"/>
                </a:lnTo>
                <a:lnTo>
                  <a:pt x="332139" y="117268"/>
                </a:lnTo>
                <a:lnTo>
                  <a:pt x="332349" y="117848"/>
                </a:lnTo>
                <a:lnTo>
                  <a:pt x="332571" y="118418"/>
                </a:lnTo>
                <a:lnTo>
                  <a:pt x="332803" y="118979"/>
                </a:lnTo>
                <a:lnTo>
                  <a:pt x="333045" y="119531"/>
                </a:lnTo>
                <a:lnTo>
                  <a:pt x="333299" y="120073"/>
                </a:lnTo>
                <a:lnTo>
                  <a:pt x="333562" y="120606"/>
                </a:lnTo>
                <a:lnTo>
                  <a:pt x="333834" y="121131"/>
                </a:lnTo>
                <a:lnTo>
                  <a:pt x="334113" y="121646"/>
                </a:lnTo>
                <a:lnTo>
                  <a:pt x="334402" y="122154"/>
                </a:lnTo>
                <a:lnTo>
                  <a:pt x="334698" y="122652"/>
                </a:lnTo>
                <a:lnTo>
                  <a:pt x="335004" y="123142"/>
                </a:lnTo>
                <a:lnTo>
                  <a:pt x="335317" y="123623"/>
                </a:lnTo>
                <a:lnTo>
                  <a:pt x="335639" y="124096"/>
                </a:lnTo>
                <a:lnTo>
                  <a:pt x="335969" y="124560"/>
                </a:lnTo>
                <a:lnTo>
                  <a:pt x="336308" y="125015"/>
                </a:lnTo>
                <a:lnTo>
                  <a:pt x="336655" y="125462"/>
                </a:lnTo>
                <a:lnTo>
                  <a:pt x="337010" y="125900"/>
                </a:lnTo>
                <a:lnTo>
                  <a:pt x="337374" y="126329"/>
                </a:lnTo>
                <a:lnTo>
                  <a:pt x="337746" y="126750"/>
                </a:lnTo>
                <a:lnTo>
                  <a:pt x="338127" y="127162"/>
                </a:lnTo>
                <a:lnTo>
                  <a:pt x="338516" y="127566"/>
                </a:lnTo>
                <a:lnTo>
                  <a:pt x="338913" y="127961"/>
                </a:lnTo>
                <a:lnTo>
                  <a:pt x="339319" y="128347"/>
                </a:lnTo>
                <a:lnTo>
                  <a:pt x="339733" y="128724"/>
                </a:lnTo>
                <a:lnTo>
                  <a:pt x="340156" y="129093"/>
                </a:lnTo>
                <a:lnTo>
                  <a:pt x="340587" y="129454"/>
                </a:lnTo>
                <a:lnTo>
                  <a:pt x="341026" y="129805"/>
                </a:lnTo>
                <a:lnTo>
                  <a:pt x="341474" y="130149"/>
                </a:lnTo>
                <a:lnTo>
                  <a:pt x="341930" y="130483"/>
                </a:lnTo>
                <a:lnTo>
                  <a:pt x="342393" y="130809"/>
                </a:lnTo>
                <a:lnTo>
                  <a:pt x="342863" y="131128"/>
                </a:lnTo>
                <a:lnTo>
                  <a:pt x="343338" y="131440"/>
                </a:lnTo>
                <a:lnTo>
                  <a:pt x="343819" y="131744"/>
                </a:lnTo>
                <a:lnTo>
                  <a:pt x="344307" y="132041"/>
                </a:lnTo>
                <a:lnTo>
                  <a:pt x="344800" y="132330"/>
                </a:lnTo>
                <a:lnTo>
                  <a:pt x="345299" y="132612"/>
                </a:lnTo>
                <a:lnTo>
                  <a:pt x="345805" y="132887"/>
                </a:lnTo>
                <a:lnTo>
                  <a:pt x="346316" y="133154"/>
                </a:lnTo>
                <a:lnTo>
                  <a:pt x="346833" y="133414"/>
                </a:lnTo>
                <a:lnTo>
                  <a:pt x="347356" y="133666"/>
                </a:lnTo>
                <a:lnTo>
                  <a:pt x="347886" y="133911"/>
                </a:lnTo>
                <a:lnTo>
                  <a:pt x="348421" y="134148"/>
                </a:lnTo>
                <a:lnTo>
                  <a:pt x="348962" y="134378"/>
                </a:lnTo>
                <a:lnTo>
                  <a:pt x="349509" y="134601"/>
                </a:lnTo>
                <a:lnTo>
                  <a:pt x="350063" y="134816"/>
                </a:lnTo>
                <a:lnTo>
                  <a:pt x="350622" y="135024"/>
                </a:lnTo>
                <a:lnTo>
                  <a:pt x="351187" y="135225"/>
                </a:lnTo>
                <a:lnTo>
                  <a:pt x="351758" y="135418"/>
                </a:lnTo>
                <a:lnTo>
                  <a:pt x="352336" y="135603"/>
                </a:lnTo>
                <a:lnTo>
                  <a:pt x="352919" y="135782"/>
                </a:lnTo>
                <a:lnTo>
                  <a:pt x="353508" y="135953"/>
                </a:lnTo>
                <a:lnTo>
                  <a:pt x="354103" y="136116"/>
                </a:lnTo>
                <a:lnTo>
                  <a:pt x="354704" y="136272"/>
                </a:lnTo>
                <a:lnTo>
                  <a:pt x="355310" y="136421"/>
                </a:lnTo>
                <a:lnTo>
                  <a:pt x="355919" y="136564"/>
                </a:lnTo>
                <a:lnTo>
                  <a:pt x="356530" y="136700"/>
                </a:lnTo>
                <a:lnTo>
                  <a:pt x="357144" y="136831"/>
                </a:lnTo>
                <a:lnTo>
                  <a:pt x="357762" y="136954"/>
                </a:lnTo>
                <a:lnTo>
                  <a:pt x="358382" y="137072"/>
                </a:lnTo>
                <a:lnTo>
                  <a:pt x="359005" y="137183"/>
                </a:lnTo>
                <a:lnTo>
                  <a:pt x="359631" y="137288"/>
                </a:lnTo>
                <a:lnTo>
                  <a:pt x="360260" y="137386"/>
                </a:lnTo>
                <a:lnTo>
                  <a:pt x="360892" y="137478"/>
                </a:lnTo>
                <a:lnTo>
                  <a:pt x="361527" y="137564"/>
                </a:lnTo>
                <a:lnTo>
                  <a:pt x="362164" y="137643"/>
                </a:lnTo>
                <a:lnTo>
                  <a:pt x="362805" y="137716"/>
                </a:lnTo>
                <a:lnTo>
                  <a:pt x="363448" y="137783"/>
                </a:lnTo>
                <a:lnTo>
                  <a:pt x="364095" y="137843"/>
                </a:lnTo>
                <a:lnTo>
                  <a:pt x="364744" y="137897"/>
                </a:lnTo>
                <a:lnTo>
                  <a:pt x="365396" y="137945"/>
                </a:lnTo>
                <a:lnTo>
                  <a:pt x="366051" y="137986"/>
                </a:lnTo>
                <a:lnTo>
                  <a:pt x="366709" y="138021"/>
                </a:lnTo>
                <a:lnTo>
                  <a:pt x="367370" y="138049"/>
                </a:lnTo>
                <a:lnTo>
                  <a:pt x="368034" y="138071"/>
                </a:lnTo>
                <a:lnTo>
                  <a:pt x="368701" y="138087"/>
                </a:lnTo>
                <a:lnTo>
                  <a:pt x="369371" y="138097"/>
                </a:lnTo>
                <a:lnTo>
                  <a:pt x="370043" y="138100"/>
                </a:lnTo>
                <a:lnTo>
                  <a:pt x="370715" y="138097"/>
                </a:lnTo>
                <a:lnTo>
                  <a:pt x="371384" y="138088"/>
                </a:lnTo>
                <a:lnTo>
                  <a:pt x="372048" y="138073"/>
                </a:lnTo>
                <a:lnTo>
                  <a:pt x="372708" y="138052"/>
                </a:lnTo>
                <a:close/>
                <a:moveTo>
                  <a:pt x="442072" y="137896"/>
                </a:moveTo>
                <a:lnTo>
                  <a:pt x="441932" y="138390"/>
                </a:lnTo>
                <a:lnTo>
                  <a:pt x="441780" y="138878"/>
                </a:lnTo>
                <a:lnTo>
                  <a:pt x="441616" y="139360"/>
                </a:lnTo>
                <a:lnTo>
                  <a:pt x="441440" y="139837"/>
                </a:lnTo>
                <a:lnTo>
                  <a:pt x="441253" y="140308"/>
                </a:lnTo>
                <a:lnTo>
                  <a:pt x="441053" y="140773"/>
                </a:lnTo>
                <a:lnTo>
                  <a:pt x="440841" y="141232"/>
                </a:lnTo>
                <a:lnTo>
                  <a:pt x="440617" y="141685"/>
                </a:lnTo>
                <a:lnTo>
                  <a:pt x="440381" y="142133"/>
                </a:lnTo>
                <a:lnTo>
                  <a:pt x="440133" y="142574"/>
                </a:lnTo>
                <a:lnTo>
                  <a:pt x="439874" y="143010"/>
                </a:lnTo>
                <a:lnTo>
                  <a:pt x="439602" y="143440"/>
                </a:lnTo>
                <a:lnTo>
                  <a:pt x="439318" y="143864"/>
                </a:lnTo>
                <a:lnTo>
                  <a:pt x="439022" y="144283"/>
                </a:lnTo>
                <a:lnTo>
                  <a:pt x="438715" y="144695"/>
                </a:lnTo>
                <a:lnTo>
                  <a:pt x="438395" y="145102"/>
                </a:lnTo>
                <a:lnTo>
                  <a:pt x="438063" y="145503"/>
                </a:lnTo>
                <a:lnTo>
                  <a:pt x="437719" y="145898"/>
                </a:lnTo>
                <a:lnTo>
                  <a:pt x="437364" y="146287"/>
                </a:lnTo>
                <a:lnTo>
                  <a:pt x="437000" y="146670"/>
                </a:lnTo>
                <a:lnTo>
                  <a:pt x="436631" y="147046"/>
                </a:lnTo>
                <a:lnTo>
                  <a:pt x="436257" y="147414"/>
                </a:lnTo>
                <a:lnTo>
                  <a:pt x="435879" y="147775"/>
                </a:lnTo>
                <a:lnTo>
                  <a:pt x="435495" y="148129"/>
                </a:lnTo>
                <a:lnTo>
                  <a:pt x="435107" y="148476"/>
                </a:lnTo>
                <a:lnTo>
                  <a:pt x="434714" y="148816"/>
                </a:lnTo>
                <a:lnTo>
                  <a:pt x="434317" y="149148"/>
                </a:lnTo>
                <a:lnTo>
                  <a:pt x="433914" y="149473"/>
                </a:lnTo>
                <a:lnTo>
                  <a:pt x="433507" y="149791"/>
                </a:lnTo>
                <a:lnTo>
                  <a:pt x="433095" y="150102"/>
                </a:lnTo>
                <a:lnTo>
                  <a:pt x="432678" y="150406"/>
                </a:lnTo>
                <a:lnTo>
                  <a:pt x="432257" y="150702"/>
                </a:lnTo>
                <a:lnTo>
                  <a:pt x="431830" y="150991"/>
                </a:lnTo>
                <a:lnTo>
                  <a:pt x="431399" y="151273"/>
                </a:lnTo>
                <a:lnTo>
                  <a:pt x="430963" y="151548"/>
                </a:lnTo>
                <a:lnTo>
                  <a:pt x="430522" y="151816"/>
                </a:lnTo>
                <a:lnTo>
                  <a:pt x="430076" y="152076"/>
                </a:lnTo>
                <a:lnTo>
                  <a:pt x="429626" y="152330"/>
                </a:lnTo>
                <a:lnTo>
                  <a:pt x="429171" y="152576"/>
                </a:lnTo>
                <a:lnTo>
                  <a:pt x="428711" y="152815"/>
                </a:lnTo>
                <a:lnTo>
                  <a:pt x="428246" y="153046"/>
                </a:lnTo>
                <a:lnTo>
                  <a:pt x="427777" y="153271"/>
                </a:lnTo>
                <a:lnTo>
                  <a:pt x="427302" y="153488"/>
                </a:lnTo>
                <a:lnTo>
                  <a:pt x="431445" y="162761"/>
                </a:lnTo>
                <a:lnTo>
                  <a:pt x="432026" y="162503"/>
                </a:lnTo>
                <a:lnTo>
                  <a:pt x="432602" y="162239"/>
                </a:lnTo>
                <a:lnTo>
                  <a:pt x="433174" y="161970"/>
                </a:lnTo>
                <a:lnTo>
                  <a:pt x="433740" y="161695"/>
                </a:lnTo>
                <a:lnTo>
                  <a:pt x="434301" y="161414"/>
                </a:lnTo>
                <a:lnTo>
                  <a:pt x="434858" y="161127"/>
                </a:lnTo>
                <a:lnTo>
                  <a:pt x="435409" y="160834"/>
                </a:lnTo>
                <a:lnTo>
                  <a:pt x="435955" y="160536"/>
                </a:lnTo>
                <a:lnTo>
                  <a:pt x="436497" y="160231"/>
                </a:lnTo>
                <a:lnTo>
                  <a:pt x="437033" y="159921"/>
                </a:lnTo>
                <a:lnTo>
                  <a:pt x="437565" y="159605"/>
                </a:lnTo>
                <a:lnTo>
                  <a:pt x="438091" y="159284"/>
                </a:lnTo>
                <a:lnTo>
                  <a:pt x="438613" y="158956"/>
                </a:lnTo>
                <a:lnTo>
                  <a:pt x="439129" y="158623"/>
                </a:lnTo>
                <a:lnTo>
                  <a:pt x="439641" y="158283"/>
                </a:lnTo>
                <a:lnTo>
                  <a:pt x="440148" y="157938"/>
                </a:lnTo>
                <a:lnTo>
                  <a:pt x="440649" y="157587"/>
                </a:lnTo>
                <a:lnTo>
                  <a:pt x="441146" y="157231"/>
                </a:lnTo>
                <a:lnTo>
                  <a:pt x="441638" y="156868"/>
                </a:lnTo>
                <a:lnTo>
                  <a:pt x="442125" y="156500"/>
                </a:lnTo>
                <a:lnTo>
                  <a:pt x="442606" y="156125"/>
                </a:lnTo>
                <a:lnTo>
                  <a:pt x="443083" y="155745"/>
                </a:lnTo>
                <a:lnTo>
                  <a:pt x="443555" y="155360"/>
                </a:lnTo>
                <a:lnTo>
                  <a:pt x="444022" y="154968"/>
                </a:lnTo>
                <a:lnTo>
                  <a:pt x="444483" y="154570"/>
                </a:lnTo>
                <a:lnTo>
                  <a:pt x="444935" y="154164"/>
                </a:lnTo>
                <a:lnTo>
                  <a:pt x="445380" y="153751"/>
                </a:lnTo>
                <a:lnTo>
                  <a:pt x="445817" y="153331"/>
                </a:lnTo>
                <a:lnTo>
                  <a:pt x="446246" y="152903"/>
                </a:lnTo>
                <a:lnTo>
                  <a:pt x="446667" y="152468"/>
                </a:lnTo>
                <a:lnTo>
                  <a:pt x="447080" y="152026"/>
                </a:lnTo>
                <a:lnTo>
                  <a:pt x="447486" y="151576"/>
                </a:lnTo>
                <a:lnTo>
                  <a:pt x="447883" y="151119"/>
                </a:lnTo>
                <a:lnTo>
                  <a:pt x="448273" y="150654"/>
                </a:lnTo>
                <a:lnTo>
                  <a:pt x="448654" y="150182"/>
                </a:lnTo>
                <a:lnTo>
                  <a:pt x="449028" y="149703"/>
                </a:lnTo>
                <a:lnTo>
                  <a:pt x="449394" y="149216"/>
                </a:lnTo>
                <a:lnTo>
                  <a:pt x="449752" y="148722"/>
                </a:lnTo>
                <a:lnTo>
                  <a:pt x="450102" y="148221"/>
                </a:lnTo>
                <a:lnTo>
                  <a:pt x="450445" y="147712"/>
                </a:lnTo>
                <a:lnTo>
                  <a:pt x="450779" y="147196"/>
                </a:lnTo>
                <a:lnTo>
                  <a:pt x="451106" y="146673"/>
                </a:lnTo>
                <a:lnTo>
                  <a:pt x="451425" y="146142"/>
                </a:lnTo>
                <a:lnTo>
                  <a:pt x="451735" y="145604"/>
                </a:lnTo>
                <a:lnTo>
                  <a:pt x="452038" y="145058"/>
                </a:lnTo>
                <a:lnTo>
                  <a:pt x="452333" y="144505"/>
                </a:lnTo>
                <a:lnTo>
                  <a:pt x="452621" y="143945"/>
                </a:lnTo>
                <a:lnTo>
                  <a:pt x="452900" y="143377"/>
                </a:lnTo>
                <a:lnTo>
                  <a:pt x="453170" y="142802"/>
                </a:lnTo>
                <a:lnTo>
                  <a:pt x="453428" y="142217"/>
                </a:lnTo>
                <a:lnTo>
                  <a:pt x="453674" y="141624"/>
                </a:lnTo>
                <a:lnTo>
                  <a:pt x="453910" y="141022"/>
                </a:lnTo>
                <a:lnTo>
                  <a:pt x="454133" y="140412"/>
                </a:lnTo>
                <a:lnTo>
                  <a:pt x="454346" y="139792"/>
                </a:lnTo>
                <a:lnTo>
                  <a:pt x="454546" y="139164"/>
                </a:lnTo>
                <a:lnTo>
                  <a:pt x="454736" y="138527"/>
                </a:lnTo>
                <a:lnTo>
                  <a:pt x="454914" y="137882"/>
                </a:lnTo>
                <a:lnTo>
                  <a:pt x="455080" y="137228"/>
                </a:lnTo>
                <a:lnTo>
                  <a:pt x="455235" y="136565"/>
                </a:lnTo>
                <a:lnTo>
                  <a:pt x="455378" y="135893"/>
                </a:lnTo>
                <a:lnTo>
                  <a:pt x="455510" y="135212"/>
                </a:lnTo>
                <a:lnTo>
                  <a:pt x="455631" y="134523"/>
                </a:lnTo>
                <a:lnTo>
                  <a:pt x="455740" y="133825"/>
                </a:lnTo>
                <a:lnTo>
                  <a:pt x="455837" y="133119"/>
                </a:lnTo>
                <a:lnTo>
                  <a:pt x="455923" y="132403"/>
                </a:lnTo>
                <a:lnTo>
                  <a:pt x="455998" y="131679"/>
                </a:lnTo>
                <a:lnTo>
                  <a:pt x="456061" y="130946"/>
                </a:lnTo>
                <a:lnTo>
                  <a:pt x="456113" y="130204"/>
                </a:lnTo>
                <a:lnTo>
                  <a:pt x="456153" y="129454"/>
                </a:lnTo>
                <a:lnTo>
                  <a:pt x="456182" y="128695"/>
                </a:lnTo>
                <a:lnTo>
                  <a:pt x="456199" y="127927"/>
                </a:lnTo>
                <a:lnTo>
                  <a:pt x="456204" y="127151"/>
                </a:lnTo>
                <a:lnTo>
                  <a:pt x="456198" y="126492"/>
                </a:lnTo>
                <a:lnTo>
                  <a:pt x="456180" y="125848"/>
                </a:lnTo>
                <a:lnTo>
                  <a:pt x="456149" y="125218"/>
                </a:lnTo>
                <a:lnTo>
                  <a:pt x="456106" y="124602"/>
                </a:lnTo>
                <a:lnTo>
                  <a:pt x="456050" y="124001"/>
                </a:lnTo>
                <a:lnTo>
                  <a:pt x="455983" y="123415"/>
                </a:lnTo>
                <a:lnTo>
                  <a:pt x="455902" y="122842"/>
                </a:lnTo>
                <a:lnTo>
                  <a:pt x="455810" y="122284"/>
                </a:lnTo>
                <a:lnTo>
                  <a:pt x="455705" y="121741"/>
                </a:lnTo>
                <a:lnTo>
                  <a:pt x="455588" y="121212"/>
                </a:lnTo>
                <a:lnTo>
                  <a:pt x="455458" y="120697"/>
                </a:lnTo>
                <a:lnTo>
                  <a:pt x="455317" y="120196"/>
                </a:lnTo>
                <a:lnTo>
                  <a:pt x="455163" y="119710"/>
                </a:lnTo>
                <a:lnTo>
                  <a:pt x="454996" y="119239"/>
                </a:lnTo>
                <a:lnTo>
                  <a:pt x="454817" y="118781"/>
                </a:lnTo>
                <a:lnTo>
                  <a:pt x="454626" y="118339"/>
                </a:lnTo>
                <a:lnTo>
                  <a:pt x="454423" y="117910"/>
                </a:lnTo>
                <a:lnTo>
                  <a:pt x="454207" y="117496"/>
                </a:lnTo>
                <a:lnTo>
                  <a:pt x="453979" y="117096"/>
                </a:lnTo>
                <a:lnTo>
                  <a:pt x="453738" y="116711"/>
                </a:lnTo>
                <a:lnTo>
                  <a:pt x="453486" y="116340"/>
                </a:lnTo>
                <a:lnTo>
                  <a:pt x="453221" y="115983"/>
                </a:lnTo>
                <a:lnTo>
                  <a:pt x="452943" y="115641"/>
                </a:lnTo>
                <a:lnTo>
                  <a:pt x="452653" y="115314"/>
                </a:lnTo>
                <a:lnTo>
                  <a:pt x="452354" y="115000"/>
                </a:lnTo>
                <a:lnTo>
                  <a:pt x="452048" y="114699"/>
                </a:lnTo>
                <a:lnTo>
                  <a:pt x="451736" y="114412"/>
                </a:lnTo>
                <a:lnTo>
                  <a:pt x="451418" y="114138"/>
                </a:lnTo>
                <a:lnTo>
                  <a:pt x="451092" y="113878"/>
                </a:lnTo>
                <a:lnTo>
                  <a:pt x="450761" y="113630"/>
                </a:lnTo>
                <a:lnTo>
                  <a:pt x="450422" y="113397"/>
                </a:lnTo>
                <a:lnTo>
                  <a:pt x="450078" y="113176"/>
                </a:lnTo>
                <a:lnTo>
                  <a:pt x="449726" y="112969"/>
                </a:lnTo>
                <a:lnTo>
                  <a:pt x="449369" y="112776"/>
                </a:lnTo>
                <a:lnTo>
                  <a:pt x="449004" y="112595"/>
                </a:lnTo>
                <a:lnTo>
                  <a:pt x="448634" y="112428"/>
                </a:lnTo>
                <a:lnTo>
                  <a:pt x="448256" y="112275"/>
                </a:lnTo>
                <a:lnTo>
                  <a:pt x="447873" y="112134"/>
                </a:lnTo>
                <a:lnTo>
                  <a:pt x="447482" y="112007"/>
                </a:lnTo>
                <a:lnTo>
                  <a:pt x="447085" y="111894"/>
                </a:lnTo>
                <a:lnTo>
                  <a:pt x="446682" y="111794"/>
                </a:lnTo>
                <a:lnTo>
                  <a:pt x="446272" y="111707"/>
                </a:lnTo>
                <a:lnTo>
                  <a:pt x="445856" y="111633"/>
                </a:lnTo>
                <a:lnTo>
                  <a:pt x="445433" y="111573"/>
                </a:lnTo>
                <a:lnTo>
                  <a:pt x="445004" y="111527"/>
                </a:lnTo>
                <a:lnTo>
                  <a:pt x="444568" y="111493"/>
                </a:lnTo>
                <a:lnTo>
                  <a:pt x="444126" y="111473"/>
                </a:lnTo>
                <a:lnTo>
                  <a:pt x="443677" y="111466"/>
                </a:lnTo>
                <a:lnTo>
                  <a:pt x="443220" y="111473"/>
                </a:lnTo>
                <a:lnTo>
                  <a:pt x="442769" y="111491"/>
                </a:lnTo>
                <a:lnTo>
                  <a:pt x="442325" y="111521"/>
                </a:lnTo>
                <a:lnTo>
                  <a:pt x="441888" y="111564"/>
                </a:lnTo>
                <a:lnTo>
                  <a:pt x="441457" y="111618"/>
                </a:lnTo>
                <a:lnTo>
                  <a:pt x="441032" y="111685"/>
                </a:lnTo>
                <a:lnTo>
                  <a:pt x="440614" y="111764"/>
                </a:lnTo>
                <a:lnTo>
                  <a:pt x="440202" y="111856"/>
                </a:lnTo>
                <a:lnTo>
                  <a:pt x="439797" y="111959"/>
                </a:lnTo>
                <a:lnTo>
                  <a:pt x="439399" y="112074"/>
                </a:lnTo>
                <a:lnTo>
                  <a:pt x="439007" y="112202"/>
                </a:lnTo>
                <a:lnTo>
                  <a:pt x="438621" y="112342"/>
                </a:lnTo>
                <a:lnTo>
                  <a:pt x="438242" y="112494"/>
                </a:lnTo>
                <a:lnTo>
                  <a:pt x="437870" y="112658"/>
                </a:lnTo>
                <a:lnTo>
                  <a:pt x="437504" y="112834"/>
                </a:lnTo>
                <a:lnTo>
                  <a:pt x="437144" y="113023"/>
                </a:lnTo>
                <a:lnTo>
                  <a:pt x="436792" y="113223"/>
                </a:lnTo>
                <a:lnTo>
                  <a:pt x="436445" y="113436"/>
                </a:lnTo>
                <a:lnTo>
                  <a:pt x="436105" y="113661"/>
                </a:lnTo>
                <a:lnTo>
                  <a:pt x="435772" y="113898"/>
                </a:lnTo>
                <a:lnTo>
                  <a:pt x="435445" y="114148"/>
                </a:lnTo>
                <a:lnTo>
                  <a:pt x="435124" y="114409"/>
                </a:lnTo>
                <a:lnTo>
                  <a:pt x="434810" y="114683"/>
                </a:lnTo>
                <a:lnTo>
                  <a:pt x="434503" y="114968"/>
                </a:lnTo>
                <a:lnTo>
                  <a:pt x="434205" y="115263"/>
                </a:lnTo>
                <a:lnTo>
                  <a:pt x="433920" y="115565"/>
                </a:lnTo>
                <a:lnTo>
                  <a:pt x="433648" y="115874"/>
                </a:lnTo>
                <a:lnTo>
                  <a:pt x="433388" y="116189"/>
                </a:lnTo>
                <a:lnTo>
                  <a:pt x="433141" y="116511"/>
                </a:lnTo>
                <a:lnTo>
                  <a:pt x="432906" y="116839"/>
                </a:lnTo>
                <a:lnTo>
                  <a:pt x="432684" y="117175"/>
                </a:lnTo>
                <a:lnTo>
                  <a:pt x="432475" y="117517"/>
                </a:lnTo>
                <a:lnTo>
                  <a:pt x="432279" y="117865"/>
                </a:lnTo>
                <a:lnTo>
                  <a:pt x="432095" y="118220"/>
                </a:lnTo>
                <a:lnTo>
                  <a:pt x="431924" y="118582"/>
                </a:lnTo>
                <a:lnTo>
                  <a:pt x="431766" y="118951"/>
                </a:lnTo>
                <a:lnTo>
                  <a:pt x="431620" y="119326"/>
                </a:lnTo>
                <a:lnTo>
                  <a:pt x="431487" y="119708"/>
                </a:lnTo>
                <a:lnTo>
                  <a:pt x="431367" y="120097"/>
                </a:lnTo>
                <a:lnTo>
                  <a:pt x="431259" y="120492"/>
                </a:lnTo>
                <a:lnTo>
                  <a:pt x="431164" y="120894"/>
                </a:lnTo>
                <a:lnTo>
                  <a:pt x="431081" y="121303"/>
                </a:lnTo>
                <a:lnTo>
                  <a:pt x="431012" y="121718"/>
                </a:lnTo>
                <a:lnTo>
                  <a:pt x="430955" y="122140"/>
                </a:lnTo>
                <a:lnTo>
                  <a:pt x="430910" y="122569"/>
                </a:lnTo>
                <a:lnTo>
                  <a:pt x="430879" y="123005"/>
                </a:lnTo>
                <a:lnTo>
                  <a:pt x="430860" y="123447"/>
                </a:lnTo>
                <a:lnTo>
                  <a:pt x="430853" y="123895"/>
                </a:lnTo>
                <a:lnTo>
                  <a:pt x="430860" y="124328"/>
                </a:lnTo>
                <a:lnTo>
                  <a:pt x="430879" y="124755"/>
                </a:lnTo>
                <a:lnTo>
                  <a:pt x="430910" y="125177"/>
                </a:lnTo>
                <a:lnTo>
                  <a:pt x="430955" y="125593"/>
                </a:lnTo>
                <a:lnTo>
                  <a:pt x="431012" y="126003"/>
                </a:lnTo>
                <a:lnTo>
                  <a:pt x="431081" y="126408"/>
                </a:lnTo>
                <a:lnTo>
                  <a:pt x="431164" y="126807"/>
                </a:lnTo>
                <a:lnTo>
                  <a:pt x="431259" y="127200"/>
                </a:lnTo>
                <a:lnTo>
                  <a:pt x="431367" y="127588"/>
                </a:lnTo>
                <a:lnTo>
                  <a:pt x="431487" y="127970"/>
                </a:lnTo>
                <a:lnTo>
                  <a:pt x="431620" y="128346"/>
                </a:lnTo>
                <a:lnTo>
                  <a:pt x="431766" y="128717"/>
                </a:lnTo>
                <a:lnTo>
                  <a:pt x="431924" y="129082"/>
                </a:lnTo>
                <a:lnTo>
                  <a:pt x="432095" y="129441"/>
                </a:lnTo>
                <a:lnTo>
                  <a:pt x="432279" y="129795"/>
                </a:lnTo>
                <a:lnTo>
                  <a:pt x="432475" y="130143"/>
                </a:lnTo>
                <a:lnTo>
                  <a:pt x="432684" y="130485"/>
                </a:lnTo>
                <a:lnTo>
                  <a:pt x="432906" y="130822"/>
                </a:lnTo>
                <a:lnTo>
                  <a:pt x="433141" y="131153"/>
                </a:lnTo>
                <a:lnTo>
                  <a:pt x="433388" y="131479"/>
                </a:lnTo>
                <a:lnTo>
                  <a:pt x="433648" y="131798"/>
                </a:lnTo>
                <a:lnTo>
                  <a:pt x="433920" y="132113"/>
                </a:lnTo>
                <a:lnTo>
                  <a:pt x="434205" y="132421"/>
                </a:lnTo>
                <a:lnTo>
                  <a:pt x="434503" y="132724"/>
                </a:lnTo>
                <a:lnTo>
                  <a:pt x="434810" y="133018"/>
                </a:lnTo>
                <a:lnTo>
                  <a:pt x="435124" y="133299"/>
                </a:lnTo>
                <a:lnTo>
                  <a:pt x="435445" y="133568"/>
                </a:lnTo>
                <a:lnTo>
                  <a:pt x="435772" y="133824"/>
                </a:lnTo>
                <a:lnTo>
                  <a:pt x="436105" y="134068"/>
                </a:lnTo>
                <a:lnTo>
                  <a:pt x="436445" y="134299"/>
                </a:lnTo>
                <a:lnTo>
                  <a:pt x="436792" y="134518"/>
                </a:lnTo>
                <a:lnTo>
                  <a:pt x="437144" y="134724"/>
                </a:lnTo>
                <a:lnTo>
                  <a:pt x="437504" y="134918"/>
                </a:lnTo>
                <a:lnTo>
                  <a:pt x="437870" y="135099"/>
                </a:lnTo>
                <a:lnTo>
                  <a:pt x="438242" y="135268"/>
                </a:lnTo>
                <a:lnTo>
                  <a:pt x="438621" y="135424"/>
                </a:lnTo>
                <a:lnTo>
                  <a:pt x="439007" y="135568"/>
                </a:lnTo>
                <a:lnTo>
                  <a:pt x="439399" y="135699"/>
                </a:lnTo>
                <a:lnTo>
                  <a:pt x="439797" y="135818"/>
                </a:lnTo>
                <a:lnTo>
                  <a:pt x="440202" y="135924"/>
                </a:lnTo>
                <a:lnTo>
                  <a:pt x="440614" y="136018"/>
                </a:lnTo>
                <a:lnTo>
                  <a:pt x="441032" y="136099"/>
                </a:lnTo>
                <a:lnTo>
                  <a:pt x="441457" y="136168"/>
                </a:lnTo>
                <a:lnTo>
                  <a:pt x="441888" y="136224"/>
                </a:lnTo>
                <a:lnTo>
                  <a:pt x="442325" y="136268"/>
                </a:lnTo>
                <a:lnTo>
                  <a:pt x="442438" y="136276"/>
                </a:lnTo>
                <a:lnTo>
                  <a:pt x="442420" y="136379"/>
                </a:lnTo>
                <a:lnTo>
                  <a:pt x="442316" y="136890"/>
                </a:lnTo>
                <a:lnTo>
                  <a:pt x="442200" y="137396"/>
                </a:lnTo>
                <a:lnTo>
                  <a:pt x="442072" y="137896"/>
                </a:lnTo>
                <a:close/>
                <a:moveTo>
                  <a:pt x="863347" y="64612"/>
                </a:moveTo>
                <a:lnTo>
                  <a:pt x="863741" y="64116"/>
                </a:lnTo>
                <a:lnTo>
                  <a:pt x="864146" y="63624"/>
                </a:lnTo>
                <a:lnTo>
                  <a:pt x="864561" y="63135"/>
                </a:lnTo>
                <a:lnTo>
                  <a:pt x="864985" y="62650"/>
                </a:lnTo>
                <a:lnTo>
                  <a:pt x="865420" y="62168"/>
                </a:lnTo>
                <a:lnTo>
                  <a:pt x="865864" y="61689"/>
                </a:lnTo>
                <a:lnTo>
                  <a:pt x="866318" y="61214"/>
                </a:lnTo>
                <a:lnTo>
                  <a:pt x="866783" y="60743"/>
                </a:lnTo>
                <a:lnTo>
                  <a:pt x="867257" y="60274"/>
                </a:lnTo>
                <a:lnTo>
                  <a:pt x="867741" y="59809"/>
                </a:lnTo>
                <a:lnTo>
                  <a:pt x="868235" y="59348"/>
                </a:lnTo>
                <a:lnTo>
                  <a:pt x="868739" y="58889"/>
                </a:lnTo>
                <a:lnTo>
                  <a:pt x="869253" y="58435"/>
                </a:lnTo>
                <a:lnTo>
                  <a:pt x="869777" y="57983"/>
                </a:lnTo>
                <a:lnTo>
                  <a:pt x="870311" y="57535"/>
                </a:lnTo>
                <a:lnTo>
                  <a:pt x="870854" y="57091"/>
                </a:lnTo>
                <a:lnTo>
                  <a:pt x="871408" y="56649"/>
                </a:lnTo>
                <a:lnTo>
                  <a:pt x="871972" y="56211"/>
                </a:lnTo>
                <a:lnTo>
                  <a:pt x="872545" y="55777"/>
                </a:lnTo>
                <a:lnTo>
                  <a:pt x="873129" y="55346"/>
                </a:lnTo>
                <a:lnTo>
                  <a:pt x="873722" y="54918"/>
                </a:lnTo>
                <a:lnTo>
                  <a:pt x="874325" y="54494"/>
                </a:lnTo>
                <a:lnTo>
                  <a:pt x="874940" y="54080"/>
                </a:lnTo>
                <a:lnTo>
                  <a:pt x="875566" y="53684"/>
                </a:lnTo>
                <a:lnTo>
                  <a:pt x="876204" y="53305"/>
                </a:lnTo>
                <a:lnTo>
                  <a:pt x="876855" y="52944"/>
                </a:lnTo>
                <a:lnTo>
                  <a:pt x="877517" y="52600"/>
                </a:lnTo>
                <a:lnTo>
                  <a:pt x="878191" y="52274"/>
                </a:lnTo>
                <a:lnTo>
                  <a:pt x="878877" y="51966"/>
                </a:lnTo>
                <a:lnTo>
                  <a:pt x="879575" y="51675"/>
                </a:lnTo>
                <a:lnTo>
                  <a:pt x="880286" y="51402"/>
                </a:lnTo>
                <a:lnTo>
                  <a:pt x="881008" y="51147"/>
                </a:lnTo>
                <a:lnTo>
                  <a:pt x="881742" y="50909"/>
                </a:lnTo>
                <a:lnTo>
                  <a:pt x="882488" y="50689"/>
                </a:lnTo>
                <a:lnTo>
                  <a:pt x="883246" y="50486"/>
                </a:lnTo>
                <a:lnTo>
                  <a:pt x="884016" y="50301"/>
                </a:lnTo>
                <a:lnTo>
                  <a:pt x="884799" y="50134"/>
                </a:lnTo>
                <a:lnTo>
                  <a:pt x="885593" y="49984"/>
                </a:lnTo>
                <a:lnTo>
                  <a:pt x="886399" y="49852"/>
                </a:lnTo>
                <a:lnTo>
                  <a:pt x="887217" y="49737"/>
                </a:lnTo>
                <a:lnTo>
                  <a:pt x="888047" y="49640"/>
                </a:lnTo>
                <a:lnTo>
                  <a:pt x="888889" y="49561"/>
                </a:lnTo>
                <a:lnTo>
                  <a:pt x="889743" y="49499"/>
                </a:lnTo>
                <a:lnTo>
                  <a:pt x="890609" y="49455"/>
                </a:lnTo>
                <a:lnTo>
                  <a:pt x="891487" y="49429"/>
                </a:lnTo>
                <a:lnTo>
                  <a:pt x="892377" y="49420"/>
                </a:lnTo>
                <a:lnTo>
                  <a:pt x="892971" y="49426"/>
                </a:lnTo>
                <a:lnTo>
                  <a:pt x="893554" y="49442"/>
                </a:lnTo>
                <a:lnTo>
                  <a:pt x="894125" y="49471"/>
                </a:lnTo>
                <a:lnTo>
                  <a:pt x="894684" y="49510"/>
                </a:lnTo>
                <a:lnTo>
                  <a:pt x="895232" y="49560"/>
                </a:lnTo>
                <a:lnTo>
                  <a:pt x="895768" y="49622"/>
                </a:lnTo>
                <a:lnTo>
                  <a:pt x="896292" y="49695"/>
                </a:lnTo>
                <a:lnTo>
                  <a:pt x="896805" y="49779"/>
                </a:lnTo>
                <a:lnTo>
                  <a:pt x="897306" y="49874"/>
                </a:lnTo>
                <a:lnTo>
                  <a:pt x="897796" y="49980"/>
                </a:lnTo>
                <a:lnTo>
                  <a:pt x="898273" y="50098"/>
                </a:lnTo>
                <a:lnTo>
                  <a:pt x="898740" y="50227"/>
                </a:lnTo>
                <a:lnTo>
                  <a:pt x="899194" y="50367"/>
                </a:lnTo>
                <a:lnTo>
                  <a:pt x="899637" y="50518"/>
                </a:lnTo>
                <a:lnTo>
                  <a:pt x="900068" y="50681"/>
                </a:lnTo>
                <a:lnTo>
                  <a:pt x="900488" y="50855"/>
                </a:lnTo>
                <a:lnTo>
                  <a:pt x="900896" y="51039"/>
                </a:lnTo>
                <a:lnTo>
                  <a:pt x="901292" y="51236"/>
                </a:lnTo>
                <a:lnTo>
                  <a:pt x="901677" y="51443"/>
                </a:lnTo>
                <a:lnTo>
                  <a:pt x="902050" y="51661"/>
                </a:lnTo>
                <a:lnTo>
                  <a:pt x="902411" y="51891"/>
                </a:lnTo>
                <a:lnTo>
                  <a:pt x="902761" y="52132"/>
                </a:lnTo>
                <a:lnTo>
                  <a:pt x="903099" y="52384"/>
                </a:lnTo>
                <a:lnTo>
                  <a:pt x="903425" y="52648"/>
                </a:lnTo>
                <a:lnTo>
                  <a:pt x="903741" y="52921"/>
                </a:lnTo>
                <a:lnTo>
                  <a:pt x="904049" y="53202"/>
                </a:lnTo>
                <a:lnTo>
                  <a:pt x="904349" y="53492"/>
                </a:lnTo>
                <a:lnTo>
                  <a:pt x="904640" y="53790"/>
                </a:lnTo>
                <a:lnTo>
                  <a:pt x="904923" y="54097"/>
                </a:lnTo>
                <a:lnTo>
                  <a:pt x="905198" y="54412"/>
                </a:lnTo>
                <a:lnTo>
                  <a:pt x="905464" y="54735"/>
                </a:lnTo>
                <a:lnTo>
                  <a:pt x="905721" y="55067"/>
                </a:lnTo>
                <a:lnTo>
                  <a:pt x="905971" y="55407"/>
                </a:lnTo>
                <a:lnTo>
                  <a:pt x="906211" y="55756"/>
                </a:lnTo>
                <a:lnTo>
                  <a:pt x="906444" y="56112"/>
                </a:lnTo>
                <a:lnTo>
                  <a:pt x="906668" y="56478"/>
                </a:lnTo>
                <a:lnTo>
                  <a:pt x="906884" y="56851"/>
                </a:lnTo>
                <a:lnTo>
                  <a:pt x="907091" y="57233"/>
                </a:lnTo>
                <a:lnTo>
                  <a:pt x="907290" y="57624"/>
                </a:lnTo>
                <a:lnTo>
                  <a:pt x="907480" y="58022"/>
                </a:lnTo>
                <a:lnTo>
                  <a:pt x="907663" y="58429"/>
                </a:lnTo>
                <a:lnTo>
                  <a:pt x="907836" y="58845"/>
                </a:lnTo>
                <a:lnTo>
                  <a:pt x="908002" y="59269"/>
                </a:lnTo>
                <a:lnTo>
                  <a:pt x="908159" y="59701"/>
                </a:lnTo>
                <a:lnTo>
                  <a:pt x="908307" y="60141"/>
                </a:lnTo>
                <a:lnTo>
                  <a:pt x="908447" y="60590"/>
                </a:lnTo>
                <a:lnTo>
                  <a:pt x="908579" y="61047"/>
                </a:lnTo>
                <a:lnTo>
                  <a:pt x="908702" y="61513"/>
                </a:lnTo>
                <a:lnTo>
                  <a:pt x="908819" y="61985"/>
                </a:lnTo>
                <a:lnTo>
                  <a:pt x="908931" y="62463"/>
                </a:lnTo>
                <a:lnTo>
                  <a:pt x="909038" y="62946"/>
                </a:lnTo>
                <a:lnTo>
                  <a:pt x="909140" y="63434"/>
                </a:lnTo>
                <a:lnTo>
                  <a:pt x="909236" y="63928"/>
                </a:lnTo>
                <a:lnTo>
                  <a:pt x="909328" y="64427"/>
                </a:lnTo>
                <a:lnTo>
                  <a:pt x="909415" y="64931"/>
                </a:lnTo>
                <a:lnTo>
                  <a:pt x="909497" y="65441"/>
                </a:lnTo>
                <a:lnTo>
                  <a:pt x="909574" y="65956"/>
                </a:lnTo>
                <a:lnTo>
                  <a:pt x="909646" y="66476"/>
                </a:lnTo>
                <a:lnTo>
                  <a:pt x="909713" y="67002"/>
                </a:lnTo>
                <a:lnTo>
                  <a:pt x="909775" y="67533"/>
                </a:lnTo>
                <a:lnTo>
                  <a:pt x="909832" y="68070"/>
                </a:lnTo>
                <a:lnTo>
                  <a:pt x="909884" y="68612"/>
                </a:lnTo>
                <a:lnTo>
                  <a:pt x="909932" y="69159"/>
                </a:lnTo>
                <a:lnTo>
                  <a:pt x="909974" y="69711"/>
                </a:lnTo>
                <a:lnTo>
                  <a:pt x="910011" y="70269"/>
                </a:lnTo>
                <a:lnTo>
                  <a:pt x="910043" y="70833"/>
                </a:lnTo>
                <a:lnTo>
                  <a:pt x="910071" y="71401"/>
                </a:lnTo>
                <a:lnTo>
                  <a:pt x="910093" y="71975"/>
                </a:lnTo>
                <a:lnTo>
                  <a:pt x="910110" y="72554"/>
                </a:lnTo>
                <a:lnTo>
                  <a:pt x="910123" y="73139"/>
                </a:lnTo>
                <a:lnTo>
                  <a:pt x="910130" y="73729"/>
                </a:lnTo>
                <a:lnTo>
                  <a:pt x="910133" y="74324"/>
                </a:lnTo>
                <a:lnTo>
                  <a:pt x="910133" y="136324"/>
                </a:lnTo>
                <a:lnTo>
                  <a:pt x="926606" y="136324"/>
                </a:lnTo>
                <a:lnTo>
                  <a:pt x="926606" y="72308"/>
                </a:lnTo>
                <a:lnTo>
                  <a:pt x="926594" y="70861"/>
                </a:lnTo>
                <a:lnTo>
                  <a:pt x="926557" y="69441"/>
                </a:lnTo>
                <a:lnTo>
                  <a:pt x="926496" y="68049"/>
                </a:lnTo>
                <a:lnTo>
                  <a:pt x="926410" y="66685"/>
                </a:lnTo>
                <a:lnTo>
                  <a:pt x="926300" y="65348"/>
                </a:lnTo>
                <a:lnTo>
                  <a:pt x="926165" y="64038"/>
                </a:lnTo>
                <a:lnTo>
                  <a:pt x="926006" y="62757"/>
                </a:lnTo>
                <a:lnTo>
                  <a:pt x="925822" y="61503"/>
                </a:lnTo>
                <a:lnTo>
                  <a:pt x="925614" y="60276"/>
                </a:lnTo>
                <a:lnTo>
                  <a:pt x="925382" y="59078"/>
                </a:lnTo>
                <a:lnTo>
                  <a:pt x="925125" y="57906"/>
                </a:lnTo>
                <a:lnTo>
                  <a:pt x="924843" y="56763"/>
                </a:lnTo>
                <a:lnTo>
                  <a:pt x="924537" y="55647"/>
                </a:lnTo>
                <a:lnTo>
                  <a:pt x="924206" y="54558"/>
                </a:lnTo>
                <a:lnTo>
                  <a:pt x="923851" y="53498"/>
                </a:lnTo>
                <a:lnTo>
                  <a:pt x="923471" y="52465"/>
                </a:lnTo>
                <a:lnTo>
                  <a:pt x="923067" y="51459"/>
                </a:lnTo>
                <a:lnTo>
                  <a:pt x="922639" y="50481"/>
                </a:lnTo>
                <a:lnTo>
                  <a:pt x="922186" y="49531"/>
                </a:lnTo>
                <a:lnTo>
                  <a:pt x="921708" y="48608"/>
                </a:lnTo>
                <a:lnTo>
                  <a:pt x="921206" y="47713"/>
                </a:lnTo>
                <a:lnTo>
                  <a:pt x="920680" y="46846"/>
                </a:lnTo>
                <a:lnTo>
                  <a:pt x="920129" y="46006"/>
                </a:lnTo>
                <a:lnTo>
                  <a:pt x="919553" y="45194"/>
                </a:lnTo>
                <a:lnTo>
                  <a:pt x="918950" y="44412"/>
                </a:lnTo>
                <a:lnTo>
                  <a:pt x="918314" y="43663"/>
                </a:lnTo>
                <a:lnTo>
                  <a:pt x="917647" y="42948"/>
                </a:lnTo>
                <a:lnTo>
                  <a:pt x="916949" y="42265"/>
                </a:lnTo>
                <a:lnTo>
                  <a:pt x="916218" y="41617"/>
                </a:lnTo>
                <a:lnTo>
                  <a:pt x="915456" y="41001"/>
                </a:lnTo>
                <a:lnTo>
                  <a:pt x="914663" y="40419"/>
                </a:lnTo>
                <a:lnTo>
                  <a:pt x="913837" y="39870"/>
                </a:lnTo>
                <a:lnTo>
                  <a:pt x="912980" y="39354"/>
                </a:lnTo>
                <a:lnTo>
                  <a:pt x="912092" y="38871"/>
                </a:lnTo>
                <a:lnTo>
                  <a:pt x="911171" y="38422"/>
                </a:lnTo>
                <a:lnTo>
                  <a:pt x="910219" y="38006"/>
                </a:lnTo>
                <a:lnTo>
                  <a:pt x="909235" y="37623"/>
                </a:lnTo>
                <a:lnTo>
                  <a:pt x="908220" y="37274"/>
                </a:lnTo>
                <a:lnTo>
                  <a:pt x="907173" y="36958"/>
                </a:lnTo>
                <a:lnTo>
                  <a:pt x="906094" y="36675"/>
                </a:lnTo>
                <a:lnTo>
                  <a:pt x="904983" y="36425"/>
                </a:lnTo>
                <a:lnTo>
                  <a:pt x="903841" y="36209"/>
                </a:lnTo>
                <a:lnTo>
                  <a:pt x="902667" y="36026"/>
                </a:lnTo>
                <a:lnTo>
                  <a:pt x="901462" y="35876"/>
                </a:lnTo>
                <a:lnTo>
                  <a:pt x="900225" y="35760"/>
                </a:lnTo>
                <a:lnTo>
                  <a:pt x="898956" y="35677"/>
                </a:lnTo>
                <a:lnTo>
                  <a:pt x="897655" y="35627"/>
                </a:lnTo>
                <a:lnTo>
                  <a:pt x="896323" y="35610"/>
                </a:lnTo>
                <a:lnTo>
                  <a:pt x="895262" y="35619"/>
                </a:lnTo>
                <a:lnTo>
                  <a:pt x="894217" y="35646"/>
                </a:lnTo>
                <a:lnTo>
                  <a:pt x="893188" y="35691"/>
                </a:lnTo>
                <a:lnTo>
                  <a:pt x="892174" y="35754"/>
                </a:lnTo>
                <a:lnTo>
                  <a:pt x="891177" y="35835"/>
                </a:lnTo>
                <a:lnTo>
                  <a:pt x="890195" y="35934"/>
                </a:lnTo>
                <a:lnTo>
                  <a:pt x="889228" y="36051"/>
                </a:lnTo>
                <a:lnTo>
                  <a:pt x="888278" y="36185"/>
                </a:lnTo>
                <a:lnTo>
                  <a:pt x="887343" y="36338"/>
                </a:lnTo>
                <a:lnTo>
                  <a:pt x="886424" y="36509"/>
                </a:lnTo>
                <a:lnTo>
                  <a:pt x="885521" y="36698"/>
                </a:lnTo>
                <a:lnTo>
                  <a:pt x="884634" y="36905"/>
                </a:lnTo>
                <a:lnTo>
                  <a:pt x="883762" y="37130"/>
                </a:lnTo>
                <a:lnTo>
                  <a:pt x="882906" y="37372"/>
                </a:lnTo>
                <a:lnTo>
                  <a:pt x="882066" y="37633"/>
                </a:lnTo>
                <a:lnTo>
                  <a:pt x="881241" y="37912"/>
                </a:lnTo>
                <a:lnTo>
                  <a:pt x="880433" y="38208"/>
                </a:lnTo>
                <a:lnTo>
                  <a:pt x="879640" y="38523"/>
                </a:lnTo>
                <a:lnTo>
                  <a:pt x="878863" y="38856"/>
                </a:lnTo>
                <a:lnTo>
                  <a:pt x="878101" y="39206"/>
                </a:lnTo>
                <a:lnTo>
                  <a:pt x="877356" y="39575"/>
                </a:lnTo>
                <a:lnTo>
                  <a:pt x="876626" y="39962"/>
                </a:lnTo>
                <a:lnTo>
                  <a:pt x="875912" y="40366"/>
                </a:lnTo>
                <a:lnTo>
                  <a:pt x="875213" y="40789"/>
                </a:lnTo>
                <a:lnTo>
                  <a:pt x="874529" y="41222"/>
                </a:lnTo>
                <a:lnTo>
                  <a:pt x="873859" y="41656"/>
                </a:lnTo>
                <a:lnTo>
                  <a:pt x="873202" y="42094"/>
                </a:lnTo>
                <a:lnTo>
                  <a:pt x="872558" y="42533"/>
                </a:lnTo>
                <a:lnTo>
                  <a:pt x="871928" y="42974"/>
                </a:lnTo>
                <a:lnTo>
                  <a:pt x="871311" y="43418"/>
                </a:lnTo>
                <a:lnTo>
                  <a:pt x="870707" y="43864"/>
                </a:lnTo>
                <a:lnTo>
                  <a:pt x="870117" y="44313"/>
                </a:lnTo>
                <a:lnTo>
                  <a:pt x="869540" y="44763"/>
                </a:lnTo>
                <a:lnTo>
                  <a:pt x="868976" y="45216"/>
                </a:lnTo>
                <a:lnTo>
                  <a:pt x="868426" y="45671"/>
                </a:lnTo>
                <a:lnTo>
                  <a:pt x="867889" y="46128"/>
                </a:lnTo>
                <a:lnTo>
                  <a:pt x="867365" y="46587"/>
                </a:lnTo>
                <a:lnTo>
                  <a:pt x="866855" y="47049"/>
                </a:lnTo>
                <a:lnTo>
                  <a:pt x="866358" y="47513"/>
                </a:lnTo>
                <a:lnTo>
                  <a:pt x="865875" y="47979"/>
                </a:lnTo>
                <a:lnTo>
                  <a:pt x="865405" y="48447"/>
                </a:lnTo>
                <a:lnTo>
                  <a:pt x="864948" y="48918"/>
                </a:lnTo>
                <a:lnTo>
                  <a:pt x="864505" y="49390"/>
                </a:lnTo>
                <a:lnTo>
                  <a:pt x="864075" y="49865"/>
                </a:lnTo>
                <a:lnTo>
                  <a:pt x="863658" y="50343"/>
                </a:lnTo>
                <a:lnTo>
                  <a:pt x="863255" y="50822"/>
                </a:lnTo>
                <a:lnTo>
                  <a:pt x="862865" y="51304"/>
                </a:lnTo>
                <a:lnTo>
                  <a:pt x="862488" y="51788"/>
                </a:lnTo>
                <a:lnTo>
                  <a:pt x="862488" y="3551"/>
                </a:lnTo>
                <a:lnTo>
                  <a:pt x="846114" y="3551"/>
                </a:lnTo>
                <a:lnTo>
                  <a:pt x="846114" y="136324"/>
                </a:lnTo>
                <a:lnTo>
                  <a:pt x="862587" y="136324"/>
                </a:lnTo>
                <a:lnTo>
                  <a:pt x="862587" y="65613"/>
                </a:lnTo>
                <a:lnTo>
                  <a:pt x="862962" y="65111"/>
                </a:lnTo>
                <a:lnTo>
                  <a:pt x="863347" y="64612"/>
                </a:lnTo>
                <a:close/>
                <a:moveTo>
                  <a:pt x="1306442" y="80103"/>
                </a:moveTo>
                <a:lnTo>
                  <a:pt x="1307059" y="80119"/>
                </a:lnTo>
                <a:lnTo>
                  <a:pt x="1307665" y="80145"/>
                </a:lnTo>
                <a:lnTo>
                  <a:pt x="1308261" y="80182"/>
                </a:lnTo>
                <a:lnTo>
                  <a:pt x="1308846" y="80229"/>
                </a:lnTo>
                <a:lnTo>
                  <a:pt x="1309421" y="80286"/>
                </a:lnTo>
                <a:lnTo>
                  <a:pt x="1309985" y="80354"/>
                </a:lnTo>
                <a:lnTo>
                  <a:pt x="1310538" y="80432"/>
                </a:lnTo>
                <a:lnTo>
                  <a:pt x="1311081" y="80521"/>
                </a:lnTo>
                <a:lnTo>
                  <a:pt x="1311613" y="80620"/>
                </a:lnTo>
                <a:lnTo>
                  <a:pt x="1312134" y="80730"/>
                </a:lnTo>
                <a:lnTo>
                  <a:pt x="1312645" y="80850"/>
                </a:lnTo>
                <a:lnTo>
                  <a:pt x="1313145" y="80981"/>
                </a:lnTo>
                <a:lnTo>
                  <a:pt x="1313635" y="81122"/>
                </a:lnTo>
                <a:lnTo>
                  <a:pt x="1314114" y="81273"/>
                </a:lnTo>
                <a:lnTo>
                  <a:pt x="1314582" y="81435"/>
                </a:lnTo>
                <a:lnTo>
                  <a:pt x="1315040" y="81608"/>
                </a:lnTo>
                <a:lnTo>
                  <a:pt x="1315487" y="81790"/>
                </a:lnTo>
                <a:lnTo>
                  <a:pt x="1315924" y="81984"/>
                </a:lnTo>
                <a:lnTo>
                  <a:pt x="1316350" y="82187"/>
                </a:lnTo>
                <a:lnTo>
                  <a:pt x="1316765" y="82401"/>
                </a:lnTo>
                <a:lnTo>
                  <a:pt x="1317170" y="82626"/>
                </a:lnTo>
                <a:lnTo>
                  <a:pt x="1317564" y="82861"/>
                </a:lnTo>
                <a:lnTo>
                  <a:pt x="1317947" y="83107"/>
                </a:lnTo>
                <a:lnTo>
                  <a:pt x="1318322" y="83362"/>
                </a:lnTo>
                <a:lnTo>
                  <a:pt x="1318691" y="83627"/>
                </a:lnTo>
                <a:lnTo>
                  <a:pt x="1319053" y="83902"/>
                </a:lnTo>
                <a:lnTo>
                  <a:pt x="1319409" y="84186"/>
                </a:lnTo>
                <a:lnTo>
                  <a:pt x="1319759" y="84480"/>
                </a:lnTo>
                <a:lnTo>
                  <a:pt x="1320102" y="84784"/>
                </a:lnTo>
                <a:lnTo>
                  <a:pt x="1320439" y="85097"/>
                </a:lnTo>
                <a:lnTo>
                  <a:pt x="1320769" y="85419"/>
                </a:lnTo>
                <a:lnTo>
                  <a:pt x="1321094" y="85751"/>
                </a:lnTo>
                <a:lnTo>
                  <a:pt x="1321412" y="86093"/>
                </a:lnTo>
                <a:lnTo>
                  <a:pt x="1321723" y="86445"/>
                </a:lnTo>
                <a:lnTo>
                  <a:pt x="1322029" y="86806"/>
                </a:lnTo>
                <a:lnTo>
                  <a:pt x="1322327" y="87176"/>
                </a:lnTo>
                <a:lnTo>
                  <a:pt x="1322620" y="87557"/>
                </a:lnTo>
                <a:lnTo>
                  <a:pt x="1322906" y="87946"/>
                </a:lnTo>
                <a:lnTo>
                  <a:pt x="1323186" y="88346"/>
                </a:lnTo>
                <a:lnTo>
                  <a:pt x="1323460" y="88755"/>
                </a:lnTo>
                <a:lnTo>
                  <a:pt x="1323727" y="89173"/>
                </a:lnTo>
                <a:lnTo>
                  <a:pt x="1323988" y="89601"/>
                </a:lnTo>
                <a:lnTo>
                  <a:pt x="1324242" y="90039"/>
                </a:lnTo>
                <a:lnTo>
                  <a:pt x="1324491" y="90486"/>
                </a:lnTo>
                <a:lnTo>
                  <a:pt x="1324733" y="90943"/>
                </a:lnTo>
                <a:lnTo>
                  <a:pt x="1324968" y="91410"/>
                </a:lnTo>
                <a:lnTo>
                  <a:pt x="1325197" y="91886"/>
                </a:lnTo>
                <a:lnTo>
                  <a:pt x="1325422" y="92371"/>
                </a:lnTo>
                <a:lnTo>
                  <a:pt x="1325644" y="92864"/>
                </a:lnTo>
                <a:lnTo>
                  <a:pt x="1325864" y="93366"/>
                </a:lnTo>
                <a:lnTo>
                  <a:pt x="1326081" y="93876"/>
                </a:lnTo>
                <a:lnTo>
                  <a:pt x="1326296" y="94395"/>
                </a:lnTo>
                <a:lnTo>
                  <a:pt x="1326508" y="94922"/>
                </a:lnTo>
                <a:lnTo>
                  <a:pt x="1326717" y="95458"/>
                </a:lnTo>
                <a:lnTo>
                  <a:pt x="1326924" y="96001"/>
                </a:lnTo>
                <a:lnTo>
                  <a:pt x="1327128" y="96554"/>
                </a:lnTo>
                <a:lnTo>
                  <a:pt x="1327330" y="97114"/>
                </a:lnTo>
                <a:lnTo>
                  <a:pt x="1327529" y="97683"/>
                </a:lnTo>
                <a:lnTo>
                  <a:pt x="1327725" y="98261"/>
                </a:lnTo>
                <a:lnTo>
                  <a:pt x="1327919" y="98846"/>
                </a:lnTo>
                <a:lnTo>
                  <a:pt x="1328110" y="99441"/>
                </a:lnTo>
                <a:lnTo>
                  <a:pt x="1328299" y="100043"/>
                </a:lnTo>
                <a:lnTo>
                  <a:pt x="1328486" y="100654"/>
                </a:lnTo>
                <a:lnTo>
                  <a:pt x="1328669" y="101273"/>
                </a:lnTo>
                <a:lnTo>
                  <a:pt x="1328850" y="101901"/>
                </a:lnTo>
                <a:lnTo>
                  <a:pt x="1329029" y="102537"/>
                </a:lnTo>
                <a:lnTo>
                  <a:pt x="1329205" y="103182"/>
                </a:lnTo>
                <a:lnTo>
                  <a:pt x="1329378" y="103835"/>
                </a:lnTo>
                <a:lnTo>
                  <a:pt x="1329549" y="104496"/>
                </a:lnTo>
                <a:lnTo>
                  <a:pt x="1329717" y="105166"/>
                </a:lnTo>
                <a:lnTo>
                  <a:pt x="1329883" y="105844"/>
                </a:lnTo>
                <a:lnTo>
                  <a:pt x="1337478" y="136324"/>
                </a:lnTo>
                <a:lnTo>
                  <a:pt x="1355629" y="136324"/>
                </a:lnTo>
                <a:lnTo>
                  <a:pt x="1346948" y="103082"/>
                </a:lnTo>
                <a:lnTo>
                  <a:pt x="1346749" y="102306"/>
                </a:lnTo>
                <a:lnTo>
                  <a:pt x="1346548" y="101541"/>
                </a:lnTo>
                <a:lnTo>
                  <a:pt x="1346343" y="100786"/>
                </a:lnTo>
                <a:lnTo>
                  <a:pt x="1346136" y="100042"/>
                </a:lnTo>
                <a:lnTo>
                  <a:pt x="1345925" y="99308"/>
                </a:lnTo>
                <a:lnTo>
                  <a:pt x="1345712" y="98584"/>
                </a:lnTo>
                <a:lnTo>
                  <a:pt x="1345496" y="97871"/>
                </a:lnTo>
                <a:lnTo>
                  <a:pt x="1345277" y="97169"/>
                </a:lnTo>
                <a:lnTo>
                  <a:pt x="1345055" y="96477"/>
                </a:lnTo>
                <a:lnTo>
                  <a:pt x="1344830" y="95795"/>
                </a:lnTo>
                <a:lnTo>
                  <a:pt x="1344602" y="95124"/>
                </a:lnTo>
                <a:lnTo>
                  <a:pt x="1344371" y="94463"/>
                </a:lnTo>
                <a:lnTo>
                  <a:pt x="1344137" y="93813"/>
                </a:lnTo>
                <a:lnTo>
                  <a:pt x="1343901" y="93173"/>
                </a:lnTo>
                <a:lnTo>
                  <a:pt x="1343661" y="92543"/>
                </a:lnTo>
                <a:lnTo>
                  <a:pt x="1343419" y="91924"/>
                </a:lnTo>
                <a:lnTo>
                  <a:pt x="1343174" y="91316"/>
                </a:lnTo>
                <a:lnTo>
                  <a:pt x="1342925" y="90718"/>
                </a:lnTo>
                <a:lnTo>
                  <a:pt x="1342674" y="90130"/>
                </a:lnTo>
                <a:lnTo>
                  <a:pt x="1342420" y="89553"/>
                </a:lnTo>
                <a:lnTo>
                  <a:pt x="1342163" y="88986"/>
                </a:lnTo>
                <a:lnTo>
                  <a:pt x="1341903" y="88430"/>
                </a:lnTo>
                <a:lnTo>
                  <a:pt x="1341641" y="87884"/>
                </a:lnTo>
                <a:lnTo>
                  <a:pt x="1341375" y="87348"/>
                </a:lnTo>
                <a:lnTo>
                  <a:pt x="1341105" y="86823"/>
                </a:lnTo>
                <a:lnTo>
                  <a:pt x="1340829" y="86306"/>
                </a:lnTo>
                <a:lnTo>
                  <a:pt x="1340548" y="85798"/>
                </a:lnTo>
                <a:lnTo>
                  <a:pt x="1340261" y="85300"/>
                </a:lnTo>
                <a:lnTo>
                  <a:pt x="1339968" y="84811"/>
                </a:lnTo>
                <a:lnTo>
                  <a:pt x="1339670" y="84330"/>
                </a:lnTo>
                <a:lnTo>
                  <a:pt x="1339366" y="83859"/>
                </a:lnTo>
                <a:lnTo>
                  <a:pt x="1339057" y="83397"/>
                </a:lnTo>
                <a:lnTo>
                  <a:pt x="1338742" y="82944"/>
                </a:lnTo>
                <a:lnTo>
                  <a:pt x="1338421" y="82500"/>
                </a:lnTo>
                <a:lnTo>
                  <a:pt x="1338094" y="82065"/>
                </a:lnTo>
                <a:lnTo>
                  <a:pt x="1337762" y="81639"/>
                </a:lnTo>
                <a:lnTo>
                  <a:pt x="1337424" y="81223"/>
                </a:lnTo>
                <a:lnTo>
                  <a:pt x="1337081" y="80815"/>
                </a:lnTo>
                <a:lnTo>
                  <a:pt x="1336732" y="80416"/>
                </a:lnTo>
                <a:lnTo>
                  <a:pt x="1336377" y="80027"/>
                </a:lnTo>
                <a:lnTo>
                  <a:pt x="1336017" y="79646"/>
                </a:lnTo>
                <a:lnTo>
                  <a:pt x="1335650" y="79275"/>
                </a:lnTo>
                <a:lnTo>
                  <a:pt x="1335279" y="78913"/>
                </a:lnTo>
                <a:lnTo>
                  <a:pt x="1334901" y="78559"/>
                </a:lnTo>
                <a:lnTo>
                  <a:pt x="1334518" y="78215"/>
                </a:lnTo>
                <a:lnTo>
                  <a:pt x="1334130" y="77880"/>
                </a:lnTo>
                <a:lnTo>
                  <a:pt x="1333735" y="77554"/>
                </a:lnTo>
                <a:lnTo>
                  <a:pt x="1333335" y="77237"/>
                </a:lnTo>
                <a:lnTo>
                  <a:pt x="1332928" y="76930"/>
                </a:lnTo>
                <a:lnTo>
                  <a:pt x="1332511" y="76631"/>
                </a:lnTo>
                <a:lnTo>
                  <a:pt x="1332085" y="76342"/>
                </a:lnTo>
                <a:lnTo>
                  <a:pt x="1331650" y="76062"/>
                </a:lnTo>
                <a:lnTo>
                  <a:pt x="1331206" y="75791"/>
                </a:lnTo>
                <a:lnTo>
                  <a:pt x="1330752" y="75530"/>
                </a:lnTo>
                <a:lnTo>
                  <a:pt x="1330289" y="75277"/>
                </a:lnTo>
                <a:lnTo>
                  <a:pt x="1329817" y="75034"/>
                </a:lnTo>
                <a:lnTo>
                  <a:pt x="1329336" y="74801"/>
                </a:lnTo>
                <a:lnTo>
                  <a:pt x="1328845" y="74576"/>
                </a:lnTo>
                <a:lnTo>
                  <a:pt x="1328345" y="74361"/>
                </a:lnTo>
                <a:lnTo>
                  <a:pt x="1327836" y="74155"/>
                </a:lnTo>
                <a:lnTo>
                  <a:pt x="1327318" y="73958"/>
                </a:lnTo>
                <a:lnTo>
                  <a:pt x="1326790" y="73770"/>
                </a:lnTo>
                <a:lnTo>
                  <a:pt x="1326253" y="73592"/>
                </a:lnTo>
                <a:lnTo>
                  <a:pt x="1325707" y="73423"/>
                </a:lnTo>
                <a:lnTo>
                  <a:pt x="1325152" y="73263"/>
                </a:lnTo>
                <a:lnTo>
                  <a:pt x="1324587" y="73113"/>
                </a:lnTo>
                <a:lnTo>
                  <a:pt x="1324013" y="72972"/>
                </a:lnTo>
                <a:lnTo>
                  <a:pt x="1323430" y="72840"/>
                </a:lnTo>
                <a:lnTo>
                  <a:pt x="1322838" y="72717"/>
                </a:lnTo>
                <a:lnTo>
                  <a:pt x="1322236" y="72603"/>
                </a:lnTo>
                <a:lnTo>
                  <a:pt x="1321625" y="72499"/>
                </a:lnTo>
                <a:lnTo>
                  <a:pt x="1321005" y="72404"/>
                </a:lnTo>
                <a:lnTo>
                  <a:pt x="1322128" y="72131"/>
                </a:lnTo>
                <a:lnTo>
                  <a:pt x="1323228" y="71838"/>
                </a:lnTo>
                <a:lnTo>
                  <a:pt x="1324306" y="71525"/>
                </a:lnTo>
                <a:lnTo>
                  <a:pt x="1325360" y="71193"/>
                </a:lnTo>
                <a:lnTo>
                  <a:pt x="1326392" y="70840"/>
                </a:lnTo>
                <a:lnTo>
                  <a:pt x="1327401" y="70468"/>
                </a:lnTo>
                <a:lnTo>
                  <a:pt x="1328388" y="70076"/>
                </a:lnTo>
                <a:lnTo>
                  <a:pt x="1329351" y="69664"/>
                </a:lnTo>
                <a:lnTo>
                  <a:pt x="1330292" y="69232"/>
                </a:lnTo>
                <a:lnTo>
                  <a:pt x="1331210" y="68780"/>
                </a:lnTo>
                <a:lnTo>
                  <a:pt x="1332105" y="68308"/>
                </a:lnTo>
                <a:lnTo>
                  <a:pt x="1332978" y="67817"/>
                </a:lnTo>
                <a:lnTo>
                  <a:pt x="1333828" y="67306"/>
                </a:lnTo>
                <a:lnTo>
                  <a:pt x="1334654" y="66774"/>
                </a:lnTo>
                <a:lnTo>
                  <a:pt x="1335459" y="66223"/>
                </a:lnTo>
                <a:lnTo>
                  <a:pt x="1336240" y="65652"/>
                </a:lnTo>
                <a:lnTo>
                  <a:pt x="1336998" y="65061"/>
                </a:lnTo>
                <a:lnTo>
                  <a:pt x="1337734" y="64451"/>
                </a:lnTo>
                <a:lnTo>
                  <a:pt x="1338447" y="63820"/>
                </a:lnTo>
                <a:lnTo>
                  <a:pt x="1339138" y="63170"/>
                </a:lnTo>
                <a:lnTo>
                  <a:pt x="1339805" y="62500"/>
                </a:lnTo>
                <a:lnTo>
                  <a:pt x="1340450" y="61809"/>
                </a:lnTo>
                <a:lnTo>
                  <a:pt x="1341072" y="61099"/>
                </a:lnTo>
                <a:lnTo>
                  <a:pt x="1341671" y="60369"/>
                </a:lnTo>
                <a:lnTo>
                  <a:pt x="1342246" y="59623"/>
                </a:lnTo>
                <a:lnTo>
                  <a:pt x="1342797" y="58864"/>
                </a:lnTo>
                <a:lnTo>
                  <a:pt x="1343324" y="58091"/>
                </a:lnTo>
                <a:lnTo>
                  <a:pt x="1343826" y="57306"/>
                </a:lnTo>
                <a:lnTo>
                  <a:pt x="1344303" y="56508"/>
                </a:lnTo>
                <a:lnTo>
                  <a:pt x="1344756" y="55696"/>
                </a:lnTo>
                <a:lnTo>
                  <a:pt x="1345185" y="54872"/>
                </a:lnTo>
                <a:lnTo>
                  <a:pt x="1345589" y="54034"/>
                </a:lnTo>
                <a:lnTo>
                  <a:pt x="1345969" y="53184"/>
                </a:lnTo>
                <a:lnTo>
                  <a:pt x="1346324" y="52320"/>
                </a:lnTo>
                <a:lnTo>
                  <a:pt x="1346654" y="51444"/>
                </a:lnTo>
                <a:lnTo>
                  <a:pt x="1346960" y="50554"/>
                </a:lnTo>
                <a:lnTo>
                  <a:pt x="1347242" y="49652"/>
                </a:lnTo>
                <a:lnTo>
                  <a:pt x="1347499" y="48736"/>
                </a:lnTo>
                <a:lnTo>
                  <a:pt x="1347732" y="47808"/>
                </a:lnTo>
                <a:lnTo>
                  <a:pt x="1347940" y="46866"/>
                </a:lnTo>
                <a:lnTo>
                  <a:pt x="1348124" y="45912"/>
                </a:lnTo>
                <a:lnTo>
                  <a:pt x="1348283" y="44944"/>
                </a:lnTo>
                <a:lnTo>
                  <a:pt x="1348418" y="43964"/>
                </a:lnTo>
                <a:lnTo>
                  <a:pt x="1348528" y="42970"/>
                </a:lnTo>
                <a:lnTo>
                  <a:pt x="1348614" y="41963"/>
                </a:lnTo>
                <a:lnTo>
                  <a:pt x="1348675" y="40944"/>
                </a:lnTo>
                <a:lnTo>
                  <a:pt x="1348711" y="39911"/>
                </a:lnTo>
                <a:lnTo>
                  <a:pt x="1348724" y="38865"/>
                </a:lnTo>
                <a:lnTo>
                  <a:pt x="1348714" y="37838"/>
                </a:lnTo>
                <a:lnTo>
                  <a:pt x="1348685" y="36826"/>
                </a:lnTo>
                <a:lnTo>
                  <a:pt x="1348636" y="35830"/>
                </a:lnTo>
                <a:lnTo>
                  <a:pt x="1348568" y="34851"/>
                </a:lnTo>
                <a:lnTo>
                  <a:pt x="1348480" y="33888"/>
                </a:lnTo>
                <a:lnTo>
                  <a:pt x="1348372" y="32941"/>
                </a:lnTo>
                <a:lnTo>
                  <a:pt x="1348245" y="32009"/>
                </a:lnTo>
                <a:lnTo>
                  <a:pt x="1348099" y="31094"/>
                </a:lnTo>
                <a:lnTo>
                  <a:pt x="1347933" y="30196"/>
                </a:lnTo>
                <a:lnTo>
                  <a:pt x="1347748" y="29313"/>
                </a:lnTo>
                <a:lnTo>
                  <a:pt x="1347543" y="28446"/>
                </a:lnTo>
                <a:lnTo>
                  <a:pt x="1347318" y="27595"/>
                </a:lnTo>
                <a:lnTo>
                  <a:pt x="1347074" y="26761"/>
                </a:lnTo>
                <a:lnTo>
                  <a:pt x="1346810" y="25942"/>
                </a:lnTo>
                <a:lnTo>
                  <a:pt x="1346527" y="25140"/>
                </a:lnTo>
                <a:lnTo>
                  <a:pt x="1346225" y="24354"/>
                </a:lnTo>
                <a:lnTo>
                  <a:pt x="1345903" y="23584"/>
                </a:lnTo>
                <a:lnTo>
                  <a:pt x="1345561" y="22830"/>
                </a:lnTo>
                <a:lnTo>
                  <a:pt x="1345200" y="22092"/>
                </a:lnTo>
                <a:lnTo>
                  <a:pt x="1344819" y="21370"/>
                </a:lnTo>
                <a:lnTo>
                  <a:pt x="1344419" y="20664"/>
                </a:lnTo>
                <a:lnTo>
                  <a:pt x="1343999" y="19974"/>
                </a:lnTo>
                <a:lnTo>
                  <a:pt x="1343560" y="19301"/>
                </a:lnTo>
                <a:lnTo>
                  <a:pt x="1343101" y="18643"/>
                </a:lnTo>
                <a:lnTo>
                  <a:pt x="1342626" y="18001"/>
                </a:lnTo>
                <a:lnTo>
                  <a:pt x="1342138" y="17373"/>
                </a:lnTo>
                <a:lnTo>
                  <a:pt x="1341636" y="16760"/>
                </a:lnTo>
                <a:lnTo>
                  <a:pt x="1341121" y="16161"/>
                </a:lnTo>
                <a:lnTo>
                  <a:pt x="1340593" y="15576"/>
                </a:lnTo>
                <a:lnTo>
                  <a:pt x="1340052" y="15006"/>
                </a:lnTo>
                <a:lnTo>
                  <a:pt x="1339498" y="14450"/>
                </a:lnTo>
                <a:lnTo>
                  <a:pt x="1338931" y="13909"/>
                </a:lnTo>
                <a:lnTo>
                  <a:pt x="1338350" y="13382"/>
                </a:lnTo>
                <a:lnTo>
                  <a:pt x="1337756" y="12869"/>
                </a:lnTo>
                <a:lnTo>
                  <a:pt x="1337149" y="12370"/>
                </a:lnTo>
                <a:lnTo>
                  <a:pt x="1336529" y="11886"/>
                </a:lnTo>
                <a:lnTo>
                  <a:pt x="1335896" y="11417"/>
                </a:lnTo>
                <a:lnTo>
                  <a:pt x="1335249" y="10962"/>
                </a:lnTo>
                <a:lnTo>
                  <a:pt x="1334589" y="10521"/>
                </a:lnTo>
                <a:lnTo>
                  <a:pt x="1333916" y="10094"/>
                </a:lnTo>
                <a:lnTo>
                  <a:pt x="1333230" y="9682"/>
                </a:lnTo>
                <a:lnTo>
                  <a:pt x="1332531" y="9285"/>
                </a:lnTo>
                <a:lnTo>
                  <a:pt x="1331818" y="8901"/>
                </a:lnTo>
                <a:lnTo>
                  <a:pt x="1331093" y="8533"/>
                </a:lnTo>
                <a:lnTo>
                  <a:pt x="1330354" y="8178"/>
                </a:lnTo>
                <a:lnTo>
                  <a:pt x="1329602" y="7838"/>
                </a:lnTo>
                <a:lnTo>
                  <a:pt x="1328836" y="7512"/>
                </a:lnTo>
                <a:lnTo>
                  <a:pt x="1328058" y="7201"/>
                </a:lnTo>
                <a:lnTo>
                  <a:pt x="1327269" y="6903"/>
                </a:lnTo>
                <a:lnTo>
                  <a:pt x="1326473" y="6618"/>
                </a:lnTo>
                <a:lnTo>
                  <a:pt x="1325670" y="6346"/>
                </a:lnTo>
                <a:lnTo>
                  <a:pt x="1324859" y="6086"/>
                </a:lnTo>
                <a:lnTo>
                  <a:pt x="1324041" y="5839"/>
                </a:lnTo>
                <a:lnTo>
                  <a:pt x="1323215" y="5604"/>
                </a:lnTo>
                <a:lnTo>
                  <a:pt x="1322382" y="5382"/>
                </a:lnTo>
                <a:lnTo>
                  <a:pt x="1321542" y="5173"/>
                </a:lnTo>
                <a:lnTo>
                  <a:pt x="1320695" y="4977"/>
                </a:lnTo>
                <a:lnTo>
                  <a:pt x="1319840" y="4793"/>
                </a:lnTo>
                <a:lnTo>
                  <a:pt x="1318977" y="4622"/>
                </a:lnTo>
                <a:lnTo>
                  <a:pt x="1318107" y="4464"/>
                </a:lnTo>
                <a:lnTo>
                  <a:pt x="1317230" y="4318"/>
                </a:lnTo>
                <a:lnTo>
                  <a:pt x="1316346" y="4185"/>
                </a:lnTo>
                <a:lnTo>
                  <a:pt x="1315454" y="4064"/>
                </a:lnTo>
                <a:lnTo>
                  <a:pt x="1314555" y="3957"/>
                </a:lnTo>
                <a:lnTo>
                  <a:pt x="1313648" y="3862"/>
                </a:lnTo>
                <a:lnTo>
                  <a:pt x="1312734" y="3779"/>
                </a:lnTo>
                <a:lnTo>
                  <a:pt x="1311813" y="3710"/>
                </a:lnTo>
                <a:lnTo>
                  <a:pt x="1310885" y="3653"/>
                </a:lnTo>
                <a:lnTo>
                  <a:pt x="1309949" y="3608"/>
                </a:lnTo>
                <a:lnTo>
                  <a:pt x="1309005" y="3576"/>
                </a:lnTo>
                <a:lnTo>
                  <a:pt x="1308055" y="3557"/>
                </a:lnTo>
                <a:lnTo>
                  <a:pt x="1307096" y="3551"/>
                </a:lnTo>
                <a:lnTo>
                  <a:pt x="1256887" y="3551"/>
                </a:lnTo>
                <a:lnTo>
                  <a:pt x="1256887" y="136324"/>
                </a:lnTo>
                <a:lnTo>
                  <a:pt x="1274643" y="136324"/>
                </a:lnTo>
                <a:lnTo>
                  <a:pt x="1274643" y="80098"/>
                </a:lnTo>
                <a:lnTo>
                  <a:pt x="1305814" y="80098"/>
                </a:lnTo>
                <a:lnTo>
                  <a:pt x="1306442" y="80103"/>
                </a:lnTo>
                <a:close/>
                <a:moveTo>
                  <a:pt x="1307367" y="18391"/>
                </a:moveTo>
                <a:lnTo>
                  <a:pt x="1308360" y="18445"/>
                </a:lnTo>
                <a:lnTo>
                  <a:pt x="1309331" y="18520"/>
                </a:lnTo>
                <a:lnTo>
                  <a:pt x="1310282" y="18617"/>
                </a:lnTo>
                <a:lnTo>
                  <a:pt x="1311212" y="18736"/>
                </a:lnTo>
                <a:lnTo>
                  <a:pt x="1312121" y="18876"/>
                </a:lnTo>
                <a:lnTo>
                  <a:pt x="1313010" y="19038"/>
                </a:lnTo>
                <a:lnTo>
                  <a:pt x="1313877" y="19221"/>
                </a:lnTo>
                <a:lnTo>
                  <a:pt x="1314724" y="19426"/>
                </a:lnTo>
                <a:lnTo>
                  <a:pt x="1315551" y="19653"/>
                </a:lnTo>
                <a:lnTo>
                  <a:pt x="1316357" y="19901"/>
                </a:lnTo>
                <a:lnTo>
                  <a:pt x="1317141" y="20171"/>
                </a:lnTo>
                <a:lnTo>
                  <a:pt x="1317906" y="20462"/>
                </a:lnTo>
                <a:lnTo>
                  <a:pt x="1318649" y="20775"/>
                </a:lnTo>
                <a:lnTo>
                  <a:pt x="1319372" y="21110"/>
                </a:lnTo>
                <a:lnTo>
                  <a:pt x="1320074" y="21466"/>
                </a:lnTo>
                <a:lnTo>
                  <a:pt x="1320755" y="21843"/>
                </a:lnTo>
                <a:lnTo>
                  <a:pt x="1321416" y="22242"/>
                </a:lnTo>
                <a:lnTo>
                  <a:pt x="1322056" y="22663"/>
                </a:lnTo>
                <a:lnTo>
                  <a:pt x="1322675" y="23106"/>
                </a:lnTo>
                <a:lnTo>
                  <a:pt x="1323274" y="23569"/>
                </a:lnTo>
                <a:lnTo>
                  <a:pt x="1323851" y="24055"/>
                </a:lnTo>
                <a:lnTo>
                  <a:pt x="1324408" y="24562"/>
                </a:lnTo>
                <a:lnTo>
                  <a:pt x="1324944" y="25089"/>
                </a:lnTo>
                <a:lnTo>
                  <a:pt x="1325456" y="25632"/>
                </a:lnTo>
                <a:lnTo>
                  <a:pt x="1325946" y="26193"/>
                </a:lnTo>
                <a:lnTo>
                  <a:pt x="1326413" y="26771"/>
                </a:lnTo>
                <a:lnTo>
                  <a:pt x="1326857" y="27366"/>
                </a:lnTo>
                <a:lnTo>
                  <a:pt x="1327278" y="27978"/>
                </a:lnTo>
                <a:lnTo>
                  <a:pt x="1327677" y="28607"/>
                </a:lnTo>
                <a:lnTo>
                  <a:pt x="1328053" y="29253"/>
                </a:lnTo>
                <a:lnTo>
                  <a:pt x="1328406" y="29917"/>
                </a:lnTo>
                <a:lnTo>
                  <a:pt x="1328736" y="30597"/>
                </a:lnTo>
                <a:lnTo>
                  <a:pt x="1329043" y="31295"/>
                </a:lnTo>
                <a:lnTo>
                  <a:pt x="1329328" y="32010"/>
                </a:lnTo>
                <a:lnTo>
                  <a:pt x="1329590" y="32742"/>
                </a:lnTo>
                <a:lnTo>
                  <a:pt x="1329829" y="33491"/>
                </a:lnTo>
                <a:lnTo>
                  <a:pt x="1330046" y="34257"/>
                </a:lnTo>
                <a:lnTo>
                  <a:pt x="1330239" y="35040"/>
                </a:lnTo>
                <a:lnTo>
                  <a:pt x="1330410" y="35841"/>
                </a:lnTo>
                <a:lnTo>
                  <a:pt x="1330558" y="36658"/>
                </a:lnTo>
                <a:lnTo>
                  <a:pt x="1330683" y="37493"/>
                </a:lnTo>
                <a:lnTo>
                  <a:pt x="1330786" y="38345"/>
                </a:lnTo>
                <a:lnTo>
                  <a:pt x="1330866" y="39214"/>
                </a:lnTo>
                <a:lnTo>
                  <a:pt x="1330922" y="40100"/>
                </a:lnTo>
                <a:lnTo>
                  <a:pt x="1330957" y="41003"/>
                </a:lnTo>
                <a:lnTo>
                  <a:pt x="1330968" y="41923"/>
                </a:lnTo>
                <a:lnTo>
                  <a:pt x="1330962" y="42536"/>
                </a:lnTo>
                <a:lnTo>
                  <a:pt x="1330944" y="43141"/>
                </a:lnTo>
                <a:lnTo>
                  <a:pt x="1330913" y="43739"/>
                </a:lnTo>
                <a:lnTo>
                  <a:pt x="1330871" y="44329"/>
                </a:lnTo>
                <a:lnTo>
                  <a:pt x="1330816" y="44912"/>
                </a:lnTo>
                <a:lnTo>
                  <a:pt x="1330749" y="45487"/>
                </a:lnTo>
                <a:lnTo>
                  <a:pt x="1330670" y="46054"/>
                </a:lnTo>
                <a:lnTo>
                  <a:pt x="1330579" y="46614"/>
                </a:lnTo>
                <a:lnTo>
                  <a:pt x="1330476" y="47167"/>
                </a:lnTo>
                <a:lnTo>
                  <a:pt x="1330360" y="47712"/>
                </a:lnTo>
                <a:lnTo>
                  <a:pt x="1330232" y="48249"/>
                </a:lnTo>
                <a:lnTo>
                  <a:pt x="1330093" y="48779"/>
                </a:lnTo>
                <a:lnTo>
                  <a:pt x="1329941" y="49301"/>
                </a:lnTo>
                <a:lnTo>
                  <a:pt x="1329776" y="49816"/>
                </a:lnTo>
                <a:lnTo>
                  <a:pt x="1329600" y="50323"/>
                </a:lnTo>
                <a:lnTo>
                  <a:pt x="1329412" y="50823"/>
                </a:lnTo>
                <a:lnTo>
                  <a:pt x="1329211" y="51315"/>
                </a:lnTo>
                <a:lnTo>
                  <a:pt x="1328998" y="51800"/>
                </a:lnTo>
                <a:lnTo>
                  <a:pt x="1328773" y="52277"/>
                </a:lnTo>
                <a:lnTo>
                  <a:pt x="1328536" y="52747"/>
                </a:lnTo>
                <a:lnTo>
                  <a:pt x="1328287" y="53209"/>
                </a:lnTo>
                <a:lnTo>
                  <a:pt x="1328026" y="53663"/>
                </a:lnTo>
                <a:lnTo>
                  <a:pt x="1327752" y="54110"/>
                </a:lnTo>
                <a:lnTo>
                  <a:pt x="1327466" y="54550"/>
                </a:lnTo>
                <a:lnTo>
                  <a:pt x="1327170" y="54981"/>
                </a:lnTo>
                <a:lnTo>
                  <a:pt x="1326866" y="55404"/>
                </a:lnTo>
                <a:lnTo>
                  <a:pt x="1326553" y="55818"/>
                </a:lnTo>
                <a:lnTo>
                  <a:pt x="1326232" y="56224"/>
                </a:lnTo>
                <a:lnTo>
                  <a:pt x="1325902" y="56621"/>
                </a:lnTo>
                <a:lnTo>
                  <a:pt x="1325564" y="57009"/>
                </a:lnTo>
                <a:lnTo>
                  <a:pt x="1325218" y="57389"/>
                </a:lnTo>
                <a:lnTo>
                  <a:pt x="1324863" y="57761"/>
                </a:lnTo>
                <a:lnTo>
                  <a:pt x="1324500" y="58124"/>
                </a:lnTo>
                <a:lnTo>
                  <a:pt x="1324128" y="58478"/>
                </a:lnTo>
                <a:lnTo>
                  <a:pt x="1323748" y="58824"/>
                </a:lnTo>
                <a:lnTo>
                  <a:pt x="1323360" y="59161"/>
                </a:lnTo>
                <a:lnTo>
                  <a:pt x="1322963" y="59490"/>
                </a:lnTo>
                <a:lnTo>
                  <a:pt x="1322558" y="59810"/>
                </a:lnTo>
                <a:lnTo>
                  <a:pt x="1322145" y="60121"/>
                </a:lnTo>
                <a:lnTo>
                  <a:pt x="1321723" y="60424"/>
                </a:lnTo>
                <a:lnTo>
                  <a:pt x="1321293" y="60719"/>
                </a:lnTo>
                <a:lnTo>
                  <a:pt x="1320854" y="61004"/>
                </a:lnTo>
                <a:lnTo>
                  <a:pt x="1320407" y="61282"/>
                </a:lnTo>
                <a:lnTo>
                  <a:pt x="1319952" y="61550"/>
                </a:lnTo>
                <a:lnTo>
                  <a:pt x="1319488" y="61811"/>
                </a:lnTo>
                <a:lnTo>
                  <a:pt x="1319015" y="62062"/>
                </a:lnTo>
                <a:lnTo>
                  <a:pt x="1318535" y="62305"/>
                </a:lnTo>
                <a:lnTo>
                  <a:pt x="1318046" y="62540"/>
                </a:lnTo>
                <a:lnTo>
                  <a:pt x="1317550" y="62765"/>
                </a:lnTo>
                <a:lnTo>
                  <a:pt x="1317050" y="62981"/>
                </a:lnTo>
                <a:lnTo>
                  <a:pt x="1316545" y="63187"/>
                </a:lnTo>
                <a:lnTo>
                  <a:pt x="1316035" y="63384"/>
                </a:lnTo>
                <a:lnTo>
                  <a:pt x="1315520" y="63571"/>
                </a:lnTo>
                <a:lnTo>
                  <a:pt x="1315000" y="63748"/>
                </a:lnTo>
                <a:lnTo>
                  <a:pt x="1314476" y="63916"/>
                </a:lnTo>
                <a:lnTo>
                  <a:pt x="1313947" y="64074"/>
                </a:lnTo>
                <a:lnTo>
                  <a:pt x="1313413" y="64223"/>
                </a:lnTo>
                <a:lnTo>
                  <a:pt x="1312874" y="64362"/>
                </a:lnTo>
                <a:lnTo>
                  <a:pt x="1312330" y="64491"/>
                </a:lnTo>
                <a:lnTo>
                  <a:pt x="1311782" y="64611"/>
                </a:lnTo>
                <a:lnTo>
                  <a:pt x="1311229" y="64721"/>
                </a:lnTo>
                <a:lnTo>
                  <a:pt x="1310671" y="64822"/>
                </a:lnTo>
                <a:lnTo>
                  <a:pt x="1310108" y="64913"/>
                </a:lnTo>
                <a:lnTo>
                  <a:pt x="1309541" y="64995"/>
                </a:lnTo>
                <a:lnTo>
                  <a:pt x="1308968" y="65067"/>
                </a:lnTo>
                <a:lnTo>
                  <a:pt x="1308391" y="65129"/>
                </a:lnTo>
                <a:lnTo>
                  <a:pt x="1307809" y="65182"/>
                </a:lnTo>
                <a:lnTo>
                  <a:pt x="1307222" y="65225"/>
                </a:lnTo>
                <a:lnTo>
                  <a:pt x="1306631" y="65258"/>
                </a:lnTo>
                <a:lnTo>
                  <a:pt x="1306035" y="65282"/>
                </a:lnTo>
                <a:lnTo>
                  <a:pt x="1305434" y="65297"/>
                </a:lnTo>
                <a:lnTo>
                  <a:pt x="1304828" y="65302"/>
                </a:lnTo>
                <a:lnTo>
                  <a:pt x="1274643" y="65302"/>
                </a:lnTo>
                <a:lnTo>
                  <a:pt x="1274643" y="18348"/>
                </a:lnTo>
                <a:lnTo>
                  <a:pt x="1305321" y="18348"/>
                </a:lnTo>
                <a:lnTo>
                  <a:pt x="1306354" y="18358"/>
                </a:lnTo>
                <a:lnTo>
                  <a:pt x="1307367" y="18391"/>
                </a:lnTo>
                <a:close/>
                <a:moveTo>
                  <a:pt x="1169146" y="137859"/>
                </a:moveTo>
                <a:lnTo>
                  <a:pt x="1170774" y="137723"/>
                </a:lnTo>
                <a:lnTo>
                  <a:pt x="1172378" y="137557"/>
                </a:lnTo>
                <a:lnTo>
                  <a:pt x="1173959" y="137362"/>
                </a:lnTo>
                <a:lnTo>
                  <a:pt x="1175516" y="137136"/>
                </a:lnTo>
                <a:lnTo>
                  <a:pt x="1177050" y="136879"/>
                </a:lnTo>
                <a:lnTo>
                  <a:pt x="1178560" y="136593"/>
                </a:lnTo>
                <a:lnTo>
                  <a:pt x="1180046" y="136276"/>
                </a:lnTo>
                <a:lnTo>
                  <a:pt x="1181509" y="135930"/>
                </a:lnTo>
                <a:lnTo>
                  <a:pt x="1182948" y="135553"/>
                </a:lnTo>
                <a:lnTo>
                  <a:pt x="1184363" y="135146"/>
                </a:lnTo>
                <a:lnTo>
                  <a:pt x="1185755" y="134709"/>
                </a:lnTo>
                <a:lnTo>
                  <a:pt x="1187123" y="134242"/>
                </a:lnTo>
                <a:lnTo>
                  <a:pt x="1188468" y="133745"/>
                </a:lnTo>
                <a:lnTo>
                  <a:pt x="1189789" y="133217"/>
                </a:lnTo>
                <a:lnTo>
                  <a:pt x="1191086" y="132660"/>
                </a:lnTo>
                <a:lnTo>
                  <a:pt x="1192360" y="132072"/>
                </a:lnTo>
                <a:lnTo>
                  <a:pt x="1193610" y="131454"/>
                </a:lnTo>
                <a:lnTo>
                  <a:pt x="1194836" y="130806"/>
                </a:lnTo>
                <a:lnTo>
                  <a:pt x="1196039" y="130128"/>
                </a:lnTo>
                <a:lnTo>
                  <a:pt x="1197218" y="129419"/>
                </a:lnTo>
                <a:lnTo>
                  <a:pt x="1198373" y="128685"/>
                </a:lnTo>
                <a:lnTo>
                  <a:pt x="1199505" y="127927"/>
                </a:lnTo>
                <a:lnTo>
                  <a:pt x="1200612" y="127146"/>
                </a:lnTo>
                <a:lnTo>
                  <a:pt x="1201696" y="126342"/>
                </a:lnTo>
                <a:lnTo>
                  <a:pt x="1202757" y="125516"/>
                </a:lnTo>
                <a:lnTo>
                  <a:pt x="1203793" y="124666"/>
                </a:lnTo>
                <a:lnTo>
                  <a:pt x="1204805" y="123794"/>
                </a:lnTo>
                <a:lnTo>
                  <a:pt x="1205794" y="122898"/>
                </a:lnTo>
                <a:lnTo>
                  <a:pt x="1206759" y="121980"/>
                </a:lnTo>
                <a:lnTo>
                  <a:pt x="1207700" y="121038"/>
                </a:lnTo>
                <a:lnTo>
                  <a:pt x="1208618" y="120074"/>
                </a:lnTo>
                <a:lnTo>
                  <a:pt x="1209511" y="119087"/>
                </a:lnTo>
                <a:lnTo>
                  <a:pt x="1210381" y="118076"/>
                </a:lnTo>
                <a:lnTo>
                  <a:pt x="1211227" y="117043"/>
                </a:lnTo>
                <a:lnTo>
                  <a:pt x="1212049" y="115987"/>
                </a:lnTo>
                <a:lnTo>
                  <a:pt x="1212847" y="114908"/>
                </a:lnTo>
                <a:lnTo>
                  <a:pt x="1213622" y="113806"/>
                </a:lnTo>
                <a:lnTo>
                  <a:pt x="1214372" y="112681"/>
                </a:lnTo>
                <a:lnTo>
                  <a:pt x="1215099" y="111533"/>
                </a:lnTo>
                <a:lnTo>
                  <a:pt x="1215802" y="110362"/>
                </a:lnTo>
                <a:lnTo>
                  <a:pt x="1216482" y="109168"/>
                </a:lnTo>
                <a:lnTo>
                  <a:pt x="1217137" y="107952"/>
                </a:lnTo>
                <a:lnTo>
                  <a:pt x="1217769" y="106712"/>
                </a:lnTo>
                <a:lnTo>
                  <a:pt x="1218377" y="105449"/>
                </a:lnTo>
                <a:lnTo>
                  <a:pt x="1218960" y="104167"/>
                </a:lnTo>
                <a:lnTo>
                  <a:pt x="1219519" y="102867"/>
                </a:lnTo>
                <a:lnTo>
                  <a:pt x="1220053" y="101551"/>
                </a:lnTo>
                <a:lnTo>
                  <a:pt x="1220562" y="100218"/>
                </a:lnTo>
                <a:lnTo>
                  <a:pt x="1221046" y="98869"/>
                </a:lnTo>
                <a:lnTo>
                  <a:pt x="1221505" y="97502"/>
                </a:lnTo>
                <a:lnTo>
                  <a:pt x="1221940" y="96119"/>
                </a:lnTo>
                <a:lnTo>
                  <a:pt x="1222350" y="94719"/>
                </a:lnTo>
                <a:lnTo>
                  <a:pt x="1222735" y="93302"/>
                </a:lnTo>
                <a:lnTo>
                  <a:pt x="1223095" y="91869"/>
                </a:lnTo>
                <a:lnTo>
                  <a:pt x="1223430" y="90418"/>
                </a:lnTo>
                <a:lnTo>
                  <a:pt x="1223740" y="88951"/>
                </a:lnTo>
                <a:lnTo>
                  <a:pt x="1224026" y="87467"/>
                </a:lnTo>
                <a:lnTo>
                  <a:pt x="1224287" y="85967"/>
                </a:lnTo>
                <a:lnTo>
                  <a:pt x="1224523" y="84449"/>
                </a:lnTo>
                <a:lnTo>
                  <a:pt x="1224734" y="82915"/>
                </a:lnTo>
                <a:lnTo>
                  <a:pt x="1224920" y="81364"/>
                </a:lnTo>
                <a:lnTo>
                  <a:pt x="1225081" y="79796"/>
                </a:lnTo>
                <a:lnTo>
                  <a:pt x="1225218" y="78211"/>
                </a:lnTo>
                <a:lnTo>
                  <a:pt x="1225330" y="76610"/>
                </a:lnTo>
                <a:lnTo>
                  <a:pt x="1225416" y="74992"/>
                </a:lnTo>
                <a:lnTo>
                  <a:pt x="1225479" y="73357"/>
                </a:lnTo>
                <a:lnTo>
                  <a:pt x="1225516" y="71705"/>
                </a:lnTo>
                <a:lnTo>
                  <a:pt x="1225528" y="70036"/>
                </a:lnTo>
                <a:lnTo>
                  <a:pt x="1225516" y="68368"/>
                </a:lnTo>
                <a:lnTo>
                  <a:pt x="1225479" y="66715"/>
                </a:lnTo>
                <a:lnTo>
                  <a:pt x="1225416" y="65080"/>
                </a:lnTo>
                <a:lnTo>
                  <a:pt x="1225330" y="63460"/>
                </a:lnTo>
                <a:lnTo>
                  <a:pt x="1225218" y="61857"/>
                </a:lnTo>
                <a:lnTo>
                  <a:pt x="1225081" y="60271"/>
                </a:lnTo>
                <a:lnTo>
                  <a:pt x="1224920" y="58701"/>
                </a:lnTo>
                <a:lnTo>
                  <a:pt x="1224734" y="57147"/>
                </a:lnTo>
                <a:lnTo>
                  <a:pt x="1224523" y="55610"/>
                </a:lnTo>
                <a:lnTo>
                  <a:pt x="1224287" y="54089"/>
                </a:lnTo>
                <a:lnTo>
                  <a:pt x="1224026" y="52585"/>
                </a:lnTo>
                <a:lnTo>
                  <a:pt x="1223740" y="51097"/>
                </a:lnTo>
                <a:lnTo>
                  <a:pt x="1223430" y="49626"/>
                </a:lnTo>
                <a:lnTo>
                  <a:pt x="1223095" y="48171"/>
                </a:lnTo>
                <a:lnTo>
                  <a:pt x="1222735" y="46732"/>
                </a:lnTo>
                <a:lnTo>
                  <a:pt x="1222350" y="45310"/>
                </a:lnTo>
                <a:lnTo>
                  <a:pt x="1221940" y="43904"/>
                </a:lnTo>
                <a:lnTo>
                  <a:pt x="1221505" y="42515"/>
                </a:lnTo>
                <a:lnTo>
                  <a:pt x="1221046" y="41142"/>
                </a:lnTo>
                <a:lnTo>
                  <a:pt x="1220562" y="39786"/>
                </a:lnTo>
                <a:lnTo>
                  <a:pt x="1220053" y="38446"/>
                </a:lnTo>
                <a:lnTo>
                  <a:pt x="1219519" y="37123"/>
                </a:lnTo>
                <a:lnTo>
                  <a:pt x="1218960" y="35816"/>
                </a:lnTo>
                <a:lnTo>
                  <a:pt x="1218377" y="34525"/>
                </a:lnTo>
                <a:lnTo>
                  <a:pt x="1217769" y="33254"/>
                </a:lnTo>
                <a:lnTo>
                  <a:pt x="1217137" y="32007"/>
                </a:lnTo>
                <a:lnTo>
                  <a:pt x="1216482" y="30783"/>
                </a:lnTo>
                <a:lnTo>
                  <a:pt x="1215802" y="29582"/>
                </a:lnTo>
                <a:lnTo>
                  <a:pt x="1215099" y="28404"/>
                </a:lnTo>
                <a:lnTo>
                  <a:pt x="1214372" y="27250"/>
                </a:lnTo>
                <a:lnTo>
                  <a:pt x="1213622" y="26119"/>
                </a:lnTo>
                <a:lnTo>
                  <a:pt x="1212847" y="25011"/>
                </a:lnTo>
                <a:lnTo>
                  <a:pt x="1212049" y="23927"/>
                </a:lnTo>
                <a:lnTo>
                  <a:pt x="1211227" y="22866"/>
                </a:lnTo>
                <a:lnTo>
                  <a:pt x="1210381" y="21828"/>
                </a:lnTo>
                <a:lnTo>
                  <a:pt x="1209511" y="20814"/>
                </a:lnTo>
                <a:lnTo>
                  <a:pt x="1208618" y="19822"/>
                </a:lnTo>
                <a:lnTo>
                  <a:pt x="1207700" y="18854"/>
                </a:lnTo>
                <a:lnTo>
                  <a:pt x="1206759" y="17910"/>
                </a:lnTo>
                <a:lnTo>
                  <a:pt x="1205794" y="16988"/>
                </a:lnTo>
                <a:lnTo>
                  <a:pt x="1204805" y="16090"/>
                </a:lnTo>
                <a:lnTo>
                  <a:pt x="1203793" y="15216"/>
                </a:lnTo>
                <a:lnTo>
                  <a:pt x="1202757" y="14364"/>
                </a:lnTo>
                <a:lnTo>
                  <a:pt x="1201696" y="13536"/>
                </a:lnTo>
                <a:lnTo>
                  <a:pt x="1200612" y="12731"/>
                </a:lnTo>
                <a:lnTo>
                  <a:pt x="1199505" y="11949"/>
                </a:lnTo>
                <a:lnTo>
                  <a:pt x="1198373" y="11191"/>
                </a:lnTo>
                <a:lnTo>
                  <a:pt x="1197218" y="10456"/>
                </a:lnTo>
                <a:lnTo>
                  <a:pt x="1196039" y="9748"/>
                </a:lnTo>
                <a:lnTo>
                  <a:pt x="1194836" y="9070"/>
                </a:lnTo>
                <a:lnTo>
                  <a:pt x="1193610" y="8422"/>
                </a:lnTo>
                <a:lnTo>
                  <a:pt x="1192360" y="7804"/>
                </a:lnTo>
                <a:lnTo>
                  <a:pt x="1191086" y="7216"/>
                </a:lnTo>
                <a:lnTo>
                  <a:pt x="1189789" y="6658"/>
                </a:lnTo>
                <a:lnTo>
                  <a:pt x="1188468" y="6131"/>
                </a:lnTo>
                <a:lnTo>
                  <a:pt x="1187123" y="5634"/>
                </a:lnTo>
                <a:lnTo>
                  <a:pt x="1185755" y="5166"/>
                </a:lnTo>
                <a:lnTo>
                  <a:pt x="1184363" y="4729"/>
                </a:lnTo>
                <a:lnTo>
                  <a:pt x="1182948" y="4322"/>
                </a:lnTo>
                <a:lnTo>
                  <a:pt x="1181509" y="3946"/>
                </a:lnTo>
                <a:lnTo>
                  <a:pt x="1180046" y="3599"/>
                </a:lnTo>
                <a:lnTo>
                  <a:pt x="1178560" y="3283"/>
                </a:lnTo>
                <a:lnTo>
                  <a:pt x="1177050" y="2996"/>
                </a:lnTo>
                <a:lnTo>
                  <a:pt x="1175516" y="2740"/>
                </a:lnTo>
                <a:lnTo>
                  <a:pt x="1173959" y="2514"/>
                </a:lnTo>
                <a:lnTo>
                  <a:pt x="1172378" y="2318"/>
                </a:lnTo>
                <a:lnTo>
                  <a:pt x="1170774" y="2152"/>
                </a:lnTo>
                <a:lnTo>
                  <a:pt x="1169146" y="2017"/>
                </a:lnTo>
                <a:lnTo>
                  <a:pt x="1167494" y="1911"/>
                </a:lnTo>
                <a:lnTo>
                  <a:pt x="1165818" y="1836"/>
                </a:lnTo>
                <a:lnTo>
                  <a:pt x="1164119" y="1791"/>
                </a:lnTo>
                <a:lnTo>
                  <a:pt x="1162397" y="1776"/>
                </a:lnTo>
                <a:lnTo>
                  <a:pt x="1160674" y="1791"/>
                </a:lnTo>
                <a:lnTo>
                  <a:pt x="1158974" y="1836"/>
                </a:lnTo>
                <a:lnTo>
                  <a:pt x="1157298" y="1911"/>
                </a:lnTo>
                <a:lnTo>
                  <a:pt x="1155645" y="2017"/>
                </a:lnTo>
                <a:lnTo>
                  <a:pt x="1154016" y="2152"/>
                </a:lnTo>
                <a:lnTo>
                  <a:pt x="1152409" y="2318"/>
                </a:lnTo>
                <a:lnTo>
                  <a:pt x="1150826" y="2514"/>
                </a:lnTo>
                <a:lnTo>
                  <a:pt x="1149266" y="2740"/>
                </a:lnTo>
                <a:lnTo>
                  <a:pt x="1147730" y="2996"/>
                </a:lnTo>
                <a:lnTo>
                  <a:pt x="1146217" y="3283"/>
                </a:lnTo>
                <a:lnTo>
                  <a:pt x="1144727" y="3599"/>
                </a:lnTo>
                <a:lnTo>
                  <a:pt x="1143260" y="3946"/>
                </a:lnTo>
                <a:lnTo>
                  <a:pt x="1141817" y="4322"/>
                </a:lnTo>
                <a:lnTo>
                  <a:pt x="1140397" y="4729"/>
                </a:lnTo>
                <a:lnTo>
                  <a:pt x="1139000" y="5166"/>
                </a:lnTo>
                <a:lnTo>
                  <a:pt x="1137626" y="5634"/>
                </a:lnTo>
                <a:lnTo>
                  <a:pt x="1136276" y="6131"/>
                </a:lnTo>
                <a:lnTo>
                  <a:pt x="1134949" y="6658"/>
                </a:lnTo>
                <a:lnTo>
                  <a:pt x="1133646" y="7216"/>
                </a:lnTo>
                <a:lnTo>
                  <a:pt x="1132365" y="7804"/>
                </a:lnTo>
                <a:lnTo>
                  <a:pt x="1131108" y="8422"/>
                </a:lnTo>
                <a:lnTo>
                  <a:pt x="1129875" y="9070"/>
                </a:lnTo>
                <a:lnTo>
                  <a:pt x="1128664" y="9748"/>
                </a:lnTo>
                <a:lnTo>
                  <a:pt x="1127477" y="10456"/>
                </a:lnTo>
                <a:lnTo>
                  <a:pt x="1126314" y="11191"/>
                </a:lnTo>
                <a:lnTo>
                  <a:pt x="1125174" y="11949"/>
                </a:lnTo>
                <a:lnTo>
                  <a:pt x="1124059" y="12731"/>
                </a:lnTo>
                <a:lnTo>
                  <a:pt x="1122968" y="13536"/>
                </a:lnTo>
                <a:lnTo>
                  <a:pt x="1121902" y="14364"/>
                </a:lnTo>
                <a:lnTo>
                  <a:pt x="1120859" y="15216"/>
                </a:lnTo>
                <a:lnTo>
                  <a:pt x="1119840" y="16090"/>
                </a:lnTo>
                <a:lnTo>
                  <a:pt x="1118846" y="16988"/>
                </a:lnTo>
                <a:lnTo>
                  <a:pt x="1117876" y="17910"/>
                </a:lnTo>
                <a:lnTo>
                  <a:pt x="1116930" y="18854"/>
                </a:lnTo>
                <a:lnTo>
                  <a:pt x="1116008" y="19822"/>
                </a:lnTo>
                <a:lnTo>
                  <a:pt x="1115110" y="20814"/>
                </a:lnTo>
                <a:lnTo>
                  <a:pt x="1114236" y="21828"/>
                </a:lnTo>
                <a:lnTo>
                  <a:pt x="1113387" y="22866"/>
                </a:lnTo>
                <a:lnTo>
                  <a:pt x="1112561" y="23927"/>
                </a:lnTo>
                <a:lnTo>
                  <a:pt x="1111760" y="25011"/>
                </a:lnTo>
                <a:lnTo>
                  <a:pt x="1110983" y="26119"/>
                </a:lnTo>
                <a:lnTo>
                  <a:pt x="1110230" y="27250"/>
                </a:lnTo>
                <a:lnTo>
                  <a:pt x="1109501" y="28404"/>
                </a:lnTo>
                <a:lnTo>
                  <a:pt x="1108797" y="29582"/>
                </a:lnTo>
                <a:lnTo>
                  <a:pt x="1108116" y="30783"/>
                </a:lnTo>
                <a:lnTo>
                  <a:pt x="1107460" y="32007"/>
                </a:lnTo>
                <a:lnTo>
                  <a:pt x="1106828" y="33254"/>
                </a:lnTo>
                <a:lnTo>
                  <a:pt x="1106220" y="34525"/>
                </a:lnTo>
                <a:lnTo>
                  <a:pt x="1105636" y="35816"/>
                </a:lnTo>
                <a:lnTo>
                  <a:pt x="1105077" y="37123"/>
                </a:lnTo>
                <a:lnTo>
                  <a:pt x="1104543" y="38446"/>
                </a:lnTo>
                <a:lnTo>
                  <a:pt x="1104034" y="39786"/>
                </a:lnTo>
                <a:lnTo>
                  <a:pt x="1103550" y="41142"/>
                </a:lnTo>
                <a:lnTo>
                  <a:pt x="1103091" y="42515"/>
                </a:lnTo>
                <a:lnTo>
                  <a:pt x="1102656" y="43904"/>
                </a:lnTo>
                <a:lnTo>
                  <a:pt x="1102247" y="45310"/>
                </a:lnTo>
                <a:lnTo>
                  <a:pt x="1101862" y="46732"/>
                </a:lnTo>
                <a:lnTo>
                  <a:pt x="1101502" y="48171"/>
                </a:lnTo>
                <a:lnTo>
                  <a:pt x="1101166" y="49626"/>
                </a:lnTo>
                <a:lnTo>
                  <a:pt x="1100856" y="51097"/>
                </a:lnTo>
                <a:lnTo>
                  <a:pt x="1100570" y="52585"/>
                </a:lnTo>
                <a:lnTo>
                  <a:pt x="1100310" y="54089"/>
                </a:lnTo>
                <a:lnTo>
                  <a:pt x="1100074" y="55610"/>
                </a:lnTo>
                <a:lnTo>
                  <a:pt x="1099863" y="57147"/>
                </a:lnTo>
                <a:lnTo>
                  <a:pt x="1099676" y="58701"/>
                </a:lnTo>
                <a:lnTo>
                  <a:pt x="1099515" y="60271"/>
                </a:lnTo>
                <a:lnTo>
                  <a:pt x="1099378" y="61857"/>
                </a:lnTo>
                <a:lnTo>
                  <a:pt x="1099267" y="63460"/>
                </a:lnTo>
                <a:lnTo>
                  <a:pt x="1099180" y="65080"/>
                </a:lnTo>
                <a:lnTo>
                  <a:pt x="1099118" y="66715"/>
                </a:lnTo>
                <a:lnTo>
                  <a:pt x="1099080" y="68368"/>
                </a:lnTo>
                <a:lnTo>
                  <a:pt x="1099068" y="70036"/>
                </a:lnTo>
                <a:lnTo>
                  <a:pt x="1099080" y="71705"/>
                </a:lnTo>
                <a:lnTo>
                  <a:pt x="1099118" y="73357"/>
                </a:lnTo>
                <a:lnTo>
                  <a:pt x="1099180" y="74992"/>
                </a:lnTo>
                <a:lnTo>
                  <a:pt x="1099267" y="76610"/>
                </a:lnTo>
                <a:lnTo>
                  <a:pt x="1099378" y="78211"/>
                </a:lnTo>
                <a:lnTo>
                  <a:pt x="1099515" y="79796"/>
                </a:lnTo>
                <a:lnTo>
                  <a:pt x="1099676" y="81364"/>
                </a:lnTo>
                <a:lnTo>
                  <a:pt x="1099863" y="82915"/>
                </a:lnTo>
                <a:lnTo>
                  <a:pt x="1100074" y="84449"/>
                </a:lnTo>
                <a:lnTo>
                  <a:pt x="1100310" y="85967"/>
                </a:lnTo>
                <a:lnTo>
                  <a:pt x="1100570" y="87467"/>
                </a:lnTo>
                <a:lnTo>
                  <a:pt x="1100856" y="88951"/>
                </a:lnTo>
                <a:lnTo>
                  <a:pt x="1101166" y="90418"/>
                </a:lnTo>
                <a:lnTo>
                  <a:pt x="1101502" y="91869"/>
                </a:lnTo>
                <a:lnTo>
                  <a:pt x="1101862" y="93302"/>
                </a:lnTo>
                <a:lnTo>
                  <a:pt x="1102247" y="94719"/>
                </a:lnTo>
                <a:lnTo>
                  <a:pt x="1102656" y="96119"/>
                </a:lnTo>
                <a:lnTo>
                  <a:pt x="1103091" y="97502"/>
                </a:lnTo>
                <a:lnTo>
                  <a:pt x="1103550" y="98869"/>
                </a:lnTo>
                <a:lnTo>
                  <a:pt x="1104034" y="100218"/>
                </a:lnTo>
                <a:lnTo>
                  <a:pt x="1104543" y="101551"/>
                </a:lnTo>
                <a:lnTo>
                  <a:pt x="1105077" y="102867"/>
                </a:lnTo>
                <a:lnTo>
                  <a:pt x="1105636" y="104167"/>
                </a:lnTo>
                <a:lnTo>
                  <a:pt x="1106220" y="105449"/>
                </a:lnTo>
                <a:lnTo>
                  <a:pt x="1106828" y="106712"/>
                </a:lnTo>
                <a:lnTo>
                  <a:pt x="1107460" y="107952"/>
                </a:lnTo>
                <a:lnTo>
                  <a:pt x="1108116" y="109168"/>
                </a:lnTo>
                <a:lnTo>
                  <a:pt x="1108797" y="110362"/>
                </a:lnTo>
                <a:lnTo>
                  <a:pt x="1109501" y="111533"/>
                </a:lnTo>
                <a:lnTo>
                  <a:pt x="1110230" y="112681"/>
                </a:lnTo>
                <a:lnTo>
                  <a:pt x="1110983" y="113806"/>
                </a:lnTo>
                <a:lnTo>
                  <a:pt x="1111760" y="114908"/>
                </a:lnTo>
                <a:lnTo>
                  <a:pt x="1112561" y="115987"/>
                </a:lnTo>
                <a:lnTo>
                  <a:pt x="1113387" y="117043"/>
                </a:lnTo>
                <a:lnTo>
                  <a:pt x="1114236" y="118076"/>
                </a:lnTo>
                <a:lnTo>
                  <a:pt x="1115110" y="119087"/>
                </a:lnTo>
                <a:lnTo>
                  <a:pt x="1116008" y="120074"/>
                </a:lnTo>
                <a:lnTo>
                  <a:pt x="1116930" y="121038"/>
                </a:lnTo>
                <a:lnTo>
                  <a:pt x="1117876" y="121980"/>
                </a:lnTo>
                <a:lnTo>
                  <a:pt x="1118846" y="122898"/>
                </a:lnTo>
                <a:lnTo>
                  <a:pt x="1119840" y="123794"/>
                </a:lnTo>
                <a:lnTo>
                  <a:pt x="1120859" y="124666"/>
                </a:lnTo>
                <a:lnTo>
                  <a:pt x="1121902" y="125516"/>
                </a:lnTo>
                <a:lnTo>
                  <a:pt x="1122968" y="126342"/>
                </a:lnTo>
                <a:lnTo>
                  <a:pt x="1124059" y="127146"/>
                </a:lnTo>
                <a:lnTo>
                  <a:pt x="1125174" y="127927"/>
                </a:lnTo>
                <a:lnTo>
                  <a:pt x="1126314" y="128685"/>
                </a:lnTo>
                <a:lnTo>
                  <a:pt x="1127477" y="129419"/>
                </a:lnTo>
                <a:lnTo>
                  <a:pt x="1128664" y="130128"/>
                </a:lnTo>
                <a:lnTo>
                  <a:pt x="1129875" y="130806"/>
                </a:lnTo>
                <a:lnTo>
                  <a:pt x="1131108" y="131454"/>
                </a:lnTo>
                <a:lnTo>
                  <a:pt x="1132365" y="132072"/>
                </a:lnTo>
                <a:lnTo>
                  <a:pt x="1133646" y="132660"/>
                </a:lnTo>
                <a:lnTo>
                  <a:pt x="1134949" y="133217"/>
                </a:lnTo>
                <a:lnTo>
                  <a:pt x="1136276" y="133745"/>
                </a:lnTo>
                <a:lnTo>
                  <a:pt x="1137626" y="134242"/>
                </a:lnTo>
                <a:lnTo>
                  <a:pt x="1139000" y="134709"/>
                </a:lnTo>
                <a:lnTo>
                  <a:pt x="1140397" y="135146"/>
                </a:lnTo>
                <a:lnTo>
                  <a:pt x="1141817" y="135553"/>
                </a:lnTo>
                <a:lnTo>
                  <a:pt x="1143260" y="135930"/>
                </a:lnTo>
                <a:lnTo>
                  <a:pt x="1144727" y="136276"/>
                </a:lnTo>
                <a:lnTo>
                  <a:pt x="1146217" y="136593"/>
                </a:lnTo>
                <a:lnTo>
                  <a:pt x="1147730" y="136879"/>
                </a:lnTo>
                <a:lnTo>
                  <a:pt x="1149266" y="137136"/>
                </a:lnTo>
                <a:lnTo>
                  <a:pt x="1150826" y="137362"/>
                </a:lnTo>
                <a:lnTo>
                  <a:pt x="1152409" y="137557"/>
                </a:lnTo>
                <a:lnTo>
                  <a:pt x="1154016" y="137723"/>
                </a:lnTo>
                <a:lnTo>
                  <a:pt x="1155645" y="137859"/>
                </a:lnTo>
                <a:lnTo>
                  <a:pt x="1157298" y="137964"/>
                </a:lnTo>
                <a:lnTo>
                  <a:pt x="1158974" y="138040"/>
                </a:lnTo>
                <a:lnTo>
                  <a:pt x="1160674" y="138085"/>
                </a:lnTo>
                <a:lnTo>
                  <a:pt x="1162397" y="138100"/>
                </a:lnTo>
                <a:lnTo>
                  <a:pt x="1164119" y="138085"/>
                </a:lnTo>
                <a:lnTo>
                  <a:pt x="1165818" y="138040"/>
                </a:lnTo>
                <a:lnTo>
                  <a:pt x="1167494" y="137964"/>
                </a:lnTo>
                <a:lnTo>
                  <a:pt x="1169146" y="137859"/>
                </a:lnTo>
                <a:close/>
                <a:moveTo>
                  <a:pt x="1157239" y="123399"/>
                </a:moveTo>
                <a:lnTo>
                  <a:pt x="1156002" y="123287"/>
                </a:lnTo>
                <a:lnTo>
                  <a:pt x="1154786" y="123149"/>
                </a:lnTo>
                <a:lnTo>
                  <a:pt x="1153591" y="122987"/>
                </a:lnTo>
                <a:lnTo>
                  <a:pt x="1152417" y="122799"/>
                </a:lnTo>
                <a:lnTo>
                  <a:pt x="1151265" y="122587"/>
                </a:lnTo>
                <a:lnTo>
                  <a:pt x="1150133" y="122349"/>
                </a:lnTo>
                <a:lnTo>
                  <a:pt x="1149023" y="122087"/>
                </a:lnTo>
                <a:lnTo>
                  <a:pt x="1147933" y="121799"/>
                </a:lnTo>
                <a:lnTo>
                  <a:pt x="1146865" y="121487"/>
                </a:lnTo>
                <a:lnTo>
                  <a:pt x="1145818" y="121149"/>
                </a:lnTo>
                <a:lnTo>
                  <a:pt x="1144791" y="120787"/>
                </a:lnTo>
                <a:lnTo>
                  <a:pt x="1143786" y="120399"/>
                </a:lnTo>
                <a:lnTo>
                  <a:pt x="1142802" y="119987"/>
                </a:lnTo>
                <a:lnTo>
                  <a:pt x="1141839" y="119549"/>
                </a:lnTo>
                <a:lnTo>
                  <a:pt x="1140897" y="119086"/>
                </a:lnTo>
                <a:lnTo>
                  <a:pt x="1139976" y="118599"/>
                </a:lnTo>
                <a:lnTo>
                  <a:pt x="1139076" y="118086"/>
                </a:lnTo>
                <a:lnTo>
                  <a:pt x="1138197" y="117549"/>
                </a:lnTo>
                <a:lnTo>
                  <a:pt x="1137340" y="116986"/>
                </a:lnTo>
                <a:lnTo>
                  <a:pt x="1136503" y="116399"/>
                </a:lnTo>
                <a:lnTo>
                  <a:pt x="1135686" y="115790"/>
                </a:lnTo>
                <a:lnTo>
                  <a:pt x="1134888" y="115164"/>
                </a:lnTo>
                <a:lnTo>
                  <a:pt x="1134109" y="114521"/>
                </a:lnTo>
                <a:lnTo>
                  <a:pt x="1133348" y="113860"/>
                </a:lnTo>
                <a:lnTo>
                  <a:pt x="1132606" y="113182"/>
                </a:lnTo>
                <a:lnTo>
                  <a:pt x="1131882" y="112487"/>
                </a:lnTo>
                <a:lnTo>
                  <a:pt x="1131177" y="111774"/>
                </a:lnTo>
                <a:lnTo>
                  <a:pt x="1130491" y="111044"/>
                </a:lnTo>
                <a:lnTo>
                  <a:pt x="1129824" y="110297"/>
                </a:lnTo>
                <a:lnTo>
                  <a:pt x="1129175" y="109533"/>
                </a:lnTo>
                <a:lnTo>
                  <a:pt x="1128545" y="108751"/>
                </a:lnTo>
                <a:lnTo>
                  <a:pt x="1127933" y="107952"/>
                </a:lnTo>
                <a:lnTo>
                  <a:pt x="1127341" y="107136"/>
                </a:lnTo>
                <a:lnTo>
                  <a:pt x="1126766" y="106302"/>
                </a:lnTo>
                <a:lnTo>
                  <a:pt x="1126211" y="105452"/>
                </a:lnTo>
                <a:lnTo>
                  <a:pt x="1125674" y="104583"/>
                </a:lnTo>
                <a:lnTo>
                  <a:pt x="1125156" y="103698"/>
                </a:lnTo>
                <a:lnTo>
                  <a:pt x="1124657" y="102795"/>
                </a:lnTo>
                <a:lnTo>
                  <a:pt x="1124176" y="101875"/>
                </a:lnTo>
                <a:lnTo>
                  <a:pt x="1123714" y="100938"/>
                </a:lnTo>
                <a:lnTo>
                  <a:pt x="1123270" y="99983"/>
                </a:lnTo>
                <a:lnTo>
                  <a:pt x="1122845" y="99011"/>
                </a:lnTo>
                <a:lnTo>
                  <a:pt x="1122439" y="98022"/>
                </a:lnTo>
                <a:lnTo>
                  <a:pt x="1122052" y="97015"/>
                </a:lnTo>
                <a:lnTo>
                  <a:pt x="1121682" y="95996"/>
                </a:lnTo>
                <a:lnTo>
                  <a:pt x="1121327" y="94967"/>
                </a:lnTo>
                <a:lnTo>
                  <a:pt x="1120988" y="93929"/>
                </a:lnTo>
                <a:lnTo>
                  <a:pt x="1120665" y="92882"/>
                </a:lnTo>
                <a:lnTo>
                  <a:pt x="1120358" y="91826"/>
                </a:lnTo>
                <a:lnTo>
                  <a:pt x="1120067" y="90761"/>
                </a:lnTo>
                <a:lnTo>
                  <a:pt x="1119791" y="89686"/>
                </a:lnTo>
                <a:lnTo>
                  <a:pt x="1119531" y="88603"/>
                </a:lnTo>
                <a:lnTo>
                  <a:pt x="1119287" y="87511"/>
                </a:lnTo>
                <a:lnTo>
                  <a:pt x="1119058" y="86409"/>
                </a:lnTo>
                <a:lnTo>
                  <a:pt x="1118846" y="85299"/>
                </a:lnTo>
                <a:lnTo>
                  <a:pt x="1118649" y="84179"/>
                </a:lnTo>
                <a:lnTo>
                  <a:pt x="1118467" y="83051"/>
                </a:lnTo>
                <a:lnTo>
                  <a:pt x="1118302" y="81913"/>
                </a:lnTo>
                <a:lnTo>
                  <a:pt x="1118152" y="80766"/>
                </a:lnTo>
                <a:lnTo>
                  <a:pt x="1118018" y="79610"/>
                </a:lnTo>
                <a:lnTo>
                  <a:pt x="1117900" y="78445"/>
                </a:lnTo>
                <a:lnTo>
                  <a:pt x="1117798" y="77271"/>
                </a:lnTo>
                <a:lnTo>
                  <a:pt x="1117711" y="76088"/>
                </a:lnTo>
                <a:lnTo>
                  <a:pt x="1117640" y="74896"/>
                </a:lnTo>
                <a:lnTo>
                  <a:pt x="1117585" y="73695"/>
                </a:lnTo>
                <a:lnTo>
                  <a:pt x="1117546" y="72484"/>
                </a:lnTo>
                <a:lnTo>
                  <a:pt x="1117522" y="71265"/>
                </a:lnTo>
                <a:lnTo>
                  <a:pt x="1117514" y="70036"/>
                </a:lnTo>
                <a:lnTo>
                  <a:pt x="1117522" y="68800"/>
                </a:lnTo>
                <a:lnTo>
                  <a:pt x="1117546" y="67573"/>
                </a:lnTo>
                <a:lnTo>
                  <a:pt x="1117585" y="66355"/>
                </a:lnTo>
                <a:lnTo>
                  <a:pt x="1117640" y="65147"/>
                </a:lnTo>
                <a:lnTo>
                  <a:pt x="1117711" y="63948"/>
                </a:lnTo>
                <a:lnTo>
                  <a:pt x="1117798" y="62758"/>
                </a:lnTo>
                <a:lnTo>
                  <a:pt x="1117900" y="61578"/>
                </a:lnTo>
                <a:lnTo>
                  <a:pt x="1118018" y="60408"/>
                </a:lnTo>
                <a:lnTo>
                  <a:pt x="1118152" y="59247"/>
                </a:lnTo>
                <a:lnTo>
                  <a:pt x="1118302" y="58095"/>
                </a:lnTo>
                <a:lnTo>
                  <a:pt x="1118467" y="56952"/>
                </a:lnTo>
                <a:lnTo>
                  <a:pt x="1118649" y="55820"/>
                </a:lnTo>
                <a:lnTo>
                  <a:pt x="1118846" y="54696"/>
                </a:lnTo>
                <a:lnTo>
                  <a:pt x="1119058" y="53582"/>
                </a:lnTo>
                <a:lnTo>
                  <a:pt x="1119287" y="52477"/>
                </a:lnTo>
                <a:lnTo>
                  <a:pt x="1119531" y="51382"/>
                </a:lnTo>
                <a:lnTo>
                  <a:pt x="1119791" y="50296"/>
                </a:lnTo>
                <a:lnTo>
                  <a:pt x="1120067" y="49220"/>
                </a:lnTo>
                <a:lnTo>
                  <a:pt x="1120358" y="48153"/>
                </a:lnTo>
                <a:lnTo>
                  <a:pt x="1120665" y="47095"/>
                </a:lnTo>
                <a:lnTo>
                  <a:pt x="1120988" y="46047"/>
                </a:lnTo>
                <a:lnTo>
                  <a:pt x="1121327" y="45008"/>
                </a:lnTo>
                <a:lnTo>
                  <a:pt x="1121682" y="43979"/>
                </a:lnTo>
                <a:lnTo>
                  <a:pt x="1122052" y="42959"/>
                </a:lnTo>
                <a:lnTo>
                  <a:pt x="1122439" y="41952"/>
                </a:lnTo>
                <a:lnTo>
                  <a:pt x="1122845" y="40963"/>
                </a:lnTo>
                <a:lnTo>
                  <a:pt x="1123270" y="39990"/>
                </a:lnTo>
                <a:lnTo>
                  <a:pt x="1123714" y="39035"/>
                </a:lnTo>
                <a:lnTo>
                  <a:pt x="1124176" y="38097"/>
                </a:lnTo>
                <a:lnTo>
                  <a:pt x="1124657" y="37176"/>
                </a:lnTo>
                <a:lnTo>
                  <a:pt x="1125156" y="36272"/>
                </a:lnTo>
                <a:lnTo>
                  <a:pt x="1125674" y="35385"/>
                </a:lnTo>
                <a:lnTo>
                  <a:pt x="1126211" y="34516"/>
                </a:lnTo>
                <a:lnTo>
                  <a:pt x="1126766" y="33663"/>
                </a:lnTo>
                <a:lnTo>
                  <a:pt x="1127341" y="32828"/>
                </a:lnTo>
                <a:lnTo>
                  <a:pt x="1127933" y="32010"/>
                </a:lnTo>
                <a:lnTo>
                  <a:pt x="1128545" y="31208"/>
                </a:lnTo>
                <a:lnTo>
                  <a:pt x="1129175" y="30424"/>
                </a:lnTo>
                <a:lnTo>
                  <a:pt x="1129824" y="29658"/>
                </a:lnTo>
                <a:lnTo>
                  <a:pt x="1130491" y="28908"/>
                </a:lnTo>
                <a:lnTo>
                  <a:pt x="1131177" y="28175"/>
                </a:lnTo>
                <a:lnTo>
                  <a:pt x="1131882" y="27460"/>
                </a:lnTo>
                <a:lnTo>
                  <a:pt x="1132606" y="26761"/>
                </a:lnTo>
                <a:lnTo>
                  <a:pt x="1133348" y="26080"/>
                </a:lnTo>
                <a:lnTo>
                  <a:pt x="1134109" y="25416"/>
                </a:lnTo>
                <a:lnTo>
                  <a:pt x="1134888" y="24769"/>
                </a:lnTo>
                <a:lnTo>
                  <a:pt x="1135686" y="24139"/>
                </a:lnTo>
                <a:lnTo>
                  <a:pt x="1136503" y="23526"/>
                </a:lnTo>
                <a:lnTo>
                  <a:pt x="1137340" y="22935"/>
                </a:lnTo>
                <a:lnTo>
                  <a:pt x="1138197" y="22368"/>
                </a:lnTo>
                <a:lnTo>
                  <a:pt x="1139076" y="21827"/>
                </a:lnTo>
                <a:lnTo>
                  <a:pt x="1139976" y="21311"/>
                </a:lnTo>
                <a:lnTo>
                  <a:pt x="1140897" y="20820"/>
                </a:lnTo>
                <a:lnTo>
                  <a:pt x="1141839" y="20354"/>
                </a:lnTo>
                <a:lnTo>
                  <a:pt x="1142802" y="19914"/>
                </a:lnTo>
                <a:lnTo>
                  <a:pt x="1143786" y="19498"/>
                </a:lnTo>
                <a:lnTo>
                  <a:pt x="1144791" y="19108"/>
                </a:lnTo>
                <a:lnTo>
                  <a:pt x="1145818" y="18743"/>
                </a:lnTo>
                <a:lnTo>
                  <a:pt x="1146865" y="18403"/>
                </a:lnTo>
                <a:lnTo>
                  <a:pt x="1147933" y="18089"/>
                </a:lnTo>
                <a:lnTo>
                  <a:pt x="1149023" y="17799"/>
                </a:lnTo>
                <a:lnTo>
                  <a:pt x="1150133" y="17535"/>
                </a:lnTo>
                <a:lnTo>
                  <a:pt x="1151265" y="17296"/>
                </a:lnTo>
                <a:lnTo>
                  <a:pt x="1152417" y="17082"/>
                </a:lnTo>
                <a:lnTo>
                  <a:pt x="1153591" y="16893"/>
                </a:lnTo>
                <a:lnTo>
                  <a:pt x="1154786" y="16729"/>
                </a:lnTo>
                <a:lnTo>
                  <a:pt x="1156002" y="16591"/>
                </a:lnTo>
                <a:lnTo>
                  <a:pt x="1157239" y="16477"/>
                </a:lnTo>
                <a:lnTo>
                  <a:pt x="1158497" y="16389"/>
                </a:lnTo>
                <a:lnTo>
                  <a:pt x="1159776" y="16326"/>
                </a:lnTo>
                <a:lnTo>
                  <a:pt x="1161076" y="16289"/>
                </a:lnTo>
                <a:lnTo>
                  <a:pt x="1162397" y="16276"/>
                </a:lnTo>
                <a:lnTo>
                  <a:pt x="1163718" y="16289"/>
                </a:lnTo>
                <a:lnTo>
                  <a:pt x="1165018" y="16326"/>
                </a:lnTo>
                <a:lnTo>
                  <a:pt x="1166296" y="16389"/>
                </a:lnTo>
                <a:lnTo>
                  <a:pt x="1167554" y="16477"/>
                </a:lnTo>
                <a:lnTo>
                  <a:pt x="1168790" y="16591"/>
                </a:lnTo>
                <a:lnTo>
                  <a:pt x="1170005" y="16729"/>
                </a:lnTo>
                <a:lnTo>
                  <a:pt x="1171198" y="16893"/>
                </a:lnTo>
                <a:lnTo>
                  <a:pt x="1172371" y="17082"/>
                </a:lnTo>
                <a:lnTo>
                  <a:pt x="1173522" y="17296"/>
                </a:lnTo>
                <a:lnTo>
                  <a:pt x="1174652" y="17535"/>
                </a:lnTo>
                <a:lnTo>
                  <a:pt x="1175760" y="17799"/>
                </a:lnTo>
                <a:lnTo>
                  <a:pt x="1176848" y="18089"/>
                </a:lnTo>
                <a:lnTo>
                  <a:pt x="1177914" y="18403"/>
                </a:lnTo>
                <a:lnTo>
                  <a:pt x="1178959" y="18743"/>
                </a:lnTo>
                <a:lnTo>
                  <a:pt x="1179983" y="19108"/>
                </a:lnTo>
                <a:lnTo>
                  <a:pt x="1180985" y="19498"/>
                </a:lnTo>
                <a:lnTo>
                  <a:pt x="1181967" y="19914"/>
                </a:lnTo>
                <a:lnTo>
                  <a:pt x="1182927" y="20354"/>
                </a:lnTo>
                <a:lnTo>
                  <a:pt x="1183866" y="20820"/>
                </a:lnTo>
                <a:lnTo>
                  <a:pt x="1184783" y="21311"/>
                </a:lnTo>
                <a:lnTo>
                  <a:pt x="1185680" y="21827"/>
                </a:lnTo>
                <a:lnTo>
                  <a:pt x="1186555" y="22368"/>
                </a:lnTo>
                <a:lnTo>
                  <a:pt x="1187409" y="22935"/>
                </a:lnTo>
                <a:lnTo>
                  <a:pt x="1188241" y="23526"/>
                </a:lnTo>
                <a:lnTo>
                  <a:pt x="1189054" y="24139"/>
                </a:lnTo>
                <a:lnTo>
                  <a:pt x="1189849" y="24769"/>
                </a:lnTo>
                <a:lnTo>
                  <a:pt x="1190625" y="25416"/>
                </a:lnTo>
                <a:lnTo>
                  <a:pt x="1191383" y="26080"/>
                </a:lnTo>
                <a:lnTo>
                  <a:pt x="1192122" y="26761"/>
                </a:lnTo>
                <a:lnTo>
                  <a:pt x="1192844" y="27460"/>
                </a:lnTo>
                <a:lnTo>
                  <a:pt x="1193546" y="28175"/>
                </a:lnTo>
                <a:lnTo>
                  <a:pt x="1194231" y="28908"/>
                </a:lnTo>
                <a:lnTo>
                  <a:pt x="1194897" y="29658"/>
                </a:lnTo>
                <a:lnTo>
                  <a:pt x="1195545" y="30424"/>
                </a:lnTo>
                <a:lnTo>
                  <a:pt x="1196175" y="31208"/>
                </a:lnTo>
                <a:lnTo>
                  <a:pt x="1196786" y="32010"/>
                </a:lnTo>
                <a:lnTo>
                  <a:pt x="1197379" y="32828"/>
                </a:lnTo>
                <a:lnTo>
                  <a:pt x="1197954" y="33663"/>
                </a:lnTo>
                <a:lnTo>
                  <a:pt x="1198510" y="34516"/>
                </a:lnTo>
                <a:lnTo>
                  <a:pt x="1199048" y="35385"/>
                </a:lnTo>
                <a:lnTo>
                  <a:pt x="1199568" y="36272"/>
                </a:lnTo>
                <a:lnTo>
                  <a:pt x="1200069" y="37176"/>
                </a:lnTo>
                <a:lnTo>
                  <a:pt x="1200552" y="38097"/>
                </a:lnTo>
                <a:lnTo>
                  <a:pt x="1201017" y="39035"/>
                </a:lnTo>
                <a:lnTo>
                  <a:pt x="1201463" y="39990"/>
                </a:lnTo>
                <a:lnTo>
                  <a:pt x="1201891" y="40963"/>
                </a:lnTo>
                <a:lnTo>
                  <a:pt x="1202301" y="41952"/>
                </a:lnTo>
                <a:lnTo>
                  <a:pt x="1202692" y="42959"/>
                </a:lnTo>
                <a:lnTo>
                  <a:pt x="1203067" y="43979"/>
                </a:lnTo>
                <a:lnTo>
                  <a:pt x="1203425" y="45008"/>
                </a:lnTo>
                <a:lnTo>
                  <a:pt x="1203767" y="46047"/>
                </a:lnTo>
                <a:lnTo>
                  <a:pt x="1204094" y="47095"/>
                </a:lnTo>
                <a:lnTo>
                  <a:pt x="1204404" y="48153"/>
                </a:lnTo>
                <a:lnTo>
                  <a:pt x="1204699" y="49220"/>
                </a:lnTo>
                <a:lnTo>
                  <a:pt x="1204978" y="50296"/>
                </a:lnTo>
                <a:lnTo>
                  <a:pt x="1205241" y="51382"/>
                </a:lnTo>
                <a:lnTo>
                  <a:pt x="1205488" y="52477"/>
                </a:lnTo>
                <a:lnTo>
                  <a:pt x="1205718" y="53582"/>
                </a:lnTo>
                <a:lnTo>
                  <a:pt x="1205933" y="54696"/>
                </a:lnTo>
                <a:lnTo>
                  <a:pt x="1206133" y="55820"/>
                </a:lnTo>
                <a:lnTo>
                  <a:pt x="1206316" y="56952"/>
                </a:lnTo>
                <a:lnTo>
                  <a:pt x="1206483" y="58095"/>
                </a:lnTo>
                <a:lnTo>
                  <a:pt x="1206634" y="59247"/>
                </a:lnTo>
                <a:lnTo>
                  <a:pt x="1206770" y="60408"/>
                </a:lnTo>
                <a:lnTo>
                  <a:pt x="1206889" y="61578"/>
                </a:lnTo>
                <a:lnTo>
                  <a:pt x="1206993" y="62758"/>
                </a:lnTo>
                <a:lnTo>
                  <a:pt x="1207080" y="63948"/>
                </a:lnTo>
                <a:lnTo>
                  <a:pt x="1207152" y="65147"/>
                </a:lnTo>
                <a:lnTo>
                  <a:pt x="1207208" y="66355"/>
                </a:lnTo>
                <a:lnTo>
                  <a:pt x="1207247" y="67573"/>
                </a:lnTo>
                <a:lnTo>
                  <a:pt x="1207271" y="68800"/>
                </a:lnTo>
                <a:lnTo>
                  <a:pt x="1207279" y="70036"/>
                </a:lnTo>
                <a:lnTo>
                  <a:pt x="1207271" y="71265"/>
                </a:lnTo>
                <a:lnTo>
                  <a:pt x="1207247" y="72484"/>
                </a:lnTo>
                <a:lnTo>
                  <a:pt x="1207208" y="73695"/>
                </a:lnTo>
                <a:lnTo>
                  <a:pt x="1207152" y="74896"/>
                </a:lnTo>
                <a:lnTo>
                  <a:pt x="1207080" y="76088"/>
                </a:lnTo>
                <a:lnTo>
                  <a:pt x="1206993" y="77271"/>
                </a:lnTo>
                <a:lnTo>
                  <a:pt x="1206889" y="78445"/>
                </a:lnTo>
                <a:lnTo>
                  <a:pt x="1206770" y="79610"/>
                </a:lnTo>
                <a:lnTo>
                  <a:pt x="1206634" y="80766"/>
                </a:lnTo>
                <a:lnTo>
                  <a:pt x="1206483" y="81913"/>
                </a:lnTo>
                <a:lnTo>
                  <a:pt x="1206316" y="83051"/>
                </a:lnTo>
                <a:lnTo>
                  <a:pt x="1206133" y="84179"/>
                </a:lnTo>
                <a:lnTo>
                  <a:pt x="1205933" y="85299"/>
                </a:lnTo>
                <a:lnTo>
                  <a:pt x="1205718" y="86409"/>
                </a:lnTo>
                <a:lnTo>
                  <a:pt x="1205488" y="87511"/>
                </a:lnTo>
                <a:lnTo>
                  <a:pt x="1205241" y="88603"/>
                </a:lnTo>
                <a:lnTo>
                  <a:pt x="1204978" y="89686"/>
                </a:lnTo>
                <a:lnTo>
                  <a:pt x="1204699" y="90761"/>
                </a:lnTo>
                <a:lnTo>
                  <a:pt x="1204404" y="91826"/>
                </a:lnTo>
                <a:lnTo>
                  <a:pt x="1204094" y="92882"/>
                </a:lnTo>
                <a:lnTo>
                  <a:pt x="1203767" y="93929"/>
                </a:lnTo>
                <a:lnTo>
                  <a:pt x="1203425" y="94967"/>
                </a:lnTo>
                <a:lnTo>
                  <a:pt x="1203067" y="95996"/>
                </a:lnTo>
                <a:lnTo>
                  <a:pt x="1202692" y="97015"/>
                </a:lnTo>
                <a:lnTo>
                  <a:pt x="1202301" y="98022"/>
                </a:lnTo>
                <a:lnTo>
                  <a:pt x="1201891" y="99011"/>
                </a:lnTo>
                <a:lnTo>
                  <a:pt x="1201463" y="99983"/>
                </a:lnTo>
                <a:lnTo>
                  <a:pt x="1201017" y="100938"/>
                </a:lnTo>
                <a:lnTo>
                  <a:pt x="1200552" y="101875"/>
                </a:lnTo>
                <a:lnTo>
                  <a:pt x="1200069" y="102795"/>
                </a:lnTo>
                <a:lnTo>
                  <a:pt x="1199568" y="103698"/>
                </a:lnTo>
                <a:lnTo>
                  <a:pt x="1199048" y="104583"/>
                </a:lnTo>
                <a:lnTo>
                  <a:pt x="1198510" y="105452"/>
                </a:lnTo>
                <a:lnTo>
                  <a:pt x="1197954" y="106302"/>
                </a:lnTo>
                <a:lnTo>
                  <a:pt x="1197379" y="107136"/>
                </a:lnTo>
                <a:lnTo>
                  <a:pt x="1196786" y="107952"/>
                </a:lnTo>
                <a:lnTo>
                  <a:pt x="1196175" y="108751"/>
                </a:lnTo>
                <a:lnTo>
                  <a:pt x="1195545" y="109533"/>
                </a:lnTo>
                <a:lnTo>
                  <a:pt x="1194897" y="110297"/>
                </a:lnTo>
                <a:lnTo>
                  <a:pt x="1194231" y="111044"/>
                </a:lnTo>
                <a:lnTo>
                  <a:pt x="1193546" y="111774"/>
                </a:lnTo>
                <a:lnTo>
                  <a:pt x="1192844" y="112487"/>
                </a:lnTo>
                <a:lnTo>
                  <a:pt x="1192122" y="113182"/>
                </a:lnTo>
                <a:lnTo>
                  <a:pt x="1191383" y="113860"/>
                </a:lnTo>
                <a:lnTo>
                  <a:pt x="1190625" y="114521"/>
                </a:lnTo>
                <a:lnTo>
                  <a:pt x="1189849" y="115164"/>
                </a:lnTo>
                <a:lnTo>
                  <a:pt x="1189054" y="115790"/>
                </a:lnTo>
                <a:lnTo>
                  <a:pt x="1188241" y="116399"/>
                </a:lnTo>
                <a:lnTo>
                  <a:pt x="1187409" y="116986"/>
                </a:lnTo>
                <a:lnTo>
                  <a:pt x="1186555" y="117549"/>
                </a:lnTo>
                <a:lnTo>
                  <a:pt x="1185680" y="118086"/>
                </a:lnTo>
                <a:lnTo>
                  <a:pt x="1184783" y="118599"/>
                </a:lnTo>
                <a:lnTo>
                  <a:pt x="1183866" y="119086"/>
                </a:lnTo>
                <a:lnTo>
                  <a:pt x="1182927" y="119549"/>
                </a:lnTo>
                <a:lnTo>
                  <a:pt x="1181967" y="119987"/>
                </a:lnTo>
                <a:lnTo>
                  <a:pt x="1180985" y="120399"/>
                </a:lnTo>
                <a:lnTo>
                  <a:pt x="1179983" y="120787"/>
                </a:lnTo>
                <a:lnTo>
                  <a:pt x="1178959" y="121149"/>
                </a:lnTo>
                <a:lnTo>
                  <a:pt x="1177914" y="121487"/>
                </a:lnTo>
                <a:lnTo>
                  <a:pt x="1176848" y="121799"/>
                </a:lnTo>
                <a:lnTo>
                  <a:pt x="1175760" y="122087"/>
                </a:lnTo>
                <a:lnTo>
                  <a:pt x="1174652" y="122349"/>
                </a:lnTo>
                <a:lnTo>
                  <a:pt x="1173522" y="122587"/>
                </a:lnTo>
                <a:lnTo>
                  <a:pt x="1172371" y="122799"/>
                </a:lnTo>
                <a:lnTo>
                  <a:pt x="1171198" y="122987"/>
                </a:lnTo>
                <a:lnTo>
                  <a:pt x="1170005" y="123149"/>
                </a:lnTo>
                <a:lnTo>
                  <a:pt x="1168790" y="123287"/>
                </a:lnTo>
                <a:lnTo>
                  <a:pt x="1167554" y="123399"/>
                </a:lnTo>
                <a:lnTo>
                  <a:pt x="1166296" y="123487"/>
                </a:lnTo>
                <a:lnTo>
                  <a:pt x="1165018" y="123550"/>
                </a:lnTo>
                <a:lnTo>
                  <a:pt x="1163718" y="123587"/>
                </a:lnTo>
                <a:lnTo>
                  <a:pt x="1162397" y="123600"/>
                </a:lnTo>
                <a:lnTo>
                  <a:pt x="1161076" y="123587"/>
                </a:lnTo>
                <a:lnTo>
                  <a:pt x="1159776" y="123550"/>
                </a:lnTo>
                <a:lnTo>
                  <a:pt x="1158497" y="123487"/>
                </a:lnTo>
                <a:lnTo>
                  <a:pt x="1157239" y="123399"/>
                </a:lnTo>
                <a:close/>
                <a:moveTo>
                  <a:pt x="815507" y="122999"/>
                </a:moveTo>
                <a:lnTo>
                  <a:pt x="814809" y="122973"/>
                </a:lnTo>
                <a:lnTo>
                  <a:pt x="814134" y="122930"/>
                </a:lnTo>
                <a:lnTo>
                  <a:pt x="813480" y="122869"/>
                </a:lnTo>
                <a:lnTo>
                  <a:pt x="812850" y="122791"/>
                </a:lnTo>
                <a:lnTo>
                  <a:pt x="812242" y="122696"/>
                </a:lnTo>
                <a:lnTo>
                  <a:pt x="811656" y="122583"/>
                </a:lnTo>
                <a:lnTo>
                  <a:pt x="811092" y="122453"/>
                </a:lnTo>
                <a:lnTo>
                  <a:pt x="810552" y="122306"/>
                </a:lnTo>
                <a:lnTo>
                  <a:pt x="810033" y="122142"/>
                </a:lnTo>
                <a:lnTo>
                  <a:pt x="809537" y="121960"/>
                </a:lnTo>
                <a:lnTo>
                  <a:pt x="809063" y="121761"/>
                </a:lnTo>
                <a:lnTo>
                  <a:pt x="808612" y="121544"/>
                </a:lnTo>
                <a:lnTo>
                  <a:pt x="808184" y="121310"/>
                </a:lnTo>
                <a:lnTo>
                  <a:pt x="807777" y="121059"/>
                </a:lnTo>
                <a:lnTo>
                  <a:pt x="807393" y="120791"/>
                </a:lnTo>
                <a:lnTo>
                  <a:pt x="807032" y="120505"/>
                </a:lnTo>
                <a:lnTo>
                  <a:pt x="806693" y="120202"/>
                </a:lnTo>
                <a:lnTo>
                  <a:pt x="806376" y="119882"/>
                </a:lnTo>
                <a:lnTo>
                  <a:pt x="806082" y="119544"/>
                </a:lnTo>
                <a:lnTo>
                  <a:pt x="805811" y="119189"/>
                </a:lnTo>
                <a:lnTo>
                  <a:pt x="805561" y="118817"/>
                </a:lnTo>
                <a:lnTo>
                  <a:pt x="805334" y="118427"/>
                </a:lnTo>
                <a:lnTo>
                  <a:pt x="805130" y="118020"/>
                </a:lnTo>
                <a:lnTo>
                  <a:pt x="804941" y="117597"/>
                </a:lnTo>
                <a:lnTo>
                  <a:pt x="804760" y="117158"/>
                </a:lnTo>
                <a:lnTo>
                  <a:pt x="804587" y="116705"/>
                </a:lnTo>
                <a:lnTo>
                  <a:pt x="804422" y="116236"/>
                </a:lnTo>
                <a:lnTo>
                  <a:pt x="804265" y="115752"/>
                </a:lnTo>
                <a:lnTo>
                  <a:pt x="804116" y="115253"/>
                </a:lnTo>
                <a:lnTo>
                  <a:pt x="803975" y="114739"/>
                </a:lnTo>
                <a:lnTo>
                  <a:pt x="803842" y="114209"/>
                </a:lnTo>
                <a:lnTo>
                  <a:pt x="803717" y="113665"/>
                </a:lnTo>
                <a:lnTo>
                  <a:pt x="803601" y="113105"/>
                </a:lnTo>
                <a:lnTo>
                  <a:pt x="803492" y="112530"/>
                </a:lnTo>
                <a:lnTo>
                  <a:pt x="803391" y="111940"/>
                </a:lnTo>
                <a:lnTo>
                  <a:pt x="803299" y="111334"/>
                </a:lnTo>
                <a:lnTo>
                  <a:pt x="803214" y="110714"/>
                </a:lnTo>
                <a:lnTo>
                  <a:pt x="803138" y="110078"/>
                </a:lnTo>
                <a:lnTo>
                  <a:pt x="803070" y="109427"/>
                </a:lnTo>
                <a:lnTo>
                  <a:pt x="803009" y="108761"/>
                </a:lnTo>
                <a:lnTo>
                  <a:pt x="802957" y="108080"/>
                </a:lnTo>
                <a:lnTo>
                  <a:pt x="802913" y="107383"/>
                </a:lnTo>
                <a:lnTo>
                  <a:pt x="802876" y="106672"/>
                </a:lnTo>
                <a:lnTo>
                  <a:pt x="802848" y="105945"/>
                </a:lnTo>
                <a:lnTo>
                  <a:pt x="802828" y="105203"/>
                </a:lnTo>
                <a:lnTo>
                  <a:pt x="802816" y="104446"/>
                </a:lnTo>
                <a:lnTo>
                  <a:pt x="802812" y="103674"/>
                </a:lnTo>
                <a:lnTo>
                  <a:pt x="802812" y="50604"/>
                </a:lnTo>
                <a:lnTo>
                  <a:pt x="826486" y="50604"/>
                </a:lnTo>
                <a:lnTo>
                  <a:pt x="826486" y="37287"/>
                </a:lnTo>
                <a:lnTo>
                  <a:pt x="802812" y="37287"/>
                </a:lnTo>
                <a:lnTo>
                  <a:pt x="802812" y="15290"/>
                </a:lnTo>
                <a:lnTo>
                  <a:pt x="786437" y="15290"/>
                </a:lnTo>
                <a:lnTo>
                  <a:pt x="786437" y="37287"/>
                </a:lnTo>
                <a:lnTo>
                  <a:pt x="770358" y="37287"/>
                </a:lnTo>
                <a:lnTo>
                  <a:pt x="770358" y="50604"/>
                </a:lnTo>
                <a:lnTo>
                  <a:pt x="786437" y="50604"/>
                </a:lnTo>
                <a:lnTo>
                  <a:pt x="786437" y="104142"/>
                </a:lnTo>
                <a:lnTo>
                  <a:pt x="786441" y="104980"/>
                </a:lnTo>
                <a:lnTo>
                  <a:pt x="786453" y="105808"/>
                </a:lnTo>
                <a:lnTo>
                  <a:pt x="786473" y="106625"/>
                </a:lnTo>
                <a:lnTo>
                  <a:pt x="786502" y="107433"/>
                </a:lnTo>
                <a:lnTo>
                  <a:pt x="786538" y="108230"/>
                </a:lnTo>
                <a:lnTo>
                  <a:pt x="786582" y="109017"/>
                </a:lnTo>
                <a:lnTo>
                  <a:pt x="786634" y="109794"/>
                </a:lnTo>
                <a:lnTo>
                  <a:pt x="786695" y="110562"/>
                </a:lnTo>
                <a:lnTo>
                  <a:pt x="786763" y="111318"/>
                </a:lnTo>
                <a:lnTo>
                  <a:pt x="786840" y="112065"/>
                </a:lnTo>
                <a:lnTo>
                  <a:pt x="786924" y="112802"/>
                </a:lnTo>
                <a:lnTo>
                  <a:pt x="787017" y="113529"/>
                </a:lnTo>
                <a:lnTo>
                  <a:pt x="787117" y="114245"/>
                </a:lnTo>
                <a:lnTo>
                  <a:pt x="787226" y="114952"/>
                </a:lnTo>
                <a:lnTo>
                  <a:pt x="787343" y="115648"/>
                </a:lnTo>
                <a:lnTo>
                  <a:pt x="787468" y="116334"/>
                </a:lnTo>
                <a:lnTo>
                  <a:pt x="787600" y="117010"/>
                </a:lnTo>
                <a:lnTo>
                  <a:pt x="787741" y="117676"/>
                </a:lnTo>
                <a:lnTo>
                  <a:pt x="787890" y="118332"/>
                </a:lnTo>
                <a:lnTo>
                  <a:pt x="788047" y="118978"/>
                </a:lnTo>
                <a:lnTo>
                  <a:pt x="788212" y="119614"/>
                </a:lnTo>
                <a:lnTo>
                  <a:pt x="788385" y="120239"/>
                </a:lnTo>
                <a:lnTo>
                  <a:pt x="788566" y="120855"/>
                </a:lnTo>
                <a:lnTo>
                  <a:pt x="788755" y="121460"/>
                </a:lnTo>
                <a:lnTo>
                  <a:pt x="788955" y="122054"/>
                </a:lnTo>
                <a:lnTo>
                  <a:pt x="789169" y="122637"/>
                </a:lnTo>
                <a:lnTo>
                  <a:pt x="789396" y="123208"/>
                </a:lnTo>
                <a:lnTo>
                  <a:pt x="789636" y="123767"/>
                </a:lnTo>
                <a:lnTo>
                  <a:pt x="789890" y="124314"/>
                </a:lnTo>
                <a:lnTo>
                  <a:pt x="790158" y="124850"/>
                </a:lnTo>
                <a:lnTo>
                  <a:pt x="790439" y="125374"/>
                </a:lnTo>
                <a:lnTo>
                  <a:pt x="790734" y="125886"/>
                </a:lnTo>
                <a:lnTo>
                  <a:pt x="791042" y="126387"/>
                </a:lnTo>
                <a:lnTo>
                  <a:pt x="791364" y="126876"/>
                </a:lnTo>
                <a:lnTo>
                  <a:pt x="791699" y="127353"/>
                </a:lnTo>
                <a:lnTo>
                  <a:pt x="792048" y="127819"/>
                </a:lnTo>
                <a:lnTo>
                  <a:pt x="792410" y="128273"/>
                </a:lnTo>
                <a:lnTo>
                  <a:pt x="792786" y="128715"/>
                </a:lnTo>
                <a:lnTo>
                  <a:pt x="793175" y="129145"/>
                </a:lnTo>
                <a:lnTo>
                  <a:pt x="793578" y="129564"/>
                </a:lnTo>
                <a:lnTo>
                  <a:pt x="793994" y="129971"/>
                </a:lnTo>
                <a:lnTo>
                  <a:pt x="794424" y="130366"/>
                </a:lnTo>
                <a:lnTo>
                  <a:pt x="794868" y="130750"/>
                </a:lnTo>
                <a:lnTo>
                  <a:pt x="795325" y="131122"/>
                </a:lnTo>
                <a:lnTo>
                  <a:pt x="795795" y="131482"/>
                </a:lnTo>
                <a:lnTo>
                  <a:pt x="796279" y="131831"/>
                </a:lnTo>
                <a:lnTo>
                  <a:pt x="796777" y="132168"/>
                </a:lnTo>
                <a:lnTo>
                  <a:pt x="797288" y="132493"/>
                </a:lnTo>
                <a:lnTo>
                  <a:pt x="797815" y="132805"/>
                </a:lnTo>
                <a:lnTo>
                  <a:pt x="798361" y="133105"/>
                </a:lnTo>
                <a:lnTo>
                  <a:pt x="798926" y="133391"/>
                </a:lnTo>
                <a:lnTo>
                  <a:pt x="799510" y="133664"/>
                </a:lnTo>
                <a:lnTo>
                  <a:pt x="800113" y="133923"/>
                </a:lnTo>
                <a:lnTo>
                  <a:pt x="800734" y="134169"/>
                </a:lnTo>
                <a:lnTo>
                  <a:pt x="801375" y="134402"/>
                </a:lnTo>
                <a:lnTo>
                  <a:pt x="802034" y="134621"/>
                </a:lnTo>
                <a:lnTo>
                  <a:pt x="802712" y="134828"/>
                </a:lnTo>
                <a:lnTo>
                  <a:pt x="803409" y="135021"/>
                </a:lnTo>
                <a:lnTo>
                  <a:pt x="804124" y="135200"/>
                </a:lnTo>
                <a:lnTo>
                  <a:pt x="804859" y="135367"/>
                </a:lnTo>
                <a:lnTo>
                  <a:pt x="805612" y="135520"/>
                </a:lnTo>
                <a:lnTo>
                  <a:pt x="806384" y="135659"/>
                </a:lnTo>
                <a:lnTo>
                  <a:pt x="807175" y="135786"/>
                </a:lnTo>
                <a:lnTo>
                  <a:pt x="807985" y="135899"/>
                </a:lnTo>
                <a:lnTo>
                  <a:pt x="808814" y="135998"/>
                </a:lnTo>
                <a:lnTo>
                  <a:pt x="809661" y="136085"/>
                </a:lnTo>
                <a:lnTo>
                  <a:pt x="810528" y="136158"/>
                </a:lnTo>
                <a:lnTo>
                  <a:pt x="811413" y="136218"/>
                </a:lnTo>
                <a:lnTo>
                  <a:pt x="812317" y="136265"/>
                </a:lnTo>
                <a:lnTo>
                  <a:pt x="813240" y="136298"/>
                </a:lnTo>
                <a:lnTo>
                  <a:pt x="814182" y="136318"/>
                </a:lnTo>
                <a:lnTo>
                  <a:pt x="815142" y="136324"/>
                </a:lnTo>
                <a:lnTo>
                  <a:pt x="826684" y="136324"/>
                </a:lnTo>
                <a:lnTo>
                  <a:pt x="826684" y="123008"/>
                </a:lnTo>
                <a:lnTo>
                  <a:pt x="816227" y="123008"/>
                </a:lnTo>
                <a:lnTo>
                  <a:pt x="815507" y="122999"/>
                </a:lnTo>
                <a:close/>
                <a:moveTo>
                  <a:pt x="567860" y="138052"/>
                </a:moveTo>
                <a:lnTo>
                  <a:pt x="568517" y="138025"/>
                </a:lnTo>
                <a:lnTo>
                  <a:pt x="569169" y="137992"/>
                </a:lnTo>
                <a:lnTo>
                  <a:pt x="569818" y="137953"/>
                </a:lnTo>
                <a:lnTo>
                  <a:pt x="570462" y="137908"/>
                </a:lnTo>
                <a:lnTo>
                  <a:pt x="571103" y="137857"/>
                </a:lnTo>
                <a:lnTo>
                  <a:pt x="571739" y="137800"/>
                </a:lnTo>
                <a:lnTo>
                  <a:pt x="572372" y="137737"/>
                </a:lnTo>
                <a:lnTo>
                  <a:pt x="573001" y="137668"/>
                </a:lnTo>
                <a:lnTo>
                  <a:pt x="573626" y="137594"/>
                </a:lnTo>
                <a:lnTo>
                  <a:pt x="574247" y="137513"/>
                </a:lnTo>
                <a:lnTo>
                  <a:pt x="574863" y="137426"/>
                </a:lnTo>
                <a:lnTo>
                  <a:pt x="575476" y="137333"/>
                </a:lnTo>
                <a:lnTo>
                  <a:pt x="576086" y="137234"/>
                </a:lnTo>
                <a:lnTo>
                  <a:pt x="576691" y="137129"/>
                </a:lnTo>
                <a:lnTo>
                  <a:pt x="577292" y="137018"/>
                </a:lnTo>
                <a:lnTo>
                  <a:pt x="577889" y="136901"/>
                </a:lnTo>
                <a:lnTo>
                  <a:pt x="578482" y="136778"/>
                </a:lnTo>
                <a:lnTo>
                  <a:pt x="579072" y="136649"/>
                </a:lnTo>
                <a:lnTo>
                  <a:pt x="579657" y="136515"/>
                </a:lnTo>
                <a:lnTo>
                  <a:pt x="580239" y="136374"/>
                </a:lnTo>
                <a:lnTo>
                  <a:pt x="580815" y="136227"/>
                </a:lnTo>
                <a:lnTo>
                  <a:pt x="581385" y="136073"/>
                </a:lnTo>
                <a:lnTo>
                  <a:pt x="581950" y="135913"/>
                </a:lnTo>
                <a:lnTo>
                  <a:pt x="582508" y="135746"/>
                </a:lnTo>
                <a:lnTo>
                  <a:pt x="583059" y="135573"/>
                </a:lnTo>
                <a:lnTo>
                  <a:pt x="583605" y="135393"/>
                </a:lnTo>
                <a:lnTo>
                  <a:pt x="584144" y="135207"/>
                </a:lnTo>
                <a:lnTo>
                  <a:pt x="584678" y="135014"/>
                </a:lnTo>
                <a:lnTo>
                  <a:pt x="585205" y="134815"/>
                </a:lnTo>
                <a:lnTo>
                  <a:pt x="585726" y="134609"/>
                </a:lnTo>
                <a:lnTo>
                  <a:pt x="586241" y="134396"/>
                </a:lnTo>
                <a:lnTo>
                  <a:pt x="586749" y="134177"/>
                </a:lnTo>
                <a:lnTo>
                  <a:pt x="587252" y="133952"/>
                </a:lnTo>
                <a:lnTo>
                  <a:pt x="587748" y="133720"/>
                </a:lnTo>
                <a:lnTo>
                  <a:pt x="588238" y="133481"/>
                </a:lnTo>
                <a:lnTo>
                  <a:pt x="588722" y="133236"/>
                </a:lnTo>
                <a:lnTo>
                  <a:pt x="589200" y="132985"/>
                </a:lnTo>
                <a:lnTo>
                  <a:pt x="589671" y="132727"/>
                </a:lnTo>
                <a:lnTo>
                  <a:pt x="590137" y="132462"/>
                </a:lnTo>
                <a:lnTo>
                  <a:pt x="590596" y="132191"/>
                </a:lnTo>
                <a:lnTo>
                  <a:pt x="591049" y="131913"/>
                </a:lnTo>
                <a:lnTo>
                  <a:pt x="591496" y="131629"/>
                </a:lnTo>
                <a:lnTo>
                  <a:pt x="591937" y="131338"/>
                </a:lnTo>
                <a:lnTo>
                  <a:pt x="592372" y="131041"/>
                </a:lnTo>
                <a:lnTo>
                  <a:pt x="592799" y="130737"/>
                </a:lnTo>
                <a:lnTo>
                  <a:pt x="593219" y="130426"/>
                </a:lnTo>
                <a:lnTo>
                  <a:pt x="593631" y="130107"/>
                </a:lnTo>
                <a:lnTo>
                  <a:pt x="594035" y="129782"/>
                </a:lnTo>
                <a:lnTo>
                  <a:pt x="594431" y="129450"/>
                </a:lnTo>
                <a:lnTo>
                  <a:pt x="594819" y="129111"/>
                </a:lnTo>
                <a:lnTo>
                  <a:pt x="595200" y="128764"/>
                </a:lnTo>
                <a:lnTo>
                  <a:pt x="595572" y="128411"/>
                </a:lnTo>
                <a:lnTo>
                  <a:pt x="595937" y="128050"/>
                </a:lnTo>
                <a:lnTo>
                  <a:pt x="596294" y="127683"/>
                </a:lnTo>
                <a:lnTo>
                  <a:pt x="596642" y="127308"/>
                </a:lnTo>
                <a:lnTo>
                  <a:pt x="596983" y="126926"/>
                </a:lnTo>
                <a:lnTo>
                  <a:pt x="597316" y="126538"/>
                </a:lnTo>
                <a:lnTo>
                  <a:pt x="597642" y="126142"/>
                </a:lnTo>
                <a:lnTo>
                  <a:pt x="597959" y="125739"/>
                </a:lnTo>
                <a:lnTo>
                  <a:pt x="598268" y="125329"/>
                </a:lnTo>
                <a:lnTo>
                  <a:pt x="598570" y="124912"/>
                </a:lnTo>
                <a:lnTo>
                  <a:pt x="598864" y="124488"/>
                </a:lnTo>
                <a:lnTo>
                  <a:pt x="599150" y="124057"/>
                </a:lnTo>
                <a:lnTo>
                  <a:pt x="599428" y="123619"/>
                </a:lnTo>
                <a:lnTo>
                  <a:pt x="599698" y="123174"/>
                </a:lnTo>
                <a:lnTo>
                  <a:pt x="599960" y="122722"/>
                </a:lnTo>
                <a:lnTo>
                  <a:pt x="600214" y="122263"/>
                </a:lnTo>
                <a:lnTo>
                  <a:pt x="600461" y="121796"/>
                </a:lnTo>
                <a:lnTo>
                  <a:pt x="600698" y="121323"/>
                </a:lnTo>
                <a:lnTo>
                  <a:pt x="600925" y="120842"/>
                </a:lnTo>
                <a:lnTo>
                  <a:pt x="601143" y="120354"/>
                </a:lnTo>
                <a:lnTo>
                  <a:pt x="601350" y="119859"/>
                </a:lnTo>
                <a:lnTo>
                  <a:pt x="601547" y="119357"/>
                </a:lnTo>
                <a:lnTo>
                  <a:pt x="601734" y="118847"/>
                </a:lnTo>
                <a:lnTo>
                  <a:pt x="601910" y="118330"/>
                </a:lnTo>
                <a:lnTo>
                  <a:pt x="602077" y="117806"/>
                </a:lnTo>
                <a:lnTo>
                  <a:pt x="602234" y="117275"/>
                </a:lnTo>
                <a:lnTo>
                  <a:pt x="602380" y="116737"/>
                </a:lnTo>
                <a:lnTo>
                  <a:pt x="602517" y="116191"/>
                </a:lnTo>
                <a:lnTo>
                  <a:pt x="602643" y="115638"/>
                </a:lnTo>
                <a:lnTo>
                  <a:pt x="602759" y="115078"/>
                </a:lnTo>
                <a:lnTo>
                  <a:pt x="602865" y="114510"/>
                </a:lnTo>
                <a:lnTo>
                  <a:pt x="602961" y="113936"/>
                </a:lnTo>
                <a:lnTo>
                  <a:pt x="603047" y="113354"/>
                </a:lnTo>
                <a:lnTo>
                  <a:pt x="603123" y="112765"/>
                </a:lnTo>
                <a:lnTo>
                  <a:pt x="603189" y="112169"/>
                </a:lnTo>
                <a:lnTo>
                  <a:pt x="603244" y="111565"/>
                </a:lnTo>
                <a:lnTo>
                  <a:pt x="603290" y="110954"/>
                </a:lnTo>
                <a:lnTo>
                  <a:pt x="603325" y="110337"/>
                </a:lnTo>
                <a:lnTo>
                  <a:pt x="603350" y="109711"/>
                </a:lnTo>
                <a:lnTo>
                  <a:pt x="603365" y="109079"/>
                </a:lnTo>
                <a:lnTo>
                  <a:pt x="603370" y="108439"/>
                </a:lnTo>
                <a:lnTo>
                  <a:pt x="603364" y="107700"/>
                </a:lnTo>
                <a:lnTo>
                  <a:pt x="603345" y="106972"/>
                </a:lnTo>
                <a:lnTo>
                  <a:pt x="603313" y="106255"/>
                </a:lnTo>
                <a:lnTo>
                  <a:pt x="603268" y="105548"/>
                </a:lnTo>
                <a:lnTo>
                  <a:pt x="603210" y="104854"/>
                </a:lnTo>
                <a:lnTo>
                  <a:pt x="603139" y="104170"/>
                </a:lnTo>
                <a:lnTo>
                  <a:pt x="603056" y="103497"/>
                </a:lnTo>
                <a:lnTo>
                  <a:pt x="602959" y="102836"/>
                </a:lnTo>
                <a:lnTo>
                  <a:pt x="602850" y="102185"/>
                </a:lnTo>
                <a:lnTo>
                  <a:pt x="602728" y="101546"/>
                </a:lnTo>
                <a:lnTo>
                  <a:pt x="602593" y="100918"/>
                </a:lnTo>
                <a:lnTo>
                  <a:pt x="602446" y="100301"/>
                </a:lnTo>
                <a:lnTo>
                  <a:pt x="602285" y="99695"/>
                </a:lnTo>
                <a:lnTo>
                  <a:pt x="602112" y="99100"/>
                </a:lnTo>
                <a:lnTo>
                  <a:pt x="601926" y="98516"/>
                </a:lnTo>
                <a:lnTo>
                  <a:pt x="601726" y="97943"/>
                </a:lnTo>
                <a:lnTo>
                  <a:pt x="601515" y="97382"/>
                </a:lnTo>
                <a:lnTo>
                  <a:pt x="601290" y="96832"/>
                </a:lnTo>
                <a:lnTo>
                  <a:pt x="601052" y="96292"/>
                </a:lnTo>
                <a:lnTo>
                  <a:pt x="600802" y="95764"/>
                </a:lnTo>
                <a:lnTo>
                  <a:pt x="600538" y="95247"/>
                </a:lnTo>
                <a:lnTo>
                  <a:pt x="600262" y="94741"/>
                </a:lnTo>
                <a:lnTo>
                  <a:pt x="599973" y="94247"/>
                </a:lnTo>
                <a:lnTo>
                  <a:pt x="599671" y="93763"/>
                </a:lnTo>
                <a:lnTo>
                  <a:pt x="599357" y="93288"/>
                </a:lnTo>
                <a:lnTo>
                  <a:pt x="599030" y="92821"/>
                </a:lnTo>
                <a:lnTo>
                  <a:pt x="598690" y="92361"/>
                </a:lnTo>
                <a:lnTo>
                  <a:pt x="598338" y="91908"/>
                </a:lnTo>
                <a:lnTo>
                  <a:pt x="597974" y="91462"/>
                </a:lnTo>
                <a:lnTo>
                  <a:pt x="597597" y="91023"/>
                </a:lnTo>
                <a:lnTo>
                  <a:pt x="597207" y="90592"/>
                </a:lnTo>
                <a:lnTo>
                  <a:pt x="596805" y="90168"/>
                </a:lnTo>
                <a:lnTo>
                  <a:pt x="596391" y="89751"/>
                </a:lnTo>
                <a:lnTo>
                  <a:pt x="595964" y="89342"/>
                </a:lnTo>
                <a:lnTo>
                  <a:pt x="595524" y="88939"/>
                </a:lnTo>
                <a:lnTo>
                  <a:pt x="595072" y="88544"/>
                </a:lnTo>
                <a:lnTo>
                  <a:pt x="594608" y="88156"/>
                </a:lnTo>
                <a:lnTo>
                  <a:pt x="594131" y="87776"/>
                </a:lnTo>
                <a:lnTo>
                  <a:pt x="593641" y="87402"/>
                </a:lnTo>
                <a:lnTo>
                  <a:pt x="593139" y="87036"/>
                </a:lnTo>
                <a:lnTo>
                  <a:pt x="592624" y="86677"/>
                </a:lnTo>
                <a:lnTo>
                  <a:pt x="592097" y="86326"/>
                </a:lnTo>
                <a:lnTo>
                  <a:pt x="591558" y="85981"/>
                </a:lnTo>
                <a:lnTo>
                  <a:pt x="591006" y="85644"/>
                </a:lnTo>
                <a:lnTo>
                  <a:pt x="590441" y="85314"/>
                </a:lnTo>
                <a:lnTo>
                  <a:pt x="589864" y="84991"/>
                </a:lnTo>
                <a:lnTo>
                  <a:pt x="589275" y="84676"/>
                </a:lnTo>
                <a:lnTo>
                  <a:pt x="588673" y="84367"/>
                </a:lnTo>
                <a:lnTo>
                  <a:pt x="588058" y="84064"/>
                </a:lnTo>
                <a:lnTo>
                  <a:pt x="587432" y="83765"/>
                </a:lnTo>
                <a:lnTo>
                  <a:pt x="586794" y="83469"/>
                </a:lnTo>
                <a:lnTo>
                  <a:pt x="586144" y="83177"/>
                </a:lnTo>
                <a:lnTo>
                  <a:pt x="585481" y="82888"/>
                </a:lnTo>
                <a:lnTo>
                  <a:pt x="584807" y="82603"/>
                </a:lnTo>
                <a:lnTo>
                  <a:pt x="584121" y="82321"/>
                </a:lnTo>
                <a:lnTo>
                  <a:pt x="583423" y="82043"/>
                </a:lnTo>
                <a:lnTo>
                  <a:pt x="582713" y="81768"/>
                </a:lnTo>
                <a:lnTo>
                  <a:pt x="581990" y="81497"/>
                </a:lnTo>
                <a:lnTo>
                  <a:pt x="581256" y="81229"/>
                </a:lnTo>
                <a:lnTo>
                  <a:pt x="580510" y="80965"/>
                </a:lnTo>
                <a:lnTo>
                  <a:pt x="579752" y="80704"/>
                </a:lnTo>
                <a:lnTo>
                  <a:pt x="578982" y="80447"/>
                </a:lnTo>
                <a:lnTo>
                  <a:pt x="578200" y="80194"/>
                </a:lnTo>
                <a:lnTo>
                  <a:pt x="577405" y="79944"/>
                </a:lnTo>
                <a:lnTo>
                  <a:pt x="576599" y="79697"/>
                </a:lnTo>
                <a:lnTo>
                  <a:pt x="575781" y="79454"/>
                </a:lnTo>
                <a:lnTo>
                  <a:pt x="574951" y="79214"/>
                </a:lnTo>
                <a:lnTo>
                  <a:pt x="574109" y="78978"/>
                </a:lnTo>
                <a:lnTo>
                  <a:pt x="573255" y="78746"/>
                </a:lnTo>
                <a:lnTo>
                  <a:pt x="572389" y="78517"/>
                </a:lnTo>
                <a:lnTo>
                  <a:pt x="571511" y="78292"/>
                </a:lnTo>
                <a:lnTo>
                  <a:pt x="570621" y="78070"/>
                </a:lnTo>
                <a:lnTo>
                  <a:pt x="569806" y="77867"/>
                </a:lnTo>
                <a:lnTo>
                  <a:pt x="569005" y="77665"/>
                </a:lnTo>
                <a:lnTo>
                  <a:pt x="568218" y="77464"/>
                </a:lnTo>
                <a:lnTo>
                  <a:pt x="567445" y="77264"/>
                </a:lnTo>
                <a:lnTo>
                  <a:pt x="566686" y="77065"/>
                </a:lnTo>
                <a:lnTo>
                  <a:pt x="565942" y="76866"/>
                </a:lnTo>
                <a:lnTo>
                  <a:pt x="565211" y="76669"/>
                </a:lnTo>
                <a:lnTo>
                  <a:pt x="564494" y="76473"/>
                </a:lnTo>
                <a:lnTo>
                  <a:pt x="563792" y="76277"/>
                </a:lnTo>
                <a:lnTo>
                  <a:pt x="563103" y="76082"/>
                </a:lnTo>
                <a:lnTo>
                  <a:pt x="562428" y="75888"/>
                </a:lnTo>
                <a:lnTo>
                  <a:pt x="561768" y="75695"/>
                </a:lnTo>
                <a:lnTo>
                  <a:pt x="561121" y="75503"/>
                </a:lnTo>
                <a:lnTo>
                  <a:pt x="560489" y="75312"/>
                </a:lnTo>
                <a:lnTo>
                  <a:pt x="559871" y="75122"/>
                </a:lnTo>
                <a:lnTo>
                  <a:pt x="559266" y="74932"/>
                </a:lnTo>
                <a:lnTo>
                  <a:pt x="558676" y="74744"/>
                </a:lnTo>
                <a:lnTo>
                  <a:pt x="558100" y="74556"/>
                </a:lnTo>
                <a:lnTo>
                  <a:pt x="557537" y="74369"/>
                </a:lnTo>
                <a:lnTo>
                  <a:pt x="556989" y="74183"/>
                </a:lnTo>
                <a:lnTo>
                  <a:pt x="556455" y="73998"/>
                </a:lnTo>
                <a:lnTo>
                  <a:pt x="555935" y="73814"/>
                </a:lnTo>
                <a:lnTo>
                  <a:pt x="555429" y="73631"/>
                </a:lnTo>
                <a:lnTo>
                  <a:pt x="554937" y="73449"/>
                </a:lnTo>
                <a:lnTo>
                  <a:pt x="554458" y="73266"/>
                </a:lnTo>
                <a:lnTo>
                  <a:pt x="553990" y="73081"/>
                </a:lnTo>
                <a:lnTo>
                  <a:pt x="553534" y="72894"/>
                </a:lnTo>
                <a:lnTo>
                  <a:pt x="553090" y="72705"/>
                </a:lnTo>
                <a:lnTo>
                  <a:pt x="552657" y="72514"/>
                </a:lnTo>
                <a:lnTo>
                  <a:pt x="552236" y="72321"/>
                </a:lnTo>
                <a:lnTo>
                  <a:pt x="551827" y="72126"/>
                </a:lnTo>
                <a:lnTo>
                  <a:pt x="551430" y="71930"/>
                </a:lnTo>
                <a:lnTo>
                  <a:pt x="551044" y="71731"/>
                </a:lnTo>
                <a:lnTo>
                  <a:pt x="550669" y="71531"/>
                </a:lnTo>
                <a:lnTo>
                  <a:pt x="550306" y="71328"/>
                </a:lnTo>
                <a:lnTo>
                  <a:pt x="549955" y="71124"/>
                </a:lnTo>
                <a:lnTo>
                  <a:pt x="549616" y="70917"/>
                </a:lnTo>
                <a:lnTo>
                  <a:pt x="549288" y="70709"/>
                </a:lnTo>
                <a:lnTo>
                  <a:pt x="548972" y="70499"/>
                </a:lnTo>
                <a:lnTo>
                  <a:pt x="548668" y="70287"/>
                </a:lnTo>
                <a:lnTo>
                  <a:pt x="548375" y="70073"/>
                </a:lnTo>
                <a:lnTo>
                  <a:pt x="548093" y="69857"/>
                </a:lnTo>
                <a:lnTo>
                  <a:pt x="547824" y="69639"/>
                </a:lnTo>
                <a:lnTo>
                  <a:pt x="547566" y="69419"/>
                </a:lnTo>
                <a:lnTo>
                  <a:pt x="547320" y="69197"/>
                </a:lnTo>
                <a:lnTo>
                  <a:pt x="547085" y="68973"/>
                </a:lnTo>
                <a:lnTo>
                  <a:pt x="546862" y="68747"/>
                </a:lnTo>
                <a:lnTo>
                  <a:pt x="546651" y="68520"/>
                </a:lnTo>
                <a:lnTo>
                  <a:pt x="546450" y="68289"/>
                </a:lnTo>
                <a:lnTo>
                  <a:pt x="546257" y="68054"/>
                </a:lnTo>
                <a:lnTo>
                  <a:pt x="546073" y="67815"/>
                </a:lnTo>
                <a:lnTo>
                  <a:pt x="545897" y="67571"/>
                </a:lnTo>
                <a:lnTo>
                  <a:pt x="545730" y="67324"/>
                </a:lnTo>
                <a:lnTo>
                  <a:pt x="545572" y="67072"/>
                </a:lnTo>
                <a:lnTo>
                  <a:pt x="545422" y="66816"/>
                </a:lnTo>
                <a:lnTo>
                  <a:pt x="545281" y="66556"/>
                </a:lnTo>
                <a:lnTo>
                  <a:pt x="545148" y="66291"/>
                </a:lnTo>
                <a:lnTo>
                  <a:pt x="545024" y="66022"/>
                </a:lnTo>
                <a:lnTo>
                  <a:pt x="544908" y="65749"/>
                </a:lnTo>
                <a:lnTo>
                  <a:pt x="544801" y="65472"/>
                </a:lnTo>
                <a:lnTo>
                  <a:pt x="544703" y="65190"/>
                </a:lnTo>
                <a:lnTo>
                  <a:pt x="544613" y="64905"/>
                </a:lnTo>
                <a:lnTo>
                  <a:pt x="544532" y="64615"/>
                </a:lnTo>
                <a:lnTo>
                  <a:pt x="544459" y="64321"/>
                </a:lnTo>
                <a:lnTo>
                  <a:pt x="544395" y="64022"/>
                </a:lnTo>
                <a:lnTo>
                  <a:pt x="544339" y="63720"/>
                </a:lnTo>
                <a:lnTo>
                  <a:pt x="544292" y="63413"/>
                </a:lnTo>
                <a:lnTo>
                  <a:pt x="544253" y="63102"/>
                </a:lnTo>
                <a:lnTo>
                  <a:pt x="544223" y="62786"/>
                </a:lnTo>
                <a:lnTo>
                  <a:pt x="544202" y="62467"/>
                </a:lnTo>
                <a:lnTo>
                  <a:pt x="544189" y="62143"/>
                </a:lnTo>
                <a:lnTo>
                  <a:pt x="544185" y="61815"/>
                </a:lnTo>
                <a:lnTo>
                  <a:pt x="544194" y="61230"/>
                </a:lnTo>
                <a:lnTo>
                  <a:pt x="544223" y="60659"/>
                </a:lnTo>
                <a:lnTo>
                  <a:pt x="544271" y="60100"/>
                </a:lnTo>
                <a:lnTo>
                  <a:pt x="544338" y="59554"/>
                </a:lnTo>
                <a:lnTo>
                  <a:pt x="544425" y="59022"/>
                </a:lnTo>
                <a:lnTo>
                  <a:pt x="544530" y="58502"/>
                </a:lnTo>
                <a:lnTo>
                  <a:pt x="544655" y="57995"/>
                </a:lnTo>
                <a:lnTo>
                  <a:pt x="544799" y="57502"/>
                </a:lnTo>
                <a:lnTo>
                  <a:pt x="544962" y="57022"/>
                </a:lnTo>
                <a:lnTo>
                  <a:pt x="545144" y="56554"/>
                </a:lnTo>
                <a:lnTo>
                  <a:pt x="545345" y="56100"/>
                </a:lnTo>
                <a:lnTo>
                  <a:pt x="545566" y="55658"/>
                </a:lnTo>
                <a:lnTo>
                  <a:pt x="545806" y="55230"/>
                </a:lnTo>
                <a:lnTo>
                  <a:pt x="546064" y="54815"/>
                </a:lnTo>
                <a:lnTo>
                  <a:pt x="546343" y="54413"/>
                </a:lnTo>
                <a:lnTo>
                  <a:pt x="546640" y="54024"/>
                </a:lnTo>
                <a:lnTo>
                  <a:pt x="546956" y="53648"/>
                </a:lnTo>
                <a:lnTo>
                  <a:pt x="547292" y="53285"/>
                </a:lnTo>
                <a:lnTo>
                  <a:pt x="547647" y="52935"/>
                </a:lnTo>
                <a:lnTo>
                  <a:pt x="548021" y="52598"/>
                </a:lnTo>
                <a:lnTo>
                  <a:pt x="548414" y="52274"/>
                </a:lnTo>
                <a:lnTo>
                  <a:pt x="548826" y="51963"/>
                </a:lnTo>
                <a:lnTo>
                  <a:pt x="549258" y="51665"/>
                </a:lnTo>
                <a:lnTo>
                  <a:pt x="549709" y="51381"/>
                </a:lnTo>
                <a:lnTo>
                  <a:pt x="550175" y="51108"/>
                </a:lnTo>
                <a:lnTo>
                  <a:pt x="550653" y="50847"/>
                </a:lnTo>
                <a:lnTo>
                  <a:pt x="551142" y="50597"/>
                </a:lnTo>
                <a:lnTo>
                  <a:pt x="551643" y="50360"/>
                </a:lnTo>
                <a:lnTo>
                  <a:pt x="552156" y="50133"/>
                </a:lnTo>
                <a:lnTo>
                  <a:pt x="552680" y="49919"/>
                </a:lnTo>
                <a:lnTo>
                  <a:pt x="553216" y="49716"/>
                </a:lnTo>
                <a:lnTo>
                  <a:pt x="553764" y="49524"/>
                </a:lnTo>
                <a:lnTo>
                  <a:pt x="554323" y="49344"/>
                </a:lnTo>
                <a:lnTo>
                  <a:pt x="554894" y="49176"/>
                </a:lnTo>
                <a:lnTo>
                  <a:pt x="555477" y="49019"/>
                </a:lnTo>
                <a:lnTo>
                  <a:pt x="556071" y="48874"/>
                </a:lnTo>
                <a:lnTo>
                  <a:pt x="556677" y="48741"/>
                </a:lnTo>
                <a:lnTo>
                  <a:pt x="557295" y="48619"/>
                </a:lnTo>
                <a:lnTo>
                  <a:pt x="557924" y="48509"/>
                </a:lnTo>
                <a:lnTo>
                  <a:pt x="558565" y="48410"/>
                </a:lnTo>
                <a:lnTo>
                  <a:pt x="559217" y="48323"/>
                </a:lnTo>
                <a:lnTo>
                  <a:pt x="559881" y="48248"/>
                </a:lnTo>
                <a:lnTo>
                  <a:pt x="560557" y="48184"/>
                </a:lnTo>
                <a:lnTo>
                  <a:pt x="561245" y="48132"/>
                </a:lnTo>
                <a:lnTo>
                  <a:pt x="561944" y="48091"/>
                </a:lnTo>
                <a:lnTo>
                  <a:pt x="562654" y="48062"/>
                </a:lnTo>
                <a:lnTo>
                  <a:pt x="563377" y="48045"/>
                </a:lnTo>
                <a:lnTo>
                  <a:pt x="564111" y="48039"/>
                </a:lnTo>
                <a:lnTo>
                  <a:pt x="564838" y="48047"/>
                </a:lnTo>
                <a:lnTo>
                  <a:pt x="565555" y="48070"/>
                </a:lnTo>
                <a:lnTo>
                  <a:pt x="566264" y="48109"/>
                </a:lnTo>
                <a:lnTo>
                  <a:pt x="566963" y="48163"/>
                </a:lnTo>
                <a:lnTo>
                  <a:pt x="567653" y="48232"/>
                </a:lnTo>
                <a:lnTo>
                  <a:pt x="568334" y="48317"/>
                </a:lnTo>
                <a:lnTo>
                  <a:pt x="569005" y="48418"/>
                </a:lnTo>
                <a:lnTo>
                  <a:pt x="569668" y="48534"/>
                </a:lnTo>
                <a:lnTo>
                  <a:pt x="570321" y="48665"/>
                </a:lnTo>
                <a:lnTo>
                  <a:pt x="570964" y="48812"/>
                </a:lnTo>
                <a:lnTo>
                  <a:pt x="571599" y="48974"/>
                </a:lnTo>
                <a:lnTo>
                  <a:pt x="572224" y="49152"/>
                </a:lnTo>
                <a:lnTo>
                  <a:pt x="572840" y="49345"/>
                </a:lnTo>
                <a:lnTo>
                  <a:pt x="573447" y="49554"/>
                </a:lnTo>
                <a:lnTo>
                  <a:pt x="574044" y="49778"/>
                </a:lnTo>
                <a:lnTo>
                  <a:pt x="574633" y="50017"/>
                </a:lnTo>
                <a:lnTo>
                  <a:pt x="575212" y="50272"/>
                </a:lnTo>
                <a:lnTo>
                  <a:pt x="575781" y="50543"/>
                </a:lnTo>
                <a:lnTo>
                  <a:pt x="576342" y="50829"/>
                </a:lnTo>
                <a:lnTo>
                  <a:pt x="576893" y="51130"/>
                </a:lnTo>
                <a:lnTo>
                  <a:pt x="577435" y="51447"/>
                </a:lnTo>
                <a:lnTo>
                  <a:pt x="577968" y="51779"/>
                </a:lnTo>
                <a:lnTo>
                  <a:pt x="578491" y="52127"/>
                </a:lnTo>
                <a:lnTo>
                  <a:pt x="579006" y="52490"/>
                </a:lnTo>
                <a:lnTo>
                  <a:pt x="579505" y="52872"/>
                </a:lnTo>
                <a:lnTo>
                  <a:pt x="579983" y="53276"/>
                </a:lnTo>
                <a:lnTo>
                  <a:pt x="580439" y="53702"/>
                </a:lnTo>
                <a:lnTo>
                  <a:pt x="580874" y="54150"/>
                </a:lnTo>
                <a:lnTo>
                  <a:pt x="581289" y="54619"/>
                </a:lnTo>
                <a:lnTo>
                  <a:pt x="581681" y="55111"/>
                </a:lnTo>
                <a:lnTo>
                  <a:pt x="582053" y="55624"/>
                </a:lnTo>
                <a:lnTo>
                  <a:pt x="582403" y="56160"/>
                </a:lnTo>
                <a:lnTo>
                  <a:pt x="582733" y="56717"/>
                </a:lnTo>
                <a:lnTo>
                  <a:pt x="583040" y="57296"/>
                </a:lnTo>
                <a:lnTo>
                  <a:pt x="583327" y="57898"/>
                </a:lnTo>
                <a:lnTo>
                  <a:pt x="583593" y="58521"/>
                </a:lnTo>
                <a:lnTo>
                  <a:pt x="583837" y="59166"/>
                </a:lnTo>
                <a:lnTo>
                  <a:pt x="584060" y="59833"/>
                </a:lnTo>
                <a:lnTo>
                  <a:pt x="584262" y="60522"/>
                </a:lnTo>
                <a:lnTo>
                  <a:pt x="584442" y="61233"/>
                </a:lnTo>
                <a:lnTo>
                  <a:pt x="584601" y="61965"/>
                </a:lnTo>
                <a:lnTo>
                  <a:pt x="584739" y="62720"/>
                </a:lnTo>
                <a:lnTo>
                  <a:pt x="584856" y="63497"/>
                </a:lnTo>
                <a:lnTo>
                  <a:pt x="584952" y="64295"/>
                </a:lnTo>
                <a:lnTo>
                  <a:pt x="585026" y="65116"/>
                </a:lnTo>
                <a:lnTo>
                  <a:pt x="585079" y="65958"/>
                </a:lnTo>
                <a:lnTo>
                  <a:pt x="585111" y="66823"/>
                </a:lnTo>
                <a:lnTo>
                  <a:pt x="585122" y="67709"/>
                </a:lnTo>
                <a:lnTo>
                  <a:pt x="601102" y="67709"/>
                </a:lnTo>
                <a:lnTo>
                  <a:pt x="601097" y="67002"/>
                </a:lnTo>
                <a:lnTo>
                  <a:pt x="601081" y="66304"/>
                </a:lnTo>
                <a:lnTo>
                  <a:pt x="601055" y="65614"/>
                </a:lnTo>
                <a:lnTo>
                  <a:pt x="601020" y="64933"/>
                </a:lnTo>
                <a:lnTo>
                  <a:pt x="600973" y="64260"/>
                </a:lnTo>
                <a:lnTo>
                  <a:pt x="600917" y="63595"/>
                </a:lnTo>
                <a:lnTo>
                  <a:pt x="600850" y="62939"/>
                </a:lnTo>
                <a:lnTo>
                  <a:pt x="600773" y="62292"/>
                </a:lnTo>
                <a:lnTo>
                  <a:pt x="600686" y="61653"/>
                </a:lnTo>
                <a:lnTo>
                  <a:pt x="600588" y="61022"/>
                </a:lnTo>
                <a:lnTo>
                  <a:pt x="600480" y="60400"/>
                </a:lnTo>
                <a:lnTo>
                  <a:pt x="600362" y="59786"/>
                </a:lnTo>
                <a:lnTo>
                  <a:pt x="600233" y="59181"/>
                </a:lnTo>
                <a:lnTo>
                  <a:pt x="600095" y="58584"/>
                </a:lnTo>
                <a:lnTo>
                  <a:pt x="599946" y="57996"/>
                </a:lnTo>
                <a:lnTo>
                  <a:pt x="599786" y="57416"/>
                </a:lnTo>
                <a:lnTo>
                  <a:pt x="599617" y="56845"/>
                </a:lnTo>
                <a:lnTo>
                  <a:pt x="599437" y="56282"/>
                </a:lnTo>
                <a:lnTo>
                  <a:pt x="599247" y="55727"/>
                </a:lnTo>
                <a:lnTo>
                  <a:pt x="599047" y="55181"/>
                </a:lnTo>
                <a:lnTo>
                  <a:pt x="598836" y="54644"/>
                </a:lnTo>
                <a:lnTo>
                  <a:pt x="598615" y="54115"/>
                </a:lnTo>
                <a:lnTo>
                  <a:pt x="598384" y="53594"/>
                </a:lnTo>
                <a:lnTo>
                  <a:pt x="598142" y="53082"/>
                </a:lnTo>
                <a:lnTo>
                  <a:pt x="597892" y="52578"/>
                </a:lnTo>
                <a:lnTo>
                  <a:pt x="597634" y="52082"/>
                </a:lnTo>
                <a:lnTo>
                  <a:pt x="597369" y="51594"/>
                </a:lnTo>
                <a:lnTo>
                  <a:pt x="597097" y="51113"/>
                </a:lnTo>
                <a:lnTo>
                  <a:pt x="596817" y="50640"/>
                </a:lnTo>
                <a:lnTo>
                  <a:pt x="596530" y="50175"/>
                </a:lnTo>
                <a:lnTo>
                  <a:pt x="596236" y="49717"/>
                </a:lnTo>
                <a:lnTo>
                  <a:pt x="595934" y="49268"/>
                </a:lnTo>
                <a:lnTo>
                  <a:pt x="595625" y="48826"/>
                </a:lnTo>
                <a:lnTo>
                  <a:pt x="595308" y="48392"/>
                </a:lnTo>
                <a:lnTo>
                  <a:pt x="594984" y="47965"/>
                </a:lnTo>
                <a:lnTo>
                  <a:pt x="594653" y="47547"/>
                </a:lnTo>
                <a:lnTo>
                  <a:pt x="594314" y="47136"/>
                </a:lnTo>
                <a:lnTo>
                  <a:pt x="593968" y="46733"/>
                </a:lnTo>
                <a:lnTo>
                  <a:pt x="593615" y="46337"/>
                </a:lnTo>
                <a:lnTo>
                  <a:pt x="593254" y="45950"/>
                </a:lnTo>
                <a:lnTo>
                  <a:pt x="592886" y="45570"/>
                </a:lnTo>
                <a:lnTo>
                  <a:pt x="592511" y="45198"/>
                </a:lnTo>
                <a:lnTo>
                  <a:pt x="592128" y="44834"/>
                </a:lnTo>
                <a:lnTo>
                  <a:pt x="591737" y="44477"/>
                </a:lnTo>
                <a:lnTo>
                  <a:pt x="591340" y="44128"/>
                </a:lnTo>
                <a:lnTo>
                  <a:pt x="590935" y="43787"/>
                </a:lnTo>
                <a:lnTo>
                  <a:pt x="590523" y="43454"/>
                </a:lnTo>
                <a:lnTo>
                  <a:pt x="590103" y="43129"/>
                </a:lnTo>
                <a:lnTo>
                  <a:pt x="589677" y="42810"/>
                </a:lnTo>
                <a:lnTo>
                  <a:pt x="589245" y="42499"/>
                </a:lnTo>
                <a:lnTo>
                  <a:pt x="588808" y="42195"/>
                </a:lnTo>
                <a:lnTo>
                  <a:pt x="588366" y="41898"/>
                </a:lnTo>
                <a:lnTo>
                  <a:pt x="587918" y="41607"/>
                </a:lnTo>
                <a:lnTo>
                  <a:pt x="587464" y="41324"/>
                </a:lnTo>
                <a:lnTo>
                  <a:pt x="587005" y="41048"/>
                </a:lnTo>
                <a:lnTo>
                  <a:pt x="586541" y="40780"/>
                </a:lnTo>
                <a:lnTo>
                  <a:pt x="586071" y="40518"/>
                </a:lnTo>
                <a:lnTo>
                  <a:pt x="585596" y="40263"/>
                </a:lnTo>
                <a:lnTo>
                  <a:pt x="585115" y="40015"/>
                </a:lnTo>
                <a:lnTo>
                  <a:pt x="584628" y="39775"/>
                </a:lnTo>
                <a:lnTo>
                  <a:pt x="584137" y="39541"/>
                </a:lnTo>
                <a:lnTo>
                  <a:pt x="583639" y="39315"/>
                </a:lnTo>
                <a:lnTo>
                  <a:pt x="583136" y="39095"/>
                </a:lnTo>
                <a:lnTo>
                  <a:pt x="582628" y="38883"/>
                </a:lnTo>
                <a:lnTo>
                  <a:pt x="582114" y="38677"/>
                </a:lnTo>
                <a:lnTo>
                  <a:pt x="581595" y="38479"/>
                </a:lnTo>
                <a:lnTo>
                  <a:pt x="581070" y="38288"/>
                </a:lnTo>
                <a:lnTo>
                  <a:pt x="580540" y="38104"/>
                </a:lnTo>
                <a:lnTo>
                  <a:pt x="580004" y="37927"/>
                </a:lnTo>
                <a:lnTo>
                  <a:pt x="579463" y="37757"/>
                </a:lnTo>
                <a:lnTo>
                  <a:pt x="578917" y="37594"/>
                </a:lnTo>
                <a:lnTo>
                  <a:pt x="578365" y="37438"/>
                </a:lnTo>
                <a:lnTo>
                  <a:pt x="577808" y="37289"/>
                </a:lnTo>
                <a:lnTo>
                  <a:pt x="577248" y="37146"/>
                </a:lnTo>
                <a:lnTo>
                  <a:pt x="576685" y="37010"/>
                </a:lnTo>
                <a:lnTo>
                  <a:pt x="576119" y="36880"/>
                </a:lnTo>
                <a:lnTo>
                  <a:pt x="575550" y="36756"/>
                </a:lnTo>
                <a:lnTo>
                  <a:pt x="574977" y="36638"/>
                </a:lnTo>
                <a:lnTo>
                  <a:pt x="574401" y="36527"/>
                </a:lnTo>
                <a:lnTo>
                  <a:pt x="573821" y="36423"/>
                </a:lnTo>
                <a:lnTo>
                  <a:pt x="573239" y="36324"/>
                </a:lnTo>
                <a:lnTo>
                  <a:pt x="572653" y="36232"/>
                </a:lnTo>
                <a:lnTo>
                  <a:pt x="572064" y="36146"/>
                </a:lnTo>
                <a:lnTo>
                  <a:pt x="571472" y="36067"/>
                </a:lnTo>
                <a:lnTo>
                  <a:pt x="570876" y="35994"/>
                </a:lnTo>
                <a:lnTo>
                  <a:pt x="570278" y="35927"/>
                </a:lnTo>
                <a:lnTo>
                  <a:pt x="569675" y="35867"/>
                </a:lnTo>
                <a:lnTo>
                  <a:pt x="569070" y="35813"/>
                </a:lnTo>
                <a:lnTo>
                  <a:pt x="568462" y="35766"/>
                </a:lnTo>
                <a:lnTo>
                  <a:pt x="567850" y="35724"/>
                </a:lnTo>
                <a:lnTo>
                  <a:pt x="567235" y="35689"/>
                </a:lnTo>
                <a:lnTo>
                  <a:pt x="566616" y="35661"/>
                </a:lnTo>
                <a:lnTo>
                  <a:pt x="565995" y="35639"/>
                </a:lnTo>
                <a:lnTo>
                  <a:pt x="565370" y="35623"/>
                </a:lnTo>
                <a:lnTo>
                  <a:pt x="564742" y="35613"/>
                </a:lnTo>
                <a:lnTo>
                  <a:pt x="564111" y="35610"/>
                </a:lnTo>
                <a:lnTo>
                  <a:pt x="563471" y="35613"/>
                </a:lnTo>
                <a:lnTo>
                  <a:pt x="562836" y="35622"/>
                </a:lnTo>
                <a:lnTo>
                  <a:pt x="562204" y="35636"/>
                </a:lnTo>
                <a:lnTo>
                  <a:pt x="561576" y="35657"/>
                </a:lnTo>
                <a:lnTo>
                  <a:pt x="560952" y="35683"/>
                </a:lnTo>
                <a:lnTo>
                  <a:pt x="560331" y="35715"/>
                </a:lnTo>
                <a:lnTo>
                  <a:pt x="559715" y="35753"/>
                </a:lnTo>
                <a:lnTo>
                  <a:pt x="559102" y="35796"/>
                </a:lnTo>
                <a:lnTo>
                  <a:pt x="558493" y="35846"/>
                </a:lnTo>
                <a:lnTo>
                  <a:pt x="557887" y="35901"/>
                </a:lnTo>
                <a:lnTo>
                  <a:pt x="557286" y="35962"/>
                </a:lnTo>
                <a:lnTo>
                  <a:pt x="556688" y="36029"/>
                </a:lnTo>
                <a:lnTo>
                  <a:pt x="556094" y="36102"/>
                </a:lnTo>
                <a:lnTo>
                  <a:pt x="555503" y="36181"/>
                </a:lnTo>
                <a:lnTo>
                  <a:pt x="554917" y="36265"/>
                </a:lnTo>
                <a:lnTo>
                  <a:pt x="554334" y="36355"/>
                </a:lnTo>
                <a:lnTo>
                  <a:pt x="553755" y="36451"/>
                </a:lnTo>
                <a:lnTo>
                  <a:pt x="553180" y="36553"/>
                </a:lnTo>
                <a:lnTo>
                  <a:pt x="552608" y="36661"/>
                </a:lnTo>
                <a:lnTo>
                  <a:pt x="552041" y="36775"/>
                </a:lnTo>
                <a:lnTo>
                  <a:pt x="551477" y="36894"/>
                </a:lnTo>
                <a:lnTo>
                  <a:pt x="550916" y="37019"/>
                </a:lnTo>
                <a:lnTo>
                  <a:pt x="550360" y="37150"/>
                </a:lnTo>
                <a:lnTo>
                  <a:pt x="549807" y="37287"/>
                </a:lnTo>
                <a:lnTo>
                  <a:pt x="549260" y="37429"/>
                </a:lnTo>
                <a:lnTo>
                  <a:pt x="548718" y="37578"/>
                </a:lnTo>
                <a:lnTo>
                  <a:pt x="548182" y="37732"/>
                </a:lnTo>
                <a:lnTo>
                  <a:pt x="547652" y="37892"/>
                </a:lnTo>
                <a:lnTo>
                  <a:pt x="547129" y="38057"/>
                </a:lnTo>
                <a:lnTo>
                  <a:pt x="546611" y="38229"/>
                </a:lnTo>
                <a:lnTo>
                  <a:pt x="546099" y="38406"/>
                </a:lnTo>
                <a:lnTo>
                  <a:pt x="545593" y="38590"/>
                </a:lnTo>
                <a:lnTo>
                  <a:pt x="545093" y="38779"/>
                </a:lnTo>
                <a:lnTo>
                  <a:pt x="544600" y="38974"/>
                </a:lnTo>
                <a:lnTo>
                  <a:pt x="544112" y="39174"/>
                </a:lnTo>
                <a:lnTo>
                  <a:pt x="543630" y="39381"/>
                </a:lnTo>
                <a:lnTo>
                  <a:pt x="543154" y="39593"/>
                </a:lnTo>
                <a:lnTo>
                  <a:pt x="542684" y="39811"/>
                </a:lnTo>
                <a:lnTo>
                  <a:pt x="542220" y="40036"/>
                </a:lnTo>
                <a:lnTo>
                  <a:pt x="541763" y="40265"/>
                </a:lnTo>
                <a:lnTo>
                  <a:pt x="541311" y="40501"/>
                </a:lnTo>
                <a:lnTo>
                  <a:pt x="540865" y="40743"/>
                </a:lnTo>
                <a:lnTo>
                  <a:pt x="540425" y="40990"/>
                </a:lnTo>
                <a:lnTo>
                  <a:pt x="539991" y="41243"/>
                </a:lnTo>
                <a:lnTo>
                  <a:pt x="539563" y="41502"/>
                </a:lnTo>
                <a:lnTo>
                  <a:pt x="539141" y="41767"/>
                </a:lnTo>
                <a:lnTo>
                  <a:pt x="538725" y="42038"/>
                </a:lnTo>
                <a:lnTo>
                  <a:pt x="538316" y="42315"/>
                </a:lnTo>
                <a:lnTo>
                  <a:pt x="537912" y="42597"/>
                </a:lnTo>
                <a:lnTo>
                  <a:pt x="537517" y="42885"/>
                </a:lnTo>
                <a:lnTo>
                  <a:pt x="537129" y="43179"/>
                </a:lnTo>
                <a:lnTo>
                  <a:pt x="536748" y="43478"/>
                </a:lnTo>
                <a:lnTo>
                  <a:pt x="536375" y="43784"/>
                </a:lnTo>
                <a:lnTo>
                  <a:pt x="536010" y="44095"/>
                </a:lnTo>
                <a:lnTo>
                  <a:pt x="535652" y="44412"/>
                </a:lnTo>
                <a:lnTo>
                  <a:pt x="535301" y="44735"/>
                </a:lnTo>
                <a:lnTo>
                  <a:pt x="534959" y="45064"/>
                </a:lnTo>
                <a:lnTo>
                  <a:pt x="534623" y="45398"/>
                </a:lnTo>
                <a:lnTo>
                  <a:pt x="534295" y="45739"/>
                </a:lnTo>
                <a:lnTo>
                  <a:pt x="533975" y="46085"/>
                </a:lnTo>
                <a:lnTo>
                  <a:pt x="533663" y="46437"/>
                </a:lnTo>
                <a:lnTo>
                  <a:pt x="533357" y="46795"/>
                </a:lnTo>
                <a:lnTo>
                  <a:pt x="533060" y="47158"/>
                </a:lnTo>
                <a:lnTo>
                  <a:pt x="532770" y="47528"/>
                </a:lnTo>
                <a:lnTo>
                  <a:pt x="532487" y="47903"/>
                </a:lnTo>
                <a:lnTo>
                  <a:pt x="532212" y="48284"/>
                </a:lnTo>
                <a:lnTo>
                  <a:pt x="531944" y="48671"/>
                </a:lnTo>
                <a:lnTo>
                  <a:pt x="531685" y="49064"/>
                </a:lnTo>
                <a:lnTo>
                  <a:pt x="531432" y="49462"/>
                </a:lnTo>
                <a:lnTo>
                  <a:pt x="531187" y="49867"/>
                </a:lnTo>
                <a:lnTo>
                  <a:pt x="530950" y="50277"/>
                </a:lnTo>
                <a:lnTo>
                  <a:pt x="530720" y="50693"/>
                </a:lnTo>
                <a:lnTo>
                  <a:pt x="530499" y="51115"/>
                </a:lnTo>
                <a:lnTo>
                  <a:pt x="530287" y="51542"/>
                </a:lnTo>
                <a:lnTo>
                  <a:pt x="530084" y="51975"/>
                </a:lnTo>
                <a:lnTo>
                  <a:pt x="529891" y="52413"/>
                </a:lnTo>
                <a:lnTo>
                  <a:pt x="529707" y="52856"/>
                </a:lnTo>
                <a:lnTo>
                  <a:pt x="529533" y="53305"/>
                </a:lnTo>
                <a:lnTo>
                  <a:pt x="529368" y="53760"/>
                </a:lnTo>
                <a:lnTo>
                  <a:pt x="529213" y="54220"/>
                </a:lnTo>
                <a:lnTo>
                  <a:pt x="529067" y="54685"/>
                </a:lnTo>
                <a:lnTo>
                  <a:pt x="528930" y="55156"/>
                </a:lnTo>
                <a:lnTo>
                  <a:pt x="528803" y="55633"/>
                </a:lnTo>
                <a:lnTo>
                  <a:pt x="528686" y="56115"/>
                </a:lnTo>
                <a:lnTo>
                  <a:pt x="528577" y="56602"/>
                </a:lnTo>
                <a:lnTo>
                  <a:pt x="528478" y="57095"/>
                </a:lnTo>
                <a:lnTo>
                  <a:pt x="528389" y="57593"/>
                </a:lnTo>
                <a:lnTo>
                  <a:pt x="528309" y="58097"/>
                </a:lnTo>
                <a:lnTo>
                  <a:pt x="528238" y="58606"/>
                </a:lnTo>
                <a:lnTo>
                  <a:pt x="528177" y="59121"/>
                </a:lnTo>
                <a:lnTo>
                  <a:pt x="528125" y="59641"/>
                </a:lnTo>
                <a:lnTo>
                  <a:pt x="528083" y="60167"/>
                </a:lnTo>
                <a:lnTo>
                  <a:pt x="528050" y="60698"/>
                </a:lnTo>
                <a:lnTo>
                  <a:pt x="528026" y="61234"/>
                </a:lnTo>
                <a:lnTo>
                  <a:pt x="528012" y="61776"/>
                </a:lnTo>
                <a:lnTo>
                  <a:pt x="528007" y="62324"/>
                </a:lnTo>
                <a:lnTo>
                  <a:pt x="528014" y="63021"/>
                </a:lnTo>
                <a:lnTo>
                  <a:pt x="528034" y="63709"/>
                </a:lnTo>
                <a:lnTo>
                  <a:pt x="528067" y="64386"/>
                </a:lnTo>
                <a:lnTo>
                  <a:pt x="528114" y="65054"/>
                </a:lnTo>
                <a:lnTo>
                  <a:pt x="528174" y="65711"/>
                </a:lnTo>
                <a:lnTo>
                  <a:pt x="528248" y="66358"/>
                </a:lnTo>
                <a:lnTo>
                  <a:pt x="528335" y="66996"/>
                </a:lnTo>
                <a:lnTo>
                  <a:pt x="528435" y="67623"/>
                </a:lnTo>
                <a:lnTo>
                  <a:pt x="528548" y="68240"/>
                </a:lnTo>
                <a:lnTo>
                  <a:pt x="528675" y="68847"/>
                </a:lnTo>
                <a:lnTo>
                  <a:pt x="528815" y="69444"/>
                </a:lnTo>
                <a:lnTo>
                  <a:pt x="528969" y="70031"/>
                </a:lnTo>
                <a:lnTo>
                  <a:pt x="529136" y="70608"/>
                </a:lnTo>
                <a:lnTo>
                  <a:pt x="529316" y="71175"/>
                </a:lnTo>
                <a:lnTo>
                  <a:pt x="529510" y="71732"/>
                </a:lnTo>
                <a:lnTo>
                  <a:pt x="529717" y="72279"/>
                </a:lnTo>
                <a:lnTo>
                  <a:pt x="529938" y="72815"/>
                </a:lnTo>
                <a:lnTo>
                  <a:pt x="530171" y="73342"/>
                </a:lnTo>
                <a:lnTo>
                  <a:pt x="530418" y="73859"/>
                </a:lnTo>
                <a:lnTo>
                  <a:pt x="530679" y="74365"/>
                </a:lnTo>
                <a:lnTo>
                  <a:pt x="530953" y="74862"/>
                </a:lnTo>
                <a:lnTo>
                  <a:pt x="531240" y="75348"/>
                </a:lnTo>
                <a:lnTo>
                  <a:pt x="531541" y="75825"/>
                </a:lnTo>
                <a:lnTo>
                  <a:pt x="531854" y="76291"/>
                </a:lnTo>
                <a:lnTo>
                  <a:pt x="532182" y="76749"/>
                </a:lnTo>
                <a:lnTo>
                  <a:pt x="532522" y="77200"/>
                </a:lnTo>
                <a:lnTo>
                  <a:pt x="532876" y="77645"/>
                </a:lnTo>
                <a:lnTo>
                  <a:pt x="533244" y="78083"/>
                </a:lnTo>
                <a:lnTo>
                  <a:pt x="533624" y="78514"/>
                </a:lnTo>
                <a:lnTo>
                  <a:pt x="534018" y="78939"/>
                </a:lnTo>
                <a:lnTo>
                  <a:pt x="534426" y="79356"/>
                </a:lnTo>
                <a:lnTo>
                  <a:pt x="534847" y="79767"/>
                </a:lnTo>
                <a:lnTo>
                  <a:pt x="535281" y="80172"/>
                </a:lnTo>
                <a:lnTo>
                  <a:pt x="535728" y="80570"/>
                </a:lnTo>
                <a:lnTo>
                  <a:pt x="536189" y="80961"/>
                </a:lnTo>
                <a:lnTo>
                  <a:pt x="536663" y="81345"/>
                </a:lnTo>
                <a:lnTo>
                  <a:pt x="537151" y="81723"/>
                </a:lnTo>
                <a:lnTo>
                  <a:pt x="537652" y="82093"/>
                </a:lnTo>
                <a:lnTo>
                  <a:pt x="538166" y="82458"/>
                </a:lnTo>
                <a:lnTo>
                  <a:pt x="538694" y="82815"/>
                </a:lnTo>
                <a:lnTo>
                  <a:pt x="539235" y="83166"/>
                </a:lnTo>
                <a:lnTo>
                  <a:pt x="539789" y="83510"/>
                </a:lnTo>
                <a:lnTo>
                  <a:pt x="540357" y="83847"/>
                </a:lnTo>
                <a:lnTo>
                  <a:pt x="540938" y="84178"/>
                </a:lnTo>
                <a:lnTo>
                  <a:pt x="541532" y="84502"/>
                </a:lnTo>
                <a:lnTo>
                  <a:pt x="542140" y="84819"/>
                </a:lnTo>
                <a:lnTo>
                  <a:pt x="542761" y="85130"/>
                </a:lnTo>
                <a:lnTo>
                  <a:pt x="543396" y="85434"/>
                </a:lnTo>
                <a:lnTo>
                  <a:pt x="544043" y="85733"/>
                </a:lnTo>
                <a:lnTo>
                  <a:pt x="544703" y="86029"/>
                </a:lnTo>
                <a:lnTo>
                  <a:pt x="545375" y="86321"/>
                </a:lnTo>
                <a:lnTo>
                  <a:pt x="546059" y="86611"/>
                </a:lnTo>
                <a:lnTo>
                  <a:pt x="546756" y="86898"/>
                </a:lnTo>
                <a:lnTo>
                  <a:pt x="547465" y="87182"/>
                </a:lnTo>
                <a:lnTo>
                  <a:pt x="548186" y="87463"/>
                </a:lnTo>
                <a:lnTo>
                  <a:pt x="548920" y="87741"/>
                </a:lnTo>
                <a:lnTo>
                  <a:pt x="549666" y="88016"/>
                </a:lnTo>
                <a:lnTo>
                  <a:pt x="550424" y="88288"/>
                </a:lnTo>
                <a:lnTo>
                  <a:pt x="551195" y="88557"/>
                </a:lnTo>
                <a:lnTo>
                  <a:pt x="551978" y="88823"/>
                </a:lnTo>
                <a:lnTo>
                  <a:pt x="552773" y="89085"/>
                </a:lnTo>
                <a:lnTo>
                  <a:pt x="553581" y="89345"/>
                </a:lnTo>
                <a:lnTo>
                  <a:pt x="554400" y="89602"/>
                </a:lnTo>
                <a:lnTo>
                  <a:pt x="555233" y="89856"/>
                </a:lnTo>
                <a:lnTo>
                  <a:pt x="556077" y="90107"/>
                </a:lnTo>
                <a:lnTo>
                  <a:pt x="556934" y="90356"/>
                </a:lnTo>
                <a:lnTo>
                  <a:pt x="557804" y="90601"/>
                </a:lnTo>
                <a:lnTo>
                  <a:pt x="558685" y="90843"/>
                </a:lnTo>
                <a:lnTo>
                  <a:pt x="559579" y="91082"/>
                </a:lnTo>
                <a:lnTo>
                  <a:pt x="560486" y="91318"/>
                </a:lnTo>
                <a:lnTo>
                  <a:pt x="561404" y="91551"/>
                </a:lnTo>
                <a:lnTo>
                  <a:pt x="562335" y="91781"/>
                </a:lnTo>
                <a:lnTo>
                  <a:pt x="563471" y="92061"/>
                </a:lnTo>
                <a:lnTo>
                  <a:pt x="564579" y="92341"/>
                </a:lnTo>
                <a:lnTo>
                  <a:pt x="565657" y="92622"/>
                </a:lnTo>
                <a:lnTo>
                  <a:pt x="566707" y="92904"/>
                </a:lnTo>
                <a:lnTo>
                  <a:pt x="567727" y="93186"/>
                </a:lnTo>
                <a:lnTo>
                  <a:pt x="568719" y="93469"/>
                </a:lnTo>
                <a:lnTo>
                  <a:pt x="569682" y="93753"/>
                </a:lnTo>
                <a:lnTo>
                  <a:pt x="570616" y="94038"/>
                </a:lnTo>
                <a:lnTo>
                  <a:pt x="571520" y="94323"/>
                </a:lnTo>
                <a:lnTo>
                  <a:pt x="572396" y="94609"/>
                </a:lnTo>
                <a:lnTo>
                  <a:pt x="573243" y="94896"/>
                </a:lnTo>
                <a:lnTo>
                  <a:pt x="574061" y="95183"/>
                </a:lnTo>
                <a:lnTo>
                  <a:pt x="574850" y="95472"/>
                </a:lnTo>
                <a:lnTo>
                  <a:pt x="575610" y="95761"/>
                </a:lnTo>
                <a:lnTo>
                  <a:pt x="576342" y="96050"/>
                </a:lnTo>
                <a:lnTo>
                  <a:pt x="577044" y="96341"/>
                </a:lnTo>
                <a:lnTo>
                  <a:pt x="577717" y="96632"/>
                </a:lnTo>
                <a:lnTo>
                  <a:pt x="578361" y="96923"/>
                </a:lnTo>
                <a:lnTo>
                  <a:pt x="578977" y="97216"/>
                </a:lnTo>
                <a:lnTo>
                  <a:pt x="579563" y="97509"/>
                </a:lnTo>
                <a:lnTo>
                  <a:pt x="580121" y="97803"/>
                </a:lnTo>
                <a:lnTo>
                  <a:pt x="580649" y="98098"/>
                </a:lnTo>
                <a:lnTo>
                  <a:pt x="581149" y="98393"/>
                </a:lnTo>
                <a:lnTo>
                  <a:pt x="581620" y="98689"/>
                </a:lnTo>
                <a:lnTo>
                  <a:pt x="582066" y="98992"/>
                </a:lnTo>
                <a:lnTo>
                  <a:pt x="582494" y="99308"/>
                </a:lnTo>
                <a:lnTo>
                  <a:pt x="582903" y="99636"/>
                </a:lnTo>
                <a:lnTo>
                  <a:pt x="583293" y="99978"/>
                </a:lnTo>
                <a:lnTo>
                  <a:pt x="583663" y="100333"/>
                </a:lnTo>
                <a:lnTo>
                  <a:pt x="584015" y="100701"/>
                </a:lnTo>
                <a:lnTo>
                  <a:pt x="584348" y="101082"/>
                </a:lnTo>
                <a:lnTo>
                  <a:pt x="584661" y="101476"/>
                </a:lnTo>
                <a:lnTo>
                  <a:pt x="584956" y="101884"/>
                </a:lnTo>
                <a:lnTo>
                  <a:pt x="585232" y="102304"/>
                </a:lnTo>
                <a:lnTo>
                  <a:pt x="585488" y="102737"/>
                </a:lnTo>
                <a:lnTo>
                  <a:pt x="585726" y="103184"/>
                </a:lnTo>
                <a:lnTo>
                  <a:pt x="585944" y="103643"/>
                </a:lnTo>
                <a:lnTo>
                  <a:pt x="586144" y="104115"/>
                </a:lnTo>
                <a:lnTo>
                  <a:pt x="586325" y="104601"/>
                </a:lnTo>
                <a:lnTo>
                  <a:pt x="586486" y="105100"/>
                </a:lnTo>
                <a:lnTo>
                  <a:pt x="586629" y="105611"/>
                </a:lnTo>
                <a:lnTo>
                  <a:pt x="586752" y="106136"/>
                </a:lnTo>
                <a:lnTo>
                  <a:pt x="586857" y="106674"/>
                </a:lnTo>
                <a:lnTo>
                  <a:pt x="586942" y="107224"/>
                </a:lnTo>
                <a:lnTo>
                  <a:pt x="587009" y="107788"/>
                </a:lnTo>
                <a:lnTo>
                  <a:pt x="587056" y="108365"/>
                </a:lnTo>
                <a:lnTo>
                  <a:pt x="587085" y="108955"/>
                </a:lnTo>
                <a:lnTo>
                  <a:pt x="587094" y="109558"/>
                </a:lnTo>
                <a:lnTo>
                  <a:pt x="587084" y="110277"/>
                </a:lnTo>
                <a:lnTo>
                  <a:pt x="587052" y="110979"/>
                </a:lnTo>
                <a:lnTo>
                  <a:pt x="587000" y="111663"/>
                </a:lnTo>
                <a:lnTo>
                  <a:pt x="586926" y="112330"/>
                </a:lnTo>
                <a:lnTo>
                  <a:pt x="586831" y="112980"/>
                </a:lnTo>
                <a:lnTo>
                  <a:pt x="586715" y="113613"/>
                </a:lnTo>
                <a:lnTo>
                  <a:pt x="586578" y="114229"/>
                </a:lnTo>
                <a:lnTo>
                  <a:pt x="586420" y="114828"/>
                </a:lnTo>
                <a:lnTo>
                  <a:pt x="586241" y="115409"/>
                </a:lnTo>
                <a:lnTo>
                  <a:pt x="586041" y="115974"/>
                </a:lnTo>
                <a:lnTo>
                  <a:pt x="585820" y="116521"/>
                </a:lnTo>
                <a:lnTo>
                  <a:pt x="585578" y="117051"/>
                </a:lnTo>
                <a:lnTo>
                  <a:pt x="585314" y="117564"/>
                </a:lnTo>
                <a:lnTo>
                  <a:pt x="585030" y="118060"/>
                </a:lnTo>
                <a:lnTo>
                  <a:pt x="584725" y="118539"/>
                </a:lnTo>
                <a:lnTo>
                  <a:pt x="584398" y="119001"/>
                </a:lnTo>
                <a:lnTo>
                  <a:pt x="584051" y="119445"/>
                </a:lnTo>
                <a:lnTo>
                  <a:pt x="583682" y="119872"/>
                </a:lnTo>
                <a:lnTo>
                  <a:pt x="583292" y="120283"/>
                </a:lnTo>
                <a:lnTo>
                  <a:pt x="582882" y="120676"/>
                </a:lnTo>
                <a:lnTo>
                  <a:pt x="582450" y="121052"/>
                </a:lnTo>
                <a:lnTo>
                  <a:pt x="581997" y="121411"/>
                </a:lnTo>
                <a:lnTo>
                  <a:pt x="581523" y="121752"/>
                </a:lnTo>
                <a:lnTo>
                  <a:pt x="581028" y="122077"/>
                </a:lnTo>
                <a:lnTo>
                  <a:pt x="580517" y="122386"/>
                </a:lnTo>
                <a:lnTo>
                  <a:pt x="579994" y="122682"/>
                </a:lnTo>
                <a:lnTo>
                  <a:pt x="579460" y="122965"/>
                </a:lnTo>
                <a:lnTo>
                  <a:pt x="578914" y="123235"/>
                </a:lnTo>
                <a:lnTo>
                  <a:pt x="578357" y="123492"/>
                </a:lnTo>
                <a:lnTo>
                  <a:pt x="577788" y="123736"/>
                </a:lnTo>
                <a:lnTo>
                  <a:pt x="577208" y="123966"/>
                </a:lnTo>
                <a:lnTo>
                  <a:pt x="576616" y="124183"/>
                </a:lnTo>
                <a:lnTo>
                  <a:pt x="576013" y="124387"/>
                </a:lnTo>
                <a:lnTo>
                  <a:pt x="575399" y="124578"/>
                </a:lnTo>
                <a:lnTo>
                  <a:pt x="574773" y="124756"/>
                </a:lnTo>
                <a:lnTo>
                  <a:pt x="574135" y="124920"/>
                </a:lnTo>
                <a:lnTo>
                  <a:pt x="573486" y="125072"/>
                </a:lnTo>
                <a:lnTo>
                  <a:pt x="572826" y="125210"/>
                </a:lnTo>
                <a:lnTo>
                  <a:pt x="572154" y="125335"/>
                </a:lnTo>
                <a:lnTo>
                  <a:pt x="571470" y="125447"/>
                </a:lnTo>
                <a:lnTo>
                  <a:pt x="570776" y="125546"/>
                </a:lnTo>
                <a:lnTo>
                  <a:pt x="570069" y="125631"/>
                </a:lnTo>
                <a:lnTo>
                  <a:pt x="569351" y="125704"/>
                </a:lnTo>
                <a:lnTo>
                  <a:pt x="568622" y="125763"/>
                </a:lnTo>
                <a:lnTo>
                  <a:pt x="567881" y="125809"/>
                </a:lnTo>
                <a:lnTo>
                  <a:pt x="567129" y="125842"/>
                </a:lnTo>
                <a:lnTo>
                  <a:pt x="566365" y="125862"/>
                </a:lnTo>
                <a:lnTo>
                  <a:pt x="565590" y="125868"/>
                </a:lnTo>
                <a:lnTo>
                  <a:pt x="564725" y="125860"/>
                </a:lnTo>
                <a:lnTo>
                  <a:pt x="563872" y="125835"/>
                </a:lnTo>
                <a:lnTo>
                  <a:pt x="563031" y="125793"/>
                </a:lnTo>
                <a:lnTo>
                  <a:pt x="562202" y="125735"/>
                </a:lnTo>
                <a:lnTo>
                  <a:pt x="561386" y="125660"/>
                </a:lnTo>
                <a:lnTo>
                  <a:pt x="560581" y="125568"/>
                </a:lnTo>
                <a:lnTo>
                  <a:pt x="559789" y="125459"/>
                </a:lnTo>
                <a:lnTo>
                  <a:pt x="559009" y="125334"/>
                </a:lnTo>
                <a:lnTo>
                  <a:pt x="558241" y="125192"/>
                </a:lnTo>
                <a:lnTo>
                  <a:pt x="557485" y="125034"/>
                </a:lnTo>
                <a:lnTo>
                  <a:pt x="556741" y="124859"/>
                </a:lnTo>
                <a:lnTo>
                  <a:pt x="556010" y="124667"/>
                </a:lnTo>
                <a:lnTo>
                  <a:pt x="555290" y="124458"/>
                </a:lnTo>
                <a:lnTo>
                  <a:pt x="554583" y="124233"/>
                </a:lnTo>
                <a:lnTo>
                  <a:pt x="553888" y="123991"/>
                </a:lnTo>
                <a:lnTo>
                  <a:pt x="553205" y="123732"/>
                </a:lnTo>
                <a:lnTo>
                  <a:pt x="552534" y="123457"/>
                </a:lnTo>
                <a:lnTo>
                  <a:pt x="551876" y="123165"/>
                </a:lnTo>
                <a:lnTo>
                  <a:pt x="551229" y="122856"/>
                </a:lnTo>
                <a:lnTo>
                  <a:pt x="550595" y="122531"/>
                </a:lnTo>
                <a:lnTo>
                  <a:pt x="549973" y="122189"/>
                </a:lnTo>
                <a:lnTo>
                  <a:pt x="549363" y="121830"/>
                </a:lnTo>
                <a:lnTo>
                  <a:pt x="548765" y="121455"/>
                </a:lnTo>
                <a:lnTo>
                  <a:pt x="548180" y="121063"/>
                </a:lnTo>
                <a:lnTo>
                  <a:pt x="547612" y="120650"/>
                </a:lnTo>
                <a:lnTo>
                  <a:pt x="547069" y="120213"/>
                </a:lnTo>
                <a:lnTo>
                  <a:pt x="546550" y="119752"/>
                </a:lnTo>
                <a:lnTo>
                  <a:pt x="546055" y="119267"/>
                </a:lnTo>
                <a:lnTo>
                  <a:pt x="545584" y="118758"/>
                </a:lnTo>
                <a:lnTo>
                  <a:pt x="545137" y="118224"/>
                </a:lnTo>
                <a:lnTo>
                  <a:pt x="544715" y="117666"/>
                </a:lnTo>
                <a:lnTo>
                  <a:pt x="544316" y="117084"/>
                </a:lnTo>
                <a:lnTo>
                  <a:pt x="543942" y="116478"/>
                </a:lnTo>
                <a:lnTo>
                  <a:pt x="543592" y="115847"/>
                </a:lnTo>
                <a:lnTo>
                  <a:pt x="543266" y="115192"/>
                </a:lnTo>
                <a:lnTo>
                  <a:pt x="542964" y="114514"/>
                </a:lnTo>
                <a:lnTo>
                  <a:pt x="542686" y="113810"/>
                </a:lnTo>
                <a:lnTo>
                  <a:pt x="542433" y="113083"/>
                </a:lnTo>
                <a:lnTo>
                  <a:pt x="542203" y="112332"/>
                </a:lnTo>
                <a:lnTo>
                  <a:pt x="541998" y="111556"/>
                </a:lnTo>
                <a:lnTo>
                  <a:pt x="541817" y="110756"/>
                </a:lnTo>
                <a:lnTo>
                  <a:pt x="541660" y="109932"/>
                </a:lnTo>
                <a:lnTo>
                  <a:pt x="541527" y="109083"/>
                </a:lnTo>
                <a:lnTo>
                  <a:pt x="541419" y="108211"/>
                </a:lnTo>
                <a:lnTo>
                  <a:pt x="541334" y="107314"/>
                </a:lnTo>
                <a:lnTo>
                  <a:pt x="541274" y="106393"/>
                </a:lnTo>
                <a:lnTo>
                  <a:pt x="541238" y="105448"/>
                </a:lnTo>
                <a:lnTo>
                  <a:pt x="541225" y="104478"/>
                </a:lnTo>
                <a:lnTo>
                  <a:pt x="525344" y="104478"/>
                </a:lnTo>
                <a:lnTo>
                  <a:pt x="525349" y="105235"/>
                </a:lnTo>
                <a:lnTo>
                  <a:pt x="525366" y="105983"/>
                </a:lnTo>
                <a:lnTo>
                  <a:pt x="525393" y="106722"/>
                </a:lnTo>
                <a:lnTo>
                  <a:pt x="525430" y="107451"/>
                </a:lnTo>
                <a:lnTo>
                  <a:pt x="525479" y="108171"/>
                </a:lnTo>
                <a:lnTo>
                  <a:pt x="525538" y="108881"/>
                </a:lnTo>
                <a:lnTo>
                  <a:pt x="525608" y="109583"/>
                </a:lnTo>
                <a:lnTo>
                  <a:pt x="525689" y="110275"/>
                </a:lnTo>
                <a:lnTo>
                  <a:pt x="525781" y="110957"/>
                </a:lnTo>
                <a:lnTo>
                  <a:pt x="525883" y="111630"/>
                </a:lnTo>
                <a:lnTo>
                  <a:pt x="525997" y="112294"/>
                </a:lnTo>
                <a:lnTo>
                  <a:pt x="526121" y="112948"/>
                </a:lnTo>
                <a:lnTo>
                  <a:pt x="526256" y="113594"/>
                </a:lnTo>
                <a:lnTo>
                  <a:pt x="526401" y="114229"/>
                </a:lnTo>
                <a:lnTo>
                  <a:pt x="526558" y="114856"/>
                </a:lnTo>
                <a:lnTo>
                  <a:pt x="526725" y="115473"/>
                </a:lnTo>
                <a:lnTo>
                  <a:pt x="526903" y="116081"/>
                </a:lnTo>
                <a:lnTo>
                  <a:pt x="527092" y="116679"/>
                </a:lnTo>
                <a:lnTo>
                  <a:pt x="527291" y="117268"/>
                </a:lnTo>
                <a:lnTo>
                  <a:pt x="527502" y="117848"/>
                </a:lnTo>
                <a:lnTo>
                  <a:pt x="527723" y="118418"/>
                </a:lnTo>
                <a:lnTo>
                  <a:pt x="527955" y="118979"/>
                </a:lnTo>
                <a:lnTo>
                  <a:pt x="528198" y="119531"/>
                </a:lnTo>
                <a:lnTo>
                  <a:pt x="528451" y="120073"/>
                </a:lnTo>
                <a:lnTo>
                  <a:pt x="528714" y="120606"/>
                </a:lnTo>
                <a:lnTo>
                  <a:pt x="528986" y="121131"/>
                </a:lnTo>
                <a:lnTo>
                  <a:pt x="529266" y="121646"/>
                </a:lnTo>
                <a:lnTo>
                  <a:pt x="529554" y="122154"/>
                </a:lnTo>
                <a:lnTo>
                  <a:pt x="529851" y="122652"/>
                </a:lnTo>
                <a:lnTo>
                  <a:pt x="530156" y="123142"/>
                </a:lnTo>
                <a:lnTo>
                  <a:pt x="530469" y="123623"/>
                </a:lnTo>
                <a:lnTo>
                  <a:pt x="530791" y="124096"/>
                </a:lnTo>
                <a:lnTo>
                  <a:pt x="531122" y="124560"/>
                </a:lnTo>
                <a:lnTo>
                  <a:pt x="531460" y="125015"/>
                </a:lnTo>
                <a:lnTo>
                  <a:pt x="531807" y="125462"/>
                </a:lnTo>
                <a:lnTo>
                  <a:pt x="532163" y="125900"/>
                </a:lnTo>
                <a:lnTo>
                  <a:pt x="532527" y="126329"/>
                </a:lnTo>
                <a:lnTo>
                  <a:pt x="532899" y="126750"/>
                </a:lnTo>
                <a:lnTo>
                  <a:pt x="533279" y="127162"/>
                </a:lnTo>
                <a:lnTo>
                  <a:pt x="533668" y="127566"/>
                </a:lnTo>
                <a:lnTo>
                  <a:pt x="534066" y="127961"/>
                </a:lnTo>
                <a:lnTo>
                  <a:pt x="534472" y="128347"/>
                </a:lnTo>
                <a:lnTo>
                  <a:pt x="534886" y="128724"/>
                </a:lnTo>
                <a:lnTo>
                  <a:pt x="535308" y="129093"/>
                </a:lnTo>
                <a:lnTo>
                  <a:pt x="535739" y="129454"/>
                </a:lnTo>
                <a:lnTo>
                  <a:pt x="536179" y="129805"/>
                </a:lnTo>
                <a:lnTo>
                  <a:pt x="536626" y="130149"/>
                </a:lnTo>
                <a:lnTo>
                  <a:pt x="537082" y="130483"/>
                </a:lnTo>
                <a:lnTo>
                  <a:pt x="537546" y="130809"/>
                </a:lnTo>
                <a:lnTo>
                  <a:pt x="538015" y="131128"/>
                </a:lnTo>
                <a:lnTo>
                  <a:pt x="538490" y="131440"/>
                </a:lnTo>
                <a:lnTo>
                  <a:pt x="538972" y="131744"/>
                </a:lnTo>
                <a:lnTo>
                  <a:pt x="539459" y="132041"/>
                </a:lnTo>
                <a:lnTo>
                  <a:pt x="539952" y="132330"/>
                </a:lnTo>
                <a:lnTo>
                  <a:pt x="540452" y="132612"/>
                </a:lnTo>
                <a:lnTo>
                  <a:pt x="540957" y="132887"/>
                </a:lnTo>
                <a:lnTo>
                  <a:pt x="541468" y="133154"/>
                </a:lnTo>
                <a:lnTo>
                  <a:pt x="541986" y="133414"/>
                </a:lnTo>
                <a:lnTo>
                  <a:pt x="542509" y="133666"/>
                </a:lnTo>
                <a:lnTo>
                  <a:pt x="543038" y="133911"/>
                </a:lnTo>
                <a:lnTo>
                  <a:pt x="543573" y="134148"/>
                </a:lnTo>
                <a:lnTo>
                  <a:pt x="544115" y="134378"/>
                </a:lnTo>
                <a:lnTo>
                  <a:pt x="544662" y="134601"/>
                </a:lnTo>
                <a:lnTo>
                  <a:pt x="545215" y="134816"/>
                </a:lnTo>
                <a:lnTo>
                  <a:pt x="545774" y="135024"/>
                </a:lnTo>
                <a:lnTo>
                  <a:pt x="546340" y="135225"/>
                </a:lnTo>
                <a:lnTo>
                  <a:pt x="546911" y="135418"/>
                </a:lnTo>
                <a:lnTo>
                  <a:pt x="547488" y="135603"/>
                </a:lnTo>
                <a:lnTo>
                  <a:pt x="548071" y="135782"/>
                </a:lnTo>
                <a:lnTo>
                  <a:pt x="548660" y="135953"/>
                </a:lnTo>
                <a:lnTo>
                  <a:pt x="549256" y="136116"/>
                </a:lnTo>
                <a:lnTo>
                  <a:pt x="549857" y="136272"/>
                </a:lnTo>
                <a:lnTo>
                  <a:pt x="550462" y="136421"/>
                </a:lnTo>
                <a:lnTo>
                  <a:pt x="551071" y="136564"/>
                </a:lnTo>
                <a:lnTo>
                  <a:pt x="551682" y="136700"/>
                </a:lnTo>
                <a:lnTo>
                  <a:pt x="552297" y="136831"/>
                </a:lnTo>
                <a:lnTo>
                  <a:pt x="552914" y="136954"/>
                </a:lnTo>
                <a:lnTo>
                  <a:pt x="553534" y="137072"/>
                </a:lnTo>
                <a:lnTo>
                  <a:pt x="554157" y="137183"/>
                </a:lnTo>
                <a:lnTo>
                  <a:pt x="554783" y="137288"/>
                </a:lnTo>
                <a:lnTo>
                  <a:pt x="555412" y="137386"/>
                </a:lnTo>
                <a:lnTo>
                  <a:pt x="556044" y="137478"/>
                </a:lnTo>
                <a:lnTo>
                  <a:pt x="556679" y="137564"/>
                </a:lnTo>
                <a:lnTo>
                  <a:pt x="557317" y="137643"/>
                </a:lnTo>
                <a:lnTo>
                  <a:pt x="557957" y="137716"/>
                </a:lnTo>
                <a:lnTo>
                  <a:pt x="558601" y="137783"/>
                </a:lnTo>
                <a:lnTo>
                  <a:pt x="559247" y="137843"/>
                </a:lnTo>
                <a:lnTo>
                  <a:pt x="559896" y="137897"/>
                </a:lnTo>
                <a:lnTo>
                  <a:pt x="560549" y="137945"/>
                </a:lnTo>
                <a:lnTo>
                  <a:pt x="561204" y="137986"/>
                </a:lnTo>
                <a:lnTo>
                  <a:pt x="561862" y="138021"/>
                </a:lnTo>
                <a:lnTo>
                  <a:pt x="562523" y="138049"/>
                </a:lnTo>
                <a:lnTo>
                  <a:pt x="563187" y="138071"/>
                </a:lnTo>
                <a:lnTo>
                  <a:pt x="563853" y="138087"/>
                </a:lnTo>
                <a:lnTo>
                  <a:pt x="564523" y="138097"/>
                </a:lnTo>
                <a:lnTo>
                  <a:pt x="565196" y="138100"/>
                </a:lnTo>
                <a:lnTo>
                  <a:pt x="565868" y="138097"/>
                </a:lnTo>
                <a:lnTo>
                  <a:pt x="566536" y="138088"/>
                </a:lnTo>
                <a:lnTo>
                  <a:pt x="567200" y="138073"/>
                </a:lnTo>
                <a:lnTo>
                  <a:pt x="567860" y="138052"/>
                </a:lnTo>
                <a:close/>
                <a:moveTo>
                  <a:pt x="675813" y="137929"/>
                </a:moveTo>
                <a:lnTo>
                  <a:pt x="676948" y="137833"/>
                </a:lnTo>
                <a:lnTo>
                  <a:pt x="678068" y="137716"/>
                </a:lnTo>
                <a:lnTo>
                  <a:pt x="679173" y="137577"/>
                </a:lnTo>
                <a:lnTo>
                  <a:pt x="680264" y="137417"/>
                </a:lnTo>
                <a:lnTo>
                  <a:pt x="681341" y="137236"/>
                </a:lnTo>
                <a:lnTo>
                  <a:pt x="682403" y="137033"/>
                </a:lnTo>
                <a:lnTo>
                  <a:pt x="683450" y="136809"/>
                </a:lnTo>
                <a:lnTo>
                  <a:pt x="684483" y="136564"/>
                </a:lnTo>
                <a:lnTo>
                  <a:pt x="685501" y="136297"/>
                </a:lnTo>
                <a:lnTo>
                  <a:pt x="686505" y="136009"/>
                </a:lnTo>
                <a:lnTo>
                  <a:pt x="687494" y="135700"/>
                </a:lnTo>
                <a:lnTo>
                  <a:pt x="688468" y="135370"/>
                </a:lnTo>
                <a:lnTo>
                  <a:pt x="689428" y="135018"/>
                </a:lnTo>
                <a:lnTo>
                  <a:pt x="690374" y="134644"/>
                </a:lnTo>
                <a:lnTo>
                  <a:pt x="691304" y="134250"/>
                </a:lnTo>
                <a:lnTo>
                  <a:pt x="692221" y="133834"/>
                </a:lnTo>
                <a:lnTo>
                  <a:pt x="693122" y="133396"/>
                </a:lnTo>
                <a:lnTo>
                  <a:pt x="694010" y="132938"/>
                </a:lnTo>
                <a:lnTo>
                  <a:pt x="694882" y="132458"/>
                </a:lnTo>
                <a:lnTo>
                  <a:pt x="695740" y="131956"/>
                </a:lnTo>
                <a:lnTo>
                  <a:pt x="696583" y="131435"/>
                </a:lnTo>
                <a:lnTo>
                  <a:pt x="697409" y="130895"/>
                </a:lnTo>
                <a:lnTo>
                  <a:pt x="698219" y="130337"/>
                </a:lnTo>
                <a:lnTo>
                  <a:pt x="699012" y="129761"/>
                </a:lnTo>
                <a:lnTo>
                  <a:pt x="699789" y="129166"/>
                </a:lnTo>
                <a:lnTo>
                  <a:pt x="700549" y="128553"/>
                </a:lnTo>
                <a:lnTo>
                  <a:pt x="701293" y="127922"/>
                </a:lnTo>
                <a:lnTo>
                  <a:pt x="702021" y="127272"/>
                </a:lnTo>
                <a:lnTo>
                  <a:pt x="702732" y="126604"/>
                </a:lnTo>
                <a:lnTo>
                  <a:pt x="703426" y="125917"/>
                </a:lnTo>
                <a:lnTo>
                  <a:pt x="704104" y="125213"/>
                </a:lnTo>
                <a:lnTo>
                  <a:pt x="704766" y="124490"/>
                </a:lnTo>
                <a:lnTo>
                  <a:pt x="705411" y="123748"/>
                </a:lnTo>
                <a:lnTo>
                  <a:pt x="706040" y="122988"/>
                </a:lnTo>
                <a:lnTo>
                  <a:pt x="706653" y="122210"/>
                </a:lnTo>
                <a:lnTo>
                  <a:pt x="707249" y="121414"/>
                </a:lnTo>
                <a:lnTo>
                  <a:pt x="707828" y="120599"/>
                </a:lnTo>
                <a:lnTo>
                  <a:pt x="708391" y="119766"/>
                </a:lnTo>
                <a:lnTo>
                  <a:pt x="708938" y="118915"/>
                </a:lnTo>
                <a:lnTo>
                  <a:pt x="709468" y="118045"/>
                </a:lnTo>
                <a:lnTo>
                  <a:pt x="709982" y="117157"/>
                </a:lnTo>
                <a:lnTo>
                  <a:pt x="710479" y="116250"/>
                </a:lnTo>
                <a:lnTo>
                  <a:pt x="710960" y="115326"/>
                </a:lnTo>
                <a:lnTo>
                  <a:pt x="711425" y="114383"/>
                </a:lnTo>
                <a:lnTo>
                  <a:pt x="711871" y="113423"/>
                </a:lnTo>
                <a:lnTo>
                  <a:pt x="712299" y="112448"/>
                </a:lnTo>
                <a:lnTo>
                  <a:pt x="712708" y="111458"/>
                </a:lnTo>
                <a:lnTo>
                  <a:pt x="713097" y="110454"/>
                </a:lnTo>
                <a:lnTo>
                  <a:pt x="713468" y="109434"/>
                </a:lnTo>
                <a:lnTo>
                  <a:pt x="713820" y="108399"/>
                </a:lnTo>
                <a:lnTo>
                  <a:pt x="714152" y="107349"/>
                </a:lnTo>
                <a:lnTo>
                  <a:pt x="714466" y="106285"/>
                </a:lnTo>
                <a:lnTo>
                  <a:pt x="714761" y="105205"/>
                </a:lnTo>
                <a:lnTo>
                  <a:pt x="715036" y="104110"/>
                </a:lnTo>
                <a:lnTo>
                  <a:pt x="715293" y="103000"/>
                </a:lnTo>
                <a:lnTo>
                  <a:pt x="715531" y="101876"/>
                </a:lnTo>
                <a:lnTo>
                  <a:pt x="715749" y="100736"/>
                </a:lnTo>
                <a:lnTo>
                  <a:pt x="715949" y="99581"/>
                </a:lnTo>
                <a:lnTo>
                  <a:pt x="716129" y="98412"/>
                </a:lnTo>
                <a:lnTo>
                  <a:pt x="716291" y="97227"/>
                </a:lnTo>
                <a:lnTo>
                  <a:pt x="716434" y="96027"/>
                </a:lnTo>
                <a:lnTo>
                  <a:pt x="716557" y="94813"/>
                </a:lnTo>
                <a:lnTo>
                  <a:pt x="716662" y="93583"/>
                </a:lnTo>
                <a:lnTo>
                  <a:pt x="716747" y="92338"/>
                </a:lnTo>
                <a:lnTo>
                  <a:pt x="716814" y="91079"/>
                </a:lnTo>
                <a:lnTo>
                  <a:pt x="716861" y="89804"/>
                </a:lnTo>
                <a:lnTo>
                  <a:pt x="716890" y="88514"/>
                </a:lnTo>
                <a:lnTo>
                  <a:pt x="716899" y="87210"/>
                </a:lnTo>
                <a:lnTo>
                  <a:pt x="716890" y="85872"/>
                </a:lnTo>
                <a:lnTo>
                  <a:pt x="716861" y="84550"/>
                </a:lnTo>
                <a:lnTo>
                  <a:pt x="716814" y="83244"/>
                </a:lnTo>
                <a:lnTo>
                  <a:pt x="716747" y="81955"/>
                </a:lnTo>
                <a:lnTo>
                  <a:pt x="716662" y="80681"/>
                </a:lnTo>
                <a:lnTo>
                  <a:pt x="716557" y="79423"/>
                </a:lnTo>
                <a:lnTo>
                  <a:pt x="716434" y="78182"/>
                </a:lnTo>
                <a:lnTo>
                  <a:pt x="716291" y="76957"/>
                </a:lnTo>
                <a:lnTo>
                  <a:pt x="716129" y="75747"/>
                </a:lnTo>
                <a:lnTo>
                  <a:pt x="715949" y="74554"/>
                </a:lnTo>
                <a:lnTo>
                  <a:pt x="715749" y="73376"/>
                </a:lnTo>
                <a:lnTo>
                  <a:pt x="715531" y="72215"/>
                </a:lnTo>
                <a:lnTo>
                  <a:pt x="715293" y="71070"/>
                </a:lnTo>
                <a:lnTo>
                  <a:pt x="715036" y="69941"/>
                </a:lnTo>
                <a:lnTo>
                  <a:pt x="714761" y="68827"/>
                </a:lnTo>
                <a:lnTo>
                  <a:pt x="714466" y="67730"/>
                </a:lnTo>
                <a:lnTo>
                  <a:pt x="714152" y="66649"/>
                </a:lnTo>
                <a:lnTo>
                  <a:pt x="713820" y="65584"/>
                </a:lnTo>
                <a:lnTo>
                  <a:pt x="713468" y="64535"/>
                </a:lnTo>
                <a:lnTo>
                  <a:pt x="713097" y="63502"/>
                </a:lnTo>
                <a:lnTo>
                  <a:pt x="712708" y="62485"/>
                </a:lnTo>
                <a:lnTo>
                  <a:pt x="712299" y="61485"/>
                </a:lnTo>
                <a:lnTo>
                  <a:pt x="711871" y="60500"/>
                </a:lnTo>
                <a:lnTo>
                  <a:pt x="711425" y="59531"/>
                </a:lnTo>
                <a:lnTo>
                  <a:pt x="710960" y="58579"/>
                </a:lnTo>
                <a:lnTo>
                  <a:pt x="710479" y="57647"/>
                </a:lnTo>
                <a:lnTo>
                  <a:pt x="709982" y="56732"/>
                </a:lnTo>
                <a:lnTo>
                  <a:pt x="709468" y="55836"/>
                </a:lnTo>
                <a:lnTo>
                  <a:pt x="708938" y="54959"/>
                </a:lnTo>
                <a:lnTo>
                  <a:pt x="708391" y="54100"/>
                </a:lnTo>
                <a:lnTo>
                  <a:pt x="707828" y="53259"/>
                </a:lnTo>
                <a:lnTo>
                  <a:pt x="707249" y="52438"/>
                </a:lnTo>
                <a:lnTo>
                  <a:pt x="706653" y="51634"/>
                </a:lnTo>
                <a:lnTo>
                  <a:pt x="706040" y="50849"/>
                </a:lnTo>
                <a:lnTo>
                  <a:pt x="705411" y="50083"/>
                </a:lnTo>
                <a:lnTo>
                  <a:pt x="704766" y="49335"/>
                </a:lnTo>
                <a:lnTo>
                  <a:pt x="704104" y="48606"/>
                </a:lnTo>
                <a:lnTo>
                  <a:pt x="703426" y="47895"/>
                </a:lnTo>
                <a:lnTo>
                  <a:pt x="702732" y="47203"/>
                </a:lnTo>
                <a:lnTo>
                  <a:pt x="702021" y="46529"/>
                </a:lnTo>
                <a:lnTo>
                  <a:pt x="701293" y="45874"/>
                </a:lnTo>
                <a:lnTo>
                  <a:pt x="700549" y="45237"/>
                </a:lnTo>
                <a:lnTo>
                  <a:pt x="699789" y="44619"/>
                </a:lnTo>
                <a:lnTo>
                  <a:pt x="699012" y="44020"/>
                </a:lnTo>
                <a:lnTo>
                  <a:pt x="698219" y="43438"/>
                </a:lnTo>
                <a:lnTo>
                  <a:pt x="697409" y="42876"/>
                </a:lnTo>
                <a:lnTo>
                  <a:pt x="696583" y="42332"/>
                </a:lnTo>
                <a:lnTo>
                  <a:pt x="695740" y="41806"/>
                </a:lnTo>
                <a:lnTo>
                  <a:pt x="694882" y="41301"/>
                </a:lnTo>
                <a:lnTo>
                  <a:pt x="694010" y="40816"/>
                </a:lnTo>
                <a:lnTo>
                  <a:pt x="693122" y="40354"/>
                </a:lnTo>
                <a:lnTo>
                  <a:pt x="692221" y="39913"/>
                </a:lnTo>
                <a:lnTo>
                  <a:pt x="691304" y="39493"/>
                </a:lnTo>
                <a:lnTo>
                  <a:pt x="690374" y="39095"/>
                </a:lnTo>
                <a:lnTo>
                  <a:pt x="689428" y="38719"/>
                </a:lnTo>
                <a:lnTo>
                  <a:pt x="688468" y="38364"/>
                </a:lnTo>
                <a:lnTo>
                  <a:pt x="687494" y="38030"/>
                </a:lnTo>
                <a:lnTo>
                  <a:pt x="686505" y="37718"/>
                </a:lnTo>
                <a:lnTo>
                  <a:pt x="685501" y="37428"/>
                </a:lnTo>
                <a:lnTo>
                  <a:pt x="684483" y="37159"/>
                </a:lnTo>
                <a:lnTo>
                  <a:pt x="683450" y="36912"/>
                </a:lnTo>
                <a:lnTo>
                  <a:pt x="682403" y="36686"/>
                </a:lnTo>
                <a:lnTo>
                  <a:pt x="681341" y="36481"/>
                </a:lnTo>
                <a:lnTo>
                  <a:pt x="680264" y="36299"/>
                </a:lnTo>
                <a:lnTo>
                  <a:pt x="679173" y="36137"/>
                </a:lnTo>
                <a:lnTo>
                  <a:pt x="678068" y="35997"/>
                </a:lnTo>
                <a:lnTo>
                  <a:pt x="676948" y="35879"/>
                </a:lnTo>
                <a:lnTo>
                  <a:pt x="675813" y="35782"/>
                </a:lnTo>
                <a:lnTo>
                  <a:pt x="674664" y="35707"/>
                </a:lnTo>
                <a:lnTo>
                  <a:pt x="673500" y="35653"/>
                </a:lnTo>
                <a:lnTo>
                  <a:pt x="672322" y="35621"/>
                </a:lnTo>
                <a:lnTo>
                  <a:pt x="671129" y="35610"/>
                </a:lnTo>
                <a:lnTo>
                  <a:pt x="669961" y="35621"/>
                </a:lnTo>
                <a:lnTo>
                  <a:pt x="668806" y="35653"/>
                </a:lnTo>
                <a:lnTo>
                  <a:pt x="667666" y="35707"/>
                </a:lnTo>
                <a:lnTo>
                  <a:pt x="666539" y="35782"/>
                </a:lnTo>
                <a:lnTo>
                  <a:pt x="665427" y="35879"/>
                </a:lnTo>
                <a:lnTo>
                  <a:pt x="664329" y="35997"/>
                </a:lnTo>
                <a:lnTo>
                  <a:pt x="663245" y="36137"/>
                </a:lnTo>
                <a:lnTo>
                  <a:pt x="662174" y="36299"/>
                </a:lnTo>
                <a:lnTo>
                  <a:pt x="661118" y="36481"/>
                </a:lnTo>
                <a:lnTo>
                  <a:pt x="660076" y="36686"/>
                </a:lnTo>
                <a:lnTo>
                  <a:pt x="659048" y="36912"/>
                </a:lnTo>
                <a:lnTo>
                  <a:pt x="658034" y="37159"/>
                </a:lnTo>
                <a:lnTo>
                  <a:pt x="657034" y="37428"/>
                </a:lnTo>
                <a:lnTo>
                  <a:pt x="656048" y="37718"/>
                </a:lnTo>
                <a:lnTo>
                  <a:pt x="655076" y="38030"/>
                </a:lnTo>
                <a:lnTo>
                  <a:pt x="654119" y="38364"/>
                </a:lnTo>
                <a:lnTo>
                  <a:pt x="653175" y="38719"/>
                </a:lnTo>
                <a:lnTo>
                  <a:pt x="652245" y="39095"/>
                </a:lnTo>
                <a:lnTo>
                  <a:pt x="651329" y="39493"/>
                </a:lnTo>
                <a:lnTo>
                  <a:pt x="650428" y="39913"/>
                </a:lnTo>
                <a:lnTo>
                  <a:pt x="649540" y="40354"/>
                </a:lnTo>
                <a:lnTo>
                  <a:pt x="648667" y="40816"/>
                </a:lnTo>
                <a:lnTo>
                  <a:pt x="647807" y="41301"/>
                </a:lnTo>
                <a:lnTo>
                  <a:pt x="646961" y="41806"/>
                </a:lnTo>
                <a:lnTo>
                  <a:pt x="646131" y="42332"/>
                </a:lnTo>
                <a:lnTo>
                  <a:pt x="645318" y="42876"/>
                </a:lnTo>
                <a:lnTo>
                  <a:pt x="644521" y="43438"/>
                </a:lnTo>
                <a:lnTo>
                  <a:pt x="643741" y="44020"/>
                </a:lnTo>
                <a:lnTo>
                  <a:pt x="642977" y="44619"/>
                </a:lnTo>
                <a:lnTo>
                  <a:pt x="642230" y="45237"/>
                </a:lnTo>
                <a:lnTo>
                  <a:pt x="641499" y="45874"/>
                </a:lnTo>
                <a:lnTo>
                  <a:pt x="640785" y="46529"/>
                </a:lnTo>
                <a:lnTo>
                  <a:pt x="640088" y="47203"/>
                </a:lnTo>
                <a:lnTo>
                  <a:pt x="639407" y="47895"/>
                </a:lnTo>
                <a:lnTo>
                  <a:pt x="638743" y="48606"/>
                </a:lnTo>
                <a:lnTo>
                  <a:pt x="638096" y="49335"/>
                </a:lnTo>
                <a:lnTo>
                  <a:pt x="637465" y="50083"/>
                </a:lnTo>
                <a:lnTo>
                  <a:pt x="636851" y="50849"/>
                </a:lnTo>
                <a:lnTo>
                  <a:pt x="636253" y="51634"/>
                </a:lnTo>
                <a:lnTo>
                  <a:pt x="635672" y="52438"/>
                </a:lnTo>
                <a:lnTo>
                  <a:pt x="635108" y="53259"/>
                </a:lnTo>
                <a:lnTo>
                  <a:pt x="634560" y="54100"/>
                </a:lnTo>
                <a:lnTo>
                  <a:pt x="634029" y="54959"/>
                </a:lnTo>
                <a:lnTo>
                  <a:pt x="633515" y="55836"/>
                </a:lnTo>
                <a:lnTo>
                  <a:pt x="633017" y="56732"/>
                </a:lnTo>
                <a:lnTo>
                  <a:pt x="632535" y="57647"/>
                </a:lnTo>
                <a:lnTo>
                  <a:pt x="632071" y="58579"/>
                </a:lnTo>
                <a:lnTo>
                  <a:pt x="631623" y="59531"/>
                </a:lnTo>
                <a:lnTo>
                  <a:pt x="631192" y="60500"/>
                </a:lnTo>
                <a:lnTo>
                  <a:pt x="630780" y="61485"/>
                </a:lnTo>
                <a:lnTo>
                  <a:pt x="630386" y="62485"/>
                </a:lnTo>
                <a:lnTo>
                  <a:pt x="630010" y="63502"/>
                </a:lnTo>
                <a:lnTo>
                  <a:pt x="629653" y="64535"/>
                </a:lnTo>
                <a:lnTo>
                  <a:pt x="629314" y="65584"/>
                </a:lnTo>
                <a:lnTo>
                  <a:pt x="628993" y="66649"/>
                </a:lnTo>
                <a:lnTo>
                  <a:pt x="628691" y="67730"/>
                </a:lnTo>
                <a:lnTo>
                  <a:pt x="628407" y="68827"/>
                </a:lnTo>
                <a:lnTo>
                  <a:pt x="628141" y="69941"/>
                </a:lnTo>
                <a:lnTo>
                  <a:pt x="627894" y="71070"/>
                </a:lnTo>
                <a:lnTo>
                  <a:pt x="627664" y="72215"/>
                </a:lnTo>
                <a:lnTo>
                  <a:pt x="627454" y="73376"/>
                </a:lnTo>
                <a:lnTo>
                  <a:pt x="627261" y="74554"/>
                </a:lnTo>
                <a:lnTo>
                  <a:pt x="627087" y="75747"/>
                </a:lnTo>
                <a:lnTo>
                  <a:pt x="626932" y="76957"/>
                </a:lnTo>
                <a:lnTo>
                  <a:pt x="626794" y="78182"/>
                </a:lnTo>
                <a:lnTo>
                  <a:pt x="626675" y="79423"/>
                </a:lnTo>
                <a:lnTo>
                  <a:pt x="626574" y="80681"/>
                </a:lnTo>
                <a:lnTo>
                  <a:pt x="626492" y="81955"/>
                </a:lnTo>
                <a:lnTo>
                  <a:pt x="626428" y="83244"/>
                </a:lnTo>
                <a:lnTo>
                  <a:pt x="626382" y="84550"/>
                </a:lnTo>
                <a:lnTo>
                  <a:pt x="626354" y="85872"/>
                </a:lnTo>
                <a:lnTo>
                  <a:pt x="626345" y="87210"/>
                </a:lnTo>
                <a:lnTo>
                  <a:pt x="626354" y="88514"/>
                </a:lnTo>
                <a:lnTo>
                  <a:pt x="626382" y="89804"/>
                </a:lnTo>
                <a:lnTo>
                  <a:pt x="626428" y="91079"/>
                </a:lnTo>
                <a:lnTo>
                  <a:pt x="626492" y="92338"/>
                </a:lnTo>
                <a:lnTo>
                  <a:pt x="626574" y="93583"/>
                </a:lnTo>
                <a:lnTo>
                  <a:pt x="626675" y="94813"/>
                </a:lnTo>
                <a:lnTo>
                  <a:pt x="626794" y="96027"/>
                </a:lnTo>
                <a:lnTo>
                  <a:pt x="626932" y="97227"/>
                </a:lnTo>
                <a:lnTo>
                  <a:pt x="627087" y="98412"/>
                </a:lnTo>
                <a:lnTo>
                  <a:pt x="627261" y="99581"/>
                </a:lnTo>
                <a:lnTo>
                  <a:pt x="627454" y="100736"/>
                </a:lnTo>
                <a:lnTo>
                  <a:pt x="627664" y="101876"/>
                </a:lnTo>
                <a:lnTo>
                  <a:pt x="627894" y="103000"/>
                </a:lnTo>
                <a:lnTo>
                  <a:pt x="628141" y="104110"/>
                </a:lnTo>
                <a:lnTo>
                  <a:pt x="628407" y="105205"/>
                </a:lnTo>
                <a:lnTo>
                  <a:pt x="628691" y="106285"/>
                </a:lnTo>
                <a:lnTo>
                  <a:pt x="628993" y="107349"/>
                </a:lnTo>
                <a:lnTo>
                  <a:pt x="629314" y="108399"/>
                </a:lnTo>
                <a:lnTo>
                  <a:pt x="629653" y="109434"/>
                </a:lnTo>
                <a:lnTo>
                  <a:pt x="630010" y="110454"/>
                </a:lnTo>
                <a:lnTo>
                  <a:pt x="630386" y="111458"/>
                </a:lnTo>
                <a:lnTo>
                  <a:pt x="630780" y="112448"/>
                </a:lnTo>
                <a:lnTo>
                  <a:pt x="631192" y="113423"/>
                </a:lnTo>
                <a:lnTo>
                  <a:pt x="631623" y="114383"/>
                </a:lnTo>
                <a:lnTo>
                  <a:pt x="632071" y="115326"/>
                </a:lnTo>
                <a:lnTo>
                  <a:pt x="632535" y="116250"/>
                </a:lnTo>
                <a:lnTo>
                  <a:pt x="633017" y="117157"/>
                </a:lnTo>
                <a:lnTo>
                  <a:pt x="633515" y="118045"/>
                </a:lnTo>
                <a:lnTo>
                  <a:pt x="634029" y="118915"/>
                </a:lnTo>
                <a:lnTo>
                  <a:pt x="634560" y="119766"/>
                </a:lnTo>
                <a:lnTo>
                  <a:pt x="635108" y="120599"/>
                </a:lnTo>
                <a:lnTo>
                  <a:pt x="635672" y="121414"/>
                </a:lnTo>
                <a:lnTo>
                  <a:pt x="636253" y="122210"/>
                </a:lnTo>
                <a:lnTo>
                  <a:pt x="636851" y="122988"/>
                </a:lnTo>
                <a:lnTo>
                  <a:pt x="637465" y="123748"/>
                </a:lnTo>
                <a:lnTo>
                  <a:pt x="638096" y="124490"/>
                </a:lnTo>
                <a:lnTo>
                  <a:pt x="638743" y="125213"/>
                </a:lnTo>
                <a:lnTo>
                  <a:pt x="639407" y="125917"/>
                </a:lnTo>
                <a:lnTo>
                  <a:pt x="640088" y="126604"/>
                </a:lnTo>
                <a:lnTo>
                  <a:pt x="640785" y="127272"/>
                </a:lnTo>
                <a:lnTo>
                  <a:pt x="641499" y="127922"/>
                </a:lnTo>
                <a:lnTo>
                  <a:pt x="642230" y="128553"/>
                </a:lnTo>
                <a:lnTo>
                  <a:pt x="642977" y="129166"/>
                </a:lnTo>
                <a:lnTo>
                  <a:pt x="643741" y="129761"/>
                </a:lnTo>
                <a:lnTo>
                  <a:pt x="644521" y="130337"/>
                </a:lnTo>
                <a:lnTo>
                  <a:pt x="645318" y="130895"/>
                </a:lnTo>
                <a:lnTo>
                  <a:pt x="646131" y="131435"/>
                </a:lnTo>
                <a:lnTo>
                  <a:pt x="646961" y="131956"/>
                </a:lnTo>
                <a:lnTo>
                  <a:pt x="647807" y="132458"/>
                </a:lnTo>
                <a:lnTo>
                  <a:pt x="648667" y="132938"/>
                </a:lnTo>
                <a:lnTo>
                  <a:pt x="649540" y="133396"/>
                </a:lnTo>
                <a:lnTo>
                  <a:pt x="650428" y="133834"/>
                </a:lnTo>
                <a:lnTo>
                  <a:pt x="651329" y="134250"/>
                </a:lnTo>
                <a:lnTo>
                  <a:pt x="652245" y="134644"/>
                </a:lnTo>
                <a:lnTo>
                  <a:pt x="653175" y="135018"/>
                </a:lnTo>
                <a:lnTo>
                  <a:pt x="654119" y="135370"/>
                </a:lnTo>
                <a:lnTo>
                  <a:pt x="655076" y="135700"/>
                </a:lnTo>
                <a:lnTo>
                  <a:pt x="656048" y="136009"/>
                </a:lnTo>
                <a:lnTo>
                  <a:pt x="657034" y="136297"/>
                </a:lnTo>
                <a:lnTo>
                  <a:pt x="658034" y="136564"/>
                </a:lnTo>
                <a:lnTo>
                  <a:pt x="659048" y="136809"/>
                </a:lnTo>
                <a:lnTo>
                  <a:pt x="660076" y="137033"/>
                </a:lnTo>
                <a:lnTo>
                  <a:pt x="661118" y="137236"/>
                </a:lnTo>
                <a:lnTo>
                  <a:pt x="662174" y="137417"/>
                </a:lnTo>
                <a:lnTo>
                  <a:pt x="663245" y="137577"/>
                </a:lnTo>
                <a:lnTo>
                  <a:pt x="664329" y="137716"/>
                </a:lnTo>
                <a:lnTo>
                  <a:pt x="665427" y="137833"/>
                </a:lnTo>
                <a:lnTo>
                  <a:pt x="666539" y="137929"/>
                </a:lnTo>
                <a:lnTo>
                  <a:pt x="667666" y="138004"/>
                </a:lnTo>
                <a:lnTo>
                  <a:pt x="668806" y="138057"/>
                </a:lnTo>
                <a:lnTo>
                  <a:pt x="669961" y="138089"/>
                </a:lnTo>
                <a:lnTo>
                  <a:pt x="671129" y="138100"/>
                </a:lnTo>
                <a:lnTo>
                  <a:pt x="672322" y="138089"/>
                </a:lnTo>
                <a:lnTo>
                  <a:pt x="673500" y="138057"/>
                </a:lnTo>
                <a:lnTo>
                  <a:pt x="674664" y="138004"/>
                </a:lnTo>
                <a:lnTo>
                  <a:pt x="675813" y="137929"/>
                </a:lnTo>
                <a:close/>
                <a:moveTo>
                  <a:pt x="667796" y="124845"/>
                </a:moveTo>
                <a:lnTo>
                  <a:pt x="667000" y="124769"/>
                </a:lnTo>
                <a:lnTo>
                  <a:pt x="666218" y="124676"/>
                </a:lnTo>
                <a:lnTo>
                  <a:pt x="665452" y="124566"/>
                </a:lnTo>
                <a:lnTo>
                  <a:pt x="664701" y="124439"/>
                </a:lnTo>
                <a:lnTo>
                  <a:pt x="663964" y="124295"/>
                </a:lnTo>
                <a:lnTo>
                  <a:pt x="663243" y="124134"/>
                </a:lnTo>
                <a:lnTo>
                  <a:pt x="662536" y="123957"/>
                </a:lnTo>
                <a:lnTo>
                  <a:pt x="661844" y="123762"/>
                </a:lnTo>
                <a:lnTo>
                  <a:pt x="661167" y="123551"/>
                </a:lnTo>
                <a:lnTo>
                  <a:pt x="660505" y="123322"/>
                </a:lnTo>
                <a:lnTo>
                  <a:pt x="659858" y="123077"/>
                </a:lnTo>
                <a:lnTo>
                  <a:pt x="659226" y="122814"/>
                </a:lnTo>
                <a:lnTo>
                  <a:pt x="658609" y="122535"/>
                </a:lnTo>
                <a:lnTo>
                  <a:pt x="658006" y="122239"/>
                </a:lnTo>
                <a:lnTo>
                  <a:pt x="657419" y="121926"/>
                </a:lnTo>
                <a:lnTo>
                  <a:pt x="656846" y="121596"/>
                </a:lnTo>
                <a:lnTo>
                  <a:pt x="656289" y="121249"/>
                </a:lnTo>
                <a:lnTo>
                  <a:pt x="655746" y="120885"/>
                </a:lnTo>
                <a:lnTo>
                  <a:pt x="655218" y="120505"/>
                </a:lnTo>
                <a:lnTo>
                  <a:pt x="654705" y="120107"/>
                </a:lnTo>
                <a:lnTo>
                  <a:pt x="654205" y="119694"/>
                </a:lnTo>
                <a:lnTo>
                  <a:pt x="653717" y="119269"/>
                </a:lnTo>
                <a:lnTo>
                  <a:pt x="653241" y="118830"/>
                </a:lnTo>
                <a:lnTo>
                  <a:pt x="652777" y="118379"/>
                </a:lnTo>
                <a:lnTo>
                  <a:pt x="652325" y="117915"/>
                </a:lnTo>
                <a:lnTo>
                  <a:pt x="651884" y="117438"/>
                </a:lnTo>
                <a:lnTo>
                  <a:pt x="651456" y="116948"/>
                </a:lnTo>
                <a:lnTo>
                  <a:pt x="651039" y="116446"/>
                </a:lnTo>
                <a:lnTo>
                  <a:pt x="650634" y="115930"/>
                </a:lnTo>
                <a:lnTo>
                  <a:pt x="650240" y="115402"/>
                </a:lnTo>
                <a:lnTo>
                  <a:pt x="649859" y="114861"/>
                </a:lnTo>
                <a:lnTo>
                  <a:pt x="649489" y="114307"/>
                </a:lnTo>
                <a:lnTo>
                  <a:pt x="649131" y="113740"/>
                </a:lnTo>
                <a:lnTo>
                  <a:pt x="648785" y="113161"/>
                </a:lnTo>
                <a:lnTo>
                  <a:pt x="648451" y="112569"/>
                </a:lnTo>
                <a:lnTo>
                  <a:pt x="648129" y="111963"/>
                </a:lnTo>
                <a:lnTo>
                  <a:pt x="647818" y="111345"/>
                </a:lnTo>
                <a:lnTo>
                  <a:pt x="647519" y="110715"/>
                </a:lnTo>
                <a:lnTo>
                  <a:pt x="647233" y="110071"/>
                </a:lnTo>
                <a:lnTo>
                  <a:pt x="646957" y="109415"/>
                </a:lnTo>
                <a:lnTo>
                  <a:pt x="646694" y="108745"/>
                </a:lnTo>
                <a:lnTo>
                  <a:pt x="646443" y="108063"/>
                </a:lnTo>
                <a:lnTo>
                  <a:pt x="646203" y="107368"/>
                </a:lnTo>
                <a:lnTo>
                  <a:pt x="645975" y="106661"/>
                </a:lnTo>
                <a:lnTo>
                  <a:pt x="645758" y="105943"/>
                </a:lnTo>
                <a:lnTo>
                  <a:pt x="645550" y="105216"/>
                </a:lnTo>
                <a:lnTo>
                  <a:pt x="645351" y="104482"/>
                </a:lnTo>
                <a:lnTo>
                  <a:pt x="645161" y="103740"/>
                </a:lnTo>
                <a:lnTo>
                  <a:pt x="644981" y="102990"/>
                </a:lnTo>
                <a:lnTo>
                  <a:pt x="644810" y="102232"/>
                </a:lnTo>
                <a:lnTo>
                  <a:pt x="644648" y="101466"/>
                </a:lnTo>
                <a:lnTo>
                  <a:pt x="644495" y="100691"/>
                </a:lnTo>
                <a:lnTo>
                  <a:pt x="644352" y="99909"/>
                </a:lnTo>
                <a:lnTo>
                  <a:pt x="644218" y="99119"/>
                </a:lnTo>
                <a:lnTo>
                  <a:pt x="644093" y="98321"/>
                </a:lnTo>
                <a:lnTo>
                  <a:pt x="643978" y="97515"/>
                </a:lnTo>
                <a:lnTo>
                  <a:pt x="643871" y="96700"/>
                </a:lnTo>
                <a:lnTo>
                  <a:pt x="643774" y="95878"/>
                </a:lnTo>
                <a:lnTo>
                  <a:pt x="643686" y="95048"/>
                </a:lnTo>
                <a:lnTo>
                  <a:pt x="643608" y="94210"/>
                </a:lnTo>
                <a:lnTo>
                  <a:pt x="643538" y="93364"/>
                </a:lnTo>
                <a:lnTo>
                  <a:pt x="643478" y="92509"/>
                </a:lnTo>
                <a:lnTo>
                  <a:pt x="643427" y="91647"/>
                </a:lnTo>
                <a:lnTo>
                  <a:pt x="643386" y="90777"/>
                </a:lnTo>
                <a:lnTo>
                  <a:pt x="643353" y="89899"/>
                </a:lnTo>
                <a:lnTo>
                  <a:pt x="643330" y="89012"/>
                </a:lnTo>
                <a:lnTo>
                  <a:pt x="643316" y="88118"/>
                </a:lnTo>
                <a:lnTo>
                  <a:pt x="643312" y="87216"/>
                </a:lnTo>
                <a:lnTo>
                  <a:pt x="643316" y="86296"/>
                </a:lnTo>
                <a:lnTo>
                  <a:pt x="643330" y="85385"/>
                </a:lnTo>
                <a:lnTo>
                  <a:pt x="643353" y="84481"/>
                </a:lnTo>
                <a:lnTo>
                  <a:pt x="643386" y="83586"/>
                </a:lnTo>
                <a:lnTo>
                  <a:pt x="643427" y="82699"/>
                </a:lnTo>
                <a:lnTo>
                  <a:pt x="643478" y="81821"/>
                </a:lnTo>
                <a:lnTo>
                  <a:pt x="643538" y="80950"/>
                </a:lnTo>
                <a:lnTo>
                  <a:pt x="643608" y="80088"/>
                </a:lnTo>
                <a:lnTo>
                  <a:pt x="643686" y="79234"/>
                </a:lnTo>
                <a:lnTo>
                  <a:pt x="643774" y="78388"/>
                </a:lnTo>
                <a:lnTo>
                  <a:pt x="643871" y="77550"/>
                </a:lnTo>
                <a:lnTo>
                  <a:pt x="643978" y="76721"/>
                </a:lnTo>
                <a:lnTo>
                  <a:pt x="644093" y="75900"/>
                </a:lnTo>
                <a:lnTo>
                  <a:pt x="644218" y="75087"/>
                </a:lnTo>
                <a:lnTo>
                  <a:pt x="644352" y="74282"/>
                </a:lnTo>
                <a:lnTo>
                  <a:pt x="644495" y="73485"/>
                </a:lnTo>
                <a:lnTo>
                  <a:pt x="644648" y="72697"/>
                </a:lnTo>
                <a:lnTo>
                  <a:pt x="644810" y="71916"/>
                </a:lnTo>
                <a:lnTo>
                  <a:pt x="644981" y="71144"/>
                </a:lnTo>
                <a:lnTo>
                  <a:pt x="645161" y="70380"/>
                </a:lnTo>
                <a:lnTo>
                  <a:pt x="645351" y="69625"/>
                </a:lnTo>
                <a:lnTo>
                  <a:pt x="645550" y="68877"/>
                </a:lnTo>
                <a:lnTo>
                  <a:pt x="645758" y="68138"/>
                </a:lnTo>
                <a:lnTo>
                  <a:pt x="645975" y="67407"/>
                </a:lnTo>
                <a:lnTo>
                  <a:pt x="646203" y="66687"/>
                </a:lnTo>
                <a:lnTo>
                  <a:pt x="646443" y="65979"/>
                </a:lnTo>
                <a:lnTo>
                  <a:pt x="646694" y="65285"/>
                </a:lnTo>
                <a:lnTo>
                  <a:pt x="646957" y="64603"/>
                </a:lnTo>
                <a:lnTo>
                  <a:pt x="647233" y="63935"/>
                </a:lnTo>
                <a:lnTo>
                  <a:pt x="647519" y="63279"/>
                </a:lnTo>
                <a:lnTo>
                  <a:pt x="647818" y="62637"/>
                </a:lnTo>
                <a:lnTo>
                  <a:pt x="648129" y="62008"/>
                </a:lnTo>
                <a:lnTo>
                  <a:pt x="648451" y="61391"/>
                </a:lnTo>
                <a:lnTo>
                  <a:pt x="648785" y="60788"/>
                </a:lnTo>
                <a:lnTo>
                  <a:pt x="649131" y="60198"/>
                </a:lnTo>
                <a:lnTo>
                  <a:pt x="649489" y="59620"/>
                </a:lnTo>
                <a:lnTo>
                  <a:pt x="649859" y="59056"/>
                </a:lnTo>
                <a:lnTo>
                  <a:pt x="650240" y="58505"/>
                </a:lnTo>
                <a:lnTo>
                  <a:pt x="650634" y="57967"/>
                </a:lnTo>
                <a:lnTo>
                  <a:pt x="651039" y="57441"/>
                </a:lnTo>
                <a:lnTo>
                  <a:pt x="651456" y="56929"/>
                </a:lnTo>
                <a:lnTo>
                  <a:pt x="651884" y="56430"/>
                </a:lnTo>
                <a:lnTo>
                  <a:pt x="652325" y="55944"/>
                </a:lnTo>
                <a:lnTo>
                  <a:pt x="652777" y="55471"/>
                </a:lnTo>
                <a:lnTo>
                  <a:pt x="653241" y="55010"/>
                </a:lnTo>
                <a:lnTo>
                  <a:pt x="653717" y="54563"/>
                </a:lnTo>
                <a:lnTo>
                  <a:pt x="654205" y="54129"/>
                </a:lnTo>
                <a:lnTo>
                  <a:pt x="654705" y="53708"/>
                </a:lnTo>
                <a:lnTo>
                  <a:pt x="655218" y="53302"/>
                </a:lnTo>
                <a:lnTo>
                  <a:pt x="655746" y="52913"/>
                </a:lnTo>
                <a:lnTo>
                  <a:pt x="656289" y="52541"/>
                </a:lnTo>
                <a:lnTo>
                  <a:pt x="656846" y="52187"/>
                </a:lnTo>
                <a:lnTo>
                  <a:pt x="657419" y="51850"/>
                </a:lnTo>
                <a:lnTo>
                  <a:pt x="658006" y="51530"/>
                </a:lnTo>
                <a:lnTo>
                  <a:pt x="658609" y="51227"/>
                </a:lnTo>
                <a:lnTo>
                  <a:pt x="659226" y="50942"/>
                </a:lnTo>
                <a:lnTo>
                  <a:pt x="659858" y="50674"/>
                </a:lnTo>
                <a:lnTo>
                  <a:pt x="660505" y="50424"/>
                </a:lnTo>
                <a:lnTo>
                  <a:pt x="661167" y="50190"/>
                </a:lnTo>
                <a:lnTo>
                  <a:pt x="661844" y="49974"/>
                </a:lnTo>
                <a:lnTo>
                  <a:pt x="662536" y="49775"/>
                </a:lnTo>
                <a:lnTo>
                  <a:pt x="663243" y="49594"/>
                </a:lnTo>
                <a:lnTo>
                  <a:pt x="663964" y="49430"/>
                </a:lnTo>
                <a:lnTo>
                  <a:pt x="664701" y="49283"/>
                </a:lnTo>
                <a:lnTo>
                  <a:pt x="665452" y="49153"/>
                </a:lnTo>
                <a:lnTo>
                  <a:pt x="666218" y="49041"/>
                </a:lnTo>
                <a:lnTo>
                  <a:pt x="667000" y="48946"/>
                </a:lnTo>
                <a:lnTo>
                  <a:pt x="667796" y="48868"/>
                </a:lnTo>
                <a:lnTo>
                  <a:pt x="668607" y="48807"/>
                </a:lnTo>
                <a:lnTo>
                  <a:pt x="669433" y="48764"/>
                </a:lnTo>
                <a:lnTo>
                  <a:pt x="670273" y="48738"/>
                </a:lnTo>
                <a:lnTo>
                  <a:pt x="671129" y="48730"/>
                </a:lnTo>
                <a:lnTo>
                  <a:pt x="672009" y="48738"/>
                </a:lnTo>
                <a:lnTo>
                  <a:pt x="672874" y="48764"/>
                </a:lnTo>
                <a:lnTo>
                  <a:pt x="673725" y="48807"/>
                </a:lnTo>
                <a:lnTo>
                  <a:pt x="674560" y="48868"/>
                </a:lnTo>
                <a:lnTo>
                  <a:pt x="675380" y="48946"/>
                </a:lnTo>
                <a:lnTo>
                  <a:pt x="676184" y="49041"/>
                </a:lnTo>
                <a:lnTo>
                  <a:pt x="676974" y="49153"/>
                </a:lnTo>
                <a:lnTo>
                  <a:pt x="677749" y="49283"/>
                </a:lnTo>
                <a:lnTo>
                  <a:pt x="678509" y="49430"/>
                </a:lnTo>
                <a:lnTo>
                  <a:pt x="679253" y="49594"/>
                </a:lnTo>
                <a:lnTo>
                  <a:pt x="679983" y="49775"/>
                </a:lnTo>
                <a:lnTo>
                  <a:pt x="680697" y="49974"/>
                </a:lnTo>
                <a:lnTo>
                  <a:pt x="681397" y="50190"/>
                </a:lnTo>
                <a:lnTo>
                  <a:pt x="682081" y="50424"/>
                </a:lnTo>
                <a:lnTo>
                  <a:pt x="682750" y="50674"/>
                </a:lnTo>
                <a:lnTo>
                  <a:pt x="683405" y="50942"/>
                </a:lnTo>
                <a:lnTo>
                  <a:pt x="684044" y="51227"/>
                </a:lnTo>
                <a:lnTo>
                  <a:pt x="684668" y="51530"/>
                </a:lnTo>
                <a:lnTo>
                  <a:pt x="685277" y="51850"/>
                </a:lnTo>
                <a:lnTo>
                  <a:pt x="685871" y="52187"/>
                </a:lnTo>
                <a:lnTo>
                  <a:pt x="686449" y="52541"/>
                </a:lnTo>
                <a:lnTo>
                  <a:pt x="687013" y="52913"/>
                </a:lnTo>
                <a:lnTo>
                  <a:pt x="687562" y="53302"/>
                </a:lnTo>
                <a:lnTo>
                  <a:pt x="688096" y="53708"/>
                </a:lnTo>
                <a:lnTo>
                  <a:pt x="688615" y="54129"/>
                </a:lnTo>
                <a:lnTo>
                  <a:pt x="689123" y="54563"/>
                </a:lnTo>
                <a:lnTo>
                  <a:pt x="689618" y="55010"/>
                </a:lnTo>
                <a:lnTo>
                  <a:pt x="690101" y="55471"/>
                </a:lnTo>
                <a:lnTo>
                  <a:pt x="690572" y="55944"/>
                </a:lnTo>
                <a:lnTo>
                  <a:pt x="691030" y="56430"/>
                </a:lnTo>
                <a:lnTo>
                  <a:pt x="691476" y="56929"/>
                </a:lnTo>
                <a:lnTo>
                  <a:pt x="691910" y="57441"/>
                </a:lnTo>
                <a:lnTo>
                  <a:pt x="692331" y="57967"/>
                </a:lnTo>
                <a:lnTo>
                  <a:pt x="692740" y="58505"/>
                </a:lnTo>
                <a:lnTo>
                  <a:pt x="693137" y="59056"/>
                </a:lnTo>
                <a:lnTo>
                  <a:pt x="693521" y="59620"/>
                </a:lnTo>
                <a:lnTo>
                  <a:pt x="693893" y="60198"/>
                </a:lnTo>
                <a:lnTo>
                  <a:pt x="694253" y="60788"/>
                </a:lnTo>
                <a:lnTo>
                  <a:pt x="694600" y="61391"/>
                </a:lnTo>
                <a:lnTo>
                  <a:pt x="694935" y="62008"/>
                </a:lnTo>
                <a:lnTo>
                  <a:pt x="695257" y="62637"/>
                </a:lnTo>
                <a:lnTo>
                  <a:pt x="695568" y="63279"/>
                </a:lnTo>
                <a:lnTo>
                  <a:pt x="695866" y="63935"/>
                </a:lnTo>
                <a:lnTo>
                  <a:pt x="696151" y="64603"/>
                </a:lnTo>
                <a:lnTo>
                  <a:pt x="696425" y="65285"/>
                </a:lnTo>
                <a:lnTo>
                  <a:pt x="696686" y="65979"/>
                </a:lnTo>
                <a:lnTo>
                  <a:pt x="696934" y="66687"/>
                </a:lnTo>
                <a:lnTo>
                  <a:pt x="697171" y="67407"/>
                </a:lnTo>
                <a:lnTo>
                  <a:pt x="697396" y="68138"/>
                </a:lnTo>
                <a:lnTo>
                  <a:pt x="697612" y="68877"/>
                </a:lnTo>
                <a:lnTo>
                  <a:pt x="697818" y="69625"/>
                </a:lnTo>
                <a:lnTo>
                  <a:pt x="698015" y="70380"/>
                </a:lnTo>
                <a:lnTo>
                  <a:pt x="698202" y="71144"/>
                </a:lnTo>
                <a:lnTo>
                  <a:pt x="698379" y="71916"/>
                </a:lnTo>
                <a:lnTo>
                  <a:pt x="698547" y="72697"/>
                </a:lnTo>
                <a:lnTo>
                  <a:pt x="698705" y="73485"/>
                </a:lnTo>
                <a:lnTo>
                  <a:pt x="698854" y="74282"/>
                </a:lnTo>
                <a:lnTo>
                  <a:pt x="698993" y="75087"/>
                </a:lnTo>
                <a:lnTo>
                  <a:pt x="699122" y="75900"/>
                </a:lnTo>
                <a:lnTo>
                  <a:pt x="699242" y="76721"/>
                </a:lnTo>
                <a:lnTo>
                  <a:pt x="699352" y="77550"/>
                </a:lnTo>
                <a:lnTo>
                  <a:pt x="699453" y="78388"/>
                </a:lnTo>
                <a:lnTo>
                  <a:pt x="699544" y="79234"/>
                </a:lnTo>
                <a:lnTo>
                  <a:pt x="699626" y="80088"/>
                </a:lnTo>
                <a:lnTo>
                  <a:pt x="699698" y="80950"/>
                </a:lnTo>
                <a:lnTo>
                  <a:pt x="699760" y="81821"/>
                </a:lnTo>
                <a:lnTo>
                  <a:pt x="699813" y="82699"/>
                </a:lnTo>
                <a:lnTo>
                  <a:pt x="699856" y="83586"/>
                </a:lnTo>
                <a:lnTo>
                  <a:pt x="699890" y="84481"/>
                </a:lnTo>
                <a:lnTo>
                  <a:pt x="699914" y="85385"/>
                </a:lnTo>
                <a:lnTo>
                  <a:pt x="699928" y="86296"/>
                </a:lnTo>
                <a:lnTo>
                  <a:pt x="699933" y="87216"/>
                </a:lnTo>
                <a:lnTo>
                  <a:pt x="699928" y="88118"/>
                </a:lnTo>
                <a:lnTo>
                  <a:pt x="699914" y="89012"/>
                </a:lnTo>
                <a:lnTo>
                  <a:pt x="699890" y="89899"/>
                </a:lnTo>
                <a:lnTo>
                  <a:pt x="699856" y="90777"/>
                </a:lnTo>
                <a:lnTo>
                  <a:pt x="699813" y="91647"/>
                </a:lnTo>
                <a:lnTo>
                  <a:pt x="699760" y="92509"/>
                </a:lnTo>
                <a:lnTo>
                  <a:pt x="699698" y="93364"/>
                </a:lnTo>
                <a:lnTo>
                  <a:pt x="699626" y="94210"/>
                </a:lnTo>
                <a:lnTo>
                  <a:pt x="699544" y="95048"/>
                </a:lnTo>
                <a:lnTo>
                  <a:pt x="699453" y="95878"/>
                </a:lnTo>
                <a:lnTo>
                  <a:pt x="699352" y="96700"/>
                </a:lnTo>
                <a:lnTo>
                  <a:pt x="699242" y="97515"/>
                </a:lnTo>
                <a:lnTo>
                  <a:pt x="699122" y="98321"/>
                </a:lnTo>
                <a:lnTo>
                  <a:pt x="698993" y="99119"/>
                </a:lnTo>
                <a:lnTo>
                  <a:pt x="698854" y="99909"/>
                </a:lnTo>
                <a:lnTo>
                  <a:pt x="698705" y="100691"/>
                </a:lnTo>
                <a:lnTo>
                  <a:pt x="698547" y="101466"/>
                </a:lnTo>
                <a:lnTo>
                  <a:pt x="698379" y="102232"/>
                </a:lnTo>
                <a:lnTo>
                  <a:pt x="698202" y="102990"/>
                </a:lnTo>
                <a:lnTo>
                  <a:pt x="698015" y="103740"/>
                </a:lnTo>
                <a:lnTo>
                  <a:pt x="697818" y="104482"/>
                </a:lnTo>
                <a:lnTo>
                  <a:pt x="697612" y="105216"/>
                </a:lnTo>
                <a:lnTo>
                  <a:pt x="697396" y="105943"/>
                </a:lnTo>
                <a:lnTo>
                  <a:pt x="697171" y="106661"/>
                </a:lnTo>
                <a:lnTo>
                  <a:pt x="696934" y="107368"/>
                </a:lnTo>
                <a:lnTo>
                  <a:pt x="696686" y="108063"/>
                </a:lnTo>
                <a:lnTo>
                  <a:pt x="696425" y="108745"/>
                </a:lnTo>
                <a:lnTo>
                  <a:pt x="696151" y="109415"/>
                </a:lnTo>
                <a:lnTo>
                  <a:pt x="695866" y="110071"/>
                </a:lnTo>
                <a:lnTo>
                  <a:pt x="695568" y="110715"/>
                </a:lnTo>
                <a:lnTo>
                  <a:pt x="695257" y="111345"/>
                </a:lnTo>
                <a:lnTo>
                  <a:pt x="694935" y="111963"/>
                </a:lnTo>
                <a:lnTo>
                  <a:pt x="694600" y="112569"/>
                </a:lnTo>
                <a:lnTo>
                  <a:pt x="694253" y="113161"/>
                </a:lnTo>
                <a:lnTo>
                  <a:pt x="693893" y="113740"/>
                </a:lnTo>
                <a:lnTo>
                  <a:pt x="693521" y="114307"/>
                </a:lnTo>
                <a:lnTo>
                  <a:pt x="693137" y="114861"/>
                </a:lnTo>
                <a:lnTo>
                  <a:pt x="692740" y="115402"/>
                </a:lnTo>
                <a:lnTo>
                  <a:pt x="692331" y="115930"/>
                </a:lnTo>
                <a:lnTo>
                  <a:pt x="691910" y="116446"/>
                </a:lnTo>
                <a:lnTo>
                  <a:pt x="691476" y="116948"/>
                </a:lnTo>
                <a:lnTo>
                  <a:pt x="691030" y="117438"/>
                </a:lnTo>
                <a:lnTo>
                  <a:pt x="690572" y="117915"/>
                </a:lnTo>
                <a:lnTo>
                  <a:pt x="690101" y="118379"/>
                </a:lnTo>
                <a:lnTo>
                  <a:pt x="689618" y="118830"/>
                </a:lnTo>
                <a:lnTo>
                  <a:pt x="689123" y="119269"/>
                </a:lnTo>
                <a:lnTo>
                  <a:pt x="688615" y="119694"/>
                </a:lnTo>
                <a:lnTo>
                  <a:pt x="688096" y="120107"/>
                </a:lnTo>
                <a:lnTo>
                  <a:pt x="687562" y="120505"/>
                </a:lnTo>
                <a:lnTo>
                  <a:pt x="687013" y="120885"/>
                </a:lnTo>
                <a:lnTo>
                  <a:pt x="686449" y="121249"/>
                </a:lnTo>
                <a:lnTo>
                  <a:pt x="685871" y="121596"/>
                </a:lnTo>
                <a:lnTo>
                  <a:pt x="685277" y="121926"/>
                </a:lnTo>
                <a:lnTo>
                  <a:pt x="684668" y="122239"/>
                </a:lnTo>
                <a:lnTo>
                  <a:pt x="684044" y="122535"/>
                </a:lnTo>
                <a:lnTo>
                  <a:pt x="683405" y="122814"/>
                </a:lnTo>
                <a:lnTo>
                  <a:pt x="682750" y="123077"/>
                </a:lnTo>
                <a:lnTo>
                  <a:pt x="682081" y="123322"/>
                </a:lnTo>
                <a:lnTo>
                  <a:pt x="681397" y="123551"/>
                </a:lnTo>
                <a:lnTo>
                  <a:pt x="680697" y="123762"/>
                </a:lnTo>
                <a:lnTo>
                  <a:pt x="679983" y="123957"/>
                </a:lnTo>
                <a:lnTo>
                  <a:pt x="679253" y="124134"/>
                </a:lnTo>
                <a:lnTo>
                  <a:pt x="678509" y="124295"/>
                </a:lnTo>
                <a:lnTo>
                  <a:pt x="677749" y="124439"/>
                </a:lnTo>
                <a:lnTo>
                  <a:pt x="676974" y="124566"/>
                </a:lnTo>
                <a:lnTo>
                  <a:pt x="676184" y="124676"/>
                </a:lnTo>
                <a:lnTo>
                  <a:pt x="675380" y="124769"/>
                </a:lnTo>
                <a:lnTo>
                  <a:pt x="674560" y="124845"/>
                </a:lnTo>
                <a:lnTo>
                  <a:pt x="673725" y="124904"/>
                </a:lnTo>
                <a:lnTo>
                  <a:pt x="672874" y="124947"/>
                </a:lnTo>
                <a:lnTo>
                  <a:pt x="672009" y="124972"/>
                </a:lnTo>
                <a:lnTo>
                  <a:pt x="671129" y="124981"/>
                </a:lnTo>
                <a:lnTo>
                  <a:pt x="670273" y="124972"/>
                </a:lnTo>
                <a:lnTo>
                  <a:pt x="669433" y="124947"/>
                </a:lnTo>
                <a:lnTo>
                  <a:pt x="668607" y="124904"/>
                </a:lnTo>
                <a:lnTo>
                  <a:pt x="667796" y="124845"/>
                </a:lnTo>
                <a:close/>
                <a:moveTo>
                  <a:pt x="1003352" y="137986"/>
                </a:moveTo>
                <a:lnTo>
                  <a:pt x="1004312" y="137921"/>
                </a:lnTo>
                <a:lnTo>
                  <a:pt x="1005261" y="137843"/>
                </a:lnTo>
                <a:lnTo>
                  <a:pt x="1006199" y="137750"/>
                </a:lnTo>
                <a:lnTo>
                  <a:pt x="1007125" y="137642"/>
                </a:lnTo>
                <a:lnTo>
                  <a:pt x="1008040" y="137521"/>
                </a:lnTo>
                <a:lnTo>
                  <a:pt x="1008944" y="137385"/>
                </a:lnTo>
                <a:lnTo>
                  <a:pt x="1009836" y="137235"/>
                </a:lnTo>
                <a:lnTo>
                  <a:pt x="1010717" y="137070"/>
                </a:lnTo>
                <a:lnTo>
                  <a:pt x="1011587" y="136892"/>
                </a:lnTo>
                <a:lnTo>
                  <a:pt x="1012445" y="136699"/>
                </a:lnTo>
                <a:lnTo>
                  <a:pt x="1013293" y="136491"/>
                </a:lnTo>
                <a:lnTo>
                  <a:pt x="1014128" y="136270"/>
                </a:lnTo>
                <a:lnTo>
                  <a:pt x="1014953" y="136034"/>
                </a:lnTo>
                <a:lnTo>
                  <a:pt x="1015766" y="135783"/>
                </a:lnTo>
                <a:lnTo>
                  <a:pt x="1016568" y="135519"/>
                </a:lnTo>
                <a:lnTo>
                  <a:pt x="1017359" y="135240"/>
                </a:lnTo>
                <a:lnTo>
                  <a:pt x="1018138" y="134947"/>
                </a:lnTo>
                <a:lnTo>
                  <a:pt x="1018906" y="134639"/>
                </a:lnTo>
                <a:lnTo>
                  <a:pt x="1019663" y="134318"/>
                </a:lnTo>
                <a:lnTo>
                  <a:pt x="1020409" y="133982"/>
                </a:lnTo>
                <a:lnTo>
                  <a:pt x="1021142" y="133632"/>
                </a:lnTo>
                <a:lnTo>
                  <a:pt x="1021861" y="133271"/>
                </a:lnTo>
                <a:lnTo>
                  <a:pt x="1022567" y="132897"/>
                </a:lnTo>
                <a:lnTo>
                  <a:pt x="1023258" y="132512"/>
                </a:lnTo>
                <a:lnTo>
                  <a:pt x="1023937" y="132114"/>
                </a:lnTo>
                <a:lnTo>
                  <a:pt x="1024601" y="131705"/>
                </a:lnTo>
                <a:lnTo>
                  <a:pt x="1025252" y="131283"/>
                </a:lnTo>
                <a:lnTo>
                  <a:pt x="1025889" y="130850"/>
                </a:lnTo>
                <a:lnTo>
                  <a:pt x="1026512" y="130404"/>
                </a:lnTo>
                <a:lnTo>
                  <a:pt x="1027122" y="129947"/>
                </a:lnTo>
                <a:lnTo>
                  <a:pt x="1027718" y="129477"/>
                </a:lnTo>
                <a:lnTo>
                  <a:pt x="1028300" y="128996"/>
                </a:lnTo>
                <a:lnTo>
                  <a:pt x="1028869" y="128502"/>
                </a:lnTo>
                <a:lnTo>
                  <a:pt x="1029424" y="127996"/>
                </a:lnTo>
                <a:lnTo>
                  <a:pt x="1029965" y="127479"/>
                </a:lnTo>
                <a:lnTo>
                  <a:pt x="1030492" y="126949"/>
                </a:lnTo>
                <a:lnTo>
                  <a:pt x="1031006" y="126408"/>
                </a:lnTo>
                <a:lnTo>
                  <a:pt x="1031506" y="125854"/>
                </a:lnTo>
                <a:lnTo>
                  <a:pt x="1031992" y="125288"/>
                </a:lnTo>
                <a:lnTo>
                  <a:pt x="1032465" y="124711"/>
                </a:lnTo>
                <a:lnTo>
                  <a:pt x="1032924" y="124121"/>
                </a:lnTo>
                <a:lnTo>
                  <a:pt x="1033369" y="123519"/>
                </a:lnTo>
                <a:lnTo>
                  <a:pt x="1033801" y="122906"/>
                </a:lnTo>
                <a:lnTo>
                  <a:pt x="1034219" y="122280"/>
                </a:lnTo>
                <a:lnTo>
                  <a:pt x="1034622" y="121643"/>
                </a:lnTo>
                <a:lnTo>
                  <a:pt x="1035009" y="120997"/>
                </a:lnTo>
                <a:lnTo>
                  <a:pt x="1035379" y="120340"/>
                </a:lnTo>
                <a:lnTo>
                  <a:pt x="1035734" y="119673"/>
                </a:lnTo>
                <a:lnTo>
                  <a:pt x="1036073" y="118996"/>
                </a:lnTo>
                <a:lnTo>
                  <a:pt x="1036395" y="118309"/>
                </a:lnTo>
                <a:lnTo>
                  <a:pt x="1036701" y="117612"/>
                </a:lnTo>
                <a:lnTo>
                  <a:pt x="1036992" y="116905"/>
                </a:lnTo>
                <a:lnTo>
                  <a:pt x="1037266" y="116188"/>
                </a:lnTo>
                <a:lnTo>
                  <a:pt x="1037524" y="115460"/>
                </a:lnTo>
                <a:lnTo>
                  <a:pt x="1037766" y="114723"/>
                </a:lnTo>
                <a:lnTo>
                  <a:pt x="1037992" y="113976"/>
                </a:lnTo>
                <a:lnTo>
                  <a:pt x="1038202" y="113218"/>
                </a:lnTo>
                <a:lnTo>
                  <a:pt x="1038395" y="112451"/>
                </a:lnTo>
                <a:lnTo>
                  <a:pt x="1038573" y="111673"/>
                </a:lnTo>
                <a:lnTo>
                  <a:pt x="1038734" y="110886"/>
                </a:lnTo>
                <a:lnTo>
                  <a:pt x="1038880" y="110088"/>
                </a:lnTo>
                <a:lnTo>
                  <a:pt x="1039009" y="109280"/>
                </a:lnTo>
                <a:lnTo>
                  <a:pt x="1039122" y="108462"/>
                </a:lnTo>
                <a:lnTo>
                  <a:pt x="1039219" y="107634"/>
                </a:lnTo>
                <a:lnTo>
                  <a:pt x="1039300" y="106797"/>
                </a:lnTo>
                <a:lnTo>
                  <a:pt x="1039365" y="105949"/>
                </a:lnTo>
                <a:lnTo>
                  <a:pt x="1039414" y="105090"/>
                </a:lnTo>
                <a:lnTo>
                  <a:pt x="1039447" y="104222"/>
                </a:lnTo>
                <a:lnTo>
                  <a:pt x="1023171" y="104222"/>
                </a:lnTo>
                <a:lnTo>
                  <a:pt x="1023136" y="105069"/>
                </a:lnTo>
                <a:lnTo>
                  <a:pt x="1023080" y="105900"/>
                </a:lnTo>
                <a:lnTo>
                  <a:pt x="1023004" y="106713"/>
                </a:lnTo>
                <a:lnTo>
                  <a:pt x="1022908" y="107510"/>
                </a:lnTo>
                <a:lnTo>
                  <a:pt x="1022791" y="108290"/>
                </a:lnTo>
                <a:lnTo>
                  <a:pt x="1022653" y="109054"/>
                </a:lnTo>
                <a:lnTo>
                  <a:pt x="1022495" y="109800"/>
                </a:lnTo>
                <a:lnTo>
                  <a:pt x="1022316" y="110530"/>
                </a:lnTo>
                <a:lnTo>
                  <a:pt x="1022116" y="111243"/>
                </a:lnTo>
                <a:lnTo>
                  <a:pt x="1021897" y="111940"/>
                </a:lnTo>
                <a:lnTo>
                  <a:pt x="1021656" y="112619"/>
                </a:lnTo>
                <a:lnTo>
                  <a:pt x="1021395" y="113282"/>
                </a:lnTo>
                <a:lnTo>
                  <a:pt x="1021114" y="113928"/>
                </a:lnTo>
                <a:lnTo>
                  <a:pt x="1020812" y="114558"/>
                </a:lnTo>
                <a:lnTo>
                  <a:pt x="1020489" y="115170"/>
                </a:lnTo>
                <a:lnTo>
                  <a:pt x="1020146" y="115766"/>
                </a:lnTo>
                <a:lnTo>
                  <a:pt x="1019782" y="116346"/>
                </a:lnTo>
                <a:lnTo>
                  <a:pt x="1019398" y="116908"/>
                </a:lnTo>
                <a:lnTo>
                  <a:pt x="1018993" y="117454"/>
                </a:lnTo>
                <a:lnTo>
                  <a:pt x="1018567" y="117983"/>
                </a:lnTo>
                <a:lnTo>
                  <a:pt x="1018121" y="118495"/>
                </a:lnTo>
                <a:lnTo>
                  <a:pt x="1017655" y="118990"/>
                </a:lnTo>
                <a:lnTo>
                  <a:pt x="1017168" y="119469"/>
                </a:lnTo>
                <a:lnTo>
                  <a:pt x="1016660" y="119931"/>
                </a:lnTo>
                <a:lnTo>
                  <a:pt x="1016134" y="120375"/>
                </a:lnTo>
                <a:lnTo>
                  <a:pt x="1015591" y="120801"/>
                </a:lnTo>
                <a:lnTo>
                  <a:pt x="1015031" y="121207"/>
                </a:lnTo>
                <a:lnTo>
                  <a:pt x="1014455" y="121595"/>
                </a:lnTo>
                <a:lnTo>
                  <a:pt x="1013861" y="121963"/>
                </a:lnTo>
                <a:lnTo>
                  <a:pt x="1013251" y="122313"/>
                </a:lnTo>
                <a:lnTo>
                  <a:pt x="1012624" y="122644"/>
                </a:lnTo>
                <a:lnTo>
                  <a:pt x="1011980" y="122956"/>
                </a:lnTo>
                <a:lnTo>
                  <a:pt x="1011320" y="123249"/>
                </a:lnTo>
                <a:lnTo>
                  <a:pt x="1010642" y="123523"/>
                </a:lnTo>
                <a:lnTo>
                  <a:pt x="1009948" y="123778"/>
                </a:lnTo>
                <a:lnTo>
                  <a:pt x="1009237" y="124014"/>
                </a:lnTo>
                <a:lnTo>
                  <a:pt x="1008510" y="124231"/>
                </a:lnTo>
                <a:lnTo>
                  <a:pt x="1007765" y="124430"/>
                </a:lnTo>
                <a:lnTo>
                  <a:pt x="1007004" y="124610"/>
                </a:lnTo>
                <a:lnTo>
                  <a:pt x="1006226" y="124770"/>
                </a:lnTo>
                <a:lnTo>
                  <a:pt x="1005431" y="124912"/>
                </a:lnTo>
                <a:lnTo>
                  <a:pt x="1004620" y="125035"/>
                </a:lnTo>
                <a:lnTo>
                  <a:pt x="1003791" y="125139"/>
                </a:lnTo>
                <a:lnTo>
                  <a:pt x="1002946" y="125224"/>
                </a:lnTo>
                <a:lnTo>
                  <a:pt x="1002084" y="125290"/>
                </a:lnTo>
                <a:lnTo>
                  <a:pt x="1001206" y="125337"/>
                </a:lnTo>
                <a:lnTo>
                  <a:pt x="1000310" y="125366"/>
                </a:lnTo>
                <a:lnTo>
                  <a:pt x="999398" y="125375"/>
                </a:lnTo>
                <a:lnTo>
                  <a:pt x="998542" y="125367"/>
                </a:lnTo>
                <a:lnTo>
                  <a:pt x="997700" y="125341"/>
                </a:lnTo>
                <a:lnTo>
                  <a:pt x="996872" y="125298"/>
                </a:lnTo>
                <a:lnTo>
                  <a:pt x="996058" y="125238"/>
                </a:lnTo>
                <a:lnTo>
                  <a:pt x="995258" y="125161"/>
                </a:lnTo>
                <a:lnTo>
                  <a:pt x="994472" y="125066"/>
                </a:lnTo>
                <a:lnTo>
                  <a:pt x="993700" y="124955"/>
                </a:lnTo>
                <a:lnTo>
                  <a:pt x="992942" y="124826"/>
                </a:lnTo>
                <a:lnTo>
                  <a:pt x="992198" y="124681"/>
                </a:lnTo>
                <a:lnTo>
                  <a:pt x="991469" y="124518"/>
                </a:lnTo>
                <a:lnTo>
                  <a:pt x="990753" y="124338"/>
                </a:lnTo>
                <a:lnTo>
                  <a:pt x="990051" y="124141"/>
                </a:lnTo>
                <a:lnTo>
                  <a:pt x="989364" y="123926"/>
                </a:lnTo>
                <a:lnTo>
                  <a:pt x="988690" y="123695"/>
                </a:lnTo>
                <a:lnTo>
                  <a:pt x="988031" y="123446"/>
                </a:lnTo>
                <a:lnTo>
                  <a:pt x="987385" y="123180"/>
                </a:lnTo>
                <a:lnTo>
                  <a:pt x="986754" y="122897"/>
                </a:lnTo>
                <a:lnTo>
                  <a:pt x="986137" y="122597"/>
                </a:lnTo>
                <a:lnTo>
                  <a:pt x="985533" y="122280"/>
                </a:lnTo>
                <a:lnTo>
                  <a:pt x="984944" y="121946"/>
                </a:lnTo>
                <a:lnTo>
                  <a:pt x="984369" y="121594"/>
                </a:lnTo>
                <a:lnTo>
                  <a:pt x="983807" y="121226"/>
                </a:lnTo>
                <a:lnTo>
                  <a:pt x="983260" y="120840"/>
                </a:lnTo>
                <a:lnTo>
                  <a:pt x="982727" y="120437"/>
                </a:lnTo>
                <a:lnTo>
                  <a:pt x="982207" y="120020"/>
                </a:lnTo>
                <a:lnTo>
                  <a:pt x="981699" y="119591"/>
                </a:lnTo>
                <a:lnTo>
                  <a:pt x="981202" y="119152"/>
                </a:lnTo>
                <a:lnTo>
                  <a:pt x="980717" y="118701"/>
                </a:lnTo>
                <a:lnTo>
                  <a:pt x="980244" y="118239"/>
                </a:lnTo>
                <a:lnTo>
                  <a:pt x="979783" y="117765"/>
                </a:lnTo>
                <a:lnTo>
                  <a:pt x="979334" y="117280"/>
                </a:lnTo>
                <a:lnTo>
                  <a:pt x="978897" y="116785"/>
                </a:lnTo>
                <a:lnTo>
                  <a:pt x="978471" y="116277"/>
                </a:lnTo>
                <a:lnTo>
                  <a:pt x="978057" y="115759"/>
                </a:lnTo>
                <a:lnTo>
                  <a:pt x="977655" y="115229"/>
                </a:lnTo>
                <a:lnTo>
                  <a:pt x="977265" y="114689"/>
                </a:lnTo>
                <a:lnTo>
                  <a:pt x="976886" y="114136"/>
                </a:lnTo>
                <a:lnTo>
                  <a:pt x="976520" y="113573"/>
                </a:lnTo>
                <a:lnTo>
                  <a:pt x="976165" y="112998"/>
                </a:lnTo>
                <a:lnTo>
                  <a:pt x="975822" y="112412"/>
                </a:lnTo>
                <a:lnTo>
                  <a:pt x="975491" y="111815"/>
                </a:lnTo>
                <a:lnTo>
                  <a:pt x="975172" y="111207"/>
                </a:lnTo>
                <a:lnTo>
                  <a:pt x="974864" y="110587"/>
                </a:lnTo>
                <a:lnTo>
                  <a:pt x="974569" y="109956"/>
                </a:lnTo>
                <a:lnTo>
                  <a:pt x="974285" y="109314"/>
                </a:lnTo>
                <a:lnTo>
                  <a:pt x="974013" y="108661"/>
                </a:lnTo>
                <a:lnTo>
                  <a:pt x="973752" y="107996"/>
                </a:lnTo>
                <a:lnTo>
                  <a:pt x="973504" y="107320"/>
                </a:lnTo>
                <a:lnTo>
                  <a:pt x="973266" y="106636"/>
                </a:lnTo>
                <a:lnTo>
                  <a:pt x="973039" y="105946"/>
                </a:lnTo>
                <a:lnTo>
                  <a:pt x="972820" y="105251"/>
                </a:lnTo>
                <a:lnTo>
                  <a:pt x="972612" y="104550"/>
                </a:lnTo>
                <a:lnTo>
                  <a:pt x="972414" y="103844"/>
                </a:lnTo>
                <a:lnTo>
                  <a:pt x="972225" y="103132"/>
                </a:lnTo>
                <a:lnTo>
                  <a:pt x="972046" y="102414"/>
                </a:lnTo>
                <a:lnTo>
                  <a:pt x="971876" y="101691"/>
                </a:lnTo>
                <a:lnTo>
                  <a:pt x="971717" y="100963"/>
                </a:lnTo>
                <a:lnTo>
                  <a:pt x="971567" y="100229"/>
                </a:lnTo>
                <a:lnTo>
                  <a:pt x="971427" y="99489"/>
                </a:lnTo>
                <a:lnTo>
                  <a:pt x="971297" y="98744"/>
                </a:lnTo>
                <a:lnTo>
                  <a:pt x="971176" y="97993"/>
                </a:lnTo>
                <a:lnTo>
                  <a:pt x="971066" y="97237"/>
                </a:lnTo>
                <a:lnTo>
                  <a:pt x="970965" y="96475"/>
                </a:lnTo>
                <a:lnTo>
                  <a:pt x="970874" y="95708"/>
                </a:lnTo>
                <a:lnTo>
                  <a:pt x="970792" y="94935"/>
                </a:lnTo>
                <a:lnTo>
                  <a:pt x="970720" y="94157"/>
                </a:lnTo>
                <a:lnTo>
                  <a:pt x="970659" y="93373"/>
                </a:lnTo>
                <a:lnTo>
                  <a:pt x="970606" y="92583"/>
                </a:lnTo>
                <a:lnTo>
                  <a:pt x="970564" y="91788"/>
                </a:lnTo>
                <a:lnTo>
                  <a:pt x="970531" y="90988"/>
                </a:lnTo>
                <a:lnTo>
                  <a:pt x="970509" y="90182"/>
                </a:lnTo>
                <a:lnTo>
                  <a:pt x="970495" y="89370"/>
                </a:lnTo>
                <a:lnTo>
                  <a:pt x="1038954" y="89370"/>
                </a:lnTo>
                <a:lnTo>
                  <a:pt x="1038970" y="89292"/>
                </a:lnTo>
                <a:lnTo>
                  <a:pt x="1038986" y="89210"/>
                </a:lnTo>
                <a:lnTo>
                  <a:pt x="1039001" y="89124"/>
                </a:lnTo>
                <a:lnTo>
                  <a:pt x="1039017" y="89034"/>
                </a:lnTo>
                <a:lnTo>
                  <a:pt x="1039032" y="88940"/>
                </a:lnTo>
                <a:lnTo>
                  <a:pt x="1039046" y="88841"/>
                </a:lnTo>
                <a:lnTo>
                  <a:pt x="1039060" y="88739"/>
                </a:lnTo>
                <a:lnTo>
                  <a:pt x="1039074" y="88633"/>
                </a:lnTo>
                <a:lnTo>
                  <a:pt x="1039088" y="88522"/>
                </a:lnTo>
                <a:lnTo>
                  <a:pt x="1039101" y="88408"/>
                </a:lnTo>
                <a:lnTo>
                  <a:pt x="1039114" y="88289"/>
                </a:lnTo>
                <a:lnTo>
                  <a:pt x="1039126" y="88167"/>
                </a:lnTo>
                <a:lnTo>
                  <a:pt x="1039138" y="88040"/>
                </a:lnTo>
                <a:lnTo>
                  <a:pt x="1039150" y="87909"/>
                </a:lnTo>
                <a:lnTo>
                  <a:pt x="1039162" y="87775"/>
                </a:lnTo>
                <a:lnTo>
                  <a:pt x="1039173" y="87636"/>
                </a:lnTo>
                <a:lnTo>
                  <a:pt x="1039184" y="87493"/>
                </a:lnTo>
                <a:lnTo>
                  <a:pt x="1039194" y="87346"/>
                </a:lnTo>
                <a:lnTo>
                  <a:pt x="1039204" y="87195"/>
                </a:lnTo>
                <a:lnTo>
                  <a:pt x="1039214" y="87041"/>
                </a:lnTo>
                <a:lnTo>
                  <a:pt x="1039223" y="86882"/>
                </a:lnTo>
                <a:lnTo>
                  <a:pt x="1039232" y="86719"/>
                </a:lnTo>
                <a:lnTo>
                  <a:pt x="1039241" y="86551"/>
                </a:lnTo>
                <a:lnTo>
                  <a:pt x="1039250" y="86380"/>
                </a:lnTo>
                <a:lnTo>
                  <a:pt x="1039258" y="86208"/>
                </a:lnTo>
                <a:lnTo>
                  <a:pt x="1039265" y="86037"/>
                </a:lnTo>
                <a:lnTo>
                  <a:pt x="1039273" y="85869"/>
                </a:lnTo>
                <a:lnTo>
                  <a:pt x="1039280" y="85702"/>
                </a:lnTo>
                <a:lnTo>
                  <a:pt x="1039286" y="85538"/>
                </a:lnTo>
                <a:lnTo>
                  <a:pt x="1039293" y="85375"/>
                </a:lnTo>
                <a:lnTo>
                  <a:pt x="1039299" y="85214"/>
                </a:lnTo>
                <a:lnTo>
                  <a:pt x="1039304" y="85055"/>
                </a:lnTo>
                <a:lnTo>
                  <a:pt x="1039310" y="84898"/>
                </a:lnTo>
                <a:lnTo>
                  <a:pt x="1039315" y="84743"/>
                </a:lnTo>
                <a:lnTo>
                  <a:pt x="1039319" y="84590"/>
                </a:lnTo>
                <a:lnTo>
                  <a:pt x="1039324" y="84439"/>
                </a:lnTo>
                <a:lnTo>
                  <a:pt x="1039327" y="84290"/>
                </a:lnTo>
                <a:lnTo>
                  <a:pt x="1039331" y="84143"/>
                </a:lnTo>
                <a:lnTo>
                  <a:pt x="1039334" y="83997"/>
                </a:lnTo>
                <a:lnTo>
                  <a:pt x="1039337" y="83854"/>
                </a:lnTo>
                <a:lnTo>
                  <a:pt x="1039340" y="83713"/>
                </a:lnTo>
                <a:lnTo>
                  <a:pt x="1039342" y="83573"/>
                </a:lnTo>
                <a:lnTo>
                  <a:pt x="1039344" y="83435"/>
                </a:lnTo>
                <a:lnTo>
                  <a:pt x="1039345" y="83300"/>
                </a:lnTo>
                <a:lnTo>
                  <a:pt x="1039347" y="83166"/>
                </a:lnTo>
                <a:lnTo>
                  <a:pt x="1039347" y="83034"/>
                </a:lnTo>
                <a:lnTo>
                  <a:pt x="1039348" y="82905"/>
                </a:lnTo>
                <a:lnTo>
                  <a:pt x="1039348" y="82777"/>
                </a:lnTo>
                <a:lnTo>
                  <a:pt x="1039329" y="80893"/>
                </a:lnTo>
                <a:lnTo>
                  <a:pt x="1039271" y="79047"/>
                </a:lnTo>
                <a:lnTo>
                  <a:pt x="1039174" y="77237"/>
                </a:lnTo>
                <a:lnTo>
                  <a:pt x="1039039" y="75465"/>
                </a:lnTo>
                <a:lnTo>
                  <a:pt x="1038864" y="73729"/>
                </a:lnTo>
                <a:lnTo>
                  <a:pt x="1038651" y="72031"/>
                </a:lnTo>
                <a:lnTo>
                  <a:pt x="1038400" y="70369"/>
                </a:lnTo>
                <a:lnTo>
                  <a:pt x="1038110" y="68745"/>
                </a:lnTo>
                <a:lnTo>
                  <a:pt x="1037781" y="67157"/>
                </a:lnTo>
                <a:lnTo>
                  <a:pt x="1037413" y="65607"/>
                </a:lnTo>
                <a:lnTo>
                  <a:pt x="1037007" y="64093"/>
                </a:lnTo>
                <a:lnTo>
                  <a:pt x="1036562" y="62617"/>
                </a:lnTo>
                <a:lnTo>
                  <a:pt x="1036078" y="61177"/>
                </a:lnTo>
                <a:lnTo>
                  <a:pt x="1035555" y="59774"/>
                </a:lnTo>
                <a:lnTo>
                  <a:pt x="1034994" y="58409"/>
                </a:lnTo>
                <a:lnTo>
                  <a:pt x="1034394" y="57080"/>
                </a:lnTo>
                <a:lnTo>
                  <a:pt x="1033755" y="55789"/>
                </a:lnTo>
                <a:lnTo>
                  <a:pt x="1033078" y="54534"/>
                </a:lnTo>
                <a:lnTo>
                  <a:pt x="1032362" y="53316"/>
                </a:lnTo>
                <a:lnTo>
                  <a:pt x="1031607" y="52136"/>
                </a:lnTo>
                <a:lnTo>
                  <a:pt x="1030814" y="50992"/>
                </a:lnTo>
                <a:lnTo>
                  <a:pt x="1029982" y="49886"/>
                </a:lnTo>
                <a:lnTo>
                  <a:pt x="1029111" y="48816"/>
                </a:lnTo>
                <a:lnTo>
                  <a:pt x="1028202" y="47783"/>
                </a:lnTo>
                <a:lnTo>
                  <a:pt x="1027258" y="46790"/>
                </a:lnTo>
                <a:lnTo>
                  <a:pt x="1026285" y="45839"/>
                </a:lnTo>
                <a:lnTo>
                  <a:pt x="1025282" y="44930"/>
                </a:lnTo>
                <a:lnTo>
                  <a:pt x="1024250" y="44064"/>
                </a:lnTo>
                <a:lnTo>
                  <a:pt x="1023189" y="43239"/>
                </a:lnTo>
                <a:lnTo>
                  <a:pt x="1022098" y="42457"/>
                </a:lnTo>
                <a:lnTo>
                  <a:pt x="1020978" y="41718"/>
                </a:lnTo>
                <a:lnTo>
                  <a:pt x="1019828" y="41020"/>
                </a:lnTo>
                <a:lnTo>
                  <a:pt x="1018649" y="40365"/>
                </a:lnTo>
                <a:lnTo>
                  <a:pt x="1017440" y="39752"/>
                </a:lnTo>
                <a:lnTo>
                  <a:pt x="1016202" y="39182"/>
                </a:lnTo>
                <a:lnTo>
                  <a:pt x="1014934" y="38653"/>
                </a:lnTo>
                <a:lnTo>
                  <a:pt x="1013637" y="38167"/>
                </a:lnTo>
                <a:lnTo>
                  <a:pt x="1012310" y="37723"/>
                </a:lnTo>
                <a:lnTo>
                  <a:pt x="1010954" y="37322"/>
                </a:lnTo>
                <a:lnTo>
                  <a:pt x="1009569" y="36963"/>
                </a:lnTo>
                <a:lnTo>
                  <a:pt x="1008154" y="36646"/>
                </a:lnTo>
                <a:lnTo>
                  <a:pt x="1006710" y="36371"/>
                </a:lnTo>
                <a:lnTo>
                  <a:pt x="1005236" y="36138"/>
                </a:lnTo>
                <a:lnTo>
                  <a:pt x="1003733" y="35948"/>
                </a:lnTo>
                <a:lnTo>
                  <a:pt x="1002200" y="35800"/>
                </a:lnTo>
                <a:lnTo>
                  <a:pt x="1000638" y="35695"/>
                </a:lnTo>
                <a:lnTo>
                  <a:pt x="999046" y="35631"/>
                </a:lnTo>
                <a:lnTo>
                  <a:pt x="997425" y="35610"/>
                </a:lnTo>
                <a:lnTo>
                  <a:pt x="996201" y="35621"/>
                </a:lnTo>
                <a:lnTo>
                  <a:pt x="994995" y="35655"/>
                </a:lnTo>
                <a:lnTo>
                  <a:pt x="993807" y="35712"/>
                </a:lnTo>
                <a:lnTo>
                  <a:pt x="992637" y="35791"/>
                </a:lnTo>
                <a:lnTo>
                  <a:pt x="991485" y="35892"/>
                </a:lnTo>
                <a:lnTo>
                  <a:pt x="990350" y="36016"/>
                </a:lnTo>
                <a:lnTo>
                  <a:pt x="989234" y="36163"/>
                </a:lnTo>
                <a:lnTo>
                  <a:pt x="988136" y="36332"/>
                </a:lnTo>
                <a:lnTo>
                  <a:pt x="987056" y="36524"/>
                </a:lnTo>
                <a:lnTo>
                  <a:pt x="985994" y="36739"/>
                </a:lnTo>
                <a:lnTo>
                  <a:pt x="984949" y="36976"/>
                </a:lnTo>
                <a:lnTo>
                  <a:pt x="983923" y="37235"/>
                </a:lnTo>
                <a:lnTo>
                  <a:pt x="982915" y="37518"/>
                </a:lnTo>
                <a:lnTo>
                  <a:pt x="981925" y="37822"/>
                </a:lnTo>
                <a:lnTo>
                  <a:pt x="980952" y="38150"/>
                </a:lnTo>
                <a:lnTo>
                  <a:pt x="979998" y="38499"/>
                </a:lnTo>
                <a:lnTo>
                  <a:pt x="979062" y="38872"/>
                </a:lnTo>
                <a:lnTo>
                  <a:pt x="978143" y="39267"/>
                </a:lnTo>
                <a:lnTo>
                  <a:pt x="977243" y="39685"/>
                </a:lnTo>
                <a:lnTo>
                  <a:pt x="976361" y="40125"/>
                </a:lnTo>
                <a:lnTo>
                  <a:pt x="975496" y="40588"/>
                </a:lnTo>
                <a:lnTo>
                  <a:pt x="974650" y="41073"/>
                </a:lnTo>
                <a:lnTo>
                  <a:pt x="973821" y="41581"/>
                </a:lnTo>
                <a:lnTo>
                  <a:pt x="973011" y="42111"/>
                </a:lnTo>
                <a:lnTo>
                  <a:pt x="972218" y="42662"/>
                </a:lnTo>
                <a:lnTo>
                  <a:pt x="971442" y="43230"/>
                </a:lnTo>
                <a:lnTo>
                  <a:pt x="970683" y="43815"/>
                </a:lnTo>
                <a:lnTo>
                  <a:pt x="969942" y="44418"/>
                </a:lnTo>
                <a:lnTo>
                  <a:pt x="969218" y="45038"/>
                </a:lnTo>
                <a:lnTo>
                  <a:pt x="968510" y="45676"/>
                </a:lnTo>
                <a:lnTo>
                  <a:pt x="967820" y="46331"/>
                </a:lnTo>
                <a:lnTo>
                  <a:pt x="967147" y="47004"/>
                </a:lnTo>
                <a:lnTo>
                  <a:pt x="966491" y="47694"/>
                </a:lnTo>
                <a:lnTo>
                  <a:pt x="965852" y="48402"/>
                </a:lnTo>
                <a:lnTo>
                  <a:pt x="965231" y="49127"/>
                </a:lnTo>
                <a:lnTo>
                  <a:pt x="964626" y="49869"/>
                </a:lnTo>
                <a:lnTo>
                  <a:pt x="964039" y="50629"/>
                </a:lnTo>
                <a:lnTo>
                  <a:pt x="963469" y="51407"/>
                </a:lnTo>
                <a:lnTo>
                  <a:pt x="962915" y="52202"/>
                </a:lnTo>
                <a:lnTo>
                  <a:pt x="962379" y="53014"/>
                </a:lnTo>
                <a:lnTo>
                  <a:pt x="961860" y="53844"/>
                </a:lnTo>
                <a:lnTo>
                  <a:pt x="961359" y="54691"/>
                </a:lnTo>
                <a:lnTo>
                  <a:pt x="960874" y="55556"/>
                </a:lnTo>
                <a:lnTo>
                  <a:pt x="960406" y="56438"/>
                </a:lnTo>
                <a:lnTo>
                  <a:pt x="959956" y="57338"/>
                </a:lnTo>
                <a:lnTo>
                  <a:pt x="959523" y="58255"/>
                </a:lnTo>
                <a:lnTo>
                  <a:pt x="959107" y="59189"/>
                </a:lnTo>
                <a:lnTo>
                  <a:pt x="958708" y="60141"/>
                </a:lnTo>
                <a:lnTo>
                  <a:pt x="958325" y="61108"/>
                </a:lnTo>
                <a:lnTo>
                  <a:pt x="957959" y="62088"/>
                </a:lnTo>
                <a:lnTo>
                  <a:pt x="957609" y="63080"/>
                </a:lnTo>
                <a:lnTo>
                  <a:pt x="957276" y="64084"/>
                </a:lnTo>
                <a:lnTo>
                  <a:pt x="956959" y="65102"/>
                </a:lnTo>
                <a:lnTo>
                  <a:pt x="956658" y="66131"/>
                </a:lnTo>
                <a:lnTo>
                  <a:pt x="956373" y="67173"/>
                </a:lnTo>
                <a:lnTo>
                  <a:pt x="956105" y="68228"/>
                </a:lnTo>
                <a:lnTo>
                  <a:pt x="955852" y="69295"/>
                </a:lnTo>
                <a:lnTo>
                  <a:pt x="955616" y="70375"/>
                </a:lnTo>
                <a:lnTo>
                  <a:pt x="955397" y="71467"/>
                </a:lnTo>
                <a:lnTo>
                  <a:pt x="955193" y="72572"/>
                </a:lnTo>
                <a:lnTo>
                  <a:pt x="955006" y="73689"/>
                </a:lnTo>
                <a:lnTo>
                  <a:pt x="954836" y="74819"/>
                </a:lnTo>
                <a:lnTo>
                  <a:pt x="954681" y="75961"/>
                </a:lnTo>
                <a:lnTo>
                  <a:pt x="954543" y="77116"/>
                </a:lnTo>
                <a:lnTo>
                  <a:pt x="954421" y="78283"/>
                </a:lnTo>
                <a:lnTo>
                  <a:pt x="954315" y="79463"/>
                </a:lnTo>
                <a:lnTo>
                  <a:pt x="954225" y="80656"/>
                </a:lnTo>
                <a:lnTo>
                  <a:pt x="954152" y="81861"/>
                </a:lnTo>
                <a:lnTo>
                  <a:pt x="954095" y="83078"/>
                </a:lnTo>
                <a:lnTo>
                  <a:pt x="954055" y="84308"/>
                </a:lnTo>
                <a:lnTo>
                  <a:pt x="954030" y="85551"/>
                </a:lnTo>
                <a:lnTo>
                  <a:pt x="954022" y="86806"/>
                </a:lnTo>
                <a:lnTo>
                  <a:pt x="954030" y="88011"/>
                </a:lnTo>
                <a:lnTo>
                  <a:pt x="954056" y="89206"/>
                </a:lnTo>
                <a:lnTo>
                  <a:pt x="954098" y="90392"/>
                </a:lnTo>
                <a:lnTo>
                  <a:pt x="954156" y="91567"/>
                </a:lnTo>
                <a:lnTo>
                  <a:pt x="954232" y="92732"/>
                </a:lnTo>
                <a:lnTo>
                  <a:pt x="954324" y="93887"/>
                </a:lnTo>
                <a:lnTo>
                  <a:pt x="954433" y="95032"/>
                </a:lnTo>
                <a:lnTo>
                  <a:pt x="954559" y="96168"/>
                </a:lnTo>
                <a:lnTo>
                  <a:pt x="954702" y="97293"/>
                </a:lnTo>
                <a:lnTo>
                  <a:pt x="954861" y="98407"/>
                </a:lnTo>
                <a:lnTo>
                  <a:pt x="955037" y="99512"/>
                </a:lnTo>
                <a:lnTo>
                  <a:pt x="955230" y="100607"/>
                </a:lnTo>
                <a:lnTo>
                  <a:pt x="955440" y="101692"/>
                </a:lnTo>
                <a:lnTo>
                  <a:pt x="955667" y="102767"/>
                </a:lnTo>
                <a:lnTo>
                  <a:pt x="955910" y="103831"/>
                </a:lnTo>
                <a:lnTo>
                  <a:pt x="956170" y="104886"/>
                </a:lnTo>
                <a:lnTo>
                  <a:pt x="956447" y="105931"/>
                </a:lnTo>
                <a:lnTo>
                  <a:pt x="956741" y="106965"/>
                </a:lnTo>
                <a:lnTo>
                  <a:pt x="957051" y="107990"/>
                </a:lnTo>
                <a:lnTo>
                  <a:pt x="957379" y="109004"/>
                </a:lnTo>
                <a:lnTo>
                  <a:pt x="957723" y="110009"/>
                </a:lnTo>
                <a:lnTo>
                  <a:pt x="958084" y="111003"/>
                </a:lnTo>
                <a:lnTo>
                  <a:pt x="958461" y="111987"/>
                </a:lnTo>
                <a:lnTo>
                  <a:pt x="958856" y="112961"/>
                </a:lnTo>
                <a:lnTo>
                  <a:pt x="959267" y="113922"/>
                </a:lnTo>
                <a:lnTo>
                  <a:pt x="959697" y="114866"/>
                </a:lnTo>
                <a:lnTo>
                  <a:pt x="960145" y="115792"/>
                </a:lnTo>
                <a:lnTo>
                  <a:pt x="960611" y="116702"/>
                </a:lnTo>
                <a:lnTo>
                  <a:pt x="961094" y="117595"/>
                </a:lnTo>
                <a:lnTo>
                  <a:pt x="961596" y="118471"/>
                </a:lnTo>
                <a:lnTo>
                  <a:pt x="962116" y="119330"/>
                </a:lnTo>
                <a:lnTo>
                  <a:pt x="962653" y="120172"/>
                </a:lnTo>
                <a:lnTo>
                  <a:pt x="963209" y="120997"/>
                </a:lnTo>
                <a:lnTo>
                  <a:pt x="963783" y="121806"/>
                </a:lnTo>
                <a:lnTo>
                  <a:pt x="964374" y="122597"/>
                </a:lnTo>
                <a:lnTo>
                  <a:pt x="964984" y="123371"/>
                </a:lnTo>
                <a:lnTo>
                  <a:pt x="965611" y="124129"/>
                </a:lnTo>
                <a:lnTo>
                  <a:pt x="966257" y="124870"/>
                </a:lnTo>
                <a:lnTo>
                  <a:pt x="966920" y="125593"/>
                </a:lnTo>
                <a:lnTo>
                  <a:pt x="967602" y="126300"/>
                </a:lnTo>
                <a:lnTo>
                  <a:pt x="968301" y="126990"/>
                </a:lnTo>
                <a:lnTo>
                  <a:pt x="969019" y="127663"/>
                </a:lnTo>
                <a:lnTo>
                  <a:pt x="969754" y="128319"/>
                </a:lnTo>
                <a:lnTo>
                  <a:pt x="970508" y="128958"/>
                </a:lnTo>
                <a:lnTo>
                  <a:pt x="971279" y="129581"/>
                </a:lnTo>
                <a:lnTo>
                  <a:pt x="972069" y="130186"/>
                </a:lnTo>
                <a:lnTo>
                  <a:pt x="972876" y="130775"/>
                </a:lnTo>
                <a:lnTo>
                  <a:pt x="973701" y="131346"/>
                </a:lnTo>
                <a:lnTo>
                  <a:pt x="974546" y="131897"/>
                </a:lnTo>
                <a:lnTo>
                  <a:pt x="975409" y="132425"/>
                </a:lnTo>
                <a:lnTo>
                  <a:pt x="976293" y="132929"/>
                </a:lnTo>
                <a:lnTo>
                  <a:pt x="977196" y="133410"/>
                </a:lnTo>
                <a:lnTo>
                  <a:pt x="978119" y="133867"/>
                </a:lnTo>
                <a:lnTo>
                  <a:pt x="979062" y="134301"/>
                </a:lnTo>
                <a:lnTo>
                  <a:pt x="980024" y="134711"/>
                </a:lnTo>
                <a:lnTo>
                  <a:pt x="981006" y="135098"/>
                </a:lnTo>
                <a:lnTo>
                  <a:pt x="982008" y="135462"/>
                </a:lnTo>
                <a:lnTo>
                  <a:pt x="983030" y="135802"/>
                </a:lnTo>
                <a:lnTo>
                  <a:pt x="984071" y="136118"/>
                </a:lnTo>
                <a:lnTo>
                  <a:pt x="985132" y="136412"/>
                </a:lnTo>
                <a:lnTo>
                  <a:pt x="986212" y="136681"/>
                </a:lnTo>
                <a:lnTo>
                  <a:pt x="987312" y="136927"/>
                </a:lnTo>
                <a:lnTo>
                  <a:pt x="988432" y="137150"/>
                </a:lnTo>
                <a:lnTo>
                  <a:pt x="989572" y="137350"/>
                </a:lnTo>
                <a:lnTo>
                  <a:pt x="990731" y="137525"/>
                </a:lnTo>
                <a:lnTo>
                  <a:pt x="991910" y="137678"/>
                </a:lnTo>
                <a:lnTo>
                  <a:pt x="993109" y="137807"/>
                </a:lnTo>
                <a:lnTo>
                  <a:pt x="994327" y="137912"/>
                </a:lnTo>
                <a:lnTo>
                  <a:pt x="995565" y="137994"/>
                </a:lnTo>
                <a:lnTo>
                  <a:pt x="996823" y="138053"/>
                </a:lnTo>
                <a:lnTo>
                  <a:pt x="998101" y="138088"/>
                </a:lnTo>
                <a:lnTo>
                  <a:pt x="999398" y="138100"/>
                </a:lnTo>
                <a:lnTo>
                  <a:pt x="1000403" y="138093"/>
                </a:lnTo>
                <a:lnTo>
                  <a:pt x="1001397" y="138071"/>
                </a:lnTo>
                <a:lnTo>
                  <a:pt x="1002380" y="138036"/>
                </a:lnTo>
                <a:lnTo>
                  <a:pt x="1003352" y="137986"/>
                </a:lnTo>
                <a:close/>
                <a:moveTo>
                  <a:pt x="971116" y="72779"/>
                </a:moveTo>
                <a:lnTo>
                  <a:pt x="971297" y="71699"/>
                </a:lnTo>
                <a:lnTo>
                  <a:pt x="971497" y="70642"/>
                </a:lnTo>
                <a:lnTo>
                  <a:pt x="971718" y="69609"/>
                </a:lnTo>
                <a:lnTo>
                  <a:pt x="971959" y="68600"/>
                </a:lnTo>
                <a:lnTo>
                  <a:pt x="972219" y="67615"/>
                </a:lnTo>
                <a:lnTo>
                  <a:pt x="972500" y="66653"/>
                </a:lnTo>
                <a:lnTo>
                  <a:pt x="972801" y="65715"/>
                </a:lnTo>
                <a:lnTo>
                  <a:pt x="973122" y="64800"/>
                </a:lnTo>
                <a:lnTo>
                  <a:pt x="973463" y="63909"/>
                </a:lnTo>
                <a:lnTo>
                  <a:pt x="973824" y="63042"/>
                </a:lnTo>
                <a:lnTo>
                  <a:pt x="974205" y="62198"/>
                </a:lnTo>
                <a:lnTo>
                  <a:pt x="974606" y="61378"/>
                </a:lnTo>
                <a:lnTo>
                  <a:pt x="975027" y="60581"/>
                </a:lnTo>
                <a:lnTo>
                  <a:pt x="975468" y="59809"/>
                </a:lnTo>
                <a:lnTo>
                  <a:pt x="975929" y="59059"/>
                </a:lnTo>
                <a:lnTo>
                  <a:pt x="976410" y="58334"/>
                </a:lnTo>
                <a:lnTo>
                  <a:pt x="976911" y="57632"/>
                </a:lnTo>
                <a:lnTo>
                  <a:pt x="977432" y="56954"/>
                </a:lnTo>
                <a:lnTo>
                  <a:pt x="977974" y="56299"/>
                </a:lnTo>
                <a:lnTo>
                  <a:pt x="978535" y="55668"/>
                </a:lnTo>
                <a:lnTo>
                  <a:pt x="979115" y="55062"/>
                </a:lnTo>
                <a:lnTo>
                  <a:pt x="979713" y="54481"/>
                </a:lnTo>
                <a:lnTo>
                  <a:pt x="980330" y="53927"/>
                </a:lnTo>
                <a:lnTo>
                  <a:pt x="980964" y="53398"/>
                </a:lnTo>
                <a:lnTo>
                  <a:pt x="981616" y="52894"/>
                </a:lnTo>
                <a:lnTo>
                  <a:pt x="982286" y="52417"/>
                </a:lnTo>
                <a:lnTo>
                  <a:pt x="982975" y="51965"/>
                </a:lnTo>
                <a:lnTo>
                  <a:pt x="983681" y="51540"/>
                </a:lnTo>
                <a:lnTo>
                  <a:pt x="984405" y="51140"/>
                </a:lnTo>
                <a:lnTo>
                  <a:pt x="985147" y="50765"/>
                </a:lnTo>
                <a:lnTo>
                  <a:pt x="985907" y="50417"/>
                </a:lnTo>
                <a:lnTo>
                  <a:pt x="986685" y="50094"/>
                </a:lnTo>
                <a:lnTo>
                  <a:pt x="987481" y="49798"/>
                </a:lnTo>
                <a:lnTo>
                  <a:pt x="988295" y="49527"/>
                </a:lnTo>
                <a:lnTo>
                  <a:pt x="989127" y="49282"/>
                </a:lnTo>
                <a:lnTo>
                  <a:pt x="989977" y="49062"/>
                </a:lnTo>
                <a:lnTo>
                  <a:pt x="990845" y="48869"/>
                </a:lnTo>
                <a:lnTo>
                  <a:pt x="991731" y="48701"/>
                </a:lnTo>
                <a:lnTo>
                  <a:pt x="992635" y="48559"/>
                </a:lnTo>
                <a:lnTo>
                  <a:pt x="993557" y="48443"/>
                </a:lnTo>
                <a:lnTo>
                  <a:pt x="994497" y="48352"/>
                </a:lnTo>
                <a:lnTo>
                  <a:pt x="995455" y="48288"/>
                </a:lnTo>
                <a:lnTo>
                  <a:pt x="996431" y="48249"/>
                </a:lnTo>
                <a:lnTo>
                  <a:pt x="997425" y="48236"/>
                </a:lnTo>
                <a:lnTo>
                  <a:pt x="998411" y="48249"/>
                </a:lnTo>
                <a:lnTo>
                  <a:pt x="999378" y="48288"/>
                </a:lnTo>
                <a:lnTo>
                  <a:pt x="1000327" y="48353"/>
                </a:lnTo>
                <a:lnTo>
                  <a:pt x="1001258" y="48444"/>
                </a:lnTo>
                <a:lnTo>
                  <a:pt x="1002171" y="48561"/>
                </a:lnTo>
                <a:lnTo>
                  <a:pt x="1003066" y="48704"/>
                </a:lnTo>
                <a:lnTo>
                  <a:pt x="1003943" y="48873"/>
                </a:lnTo>
                <a:lnTo>
                  <a:pt x="1004801" y="49068"/>
                </a:lnTo>
                <a:lnTo>
                  <a:pt x="1005642" y="49289"/>
                </a:lnTo>
                <a:lnTo>
                  <a:pt x="1006464" y="49536"/>
                </a:lnTo>
                <a:lnTo>
                  <a:pt x="1007268" y="49809"/>
                </a:lnTo>
                <a:lnTo>
                  <a:pt x="1008054" y="50107"/>
                </a:lnTo>
                <a:lnTo>
                  <a:pt x="1008821" y="50432"/>
                </a:lnTo>
                <a:lnTo>
                  <a:pt x="1009571" y="50783"/>
                </a:lnTo>
                <a:lnTo>
                  <a:pt x="1010302" y="51160"/>
                </a:lnTo>
                <a:lnTo>
                  <a:pt x="1011016" y="51563"/>
                </a:lnTo>
                <a:lnTo>
                  <a:pt x="1011711" y="51992"/>
                </a:lnTo>
                <a:lnTo>
                  <a:pt x="1012388" y="52446"/>
                </a:lnTo>
                <a:lnTo>
                  <a:pt x="1013047" y="52927"/>
                </a:lnTo>
                <a:lnTo>
                  <a:pt x="1013687" y="53434"/>
                </a:lnTo>
                <a:lnTo>
                  <a:pt x="1014310" y="53967"/>
                </a:lnTo>
                <a:lnTo>
                  <a:pt x="1014914" y="54525"/>
                </a:lnTo>
                <a:lnTo>
                  <a:pt x="1015500" y="55110"/>
                </a:lnTo>
                <a:lnTo>
                  <a:pt x="1016068" y="55721"/>
                </a:lnTo>
                <a:lnTo>
                  <a:pt x="1016616" y="56356"/>
                </a:lnTo>
                <a:lnTo>
                  <a:pt x="1017142" y="57014"/>
                </a:lnTo>
                <a:lnTo>
                  <a:pt x="1017645" y="57695"/>
                </a:lnTo>
                <a:lnTo>
                  <a:pt x="1018126" y="58399"/>
                </a:lnTo>
                <a:lnTo>
                  <a:pt x="1018585" y="59127"/>
                </a:lnTo>
                <a:lnTo>
                  <a:pt x="1019022" y="59877"/>
                </a:lnTo>
                <a:lnTo>
                  <a:pt x="1019436" y="60651"/>
                </a:lnTo>
                <a:lnTo>
                  <a:pt x="1019828" y="61448"/>
                </a:lnTo>
                <a:lnTo>
                  <a:pt x="1020198" y="62267"/>
                </a:lnTo>
                <a:lnTo>
                  <a:pt x="1020545" y="63110"/>
                </a:lnTo>
                <a:lnTo>
                  <a:pt x="1020870" y="63976"/>
                </a:lnTo>
                <a:lnTo>
                  <a:pt x="1021173" y="64865"/>
                </a:lnTo>
                <a:lnTo>
                  <a:pt x="1021454" y="65778"/>
                </a:lnTo>
                <a:lnTo>
                  <a:pt x="1021712" y="66713"/>
                </a:lnTo>
                <a:lnTo>
                  <a:pt x="1021948" y="67671"/>
                </a:lnTo>
                <a:lnTo>
                  <a:pt x="1022162" y="68653"/>
                </a:lnTo>
                <a:lnTo>
                  <a:pt x="1022354" y="69657"/>
                </a:lnTo>
                <a:lnTo>
                  <a:pt x="1022523" y="70685"/>
                </a:lnTo>
                <a:lnTo>
                  <a:pt x="1022670" y="71736"/>
                </a:lnTo>
                <a:lnTo>
                  <a:pt x="1022795" y="72810"/>
                </a:lnTo>
                <a:lnTo>
                  <a:pt x="1022898" y="73907"/>
                </a:lnTo>
                <a:lnTo>
                  <a:pt x="1022978" y="75027"/>
                </a:lnTo>
                <a:lnTo>
                  <a:pt x="1023036" y="76170"/>
                </a:lnTo>
                <a:lnTo>
                  <a:pt x="1023072" y="77336"/>
                </a:lnTo>
                <a:lnTo>
                  <a:pt x="970594" y="77336"/>
                </a:lnTo>
                <a:lnTo>
                  <a:pt x="970695" y="76161"/>
                </a:lnTo>
                <a:lnTo>
                  <a:pt x="970815" y="75010"/>
                </a:lnTo>
                <a:lnTo>
                  <a:pt x="970956" y="73883"/>
                </a:lnTo>
                <a:lnTo>
                  <a:pt x="971116" y="7277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" name="Text withanythingelseis">
            <a:extLst xmlns:a="http://schemas.openxmlformats.org/drawingml/2006/main">
              <a:ext uri="{FF2B5EF4-FFF2-40B4-BE49-F238E27FC236}">
                <a16:creationId xmlns:a16="http://schemas.microsoft.com/office/drawing/2014/main" id="{9BB1E171-EDCE-4FB4-9B13-054D699E3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8072" y="7117061"/>
            <a:ext cx="1731467" cy="173332"/>
          </a:xfrm>
          <a:custGeom xmlns:a="http://schemas.openxmlformats.org/drawingml/2006/main">
            <a:pathLst>
              <a:path w="1731467" h="173332">
                <a:moveTo>
                  <a:pt x="169960" y="19042"/>
                </a:moveTo>
                <a:lnTo>
                  <a:pt x="170318" y="18999"/>
                </a:lnTo>
                <a:lnTo>
                  <a:pt x="170670" y="18947"/>
                </a:lnTo>
                <a:lnTo>
                  <a:pt x="171016" y="18886"/>
                </a:lnTo>
                <a:lnTo>
                  <a:pt x="171356" y="18816"/>
                </a:lnTo>
                <a:lnTo>
                  <a:pt x="171690" y="18736"/>
                </a:lnTo>
                <a:lnTo>
                  <a:pt x="172017" y="18646"/>
                </a:lnTo>
                <a:lnTo>
                  <a:pt x="172338" y="18548"/>
                </a:lnTo>
                <a:lnTo>
                  <a:pt x="172653" y="18439"/>
                </a:lnTo>
                <a:lnTo>
                  <a:pt x="172962" y="18322"/>
                </a:lnTo>
                <a:lnTo>
                  <a:pt x="173265" y="18195"/>
                </a:lnTo>
                <a:lnTo>
                  <a:pt x="173562" y="18058"/>
                </a:lnTo>
                <a:lnTo>
                  <a:pt x="173852" y="17912"/>
                </a:lnTo>
                <a:lnTo>
                  <a:pt x="174137" y="17757"/>
                </a:lnTo>
                <a:lnTo>
                  <a:pt x="174415" y="17593"/>
                </a:lnTo>
                <a:lnTo>
                  <a:pt x="174687" y="17418"/>
                </a:lnTo>
                <a:lnTo>
                  <a:pt x="174953" y="17235"/>
                </a:lnTo>
                <a:lnTo>
                  <a:pt x="175212" y="17042"/>
                </a:lnTo>
                <a:lnTo>
                  <a:pt x="175466" y="16840"/>
                </a:lnTo>
                <a:lnTo>
                  <a:pt x="175713" y="16628"/>
                </a:lnTo>
                <a:lnTo>
                  <a:pt x="175955" y="16407"/>
                </a:lnTo>
                <a:lnTo>
                  <a:pt x="176188" y="16179"/>
                </a:lnTo>
                <a:lnTo>
                  <a:pt x="176411" y="15945"/>
                </a:lnTo>
                <a:lnTo>
                  <a:pt x="176624" y="15707"/>
                </a:lnTo>
                <a:lnTo>
                  <a:pt x="176828" y="15464"/>
                </a:lnTo>
                <a:lnTo>
                  <a:pt x="177021" y="15216"/>
                </a:lnTo>
                <a:lnTo>
                  <a:pt x="177205" y="14963"/>
                </a:lnTo>
                <a:lnTo>
                  <a:pt x="177378" y="14705"/>
                </a:lnTo>
                <a:lnTo>
                  <a:pt x="177542" y="14442"/>
                </a:lnTo>
                <a:lnTo>
                  <a:pt x="177696" y="14174"/>
                </a:lnTo>
                <a:lnTo>
                  <a:pt x="177840" y="13901"/>
                </a:lnTo>
                <a:lnTo>
                  <a:pt x="177974" y="13623"/>
                </a:lnTo>
                <a:lnTo>
                  <a:pt x="178098" y="13340"/>
                </a:lnTo>
                <a:lnTo>
                  <a:pt x="178212" y="13052"/>
                </a:lnTo>
                <a:lnTo>
                  <a:pt x="178316" y="12759"/>
                </a:lnTo>
                <a:lnTo>
                  <a:pt x="178410" y="12461"/>
                </a:lnTo>
                <a:lnTo>
                  <a:pt x="178495" y="12159"/>
                </a:lnTo>
                <a:lnTo>
                  <a:pt x="178569" y="11851"/>
                </a:lnTo>
                <a:lnTo>
                  <a:pt x="178634" y="11538"/>
                </a:lnTo>
                <a:lnTo>
                  <a:pt x="178688" y="11221"/>
                </a:lnTo>
                <a:lnTo>
                  <a:pt x="178733" y="10898"/>
                </a:lnTo>
                <a:lnTo>
                  <a:pt x="178768" y="10571"/>
                </a:lnTo>
                <a:lnTo>
                  <a:pt x="178792" y="10238"/>
                </a:lnTo>
                <a:lnTo>
                  <a:pt x="178807" y="9901"/>
                </a:lnTo>
                <a:lnTo>
                  <a:pt x="178812" y="9558"/>
                </a:lnTo>
                <a:lnTo>
                  <a:pt x="178807" y="9216"/>
                </a:lnTo>
                <a:lnTo>
                  <a:pt x="178792" y="8879"/>
                </a:lnTo>
                <a:lnTo>
                  <a:pt x="178768" y="8546"/>
                </a:lnTo>
                <a:lnTo>
                  <a:pt x="178733" y="8219"/>
                </a:lnTo>
                <a:lnTo>
                  <a:pt x="178688" y="7896"/>
                </a:lnTo>
                <a:lnTo>
                  <a:pt x="178634" y="7578"/>
                </a:lnTo>
                <a:lnTo>
                  <a:pt x="178569" y="7266"/>
                </a:lnTo>
                <a:lnTo>
                  <a:pt x="178495" y="6958"/>
                </a:lnTo>
                <a:lnTo>
                  <a:pt x="178410" y="6655"/>
                </a:lnTo>
                <a:lnTo>
                  <a:pt x="178316" y="6358"/>
                </a:lnTo>
                <a:lnTo>
                  <a:pt x="178212" y="6065"/>
                </a:lnTo>
                <a:lnTo>
                  <a:pt x="178098" y="5777"/>
                </a:lnTo>
                <a:lnTo>
                  <a:pt x="177974" y="5494"/>
                </a:lnTo>
                <a:lnTo>
                  <a:pt x="177840" y="5216"/>
                </a:lnTo>
                <a:lnTo>
                  <a:pt x="177696" y="4943"/>
                </a:lnTo>
                <a:lnTo>
                  <a:pt x="177542" y="4675"/>
                </a:lnTo>
                <a:lnTo>
                  <a:pt x="177378" y="4412"/>
                </a:lnTo>
                <a:lnTo>
                  <a:pt x="177205" y="4154"/>
                </a:lnTo>
                <a:lnTo>
                  <a:pt x="177021" y="3901"/>
                </a:lnTo>
                <a:lnTo>
                  <a:pt x="176828" y="3653"/>
                </a:lnTo>
                <a:lnTo>
                  <a:pt x="176624" y="3410"/>
                </a:lnTo>
                <a:lnTo>
                  <a:pt x="176411" y="3171"/>
                </a:lnTo>
                <a:lnTo>
                  <a:pt x="176188" y="2938"/>
                </a:lnTo>
                <a:lnTo>
                  <a:pt x="175955" y="2710"/>
                </a:lnTo>
                <a:lnTo>
                  <a:pt x="175713" y="2489"/>
                </a:lnTo>
                <a:lnTo>
                  <a:pt x="175466" y="2277"/>
                </a:lnTo>
                <a:lnTo>
                  <a:pt x="175212" y="2075"/>
                </a:lnTo>
                <a:lnTo>
                  <a:pt x="174953" y="1882"/>
                </a:lnTo>
                <a:lnTo>
                  <a:pt x="174687" y="1698"/>
                </a:lnTo>
                <a:lnTo>
                  <a:pt x="174415" y="1524"/>
                </a:lnTo>
                <a:lnTo>
                  <a:pt x="174137" y="1360"/>
                </a:lnTo>
                <a:lnTo>
                  <a:pt x="173852" y="1204"/>
                </a:lnTo>
                <a:lnTo>
                  <a:pt x="173562" y="1059"/>
                </a:lnTo>
                <a:lnTo>
                  <a:pt x="173265" y="922"/>
                </a:lnTo>
                <a:lnTo>
                  <a:pt x="172962" y="795"/>
                </a:lnTo>
                <a:lnTo>
                  <a:pt x="172653" y="677"/>
                </a:lnTo>
                <a:lnTo>
                  <a:pt x="172338" y="569"/>
                </a:lnTo>
                <a:lnTo>
                  <a:pt x="172017" y="470"/>
                </a:lnTo>
                <a:lnTo>
                  <a:pt x="171690" y="381"/>
                </a:lnTo>
                <a:lnTo>
                  <a:pt x="171356" y="301"/>
                </a:lnTo>
                <a:lnTo>
                  <a:pt x="171016" y="231"/>
                </a:lnTo>
                <a:lnTo>
                  <a:pt x="170670" y="169"/>
                </a:lnTo>
                <a:lnTo>
                  <a:pt x="170318" y="118"/>
                </a:lnTo>
                <a:lnTo>
                  <a:pt x="169960" y="75"/>
                </a:lnTo>
                <a:lnTo>
                  <a:pt x="169596" y="42"/>
                </a:lnTo>
                <a:lnTo>
                  <a:pt x="169225" y="19"/>
                </a:lnTo>
                <a:lnTo>
                  <a:pt x="168848" y="5"/>
                </a:lnTo>
                <a:lnTo>
                  <a:pt x="168465" y="0"/>
                </a:lnTo>
                <a:lnTo>
                  <a:pt x="168083" y="5"/>
                </a:lnTo>
                <a:lnTo>
                  <a:pt x="167706" y="19"/>
                </a:lnTo>
                <a:lnTo>
                  <a:pt x="167336" y="42"/>
                </a:lnTo>
                <a:lnTo>
                  <a:pt x="166972" y="75"/>
                </a:lnTo>
                <a:lnTo>
                  <a:pt x="166615" y="118"/>
                </a:lnTo>
                <a:lnTo>
                  <a:pt x="166264" y="169"/>
                </a:lnTo>
                <a:lnTo>
                  <a:pt x="165919" y="231"/>
                </a:lnTo>
                <a:lnTo>
                  <a:pt x="165580" y="301"/>
                </a:lnTo>
                <a:lnTo>
                  <a:pt x="165248" y="381"/>
                </a:lnTo>
                <a:lnTo>
                  <a:pt x="164922" y="470"/>
                </a:lnTo>
                <a:lnTo>
                  <a:pt x="164603" y="569"/>
                </a:lnTo>
                <a:lnTo>
                  <a:pt x="164290" y="677"/>
                </a:lnTo>
                <a:lnTo>
                  <a:pt x="163983" y="795"/>
                </a:lnTo>
                <a:lnTo>
                  <a:pt x="163683" y="922"/>
                </a:lnTo>
                <a:lnTo>
                  <a:pt x="163388" y="1059"/>
                </a:lnTo>
                <a:lnTo>
                  <a:pt x="163101" y="1204"/>
                </a:lnTo>
                <a:lnTo>
                  <a:pt x="162819" y="1360"/>
                </a:lnTo>
                <a:lnTo>
                  <a:pt x="162544" y="1524"/>
                </a:lnTo>
                <a:lnTo>
                  <a:pt x="162275" y="1698"/>
                </a:lnTo>
                <a:lnTo>
                  <a:pt x="162012" y="1882"/>
                </a:lnTo>
                <a:lnTo>
                  <a:pt x="161756" y="2075"/>
                </a:lnTo>
                <a:lnTo>
                  <a:pt x="161506" y="2277"/>
                </a:lnTo>
                <a:lnTo>
                  <a:pt x="161263" y="2489"/>
                </a:lnTo>
                <a:lnTo>
                  <a:pt x="161026" y="2710"/>
                </a:lnTo>
                <a:lnTo>
                  <a:pt x="160797" y="2938"/>
                </a:lnTo>
                <a:lnTo>
                  <a:pt x="160577" y="3171"/>
                </a:lnTo>
                <a:lnTo>
                  <a:pt x="160367" y="3410"/>
                </a:lnTo>
                <a:lnTo>
                  <a:pt x="160168" y="3653"/>
                </a:lnTo>
                <a:lnTo>
                  <a:pt x="159977" y="3901"/>
                </a:lnTo>
                <a:lnTo>
                  <a:pt x="159797" y="4154"/>
                </a:lnTo>
                <a:lnTo>
                  <a:pt x="159626" y="4412"/>
                </a:lnTo>
                <a:lnTo>
                  <a:pt x="159465" y="4675"/>
                </a:lnTo>
                <a:lnTo>
                  <a:pt x="159314" y="4943"/>
                </a:lnTo>
                <a:lnTo>
                  <a:pt x="159173" y="5216"/>
                </a:lnTo>
                <a:lnTo>
                  <a:pt x="159041" y="5494"/>
                </a:lnTo>
                <a:lnTo>
                  <a:pt x="158919" y="5777"/>
                </a:lnTo>
                <a:lnTo>
                  <a:pt x="158807" y="6065"/>
                </a:lnTo>
                <a:lnTo>
                  <a:pt x="158705" y="6358"/>
                </a:lnTo>
                <a:lnTo>
                  <a:pt x="158612" y="6655"/>
                </a:lnTo>
                <a:lnTo>
                  <a:pt x="158529" y="6958"/>
                </a:lnTo>
                <a:lnTo>
                  <a:pt x="158456" y="7266"/>
                </a:lnTo>
                <a:lnTo>
                  <a:pt x="158393" y="7578"/>
                </a:lnTo>
                <a:lnTo>
                  <a:pt x="158339" y="7896"/>
                </a:lnTo>
                <a:lnTo>
                  <a:pt x="158295" y="8219"/>
                </a:lnTo>
                <a:lnTo>
                  <a:pt x="158261" y="8546"/>
                </a:lnTo>
                <a:lnTo>
                  <a:pt x="158237" y="8879"/>
                </a:lnTo>
                <a:lnTo>
                  <a:pt x="158222" y="9216"/>
                </a:lnTo>
                <a:lnTo>
                  <a:pt x="158217" y="9558"/>
                </a:lnTo>
                <a:lnTo>
                  <a:pt x="158222" y="9901"/>
                </a:lnTo>
                <a:lnTo>
                  <a:pt x="158237" y="10238"/>
                </a:lnTo>
                <a:lnTo>
                  <a:pt x="158261" y="10571"/>
                </a:lnTo>
                <a:lnTo>
                  <a:pt x="158295" y="10898"/>
                </a:lnTo>
                <a:lnTo>
                  <a:pt x="158339" y="11221"/>
                </a:lnTo>
                <a:lnTo>
                  <a:pt x="158393" y="11538"/>
                </a:lnTo>
                <a:lnTo>
                  <a:pt x="158456" y="11851"/>
                </a:lnTo>
                <a:lnTo>
                  <a:pt x="158529" y="12159"/>
                </a:lnTo>
                <a:lnTo>
                  <a:pt x="158612" y="12461"/>
                </a:lnTo>
                <a:lnTo>
                  <a:pt x="158705" y="12759"/>
                </a:lnTo>
                <a:lnTo>
                  <a:pt x="158807" y="13052"/>
                </a:lnTo>
                <a:lnTo>
                  <a:pt x="158919" y="13340"/>
                </a:lnTo>
                <a:lnTo>
                  <a:pt x="159041" y="13623"/>
                </a:lnTo>
                <a:lnTo>
                  <a:pt x="159173" y="13901"/>
                </a:lnTo>
                <a:lnTo>
                  <a:pt x="159314" y="14174"/>
                </a:lnTo>
                <a:lnTo>
                  <a:pt x="159465" y="14442"/>
                </a:lnTo>
                <a:lnTo>
                  <a:pt x="159626" y="14705"/>
                </a:lnTo>
                <a:lnTo>
                  <a:pt x="159797" y="14963"/>
                </a:lnTo>
                <a:lnTo>
                  <a:pt x="159977" y="15216"/>
                </a:lnTo>
                <a:lnTo>
                  <a:pt x="160168" y="15464"/>
                </a:lnTo>
                <a:lnTo>
                  <a:pt x="160367" y="15707"/>
                </a:lnTo>
                <a:lnTo>
                  <a:pt x="160577" y="15945"/>
                </a:lnTo>
                <a:lnTo>
                  <a:pt x="160797" y="16179"/>
                </a:lnTo>
                <a:lnTo>
                  <a:pt x="161026" y="16407"/>
                </a:lnTo>
                <a:lnTo>
                  <a:pt x="161263" y="16628"/>
                </a:lnTo>
                <a:lnTo>
                  <a:pt x="161506" y="16840"/>
                </a:lnTo>
                <a:lnTo>
                  <a:pt x="161756" y="17042"/>
                </a:lnTo>
                <a:lnTo>
                  <a:pt x="162012" y="17235"/>
                </a:lnTo>
                <a:lnTo>
                  <a:pt x="162275" y="17418"/>
                </a:lnTo>
                <a:lnTo>
                  <a:pt x="162544" y="17593"/>
                </a:lnTo>
                <a:lnTo>
                  <a:pt x="162819" y="17757"/>
                </a:lnTo>
                <a:lnTo>
                  <a:pt x="163101" y="17912"/>
                </a:lnTo>
                <a:lnTo>
                  <a:pt x="163388" y="18058"/>
                </a:lnTo>
                <a:lnTo>
                  <a:pt x="163683" y="18195"/>
                </a:lnTo>
                <a:lnTo>
                  <a:pt x="163983" y="18322"/>
                </a:lnTo>
                <a:lnTo>
                  <a:pt x="164290" y="18439"/>
                </a:lnTo>
                <a:lnTo>
                  <a:pt x="164603" y="18548"/>
                </a:lnTo>
                <a:lnTo>
                  <a:pt x="164922" y="18646"/>
                </a:lnTo>
                <a:lnTo>
                  <a:pt x="165248" y="18736"/>
                </a:lnTo>
                <a:lnTo>
                  <a:pt x="165580" y="18816"/>
                </a:lnTo>
                <a:lnTo>
                  <a:pt x="165919" y="18886"/>
                </a:lnTo>
                <a:lnTo>
                  <a:pt x="166264" y="18947"/>
                </a:lnTo>
                <a:lnTo>
                  <a:pt x="166615" y="18999"/>
                </a:lnTo>
                <a:lnTo>
                  <a:pt x="166972" y="19042"/>
                </a:lnTo>
                <a:lnTo>
                  <a:pt x="167336" y="19074"/>
                </a:lnTo>
                <a:lnTo>
                  <a:pt x="167706" y="19098"/>
                </a:lnTo>
                <a:lnTo>
                  <a:pt x="168083" y="19112"/>
                </a:lnTo>
                <a:lnTo>
                  <a:pt x="168465" y="19117"/>
                </a:lnTo>
                <a:lnTo>
                  <a:pt x="168848" y="19112"/>
                </a:lnTo>
                <a:lnTo>
                  <a:pt x="169225" y="19098"/>
                </a:lnTo>
                <a:lnTo>
                  <a:pt x="169596" y="19074"/>
                </a:lnTo>
                <a:lnTo>
                  <a:pt x="169960" y="19042"/>
                </a:lnTo>
                <a:close/>
                <a:moveTo>
                  <a:pt x="919843" y="18999"/>
                </a:moveTo>
                <a:lnTo>
                  <a:pt x="920195" y="18947"/>
                </a:lnTo>
                <a:lnTo>
                  <a:pt x="920541" y="18886"/>
                </a:lnTo>
                <a:lnTo>
                  <a:pt x="920881" y="18816"/>
                </a:lnTo>
                <a:lnTo>
                  <a:pt x="921214" y="18736"/>
                </a:lnTo>
                <a:lnTo>
                  <a:pt x="921542" y="18646"/>
                </a:lnTo>
                <a:lnTo>
                  <a:pt x="921863" y="18548"/>
                </a:lnTo>
                <a:lnTo>
                  <a:pt x="922178" y="18439"/>
                </a:lnTo>
                <a:lnTo>
                  <a:pt x="922487" y="18322"/>
                </a:lnTo>
                <a:lnTo>
                  <a:pt x="922790" y="18195"/>
                </a:lnTo>
                <a:lnTo>
                  <a:pt x="923086" y="18058"/>
                </a:lnTo>
                <a:lnTo>
                  <a:pt x="923377" y="17912"/>
                </a:lnTo>
                <a:lnTo>
                  <a:pt x="923661" y="17757"/>
                </a:lnTo>
                <a:lnTo>
                  <a:pt x="923939" y="17593"/>
                </a:lnTo>
                <a:lnTo>
                  <a:pt x="924211" y="17418"/>
                </a:lnTo>
                <a:lnTo>
                  <a:pt x="924477" y="17235"/>
                </a:lnTo>
                <a:lnTo>
                  <a:pt x="924737" y="17042"/>
                </a:lnTo>
                <a:lnTo>
                  <a:pt x="924990" y="16840"/>
                </a:lnTo>
                <a:lnTo>
                  <a:pt x="925238" y="16628"/>
                </a:lnTo>
                <a:lnTo>
                  <a:pt x="925479" y="16407"/>
                </a:lnTo>
                <a:lnTo>
                  <a:pt x="925712" y="16179"/>
                </a:lnTo>
                <a:lnTo>
                  <a:pt x="925936" y="15945"/>
                </a:lnTo>
                <a:lnTo>
                  <a:pt x="926149" y="15707"/>
                </a:lnTo>
                <a:lnTo>
                  <a:pt x="926352" y="15464"/>
                </a:lnTo>
                <a:lnTo>
                  <a:pt x="926546" y="15216"/>
                </a:lnTo>
                <a:lnTo>
                  <a:pt x="926729" y="14963"/>
                </a:lnTo>
                <a:lnTo>
                  <a:pt x="926903" y="14705"/>
                </a:lnTo>
                <a:lnTo>
                  <a:pt x="927067" y="14442"/>
                </a:lnTo>
                <a:lnTo>
                  <a:pt x="927220" y="14174"/>
                </a:lnTo>
                <a:lnTo>
                  <a:pt x="927364" y="13901"/>
                </a:lnTo>
                <a:lnTo>
                  <a:pt x="927498" y="13623"/>
                </a:lnTo>
                <a:lnTo>
                  <a:pt x="927622" y="13340"/>
                </a:lnTo>
                <a:lnTo>
                  <a:pt x="927736" y="13052"/>
                </a:lnTo>
                <a:lnTo>
                  <a:pt x="927841" y="12759"/>
                </a:lnTo>
                <a:lnTo>
                  <a:pt x="927935" y="12461"/>
                </a:lnTo>
                <a:lnTo>
                  <a:pt x="928019" y="12159"/>
                </a:lnTo>
                <a:lnTo>
                  <a:pt x="928094" y="11851"/>
                </a:lnTo>
                <a:lnTo>
                  <a:pt x="928158" y="11538"/>
                </a:lnTo>
                <a:lnTo>
                  <a:pt x="928213" y="11221"/>
                </a:lnTo>
                <a:lnTo>
                  <a:pt x="928257" y="10898"/>
                </a:lnTo>
                <a:lnTo>
                  <a:pt x="928292" y="10571"/>
                </a:lnTo>
                <a:lnTo>
                  <a:pt x="928317" y="10238"/>
                </a:lnTo>
                <a:lnTo>
                  <a:pt x="928332" y="9901"/>
                </a:lnTo>
                <a:lnTo>
                  <a:pt x="928337" y="9558"/>
                </a:lnTo>
                <a:lnTo>
                  <a:pt x="928332" y="9216"/>
                </a:lnTo>
                <a:lnTo>
                  <a:pt x="928317" y="8879"/>
                </a:lnTo>
                <a:lnTo>
                  <a:pt x="928292" y="8546"/>
                </a:lnTo>
                <a:lnTo>
                  <a:pt x="928257" y="8219"/>
                </a:lnTo>
                <a:lnTo>
                  <a:pt x="928213" y="7896"/>
                </a:lnTo>
                <a:lnTo>
                  <a:pt x="928158" y="7578"/>
                </a:lnTo>
                <a:lnTo>
                  <a:pt x="928094" y="7266"/>
                </a:lnTo>
                <a:lnTo>
                  <a:pt x="928019" y="6958"/>
                </a:lnTo>
                <a:lnTo>
                  <a:pt x="927935" y="6655"/>
                </a:lnTo>
                <a:lnTo>
                  <a:pt x="927841" y="6358"/>
                </a:lnTo>
                <a:lnTo>
                  <a:pt x="927736" y="6065"/>
                </a:lnTo>
                <a:lnTo>
                  <a:pt x="927622" y="5777"/>
                </a:lnTo>
                <a:lnTo>
                  <a:pt x="927498" y="5494"/>
                </a:lnTo>
                <a:lnTo>
                  <a:pt x="927364" y="5216"/>
                </a:lnTo>
                <a:lnTo>
                  <a:pt x="927220" y="4943"/>
                </a:lnTo>
                <a:lnTo>
                  <a:pt x="927067" y="4675"/>
                </a:lnTo>
                <a:lnTo>
                  <a:pt x="926903" y="4412"/>
                </a:lnTo>
                <a:lnTo>
                  <a:pt x="926729" y="4154"/>
                </a:lnTo>
                <a:lnTo>
                  <a:pt x="926546" y="3901"/>
                </a:lnTo>
                <a:lnTo>
                  <a:pt x="926352" y="3653"/>
                </a:lnTo>
                <a:lnTo>
                  <a:pt x="926149" y="3410"/>
                </a:lnTo>
                <a:lnTo>
                  <a:pt x="925936" y="3171"/>
                </a:lnTo>
                <a:lnTo>
                  <a:pt x="925712" y="2938"/>
                </a:lnTo>
                <a:lnTo>
                  <a:pt x="925479" y="2710"/>
                </a:lnTo>
                <a:lnTo>
                  <a:pt x="925238" y="2489"/>
                </a:lnTo>
                <a:lnTo>
                  <a:pt x="924990" y="2277"/>
                </a:lnTo>
                <a:lnTo>
                  <a:pt x="924737" y="2075"/>
                </a:lnTo>
                <a:lnTo>
                  <a:pt x="924477" y="1882"/>
                </a:lnTo>
                <a:lnTo>
                  <a:pt x="924211" y="1698"/>
                </a:lnTo>
                <a:lnTo>
                  <a:pt x="923939" y="1524"/>
                </a:lnTo>
                <a:lnTo>
                  <a:pt x="923661" y="1360"/>
                </a:lnTo>
                <a:lnTo>
                  <a:pt x="923377" y="1204"/>
                </a:lnTo>
                <a:lnTo>
                  <a:pt x="923086" y="1059"/>
                </a:lnTo>
                <a:lnTo>
                  <a:pt x="922790" y="922"/>
                </a:lnTo>
                <a:lnTo>
                  <a:pt x="922487" y="795"/>
                </a:lnTo>
                <a:lnTo>
                  <a:pt x="922178" y="677"/>
                </a:lnTo>
                <a:lnTo>
                  <a:pt x="921863" y="569"/>
                </a:lnTo>
                <a:lnTo>
                  <a:pt x="921542" y="470"/>
                </a:lnTo>
                <a:lnTo>
                  <a:pt x="921214" y="381"/>
                </a:lnTo>
                <a:lnTo>
                  <a:pt x="920881" y="301"/>
                </a:lnTo>
                <a:lnTo>
                  <a:pt x="920541" y="231"/>
                </a:lnTo>
                <a:lnTo>
                  <a:pt x="920195" y="169"/>
                </a:lnTo>
                <a:lnTo>
                  <a:pt x="919843" y="118"/>
                </a:lnTo>
                <a:lnTo>
                  <a:pt x="919485" y="75"/>
                </a:lnTo>
                <a:lnTo>
                  <a:pt x="919120" y="42"/>
                </a:lnTo>
                <a:lnTo>
                  <a:pt x="918750" y="19"/>
                </a:lnTo>
                <a:lnTo>
                  <a:pt x="918373" y="5"/>
                </a:lnTo>
                <a:lnTo>
                  <a:pt x="917990" y="0"/>
                </a:lnTo>
                <a:lnTo>
                  <a:pt x="917607" y="5"/>
                </a:lnTo>
                <a:lnTo>
                  <a:pt x="917231" y="19"/>
                </a:lnTo>
                <a:lnTo>
                  <a:pt x="916861" y="42"/>
                </a:lnTo>
                <a:lnTo>
                  <a:pt x="916497" y="75"/>
                </a:lnTo>
                <a:lnTo>
                  <a:pt x="916139" y="118"/>
                </a:lnTo>
                <a:lnTo>
                  <a:pt x="915788" y="169"/>
                </a:lnTo>
                <a:lnTo>
                  <a:pt x="915443" y="231"/>
                </a:lnTo>
                <a:lnTo>
                  <a:pt x="915105" y="301"/>
                </a:lnTo>
                <a:lnTo>
                  <a:pt x="914773" y="381"/>
                </a:lnTo>
                <a:lnTo>
                  <a:pt x="914447" y="470"/>
                </a:lnTo>
                <a:lnTo>
                  <a:pt x="914128" y="569"/>
                </a:lnTo>
                <a:lnTo>
                  <a:pt x="913814" y="677"/>
                </a:lnTo>
                <a:lnTo>
                  <a:pt x="913508" y="795"/>
                </a:lnTo>
                <a:lnTo>
                  <a:pt x="913207" y="922"/>
                </a:lnTo>
                <a:lnTo>
                  <a:pt x="912913" y="1059"/>
                </a:lnTo>
                <a:lnTo>
                  <a:pt x="912625" y="1204"/>
                </a:lnTo>
                <a:lnTo>
                  <a:pt x="912344" y="1360"/>
                </a:lnTo>
                <a:lnTo>
                  <a:pt x="912068" y="1524"/>
                </a:lnTo>
                <a:lnTo>
                  <a:pt x="911800" y="1698"/>
                </a:lnTo>
                <a:lnTo>
                  <a:pt x="911537" y="1882"/>
                </a:lnTo>
                <a:lnTo>
                  <a:pt x="911281" y="2075"/>
                </a:lnTo>
                <a:lnTo>
                  <a:pt x="911031" y="2277"/>
                </a:lnTo>
                <a:lnTo>
                  <a:pt x="910787" y="2489"/>
                </a:lnTo>
                <a:lnTo>
                  <a:pt x="910550" y="2710"/>
                </a:lnTo>
                <a:lnTo>
                  <a:pt x="910321" y="2938"/>
                </a:lnTo>
                <a:lnTo>
                  <a:pt x="910102" y="3171"/>
                </a:lnTo>
                <a:lnTo>
                  <a:pt x="909892" y="3410"/>
                </a:lnTo>
                <a:lnTo>
                  <a:pt x="909692" y="3653"/>
                </a:lnTo>
                <a:lnTo>
                  <a:pt x="909502" y="3901"/>
                </a:lnTo>
                <a:lnTo>
                  <a:pt x="909322" y="4154"/>
                </a:lnTo>
                <a:lnTo>
                  <a:pt x="909151" y="4412"/>
                </a:lnTo>
                <a:lnTo>
                  <a:pt x="908990" y="4675"/>
                </a:lnTo>
                <a:lnTo>
                  <a:pt x="908839" y="4943"/>
                </a:lnTo>
                <a:lnTo>
                  <a:pt x="908697" y="5216"/>
                </a:lnTo>
                <a:lnTo>
                  <a:pt x="908566" y="5494"/>
                </a:lnTo>
                <a:lnTo>
                  <a:pt x="908444" y="5777"/>
                </a:lnTo>
                <a:lnTo>
                  <a:pt x="908332" y="6065"/>
                </a:lnTo>
                <a:lnTo>
                  <a:pt x="908229" y="6358"/>
                </a:lnTo>
                <a:lnTo>
                  <a:pt x="908137" y="6655"/>
                </a:lnTo>
                <a:lnTo>
                  <a:pt x="908054" y="6958"/>
                </a:lnTo>
                <a:lnTo>
                  <a:pt x="907981" y="7266"/>
                </a:lnTo>
                <a:lnTo>
                  <a:pt x="907917" y="7578"/>
                </a:lnTo>
                <a:lnTo>
                  <a:pt x="907864" y="7896"/>
                </a:lnTo>
                <a:lnTo>
                  <a:pt x="907820" y="8219"/>
                </a:lnTo>
                <a:lnTo>
                  <a:pt x="907786" y="8546"/>
                </a:lnTo>
                <a:lnTo>
                  <a:pt x="907761" y="8879"/>
                </a:lnTo>
                <a:lnTo>
                  <a:pt x="907747" y="9216"/>
                </a:lnTo>
                <a:lnTo>
                  <a:pt x="907742" y="9558"/>
                </a:lnTo>
                <a:lnTo>
                  <a:pt x="907747" y="9901"/>
                </a:lnTo>
                <a:lnTo>
                  <a:pt x="907761" y="10238"/>
                </a:lnTo>
                <a:lnTo>
                  <a:pt x="907786" y="10571"/>
                </a:lnTo>
                <a:lnTo>
                  <a:pt x="907820" y="10898"/>
                </a:lnTo>
                <a:lnTo>
                  <a:pt x="907864" y="11221"/>
                </a:lnTo>
                <a:lnTo>
                  <a:pt x="907917" y="11538"/>
                </a:lnTo>
                <a:lnTo>
                  <a:pt x="907981" y="11851"/>
                </a:lnTo>
                <a:lnTo>
                  <a:pt x="908054" y="12159"/>
                </a:lnTo>
                <a:lnTo>
                  <a:pt x="908137" y="12461"/>
                </a:lnTo>
                <a:lnTo>
                  <a:pt x="908229" y="12759"/>
                </a:lnTo>
                <a:lnTo>
                  <a:pt x="908332" y="13052"/>
                </a:lnTo>
                <a:lnTo>
                  <a:pt x="908444" y="13340"/>
                </a:lnTo>
                <a:lnTo>
                  <a:pt x="908566" y="13623"/>
                </a:lnTo>
                <a:lnTo>
                  <a:pt x="908697" y="13901"/>
                </a:lnTo>
                <a:lnTo>
                  <a:pt x="908839" y="14174"/>
                </a:lnTo>
                <a:lnTo>
                  <a:pt x="908990" y="14442"/>
                </a:lnTo>
                <a:lnTo>
                  <a:pt x="909151" y="14705"/>
                </a:lnTo>
                <a:lnTo>
                  <a:pt x="909322" y="14963"/>
                </a:lnTo>
                <a:lnTo>
                  <a:pt x="909502" y="15216"/>
                </a:lnTo>
                <a:lnTo>
                  <a:pt x="909692" y="15464"/>
                </a:lnTo>
                <a:lnTo>
                  <a:pt x="909892" y="15707"/>
                </a:lnTo>
                <a:lnTo>
                  <a:pt x="910102" y="15945"/>
                </a:lnTo>
                <a:lnTo>
                  <a:pt x="910321" y="16179"/>
                </a:lnTo>
                <a:lnTo>
                  <a:pt x="910550" y="16407"/>
                </a:lnTo>
                <a:lnTo>
                  <a:pt x="910787" y="16628"/>
                </a:lnTo>
                <a:lnTo>
                  <a:pt x="911031" y="16840"/>
                </a:lnTo>
                <a:lnTo>
                  <a:pt x="911281" y="17042"/>
                </a:lnTo>
                <a:lnTo>
                  <a:pt x="911537" y="17235"/>
                </a:lnTo>
                <a:lnTo>
                  <a:pt x="911800" y="17418"/>
                </a:lnTo>
                <a:lnTo>
                  <a:pt x="912068" y="17593"/>
                </a:lnTo>
                <a:lnTo>
                  <a:pt x="912344" y="17757"/>
                </a:lnTo>
                <a:lnTo>
                  <a:pt x="912625" y="17912"/>
                </a:lnTo>
                <a:lnTo>
                  <a:pt x="912913" y="18058"/>
                </a:lnTo>
                <a:lnTo>
                  <a:pt x="913207" y="18195"/>
                </a:lnTo>
                <a:lnTo>
                  <a:pt x="913508" y="18322"/>
                </a:lnTo>
                <a:lnTo>
                  <a:pt x="913814" y="18439"/>
                </a:lnTo>
                <a:lnTo>
                  <a:pt x="914128" y="18548"/>
                </a:lnTo>
                <a:lnTo>
                  <a:pt x="914447" y="18646"/>
                </a:lnTo>
                <a:lnTo>
                  <a:pt x="914773" y="18736"/>
                </a:lnTo>
                <a:lnTo>
                  <a:pt x="915105" y="18816"/>
                </a:lnTo>
                <a:lnTo>
                  <a:pt x="915443" y="18886"/>
                </a:lnTo>
                <a:lnTo>
                  <a:pt x="915788" y="18947"/>
                </a:lnTo>
                <a:lnTo>
                  <a:pt x="916139" y="18999"/>
                </a:lnTo>
                <a:lnTo>
                  <a:pt x="916497" y="19042"/>
                </a:lnTo>
                <a:lnTo>
                  <a:pt x="916861" y="19074"/>
                </a:lnTo>
                <a:lnTo>
                  <a:pt x="917231" y="19098"/>
                </a:lnTo>
                <a:lnTo>
                  <a:pt x="917607" y="19112"/>
                </a:lnTo>
                <a:lnTo>
                  <a:pt x="917990" y="19117"/>
                </a:lnTo>
                <a:lnTo>
                  <a:pt x="918373" y="19112"/>
                </a:lnTo>
                <a:lnTo>
                  <a:pt x="918750" y="19098"/>
                </a:lnTo>
                <a:lnTo>
                  <a:pt x="919120" y="19074"/>
                </a:lnTo>
                <a:lnTo>
                  <a:pt x="919485" y="19042"/>
                </a:lnTo>
                <a:lnTo>
                  <a:pt x="919843" y="18999"/>
                </a:lnTo>
                <a:close/>
                <a:moveTo>
                  <a:pt x="290709" y="64049"/>
                </a:moveTo>
                <a:lnTo>
                  <a:pt x="291113" y="63558"/>
                </a:lnTo>
                <a:lnTo>
                  <a:pt x="291527" y="63070"/>
                </a:lnTo>
                <a:lnTo>
                  <a:pt x="291951" y="62585"/>
                </a:lnTo>
                <a:lnTo>
                  <a:pt x="292385" y="62103"/>
                </a:lnTo>
                <a:lnTo>
                  <a:pt x="292829" y="61625"/>
                </a:lnTo>
                <a:lnTo>
                  <a:pt x="293283" y="61151"/>
                </a:lnTo>
                <a:lnTo>
                  <a:pt x="293747" y="60679"/>
                </a:lnTo>
                <a:lnTo>
                  <a:pt x="294221" y="60211"/>
                </a:lnTo>
                <a:lnTo>
                  <a:pt x="294704" y="59747"/>
                </a:lnTo>
                <a:lnTo>
                  <a:pt x="295198" y="59286"/>
                </a:lnTo>
                <a:lnTo>
                  <a:pt x="295701" y="58828"/>
                </a:lnTo>
                <a:lnTo>
                  <a:pt x="296215" y="58374"/>
                </a:lnTo>
                <a:lnTo>
                  <a:pt x="296738" y="57923"/>
                </a:lnTo>
                <a:lnTo>
                  <a:pt x="297271" y="57475"/>
                </a:lnTo>
                <a:lnTo>
                  <a:pt x="297814" y="57031"/>
                </a:lnTo>
                <a:lnTo>
                  <a:pt x="298368" y="56590"/>
                </a:lnTo>
                <a:lnTo>
                  <a:pt x="298931" y="56153"/>
                </a:lnTo>
                <a:lnTo>
                  <a:pt x="299503" y="55719"/>
                </a:lnTo>
                <a:lnTo>
                  <a:pt x="300086" y="55288"/>
                </a:lnTo>
                <a:lnTo>
                  <a:pt x="300679" y="54861"/>
                </a:lnTo>
                <a:lnTo>
                  <a:pt x="301282" y="54437"/>
                </a:lnTo>
                <a:lnTo>
                  <a:pt x="301895" y="54024"/>
                </a:lnTo>
                <a:lnTo>
                  <a:pt x="302521" y="53628"/>
                </a:lnTo>
                <a:lnTo>
                  <a:pt x="303159" y="53249"/>
                </a:lnTo>
                <a:lnTo>
                  <a:pt x="303808" y="52889"/>
                </a:lnTo>
                <a:lnTo>
                  <a:pt x="304470" y="52545"/>
                </a:lnTo>
                <a:lnTo>
                  <a:pt x="305143" y="52220"/>
                </a:lnTo>
                <a:lnTo>
                  <a:pt x="305829" y="51912"/>
                </a:lnTo>
                <a:lnTo>
                  <a:pt x="306526" y="51621"/>
                </a:lnTo>
                <a:lnTo>
                  <a:pt x="307236" y="51349"/>
                </a:lnTo>
                <a:lnTo>
                  <a:pt x="307957" y="51093"/>
                </a:lnTo>
                <a:lnTo>
                  <a:pt x="308691" y="50856"/>
                </a:lnTo>
                <a:lnTo>
                  <a:pt x="309436" y="50636"/>
                </a:lnTo>
                <a:lnTo>
                  <a:pt x="310193" y="50433"/>
                </a:lnTo>
                <a:lnTo>
                  <a:pt x="310963" y="50249"/>
                </a:lnTo>
                <a:lnTo>
                  <a:pt x="311744" y="50081"/>
                </a:lnTo>
                <a:lnTo>
                  <a:pt x="312537" y="49932"/>
                </a:lnTo>
                <a:lnTo>
                  <a:pt x="313343" y="49800"/>
                </a:lnTo>
                <a:lnTo>
                  <a:pt x="314160" y="49685"/>
                </a:lnTo>
                <a:lnTo>
                  <a:pt x="314989" y="49589"/>
                </a:lnTo>
                <a:lnTo>
                  <a:pt x="315830" y="49509"/>
                </a:lnTo>
                <a:lnTo>
                  <a:pt x="316683" y="49448"/>
                </a:lnTo>
                <a:lnTo>
                  <a:pt x="317548" y="49404"/>
                </a:lnTo>
                <a:lnTo>
                  <a:pt x="318426" y="49377"/>
                </a:lnTo>
                <a:lnTo>
                  <a:pt x="319315" y="49369"/>
                </a:lnTo>
                <a:lnTo>
                  <a:pt x="319908" y="49374"/>
                </a:lnTo>
                <a:lnTo>
                  <a:pt x="320490" y="49391"/>
                </a:lnTo>
                <a:lnTo>
                  <a:pt x="321061" y="49419"/>
                </a:lnTo>
                <a:lnTo>
                  <a:pt x="321619" y="49458"/>
                </a:lnTo>
                <a:lnTo>
                  <a:pt x="322167" y="49509"/>
                </a:lnTo>
                <a:lnTo>
                  <a:pt x="322702" y="49570"/>
                </a:lnTo>
                <a:lnTo>
                  <a:pt x="323226" y="49643"/>
                </a:lnTo>
                <a:lnTo>
                  <a:pt x="323738" y="49727"/>
                </a:lnTo>
                <a:lnTo>
                  <a:pt x="324239" y="49822"/>
                </a:lnTo>
                <a:lnTo>
                  <a:pt x="324728" y="49928"/>
                </a:lnTo>
                <a:lnTo>
                  <a:pt x="325205" y="50046"/>
                </a:lnTo>
                <a:lnTo>
                  <a:pt x="325671" y="50175"/>
                </a:lnTo>
                <a:lnTo>
                  <a:pt x="326125" y="50315"/>
                </a:lnTo>
                <a:lnTo>
                  <a:pt x="326567" y="50466"/>
                </a:lnTo>
                <a:lnTo>
                  <a:pt x="326998" y="50628"/>
                </a:lnTo>
                <a:lnTo>
                  <a:pt x="327417" y="50802"/>
                </a:lnTo>
                <a:lnTo>
                  <a:pt x="327824" y="50986"/>
                </a:lnTo>
                <a:lnTo>
                  <a:pt x="328220" y="51182"/>
                </a:lnTo>
                <a:lnTo>
                  <a:pt x="328604" y="51389"/>
                </a:lnTo>
                <a:lnTo>
                  <a:pt x="328977" y="51608"/>
                </a:lnTo>
                <a:lnTo>
                  <a:pt x="329338" y="51837"/>
                </a:lnTo>
                <a:lnTo>
                  <a:pt x="329687" y="52078"/>
                </a:lnTo>
                <a:lnTo>
                  <a:pt x="330025" y="52330"/>
                </a:lnTo>
                <a:lnTo>
                  <a:pt x="330351" y="52593"/>
                </a:lnTo>
                <a:lnTo>
                  <a:pt x="330667" y="52866"/>
                </a:lnTo>
                <a:lnTo>
                  <a:pt x="330975" y="53147"/>
                </a:lnTo>
                <a:lnTo>
                  <a:pt x="331274" y="53436"/>
                </a:lnTo>
                <a:lnTo>
                  <a:pt x="331565" y="53734"/>
                </a:lnTo>
                <a:lnTo>
                  <a:pt x="331848" y="54041"/>
                </a:lnTo>
                <a:lnTo>
                  <a:pt x="332122" y="54355"/>
                </a:lnTo>
                <a:lnTo>
                  <a:pt x="332388" y="54678"/>
                </a:lnTo>
                <a:lnTo>
                  <a:pt x="332645" y="55010"/>
                </a:lnTo>
                <a:lnTo>
                  <a:pt x="332894" y="55349"/>
                </a:lnTo>
                <a:lnTo>
                  <a:pt x="333135" y="55698"/>
                </a:lnTo>
                <a:lnTo>
                  <a:pt x="333367" y="56054"/>
                </a:lnTo>
                <a:lnTo>
                  <a:pt x="333591" y="56419"/>
                </a:lnTo>
                <a:lnTo>
                  <a:pt x="333806" y="56792"/>
                </a:lnTo>
                <a:lnTo>
                  <a:pt x="334013" y="57174"/>
                </a:lnTo>
                <a:lnTo>
                  <a:pt x="334212" y="57564"/>
                </a:lnTo>
                <a:lnTo>
                  <a:pt x="334402" y="57962"/>
                </a:lnTo>
                <a:lnTo>
                  <a:pt x="334584" y="58368"/>
                </a:lnTo>
                <a:lnTo>
                  <a:pt x="334758" y="58783"/>
                </a:lnTo>
                <a:lnTo>
                  <a:pt x="334923" y="59207"/>
                </a:lnTo>
                <a:lnTo>
                  <a:pt x="335080" y="59639"/>
                </a:lnTo>
                <a:lnTo>
                  <a:pt x="335228" y="60079"/>
                </a:lnTo>
                <a:lnTo>
                  <a:pt x="335368" y="60527"/>
                </a:lnTo>
                <a:lnTo>
                  <a:pt x="335500" y="60984"/>
                </a:lnTo>
                <a:lnTo>
                  <a:pt x="335623" y="61449"/>
                </a:lnTo>
                <a:lnTo>
                  <a:pt x="335740" y="61921"/>
                </a:lnTo>
                <a:lnTo>
                  <a:pt x="335851" y="62398"/>
                </a:lnTo>
                <a:lnTo>
                  <a:pt x="335958" y="62880"/>
                </a:lnTo>
                <a:lnTo>
                  <a:pt x="336060" y="63368"/>
                </a:lnTo>
                <a:lnTo>
                  <a:pt x="336156" y="63861"/>
                </a:lnTo>
                <a:lnTo>
                  <a:pt x="336248" y="64360"/>
                </a:lnTo>
                <a:lnTo>
                  <a:pt x="336335" y="64864"/>
                </a:lnTo>
                <a:lnTo>
                  <a:pt x="336417" y="65373"/>
                </a:lnTo>
                <a:lnTo>
                  <a:pt x="336494" y="65887"/>
                </a:lnTo>
                <a:lnTo>
                  <a:pt x="336566" y="66407"/>
                </a:lnTo>
                <a:lnTo>
                  <a:pt x="336633" y="66933"/>
                </a:lnTo>
                <a:lnTo>
                  <a:pt x="336695" y="67463"/>
                </a:lnTo>
                <a:lnTo>
                  <a:pt x="336752" y="67999"/>
                </a:lnTo>
                <a:lnTo>
                  <a:pt x="336804" y="68540"/>
                </a:lnTo>
                <a:lnTo>
                  <a:pt x="336851" y="69087"/>
                </a:lnTo>
                <a:lnTo>
                  <a:pt x="336893" y="69639"/>
                </a:lnTo>
                <a:lnTo>
                  <a:pt x="336930" y="70196"/>
                </a:lnTo>
                <a:lnTo>
                  <a:pt x="336963" y="70759"/>
                </a:lnTo>
                <a:lnTo>
                  <a:pt x="336990" y="71327"/>
                </a:lnTo>
                <a:lnTo>
                  <a:pt x="337012" y="71900"/>
                </a:lnTo>
                <a:lnTo>
                  <a:pt x="337030" y="72479"/>
                </a:lnTo>
                <a:lnTo>
                  <a:pt x="337042" y="73063"/>
                </a:lnTo>
                <a:lnTo>
                  <a:pt x="337049" y="73652"/>
                </a:lnTo>
                <a:lnTo>
                  <a:pt x="337052" y="74247"/>
                </a:lnTo>
                <a:lnTo>
                  <a:pt x="337052" y="136183"/>
                </a:lnTo>
                <a:lnTo>
                  <a:pt x="353508" y="136183"/>
                </a:lnTo>
                <a:lnTo>
                  <a:pt x="353508" y="72233"/>
                </a:lnTo>
                <a:lnTo>
                  <a:pt x="353496" y="70787"/>
                </a:lnTo>
                <a:lnTo>
                  <a:pt x="353459" y="69369"/>
                </a:lnTo>
                <a:lnTo>
                  <a:pt x="353398" y="67978"/>
                </a:lnTo>
                <a:lnTo>
                  <a:pt x="353312" y="66615"/>
                </a:lnTo>
                <a:lnTo>
                  <a:pt x="353202" y="65280"/>
                </a:lnTo>
                <a:lnTo>
                  <a:pt x="353068" y="63972"/>
                </a:lnTo>
                <a:lnTo>
                  <a:pt x="352909" y="62692"/>
                </a:lnTo>
                <a:lnTo>
                  <a:pt x="352725" y="61439"/>
                </a:lnTo>
                <a:lnTo>
                  <a:pt x="352517" y="60214"/>
                </a:lnTo>
                <a:lnTo>
                  <a:pt x="352285" y="59016"/>
                </a:lnTo>
                <a:lnTo>
                  <a:pt x="352028" y="57846"/>
                </a:lnTo>
                <a:lnTo>
                  <a:pt x="351747" y="56704"/>
                </a:lnTo>
                <a:lnTo>
                  <a:pt x="351441" y="55589"/>
                </a:lnTo>
                <a:lnTo>
                  <a:pt x="351111" y="54502"/>
                </a:lnTo>
                <a:lnTo>
                  <a:pt x="350756" y="53442"/>
                </a:lnTo>
                <a:lnTo>
                  <a:pt x="350377" y="52410"/>
                </a:lnTo>
                <a:lnTo>
                  <a:pt x="349973" y="51406"/>
                </a:lnTo>
                <a:lnTo>
                  <a:pt x="349545" y="50429"/>
                </a:lnTo>
                <a:lnTo>
                  <a:pt x="349092" y="49479"/>
                </a:lnTo>
                <a:lnTo>
                  <a:pt x="348615" y="48558"/>
                </a:lnTo>
                <a:lnTo>
                  <a:pt x="348114" y="47664"/>
                </a:lnTo>
                <a:lnTo>
                  <a:pt x="347588" y="46797"/>
                </a:lnTo>
                <a:lnTo>
                  <a:pt x="347037" y="45958"/>
                </a:lnTo>
                <a:lnTo>
                  <a:pt x="346463" y="45147"/>
                </a:lnTo>
                <a:lnTo>
                  <a:pt x="345860" y="44366"/>
                </a:lnTo>
                <a:lnTo>
                  <a:pt x="345225" y="43618"/>
                </a:lnTo>
                <a:lnTo>
                  <a:pt x="344559" y="42903"/>
                </a:lnTo>
                <a:lnTo>
                  <a:pt x="343861" y="42221"/>
                </a:lnTo>
                <a:lnTo>
                  <a:pt x="343131" y="41573"/>
                </a:lnTo>
                <a:lnTo>
                  <a:pt x="342370" y="40958"/>
                </a:lnTo>
                <a:lnTo>
                  <a:pt x="341577" y="40377"/>
                </a:lnTo>
                <a:lnTo>
                  <a:pt x="340753" y="39828"/>
                </a:lnTo>
                <a:lnTo>
                  <a:pt x="339896" y="39313"/>
                </a:lnTo>
                <a:lnTo>
                  <a:pt x="339009" y="38831"/>
                </a:lnTo>
                <a:lnTo>
                  <a:pt x="338089" y="38382"/>
                </a:lnTo>
                <a:lnTo>
                  <a:pt x="337138" y="37966"/>
                </a:lnTo>
                <a:lnTo>
                  <a:pt x="336155" y="37584"/>
                </a:lnTo>
                <a:lnTo>
                  <a:pt x="335141" y="37235"/>
                </a:lnTo>
                <a:lnTo>
                  <a:pt x="334095" y="36919"/>
                </a:lnTo>
                <a:lnTo>
                  <a:pt x="333017" y="36637"/>
                </a:lnTo>
                <a:lnTo>
                  <a:pt x="331908" y="36387"/>
                </a:lnTo>
                <a:lnTo>
                  <a:pt x="330767" y="36171"/>
                </a:lnTo>
                <a:lnTo>
                  <a:pt x="329594" y="35989"/>
                </a:lnTo>
                <a:lnTo>
                  <a:pt x="328390" y="35839"/>
                </a:lnTo>
                <a:lnTo>
                  <a:pt x="327154" y="35723"/>
                </a:lnTo>
                <a:lnTo>
                  <a:pt x="325886" y="35640"/>
                </a:lnTo>
                <a:lnTo>
                  <a:pt x="324587" y="35590"/>
                </a:lnTo>
                <a:lnTo>
                  <a:pt x="323256" y="35573"/>
                </a:lnTo>
                <a:lnTo>
                  <a:pt x="322197" y="35582"/>
                </a:lnTo>
                <a:lnTo>
                  <a:pt x="321153" y="35609"/>
                </a:lnTo>
                <a:lnTo>
                  <a:pt x="320125" y="35654"/>
                </a:lnTo>
                <a:lnTo>
                  <a:pt x="319112" y="35717"/>
                </a:lnTo>
                <a:lnTo>
                  <a:pt x="318115" y="35798"/>
                </a:lnTo>
                <a:lnTo>
                  <a:pt x="317134" y="35896"/>
                </a:lnTo>
                <a:lnTo>
                  <a:pt x="316169" y="36013"/>
                </a:lnTo>
                <a:lnTo>
                  <a:pt x="315220" y="36148"/>
                </a:lnTo>
                <a:lnTo>
                  <a:pt x="314286" y="36301"/>
                </a:lnTo>
                <a:lnTo>
                  <a:pt x="313368" y="36471"/>
                </a:lnTo>
                <a:lnTo>
                  <a:pt x="312466" y="36660"/>
                </a:lnTo>
                <a:lnTo>
                  <a:pt x="311579" y="36866"/>
                </a:lnTo>
                <a:lnTo>
                  <a:pt x="310708" y="37091"/>
                </a:lnTo>
                <a:lnTo>
                  <a:pt x="309853" y="37333"/>
                </a:lnTo>
                <a:lnTo>
                  <a:pt x="309014" y="37594"/>
                </a:lnTo>
                <a:lnTo>
                  <a:pt x="308191" y="37872"/>
                </a:lnTo>
                <a:lnTo>
                  <a:pt x="307383" y="38169"/>
                </a:lnTo>
                <a:lnTo>
                  <a:pt x="306591" y="38483"/>
                </a:lnTo>
                <a:lnTo>
                  <a:pt x="305814" y="38815"/>
                </a:lnTo>
                <a:lnTo>
                  <a:pt x="305054" y="39166"/>
                </a:lnTo>
                <a:lnTo>
                  <a:pt x="304309" y="39534"/>
                </a:lnTo>
                <a:lnTo>
                  <a:pt x="303580" y="39920"/>
                </a:lnTo>
                <a:lnTo>
                  <a:pt x="302866" y="40324"/>
                </a:lnTo>
                <a:lnTo>
                  <a:pt x="302169" y="40746"/>
                </a:lnTo>
                <a:lnTo>
                  <a:pt x="301486" y="41179"/>
                </a:lnTo>
                <a:lnTo>
                  <a:pt x="300816" y="41613"/>
                </a:lnTo>
                <a:lnTo>
                  <a:pt x="300159" y="42050"/>
                </a:lnTo>
                <a:lnTo>
                  <a:pt x="299516" y="42489"/>
                </a:lnTo>
                <a:lnTo>
                  <a:pt x="298887" y="42930"/>
                </a:lnTo>
                <a:lnTo>
                  <a:pt x="298270" y="43373"/>
                </a:lnTo>
                <a:lnTo>
                  <a:pt x="297667" y="43819"/>
                </a:lnTo>
                <a:lnTo>
                  <a:pt x="297077" y="44266"/>
                </a:lnTo>
                <a:lnTo>
                  <a:pt x="296501" y="44716"/>
                </a:lnTo>
                <a:lnTo>
                  <a:pt x="295938" y="45169"/>
                </a:lnTo>
                <a:lnTo>
                  <a:pt x="295388" y="45623"/>
                </a:lnTo>
                <a:lnTo>
                  <a:pt x="294852" y="46080"/>
                </a:lnTo>
                <a:lnTo>
                  <a:pt x="294329" y="46539"/>
                </a:lnTo>
                <a:lnTo>
                  <a:pt x="293819" y="47000"/>
                </a:lnTo>
                <a:lnTo>
                  <a:pt x="293323" y="47463"/>
                </a:lnTo>
                <a:lnTo>
                  <a:pt x="292840" y="47929"/>
                </a:lnTo>
                <a:lnTo>
                  <a:pt x="292371" y="48397"/>
                </a:lnTo>
                <a:lnTo>
                  <a:pt x="291914" y="48867"/>
                </a:lnTo>
                <a:lnTo>
                  <a:pt x="291471" y="49339"/>
                </a:lnTo>
                <a:lnTo>
                  <a:pt x="291042" y="49813"/>
                </a:lnTo>
                <a:lnTo>
                  <a:pt x="290626" y="50290"/>
                </a:lnTo>
                <a:lnTo>
                  <a:pt x="290223" y="50769"/>
                </a:lnTo>
                <a:lnTo>
                  <a:pt x="289833" y="51250"/>
                </a:lnTo>
                <a:lnTo>
                  <a:pt x="289457" y="51734"/>
                </a:lnTo>
                <a:lnTo>
                  <a:pt x="289457" y="3547"/>
                </a:lnTo>
                <a:lnTo>
                  <a:pt x="273099" y="3547"/>
                </a:lnTo>
                <a:lnTo>
                  <a:pt x="273099" y="136183"/>
                </a:lnTo>
                <a:lnTo>
                  <a:pt x="289556" y="136183"/>
                </a:lnTo>
                <a:lnTo>
                  <a:pt x="289556" y="65545"/>
                </a:lnTo>
                <a:lnTo>
                  <a:pt x="289930" y="65043"/>
                </a:lnTo>
                <a:lnTo>
                  <a:pt x="290314" y="64544"/>
                </a:lnTo>
                <a:lnTo>
                  <a:pt x="290709" y="64049"/>
                </a:lnTo>
                <a:close/>
                <a:moveTo>
                  <a:pt x="819865" y="64544"/>
                </a:moveTo>
                <a:lnTo>
                  <a:pt x="820259" y="64049"/>
                </a:lnTo>
                <a:lnTo>
                  <a:pt x="820663" y="63558"/>
                </a:lnTo>
                <a:lnTo>
                  <a:pt x="821078" y="63070"/>
                </a:lnTo>
                <a:lnTo>
                  <a:pt x="821502" y="62585"/>
                </a:lnTo>
                <a:lnTo>
                  <a:pt x="821936" y="62103"/>
                </a:lnTo>
                <a:lnTo>
                  <a:pt x="822380" y="61625"/>
                </a:lnTo>
                <a:lnTo>
                  <a:pt x="822834" y="61151"/>
                </a:lnTo>
                <a:lnTo>
                  <a:pt x="823297" y="60679"/>
                </a:lnTo>
                <a:lnTo>
                  <a:pt x="823771" y="60211"/>
                </a:lnTo>
                <a:lnTo>
                  <a:pt x="824255" y="59747"/>
                </a:lnTo>
                <a:lnTo>
                  <a:pt x="824748" y="59286"/>
                </a:lnTo>
                <a:lnTo>
                  <a:pt x="825252" y="58828"/>
                </a:lnTo>
                <a:lnTo>
                  <a:pt x="825765" y="58374"/>
                </a:lnTo>
                <a:lnTo>
                  <a:pt x="826288" y="57923"/>
                </a:lnTo>
                <a:lnTo>
                  <a:pt x="826822" y="57475"/>
                </a:lnTo>
                <a:lnTo>
                  <a:pt x="827365" y="57031"/>
                </a:lnTo>
                <a:lnTo>
                  <a:pt x="827918" y="56590"/>
                </a:lnTo>
                <a:lnTo>
                  <a:pt x="828481" y="56153"/>
                </a:lnTo>
                <a:lnTo>
                  <a:pt x="829054" y="55719"/>
                </a:lnTo>
                <a:lnTo>
                  <a:pt x="829637" y="55288"/>
                </a:lnTo>
                <a:lnTo>
                  <a:pt x="830230" y="54861"/>
                </a:lnTo>
                <a:lnTo>
                  <a:pt x="830832" y="54437"/>
                </a:lnTo>
                <a:lnTo>
                  <a:pt x="831446" y="54024"/>
                </a:lnTo>
                <a:lnTo>
                  <a:pt x="832072" y="53628"/>
                </a:lnTo>
                <a:lnTo>
                  <a:pt x="832709" y="53249"/>
                </a:lnTo>
                <a:lnTo>
                  <a:pt x="833359" y="52889"/>
                </a:lnTo>
                <a:lnTo>
                  <a:pt x="834020" y="52545"/>
                </a:lnTo>
                <a:lnTo>
                  <a:pt x="834694" y="52220"/>
                </a:lnTo>
                <a:lnTo>
                  <a:pt x="835379" y="51912"/>
                </a:lnTo>
                <a:lnTo>
                  <a:pt x="836077" y="51621"/>
                </a:lnTo>
                <a:lnTo>
                  <a:pt x="836786" y="51349"/>
                </a:lnTo>
                <a:lnTo>
                  <a:pt x="837508" y="51093"/>
                </a:lnTo>
                <a:lnTo>
                  <a:pt x="838241" y="50856"/>
                </a:lnTo>
                <a:lnTo>
                  <a:pt x="838986" y="50636"/>
                </a:lnTo>
                <a:lnTo>
                  <a:pt x="839744" y="50433"/>
                </a:lnTo>
                <a:lnTo>
                  <a:pt x="840513" y="50249"/>
                </a:lnTo>
                <a:lnTo>
                  <a:pt x="841294" y="50081"/>
                </a:lnTo>
                <a:lnTo>
                  <a:pt x="842088" y="49932"/>
                </a:lnTo>
                <a:lnTo>
                  <a:pt x="842893" y="49800"/>
                </a:lnTo>
                <a:lnTo>
                  <a:pt x="843710" y="49685"/>
                </a:lnTo>
                <a:lnTo>
                  <a:pt x="844539" y="49589"/>
                </a:lnTo>
                <a:lnTo>
                  <a:pt x="845381" y="49509"/>
                </a:lnTo>
                <a:lnTo>
                  <a:pt x="846234" y="49448"/>
                </a:lnTo>
                <a:lnTo>
                  <a:pt x="847099" y="49404"/>
                </a:lnTo>
                <a:lnTo>
                  <a:pt x="847976" y="49377"/>
                </a:lnTo>
                <a:lnTo>
                  <a:pt x="848865" y="49369"/>
                </a:lnTo>
                <a:lnTo>
                  <a:pt x="849459" y="49374"/>
                </a:lnTo>
                <a:lnTo>
                  <a:pt x="850041" y="49391"/>
                </a:lnTo>
                <a:lnTo>
                  <a:pt x="850611" y="49419"/>
                </a:lnTo>
                <a:lnTo>
                  <a:pt x="851170" y="49458"/>
                </a:lnTo>
                <a:lnTo>
                  <a:pt x="851717" y="49509"/>
                </a:lnTo>
                <a:lnTo>
                  <a:pt x="852252" y="49570"/>
                </a:lnTo>
                <a:lnTo>
                  <a:pt x="852776" y="49643"/>
                </a:lnTo>
                <a:lnTo>
                  <a:pt x="853289" y="49727"/>
                </a:lnTo>
                <a:lnTo>
                  <a:pt x="853789" y="49822"/>
                </a:lnTo>
                <a:lnTo>
                  <a:pt x="854278" y="49928"/>
                </a:lnTo>
                <a:lnTo>
                  <a:pt x="854755" y="50046"/>
                </a:lnTo>
                <a:lnTo>
                  <a:pt x="855221" y="50175"/>
                </a:lnTo>
                <a:lnTo>
                  <a:pt x="855675" y="50315"/>
                </a:lnTo>
                <a:lnTo>
                  <a:pt x="856117" y="50466"/>
                </a:lnTo>
                <a:lnTo>
                  <a:pt x="856548" y="50628"/>
                </a:lnTo>
                <a:lnTo>
                  <a:pt x="856967" y="50802"/>
                </a:lnTo>
                <a:lnTo>
                  <a:pt x="857375" y="50986"/>
                </a:lnTo>
                <a:lnTo>
                  <a:pt x="857771" y="51182"/>
                </a:lnTo>
                <a:lnTo>
                  <a:pt x="858155" y="51389"/>
                </a:lnTo>
                <a:lnTo>
                  <a:pt x="858528" y="51608"/>
                </a:lnTo>
                <a:lnTo>
                  <a:pt x="858889" y="51837"/>
                </a:lnTo>
                <a:lnTo>
                  <a:pt x="859238" y="52078"/>
                </a:lnTo>
                <a:lnTo>
                  <a:pt x="859576" y="52330"/>
                </a:lnTo>
                <a:lnTo>
                  <a:pt x="859902" y="52593"/>
                </a:lnTo>
                <a:lnTo>
                  <a:pt x="860218" y="52866"/>
                </a:lnTo>
                <a:lnTo>
                  <a:pt x="860525" y="53147"/>
                </a:lnTo>
                <a:lnTo>
                  <a:pt x="860825" y="53436"/>
                </a:lnTo>
                <a:lnTo>
                  <a:pt x="861116" y="53734"/>
                </a:lnTo>
                <a:lnTo>
                  <a:pt x="861398" y="54041"/>
                </a:lnTo>
                <a:lnTo>
                  <a:pt x="861672" y="54355"/>
                </a:lnTo>
                <a:lnTo>
                  <a:pt x="861938" y="54678"/>
                </a:lnTo>
                <a:lnTo>
                  <a:pt x="862195" y="55010"/>
                </a:lnTo>
                <a:lnTo>
                  <a:pt x="862444" y="55349"/>
                </a:lnTo>
                <a:lnTo>
                  <a:pt x="862685" y="55698"/>
                </a:lnTo>
                <a:lnTo>
                  <a:pt x="862917" y="56054"/>
                </a:lnTo>
                <a:lnTo>
                  <a:pt x="863141" y="56419"/>
                </a:lnTo>
                <a:lnTo>
                  <a:pt x="863357" y="56792"/>
                </a:lnTo>
                <a:lnTo>
                  <a:pt x="863564" y="57174"/>
                </a:lnTo>
                <a:lnTo>
                  <a:pt x="863762" y="57564"/>
                </a:lnTo>
                <a:lnTo>
                  <a:pt x="863953" y="57962"/>
                </a:lnTo>
                <a:lnTo>
                  <a:pt x="864135" y="58368"/>
                </a:lnTo>
                <a:lnTo>
                  <a:pt x="864308" y="58783"/>
                </a:lnTo>
                <a:lnTo>
                  <a:pt x="864473" y="59207"/>
                </a:lnTo>
                <a:lnTo>
                  <a:pt x="864630" y="59639"/>
                </a:lnTo>
                <a:lnTo>
                  <a:pt x="864779" y="60079"/>
                </a:lnTo>
                <a:lnTo>
                  <a:pt x="864919" y="60527"/>
                </a:lnTo>
                <a:lnTo>
                  <a:pt x="865050" y="60984"/>
                </a:lnTo>
                <a:lnTo>
                  <a:pt x="865174" y="61449"/>
                </a:lnTo>
                <a:lnTo>
                  <a:pt x="865290" y="61921"/>
                </a:lnTo>
                <a:lnTo>
                  <a:pt x="865402" y="62398"/>
                </a:lnTo>
                <a:lnTo>
                  <a:pt x="865508" y="62880"/>
                </a:lnTo>
                <a:lnTo>
                  <a:pt x="865610" y="63368"/>
                </a:lnTo>
                <a:lnTo>
                  <a:pt x="865707" y="63861"/>
                </a:lnTo>
                <a:lnTo>
                  <a:pt x="865799" y="64360"/>
                </a:lnTo>
                <a:lnTo>
                  <a:pt x="865885" y="64864"/>
                </a:lnTo>
                <a:lnTo>
                  <a:pt x="865967" y="65373"/>
                </a:lnTo>
                <a:lnTo>
                  <a:pt x="866044" y="65887"/>
                </a:lnTo>
                <a:lnTo>
                  <a:pt x="866116" y="66407"/>
                </a:lnTo>
                <a:lnTo>
                  <a:pt x="866183" y="66933"/>
                </a:lnTo>
                <a:lnTo>
                  <a:pt x="866245" y="67463"/>
                </a:lnTo>
                <a:lnTo>
                  <a:pt x="866302" y="67999"/>
                </a:lnTo>
                <a:lnTo>
                  <a:pt x="866354" y="68540"/>
                </a:lnTo>
                <a:lnTo>
                  <a:pt x="866401" y="69087"/>
                </a:lnTo>
                <a:lnTo>
                  <a:pt x="866444" y="69639"/>
                </a:lnTo>
                <a:lnTo>
                  <a:pt x="866481" y="70196"/>
                </a:lnTo>
                <a:lnTo>
                  <a:pt x="866513" y="70759"/>
                </a:lnTo>
                <a:lnTo>
                  <a:pt x="866540" y="71327"/>
                </a:lnTo>
                <a:lnTo>
                  <a:pt x="866563" y="71900"/>
                </a:lnTo>
                <a:lnTo>
                  <a:pt x="866580" y="72479"/>
                </a:lnTo>
                <a:lnTo>
                  <a:pt x="866592" y="73063"/>
                </a:lnTo>
                <a:lnTo>
                  <a:pt x="866600" y="73652"/>
                </a:lnTo>
                <a:lnTo>
                  <a:pt x="866602" y="74247"/>
                </a:lnTo>
                <a:lnTo>
                  <a:pt x="866602" y="136183"/>
                </a:lnTo>
                <a:lnTo>
                  <a:pt x="883059" y="136183"/>
                </a:lnTo>
                <a:lnTo>
                  <a:pt x="883059" y="72233"/>
                </a:lnTo>
                <a:lnTo>
                  <a:pt x="883046" y="70787"/>
                </a:lnTo>
                <a:lnTo>
                  <a:pt x="883010" y="69369"/>
                </a:lnTo>
                <a:lnTo>
                  <a:pt x="882949" y="67978"/>
                </a:lnTo>
                <a:lnTo>
                  <a:pt x="882863" y="66615"/>
                </a:lnTo>
                <a:lnTo>
                  <a:pt x="882753" y="65280"/>
                </a:lnTo>
                <a:lnTo>
                  <a:pt x="882618" y="63972"/>
                </a:lnTo>
                <a:lnTo>
                  <a:pt x="882459" y="62692"/>
                </a:lnTo>
                <a:lnTo>
                  <a:pt x="882276" y="61439"/>
                </a:lnTo>
                <a:lnTo>
                  <a:pt x="882068" y="60214"/>
                </a:lnTo>
                <a:lnTo>
                  <a:pt x="881835" y="59016"/>
                </a:lnTo>
                <a:lnTo>
                  <a:pt x="881579" y="57846"/>
                </a:lnTo>
                <a:lnTo>
                  <a:pt x="881297" y="56704"/>
                </a:lnTo>
                <a:lnTo>
                  <a:pt x="880991" y="55589"/>
                </a:lnTo>
                <a:lnTo>
                  <a:pt x="880661" y="54502"/>
                </a:lnTo>
                <a:lnTo>
                  <a:pt x="880306" y="53442"/>
                </a:lnTo>
                <a:lnTo>
                  <a:pt x="879927" y="52410"/>
                </a:lnTo>
                <a:lnTo>
                  <a:pt x="879524" y="51406"/>
                </a:lnTo>
                <a:lnTo>
                  <a:pt x="879095" y="50429"/>
                </a:lnTo>
                <a:lnTo>
                  <a:pt x="878643" y="49479"/>
                </a:lnTo>
                <a:lnTo>
                  <a:pt x="878166" y="48558"/>
                </a:lnTo>
                <a:lnTo>
                  <a:pt x="877664" y="47664"/>
                </a:lnTo>
                <a:lnTo>
                  <a:pt x="877138" y="46797"/>
                </a:lnTo>
                <a:lnTo>
                  <a:pt x="876588" y="45958"/>
                </a:lnTo>
                <a:lnTo>
                  <a:pt x="876013" y="45147"/>
                </a:lnTo>
                <a:lnTo>
                  <a:pt x="875410" y="44366"/>
                </a:lnTo>
                <a:lnTo>
                  <a:pt x="874775" y="43618"/>
                </a:lnTo>
                <a:lnTo>
                  <a:pt x="874109" y="42903"/>
                </a:lnTo>
                <a:lnTo>
                  <a:pt x="873411" y="42221"/>
                </a:lnTo>
                <a:lnTo>
                  <a:pt x="872682" y="41573"/>
                </a:lnTo>
                <a:lnTo>
                  <a:pt x="871920" y="40958"/>
                </a:lnTo>
                <a:lnTo>
                  <a:pt x="871128" y="40377"/>
                </a:lnTo>
                <a:lnTo>
                  <a:pt x="870303" y="39828"/>
                </a:lnTo>
                <a:lnTo>
                  <a:pt x="869447" y="39313"/>
                </a:lnTo>
                <a:lnTo>
                  <a:pt x="868559" y="38831"/>
                </a:lnTo>
                <a:lnTo>
                  <a:pt x="867640" y="38382"/>
                </a:lnTo>
                <a:lnTo>
                  <a:pt x="866689" y="37966"/>
                </a:lnTo>
                <a:lnTo>
                  <a:pt x="865706" y="37584"/>
                </a:lnTo>
                <a:lnTo>
                  <a:pt x="864691" y="37235"/>
                </a:lnTo>
                <a:lnTo>
                  <a:pt x="863645" y="36919"/>
                </a:lnTo>
                <a:lnTo>
                  <a:pt x="862568" y="36637"/>
                </a:lnTo>
                <a:lnTo>
                  <a:pt x="861458" y="36387"/>
                </a:lnTo>
                <a:lnTo>
                  <a:pt x="860317" y="36171"/>
                </a:lnTo>
                <a:lnTo>
                  <a:pt x="859145" y="35989"/>
                </a:lnTo>
                <a:lnTo>
                  <a:pt x="857940" y="35839"/>
                </a:lnTo>
                <a:lnTo>
                  <a:pt x="856704" y="35723"/>
                </a:lnTo>
                <a:lnTo>
                  <a:pt x="855437" y="35640"/>
                </a:lnTo>
                <a:lnTo>
                  <a:pt x="854138" y="35590"/>
                </a:lnTo>
                <a:lnTo>
                  <a:pt x="852807" y="35573"/>
                </a:lnTo>
                <a:lnTo>
                  <a:pt x="851747" y="35582"/>
                </a:lnTo>
                <a:lnTo>
                  <a:pt x="850703" y="35609"/>
                </a:lnTo>
                <a:lnTo>
                  <a:pt x="849675" y="35654"/>
                </a:lnTo>
                <a:lnTo>
                  <a:pt x="848663" y="35717"/>
                </a:lnTo>
                <a:lnTo>
                  <a:pt x="847666" y="35798"/>
                </a:lnTo>
                <a:lnTo>
                  <a:pt x="846685" y="35896"/>
                </a:lnTo>
                <a:lnTo>
                  <a:pt x="845720" y="36013"/>
                </a:lnTo>
                <a:lnTo>
                  <a:pt x="844770" y="36148"/>
                </a:lnTo>
                <a:lnTo>
                  <a:pt x="843837" y="36301"/>
                </a:lnTo>
                <a:lnTo>
                  <a:pt x="842919" y="36471"/>
                </a:lnTo>
                <a:lnTo>
                  <a:pt x="842016" y="36660"/>
                </a:lnTo>
                <a:lnTo>
                  <a:pt x="841130" y="36866"/>
                </a:lnTo>
                <a:lnTo>
                  <a:pt x="840259" y="37091"/>
                </a:lnTo>
                <a:lnTo>
                  <a:pt x="839404" y="37333"/>
                </a:lnTo>
                <a:lnTo>
                  <a:pt x="838565" y="37594"/>
                </a:lnTo>
                <a:lnTo>
                  <a:pt x="837741" y="37872"/>
                </a:lnTo>
                <a:lnTo>
                  <a:pt x="836933" y="38169"/>
                </a:lnTo>
                <a:lnTo>
                  <a:pt x="836141" y="38483"/>
                </a:lnTo>
                <a:lnTo>
                  <a:pt x="835365" y="38815"/>
                </a:lnTo>
                <a:lnTo>
                  <a:pt x="834604" y="39166"/>
                </a:lnTo>
                <a:lnTo>
                  <a:pt x="833859" y="39534"/>
                </a:lnTo>
                <a:lnTo>
                  <a:pt x="833130" y="39920"/>
                </a:lnTo>
                <a:lnTo>
                  <a:pt x="832417" y="40324"/>
                </a:lnTo>
                <a:lnTo>
                  <a:pt x="831719" y="40746"/>
                </a:lnTo>
                <a:lnTo>
                  <a:pt x="831036" y="41179"/>
                </a:lnTo>
                <a:lnTo>
                  <a:pt x="830366" y="41613"/>
                </a:lnTo>
                <a:lnTo>
                  <a:pt x="829710" y="42050"/>
                </a:lnTo>
                <a:lnTo>
                  <a:pt x="829067" y="42489"/>
                </a:lnTo>
                <a:lnTo>
                  <a:pt x="828437" y="42930"/>
                </a:lnTo>
                <a:lnTo>
                  <a:pt x="827821" y="43373"/>
                </a:lnTo>
                <a:lnTo>
                  <a:pt x="827218" y="43819"/>
                </a:lnTo>
                <a:lnTo>
                  <a:pt x="826628" y="44266"/>
                </a:lnTo>
                <a:lnTo>
                  <a:pt x="826052" y="44716"/>
                </a:lnTo>
                <a:lnTo>
                  <a:pt x="825489" y="45169"/>
                </a:lnTo>
                <a:lnTo>
                  <a:pt x="824939" y="45623"/>
                </a:lnTo>
                <a:lnTo>
                  <a:pt x="824403" y="46080"/>
                </a:lnTo>
                <a:lnTo>
                  <a:pt x="823880" y="46539"/>
                </a:lnTo>
                <a:lnTo>
                  <a:pt x="823370" y="47000"/>
                </a:lnTo>
                <a:lnTo>
                  <a:pt x="822874" y="47463"/>
                </a:lnTo>
                <a:lnTo>
                  <a:pt x="822391" y="47929"/>
                </a:lnTo>
                <a:lnTo>
                  <a:pt x="821921" y="48397"/>
                </a:lnTo>
                <a:lnTo>
                  <a:pt x="821465" y="48867"/>
                </a:lnTo>
                <a:lnTo>
                  <a:pt x="821022" y="49339"/>
                </a:lnTo>
                <a:lnTo>
                  <a:pt x="820592" y="49813"/>
                </a:lnTo>
                <a:lnTo>
                  <a:pt x="820176" y="50290"/>
                </a:lnTo>
                <a:lnTo>
                  <a:pt x="819773" y="50769"/>
                </a:lnTo>
                <a:lnTo>
                  <a:pt x="819384" y="51250"/>
                </a:lnTo>
                <a:lnTo>
                  <a:pt x="819007" y="51734"/>
                </a:lnTo>
                <a:lnTo>
                  <a:pt x="819007" y="3547"/>
                </a:lnTo>
                <a:lnTo>
                  <a:pt x="802650" y="3547"/>
                </a:lnTo>
                <a:lnTo>
                  <a:pt x="802650" y="136183"/>
                </a:lnTo>
                <a:lnTo>
                  <a:pt x="819106" y="136183"/>
                </a:lnTo>
                <a:lnTo>
                  <a:pt x="819106" y="65545"/>
                </a:lnTo>
                <a:lnTo>
                  <a:pt x="819480" y="65043"/>
                </a:lnTo>
                <a:lnTo>
                  <a:pt x="819865" y="64544"/>
                </a:lnTo>
                <a:close/>
                <a:moveTo>
                  <a:pt x="241827" y="122845"/>
                </a:moveTo>
                <a:lnTo>
                  <a:pt x="241152" y="122802"/>
                </a:lnTo>
                <a:lnTo>
                  <a:pt x="240499" y="122741"/>
                </a:lnTo>
                <a:lnTo>
                  <a:pt x="239869" y="122663"/>
                </a:lnTo>
                <a:lnTo>
                  <a:pt x="239262" y="122568"/>
                </a:lnTo>
                <a:lnTo>
                  <a:pt x="238677" y="122456"/>
                </a:lnTo>
                <a:lnTo>
                  <a:pt x="238114" y="122326"/>
                </a:lnTo>
                <a:lnTo>
                  <a:pt x="237574" y="122179"/>
                </a:lnTo>
                <a:lnTo>
                  <a:pt x="237056" y="122015"/>
                </a:lnTo>
                <a:lnTo>
                  <a:pt x="236560" y="121833"/>
                </a:lnTo>
                <a:lnTo>
                  <a:pt x="236087" y="121634"/>
                </a:lnTo>
                <a:lnTo>
                  <a:pt x="235636" y="121418"/>
                </a:lnTo>
                <a:lnTo>
                  <a:pt x="235208" y="121184"/>
                </a:lnTo>
                <a:lnTo>
                  <a:pt x="234802" y="120933"/>
                </a:lnTo>
                <a:lnTo>
                  <a:pt x="234419" y="120665"/>
                </a:lnTo>
                <a:lnTo>
                  <a:pt x="234058" y="120380"/>
                </a:lnTo>
                <a:lnTo>
                  <a:pt x="233719" y="120077"/>
                </a:lnTo>
                <a:lnTo>
                  <a:pt x="233403" y="119757"/>
                </a:lnTo>
                <a:lnTo>
                  <a:pt x="233109" y="119420"/>
                </a:lnTo>
                <a:lnTo>
                  <a:pt x="232838" y="119065"/>
                </a:lnTo>
                <a:lnTo>
                  <a:pt x="232589" y="118693"/>
                </a:lnTo>
                <a:lnTo>
                  <a:pt x="232362" y="118304"/>
                </a:lnTo>
                <a:lnTo>
                  <a:pt x="232158" y="117897"/>
                </a:lnTo>
                <a:lnTo>
                  <a:pt x="231969" y="117474"/>
                </a:lnTo>
                <a:lnTo>
                  <a:pt x="231788" y="117036"/>
                </a:lnTo>
                <a:lnTo>
                  <a:pt x="231615" y="116583"/>
                </a:lnTo>
                <a:lnTo>
                  <a:pt x="231450" y="116115"/>
                </a:lnTo>
                <a:lnTo>
                  <a:pt x="231293" y="115632"/>
                </a:lnTo>
                <a:lnTo>
                  <a:pt x="231145" y="115133"/>
                </a:lnTo>
                <a:lnTo>
                  <a:pt x="231004" y="114619"/>
                </a:lnTo>
                <a:lnTo>
                  <a:pt x="230871" y="114090"/>
                </a:lnTo>
                <a:lnTo>
                  <a:pt x="230747" y="113546"/>
                </a:lnTo>
                <a:lnTo>
                  <a:pt x="230630" y="112987"/>
                </a:lnTo>
                <a:lnTo>
                  <a:pt x="230521" y="112413"/>
                </a:lnTo>
                <a:lnTo>
                  <a:pt x="230421" y="111823"/>
                </a:lnTo>
                <a:lnTo>
                  <a:pt x="230329" y="111218"/>
                </a:lnTo>
                <a:lnTo>
                  <a:pt x="230244" y="110599"/>
                </a:lnTo>
                <a:lnTo>
                  <a:pt x="230168" y="109963"/>
                </a:lnTo>
                <a:lnTo>
                  <a:pt x="230099" y="109313"/>
                </a:lnTo>
                <a:lnTo>
                  <a:pt x="230039" y="108648"/>
                </a:lnTo>
                <a:lnTo>
                  <a:pt x="229987" y="107967"/>
                </a:lnTo>
                <a:lnTo>
                  <a:pt x="229943" y="107272"/>
                </a:lnTo>
                <a:lnTo>
                  <a:pt x="229906" y="106561"/>
                </a:lnTo>
                <a:lnTo>
                  <a:pt x="229878" y="105835"/>
                </a:lnTo>
                <a:lnTo>
                  <a:pt x="229858" y="105094"/>
                </a:lnTo>
                <a:lnTo>
                  <a:pt x="229846" y="104337"/>
                </a:lnTo>
                <a:lnTo>
                  <a:pt x="229842" y="103566"/>
                </a:lnTo>
                <a:lnTo>
                  <a:pt x="229842" y="50551"/>
                </a:lnTo>
                <a:lnTo>
                  <a:pt x="253492" y="50551"/>
                </a:lnTo>
                <a:lnTo>
                  <a:pt x="253492" y="37248"/>
                </a:lnTo>
                <a:lnTo>
                  <a:pt x="229842" y="37248"/>
                </a:lnTo>
                <a:lnTo>
                  <a:pt x="229842" y="15274"/>
                </a:lnTo>
                <a:lnTo>
                  <a:pt x="213484" y="15274"/>
                </a:lnTo>
                <a:lnTo>
                  <a:pt x="213484" y="37248"/>
                </a:lnTo>
                <a:lnTo>
                  <a:pt x="197422" y="37248"/>
                </a:lnTo>
                <a:lnTo>
                  <a:pt x="197422" y="50551"/>
                </a:lnTo>
                <a:lnTo>
                  <a:pt x="213484" y="50551"/>
                </a:lnTo>
                <a:lnTo>
                  <a:pt x="213484" y="104034"/>
                </a:lnTo>
                <a:lnTo>
                  <a:pt x="213488" y="104871"/>
                </a:lnTo>
                <a:lnTo>
                  <a:pt x="213500" y="105698"/>
                </a:lnTo>
                <a:lnTo>
                  <a:pt x="213521" y="106514"/>
                </a:lnTo>
                <a:lnTo>
                  <a:pt x="213549" y="107321"/>
                </a:lnTo>
                <a:lnTo>
                  <a:pt x="213585" y="108117"/>
                </a:lnTo>
                <a:lnTo>
                  <a:pt x="213629" y="108904"/>
                </a:lnTo>
                <a:lnTo>
                  <a:pt x="213681" y="109680"/>
                </a:lnTo>
                <a:lnTo>
                  <a:pt x="213742" y="110446"/>
                </a:lnTo>
                <a:lnTo>
                  <a:pt x="213810" y="111203"/>
                </a:lnTo>
                <a:lnTo>
                  <a:pt x="213886" y="111949"/>
                </a:lnTo>
                <a:lnTo>
                  <a:pt x="213971" y="112685"/>
                </a:lnTo>
                <a:lnTo>
                  <a:pt x="214063" y="113411"/>
                </a:lnTo>
                <a:lnTo>
                  <a:pt x="214164" y="114126"/>
                </a:lnTo>
                <a:lnTo>
                  <a:pt x="214272" y="114832"/>
                </a:lnTo>
                <a:lnTo>
                  <a:pt x="214389" y="115528"/>
                </a:lnTo>
                <a:lnTo>
                  <a:pt x="214514" y="116213"/>
                </a:lnTo>
                <a:lnTo>
                  <a:pt x="214646" y="116889"/>
                </a:lnTo>
                <a:lnTo>
                  <a:pt x="214787" y="117554"/>
                </a:lnTo>
                <a:lnTo>
                  <a:pt x="214936" y="118209"/>
                </a:lnTo>
                <a:lnTo>
                  <a:pt x="215093" y="118854"/>
                </a:lnTo>
                <a:lnTo>
                  <a:pt x="215257" y="119489"/>
                </a:lnTo>
                <a:lnTo>
                  <a:pt x="215430" y="120114"/>
                </a:lnTo>
                <a:lnTo>
                  <a:pt x="215611" y="120729"/>
                </a:lnTo>
                <a:lnTo>
                  <a:pt x="215800" y="121334"/>
                </a:lnTo>
                <a:lnTo>
                  <a:pt x="216000" y="121927"/>
                </a:lnTo>
                <a:lnTo>
                  <a:pt x="216213" y="122509"/>
                </a:lnTo>
                <a:lnTo>
                  <a:pt x="216440" y="123080"/>
                </a:lnTo>
                <a:lnTo>
                  <a:pt x="216680" y="123638"/>
                </a:lnTo>
                <a:lnTo>
                  <a:pt x="216934" y="124185"/>
                </a:lnTo>
                <a:lnTo>
                  <a:pt x="217201" y="124720"/>
                </a:lnTo>
                <a:lnTo>
                  <a:pt x="217482" y="125244"/>
                </a:lnTo>
                <a:lnTo>
                  <a:pt x="217776" y="125755"/>
                </a:lnTo>
                <a:lnTo>
                  <a:pt x="218084" y="126256"/>
                </a:lnTo>
                <a:lnTo>
                  <a:pt x="218406" y="126744"/>
                </a:lnTo>
                <a:lnTo>
                  <a:pt x="218740" y="127221"/>
                </a:lnTo>
                <a:lnTo>
                  <a:pt x="219089" y="127686"/>
                </a:lnTo>
                <a:lnTo>
                  <a:pt x="219451" y="128139"/>
                </a:lnTo>
                <a:lnTo>
                  <a:pt x="219826" y="128581"/>
                </a:lnTo>
                <a:lnTo>
                  <a:pt x="220215" y="129011"/>
                </a:lnTo>
                <a:lnTo>
                  <a:pt x="220618" y="129429"/>
                </a:lnTo>
                <a:lnTo>
                  <a:pt x="221034" y="129836"/>
                </a:lnTo>
                <a:lnTo>
                  <a:pt x="221463" y="130231"/>
                </a:lnTo>
                <a:lnTo>
                  <a:pt x="221906" y="130614"/>
                </a:lnTo>
                <a:lnTo>
                  <a:pt x="222363" y="130986"/>
                </a:lnTo>
                <a:lnTo>
                  <a:pt x="222833" y="131345"/>
                </a:lnTo>
                <a:lnTo>
                  <a:pt x="223316" y="131694"/>
                </a:lnTo>
                <a:lnTo>
                  <a:pt x="223813" y="132030"/>
                </a:lnTo>
                <a:lnTo>
                  <a:pt x="224324" y="132355"/>
                </a:lnTo>
                <a:lnTo>
                  <a:pt x="224851" y="132667"/>
                </a:lnTo>
                <a:lnTo>
                  <a:pt x="225396" y="132966"/>
                </a:lnTo>
                <a:lnTo>
                  <a:pt x="225961" y="133252"/>
                </a:lnTo>
                <a:lnTo>
                  <a:pt x="226544" y="133524"/>
                </a:lnTo>
                <a:lnTo>
                  <a:pt x="227146" y="133784"/>
                </a:lnTo>
                <a:lnTo>
                  <a:pt x="227767" y="134030"/>
                </a:lnTo>
                <a:lnTo>
                  <a:pt x="228406" y="134262"/>
                </a:lnTo>
                <a:lnTo>
                  <a:pt x="229065" y="134481"/>
                </a:lnTo>
                <a:lnTo>
                  <a:pt x="229742" y="134687"/>
                </a:lnTo>
                <a:lnTo>
                  <a:pt x="230438" y="134880"/>
                </a:lnTo>
                <a:lnTo>
                  <a:pt x="231153" y="135060"/>
                </a:lnTo>
                <a:lnTo>
                  <a:pt x="231887" y="135226"/>
                </a:lnTo>
                <a:lnTo>
                  <a:pt x="232639" y="135379"/>
                </a:lnTo>
                <a:lnTo>
                  <a:pt x="233411" y="135518"/>
                </a:lnTo>
                <a:lnTo>
                  <a:pt x="234201" y="135644"/>
                </a:lnTo>
                <a:lnTo>
                  <a:pt x="235010" y="135757"/>
                </a:lnTo>
                <a:lnTo>
                  <a:pt x="235838" y="135857"/>
                </a:lnTo>
                <a:lnTo>
                  <a:pt x="236684" y="135943"/>
                </a:lnTo>
                <a:lnTo>
                  <a:pt x="237550" y="136016"/>
                </a:lnTo>
                <a:lnTo>
                  <a:pt x="238434" y="136076"/>
                </a:lnTo>
                <a:lnTo>
                  <a:pt x="239337" y="136123"/>
                </a:lnTo>
                <a:lnTo>
                  <a:pt x="240259" y="136156"/>
                </a:lnTo>
                <a:lnTo>
                  <a:pt x="241200" y="136176"/>
                </a:lnTo>
                <a:lnTo>
                  <a:pt x="242160" y="136183"/>
                </a:lnTo>
                <a:lnTo>
                  <a:pt x="253689" y="136183"/>
                </a:lnTo>
                <a:lnTo>
                  <a:pt x="253689" y="122880"/>
                </a:lnTo>
                <a:lnTo>
                  <a:pt x="243244" y="122880"/>
                </a:lnTo>
                <a:lnTo>
                  <a:pt x="242524" y="122871"/>
                </a:lnTo>
                <a:lnTo>
                  <a:pt x="241827" y="122845"/>
                </a:lnTo>
                <a:close/>
                <a:moveTo>
                  <a:pt x="765122" y="122845"/>
                </a:moveTo>
                <a:lnTo>
                  <a:pt x="764447" y="122802"/>
                </a:lnTo>
                <a:lnTo>
                  <a:pt x="763795" y="122741"/>
                </a:lnTo>
                <a:lnTo>
                  <a:pt x="763165" y="122663"/>
                </a:lnTo>
                <a:lnTo>
                  <a:pt x="762557" y="122568"/>
                </a:lnTo>
                <a:lnTo>
                  <a:pt x="761972" y="122456"/>
                </a:lnTo>
                <a:lnTo>
                  <a:pt x="761409" y="122326"/>
                </a:lnTo>
                <a:lnTo>
                  <a:pt x="760869" y="122179"/>
                </a:lnTo>
                <a:lnTo>
                  <a:pt x="760351" y="122015"/>
                </a:lnTo>
                <a:lnTo>
                  <a:pt x="759855" y="121833"/>
                </a:lnTo>
                <a:lnTo>
                  <a:pt x="759382" y="121634"/>
                </a:lnTo>
                <a:lnTo>
                  <a:pt x="758931" y="121418"/>
                </a:lnTo>
                <a:lnTo>
                  <a:pt x="758503" y="121184"/>
                </a:lnTo>
                <a:lnTo>
                  <a:pt x="758097" y="120933"/>
                </a:lnTo>
                <a:lnTo>
                  <a:pt x="757714" y="120665"/>
                </a:lnTo>
                <a:lnTo>
                  <a:pt x="757353" y="120380"/>
                </a:lnTo>
                <a:lnTo>
                  <a:pt x="757014" y="120077"/>
                </a:lnTo>
                <a:lnTo>
                  <a:pt x="756698" y="119757"/>
                </a:lnTo>
                <a:lnTo>
                  <a:pt x="756404" y="119420"/>
                </a:lnTo>
                <a:lnTo>
                  <a:pt x="756133" y="119065"/>
                </a:lnTo>
                <a:lnTo>
                  <a:pt x="755884" y="118693"/>
                </a:lnTo>
                <a:lnTo>
                  <a:pt x="755657" y="118304"/>
                </a:lnTo>
                <a:lnTo>
                  <a:pt x="755453" y="117897"/>
                </a:lnTo>
                <a:lnTo>
                  <a:pt x="755264" y="117474"/>
                </a:lnTo>
                <a:lnTo>
                  <a:pt x="755083" y="117036"/>
                </a:lnTo>
                <a:lnTo>
                  <a:pt x="754910" y="116583"/>
                </a:lnTo>
                <a:lnTo>
                  <a:pt x="754745" y="116115"/>
                </a:lnTo>
                <a:lnTo>
                  <a:pt x="754589" y="115632"/>
                </a:lnTo>
                <a:lnTo>
                  <a:pt x="754440" y="115133"/>
                </a:lnTo>
                <a:lnTo>
                  <a:pt x="754299" y="114619"/>
                </a:lnTo>
                <a:lnTo>
                  <a:pt x="754166" y="114090"/>
                </a:lnTo>
                <a:lnTo>
                  <a:pt x="754042" y="113546"/>
                </a:lnTo>
                <a:lnTo>
                  <a:pt x="753925" y="112987"/>
                </a:lnTo>
                <a:lnTo>
                  <a:pt x="753817" y="112413"/>
                </a:lnTo>
                <a:lnTo>
                  <a:pt x="753716" y="111823"/>
                </a:lnTo>
                <a:lnTo>
                  <a:pt x="753624" y="111218"/>
                </a:lnTo>
                <a:lnTo>
                  <a:pt x="753539" y="110599"/>
                </a:lnTo>
                <a:lnTo>
                  <a:pt x="753463" y="109963"/>
                </a:lnTo>
                <a:lnTo>
                  <a:pt x="753394" y="109313"/>
                </a:lnTo>
                <a:lnTo>
                  <a:pt x="753334" y="108648"/>
                </a:lnTo>
                <a:lnTo>
                  <a:pt x="753282" y="107967"/>
                </a:lnTo>
                <a:lnTo>
                  <a:pt x="753238" y="107272"/>
                </a:lnTo>
                <a:lnTo>
                  <a:pt x="753202" y="106561"/>
                </a:lnTo>
                <a:lnTo>
                  <a:pt x="753173" y="105835"/>
                </a:lnTo>
                <a:lnTo>
                  <a:pt x="753153" y="105094"/>
                </a:lnTo>
                <a:lnTo>
                  <a:pt x="753141" y="104337"/>
                </a:lnTo>
                <a:lnTo>
                  <a:pt x="753137" y="103566"/>
                </a:lnTo>
                <a:lnTo>
                  <a:pt x="753137" y="50551"/>
                </a:lnTo>
                <a:lnTo>
                  <a:pt x="776787" y="50551"/>
                </a:lnTo>
                <a:lnTo>
                  <a:pt x="776787" y="37248"/>
                </a:lnTo>
                <a:lnTo>
                  <a:pt x="753137" y="37248"/>
                </a:lnTo>
                <a:lnTo>
                  <a:pt x="753137" y="15274"/>
                </a:lnTo>
                <a:lnTo>
                  <a:pt x="736780" y="15274"/>
                </a:lnTo>
                <a:lnTo>
                  <a:pt x="736780" y="37248"/>
                </a:lnTo>
                <a:lnTo>
                  <a:pt x="720717" y="37248"/>
                </a:lnTo>
                <a:lnTo>
                  <a:pt x="720717" y="50551"/>
                </a:lnTo>
                <a:lnTo>
                  <a:pt x="736780" y="50551"/>
                </a:lnTo>
                <a:lnTo>
                  <a:pt x="736780" y="104034"/>
                </a:lnTo>
                <a:lnTo>
                  <a:pt x="736784" y="104871"/>
                </a:lnTo>
                <a:lnTo>
                  <a:pt x="736796" y="105698"/>
                </a:lnTo>
                <a:lnTo>
                  <a:pt x="736816" y="106514"/>
                </a:lnTo>
                <a:lnTo>
                  <a:pt x="736844" y="107321"/>
                </a:lnTo>
                <a:lnTo>
                  <a:pt x="736880" y="108117"/>
                </a:lnTo>
                <a:lnTo>
                  <a:pt x="736924" y="108904"/>
                </a:lnTo>
                <a:lnTo>
                  <a:pt x="736977" y="109680"/>
                </a:lnTo>
                <a:lnTo>
                  <a:pt x="737037" y="110446"/>
                </a:lnTo>
                <a:lnTo>
                  <a:pt x="737105" y="111203"/>
                </a:lnTo>
                <a:lnTo>
                  <a:pt x="737182" y="111949"/>
                </a:lnTo>
                <a:lnTo>
                  <a:pt x="737266" y="112685"/>
                </a:lnTo>
                <a:lnTo>
                  <a:pt x="737358" y="113411"/>
                </a:lnTo>
                <a:lnTo>
                  <a:pt x="737459" y="114126"/>
                </a:lnTo>
                <a:lnTo>
                  <a:pt x="737567" y="114832"/>
                </a:lnTo>
                <a:lnTo>
                  <a:pt x="737684" y="115528"/>
                </a:lnTo>
                <a:lnTo>
                  <a:pt x="737809" y="116213"/>
                </a:lnTo>
                <a:lnTo>
                  <a:pt x="737941" y="116889"/>
                </a:lnTo>
                <a:lnTo>
                  <a:pt x="738082" y="117554"/>
                </a:lnTo>
                <a:lnTo>
                  <a:pt x="738231" y="118209"/>
                </a:lnTo>
                <a:lnTo>
                  <a:pt x="738388" y="118854"/>
                </a:lnTo>
                <a:lnTo>
                  <a:pt x="738552" y="119489"/>
                </a:lnTo>
                <a:lnTo>
                  <a:pt x="738725" y="120114"/>
                </a:lnTo>
                <a:lnTo>
                  <a:pt x="738906" y="120729"/>
                </a:lnTo>
                <a:lnTo>
                  <a:pt x="739095" y="121334"/>
                </a:lnTo>
                <a:lnTo>
                  <a:pt x="739295" y="121927"/>
                </a:lnTo>
                <a:lnTo>
                  <a:pt x="739508" y="122509"/>
                </a:lnTo>
                <a:lnTo>
                  <a:pt x="739735" y="123080"/>
                </a:lnTo>
                <a:lnTo>
                  <a:pt x="739975" y="123638"/>
                </a:lnTo>
                <a:lnTo>
                  <a:pt x="740229" y="124185"/>
                </a:lnTo>
                <a:lnTo>
                  <a:pt x="740496" y="124720"/>
                </a:lnTo>
                <a:lnTo>
                  <a:pt x="740777" y="125244"/>
                </a:lnTo>
                <a:lnTo>
                  <a:pt x="741071" y="125755"/>
                </a:lnTo>
                <a:lnTo>
                  <a:pt x="741379" y="126256"/>
                </a:lnTo>
                <a:lnTo>
                  <a:pt x="741701" y="126744"/>
                </a:lnTo>
                <a:lnTo>
                  <a:pt x="742036" y="127221"/>
                </a:lnTo>
                <a:lnTo>
                  <a:pt x="742384" y="127686"/>
                </a:lnTo>
                <a:lnTo>
                  <a:pt x="742746" y="128139"/>
                </a:lnTo>
                <a:lnTo>
                  <a:pt x="743121" y="128581"/>
                </a:lnTo>
                <a:lnTo>
                  <a:pt x="743510" y="129011"/>
                </a:lnTo>
                <a:lnTo>
                  <a:pt x="743913" y="129429"/>
                </a:lnTo>
                <a:lnTo>
                  <a:pt x="744329" y="129836"/>
                </a:lnTo>
                <a:lnTo>
                  <a:pt x="744758" y="130231"/>
                </a:lnTo>
                <a:lnTo>
                  <a:pt x="745201" y="130614"/>
                </a:lnTo>
                <a:lnTo>
                  <a:pt x="745658" y="130986"/>
                </a:lnTo>
                <a:lnTo>
                  <a:pt x="746128" y="131345"/>
                </a:lnTo>
                <a:lnTo>
                  <a:pt x="746611" y="131694"/>
                </a:lnTo>
                <a:lnTo>
                  <a:pt x="747108" y="132030"/>
                </a:lnTo>
                <a:lnTo>
                  <a:pt x="747619" y="132355"/>
                </a:lnTo>
                <a:lnTo>
                  <a:pt x="748146" y="132667"/>
                </a:lnTo>
                <a:lnTo>
                  <a:pt x="748691" y="132966"/>
                </a:lnTo>
                <a:lnTo>
                  <a:pt x="749256" y="133252"/>
                </a:lnTo>
                <a:lnTo>
                  <a:pt x="749839" y="133524"/>
                </a:lnTo>
                <a:lnTo>
                  <a:pt x="750441" y="133784"/>
                </a:lnTo>
                <a:lnTo>
                  <a:pt x="751062" y="134030"/>
                </a:lnTo>
                <a:lnTo>
                  <a:pt x="751701" y="134262"/>
                </a:lnTo>
                <a:lnTo>
                  <a:pt x="752360" y="134481"/>
                </a:lnTo>
                <a:lnTo>
                  <a:pt x="753037" y="134687"/>
                </a:lnTo>
                <a:lnTo>
                  <a:pt x="753733" y="134880"/>
                </a:lnTo>
                <a:lnTo>
                  <a:pt x="754448" y="135060"/>
                </a:lnTo>
                <a:lnTo>
                  <a:pt x="755182" y="135226"/>
                </a:lnTo>
                <a:lnTo>
                  <a:pt x="755934" y="135379"/>
                </a:lnTo>
                <a:lnTo>
                  <a:pt x="756706" y="135518"/>
                </a:lnTo>
                <a:lnTo>
                  <a:pt x="757496" y="135644"/>
                </a:lnTo>
                <a:lnTo>
                  <a:pt x="758305" y="135757"/>
                </a:lnTo>
                <a:lnTo>
                  <a:pt x="759133" y="135857"/>
                </a:lnTo>
                <a:lnTo>
                  <a:pt x="759980" y="135943"/>
                </a:lnTo>
                <a:lnTo>
                  <a:pt x="760845" y="136016"/>
                </a:lnTo>
                <a:lnTo>
                  <a:pt x="761729" y="136076"/>
                </a:lnTo>
                <a:lnTo>
                  <a:pt x="762632" y="136123"/>
                </a:lnTo>
                <a:lnTo>
                  <a:pt x="763554" y="136156"/>
                </a:lnTo>
                <a:lnTo>
                  <a:pt x="764495" y="136176"/>
                </a:lnTo>
                <a:lnTo>
                  <a:pt x="765455" y="136183"/>
                </a:lnTo>
                <a:lnTo>
                  <a:pt x="776984" y="136183"/>
                </a:lnTo>
                <a:lnTo>
                  <a:pt x="776984" y="122880"/>
                </a:lnTo>
                <a:lnTo>
                  <a:pt x="766539" y="122880"/>
                </a:lnTo>
                <a:lnTo>
                  <a:pt x="765819" y="122871"/>
                </a:lnTo>
                <a:lnTo>
                  <a:pt x="765122" y="122845"/>
                </a:lnTo>
                <a:close/>
                <a:moveTo>
                  <a:pt x="548834" y="64544"/>
                </a:moveTo>
                <a:lnTo>
                  <a:pt x="549228" y="64049"/>
                </a:lnTo>
                <a:lnTo>
                  <a:pt x="549632" y="63558"/>
                </a:lnTo>
                <a:lnTo>
                  <a:pt x="550046" y="63070"/>
                </a:lnTo>
                <a:lnTo>
                  <a:pt x="550470" y="62585"/>
                </a:lnTo>
                <a:lnTo>
                  <a:pt x="550904" y="62103"/>
                </a:lnTo>
                <a:lnTo>
                  <a:pt x="551348" y="61625"/>
                </a:lnTo>
                <a:lnTo>
                  <a:pt x="551802" y="61151"/>
                </a:lnTo>
                <a:lnTo>
                  <a:pt x="552266" y="60679"/>
                </a:lnTo>
                <a:lnTo>
                  <a:pt x="552740" y="60211"/>
                </a:lnTo>
                <a:lnTo>
                  <a:pt x="553223" y="59747"/>
                </a:lnTo>
                <a:lnTo>
                  <a:pt x="553717" y="59286"/>
                </a:lnTo>
                <a:lnTo>
                  <a:pt x="554220" y="58828"/>
                </a:lnTo>
                <a:lnTo>
                  <a:pt x="554734" y="58374"/>
                </a:lnTo>
                <a:lnTo>
                  <a:pt x="555257" y="57923"/>
                </a:lnTo>
                <a:lnTo>
                  <a:pt x="555790" y="57475"/>
                </a:lnTo>
                <a:lnTo>
                  <a:pt x="556334" y="57031"/>
                </a:lnTo>
                <a:lnTo>
                  <a:pt x="556887" y="56590"/>
                </a:lnTo>
                <a:lnTo>
                  <a:pt x="557450" y="56153"/>
                </a:lnTo>
                <a:lnTo>
                  <a:pt x="558023" y="55719"/>
                </a:lnTo>
                <a:lnTo>
                  <a:pt x="558606" y="55288"/>
                </a:lnTo>
                <a:lnTo>
                  <a:pt x="559198" y="54861"/>
                </a:lnTo>
                <a:lnTo>
                  <a:pt x="559801" y="54437"/>
                </a:lnTo>
                <a:lnTo>
                  <a:pt x="560415" y="54024"/>
                </a:lnTo>
                <a:lnTo>
                  <a:pt x="561040" y="53628"/>
                </a:lnTo>
                <a:lnTo>
                  <a:pt x="561678" y="53249"/>
                </a:lnTo>
                <a:lnTo>
                  <a:pt x="562327" y="52889"/>
                </a:lnTo>
                <a:lnTo>
                  <a:pt x="562989" y="52545"/>
                </a:lnTo>
                <a:lnTo>
                  <a:pt x="563663" y="52220"/>
                </a:lnTo>
                <a:lnTo>
                  <a:pt x="564348" y="51912"/>
                </a:lnTo>
                <a:lnTo>
                  <a:pt x="565046" y="51621"/>
                </a:lnTo>
                <a:lnTo>
                  <a:pt x="565755" y="51349"/>
                </a:lnTo>
                <a:lnTo>
                  <a:pt x="566476" y="51093"/>
                </a:lnTo>
                <a:lnTo>
                  <a:pt x="567210" y="50856"/>
                </a:lnTo>
                <a:lnTo>
                  <a:pt x="567955" y="50636"/>
                </a:lnTo>
                <a:lnTo>
                  <a:pt x="568713" y="50433"/>
                </a:lnTo>
                <a:lnTo>
                  <a:pt x="569482" y="50249"/>
                </a:lnTo>
                <a:lnTo>
                  <a:pt x="570263" y="50081"/>
                </a:lnTo>
                <a:lnTo>
                  <a:pt x="571056" y="49932"/>
                </a:lnTo>
                <a:lnTo>
                  <a:pt x="571862" y="49800"/>
                </a:lnTo>
                <a:lnTo>
                  <a:pt x="572679" y="49685"/>
                </a:lnTo>
                <a:lnTo>
                  <a:pt x="573508" y="49589"/>
                </a:lnTo>
                <a:lnTo>
                  <a:pt x="574349" y="49509"/>
                </a:lnTo>
                <a:lnTo>
                  <a:pt x="575203" y="49448"/>
                </a:lnTo>
                <a:lnTo>
                  <a:pt x="576068" y="49404"/>
                </a:lnTo>
                <a:lnTo>
                  <a:pt x="576945" y="49377"/>
                </a:lnTo>
                <a:lnTo>
                  <a:pt x="577834" y="49369"/>
                </a:lnTo>
                <a:lnTo>
                  <a:pt x="578427" y="49374"/>
                </a:lnTo>
                <a:lnTo>
                  <a:pt x="579009" y="49391"/>
                </a:lnTo>
                <a:lnTo>
                  <a:pt x="579579" y="49419"/>
                </a:lnTo>
                <a:lnTo>
                  <a:pt x="580137" y="49458"/>
                </a:lnTo>
                <a:lnTo>
                  <a:pt x="580684" y="49509"/>
                </a:lnTo>
                <a:lnTo>
                  <a:pt x="581218" y="49570"/>
                </a:lnTo>
                <a:lnTo>
                  <a:pt x="581741" y="49643"/>
                </a:lnTo>
                <a:lnTo>
                  <a:pt x="582252" y="49727"/>
                </a:lnTo>
                <a:lnTo>
                  <a:pt x="582751" y="49822"/>
                </a:lnTo>
                <a:lnTo>
                  <a:pt x="583238" y="49928"/>
                </a:lnTo>
                <a:lnTo>
                  <a:pt x="583714" y="50046"/>
                </a:lnTo>
                <a:lnTo>
                  <a:pt x="584177" y="50175"/>
                </a:lnTo>
                <a:lnTo>
                  <a:pt x="584629" y="50315"/>
                </a:lnTo>
                <a:lnTo>
                  <a:pt x="585069" y="50466"/>
                </a:lnTo>
                <a:lnTo>
                  <a:pt x="585498" y="50628"/>
                </a:lnTo>
                <a:lnTo>
                  <a:pt x="585914" y="50802"/>
                </a:lnTo>
                <a:lnTo>
                  <a:pt x="586319" y="50986"/>
                </a:lnTo>
                <a:lnTo>
                  <a:pt x="586712" y="51182"/>
                </a:lnTo>
                <a:lnTo>
                  <a:pt x="587093" y="51389"/>
                </a:lnTo>
                <a:lnTo>
                  <a:pt x="587462" y="51608"/>
                </a:lnTo>
                <a:lnTo>
                  <a:pt x="587820" y="51837"/>
                </a:lnTo>
                <a:lnTo>
                  <a:pt x="588165" y="52078"/>
                </a:lnTo>
                <a:lnTo>
                  <a:pt x="588499" y="52330"/>
                </a:lnTo>
                <a:lnTo>
                  <a:pt x="588821" y="52593"/>
                </a:lnTo>
                <a:lnTo>
                  <a:pt x="589133" y="52866"/>
                </a:lnTo>
                <a:lnTo>
                  <a:pt x="589437" y="53147"/>
                </a:lnTo>
                <a:lnTo>
                  <a:pt x="589733" y="53436"/>
                </a:lnTo>
                <a:lnTo>
                  <a:pt x="590021" y="53734"/>
                </a:lnTo>
                <a:lnTo>
                  <a:pt x="590301" y="54041"/>
                </a:lnTo>
                <a:lnTo>
                  <a:pt x="590573" y="54355"/>
                </a:lnTo>
                <a:lnTo>
                  <a:pt x="590837" y="54678"/>
                </a:lnTo>
                <a:lnTo>
                  <a:pt x="591093" y="55010"/>
                </a:lnTo>
                <a:lnTo>
                  <a:pt x="591341" y="55349"/>
                </a:lnTo>
                <a:lnTo>
                  <a:pt x="591581" y="55698"/>
                </a:lnTo>
                <a:lnTo>
                  <a:pt x="591812" y="56054"/>
                </a:lnTo>
                <a:lnTo>
                  <a:pt x="592036" y="56419"/>
                </a:lnTo>
                <a:lnTo>
                  <a:pt x="592252" y="56792"/>
                </a:lnTo>
                <a:lnTo>
                  <a:pt x="592459" y="57174"/>
                </a:lnTo>
                <a:lnTo>
                  <a:pt x="592659" y="57564"/>
                </a:lnTo>
                <a:lnTo>
                  <a:pt x="592850" y="57962"/>
                </a:lnTo>
                <a:lnTo>
                  <a:pt x="593034" y="58368"/>
                </a:lnTo>
                <a:lnTo>
                  <a:pt x="593209" y="58783"/>
                </a:lnTo>
                <a:lnTo>
                  <a:pt x="593377" y="59207"/>
                </a:lnTo>
                <a:lnTo>
                  <a:pt x="593536" y="59639"/>
                </a:lnTo>
                <a:lnTo>
                  <a:pt x="593687" y="60079"/>
                </a:lnTo>
                <a:lnTo>
                  <a:pt x="593831" y="60527"/>
                </a:lnTo>
                <a:lnTo>
                  <a:pt x="593966" y="60984"/>
                </a:lnTo>
                <a:lnTo>
                  <a:pt x="594093" y="61449"/>
                </a:lnTo>
                <a:lnTo>
                  <a:pt x="594214" y="61921"/>
                </a:lnTo>
                <a:lnTo>
                  <a:pt x="594329" y="62399"/>
                </a:lnTo>
                <a:lnTo>
                  <a:pt x="594439" y="62882"/>
                </a:lnTo>
                <a:lnTo>
                  <a:pt x="594545" y="63371"/>
                </a:lnTo>
                <a:lnTo>
                  <a:pt x="594645" y="63866"/>
                </a:lnTo>
                <a:lnTo>
                  <a:pt x="594740" y="64366"/>
                </a:lnTo>
                <a:lnTo>
                  <a:pt x="594829" y="64872"/>
                </a:lnTo>
                <a:lnTo>
                  <a:pt x="594914" y="65384"/>
                </a:lnTo>
                <a:lnTo>
                  <a:pt x="594994" y="65902"/>
                </a:lnTo>
                <a:lnTo>
                  <a:pt x="595068" y="66425"/>
                </a:lnTo>
                <a:lnTo>
                  <a:pt x="595137" y="66954"/>
                </a:lnTo>
                <a:lnTo>
                  <a:pt x="595202" y="67489"/>
                </a:lnTo>
                <a:lnTo>
                  <a:pt x="595261" y="68029"/>
                </a:lnTo>
                <a:lnTo>
                  <a:pt x="595314" y="68575"/>
                </a:lnTo>
                <a:lnTo>
                  <a:pt x="595363" y="69127"/>
                </a:lnTo>
                <a:lnTo>
                  <a:pt x="595407" y="69684"/>
                </a:lnTo>
                <a:lnTo>
                  <a:pt x="595445" y="70247"/>
                </a:lnTo>
                <a:lnTo>
                  <a:pt x="595479" y="70816"/>
                </a:lnTo>
                <a:lnTo>
                  <a:pt x="595507" y="71390"/>
                </a:lnTo>
                <a:lnTo>
                  <a:pt x="595530" y="71971"/>
                </a:lnTo>
                <a:lnTo>
                  <a:pt x="595548" y="72557"/>
                </a:lnTo>
                <a:lnTo>
                  <a:pt x="595561" y="73148"/>
                </a:lnTo>
                <a:lnTo>
                  <a:pt x="595569" y="73746"/>
                </a:lnTo>
                <a:lnTo>
                  <a:pt x="595571" y="74349"/>
                </a:lnTo>
                <a:lnTo>
                  <a:pt x="595571" y="136183"/>
                </a:lnTo>
                <a:lnTo>
                  <a:pt x="612027" y="136183"/>
                </a:lnTo>
                <a:lnTo>
                  <a:pt x="612027" y="72233"/>
                </a:lnTo>
                <a:lnTo>
                  <a:pt x="612015" y="70795"/>
                </a:lnTo>
                <a:lnTo>
                  <a:pt x="611977" y="69385"/>
                </a:lnTo>
                <a:lnTo>
                  <a:pt x="611915" y="68001"/>
                </a:lnTo>
                <a:lnTo>
                  <a:pt x="611827" y="66645"/>
                </a:lnTo>
                <a:lnTo>
                  <a:pt x="611715" y="65315"/>
                </a:lnTo>
                <a:lnTo>
                  <a:pt x="611578" y="64013"/>
                </a:lnTo>
                <a:lnTo>
                  <a:pt x="611415" y="62738"/>
                </a:lnTo>
                <a:lnTo>
                  <a:pt x="611228" y="61489"/>
                </a:lnTo>
                <a:lnTo>
                  <a:pt x="611016" y="60268"/>
                </a:lnTo>
                <a:lnTo>
                  <a:pt x="610778" y="59074"/>
                </a:lnTo>
                <a:lnTo>
                  <a:pt x="610516" y="57907"/>
                </a:lnTo>
                <a:lnTo>
                  <a:pt x="610229" y="56767"/>
                </a:lnTo>
                <a:lnTo>
                  <a:pt x="609917" y="55654"/>
                </a:lnTo>
                <a:lnTo>
                  <a:pt x="609580" y="54568"/>
                </a:lnTo>
                <a:lnTo>
                  <a:pt x="609217" y="53509"/>
                </a:lnTo>
                <a:lnTo>
                  <a:pt x="608830" y="52477"/>
                </a:lnTo>
                <a:lnTo>
                  <a:pt x="608418" y="51472"/>
                </a:lnTo>
                <a:lnTo>
                  <a:pt x="607981" y="50495"/>
                </a:lnTo>
                <a:lnTo>
                  <a:pt x="607519" y="49544"/>
                </a:lnTo>
                <a:lnTo>
                  <a:pt x="607032" y="48620"/>
                </a:lnTo>
                <a:lnTo>
                  <a:pt x="606520" y="47724"/>
                </a:lnTo>
                <a:lnTo>
                  <a:pt x="605983" y="46854"/>
                </a:lnTo>
                <a:lnTo>
                  <a:pt x="605421" y="46012"/>
                </a:lnTo>
                <a:lnTo>
                  <a:pt x="604834" y="45196"/>
                </a:lnTo>
                <a:lnTo>
                  <a:pt x="604220" y="44411"/>
                </a:lnTo>
                <a:lnTo>
                  <a:pt x="603575" y="43659"/>
                </a:lnTo>
                <a:lnTo>
                  <a:pt x="602902" y="42941"/>
                </a:lnTo>
                <a:lnTo>
                  <a:pt x="602198" y="42256"/>
                </a:lnTo>
                <a:lnTo>
                  <a:pt x="601465" y="41604"/>
                </a:lnTo>
                <a:lnTo>
                  <a:pt x="600701" y="40986"/>
                </a:lnTo>
                <a:lnTo>
                  <a:pt x="599908" y="40401"/>
                </a:lnTo>
                <a:lnTo>
                  <a:pt x="599086" y="39850"/>
                </a:lnTo>
                <a:lnTo>
                  <a:pt x="598233" y="39332"/>
                </a:lnTo>
                <a:lnTo>
                  <a:pt x="597351" y="38848"/>
                </a:lnTo>
                <a:lnTo>
                  <a:pt x="596439" y="38396"/>
                </a:lnTo>
                <a:lnTo>
                  <a:pt x="595497" y="37979"/>
                </a:lnTo>
                <a:lnTo>
                  <a:pt x="594526" y="37595"/>
                </a:lnTo>
                <a:lnTo>
                  <a:pt x="593524" y="37244"/>
                </a:lnTo>
                <a:lnTo>
                  <a:pt x="592493" y="36926"/>
                </a:lnTo>
                <a:lnTo>
                  <a:pt x="591432" y="36642"/>
                </a:lnTo>
                <a:lnTo>
                  <a:pt x="590342" y="36392"/>
                </a:lnTo>
                <a:lnTo>
                  <a:pt x="589221" y="36174"/>
                </a:lnTo>
                <a:lnTo>
                  <a:pt x="588071" y="35991"/>
                </a:lnTo>
                <a:lnTo>
                  <a:pt x="586891" y="35840"/>
                </a:lnTo>
                <a:lnTo>
                  <a:pt x="585682" y="35723"/>
                </a:lnTo>
                <a:lnTo>
                  <a:pt x="584442" y="35640"/>
                </a:lnTo>
                <a:lnTo>
                  <a:pt x="583173" y="35590"/>
                </a:lnTo>
                <a:lnTo>
                  <a:pt x="581874" y="35573"/>
                </a:lnTo>
                <a:lnTo>
                  <a:pt x="580806" y="35582"/>
                </a:lnTo>
                <a:lnTo>
                  <a:pt x="579755" y="35609"/>
                </a:lnTo>
                <a:lnTo>
                  <a:pt x="578719" y="35654"/>
                </a:lnTo>
                <a:lnTo>
                  <a:pt x="577700" y="35717"/>
                </a:lnTo>
                <a:lnTo>
                  <a:pt x="576696" y="35798"/>
                </a:lnTo>
                <a:lnTo>
                  <a:pt x="575709" y="35896"/>
                </a:lnTo>
                <a:lnTo>
                  <a:pt x="574738" y="36013"/>
                </a:lnTo>
                <a:lnTo>
                  <a:pt x="573783" y="36148"/>
                </a:lnTo>
                <a:lnTo>
                  <a:pt x="572844" y="36301"/>
                </a:lnTo>
                <a:lnTo>
                  <a:pt x="571921" y="36471"/>
                </a:lnTo>
                <a:lnTo>
                  <a:pt x="571014" y="36660"/>
                </a:lnTo>
                <a:lnTo>
                  <a:pt x="570123" y="36866"/>
                </a:lnTo>
                <a:lnTo>
                  <a:pt x="569248" y="37091"/>
                </a:lnTo>
                <a:lnTo>
                  <a:pt x="568390" y="37333"/>
                </a:lnTo>
                <a:lnTo>
                  <a:pt x="567547" y="37594"/>
                </a:lnTo>
                <a:lnTo>
                  <a:pt x="566721" y="37872"/>
                </a:lnTo>
                <a:lnTo>
                  <a:pt x="565910" y="38169"/>
                </a:lnTo>
                <a:lnTo>
                  <a:pt x="565116" y="38483"/>
                </a:lnTo>
                <a:lnTo>
                  <a:pt x="564338" y="38815"/>
                </a:lnTo>
                <a:lnTo>
                  <a:pt x="563576" y="39166"/>
                </a:lnTo>
                <a:lnTo>
                  <a:pt x="562830" y="39534"/>
                </a:lnTo>
                <a:lnTo>
                  <a:pt x="562100" y="39920"/>
                </a:lnTo>
                <a:lnTo>
                  <a:pt x="561386" y="40324"/>
                </a:lnTo>
                <a:lnTo>
                  <a:pt x="560688" y="40746"/>
                </a:lnTo>
                <a:lnTo>
                  <a:pt x="560005" y="41179"/>
                </a:lnTo>
                <a:lnTo>
                  <a:pt x="559335" y="41613"/>
                </a:lnTo>
                <a:lnTo>
                  <a:pt x="558679" y="42050"/>
                </a:lnTo>
                <a:lnTo>
                  <a:pt x="558035" y="42489"/>
                </a:lnTo>
                <a:lnTo>
                  <a:pt x="557406" y="42930"/>
                </a:lnTo>
                <a:lnTo>
                  <a:pt x="556789" y="43373"/>
                </a:lnTo>
                <a:lnTo>
                  <a:pt x="556186" y="43819"/>
                </a:lnTo>
                <a:lnTo>
                  <a:pt x="555597" y="44266"/>
                </a:lnTo>
                <a:lnTo>
                  <a:pt x="555020" y="44716"/>
                </a:lnTo>
                <a:lnTo>
                  <a:pt x="554457" y="45169"/>
                </a:lnTo>
                <a:lnTo>
                  <a:pt x="553908" y="45623"/>
                </a:lnTo>
                <a:lnTo>
                  <a:pt x="553371" y="46080"/>
                </a:lnTo>
                <a:lnTo>
                  <a:pt x="552848" y="46539"/>
                </a:lnTo>
                <a:lnTo>
                  <a:pt x="552339" y="47000"/>
                </a:lnTo>
                <a:lnTo>
                  <a:pt x="551842" y="47463"/>
                </a:lnTo>
                <a:lnTo>
                  <a:pt x="551359" y="47929"/>
                </a:lnTo>
                <a:lnTo>
                  <a:pt x="550890" y="48397"/>
                </a:lnTo>
                <a:lnTo>
                  <a:pt x="550434" y="48867"/>
                </a:lnTo>
                <a:lnTo>
                  <a:pt x="549991" y="49339"/>
                </a:lnTo>
                <a:lnTo>
                  <a:pt x="549561" y="49813"/>
                </a:lnTo>
                <a:lnTo>
                  <a:pt x="549145" y="50290"/>
                </a:lnTo>
                <a:lnTo>
                  <a:pt x="548742" y="50769"/>
                </a:lnTo>
                <a:lnTo>
                  <a:pt x="548352" y="51250"/>
                </a:lnTo>
                <a:lnTo>
                  <a:pt x="547976" y="51734"/>
                </a:lnTo>
                <a:lnTo>
                  <a:pt x="547385" y="37248"/>
                </a:lnTo>
                <a:lnTo>
                  <a:pt x="531618" y="37248"/>
                </a:lnTo>
                <a:lnTo>
                  <a:pt x="531618" y="136183"/>
                </a:lnTo>
                <a:lnTo>
                  <a:pt x="548075" y="136183"/>
                </a:lnTo>
                <a:lnTo>
                  <a:pt x="548075" y="65545"/>
                </a:lnTo>
                <a:lnTo>
                  <a:pt x="548449" y="65043"/>
                </a:lnTo>
                <a:lnTo>
                  <a:pt x="548834" y="64544"/>
                </a:lnTo>
                <a:close/>
                <a:moveTo>
                  <a:pt x="977672" y="64049"/>
                </a:moveTo>
                <a:lnTo>
                  <a:pt x="978076" y="63558"/>
                </a:lnTo>
                <a:lnTo>
                  <a:pt x="978490" y="63070"/>
                </a:lnTo>
                <a:lnTo>
                  <a:pt x="978914" y="62585"/>
                </a:lnTo>
                <a:lnTo>
                  <a:pt x="979348" y="62103"/>
                </a:lnTo>
                <a:lnTo>
                  <a:pt x="979792" y="61625"/>
                </a:lnTo>
                <a:lnTo>
                  <a:pt x="980246" y="61151"/>
                </a:lnTo>
                <a:lnTo>
                  <a:pt x="980710" y="60679"/>
                </a:lnTo>
                <a:lnTo>
                  <a:pt x="981184" y="60211"/>
                </a:lnTo>
                <a:lnTo>
                  <a:pt x="981667" y="59747"/>
                </a:lnTo>
                <a:lnTo>
                  <a:pt x="982161" y="59286"/>
                </a:lnTo>
                <a:lnTo>
                  <a:pt x="982664" y="58828"/>
                </a:lnTo>
                <a:lnTo>
                  <a:pt x="983178" y="58374"/>
                </a:lnTo>
                <a:lnTo>
                  <a:pt x="983701" y="57923"/>
                </a:lnTo>
                <a:lnTo>
                  <a:pt x="984234" y="57475"/>
                </a:lnTo>
                <a:lnTo>
                  <a:pt x="984777" y="57031"/>
                </a:lnTo>
                <a:lnTo>
                  <a:pt x="985331" y="56590"/>
                </a:lnTo>
                <a:lnTo>
                  <a:pt x="985894" y="56153"/>
                </a:lnTo>
                <a:lnTo>
                  <a:pt x="986466" y="55719"/>
                </a:lnTo>
                <a:lnTo>
                  <a:pt x="987049" y="55288"/>
                </a:lnTo>
                <a:lnTo>
                  <a:pt x="987642" y="54861"/>
                </a:lnTo>
                <a:lnTo>
                  <a:pt x="988245" y="54437"/>
                </a:lnTo>
                <a:lnTo>
                  <a:pt x="988858" y="54024"/>
                </a:lnTo>
                <a:lnTo>
                  <a:pt x="989484" y="53628"/>
                </a:lnTo>
                <a:lnTo>
                  <a:pt x="990122" y="53249"/>
                </a:lnTo>
                <a:lnTo>
                  <a:pt x="990771" y="52889"/>
                </a:lnTo>
                <a:lnTo>
                  <a:pt x="991433" y="52545"/>
                </a:lnTo>
                <a:lnTo>
                  <a:pt x="992106" y="52220"/>
                </a:lnTo>
                <a:lnTo>
                  <a:pt x="992792" y="51912"/>
                </a:lnTo>
                <a:lnTo>
                  <a:pt x="993489" y="51621"/>
                </a:lnTo>
                <a:lnTo>
                  <a:pt x="994199" y="51349"/>
                </a:lnTo>
                <a:lnTo>
                  <a:pt x="994920" y="51093"/>
                </a:lnTo>
                <a:lnTo>
                  <a:pt x="995654" y="50856"/>
                </a:lnTo>
                <a:lnTo>
                  <a:pt x="996399" y="50636"/>
                </a:lnTo>
                <a:lnTo>
                  <a:pt x="997156" y="50433"/>
                </a:lnTo>
                <a:lnTo>
                  <a:pt x="997926" y="50249"/>
                </a:lnTo>
                <a:lnTo>
                  <a:pt x="998707" y="50081"/>
                </a:lnTo>
                <a:lnTo>
                  <a:pt x="999500" y="49932"/>
                </a:lnTo>
                <a:lnTo>
                  <a:pt x="1000306" y="49800"/>
                </a:lnTo>
                <a:lnTo>
                  <a:pt x="1001123" y="49685"/>
                </a:lnTo>
                <a:lnTo>
                  <a:pt x="1001952" y="49589"/>
                </a:lnTo>
                <a:lnTo>
                  <a:pt x="1002793" y="49509"/>
                </a:lnTo>
                <a:lnTo>
                  <a:pt x="1003646" y="49448"/>
                </a:lnTo>
                <a:lnTo>
                  <a:pt x="1004511" y="49404"/>
                </a:lnTo>
                <a:lnTo>
                  <a:pt x="1005389" y="49377"/>
                </a:lnTo>
                <a:lnTo>
                  <a:pt x="1006278" y="49369"/>
                </a:lnTo>
                <a:lnTo>
                  <a:pt x="1006871" y="49374"/>
                </a:lnTo>
                <a:lnTo>
                  <a:pt x="1007453" y="49391"/>
                </a:lnTo>
                <a:lnTo>
                  <a:pt x="1008023" y="49419"/>
                </a:lnTo>
                <a:lnTo>
                  <a:pt x="1008581" y="49458"/>
                </a:lnTo>
                <a:lnTo>
                  <a:pt x="1009127" y="49509"/>
                </a:lnTo>
                <a:lnTo>
                  <a:pt x="1009662" y="49570"/>
                </a:lnTo>
                <a:lnTo>
                  <a:pt x="1010185" y="49643"/>
                </a:lnTo>
                <a:lnTo>
                  <a:pt x="1010696" y="49727"/>
                </a:lnTo>
                <a:lnTo>
                  <a:pt x="1011195" y="49822"/>
                </a:lnTo>
                <a:lnTo>
                  <a:pt x="1011682" y="49928"/>
                </a:lnTo>
                <a:lnTo>
                  <a:pt x="1012158" y="50046"/>
                </a:lnTo>
                <a:lnTo>
                  <a:pt x="1012621" y="50175"/>
                </a:lnTo>
                <a:lnTo>
                  <a:pt x="1013073" y="50315"/>
                </a:lnTo>
                <a:lnTo>
                  <a:pt x="1013513" y="50466"/>
                </a:lnTo>
                <a:lnTo>
                  <a:pt x="1013941" y="50628"/>
                </a:lnTo>
                <a:lnTo>
                  <a:pt x="1014358" y="50802"/>
                </a:lnTo>
                <a:lnTo>
                  <a:pt x="1014763" y="50986"/>
                </a:lnTo>
                <a:lnTo>
                  <a:pt x="1015156" y="51182"/>
                </a:lnTo>
                <a:lnTo>
                  <a:pt x="1015537" y="51389"/>
                </a:lnTo>
                <a:lnTo>
                  <a:pt x="1015906" y="51608"/>
                </a:lnTo>
                <a:lnTo>
                  <a:pt x="1016263" y="51837"/>
                </a:lnTo>
                <a:lnTo>
                  <a:pt x="1016609" y="52078"/>
                </a:lnTo>
                <a:lnTo>
                  <a:pt x="1016943" y="52330"/>
                </a:lnTo>
                <a:lnTo>
                  <a:pt x="1017265" y="52593"/>
                </a:lnTo>
                <a:lnTo>
                  <a:pt x="1017577" y="52866"/>
                </a:lnTo>
                <a:lnTo>
                  <a:pt x="1017881" y="53147"/>
                </a:lnTo>
                <a:lnTo>
                  <a:pt x="1018177" y="53436"/>
                </a:lnTo>
                <a:lnTo>
                  <a:pt x="1018465" y="53734"/>
                </a:lnTo>
                <a:lnTo>
                  <a:pt x="1018745" y="54041"/>
                </a:lnTo>
                <a:lnTo>
                  <a:pt x="1019017" y="54355"/>
                </a:lnTo>
                <a:lnTo>
                  <a:pt x="1019281" y="54678"/>
                </a:lnTo>
                <a:lnTo>
                  <a:pt x="1019537" y="55010"/>
                </a:lnTo>
                <a:lnTo>
                  <a:pt x="1019785" y="55349"/>
                </a:lnTo>
                <a:lnTo>
                  <a:pt x="1020024" y="55698"/>
                </a:lnTo>
                <a:lnTo>
                  <a:pt x="1020256" y="56054"/>
                </a:lnTo>
                <a:lnTo>
                  <a:pt x="1020480" y="56419"/>
                </a:lnTo>
                <a:lnTo>
                  <a:pt x="1020695" y="56792"/>
                </a:lnTo>
                <a:lnTo>
                  <a:pt x="1020903" y="57174"/>
                </a:lnTo>
                <a:lnTo>
                  <a:pt x="1021103" y="57564"/>
                </a:lnTo>
                <a:lnTo>
                  <a:pt x="1021294" y="57962"/>
                </a:lnTo>
                <a:lnTo>
                  <a:pt x="1021478" y="58368"/>
                </a:lnTo>
                <a:lnTo>
                  <a:pt x="1021653" y="58783"/>
                </a:lnTo>
                <a:lnTo>
                  <a:pt x="1021820" y="59207"/>
                </a:lnTo>
                <a:lnTo>
                  <a:pt x="1021980" y="59639"/>
                </a:lnTo>
                <a:lnTo>
                  <a:pt x="1022131" y="60079"/>
                </a:lnTo>
                <a:lnTo>
                  <a:pt x="1022274" y="60527"/>
                </a:lnTo>
                <a:lnTo>
                  <a:pt x="1022410" y="60984"/>
                </a:lnTo>
                <a:lnTo>
                  <a:pt x="1022537" y="61449"/>
                </a:lnTo>
                <a:lnTo>
                  <a:pt x="1022657" y="61921"/>
                </a:lnTo>
                <a:lnTo>
                  <a:pt x="1022773" y="62399"/>
                </a:lnTo>
                <a:lnTo>
                  <a:pt x="1022883" y="62882"/>
                </a:lnTo>
                <a:lnTo>
                  <a:pt x="1022988" y="63371"/>
                </a:lnTo>
                <a:lnTo>
                  <a:pt x="1023089" y="63866"/>
                </a:lnTo>
                <a:lnTo>
                  <a:pt x="1023183" y="64366"/>
                </a:lnTo>
                <a:lnTo>
                  <a:pt x="1023273" y="64872"/>
                </a:lnTo>
                <a:lnTo>
                  <a:pt x="1023358" y="65384"/>
                </a:lnTo>
                <a:lnTo>
                  <a:pt x="1023438" y="65902"/>
                </a:lnTo>
                <a:lnTo>
                  <a:pt x="1023512" y="66425"/>
                </a:lnTo>
                <a:lnTo>
                  <a:pt x="1023581" y="66954"/>
                </a:lnTo>
                <a:lnTo>
                  <a:pt x="1023645" y="67489"/>
                </a:lnTo>
                <a:lnTo>
                  <a:pt x="1023704" y="68029"/>
                </a:lnTo>
                <a:lnTo>
                  <a:pt x="1023758" y="68575"/>
                </a:lnTo>
                <a:lnTo>
                  <a:pt x="1023807" y="69127"/>
                </a:lnTo>
                <a:lnTo>
                  <a:pt x="1023851" y="69684"/>
                </a:lnTo>
                <a:lnTo>
                  <a:pt x="1023889" y="70247"/>
                </a:lnTo>
                <a:lnTo>
                  <a:pt x="1023923" y="70816"/>
                </a:lnTo>
                <a:lnTo>
                  <a:pt x="1023951" y="71390"/>
                </a:lnTo>
                <a:lnTo>
                  <a:pt x="1023974" y="71971"/>
                </a:lnTo>
                <a:lnTo>
                  <a:pt x="1023992" y="72557"/>
                </a:lnTo>
                <a:lnTo>
                  <a:pt x="1024005" y="73148"/>
                </a:lnTo>
                <a:lnTo>
                  <a:pt x="1024012" y="73746"/>
                </a:lnTo>
                <a:lnTo>
                  <a:pt x="1024015" y="74349"/>
                </a:lnTo>
                <a:lnTo>
                  <a:pt x="1024015" y="136183"/>
                </a:lnTo>
                <a:lnTo>
                  <a:pt x="1040471" y="136183"/>
                </a:lnTo>
                <a:lnTo>
                  <a:pt x="1040471" y="72233"/>
                </a:lnTo>
                <a:lnTo>
                  <a:pt x="1040459" y="70795"/>
                </a:lnTo>
                <a:lnTo>
                  <a:pt x="1040421" y="69385"/>
                </a:lnTo>
                <a:lnTo>
                  <a:pt x="1040359" y="68001"/>
                </a:lnTo>
                <a:lnTo>
                  <a:pt x="1040271" y="66645"/>
                </a:lnTo>
                <a:lnTo>
                  <a:pt x="1040159" y="65315"/>
                </a:lnTo>
                <a:lnTo>
                  <a:pt x="1040022" y="64013"/>
                </a:lnTo>
                <a:lnTo>
                  <a:pt x="1039859" y="62738"/>
                </a:lnTo>
                <a:lnTo>
                  <a:pt x="1039672" y="61489"/>
                </a:lnTo>
                <a:lnTo>
                  <a:pt x="1039460" y="60268"/>
                </a:lnTo>
                <a:lnTo>
                  <a:pt x="1039222" y="59074"/>
                </a:lnTo>
                <a:lnTo>
                  <a:pt x="1038960" y="57907"/>
                </a:lnTo>
                <a:lnTo>
                  <a:pt x="1038673" y="56767"/>
                </a:lnTo>
                <a:lnTo>
                  <a:pt x="1038361" y="55654"/>
                </a:lnTo>
                <a:lnTo>
                  <a:pt x="1038023" y="54568"/>
                </a:lnTo>
                <a:lnTo>
                  <a:pt x="1037661" y="53509"/>
                </a:lnTo>
                <a:lnTo>
                  <a:pt x="1037274" y="52477"/>
                </a:lnTo>
                <a:lnTo>
                  <a:pt x="1036862" y="51472"/>
                </a:lnTo>
                <a:lnTo>
                  <a:pt x="1036425" y="50495"/>
                </a:lnTo>
                <a:lnTo>
                  <a:pt x="1035963" y="49544"/>
                </a:lnTo>
                <a:lnTo>
                  <a:pt x="1035476" y="48620"/>
                </a:lnTo>
                <a:lnTo>
                  <a:pt x="1034964" y="47724"/>
                </a:lnTo>
                <a:lnTo>
                  <a:pt x="1034427" y="46854"/>
                </a:lnTo>
                <a:lnTo>
                  <a:pt x="1033865" y="46012"/>
                </a:lnTo>
                <a:lnTo>
                  <a:pt x="1033278" y="45196"/>
                </a:lnTo>
                <a:lnTo>
                  <a:pt x="1032663" y="44411"/>
                </a:lnTo>
                <a:lnTo>
                  <a:pt x="1032019" y="43659"/>
                </a:lnTo>
                <a:lnTo>
                  <a:pt x="1031345" y="42941"/>
                </a:lnTo>
                <a:lnTo>
                  <a:pt x="1030642" y="42256"/>
                </a:lnTo>
                <a:lnTo>
                  <a:pt x="1029908" y="41604"/>
                </a:lnTo>
                <a:lnTo>
                  <a:pt x="1029145" y="40986"/>
                </a:lnTo>
                <a:lnTo>
                  <a:pt x="1028352" y="40401"/>
                </a:lnTo>
                <a:lnTo>
                  <a:pt x="1027530" y="39850"/>
                </a:lnTo>
                <a:lnTo>
                  <a:pt x="1026677" y="39332"/>
                </a:lnTo>
                <a:lnTo>
                  <a:pt x="1025795" y="38848"/>
                </a:lnTo>
                <a:lnTo>
                  <a:pt x="1024883" y="38396"/>
                </a:lnTo>
                <a:lnTo>
                  <a:pt x="1023941" y="37979"/>
                </a:lnTo>
                <a:lnTo>
                  <a:pt x="1022969" y="37595"/>
                </a:lnTo>
                <a:lnTo>
                  <a:pt x="1021968" y="37244"/>
                </a:lnTo>
                <a:lnTo>
                  <a:pt x="1020937" y="36926"/>
                </a:lnTo>
                <a:lnTo>
                  <a:pt x="1019876" y="36642"/>
                </a:lnTo>
                <a:lnTo>
                  <a:pt x="1018786" y="36392"/>
                </a:lnTo>
                <a:lnTo>
                  <a:pt x="1017665" y="36174"/>
                </a:lnTo>
                <a:lnTo>
                  <a:pt x="1016515" y="35991"/>
                </a:lnTo>
                <a:lnTo>
                  <a:pt x="1015335" y="35840"/>
                </a:lnTo>
                <a:lnTo>
                  <a:pt x="1014125" y="35723"/>
                </a:lnTo>
                <a:lnTo>
                  <a:pt x="1012886" y="35640"/>
                </a:lnTo>
                <a:lnTo>
                  <a:pt x="1011617" y="35590"/>
                </a:lnTo>
                <a:lnTo>
                  <a:pt x="1010318" y="35573"/>
                </a:lnTo>
                <a:lnTo>
                  <a:pt x="1009250" y="35582"/>
                </a:lnTo>
                <a:lnTo>
                  <a:pt x="1008199" y="35609"/>
                </a:lnTo>
                <a:lnTo>
                  <a:pt x="1007163" y="35654"/>
                </a:lnTo>
                <a:lnTo>
                  <a:pt x="1006144" y="35717"/>
                </a:lnTo>
                <a:lnTo>
                  <a:pt x="1005140" y="35798"/>
                </a:lnTo>
                <a:lnTo>
                  <a:pt x="1004153" y="35896"/>
                </a:lnTo>
                <a:lnTo>
                  <a:pt x="1003182" y="36013"/>
                </a:lnTo>
                <a:lnTo>
                  <a:pt x="1002227" y="36148"/>
                </a:lnTo>
                <a:lnTo>
                  <a:pt x="1001288" y="36301"/>
                </a:lnTo>
                <a:lnTo>
                  <a:pt x="1000365" y="36471"/>
                </a:lnTo>
                <a:lnTo>
                  <a:pt x="999458" y="36660"/>
                </a:lnTo>
                <a:lnTo>
                  <a:pt x="998567" y="36866"/>
                </a:lnTo>
                <a:lnTo>
                  <a:pt x="997692" y="37091"/>
                </a:lnTo>
                <a:lnTo>
                  <a:pt x="996834" y="37333"/>
                </a:lnTo>
                <a:lnTo>
                  <a:pt x="995991" y="37594"/>
                </a:lnTo>
                <a:lnTo>
                  <a:pt x="995165" y="37872"/>
                </a:lnTo>
                <a:lnTo>
                  <a:pt x="994354" y="38169"/>
                </a:lnTo>
                <a:lnTo>
                  <a:pt x="993560" y="38483"/>
                </a:lnTo>
                <a:lnTo>
                  <a:pt x="992782" y="38815"/>
                </a:lnTo>
                <a:lnTo>
                  <a:pt x="992019" y="39166"/>
                </a:lnTo>
                <a:lnTo>
                  <a:pt x="991273" y="39534"/>
                </a:lnTo>
                <a:lnTo>
                  <a:pt x="990543" y="39920"/>
                </a:lnTo>
                <a:lnTo>
                  <a:pt x="989830" y="40324"/>
                </a:lnTo>
                <a:lnTo>
                  <a:pt x="989132" y="40746"/>
                </a:lnTo>
                <a:lnTo>
                  <a:pt x="988449" y="41179"/>
                </a:lnTo>
                <a:lnTo>
                  <a:pt x="987779" y="41613"/>
                </a:lnTo>
                <a:lnTo>
                  <a:pt x="987122" y="42050"/>
                </a:lnTo>
                <a:lnTo>
                  <a:pt x="986479" y="42489"/>
                </a:lnTo>
                <a:lnTo>
                  <a:pt x="985850" y="42930"/>
                </a:lnTo>
                <a:lnTo>
                  <a:pt x="985233" y="43373"/>
                </a:lnTo>
                <a:lnTo>
                  <a:pt x="984630" y="43819"/>
                </a:lnTo>
                <a:lnTo>
                  <a:pt x="984040" y="44266"/>
                </a:lnTo>
                <a:lnTo>
                  <a:pt x="983464" y="44716"/>
                </a:lnTo>
                <a:lnTo>
                  <a:pt x="982901" y="45169"/>
                </a:lnTo>
                <a:lnTo>
                  <a:pt x="982351" y="45623"/>
                </a:lnTo>
                <a:lnTo>
                  <a:pt x="981815" y="46080"/>
                </a:lnTo>
                <a:lnTo>
                  <a:pt x="981292" y="46539"/>
                </a:lnTo>
                <a:lnTo>
                  <a:pt x="980782" y="47000"/>
                </a:lnTo>
                <a:lnTo>
                  <a:pt x="980286" y="47463"/>
                </a:lnTo>
                <a:lnTo>
                  <a:pt x="979803" y="47929"/>
                </a:lnTo>
                <a:lnTo>
                  <a:pt x="979334" y="48397"/>
                </a:lnTo>
                <a:lnTo>
                  <a:pt x="978877" y="48867"/>
                </a:lnTo>
                <a:lnTo>
                  <a:pt x="978434" y="49339"/>
                </a:lnTo>
                <a:lnTo>
                  <a:pt x="978005" y="49813"/>
                </a:lnTo>
                <a:lnTo>
                  <a:pt x="977589" y="50290"/>
                </a:lnTo>
                <a:lnTo>
                  <a:pt x="977186" y="50769"/>
                </a:lnTo>
                <a:lnTo>
                  <a:pt x="976796" y="51250"/>
                </a:lnTo>
                <a:lnTo>
                  <a:pt x="976420" y="51734"/>
                </a:lnTo>
                <a:lnTo>
                  <a:pt x="975829" y="37248"/>
                </a:lnTo>
                <a:lnTo>
                  <a:pt x="960062" y="37248"/>
                </a:lnTo>
                <a:lnTo>
                  <a:pt x="960062" y="136183"/>
                </a:lnTo>
                <a:lnTo>
                  <a:pt x="976519" y="136183"/>
                </a:lnTo>
                <a:lnTo>
                  <a:pt x="976519" y="65545"/>
                </a:lnTo>
                <a:lnTo>
                  <a:pt x="976893" y="65043"/>
                </a:lnTo>
                <a:lnTo>
                  <a:pt x="977277" y="64544"/>
                </a:lnTo>
                <a:lnTo>
                  <a:pt x="977672" y="64049"/>
                </a:lnTo>
                <a:close/>
                <a:moveTo>
                  <a:pt x="143179" y="37248"/>
                </a:moveTo>
                <a:lnTo>
                  <a:pt x="127018" y="37248"/>
                </a:lnTo>
                <a:lnTo>
                  <a:pt x="104453" y="116986"/>
                </a:lnTo>
                <a:lnTo>
                  <a:pt x="81099" y="37248"/>
                </a:lnTo>
                <a:lnTo>
                  <a:pt x="62869" y="37248"/>
                </a:lnTo>
                <a:lnTo>
                  <a:pt x="39909" y="117087"/>
                </a:lnTo>
                <a:lnTo>
                  <a:pt x="17146" y="37248"/>
                </a:lnTo>
                <a:lnTo>
                  <a:pt x="0" y="37248"/>
                </a:lnTo>
                <a:lnTo>
                  <a:pt x="30646" y="136183"/>
                </a:lnTo>
                <a:lnTo>
                  <a:pt x="48186" y="136183"/>
                </a:lnTo>
                <a:lnTo>
                  <a:pt x="71639" y="55632"/>
                </a:lnTo>
                <a:lnTo>
                  <a:pt x="95190" y="136183"/>
                </a:lnTo>
                <a:lnTo>
                  <a:pt x="112533" y="136183"/>
                </a:lnTo>
                <a:lnTo>
                  <a:pt x="143179" y="37248"/>
                </a:lnTo>
                <a:close/>
                <a:moveTo>
                  <a:pt x="176743" y="136183"/>
                </a:moveTo>
                <a:lnTo>
                  <a:pt x="176743" y="37248"/>
                </a:lnTo>
                <a:lnTo>
                  <a:pt x="160287" y="37248"/>
                </a:lnTo>
                <a:lnTo>
                  <a:pt x="160287" y="136183"/>
                </a:lnTo>
                <a:lnTo>
                  <a:pt x="176743" y="136183"/>
                </a:lnTo>
                <a:close/>
                <a:moveTo>
                  <a:pt x="926267" y="136183"/>
                </a:moveTo>
                <a:lnTo>
                  <a:pt x="926267" y="37248"/>
                </a:lnTo>
                <a:lnTo>
                  <a:pt x="909811" y="37248"/>
                </a:lnTo>
                <a:lnTo>
                  <a:pt x="909811" y="136183"/>
                </a:lnTo>
                <a:lnTo>
                  <a:pt x="926267" y="136183"/>
                </a:lnTo>
                <a:close/>
                <a:moveTo>
                  <a:pt x="453909" y="137762"/>
                </a:moveTo>
                <a:lnTo>
                  <a:pt x="454823" y="137676"/>
                </a:lnTo>
                <a:lnTo>
                  <a:pt x="455726" y="137575"/>
                </a:lnTo>
                <a:lnTo>
                  <a:pt x="456620" y="137458"/>
                </a:lnTo>
                <a:lnTo>
                  <a:pt x="457503" y="137326"/>
                </a:lnTo>
                <a:lnTo>
                  <a:pt x="458376" y="137178"/>
                </a:lnTo>
                <a:lnTo>
                  <a:pt x="459239" y="137014"/>
                </a:lnTo>
                <a:lnTo>
                  <a:pt x="460092" y="136835"/>
                </a:lnTo>
                <a:lnTo>
                  <a:pt x="460935" y="136641"/>
                </a:lnTo>
                <a:lnTo>
                  <a:pt x="461767" y="136431"/>
                </a:lnTo>
                <a:lnTo>
                  <a:pt x="462590" y="136205"/>
                </a:lnTo>
                <a:lnTo>
                  <a:pt x="463402" y="135964"/>
                </a:lnTo>
                <a:lnTo>
                  <a:pt x="464205" y="135707"/>
                </a:lnTo>
                <a:lnTo>
                  <a:pt x="464997" y="135434"/>
                </a:lnTo>
                <a:lnTo>
                  <a:pt x="465779" y="135146"/>
                </a:lnTo>
                <a:lnTo>
                  <a:pt x="466552" y="134843"/>
                </a:lnTo>
                <a:lnTo>
                  <a:pt x="467314" y="134524"/>
                </a:lnTo>
                <a:lnTo>
                  <a:pt x="468066" y="134189"/>
                </a:lnTo>
                <a:lnTo>
                  <a:pt x="468807" y="133839"/>
                </a:lnTo>
                <a:lnTo>
                  <a:pt x="469539" y="133473"/>
                </a:lnTo>
                <a:lnTo>
                  <a:pt x="470262" y="133094"/>
                </a:lnTo>
                <a:lnTo>
                  <a:pt x="470978" y="132705"/>
                </a:lnTo>
                <a:lnTo>
                  <a:pt x="471686" y="132306"/>
                </a:lnTo>
                <a:lnTo>
                  <a:pt x="472387" y="131897"/>
                </a:lnTo>
                <a:lnTo>
                  <a:pt x="473081" y="131478"/>
                </a:lnTo>
                <a:lnTo>
                  <a:pt x="473767" y="131049"/>
                </a:lnTo>
                <a:lnTo>
                  <a:pt x="474446" y="130610"/>
                </a:lnTo>
                <a:lnTo>
                  <a:pt x="475118" y="130161"/>
                </a:lnTo>
                <a:lnTo>
                  <a:pt x="475782" y="129701"/>
                </a:lnTo>
                <a:lnTo>
                  <a:pt x="476439" y="129232"/>
                </a:lnTo>
                <a:lnTo>
                  <a:pt x="477088" y="128752"/>
                </a:lnTo>
                <a:lnTo>
                  <a:pt x="477730" y="128262"/>
                </a:lnTo>
                <a:lnTo>
                  <a:pt x="478365" y="127763"/>
                </a:lnTo>
                <a:lnTo>
                  <a:pt x="478993" y="127253"/>
                </a:lnTo>
                <a:lnTo>
                  <a:pt x="479613" y="126733"/>
                </a:lnTo>
                <a:lnTo>
                  <a:pt x="480225" y="126203"/>
                </a:lnTo>
                <a:lnTo>
                  <a:pt x="480831" y="125662"/>
                </a:lnTo>
                <a:lnTo>
                  <a:pt x="481429" y="125112"/>
                </a:lnTo>
                <a:lnTo>
                  <a:pt x="482019" y="124552"/>
                </a:lnTo>
                <a:lnTo>
                  <a:pt x="482603" y="123981"/>
                </a:lnTo>
                <a:lnTo>
                  <a:pt x="483179" y="123401"/>
                </a:lnTo>
                <a:lnTo>
                  <a:pt x="483747" y="122810"/>
                </a:lnTo>
                <a:lnTo>
                  <a:pt x="484308" y="122209"/>
                </a:lnTo>
                <a:lnTo>
                  <a:pt x="484862" y="121599"/>
                </a:lnTo>
                <a:lnTo>
                  <a:pt x="485552" y="136183"/>
                </a:lnTo>
                <a:lnTo>
                  <a:pt x="500924" y="136183"/>
                </a:lnTo>
                <a:lnTo>
                  <a:pt x="500924" y="70090"/>
                </a:lnTo>
                <a:lnTo>
                  <a:pt x="500919" y="69208"/>
                </a:lnTo>
                <a:lnTo>
                  <a:pt x="500902" y="68341"/>
                </a:lnTo>
                <a:lnTo>
                  <a:pt x="500875" y="67486"/>
                </a:lnTo>
                <a:lnTo>
                  <a:pt x="500837" y="66646"/>
                </a:lnTo>
                <a:lnTo>
                  <a:pt x="500787" y="65819"/>
                </a:lnTo>
                <a:lnTo>
                  <a:pt x="500727" y="65005"/>
                </a:lnTo>
                <a:lnTo>
                  <a:pt x="500656" y="64205"/>
                </a:lnTo>
                <a:lnTo>
                  <a:pt x="500574" y="63419"/>
                </a:lnTo>
                <a:lnTo>
                  <a:pt x="500481" y="62646"/>
                </a:lnTo>
                <a:lnTo>
                  <a:pt x="500377" y="61887"/>
                </a:lnTo>
                <a:lnTo>
                  <a:pt x="500262" y="61141"/>
                </a:lnTo>
                <a:lnTo>
                  <a:pt x="500136" y="60409"/>
                </a:lnTo>
                <a:lnTo>
                  <a:pt x="499999" y="59690"/>
                </a:lnTo>
                <a:lnTo>
                  <a:pt x="499851" y="58985"/>
                </a:lnTo>
                <a:lnTo>
                  <a:pt x="499693" y="58294"/>
                </a:lnTo>
                <a:lnTo>
                  <a:pt x="499523" y="57616"/>
                </a:lnTo>
                <a:lnTo>
                  <a:pt x="499342" y="56952"/>
                </a:lnTo>
                <a:lnTo>
                  <a:pt x="499151" y="56301"/>
                </a:lnTo>
                <a:lnTo>
                  <a:pt x="498948" y="55664"/>
                </a:lnTo>
                <a:lnTo>
                  <a:pt x="498735" y="55041"/>
                </a:lnTo>
                <a:lnTo>
                  <a:pt x="498510" y="54431"/>
                </a:lnTo>
                <a:lnTo>
                  <a:pt x="498275" y="53834"/>
                </a:lnTo>
                <a:lnTo>
                  <a:pt x="498028" y="53251"/>
                </a:lnTo>
                <a:lnTo>
                  <a:pt x="497771" y="52682"/>
                </a:lnTo>
                <a:lnTo>
                  <a:pt x="497504" y="52125"/>
                </a:lnTo>
                <a:lnTo>
                  <a:pt x="497230" y="51577"/>
                </a:lnTo>
                <a:lnTo>
                  <a:pt x="496948" y="51041"/>
                </a:lnTo>
                <a:lnTo>
                  <a:pt x="496658" y="50514"/>
                </a:lnTo>
                <a:lnTo>
                  <a:pt x="496361" y="49998"/>
                </a:lnTo>
                <a:lnTo>
                  <a:pt x="496056" y="49493"/>
                </a:lnTo>
                <a:lnTo>
                  <a:pt x="495743" y="48998"/>
                </a:lnTo>
                <a:lnTo>
                  <a:pt x="495422" y="48513"/>
                </a:lnTo>
                <a:lnTo>
                  <a:pt x="495094" y="48039"/>
                </a:lnTo>
                <a:lnTo>
                  <a:pt x="494758" y="47575"/>
                </a:lnTo>
                <a:lnTo>
                  <a:pt x="494415" y="47121"/>
                </a:lnTo>
                <a:lnTo>
                  <a:pt x="494063" y="46678"/>
                </a:lnTo>
                <a:lnTo>
                  <a:pt x="493704" y="46245"/>
                </a:lnTo>
                <a:lnTo>
                  <a:pt x="493338" y="45823"/>
                </a:lnTo>
                <a:lnTo>
                  <a:pt x="492963" y="45411"/>
                </a:lnTo>
                <a:lnTo>
                  <a:pt x="492581" y="45010"/>
                </a:lnTo>
                <a:lnTo>
                  <a:pt x="492191" y="44619"/>
                </a:lnTo>
                <a:lnTo>
                  <a:pt x="491794" y="44238"/>
                </a:lnTo>
                <a:lnTo>
                  <a:pt x="491389" y="43868"/>
                </a:lnTo>
                <a:lnTo>
                  <a:pt x="490976" y="43508"/>
                </a:lnTo>
                <a:lnTo>
                  <a:pt x="490555" y="43158"/>
                </a:lnTo>
                <a:lnTo>
                  <a:pt x="490127" y="42819"/>
                </a:lnTo>
                <a:lnTo>
                  <a:pt x="489691" y="42490"/>
                </a:lnTo>
                <a:lnTo>
                  <a:pt x="489247" y="42172"/>
                </a:lnTo>
                <a:lnTo>
                  <a:pt x="488797" y="41863"/>
                </a:lnTo>
                <a:lnTo>
                  <a:pt x="488343" y="41562"/>
                </a:lnTo>
                <a:lnTo>
                  <a:pt x="487883" y="41269"/>
                </a:lnTo>
                <a:lnTo>
                  <a:pt x="487419" y="40985"/>
                </a:lnTo>
                <a:lnTo>
                  <a:pt x="486950" y="40708"/>
                </a:lnTo>
                <a:lnTo>
                  <a:pt x="486476" y="40440"/>
                </a:lnTo>
                <a:lnTo>
                  <a:pt x="485997" y="40179"/>
                </a:lnTo>
                <a:lnTo>
                  <a:pt x="485514" y="39927"/>
                </a:lnTo>
                <a:lnTo>
                  <a:pt x="485025" y="39683"/>
                </a:lnTo>
                <a:lnTo>
                  <a:pt x="484532" y="39447"/>
                </a:lnTo>
                <a:lnTo>
                  <a:pt x="484035" y="39219"/>
                </a:lnTo>
                <a:lnTo>
                  <a:pt x="483532" y="39000"/>
                </a:lnTo>
                <a:lnTo>
                  <a:pt x="483025" y="38788"/>
                </a:lnTo>
                <a:lnTo>
                  <a:pt x="482512" y="38584"/>
                </a:lnTo>
                <a:lnTo>
                  <a:pt x="481995" y="38389"/>
                </a:lnTo>
                <a:lnTo>
                  <a:pt x="481474" y="38202"/>
                </a:lnTo>
                <a:lnTo>
                  <a:pt x="480947" y="38023"/>
                </a:lnTo>
                <a:lnTo>
                  <a:pt x="480416" y="37852"/>
                </a:lnTo>
                <a:lnTo>
                  <a:pt x="479879" y="37689"/>
                </a:lnTo>
                <a:lnTo>
                  <a:pt x="479339" y="37534"/>
                </a:lnTo>
                <a:lnTo>
                  <a:pt x="478793" y="37387"/>
                </a:lnTo>
                <a:lnTo>
                  <a:pt x="478242" y="37249"/>
                </a:lnTo>
                <a:lnTo>
                  <a:pt x="477687" y="37118"/>
                </a:lnTo>
                <a:lnTo>
                  <a:pt x="477127" y="36996"/>
                </a:lnTo>
                <a:lnTo>
                  <a:pt x="476563" y="36880"/>
                </a:lnTo>
                <a:lnTo>
                  <a:pt x="475997" y="36768"/>
                </a:lnTo>
                <a:lnTo>
                  <a:pt x="475429" y="36662"/>
                </a:lnTo>
                <a:lnTo>
                  <a:pt x="474859" y="36561"/>
                </a:lnTo>
                <a:lnTo>
                  <a:pt x="474287" y="36465"/>
                </a:lnTo>
                <a:lnTo>
                  <a:pt x="473712" y="36373"/>
                </a:lnTo>
                <a:lnTo>
                  <a:pt x="473135" y="36287"/>
                </a:lnTo>
                <a:lnTo>
                  <a:pt x="472556" y="36205"/>
                </a:lnTo>
                <a:lnTo>
                  <a:pt x="471974" y="36129"/>
                </a:lnTo>
                <a:lnTo>
                  <a:pt x="471391" y="36057"/>
                </a:lnTo>
                <a:lnTo>
                  <a:pt x="470805" y="35990"/>
                </a:lnTo>
                <a:lnTo>
                  <a:pt x="470217" y="35929"/>
                </a:lnTo>
                <a:lnTo>
                  <a:pt x="469626" y="35872"/>
                </a:lnTo>
                <a:lnTo>
                  <a:pt x="469034" y="35820"/>
                </a:lnTo>
                <a:lnTo>
                  <a:pt x="468439" y="35773"/>
                </a:lnTo>
                <a:lnTo>
                  <a:pt x="467842" y="35731"/>
                </a:lnTo>
                <a:lnTo>
                  <a:pt x="467243" y="35694"/>
                </a:lnTo>
                <a:lnTo>
                  <a:pt x="466642" y="35662"/>
                </a:lnTo>
                <a:lnTo>
                  <a:pt x="466038" y="35635"/>
                </a:lnTo>
                <a:lnTo>
                  <a:pt x="465432" y="35613"/>
                </a:lnTo>
                <a:lnTo>
                  <a:pt x="464824" y="35595"/>
                </a:lnTo>
                <a:lnTo>
                  <a:pt x="464214" y="35583"/>
                </a:lnTo>
                <a:lnTo>
                  <a:pt x="463601" y="35575"/>
                </a:lnTo>
                <a:lnTo>
                  <a:pt x="462986" y="35573"/>
                </a:lnTo>
                <a:lnTo>
                  <a:pt x="462030" y="35579"/>
                </a:lnTo>
                <a:lnTo>
                  <a:pt x="461083" y="35597"/>
                </a:lnTo>
                <a:lnTo>
                  <a:pt x="460145" y="35627"/>
                </a:lnTo>
                <a:lnTo>
                  <a:pt x="459216" y="35669"/>
                </a:lnTo>
                <a:lnTo>
                  <a:pt x="458296" y="35723"/>
                </a:lnTo>
                <a:lnTo>
                  <a:pt x="457385" y="35789"/>
                </a:lnTo>
                <a:lnTo>
                  <a:pt x="456483" y="35867"/>
                </a:lnTo>
                <a:lnTo>
                  <a:pt x="455590" y="35957"/>
                </a:lnTo>
                <a:lnTo>
                  <a:pt x="454707" y="36058"/>
                </a:lnTo>
                <a:lnTo>
                  <a:pt x="453832" y="36172"/>
                </a:lnTo>
                <a:lnTo>
                  <a:pt x="452966" y="36298"/>
                </a:lnTo>
                <a:lnTo>
                  <a:pt x="452110" y="36436"/>
                </a:lnTo>
                <a:lnTo>
                  <a:pt x="451263" y="36586"/>
                </a:lnTo>
                <a:lnTo>
                  <a:pt x="450424" y="36748"/>
                </a:lnTo>
                <a:lnTo>
                  <a:pt x="449595" y="36921"/>
                </a:lnTo>
                <a:lnTo>
                  <a:pt x="448775" y="37107"/>
                </a:lnTo>
                <a:lnTo>
                  <a:pt x="447963" y="37305"/>
                </a:lnTo>
                <a:lnTo>
                  <a:pt x="447161" y="37515"/>
                </a:lnTo>
                <a:lnTo>
                  <a:pt x="446368" y="37737"/>
                </a:lnTo>
                <a:lnTo>
                  <a:pt x="445584" y="37970"/>
                </a:lnTo>
                <a:lnTo>
                  <a:pt x="444809" y="38216"/>
                </a:lnTo>
                <a:lnTo>
                  <a:pt x="444044" y="38474"/>
                </a:lnTo>
                <a:lnTo>
                  <a:pt x="443287" y="38743"/>
                </a:lnTo>
                <a:lnTo>
                  <a:pt x="442539" y="39025"/>
                </a:lnTo>
                <a:lnTo>
                  <a:pt x="441803" y="39319"/>
                </a:lnTo>
                <a:lnTo>
                  <a:pt x="441080" y="39628"/>
                </a:lnTo>
                <a:lnTo>
                  <a:pt x="440370" y="39951"/>
                </a:lnTo>
                <a:lnTo>
                  <a:pt x="439673" y="40287"/>
                </a:lnTo>
                <a:lnTo>
                  <a:pt x="438990" y="40638"/>
                </a:lnTo>
                <a:lnTo>
                  <a:pt x="438320" y="41003"/>
                </a:lnTo>
                <a:lnTo>
                  <a:pt x="437664" y="41382"/>
                </a:lnTo>
                <a:lnTo>
                  <a:pt x="437021" y="41776"/>
                </a:lnTo>
                <a:lnTo>
                  <a:pt x="436391" y="42183"/>
                </a:lnTo>
                <a:lnTo>
                  <a:pt x="435775" y="42604"/>
                </a:lnTo>
                <a:lnTo>
                  <a:pt x="435172" y="43040"/>
                </a:lnTo>
                <a:lnTo>
                  <a:pt x="434582" y="43489"/>
                </a:lnTo>
                <a:lnTo>
                  <a:pt x="434006" y="43953"/>
                </a:lnTo>
                <a:lnTo>
                  <a:pt x="433443" y="44431"/>
                </a:lnTo>
                <a:lnTo>
                  <a:pt x="432893" y="44923"/>
                </a:lnTo>
                <a:lnTo>
                  <a:pt x="432357" y="45429"/>
                </a:lnTo>
                <a:lnTo>
                  <a:pt x="431834" y="45949"/>
                </a:lnTo>
                <a:lnTo>
                  <a:pt x="431324" y="46483"/>
                </a:lnTo>
                <a:lnTo>
                  <a:pt x="430828" y="47031"/>
                </a:lnTo>
                <a:lnTo>
                  <a:pt x="430345" y="47594"/>
                </a:lnTo>
                <a:lnTo>
                  <a:pt x="429875" y="48170"/>
                </a:lnTo>
                <a:lnTo>
                  <a:pt x="429419" y="48761"/>
                </a:lnTo>
                <a:lnTo>
                  <a:pt x="428976" y="49366"/>
                </a:lnTo>
                <a:lnTo>
                  <a:pt x="428547" y="49985"/>
                </a:lnTo>
                <a:lnTo>
                  <a:pt x="428132" y="50618"/>
                </a:lnTo>
                <a:lnTo>
                  <a:pt x="427736" y="51268"/>
                </a:lnTo>
                <a:lnTo>
                  <a:pt x="427357" y="51934"/>
                </a:lnTo>
                <a:lnTo>
                  <a:pt x="426996" y="52617"/>
                </a:lnTo>
                <a:lnTo>
                  <a:pt x="426652" y="53315"/>
                </a:lnTo>
                <a:lnTo>
                  <a:pt x="426326" y="54030"/>
                </a:lnTo>
                <a:lnTo>
                  <a:pt x="426018" y="54761"/>
                </a:lnTo>
                <a:lnTo>
                  <a:pt x="425727" y="55508"/>
                </a:lnTo>
                <a:lnTo>
                  <a:pt x="425454" y="56272"/>
                </a:lnTo>
                <a:lnTo>
                  <a:pt x="425199" y="57051"/>
                </a:lnTo>
                <a:lnTo>
                  <a:pt x="424961" y="57847"/>
                </a:lnTo>
                <a:lnTo>
                  <a:pt x="424740" y="58659"/>
                </a:lnTo>
                <a:lnTo>
                  <a:pt x="424538" y="59487"/>
                </a:lnTo>
                <a:lnTo>
                  <a:pt x="424353" y="60332"/>
                </a:lnTo>
                <a:lnTo>
                  <a:pt x="424185" y="61193"/>
                </a:lnTo>
                <a:lnTo>
                  <a:pt x="424036" y="62069"/>
                </a:lnTo>
                <a:lnTo>
                  <a:pt x="423903" y="62962"/>
                </a:lnTo>
                <a:lnTo>
                  <a:pt x="423789" y="63872"/>
                </a:lnTo>
                <a:lnTo>
                  <a:pt x="423692" y="64797"/>
                </a:lnTo>
                <a:lnTo>
                  <a:pt x="423613" y="65739"/>
                </a:lnTo>
                <a:lnTo>
                  <a:pt x="423551" y="66697"/>
                </a:lnTo>
                <a:lnTo>
                  <a:pt x="423507" y="67671"/>
                </a:lnTo>
                <a:lnTo>
                  <a:pt x="423481" y="68661"/>
                </a:lnTo>
                <a:lnTo>
                  <a:pt x="423472" y="69668"/>
                </a:lnTo>
                <a:lnTo>
                  <a:pt x="439435" y="69668"/>
                </a:lnTo>
                <a:lnTo>
                  <a:pt x="439447" y="68733"/>
                </a:lnTo>
                <a:lnTo>
                  <a:pt x="439482" y="67818"/>
                </a:lnTo>
                <a:lnTo>
                  <a:pt x="439541" y="66925"/>
                </a:lnTo>
                <a:lnTo>
                  <a:pt x="439624" y="66054"/>
                </a:lnTo>
                <a:lnTo>
                  <a:pt x="439730" y="65203"/>
                </a:lnTo>
                <a:lnTo>
                  <a:pt x="439860" y="64373"/>
                </a:lnTo>
                <a:lnTo>
                  <a:pt x="440014" y="63565"/>
                </a:lnTo>
                <a:lnTo>
                  <a:pt x="440191" y="62777"/>
                </a:lnTo>
                <a:lnTo>
                  <a:pt x="440391" y="62011"/>
                </a:lnTo>
                <a:lnTo>
                  <a:pt x="440616" y="61266"/>
                </a:lnTo>
                <a:lnTo>
                  <a:pt x="440864" y="60542"/>
                </a:lnTo>
                <a:lnTo>
                  <a:pt x="441135" y="59839"/>
                </a:lnTo>
                <a:lnTo>
                  <a:pt x="441430" y="59158"/>
                </a:lnTo>
                <a:lnTo>
                  <a:pt x="441749" y="58497"/>
                </a:lnTo>
                <a:lnTo>
                  <a:pt x="442091" y="57858"/>
                </a:lnTo>
                <a:lnTo>
                  <a:pt x="442457" y="57240"/>
                </a:lnTo>
                <a:lnTo>
                  <a:pt x="442847" y="56642"/>
                </a:lnTo>
                <a:lnTo>
                  <a:pt x="443260" y="56067"/>
                </a:lnTo>
                <a:lnTo>
                  <a:pt x="443697" y="55512"/>
                </a:lnTo>
                <a:lnTo>
                  <a:pt x="444157" y="54978"/>
                </a:lnTo>
                <a:lnTo>
                  <a:pt x="444641" y="54465"/>
                </a:lnTo>
                <a:lnTo>
                  <a:pt x="445148" y="53974"/>
                </a:lnTo>
                <a:lnTo>
                  <a:pt x="445680" y="53504"/>
                </a:lnTo>
                <a:lnTo>
                  <a:pt x="446234" y="53055"/>
                </a:lnTo>
                <a:lnTo>
                  <a:pt x="446807" y="52625"/>
                </a:lnTo>
                <a:lnTo>
                  <a:pt x="447390" y="52214"/>
                </a:lnTo>
                <a:lnTo>
                  <a:pt x="447984" y="51821"/>
                </a:lnTo>
                <a:lnTo>
                  <a:pt x="448588" y="51447"/>
                </a:lnTo>
                <a:lnTo>
                  <a:pt x="449204" y="51090"/>
                </a:lnTo>
                <a:lnTo>
                  <a:pt x="449831" y="50752"/>
                </a:lnTo>
                <a:lnTo>
                  <a:pt x="450469" y="50432"/>
                </a:lnTo>
                <a:lnTo>
                  <a:pt x="451118" y="50131"/>
                </a:lnTo>
                <a:lnTo>
                  <a:pt x="451777" y="49848"/>
                </a:lnTo>
                <a:lnTo>
                  <a:pt x="452448" y="49583"/>
                </a:lnTo>
                <a:lnTo>
                  <a:pt x="453130" y="49336"/>
                </a:lnTo>
                <a:lnTo>
                  <a:pt x="453822" y="49108"/>
                </a:lnTo>
                <a:lnTo>
                  <a:pt x="454526" y="48898"/>
                </a:lnTo>
                <a:lnTo>
                  <a:pt x="455240" y="48706"/>
                </a:lnTo>
                <a:lnTo>
                  <a:pt x="455965" y="48532"/>
                </a:lnTo>
                <a:lnTo>
                  <a:pt x="456702" y="48377"/>
                </a:lnTo>
                <a:lnTo>
                  <a:pt x="457449" y="48240"/>
                </a:lnTo>
                <a:lnTo>
                  <a:pt x="458207" y="48121"/>
                </a:lnTo>
                <a:lnTo>
                  <a:pt x="458976" y="48020"/>
                </a:lnTo>
                <a:lnTo>
                  <a:pt x="459756" y="47938"/>
                </a:lnTo>
                <a:lnTo>
                  <a:pt x="460547" y="47874"/>
                </a:lnTo>
                <a:lnTo>
                  <a:pt x="461349" y="47829"/>
                </a:lnTo>
                <a:lnTo>
                  <a:pt x="462162" y="47801"/>
                </a:lnTo>
                <a:lnTo>
                  <a:pt x="462986" y="47792"/>
                </a:lnTo>
                <a:lnTo>
                  <a:pt x="463761" y="47800"/>
                </a:lnTo>
                <a:lnTo>
                  <a:pt x="464524" y="47826"/>
                </a:lnTo>
                <a:lnTo>
                  <a:pt x="465276" y="47867"/>
                </a:lnTo>
                <a:lnTo>
                  <a:pt x="466016" y="47926"/>
                </a:lnTo>
                <a:lnTo>
                  <a:pt x="466746" y="48002"/>
                </a:lnTo>
                <a:lnTo>
                  <a:pt x="467464" y="48094"/>
                </a:lnTo>
                <a:lnTo>
                  <a:pt x="468170" y="48203"/>
                </a:lnTo>
                <a:lnTo>
                  <a:pt x="468866" y="48329"/>
                </a:lnTo>
                <a:lnTo>
                  <a:pt x="469550" y="48471"/>
                </a:lnTo>
                <a:lnTo>
                  <a:pt x="470223" y="48630"/>
                </a:lnTo>
                <a:lnTo>
                  <a:pt x="470884" y="48806"/>
                </a:lnTo>
                <a:lnTo>
                  <a:pt x="471535" y="48999"/>
                </a:lnTo>
                <a:lnTo>
                  <a:pt x="472174" y="49209"/>
                </a:lnTo>
                <a:lnTo>
                  <a:pt x="472801" y="49435"/>
                </a:lnTo>
                <a:lnTo>
                  <a:pt x="473418" y="49678"/>
                </a:lnTo>
                <a:lnTo>
                  <a:pt x="474023" y="49938"/>
                </a:lnTo>
                <a:lnTo>
                  <a:pt x="474617" y="50215"/>
                </a:lnTo>
                <a:lnTo>
                  <a:pt x="475199" y="50508"/>
                </a:lnTo>
                <a:lnTo>
                  <a:pt x="475770" y="50818"/>
                </a:lnTo>
                <a:lnTo>
                  <a:pt x="476330" y="51145"/>
                </a:lnTo>
                <a:lnTo>
                  <a:pt x="476879" y="51489"/>
                </a:lnTo>
                <a:lnTo>
                  <a:pt x="477416" y="51849"/>
                </a:lnTo>
                <a:lnTo>
                  <a:pt x="477942" y="52226"/>
                </a:lnTo>
                <a:lnTo>
                  <a:pt x="478457" y="52620"/>
                </a:lnTo>
                <a:lnTo>
                  <a:pt x="478956" y="53037"/>
                </a:lnTo>
                <a:lnTo>
                  <a:pt x="479433" y="53482"/>
                </a:lnTo>
                <a:lnTo>
                  <a:pt x="479889" y="53955"/>
                </a:lnTo>
                <a:lnTo>
                  <a:pt x="480324" y="54456"/>
                </a:lnTo>
                <a:lnTo>
                  <a:pt x="480738" y="54986"/>
                </a:lnTo>
                <a:lnTo>
                  <a:pt x="481130" y="55544"/>
                </a:lnTo>
                <a:lnTo>
                  <a:pt x="481501" y="56130"/>
                </a:lnTo>
                <a:lnTo>
                  <a:pt x="481851" y="56745"/>
                </a:lnTo>
                <a:lnTo>
                  <a:pt x="482180" y="57388"/>
                </a:lnTo>
                <a:lnTo>
                  <a:pt x="482488" y="58059"/>
                </a:lnTo>
                <a:lnTo>
                  <a:pt x="482774" y="58759"/>
                </a:lnTo>
                <a:lnTo>
                  <a:pt x="483039" y="59487"/>
                </a:lnTo>
                <a:lnTo>
                  <a:pt x="483283" y="60243"/>
                </a:lnTo>
                <a:lnTo>
                  <a:pt x="483506" y="61027"/>
                </a:lnTo>
                <a:lnTo>
                  <a:pt x="483707" y="61840"/>
                </a:lnTo>
                <a:lnTo>
                  <a:pt x="483888" y="62681"/>
                </a:lnTo>
                <a:lnTo>
                  <a:pt x="484047" y="63551"/>
                </a:lnTo>
                <a:lnTo>
                  <a:pt x="484185" y="64448"/>
                </a:lnTo>
                <a:lnTo>
                  <a:pt x="484301" y="65374"/>
                </a:lnTo>
                <a:lnTo>
                  <a:pt x="484397" y="66328"/>
                </a:lnTo>
                <a:lnTo>
                  <a:pt x="484471" y="67311"/>
                </a:lnTo>
                <a:lnTo>
                  <a:pt x="484524" y="68322"/>
                </a:lnTo>
                <a:lnTo>
                  <a:pt x="484556" y="69361"/>
                </a:lnTo>
                <a:lnTo>
                  <a:pt x="484567" y="70429"/>
                </a:lnTo>
                <a:lnTo>
                  <a:pt x="484567" y="77490"/>
                </a:lnTo>
                <a:lnTo>
                  <a:pt x="482925" y="77510"/>
                </a:lnTo>
                <a:lnTo>
                  <a:pt x="481300" y="77539"/>
                </a:lnTo>
                <a:lnTo>
                  <a:pt x="479694" y="77576"/>
                </a:lnTo>
                <a:lnTo>
                  <a:pt x="478104" y="77620"/>
                </a:lnTo>
                <a:lnTo>
                  <a:pt x="476532" y="77673"/>
                </a:lnTo>
                <a:lnTo>
                  <a:pt x="474977" y="77733"/>
                </a:lnTo>
                <a:lnTo>
                  <a:pt x="473440" y="77801"/>
                </a:lnTo>
                <a:lnTo>
                  <a:pt x="471921" y="77877"/>
                </a:lnTo>
                <a:lnTo>
                  <a:pt x="470418" y="77961"/>
                </a:lnTo>
                <a:lnTo>
                  <a:pt x="468934" y="78053"/>
                </a:lnTo>
                <a:lnTo>
                  <a:pt x="467466" y="78153"/>
                </a:lnTo>
                <a:lnTo>
                  <a:pt x="466016" y="78260"/>
                </a:lnTo>
                <a:lnTo>
                  <a:pt x="464584" y="78376"/>
                </a:lnTo>
                <a:lnTo>
                  <a:pt x="463169" y="78499"/>
                </a:lnTo>
                <a:lnTo>
                  <a:pt x="461772" y="78630"/>
                </a:lnTo>
                <a:lnTo>
                  <a:pt x="460391" y="78769"/>
                </a:lnTo>
                <a:lnTo>
                  <a:pt x="459029" y="78916"/>
                </a:lnTo>
                <a:lnTo>
                  <a:pt x="457684" y="79071"/>
                </a:lnTo>
                <a:lnTo>
                  <a:pt x="456356" y="79234"/>
                </a:lnTo>
                <a:lnTo>
                  <a:pt x="455046" y="79404"/>
                </a:lnTo>
                <a:lnTo>
                  <a:pt x="453753" y="79583"/>
                </a:lnTo>
                <a:lnTo>
                  <a:pt x="452477" y="79769"/>
                </a:lnTo>
                <a:lnTo>
                  <a:pt x="451219" y="79963"/>
                </a:lnTo>
                <a:lnTo>
                  <a:pt x="449979" y="80166"/>
                </a:lnTo>
                <a:lnTo>
                  <a:pt x="448759" y="80379"/>
                </a:lnTo>
                <a:lnTo>
                  <a:pt x="447562" y="80608"/>
                </a:lnTo>
                <a:lnTo>
                  <a:pt x="446388" y="80852"/>
                </a:lnTo>
                <a:lnTo>
                  <a:pt x="445238" y="81112"/>
                </a:lnTo>
                <a:lnTo>
                  <a:pt x="444111" y="81386"/>
                </a:lnTo>
                <a:lnTo>
                  <a:pt x="443007" y="81676"/>
                </a:lnTo>
                <a:lnTo>
                  <a:pt x="441927" y="81982"/>
                </a:lnTo>
                <a:lnTo>
                  <a:pt x="440870" y="82302"/>
                </a:lnTo>
                <a:lnTo>
                  <a:pt x="439836" y="82638"/>
                </a:lnTo>
                <a:lnTo>
                  <a:pt x="438825" y="82989"/>
                </a:lnTo>
                <a:lnTo>
                  <a:pt x="437837" y="83355"/>
                </a:lnTo>
                <a:lnTo>
                  <a:pt x="436873" y="83736"/>
                </a:lnTo>
                <a:lnTo>
                  <a:pt x="435932" y="84133"/>
                </a:lnTo>
                <a:lnTo>
                  <a:pt x="435015" y="84545"/>
                </a:lnTo>
                <a:lnTo>
                  <a:pt x="434120" y="84972"/>
                </a:lnTo>
                <a:lnTo>
                  <a:pt x="433249" y="85414"/>
                </a:lnTo>
                <a:lnTo>
                  <a:pt x="432401" y="85872"/>
                </a:lnTo>
                <a:lnTo>
                  <a:pt x="431577" y="86345"/>
                </a:lnTo>
                <a:lnTo>
                  <a:pt x="430775" y="86833"/>
                </a:lnTo>
                <a:lnTo>
                  <a:pt x="429997" y="87336"/>
                </a:lnTo>
                <a:lnTo>
                  <a:pt x="429242" y="87855"/>
                </a:lnTo>
                <a:lnTo>
                  <a:pt x="428511" y="88389"/>
                </a:lnTo>
                <a:lnTo>
                  <a:pt x="427803" y="88938"/>
                </a:lnTo>
                <a:lnTo>
                  <a:pt x="427118" y="89502"/>
                </a:lnTo>
                <a:lnTo>
                  <a:pt x="426458" y="90085"/>
                </a:lnTo>
                <a:lnTo>
                  <a:pt x="425827" y="90690"/>
                </a:lnTo>
                <a:lnTo>
                  <a:pt x="425224" y="91318"/>
                </a:lnTo>
                <a:lnTo>
                  <a:pt x="424649" y="91967"/>
                </a:lnTo>
                <a:lnTo>
                  <a:pt x="424102" y="92638"/>
                </a:lnTo>
                <a:lnTo>
                  <a:pt x="423583" y="93332"/>
                </a:lnTo>
                <a:lnTo>
                  <a:pt x="423092" y="94047"/>
                </a:lnTo>
                <a:lnTo>
                  <a:pt x="422629" y="94785"/>
                </a:lnTo>
                <a:lnTo>
                  <a:pt x="422194" y="95544"/>
                </a:lnTo>
                <a:lnTo>
                  <a:pt x="421787" y="96326"/>
                </a:lnTo>
                <a:lnTo>
                  <a:pt x="421408" y="97130"/>
                </a:lnTo>
                <a:lnTo>
                  <a:pt x="421057" y="97956"/>
                </a:lnTo>
                <a:lnTo>
                  <a:pt x="420735" y="98804"/>
                </a:lnTo>
                <a:lnTo>
                  <a:pt x="420440" y="99674"/>
                </a:lnTo>
                <a:lnTo>
                  <a:pt x="420174" y="100566"/>
                </a:lnTo>
                <a:lnTo>
                  <a:pt x="419935" y="101480"/>
                </a:lnTo>
                <a:lnTo>
                  <a:pt x="419725" y="102417"/>
                </a:lnTo>
                <a:lnTo>
                  <a:pt x="419542" y="103375"/>
                </a:lnTo>
                <a:lnTo>
                  <a:pt x="419388" y="104356"/>
                </a:lnTo>
                <a:lnTo>
                  <a:pt x="419262" y="105358"/>
                </a:lnTo>
                <a:lnTo>
                  <a:pt x="419164" y="106383"/>
                </a:lnTo>
                <a:lnTo>
                  <a:pt x="419093" y="107429"/>
                </a:lnTo>
                <a:lnTo>
                  <a:pt x="419051" y="108498"/>
                </a:lnTo>
                <a:lnTo>
                  <a:pt x="419037" y="109589"/>
                </a:lnTo>
                <a:lnTo>
                  <a:pt x="419044" y="110358"/>
                </a:lnTo>
                <a:lnTo>
                  <a:pt x="419066" y="111116"/>
                </a:lnTo>
                <a:lnTo>
                  <a:pt x="419101" y="111864"/>
                </a:lnTo>
                <a:lnTo>
                  <a:pt x="419151" y="112602"/>
                </a:lnTo>
                <a:lnTo>
                  <a:pt x="419215" y="113330"/>
                </a:lnTo>
                <a:lnTo>
                  <a:pt x="419293" y="114047"/>
                </a:lnTo>
                <a:lnTo>
                  <a:pt x="419385" y="114753"/>
                </a:lnTo>
                <a:lnTo>
                  <a:pt x="419492" y="115450"/>
                </a:lnTo>
                <a:lnTo>
                  <a:pt x="419612" y="116136"/>
                </a:lnTo>
                <a:lnTo>
                  <a:pt x="419747" y="116812"/>
                </a:lnTo>
                <a:lnTo>
                  <a:pt x="419896" y="117477"/>
                </a:lnTo>
                <a:lnTo>
                  <a:pt x="420060" y="118132"/>
                </a:lnTo>
                <a:lnTo>
                  <a:pt x="420237" y="118777"/>
                </a:lnTo>
                <a:lnTo>
                  <a:pt x="420429" y="119411"/>
                </a:lnTo>
                <a:lnTo>
                  <a:pt x="420635" y="120035"/>
                </a:lnTo>
                <a:lnTo>
                  <a:pt x="420855" y="120649"/>
                </a:lnTo>
                <a:lnTo>
                  <a:pt x="421089" y="121252"/>
                </a:lnTo>
                <a:lnTo>
                  <a:pt x="421338" y="121845"/>
                </a:lnTo>
                <a:lnTo>
                  <a:pt x="421600" y="122428"/>
                </a:lnTo>
                <a:lnTo>
                  <a:pt x="421877" y="123000"/>
                </a:lnTo>
                <a:lnTo>
                  <a:pt x="422168" y="123562"/>
                </a:lnTo>
                <a:lnTo>
                  <a:pt x="422474" y="124114"/>
                </a:lnTo>
                <a:lnTo>
                  <a:pt x="422793" y="124655"/>
                </a:lnTo>
                <a:lnTo>
                  <a:pt x="423127" y="125186"/>
                </a:lnTo>
                <a:lnTo>
                  <a:pt x="423472" y="125707"/>
                </a:lnTo>
                <a:lnTo>
                  <a:pt x="423828" y="126216"/>
                </a:lnTo>
                <a:lnTo>
                  <a:pt x="424192" y="126715"/>
                </a:lnTo>
                <a:lnTo>
                  <a:pt x="424567" y="127204"/>
                </a:lnTo>
                <a:lnTo>
                  <a:pt x="424950" y="127681"/>
                </a:lnTo>
                <a:lnTo>
                  <a:pt x="425344" y="128148"/>
                </a:lnTo>
                <a:lnTo>
                  <a:pt x="425747" y="128605"/>
                </a:lnTo>
                <a:lnTo>
                  <a:pt x="426160" y="129050"/>
                </a:lnTo>
                <a:lnTo>
                  <a:pt x="426582" y="129485"/>
                </a:lnTo>
                <a:lnTo>
                  <a:pt x="427014" y="129910"/>
                </a:lnTo>
                <a:lnTo>
                  <a:pt x="427455" y="130323"/>
                </a:lnTo>
                <a:lnTo>
                  <a:pt x="427906" y="130726"/>
                </a:lnTo>
                <a:lnTo>
                  <a:pt x="428367" y="131118"/>
                </a:lnTo>
                <a:lnTo>
                  <a:pt x="428837" y="131500"/>
                </a:lnTo>
                <a:lnTo>
                  <a:pt x="429316" y="131870"/>
                </a:lnTo>
                <a:lnTo>
                  <a:pt x="429806" y="132230"/>
                </a:lnTo>
                <a:lnTo>
                  <a:pt x="430304" y="132580"/>
                </a:lnTo>
                <a:lnTo>
                  <a:pt x="430813" y="132918"/>
                </a:lnTo>
                <a:lnTo>
                  <a:pt x="431331" y="133246"/>
                </a:lnTo>
                <a:lnTo>
                  <a:pt x="431859" y="133564"/>
                </a:lnTo>
                <a:lnTo>
                  <a:pt x="432396" y="133870"/>
                </a:lnTo>
                <a:lnTo>
                  <a:pt x="432943" y="134166"/>
                </a:lnTo>
                <a:lnTo>
                  <a:pt x="433499" y="134452"/>
                </a:lnTo>
                <a:lnTo>
                  <a:pt x="434065" y="134726"/>
                </a:lnTo>
                <a:lnTo>
                  <a:pt x="434638" y="134990"/>
                </a:lnTo>
                <a:lnTo>
                  <a:pt x="435216" y="135242"/>
                </a:lnTo>
                <a:lnTo>
                  <a:pt x="435799" y="135483"/>
                </a:lnTo>
                <a:lnTo>
                  <a:pt x="436387" y="135713"/>
                </a:lnTo>
                <a:lnTo>
                  <a:pt x="436980" y="135932"/>
                </a:lnTo>
                <a:lnTo>
                  <a:pt x="437578" y="136139"/>
                </a:lnTo>
                <a:lnTo>
                  <a:pt x="438181" y="136336"/>
                </a:lnTo>
                <a:lnTo>
                  <a:pt x="438789" y="136521"/>
                </a:lnTo>
                <a:lnTo>
                  <a:pt x="439402" y="136694"/>
                </a:lnTo>
                <a:lnTo>
                  <a:pt x="440020" y="136857"/>
                </a:lnTo>
                <a:lnTo>
                  <a:pt x="440643" y="137009"/>
                </a:lnTo>
                <a:lnTo>
                  <a:pt x="441271" y="137149"/>
                </a:lnTo>
                <a:lnTo>
                  <a:pt x="441903" y="137278"/>
                </a:lnTo>
                <a:lnTo>
                  <a:pt x="442541" y="137395"/>
                </a:lnTo>
                <a:lnTo>
                  <a:pt x="443184" y="137502"/>
                </a:lnTo>
                <a:lnTo>
                  <a:pt x="443831" y="137597"/>
                </a:lnTo>
                <a:lnTo>
                  <a:pt x="444484" y="137682"/>
                </a:lnTo>
                <a:lnTo>
                  <a:pt x="445141" y="137754"/>
                </a:lnTo>
                <a:lnTo>
                  <a:pt x="445804" y="137816"/>
                </a:lnTo>
                <a:lnTo>
                  <a:pt x="446471" y="137867"/>
                </a:lnTo>
                <a:lnTo>
                  <a:pt x="447144" y="137906"/>
                </a:lnTo>
                <a:lnTo>
                  <a:pt x="447821" y="137934"/>
                </a:lnTo>
                <a:lnTo>
                  <a:pt x="448503" y="137951"/>
                </a:lnTo>
                <a:lnTo>
                  <a:pt x="449191" y="137956"/>
                </a:lnTo>
                <a:lnTo>
                  <a:pt x="450155" y="137949"/>
                </a:lnTo>
                <a:lnTo>
                  <a:pt x="451108" y="137925"/>
                </a:lnTo>
                <a:lnTo>
                  <a:pt x="452052" y="137886"/>
                </a:lnTo>
                <a:lnTo>
                  <a:pt x="452986" y="137832"/>
                </a:lnTo>
                <a:lnTo>
                  <a:pt x="453909" y="137762"/>
                </a:lnTo>
                <a:close/>
                <a:moveTo>
                  <a:pt x="450017" y="125150"/>
                </a:moveTo>
                <a:lnTo>
                  <a:pt x="449360" y="125064"/>
                </a:lnTo>
                <a:lnTo>
                  <a:pt x="448718" y="124964"/>
                </a:lnTo>
                <a:lnTo>
                  <a:pt x="448090" y="124848"/>
                </a:lnTo>
                <a:lnTo>
                  <a:pt x="447478" y="124716"/>
                </a:lnTo>
                <a:lnTo>
                  <a:pt x="446880" y="124569"/>
                </a:lnTo>
                <a:lnTo>
                  <a:pt x="446297" y="124406"/>
                </a:lnTo>
                <a:lnTo>
                  <a:pt x="445729" y="124228"/>
                </a:lnTo>
                <a:lnTo>
                  <a:pt x="445176" y="124035"/>
                </a:lnTo>
                <a:lnTo>
                  <a:pt x="444638" y="123826"/>
                </a:lnTo>
                <a:lnTo>
                  <a:pt x="444115" y="123601"/>
                </a:lnTo>
                <a:lnTo>
                  <a:pt x="443607" y="123361"/>
                </a:lnTo>
                <a:lnTo>
                  <a:pt x="443113" y="123106"/>
                </a:lnTo>
                <a:lnTo>
                  <a:pt x="442635" y="122835"/>
                </a:lnTo>
                <a:lnTo>
                  <a:pt x="442171" y="122549"/>
                </a:lnTo>
                <a:lnTo>
                  <a:pt x="441722" y="122247"/>
                </a:lnTo>
                <a:lnTo>
                  <a:pt x="441288" y="121929"/>
                </a:lnTo>
                <a:lnTo>
                  <a:pt x="440869" y="121596"/>
                </a:lnTo>
                <a:lnTo>
                  <a:pt x="440465" y="121248"/>
                </a:lnTo>
                <a:lnTo>
                  <a:pt x="440076" y="120884"/>
                </a:lnTo>
                <a:lnTo>
                  <a:pt x="439702" y="120507"/>
                </a:lnTo>
                <a:lnTo>
                  <a:pt x="439344" y="120120"/>
                </a:lnTo>
                <a:lnTo>
                  <a:pt x="439002" y="119722"/>
                </a:lnTo>
                <a:lnTo>
                  <a:pt x="438676" y="119314"/>
                </a:lnTo>
                <a:lnTo>
                  <a:pt x="438365" y="118895"/>
                </a:lnTo>
                <a:lnTo>
                  <a:pt x="438071" y="118466"/>
                </a:lnTo>
                <a:lnTo>
                  <a:pt x="437793" y="118026"/>
                </a:lnTo>
                <a:lnTo>
                  <a:pt x="437530" y="117576"/>
                </a:lnTo>
                <a:lnTo>
                  <a:pt x="437283" y="117115"/>
                </a:lnTo>
                <a:lnTo>
                  <a:pt x="437053" y="116643"/>
                </a:lnTo>
                <a:lnTo>
                  <a:pt x="436838" y="116162"/>
                </a:lnTo>
                <a:lnTo>
                  <a:pt x="436639" y="115669"/>
                </a:lnTo>
                <a:lnTo>
                  <a:pt x="436456" y="115166"/>
                </a:lnTo>
                <a:lnTo>
                  <a:pt x="436289" y="114653"/>
                </a:lnTo>
                <a:lnTo>
                  <a:pt x="436138" y="114129"/>
                </a:lnTo>
                <a:lnTo>
                  <a:pt x="436003" y="113595"/>
                </a:lnTo>
                <a:lnTo>
                  <a:pt x="435883" y="113050"/>
                </a:lnTo>
                <a:lnTo>
                  <a:pt x="435780" y="112495"/>
                </a:lnTo>
                <a:lnTo>
                  <a:pt x="435692" y="111929"/>
                </a:lnTo>
                <a:lnTo>
                  <a:pt x="435621" y="111353"/>
                </a:lnTo>
                <a:lnTo>
                  <a:pt x="435565" y="110766"/>
                </a:lnTo>
                <a:lnTo>
                  <a:pt x="435525" y="110169"/>
                </a:lnTo>
                <a:lnTo>
                  <a:pt x="435502" y="109561"/>
                </a:lnTo>
                <a:lnTo>
                  <a:pt x="435494" y="108942"/>
                </a:lnTo>
                <a:lnTo>
                  <a:pt x="435513" y="108039"/>
                </a:lnTo>
                <a:lnTo>
                  <a:pt x="435573" y="107157"/>
                </a:lnTo>
                <a:lnTo>
                  <a:pt x="435671" y="106297"/>
                </a:lnTo>
                <a:lnTo>
                  <a:pt x="435810" y="105458"/>
                </a:lnTo>
                <a:lnTo>
                  <a:pt x="435988" y="104640"/>
                </a:lnTo>
                <a:lnTo>
                  <a:pt x="436205" y="103844"/>
                </a:lnTo>
                <a:lnTo>
                  <a:pt x="436462" y="103069"/>
                </a:lnTo>
                <a:lnTo>
                  <a:pt x="436758" y="102315"/>
                </a:lnTo>
                <a:lnTo>
                  <a:pt x="437094" y="101583"/>
                </a:lnTo>
                <a:lnTo>
                  <a:pt x="437470" y="100872"/>
                </a:lnTo>
                <a:lnTo>
                  <a:pt x="437884" y="100182"/>
                </a:lnTo>
                <a:lnTo>
                  <a:pt x="438339" y="99514"/>
                </a:lnTo>
                <a:lnTo>
                  <a:pt x="438833" y="98867"/>
                </a:lnTo>
                <a:lnTo>
                  <a:pt x="439366" y="98242"/>
                </a:lnTo>
                <a:lnTo>
                  <a:pt x="439939" y="97637"/>
                </a:lnTo>
                <a:lnTo>
                  <a:pt x="440552" y="97055"/>
                </a:lnTo>
                <a:lnTo>
                  <a:pt x="441204" y="96493"/>
                </a:lnTo>
                <a:lnTo>
                  <a:pt x="441896" y="95953"/>
                </a:lnTo>
                <a:lnTo>
                  <a:pt x="442627" y="95434"/>
                </a:lnTo>
                <a:lnTo>
                  <a:pt x="443397" y="94937"/>
                </a:lnTo>
                <a:lnTo>
                  <a:pt x="444207" y="94461"/>
                </a:lnTo>
                <a:lnTo>
                  <a:pt x="445057" y="94006"/>
                </a:lnTo>
                <a:lnTo>
                  <a:pt x="445946" y="93573"/>
                </a:lnTo>
                <a:lnTo>
                  <a:pt x="446875" y="93161"/>
                </a:lnTo>
                <a:lnTo>
                  <a:pt x="447849" y="92767"/>
                </a:lnTo>
                <a:lnTo>
                  <a:pt x="448875" y="92389"/>
                </a:lnTo>
                <a:lnTo>
                  <a:pt x="449952" y="92026"/>
                </a:lnTo>
                <a:lnTo>
                  <a:pt x="451081" y="91679"/>
                </a:lnTo>
                <a:lnTo>
                  <a:pt x="452261" y="91348"/>
                </a:lnTo>
                <a:lnTo>
                  <a:pt x="453493" y="91033"/>
                </a:lnTo>
                <a:lnTo>
                  <a:pt x="454776" y="90733"/>
                </a:lnTo>
                <a:lnTo>
                  <a:pt x="456110" y="90449"/>
                </a:lnTo>
                <a:lnTo>
                  <a:pt x="457497" y="90181"/>
                </a:lnTo>
                <a:lnTo>
                  <a:pt x="458934" y="89928"/>
                </a:lnTo>
                <a:lnTo>
                  <a:pt x="460423" y="89691"/>
                </a:lnTo>
                <a:lnTo>
                  <a:pt x="461964" y="89469"/>
                </a:lnTo>
                <a:lnTo>
                  <a:pt x="463556" y="89263"/>
                </a:lnTo>
                <a:lnTo>
                  <a:pt x="465200" y="89073"/>
                </a:lnTo>
                <a:lnTo>
                  <a:pt x="466895" y="88899"/>
                </a:lnTo>
                <a:lnTo>
                  <a:pt x="468641" y="88740"/>
                </a:lnTo>
                <a:lnTo>
                  <a:pt x="470440" y="88597"/>
                </a:lnTo>
                <a:lnTo>
                  <a:pt x="472289" y="88469"/>
                </a:lnTo>
                <a:lnTo>
                  <a:pt x="474190" y="88357"/>
                </a:lnTo>
                <a:lnTo>
                  <a:pt x="476143" y="88261"/>
                </a:lnTo>
                <a:lnTo>
                  <a:pt x="478147" y="88181"/>
                </a:lnTo>
                <a:lnTo>
                  <a:pt x="480202" y="88116"/>
                </a:lnTo>
                <a:lnTo>
                  <a:pt x="482310" y="88067"/>
                </a:lnTo>
                <a:lnTo>
                  <a:pt x="484468" y="88033"/>
                </a:lnTo>
                <a:lnTo>
                  <a:pt x="484468" y="108330"/>
                </a:lnTo>
                <a:lnTo>
                  <a:pt x="484020" y="108940"/>
                </a:lnTo>
                <a:lnTo>
                  <a:pt x="483563" y="109542"/>
                </a:lnTo>
                <a:lnTo>
                  <a:pt x="483098" y="110134"/>
                </a:lnTo>
                <a:lnTo>
                  <a:pt x="482623" y="110718"/>
                </a:lnTo>
                <a:lnTo>
                  <a:pt x="482140" y="111293"/>
                </a:lnTo>
                <a:lnTo>
                  <a:pt x="481647" y="111859"/>
                </a:lnTo>
                <a:lnTo>
                  <a:pt x="481146" y="112416"/>
                </a:lnTo>
                <a:lnTo>
                  <a:pt x="480636" y="112964"/>
                </a:lnTo>
                <a:lnTo>
                  <a:pt x="480117" y="113503"/>
                </a:lnTo>
                <a:lnTo>
                  <a:pt x="479589" y="114034"/>
                </a:lnTo>
                <a:lnTo>
                  <a:pt x="479052" y="114555"/>
                </a:lnTo>
                <a:lnTo>
                  <a:pt x="478506" y="115068"/>
                </a:lnTo>
                <a:lnTo>
                  <a:pt x="477952" y="115572"/>
                </a:lnTo>
                <a:lnTo>
                  <a:pt x="477388" y="116067"/>
                </a:lnTo>
                <a:lnTo>
                  <a:pt x="476816" y="116553"/>
                </a:lnTo>
                <a:lnTo>
                  <a:pt x="476235" y="117030"/>
                </a:lnTo>
                <a:lnTo>
                  <a:pt x="475644" y="117498"/>
                </a:lnTo>
                <a:lnTo>
                  <a:pt x="475045" y="117957"/>
                </a:lnTo>
                <a:lnTo>
                  <a:pt x="474437" y="118408"/>
                </a:lnTo>
                <a:lnTo>
                  <a:pt x="473820" y="118850"/>
                </a:lnTo>
                <a:lnTo>
                  <a:pt x="473194" y="119282"/>
                </a:lnTo>
                <a:lnTo>
                  <a:pt x="472560" y="119706"/>
                </a:lnTo>
                <a:lnTo>
                  <a:pt x="471916" y="120121"/>
                </a:lnTo>
                <a:lnTo>
                  <a:pt x="471264" y="120527"/>
                </a:lnTo>
                <a:lnTo>
                  <a:pt x="470603" y="120920"/>
                </a:lnTo>
                <a:lnTo>
                  <a:pt x="469936" y="121296"/>
                </a:lnTo>
                <a:lnTo>
                  <a:pt x="469262" y="121656"/>
                </a:lnTo>
                <a:lnTo>
                  <a:pt x="468581" y="121999"/>
                </a:lnTo>
                <a:lnTo>
                  <a:pt x="467893" y="122325"/>
                </a:lnTo>
                <a:lnTo>
                  <a:pt x="467199" y="122634"/>
                </a:lnTo>
                <a:lnTo>
                  <a:pt x="466498" y="122927"/>
                </a:lnTo>
                <a:lnTo>
                  <a:pt x="465789" y="123203"/>
                </a:lnTo>
                <a:lnTo>
                  <a:pt x="465074" y="123462"/>
                </a:lnTo>
                <a:lnTo>
                  <a:pt x="464352" y="123704"/>
                </a:lnTo>
                <a:lnTo>
                  <a:pt x="463623" y="123930"/>
                </a:lnTo>
                <a:lnTo>
                  <a:pt x="462888" y="124139"/>
                </a:lnTo>
                <a:lnTo>
                  <a:pt x="462145" y="124331"/>
                </a:lnTo>
                <a:lnTo>
                  <a:pt x="461396" y="124507"/>
                </a:lnTo>
                <a:lnTo>
                  <a:pt x="460640" y="124666"/>
                </a:lnTo>
                <a:lnTo>
                  <a:pt x="459877" y="124808"/>
                </a:lnTo>
                <a:lnTo>
                  <a:pt x="459107" y="124933"/>
                </a:lnTo>
                <a:lnTo>
                  <a:pt x="458330" y="125042"/>
                </a:lnTo>
                <a:lnTo>
                  <a:pt x="457547" y="125134"/>
                </a:lnTo>
                <a:lnTo>
                  <a:pt x="456756" y="125209"/>
                </a:lnTo>
                <a:lnTo>
                  <a:pt x="455959" y="125268"/>
                </a:lnTo>
                <a:lnTo>
                  <a:pt x="455155" y="125310"/>
                </a:lnTo>
                <a:lnTo>
                  <a:pt x="454344" y="125335"/>
                </a:lnTo>
                <a:lnTo>
                  <a:pt x="453526" y="125343"/>
                </a:lnTo>
                <a:lnTo>
                  <a:pt x="452795" y="125335"/>
                </a:lnTo>
                <a:lnTo>
                  <a:pt x="452078" y="125312"/>
                </a:lnTo>
                <a:lnTo>
                  <a:pt x="451376" y="125273"/>
                </a:lnTo>
                <a:lnTo>
                  <a:pt x="450689" y="125219"/>
                </a:lnTo>
                <a:lnTo>
                  <a:pt x="450017" y="125150"/>
                </a:lnTo>
                <a:close/>
                <a:moveTo>
                  <a:pt x="652046" y="171394"/>
                </a:moveTo>
                <a:lnTo>
                  <a:pt x="652712" y="171357"/>
                </a:lnTo>
                <a:lnTo>
                  <a:pt x="653368" y="171312"/>
                </a:lnTo>
                <a:lnTo>
                  <a:pt x="654014" y="171259"/>
                </a:lnTo>
                <a:lnTo>
                  <a:pt x="654649" y="171197"/>
                </a:lnTo>
                <a:lnTo>
                  <a:pt x="655273" y="171127"/>
                </a:lnTo>
                <a:lnTo>
                  <a:pt x="655887" y="171049"/>
                </a:lnTo>
                <a:lnTo>
                  <a:pt x="656490" y="170963"/>
                </a:lnTo>
                <a:lnTo>
                  <a:pt x="657082" y="170868"/>
                </a:lnTo>
                <a:lnTo>
                  <a:pt x="657664" y="170765"/>
                </a:lnTo>
                <a:lnTo>
                  <a:pt x="658235" y="170654"/>
                </a:lnTo>
                <a:lnTo>
                  <a:pt x="658796" y="170535"/>
                </a:lnTo>
                <a:lnTo>
                  <a:pt x="659346" y="170408"/>
                </a:lnTo>
                <a:lnTo>
                  <a:pt x="659885" y="170272"/>
                </a:lnTo>
                <a:lnTo>
                  <a:pt x="660414" y="170128"/>
                </a:lnTo>
                <a:lnTo>
                  <a:pt x="660932" y="169976"/>
                </a:lnTo>
                <a:lnTo>
                  <a:pt x="661440" y="169816"/>
                </a:lnTo>
                <a:lnTo>
                  <a:pt x="661937" y="169647"/>
                </a:lnTo>
                <a:lnTo>
                  <a:pt x="662423" y="169470"/>
                </a:lnTo>
                <a:lnTo>
                  <a:pt x="662899" y="169285"/>
                </a:lnTo>
                <a:lnTo>
                  <a:pt x="663364" y="169092"/>
                </a:lnTo>
                <a:lnTo>
                  <a:pt x="663821" y="168889"/>
                </a:lnTo>
                <a:lnTo>
                  <a:pt x="664272" y="168677"/>
                </a:lnTo>
                <a:lnTo>
                  <a:pt x="664717" y="168453"/>
                </a:lnTo>
                <a:lnTo>
                  <a:pt x="665156" y="168220"/>
                </a:lnTo>
                <a:lnTo>
                  <a:pt x="665588" y="167976"/>
                </a:lnTo>
                <a:lnTo>
                  <a:pt x="666015" y="167722"/>
                </a:lnTo>
                <a:lnTo>
                  <a:pt x="666436" y="167458"/>
                </a:lnTo>
                <a:lnTo>
                  <a:pt x="666851" y="167183"/>
                </a:lnTo>
                <a:lnTo>
                  <a:pt x="667260" y="166898"/>
                </a:lnTo>
                <a:lnTo>
                  <a:pt x="667663" y="166603"/>
                </a:lnTo>
                <a:lnTo>
                  <a:pt x="668060" y="166297"/>
                </a:lnTo>
                <a:lnTo>
                  <a:pt x="668451" y="165981"/>
                </a:lnTo>
                <a:lnTo>
                  <a:pt x="668836" y="165655"/>
                </a:lnTo>
                <a:lnTo>
                  <a:pt x="669215" y="165318"/>
                </a:lnTo>
                <a:lnTo>
                  <a:pt x="669588" y="164971"/>
                </a:lnTo>
                <a:lnTo>
                  <a:pt x="669955" y="164614"/>
                </a:lnTo>
                <a:lnTo>
                  <a:pt x="670316" y="164246"/>
                </a:lnTo>
                <a:lnTo>
                  <a:pt x="670671" y="163868"/>
                </a:lnTo>
                <a:lnTo>
                  <a:pt x="671020" y="163480"/>
                </a:lnTo>
                <a:lnTo>
                  <a:pt x="671364" y="163082"/>
                </a:lnTo>
                <a:lnTo>
                  <a:pt x="671701" y="162673"/>
                </a:lnTo>
                <a:lnTo>
                  <a:pt x="672032" y="162254"/>
                </a:lnTo>
                <a:lnTo>
                  <a:pt x="672357" y="161824"/>
                </a:lnTo>
                <a:lnTo>
                  <a:pt x="672676" y="161384"/>
                </a:lnTo>
                <a:lnTo>
                  <a:pt x="672991" y="160933"/>
                </a:lnTo>
                <a:lnTo>
                  <a:pt x="673305" y="160471"/>
                </a:lnTo>
                <a:lnTo>
                  <a:pt x="673618" y="159996"/>
                </a:lnTo>
                <a:lnTo>
                  <a:pt x="673928" y="159509"/>
                </a:lnTo>
                <a:lnTo>
                  <a:pt x="674238" y="159011"/>
                </a:lnTo>
                <a:lnTo>
                  <a:pt x="674545" y="158500"/>
                </a:lnTo>
                <a:lnTo>
                  <a:pt x="674851" y="157978"/>
                </a:lnTo>
                <a:lnTo>
                  <a:pt x="675156" y="157444"/>
                </a:lnTo>
                <a:lnTo>
                  <a:pt x="675459" y="156898"/>
                </a:lnTo>
                <a:lnTo>
                  <a:pt x="675761" y="156340"/>
                </a:lnTo>
                <a:lnTo>
                  <a:pt x="676061" y="155770"/>
                </a:lnTo>
                <a:lnTo>
                  <a:pt x="676359" y="155188"/>
                </a:lnTo>
                <a:lnTo>
                  <a:pt x="676656" y="154594"/>
                </a:lnTo>
                <a:lnTo>
                  <a:pt x="676951" y="153988"/>
                </a:lnTo>
                <a:lnTo>
                  <a:pt x="677245" y="153371"/>
                </a:lnTo>
                <a:lnTo>
                  <a:pt x="677537" y="152741"/>
                </a:lnTo>
                <a:lnTo>
                  <a:pt x="677828" y="152100"/>
                </a:lnTo>
                <a:lnTo>
                  <a:pt x="678117" y="151447"/>
                </a:lnTo>
                <a:lnTo>
                  <a:pt x="678405" y="150782"/>
                </a:lnTo>
                <a:lnTo>
                  <a:pt x="678691" y="150105"/>
                </a:lnTo>
                <a:lnTo>
                  <a:pt x="678976" y="149416"/>
                </a:lnTo>
                <a:lnTo>
                  <a:pt x="679259" y="148715"/>
                </a:lnTo>
                <a:lnTo>
                  <a:pt x="679540" y="148002"/>
                </a:lnTo>
                <a:lnTo>
                  <a:pt x="679820" y="147278"/>
                </a:lnTo>
                <a:lnTo>
                  <a:pt x="684353" y="135388"/>
                </a:lnTo>
                <a:lnTo>
                  <a:pt x="720419" y="37248"/>
                </a:lnTo>
                <a:lnTo>
                  <a:pt x="703667" y="37248"/>
                </a:lnTo>
                <a:lnTo>
                  <a:pt x="676273" y="118205"/>
                </a:lnTo>
                <a:lnTo>
                  <a:pt x="646612" y="37248"/>
                </a:lnTo>
                <a:lnTo>
                  <a:pt x="629171" y="37248"/>
                </a:lnTo>
                <a:lnTo>
                  <a:pt x="667503" y="136183"/>
                </a:lnTo>
                <a:lnTo>
                  <a:pt x="663758" y="144854"/>
                </a:lnTo>
                <a:lnTo>
                  <a:pt x="663526" y="145430"/>
                </a:lnTo>
                <a:lnTo>
                  <a:pt x="663290" y="145992"/>
                </a:lnTo>
                <a:lnTo>
                  <a:pt x="663051" y="146541"/>
                </a:lnTo>
                <a:lnTo>
                  <a:pt x="662807" y="147075"/>
                </a:lnTo>
                <a:lnTo>
                  <a:pt x="662559" y="147596"/>
                </a:lnTo>
                <a:lnTo>
                  <a:pt x="662308" y="148103"/>
                </a:lnTo>
                <a:lnTo>
                  <a:pt x="662052" y="148596"/>
                </a:lnTo>
                <a:lnTo>
                  <a:pt x="661793" y="149075"/>
                </a:lnTo>
                <a:lnTo>
                  <a:pt x="661529" y="149540"/>
                </a:lnTo>
                <a:lnTo>
                  <a:pt x="661262" y="149992"/>
                </a:lnTo>
                <a:lnTo>
                  <a:pt x="660991" y="150429"/>
                </a:lnTo>
                <a:lnTo>
                  <a:pt x="660716" y="150853"/>
                </a:lnTo>
                <a:lnTo>
                  <a:pt x="660437" y="151263"/>
                </a:lnTo>
                <a:lnTo>
                  <a:pt x="660154" y="151659"/>
                </a:lnTo>
                <a:lnTo>
                  <a:pt x="659867" y="152041"/>
                </a:lnTo>
                <a:lnTo>
                  <a:pt x="659576" y="152409"/>
                </a:lnTo>
                <a:lnTo>
                  <a:pt x="659281" y="152763"/>
                </a:lnTo>
                <a:lnTo>
                  <a:pt x="658982" y="153104"/>
                </a:lnTo>
                <a:lnTo>
                  <a:pt x="658679" y="153430"/>
                </a:lnTo>
                <a:lnTo>
                  <a:pt x="658373" y="153743"/>
                </a:lnTo>
                <a:lnTo>
                  <a:pt x="658062" y="154042"/>
                </a:lnTo>
                <a:lnTo>
                  <a:pt x="657748" y="154327"/>
                </a:lnTo>
                <a:lnTo>
                  <a:pt x="657429" y="154599"/>
                </a:lnTo>
                <a:lnTo>
                  <a:pt x="657107" y="154856"/>
                </a:lnTo>
                <a:lnTo>
                  <a:pt x="656779" y="155101"/>
                </a:lnTo>
                <a:lnTo>
                  <a:pt x="656446" y="155336"/>
                </a:lnTo>
                <a:lnTo>
                  <a:pt x="656107" y="155560"/>
                </a:lnTo>
                <a:lnTo>
                  <a:pt x="655761" y="155774"/>
                </a:lnTo>
                <a:lnTo>
                  <a:pt x="655410" y="155978"/>
                </a:lnTo>
                <a:lnTo>
                  <a:pt x="655053" y="156171"/>
                </a:lnTo>
                <a:lnTo>
                  <a:pt x="654689" y="156353"/>
                </a:lnTo>
                <a:lnTo>
                  <a:pt x="654320" y="156526"/>
                </a:lnTo>
                <a:lnTo>
                  <a:pt x="653945" y="156687"/>
                </a:lnTo>
                <a:lnTo>
                  <a:pt x="653564" y="156839"/>
                </a:lnTo>
                <a:lnTo>
                  <a:pt x="653176" y="156980"/>
                </a:lnTo>
                <a:lnTo>
                  <a:pt x="652783" y="157110"/>
                </a:lnTo>
                <a:lnTo>
                  <a:pt x="652384" y="157230"/>
                </a:lnTo>
                <a:lnTo>
                  <a:pt x="651979" y="157340"/>
                </a:lnTo>
                <a:lnTo>
                  <a:pt x="651568" y="157439"/>
                </a:lnTo>
                <a:lnTo>
                  <a:pt x="651150" y="157527"/>
                </a:lnTo>
                <a:lnTo>
                  <a:pt x="650727" y="157606"/>
                </a:lnTo>
                <a:lnTo>
                  <a:pt x="650298" y="157674"/>
                </a:lnTo>
                <a:lnTo>
                  <a:pt x="649863" y="157731"/>
                </a:lnTo>
                <a:lnTo>
                  <a:pt x="649422" y="157778"/>
                </a:lnTo>
                <a:lnTo>
                  <a:pt x="648975" y="157814"/>
                </a:lnTo>
                <a:lnTo>
                  <a:pt x="648522" y="157841"/>
                </a:lnTo>
                <a:lnTo>
                  <a:pt x="648063" y="157856"/>
                </a:lnTo>
                <a:lnTo>
                  <a:pt x="647598" y="157861"/>
                </a:lnTo>
                <a:lnTo>
                  <a:pt x="639517" y="157861"/>
                </a:lnTo>
                <a:lnTo>
                  <a:pt x="639517" y="171460"/>
                </a:lnTo>
                <a:lnTo>
                  <a:pt x="649273" y="171460"/>
                </a:lnTo>
                <a:lnTo>
                  <a:pt x="649982" y="171456"/>
                </a:lnTo>
                <a:lnTo>
                  <a:pt x="650680" y="171444"/>
                </a:lnTo>
                <a:lnTo>
                  <a:pt x="651368" y="171423"/>
                </a:lnTo>
                <a:lnTo>
                  <a:pt x="652046" y="171394"/>
                </a:lnTo>
                <a:close/>
                <a:moveTo>
                  <a:pt x="1101176" y="117059"/>
                </a:moveTo>
                <a:lnTo>
                  <a:pt x="1100557" y="117051"/>
                </a:lnTo>
                <a:lnTo>
                  <a:pt x="1099950" y="117040"/>
                </a:lnTo>
                <a:lnTo>
                  <a:pt x="1099354" y="117025"/>
                </a:lnTo>
                <a:lnTo>
                  <a:pt x="1098770" y="117007"/>
                </a:lnTo>
                <a:lnTo>
                  <a:pt x="1098198" y="116986"/>
                </a:lnTo>
                <a:lnTo>
                  <a:pt x="1097638" y="116961"/>
                </a:lnTo>
                <a:lnTo>
                  <a:pt x="1097090" y="116933"/>
                </a:lnTo>
                <a:lnTo>
                  <a:pt x="1096553" y="116902"/>
                </a:lnTo>
                <a:lnTo>
                  <a:pt x="1096028" y="116868"/>
                </a:lnTo>
                <a:lnTo>
                  <a:pt x="1095515" y="116830"/>
                </a:lnTo>
                <a:lnTo>
                  <a:pt x="1095014" y="116789"/>
                </a:lnTo>
                <a:lnTo>
                  <a:pt x="1094525" y="116745"/>
                </a:lnTo>
                <a:lnTo>
                  <a:pt x="1094047" y="116698"/>
                </a:lnTo>
                <a:lnTo>
                  <a:pt x="1093582" y="116647"/>
                </a:lnTo>
                <a:lnTo>
                  <a:pt x="1093128" y="116593"/>
                </a:lnTo>
                <a:lnTo>
                  <a:pt x="1092685" y="116536"/>
                </a:lnTo>
                <a:lnTo>
                  <a:pt x="1092255" y="116475"/>
                </a:lnTo>
                <a:lnTo>
                  <a:pt x="1091837" y="116411"/>
                </a:lnTo>
                <a:lnTo>
                  <a:pt x="1091430" y="116344"/>
                </a:lnTo>
                <a:lnTo>
                  <a:pt x="1091035" y="116274"/>
                </a:lnTo>
                <a:lnTo>
                  <a:pt x="1090652" y="116200"/>
                </a:lnTo>
                <a:lnTo>
                  <a:pt x="1090280" y="116123"/>
                </a:lnTo>
                <a:lnTo>
                  <a:pt x="1089919" y="116044"/>
                </a:lnTo>
                <a:lnTo>
                  <a:pt x="1089567" y="115962"/>
                </a:lnTo>
                <a:lnTo>
                  <a:pt x="1089224" y="115879"/>
                </a:lnTo>
                <a:lnTo>
                  <a:pt x="1088890" y="115793"/>
                </a:lnTo>
                <a:lnTo>
                  <a:pt x="1088565" y="115705"/>
                </a:lnTo>
                <a:lnTo>
                  <a:pt x="1088248" y="115615"/>
                </a:lnTo>
                <a:lnTo>
                  <a:pt x="1087940" y="115523"/>
                </a:lnTo>
                <a:lnTo>
                  <a:pt x="1087642" y="115429"/>
                </a:lnTo>
                <a:lnTo>
                  <a:pt x="1087352" y="115333"/>
                </a:lnTo>
                <a:lnTo>
                  <a:pt x="1087071" y="115235"/>
                </a:lnTo>
                <a:lnTo>
                  <a:pt x="1086799" y="115135"/>
                </a:lnTo>
                <a:lnTo>
                  <a:pt x="1086536" y="115033"/>
                </a:lnTo>
                <a:lnTo>
                  <a:pt x="1086282" y="114928"/>
                </a:lnTo>
                <a:lnTo>
                  <a:pt x="1086036" y="114822"/>
                </a:lnTo>
                <a:lnTo>
                  <a:pt x="1085800" y="114713"/>
                </a:lnTo>
                <a:lnTo>
                  <a:pt x="1085572" y="114603"/>
                </a:lnTo>
                <a:lnTo>
                  <a:pt x="1085354" y="114490"/>
                </a:lnTo>
                <a:lnTo>
                  <a:pt x="1085144" y="114376"/>
                </a:lnTo>
                <a:lnTo>
                  <a:pt x="1084943" y="114259"/>
                </a:lnTo>
                <a:lnTo>
                  <a:pt x="1084751" y="114140"/>
                </a:lnTo>
                <a:lnTo>
                  <a:pt x="1084568" y="114019"/>
                </a:lnTo>
                <a:lnTo>
                  <a:pt x="1084394" y="113897"/>
                </a:lnTo>
                <a:lnTo>
                  <a:pt x="1084229" y="113772"/>
                </a:lnTo>
                <a:lnTo>
                  <a:pt x="1084072" y="113645"/>
                </a:lnTo>
                <a:lnTo>
                  <a:pt x="1083924" y="113516"/>
                </a:lnTo>
                <a:lnTo>
                  <a:pt x="1083781" y="113385"/>
                </a:lnTo>
                <a:lnTo>
                  <a:pt x="1083645" y="113253"/>
                </a:lnTo>
                <a:lnTo>
                  <a:pt x="1083515" y="113120"/>
                </a:lnTo>
                <a:lnTo>
                  <a:pt x="1083392" y="112985"/>
                </a:lnTo>
                <a:lnTo>
                  <a:pt x="1083275" y="112848"/>
                </a:lnTo>
                <a:lnTo>
                  <a:pt x="1083164" y="112710"/>
                </a:lnTo>
                <a:lnTo>
                  <a:pt x="1083060" y="112571"/>
                </a:lnTo>
                <a:lnTo>
                  <a:pt x="1082962" y="112429"/>
                </a:lnTo>
                <a:lnTo>
                  <a:pt x="1082870" y="112287"/>
                </a:lnTo>
                <a:lnTo>
                  <a:pt x="1082784" y="112142"/>
                </a:lnTo>
                <a:lnTo>
                  <a:pt x="1082705" y="111996"/>
                </a:lnTo>
                <a:lnTo>
                  <a:pt x="1082632" y="111849"/>
                </a:lnTo>
                <a:lnTo>
                  <a:pt x="1082566" y="111700"/>
                </a:lnTo>
                <a:lnTo>
                  <a:pt x="1082506" y="111549"/>
                </a:lnTo>
                <a:lnTo>
                  <a:pt x="1082452" y="111397"/>
                </a:lnTo>
                <a:lnTo>
                  <a:pt x="1082405" y="111244"/>
                </a:lnTo>
                <a:lnTo>
                  <a:pt x="1082363" y="111089"/>
                </a:lnTo>
                <a:lnTo>
                  <a:pt x="1082329" y="110932"/>
                </a:lnTo>
                <a:lnTo>
                  <a:pt x="1082300" y="110773"/>
                </a:lnTo>
                <a:lnTo>
                  <a:pt x="1082278" y="110614"/>
                </a:lnTo>
                <a:lnTo>
                  <a:pt x="1082262" y="110452"/>
                </a:lnTo>
                <a:lnTo>
                  <a:pt x="1082253" y="110289"/>
                </a:lnTo>
                <a:lnTo>
                  <a:pt x="1082249" y="110125"/>
                </a:lnTo>
                <a:lnTo>
                  <a:pt x="1082255" y="109886"/>
                </a:lnTo>
                <a:lnTo>
                  <a:pt x="1082271" y="109649"/>
                </a:lnTo>
                <a:lnTo>
                  <a:pt x="1082297" y="109414"/>
                </a:lnTo>
                <a:lnTo>
                  <a:pt x="1082334" y="109181"/>
                </a:lnTo>
                <a:lnTo>
                  <a:pt x="1082382" y="108950"/>
                </a:lnTo>
                <a:lnTo>
                  <a:pt x="1082440" y="108721"/>
                </a:lnTo>
                <a:lnTo>
                  <a:pt x="1082509" y="108494"/>
                </a:lnTo>
                <a:lnTo>
                  <a:pt x="1082589" y="108268"/>
                </a:lnTo>
                <a:lnTo>
                  <a:pt x="1082679" y="108045"/>
                </a:lnTo>
                <a:lnTo>
                  <a:pt x="1082780" y="107823"/>
                </a:lnTo>
                <a:lnTo>
                  <a:pt x="1082891" y="107604"/>
                </a:lnTo>
                <a:lnTo>
                  <a:pt x="1083013" y="107386"/>
                </a:lnTo>
                <a:lnTo>
                  <a:pt x="1083146" y="107170"/>
                </a:lnTo>
                <a:lnTo>
                  <a:pt x="1083289" y="106956"/>
                </a:lnTo>
                <a:lnTo>
                  <a:pt x="1083443" y="106744"/>
                </a:lnTo>
                <a:lnTo>
                  <a:pt x="1083607" y="106534"/>
                </a:lnTo>
                <a:lnTo>
                  <a:pt x="1083782" y="106325"/>
                </a:lnTo>
                <a:lnTo>
                  <a:pt x="1083968" y="106119"/>
                </a:lnTo>
                <a:lnTo>
                  <a:pt x="1084164" y="105914"/>
                </a:lnTo>
                <a:lnTo>
                  <a:pt x="1084371" y="105712"/>
                </a:lnTo>
                <a:lnTo>
                  <a:pt x="1084588" y="105511"/>
                </a:lnTo>
                <a:lnTo>
                  <a:pt x="1084816" y="105313"/>
                </a:lnTo>
                <a:lnTo>
                  <a:pt x="1085055" y="105116"/>
                </a:lnTo>
                <a:lnTo>
                  <a:pt x="1085304" y="104921"/>
                </a:lnTo>
                <a:lnTo>
                  <a:pt x="1085563" y="104728"/>
                </a:lnTo>
                <a:lnTo>
                  <a:pt x="1085828" y="104538"/>
                </a:lnTo>
                <a:lnTo>
                  <a:pt x="1086102" y="104351"/>
                </a:lnTo>
                <a:lnTo>
                  <a:pt x="1086383" y="104167"/>
                </a:lnTo>
                <a:lnTo>
                  <a:pt x="1086671" y="103986"/>
                </a:lnTo>
                <a:lnTo>
                  <a:pt x="1086967" y="103808"/>
                </a:lnTo>
                <a:lnTo>
                  <a:pt x="1087271" y="103633"/>
                </a:lnTo>
                <a:lnTo>
                  <a:pt x="1087582" y="103460"/>
                </a:lnTo>
                <a:lnTo>
                  <a:pt x="1087900" y="103291"/>
                </a:lnTo>
                <a:lnTo>
                  <a:pt x="1088226" y="103125"/>
                </a:lnTo>
                <a:lnTo>
                  <a:pt x="1088560" y="102961"/>
                </a:lnTo>
                <a:lnTo>
                  <a:pt x="1088901" y="102801"/>
                </a:lnTo>
                <a:lnTo>
                  <a:pt x="1089250" y="102643"/>
                </a:lnTo>
                <a:lnTo>
                  <a:pt x="1089606" y="102488"/>
                </a:lnTo>
                <a:lnTo>
                  <a:pt x="1089969" y="102336"/>
                </a:lnTo>
                <a:lnTo>
                  <a:pt x="1090341" y="102188"/>
                </a:lnTo>
                <a:lnTo>
                  <a:pt x="1090719" y="102042"/>
                </a:lnTo>
                <a:lnTo>
                  <a:pt x="1091106" y="101899"/>
                </a:lnTo>
                <a:lnTo>
                  <a:pt x="1091186" y="101870"/>
                </a:lnTo>
                <a:lnTo>
                  <a:pt x="1091534" y="101989"/>
                </a:lnTo>
                <a:lnTo>
                  <a:pt x="1092326" y="102240"/>
                </a:lnTo>
                <a:lnTo>
                  <a:pt x="1093130" y="102474"/>
                </a:lnTo>
                <a:lnTo>
                  <a:pt x="1093947" y="102692"/>
                </a:lnTo>
                <a:lnTo>
                  <a:pt x="1094776" y="102894"/>
                </a:lnTo>
                <a:lnTo>
                  <a:pt x="1095618" y="103080"/>
                </a:lnTo>
                <a:lnTo>
                  <a:pt x="1096472" y="103250"/>
                </a:lnTo>
                <a:lnTo>
                  <a:pt x="1097339" y="103404"/>
                </a:lnTo>
                <a:lnTo>
                  <a:pt x="1098218" y="103541"/>
                </a:lnTo>
                <a:lnTo>
                  <a:pt x="1099110" y="103662"/>
                </a:lnTo>
                <a:lnTo>
                  <a:pt x="1100014" y="103767"/>
                </a:lnTo>
                <a:lnTo>
                  <a:pt x="1100931" y="103856"/>
                </a:lnTo>
                <a:lnTo>
                  <a:pt x="1101860" y="103929"/>
                </a:lnTo>
                <a:lnTo>
                  <a:pt x="1102802" y="103986"/>
                </a:lnTo>
                <a:lnTo>
                  <a:pt x="1103756" y="104026"/>
                </a:lnTo>
                <a:lnTo>
                  <a:pt x="1104723" y="104050"/>
                </a:lnTo>
                <a:lnTo>
                  <a:pt x="1105702" y="104058"/>
                </a:lnTo>
                <a:lnTo>
                  <a:pt x="1106738" y="104051"/>
                </a:lnTo>
                <a:lnTo>
                  <a:pt x="1107758" y="104027"/>
                </a:lnTo>
                <a:lnTo>
                  <a:pt x="1108764" y="103987"/>
                </a:lnTo>
                <a:lnTo>
                  <a:pt x="1109756" y="103932"/>
                </a:lnTo>
                <a:lnTo>
                  <a:pt x="1110733" y="103861"/>
                </a:lnTo>
                <a:lnTo>
                  <a:pt x="1111694" y="103774"/>
                </a:lnTo>
                <a:lnTo>
                  <a:pt x="1112642" y="103671"/>
                </a:lnTo>
                <a:lnTo>
                  <a:pt x="1113574" y="103552"/>
                </a:lnTo>
                <a:lnTo>
                  <a:pt x="1114492" y="103418"/>
                </a:lnTo>
                <a:lnTo>
                  <a:pt x="1115395" y="103267"/>
                </a:lnTo>
                <a:lnTo>
                  <a:pt x="1116284" y="103101"/>
                </a:lnTo>
                <a:lnTo>
                  <a:pt x="1117157" y="102919"/>
                </a:lnTo>
                <a:lnTo>
                  <a:pt x="1118016" y="102721"/>
                </a:lnTo>
                <a:lnTo>
                  <a:pt x="1118861" y="102508"/>
                </a:lnTo>
                <a:lnTo>
                  <a:pt x="1119690" y="102278"/>
                </a:lnTo>
                <a:lnTo>
                  <a:pt x="1120505" y="102033"/>
                </a:lnTo>
                <a:lnTo>
                  <a:pt x="1121305" y="101772"/>
                </a:lnTo>
                <a:lnTo>
                  <a:pt x="1122090" y="101495"/>
                </a:lnTo>
                <a:lnTo>
                  <a:pt x="1122861" y="101202"/>
                </a:lnTo>
                <a:lnTo>
                  <a:pt x="1123617" y="100894"/>
                </a:lnTo>
                <a:lnTo>
                  <a:pt x="1124358" y="100569"/>
                </a:lnTo>
                <a:lnTo>
                  <a:pt x="1125085" y="100229"/>
                </a:lnTo>
                <a:lnTo>
                  <a:pt x="1125797" y="99873"/>
                </a:lnTo>
                <a:lnTo>
                  <a:pt x="1126494" y="99501"/>
                </a:lnTo>
                <a:lnTo>
                  <a:pt x="1127177" y="99116"/>
                </a:lnTo>
                <a:lnTo>
                  <a:pt x="1127844" y="98721"/>
                </a:lnTo>
                <a:lnTo>
                  <a:pt x="1128498" y="98315"/>
                </a:lnTo>
                <a:lnTo>
                  <a:pt x="1129137" y="97898"/>
                </a:lnTo>
                <a:lnTo>
                  <a:pt x="1129761" y="97472"/>
                </a:lnTo>
                <a:lnTo>
                  <a:pt x="1130371" y="97034"/>
                </a:lnTo>
                <a:lnTo>
                  <a:pt x="1130966" y="96587"/>
                </a:lnTo>
                <a:lnTo>
                  <a:pt x="1131547" y="96129"/>
                </a:lnTo>
                <a:lnTo>
                  <a:pt x="1132113" y="95660"/>
                </a:lnTo>
                <a:lnTo>
                  <a:pt x="1132665" y="95181"/>
                </a:lnTo>
                <a:lnTo>
                  <a:pt x="1133202" y="94692"/>
                </a:lnTo>
                <a:lnTo>
                  <a:pt x="1133724" y="94192"/>
                </a:lnTo>
                <a:lnTo>
                  <a:pt x="1134232" y="93682"/>
                </a:lnTo>
                <a:lnTo>
                  <a:pt x="1134726" y="93161"/>
                </a:lnTo>
                <a:lnTo>
                  <a:pt x="1135205" y="92630"/>
                </a:lnTo>
                <a:lnTo>
                  <a:pt x="1135669" y="92089"/>
                </a:lnTo>
                <a:lnTo>
                  <a:pt x="1136119" y="91537"/>
                </a:lnTo>
                <a:lnTo>
                  <a:pt x="1136554" y="90974"/>
                </a:lnTo>
                <a:lnTo>
                  <a:pt x="1136975" y="90401"/>
                </a:lnTo>
                <a:lnTo>
                  <a:pt x="1137381" y="89818"/>
                </a:lnTo>
                <a:lnTo>
                  <a:pt x="1137773" y="89224"/>
                </a:lnTo>
                <a:lnTo>
                  <a:pt x="1138150" y="88620"/>
                </a:lnTo>
                <a:lnTo>
                  <a:pt x="1138513" y="88006"/>
                </a:lnTo>
                <a:lnTo>
                  <a:pt x="1138861" y="87381"/>
                </a:lnTo>
                <a:lnTo>
                  <a:pt x="1139194" y="86748"/>
                </a:lnTo>
                <a:lnTo>
                  <a:pt x="1139514" y="86110"/>
                </a:lnTo>
                <a:lnTo>
                  <a:pt x="1139819" y="85467"/>
                </a:lnTo>
                <a:lnTo>
                  <a:pt x="1140110" y="84819"/>
                </a:lnTo>
                <a:lnTo>
                  <a:pt x="1140387" y="84166"/>
                </a:lnTo>
                <a:lnTo>
                  <a:pt x="1140650" y="83508"/>
                </a:lnTo>
                <a:lnTo>
                  <a:pt x="1140898" y="82845"/>
                </a:lnTo>
                <a:lnTo>
                  <a:pt x="1141133" y="82177"/>
                </a:lnTo>
                <a:lnTo>
                  <a:pt x="1141353" y="81504"/>
                </a:lnTo>
                <a:lnTo>
                  <a:pt x="1141559" y="80826"/>
                </a:lnTo>
                <a:lnTo>
                  <a:pt x="1141750" y="80143"/>
                </a:lnTo>
                <a:lnTo>
                  <a:pt x="1141928" y="79455"/>
                </a:lnTo>
                <a:lnTo>
                  <a:pt x="1142091" y="78762"/>
                </a:lnTo>
                <a:lnTo>
                  <a:pt x="1142240" y="78064"/>
                </a:lnTo>
                <a:lnTo>
                  <a:pt x="1142375" y="77360"/>
                </a:lnTo>
                <a:lnTo>
                  <a:pt x="1142496" y="76652"/>
                </a:lnTo>
                <a:lnTo>
                  <a:pt x="1142602" y="75939"/>
                </a:lnTo>
                <a:lnTo>
                  <a:pt x="1142695" y="75220"/>
                </a:lnTo>
                <a:lnTo>
                  <a:pt x="1142773" y="74497"/>
                </a:lnTo>
                <a:lnTo>
                  <a:pt x="1142837" y="73768"/>
                </a:lnTo>
                <a:lnTo>
                  <a:pt x="1142886" y="73035"/>
                </a:lnTo>
                <a:lnTo>
                  <a:pt x="1142922" y="72296"/>
                </a:lnTo>
                <a:lnTo>
                  <a:pt x="1142943" y="71553"/>
                </a:lnTo>
                <a:lnTo>
                  <a:pt x="1142950" y="70804"/>
                </a:lnTo>
                <a:lnTo>
                  <a:pt x="1142943" y="70031"/>
                </a:lnTo>
                <a:lnTo>
                  <a:pt x="1142922" y="69264"/>
                </a:lnTo>
                <a:lnTo>
                  <a:pt x="1142887" y="68502"/>
                </a:lnTo>
                <a:lnTo>
                  <a:pt x="1142838" y="67746"/>
                </a:lnTo>
                <a:lnTo>
                  <a:pt x="1142775" y="66997"/>
                </a:lnTo>
                <a:lnTo>
                  <a:pt x="1142698" y="66253"/>
                </a:lnTo>
                <a:lnTo>
                  <a:pt x="1142607" y="65515"/>
                </a:lnTo>
                <a:lnTo>
                  <a:pt x="1142501" y="64783"/>
                </a:lnTo>
                <a:lnTo>
                  <a:pt x="1142382" y="64057"/>
                </a:lnTo>
                <a:lnTo>
                  <a:pt x="1142249" y="63337"/>
                </a:lnTo>
                <a:lnTo>
                  <a:pt x="1142101" y="62623"/>
                </a:lnTo>
                <a:lnTo>
                  <a:pt x="1141940" y="61915"/>
                </a:lnTo>
                <a:lnTo>
                  <a:pt x="1141765" y="61212"/>
                </a:lnTo>
                <a:lnTo>
                  <a:pt x="1141575" y="60516"/>
                </a:lnTo>
                <a:lnTo>
                  <a:pt x="1141372" y="59826"/>
                </a:lnTo>
                <a:lnTo>
                  <a:pt x="1141155" y="59141"/>
                </a:lnTo>
                <a:lnTo>
                  <a:pt x="1140923" y="58462"/>
                </a:lnTo>
                <a:lnTo>
                  <a:pt x="1140678" y="57789"/>
                </a:lnTo>
                <a:lnTo>
                  <a:pt x="1140418" y="57123"/>
                </a:lnTo>
                <a:lnTo>
                  <a:pt x="1140145" y="56462"/>
                </a:lnTo>
                <a:lnTo>
                  <a:pt x="1139857" y="55807"/>
                </a:lnTo>
                <a:lnTo>
                  <a:pt x="1139555" y="55157"/>
                </a:lnTo>
                <a:lnTo>
                  <a:pt x="1139240" y="54514"/>
                </a:lnTo>
                <a:lnTo>
                  <a:pt x="1138910" y="53877"/>
                </a:lnTo>
                <a:lnTo>
                  <a:pt x="1138566" y="53248"/>
                </a:lnTo>
                <a:lnTo>
                  <a:pt x="1138208" y="52629"/>
                </a:lnTo>
                <a:lnTo>
                  <a:pt x="1137835" y="52022"/>
                </a:lnTo>
                <a:lnTo>
                  <a:pt x="1137448" y="51425"/>
                </a:lnTo>
                <a:lnTo>
                  <a:pt x="1137047" y="50839"/>
                </a:lnTo>
                <a:lnTo>
                  <a:pt x="1136631" y="50264"/>
                </a:lnTo>
                <a:lnTo>
                  <a:pt x="1136201" y="49699"/>
                </a:lnTo>
                <a:lnTo>
                  <a:pt x="1135757" y="49146"/>
                </a:lnTo>
                <a:lnTo>
                  <a:pt x="1135298" y="48603"/>
                </a:lnTo>
                <a:lnTo>
                  <a:pt x="1134825" y="48071"/>
                </a:lnTo>
                <a:lnTo>
                  <a:pt x="1134337" y="47550"/>
                </a:lnTo>
                <a:lnTo>
                  <a:pt x="1133835" y="47039"/>
                </a:lnTo>
                <a:lnTo>
                  <a:pt x="1133319" y="46539"/>
                </a:lnTo>
                <a:lnTo>
                  <a:pt x="1132788" y="46051"/>
                </a:lnTo>
                <a:lnTo>
                  <a:pt x="1132312" y="45633"/>
                </a:lnTo>
                <a:lnTo>
                  <a:pt x="1132342" y="45597"/>
                </a:lnTo>
                <a:lnTo>
                  <a:pt x="1132687" y="45202"/>
                </a:lnTo>
                <a:lnTo>
                  <a:pt x="1133038" y="44823"/>
                </a:lnTo>
                <a:lnTo>
                  <a:pt x="1133397" y="44458"/>
                </a:lnTo>
                <a:lnTo>
                  <a:pt x="1133764" y="44108"/>
                </a:lnTo>
                <a:lnTo>
                  <a:pt x="1134137" y="43773"/>
                </a:lnTo>
                <a:lnTo>
                  <a:pt x="1134518" y="43453"/>
                </a:lnTo>
                <a:lnTo>
                  <a:pt x="1134907" y="43148"/>
                </a:lnTo>
                <a:lnTo>
                  <a:pt x="1135303" y="42858"/>
                </a:lnTo>
                <a:lnTo>
                  <a:pt x="1135706" y="42583"/>
                </a:lnTo>
                <a:lnTo>
                  <a:pt x="1136116" y="42322"/>
                </a:lnTo>
                <a:lnTo>
                  <a:pt x="1136534" y="42077"/>
                </a:lnTo>
                <a:lnTo>
                  <a:pt x="1136959" y="41846"/>
                </a:lnTo>
                <a:lnTo>
                  <a:pt x="1137392" y="41630"/>
                </a:lnTo>
                <a:lnTo>
                  <a:pt x="1137832" y="41429"/>
                </a:lnTo>
                <a:lnTo>
                  <a:pt x="1138279" y="41243"/>
                </a:lnTo>
                <a:lnTo>
                  <a:pt x="1138734" y="41072"/>
                </a:lnTo>
                <a:lnTo>
                  <a:pt x="1139196" y="40916"/>
                </a:lnTo>
                <a:lnTo>
                  <a:pt x="1139665" y="40774"/>
                </a:lnTo>
                <a:lnTo>
                  <a:pt x="1140142" y="40648"/>
                </a:lnTo>
                <a:lnTo>
                  <a:pt x="1140624" y="40531"/>
                </a:lnTo>
                <a:lnTo>
                  <a:pt x="1141110" y="40420"/>
                </a:lnTo>
                <a:lnTo>
                  <a:pt x="1141601" y="40313"/>
                </a:lnTo>
                <a:lnTo>
                  <a:pt x="1142095" y="40211"/>
                </a:lnTo>
                <a:lnTo>
                  <a:pt x="1142593" y="40115"/>
                </a:lnTo>
                <a:lnTo>
                  <a:pt x="1143095" y="40023"/>
                </a:lnTo>
                <a:lnTo>
                  <a:pt x="1143601" y="39936"/>
                </a:lnTo>
                <a:lnTo>
                  <a:pt x="1144111" y="39854"/>
                </a:lnTo>
                <a:lnTo>
                  <a:pt x="1144625" y="39777"/>
                </a:lnTo>
                <a:lnTo>
                  <a:pt x="1145142" y="39705"/>
                </a:lnTo>
                <a:lnTo>
                  <a:pt x="1145664" y="39638"/>
                </a:lnTo>
                <a:lnTo>
                  <a:pt x="1146190" y="39576"/>
                </a:lnTo>
                <a:lnTo>
                  <a:pt x="1146719" y="39519"/>
                </a:lnTo>
                <a:lnTo>
                  <a:pt x="1147253" y="39467"/>
                </a:lnTo>
                <a:lnTo>
                  <a:pt x="1147790" y="39420"/>
                </a:lnTo>
                <a:lnTo>
                  <a:pt x="1148332" y="39378"/>
                </a:lnTo>
                <a:lnTo>
                  <a:pt x="1148877" y="39341"/>
                </a:lnTo>
                <a:lnTo>
                  <a:pt x="1149426" y="39308"/>
                </a:lnTo>
                <a:lnTo>
                  <a:pt x="1149979" y="39281"/>
                </a:lnTo>
                <a:lnTo>
                  <a:pt x="1150536" y="39259"/>
                </a:lnTo>
                <a:lnTo>
                  <a:pt x="1151097" y="39241"/>
                </a:lnTo>
                <a:lnTo>
                  <a:pt x="1151662" y="39229"/>
                </a:lnTo>
                <a:lnTo>
                  <a:pt x="1152231" y="39221"/>
                </a:lnTo>
                <a:lnTo>
                  <a:pt x="1152804" y="39219"/>
                </a:lnTo>
                <a:lnTo>
                  <a:pt x="1152804" y="25325"/>
                </a:lnTo>
                <a:lnTo>
                  <a:pt x="1151908" y="25355"/>
                </a:lnTo>
                <a:lnTo>
                  <a:pt x="1151025" y="25395"/>
                </a:lnTo>
                <a:lnTo>
                  <a:pt x="1150157" y="25446"/>
                </a:lnTo>
                <a:lnTo>
                  <a:pt x="1149302" y="25508"/>
                </a:lnTo>
                <a:lnTo>
                  <a:pt x="1148461" y="25581"/>
                </a:lnTo>
                <a:lnTo>
                  <a:pt x="1147634" y="25664"/>
                </a:lnTo>
                <a:lnTo>
                  <a:pt x="1146821" y="25757"/>
                </a:lnTo>
                <a:lnTo>
                  <a:pt x="1146021" y="25861"/>
                </a:lnTo>
                <a:lnTo>
                  <a:pt x="1145236" y="25976"/>
                </a:lnTo>
                <a:lnTo>
                  <a:pt x="1144464" y="26102"/>
                </a:lnTo>
                <a:lnTo>
                  <a:pt x="1143706" y="26238"/>
                </a:lnTo>
                <a:lnTo>
                  <a:pt x="1142963" y="26384"/>
                </a:lnTo>
                <a:lnTo>
                  <a:pt x="1142232" y="26541"/>
                </a:lnTo>
                <a:lnTo>
                  <a:pt x="1141516" y="26709"/>
                </a:lnTo>
                <a:lnTo>
                  <a:pt x="1140814" y="26888"/>
                </a:lnTo>
                <a:lnTo>
                  <a:pt x="1140125" y="27077"/>
                </a:lnTo>
                <a:lnTo>
                  <a:pt x="1139451" y="27276"/>
                </a:lnTo>
                <a:lnTo>
                  <a:pt x="1138790" y="27487"/>
                </a:lnTo>
                <a:lnTo>
                  <a:pt x="1138143" y="27707"/>
                </a:lnTo>
                <a:lnTo>
                  <a:pt x="1137510" y="27939"/>
                </a:lnTo>
                <a:lnTo>
                  <a:pt x="1136891" y="28181"/>
                </a:lnTo>
                <a:lnTo>
                  <a:pt x="1136285" y="28434"/>
                </a:lnTo>
                <a:lnTo>
                  <a:pt x="1135694" y="28697"/>
                </a:lnTo>
                <a:lnTo>
                  <a:pt x="1135116" y="28971"/>
                </a:lnTo>
                <a:lnTo>
                  <a:pt x="1134550" y="29260"/>
                </a:lnTo>
                <a:lnTo>
                  <a:pt x="1133993" y="29570"/>
                </a:lnTo>
                <a:lnTo>
                  <a:pt x="1133445" y="29901"/>
                </a:lnTo>
                <a:lnTo>
                  <a:pt x="1132906" y="30252"/>
                </a:lnTo>
                <a:lnTo>
                  <a:pt x="1132376" y="30623"/>
                </a:lnTo>
                <a:lnTo>
                  <a:pt x="1131855" y="31016"/>
                </a:lnTo>
                <a:lnTo>
                  <a:pt x="1131343" y="31428"/>
                </a:lnTo>
                <a:lnTo>
                  <a:pt x="1130841" y="31861"/>
                </a:lnTo>
                <a:lnTo>
                  <a:pt x="1130347" y="32315"/>
                </a:lnTo>
                <a:lnTo>
                  <a:pt x="1129862" y="32789"/>
                </a:lnTo>
                <a:lnTo>
                  <a:pt x="1129387" y="33284"/>
                </a:lnTo>
                <a:lnTo>
                  <a:pt x="1128921" y="33799"/>
                </a:lnTo>
                <a:lnTo>
                  <a:pt x="1128463" y="34335"/>
                </a:lnTo>
                <a:lnTo>
                  <a:pt x="1128015" y="34891"/>
                </a:lnTo>
                <a:lnTo>
                  <a:pt x="1127576" y="35468"/>
                </a:lnTo>
                <a:lnTo>
                  <a:pt x="1127145" y="36066"/>
                </a:lnTo>
                <a:lnTo>
                  <a:pt x="1126724" y="36684"/>
                </a:lnTo>
                <a:lnTo>
                  <a:pt x="1126312" y="37322"/>
                </a:lnTo>
                <a:lnTo>
                  <a:pt x="1125909" y="37981"/>
                </a:lnTo>
                <a:lnTo>
                  <a:pt x="1125515" y="38661"/>
                </a:lnTo>
                <a:lnTo>
                  <a:pt x="1125131" y="39361"/>
                </a:lnTo>
                <a:lnTo>
                  <a:pt x="1124755" y="40081"/>
                </a:lnTo>
                <a:lnTo>
                  <a:pt x="1124472" y="40652"/>
                </a:lnTo>
                <a:lnTo>
                  <a:pt x="1123850" y="40379"/>
                </a:lnTo>
                <a:lnTo>
                  <a:pt x="1123104" y="40074"/>
                </a:lnTo>
                <a:lnTo>
                  <a:pt x="1122343" y="39784"/>
                </a:lnTo>
                <a:lnTo>
                  <a:pt x="1121568" y="39510"/>
                </a:lnTo>
                <a:lnTo>
                  <a:pt x="1120779" y="39252"/>
                </a:lnTo>
                <a:lnTo>
                  <a:pt x="1119975" y="39009"/>
                </a:lnTo>
                <a:lnTo>
                  <a:pt x="1119157" y="38782"/>
                </a:lnTo>
                <a:lnTo>
                  <a:pt x="1118324" y="38571"/>
                </a:lnTo>
                <a:lnTo>
                  <a:pt x="1117478" y="38375"/>
                </a:lnTo>
                <a:lnTo>
                  <a:pt x="1116616" y="38195"/>
                </a:lnTo>
                <a:lnTo>
                  <a:pt x="1115741" y="38031"/>
                </a:lnTo>
                <a:lnTo>
                  <a:pt x="1114851" y="37882"/>
                </a:lnTo>
                <a:lnTo>
                  <a:pt x="1113947" y="37749"/>
                </a:lnTo>
                <a:lnTo>
                  <a:pt x="1113028" y="37632"/>
                </a:lnTo>
                <a:lnTo>
                  <a:pt x="1112095" y="37530"/>
                </a:lnTo>
                <a:lnTo>
                  <a:pt x="1111147" y="37444"/>
                </a:lnTo>
                <a:lnTo>
                  <a:pt x="1110186" y="37373"/>
                </a:lnTo>
                <a:lnTo>
                  <a:pt x="1109209" y="37319"/>
                </a:lnTo>
                <a:lnTo>
                  <a:pt x="1108219" y="37280"/>
                </a:lnTo>
                <a:lnTo>
                  <a:pt x="1107214" y="37256"/>
                </a:lnTo>
                <a:lnTo>
                  <a:pt x="1106195" y="37248"/>
                </a:lnTo>
                <a:lnTo>
                  <a:pt x="1105199" y="37256"/>
                </a:lnTo>
                <a:lnTo>
                  <a:pt x="1104217" y="37280"/>
                </a:lnTo>
                <a:lnTo>
                  <a:pt x="1103247" y="37319"/>
                </a:lnTo>
                <a:lnTo>
                  <a:pt x="1102290" y="37373"/>
                </a:lnTo>
                <a:lnTo>
                  <a:pt x="1101346" y="37444"/>
                </a:lnTo>
                <a:lnTo>
                  <a:pt x="1100415" y="37530"/>
                </a:lnTo>
                <a:lnTo>
                  <a:pt x="1099496" y="37632"/>
                </a:lnTo>
                <a:lnTo>
                  <a:pt x="1098591" y="37749"/>
                </a:lnTo>
                <a:lnTo>
                  <a:pt x="1097698" y="37882"/>
                </a:lnTo>
                <a:lnTo>
                  <a:pt x="1096818" y="38031"/>
                </a:lnTo>
                <a:lnTo>
                  <a:pt x="1095951" y="38195"/>
                </a:lnTo>
                <a:lnTo>
                  <a:pt x="1095097" y="38375"/>
                </a:lnTo>
                <a:lnTo>
                  <a:pt x="1094255" y="38571"/>
                </a:lnTo>
                <a:lnTo>
                  <a:pt x="1093427" y="38782"/>
                </a:lnTo>
                <a:lnTo>
                  <a:pt x="1092611" y="39009"/>
                </a:lnTo>
                <a:lnTo>
                  <a:pt x="1091808" y="39252"/>
                </a:lnTo>
                <a:lnTo>
                  <a:pt x="1091018" y="39510"/>
                </a:lnTo>
                <a:lnTo>
                  <a:pt x="1090240" y="39784"/>
                </a:lnTo>
                <a:lnTo>
                  <a:pt x="1089476" y="40074"/>
                </a:lnTo>
                <a:lnTo>
                  <a:pt x="1088724" y="40379"/>
                </a:lnTo>
                <a:lnTo>
                  <a:pt x="1087986" y="40700"/>
                </a:lnTo>
                <a:lnTo>
                  <a:pt x="1087260" y="41036"/>
                </a:lnTo>
                <a:lnTo>
                  <a:pt x="1086546" y="41389"/>
                </a:lnTo>
                <a:lnTo>
                  <a:pt x="1085846" y="41756"/>
                </a:lnTo>
                <a:lnTo>
                  <a:pt x="1085159" y="42137"/>
                </a:lnTo>
                <a:lnTo>
                  <a:pt x="1084486" y="42529"/>
                </a:lnTo>
                <a:lnTo>
                  <a:pt x="1083828" y="42931"/>
                </a:lnTo>
                <a:lnTo>
                  <a:pt x="1083183" y="43345"/>
                </a:lnTo>
                <a:lnTo>
                  <a:pt x="1082552" y="43769"/>
                </a:lnTo>
                <a:lnTo>
                  <a:pt x="1081935" y="44203"/>
                </a:lnTo>
                <a:lnTo>
                  <a:pt x="1081333" y="44649"/>
                </a:lnTo>
                <a:lnTo>
                  <a:pt x="1080744" y="45105"/>
                </a:lnTo>
                <a:lnTo>
                  <a:pt x="1080169" y="45573"/>
                </a:lnTo>
                <a:lnTo>
                  <a:pt x="1079609" y="46051"/>
                </a:lnTo>
                <a:lnTo>
                  <a:pt x="1079062" y="46539"/>
                </a:lnTo>
                <a:lnTo>
                  <a:pt x="1078530" y="47039"/>
                </a:lnTo>
                <a:lnTo>
                  <a:pt x="1078011" y="47550"/>
                </a:lnTo>
                <a:lnTo>
                  <a:pt x="1077507" y="48071"/>
                </a:lnTo>
                <a:lnTo>
                  <a:pt x="1077016" y="48603"/>
                </a:lnTo>
                <a:lnTo>
                  <a:pt x="1076540" y="49146"/>
                </a:lnTo>
                <a:lnTo>
                  <a:pt x="1076077" y="49699"/>
                </a:lnTo>
                <a:lnTo>
                  <a:pt x="1075629" y="50264"/>
                </a:lnTo>
                <a:lnTo>
                  <a:pt x="1075194" y="50839"/>
                </a:lnTo>
                <a:lnTo>
                  <a:pt x="1074774" y="51425"/>
                </a:lnTo>
                <a:lnTo>
                  <a:pt x="1074368" y="52022"/>
                </a:lnTo>
                <a:lnTo>
                  <a:pt x="1073975" y="52629"/>
                </a:lnTo>
                <a:lnTo>
                  <a:pt x="1073597" y="53248"/>
                </a:lnTo>
                <a:lnTo>
                  <a:pt x="1073233" y="53877"/>
                </a:lnTo>
                <a:lnTo>
                  <a:pt x="1072883" y="54514"/>
                </a:lnTo>
                <a:lnTo>
                  <a:pt x="1072548" y="55157"/>
                </a:lnTo>
                <a:lnTo>
                  <a:pt x="1072228" y="55807"/>
                </a:lnTo>
                <a:lnTo>
                  <a:pt x="1071923" y="56462"/>
                </a:lnTo>
                <a:lnTo>
                  <a:pt x="1071633" y="57123"/>
                </a:lnTo>
                <a:lnTo>
                  <a:pt x="1071358" y="57789"/>
                </a:lnTo>
                <a:lnTo>
                  <a:pt x="1071097" y="58462"/>
                </a:lnTo>
                <a:lnTo>
                  <a:pt x="1070852" y="59141"/>
                </a:lnTo>
                <a:lnTo>
                  <a:pt x="1070621" y="59826"/>
                </a:lnTo>
                <a:lnTo>
                  <a:pt x="1070405" y="60516"/>
                </a:lnTo>
                <a:lnTo>
                  <a:pt x="1070204" y="61212"/>
                </a:lnTo>
                <a:lnTo>
                  <a:pt x="1070018" y="61915"/>
                </a:lnTo>
                <a:lnTo>
                  <a:pt x="1069847" y="62623"/>
                </a:lnTo>
                <a:lnTo>
                  <a:pt x="1069691" y="63337"/>
                </a:lnTo>
                <a:lnTo>
                  <a:pt x="1069549" y="64057"/>
                </a:lnTo>
                <a:lnTo>
                  <a:pt x="1069423" y="64783"/>
                </a:lnTo>
                <a:lnTo>
                  <a:pt x="1069311" y="65515"/>
                </a:lnTo>
                <a:lnTo>
                  <a:pt x="1069214" y="66253"/>
                </a:lnTo>
                <a:lnTo>
                  <a:pt x="1069133" y="66997"/>
                </a:lnTo>
                <a:lnTo>
                  <a:pt x="1069066" y="67746"/>
                </a:lnTo>
                <a:lnTo>
                  <a:pt x="1069013" y="68502"/>
                </a:lnTo>
                <a:lnTo>
                  <a:pt x="1068976" y="69264"/>
                </a:lnTo>
                <a:lnTo>
                  <a:pt x="1068954" y="70031"/>
                </a:lnTo>
                <a:lnTo>
                  <a:pt x="1068947" y="70804"/>
                </a:lnTo>
                <a:lnTo>
                  <a:pt x="1068954" y="71536"/>
                </a:lnTo>
                <a:lnTo>
                  <a:pt x="1068976" y="72264"/>
                </a:lnTo>
                <a:lnTo>
                  <a:pt x="1069013" y="72988"/>
                </a:lnTo>
                <a:lnTo>
                  <a:pt x="1069064" y="73707"/>
                </a:lnTo>
                <a:lnTo>
                  <a:pt x="1069130" y="74422"/>
                </a:lnTo>
                <a:lnTo>
                  <a:pt x="1069211" y="75133"/>
                </a:lnTo>
                <a:lnTo>
                  <a:pt x="1069307" y="75839"/>
                </a:lnTo>
                <a:lnTo>
                  <a:pt x="1069417" y="76541"/>
                </a:lnTo>
                <a:lnTo>
                  <a:pt x="1069542" y="77238"/>
                </a:lnTo>
                <a:lnTo>
                  <a:pt x="1069682" y="77931"/>
                </a:lnTo>
                <a:lnTo>
                  <a:pt x="1069837" y="78620"/>
                </a:lnTo>
                <a:lnTo>
                  <a:pt x="1070006" y="79305"/>
                </a:lnTo>
                <a:lnTo>
                  <a:pt x="1070190" y="79985"/>
                </a:lnTo>
                <a:lnTo>
                  <a:pt x="1070388" y="80661"/>
                </a:lnTo>
                <a:lnTo>
                  <a:pt x="1070602" y="81332"/>
                </a:lnTo>
                <a:lnTo>
                  <a:pt x="1070830" y="81999"/>
                </a:lnTo>
                <a:lnTo>
                  <a:pt x="1071072" y="82662"/>
                </a:lnTo>
                <a:lnTo>
                  <a:pt x="1071330" y="83321"/>
                </a:lnTo>
                <a:lnTo>
                  <a:pt x="1071602" y="83975"/>
                </a:lnTo>
                <a:lnTo>
                  <a:pt x="1071889" y="84625"/>
                </a:lnTo>
                <a:lnTo>
                  <a:pt x="1072191" y="85270"/>
                </a:lnTo>
                <a:lnTo>
                  <a:pt x="1072507" y="85911"/>
                </a:lnTo>
                <a:lnTo>
                  <a:pt x="1072838" y="86548"/>
                </a:lnTo>
                <a:lnTo>
                  <a:pt x="1073184" y="87180"/>
                </a:lnTo>
                <a:lnTo>
                  <a:pt x="1073544" y="87806"/>
                </a:lnTo>
                <a:lnTo>
                  <a:pt x="1073918" y="88421"/>
                </a:lnTo>
                <a:lnTo>
                  <a:pt x="1074305" y="89026"/>
                </a:lnTo>
                <a:lnTo>
                  <a:pt x="1074707" y="89621"/>
                </a:lnTo>
                <a:lnTo>
                  <a:pt x="1075122" y="90206"/>
                </a:lnTo>
                <a:lnTo>
                  <a:pt x="1075552" y="90780"/>
                </a:lnTo>
                <a:lnTo>
                  <a:pt x="1075995" y="91345"/>
                </a:lnTo>
                <a:lnTo>
                  <a:pt x="1076452" y="91900"/>
                </a:lnTo>
                <a:lnTo>
                  <a:pt x="1076923" y="92444"/>
                </a:lnTo>
                <a:lnTo>
                  <a:pt x="1077408" y="92979"/>
                </a:lnTo>
                <a:lnTo>
                  <a:pt x="1077906" y="93503"/>
                </a:lnTo>
                <a:lnTo>
                  <a:pt x="1078419" y="94017"/>
                </a:lnTo>
                <a:lnTo>
                  <a:pt x="1078945" y="94522"/>
                </a:lnTo>
                <a:lnTo>
                  <a:pt x="1079485" y="95016"/>
                </a:lnTo>
                <a:lnTo>
                  <a:pt x="1080039" y="95500"/>
                </a:lnTo>
                <a:lnTo>
                  <a:pt x="1080607" y="95974"/>
                </a:lnTo>
                <a:lnTo>
                  <a:pt x="1081189" y="96438"/>
                </a:lnTo>
                <a:lnTo>
                  <a:pt x="1081784" y="96891"/>
                </a:lnTo>
                <a:lnTo>
                  <a:pt x="1082108" y="97127"/>
                </a:lnTo>
                <a:lnTo>
                  <a:pt x="1081923" y="97198"/>
                </a:lnTo>
                <a:lnTo>
                  <a:pt x="1081279" y="97458"/>
                </a:lnTo>
                <a:lnTo>
                  <a:pt x="1080653" y="97723"/>
                </a:lnTo>
                <a:lnTo>
                  <a:pt x="1080043" y="97994"/>
                </a:lnTo>
                <a:lnTo>
                  <a:pt x="1079451" y="98270"/>
                </a:lnTo>
                <a:lnTo>
                  <a:pt x="1078876" y="98551"/>
                </a:lnTo>
                <a:lnTo>
                  <a:pt x="1078319" y="98837"/>
                </a:lnTo>
                <a:lnTo>
                  <a:pt x="1077778" y="99129"/>
                </a:lnTo>
                <a:lnTo>
                  <a:pt x="1077255" y="99426"/>
                </a:lnTo>
                <a:lnTo>
                  <a:pt x="1076749" y="99729"/>
                </a:lnTo>
                <a:lnTo>
                  <a:pt x="1076261" y="100036"/>
                </a:lnTo>
                <a:lnTo>
                  <a:pt x="1075790" y="100350"/>
                </a:lnTo>
                <a:lnTo>
                  <a:pt x="1075336" y="100668"/>
                </a:lnTo>
                <a:lnTo>
                  <a:pt x="1074899" y="100992"/>
                </a:lnTo>
                <a:lnTo>
                  <a:pt x="1074480" y="101321"/>
                </a:lnTo>
                <a:lnTo>
                  <a:pt x="1074077" y="101655"/>
                </a:lnTo>
                <a:lnTo>
                  <a:pt x="1073693" y="101995"/>
                </a:lnTo>
                <a:lnTo>
                  <a:pt x="1073325" y="102340"/>
                </a:lnTo>
                <a:lnTo>
                  <a:pt x="1072975" y="102690"/>
                </a:lnTo>
                <a:lnTo>
                  <a:pt x="1072642" y="103045"/>
                </a:lnTo>
                <a:lnTo>
                  <a:pt x="1072324" y="103405"/>
                </a:lnTo>
                <a:lnTo>
                  <a:pt x="1072020" y="103766"/>
                </a:lnTo>
                <a:lnTo>
                  <a:pt x="1071729" y="104129"/>
                </a:lnTo>
                <a:lnTo>
                  <a:pt x="1071452" y="104493"/>
                </a:lnTo>
                <a:lnTo>
                  <a:pt x="1071189" y="104860"/>
                </a:lnTo>
                <a:lnTo>
                  <a:pt x="1070939" y="105229"/>
                </a:lnTo>
                <a:lnTo>
                  <a:pt x="1070702" y="105599"/>
                </a:lnTo>
                <a:lnTo>
                  <a:pt x="1070479" y="105971"/>
                </a:lnTo>
                <a:lnTo>
                  <a:pt x="1070270" y="106346"/>
                </a:lnTo>
                <a:lnTo>
                  <a:pt x="1070074" y="106722"/>
                </a:lnTo>
                <a:lnTo>
                  <a:pt x="1069891" y="107100"/>
                </a:lnTo>
                <a:lnTo>
                  <a:pt x="1069723" y="107480"/>
                </a:lnTo>
                <a:lnTo>
                  <a:pt x="1069567" y="107861"/>
                </a:lnTo>
                <a:lnTo>
                  <a:pt x="1069425" y="108245"/>
                </a:lnTo>
                <a:lnTo>
                  <a:pt x="1069297" y="108631"/>
                </a:lnTo>
                <a:lnTo>
                  <a:pt x="1069182" y="109018"/>
                </a:lnTo>
                <a:lnTo>
                  <a:pt x="1069081" y="109407"/>
                </a:lnTo>
                <a:lnTo>
                  <a:pt x="1068993" y="109798"/>
                </a:lnTo>
                <a:lnTo>
                  <a:pt x="1068918" y="110191"/>
                </a:lnTo>
                <a:lnTo>
                  <a:pt x="1068858" y="110586"/>
                </a:lnTo>
                <a:lnTo>
                  <a:pt x="1068810" y="110983"/>
                </a:lnTo>
                <a:lnTo>
                  <a:pt x="1068776" y="111382"/>
                </a:lnTo>
                <a:lnTo>
                  <a:pt x="1068756" y="111783"/>
                </a:lnTo>
                <a:lnTo>
                  <a:pt x="1068749" y="112185"/>
                </a:lnTo>
                <a:lnTo>
                  <a:pt x="1068753" y="112466"/>
                </a:lnTo>
                <a:lnTo>
                  <a:pt x="1068765" y="112747"/>
                </a:lnTo>
                <a:lnTo>
                  <a:pt x="1068785" y="113029"/>
                </a:lnTo>
                <a:lnTo>
                  <a:pt x="1068812" y="113313"/>
                </a:lnTo>
                <a:lnTo>
                  <a:pt x="1068848" y="113597"/>
                </a:lnTo>
                <a:lnTo>
                  <a:pt x="1068891" y="113882"/>
                </a:lnTo>
                <a:lnTo>
                  <a:pt x="1068942" y="114167"/>
                </a:lnTo>
                <a:lnTo>
                  <a:pt x="1069001" y="114454"/>
                </a:lnTo>
                <a:lnTo>
                  <a:pt x="1069068" y="114742"/>
                </a:lnTo>
                <a:lnTo>
                  <a:pt x="1069143" y="115030"/>
                </a:lnTo>
                <a:lnTo>
                  <a:pt x="1069226" y="115319"/>
                </a:lnTo>
                <a:lnTo>
                  <a:pt x="1069316" y="115609"/>
                </a:lnTo>
                <a:lnTo>
                  <a:pt x="1069414" y="115900"/>
                </a:lnTo>
                <a:lnTo>
                  <a:pt x="1069521" y="116192"/>
                </a:lnTo>
                <a:lnTo>
                  <a:pt x="1069635" y="116485"/>
                </a:lnTo>
                <a:lnTo>
                  <a:pt x="1069757" y="116778"/>
                </a:lnTo>
                <a:lnTo>
                  <a:pt x="1069887" y="117072"/>
                </a:lnTo>
                <a:lnTo>
                  <a:pt x="1070024" y="117368"/>
                </a:lnTo>
                <a:lnTo>
                  <a:pt x="1070170" y="117664"/>
                </a:lnTo>
                <a:lnTo>
                  <a:pt x="1070323" y="117961"/>
                </a:lnTo>
                <a:lnTo>
                  <a:pt x="1070485" y="118258"/>
                </a:lnTo>
                <a:lnTo>
                  <a:pt x="1070654" y="118557"/>
                </a:lnTo>
                <a:lnTo>
                  <a:pt x="1070831" y="118856"/>
                </a:lnTo>
                <a:lnTo>
                  <a:pt x="1071016" y="119157"/>
                </a:lnTo>
                <a:lnTo>
                  <a:pt x="1071210" y="119456"/>
                </a:lnTo>
                <a:lnTo>
                  <a:pt x="1071415" y="119753"/>
                </a:lnTo>
                <a:lnTo>
                  <a:pt x="1071631" y="120047"/>
                </a:lnTo>
                <a:lnTo>
                  <a:pt x="1071858" y="120340"/>
                </a:lnTo>
                <a:lnTo>
                  <a:pt x="1072095" y="120629"/>
                </a:lnTo>
                <a:lnTo>
                  <a:pt x="1072343" y="120917"/>
                </a:lnTo>
                <a:lnTo>
                  <a:pt x="1072602" y="121201"/>
                </a:lnTo>
                <a:lnTo>
                  <a:pt x="1072872" y="121484"/>
                </a:lnTo>
                <a:lnTo>
                  <a:pt x="1073152" y="121764"/>
                </a:lnTo>
                <a:lnTo>
                  <a:pt x="1073443" y="122042"/>
                </a:lnTo>
                <a:lnTo>
                  <a:pt x="1073745" y="122317"/>
                </a:lnTo>
                <a:lnTo>
                  <a:pt x="1074058" y="122590"/>
                </a:lnTo>
                <a:lnTo>
                  <a:pt x="1074382" y="122861"/>
                </a:lnTo>
                <a:lnTo>
                  <a:pt x="1074716" y="123129"/>
                </a:lnTo>
                <a:lnTo>
                  <a:pt x="1075061" y="123395"/>
                </a:lnTo>
                <a:lnTo>
                  <a:pt x="1075417" y="123658"/>
                </a:lnTo>
                <a:lnTo>
                  <a:pt x="1075784" y="123919"/>
                </a:lnTo>
                <a:lnTo>
                  <a:pt x="1076161" y="124178"/>
                </a:lnTo>
                <a:lnTo>
                  <a:pt x="1076550" y="124434"/>
                </a:lnTo>
                <a:lnTo>
                  <a:pt x="1076949" y="124688"/>
                </a:lnTo>
                <a:lnTo>
                  <a:pt x="1077359" y="124939"/>
                </a:lnTo>
                <a:lnTo>
                  <a:pt x="1077779" y="125188"/>
                </a:lnTo>
                <a:lnTo>
                  <a:pt x="1078211" y="125435"/>
                </a:lnTo>
                <a:lnTo>
                  <a:pt x="1078653" y="125679"/>
                </a:lnTo>
                <a:lnTo>
                  <a:pt x="1079107" y="125918"/>
                </a:lnTo>
                <a:lnTo>
                  <a:pt x="1079576" y="126151"/>
                </a:lnTo>
                <a:lnTo>
                  <a:pt x="1080058" y="126377"/>
                </a:lnTo>
                <a:lnTo>
                  <a:pt x="1080222" y="126450"/>
                </a:lnTo>
                <a:lnTo>
                  <a:pt x="1079732" y="126664"/>
                </a:lnTo>
                <a:lnTo>
                  <a:pt x="1078854" y="127073"/>
                </a:lnTo>
                <a:lnTo>
                  <a:pt x="1078004" y="127496"/>
                </a:lnTo>
                <a:lnTo>
                  <a:pt x="1077180" y="127932"/>
                </a:lnTo>
                <a:lnTo>
                  <a:pt x="1076383" y="128382"/>
                </a:lnTo>
                <a:lnTo>
                  <a:pt x="1075613" y="128846"/>
                </a:lnTo>
                <a:lnTo>
                  <a:pt x="1074870" y="129323"/>
                </a:lnTo>
                <a:lnTo>
                  <a:pt x="1074154" y="129813"/>
                </a:lnTo>
                <a:lnTo>
                  <a:pt x="1073465" y="130317"/>
                </a:lnTo>
                <a:lnTo>
                  <a:pt x="1072802" y="130835"/>
                </a:lnTo>
                <a:lnTo>
                  <a:pt x="1072167" y="131367"/>
                </a:lnTo>
                <a:lnTo>
                  <a:pt x="1071558" y="131911"/>
                </a:lnTo>
                <a:lnTo>
                  <a:pt x="1070975" y="132466"/>
                </a:lnTo>
                <a:lnTo>
                  <a:pt x="1070417" y="133028"/>
                </a:lnTo>
                <a:lnTo>
                  <a:pt x="1069883" y="133596"/>
                </a:lnTo>
                <a:lnTo>
                  <a:pt x="1069375" y="134170"/>
                </a:lnTo>
                <a:lnTo>
                  <a:pt x="1068891" y="134752"/>
                </a:lnTo>
                <a:lnTo>
                  <a:pt x="1068432" y="135340"/>
                </a:lnTo>
                <a:lnTo>
                  <a:pt x="1067998" y="135934"/>
                </a:lnTo>
                <a:lnTo>
                  <a:pt x="1067589" y="136535"/>
                </a:lnTo>
                <a:lnTo>
                  <a:pt x="1067204" y="137143"/>
                </a:lnTo>
                <a:lnTo>
                  <a:pt x="1066845" y="137758"/>
                </a:lnTo>
                <a:lnTo>
                  <a:pt x="1066510" y="138379"/>
                </a:lnTo>
                <a:lnTo>
                  <a:pt x="1066200" y="139006"/>
                </a:lnTo>
                <a:lnTo>
                  <a:pt x="1065914" y="139641"/>
                </a:lnTo>
                <a:lnTo>
                  <a:pt x="1065654" y="140282"/>
                </a:lnTo>
                <a:lnTo>
                  <a:pt x="1065418" y="140929"/>
                </a:lnTo>
                <a:lnTo>
                  <a:pt x="1065207" y="141583"/>
                </a:lnTo>
                <a:lnTo>
                  <a:pt x="1065021" y="142244"/>
                </a:lnTo>
                <a:lnTo>
                  <a:pt x="1064860" y="142912"/>
                </a:lnTo>
                <a:lnTo>
                  <a:pt x="1064724" y="143586"/>
                </a:lnTo>
                <a:lnTo>
                  <a:pt x="1064612" y="144267"/>
                </a:lnTo>
                <a:lnTo>
                  <a:pt x="1064525" y="144954"/>
                </a:lnTo>
                <a:lnTo>
                  <a:pt x="1064463" y="145648"/>
                </a:lnTo>
                <a:lnTo>
                  <a:pt x="1064426" y="146349"/>
                </a:lnTo>
                <a:lnTo>
                  <a:pt x="1064414" y="147056"/>
                </a:lnTo>
                <a:lnTo>
                  <a:pt x="1064421" y="147639"/>
                </a:lnTo>
                <a:lnTo>
                  <a:pt x="1064442" y="148219"/>
                </a:lnTo>
                <a:lnTo>
                  <a:pt x="1064478" y="148795"/>
                </a:lnTo>
                <a:lnTo>
                  <a:pt x="1064529" y="149367"/>
                </a:lnTo>
                <a:lnTo>
                  <a:pt x="1064593" y="149937"/>
                </a:lnTo>
                <a:lnTo>
                  <a:pt x="1064672" y="150502"/>
                </a:lnTo>
                <a:lnTo>
                  <a:pt x="1064766" y="151065"/>
                </a:lnTo>
                <a:lnTo>
                  <a:pt x="1064874" y="151623"/>
                </a:lnTo>
                <a:lnTo>
                  <a:pt x="1064996" y="152179"/>
                </a:lnTo>
                <a:lnTo>
                  <a:pt x="1065132" y="152730"/>
                </a:lnTo>
                <a:lnTo>
                  <a:pt x="1065283" y="153279"/>
                </a:lnTo>
                <a:lnTo>
                  <a:pt x="1065448" y="153824"/>
                </a:lnTo>
                <a:lnTo>
                  <a:pt x="1065628" y="154365"/>
                </a:lnTo>
                <a:lnTo>
                  <a:pt x="1065822" y="154903"/>
                </a:lnTo>
                <a:lnTo>
                  <a:pt x="1066030" y="155437"/>
                </a:lnTo>
                <a:lnTo>
                  <a:pt x="1066253" y="155968"/>
                </a:lnTo>
                <a:lnTo>
                  <a:pt x="1066490" y="156496"/>
                </a:lnTo>
                <a:lnTo>
                  <a:pt x="1066742" y="157020"/>
                </a:lnTo>
                <a:lnTo>
                  <a:pt x="1067008" y="157540"/>
                </a:lnTo>
                <a:lnTo>
                  <a:pt x="1067288" y="158057"/>
                </a:lnTo>
                <a:lnTo>
                  <a:pt x="1067582" y="158571"/>
                </a:lnTo>
                <a:lnTo>
                  <a:pt x="1067891" y="159081"/>
                </a:lnTo>
                <a:lnTo>
                  <a:pt x="1068215" y="159588"/>
                </a:lnTo>
                <a:lnTo>
                  <a:pt x="1068552" y="160091"/>
                </a:lnTo>
                <a:lnTo>
                  <a:pt x="1068906" y="160588"/>
                </a:lnTo>
                <a:lnTo>
                  <a:pt x="1069278" y="161078"/>
                </a:lnTo>
                <a:lnTo>
                  <a:pt x="1069668" y="161558"/>
                </a:lnTo>
                <a:lnTo>
                  <a:pt x="1070076" y="162031"/>
                </a:lnTo>
                <a:lnTo>
                  <a:pt x="1070501" y="162495"/>
                </a:lnTo>
                <a:lnTo>
                  <a:pt x="1070945" y="162950"/>
                </a:lnTo>
                <a:lnTo>
                  <a:pt x="1071407" y="163398"/>
                </a:lnTo>
                <a:lnTo>
                  <a:pt x="1071886" y="163836"/>
                </a:lnTo>
                <a:lnTo>
                  <a:pt x="1072384" y="164267"/>
                </a:lnTo>
                <a:lnTo>
                  <a:pt x="1072899" y="164689"/>
                </a:lnTo>
                <a:lnTo>
                  <a:pt x="1073433" y="165103"/>
                </a:lnTo>
                <a:lnTo>
                  <a:pt x="1073984" y="165508"/>
                </a:lnTo>
                <a:lnTo>
                  <a:pt x="1074554" y="165905"/>
                </a:lnTo>
                <a:lnTo>
                  <a:pt x="1075141" y="166294"/>
                </a:lnTo>
                <a:lnTo>
                  <a:pt x="1075747" y="166674"/>
                </a:lnTo>
                <a:lnTo>
                  <a:pt x="1076370" y="167046"/>
                </a:lnTo>
                <a:lnTo>
                  <a:pt x="1077011" y="167410"/>
                </a:lnTo>
                <a:lnTo>
                  <a:pt x="1077670" y="167765"/>
                </a:lnTo>
                <a:lnTo>
                  <a:pt x="1078348" y="168112"/>
                </a:lnTo>
                <a:lnTo>
                  <a:pt x="1079043" y="168450"/>
                </a:lnTo>
                <a:lnTo>
                  <a:pt x="1079756" y="168780"/>
                </a:lnTo>
                <a:lnTo>
                  <a:pt x="1080487" y="169102"/>
                </a:lnTo>
                <a:lnTo>
                  <a:pt x="1081236" y="169415"/>
                </a:lnTo>
                <a:lnTo>
                  <a:pt x="1082003" y="169720"/>
                </a:lnTo>
                <a:lnTo>
                  <a:pt x="1082790" y="170015"/>
                </a:lnTo>
                <a:lnTo>
                  <a:pt x="1083599" y="170297"/>
                </a:lnTo>
                <a:lnTo>
                  <a:pt x="1084429" y="170567"/>
                </a:lnTo>
                <a:lnTo>
                  <a:pt x="1085281" y="170824"/>
                </a:lnTo>
                <a:lnTo>
                  <a:pt x="1086155" y="171068"/>
                </a:lnTo>
                <a:lnTo>
                  <a:pt x="1087050" y="171300"/>
                </a:lnTo>
                <a:lnTo>
                  <a:pt x="1087967" y="171520"/>
                </a:lnTo>
                <a:lnTo>
                  <a:pt x="1088906" y="171727"/>
                </a:lnTo>
                <a:lnTo>
                  <a:pt x="1089867" y="171921"/>
                </a:lnTo>
                <a:lnTo>
                  <a:pt x="1090849" y="172103"/>
                </a:lnTo>
                <a:lnTo>
                  <a:pt x="1091854" y="172272"/>
                </a:lnTo>
                <a:lnTo>
                  <a:pt x="1092879" y="172429"/>
                </a:lnTo>
                <a:lnTo>
                  <a:pt x="1093927" y="172573"/>
                </a:lnTo>
                <a:lnTo>
                  <a:pt x="1094996" y="172705"/>
                </a:lnTo>
                <a:lnTo>
                  <a:pt x="1096087" y="172824"/>
                </a:lnTo>
                <a:lnTo>
                  <a:pt x="1097200" y="172931"/>
                </a:lnTo>
                <a:lnTo>
                  <a:pt x="1098335" y="173025"/>
                </a:lnTo>
                <a:lnTo>
                  <a:pt x="1099491" y="173106"/>
                </a:lnTo>
                <a:lnTo>
                  <a:pt x="1100669" y="173175"/>
                </a:lnTo>
                <a:lnTo>
                  <a:pt x="1101869" y="173232"/>
                </a:lnTo>
                <a:lnTo>
                  <a:pt x="1103090" y="173276"/>
                </a:lnTo>
                <a:lnTo>
                  <a:pt x="1104333" y="173307"/>
                </a:lnTo>
                <a:lnTo>
                  <a:pt x="1105598" y="173326"/>
                </a:lnTo>
                <a:lnTo>
                  <a:pt x="1106884" y="173332"/>
                </a:lnTo>
                <a:lnTo>
                  <a:pt x="1108762" y="173318"/>
                </a:lnTo>
                <a:lnTo>
                  <a:pt x="1110601" y="173273"/>
                </a:lnTo>
                <a:lnTo>
                  <a:pt x="1112400" y="173200"/>
                </a:lnTo>
                <a:lnTo>
                  <a:pt x="1114161" y="173097"/>
                </a:lnTo>
                <a:lnTo>
                  <a:pt x="1115884" y="172964"/>
                </a:lnTo>
                <a:lnTo>
                  <a:pt x="1117567" y="172803"/>
                </a:lnTo>
                <a:lnTo>
                  <a:pt x="1119211" y="172611"/>
                </a:lnTo>
                <a:lnTo>
                  <a:pt x="1120817" y="172391"/>
                </a:lnTo>
                <a:lnTo>
                  <a:pt x="1122384" y="172141"/>
                </a:lnTo>
                <a:lnTo>
                  <a:pt x="1123912" y="171861"/>
                </a:lnTo>
                <a:lnTo>
                  <a:pt x="1125401" y="171552"/>
                </a:lnTo>
                <a:lnTo>
                  <a:pt x="1126851" y="171214"/>
                </a:lnTo>
                <a:lnTo>
                  <a:pt x="1128263" y="170846"/>
                </a:lnTo>
                <a:lnTo>
                  <a:pt x="1129635" y="170449"/>
                </a:lnTo>
                <a:lnTo>
                  <a:pt x="1130969" y="170022"/>
                </a:lnTo>
                <a:lnTo>
                  <a:pt x="1132264" y="169566"/>
                </a:lnTo>
                <a:lnTo>
                  <a:pt x="1133520" y="169080"/>
                </a:lnTo>
                <a:lnTo>
                  <a:pt x="1134737" y="168565"/>
                </a:lnTo>
                <a:lnTo>
                  <a:pt x="1135916" y="168021"/>
                </a:lnTo>
                <a:lnTo>
                  <a:pt x="1137056" y="167447"/>
                </a:lnTo>
                <a:lnTo>
                  <a:pt x="1138156" y="166844"/>
                </a:lnTo>
                <a:lnTo>
                  <a:pt x="1139218" y="166211"/>
                </a:lnTo>
                <a:lnTo>
                  <a:pt x="1140241" y="165549"/>
                </a:lnTo>
                <a:lnTo>
                  <a:pt x="1141226" y="164858"/>
                </a:lnTo>
                <a:lnTo>
                  <a:pt x="1142171" y="164143"/>
                </a:lnTo>
                <a:lnTo>
                  <a:pt x="1143075" y="163412"/>
                </a:lnTo>
                <a:lnTo>
                  <a:pt x="1143939" y="162665"/>
                </a:lnTo>
                <a:lnTo>
                  <a:pt x="1144764" y="161901"/>
                </a:lnTo>
                <a:lnTo>
                  <a:pt x="1145548" y="161120"/>
                </a:lnTo>
                <a:lnTo>
                  <a:pt x="1146291" y="160323"/>
                </a:lnTo>
                <a:lnTo>
                  <a:pt x="1146995" y="159509"/>
                </a:lnTo>
                <a:lnTo>
                  <a:pt x="1147658" y="158678"/>
                </a:lnTo>
                <a:lnTo>
                  <a:pt x="1148281" y="157832"/>
                </a:lnTo>
                <a:lnTo>
                  <a:pt x="1148864" y="156968"/>
                </a:lnTo>
                <a:lnTo>
                  <a:pt x="1149407" y="156088"/>
                </a:lnTo>
                <a:lnTo>
                  <a:pt x="1149910" y="155192"/>
                </a:lnTo>
                <a:lnTo>
                  <a:pt x="1150372" y="154279"/>
                </a:lnTo>
                <a:lnTo>
                  <a:pt x="1150794" y="153349"/>
                </a:lnTo>
                <a:lnTo>
                  <a:pt x="1151176" y="152403"/>
                </a:lnTo>
                <a:lnTo>
                  <a:pt x="1151518" y="151440"/>
                </a:lnTo>
                <a:lnTo>
                  <a:pt x="1151819" y="150461"/>
                </a:lnTo>
                <a:lnTo>
                  <a:pt x="1152081" y="149465"/>
                </a:lnTo>
                <a:lnTo>
                  <a:pt x="1152302" y="148452"/>
                </a:lnTo>
                <a:lnTo>
                  <a:pt x="1152483" y="147423"/>
                </a:lnTo>
                <a:lnTo>
                  <a:pt x="1152623" y="146378"/>
                </a:lnTo>
                <a:lnTo>
                  <a:pt x="1152724" y="145316"/>
                </a:lnTo>
                <a:lnTo>
                  <a:pt x="1152784" y="144237"/>
                </a:lnTo>
                <a:lnTo>
                  <a:pt x="1152804" y="143142"/>
                </a:lnTo>
                <a:lnTo>
                  <a:pt x="1152787" y="142042"/>
                </a:lnTo>
                <a:lnTo>
                  <a:pt x="1152734" y="140967"/>
                </a:lnTo>
                <a:lnTo>
                  <a:pt x="1152646" y="139916"/>
                </a:lnTo>
                <a:lnTo>
                  <a:pt x="1152522" y="138889"/>
                </a:lnTo>
                <a:lnTo>
                  <a:pt x="1152364" y="137886"/>
                </a:lnTo>
                <a:lnTo>
                  <a:pt x="1152170" y="136908"/>
                </a:lnTo>
                <a:lnTo>
                  <a:pt x="1151941" y="135953"/>
                </a:lnTo>
                <a:lnTo>
                  <a:pt x="1151676" y="135023"/>
                </a:lnTo>
                <a:lnTo>
                  <a:pt x="1151377" y="134117"/>
                </a:lnTo>
                <a:lnTo>
                  <a:pt x="1151042" y="133236"/>
                </a:lnTo>
                <a:lnTo>
                  <a:pt x="1150672" y="132378"/>
                </a:lnTo>
                <a:lnTo>
                  <a:pt x="1150267" y="131545"/>
                </a:lnTo>
                <a:lnTo>
                  <a:pt x="1149826" y="130736"/>
                </a:lnTo>
                <a:lnTo>
                  <a:pt x="1149351" y="129951"/>
                </a:lnTo>
                <a:lnTo>
                  <a:pt x="1148840" y="129190"/>
                </a:lnTo>
                <a:lnTo>
                  <a:pt x="1148293" y="128454"/>
                </a:lnTo>
                <a:lnTo>
                  <a:pt x="1147712" y="127742"/>
                </a:lnTo>
                <a:lnTo>
                  <a:pt x="1147095" y="127054"/>
                </a:lnTo>
                <a:lnTo>
                  <a:pt x="1146443" y="126390"/>
                </a:lnTo>
                <a:lnTo>
                  <a:pt x="1145756" y="125750"/>
                </a:lnTo>
                <a:lnTo>
                  <a:pt x="1145033" y="125135"/>
                </a:lnTo>
                <a:lnTo>
                  <a:pt x="1144276" y="124544"/>
                </a:lnTo>
                <a:lnTo>
                  <a:pt x="1143483" y="123977"/>
                </a:lnTo>
                <a:lnTo>
                  <a:pt x="1142655" y="123434"/>
                </a:lnTo>
                <a:lnTo>
                  <a:pt x="1141785" y="122914"/>
                </a:lnTo>
                <a:lnTo>
                  <a:pt x="1140869" y="122417"/>
                </a:lnTo>
                <a:lnTo>
                  <a:pt x="1139906" y="121941"/>
                </a:lnTo>
                <a:lnTo>
                  <a:pt x="1138896" y="121488"/>
                </a:lnTo>
                <a:lnTo>
                  <a:pt x="1137840" y="121057"/>
                </a:lnTo>
                <a:lnTo>
                  <a:pt x="1136736" y="120648"/>
                </a:lnTo>
                <a:lnTo>
                  <a:pt x="1135586" y="120261"/>
                </a:lnTo>
                <a:lnTo>
                  <a:pt x="1134388" y="119896"/>
                </a:lnTo>
                <a:lnTo>
                  <a:pt x="1133144" y="119553"/>
                </a:lnTo>
                <a:lnTo>
                  <a:pt x="1131853" y="119233"/>
                </a:lnTo>
                <a:lnTo>
                  <a:pt x="1130515" y="118934"/>
                </a:lnTo>
                <a:lnTo>
                  <a:pt x="1129130" y="118658"/>
                </a:lnTo>
                <a:lnTo>
                  <a:pt x="1127698" y="118404"/>
                </a:lnTo>
                <a:lnTo>
                  <a:pt x="1126220" y="118171"/>
                </a:lnTo>
                <a:lnTo>
                  <a:pt x="1124694" y="117961"/>
                </a:lnTo>
                <a:lnTo>
                  <a:pt x="1123122" y="117773"/>
                </a:lnTo>
                <a:lnTo>
                  <a:pt x="1121502" y="117608"/>
                </a:lnTo>
                <a:lnTo>
                  <a:pt x="1119836" y="117464"/>
                </a:lnTo>
                <a:lnTo>
                  <a:pt x="1118123" y="117342"/>
                </a:lnTo>
                <a:lnTo>
                  <a:pt x="1116364" y="117243"/>
                </a:lnTo>
                <a:lnTo>
                  <a:pt x="1114557" y="117165"/>
                </a:lnTo>
                <a:lnTo>
                  <a:pt x="1112703" y="117110"/>
                </a:lnTo>
                <a:lnTo>
                  <a:pt x="1110803" y="117077"/>
                </a:lnTo>
                <a:lnTo>
                  <a:pt x="1108855" y="117066"/>
                </a:lnTo>
                <a:lnTo>
                  <a:pt x="1102450" y="117066"/>
                </a:lnTo>
                <a:lnTo>
                  <a:pt x="1101807" y="117064"/>
                </a:lnTo>
                <a:lnTo>
                  <a:pt x="1101176" y="117059"/>
                </a:lnTo>
                <a:close/>
                <a:moveTo>
                  <a:pt x="1102201" y="92586"/>
                </a:moveTo>
                <a:lnTo>
                  <a:pt x="1101542" y="92481"/>
                </a:lnTo>
                <a:lnTo>
                  <a:pt x="1100889" y="92357"/>
                </a:lnTo>
                <a:lnTo>
                  <a:pt x="1100244" y="92213"/>
                </a:lnTo>
                <a:lnTo>
                  <a:pt x="1099606" y="92051"/>
                </a:lnTo>
                <a:lnTo>
                  <a:pt x="1098974" y="91870"/>
                </a:lnTo>
                <a:lnTo>
                  <a:pt x="1098350" y="91669"/>
                </a:lnTo>
                <a:lnTo>
                  <a:pt x="1097733" y="91449"/>
                </a:lnTo>
                <a:lnTo>
                  <a:pt x="1097122" y="91210"/>
                </a:lnTo>
                <a:lnTo>
                  <a:pt x="1096519" y="90952"/>
                </a:lnTo>
                <a:lnTo>
                  <a:pt x="1095923" y="90675"/>
                </a:lnTo>
                <a:lnTo>
                  <a:pt x="1095333" y="90379"/>
                </a:lnTo>
                <a:lnTo>
                  <a:pt x="1094751" y="90064"/>
                </a:lnTo>
                <a:lnTo>
                  <a:pt x="1094176" y="89730"/>
                </a:lnTo>
                <a:lnTo>
                  <a:pt x="1093608" y="89376"/>
                </a:lnTo>
                <a:lnTo>
                  <a:pt x="1093046" y="89003"/>
                </a:lnTo>
                <a:lnTo>
                  <a:pt x="1092492" y="88612"/>
                </a:lnTo>
                <a:lnTo>
                  <a:pt x="1091945" y="88201"/>
                </a:lnTo>
                <a:lnTo>
                  <a:pt x="1091405" y="87771"/>
                </a:lnTo>
                <a:lnTo>
                  <a:pt x="1090872" y="87322"/>
                </a:lnTo>
                <a:lnTo>
                  <a:pt x="1090353" y="86853"/>
                </a:lnTo>
                <a:lnTo>
                  <a:pt x="1089857" y="86365"/>
                </a:lnTo>
                <a:lnTo>
                  <a:pt x="1089382" y="85858"/>
                </a:lnTo>
                <a:lnTo>
                  <a:pt x="1088930" y="85331"/>
                </a:lnTo>
                <a:lnTo>
                  <a:pt x="1088499" y="84785"/>
                </a:lnTo>
                <a:lnTo>
                  <a:pt x="1088091" y="84219"/>
                </a:lnTo>
                <a:lnTo>
                  <a:pt x="1087705" y="83633"/>
                </a:lnTo>
                <a:lnTo>
                  <a:pt x="1087341" y="83029"/>
                </a:lnTo>
                <a:lnTo>
                  <a:pt x="1086999" y="82404"/>
                </a:lnTo>
                <a:lnTo>
                  <a:pt x="1086679" y="81761"/>
                </a:lnTo>
                <a:lnTo>
                  <a:pt x="1086381" y="81098"/>
                </a:lnTo>
                <a:lnTo>
                  <a:pt x="1086105" y="80415"/>
                </a:lnTo>
                <a:lnTo>
                  <a:pt x="1085851" y="79713"/>
                </a:lnTo>
                <a:lnTo>
                  <a:pt x="1085619" y="78991"/>
                </a:lnTo>
                <a:lnTo>
                  <a:pt x="1085410" y="78250"/>
                </a:lnTo>
                <a:lnTo>
                  <a:pt x="1085222" y="77490"/>
                </a:lnTo>
                <a:lnTo>
                  <a:pt x="1085057" y="76710"/>
                </a:lnTo>
                <a:lnTo>
                  <a:pt x="1084913" y="75911"/>
                </a:lnTo>
                <a:lnTo>
                  <a:pt x="1084792" y="75092"/>
                </a:lnTo>
                <a:lnTo>
                  <a:pt x="1084692" y="74253"/>
                </a:lnTo>
                <a:lnTo>
                  <a:pt x="1084615" y="73396"/>
                </a:lnTo>
                <a:lnTo>
                  <a:pt x="1084560" y="72519"/>
                </a:lnTo>
                <a:lnTo>
                  <a:pt x="1084527" y="71622"/>
                </a:lnTo>
                <a:lnTo>
                  <a:pt x="1084516" y="70706"/>
                </a:lnTo>
                <a:lnTo>
                  <a:pt x="1084527" y="69798"/>
                </a:lnTo>
                <a:lnTo>
                  <a:pt x="1084559" y="68908"/>
                </a:lnTo>
                <a:lnTo>
                  <a:pt x="1084612" y="68037"/>
                </a:lnTo>
                <a:lnTo>
                  <a:pt x="1084687" y="67185"/>
                </a:lnTo>
                <a:lnTo>
                  <a:pt x="1084783" y="66351"/>
                </a:lnTo>
                <a:lnTo>
                  <a:pt x="1084901" y="65536"/>
                </a:lnTo>
                <a:lnTo>
                  <a:pt x="1085040" y="64739"/>
                </a:lnTo>
                <a:lnTo>
                  <a:pt x="1085200" y="63961"/>
                </a:lnTo>
                <a:lnTo>
                  <a:pt x="1085382" y="63202"/>
                </a:lnTo>
                <a:lnTo>
                  <a:pt x="1085585" y="62461"/>
                </a:lnTo>
                <a:lnTo>
                  <a:pt x="1085810" y="61739"/>
                </a:lnTo>
                <a:lnTo>
                  <a:pt x="1086056" y="61035"/>
                </a:lnTo>
                <a:lnTo>
                  <a:pt x="1086323" y="60350"/>
                </a:lnTo>
                <a:lnTo>
                  <a:pt x="1086612" y="59683"/>
                </a:lnTo>
                <a:lnTo>
                  <a:pt x="1086922" y="59035"/>
                </a:lnTo>
                <a:lnTo>
                  <a:pt x="1087253" y="58406"/>
                </a:lnTo>
                <a:lnTo>
                  <a:pt x="1087606" y="57795"/>
                </a:lnTo>
                <a:lnTo>
                  <a:pt x="1087980" y="57203"/>
                </a:lnTo>
                <a:lnTo>
                  <a:pt x="1088376" y="56629"/>
                </a:lnTo>
                <a:lnTo>
                  <a:pt x="1088793" y="56074"/>
                </a:lnTo>
                <a:lnTo>
                  <a:pt x="1089231" y="55538"/>
                </a:lnTo>
                <a:lnTo>
                  <a:pt x="1089691" y="55020"/>
                </a:lnTo>
                <a:lnTo>
                  <a:pt x="1090172" y="54521"/>
                </a:lnTo>
                <a:lnTo>
                  <a:pt x="1090675" y="54040"/>
                </a:lnTo>
                <a:lnTo>
                  <a:pt x="1091193" y="53578"/>
                </a:lnTo>
                <a:lnTo>
                  <a:pt x="1091723" y="53137"/>
                </a:lnTo>
                <a:lnTo>
                  <a:pt x="1092264" y="52714"/>
                </a:lnTo>
                <a:lnTo>
                  <a:pt x="1092817" y="52312"/>
                </a:lnTo>
                <a:lnTo>
                  <a:pt x="1093380" y="51929"/>
                </a:lnTo>
                <a:lnTo>
                  <a:pt x="1093954" y="51565"/>
                </a:lnTo>
                <a:lnTo>
                  <a:pt x="1094540" y="51221"/>
                </a:lnTo>
                <a:lnTo>
                  <a:pt x="1095136" y="50897"/>
                </a:lnTo>
                <a:lnTo>
                  <a:pt x="1095744" y="50593"/>
                </a:lnTo>
                <a:lnTo>
                  <a:pt x="1096363" y="50308"/>
                </a:lnTo>
                <a:lnTo>
                  <a:pt x="1096993" y="50043"/>
                </a:lnTo>
                <a:lnTo>
                  <a:pt x="1097634" y="49797"/>
                </a:lnTo>
                <a:lnTo>
                  <a:pt x="1098286" y="49572"/>
                </a:lnTo>
                <a:lnTo>
                  <a:pt x="1098950" y="49365"/>
                </a:lnTo>
                <a:lnTo>
                  <a:pt x="1099624" y="49179"/>
                </a:lnTo>
                <a:lnTo>
                  <a:pt x="1100310" y="49012"/>
                </a:lnTo>
                <a:lnTo>
                  <a:pt x="1101006" y="48864"/>
                </a:lnTo>
                <a:lnTo>
                  <a:pt x="1101714" y="48737"/>
                </a:lnTo>
                <a:lnTo>
                  <a:pt x="1102433" y="48629"/>
                </a:lnTo>
                <a:lnTo>
                  <a:pt x="1103163" y="48540"/>
                </a:lnTo>
                <a:lnTo>
                  <a:pt x="1103904" y="48472"/>
                </a:lnTo>
                <a:lnTo>
                  <a:pt x="1104657" y="48423"/>
                </a:lnTo>
                <a:lnTo>
                  <a:pt x="1105420" y="48393"/>
                </a:lnTo>
                <a:lnTo>
                  <a:pt x="1106195" y="48383"/>
                </a:lnTo>
                <a:lnTo>
                  <a:pt x="1106985" y="48393"/>
                </a:lnTo>
                <a:lnTo>
                  <a:pt x="1107762" y="48421"/>
                </a:lnTo>
                <a:lnTo>
                  <a:pt x="1108526" y="48469"/>
                </a:lnTo>
                <a:lnTo>
                  <a:pt x="1109277" y="48536"/>
                </a:lnTo>
                <a:lnTo>
                  <a:pt x="1110015" y="48622"/>
                </a:lnTo>
                <a:lnTo>
                  <a:pt x="1110740" y="48727"/>
                </a:lnTo>
                <a:lnTo>
                  <a:pt x="1111452" y="48852"/>
                </a:lnTo>
                <a:lnTo>
                  <a:pt x="1112151" y="48995"/>
                </a:lnTo>
                <a:lnTo>
                  <a:pt x="1112837" y="49158"/>
                </a:lnTo>
                <a:lnTo>
                  <a:pt x="1113510" y="49339"/>
                </a:lnTo>
                <a:lnTo>
                  <a:pt x="1114170" y="49540"/>
                </a:lnTo>
                <a:lnTo>
                  <a:pt x="1114817" y="49760"/>
                </a:lnTo>
                <a:lnTo>
                  <a:pt x="1115451" y="49999"/>
                </a:lnTo>
                <a:lnTo>
                  <a:pt x="1116072" y="50257"/>
                </a:lnTo>
                <a:lnTo>
                  <a:pt x="1116680" y="50534"/>
                </a:lnTo>
                <a:lnTo>
                  <a:pt x="1117275" y="50830"/>
                </a:lnTo>
                <a:lnTo>
                  <a:pt x="1117857" y="51146"/>
                </a:lnTo>
                <a:lnTo>
                  <a:pt x="1118426" y="51480"/>
                </a:lnTo>
                <a:lnTo>
                  <a:pt x="1118982" y="51834"/>
                </a:lnTo>
                <a:lnTo>
                  <a:pt x="1119525" y="52207"/>
                </a:lnTo>
                <a:lnTo>
                  <a:pt x="1120055" y="52599"/>
                </a:lnTo>
                <a:lnTo>
                  <a:pt x="1120572" y="53010"/>
                </a:lnTo>
                <a:lnTo>
                  <a:pt x="1121076" y="53440"/>
                </a:lnTo>
                <a:lnTo>
                  <a:pt x="1121567" y="53889"/>
                </a:lnTo>
                <a:lnTo>
                  <a:pt x="1122041" y="54358"/>
                </a:lnTo>
                <a:lnTo>
                  <a:pt x="1122496" y="54847"/>
                </a:lnTo>
                <a:lnTo>
                  <a:pt x="1122930" y="55357"/>
                </a:lnTo>
                <a:lnTo>
                  <a:pt x="1123343" y="55888"/>
                </a:lnTo>
                <a:lnTo>
                  <a:pt x="1123737" y="56439"/>
                </a:lnTo>
                <a:lnTo>
                  <a:pt x="1124111" y="57010"/>
                </a:lnTo>
                <a:lnTo>
                  <a:pt x="1124464" y="57602"/>
                </a:lnTo>
                <a:lnTo>
                  <a:pt x="1124797" y="58215"/>
                </a:lnTo>
                <a:lnTo>
                  <a:pt x="1125110" y="58848"/>
                </a:lnTo>
                <a:lnTo>
                  <a:pt x="1125403" y="59501"/>
                </a:lnTo>
                <a:lnTo>
                  <a:pt x="1125675" y="60175"/>
                </a:lnTo>
                <a:lnTo>
                  <a:pt x="1125927" y="60870"/>
                </a:lnTo>
                <a:lnTo>
                  <a:pt x="1126160" y="61585"/>
                </a:lnTo>
                <a:lnTo>
                  <a:pt x="1126372" y="62321"/>
                </a:lnTo>
                <a:lnTo>
                  <a:pt x="1126563" y="63077"/>
                </a:lnTo>
                <a:lnTo>
                  <a:pt x="1126735" y="63854"/>
                </a:lnTo>
                <a:lnTo>
                  <a:pt x="1126886" y="64651"/>
                </a:lnTo>
                <a:lnTo>
                  <a:pt x="1127017" y="65469"/>
                </a:lnTo>
                <a:lnTo>
                  <a:pt x="1127129" y="66308"/>
                </a:lnTo>
                <a:lnTo>
                  <a:pt x="1127219" y="67166"/>
                </a:lnTo>
                <a:lnTo>
                  <a:pt x="1127290" y="68046"/>
                </a:lnTo>
                <a:lnTo>
                  <a:pt x="1127340" y="68946"/>
                </a:lnTo>
                <a:lnTo>
                  <a:pt x="1127371" y="69866"/>
                </a:lnTo>
                <a:lnTo>
                  <a:pt x="1127381" y="70807"/>
                </a:lnTo>
                <a:lnTo>
                  <a:pt x="1127370" y="71707"/>
                </a:lnTo>
                <a:lnTo>
                  <a:pt x="1127338" y="72588"/>
                </a:lnTo>
                <a:lnTo>
                  <a:pt x="1127285" y="73450"/>
                </a:lnTo>
                <a:lnTo>
                  <a:pt x="1127210" y="74294"/>
                </a:lnTo>
                <a:lnTo>
                  <a:pt x="1127114" y="75120"/>
                </a:lnTo>
                <a:lnTo>
                  <a:pt x="1126996" y="75926"/>
                </a:lnTo>
                <a:lnTo>
                  <a:pt x="1126857" y="76715"/>
                </a:lnTo>
                <a:lnTo>
                  <a:pt x="1126697" y="77484"/>
                </a:lnTo>
                <a:lnTo>
                  <a:pt x="1126515" y="78235"/>
                </a:lnTo>
                <a:lnTo>
                  <a:pt x="1126312" y="78967"/>
                </a:lnTo>
                <a:lnTo>
                  <a:pt x="1126087" y="79681"/>
                </a:lnTo>
                <a:lnTo>
                  <a:pt x="1125841" y="80376"/>
                </a:lnTo>
                <a:lnTo>
                  <a:pt x="1125574" y="81053"/>
                </a:lnTo>
                <a:lnTo>
                  <a:pt x="1125285" y="81711"/>
                </a:lnTo>
                <a:lnTo>
                  <a:pt x="1124975" y="82351"/>
                </a:lnTo>
                <a:lnTo>
                  <a:pt x="1124644" y="82972"/>
                </a:lnTo>
                <a:lnTo>
                  <a:pt x="1124291" y="83574"/>
                </a:lnTo>
                <a:lnTo>
                  <a:pt x="1123917" y="84158"/>
                </a:lnTo>
                <a:lnTo>
                  <a:pt x="1123521" y="84723"/>
                </a:lnTo>
                <a:lnTo>
                  <a:pt x="1123104" y="85269"/>
                </a:lnTo>
                <a:lnTo>
                  <a:pt x="1122666" y="85797"/>
                </a:lnTo>
                <a:lnTo>
                  <a:pt x="1122206" y="86307"/>
                </a:lnTo>
                <a:lnTo>
                  <a:pt x="1121725" y="86797"/>
                </a:lnTo>
                <a:lnTo>
                  <a:pt x="1121222" y="87270"/>
                </a:lnTo>
                <a:lnTo>
                  <a:pt x="1120703" y="87723"/>
                </a:lnTo>
                <a:lnTo>
                  <a:pt x="1120173" y="88157"/>
                </a:lnTo>
                <a:lnTo>
                  <a:pt x="1119631" y="88572"/>
                </a:lnTo>
                <a:lnTo>
                  <a:pt x="1119077" y="88967"/>
                </a:lnTo>
                <a:lnTo>
                  <a:pt x="1118513" y="89343"/>
                </a:lnTo>
                <a:lnTo>
                  <a:pt x="1117936" y="89700"/>
                </a:lnTo>
                <a:lnTo>
                  <a:pt x="1117349" y="90038"/>
                </a:lnTo>
                <a:lnTo>
                  <a:pt x="1116749" y="90356"/>
                </a:lnTo>
                <a:lnTo>
                  <a:pt x="1116139" y="90655"/>
                </a:lnTo>
                <a:lnTo>
                  <a:pt x="1115517" y="90935"/>
                </a:lnTo>
                <a:lnTo>
                  <a:pt x="1114883" y="91195"/>
                </a:lnTo>
                <a:lnTo>
                  <a:pt x="1114238" y="91436"/>
                </a:lnTo>
                <a:lnTo>
                  <a:pt x="1113582" y="91658"/>
                </a:lnTo>
                <a:lnTo>
                  <a:pt x="1112914" y="91860"/>
                </a:lnTo>
                <a:lnTo>
                  <a:pt x="1112234" y="92044"/>
                </a:lnTo>
                <a:lnTo>
                  <a:pt x="1111543" y="92208"/>
                </a:lnTo>
                <a:lnTo>
                  <a:pt x="1110841" y="92352"/>
                </a:lnTo>
                <a:lnTo>
                  <a:pt x="1110127" y="92478"/>
                </a:lnTo>
                <a:lnTo>
                  <a:pt x="1109402" y="92584"/>
                </a:lnTo>
                <a:lnTo>
                  <a:pt x="1108665" y="92671"/>
                </a:lnTo>
                <a:lnTo>
                  <a:pt x="1107917" y="92738"/>
                </a:lnTo>
                <a:lnTo>
                  <a:pt x="1107157" y="92786"/>
                </a:lnTo>
                <a:lnTo>
                  <a:pt x="1106386" y="92815"/>
                </a:lnTo>
                <a:lnTo>
                  <a:pt x="1105603" y="92825"/>
                </a:lnTo>
                <a:lnTo>
                  <a:pt x="1104909" y="92815"/>
                </a:lnTo>
                <a:lnTo>
                  <a:pt x="1104222" y="92787"/>
                </a:lnTo>
                <a:lnTo>
                  <a:pt x="1103541" y="92739"/>
                </a:lnTo>
                <a:lnTo>
                  <a:pt x="1102868" y="92672"/>
                </a:lnTo>
                <a:lnTo>
                  <a:pt x="1102201" y="92586"/>
                </a:lnTo>
                <a:close/>
                <a:moveTo>
                  <a:pt x="1100851" y="161208"/>
                </a:moveTo>
                <a:lnTo>
                  <a:pt x="1099808" y="161119"/>
                </a:lnTo>
                <a:lnTo>
                  <a:pt x="1098794" y="161015"/>
                </a:lnTo>
                <a:lnTo>
                  <a:pt x="1097808" y="160894"/>
                </a:lnTo>
                <a:lnTo>
                  <a:pt x="1096850" y="160758"/>
                </a:lnTo>
                <a:lnTo>
                  <a:pt x="1095921" y="160605"/>
                </a:lnTo>
                <a:lnTo>
                  <a:pt x="1095020" y="160436"/>
                </a:lnTo>
                <a:lnTo>
                  <a:pt x="1094148" y="160251"/>
                </a:lnTo>
                <a:lnTo>
                  <a:pt x="1093304" y="160050"/>
                </a:lnTo>
                <a:lnTo>
                  <a:pt x="1092489" y="159833"/>
                </a:lnTo>
                <a:lnTo>
                  <a:pt x="1091702" y="159600"/>
                </a:lnTo>
                <a:lnTo>
                  <a:pt x="1090943" y="159350"/>
                </a:lnTo>
                <a:lnTo>
                  <a:pt x="1090213" y="159085"/>
                </a:lnTo>
                <a:lnTo>
                  <a:pt x="1089511" y="158804"/>
                </a:lnTo>
                <a:lnTo>
                  <a:pt x="1088837" y="158506"/>
                </a:lnTo>
                <a:lnTo>
                  <a:pt x="1088192" y="158193"/>
                </a:lnTo>
                <a:lnTo>
                  <a:pt x="1087575" y="157863"/>
                </a:lnTo>
                <a:lnTo>
                  <a:pt x="1086987" y="157517"/>
                </a:lnTo>
                <a:lnTo>
                  <a:pt x="1086427" y="157155"/>
                </a:lnTo>
                <a:lnTo>
                  <a:pt x="1085895" y="156777"/>
                </a:lnTo>
                <a:lnTo>
                  <a:pt x="1085389" y="156389"/>
                </a:lnTo>
                <a:lnTo>
                  <a:pt x="1084904" y="155995"/>
                </a:lnTo>
                <a:lnTo>
                  <a:pt x="1084440" y="155597"/>
                </a:lnTo>
                <a:lnTo>
                  <a:pt x="1083999" y="155193"/>
                </a:lnTo>
                <a:lnTo>
                  <a:pt x="1083578" y="154784"/>
                </a:lnTo>
                <a:lnTo>
                  <a:pt x="1083179" y="154370"/>
                </a:lnTo>
                <a:lnTo>
                  <a:pt x="1082802" y="153950"/>
                </a:lnTo>
                <a:lnTo>
                  <a:pt x="1082447" y="153526"/>
                </a:lnTo>
                <a:lnTo>
                  <a:pt x="1082112" y="153097"/>
                </a:lnTo>
                <a:lnTo>
                  <a:pt x="1081800" y="152662"/>
                </a:lnTo>
                <a:lnTo>
                  <a:pt x="1081509" y="152222"/>
                </a:lnTo>
                <a:lnTo>
                  <a:pt x="1081239" y="151777"/>
                </a:lnTo>
                <a:lnTo>
                  <a:pt x="1080992" y="151327"/>
                </a:lnTo>
                <a:lnTo>
                  <a:pt x="1080765" y="150872"/>
                </a:lnTo>
                <a:lnTo>
                  <a:pt x="1080560" y="150412"/>
                </a:lnTo>
                <a:lnTo>
                  <a:pt x="1080377" y="149947"/>
                </a:lnTo>
                <a:lnTo>
                  <a:pt x="1080216" y="149476"/>
                </a:lnTo>
                <a:lnTo>
                  <a:pt x="1080075" y="149001"/>
                </a:lnTo>
                <a:lnTo>
                  <a:pt x="1079957" y="148520"/>
                </a:lnTo>
                <a:lnTo>
                  <a:pt x="1079860" y="148034"/>
                </a:lnTo>
                <a:lnTo>
                  <a:pt x="1079784" y="147543"/>
                </a:lnTo>
                <a:lnTo>
                  <a:pt x="1079730" y="147047"/>
                </a:lnTo>
                <a:lnTo>
                  <a:pt x="1079698" y="146546"/>
                </a:lnTo>
                <a:lnTo>
                  <a:pt x="1079687" y="146040"/>
                </a:lnTo>
                <a:lnTo>
                  <a:pt x="1079694" y="145584"/>
                </a:lnTo>
                <a:lnTo>
                  <a:pt x="1079713" y="145133"/>
                </a:lnTo>
                <a:lnTo>
                  <a:pt x="1079744" y="144686"/>
                </a:lnTo>
                <a:lnTo>
                  <a:pt x="1079789" y="144244"/>
                </a:lnTo>
                <a:lnTo>
                  <a:pt x="1079846" y="143807"/>
                </a:lnTo>
                <a:lnTo>
                  <a:pt x="1079915" y="143374"/>
                </a:lnTo>
                <a:lnTo>
                  <a:pt x="1079998" y="142946"/>
                </a:lnTo>
                <a:lnTo>
                  <a:pt x="1080092" y="142522"/>
                </a:lnTo>
                <a:lnTo>
                  <a:pt x="1080200" y="142103"/>
                </a:lnTo>
                <a:lnTo>
                  <a:pt x="1080320" y="141689"/>
                </a:lnTo>
                <a:lnTo>
                  <a:pt x="1080453" y="141279"/>
                </a:lnTo>
                <a:lnTo>
                  <a:pt x="1080599" y="140874"/>
                </a:lnTo>
                <a:lnTo>
                  <a:pt x="1080757" y="140473"/>
                </a:lnTo>
                <a:lnTo>
                  <a:pt x="1080928" y="140077"/>
                </a:lnTo>
                <a:lnTo>
                  <a:pt x="1081112" y="139686"/>
                </a:lnTo>
                <a:lnTo>
                  <a:pt x="1081308" y="139299"/>
                </a:lnTo>
                <a:lnTo>
                  <a:pt x="1081517" y="138917"/>
                </a:lnTo>
                <a:lnTo>
                  <a:pt x="1081738" y="138539"/>
                </a:lnTo>
                <a:lnTo>
                  <a:pt x="1081972" y="138166"/>
                </a:lnTo>
                <a:lnTo>
                  <a:pt x="1082219" y="137798"/>
                </a:lnTo>
                <a:lnTo>
                  <a:pt x="1082479" y="137434"/>
                </a:lnTo>
                <a:lnTo>
                  <a:pt x="1082751" y="137075"/>
                </a:lnTo>
                <a:lnTo>
                  <a:pt x="1083036" y="136720"/>
                </a:lnTo>
                <a:lnTo>
                  <a:pt x="1083333" y="136370"/>
                </a:lnTo>
                <a:lnTo>
                  <a:pt x="1083643" y="136027"/>
                </a:lnTo>
                <a:lnTo>
                  <a:pt x="1083962" y="135692"/>
                </a:lnTo>
                <a:lnTo>
                  <a:pt x="1084293" y="135365"/>
                </a:lnTo>
                <a:lnTo>
                  <a:pt x="1084634" y="135047"/>
                </a:lnTo>
                <a:lnTo>
                  <a:pt x="1084985" y="134738"/>
                </a:lnTo>
                <a:lnTo>
                  <a:pt x="1085347" y="134437"/>
                </a:lnTo>
                <a:lnTo>
                  <a:pt x="1085720" y="134144"/>
                </a:lnTo>
                <a:lnTo>
                  <a:pt x="1086103" y="133860"/>
                </a:lnTo>
                <a:lnTo>
                  <a:pt x="1086497" y="133584"/>
                </a:lnTo>
                <a:lnTo>
                  <a:pt x="1086902" y="133317"/>
                </a:lnTo>
                <a:lnTo>
                  <a:pt x="1087317" y="133059"/>
                </a:lnTo>
                <a:lnTo>
                  <a:pt x="1087743" y="132808"/>
                </a:lnTo>
                <a:lnTo>
                  <a:pt x="1088179" y="132567"/>
                </a:lnTo>
                <a:lnTo>
                  <a:pt x="1088626" y="132333"/>
                </a:lnTo>
                <a:lnTo>
                  <a:pt x="1089084" y="132109"/>
                </a:lnTo>
                <a:lnTo>
                  <a:pt x="1089552" y="131892"/>
                </a:lnTo>
                <a:lnTo>
                  <a:pt x="1090031" y="131685"/>
                </a:lnTo>
                <a:lnTo>
                  <a:pt x="1090521" y="131485"/>
                </a:lnTo>
                <a:lnTo>
                  <a:pt x="1091021" y="131294"/>
                </a:lnTo>
                <a:lnTo>
                  <a:pt x="1091531" y="131112"/>
                </a:lnTo>
                <a:lnTo>
                  <a:pt x="1092053" y="130938"/>
                </a:lnTo>
                <a:lnTo>
                  <a:pt x="1092585" y="130773"/>
                </a:lnTo>
                <a:lnTo>
                  <a:pt x="1093127" y="130616"/>
                </a:lnTo>
                <a:lnTo>
                  <a:pt x="1093680" y="130467"/>
                </a:lnTo>
                <a:lnTo>
                  <a:pt x="1108264" y="130467"/>
                </a:lnTo>
                <a:lnTo>
                  <a:pt x="1109216" y="130470"/>
                </a:lnTo>
                <a:lnTo>
                  <a:pt x="1110149" y="130479"/>
                </a:lnTo>
                <a:lnTo>
                  <a:pt x="1111064" y="130494"/>
                </a:lnTo>
                <a:lnTo>
                  <a:pt x="1111961" y="130515"/>
                </a:lnTo>
                <a:lnTo>
                  <a:pt x="1112839" y="130542"/>
                </a:lnTo>
                <a:lnTo>
                  <a:pt x="1113699" y="130575"/>
                </a:lnTo>
                <a:lnTo>
                  <a:pt x="1114541" y="130614"/>
                </a:lnTo>
                <a:lnTo>
                  <a:pt x="1115364" y="130660"/>
                </a:lnTo>
                <a:lnTo>
                  <a:pt x="1116170" y="130711"/>
                </a:lnTo>
                <a:lnTo>
                  <a:pt x="1116956" y="130768"/>
                </a:lnTo>
                <a:lnTo>
                  <a:pt x="1117725" y="130831"/>
                </a:lnTo>
                <a:lnTo>
                  <a:pt x="1118475" y="130900"/>
                </a:lnTo>
                <a:lnTo>
                  <a:pt x="1119207" y="130975"/>
                </a:lnTo>
                <a:lnTo>
                  <a:pt x="1119921" y="131056"/>
                </a:lnTo>
                <a:lnTo>
                  <a:pt x="1120616" y="131143"/>
                </a:lnTo>
                <a:lnTo>
                  <a:pt x="1121293" y="131236"/>
                </a:lnTo>
                <a:lnTo>
                  <a:pt x="1121952" y="131336"/>
                </a:lnTo>
                <a:lnTo>
                  <a:pt x="1122592" y="131441"/>
                </a:lnTo>
                <a:lnTo>
                  <a:pt x="1123215" y="131552"/>
                </a:lnTo>
                <a:lnTo>
                  <a:pt x="1123818" y="131669"/>
                </a:lnTo>
                <a:lnTo>
                  <a:pt x="1124404" y="131792"/>
                </a:lnTo>
                <a:lnTo>
                  <a:pt x="1124971" y="131921"/>
                </a:lnTo>
                <a:lnTo>
                  <a:pt x="1125520" y="132057"/>
                </a:lnTo>
                <a:lnTo>
                  <a:pt x="1126051" y="132198"/>
                </a:lnTo>
                <a:lnTo>
                  <a:pt x="1126565" y="132344"/>
                </a:lnTo>
                <a:lnTo>
                  <a:pt x="1127066" y="132496"/>
                </a:lnTo>
                <a:lnTo>
                  <a:pt x="1127553" y="132652"/>
                </a:lnTo>
                <a:lnTo>
                  <a:pt x="1128027" y="132813"/>
                </a:lnTo>
                <a:lnTo>
                  <a:pt x="1128487" y="132979"/>
                </a:lnTo>
                <a:lnTo>
                  <a:pt x="1128933" y="133149"/>
                </a:lnTo>
                <a:lnTo>
                  <a:pt x="1129365" y="133324"/>
                </a:lnTo>
                <a:lnTo>
                  <a:pt x="1129784" y="133504"/>
                </a:lnTo>
                <a:lnTo>
                  <a:pt x="1130189" y="133689"/>
                </a:lnTo>
                <a:lnTo>
                  <a:pt x="1130581" y="133878"/>
                </a:lnTo>
                <a:lnTo>
                  <a:pt x="1130958" y="134073"/>
                </a:lnTo>
                <a:lnTo>
                  <a:pt x="1131322" y="134272"/>
                </a:lnTo>
                <a:lnTo>
                  <a:pt x="1131673" y="134476"/>
                </a:lnTo>
                <a:lnTo>
                  <a:pt x="1132010" y="134684"/>
                </a:lnTo>
                <a:lnTo>
                  <a:pt x="1132332" y="134898"/>
                </a:lnTo>
                <a:lnTo>
                  <a:pt x="1132642" y="135116"/>
                </a:lnTo>
                <a:lnTo>
                  <a:pt x="1132937" y="135339"/>
                </a:lnTo>
                <a:lnTo>
                  <a:pt x="1133219" y="135566"/>
                </a:lnTo>
                <a:lnTo>
                  <a:pt x="1133488" y="135799"/>
                </a:lnTo>
                <a:lnTo>
                  <a:pt x="1133742" y="136036"/>
                </a:lnTo>
                <a:lnTo>
                  <a:pt x="1133983" y="136278"/>
                </a:lnTo>
                <a:lnTo>
                  <a:pt x="1134210" y="136525"/>
                </a:lnTo>
                <a:lnTo>
                  <a:pt x="1134424" y="136776"/>
                </a:lnTo>
                <a:lnTo>
                  <a:pt x="1134624" y="137032"/>
                </a:lnTo>
                <a:lnTo>
                  <a:pt x="1134813" y="137293"/>
                </a:lnTo>
                <a:lnTo>
                  <a:pt x="1134993" y="137558"/>
                </a:lnTo>
                <a:lnTo>
                  <a:pt x="1135166" y="137827"/>
                </a:lnTo>
                <a:lnTo>
                  <a:pt x="1135331" y="138100"/>
                </a:lnTo>
                <a:lnTo>
                  <a:pt x="1135488" y="138377"/>
                </a:lnTo>
                <a:lnTo>
                  <a:pt x="1135637" y="138658"/>
                </a:lnTo>
                <a:lnTo>
                  <a:pt x="1135777" y="138943"/>
                </a:lnTo>
                <a:lnTo>
                  <a:pt x="1135910" y="139232"/>
                </a:lnTo>
                <a:lnTo>
                  <a:pt x="1136035" y="139525"/>
                </a:lnTo>
                <a:lnTo>
                  <a:pt x="1136151" y="139822"/>
                </a:lnTo>
                <a:lnTo>
                  <a:pt x="1136260" y="140124"/>
                </a:lnTo>
                <a:lnTo>
                  <a:pt x="1136360" y="140429"/>
                </a:lnTo>
                <a:lnTo>
                  <a:pt x="1136453" y="140739"/>
                </a:lnTo>
                <a:lnTo>
                  <a:pt x="1136537" y="141052"/>
                </a:lnTo>
                <a:lnTo>
                  <a:pt x="1136614" y="141370"/>
                </a:lnTo>
                <a:lnTo>
                  <a:pt x="1136682" y="141691"/>
                </a:lnTo>
                <a:lnTo>
                  <a:pt x="1136742" y="142017"/>
                </a:lnTo>
                <a:lnTo>
                  <a:pt x="1136795" y="142347"/>
                </a:lnTo>
                <a:lnTo>
                  <a:pt x="1136839" y="142681"/>
                </a:lnTo>
                <a:lnTo>
                  <a:pt x="1136875" y="143018"/>
                </a:lnTo>
                <a:lnTo>
                  <a:pt x="1136903" y="143360"/>
                </a:lnTo>
                <a:lnTo>
                  <a:pt x="1136923" y="143706"/>
                </a:lnTo>
                <a:lnTo>
                  <a:pt x="1136935" y="144057"/>
                </a:lnTo>
                <a:lnTo>
                  <a:pt x="1136939" y="144411"/>
                </a:lnTo>
                <a:lnTo>
                  <a:pt x="1136927" y="145009"/>
                </a:lnTo>
                <a:lnTo>
                  <a:pt x="1136892" y="145599"/>
                </a:lnTo>
                <a:lnTo>
                  <a:pt x="1136832" y="146181"/>
                </a:lnTo>
                <a:lnTo>
                  <a:pt x="1136749" y="146755"/>
                </a:lnTo>
                <a:lnTo>
                  <a:pt x="1136642" y="147320"/>
                </a:lnTo>
                <a:lnTo>
                  <a:pt x="1136511" y="147878"/>
                </a:lnTo>
                <a:lnTo>
                  <a:pt x="1136357" y="148427"/>
                </a:lnTo>
                <a:lnTo>
                  <a:pt x="1136178" y="148969"/>
                </a:lnTo>
                <a:lnTo>
                  <a:pt x="1135976" y="149502"/>
                </a:lnTo>
                <a:lnTo>
                  <a:pt x="1135750" y="150027"/>
                </a:lnTo>
                <a:lnTo>
                  <a:pt x="1135501" y="150543"/>
                </a:lnTo>
                <a:lnTo>
                  <a:pt x="1135227" y="151052"/>
                </a:lnTo>
                <a:lnTo>
                  <a:pt x="1134930" y="151553"/>
                </a:lnTo>
                <a:lnTo>
                  <a:pt x="1134609" y="152045"/>
                </a:lnTo>
                <a:lnTo>
                  <a:pt x="1134264" y="152529"/>
                </a:lnTo>
                <a:lnTo>
                  <a:pt x="1133895" y="153006"/>
                </a:lnTo>
                <a:lnTo>
                  <a:pt x="1133503" y="153474"/>
                </a:lnTo>
                <a:lnTo>
                  <a:pt x="1133087" y="153933"/>
                </a:lnTo>
                <a:lnTo>
                  <a:pt x="1132647" y="154385"/>
                </a:lnTo>
                <a:lnTo>
                  <a:pt x="1132183" y="154829"/>
                </a:lnTo>
                <a:lnTo>
                  <a:pt x="1131696" y="155264"/>
                </a:lnTo>
                <a:lnTo>
                  <a:pt x="1131185" y="155692"/>
                </a:lnTo>
                <a:lnTo>
                  <a:pt x="1130650" y="156111"/>
                </a:lnTo>
                <a:lnTo>
                  <a:pt x="1130091" y="156522"/>
                </a:lnTo>
                <a:lnTo>
                  <a:pt x="1129503" y="156921"/>
                </a:lnTo>
                <a:lnTo>
                  <a:pt x="1128881" y="157302"/>
                </a:lnTo>
                <a:lnTo>
                  <a:pt x="1128224" y="157667"/>
                </a:lnTo>
                <a:lnTo>
                  <a:pt x="1127533" y="158015"/>
                </a:lnTo>
                <a:lnTo>
                  <a:pt x="1126807" y="158346"/>
                </a:lnTo>
                <a:lnTo>
                  <a:pt x="1126047" y="158660"/>
                </a:lnTo>
                <a:lnTo>
                  <a:pt x="1125253" y="158957"/>
                </a:lnTo>
                <a:lnTo>
                  <a:pt x="1124425" y="159237"/>
                </a:lnTo>
                <a:lnTo>
                  <a:pt x="1123562" y="159500"/>
                </a:lnTo>
                <a:lnTo>
                  <a:pt x="1122664" y="159746"/>
                </a:lnTo>
                <a:lnTo>
                  <a:pt x="1121732" y="159975"/>
                </a:lnTo>
                <a:lnTo>
                  <a:pt x="1120766" y="160187"/>
                </a:lnTo>
                <a:lnTo>
                  <a:pt x="1119766" y="160382"/>
                </a:lnTo>
                <a:lnTo>
                  <a:pt x="1118731" y="160560"/>
                </a:lnTo>
                <a:lnTo>
                  <a:pt x="1117662" y="160722"/>
                </a:lnTo>
                <a:lnTo>
                  <a:pt x="1116558" y="160866"/>
                </a:lnTo>
                <a:lnTo>
                  <a:pt x="1115420" y="160993"/>
                </a:lnTo>
                <a:lnTo>
                  <a:pt x="1114247" y="161103"/>
                </a:lnTo>
                <a:lnTo>
                  <a:pt x="1113040" y="161197"/>
                </a:lnTo>
                <a:lnTo>
                  <a:pt x="1111799" y="161273"/>
                </a:lnTo>
                <a:lnTo>
                  <a:pt x="1110524" y="161333"/>
                </a:lnTo>
                <a:lnTo>
                  <a:pt x="1109214" y="161375"/>
                </a:lnTo>
                <a:lnTo>
                  <a:pt x="1107869" y="161400"/>
                </a:lnTo>
                <a:lnTo>
                  <a:pt x="1106490" y="161409"/>
                </a:lnTo>
                <a:lnTo>
                  <a:pt x="1105306" y="161401"/>
                </a:lnTo>
                <a:lnTo>
                  <a:pt x="1104149" y="161377"/>
                </a:lnTo>
                <a:lnTo>
                  <a:pt x="1103021" y="161337"/>
                </a:lnTo>
                <a:lnTo>
                  <a:pt x="1101922" y="161280"/>
                </a:lnTo>
                <a:lnTo>
                  <a:pt x="1100851" y="161208"/>
                </a:lnTo>
                <a:close/>
                <a:moveTo>
                  <a:pt x="1625170" y="18999"/>
                </a:moveTo>
                <a:lnTo>
                  <a:pt x="1625522" y="18947"/>
                </a:lnTo>
                <a:lnTo>
                  <a:pt x="1625868" y="18886"/>
                </a:lnTo>
                <a:lnTo>
                  <a:pt x="1626208" y="18816"/>
                </a:lnTo>
                <a:lnTo>
                  <a:pt x="1626541" y="18736"/>
                </a:lnTo>
                <a:lnTo>
                  <a:pt x="1626869" y="18646"/>
                </a:lnTo>
                <a:lnTo>
                  <a:pt x="1627190" y="18548"/>
                </a:lnTo>
                <a:lnTo>
                  <a:pt x="1627505" y="18439"/>
                </a:lnTo>
                <a:lnTo>
                  <a:pt x="1627814" y="18322"/>
                </a:lnTo>
                <a:lnTo>
                  <a:pt x="1628117" y="18195"/>
                </a:lnTo>
                <a:lnTo>
                  <a:pt x="1628414" y="18058"/>
                </a:lnTo>
                <a:lnTo>
                  <a:pt x="1628704" y="17912"/>
                </a:lnTo>
                <a:lnTo>
                  <a:pt x="1628989" y="17757"/>
                </a:lnTo>
                <a:lnTo>
                  <a:pt x="1629267" y="17593"/>
                </a:lnTo>
                <a:lnTo>
                  <a:pt x="1629539" y="17418"/>
                </a:lnTo>
                <a:lnTo>
                  <a:pt x="1629805" y="17235"/>
                </a:lnTo>
                <a:lnTo>
                  <a:pt x="1630064" y="17042"/>
                </a:lnTo>
                <a:lnTo>
                  <a:pt x="1630318" y="16840"/>
                </a:lnTo>
                <a:lnTo>
                  <a:pt x="1630565" y="16628"/>
                </a:lnTo>
                <a:lnTo>
                  <a:pt x="1630806" y="16407"/>
                </a:lnTo>
                <a:lnTo>
                  <a:pt x="1631040" y="16179"/>
                </a:lnTo>
                <a:lnTo>
                  <a:pt x="1631263" y="15945"/>
                </a:lnTo>
                <a:lnTo>
                  <a:pt x="1631476" y="15707"/>
                </a:lnTo>
                <a:lnTo>
                  <a:pt x="1631680" y="15464"/>
                </a:lnTo>
                <a:lnTo>
                  <a:pt x="1631873" y="15216"/>
                </a:lnTo>
                <a:lnTo>
                  <a:pt x="1632057" y="14963"/>
                </a:lnTo>
                <a:lnTo>
                  <a:pt x="1632230" y="14705"/>
                </a:lnTo>
                <a:lnTo>
                  <a:pt x="1632394" y="14442"/>
                </a:lnTo>
                <a:lnTo>
                  <a:pt x="1632548" y="14174"/>
                </a:lnTo>
                <a:lnTo>
                  <a:pt x="1632692" y="13901"/>
                </a:lnTo>
                <a:lnTo>
                  <a:pt x="1632826" y="13623"/>
                </a:lnTo>
                <a:lnTo>
                  <a:pt x="1632950" y="13340"/>
                </a:lnTo>
                <a:lnTo>
                  <a:pt x="1633064" y="13052"/>
                </a:lnTo>
                <a:lnTo>
                  <a:pt x="1633168" y="12759"/>
                </a:lnTo>
                <a:lnTo>
                  <a:pt x="1633262" y="12461"/>
                </a:lnTo>
                <a:lnTo>
                  <a:pt x="1633347" y="12159"/>
                </a:lnTo>
                <a:lnTo>
                  <a:pt x="1633421" y="11851"/>
                </a:lnTo>
                <a:lnTo>
                  <a:pt x="1633485" y="11538"/>
                </a:lnTo>
                <a:lnTo>
                  <a:pt x="1633540" y="11221"/>
                </a:lnTo>
                <a:lnTo>
                  <a:pt x="1633585" y="10898"/>
                </a:lnTo>
                <a:lnTo>
                  <a:pt x="1633619" y="10571"/>
                </a:lnTo>
                <a:lnTo>
                  <a:pt x="1633644" y="10238"/>
                </a:lnTo>
                <a:lnTo>
                  <a:pt x="1633659" y="9901"/>
                </a:lnTo>
                <a:lnTo>
                  <a:pt x="1633664" y="9558"/>
                </a:lnTo>
                <a:lnTo>
                  <a:pt x="1633659" y="9216"/>
                </a:lnTo>
                <a:lnTo>
                  <a:pt x="1633644" y="8879"/>
                </a:lnTo>
                <a:lnTo>
                  <a:pt x="1633619" y="8546"/>
                </a:lnTo>
                <a:lnTo>
                  <a:pt x="1633585" y="8219"/>
                </a:lnTo>
                <a:lnTo>
                  <a:pt x="1633540" y="7896"/>
                </a:lnTo>
                <a:lnTo>
                  <a:pt x="1633485" y="7578"/>
                </a:lnTo>
                <a:lnTo>
                  <a:pt x="1633421" y="7266"/>
                </a:lnTo>
                <a:lnTo>
                  <a:pt x="1633347" y="6958"/>
                </a:lnTo>
                <a:lnTo>
                  <a:pt x="1633262" y="6655"/>
                </a:lnTo>
                <a:lnTo>
                  <a:pt x="1633168" y="6358"/>
                </a:lnTo>
                <a:lnTo>
                  <a:pt x="1633064" y="6065"/>
                </a:lnTo>
                <a:lnTo>
                  <a:pt x="1632950" y="5777"/>
                </a:lnTo>
                <a:lnTo>
                  <a:pt x="1632826" y="5494"/>
                </a:lnTo>
                <a:lnTo>
                  <a:pt x="1632692" y="5216"/>
                </a:lnTo>
                <a:lnTo>
                  <a:pt x="1632548" y="4943"/>
                </a:lnTo>
                <a:lnTo>
                  <a:pt x="1632394" y="4675"/>
                </a:lnTo>
                <a:lnTo>
                  <a:pt x="1632230" y="4412"/>
                </a:lnTo>
                <a:lnTo>
                  <a:pt x="1632057" y="4154"/>
                </a:lnTo>
                <a:lnTo>
                  <a:pt x="1631873" y="3901"/>
                </a:lnTo>
                <a:lnTo>
                  <a:pt x="1631680" y="3653"/>
                </a:lnTo>
                <a:lnTo>
                  <a:pt x="1631476" y="3410"/>
                </a:lnTo>
                <a:lnTo>
                  <a:pt x="1631263" y="3171"/>
                </a:lnTo>
                <a:lnTo>
                  <a:pt x="1631040" y="2938"/>
                </a:lnTo>
                <a:lnTo>
                  <a:pt x="1630806" y="2710"/>
                </a:lnTo>
                <a:lnTo>
                  <a:pt x="1630565" y="2489"/>
                </a:lnTo>
                <a:lnTo>
                  <a:pt x="1630318" y="2277"/>
                </a:lnTo>
                <a:lnTo>
                  <a:pt x="1630064" y="2075"/>
                </a:lnTo>
                <a:lnTo>
                  <a:pt x="1629805" y="1882"/>
                </a:lnTo>
                <a:lnTo>
                  <a:pt x="1629539" y="1698"/>
                </a:lnTo>
                <a:lnTo>
                  <a:pt x="1629267" y="1524"/>
                </a:lnTo>
                <a:lnTo>
                  <a:pt x="1628989" y="1360"/>
                </a:lnTo>
                <a:lnTo>
                  <a:pt x="1628704" y="1204"/>
                </a:lnTo>
                <a:lnTo>
                  <a:pt x="1628414" y="1059"/>
                </a:lnTo>
                <a:lnTo>
                  <a:pt x="1628117" y="922"/>
                </a:lnTo>
                <a:lnTo>
                  <a:pt x="1627814" y="795"/>
                </a:lnTo>
                <a:lnTo>
                  <a:pt x="1627505" y="677"/>
                </a:lnTo>
                <a:lnTo>
                  <a:pt x="1627190" y="569"/>
                </a:lnTo>
                <a:lnTo>
                  <a:pt x="1626869" y="470"/>
                </a:lnTo>
                <a:lnTo>
                  <a:pt x="1626541" y="381"/>
                </a:lnTo>
                <a:lnTo>
                  <a:pt x="1626208" y="301"/>
                </a:lnTo>
                <a:lnTo>
                  <a:pt x="1625868" y="231"/>
                </a:lnTo>
                <a:lnTo>
                  <a:pt x="1625522" y="169"/>
                </a:lnTo>
                <a:lnTo>
                  <a:pt x="1625170" y="118"/>
                </a:lnTo>
                <a:lnTo>
                  <a:pt x="1624812" y="75"/>
                </a:lnTo>
                <a:lnTo>
                  <a:pt x="1624447" y="42"/>
                </a:lnTo>
                <a:lnTo>
                  <a:pt x="1624077" y="19"/>
                </a:lnTo>
                <a:lnTo>
                  <a:pt x="1623700" y="5"/>
                </a:lnTo>
                <a:lnTo>
                  <a:pt x="1623317" y="0"/>
                </a:lnTo>
                <a:lnTo>
                  <a:pt x="1622935" y="5"/>
                </a:lnTo>
                <a:lnTo>
                  <a:pt x="1622558" y="19"/>
                </a:lnTo>
                <a:lnTo>
                  <a:pt x="1622188" y="42"/>
                </a:lnTo>
                <a:lnTo>
                  <a:pt x="1621824" y="75"/>
                </a:lnTo>
                <a:lnTo>
                  <a:pt x="1621467" y="118"/>
                </a:lnTo>
                <a:lnTo>
                  <a:pt x="1621116" y="169"/>
                </a:lnTo>
                <a:lnTo>
                  <a:pt x="1620771" y="231"/>
                </a:lnTo>
                <a:lnTo>
                  <a:pt x="1620432" y="301"/>
                </a:lnTo>
                <a:lnTo>
                  <a:pt x="1620100" y="381"/>
                </a:lnTo>
                <a:lnTo>
                  <a:pt x="1619774" y="470"/>
                </a:lnTo>
                <a:lnTo>
                  <a:pt x="1619455" y="569"/>
                </a:lnTo>
                <a:lnTo>
                  <a:pt x="1619142" y="677"/>
                </a:lnTo>
                <a:lnTo>
                  <a:pt x="1618835" y="795"/>
                </a:lnTo>
                <a:lnTo>
                  <a:pt x="1618534" y="922"/>
                </a:lnTo>
                <a:lnTo>
                  <a:pt x="1618240" y="1059"/>
                </a:lnTo>
                <a:lnTo>
                  <a:pt x="1617952" y="1204"/>
                </a:lnTo>
                <a:lnTo>
                  <a:pt x="1617671" y="1360"/>
                </a:lnTo>
                <a:lnTo>
                  <a:pt x="1617396" y="1524"/>
                </a:lnTo>
                <a:lnTo>
                  <a:pt x="1617127" y="1698"/>
                </a:lnTo>
                <a:lnTo>
                  <a:pt x="1616864" y="1882"/>
                </a:lnTo>
                <a:lnTo>
                  <a:pt x="1616608" y="2075"/>
                </a:lnTo>
                <a:lnTo>
                  <a:pt x="1616358" y="2277"/>
                </a:lnTo>
                <a:lnTo>
                  <a:pt x="1616115" y="2489"/>
                </a:lnTo>
                <a:lnTo>
                  <a:pt x="1615878" y="2710"/>
                </a:lnTo>
                <a:lnTo>
                  <a:pt x="1615648" y="2938"/>
                </a:lnTo>
                <a:lnTo>
                  <a:pt x="1615429" y="3171"/>
                </a:lnTo>
                <a:lnTo>
                  <a:pt x="1615219" y="3410"/>
                </a:lnTo>
                <a:lnTo>
                  <a:pt x="1615019" y="3653"/>
                </a:lnTo>
                <a:lnTo>
                  <a:pt x="1614829" y="3901"/>
                </a:lnTo>
                <a:lnTo>
                  <a:pt x="1614649" y="4154"/>
                </a:lnTo>
                <a:lnTo>
                  <a:pt x="1614478" y="4412"/>
                </a:lnTo>
                <a:lnTo>
                  <a:pt x="1614317" y="4675"/>
                </a:lnTo>
                <a:lnTo>
                  <a:pt x="1614166" y="4943"/>
                </a:lnTo>
                <a:lnTo>
                  <a:pt x="1614025" y="5216"/>
                </a:lnTo>
                <a:lnTo>
                  <a:pt x="1613893" y="5494"/>
                </a:lnTo>
                <a:lnTo>
                  <a:pt x="1613771" y="5777"/>
                </a:lnTo>
                <a:lnTo>
                  <a:pt x="1613659" y="6065"/>
                </a:lnTo>
                <a:lnTo>
                  <a:pt x="1613557" y="6358"/>
                </a:lnTo>
                <a:lnTo>
                  <a:pt x="1613464" y="6655"/>
                </a:lnTo>
                <a:lnTo>
                  <a:pt x="1613381" y="6958"/>
                </a:lnTo>
                <a:lnTo>
                  <a:pt x="1613308" y="7266"/>
                </a:lnTo>
                <a:lnTo>
                  <a:pt x="1613245" y="7578"/>
                </a:lnTo>
                <a:lnTo>
                  <a:pt x="1613191" y="7896"/>
                </a:lnTo>
                <a:lnTo>
                  <a:pt x="1613147" y="8219"/>
                </a:lnTo>
                <a:lnTo>
                  <a:pt x="1613113" y="8546"/>
                </a:lnTo>
                <a:lnTo>
                  <a:pt x="1613089" y="8879"/>
                </a:lnTo>
                <a:lnTo>
                  <a:pt x="1613074" y="9216"/>
                </a:lnTo>
                <a:lnTo>
                  <a:pt x="1613069" y="9558"/>
                </a:lnTo>
                <a:lnTo>
                  <a:pt x="1613074" y="9901"/>
                </a:lnTo>
                <a:lnTo>
                  <a:pt x="1613089" y="10238"/>
                </a:lnTo>
                <a:lnTo>
                  <a:pt x="1613113" y="10571"/>
                </a:lnTo>
                <a:lnTo>
                  <a:pt x="1613147" y="10898"/>
                </a:lnTo>
                <a:lnTo>
                  <a:pt x="1613191" y="11221"/>
                </a:lnTo>
                <a:lnTo>
                  <a:pt x="1613245" y="11538"/>
                </a:lnTo>
                <a:lnTo>
                  <a:pt x="1613308" y="11851"/>
                </a:lnTo>
                <a:lnTo>
                  <a:pt x="1613381" y="12159"/>
                </a:lnTo>
                <a:lnTo>
                  <a:pt x="1613464" y="12461"/>
                </a:lnTo>
                <a:lnTo>
                  <a:pt x="1613557" y="12759"/>
                </a:lnTo>
                <a:lnTo>
                  <a:pt x="1613659" y="13052"/>
                </a:lnTo>
                <a:lnTo>
                  <a:pt x="1613771" y="13340"/>
                </a:lnTo>
                <a:lnTo>
                  <a:pt x="1613893" y="13623"/>
                </a:lnTo>
                <a:lnTo>
                  <a:pt x="1614025" y="13901"/>
                </a:lnTo>
                <a:lnTo>
                  <a:pt x="1614166" y="14174"/>
                </a:lnTo>
                <a:lnTo>
                  <a:pt x="1614317" y="14442"/>
                </a:lnTo>
                <a:lnTo>
                  <a:pt x="1614478" y="14705"/>
                </a:lnTo>
                <a:lnTo>
                  <a:pt x="1614649" y="14963"/>
                </a:lnTo>
                <a:lnTo>
                  <a:pt x="1614829" y="15216"/>
                </a:lnTo>
                <a:lnTo>
                  <a:pt x="1615019" y="15464"/>
                </a:lnTo>
                <a:lnTo>
                  <a:pt x="1615219" y="15707"/>
                </a:lnTo>
                <a:lnTo>
                  <a:pt x="1615429" y="15945"/>
                </a:lnTo>
                <a:lnTo>
                  <a:pt x="1615648" y="16179"/>
                </a:lnTo>
                <a:lnTo>
                  <a:pt x="1615878" y="16407"/>
                </a:lnTo>
                <a:lnTo>
                  <a:pt x="1616115" y="16628"/>
                </a:lnTo>
                <a:lnTo>
                  <a:pt x="1616358" y="16840"/>
                </a:lnTo>
                <a:lnTo>
                  <a:pt x="1616608" y="17042"/>
                </a:lnTo>
                <a:lnTo>
                  <a:pt x="1616864" y="17235"/>
                </a:lnTo>
                <a:lnTo>
                  <a:pt x="1617127" y="17418"/>
                </a:lnTo>
                <a:lnTo>
                  <a:pt x="1617396" y="17593"/>
                </a:lnTo>
                <a:lnTo>
                  <a:pt x="1617671" y="17757"/>
                </a:lnTo>
                <a:lnTo>
                  <a:pt x="1617952" y="17912"/>
                </a:lnTo>
                <a:lnTo>
                  <a:pt x="1618240" y="18058"/>
                </a:lnTo>
                <a:lnTo>
                  <a:pt x="1618534" y="18195"/>
                </a:lnTo>
                <a:lnTo>
                  <a:pt x="1618835" y="18322"/>
                </a:lnTo>
                <a:lnTo>
                  <a:pt x="1619142" y="18439"/>
                </a:lnTo>
                <a:lnTo>
                  <a:pt x="1619455" y="18548"/>
                </a:lnTo>
                <a:lnTo>
                  <a:pt x="1619774" y="18646"/>
                </a:lnTo>
                <a:lnTo>
                  <a:pt x="1620100" y="18736"/>
                </a:lnTo>
                <a:lnTo>
                  <a:pt x="1620432" y="18816"/>
                </a:lnTo>
                <a:lnTo>
                  <a:pt x="1620771" y="18886"/>
                </a:lnTo>
                <a:lnTo>
                  <a:pt x="1621116" y="18947"/>
                </a:lnTo>
                <a:lnTo>
                  <a:pt x="1621467" y="18999"/>
                </a:lnTo>
                <a:lnTo>
                  <a:pt x="1621824" y="19042"/>
                </a:lnTo>
                <a:lnTo>
                  <a:pt x="1622188" y="19074"/>
                </a:lnTo>
                <a:lnTo>
                  <a:pt x="1622558" y="19098"/>
                </a:lnTo>
                <a:lnTo>
                  <a:pt x="1622935" y="19112"/>
                </a:lnTo>
                <a:lnTo>
                  <a:pt x="1623317" y="19117"/>
                </a:lnTo>
                <a:lnTo>
                  <a:pt x="1623700" y="19112"/>
                </a:lnTo>
                <a:lnTo>
                  <a:pt x="1624077" y="19098"/>
                </a:lnTo>
                <a:lnTo>
                  <a:pt x="1624447" y="19074"/>
                </a:lnTo>
                <a:lnTo>
                  <a:pt x="1624812" y="19042"/>
                </a:lnTo>
                <a:lnTo>
                  <a:pt x="1625170" y="18999"/>
                </a:lnTo>
                <a:close/>
                <a:moveTo>
                  <a:pt x="1340287" y="122748"/>
                </a:moveTo>
                <a:lnTo>
                  <a:pt x="1339612" y="122707"/>
                </a:lnTo>
                <a:lnTo>
                  <a:pt x="1338960" y="122650"/>
                </a:lnTo>
                <a:lnTo>
                  <a:pt x="1338330" y="122576"/>
                </a:lnTo>
                <a:lnTo>
                  <a:pt x="1337722" y="122485"/>
                </a:lnTo>
                <a:lnTo>
                  <a:pt x="1337137" y="122379"/>
                </a:lnTo>
                <a:lnTo>
                  <a:pt x="1336574" y="122256"/>
                </a:lnTo>
                <a:lnTo>
                  <a:pt x="1336034" y="122116"/>
                </a:lnTo>
                <a:lnTo>
                  <a:pt x="1335516" y="121960"/>
                </a:lnTo>
                <a:lnTo>
                  <a:pt x="1335021" y="121788"/>
                </a:lnTo>
                <a:lnTo>
                  <a:pt x="1334547" y="121599"/>
                </a:lnTo>
                <a:lnTo>
                  <a:pt x="1334097" y="121393"/>
                </a:lnTo>
                <a:lnTo>
                  <a:pt x="1333668" y="121172"/>
                </a:lnTo>
                <a:lnTo>
                  <a:pt x="1333263" y="120933"/>
                </a:lnTo>
                <a:lnTo>
                  <a:pt x="1332879" y="120679"/>
                </a:lnTo>
                <a:lnTo>
                  <a:pt x="1332518" y="120408"/>
                </a:lnTo>
                <a:lnTo>
                  <a:pt x="1332179" y="120121"/>
                </a:lnTo>
                <a:lnTo>
                  <a:pt x="1331863" y="119817"/>
                </a:lnTo>
                <a:lnTo>
                  <a:pt x="1331569" y="119496"/>
                </a:lnTo>
                <a:lnTo>
                  <a:pt x="1331298" y="119160"/>
                </a:lnTo>
                <a:lnTo>
                  <a:pt x="1331049" y="118807"/>
                </a:lnTo>
                <a:lnTo>
                  <a:pt x="1330822" y="118437"/>
                </a:lnTo>
                <a:lnTo>
                  <a:pt x="1330618" y="118051"/>
                </a:lnTo>
                <a:lnTo>
                  <a:pt x="1330429" y="117650"/>
                </a:lnTo>
                <a:lnTo>
                  <a:pt x="1330248" y="117233"/>
                </a:lnTo>
                <a:lnTo>
                  <a:pt x="1330075" y="116802"/>
                </a:lnTo>
                <a:lnTo>
                  <a:pt x="1329911" y="116357"/>
                </a:lnTo>
                <a:lnTo>
                  <a:pt x="1329754" y="115896"/>
                </a:lnTo>
                <a:lnTo>
                  <a:pt x="1329605" y="115421"/>
                </a:lnTo>
                <a:lnTo>
                  <a:pt x="1329464" y="114932"/>
                </a:lnTo>
                <a:lnTo>
                  <a:pt x="1329332" y="114427"/>
                </a:lnTo>
                <a:lnTo>
                  <a:pt x="1329207" y="113908"/>
                </a:lnTo>
                <a:lnTo>
                  <a:pt x="1329090" y="113374"/>
                </a:lnTo>
                <a:lnTo>
                  <a:pt x="1328982" y="112825"/>
                </a:lnTo>
                <a:lnTo>
                  <a:pt x="1328881" y="112262"/>
                </a:lnTo>
                <a:lnTo>
                  <a:pt x="1328789" y="111684"/>
                </a:lnTo>
                <a:lnTo>
                  <a:pt x="1328704" y="111091"/>
                </a:lnTo>
                <a:lnTo>
                  <a:pt x="1328628" y="110484"/>
                </a:lnTo>
                <a:lnTo>
                  <a:pt x="1328560" y="109861"/>
                </a:lnTo>
                <a:lnTo>
                  <a:pt x="1328499" y="109224"/>
                </a:lnTo>
                <a:lnTo>
                  <a:pt x="1328447" y="108573"/>
                </a:lnTo>
                <a:lnTo>
                  <a:pt x="1328403" y="107907"/>
                </a:lnTo>
                <a:lnTo>
                  <a:pt x="1328367" y="107225"/>
                </a:lnTo>
                <a:lnTo>
                  <a:pt x="1328339" y="106530"/>
                </a:lnTo>
                <a:lnTo>
                  <a:pt x="1328319" y="105819"/>
                </a:lnTo>
                <a:lnTo>
                  <a:pt x="1328306" y="105094"/>
                </a:lnTo>
                <a:lnTo>
                  <a:pt x="1328302" y="104354"/>
                </a:lnTo>
                <a:lnTo>
                  <a:pt x="1328302" y="3547"/>
                </a:lnTo>
                <a:lnTo>
                  <a:pt x="1311945" y="3547"/>
                </a:lnTo>
                <a:lnTo>
                  <a:pt x="1311945" y="105142"/>
                </a:lnTo>
                <a:lnTo>
                  <a:pt x="1311949" y="105950"/>
                </a:lnTo>
                <a:lnTo>
                  <a:pt x="1311961" y="106749"/>
                </a:lnTo>
                <a:lnTo>
                  <a:pt x="1311980" y="107537"/>
                </a:lnTo>
                <a:lnTo>
                  <a:pt x="1312008" y="108316"/>
                </a:lnTo>
                <a:lnTo>
                  <a:pt x="1312043" y="109085"/>
                </a:lnTo>
                <a:lnTo>
                  <a:pt x="1312086" y="109845"/>
                </a:lnTo>
                <a:lnTo>
                  <a:pt x="1312138" y="110594"/>
                </a:lnTo>
                <a:lnTo>
                  <a:pt x="1312197" y="111334"/>
                </a:lnTo>
                <a:lnTo>
                  <a:pt x="1312263" y="112064"/>
                </a:lnTo>
                <a:lnTo>
                  <a:pt x="1312338" y="112784"/>
                </a:lnTo>
                <a:lnTo>
                  <a:pt x="1312421" y="113495"/>
                </a:lnTo>
                <a:lnTo>
                  <a:pt x="1312511" y="114196"/>
                </a:lnTo>
                <a:lnTo>
                  <a:pt x="1312610" y="114887"/>
                </a:lnTo>
                <a:lnTo>
                  <a:pt x="1312716" y="115568"/>
                </a:lnTo>
                <a:lnTo>
                  <a:pt x="1312830" y="116240"/>
                </a:lnTo>
                <a:lnTo>
                  <a:pt x="1312952" y="116902"/>
                </a:lnTo>
                <a:lnTo>
                  <a:pt x="1313082" y="117554"/>
                </a:lnTo>
                <a:lnTo>
                  <a:pt x="1313220" y="118196"/>
                </a:lnTo>
                <a:lnTo>
                  <a:pt x="1313365" y="118828"/>
                </a:lnTo>
                <a:lnTo>
                  <a:pt x="1313519" y="119451"/>
                </a:lnTo>
                <a:lnTo>
                  <a:pt x="1313680" y="120064"/>
                </a:lnTo>
                <a:lnTo>
                  <a:pt x="1313849" y="120668"/>
                </a:lnTo>
                <a:lnTo>
                  <a:pt x="1314026" y="121261"/>
                </a:lnTo>
                <a:lnTo>
                  <a:pt x="1314211" y="121845"/>
                </a:lnTo>
                <a:lnTo>
                  <a:pt x="1314407" y="122418"/>
                </a:lnTo>
                <a:lnTo>
                  <a:pt x="1314616" y="122980"/>
                </a:lnTo>
                <a:lnTo>
                  <a:pt x="1314839" y="123531"/>
                </a:lnTo>
                <a:lnTo>
                  <a:pt x="1315076" y="124070"/>
                </a:lnTo>
                <a:lnTo>
                  <a:pt x="1315327" y="124598"/>
                </a:lnTo>
                <a:lnTo>
                  <a:pt x="1315591" y="125115"/>
                </a:lnTo>
                <a:lnTo>
                  <a:pt x="1315869" y="125621"/>
                </a:lnTo>
                <a:lnTo>
                  <a:pt x="1316160" y="126115"/>
                </a:lnTo>
                <a:lnTo>
                  <a:pt x="1316465" y="126598"/>
                </a:lnTo>
                <a:lnTo>
                  <a:pt x="1316784" y="127070"/>
                </a:lnTo>
                <a:lnTo>
                  <a:pt x="1317117" y="127530"/>
                </a:lnTo>
                <a:lnTo>
                  <a:pt x="1317463" y="127979"/>
                </a:lnTo>
                <a:lnTo>
                  <a:pt x="1317823" y="128417"/>
                </a:lnTo>
                <a:lnTo>
                  <a:pt x="1318197" y="128843"/>
                </a:lnTo>
                <a:lnTo>
                  <a:pt x="1318584" y="129259"/>
                </a:lnTo>
                <a:lnTo>
                  <a:pt x="1318985" y="129663"/>
                </a:lnTo>
                <a:lnTo>
                  <a:pt x="1319400" y="130055"/>
                </a:lnTo>
                <a:lnTo>
                  <a:pt x="1319828" y="130436"/>
                </a:lnTo>
                <a:lnTo>
                  <a:pt x="1320270" y="130806"/>
                </a:lnTo>
                <a:lnTo>
                  <a:pt x="1320726" y="131165"/>
                </a:lnTo>
                <a:lnTo>
                  <a:pt x="1321195" y="131513"/>
                </a:lnTo>
                <a:lnTo>
                  <a:pt x="1321678" y="131849"/>
                </a:lnTo>
                <a:lnTo>
                  <a:pt x="1322175" y="132174"/>
                </a:lnTo>
                <a:lnTo>
                  <a:pt x="1322686" y="132487"/>
                </a:lnTo>
                <a:lnTo>
                  <a:pt x="1323213" y="132789"/>
                </a:lnTo>
                <a:lnTo>
                  <a:pt x="1323759" y="133078"/>
                </a:lnTo>
                <a:lnTo>
                  <a:pt x="1324324" y="133353"/>
                </a:lnTo>
                <a:lnTo>
                  <a:pt x="1324908" y="133616"/>
                </a:lnTo>
                <a:lnTo>
                  <a:pt x="1325512" y="133867"/>
                </a:lnTo>
                <a:lnTo>
                  <a:pt x="1326135" y="134104"/>
                </a:lnTo>
                <a:lnTo>
                  <a:pt x="1326776" y="134329"/>
                </a:lnTo>
                <a:lnTo>
                  <a:pt x="1327437" y="134540"/>
                </a:lnTo>
                <a:lnTo>
                  <a:pt x="1328118" y="134739"/>
                </a:lnTo>
                <a:lnTo>
                  <a:pt x="1328817" y="134925"/>
                </a:lnTo>
                <a:lnTo>
                  <a:pt x="1329536" y="135098"/>
                </a:lnTo>
                <a:lnTo>
                  <a:pt x="1330273" y="135259"/>
                </a:lnTo>
                <a:lnTo>
                  <a:pt x="1331030" y="135406"/>
                </a:lnTo>
                <a:lnTo>
                  <a:pt x="1331806" y="135541"/>
                </a:lnTo>
                <a:lnTo>
                  <a:pt x="1332601" y="135663"/>
                </a:lnTo>
                <a:lnTo>
                  <a:pt x="1333416" y="135772"/>
                </a:lnTo>
                <a:lnTo>
                  <a:pt x="1334249" y="135868"/>
                </a:lnTo>
                <a:lnTo>
                  <a:pt x="1335102" y="135952"/>
                </a:lnTo>
                <a:lnTo>
                  <a:pt x="1335974" y="136022"/>
                </a:lnTo>
                <a:lnTo>
                  <a:pt x="1336865" y="136080"/>
                </a:lnTo>
                <a:lnTo>
                  <a:pt x="1337775" y="136125"/>
                </a:lnTo>
                <a:lnTo>
                  <a:pt x="1338704" y="136157"/>
                </a:lnTo>
                <a:lnTo>
                  <a:pt x="1339652" y="136176"/>
                </a:lnTo>
                <a:lnTo>
                  <a:pt x="1340620" y="136183"/>
                </a:lnTo>
                <a:lnTo>
                  <a:pt x="1346138" y="136183"/>
                </a:lnTo>
                <a:lnTo>
                  <a:pt x="1346138" y="122781"/>
                </a:lnTo>
                <a:lnTo>
                  <a:pt x="1341704" y="122781"/>
                </a:lnTo>
                <a:lnTo>
                  <a:pt x="1340984" y="122773"/>
                </a:lnTo>
                <a:lnTo>
                  <a:pt x="1340287" y="122748"/>
                </a:lnTo>
                <a:close/>
                <a:moveTo>
                  <a:pt x="1631595" y="136183"/>
                </a:moveTo>
                <a:lnTo>
                  <a:pt x="1631595" y="37248"/>
                </a:lnTo>
                <a:lnTo>
                  <a:pt x="1615138" y="37248"/>
                </a:lnTo>
                <a:lnTo>
                  <a:pt x="1615138" y="136183"/>
                </a:lnTo>
                <a:lnTo>
                  <a:pt x="1631595" y="136183"/>
                </a:lnTo>
                <a:close/>
                <a:moveTo>
                  <a:pt x="1255982" y="137842"/>
                </a:moveTo>
                <a:lnTo>
                  <a:pt x="1256941" y="137778"/>
                </a:lnTo>
                <a:lnTo>
                  <a:pt x="1257889" y="137699"/>
                </a:lnTo>
                <a:lnTo>
                  <a:pt x="1258826" y="137606"/>
                </a:lnTo>
                <a:lnTo>
                  <a:pt x="1259751" y="137499"/>
                </a:lnTo>
                <a:lnTo>
                  <a:pt x="1260665" y="137378"/>
                </a:lnTo>
                <a:lnTo>
                  <a:pt x="1261568" y="137242"/>
                </a:lnTo>
                <a:lnTo>
                  <a:pt x="1262460" y="137092"/>
                </a:lnTo>
                <a:lnTo>
                  <a:pt x="1263340" y="136928"/>
                </a:lnTo>
                <a:lnTo>
                  <a:pt x="1264209" y="136749"/>
                </a:lnTo>
                <a:lnTo>
                  <a:pt x="1265066" y="136556"/>
                </a:lnTo>
                <a:lnTo>
                  <a:pt x="1265913" y="136349"/>
                </a:lnTo>
                <a:lnTo>
                  <a:pt x="1266748" y="136128"/>
                </a:lnTo>
                <a:lnTo>
                  <a:pt x="1267571" y="135892"/>
                </a:lnTo>
                <a:lnTo>
                  <a:pt x="1268384" y="135642"/>
                </a:lnTo>
                <a:lnTo>
                  <a:pt x="1269185" y="135378"/>
                </a:lnTo>
                <a:lnTo>
                  <a:pt x="1269975" y="135099"/>
                </a:lnTo>
                <a:lnTo>
                  <a:pt x="1270753" y="134806"/>
                </a:lnTo>
                <a:lnTo>
                  <a:pt x="1271521" y="134499"/>
                </a:lnTo>
                <a:lnTo>
                  <a:pt x="1272277" y="134178"/>
                </a:lnTo>
                <a:lnTo>
                  <a:pt x="1273021" y="133842"/>
                </a:lnTo>
                <a:lnTo>
                  <a:pt x="1273754" y="133493"/>
                </a:lnTo>
                <a:lnTo>
                  <a:pt x="1274472" y="133132"/>
                </a:lnTo>
                <a:lnTo>
                  <a:pt x="1275177" y="132759"/>
                </a:lnTo>
                <a:lnTo>
                  <a:pt x="1275868" y="132374"/>
                </a:lnTo>
                <a:lnTo>
                  <a:pt x="1276546" y="131977"/>
                </a:lnTo>
                <a:lnTo>
                  <a:pt x="1277209" y="131568"/>
                </a:lnTo>
                <a:lnTo>
                  <a:pt x="1277859" y="131147"/>
                </a:lnTo>
                <a:lnTo>
                  <a:pt x="1278496" y="130714"/>
                </a:lnTo>
                <a:lnTo>
                  <a:pt x="1279119" y="130269"/>
                </a:lnTo>
                <a:lnTo>
                  <a:pt x="1279728" y="129811"/>
                </a:lnTo>
                <a:lnTo>
                  <a:pt x="1280323" y="129342"/>
                </a:lnTo>
                <a:lnTo>
                  <a:pt x="1280905" y="128861"/>
                </a:lnTo>
                <a:lnTo>
                  <a:pt x="1281473" y="128368"/>
                </a:lnTo>
                <a:lnTo>
                  <a:pt x="1282027" y="127863"/>
                </a:lnTo>
                <a:lnTo>
                  <a:pt x="1282567" y="127346"/>
                </a:lnTo>
                <a:lnTo>
                  <a:pt x="1283094" y="126817"/>
                </a:lnTo>
                <a:lnTo>
                  <a:pt x="1283608" y="126276"/>
                </a:lnTo>
                <a:lnTo>
                  <a:pt x="1284107" y="125723"/>
                </a:lnTo>
                <a:lnTo>
                  <a:pt x="1284593" y="125158"/>
                </a:lnTo>
                <a:lnTo>
                  <a:pt x="1285065" y="124581"/>
                </a:lnTo>
                <a:lnTo>
                  <a:pt x="1285524" y="123992"/>
                </a:lnTo>
                <a:lnTo>
                  <a:pt x="1285968" y="123391"/>
                </a:lnTo>
                <a:lnTo>
                  <a:pt x="1286400" y="122778"/>
                </a:lnTo>
                <a:lnTo>
                  <a:pt x="1286817" y="122153"/>
                </a:lnTo>
                <a:lnTo>
                  <a:pt x="1287220" y="121517"/>
                </a:lnTo>
                <a:lnTo>
                  <a:pt x="1287606" y="120871"/>
                </a:lnTo>
                <a:lnTo>
                  <a:pt x="1287976" y="120215"/>
                </a:lnTo>
                <a:lnTo>
                  <a:pt x="1288331" y="119548"/>
                </a:lnTo>
                <a:lnTo>
                  <a:pt x="1288669" y="118872"/>
                </a:lnTo>
                <a:lnTo>
                  <a:pt x="1288991" y="118186"/>
                </a:lnTo>
                <a:lnTo>
                  <a:pt x="1289297" y="117490"/>
                </a:lnTo>
                <a:lnTo>
                  <a:pt x="1289587" y="116783"/>
                </a:lnTo>
                <a:lnTo>
                  <a:pt x="1289861" y="116067"/>
                </a:lnTo>
                <a:lnTo>
                  <a:pt x="1290119" y="115340"/>
                </a:lnTo>
                <a:lnTo>
                  <a:pt x="1290361" y="114604"/>
                </a:lnTo>
                <a:lnTo>
                  <a:pt x="1290586" y="113857"/>
                </a:lnTo>
                <a:lnTo>
                  <a:pt x="1290796" y="113100"/>
                </a:lnTo>
                <a:lnTo>
                  <a:pt x="1290989" y="112334"/>
                </a:lnTo>
                <a:lnTo>
                  <a:pt x="1291167" y="111557"/>
                </a:lnTo>
                <a:lnTo>
                  <a:pt x="1291328" y="110770"/>
                </a:lnTo>
                <a:lnTo>
                  <a:pt x="1291473" y="109973"/>
                </a:lnTo>
                <a:lnTo>
                  <a:pt x="1291602" y="109166"/>
                </a:lnTo>
                <a:lnTo>
                  <a:pt x="1291715" y="108349"/>
                </a:lnTo>
                <a:lnTo>
                  <a:pt x="1291812" y="107522"/>
                </a:lnTo>
                <a:lnTo>
                  <a:pt x="1291893" y="106685"/>
                </a:lnTo>
                <a:lnTo>
                  <a:pt x="1291958" y="105838"/>
                </a:lnTo>
                <a:lnTo>
                  <a:pt x="1292007" y="104981"/>
                </a:lnTo>
                <a:lnTo>
                  <a:pt x="1292040" y="104114"/>
                </a:lnTo>
                <a:lnTo>
                  <a:pt x="1275781" y="104114"/>
                </a:lnTo>
                <a:lnTo>
                  <a:pt x="1275746" y="104960"/>
                </a:lnTo>
                <a:lnTo>
                  <a:pt x="1275690" y="105790"/>
                </a:lnTo>
                <a:lnTo>
                  <a:pt x="1275614" y="106602"/>
                </a:lnTo>
                <a:lnTo>
                  <a:pt x="1275518" y="107398"/>
                </a:lnTo>
                <a:lnTo>
                  <a:pt x="1275401" y="108178"/>
                </a:lnTo>
                <a:lnTo>
                  <a:pt x="1275263" y="108940"/>
                </a:lnTo>
                <a:lnTo>
                  <a:pt x="1275105" y="109686"/>
                </a:lnTo>
                <a:lnTo>
                  <a:pt x="1274927" y="110415"/>
                </a:lnTo>
                <a:lnTo>
                  <a:pt x="1274727" y="111127"/>
                </a:lnTo>
                <a:lnTo>
                  <a:pt x="1274508" y="111823"/>
                </a:lnTo>
                <a:lnTo>
                  <a:pt x="1274268" y="112502"/>
                </a:lnTo>
                <a:lnTo>
                  <a:pt x="1274007" y="113164"/>
                </a:lnTo>
                <a:lnTo>
                  <a:pt x="1273726" y="113810"/>
                </a:lnTo>
                <a:lnTo>
                  <a:pt x="1273424" y="114438"/>
                </a:lnTo>
                <a:lnTo>
                  <a:pt x="1273101" y="115051"/>
                </a:lnTo>
                <a:lnTo>
                  <a:pt x="1272759" y="115646"/>
                </a:lnTo>
                <a:lnTo>
                  <a:pt x="1272395" y="116224"/>
                </a:lnTo>
                <a:lnTo>
                  <a:pt x="1272011" y="116786"/>
                </a:lnTo>
                <a:lnTo>
                  <a:pt x="1271607" y="117331"/>
                </a:lnTo>
                <a:lnTo>
                  <a:pt x="1271182" y="117860"/>
                </a:lnTo>
                <a:lnTo>
                  <a:pt x="1270736" y="118372"/>
                </a:lnTo>
                <a:lnTo>
                  <a:pt x="1270270" y="118867"/>
                </a:lnTo>
                <a:lnTo>
                  <a:pt x="1269784" y="119345"/>
                </a:lnTo>
                <a:lnTo>
                  <a:pt x="1269277" y="119806"/>
                </a:lnTo>
                <a:lnTo>
                  <a:pt x="1268751" y="120250"/>
                </a:lnTo>
                <a:lnTo>
                  <a:pt x="1268209" y="120675"/>
                </a:lnTo>
                <a:lnTo>
                  <a:pt x="1267649" y="121081"/>
                </a:lnTo>
                <a:lnTo>
                  <a:pt x="1267073" y="121468"/>
                </a:lnTo>
                <a:lnTo>
                  <a:pt x="1266481" y="121836"/>
                </a:lnTo>
                <a:lnTo>
                  <a:pt x="1265871" y="122186"/>
                </a:lnTo>
                <a:lnTo>
                  <a:pt x="1265245" y="122516"/>
                </a:lnTo>
                <a:lnTo>
                  <a:pt x="1264602" y="122828"/>
                </a:lnTo>
                <a:lnTo>
                  <a:pt x="1263942" y="123120"/>
                </a:lnTo>
                <a:lnTo>
                  <a:pt x="1263265" y="123394"/>
                </a:lnTo>
                <a:lnTo>
                  <a:pt x="1262572" y="123649"/>
                </a:lnTo>
                <a:lnTo>
                  <a:pt x="1261862" y="123885"/>
                </a:lnTo>
                <a:lnTo>
                  <a:pt x="1261135" y="124102"/>
                </a:lnTo>
                <a:lnTo>
                  <a:pt x="1260391" y="124300"/>
                </a:lnTo>
                <a:lnTo>
                  <a:pt x="1259631" y="124480"/>
                </a:lnTo>
                <a:lnTo>
                  <a:pt x="1258854" y="124640"/>
                </a:lnTo>
                <a:lnTo>
                  <a:pt x="1258060" y="124782"/>
                </a:lnTo>
                <a:lnTo>
                  <a:pt x="1257249" y="124905"/>
                </a:lnTo>
                <a:lnTo>
                  <a:pt x="1256421" y="125009"/>
                </a:lnTo>
                <a:lnTo>
                  <a:pt x="1255577" y="125094"/>
                </a:lnTo>
                <a:lnTo>
                  <a:pt x="1254716" y="125160"/>
                </a:lnTo>
                <a:lnTo>
                  <a:pt x="1253838" y="125207"/>
                </a:lnTo>
                <a:lnTo>
                  <a:pt x="1252944" y="125235"/>
                </a:lnTo>
                <a:lnTo>
                  <a:pt x="1252032" y="125245"/>
                </a:lnTo>
                <a:lnTo>
                  <a:pt x="1251177" y="125236"/>
                </a:lnTo>
                <a:lnTo>
                  <a:pt x="1250336" y="125210"/>
                </a:lnTo>
                <a:lnTo>
                  <a:pt x="1249509" y="125168"/>
                </a:lnTo>
                <a:lnTo>
                  <a:pt x="1248696" y="125108"/>
                </a:lnTo>
                <a:lnTo>
                  <a:pt x="1247897" y="125031"/>
                </a:lnTo>
                <a:lnTo>
                  <a:pt x="1247111" y="124936"/>
                </a:lnTo>
                <a:lnTo>
                  <a:pt x="1246340" y="124825"/>
                </a:lnTo>
                <a:lnTo>
                  <a:pt x="1245583" y="124696"/>
                </a:lnTo>
                <a:lnTo>
                  <a:pt x="1244840" y="124551"/>
                </a:lnTo>
                <a:lnTo>
                  <a:pt x="1244111" y="124388"/>
                </a:lnTo>
                <a:lnTo>
                  <a:pt x="1243397" y="124208"/>
                </a:lnTo>
                <a:lnTo>
                  <a:pt x="1242696" y="124011"/>
                </a:lnTo>
                <a:lnTo>
                  <a:pt x="1242009" y="123797"/>
                </a:lnTo>
                <a:lnTo>
                  <a:pt x="1241336" y="123566"/>
                </a:lnTo>
                <a:lnTo>
                  <a:pt x="1240677" y="123318"/>
                </a:lnTo>
                <a:lnTo>
                  <a:pt x="1240032" y="123052"/>
                </a:lnTo>
                <a:lnTo>
                  <a:pt x="1239402" y="122769"/>
                </a:lnTo>
                <a:lnTo>
                  <a:pt x="1238785" y="122470"/>
                </a:lnTo>
                <a:lnTo>
                  <a:pt x="1238182" y="122153"/>
                </a:lnTo>
                <a:lnTo>
                  <a:pt x="1237593" y="121819"/>
                </a:lnTo>
                <a:lnTo>
                  <a:pt x="1237019" y="121468"/>
                </a:lnTo>
                <a:lnTo>
                  <a:pt x="1236458" y="121099"/>
                </a:lnTo>
                <a:lnTo>
                  <a:pt x="1235912" y="120714"/>
                </a:lnTo>
                <a:lnTo>
                  <a:pt x="1235379" y="120311"/>
                </a:lnTo>
                <a:lnTo>
                  <a:pt x="1234859" y="119895"/>
                </a:lnTo>
                <a:lnTo>
                  <a:pt x="1234352" y="119467"/>
                </a:lnTo>
                <a:lnTo>
                  <a:pt x="1233856" y="119028"/>
                </a:lnTo>
                <a:lnTo>
                  <a:pt x="1233371" y="118577"/>
                </a:lnTo>
                <a:lnTo>
                  <a:pt x="1232899" y="118115"/>
                </a:lnTo>
                <a:lnTo>
                  <a:pt x="1232438" y="117643"/>
                </a:lnTo>
                <a:lnTo>
                  <a:pt x="1231989" y="117158"/>
                </a:lnTo>
                <a:lnTo>
                  <a:pt x="1231552" y="116663"/>
                </a:lnTo>
                <a:lnTo>
                  <a:pt x="1231127" y="116156"/>
                </a:lnTo>
                <a:lnTo>
                  <a:pt x="1230714" y="115639"/>
                </a:lnTo>
                <a:lnTo>
                  <a:pt x="1230312" y="115110"/>
                </a:lnTo>
                <a:lnTo>
                  <a:pt x="1229922" y="114569"/>
                </a:lnTo>
                <a:lnTo>
                  <a:pt x="1229544" y="114018"/>
                </a:lnTo>
                <a:lnTo>
                  <a:pt x="1229178" y="113455"/>
                </a:lnTo>
                <a:lnTo>
                  <a:pt x="1228824" y="112881"/>
                </a:lnTo>
                <a:lnTo>
                  <a:pt x="1228481" y="112295"/>
                </a:lnTo>
                <a:lnTo>
                  <a:pt x="1228150" y="111699"/>
                </a:lnTo>
                <a:lnTo>
                  <a:pt x="1227831" y="111091"/>
                </a:lnTo>
                <a:lnTo>
                  <a:pt x="1227524" y="110472"/>
                </a:lnTo>
                <a:lnTo>
                  <a:pt x="1227229" y="109842"/>
                </a:lnTo>
                <a:lnTo>
                  <a:pt x="1226945" y="109201"/>
                </a:lnTo>
                <a:lnTo>
                  <a:pt x="1226674" y="108548"/>
                </a:lnTo>
                <a:lnTo>
                  <a:pt x="1226414" y="107884"/>
                </a:lnTo>
                <a:lnTo>
                  <a:pt x="1226166" y="107209"/>
                </a:lnTo>
                <a:lnTo>
                  <a:pt x="1225928" y="106525"/>
                </a:lnTo>
                <a:lnTo>
                  <a:pt x="1225701" y="105836"/>
                </a:lnTo>
                <a:lnTo>
                  <a:pt x="1225483" y="105141"/>
                </a:lnTo>
                <a:lnTo>
                  <a:pt x="1225275" y="104441"/>
                </a:lnTo>
                <a:lnTo>
                  <a:pt x="1225076" y="103736"/>
                </a:lnTo>
                <a:lnTo>
                  <a:pt x="1224888" y="103024"/>
                </a:lnTo>
                <a:lnTo>
                  <a:pt x="1224709" y="102308"/>
                </a:lnTo>
                <a:lnTo>
                  <a:pt x="1224540" y="101585"/>
                </a:lnTo>
                <a:lnTo>
                  <a:pt x="1224380" y="100858"/>
                </a:lnTo>
                <a:lnTo>
                  <a:pt x="1224231" y="100124"/>
                </a:lnTo>
                <a:lnTo>
                  <a:pt x="1224091" y="99385"/>
                </a:lnTo>
                <a:lnTo>
                  <a:pt x="1223961" y="98641"/>
                </a:lnTo>
                <a:lnTo>
                  <a:pt x="1223840" y="97891"/>
                </a:lnTo>
                <a:lnTo>
                  <a:pt x="1223730" y="97136"/>
                </a:lnTo>
                <a:lnTo>
                  <a:pt x="1223629" y="96375"/>
                </a:lnTo>
                <a:lnTo>
                  <a:pt x="1223538" y="95608"/>
                </a:lnTo>
                <a:lnTo>
                  <a:pt x="1223456" y="94836"/>
                </a:lnTo>
                <a:lnTo>
                  <a:pt x="1223385" y="94059"/>
                </a:lnTo>
                <a:lnTo>
                  <a:pt x="1223323" y="93276"/>
                </a:lnTo>
                <a:lnTo>
                  <a:pt x="1223271" y="92487"/>
                </a:lnTo>
                <a:lnTo>
                  <a:pt x="1223229" y="91693"/>
                </a:lnTo>
                <a:lnTo>
                  <a:pt x="1223196" y="90893"/>
                </a:lnTo>
                <a:lnTo>
                  <a:pt x="1223173" y="90088"/>
                </a:lnTo>
                <a:lnTo>
                  <a:pt x="1223160" y="89277"/>
                </a:lnTo>
                <a:lnTo>
                  <a:pt x="1291547" y="89277"/>
                </a:lnTo>
                <a:lnTo>
                  <a:pt x="1291563" y="89199"/>
                </a:lnTo>
                <a:lnTo>
                  <a:pt x="1291579" y="89117"/>
                </a:lnTo>
                <a:lnTo>
                  <a:pt x="1291595" y="89031"/>
                </a:lnTo>
                <a:lnTo>
                  <a:pt x="1291610" y="88941"/>
                </a:lnTo>
                <a:lnTo>
                  <a:pt x="1291625" y="88847"/>
                </a:lnTo>
                <a:lnTo>
                  <a:pt x="1291639" y="88749"/>
                </a:lnTo>
                <a:lnTo>
                  <a:pt x="1291654" y="88647"/>
                </a:lnTo>
                <a:lnTo>
                  <a:pt x="1291667" y="88540"/>
                </a:lnTo>
                <a:lnTo>
                  <a:pt x="1291681" y="88430"/>
                </a:lnTo>
                <a:lnTo>
                  <a:pt x="1291694" y="88316"/>
                </a:lnTo>
                <a:lnTo>
                  <a:pt x="1291707" y="88197"/>
                </a:lnTo>
                <a:lnTo>
                  <a:pt x="1291719" y="88075"/>
                </a:lnTo>
                <a:lnTo>
                  <a:pt x="1291732" y="87948"/>
                </a:lnTo>
                <a:lnTo>
                  <a:pt x="1291743" y="87818"/>
                </a:lnTo>
                <a:lnTo>
                  <a:pt x="1291755" y="87683"/>
                </a:lnTo>
                <a:lnTo>
                  <a:pt x="1291766" y="87545"/>
                </a:lnTo>
                <a:lnTo>
                  <a:pt x="1291777" y="87402"/>
                </a:lnTo>
                <a:lnTo>
                  <a:pt x="1291787" y="87255"/>
                </a:lnTo>
                <a:lnTo>
                  <a:pt x="1291797" y="87105"/>
                </a:lnTo>
                <a:lnTo>
                  <a:pt x="1291807" y="86950"/>
                </a:lnTo>
                <a:lnTo>
                  <a:pt x="1291816" y="86791"/>
                </a:lnTo>
                <a:lnTo>
                  <a:pt x="1291825" y="86628"/>
                </a:lnTo>
                <a:lnTo>
                  <a:pt x="1291834" y="86461"/>
                </a:lnTo>
                <a:lnTo>
                  <a:pt x="1291843" y="86290"/>
                </a:lnTo>
                <a:lnTo>
                  <a:pt x="1291851" y="86118"/>
                </a:lnTo>
                <a:lnTo>
                  <a:pt x="1291858" y="85948"/>
                </a:lnTo>
                <a:lnTo>
                  <a:pt x="1291866" y="85780"/>
                </a:lnTo>
                <a:lnTo>
                  <a:pt x="1291873" y="85613"/>
                </a:lnTo>
                <a:lnTo>
                  <a:pt x="1291879" y="85449"/>
                </a:lnTo>
                <a:lnTo>
                  <a:pt x="1291886" y="85286"/>
                </a:lnTo>
                <a:lnTo>
                  <a:pt x="1291892" y="85125"/>
                </a:lnTo>
                <a:lnTo>
                  <a:pt x="1291897" y="84967"/>
                </a:lnTo>
                <a:lnTo>
                  <a:pt x="1291903" y="84810"/>
                </a:lnTo>
                <a:lnTo>
                  <a:pt x="1291908" y="84655"/>
                </a:lnTo>
                <a:lnTo>
                  <a:pt x="1291912" y="84502"/>
                </a:lnTo>
                <a:lnTo>
                  <a:pt x="1291916" y="84351"/>
                </a:lnTo>
                <a:lnTo>
                  <a:pt x="1291920" y="84202"/>
                </a:lnTo>
                <a:lnTo>
                  <a:pt x="1291924" y="84055"/>
                </a:lnTo>
                <a:lnTo>
                  <a:pt x="1291927" y="83910"/>
                </a:lnTo>
                <a:lnTo>
                  <a:pt x="1291930" y="83767"/>
                </a:lnTo>
                <a:lnTo>
                  <a:pt x="1291933" y="83625"/>
                </a:lnTo>
                <a:lnTo>
                  <a:pt x="1291935" y="83486"/>
                </a:lnTo>
                <a:lnTo>
                  <a:pt x="1291937" y="83349"/>
                </a:lnTo>
                <a:lnTo>
                  <a:pt x="1291938" y="83213"/>
                </a:lnTo>
                <a:lnTo>
                  <a:pt x="1291940" y="83080"/>
                </a:lnTo>
                <a:lnTo>
                  <a:pt x="1291940" y="82948"/>
                </a:lnTo>
                <a:lnTo>
                  <a:pt x="1291941" y="82818"/>
                </a:lnTo>
                <a:lnTo>
                  <a:pt x="1291941" y="82691"/>
                </a:lnTo>
                <a:lnTo>
                  <a:pt x="1291922" y="80809"/>
                </a:lnTo>
                <a:lnTo>
                  <a:pt x="1291864" y="78965"/>
                </a:lnTo>
                <a:lnTo>
                  <a:pt x="1291767" y="77157"/>
                </a:lnTo>
                <a:lnTo>
                  <a:pt x="1291632" y="75386"/>
                </a:lnTo>
                <a:lnTo>
                  <a:pt x="1291458" y="73653"/>
                </a:lnTo>
                <a:lnTo>
                  <a:pt x="1291245" y="71956"/>
                </a:lnTo>
                <a:lnTo>
                  <a:pt x="1290994" y="70296"/>
                </a:lnTo>
                <a:lnTo>
                  <a:pt x="1290704" y="68673"/>
                </a:lnTo>
                <a:lnTo>
                  <a:pt x="1290375" y="67087"/>
                </a:lnTo>
                <a:lnTo>
                  <a:pt x="1290008" y="65538"/>
                </a:lnTo>
                <a:lnTo>
                  <a:pt x="1289602" y="64027"/>
                </a:lnTo>
                <a:lnTo>
                  <a:pt x="1289157" y="62551"/>
                </a:lnTo>
                <a:lnTo>
                  <a:pt x="1288674" y="61113"/>
                </a:lnTo>
                <a:lnTo>
                  <a:pt x="1288152" y="59712"/>
                </a:lnTo>
                <a:lnTo>
                  <a:pt x="1287591" y="58348"/>
                </a:lnTo>
                <a:lnTo>
                  <a:pt x="1286992" y="57021"/>
                </a:lnTo>
                <a:lnTo>
                  <a:pt x="1286354" y="55731"/>
                </a:lnTo>
                <a:lnTo>
                  <a:pt x="1285678" y="54477"/>
                </a:lnTo>
                <a:lnTo>
                  <a:pt x="1284962" y="53261"/>
                </a:lnTo>
                <a:lnTo>
                  <a:pt x="1284208" y="52082"/>
                </a:lnTo>
                <a:lnTo>
                  <a:pt x="1283416" y="50939"/>
                </a:lnTo>
                <a:lnTo>
                  <a:pt x="1282585" y="49834"/>
                </a:lnTo>
                <a:lnTo>
                  <a:pt x="1281715" y="48765"/>
                </a:lnTo>
                <a:lnTo>
                  <a:pt x="1280806" y="47733"/>
                </a:lnTo>
                <a:lnTo>
                  <a:pt x="1279863" y="46741"/>
                </a:lnTo>
                <a:lnTo>
                  <a:pt x="1278891" y="45791"/>
                </a:lnTo>
                <a:lnTo>
                  <a:pt x="1277890" y="44883"/>
                </a:lnTo>
                <a:lnTo>
                  <a:pt x="1276859" y="44018"/>
                </a:lnTo>
                <a:lnTo>
                  <a:pt x="1275799" y="43194"/>
                </a:lnTo>
                <a:lnTo>
                  <a:pt x="1274709" y="42413"/>
                </a:lnTo>
                <a:lnTo>
                  <a:pt x="1273590" y="41674"/>
                </a:lnTo>
                <a:lnTo>
                  <a:pt x="1272441" y="40978"/>
                </a:lnTo>
                <a:lnTo>
                  <a:pt x="1271263" y="40323"/>
                </a:lnTo>
                <a:lnTo>
                  <a:pt x="1270056" y="39711"/>
                </a:lnTo>
                <a:lnTo>
                  <a:pt x="1268819" y="39141"/>
                </a:lnTo>
                <a:lnTo>
                  <a:pt x="1267552" y="38613"/>
                </a:lnTo>
                <a:lnTo>
                  <a:pt x="1266257" y="38128"/>
                </a:lnTo>
                <a:lnTo>
                  <a:pt x="1264932" y="37684"/>
                </a:lnTo>
                <a:lnTo>
                  <a:pt x="1263577" y="37283"/>
                </a:lnTo>
                <a:lnTo>
                  <a:pt x="1262193" y="36924"/>
                </a:lnTo>
                <a:lnTo>
                  <a:pt x="1260779" y="36608"/>
                </a:lnTo>
                <a:lnTo>
                  <a:pt x="1259337" y="36333"/>
                </a:lnTo>
                <a:lnTo>
                  <a:pt x="1257864" y="36101"/>
                </a:lnTo>
                <a:lnTo>
                  <a:pt x="1256363" y="35911"/>
                </a:lnTo>
                <a:lnTo>
                  <a:pt x="1254831" y="35763"/>
                </a:lnTo>
                <a:lnTo>
                  <a:pt x="1253271" y="35657"/>
                </a:lnTo>
                <a:lnTo>
                  <a:pt x="1251681" y="35594"/>
                </a:lnTo>
                <a:lnTo>
                  <a:pt x="1250062" y="35573"/>
                </a:lnTo>
                <a:lnTo>
                  <a:pt x="1248839" y="35584"/>
                </a:lnTo>
                <a:lnTo>
                  <a:pt x="1247634" y="35618"/>
                </a:lnTo>
                <a:lnTo>
                  <a:pt x="1246447" y="35674"/>
                </a:lnTo>
                <a:lnTo>
                  <a:pt x="1245278" y="35753"/>
                </a:lnTo>
                <a:lnTo>
                  <a:pt x="1244127" y="35855"/>
                </a:lnTo>
                <a:lnTo>
                  <a:pt x="1242994" y="35979"/>
                </a:lnTo>
                <a:lnTo>
                  <a:pt x="1241879" y="36125"/>
                </a:lnTo>
                <a:lnTo>
                  <a:pt x="1240782" y="36295"/>
                </a:lnTo>
                <a:lnTo>
                  <a:pt x="1239703" y="36486"/>
                </a:lnTo>
                <a:lnTo>
                  <a:pt x="1238642" y="36701"/>
                </a:lnTo>
                <a:lnTo>
                  <a:pt x="1237599" y="36937"/>
                </a:lnTo>
                <a:lnTo>
                  <a:pt x="1236574" y="37197"/>
                </a:lnTo>
                <a:lnTo>
                  <a:pt x="1235567" y="37478"/>
                </a:lnTo>
                <a:lnTo>
                  <a:pt x="1234577" y="37783"/>
                </a:lnTo>
                <a:lnTo>
                  <a:pt x="1233606" y="38110"/>
                </a:lnTo>
                <a:lnTo>
                  <a:pt x="1232653" y="38459"/>
                </a:lnTo>
                <a:lnTo>
                  <a:pt x="1231717" y="38832"/>
                </a:lnTo>
                <a:lnTo>
                  <a:pt x="1230800" y="39226"/>
                </a:lnTo>
                <a:lnTo>
                  <a:pt x="1229901" y="39643"/>
                </a:lnTo>
                <a:lnTo>
                  <a:pt x="1229019" y="40083"/>
                </a:lnTo>
                <a:lnTo>
                  <a:pt x="1228156" y="40545"/>
                </a:lnTo>
                <a:lnTo>
                  <a:pt x="1227310" y="41030"/>
                </a:lnTo>
                <a:lnTo>
                  <a:pt x="1226482" y="41538"/>
                </a:lnTo>
                <a:lnTo>
                  <a:pt x="1225673" y="42067"/>
                </a:lnTo>
                <a:lnTo>
                  <a:pt x="1224881" y="42617"/>
                </a:lnTo>
                <a:lnTo>
                  <a:pt x="1224106" y="43185"/>
                </a:lnTo>
                <a:lnTo>
                  <a:pt x="1223348" y="43770"/>
                </a:lnTo>
                <a:lnTo>
                  <a:pt x="1222607" y="44372"/>
                </a:lnTo>
                <a:lnTo>
                  <a:pt x="1221883" y="44991"/>
                </a:lnTo>
                <a:lnTo>
                  <a:pt x="1221177" y="45629"/>
                </a:lnTo>
                <a:lnTo>
                  <a:pt x="1220487" y="46283"/>
                </a:lnTo>
                <a:lnTo>
                  <a:pt x="1219815" y="46955"/>
                </a:lnTo>
                <a:lnTo>
                  <a:pt x="1219160" y="47645"/>
                </a:lnTo>
                <a:lnTo>
                  <a:pt x="1218522" y="48351"/>
                </a:lnTo>
                <a:lnTo>
                  <a:pt x="1217901" y="49076"/>
                </a:lnTo>
                <a:lnTo>
                  <a:pt x="1217297" y="49817"/>
                </a:lnTo>
                <a:lnTo>
                  <a:pt x="1216710" y="50577"/>
                </a:lnTo>
                <a:lnTo>
                  <a:pt x="1216140" y="51353"/>
                </a:lnTo>
                <a:lnTo>
                  <a:pt x="1215588" y="52147"/>
                </a:lnTo>
                <a:lnTo>
                  <a:pt x="1215052" y="52959"/>
                </a:lnTo>
                <a:lnTo>
                  <a:pt x="1214534" y="53788"/>
                </a:lnTo>
                <a:lnTo>
                  <a:pt x="1214033" y="54634"/>
                </a:lnTo>
                <a:lnTo>
                  <a:pt x="1213549" y="55498"/>
                </a:lnTo>
                <a:lnTo>
                  <a:pt x="1213082" y="56379"/>
                </a:lnTo>
                <a:lnTo>
                  <a:pt x="1212632" y="57278"/>
                </a:lnTo>
                <a:lnTo>
                  <a:pt x="1212199" y="58194"/>
                </a:lnTo>
                <a:lnTo>
                  <a:pt x="1211783" y="59128"/>
                </a:lnTo>
                <a:lnTo>
                  <a:pt x="1211384" y="60079"/>
                </a:lnTo>
                <a:lnTo>
                  <a:pt x="1211003" y="61045"/>
                </a:lnTo>
                <a:lnTo>
                  <a:pt x="1210637" y="62023"/>
                </a:lnTo>
                <a:lnTo>
                  <a:pt x="1210287" y="63014"/>
                </a:lnTo>
                <a:lnTo>
                  <a:pt x="1209954" y="64018"/>
                </a:lnTo>
                <a:lnTo>
                  <a:pt x="1209637" y="65034"/>
                </a:lnTo>
                <a:lnTo>
                  <a:pt x="1209337" y="66062"/>
                </a:lnTo>
                <a:lnTo>
                  <a:pt x="1209052" y="67103"/>
                </a:lnTo>
                <a:lnTo>
                  <a:pt x="1208784" y="68157"/>
                </a:lnTo>
                <a:lnTo>
                  <a:pt x="1208532" y="69223"/>
                </a:lnTo>
                <a:lnTo>
                  <a:pt x="1208297" y="70302"/>
                </a:lnTo>
                <a:lnTo>
                  <a:pt x="1208077" y="71393"/>
                </a:lnTo>
                <a:lnTo>
                  <a:pt x="1207874" y="72496"/>
                </a:lnTo>
                <a:lnTo>
                  <a:pt x="1207687" y="73612"/>
                </a:lnTo>
                <a:lnTo>
                  <a:pt x="1207516" y="74741"/>
                </a:lnTo>
                <a:lnTo>
                  <a:pt x="1207362" y="75882"/>
                </a:lnTo>
                <a:lnTo>
                  <a:pt x="1207224" y="77036"/>
                </a:lnTo>
                <a:lnTo>
                  <a:pt x="1207102" y="78202"/>
                </a:lnTo>
                <a:lnTo>
                  <a:pt x="1206996" y="79381"/>
                </a:lnTo>
                <a:lnTo>
                  <a:pt x="1206907" y="80572"/>
                </a:lnTo>
                <a:lnTo>
                  <a:pt x="1206834" y="81776"/>
                </a:lnTo>
                <a:lnTo>
                  <a:pt x="1206777" y="82992"/>
                </a:lnTo>
                <a:lnTo>
                  <a:pt x="1206736" y="84220"/>
                </a:lnTo>
                <a:lnTo>
                  <a:pt x="1206712" y="85462"/>
                </a:lnTo>
                <a:lnTo>
                  <a:pt x="1206704" y="86715"/>
                </a:lnTo>
                <a:lnTo>
                  <a:pt x="1206712" y="87920"/>
                </a:lnTo>
                <a:lnTo>
                  <a:pt x="1206737" y="89114"/>
                </a:lnTo>
                <a:lnTo>
                  <a:pt x="1206779" y="90298"/>
                </a:lnTo>
                <a:lnTo>
                  <a:pt x="1206838" y="91472"/>
                </a:lnTo>
                <a:lnTo>
                  <a:pt x="1206913" y="92636"/>
                </a:lnTo>
                <a:lnTo>
                  <a:pt x="1207006" y="93790"/>
                </a:lnTo>
                <a:lnTo>
                  <a:pt x="1207115" y="94934"/>
                </a:lnTo>
                <a:lnTo>
                  <a:pt x="1207240" y="96067"/>
                </a:lnTo>
                <a:lnTo>
                  <a:pt x="1207383" y="97191"/>
                </a:lnTo>
                <a:lnTo>
                  <a:pt x="1207542" y="98305"/>
                </a:lnTo>
                <a:lnTo>
                  <a:pt x="1207718" y="99409"/>
                </a:lnTo>
                <a:lnTo>
                  <a:pt x="1207911" y="100503"/>
                </a:lnTo>
                <a:lnTo>
                  <a:pt x="1208121" y="101586"/>
                </a:lnTo>
                <a:lnTo>
                  <a:pt x="1208347" y="102660"/>
                </a:lnTo>
                <a:lnTo>
                  <a:pt x="1208590" y="103723"/>
                </a:lnTo>
                <a:lnTo>
                  <a:pt x="1208850" y="104777"/>
                </a:lnTo>
                <a:lnTo>
                  <a:pt x="1209126" y="105821"/>
                </a:lnTo>
                <a:lnTo>
                  <a:pt x="1209420" y="106854"/>
                </a:lnTo>
                <a:lnTo>
                  <a:pt x="1209730" y="107877"/>
                </a:lnTo>
                <a:lnTo>
                  <a:pt x="1210057" y="108891"/>
                </a:lnTo>
                <a:lnTo>
                  <a:pt x="1210401" y="109894"/>
                </a:lnTo>
                <a:lnTo>
                  <a:pt x="1210761" y="110887"/>
                </a:lnTo>
                <a:lnTo>
                  <a:pt x="1211138" y="111871"/>
                </a:lnTo>
                <a:lnTo>
                  <a:pt x="1211532" y="112844"/>
                </a:lnTo>
                <a:lnTo>
                  <a:pt x="1211944" y="113803"/>
                </a:lnTo>
                <a:lnTo>
                  <a:pt x="1212373" y="114746"/>
                </a:lnTo>
                <a:lnTo>
                  <a:pt x="1212820" y="115672"/>
                </a:lnTo>
                <a:lnTo>
                  <a:pt x="1213285" y="116581"/>
                </a:lnTo>
                <a:lnTo>
                  <a:pt x="1213769" y="117473"/>
                </a:lnTo>
                <a:lnTo>
                  <a:pt x="1214270" y="118348"/>
                </a:lnTo>
                <a:lnTo>
                  <a:pt x="1214789" y="119206"/>
                </a:lnTo>
                <a:lnTo>
                  <a:pt x="1215326" y="120047"/>
                </a:lnTo>
                <a:lnTo>
                  <a:pt x="1215881" y="120871"/>
                </a:lnTo>
                <a:lnTo>
                  <a:pt x="1216454" y="121679"/>
                </a:lnTo>
                <a:lnTo>
                  <a:pt x="1217045" y="122469"/>
                </a:lnTo>
                <a:lnTo>
                  <a:pt x="1217654" y="123243"/>
                </a:lnTo>
                <a:lnTo>
                  <a:pt x="1218281" y="124000"/>
                </a:lnTo>
                <a:lnTo>
                  <a:pt x="1218926" y="124740"/>
                </a:lnTo>
                <a:lnTo>
                  <a:pt x="1219589" y="125463"/>
                </a:lnTo>
                <a:lnTo>
                  <a:pt x="1220270" y="126169"/>
                </a:lnTo>
                <a:lnTo>
                  <a:pt x="1220968" y="126858"/>
                </a:lnTo>
                <a:lnTo>
                  <a:pt x="1221685" y="127530"/>
                </a:lnTo>
                <a:lnTo>
                  <a:pt x="1222420" y="128186"/>
                </a:lnTo>
                <a:lnTo>
                  <a:pt x="1223172" y="128824"/>
                </a:lnTo>
                <a:lnTo>
                  <a:pt x="1223943" y="129446"/>
                </a:lnTo>
                <a:lnTo>
                  <a:pt x="1224732" y="130051"/>
                </a:lnTo>
                <a:lnTo>
                  <a:pt x="1225538" y="130638"/>
                </a:lnTo>
                <a:lnTo>
                  <a:pt x="1226363" y="131209"/>
                </a:lnTo>
                <a:lnTo>
                  <a:pt x="1227206" y="131760"/>
                </a:lnTo>
                <a:lnTo>
                  <a:pt x="1228069" y="132287"/>
                </a:lnTo>
                <a:lnTo>
                  <a:pt x="1228952" y="132791"/>
                </a:lnTo>
                <a:lnTo>
                  <a:pt x="1229854" y="133271"/>
                </a:lnTo>
                <a:lnTo>
                  <a:pt x="1230776" y="133728"/>
                </a:lnTo>
                <a:lnTo>
                  <a:pt x="1231718" y="134161"/>
                </a:lnTo>
                <a:lnTo>
                  <a:pt x="1232679" y="134571"/>
                </a:lnTo>
                <a:lnTo>
                  <a:pt x="1233660" y="134958"/>
                </a:lnTo>
                <a:lnTo>
                  <a:pt x="1234661" y="135321"/>
                </a:lnTo>
                <a:lnTo>
                  <a:pt x="1235681" y="135660"/>
                </a:lnTo>
                <a:lnTo>
                  <a:pt x="1236721" y="135977"/>
                </a:lnTo>
                <a:lnTo>
                  <a:pt x="1237781" y="136270"/>
                </a:lnTo>
                <a:lnTo>
                  <a:pt x="1238860" y="136539"/>
                </a:lnTo>
                <a:lnTo>
                  <a:pt x="1239959" y="136785"/>
                </a:lnTo>
                <a:lnTo>
                  <a:pt x="1241078" y="137008"/>
                </a:lnTo>
                <a:lnTo>
                  <a:pt x="1242217" y="137207"/>
                </a:lnTo>
                <a:lnTo>
                  <a:pt x="1243375" y="137382"/>
                </a:lnTo>
                <a:lnTo>
                  <a:pt x="1244553" y="137535"/>
                </a:lnTo>
                <a:lnTo>
                  <a:pt x="1245750" y="137663"/>
                </a:lnTo>
                <a:lnTo>
                  <a:pt x="1246967" y="137769"/>
                </a:lnTo>
                <a:lnTo>
                  <a:pt x="1248204" y="137851"/>
                </a:lnTo>
                <a:lnTo>
                  <a:pt x="1249460" y="137909"/>
                </a:lnTo>
                <a:lnTo>
                  <a:pt x="1250737" y="137945"/>
                </a:lnTo>
                <a:lnTo>
                  <a:pt x="1252032" y="137956"/>
                </a:lnTo>
                <a:lnTo>
                  <a:pt x="1253037" y="137949"/>
                </a:lnTo>
                <a:lnTo>
                  <a:pt x="1254030" y="137928"/>
                </a:lnTo>
                <a:lnTo>
                  <a:pt x="1255012" y="137892"/>
                </a:lnTo>
                <a:lnTo>
                  <a:pt x="1255982" y="137842"/>
                </a:lnTo>
                <a:close/>
                <a:moveTo>
                  <a:pt x="1223780" y="72703"/>
                </a:moveTo>
                <a:lnTo>
                  <a:pt x="1223960" y="71624"/>
                </a:lnTo>
                <a:lnTo>
                  <a:pt x="1224161" y="70569"/>
                </a:lnTo>
                <a:lnTo>
                  <a:pt x="1224381" y="69537"/>
                </a:lnTo>
                <a:lnTo>
                  <a:pt x="1224622" y="68529"/>
                </a:lnTo>
                <a:lnTo>
                  <a:pt x="1224882" y="67544"/>
                </a:lnTo>
                <a:lnTo>
                  <a:pt x="1225163" y="66583"/>
                </a:lnTo>
                <a:lnTo>
                  <a:pt x="1225463" y="65646"/>
                </a:lnTo>
                <a:lnTo>
                  <a:pt x="1225784" y="64732"/>
                </a:lnTo>
                <a:lnTo>
                  <a:pt x="1226124" y="63842"/>
                </a:lnTo>
                <a:lnTo>
                  <a:pt x="1226485" y="62976"/>
                </a:lnTo>
                <a:lnTo>
                  <a:pt x="1226865" y="62133"/>
                </a:lnTo>
                <a:lnTo>
                  <a:pt x="1227266" y="61314"/>
                </a:lnTo>
                <a:lnTo>
                  <a:pt x="1227686" y="60518"/>
                </a:lnTo>
                <a:lnTo>
                  <a:pt x="1228127" y="59746"/>
                </a:lnTo>
                <a:lnTo>
                  <a:pt x="1228588" y="58998"/>
                </a:lnTo>
                <a:lnTo>
                  <a:pt x="1229068" y="58273"/>
                </a:lnTo>
                <a:lnTo>
                  <a:pt x="1229569" y="57572"/>
                </a:lnTo>
                <a:lnTo>
                  <a:pt x="1230090" y="56895"/>
                </a:lnTo>
                <a:lnTo>
                  <a:pt x="1230630" y="56241"/>
                </a:lnTo>
                <a:lnTo>
                  <a:pt x="1231191" y="55611"/>
                </a:lnTo>
                <a:lnTo>
                  <a:pt x="1231771" y="55005"/>
                </a:lnTo>
                <a:lnTo>
                  <a:pt x="1232368" y="54425"/>
                </a:lnTo>
                <a:lnTo>
                  <a:pt x="1232984" y="53870"/>
                </a:lnTo>
                <a:lnTo>
                  <a:pt x="1233618" y="53342"/>
                </a:lnTo>
                <a:lnTo>
                  <a:pt x="1234269" y="52839"/>
                </a:lnTo>
                <a:lnTo>
                  <a:pt x="1234939" y="52362"/>
                </a:lnTo>
                <a:lnTo>
                  <a:pt x="1235626" y="51911"/>
                </a:lnTo>
                <a:lnTo>
                  <a:pt x="1236332" y="51486"/>
                </a:lnTo>
                <a:lnTo>
                  <a:pt x="1237055" y="51086"/>
                </a:lnTo>
                <a:lnTo>
                  <a:pt x="1237796" y="50713"/>
                </a:lnTo>
                <a:lnTo>
                  <a:pt x="1238556" y="50365"/>
                </a:lnTo>
                <a:lnTo>
                  <a:pt x="1239333" y="50042"/>
                </a:lnTo>
                <a:lnTo>
                  <a:pt x="1240128" y="49746"/>
                </a:lnTo>
                <a:lnTo>
                  <a:pt x="1240941" y="49475"/>
                </a:lnTo>
                <a:lnTo>
                  <a:pt x="1241773" y="49230"/>
                </a:lnTo>
                <a:lnTo>
                  <a:pt x="1242622" y="49011"/>
                </a:lnTo>
                <a:lnTo>
                  <a:pt x="1243489" y="48818"/>
                </a:lnTo>
                <a:lnTo>
                  <a:pt x="1244374" y="48650"/>
                </a:lnTo>
                <a:lnTo>
                  <a:pt x="1245277" y="48508"/>
                </a:lnTo>
                <a:lnTo>
                  <a:pt x="1246198" y="48392"/>
                </a:lnTo>
                <a:lnTo>
                  <a:pt x="1247137" y="48302"/>
                </a:lnTo>
                <a:lnTo>
                  <a:pt x="1248094" y="48238"/>
                </a:lnTo>
                <a:lnTo>
                  <a:pt x="1249069" y="48199"/>
                </a:lnTo>
                <a:lnTo>
                  <a:pt x="1250062" y="48186"/>
                </a:lnTo>
                <a:lnTo>
                  <a:pt x="1251046" y="48199"/>
                </a:lnTo>
                <a:lnTo>
                  <a:pt x="1252012" y="48238"/>
                </a:lnTo>
                <a:lnTo>
                  <a:pt x="1252961" y="48303"/>
                </a:lnTo>
                <a:lnTo>
                  <a:pt x="1253891" y="48394"/>
                </a:lnTo>
                <a:lnTo>
                  <a:pt x="1254803" y="48511"/>
                </a:lnTo>
                <a:lnTo>
                  <a:pt x="1255697" y="48653"/>
                </a:lnTo>
                <a:lnTo>
                  <a:pt x="1256573" y="48822"/>
                </a:lnTo>
                <a:lnTo>
                  <a:pt x="1257430" y="49017"/>
                </a:lnTo>
                <a:lnTo>
                  <a:pt x="1258270" y="49238"/>
                </a:lnTo>
                <a:lnTo>
                  <a:pt x="1259091" y="49484"/>
                </a:lnTo>
                <a:lnTo>
                  <a:pt x="1259894" y="49757"/>
                </a:lnTo>
                <a:lnTo>
                  <a:pt x="1260679" y="50055"/>
                </a:lnTo>
                <a:lnTo>
                  <a:pt x="1261446" y="50380"/>
                </a:lnTo>
                <a:lnTo>
                  <a:pt x="1262195" y="50730"/>
                </a:lnTo>
                <a:lnTo>
                  <a:pt x="1262926" y="51107"/>
                </a:lnTo>
                <a:lnTo>
                  <a:pt x="1263638" y="51509"/>
                </a:lnTo>
                <a:lnTo>
                  <a:pt x="1264333" y="51938"/>
                </a:lnTo>
                <a:lnTo>
                  <a:pt x="1265009" y="52392"/>
                </a:lnTo>
                <a:lnTo>
                  <a:pt x="1265667" y="52872"/>
                </a:lnTo>
                <a:lnTo>
                  <a:pt x="1266307" y="53378"/>
                </a:lnTo>
                <a:lnTo>
                  <a:pt x="1266929" y="53911"/>
                </a:lnTo>
                <a:lnTo>
                  <a:pt x="1267533" y="54469"/>
                </a:lnTo>
                <a:lnTo>
                  <a:pt x="1268118" y="55053"/>
                </a:lnTo>
                <a:lnTo>
                  <a:pt x="1268686" y="55663"/>
                </a:lnTo>
                <a:lnTo>
                  <a:pt x="1269233" y="56297"/>
                </a:lnTo>
                <a:lnTo>
                  <a:pt x="1269758" y="56955"/>
                </a:lnTo>
                <a:lnTo>
                  <a:pt x="1270261" y="57635"/>
                </a:lnTo>
                <a:lnTo>
                  <a:pt x="1270741" y="58339"/>
                </a:lnTo>
                <a:lnTo>
                  <a:pt x="1271200" y="59065"/>
                </a:lnTo>
                <a:lnTo>
                  <a:pt x="1271636" y="59815"/>
                </a:lnTo>
                <a:lnTo>
                  <a:pt x="1272050" y="60588"/>
                </a:lnTo>
                <a:lnTo>
                  <a:pt x="1272441" y="61384"/>
                </a:lnTo>
                <a:lnTo>
                  <a:pt x="1272810" y="62203"/>
                </a:lnTo>
                <a:lnTo>
                  <a:pt x="1273158" y="63045"/>
                </a:lnTo>
                <a:lnTo>
                  <a:pt x="1273482" y="63910"/>
                </a:lnTo>
                <a:lnTo>
                  <a:pt x="1273785" y="64798"/>
                </a:lnTo>
                <a:lnTo>
                  <a:pt x="1274065" y="65709"/>
                </a:lnTo>
                <a:lnTo>
                  <a:pt x="1274324" y="66643"/>
                </a:lnTo>
                <a:lnTo>
                  <a:pt x="1274560" y="67601"/>
                </a:lnTo>
                <a:lnTo>
                  <a:pt x="1274773" y="68581"/>
                </a:lnTo>
                <a:lnTo>
                  <a:pt x="1274965" y="69585"/>
                </a:lnTo>
                <a:lnTo>
                  <a:pt x="1275134" y="70611"/>
                </a:lnTo>
                <a:lnTo>
                  <a:pt x="1275281" y="71661"/>
                </a:lnTo>
                <a:lnTo>
                  <a:pt x="1275406" y="72734"/>
                </a:lnTo>
                <a:lnTo>
                  <a:pt x="1275508" y="73830"/>
                </a:lnTo>
                <a:lnTo>
                  <a:pt x="1275588" y="74949"/>
                </a:lnTo>
                <a:lnTo>
                  <a:pt x="1275646" y="76090"/>
                </a:lnTo>
                <a:lnTo>
                  <a:pt x="1275682" y="77256"/>
                </a:lnTo>
                <a:lnTo>
                  <a:pt x="1223259" y="77256"/>
                </a:lnTo>
                <a:lnTo>
                  <a:pt x="1223359" y="76082"/>
                </a:lnTo>
                <a:lnTo>
                  <a:pt x="1223479" y="74932"/>
                </a:lnTo>
                <a:lnTo>
                  <a:pt x="1223620" y="73806"/>
                </a:lnTo>
                <a:lnTo>
                  <a:pt x="1223780" y="72703"/>
                </a:lnTo>
                <a:close/>
                <a:moveTo>
                  <a:pt x="1406849" y="137881"/>
                </a:moveTo>
                <a:lnTo>
                  <a:pt x="1407501" y="137849"/>
                </a:lnTo>
                <a:lnTo>
                  <a:pt x="1408149" y="137810"/>
                </a:lnTo>
                <a:lnTo>
                  <a:pt x="1408793" y="137765"/>
                </a:lnTo>
                <a:lnTo>
                  <a:pt x="1409433" y="137714"/>
                </a:lnTo>
                <a:lnTo>
                  <a:pt x="1410069" y="137657"/>
                </a:lnTo>
                <a:lnTo>
                  <a:pt x="1410701" y="137594"/>
                </a:lnTo>
                <a:lnTo>
                  <a:pt x="1411329" y="137525"/>
                </a:lnTo>
                <a:lnTo>
                  <a:pt x="1411953" y="137450"/>
                </a:lnTo>
                <a:lnTo>
                  <a:pt x="1412573" y="137370"/>
                </a:lnTo>
                <a:lnTo>
                  <a:pt x="1413190" y="137283"/>
                </a:lnTo>
                <a:lnTo>
                  <a:pt x="1413802" y="137190"/>
                </a:lnTo>
                <a:lnTo>
                  <a:pt x="1414410" y="137091"/>
                </a:lnTo>
                <a:lnTo>
                  <a:pt x="1415015" y="136986"/>
                </a:lnTo>
                <a:lnTo>
                  <a:pt x="1415615" y="136876"/>
                </a:lnTo>
                <a:lnTo>
                  <a:pt x="1416212" y="136759"/>
                </a:lnTo>
                <a:lnTo>
                  <a:pt x="1416805" y="136636"/>
                </a:lnTo>
                <a:lnTo>
                  <a:pt x="1417394" y="136507"/>
                </a:lnTo>
                <a:lnTo>
                  <a:pt x="1417978" y="136373"/>
                </a:lnTo>
                <a:lnTo>
                  <a:pt x="1418559" y="136232"/>
                </a:lnTo>
                <a:lnTo>
                  <a:pt x="1419135" y="136085"/>
                </a:lnTo>
                <a:lnTo>
                  <a:pt x="1419705" y="135931"/>
                </a:lnTo>
                <a:lnTo>
                  <a:pt x="1420268" y="135771"/>
                </a:lnTo>
                <a:lnTo>
                  <a:pt x="1420826" y="135605"/>
                </a:lnTo>
                <a:lnTo>
                  <a:pt x="1421377" y="135432"/>
                </a:lnTo>
                <a:lnTo>
                  <a:pt x="1421922" y="135252"/>
                </a:lnTo>
                <a:lnTo>
                  <a:pt x="1422461" y="135066"/>
                </a:lnTo>
                <a:lnTo>
                  <a:pt x="1422994" y="134874"/>
                </a:lnTo>
                <a:lnTo>
                  <a:pt x="1423520" y="134674"/>
                </a:lnTo>
                <a:lnTo>
                  <a:pt x="1424041" y="134469"/>
                </a:lnTo>
                <a:lnTo>
                  <a:pt x="1424555" y="134257"/>
                </a:lnTo>
                <a:lnTo>
                  <a:pt x="1425063" y="134038"/>
                </a:lnTo>
                <a:lnTo>
                  <a:pt x="1425565" y="133813"/>
                </a:lnTo>
                <a:lnTo>
                  <a:pt x="1426061" y="133581"/>
                </a:lnTo>
                <a:lnTo>
                  <a:pt x="1426550" y="133343"/>
                </a:lnTo>
                <a:lnTo>
                  <a:pt x="1427034" y="133098"/>
                </a:lnTo>
                <a:lnTo>
                  <a:pt x="1427511" y="132846"/>
                </a:lnTo>
                <a:lnTo>
                  <a:pt x="1427982" y="132589"/>
                </a:lnTo>
                <a:lnTo>
                  <a:pt x="1428447" y="132324"/>
                </a:lnTo>
                <a:lnTo>
                  <a:pt x="1428906" y="132053"/>
                </a:lnTo>
                <a:lnTo>
                  <a:pt x="1429359" y="131776"/>
                </a:lnTo>
                <a:lnTo>
                  <a:pt x="1429805" y="131492"/>
                </a:lnTo>
                <a:lnTo>
                  <a:pt x="1430246" y="131202"/>
                </a:lnTo>
                <a:lnTo>
                  <a:pt x="1430680" y="130905"/>
                </a:lnTo>
                <a:lnTo>
                  <a:pt x="1431107" y="130601"/>
                </a:lnTo>
                <a:lnTo>
                  <a:pt x="1431526" y="130290"/>
                </a:lnTo>
                <a:lnTo>
                  <a:pt x="1431938" y="129972"/>
                </a:lnTo>
                <a:lnTo>
                  <a:pt x="1432341" y="129647"/>
                </a:lnTo>
                <a:lnTo>
                  <a:pt x="1432737" y="129315"/>
                </a:lnTo>
                <a:lnTo>
                  <a:pt x="1433125" y="128976"/>
                </a:lnTo>
                <a:lnTo>
                  <a:pt x="1433505" y="128630"/>
                </a:lnTo>
                <a:lnTo>
                  <a:pt x="1433877" y="128277"/>
                </a:lnTo>
                <a:lnTo>
                  <a:pt x="1434241" y="127917"/>
                </a:lnTo>
                <a:lnTo>
                  <a:pt x="1434597" y="127550"/>
                </a:lnTo>
                <a:lnTo>
                  <a:pt x="1434946" y="127176"/>
                </a:lnTo>
                <a:lnTo>
                  <a:pt x="1435286" y="126794"/>
                </a:lnTo>
                <a:lnTo>
                  <a:pt x="1435619" y="126406"/>
                </a:lnTo>
                <a:lnTo>
                  <a:pt x="1435944" y="126011"/>
                </a:lnTo>
                <a:lnTo>
                  <a:pt x="1436261" y="125608"/>
                </a:lnTo>
                <a:lnTo>
                  <a:pt x="1436570" y="125199"/>
                </a:lnTo>
                <a:lnTo>
                  <a:pt x="1436871" y="124782"/>
                </a:lnTo>
                <a:lnTo>
                  <a:pt x="1437165" y="124359"/>
                </a:lnTo>
                <a:lnTo>
                  <a:pt x="1437450" y="123928"/>
                </a:lnTo>
                <a:lnTo>
                  <a:pt x="1437728" y="123490"/>
                </a:lnTo>
                <a:lnTo>
                  <a:pt x="1437998" y="123046"/>
                </a:lnTo>
                <a:lnTo>
                  <a:pt x="1438260" y="122594"/>
                </a:lnTo>
                <a:lnTo>
                  <a:pt x="1438514" y="122135"/>
                </a:lnTo>
                <a:lnTo>
                  <a:pt x="1438760" y="121669"/>
                </a:lnTo>
                <a:lnTo>
                  <a:pt x="1438997" y="121196"/>
                </a:lnTo>
                <a:lnTo>
                  <a:pt x="1439224" y="120716"/>
                </a:lnTo>
                <a:lnTo>
                  <a:pt x="1439441" y="120229"/>
                </a:lnTo>
                <a:lnTo>
                  <a:pt x="1439648" y="119734"/>
                </a:lnTo>
                <a:lnTo>
                  <a:pt x="1439845" y="119232"/>
                </a:lnTo>
                <a:lnTo>
                  <a:pt x="1440032" y="118723"/>
                </a:lnTo>
                <a:lnTo>
                  <a:pt x="1440208" y="118207"/>
                </a:lnTo>
                <a:lnTo>
                  <a:pt x="1440375" y="117684"/>
                </a:lnTo>
                <a:lnTo>
                  <a:pt x="1440531" y="117153"/>
                </a:lnTo>
                <a:lnTo>
                  <a:pt x="1440678" y="116615"/>
                </a:lnTo>
                <a:lnTo>
                  <a:pt x="1440814" y="116070"/>
                </a:lnTo>
                <a:lnTo>
                  <a:pt x="1440940" y="115518"/>
                </a:lnTo>
                <a:lnTo>
                  <a:pt x="1441056" y="114958"/>
                </a:lnTo>
                <a:lnTo>
                  <a:pt x="1441162" y="114391"/>
                </a:lnTo>
                <a:lnTo>
                  <a:pt x="1441258" y="113817"/>
                </a:lnTo>
                <a:lnTo>
                  <a:pt x="1441344" y="113236"/>
                </a:lnTo>
                <a:lnTo>
                  <a:pt x="1441420" y="112648"/>
                </a:lnTo>
                <a:lnTo>
                  <a:pt x="1441485" y="112052"/>
                </a:lnTo>
                <a:lnTo>
                  <a:pt x="1441541" y="111449"/>
                </a:lnTo>
                <a:lnTo>
                  <a:pt x="1441586" y="110839"/>
                </a:lnTo>
                <a:lnTo>
                  <a:pt x="1441622" y="110222"/>
                </a:lnTo>
                <a:lnTo>
                  <a:pt x="1441647" y="109597"/>
                </a:lnTo>
                <a:lnTo>
                  <a:pt x="1441662" y="108965"/>
                </a:lnTo>
                <a:lnTo>
                  <a:pt x="1441667" y="108326"/>
                </a:lnTo>
                <a:lnTo>
                  <a:pt x="1441661" y="107588"/>
                </a:lnTo>
                <a:lnTo>
                  <a:pt x="1441641" y="106860"/>
                </a:lnTo>
                <a:lnTo>
                  <a:pt x="1441609" y="106144"/>
                </a:lnTo>
                <a:lnTo>
                  <a:pt x="1441564" y="105439"/>
                </a:lnTo>
                <a:lnTo>
                  <a:pt x="1441507" y="104744"/>
                </a:lnTo>
                <a:lnTo>
                  <a:pt x="1441436" y="104061"/>
                </a:lnTo>
                <a:lnTo>
                  <a:pt x="1441353" y="103389"/>
                </a:lnTo>
                <a:lnTo>
                  <a:pt x="1441256" y="102729"/>
                </a:lnTo>
                <a:lnTo>
                  <a:pt x="1441147" y="102079"/>
                </a:lnTo>
                <a:lnTo>
                  <a:pt x="1441025" y="101440"/>
                </a:lnTo>
                <a:lnTo>
                  <a:pt x="1440891" y="100813"/>
                </a:lnTo>
                <a:lnTo>
                  <a:pt x="1440743" y="100196"/>
                </a:lnTo>
                <a:lnTo>
                  <a:pt x="1440583" y="99591"/>
                </a:lnTo>
                <a:lnTo>
                  <a:pt x="1440410" y="98997"/>
                </a:lnTo>
                <a:lnTo>
                  <a:pt x="1440223" y="98414"/>
                </a:lnTo>
                <a:lnTo>
                  <a:pt x="1440025" y="97842"/>
                </a:lnTo>
                <a:lnTo>
                  <a:pt x="1439813" y="97281"/>
                </a:lnTo>
                <a:lnTo>
                  <a:pt x="1439588" y="96731"/>
                </a:lnTo>
                <a:lnTo>
                  <a:pt x="1439351" y="96192"/>
                </a:lnTo>
                <a:lnTo>
                  <a:pt x="1439101" y="95665"/>
                </a:lnTo>
                <a:lnTo>
                  <a:pt x="1438838" y="95148"/>
                </a:lnTo>
                <a:lnTo>
                  <a:pt x="1438562" y="94643"/>
                </a:lnTo>
                <a:lnTo>
                  <a:pt x="1438273" y="94149"/>
                </a:lnTo>
                <a:lnTo>
                  <a:pt x="1437972" y="93666"/>
                </a:lnTo>
                <a:lnTo>
                  <a:pt x="1437657" y="93191"/>
                </a:lnTo>
                <a:lnTo>
                  <a:pt x="1437331" y="92724"/>
                </a:lnTo>
                <a:lnTo>
                  <a:pt x="1436992" y="92265"/>
                </a:lnTo>
                <a:lnTo>
                  <a:pt x="1436640" y="91812"/>
                </a:lnTo>
                <a:lnTo>
                  <a:pt x="1436276" y="91367"/>
                </a:lnTo>
                <a:lnTo>
                  <a:pt x="1435899" y="90929"/>
                </a:lnTo>
                <a:lnTo>
                  <a:pt x="1435510" y="90498"/>
                </a:lnTo>
                <a:lnTo>
                  <a:pt x="1435109" y="90074"/>
                </a:lnTo>
                <a:lnTo>
                  <a:pt x="1434694" y="89658"/>
                </a:lnTo>
                <a:lnTo>
                  <a:pt x="1434268" y="89249"/>
                </a:lnTo>
                <a:lnTo>
                  <a:pt x="1433829" y="88847"/>
                </a:lnTo>
                <a:lnTo>
                  <a:pt x="1433377" y="88452"/>
                </a:lnTo>
                <a:lnTo>
                  <a:pt x="1432913" y="88065"/>
                </a:lnTo>
                <a:lnTo>
                  <a:pt x="1432437" y="87684"/>
                </a:lnTo>
                <a:lnTo>
                  <a:pt x="1431948" y="87311"/>
                </a:lnTo>
                <a:lnTo>
                  <a:pt x="1431446" y="86946"/>
                </a:lnTo>
                <a:lnTo>
                  <a:pt x="1430932" y="86587"/>
                </a:lnTo>
                <a:lnTo>
                  <a:pt x="1430406" y="86236"/>
                </a:lnTo>
                <a:lnTo>
                  <a:pt x="1429867" y="85892"/>
                </a:lnTo>
                <a:lnTo>
                  <a:pt x="1429315" y="85555"/>
                </a:lnTo>
                <a:lnTo>
                  <a:pt x="1428751" y="85225"/>
                </a:lnTo>
                <a:lnTo>
                  <a:pt x="1428175" y="84903"/>
                </a:lnTo>
                <a:lnTo>
                  <a:pt x="1427586" y="84588"/>
                </a:lnTo>
                <a:lnTo>
                  <a:pt x="1426984" y="84280"/>
                </a:lnTo>
                <a:lnTo>
                  <a:pt x="1426371" y="83977"/>
                </a:lnTo>
                <a:lnTo>
                  <a:pt x="1425745" y="83678"/>
                </a:lnTo>
                <a:lnTo>
                  <a:pt x="1425108" y="83382"/>
                </a:lnTo>
                <a:lnTo>
                  <a:pt x="1424458" y="83090"/>
                </a:lnTo>
                <a:lnTo>
                  <a:pt x="1423796" y="82802"/>
                </a:lnTo>
                <a:lnTo>
                  <a:pt x="1423123" y="82517"/>
                </a:lnTo>
                <a:lnTo>
                  <a:pt x="1422437" y="82235"/>
                </a:lnTo>
                <a:lnTo>
                  <a:pt x="1421740" y="81957"/>
                </a:lnTo>
                <a:lnTo>
                  <a:pt x="1421030" y="81683"/>
                </a:lnTo>
                <a:lnTo>
                  <a:pt x="1420309" y="81412"/>
                </a:lnTo>
                <a:lnTo>
                  <a:pt x="1419576" y="81145"/>
                </a:lnTo>
                <a:lnTo>
                  <a:pt x="1418830" y="80881"/>
                </a:lnTo>
                <a:lnTo>
                  <a:pt x="1418073" y="80620"/>
                </a:lnTo>
                <a:lnTo>
                  <a:pt x="1417304" y="80364"/>
                </a:lnTo>
                <a:lnTo>
                  <a:pt x="1416522" y="80110"/>
                </a:lnTo>
                <a:lnTo>
                  <a:pt x="1415729" y="79860"/>
                </a:lnTo>
                <a:lnTo>
                  <a:pt x="1414924" y="79614"/>
                </a:lnTo>
                <a:lnTo>
                  <a:pt x="1414106" y="79371"/>
                </a:lnTo>
                <a:lnTo>
                  <a:pt x="1413277" y="79132"/>
                </a:lnTo>
                <a:lnTo>
                  <a:pt x="1412436" y="78896"/>
                </a:lnTo>
                <a:lnTo>
                  <a:pt x="1411583" y="78664"/>
                </a:lnTo>
                <a:lnTo>
                  <a:pt x="1410718" y="78435"/>
                </a:lnTo>
                <a:lnTo>
                  <a:pt x="1409841" y="78210"/>
                </a:lnTo>
                <a:lnTo>
                  <a:pt x="1408952" y="77988"/>
                </a:lnTo>
                <a:lnTo>
                  <a:pt x="1408137" y="77786"/>
                </a:lnTo>
                <a:lnTo>
                  <a:pt x="1407337" y="77584"/>
                </a:lnTo>
                <a:lnTo>
                  <a:pt x="1406551" y="77383"/>
                </a:lnTo>
                <a:lnTo>
                  <a:pt x="1405779" y="77184"/>
                </a:lnTo>
                <a:lnTo>
                  <a:pt x="1405021" y="76985"/>
                </a:lnTo>
                <a:lnTo>
                  <a:pt x="1404277" y="76787"/>
                </a:lnTo>
                <a:lnTo>
                  <a:pt x="1403547" y="76589"/>
                </a:lnTo>
                <a:lnTo>
                  <a:pt x="1402831" y="76393"/>
                </a:lnTo>
                <a:lnTo>
                  <a:pt x="1402129" y="76198"/>
                </a:lnTo>
                <a:lnTo>
                  <a:pt x="1401441" y="76003"/>
                </a:lnTo>
                <a:lnTo>
                  <a:pt x="1400767" y="75809"/>
                </a:lnTo>
                <a:lnTo>
                  <a:pt x="1400108" y="75617"/>
                </a:lnTo>
                <a:lnTo>
                  <a:pt x="1399462" y="75425"/>
                </a:lnTo>
                <a:lnTo>
                  <a:pt x="1398830" y="75234"/>
                </a:lnTo>
                <a:lnTo>
                  <a:pt x="1398212" y="75044"/>
                </a:lnTo>
                <a:lnTo>
                  <a:pt x="1397609" y="74854"/>
                </a:lnTo>
                <a:lnTo>
                  <a:pt x="1397019" y="74666"/>
                </a:lnTo>
                <a:lnTo>
                  <a:pt x="1396443" y="74479"/>
                </a:lnTo>
                <a:lnTo>
                  <a:pt x="1395881" y="74292"/>
                </a:lnTo>
                <a:lnTo>
                  <a:pt x="1395334" y="74106"/>
                </a:lnTo>
                <a:lnTo>
                  <a:pt x="1394800" y="73921"/>
                </a:lnTo>
                <a:lnTo>
                  <a:pt x="1394281" y="73738"/>
                </a:lnTo>
                <a:lnTo>
                  <a:pt x="1393775" y="73555"/>
                </a:lnTo>
                <a:lnTo>
                  <a:pt x="1393284" y="73372"/>
                </a:lnTo>
                <a:lnTo>
                  <a:pt x="1392805" y="73190"/>
                </a:lnTo>
                <a:lnTo>
                  <a:pt x="1392338" y="73005"/>
                </a:lnTo>
                <a:lnTo>
                  <a:pt x="1391883" y="72818"/>
                </a:lnTo>
                <a:lnTo>
                  <a:pt x="1391439" y="72629"/>
                </a:lnTo>
                <a:lnTo>
                  <a:pt x="1391007" y="72439"/>
                </a:lnTo>
                <a:lnTo>
                  <a:pt x="1390586" y="72246"/>
                </a:lnTo>
                <a:lnTo>
                  <a:pt x="1390177" y="72051"/>
                </a:lnTo>
                <a:lnTo>
                  <a:pt x="1389780" y="71855"/>
                </a:lnTo>
                <a:lnTo>
                  <a:pt x="1389394" y="71657"/>
                </a:lnTo>
                <a:lnTo>
                  <a:pt x="1389020" y="71456"/>
                </a:lnTo>
                <a:lnTo>
                  <a:pt x="1388658" y="71254"/>
                </a:lnTo>
                <a:lnTo>
                  <a:pt x="1388307" y="71050"/>
                </a:lnTo>
                <a:lnTo>
                  <a:pt x="1387968" y="70844"/>
                </a:lnTo>
                <a:lnTo>
                  <a:pt x="1387641" y="70636"/>
                </a:lnTo>
                <a:lnTo>
                  <a:pt x="1387325" y="70426"/>
                </a:lnTo>
                <a:lnTo>
                  <a:pt x="1387021" y="70214"/>
                </a:lnTo>
                <a:lnTo>
                  <a:pt x="1386728" y="70000"/>
                </a:lnTo>
                <a:lnTo>
                  <a:pt x="1386447" y="69784"/>
                </a:lnTo>
                <a:lnTo>
                  <a:pt x="1386178" y="69566"/>
                </a:lnTo>
                <a:lnTo>
                  <a:pt x="1385921" y="69347"/>
                </a:lnTo>
                <a:lnTo>
                  <a:pt x="1385675" y="69125"/>
                </a:lnTo>
                <a:lnTo>
                  <a:pt x="1385440" y="68901"/>
                </a:lnTo>
                <a:lnTo>
                  <a:pt x="1385217" y="68676"/>
                </a:lnTo>
                <a:lnTo>
                  <a:pt x="1385006" y="68449"/>
                </a:lnTo>
                <a:lnTo>
                  <a:pt x="1384805" y="68218"/>
                </a:lnTo>
                <a:lnTo>
                  <a:pt x="1384613" y="67983"/>
                </a:lnTo>
                <a:lnTo>
                  <a:pt x="1384429" y="67744"/>
                </a:lnTo>
                <a:lnTo>
                  <a:pt x="1384254" y="67501"/>
                </a:lnTo>
                <a:lnTo>
                  <a:pt x="1384087" y="67254"/>
                </a:lnTo>
                <a:lnTo>
                  <a:pt x="1383929" y="67002"/>
                </a:lnTo>
                <a:lnTo>
                  <a:pt x="1383779" y="66746"/>
                </a:lnTo>
                <a:lnTo>
                  <a:pt x="1383638" y="66486"/>
                </a:lnTo>
                <a:lnTo>
                  <a:pt x="1383505" y="66222"/>
                </a:lnTo>
                <a:lnTo>
                  <a:pt x="1383381" y="65953"/>
                </a:lnTo>
                <a:lnTo>
                  <a:pt x="1383266" y="65681"/>
                </a:lnTo>
                <a:lnTo>
                  <a:pt x="1383159" y="65404"/>
                </a:lnTo>
                <a:lnTo>
                  <a:pt x="1383060" y="65123"/>
                </a:lnTo>
                <a:lnTo>
                  <a:pt x="1382970" y="64837"/>
                </a:lnTo>
                <a:lnTo>
                  <a:pt x="1382889" y="64548"/>
                </a:lnTo>
                <a:lnTo>
                  <a:pt x="1382817" y="64254"/>
                </a:lnTo>
                <a:lnTo>
                  <a:pt x="1382752" y="63956"/>
                </a:lnTo>
                <a:lnTo>
                  <a:pt x="1382697" y="63653"/>
                </a:lnTo>
                <a:lnTo>
                  <a:pt x="1382650" y="63347"/>
                </a:lnTo>
                <a:lnTo>
                  <a:pt x="1382611" y="63036"/>
                </a:lnTo>
                <a:lnTo>
                  <a:pt x="1382581" y="62721"/>
                </a:lnTo>
                <a:lnTo>
                  <a:pt x="1382560" y="62402"/>
                </a:lnTo>
                <a:lnTo>
                  <a:pt x="1382547" y="62078"/>
                </a:lnTo>
                <a:lnTo>
                  <a:pt x="1382543" y="61751"/>
                </a:lnTo>
                <a:lnTo>
                  <a:pt x="1382552" y="61167"/>
                </a:lnTo>
                <a:lnTo>
                  <a:pt x="1382581" y="60595"/>
                </a:lnTo>
                <a:lnTo>
                  <a:pt x="1382629" y="60037"/>
                </a:lnTo>
                <a:lnTo>
                  <a:pt x="1382696" y="59492"/>
                </a:lnTo>
                <a:lnTo>
                  <a:pt x="1382782" y="58960"/>
                </a:lnTo>
                <a:lnTo>
                  <a:pt x="1382888" y="58441"/>
                </a:lnTo>
                <a:lnTo>
                  <a:pt x="1383012" y="57935"/>
                </a:lnTo>
                <a:lnTo>
                  <a:pt x="1383156" y="57442"/>
                </a:lnTo>
                <a:lnTo>
                  <a:pt x="1383319" y="56962"/>
                </a:lnTo>
                <a:lnTo>
                  <a:pt x="1383501" y="56495"/>
                </a:lnTo>
                <a:lnTo>
                  <a:pt x="1383702" y="56041"/>
                </a:lnTo>
                <a:lnTo>
                  <a:pt x="1383922" y="55601"/>
                </a:lnTo>
                <a:lnTo>
                  <a:pt x="1384162" y="55173"/>
                </a:lnTo>
                <a:lnTo>
                  <a:pt x="1384421" y="54758"/>
                </a:lnTo>
                <a:lnTo>
                  <a:pt x="1384698" y="54356"/>
                </a:lnTo>
                <a:lnTo>
                  <a:pt x="1384995" y="53968"/>
                </a:lnTo>
                <a:lnTo>
                  <a:pt x="1385312" y="53592"/>
                </a:lnTo>
                <a:lnTo>
                  <a:pt x="1385647" y="53229"/>
                </a:lnTo>
                <a:lnTo>
                  <a:pt x="1386001" y="52880"/>
                </a:lnTo>
                <a:lnTo>
                  <a:pt x="1386375" y="52543"/>
                </a:lnTo>
                <a:lnTo>
                  <a:pt x="1386768" y="52220"/>
                </a:lnTo>
                <a:lnTo>
                  <a:pt x="1387180" y="51909"/>
                </a:lnTo>
                <a:lnTo>
                  <a:pt x="1387611" y="51612"/>
                </a:lnTo>
                <a:lnTo>
                  <a:pt x="1388061" y="51327"/>
                </a:lnTo>
                <a:lnTo>
                  <a:pt x="1388527" y="51055"/>
                </a:lnTo>
                <a:lnTo>
                  <a:pt x="1389004" y="50794"/>
                </a:lnTo>
                <a:lnTo>
                  <a:pt x="1389493" y="50545"/>
                </a:lnTo>
                <a:lnTo>
                  <a:pt x="1389994" y="50307"/>
                </a:lnTo>
                <a:lnTo>
                  <a:pt x="1390506" y="50081"/>
                </a:lnTo>
                <a:lnTo>
                  <a:pt x="1391030" y="49867"/>
                </a:lnTo>
                <a:lnTo>
                  <a:pt x="1391565" y="49664"/>
                </a:lnTo>
                <a:lnTo>
                  <a:pt x="1392112" y="49473"/>
                </a:lnTo>
                <a:lnTo>
                  <a:pt x="1392671" y="49293"/>
                </a:lnTo>
                <a:lnTo>
                  <a:pt x="1393241" y="49125"/>
                </a:lnTo>
                <a:lnTo>
                  <a:pt x="1393823" y="48968"/>
                </a:lnTo>
                <a:lnTo>
                  <a:pt x="1394417" y="48824"/>
                </a:lnTo>
                <a:lnTo>
                  <a:pt x="1395022" y="48690"/>
                </a:lnTo>
                <a:lnTo>
                  <a:pt x="1395639" y="48569"/>
                </a:lnTo>
                <a:lnTo>
                  <a:pt x="1396268" y="48459"/>
                </a:lnTo>
                <a:lnTo>
                  <a:pt x="1396908" y="48360"/>
                </a:lnTo>
                <a:lnTo>
                  <a:pt x="1397560" y="48273"/>
                </a:lnTo>
                <a:lnTo>
                  <a:pt x="1398223" y="48198"/>
                </a:lnTo>
                <a:lnTo>
                  <a:pt x="1398898" y="48134"/>
                </a:lnTo>
                <a:lnTo>
                  <a:pt x="1399585" y="48082"/>
                </a:lnTo>
                <a:lnTo>
                  <a:pt x="1400283" y="48041"/>
                </a:lnTo>
                <a:lnTo>
                  <a:pt x="1400993" y="48012"/>
                </a:lnTo>
                <a:lnTo>
                  <a:pt x="1401715" y="47995"/>
                </a:lnTo>
                <a:lnTo>
                  <a:pt x="1402448" y="47989"/>
                </a:lnTo>
                <a:lnTo>
                  <a:pt x="1403174" y="47997"/>
                </a:lnTo>
                <a:lnTo>
                  <a:pt x="1403891" y="48020"/>
                </a:lnTo>
                <a:lnTo>
                  <a:pt x="1404599" y="48059"/>
                </a:lnTo>
                <a:lnTo>
                  <a:pt x="1405297" y="48113"/>
                </a:lnTo>
                <a:lnTo>
                  <a:pt x="1405987" y="48182"/>
                </a:lnTo>
                <a:lnTo>
                  <a:pt x="1406667" y="48267"/>
                </a:lnTo>
                <a:lnTo>
                  <a:pt x="1407337" y="48367"/>
                </a:lnTo>
                <a:lnTo>
                  <a:pt x="1407999" y="48483"/>
                </a:lnTo>
                <a:lnTo>
                  <a:pt x="1408651" y="48614"/>
                </a:lnTo>
                <a:lnTo>
                  <a:pt x="1409294" y="48761"/>
                </a:lnTo>
                <a:lnTo>
                  <a:pt x="1409928" y="48923"/>
                </a:lnTo>
                <a:lnTo>
                  <a:pt x="1410553" y="49101"/>
                </a:lnTo>
                <a:lnTo>
                  <a:pt x="1411168" y="49294"/>
                </a:lnTo>
                <a:lnTo>
                  <a:pt x="1411774" y="49502"/>
                </a:lnTo>
                <a:lnTo>
                  <a:pt x="1412371" y="49726"/>
                </a:lnTo>
                <a:lnTo>
                  <a:pt x="1412959" y="49965"/>
                </a:lnTo>
                <a:lnTo>
                  <a:pt x="1413537" y="50220"/>
                </a:lnTo>
                <a:lnTo>
                  <a:pt x="1414106" y="50490"/>
                </a:lnTo>
                <a:lnTo>
                  <a:pt x="1414666" y="50776"/>
                </a:lnTo>
                <a:lnTo>
                  <a:pt x="1415217" y="51077"/>
                </a:lnTo>
                <a:lnTo>
                  <a:pt x="1415759" y="51394"/>
                </a:lnTo>
                <a:lnTo>
                  <a:pt x="1416291" y="51725"/>
                </a:lnTo>
                <a:lnTo>
                  <a:pt x="1416814" y="52073"/>
                </a:lnTo>
                <a:lnTo>
                  <a:pt x="1417328" y="52436"/>
                </a:lnTo>
                <a:lnTo>
                  <a:pt x="1417826" y="52817"/>
                </a:lnTo>
                <a:lnTo>
                  <a:pt x="1418303" y="53221"/>
                </a:lnTo>
                <a:lnTo>
                  <a:pt x="1418759" y="53646"/>
                </a:lnTo>
                <a:lnTo>
                  <a:pt x="1419194" y="54093"/>
                </a:lnTo>
                <a:lnTo>
                  <a:pt x="1419608" y="54562"/>
                </a:lnTo>
                <a:lnTo>
                  <a:pt x="1420000" y="55053"/>
                </a:lnTo>
                <a:lnTo>
                  <a:pt x="1420372" y="55566"/>
                </a:lnTo>
                <a:lnTo>
                  <a:pt x="1420722" y="56101"/>
                </a:lnTo>
                <a:lnTo>
                  <a:pt x="1421050" y="56658"/>
                </a:lnTo>
                <a:lnTo>
                  <a:pt x="1421358" y="57237"/>
                </a:lnTo>
                <a:lnTo>
                  <a:pt x="1421644" y="57837"/>
                </a:lnTo>
                <a:lnTo>
                  <a:pt x="1421910" y="58460"/>
                </a:lnTo>
                <a:lnTo>
                  <a:pt x="1422154" y="59104"/>
                </a:lnTo>
                <a:lnTo>
                  <a:pt x="1422376" y="59770"/>
                </a:lnTo>
                <a:lnTo>
                  <a:pt x="1422578" y="60459"/>
                </a:lnTo>
                <a:lnTo>
                  <a:pt x="1422758" y="61169"/>
                </a:lnTo>
                <a:lnTo>
                  <a:pt x="1422917" y="61901"/>
                </a:lnTo>
                <a:lnTo>
                  <a:pt x="1423055" y="62655"/>
                </a:lnTo>
                <a:lnTo>
                  <a:pt x="1423172" y="63431"/>
                </a:lnTo>
                <a:lnTo>
                  <a:pt x="1423267" y="64228"/>
                </a:lnTo>
                <a:lnTo>
                  <a:pt x="1423342" y="65048"/>
                </a:lnTo>
                <a:lnTo>
                  <a:pt x="1423395" y="65890"/>
                </a:lnTo>
                <a:lnTo>
                  <a:pt x="1423426" y="66753"/>
                </a:lnTo>
                <a:lnTo>
                  <a:pt x="1423437" y="67639"/>
                </a:lnTo>
                <a:lnTo>
                  <a:pt x="1439401" y="67639"/>
                </a:lnTo>
                <a:lnTo>
                  <a:pt x="1439395" y="66933"/>
                </a:lnTo>
                <a:lnTo>
                  <a:pt x="1439380" y="66235"/>
                </a:lnTo>
                <a:lnTo>
                  <a:pt x="1439354" y="65546"/>
                </a:lnTo>
                <a:lnTo>
                  <a:pt x="1439318" y="64865"/>
                </a:lnTo>
                <a:lnTo>
                  <a:pt x="1439272" y="64193"/>
                </a:lnTo>
                <a:lnTo>
                  <a:pt x="1439216" y="63529"/>
                </a:lnTo>
                <a:lnTo>
                  <a:pt x="1439149" y="62874"/>
                </a:lnTo>
                <a:lnTo>
                  <a:pt x="1439072" y="62227"/>
                </a:lnTo>
                <a:lnTo>
                  <a:pt x="1438985" y="61588"/>
                </a:lnTo>
                <a:lnTo>
                  <a:pt x="1438887" y="60958"/>
                </a:lnTo>
                <a:lnTo>
                  <a:pt x="1438780" y="60337"/>
                </a:lnTo>
                <a:lnTo>
                  <a:pt x="1438661" y="59724"/>
                </a:lnTo>
                <a:lnTo>
                  <a:pt x="1438533" y="59119"/>
                </a:lnTo>
                <a:lnTo>
                  <a:pt x="1438395" y="58523"/>
                </a:lnTo>
                <a:lnTo>
                  <a:pt x="1438246" y="57935"/>
                </a:lnTo>
                <a:lnTo>
                  <a:pt x="1438087" y="57356"/>
                </a:lnTo>
                <a:lnTo>
                  <a:pt x="1437917" y="56785"/>
                </a:lnTo>
                <a:lnTo>
                  <a:pt x="1437738" y="56223"/>
                </a:lnTo>
                <a:lnTo>
                  <a:pt x="1437548" y="55669"/>
                </a:lnTo>
                <a:lnTo>
                  <a:pt x="1437348" y="55124"/>
                </a:lnTo>
                <a:lnTo>
                  <a:pt x="1437137" y="54587"/>
                </a:lnTo>
                <a:lnTo>
                  <a:pt x="1436916" y="54059"/>
                </a:lnTo>
                <a:lnTo>
                  <a:pt x="1436686" y="53539"/>
                </a:lnTo>
                <a:lnTo>
                  <a:pt x="1436444" y="53027"/>
                </a:lnTo>
                <a:lnTo>
                  <a:pt x="1436194" y="52524"/>
                </a:lnTo>
                <a:lnTo>
                  <a:pt x="1435937" y="52028"/>
                </a:lnTo>
                <a:lnTo>
                  <a:pt x="1435672" y="51540"/>
                </a:lnTo>
                <a:lnTo>
                  <a:pt x="1435400" y="51060"/>
                </a:lnTo>
                <a:lnTo>
                  <a:pt x="1435121" y="50587"/>
                </a:lnTo>
                <a:lnTo>
                  <a:pt x="1434834" y="50123"/>
                </a:lnTo>
                <a:lnTo>
                  <a:pt x="1434540" y="49666"/>
                </a:lnTo>
                <a:lnTo>
                  <a:pt x="1434238" y="49216"/>
                </a:lnTo>
                <a:lnTo>
                  <a:pt x="1433929" y="48775"/>
                </a:lnTo>
                <a:lnTo>
                  <a:pt x="1433613" y="48341"/>
                </a:lnTo>
                <a:lnTo>
                  <a:pt x="1433289" y="47915"/>
                </a:lnTo>
                <a:lnTo>
                  <a:pt x="1432958" y="47497"/>
                </a:lnTo>
                <a:lnTo>
                  <a:pt x="1432620" y="47087"/>
                </a:lnTo>
                <a:lnTo>
                  <a:pt x="1432274" y="46684"/>
                </a:lnTo>
                <a:lnTo>
                  <a:pt x="1431921" y="46289"/>
                </a:lnTo>
                <a:lnTo>
                  <a:pt x="1431561" y="45902"/>
                </a:lnTo>
                <a:lnTo>
                  <a:pt x="1431193" y="45523"/>
                </a:lnTo>
                <a:lnTo>
                  <a:pt x="1430818" y="45151"/>
                </a:lnTo>
                <a:lnTo>
                  <a:pt x="1430436" y="44787"/>
                </a:lnTo>
                <a:lnTo>
                  <a:pt x="1430046" y="44431"/>
                </a:lnTo>
                <a:lnTo>
                  <a:pt x="1429649" y="44082"/>
                </a:lnTo>
                <a:lnTo>
                  <a:pt x="1429244" y="43742"/>
                </a:lnTo>
                <a:lnTo>
                  <a:pt x="1428833" y="43409"/>
                </a:lnTo>
                <a:lnTo>
                  <a:pt x="1428413" y="43084"/>
                </a:lnTo>
                <a:lnTo>
                  <a:pt x="1427988" y="42766"/>
                </a:lnTo>
                <a:lnTo>
                  <a:pt x="1427557" y="42455"/>
                </a:lnTo>
                <a:lnTo>
                  <a:pt x="1427120" y="42151"/>
                </a:lnTo>
                <a:lnTo>
                  <a:pt x="1426678" y="41854"/>
                </a:lnTo>
                <a:lnTo>
                  <a:pt x="1426230" y="41564"/>
                </a:lnTo>
                <a:lnTo>
                  <a:pt x="1425777" y="41281"/>
                </a:lnTo>
                <a:lnTo>
                  <a:pt x="1425319" y="41006"/>
                </a:lnTo>
                <a:lnTo>
                  <a:pt x="1424855" y="40737"/>
                </a:lnTo>
                <a:lnTo>
                  <a:pt x="1424385" y="40476"/>
                </a:lnTo>
                <a:lnTo>
                  <a:pt x="1423911" y="40221"/>
                </a:lnTo>
                <a:lnTo>
                  <a:pt x="1423430" y="39974"/>
                </a:lnTo>
                <a:lnTo>
                  <a:pt x="1422944" y="39733"/>
                </a:lnTo>
                <a:lnTo>
                  <a:pt x="1422453" y="39500"/>
                </a:lnTo>
                <a:lnTo>
                  <a:pt x="1421956" y="39274"/>
                </a:lnTo>
                <a:lnTo>
                  <a:pt x="1421454" y="39054"/>
                </a:lnTo>
                <a:lnTo>
                  <a:pt x="1420946" y="38842"/>
                </a:lnTo>
                <a:lnTo>
                  <a:pt x="1420433" y="38637"/>
                </a:lnTo>
                <a:lnTo>
                  <a:pt x="1419914" y="38439"/>
                </a:lnTo>
                <a:lnTo>
                  <a:pt x="1419390" y="38248"/>
                </a:lnTo>
                <a:lnTo>
                  <a:pt x="1418860" y="38064"/>
                </a:lnTo>
                <a:lnTo>
                  <a:pt x="1418325" y="37887"/>
                </a:lnTo>
                <a:lnTo>
                  <a:pt x="1417785" y="37718"/>
                </a:lnTo>
                <a:lnTo>
                  <a:pt x="1417239" y="37555"/>
                </a:lnTo>
                <a:lnTo>
                  <a:pt x="1416687" y="37399"/>
                </a:lnTo>
                <a:lnTo>
                  <a:pt x="1416131" y="37250"/>
                </a:lnTo>
                <a:lnTo>
                  <a:pt x="1415572" y="37107"/>
                </a:lnTo>
                <a:lnTo>
                  <a:pt x="1415010" y="36971"/>
                </a:lnTo>
                <a:lnTo>
                  <a:pt x="1414444" y="36841"/>
                </a:lnTo>
                <a:lnTo>
                  <a:pt x="1413875" y="36717"/>
                </a:lnTo>
                <a:lnTo>
                  <a:pt x="1413303" y="36600"/>
                </a:lnTo>
                <a:lnTo>
                  <a:pt x="1412727" y="36489"/>
                </a:lnTo>
                <a:lnTo>
                  <a:pt x="1412149" y="36385"/>
                </a:lnTo>
                <a:lnTo>
                  <a:pt x="1411567" y="36286"/>
                </a:lnTo>
                <a:lnTo>
                  <a:pt x="1410982" y="36194"/>
                </a:lnTo>
                <a:lnTo>
                  <a:pt x="1410393" y="36109"/>
                </a:lnTo>
                <a:lnTo>
                  <a:pt x="1409801" y="36030"/>
                </a:lnTo>
                <a:lnTo>
                  <a:pt x="1409207" y="35957"/>
                </a:lnTo>
                <a:lnTo>
                  <a:pt x="1408608" y="35890"/>
                </a:lnTo>
                <a:lnTo>
                  <a:pt x="1408007" y="35830"/>
                </a:lnTo>
                <a:lnTo>
                  <a:pt x="1407402" y="35776"/>
                </a:lnTo>
                <a:lnTo>
                  <a:pt x="1406794" y="35728"/>
                </a:lnTo>
                <a:lnTo>
                  <a:pt x="1406183" y="35687"/>
                </a:lnTo>
                <a:lnTo>
                  <a:pt x="1405569" y="35652"/>
                </a:lnTo>
                <a:lnTo>
                  <a:pt x="1404951" y="35624"/>
                </a:lnTo>
                <a:lnTo>
                  <a:pt x="1404330" y="35602"/>
                </a:lnTo>
                <a:lnTo>
                  <a:pt x="1403706" y="35586"/>
                </a:lnTo>
                <a:lnTo>
                  <a:pt x="1403079" y="35576"/>
                </a:lnTo>
                <a:lnTo>
                  <a:pt x="1402448" y="35573"/>
                </a:lnTo>
                <a:lnTo>
                  <a:pt x="1401809" y="35576"/>
                </a:lnTo>
                <a:lnTo>
                  <a:pt x="1401174" y="35585"/>
                </a:lnTo>
                <a:lnTo>
                  <a:pt x="1400543" y="35599"/>
                </a:lnTo>
                <a:lnTo>
                  <a:pt x="1399916" y="35620"/>
                </a:lnTo>
                <a:lnTo>
                  <a:pt x="1399292" y="35646"/>
                </a:lnTo>
                <a:lnTo>
                  <a:pt x="1398673" y="35678"/>
                </a:lnTo>
                <a:lnTo>
                  <a:pt x="1398057" y="35716"/>
                </a:lnTo>
                <a:lnTo>
                  <a:pt x="1397444" y="35759"/>
                </a:lnTo>
                <a:lnTo>
                  <a:pt x="1396836" y="35809"/>
                </a:lnTo>
                <a:lnTo>
                  <a:pt x="1396231" y="35864"/>
                </a:lnTo>
                <a:lnTo>
                  <a:pt x="1395630" y="35925"/>
                </a:lnTo>
                <a:lnTo>
                  <a:pt x="1395033" y="35992"/>
                </a:lnTo>
                <a:lnTo>
                  <a:pt x="1394439" y="36065"/>
                </a:lnTo>
                <a:lnTo>
                  <a:pt x="1393850" y="36143"/>
                </a:lnTo>
                <a:lnTo>
                  <a:pt x="1393264" y="36227"/>
                </a:lnTo>
                <a:lnTo>
                  <a:pt x="1392682" y="36318"/>
                </a:lnTo>
                <a:lnTo>
                  <a:pt x="1392103" y="36414"/>
                </a:lnTo>
                <a:lnTo>
                  <a:pt x="1391528" y="36515"/>
                </a:lnTo>
                <a:lnTo>
                  <a:pt x="1390958" y="36623"/>
                </a:lnTo>
                <a:lnTo>
                  <a:pt x="1390390" y="36736"/>
                </a:lnTo>
                <a:lnTo>
                  <a:pt x="1389827" y="36856"/>
                </a:lnTo>
                <a:lnTo>
                  <a:pt x="1389267" y="36981"/>
                </a:lnTo>
                <a:lnTo>
                  <a:pt x="1388712" y="37112"/>
                </a:lnTo>
                <a:lnTo>
                  <a:pt x="1388160" y="37248"/>
                </a:lnTo>
                <a:lnTo>
                  <a:pt x="1387612" y="37390"/>
                </a:lnTo>
                <a:lnTo>
                  <a:pt x="1387071" y="37539"/>
                </a:lnTo>
                <a:lnTo>
                  <a:pt x="1386536" y="37692"/>
                </a:lnTo>
                <a:lnTo>
                  <a:pt x="1386007" y="37852"/>
                </a:lnTo>
                <a:lnTo>
                  <a:pt x="1385484" y="38018"/>
                </a:lnTo>
                <a:lnTo>
                  <a:pt x="1384966" y="38189"/>
                </a:lnTo>
                <a:lnTo>
                  <a:pt x="1384455" y="38366"/>
                </a:lnTo>
                <a:lnTo>
                  <a:pt x="1383950" y="38549"/>
                </a:lnTo>
                <a:lnTo>
                  <a:pt x="1383450" y="38738"/>
                </a:lnTo>
                <a:lnTo>
                  <a:pt x="1382957" y="38933"/>
                </a:lnTo>
                <a:lnTo>
                  <a:pt x="1382470" y="39134"/>
                </a:lnTo>
                <a:lnTo>
                  <a:pt x="1381989" y="39340"/>
                </a:lnTo>
                <a:lnTo>
                  <a:pt x="1381513" y="39552"/>
                </a:lnTo>
                <a:lnTo>
                  <a:pt x="1381044" y="39770"/>
                </a:lnTo>
                <a:lnTo>
                  <a:pt x="1380580" y="39994"/>
                </a:lnTo>
                <a:lnTo>
                  <a:pt x="1380123" y="40224"/>
                </a:lnTo>
                <a:lnTo>
                  <a:pt x="1379672" y="40459"/>
                </a:lnTo>
                <a:lnTo>
                  <a:pt x="1379226" y="40700"/>
                </a:lnTo>
                <a:lnTo>
                  <a:pt x="1378787" y="40948"/>
                </a:lnTo>
                <a:lnTo>
                  <a:pt x="1378353" y="41201"/>
                </a:lnTo>
                <a:lnTo>
                  <a:pt x="1377926" y="41459"/>
                </a:lnTo>
                <a:lnTo>
                  <a:pt x="1377505" y="41724"/>
                </a:lnTo>
                <a:lnTo>
                  <a:pt x="1377089" y="41994"/>
                </a:lnTo>
                <a:lnTo>
                  <a:pt x="1376680" y="42271"/>
                </a:lnTo>
                <a:lnTo>
                  <a:pt x="1376277" y="42553"/>
                </a:lnTo>
                <a:lnTo>
                  <a:pt x="1375882" y="42840"/>
                </a:lnTo>
                <a:lnTo>
                  <a:pt x="1375494" y="43134"/>
                </a:lnTo>
                <a:lnTo>
                  <a:pt x="1375114" y="43433"/>
                </a:lnTo>
                <a:lnTo>
                  <a:pt x="1374741" y="43738"/>
                </a:lnTo>
                <a:lnTo>
                  <a:pt x="1374376" y="44049"/>
                </a:lnTo>
                <a:lnTo>
                  <a:pt x="1374019" y="44366"/>
                </a:lnTo>
                <a:lnTo>
                  <a:pt x="1373669" y="44688"/>
                </a:lnTo>
                <a:lnTo>
                  <a:pt x="1373326" y="45017"/>
                </a:lnTo>
                <a:lnTo>
                  <a:pt x="1372991" y="45351"/>
                </a:lnTo>
                <a:lnTo>
                  <a:pt x="1372664" y="45691"/>
                </a:lnTo>
                <a:lnTo>
                  <a:pt x="1372344" y="46037"/>
                </a:lnTo>
                <a:lnTo>
                  <a:pt x="1372032" y="46388"/>
                </a:lnTo>
                <a:lnTo>
                  <a:pt x="1371727" y="46746"/>
                </a:lnTo>
                <a:lnTo>
                  <a:pt x="1371429" y="47109"/>
                </a:lnTo>
                <a:lnTo>
                  <a:pt x="1371140" y="47478"/>
                </a:lnTo>
                <a:lnTo>
                  <a:pt x="1370857" y="47853"/>
                </a:lnTo>
                <a:lnTo>
                  <a:pt x="1370582" y="48234"/>
                </a:lnTo>
                <a:lnTo>
                  <a:pt x="1370315" y="48620"/>
                </a:lnTo>
                <a:lnTo>
                  <a:pt x="1370056" y="49013"/>
                </a:lnTo>
                <a:lnTo>
                  <a:pt x="1369803" y="49411"/>
                </a:lnTo>
                <a:lnTo>
                  <a:pt x="1369559" y="49815"/>
                </a:lnTo>
                <a:lnTo>
                  <a:pt x="1369322" y="50225"/>
                </a:lnTo>
                <a:lnTo>
                  <a:pt x="1369092" y="50640"/>
                </a:lnTo>
                <a:lnTo>
                  <a:pt x="1368871" y="51062"/>
                </a:lnTo>
                <a:lnTo>
                  <a:pt x="1368659" y="51488"/>
                </a:lnTo>
                <a:lnTo>
                  <a:pt x="1368457" y="51921"/>
                </a:lnTo>
                <a:lnTo>
                  <a:pt x="1368264" y="52358"/>
                </a:lnTo>
                <a:lnTo>
                  <a:pt x="1368081" y="52801"/>
                </a:lnTo>
                <a:lnTo>
                  <a:pt x="1367907" y="53250"/>
                </a:lnTo>
                <a:lnTo>
                  <a:pt x="1367742" y="53704"/>
                </a:lnTo>
                <a:lnTo>
                  <a:pt x="1367587" y="54164"/>
                </a:lnTo>
                <a:lnTo>
                  <a:pt x="1367441" y="54629"/>
                </a:lnTo>
                <a:lnTo>
                  <a:pt x="1367304" y="55099"/>
                </a:lnTo>
                <a:lnTo>
                  <a:pt x="1367177" y="55575"/>
                </a:lnTo>
                <a:lnTo>
                  <a:pt x="1367060" y="56056"/>
                </a:lnTo>
                <a:lnTo>
                  <a:pt x="1366951" y="56543"/>
                </a:lnTo>
                <a:lnTo>
                  <a:pt x="1366853" y="57035"/>
                </a:lnTo>
                <a:lnTo>
                  <a:pt x="1366763" y="57533"/>
                </a:lnTo>
                <a:lnTo>
                  <a:pt x="1366683" y="58036"/>
                </a:lnTo>
                <a:lnTo>
                  <a:pt x="1366613" y="58545"/>
                </a:lnTo>
                <a:lnTo>
                  <a:pt x="1366552" y="59059"/>
                </a:lnTo>
                <a:lnTo>
                  <a:pt x="1366500" y="59579"/>
                </a:lnTo>
                <a:lnTo>
                  <a:pt x="1366457" y="60104"/>
                </a:lnTo>
                <a:lnTo>
                  <a:pt x="1366425" y="60635"/>
                </a:lnTo>
                <a:lnTo>
                  <a:pt x="1366401" y="61171"/>
                </a:lnTo>
                <a:lnTo>
                  <a:pt x="1366387" y="61712"/>
                </a:lnTo>
                <a:lnTo>
                  <a:pt x="1366382" y="62259"/>
                </a:lnTo>
                <a:lnTo>
                  <a:pt x="1366389" y="62956"/>
                </a:lnTo>
                <a:lnTo>
                  <a:pt x="1366409" y="63643"/>
                </a:lnTo>
                <a:lnTo>
                  <a:pt x="1366442" y="64319"/>
                </a:lnTo>
                <a:lnTo>
                  <a:pt x="1366489" y="64986"/>
                </a:lnTo>
                <a:lnTo>
                  <a:pt x="1366549" y="65643"/>
                </a:lnTo>
                <a:lnTo>
                  <a:pt x="1366622" y="66289"/>
                </a:lnTo>
                <a:lnTo>
                  <a:pt x="1366709" y="66926"/>
                </a:lnTo>
                <a:lnTo>
                  <a:pt x="1366809" y="67552"/>
                </a:lnTo>
                <a:lnTo>
                  <a:pt x="1366923" y="68169"/>
                </a:lnTo>
                <a:lnTo>
                  <a:pt x="1367049" y="68775"/>
                </a:lnTo>
                <a:lnTo>
                  <a:pt x="1367190" y="69372"/>
                </a:lnTo>
                <a:lnTo>
                  <a:pt x="1367343" y="69958"/>
                </a:lnTo>
                <a:lnTo>
                  <a:pt x="1367510" y="70535"/>
                </a:lnTo>
                <a:lnTo>
                  <a:pt x="1367690" y="71101"/>
                </a:lnTo>
                <a:lnTo>
                  <a:pt x="1367883" y="71657"/>
                </a:lnTo>
                <a:lnTo>
                  <a:pt x="1368090" y="72203"/>
                </a:lnTo>
                <a:lnTo>
                  <a:pt x="1368310" y="72739"/>
                </a:lnTo>
                <a:lnTo>
                  <a:pt x="1368544" y="73266"/>
                </a:lnTo>
                <a:lnTo>
                  <a:pt x="1368791" y="73782"/>
                </a:lnTo>
                <a:lnTo>
                  <a:pt x="1369051" y="74288"/>
                </a:lnTo>
                <a:lnTo>
                  <a:pt x="1369325" y="74784"/>
                </a:lnTo>
                <a:lnTo>
                  <a:pt x="1369611" y="75270"/>
                </a:lnTo>
                <a:lnTo>
                  <a:pt x="1369912" y="75746"/>
                </a:lnTo>
                <a:lnTo>
                  <a:pt x="1370225" y="76212"/>
                </a:lnTo>
                <a:lnTo>
                  <a:pt x="1370552" y="76669"/>
                </a:lnTo>
                <a:lnTo>
                  <a:pt x="1370892" y="77120"/>
                </a:lnTo>
                <a:lnTo>
                  <a:pt x="1371246" y="77564"/>
                </a:lnTo>
                <a:lnTo>
                  <a:pt x="1371613" y="78002"/>
                </a:lnTo>
                <a:lnTo>
                  <a:pt x="1371993" y="78432"/>
                </a:lnTo>
                <a:lnTo>
                  <a:pt x="1372387" y="78856"/>
                </a:lnTo>
                <a:lnTo>
                  <a:pt x="1372794" y="79274"/>
                </a:lnTo>
                <a:lnTo>
                  <a:pt x="1373214" y="79684"/>
                </a:lnTo>
                <a:lnTo>
                  <a:pt x="1373648" y="80088"/>
                </a:lnTo>
                <a:lnTo>
                  <a:pt x="1374095" y="80486"/>
                </a:lnTo>
                <a:lnTo>
                  <a:pt x="1374555" y="80876"/>
                </a:lnTo>
                <a:lnTo>
                  <a:pt x="1375029" y="81260"/>
                </a:lnTo>
                <a:lnTo>
                  <a:pt x="1375516" y="81637"/>
                </a:lnTo>
                <a:lnTo>
                  <a:pt x="1376017" y="82008"/>
                </a:lnTo>
                <a:lnTo>
                  <a:pt x="1376530" y="82372"/>
                </a:lnTo>
                <a:lnTo>
                  <a:pt x="1377057" y="82729"/>
                </a:lnTo>
                <a:lnTo>
                  <a:pt x="1377598" y="83079"/>
                </a:lnTo>
                <a:lnTo>
                  <a:pt x="1378152" y="83423"/>
                </a:lnTo>
                <a:lnTo>
                  <a:pt x="1378719" y="83760"/>
                </a:lnTo>
                <a:lnTo>
                  <a:pt x="1379299" y="84091"/>
                </a:lnTo>
                <a:lnTo>
                  <a:pt x="1379893" y="84414"/>
                </a:lnTo>
                <a:lnTo>
                  <a:pt x="1380500" y="84731"/>
                </a:lnTo>
                <a:lnTo>
                  <a:pt x="1381121" y="85041"/>
                </a:lnTo>
                <a:lnTo>
                  <a:pt x="1381754" y="85345"/>
                </a:lnTo>
                <a:lnTo>
                  <a:pt x="1382401" y="85644"/>
                </a:lnTo>
                <a:lnTo>
                  <a:pt x="1383060" y="85939"/>
                </a:lnTo>
                <a:lnTo>
                  <a:pt x="1383731" y="86232"/>
                </a:lnTo>
                <a:lnTo>
                  <a:pt x="1384415" y="86521"/>
                </a:lnTo>
                <a:lnTo>
                  <a:pt x="1385111" y="86808"/>
                </a:lnTo>
                <a:lnTo>
                  <a:pt x="1385819" y="87091"/>
                </a:lnTo>
                <a:lnTo>
                  <a:pt x="1386540" y="87372"/>
                </a:lnTo>
                <a:lnTo>
                  <a:pt x="1387273" y="87649"/>
                </a:lnTo>
                <a:lnTo>
                  <a:pt x="1388018" y="87924"/>
                </a:lnTo>
                <a:lnTo>
                  <a:pt x="1388775" y="88196"/>
                </a:lnTo>
                <a:lnTo>
                  <a:pt x="1389545" y="88464"/>
                </a:lnTo>
                <a:lnTo>
                  <a:pt x="1390327" y="88730"/>
                </a:lnTo>
                <a:lnTo>
                  <a:pt x="1391122" y="88993"/>
                </a:lnTo>
                <a:lnTo>
                  <a:pt x="1391929" y="89252"/>
                </a:lnTo>
                <a:lnTo>
                  <a:pt x="1392748" y="89509"/>
                </a:lnTo>
                <a:lnTo>
                  <a:pt x="1393579" y="89763"/>
                </a:lnTo>
                <a:lnTo>
                  <a:pt x="1394423" y="90014"/>
                </a:lnTo>
                <a:lnTo>
                  <a:pt x="1395279" y="90261"/>
                </a:lnTo>
                <a:lnTo>
                  <a:pt x="1396148" y="90506"/>
                </a:lnTo>
                <a:lnTo>
                  <a:pt x="1397028" y="90748"/>
                </a:lnTo>
                <a:lnTo>
                  <a:pt x="1397921" y="90987"/>
                </a:lnTo>
                <a:lnTo>
                  <a:pt x="1398827" y="91223"/>
                </a:lnTo>
                <a:lnTo>
                  <a:pt x="1399744" y="91456"/>
                </a:lnTo>
                <a:lnTo>
                  <a:pt x="1400674" y="91686"/>
                </a:lnTo>
                <a:lnTo>
                  <a:pt x="1401809" y="91965"/>
                </a:lnTo>
                <a:lnTo>
                  <a:pt x="1402916" y="92245"/>
                </a:lnTo>
                <a:lnTo>
                  <a:pt x="1403993" y="92526"/>
                </a:lnTo>
                <a:lnTo>
                  <a:pt x="1405041" y="92807"/>
                </a:lnTo>
                <a:lnTo>
                  <a:pt x="1406061" y="93089"/>
                </a:lnTo>
                <a:lnTo>
                  <a:pt x="1407052" y="93372"/>
                </a:lnTo>
                <a:lnTo>
                  <a:pt x="1408013" y="93656"/>
                </a:lnTo>
                <a:lnTo>
                  <a:pt x="1408946" y="93940"/>
                </a:lnTo>
                <a:lnTo>
                  <a:pt x="1409850" y="94225"/>
                </a:lnTo>
                <a:lnTo>
                  <a:pt x="1410725" y="94511"/>
                </a:lnTo>
                <a:lnTo>
                  <a:pt x="1411571" y="94797"/>
                </a:lnTo>
                <a:lnTo>
                  <a:pt x="1412388" y="95084"/>
                </a:lnTo>
                <a:lnTo>
                  <a:pt x="1413176" y="95372"/>
                </a:lnTo>
                <a:lnTo>
                  <a:pt x="1413936" y="95661"/>
                </a:lnTo>
                <a:lnTo>
                  <a:pt x="1414666" y="95950"/>
                </a:lnTo>
                <a:lnTo>
                  <a:pt x="1415368" y="96240"/>
                </a:lnTo>
                <a:lnTo>
                  <a:pt x="1416040" y="96531"/>
                </a:lnTo>
                <a:lnTo>
                  <a:pt x="1416684" y="96823"/>
                </a:lnTo>
                <a:lnTo>
                  <a:pt x="1417299" y="97115"/>
                </a:lnTo>
                <a:lnTo>
                  <a:pt x="1417885" y="97408"/>
                </a:lnTo>
                <a:lnTo>
                  <a:pt x="1418441" y="97701"/>
                </a:lnTo>
                <a:lnTo>
                  <a:pt x="1418970" y="97996"/>
                </a:lnTo>
                <a:lnTo>
                  <a:pt x="1419469" y="98291"/>
                </a:lnTo>
                <a:lnTo>
                  <a:pt x="1419939" y="98586"/>
                </a:lnTo>
                <a:lnTo>
                  <a:pt x="1420385" y="98889"/>
                </a:lnTo>
                <a:lnTo>
                  <a:pt x="1420812" y="99204"/>
                </a:lnTo>
                <a:lnTo>
                  <a:pt x="1421221" y="99533"/>
                </a:lnTo>
                <a:lnTo>
                  <a:pt x="1421610" y="99874"/>
                </a:lnTo>
                <a:lnTo>
                  <a:pt x="1421980" y="100229"/>
                </a:lnTo>
                <a:lnTo>
                  <a:pt x="1422332" y="100596"/>
                </a:lnTo>
                <a:lnTo>
                  <a:pt x="1422664" y="100977"/>
                </a:lnTo>
                <a:lnTo>
                  <a:pt x="1422977" y="101371"/>
                </a:lnTo>
                <a:lnTo>
                  <a:pt x="1423271" y="101778"/>
                </a:lnTo>
                <a:lnTo>
                  <a:pt x="1423547" y="102197"/>
                </a:lnTo>
                <a:lnTo>
                  <a:pt x="1423803" y="102630"/>
                </a:lnTo>
                <a:lnTo>
                  <a:pt x="1424041" y="103076"/>
                </a:lnTo>
                <a:lnTo>
                  <a:pt x="1424259" y="103535"/>
                </a:lnTo>
                <a:lnTo>
                  <a:pt x="1424458" y="104007"/>
                </a:lnTo>
                <a:lnTo>
                  <a:pt x="1424639" y="104492"/>
                </a:lnTo>
                <a:lnTo>
                  <a:pt x="1424800" y="104990"/>
                </a:lnTo>
                <a:lnTo>
                  <a:pt x="1424943" y="105501"/>
                </a:lnTo>
                <a:lnTo>
                  <a:pt x="1425066" y="106025"/>
                </a:lnTo>
                <a:lnTo>
                  <a:pt x="1425170" y="106563"/>
                </a:lnTo>
                <a:lnTo>
                  <a:pt x="1425256" y="107113"/>
                </a:lnTo>
                <a:lnTo>
                  <a:pt x="1425322" y="107676"/>
                </a:lnTo>
                <a:lnTo>
                  <a:pt x="1425370" y="108253"/>
                </a:lnTo>
                <a:lnTo>
                  <a:pt x="1425398" y="108842"/>
                </a:lnTo>
                <a:lnTo>
                  <a:pt x="1425408" y="109444"/>
                </a:lnTo>
                <a:lnTo>
                  <a:pt x="1425397" y="110162"/>
                </a:lnTo>
                <a:lnTo>
                  <a:pt x="1425366" y="110863"/>
                </a:lnTo>
                <a:lnTo>
                  <a:pt x="1425313" y="111547"/>
                </a:lnTo>
                <a:lnTo>
                  <a:pt x="1425239" y="112213"/>
                </a:lnTo>
                <a:lnTo>
                  <a:pt x="1425145" y="112863"/>
                </a:lnTo>
                <a:lnTo>
                  <a:pt x="1425029" y="113495"/>
                </a:lnTo>
                <a:lnTo>
                  <a:pt x="1424892" y="114110"/>
                </a:lnTo>
                <a:lnTo>
                  <a:pt x="1424734" y="114708"/>
                </a:lnTo>
                <a:lnTo>
                  <a:pt x="1424556" y="115289"/>
                </a:lnTo>
                <a:lnTo>
                  <a:pt x="1424356" y="115853"/>
                </a:lnTo>
                <a:lnTo>
                  <a:pt x="1424135" y="116400"/>
                </a:lnTo>
                <a:lnTo>
                  <a:pt x="1423893" y="116930"/>
                </a:lnTo>
                <a:lnTo>
                  <a:pt x="1423630" y="117442"/>
                </a:lnTo>
                <a:lnTo>
                  <a:pt x="1423346" y="117937"/>
                </a:lnTo>
                <a:lnTo>
                  <a:pt x="1423041" y="118416"/>
                </a:lnTo>
                <a:lnTo>
                  <a:pt x="1422714" y="118877"/>
                </a:lnTo>
                <a:lnTo>
                  <a:pt x="1422367" y="119321"/>
                </a:lnTo>
                <a:lnTo>
                  <a:pt x="1421999" y="119748"/>
                </a:lnTo>
                <a:lnTo>
                  <a:pt x="1421610" y="120158"/>
                </a:lnTo>
                <a:lnTo>
                  <a:pt x="1421199" y="120550"/>
                </a:lnTo>
                <a:lnTo>
                  <a:pt x="1420768" y="120926"/>
                </a:lnTo>
                <a:lnTo>
                  <a:pt x="1420316" y="121284"/>
                </a:lnTo>
                <a:lnTo>
                  <a:pt x="1419842" y="121625"/>
                </a:lnTo>
                <a:lnTo>
                  <a:pt x="1419348" y="121950"/>
                </a:lnTo>
                <a:lnTo>
                  <a:pt x="1418837" y="122259"/>
                </a:lnTo>
                <a:lnTo>
                  <a:pt x="1418315" y="122555"/>
                </a:lnTo>
                <a:lnTo>
                  <a:pt x="1417781" y="122837"/>
                </a:lnTo>
                <a:lnTo>
                  <a:pt x="1417236" y="123107"/>
                </a:lnTo>
                <a:lnTo>
                  <a:pt x="1416679" y="123363"/>
                </a:lnTo>
                <a:lnTo>
                  <a:pt x="1416111" y="123607"/>
                </a:lnTo>
                <a:lnTo>
                  <a:pt x="1415532" y="123837"/>
                </a:lnTo>
                <a:lnTo>
                  <a:pt x="1414941" y="124054"/>
                </a:lnTo>
                <a:lnTo>
                  <a:pt x="1414338" y="124258"/>
                </a:lnTo>
                <a:lnTo>
                  <a:pt x="1413724" y="124448"/>
                </a:lnTo>
                <a:lnTo>
                  <a:pt x="1413099" y="124626"/>
                </a:lnTo>
                <a:lnTo>
                  <a:pt x="1412462" y="124790"/>
                </a:lnTo>
                <a:lnTo>
                  <a:pt x="1411814" y="124942"/>
                </a:lnTo>
                <a:lnTo>
                  <a:pt x="1411154" y="125080"/>
                </a:lnTo>
                <a:lnTo>
                  <a:pt x="1410483" y="125205"/>
                </a:lnTo>
                <a:lnTo>
                  <a:pt x="1409800" y="125316"/>
                </a:lnTo>
                <a:lnTo>
                  <a:pt x="1409106" y="125415"/>
                </a:lnTo>
                <a:lnTo>
                  <a:pt x="1408400" y="125501"/>
                </a:lnTo>
                <a:lnTo>
                  <a:pt x="1407683" y="125573"/>
                </a:lnTo>
                <a:lnTo>
                  <a:pt x="1406955" y="125632"/>
                </a:lnTo>
                <a:lnTo>
                  <a:pt x="1406215" y="125678"/>
                </a:lnTo>
                <a:lnTo>
                  <a:pt x="1405463" y="125711"/>
                </a:lnTo>
                <a:lnTo>
                  <a:pt x="1404700" y="125731"/>
                </a:lnTo>
                <a:lnTo>
                  <a:pt x="1403926" y="125737"/>
                </a:lnTo>
                <a:lnTo>
                  <a:pt x="1403062" y="125729"/>
                </a:lnTo>
                <a:lnTo>
                  <a:pt x="1402209" y="125704"/>
                </a:lnTo>
                <a:lnTo>
                  <a:pt x="1401369" y="125662"/>
                </a:lnTo>
                <a:lnTo>
                  <a:pt x="1400541" y="125604"/>
                </a:lnTo>
                <a:lnTo>
                  <a:pt x="1399726" y="125529"/>
                </a:lnTo>
                <a:lnTo>
                  <a:pt x="1398922" y="125437"/>
                </a:lnTo>
                <a:lnTo>
                  <a:pt x="1398131" y="125329"/>
                </a:lnTo>
                <a:lnTo>
                  <a:pt x="1397351" y="125204"/>
                </a:lnTo>
                <a:lnTo>
                  <a:pt x="1396584" y="125062"/>
                </a:lnTo>
                <a:lnTo>
                  <a:pt x="1395829" y="124904"/>
                </a:lnTo>
                <a:lnTo>
                  <a:pt x="1395086" y="124729"/>
                </a:lnTo>
                <a:lnTo>
                  <a:pt x="1394355" y="124537"/>
                </a:lnTo>
                <a:lnTo>
                  <a:pt x="1393637" y="124329"/>
                </a:lnTo>
                <a:lnTo>
                  <a:pt x="1392930" y="124104"/>
                </a:lnTo>
                <a:lnTo>
                  <a:pt x="1392236" y="123862"/>
                </a:lnTo>
                <a:lnTo>
                  <a:pt x="1391554" y="123604"/>
                </a:lnTo>
                <a:lnTo>
                  <a:pt x="1390884" y="123329"/>
                </a:lnTo>
                <a:lnTo>
                  <a:pt x="1390226" y="123037"/>
                </a:lnTo>
                <a:lnTo>
                  <a:pt x="1389580" y="122729"/>
                </a:lnTo>
                <a:lnTo>
                  <a:pt x="1388947" y="122403"/>
                </a:lnTo>
                <a:lnTo>
                  <a:pt x="1388325" y="122062"/>
                </a:lnTo>
                <a:lnTo>
                  <a:pt x="1387716" y="121703"/>
                </a:lnTo>
                <a:lnTo>
                  <a:pt x="1387119" y="121328"/>
                </a:lnTo>
                <a:lnTo>
                  <a:pt x="1386534" y="120937"/>
                </a:lnTo>
                <a:lnTo>
                  <a:pt x="1385967" y="120524"/>
                </a:lnTo>
                <a:lnTo>
                  <a:pt x="1385424" y="120088"/>
                </a:lnTo>
                <a:lnTo>
                  <a:pt x="1384905" y="119628"/>
                </a:lnTo>
                <a:lnTo>
                  <a:pt x="1384411" y="119143"/>
                </a:lnTo>
                <a:lnTo>
                  <a:pt x="1383941" y="118634"/>
                </a:lnTo>
                <a:lnTo>
                  <a:pt x="1383494" y="118101"/>
                </a:lnTo>
                <a:lnTo>
                  <a:pt x="1383072" y="117544"/>
                </a:lnTo>
                <a:lnTo>
                  <a:pt x="1382674" y="116962"/>
                </a:lnTo>
                <a:lnTo>
                  <a:pt x="1382300" y="116356"/>
                </a:lnTo>
                <a:lnTo>
                  <a:pt x="1381951" y="115727"/>
                </a:lnTo>
                <a:lnTo>
                  <a:pt x="1381625" y="115073"/>
                </a:lnTo>
                <a:lnTo>
                  <a:pt x="1381323" y="114394"/>
                </a:lnTo>
                <a:lnTo>
                  <a:pt x="1381046" y="113692"/>
                </a:lnTo>
                <a:lnTo>
                  <a:pt x="1380793" y="112965"/>
                </a:lnTo>
                <a:lnTo>
                  <a:pt x="1380564" y="112215"/>
                </a:lnTo>
                <a:lnTo>
                  <a:pt x="1380358" y="111440"/>
                </a:lnTo>
                <a:lnTo>
                  <a:pt x="1380178" y="110641"/>
                </a:lnTo>
                <a:lnTo>
                  <a:pt x="1380021" y="109817"/>
                </a:lnTo>
                <a:lnTo>
                  <a:pt x="1379888" y="108970"/>
                </a:lnTo>
                <a:lnTo>
                  <a:pt x="1379780" y="108098"/>
                </a:lnTo>
                <a:lnTo>
                  <a:pt x="1379695" y="107202"/>
                </a:lnTo>
                <a:lnTo>
                  <a:pt x="1379635" y="106282"/>
                </a:lnTo>
                <a:lnTo>
                  <a:pt x="1379599" y="105338"/>
                </a:lnTo>
                <a:lnTo>
                  <a:pt x="1379587" y="104369"/>
                </a:lnTo>
                <a:lnTo>
                  <a:pt x="1363722" y="104369"/>
                </a:lnTo>
                <a:lnTo>
                  <a:pt x="1363727" y="105126"/>
                </a:lnTo>
                <a:lnTo>
                  <a:pt x="1363743" y="105873"/>
                </a:lnTo>
                <a:lnTo>
                  <a:pt x="1363770" y="106611"/>
                </a:lnTo>
                <a:lnTo>
                  <a:pt x="1363808" y="107339"/>
                </a:lnTo>
                <a:lnTo>
                  <a:pt x="1363856" y="108058"/>
                </a:lnTo>
                <a:lnTo>
                  <a:pt x="1363916" y="108768"/>
                </a:lnTo>
                <a:lnTo>
                  <a:pt x="1363986" y="109469"/>
                </a:lnTo>
                <a:lnTo>
                  <a:pt x="1364067" y="110160"/>
                </a:lnTo>
                <a:lnTo>
                  <a:pt x="1364158" y="110842"/>
                </a:lnTo>
                <a:lnTo>
                  <a:pt x="1364261" y="111514"/>
                </a:lnTo>
                <a:lnTo>
                  <a:pt x="1364374" y="112177"/>
                </a:lnTo>
                <a:lnTo>
                  <a:pt x="1364498" y="112831"/>
                </a:lnTo>
                <a:lnTo>
                  <a:pt x="1364632" y="113475"/>
                </a:lnTo>
                <a:lnTo>
                  <a:pt x="1364778" y="114110"/>
                </a:lnTo>
                <a:lnTo>
                  <a:pt x="1364934" y="114736"/>
                </a:lnTo>
                <a:lnTo>
                  <a:pt x="1365101" y="115353"/>
                </a:lnTo>
                <a:lnTo>
                  <a:pt x="1365279" y="115960"/>
                </a:lnTo>
                <a:lnTo>
                  <a:pt x="1365468" y="116557"/>
                </a:lnTo>
                <a:lnTo>
                  <a:pt x="1365667" y="117146"/>
                </a:lnTo>
                <a:lnTo>
                  <a:pt x="1365877" y="117725"/>
                </a:lnTo>
                <a:lnTo>
                  <a:pt x="1366098" y="118295"/>
                </a:lnTo>
                <a:lnTo>
                  <a:pt x="1366330" y="118855"/>
                </a:lnTo>
                <a:lnTo>
                  <a:pt x="1366572" y="119406"/>
                </a:lnTo>
                <a:lnTo>
                  <a:pt x="1366826" y="119948"/>
                </a:lnTo>
                <a:lnTo>
                  <a:pt x="1367089" y="120481"/>
                </a:lnTo>
                <a:lnTo>
                  <a:pt x="1367360" y="121005"/>
                </a:lnTo>
                <a:lnTo>
                  <a:pt x="1367639" y="121520"/>
                </a:lnTo>
                <a:lnTo>
                  <a:pt x="1367927" y="122026"/>
                </a:lnTo>
                <a:lnTo>
                  <a:pt x="1368224" y="122524"/>
                </a:lnTo>
                <a:lnTo>
                  <a:pt x="1368529" y="123014"/>
                </a:lnTo>
                <a:lnTo>
                  <a:pt x="1368842" y="123495"/>
                </a:lnTo>
                <a:lnTo>
                  <a:pt x="1369163" y="123967"/>
                </a:lnTo>
                <a:lnTo>
                  <a:pt x="1369493" y="124430"/>
                </a:lnTo>
                <a:lnTo>
                  <a:pt x="1369831" y="124885"/>
                </a:lnTo>
                <a:lnTo>
                  <a:pt x="1370178" y="125331"/>
                </a:lnTo>
                <a:lnTo>
                  <a:pt x="1370533" y="125769"/>
                </a:lnTo>
                <a:lnTo>
                  <a:pt x="1370897" y="126198"/>
                </a:lnTo>
                <a:lnTo>
                  <a:pt x="1371269" y="126618"/>
                </a:lnTo>
                <a:lnTo>
                  <a:pt x="1371649" y="127030"/>
                </a:lnTo>
                <a:lnTo>
                  <a:pt x="1372037" y="127433"/>
                </a:lnTo>
                <a:lnTo>
                  <a:pt x="1372434" y="127827"/>
                </a:lnTo>
                <a:lnTo>
                  <a:pt x="1372840" y="128213"/>
                </a:lnTo>
                <a:lnTo>
                  <a:pt x="1373253" y="128591"/>
                </a:lnTo>
                <a:lnTo>
                  <a:pt x="1373676" y="128959"/>
                </a:lnTo>
                <a:lnTo>
                  <a:pt x="1374106" y="129319"/>
                </a:lnTo>
                <a:lnTo>
                  <a:pt x="1374545" y="129670"/>
                </a:lnTo>
                <a:lnTo>
                  <a:pt x="1374992" y="130013"/>
                </a:lnTo>
                <a:lnTo>
                  <a:pt x="1375448" y="130347"/>
                </a:lnTo>
                <a:lnTo>
                  <a:pt x="1375911" y="130673"/>
                </a:lnTo>
                <a:lnTo>
                  <a:pt x="1376380" y="130992"/>
                </a:lnTo>
                <a:lnTo>
                  <a:pt x="1376854" y="131303"/>
                </a:lnTo>
                <a:lnTo>
                  <a:pt x="1377335" y="131607"/>
                </a:lnTo>
                <a:lnTo>
                  <a:pt x="1377822" y="131903"/>
                </a:lnTo>
                <a:lnTo>
                  <a:pt x="1378315" y="132192"/>
                </a:lnTo>
                <a:lnTo>
                  <a:pt x="1378814" y="132474"/>
                </a:lnTo>
                <a:lnTo>
                  <a:pt x="1379318" y="132748"/>
                </a:lnTo>
                <a:lnTo>
                  <a:pt x="1379829" y="133015"/>
                </a:lnTo>
                <a:lnTo>
                  <a:pt x="1380346" y="133275"/>
                </a:lnTo>
                <a:lnTo>
                  <a:pt x="1380869" y="133527"/>
                </a:lnTo>
                <a:lnTo>
                  <a:pt x="1381397" y="133771"/>
                </a:lnTo>
                <a:lnTo>
                  <a:pt x="1381932" y="134009"/>
                </a:lnTo>
                <a:lnTo>
                  <a:pt x="1382473" y="134239"/>
                </a:lnTo>
                <a:lnTo>
                  <a:pt x="1383019" y="134461"/>
                </a:lnTo>
                <a:lnTo>
                  <a:pt x="1383572" y="134676"/>
                </a:lnTo>
                <a:lnTo>
                  <a:pt x="1384131" y="134884"/>
                </a:lnTo>
                <a:lnTo>
                  <a:pt x="1384695" y="135084"/>
                </a:lnTo>
                <a:lnTo>
                  <a:pt x="1385266" y="135277"/>
                </a:lnTo>
                <a:lnTo>
                  <a:pt x="1385843" y="135462"/>
                </a:lnTo>
                <a:lnTo>
                  <a:pt x="1386425" y="135640"/>
                </a:lnTo>
                <a:lnTo>
                  <a:pt x="1387014" y="135811"/>
                </a:lnTo>
                <a:lnTo>
                  <a:pt x="1387608" y="135974"/>
                </a:lnTo>
                <a:lnTo>
                  <a:pt x="1388209" y="136130"/>
                </a:lnTo>
                <a:lnTo>
                  <a:pt x="1388814" y="136279"/>
                </a:lnTo>
                <a:lnTo>
                  <a:pt x="1389422" y="136422"/>
                </a:lnTo>
                <a:lnTo>
                  <a:pt x="1390033" y="136558"/>
                </a:lnTo>
                <a:lnTo>
                  <a:pt x="1390646" y="136688"/>
                </a:lnTo>
                <a:lnTo>
                  <a:pt x="1391263" y="136812"/>
                </a:lnTo>
                <a:lnTo>
                  <a:pt x="1391883" y="136929"/>
                </a:lnTo>
                <a:lnTo>
                  <a:pt x="1392505" y="137040"/>
                </a:lnTo>
                <a:lnTo>
                  <a:pt x="1393130" y="137145"/>
                </a:lnTo>
                <a:lnTo>
                  <a:pt x="1393759" y="137243"/>
                </a:lnTo>
                <a:lnTo>
                  <a:pt x="1394390" y="137335"/>
                </a:lnTo>
                <a:lnTo>
                  <a:pt x="1395024" y="137421"/>
                </a:lnTo>
                <a:lnTo>
                  <a:pt x="1395661" y="137500"/>
                </a:lnTo>
                <a:lnTo>
                  <a:pt x="1396301" y="137573"/>
                </a:lnTo>
                <a:lnTo>
                  <a:pt x="1396944" y="137639"/>
                </a:lnTo>
                <a:lnTo>
                  <a:pt x="1397589" y="137700"/>
                </a:lnTo>
                <a:lnTo>
                  <a:pt x="1398238" y="137753"/>
                </a:lnTo>
                <a:lnTo>
                  <a:pt x="1398890" y="137801"/>
                </a:lnTo>
                <a:lnTo>
                  <a:pt x="1399544" y="137842"/>
                </a:lnTo>
                <a:lnTo>
                  <a:pt x="1400201" y="137877"/>
                </a:lnTo>
                <a:lnTo>
                  <a:pt x="1400862" y="137906"/>
                </a:lnTo>
                <a:lnTo>
                  <a:pt x="1401525" y="137928"/>
                </a:lnTo>
                <a:lnTo>
                  <a:pt x="1402191" y="137944"/>
                </a:lnTo>
                <a:lnTo>
                  <a:pt x="1402860" y="137953"/>
                </a:lnTo>
                <a:lnTo>
                  <a:pt x="1403532" y="137956"/>
                </a:lnTo>
                <a:lnTo>
                  <a:pt x="1404203" y="137953"/>
                </a:lnTo>
                <a:lnTo>
                  <a:pt x="1404871" y="137944"/>
                </a:lnTo>
                <a:lnTo>
                  <a:pt x="1405534" y="137929"/>
                </a:lnTo>
                <a:lnTo>
                  <a:pt x="1406194" y="137908"/>
                </a:lnTo>
                <a:lnTo>
                  <a:pt x="1406849" y="137881"/>
                </a:lnTo>
                <a:close/>
                <a:moveTo>
                  <a:pt x="1509002" y="137778"/>
                </a:moveTo>
                <a:lnTo>
                  <a:pt x="1509950" y="137699"/>
                </a:lnTo>
                <a:lnTo>
                  <a:pt x="1510886" y="137606"/>
                </a:lnTo>
                <a:lnTo>
                  <a:pt x="1511812" y="137499"/>
                </a:lnTo>
                <a:lnTo>
                  <a:pt x="1512726" y="137378"/>
                </a:lnTo>
                <a:lnTo>
                  <a:pt x="1513629" y="137242"/>
                </a:lnTo>
                <a:lnTo>
                  <a:pt x="1514520" y="137092"/>
                </a:lnTo>
                <a:lnTo>
                  <a:pt x="1515400" y="136928"/>
                </a:lnTo>
                <a:lnTo>
                  <a:pt x="1516269" y="136749"/>
                </a:lnTo>
                <a:lnTo>
                  <a:pt x="1517127" y="136556"/>
                </a:lnTo>
                <a:lnTo>
                  <a:pt x="1517973" y="136349"/>
                </a:lnTo>
                <a:lnTo>
                  <a:pt x="1518808" y="136128"/>
                </a:lnTo>
                <a:lnTo>
                  <a:pt x="1519632" y="135892"/>
                </a:lnTo>
                <a:lnTo>
                  <a:pt x="1520444" y="135642"/>
                </a:lnTo>
                <a:lnTo>
                  <a:pt x="1521245" y="135378"/>
                </a:lnTo>
                <a:lnTo>
                  <a:pt x="1522035" y="135099"/>
                </a:lnTo>
                <a:lnTo>
                  <a:pt x="1522814" y="134806"/>
                </a:lnTo>
                <a:lnTo>
                  <a:pt x="1523581" y="134499"/>
                </a:lnTo>
                <a:lnTo>
                  <a:pt x="1524337" y="134178"/>
                </a:lnTo>
                <a:lnTo>
                  <a:pt x="1525082" y="133842"/>
                </a:lnTo>
                <a:lnTo>
                  <a:pt x="1525814" y="133493"/>
                </a:lnTo>
                <a:lnTo>
                  <a:pt x="1526532" y="133132"/>
                </a:lnTo>
                <a:lnTo>
                  <a:pt x="1527237" y="132759"/>
                </a:lnTo>
                <a:lnTo>
                  <a:pt x="1527928" y="132374"/>
                </a:lnTo>
                <a:lnTo>
                  <a:pt x="1528606" y="131977"/>
                </a:lnTo>
                <a:lnTo>
                  <a:pt x="1529270" y="131568"/>
                </a:lnTo>
                <a:lnTo>
                  <a:pt x="1529920" y="131147"/>
                </a:lnTo>
                <a:lnTo>
                  <a:pt x="1530556" y="130714"/>
                </a:lnTo>
                <a:lnTo>
                  <a:pt x="1531179" y="130269"/>
                </a:lnTo>
                <a:lnTo>
                  <a:pt x="1531788" y="129811"/>
                </a:lnTo>
                <a:lnTo>
                  <a:pt x="1532383" y="129342"/>
                </a:lnTo>
                <a:lnTo>
                  <a:pt x="1532965" y="128861"/>
                </a:lnTo>
                <a:lnTo>
                  <a:pt x="1533533" y="128368"/>
                </a:lnTo>
                <a:lnTo>
                  <a:pt x="1534087" y="127863"/>
                </a:lnTo>
                <a:lnTo>
                  <a:pt x="1534628" y="127346"/>
                </a:lnTo>
                <a:lnTo>
                  <a:pt x="1535155" y="126817"/>
                </a:lnTo>
                <a:lnTo>
                  <a:pt x="1535668" y="126276"/>
                </a:lnTo>
                <a:lnTo>
                  <a:pt x="1536168" y="125723"/>
                </a:lnTo>
                <a:lnTo>
                  <a:pt x="1536653" y="125158"/>
                </a:lnTo>
                <a:lnTo>
                  <a:pt x="1537126" y="124581"/>
                </a:lnTo>
                <a:lnTo>
                  <a:pt x="1537584" y="123992"/>
                </a:lnTo>
                <a:lnTo>
                  <a:pt x="1538029" y="123391"/>
                </a:lnTo>
                <a:lnTo>
                  <a:pt x="1538460" y="122778"/>
                </a:lnTo>
                <a:lnTo>
                  <a:pt x="1538877" y="122153"/>
                </a:lnTo>
                <a:lnTo>
                  <a:pt x="1539280" y="121517"/>
                </a:lnTo>
                <a:lnTo>
                  <a:pt x="1539666" y="120871"/>
                </a:lnTo>
                <a:lnTo>
                  <a:pt x="1540037" y="120215"/>
                </a:lnTo>
                <a:lnTo>
                  <a:pt x="1540391" y="119548"/>
                </a:lnTo>
                <a:lnTo>
                  <a:pt x="1540729" y="118872"/>
                </a:lnTo>
                <a:lnTo>
                  <a:pt x="1541051" y="118186"/>
                </a:lnTo>
                <a:lnTo>
                  <a:pt x="1541357" y="117490"/>
                </a:lnTo>
                <a:lnTo>
                  <a:pt x="1541647" y="116783"/>
                </a:lnTo>
                <a:lnTo>
                  <a:pt x="1541921" y="116067"/>
                </a:lnTo>
                <a:lnTo>
                  <a:pt x="1542179" y="115340"/>
                </a:lnTo>
                <a:lnTo>
                  <a:pt x="1542421" y="114604"/>
                </a:lnTo>
                <a:lnTo>
                  <a:pt x="1542647" y="113857"/>
                </a:lnTo>
                <a:lnTo>
                  <a:pt x="1542856" y="113100"/>
                </a:lnTo>
                <a:lnTo>
                  <a:pt x="1543050" y="112334"/>
                </a:lnTo>
                <a:lnTo>
                  <a:pt x="1543227" y="111557"/>
                </a:lnTo>
                <a:lnTo>
                  <a:pt x="1543388" y="110770"/>
                </a:lnTo>
                <a:lnTo>
                  <a:pt x="1543534" y="109973"/>
                </a:lnTo>
                <a:lnTo>
                  <a:pt x="1543663" y="109166"/>
                </a:lnTo>
                <a:lnTo>
                  <a:pt x="1543776" y="108349"/>
                </a:lnTo>
                <a:lnTo>
                  <a:pt x="1543873" y="107522"/>
                </a:lnTo>
                <a:lnTo>
                  <a:pt x="1543954" y="106685"/>
                </a:lnTo>
                <a:lnTo>
                  <a:pt x="1544019" y="105838"/>
                </a:lnTo>
                <a:lnTo>
                  <a:pt x="1544067" y="104981"/>
                </a:lnTo>
                <a:lnTo>
                  <a:pt x="1544100" y="104114"/>
                </a:lnTo>
                <a:lnTo>
                  <a:pt x="1527841" y="104114"/>
                </a:lnTo>
                <a:lnTo>
                  <a:pt x="1527806" y="104960"/>
                </a:lnTo>
                <a:lnTo>
                  <a:pt x="1527751" y="105790"/>
                </a:lnTo>
                <a:lnTo>
                  <a:pt x="1527675" y="106602"/>
                </a:lnTo>
                <a:lnTo>
                  <a:pt x="1527578" y="107398"/>
                </a:lnTo>
                <a:lnTo>
                  <a:pt x="1527461" y="108178"/>
                </a:lnTo>
                <a:lnTo>
                  <a:pt x="1527324" y="108940"/>
                </a:lnTo>
                <a:lnTo>
                  <a:pt x="1527165" y="109686"/>
                </a:lnTo>
                <a:lnTo>
                  <a:pt x="1526987" y="110415"/>
                </a:lnTo>
                <a:lnTo>
                  <a:pt x="1526788" y="111127"/>
                </a:lnTo>
                <a:lnTo>
                  <a:pt x="1526568" y="111823"/>
                </a:lnTo>
                <a:lnTo>
                  <a:pt x="1526328" y="112502"/>
                </a:lnTo>
                <a:lnTo>
                  <a:pt x="1526067" y="113164"/>
                </a:lnTo>
                <a:lnTo>
                  <a:pt x="1525786" y="113810"/>
                </a:lnTo>
                <a:lnTo>
                  <a:pt x="1525484" y="114438"/>
                </a:lnTo>
                <a:lnTo>
                  <a:pt x="1525162" y="115051"/>
                </a:lnTo>
                <a:lnTo>
                  <a:pt x="1524819" y="115646"/>
                </a:lnTo>
                <a:lnTo>
                  <a:pt x="1524456" y="116224"/>
                </a:lnTo>
                <a:lnTo>
                  <a:pt x="1524072" y="116786"/>
                </a:lnTo>
                <a:lnTo>
                  <a:pt x="1523667" y="117331"/>
                </a:lnTo>
                <a:lnTo>
                  <a:pt x="1523242" y="117860"/>
                </a:lnTo>
                <a:lnTo>
                  <a:pt x="1522797" y="118372"/>
                </a:lnTo>
                <a:lnTo>
                  <a:pt x="1522331" y="118867"/>
                </a:lnTo>
                <a:lnTo>
                  <a:pt x="1521844" y="119345"/>
                </a:lnTo>
                <a:lnTo>
                  <a:pt x="1521337" y="119806"/>
                </a:lnTo>
                <a:lnTo>
                  <a:pt x="1520812" y="120250"/>
                </a:lnTo>
                <a:lnTo>
                  <a:pt x="1520269" y="120675"/>
                </a:lnTo>
                <a:lnTo>
                  <a:pt x="1519710" y="121081"/>
                </a:lnTo>
                <a:lnTo>
                  <a:pt x="1519134" y="121468"/>
                </a:lnTo>
                <a:lnTo>
                  <a:pt x="1518541" y="121836"/>
                </a:lnTo>
                <a:lnTo>
                  <a:pt x="1517931" y="122186"/>
                </a:lnTo>
                <a:lnTo>
                  <a:pt x="1517305" y="122516"/>
                </a:lnTo>
                <a:lnTo>
                  <a:pt x="1516662" y="122828"/>
                </a:lnTo>
                <a:lnTo>
                  <a:pt x="1516002" y="123120"/>
                </a:lnTo>
                <a:lnTo>
                  <a:pt x="1515326" y="123394"/>
                </a:lnTo>
                <a:lnTo>
                  <a:pt x="1514632" y="123649"/>
                </a:lnTo>
                <a:lnTo>
                  <a:pt x="1513922" y="123885"/>
                </a:lnTo>
                <a:lnTo>
                  <a:pt x="1513195" y="124102"/>
                </a:lnTo>
                <a:lnTo>
                  <a:pt x="1512452" y="124300"/>
                </a:lnTo>
                <a:lnTo>
                  <a:pt x="1511691" y="124480"/>
                </a:lnTo>
                <a:lnTo>
                  <a:pt x="1510914" y="124640"/>
                </a:lnTo>
                <a:lnTo>
                  <a:pt x="1510120" y="124782"/>
                </a:lnTo>
                <a:lnTo>
                  <a:pt x="1509309" y="124905"/>
                </a:lnTo>
                <a:lnTo>
                  <a:pt x="1508482" y="125009"/>
                </a:lnTo>
                <a:lnTo>
                  <a:pt x="1507637" y="125094"/>
                </a:lnTo>
                <a:lnTo>
                  <a:pt x="1506776" y="125160"/>
                </a:lnTo>
                <a:lnTo>
                  <a:pt x="1505899" y="125207"/>
                </a:lnTo>
                <a:lnTo>
                  <a:pt x="1505004" y="125235"/>
                </a:lnTo>
                <a:lnTo>
                  <a:pt x="1504093" y="125245"/>
                </a:lnTo>
                <a:lnTo>
                  <a:pt x="1503237" y="125236"/>
                </a:lnTo>
                <a:lnTo>
                  <a:pt x="1502396" y="125210"/>
                </a:lnTo>
                <a:lnTo>
                  <a:pt x="1501569" y="125168"/>
                </a:lnTo>
                <a:lnTo>
                  <a:pt x="1500756" y="125108"/>
                </a:lnTo>
                <a:lnTo>
                  <a:pt x="1499957" y="125031"/>
                </a:lnTo>
                <a:lnTo>
                  <a:pt x="1499172" y="124936"/>
                </a:lnTo>
                <a:lnTo>
                  <a:pt x="1498401" y="124825"/>
                </a:lnTo>
                <a:lnTo>
                  <a:pt x="1497644" y="124696"/>
                </a:lnTo>
                <a:lnTo>
                  <a:pt x="1496901" y="124551"/>
                </a:lnTo>
                <a:lnTo>
                  <a:pt x="1496172" y="124388"/>
                </a:lnTo>
                <a:lnTo>
                  <a:pt x="1495457" y="124208"/>
                </a:lnTo>
                <a:lnTo>
                  <a:pt x="1494756" y="124011"/>
                </a:lnTo>
                <a:lnTo>
                  <a:pt x="1494069" y="123797"/>
                </a:lnTo>
                <a:lnTo>
                  <a:pt x="1493396" y="123566"/>
                </a:lnTo>
                <a:lnTo>
                  <a:pt x="1492737" y="123318"/>
                </a:lnTo>
                <a:lnTo>
                  <a:pt x="1492093" y="123052"/>
                </a:lnTo>
                <a:lnTo>
                  <a:pt x="1491462" y="122769"/>
                </a:lnTo>
                <a:lnTo>
                  <a:pt x="1490845" y="122470"/>
                </a:lnTo>
                <a:lnTo>
                  <a:pt x="1490242" y="122153"/>
                </a:lnTo>
                <a:lnTo>
                  <a:pt x="1489654" y="121819"/>
                </a:lnTo>
                <a:lnTo>
                  <a:pt x="1489079" y="121468"/>
                </a:lnTo>
                <a:lnTo>
                  <a:pt x="1488519" y="121099"/>
                </a:lnTo>
                <a:lnTo>
                  <a:pt x="1487972" y="120714"/>
                </a:lnTo>
                <a:lnTo>
                  <a:pt x="1487439" y="120311"/>
                </a:lnTo>
                <a:lnTo>
                  <a:pt x="1486920" y="119895"/>
                </a:lnTo>
                <a:lnTo>
                  <a:pt x="1486412" y="119467"/>
                </a:lnTo>
                <a:lnTo>
                  <a:pt x="1485916" y="119028"/>
                </a:lnTo>
                <a:lnTo>
                  <a:pt x="1485432" y="118577"/>
                </a:lnTo>
                <a:lnTo>
                  <a:pt x="1484959" y="118115"/>
                </a:lnTo>
                <a:lnTo>
                  <a:pt x="1484499" y="117643"/>
                </a:lnTo>
                <a:lnTo>
                  <a:pt x="1484050" y="117158"/>
                </a:lnTo>
                <a:lnTo>
                  <a:pt x="1483613" y="116663"/>
                </a:lnTo>
                <a:lnTo>
                  <a:pt x="1483188" y="116156"/>
                </a:lnTo>
                <a:lnTo>
                  <a:pt x="1482774" y="115639"/>
                </a:lnTo>
                <a:lnTo>
                  <a:pt x="1482373" y="115110"/>
                </a:lnTo>
                <a:lnTo>
                  <a:pt x="1481983" y="114569"/>
                </a:lnTo>
                <a:lnTo>
                  <a:pt x="1481605" y="114018"/>
                </a:lnTo>
                <a:lnTo>
                  <a:pt x="1481239" y="113455"/>
                </a:lnTo>
                <a:lnTo>
                  <a:pt x="1480884" y="112881"/>
                </a:lnTo>
                <a:lnTo>
                  <a:pt x="1480542" y="112295"/>
                </a:lnTo>
                <a:lnTo>
                  <a:pt x="1480211" y="111699"/>
                </a:lnTo>
                <a:lnTo>
                  <a:pt x="1479892" y="111091"/>
                </a:lnTo>
                <a:lnTo>
                  <a:pt x="1479585" y="110472"/>
                </a:lnTo>
                <a:lnTo>
                  <a:pt x="1479289" y="109842"/>
                </a:lnTo>
                <a:lnTo>
                  <a:pt x="1479006" y="109201"/>
                </a:lnTo>
                <a:lnTo>
                  <a:pt x="1478734" y="108548"/>
                </a:lnTo>
                <a:lnTo>
                  <a:pt x="1478474" y="107884"/>
                </a:lnTo>
                <a:lnTo>
                  <a:pt x="1478226" y="107209"/>
                </a:lnTo>
                <a:lnTo>
                  <a:pt x="1477989" y="106525"/>
                </a:lnTo>
                <a:lnTo>
                  <a:pt x="1477761" y="105836"/>
                </a:lnTo>
                <a:lnTo>
                  <a:pt x="1477543" y="105141"/>
                </a:lnTo>
                <a:lnTo>
                  <a:pt x="1477335" y="104441"/>
                </a:lnTo>
                <a:lnTo>
                  <a:pt x="1477137" y="103736"/>
                </a:lnTo>
                <a:lnTo>
                  <a:pt x="1476948" y="103024"/>
                </a:lnTo>
                <a:lnTo>
                  <a:pt x="1476769" y="102308"/>
                </a:lnTo>
                <a:lnTo>
                  <a:pt x="1476600" y="101585"/>
                </a:lnTo>
                <a:lnTo>
                  <a:pt x="1476441" y="100858"/>
                </a:lnTo>
                <a:lnTo>
                  <a:pt x="1476291" y="100124"/>
                </a:lnTo>
                <a:lnTo>
                  <a:pt x="1476151" y="99385"/>
                </a:lnTo>
                <a:lnTo>
                  <a:pt x="1476021" y="98641"/>
                </a:lnTo>
                <a:lnTo>
                  <a:pt x="1475901" y="97891"/>
                </a:lnTo>
                <a:lnTo>
                  <a:pt x="1475790" y="97136"/>
                </a:lnTo>
                <a:lnTo>
                  <a:pt x="1475689" y="96375"/>
                </a:lnTo>
                <a:lnTo>
                  <a:pt x="1475598" y="95608"/>
                </a:lnTo>
                <a:lnTo>
                  <a:pt x="1475517" y="94836"/>
                </a:lnTo>
                <a:lnTo>
                  <a:pt x="1475445" y="94059"/>
                </a:lnTo>
                <a:lnTo>
                  <a:pt x="1475383" y="93276"/>
                </a:lnTo>
                <a:lnTo>
                  <a:pt x="1475331" y="92487"/>
                </a:lnTo>
                <a:lnTo>
                  <a:pt x="1475289" y="91693"/>
                </a:lnTo>
                <a:lnTo>
                  <a:pt x="1475256" y="90893"/>
                </a:lnTo>
                <a:lnTo>
                  <a:pt x="1475233" y="90088"/>
                </a:lnTo>
                <a:lnTo>
                  <a:pt x="1475220" y="89277"/>
                </a:lnTo>
                <a:lnTo>
                  <a:pt x="1543607" y="89277"/>
                </a:lnTo>
                <a:lnTo>
                  <a:pt x="1543624" y="89199"/>
                </a:lnTo>
                <a:lnTo>
                  <a:pt x="1543639" y="89117"/>
                </a:lnTo>
                <a:lnTo>
                  <a:pt x="1543655" y="89031"/>
                </a:lnTo>
                <a:lnTo>
                  <a:pt x="1543670" y="88941"/>
                </a:lnTo>
                <a:lnTo>
                  <a:pt x="1543685" y="88847"/>
                </a:lnTo>
                <a:lnTo>
                  <a:pt x="1543700" y="88749"/>
                </a:lnTo>
                <a:lnTo>
                  <a:pt x="1543714" y="88647"/>
                </a:lnTo>
                <a:lnTo>
                  <a:pt x="1543728" y="88540"/>
                </a:lnTo>
                <a:lnTo>
                  <a:pt x="1543741" y="88430"/>
                </a:lnTo>
                <a:lnTo>
                  <a:pt x="1543754" y="88316"/>
                </a:lnTo>
                <a:lnTo>
                  <a:pt x="1543767" y="88197"/>
                </a:lnTo>
                <a:lnTo>
                  <a:pt x="1543780" y="88075"/>
                </a:lnTo>
                <a:lnTo>
                  <a:pt x="1543792" y="87948"/>
                </a:lnTo>
                <a:lnTo>
                  <a:pt x="1543804" y="87818"/>
                </a:lnTo>
                <a:lnTo>
                  <a:pt x="1543815" y="87683"/>
                </a:lnTo>
                <a:lnTo>
                  <a:pt x="1543826" y="87545"/>
                </a:lnTo>
                <a:lnTo>
                  <a:pt x="1543837" y="87402"/>
                </a:lnTo>
                <a:lnTo>
                  <a:pt x="1543848" y="87255"/>
                </a:lnTo>
                <a:lnTo>
                  <a:pt x="1543858" y="87105"/>
                </a:lnTo>
                <a:lnTo>
                  <a:pt x="1543867" y="86950"/>
                </a:lnTo>
                <a:lnTo>
                  <a:pt x="1543877" y="86791"/>
                </a:lnTo>
                <a:lnTo>
                  <a:pt x="1543886" y="86628"/>
                </a:lnTo>
                <a:lnTo>
                  <a:pt x="1543895" y="86461"/>
                </a:lnTo>
                <a:lnTo>
                  <a:pt x="1543903" y="86290"/>
                </a:lnTo>
                <a:lnTo>
                  <a:pt x="1543911" y="86118"/>
                </a:lnTo>
                <a:lnTo>
                  <a:pt x="1543919" y="85948"/>
                </a:lnTo>
                <a:lnTo>
                  <a:pt x="1543926" y="85780"/>
                </a:lnTo>
                <a:lnTo>
                  <a:pt x="1543933" y="85613"/>
                </a:lnTo>
                <a:lnTo>
                  <a:pt x="1543940" y="85449"/>
                </a:lnTo>
                <a:lnTo>
                  <a:pt x="1543946" y="85286"/>
                </a:lnTo>
                <a:lnTo>
                  <a:pt x="1543952" y="85125"/>
                </a:lnTo>
                <a:lnTo>
                  <a:pt x="1543958" y="84967"/>
                </a:lnTo>
                <a:lnTo>
                  <a:pt x="1543963" y="84810"/>
                </a:lnTo>
                <a:lnTo>
                  <a:pt x="1543968" y="84655"/>
                </a:lnTo>
                <a:lnTo>
                  <a:pt x="1543973" y="84502"/>
                </a:lnTo>
                <a:lnTo>
                  <a:pt x="1543977" y="84351"/>
                </a:lnTo>
                <a:lnTo>
                  <a:pt x="1543981" y="84202"/>
                </a:lnTo>
                <a:lnTo>
                  <a:pt x="1543984" y="84055"/>
                </a:lnTo>
                <a:lnTo>
                  <a:pt x="1543988" y="83910"/>
                </a:lnTo>
                <a:lnTo>
                  <a:pt x="1543991" y="83767"/>
                </a:lnTo>
                <a:lnTo>
                  <a:pt x="1543993" y="83625"/>
                </a:lnTo>
                <a:lnTo>
                  <a:pt x="1543995" y="83486"/>
                </a:lnTo>
                <a:lnTo>
                  <a:pt x="1543997" y="83349"/>
                </a:lnTo>
                <a:lnTo>
                  <a:pt x="1543999" y="83213"/>
                </a:lnTo>
                <a:lnTo>
                  <a:pt x="1544000" y="83080"/>
                </a:lnTo>
                <a:lnTo>
                  <a:pt x="1544001" y="82948"/>
                </a:lnTo>
                <a:lnTo>
                  <a:pt x="1544001" y="82818"/>
                </a:lnTo>
                <a:lnTo>
                  <a:pt x="1544001" y="82691"/>
                </a:lnTo>
                <a:lnTo>
                  <a:pt x="1543982" y="80809"/>
                </a:lnTo>
                <a:lnTo>
                  <a:pt x="1543924" y="78965"/>
                </a:lnTo>
                <a:lnTo>
                  <a:pt x="1543827" y="77157"/>
                </a:lnTo>
                <a:lnTo>
                  <a:pt x="1543692" y="75386"/>
                </a:lnTo>
                <a:lnTo>
                  <a:pt x="1543518" y="73653"/>
                </a:lnTo>
                <a:lnTo>
                  <a:pt x="1543306" y="71956"/>
                </a:lnTo>
                <a:lnTo>
                  <a:pt x="1543054" y="70296"/>
                </a:lnTo>
                <a:lnTo>
                  <a:pt x="1542764" y="68673"/>
                </a:lnTo>
                <a:lnTo>
                  <a:pt x="1542436" y="67087"/>
                </a:lnTo>
                <a:lnTo>
                  <a:pt x="1542068" y="65538"/>
                </a:lnTo>
                <a:lnTo>
                  <a:pt x="1541662" y="64027"/>
                </a:lnTo>
                <a:lnTo>
                  <a:pt x="1541218" y="62551"/>
                </a:lnTo>
                <a:lnTo>
                  <a:pt x="1540734" y="61113"/>
                </a:lnTo>
                <a:lnTo>
                  <a:pt x="1540212" y="59712"/>
                </a:lnTo>
                <a:lnTo>
                  <a:pt x="1539652" y="58348"/>
                </a:lnTo>
                <a:lnTo>
                  <a:pt x="1539053" y="57021"/>
                </a:lnTo>
                <a:lnTo>
                  <a:pt x="1538415" y="55731"/>
                </a:lnTo>
                <a:lnTo>
                  <a:pt x="1537738" y="54477"/>
                </a:lnTo>
                <a:lnTo>
                  <a:pt x="1537023" y="53261"/>
                </a:lnTo>
                <a:lnTo>
                  <a:pt x="1536269" y="52082"/>
                </a:lnTo>
                <a:lnTo>
                  <a:pt x="1535476" y="50939"/>
                </a:lnTo>
                <a:lnTo>
                  <a:pt x="1534645" y="49834"/>
                </a:lnTo>
                <a:lnTo>
                  <a:pt x="1533775" y="48765"/>
                </a:lnTo>
                <a:lnTo>
                  <a:pt x="1532866" y="47733"/>
                </a:lnTo>
                <a:lnTo>
                  <a:pt x="1531924" y="46741"/>
                </a:lnTo>
                <a:lnTo>
                  <a:pt x="1530952" y="45791"/>
                </a:lnTo>
                <a:lnTo>
                  <a:pt x="1529950" y="44883"/>
                </a:lnTo>
                <a:lnTo>
                  <a:pt x="1528919" y="44018"/>
                </a:lnTo>
                <a:lnTo>
                  <a:pt x="1527859" y="43194"/>
                </a:lnTo>
                <a:lnTo>
                  <a:pt x="1526769" y="42413"/>
                </a:lnTo>
                <a:lnTo>
                  <a:pt x="1525650" y="41674"/>
                </a:lnTo>
                <a:lnTo>
                  <a:pt x="1524501" y="40978"/>
                </a:lnTo>
                <a:lnTo>
                  <a:pt x="1523323" y="40323"/>
                </a:lnTo>
                <a:lnTo>
                  <a:pt x="1522116" y="39711"/>
                </a:lnTo>
                <a:lnTo>
                  <a:pt x="1520879" y="39141"/>
                </a:lnTo>
                <a:lnTo>
                  <a:pt x="1519613" y="38613"/>
                </a:lnTo>
                <a:lnTo>
                  <a:pt x="1518317" y="38128"/>
                </a:lnTo>
                <a:lnTo>
                  <a:pt x="1516992" y="37684"/>
                </a:lnTo>
                <a:lnTo>
                  <a:pt x="1515637" y="37283"/>
                </a:lnTo>
                <a:lnTo>
                  <a:pt x="1514253" y="36924"/>
                </a:lnTo>
                <a:lnTo>
                  <a:pt x="1512840" y="36608"/>
                </a:lnTo>
                <a:lnTo>
                  <a:pt x="1511397" y="36333"/>
                </a:lnTo>
                <a:lnTo>
                  <a:pt x="1509925" y="36101"/>
                </a:lnTo>
                <a:lnTo>
                  <a:pt x="1508423" y="35911"/>
                </a:lnTo>
                <a:lnTo>
                  <a:pt x="1506892" y="35763"/>
                </a:lnTo>
                <a:lnTo>
                  <a:pt x="1505331" y="35657"/>
                </a:lnTo>
                <a:lnTo>
                  <a:pt x="1503741" y="35594"/>
                </a:lnTo>
                <a:lnTo>
                  <a:pt x="1502122" y="35573"/>
                </a:lnTo>
                <a:lnTo>
                  <a:pt x="1500899" y="35584"/>
                </a:lnTo>
                <a:lnTo>
                  <a:pt x="1499694" y="35618"/>
                </a:lnTo>
                <a:lnTo>
                  <a:pt x="1498507" y="35674"/>
                </a:lnTo>
                <a:lnTo>
                  <a:pt x="1497339" y="35753"/>
                </a:lnTo>
                <a:lnTo>
                  <a:pt x="1496188" y="35855"/>
                </a:lnTo>
                <a:lnTo>
                  <a:pt x="1495055" y="35979"/>
                </a:lnTo>
                <a:lnTo>
                  <a:pt x="1493940" y="36125"/>
                </a:lnTo>
                <a:lnTo>
                  <a:pt x="1492843" y="36295"/>
                </a:lnTo>
                <a:lnTo>
                  <a:pt x="1491764" y="36486"/>
                </a:lnTo>
                <a:lnTo>
                  <a:pt x="1490703" y="36701"/>
                </a:lnTo>
                <a:lnTo>
                  <a:pt x="1489659" y="36937"/>
                </a:lnTo>
                <a:lnTo>
                  <a:pt x="1488634" y="37197"/>
                </a:lnTo>
                <a:lnTo>
                  <a:pt x="1487627" y="37478"/>
                </a:lnTo>
                <a:lnTo>
                  <a:pt x="1486638" y="37783"/>
                </a:lnTo>
                <a:lnTo>
                  <a:pt x="1485666" y="38110"/>
                </a:lnTo>
                <a:lnTo>
                  <a:pt x="1484713" y="38459"/>
                </a:lnTo>
                <a:lnTo>
                  <a:pt x="1483778" y="38832"/>
                </a:lnTo>
                <a:lnTo>
                  <a:pt x="1482860" y="39226"/>
                </a:lnTo>
                <a:lnTo>
                  <a:pt x="1481961" y="39643"/>
                </a:lnTo>
                <a:lnTo>
                  <a:pt x="1481079" y="40083"/>
                </a:lnTo>
                <a:lnTo>
                  <a:pt x="1480216" y="40545"/>
                </a:lnTo>
                <a:lnTo>
                  <a:pt x="1479370" y="41030"/>
                </a:lnTo>
                <a:lnTo>
                  <a:pt x="1478543" y="41538"/>
                </a:lnTo>
                <a:lnTo>
                  <a:pt x="1477733" y="42067"/>
                </a:lnTo>
                <a:lnTo>
                  <a:pt x="1476941" y="42617"/>
                </a:lnTo>
                <a:lnTo>
                  <a:pt x="1476166" y="43185"/>
                </a:lnTo>
                <a:lnTo>
                  <a:pt x="1475408" y="43770"/>
                </a:lnTo>
                <a:lnTo>
                  <a:pt x="1474667" y="44372"/>
                </a:lnTo>
                <a:lnTo>
                  <a:pt x="1473944" y="44991"/>
                </a:lnTo>
                <a:lnTo>
                  <a:pt x="1473237" y="45629"/>
                </a:lnTo>
                <a:lnTo>
                  <a:pt x="1472548" y="46283"/>
                </a:lnTo>
                <a:lnTo>
                  <a:pt x="1471876" y="46955"/>
                </a:lnTo>
                <a:lnTo>
                  <a:pt x="1471220" y="47645"/>
                </a:lnTo>
                <a:lnTo>
                  <a:pt x="1470582" y="48351"/>
                </a:lnTo>
                <a:lnTo>
                  <a:pt x="1469961" y="49076"/>
                </a:lnTo>
                <a:lnTo>
                  <a:pt x="1469357" y="49817"/>
                </a:lnTo>
                <a:lnTo>
                  <a:pt x="1468770" y="50577"/>
                </a:lnTo>
                <a:lnTo>
                  <a:pt x="1468201" y="51353"/>
                </a:lnTo>
                <a:lnTo>
                  <a:pt x="1467648" y="52147"/>
                </a:lnTo>
                <a:lnTo>
                  <a:pt x="1467113" y="52959"/>
                </a:lnTo>
                <a:lnTo>
                  <a:pt x="1466594" y="53788"/>
                </a:lnTo>
                <a:lnTo>
                  <a:pt x="1466093" y="54634"/>
                </a:lnTo>
                <a:lnTo>
                  <a:pt x="1465609" y="55498"/>
                </a:lnTo>
                <a:lnTo>
                  <a:pt x="1465142" y="56379"/>
                </a:lnTo>
                <a:lnTo>
                  <a:pt x="1464692" y="57278"/>
                </a:lnTo>
                <a:lnTo>
                  <a:pt x="1464259" y="58194"/>
                </a:lnTo>
                <a:lnTo>
                  <a:pt x="1463843" y="59128"/>
                </a:lnTo>
                <a:lnTo>
                  <a:pt x="1463445" y="60079"/>
                </a:lnTo>
                <a:lnTo>
                  <a:pt x="1463063" y="61045"/>
                </a:lnTo>
                <a:lnTo>
                  <a:pt x="1462697" y="62023"/>
                </a:lnTo>
                <a:lnTo>
                  <a:pt x="1462348" y="63014"/>
                </a:lnTo>
                <a:lnTo>
                  <a:pt x="1462015" y="64018"/>
                </a:lnTo>
                <a:lnTo>
                  <a:pt x="1461698" y="65034"/>
                </a:lnTo>
                <a:lnTo>
                  <a:pt x="1461397" y="66062"/>
                </a:lnTo>
                <a:lnTo>
                  <a:pt x="1461113" y="67103"/>
                </a:lnTo>
                <a:lnTo>
                  <a:pt x="1460844" y="68157"/>
                </a:lnTo>
                <a:lnTo>
                  <a:pt x="1460593" y="69223"/>
                </a:lnTo>
                <a:lnTo>
                  <a:pt x="1460357" y="70302"/>
                </a:lnTo>
                <a:lnTo>
                  <a:pt x="1460138" y="71393"/>
                </a:lnTo>
                <a:lnTo>
                  <a:pt x="1459934" y="72496"/>
                </a:lnTo>
                <a:lnTo>
                  <a:pt x="1459747" y="73612"/>
                </a:lnTo>
                <a:lnTo>
                  <a:pt x="1459577" y="74741"/>
                </a:lnTo>
                <a:lnTo>
                  <a:pt x="1459422" y="75882"/>
                </a:lnTo>
                <a:lnTo>
                  <a:pt x="1459284" y="77036"/>
                </a:lnTo>
                <a:lnTo>
                  <a:pt x="1459162" y="78202"/>
                </a:lnTo>
                <a:lnTo>
                  <a:pt x="1459057" y="79381"/>
                </a:lnTo>
                <a:lnTo>
                  <a:pt x="1458967" y="80572"/>
                </a:lnTo>
                <a:lnTo>
                  <a:pt x="1458894" y="81776"/>
                </a:lnTo>
                <a:lnTo>
                  <a:pt x="1458837" y="82992"/>
                </a:lnTo>
                <a:lnTo>
                  <a:pt x="1458797" y="84220"/>
                </a:lnTo>
                <a:lnTo>
                  <a:pt x="1458772" y="85462"/>
                </a:lnTo>
                <a:lnTo>
                  <a:pt x="1458764" y="86715"/>
                </a:lnTo>
                <a:lnTo>
                  <a:pt x="1458773" y="87920"/>
                </a:lnTo>
                <a:lnTo>
                  <a:pt x="1458798" y="89114"/>
                </a:lnTo>
                <a:lnTo>
                  <a:pt x="1458840" y="90298"/>
                </a:lnTo>
                <a:lnTo>
                  <a:pt x="1458898" y="91472"/>
                </a:lnTo>
                <a:lnTo>
                  <a:pt x="1458974" y="92636"/>
                </a:lnTo>
                <a:lnTo>
                  <a:pt x="1459066" y="93790"/>
                </a:lnTo>
                <a:lnTo>
                  <a:pt x="1459175" y="94934"/>
                </a:lnTo>
                <a:lnTo>
                  <a:pt x="1459301" y="96067"/>
                </a:lnTo>
                <a:lnTo>
                  <a:pt x="1459443" y="97191"/>
                </a:lnTo>
                <a:lnTo>
                  <a:pt x="1459602" y="98305"/>
                </a:lnTo>
                <a:lnTo>
                  <a:pt x="1459779" y="99409"/>
                </a:lnTo>
                <a:lnTo>
                  <a:pt x="1459971" y="100503"/>
                </a:lnTo>
                <a:lnTo>
                  <a:pt x="1460181" y="101586"/>
                </a:lnTo>
                <a:lnTo>
                  <a:pt x="1460407" y="102660"/>
                </a:lnTo>
                <a:lnTo>
                  <a:pt x="1460650" y="103723"/>
                </a:lnTo>
                <a:lnTo>
                  <a:pt x="1460910" y="104777"/>
                </a:lnTo>
                <a:lnTo>
                  <a:pt x="1461187" y="105821"/>
                </a:lnTo>
                <a:lnTo>
                  <a:pt x="1461480" y="106854"/>
                </a:lnTo>
                <a:lnTo>
                  <a:pt x="1461790" y="107877"/>
                </a:lnTo>
                <a:lnTo>
                  <a:pt x="1462117" y="108891"/>
                </a:lnTo>
                <a:lnTo>
                  <a:pt x="1462461" y="109894"/>
                </a:lnTo>
                <a:lnTo>
                  <a:pt x="1462821" y="110887"/>
                </a:lnTo>
                <a:lnTo>
                  <a:pt x="1463199" y="111871"/>
                </a:lnTo>
                <a:lnTo>
                  <a:pt x="1463593" y="112844"/>
                </a:lnTo>
                <a:lnTo>
                  <a:pt x="1464004" y="113803"/>
                </a:lnTo>
                <a:lnTo>
                  <a:pt x="1464433" y="114746"/>
                </a:lnTo>
                <a:lnTo>
                  <a:pt x="1464881" y="115672"/>
                </a:lnTo>
                <a:lnTo>
                  <a:pt x="1465346" y="116581"/>
                </a:lnTo>
                <a:lnTo>
                  <a:pt x="1465829" y="117473"/>
                </a:lnTo>
                <a:lnTo>
                  <a:pt x="1466330" y="118348"/>
                </a:lnTo>
                <a:lnTo>
                  <a:pt x="1466849" y="119206"/>
                </a:lnTo>
                <a:lnTo>
                  <a:pt x="1467386" y="120047"/>
                </a:lnTo>
                <a:lnTo>
                  <a:pt x="1467942" y="120871"/>
                </a:lnTo>
                <a:lnTo>
                  <a:pt x="1468515" y="121679"/>
                </a:lnTo>
                <a:lnTo>
                  <a:pt x="1469106" y="122469"/>
                </a:lnTo>
                <a:lnTo>
                  <a:pt x="1469714" y="123243"/>
                </a:lnTo>
                <a:lnTo>
                  <a:pt x="1470341" y="124000"/>
                </a:lnTo>
                <a:lnTo>
                  <a:pt x="1470986" y="124740"/>
                </a:lnTo>
                <a:lnTo>
                  <a:pt x="1471649" y="125463"/>
                </a:lnTo>
                <a:lnTo>
                  <a:pt x="1472330" y="126169"/>
                </a:lnTo>
                <a:lnTo>
                  <a:pt x="1473029" y="126858"/>
                </a:lnTo>
                <a:lnTo>
                  <a:pt x="1473745" y="127530"/>
                </a:lnTo>
                <a:lnTo>
                  <a:pt x="1474480" y="128186"/>
                </a:lnTo>
                <a:lnTo>
                  <a:pt x="1475233" y="128824"/>
                </a:lnTo>
                <a:lnTo>
                  <a:pt x="1476003" y="129446"/>
                </a:lnTo>
                <a:lnTo>
                  <a:pt x="1476792" y="130051"/>
                </a:lnTo>
                <a:lnTo>
                  <a:pt x="1477598" y="130638"/>
                </a:lnTo>
                <a:lnTo>
                  <a:pt x="1478423" y="131209"/>
                </a:lnTo>
                <a:lnTo>
                  <a:pt x="1479266" y="131760"/>
                </a:lnTo>
                <a:lnTo>
                  <a:pt x="1480129" y="132287"/>
                </a:lnTo>
                <a:lnTo>
                  <a:pt x="1481012" y="132791"/>
                </a:lnTo>
                <a:lnTo>
                  <a:pt x="1481914" y="133271"/>
                </a:lnTo>
                <a:lnTo>
                  <a:pt x="1482836" y="133728"/>
                </a:lnTo>
                <a:lnTo>
                  <a:pt x="1483778" y="134161"/>
                </a:lnTo>
                <a:lnTo>
                  <a:pt x="1484739" y="134571"/>
                </a:lnTo>
                <a:lnTo>
                  <a:pt x="1485720" y="134958"/>
                </a:lnTo>
                <a:lnTo>
                  <a:pt x="1486721" y="135321"/>
                </a:lnTo>
                <a:lnTo>
                  <a:pt x="1487742" y="135660"/>
                </a:lnTo>
                <a:lnTo>
                  <a:pt x="1488782" y="135977"/>
                </a:lnTo>
                <a:lnTo>
                  <a:pt x="1489841" y="136270"/>
                </a:lnTo>
                <a:lnTo>
                  <a:pt x="1490921" y="136539"/>
                </a:lnTo>
                <a:lnTo>
                  <a:pt x="1492020" y="136785"/>
                </a:lnTo>
                <a:lnTo>
                  <a:pt x="1493139" y="137008"/>
                </a:lnTo>
                <a:lnTo>
                  <a:pt x="1494277" y="137207"/>
                </a:lnTo>
                <a:lnTo>
                  <a:pt x="1495435" y="137382"/>
                </a:lnTo>
                <a:lnTo>
                  <a:pt x="1496613" y="137535"/>
                </a:lnTo>
                <a:lnTo>
                  <a:pt x="1497810" y="137663"/>
                </a:lnTo>
                <a:lnTo>
                  <a:pt x="1499027" y="137769"/>
                </a:lnTo>
                <a:lnTo>
                  <a:pt x="1500264" y="137851"/>
                </a:lnTo>
                <a:lnTo>
                  <a:pt x="1501521" y="137909"/>
                </a:lnTo>
                <a:lnTo>
                  <a:pt x="1502797" y="137945"/>
                </a:lnTo>
                <a:lnTo>
                  <a:pt x="1504093" y="137956"/>
                </a:lnTo>
                <a:lnTo>
                  <a:pt x="1505097" y="137949"/>
                </a:lnTo>
                <a:lnTo>
                  <a:pt x="1506090" y="137928"/>
                </a:lnTo>
                <a:lnTo>
                  <a:pt x="1507072" y="137892"/>
                </a:lnTo>
                <a:lnTo>
                  <a:pt x="1508043" y="137842"/>
                </a:lnTo>
                <a:lnTo>
                  <a:pt x="1509002" y="137778"/>
                </a:lnTo>
                <a:close/>
                <a:moveTo>
                  <a:pt x="1476021" y="71624"/>
                </a:moveTo>
                <a:lnTo>
                  <a:pt x="1476221" y="70569"/>
                </a:lnTo>
                <a:lnTo>
                  <a:pt x="1476442" y="69537"/>
                </a:lnTo>
                <a:lnTo>
                  <a:pt x="1476682" y="68529"/>
                </a:lnTo>
                <a:lnTo>
                  <a:pt x="1476943" y="67544"/>
                </a:lnTo>
                <a:lnTo>
                  <a:pt x="1477223" y="66583"/>
                </a:lnTo>
                <a:lnTo>
                  <a:pt x="1477524" y="65646"/>
                </a:lnTo>
                <a:lnTo>
                  <a:pt x="1477844" y="64732"/>
                </a:lnTo>
                <a:lnTo>
                  <a:pt x="1478185" y="63842"/>
                </a:lnTo>
                <a:lnTo>
                  <a:pt x="1478545" y="62976"/>
                </a:lnTo>
                <a:lnTo>
                  <a:pt x="1478926" y="62133"/>
                </a:lnTo>
                <a:lnTo>
                  <a:pt x="1479326" y="61314"/>
                </a:lnTo>
                <a:lnTo>
                  <a:pt x="1479747" y="60518"/>
                </a:lnTo>
                <a:lnTo>
                  <a:pt x="1480187" y="59746"/>
                </a:lnTo>
                <a:lnTo>
                  <a:pt x="1480648" y="58998"/>
                </a:lnTo>
                <a:lnTo>
                  <a:pt x="1481129" y="58273"/>
                </a:lnTo>
                <a:lnTo>
                  <a:pt x="1481629" y="57572"/>
                </a:lnTo>
                <a:lnTo>
                  <a:pt x="1482150" y="56895"/>
                </a:lnTo>
                <a:lnTo>
                  <a:pt x="1482691" y="56241"/>
                </a:lnTo>
                <a:lnTo>
                  <a:pt x="1483251" y="55611"/>
                </a:lnTo>
                <a:lnTo>
                  <a:pt x="1483831" y="55005"/>
                </a:lnTo>
                <a:lnTo>
                  <a:pt x="1484429" y="54425"/>
                </a:lnTo>
                <a:lnTo>
                  <a:pt x="1485044" y="53870"/>
                </a:lnTo>
                <a:lnTo>
                  <a:pt x="1485678" y="53342"/>
                </a:lnTo>
                <a:lnTo>
                  <a:pt x="1486330" y="52839"/>
                </a:lnTo>
                <a:lnTo>
                  <a:pt x="1486999" y="52362"/>
                </a:lnTo>
                <a:lnTo>
                  <a:pt x="1487687" y="51911"/>
                </a:lnTo>
                <a:lnTo>
                  <a:pt x="1488392" y="51486"/>
                </a:lnTo>
                <a:lnTo>
                  <a:pt x="1489115" y="51086"/>
                </a:lnTo>
                <a:lnTo>
                  <a:pt x="1489857" y="50713"/>
                </a:lnTo>
                <a:lnTo>
                  <a:pt x="1490616" y="50365"/>
                </a:lnTo>
                <a:lnTo>
                  <a:pt x="1491393" y="50042"/>
                </a:lnTo>
                <a:lnTo>
                  <a:pt x="1492189" y="49746"/>
                </a:lnTo>
                <a:lnTo>
                  <a:pt x="1493002" y="49475"/>
                </a:lnTo>
                <a:lnTo>
                  <a:pt x="1493833" y="49230"/>
                </a:lnTo>
                <a:lnTo>
                  <a:pt x="1494682" y="49011"/>
                </a:lnTo>
                <a:lnTo>
                  <a:pt x="1495549" y="48818"/>
                </a:lnTo>
                <a:lnTo>
                  <a:pt x="1496434" y="48650"/>
                </a:lnTo>
                <a:lnTo>
                  <a:pt x="1497337" y="48508"/>
                </a:lnTo>
                <a:lnTo>
                  <a:pt x="1498258" y="48392"/>
                </a:lnTo>
                <a:lnTo>
                  <a:pt x="1499197" y="48302"/>
                </a:lnTo>
                <a:lnTo>
                  <a:pt x="1500154" y="48238"/>
                </a:lnTo>
                <a:lnTo>
                  <a:pt x="1501129" y="48199"/>
                </a:lnTo>
                <a:lnTo>
                  <a:pt x="1502122" y="48186"/>
                </a:lnTo>
                <a:lnTo>
                  <a:pt x="1503106" y="48199"/>
                </a:lnTo>
                <a:lnTo>
                  <a:pt x="1504073" y="48238"/>
                </a:lnTo>
                <a:lnTo>
                  <a:pt x="1505021" y="48303"/>
                </a:lnTo>
                <a:lnTo>
                  <a:pt x="1505951" y="48394"/>
                </a:lnTo>
                <a:lnTo>
                  <a:pt x="1506863" y="48511"/>
                </a:lnTo>
                <a:lnTo>
                  <a:pt x="1507757" y="48653"/>
                </a:lnTo>
                <a:lnTo>
                  <a:pt x="1508633" y="48822"/>
                </a:lnTo>
                <a:lnTo>
                  <a:pt x="1509491" y="49017"/>
                </a:lnTo>
                <a:lnTo>
                  <a:pt x="1510330" y="49238"/>
                </a:lnTo>
                <a:lnTo>
                  <a:pt x="1511151" y="49484"/>
                </a:lnTo>
                <a:lnTo>
                  <a:pt x="1511955" y="49757"/>
                </a:lnTo>
                <a:lnTo>
                  <a:pt x="1512740" y="50055"/>
                </a:lnTo>
                <a:lnTo>
                  <a:pt x="1513507" y="50380"/>
                </a:lnTo>
                <a:lnTo>
                  <a:pt x="1514255" y="50730"/>
                </a:lnTo>
                <a:lnTo>
                  <a:pt x="1514986" y="51107"/>
                </a:lnTo>
                <a:lnTo>
                  <a:pt x="1515699" y="51509"/>
                </a:lnTo>
                <a:lnTo>
                  <a:pt x="1516393" y="51938"/>
                </a:lnTo>
                <a:lnTo>
                  <a:pt x="1517069" y="52392"/>
                </a:lnTo>
                <a:lnTo>
                  <a:pt x="1517727" y="52872"/>
                </a:lnTo>
                <a:lnTo>
                  <a:pt x="1518367" y="53378"/>
                </a:lnTo>
                <a:lnTo>
                  <a:pt x="1518989" y="53911"/>
                </a:lnTo>
                <a:lnTo>
                  <a:pt x="1519593" y="54469"/>
                </a:lnTo>
                <a:lnTo>
                  <a:pt x="1520179" y="55053"/>
                </a:lnTo>
                <a:lnTo>
                  <a:pt x="1520746" y="55663"/>
                </a:lnTo>
                <a:lnTo>
                  <a:pt x="1521293" y="56297"/>
                </a:lnTo>
                <a:lnTo>
                  <a:pt x="1521818" y="56955"/>
                </a:lnTo>
                <a:lnTo>
                  <a:pt x="1522321" y="57635"/>
                </a:lnTo>
                <a:lnTo>
                  <a:pt x="1522802" y="58339"/>
                </a:lnTo>
                <a:lnTo>
                  <a:pt x="1523260" y="59065"/>
                </a:lnTo>
                <a:lnTo>
                  <a:pt x="1523696" y="59815"/>
                </a:lnTo>
                <a:lnTo>
                  <a:pt x="1524110" y="60588"/>
                </a:lnTo>
                <a:lnTo>
                  <a:pt x="1524501" y="61384"/>
                </a:lnTo>
                <a:lnTo>
                  <a:pt x="1524871" y="62203"/>
                </a:lnTo>
                <a:lnTo>
                  <a:pt x="1525218" y="63045"/>
                </a:lnTo>
                <a:lnTo>
                  <a:pt x="1525543" y="63910"/>
                </a:lnTo>
                <a:lnTo>
                  <a:pt x="1525845" y="64798"/>
                </a:lnTo>
                <a:lnTo>
                  <a:pt x="1526126" y="65709"/>
                </a:lnTo>
                <a:lnTo>
                  <a:pt x="1526384" y="66643"/>
                </a:lnTo>
                <a:lnTo>
                  <a:pt x="1526620" y="67601"/>
                </a:lnTo>
                <a:lnTo>
                  <a:pt x="1526834" y="68581"/>
                </a:lnTo>
                <a:lnTo>
                  <a:pt x="1527025" y="69585"/>
                </a:lnTo>
                <a:lnTo>
                  <a:pt x="1527194" y="70611"/>
                </a:lnTo>
                <a:lnTo>
                  <a:pt x="1527341" y="71661"/>
                </a:lnTo>
                <a:lnTo>
                  <a:pt x="1527466" y="72734"/>
                </a:lnTo>
                <a:lnTo>
                  <a:pt x="1527568" y="73830"/>
                </a:lnTo>
                <a:lnTo>
                  <a:pt x="1527649" y="74949"/>
                </a:lnTo>
                <a:lnTo>
                  <a:pt x="1527707" y="76090"/>
                </a:lnTo>
                <a:lnTo>
                  <a:pt x="1527742" y="77256"/>
                </a:lnTo>
                <a:lnTo>
                  <a:pt x="1475319" y="77256"/>
                </a:lnTo>
                <a:lnTo>
                  <a:pt x="1475419" y="76082"/>
                </a:lnTo>
                <a:lnTo>
                  <a:pt x="1475540" y="74932"/>
                </a:lnTo>
                <a:lnTo>
                  <a:pt x="1475680" y="73806"/>
                </a:lnTo>
                <a:lnTo>
                  <a:pt x="1475840" y="72703"/>
                </a:lnTo>
                <a:lnTo>
                  <a:pt x="1476021" y="71624"/>
                </a:lnTo>
                <a:close/>
                <a:moveTo>
                  <a:pt x="1696649" y="137881"/>
                </a:moveTo>
                <a:lnTo>
                  <a:pt x="1697301" y="137849"/>
                </a:lnTo>
                <a:lnTo>
                  <a:pt x="1697949" y="137810"/>
                </a:lnTo>
                <a:lnTo>
                  <a:pt x="1698592" y="137765"/>
                </a:lnTo>
                <a:lnTo>
                  <a:pt x="1699232" y="137714"/>
                </a:lnTo>
                <a:lnTo>
                  <a:pt x="1699868" y="137657"/>
                </a:lnTo>
                <a:lnTo>
                  <a:pt x="1700500" y="137594"/>
                </a:lnTo>
                <a:lnTo>
                  <a:pt x="1701129" y="137525"/>
                </a:lnTo>
                <a:lnTo>
                  <a:pt x="1701753" y="137450"/>
                </a:lnTo>
                <a:lnTo>
                  <a:pt x="1702373" y="137370"/>
                </a:lnTo>
                <a:lnTo>
                  <a:pt x="1702989" y="137283"/>
                </a:lnTo>
                <a:lnTo>
                  <a:pt x="1703602" y="137190"/>
                </a:lnTo>
                <a:lnTo>
                  <a:pt x="1704210" y="137091"/>
                </a:lnTo>
                <a:lnTo>
                  <a:pt x="1704815" y="136986"/>
                </a:lnTo>
                <a:lnTo>
                  <a:pt x="1705415" y="136876"/>
                </a:lnTo>
                <a:lnTo>
                  <a:pt x="1706012" y="136759"/>
                </a:lnTo>
                <a:lnTo>
                  <a:pt x="1706604" y="136636"/>
                </a:lnTo>
                <a:lnTo>
                  <a:pt x="1707193" y="136507"/>
                </a:lnTo>
                <a:lnTo>
                  <a:pt x="1707778" y="136373"/>
                </a:lnTo>
                <a:lnTo>
                  <a:pt x="1708359" y="136232"/>
                </a:lnTo>
                <a:lnTo>
                  <a:pt x="1708935" y="136085"/>
                </a:lnTo>
                <a:lnTo>
                  <a:pt x="1709504" y="135931"/>
                </a:lnTo>
                <a:lnTo>
                  <a:pt x="1710068" y="135771"/>
                </a:lnTo>
                <a:lnTo>
                  <a:pt x="1710625" y="135605"/>
                </a:lnTo>
                <a:lnTo>
                  <a:pt x="1711177" y="135432"/>
                </a:lnTo>
                <a:lnTo>
                  <a:pt x="1711722" y="135252"/>
                </a:lnTo>
                <a:lnTo>
                  <a:pt x="1712260" y="135066"/>
                </a:lnTo>
                <a:lnTo>
                  <a:pt x="1712793" y="134874"/>
                </a:lnTo>
                <a:lnTo>
                  <a:pt x="1713320" y="134674"/>
                </a:lnTo>
                <a:lnTo>
                  <a:pt x="1713840" y="134469"/>
                </a:lnTo>
                <a:lnTo>
                  <a:pt x="1714354" y="134257"/>
                </a:lnTo>
                <a:lnTo>
                  <a:pt x="1714863" y="134038"/>
                </a:lnTo>
                <a:lnTo>
                  <a:pt x="1715365" y="133813"/>
                </a:lnTo>
                <a:lnTo>
                  <a:pt x="1715860" y="133581"/>
                </a:lnTo>
                <a:lnTo>
                  <a:pt x="1716350" y="133343"/>
                </a:lnTo>
                <a:lnTo>
                  <a:pt x="1716833" y="133098"/>
                </a:lnTo>
                <a:lnTo>
                  <a:pt x="1717311" y="132846"/>
                </a:lnTo>
                <a:lnTo>
                  <a:pt x="1717782" y="132589"/>
                </a:lnTo>
                <a:lnTo>
                  <a:pt x="1718247" y="132324"/>
                </a:lnTo>
                <a:lnTo>
                  <a:pt x="1718706" y="132053"/>
                </a:lnTo>
                <a:lnTo>
                  <a:pt x="1719158" y="131776"/>
                </a:lnTo>
                <a:lnTo>
                  <a:pt x="1719605" y="131492"/>
                </a:lnTo>
                <a:lnTo>
                  <a:pt x="1720045" y="131202"/>
                </a:lnTo>
                <a:lnTo>
                  <a:pt x="1720479" y="130905"/>
                </a:lnTo>
                <a:lnTo>
                  <a:pt x="1720907" y="130601"/>
                </a:lnTo>
                <a:lnTo>
                  <a:pt x="1721326" y="130290"/>
                </a:lnTo>
                <a:lnTo>
                  <a:pt x="1721737" y="129972"/>
                </a:lnTo>
                <a:lnTo>
                  <a:pt x="1722141" y="129647"/>
                </a:lnTo>
                <a:lnTo>
                  <a:pt x="1722537" y="129315"/>
                </a:lnTo>
                <a:lnTo>
                  <a:pt x="1722924" y="128976"/>
                </a:lnTo>
                <a:lnTo>
                  <a:pt x="1723304" y="128630"/>
                </a:lnTo>
                <a:lnTo>
                  <a:pt x="1723676" y="128277"/>
                </a:lnTo>
                <a:lnTo>
                  <a:pt x="1724041" y="127917"/>
                </a:lnTo>
                <a:lnTo>
                  <a:pt x="1724397" y="127550"/>
                </a:lnTo>
                <a:lnTo>
                  <a:pt x="1724745" y="127176"/>
                </a:lnTo>
                <a:lnTo>
                  <a:pt x="1725086" y="126794"/>
                </a:lnTo>
                <a:lnTo>
                  <a:pt x="1725419" y="126406"/>
                </a:lnTo>
                <a:lnTo>
                  <a:pt x="1725744" y="126011"/>
                </a:lnTo>
                <a:lnTo>
                  <a:pt x="1726061" y="125608"/>
                </a:lnTo>
                <a:lnTo>
                  <a:pt x="1726370" y="125199"/>
                </a:lnTo>
                <a:lnTo>
                  <a:pt x="1726671" y="124782"/>
                </a:lnTo>
                <a:lnTo>
                  <a:pt x="1726965" y="124359"/>
                </a:lnTo>
                <a:lnTo>
                  <a:pt x="1727250" y="123928"/>
                </a:lnTo>
                <a:lnTo>
                  <a:pt x="1727528" y="123490"/>
                </a:lnTo>
                <a:lnTo>
                  <a:pt x="1727798" y="123046"/>
                </a:lnTo>
                <a:lnTo>
                  <a:pt x="1728059" y="122594"/>
                </a:lnTo>
                <a:lnTo>
                  <a:pt x="1728313" y="122135"/>
                </a:lnTo>
                <a:lnTo>
                  <a:pt x="1728560" y="121669"/>
                </a:lnTo>
                <a:lnTo>
                  <a:pt x="1728797" y="121196"/>
                </a:lnTo>
                <a:lnTo>
                  <a:pt x="1729024" y="120716"/>
                </a:lnTo>
                <a:lnTo>
                  <a:pt x="1729241" y="120229"/>
                </a:lnTo>
                <a:lnTo>
                  <a:pt x="1729448" y="119734"/>
                </a:lnTo>
                <a:lnTo>
                  <a:pt x="1729645" y="119232"/>
                </a:lnTo>
                <a:lnTo>
                  <a:pt x="1729831" y="118723"/>
                </a:lnTo>
                <a:lnTo>
                  <a:pt x="1730008" y="118207"/>
                </a:lnTo>
                <a:lnTo>
                  <a:pt x="1730175" y="117684"/>
                </a:lnTo>
                <a:lnTo>
                  <a:pt x="1730331" y="117153"/>
                </a:lnTo>
                <a:lnTo>
                  <a:pt x="1730477" y="116615"/>
                </a:lnTo>
                <a:lnTo>
                  <a:pt x="1730614" y="116070"/>
                </a:lnTo>
                <a:lnTo>
                  <a:pt x="1730740" y="115518"/>
                </a:lnTo>
                <a:lnTo>
                  <a:pt x="1730856" y="114958"/>
                </a:lnTo>
                <a:lnTo>
                  <a:pt x="1730962" y="114391"/>
                </a:lnTo>
                <a:lnTo>
                  <a:pt x="1731058" y="113817"/>
                </a:lnTo>
                <a:lnTo>
                  <a:pt x="1731144" y="113236"/>
                </a:lnTo>
                <a:lnTo>
                  <a:pt x="1731219" y="112648"/>
                </a:lnTo>
                <a:lnTo>
                  <a:pt x="1731285" y="112052"/>
                </a:lnTo>
                <a:lnTo>
                  <a:pt x="1731340" y="111449"/>
                </a:lnTo>
                <a:lnTo>
                  <a:pt x="1731386" y="110839"/>
                </a:lnTo>
                <a:lnTo>
                  <a:pt x="1731421" y="110222"/>
                </a:lnTo>
                <a:lnTo>
                  <a:pt x="1731446" y="109597"/>
                </a:lnTo>
                <a:lnTo>
                  <a:pt x="1731462" y="108965"/>
                </a:lnTo>
                <a:lnTo>
                  <a:pt x="1731467" y="108326"/>
                </a:lnTo>
                <a:lnTo>
                  <a:pt x="1731460" y="107588"/>
                </a:lnTo>
                <a:lnTo>
                  <a:pt x="1731441" y="106860"/>
                </a:lnTo>
                <a:lnTo>
                  <a:pt x="1731409" y="106144"/>
                </a:lnTo>
                <a:lnTo>
                  <a:pt x="1731364" y="105439"/>
                </a:lnTo>
                <a:lnTo>
                  <a:pt x="1731306" y="104744"/>
                </a:lnTo>
                <a:lnTo>
                  <a:pt x="1731236" y="104061"/>
                </a:lnTo>
                <a:lnTo>
                  <a:pt x="1731152" y="103389"/>
                </a:lnTo>
                <a:lnTo>
                  <a:pt x="1731056" y="102729"/>
                </a:lnTo>
                <a:lnTo>
                  <a:pt x="1730947" y="102079"/>
                </a:lnTo>
                <a:lnTo>
                  <a:pt x="1730825" y="101440"/>
                </a:lnTo>
                <a:lnTo>
                  <a:pt x="1730690" y="100813"/>
                </a:lnTo>
                <a:lnTo>
                  <a:pt x="1730543" y="100196"/>
                </a:lnTo>
                <a:lnTo>
                  <a:pt x="1730382" y="99591"/>
                </a:lnTo>
                <a:lnTo>
                  <a:pt x="1730209" y="98997"/>
                </a:lnTo>
                <a:lnTo>
                  <a:pt x="1730023" y="98414"/>
                </a:lnTo>
                <a:lnTo>
                  <a:pt x="1729824" y="97842"/>
                </a:lnTo>
                <a:lnTo>
                  <a:pt x="1729613" y="97281"/>
                </a:lnTo>
                <a:lnTo>
                  <a:pt x="1729388" y="96731"/>
                </a:lnTo>
                <a:lnTo>
                  <a:pt x="1729151" y="96192"/>
                </a:lnTo>
                <a:lnTo>
                  <a:pt x="1728900" y="95665"/>
                </a:lnTo>
                <a:lnTo>
                  <a:pt x="1728637" y="95148"/>
                </a:lnTo>
                <a:lnTo>
                  <a:pt x="1728362" y="94643"/>
                </a:lnTo>
                <a:lnTo>
                  <a:pt x="1728073" y="94149"/>
                </a:lnTo>
                <a:lnTo>
                  <a:pt x="1727771" y="93666"/>
                </a:lnTo>
                <a:lnTo>
                  <a:pt x="1727457" y="93191"/>
                </a:lnTo>
                <a:lnTo>
                  <a:pt x="1727130" y="92724"/>
                </a:lnTo>
                <a:lnTo>
                  <a:pt x="1726791" y="92265"/>
                </a:lnTo>
                <a:lnTo>
                  <a:pt x="1726440" y="91812"/>
                </a:lnTo>
                <a:lnTo>
                  <a:pt x="1726076" y="91367"/>
                </a:lnTo>
                <a:lnTo>
                  <a:pt x="1725699" y="90929"/>
                </a:lnTo>
                <a:lnTo>
                  <a:pt x="1725310" y="90498"/>
                </a:lnTo>
                <a:lnTo>
                  <a:pt x="1724908" y="90074"/>
                </a:lnTo>
                <a:lnTo>
                  <a:pt x="1724494" y="89658"/>
                </a:lnTo>
                <a:lnTo>
                  <a:pt x="1724068" y="89249"/>
                </a:lnTo>
                <a:lnTo>
                  <a:pt x="1723628" y="88847"/>
                </a:lnTo>
                <a:lnTo>
                  <a:pt x="1723177" y="88452"/>
                </a:lnTo>
                <a:lnTo>
                  <a:pt x="1722713" y="88065"/>
                </a:lnTo>
                <a:lnTo>
                  <a:pt x="1722236" y="87684"/>
                </a:lnTo>
                <a:lnTo>
                  <a:pt x="1721747" y="87311"/>
                </a:lnTo>
                <a:lnTo>
                  <a:pt x="1721246" y="86946"/>
                </a:lnTo>
                <a:lnTo>
                  <a:pt x="1720732" y="86587"/>
                </a:lnTo>
                <a:lnTo>
                  <a:pt x="1720205" y="86236"/>
                </a:lnTo>
                <a:lnTo>
                  <a:pt x="1719666" y="85892"/>
                </a:lnTo>
                <a:lnTo>
                  <a:pt x="1719115" y="85555"/>
                </a:lnTo>
                <a:lnTo>
                  <a:pt x="1718551" y="85225"/>
                </a:lnTo>
                <a:lnTo>
                  <a:pt x="1717974" y="84903"/>
                </a:lnTo>
                <a:lnTo>
                  <a:pt x="1717386" y="84588"/>
                </a:lnTo>
                <a:lnTo>
                  <a:pt x="1716784" y="84280"/>
                </a:lnTo>
                <a:lnTo>
                  <a:pt x="1716170" y="83977"/>
                </a:lnTo>
                <a:lnTo>
                  <a:pt x="1715545" y="83678"/>
                </a:lnTo>
                <a:lnTo>
                  <a:pt x="1714907" y="83382"/>
                </a:lnTo>
                <a:lnTo>
                  <a:pt x="1714258" y="83090"/>
                </a:lnTo>
                <a:lnTo>
                  <a:pt x="1713596" y="82802"/>
                </a:lnTo>
                <a:lnTo>
                  <a:pt x="1712923" y="82517"/>
                </a:lnTo>
                <a:lnTo>
                  <a:pt x="1712237" y="82235"/>
                </a:lnTo>
                <a:lnTo>
                  <a:pt x="1711540" y="81957"/>
                </a:lnTo>
                <a:lnTo>
                  <a:pt x="1710830" y="81683"/>
                </a:lnTo>
                <a:lnTo>
                  <a:pt x="1710109" y="81412"/>
                </a:lnTo>
                <a:lnTo>
                  <a:pt x="1709375" y="81145"/>
                </a:lnTo>
                <a:lnTo>
                  <a:pt x="1708630" y="80881"/>
                </a:lnTo>
                <a:lnTo>
                  <a:pt x="1707873" y="80620"/>
                </a:lnTo>
                <a:lnTo>
                  <a:pt x="1707103" y="80364"/>
                </a:lnTo>
                <a:lnTo>
                  <a:pt x="1706322" y="80110"/>
                </a:lnTo>
                <a:lnTo>
                  <a:pt x="1705529" y="79860"/>
                </a:lnTo>
                <a:lnTo>
                  <a:pt x="1704723" y="79614"/>
                </a:lnTo>
                <a:lnTo>
                  <a:pt x="1703906" y="79371"/>
                </a:lnTo>
                <a:lnTo>
                  <a:pt x="1703077" y="79132"/>
                </a:lnTo>
                <a:lnTo>
                  <a:pt x="1702236" y="78896"/>
                </a:lnTo>
                <a:lnTo>
                  <a:pt x="1701383" y="78664"/>
                </a:lnTo>
                <a:lnTo>
                  <a:pt x="1700517" y="78435"/>
                </a:lnTo>
                <a:lnTo>
                  <a:pt x="1699640" y="78210"/>
                </a:lnTo>
                <a:lnTo>
                  <a:pt x="1698751" y="77988"/>
                </a:lnTo>
                <a:lnTo>
                  <a:pt x="1697937" y="77786"/>
                </a:lnTo>
                <a:lnTo>
                  <a:pt x="1697137" y="77584"/>
                </a:lnTo>
                <a:lnTo>
                  <a:pt x="1696351" y="77383"/>
                </a:lnTo>
                <a:lnTo>
                  <a:pt x="1695579" y="77184"/>
                </a:lnTo>
                <a:lnTo>
                  <a:pt x="1694821" y="76985"/>
                </a:lnTo>
                <a:lnTo>
                  <a:pt x="1694077" y="76787"/>
                </a:lnTo>
                <a:lnTo>
                  <a:pt x="1693347" y="76589"/>
                </a:lnTo>
                <a:lnTo>
                  <a:pt x="1692631" y="76393"/>
                </a:lnTo>
                <a:lnTo>
                  <a:pt x="1691929" y="76198"/>
                </a:lnTo>
                <a:lnTo>
                  <a:pt x="1691241" y="76003"/>
                </a:lnTo>
                <a:lnTo>
                  <a:pt x="1690567" y="75809"/>
                </a:lnTo>
                <a:lnTo>
                  <a:pt x="1689907" y="75617"/>
                </a:lnTo>
                <a:lnTo>
                  <a:pt x="1689261" y="75425"/>
                </a:lnTo>
                <a:lnTo>
                  <a:pt x="1688630" y="75234"/>
                </a:lnTo>
                <a:lnTo>
                  <a:pt x="1688012" y="75044"/>
                </a:lnTo>
                <a:lnTo>
                  <a:pt x="1687408" y="74854"/>
                </a:lnTo>
                <a:lnTo>
                  <a:pt x="1686818" y="74666"/>
                </a:lnTo>
                <a:lnTo>
                  <a:pt x="1686243" y="74479"/>
                </a:lnTo>
                <a:lnTo>
                  <a:pt x="1685681" y="74292"/>
                </a:lnTo>
                <a:lnTo>
                  <a:pt x="1685134" y="74106"/>
                </a:lnTo>
                <a:lnTo>
                  <a:pt x="1684600" y="73921"/>
                </a:lnTo>
                <a:lnTo>
                  <a:pt x="1684080" y="73738"/>
                </a:lnTo>
                <a:lnTo>
                  <a:pt x="1683575" y="73555"/>
                </a:lnTo>
                <a:lnTo>
                  <a:pt x="1683083" y="73372"/>
                </a:lnTo>
                <a:lnTo>
                  <a:pt x="1682605" y="73190"/>
                </a:lnTo>
                <a:lnTo>
                  <a:pt x="1682138" y="73005"/>
                </a:lnTo>
                <a:lnTo>
                  <a:pt x="1681682" y="72818"/>
                </a:lnTo>
                <a:lnTo>
                  <a:pt x="1681238" y="72629"/>
                </a:lnTo>
                <a:lnTo>
                  <a:pt x="1680806" y="72439"/>
                </a:lnTo>
                <a:lnTo>
                  <a:pt x="1680386" y="72246"/>
                </a:lnTo>
                <a:lnTo>
                  <a:pt x="1679977" y="72051"/>
                </a:lnTo>
                <a:lnTo>
                  <a:pt x="1679580" y="71855"/>
                </a:lnTo>
                <a:lnTo>
                  <a:pt x="1679194" y="71657"/>
                </a:lnTo>
                <a:lnTo>
                  <a:pt x="1678820" y="71456"/>
                </a:lnTo>
                <a:lnTo>
                  <a:pt x="1678458" y="71254"/>
                </a:lnTo>
                <a:lnTo>
                  <a:pt x="1678107" y="71050"/>
                </a:lnTo>
                <a:lnTo>
                  <a:pt x="1677768" y="70844"/>
                </a:lnTo>
                <a:lnTo>
                  <a:pt x="1677441" y="70636"/>
                </a:lnTo>
                <a:lnTo>
                  <a:pt x="1677125" y="70426"/>
                </a:lnTo>
                <a:lnTo>
                  <a:pt x="1676821" y="70214"/>
                </a:lnTo>
                <a:lnTo>
                  <a:pt x="1676528" y="70000"/>
                </a:lnTo>
                <a:lnTo>
                  <a:pt x="1676247" y="69784"/>
                </a:lnTo>
                <a:lnTo>
                  <a:pt x="1675978" y="69566"/>
                </a:lnTo>
                <a:lnTo>
                  <a:pt x="1675720" y="69347"/>
                </a:lnTo>
                <a:lnTo>
                  <a:pt x="1675474" y="69125"/>
                </a:lnTo>
                <a:lnTo>
                  <a:pt x="1675240" y="68901"/>
                </a:lnTo>
                <a:lnTo>
                  <a:pt x="1675017" y="68676"/>
                </a:lnTo>
                <a:lnTo>
                  <a:pt x="1674806" y="68449"/>
                </a:lnTo>
                <a:lnTo>
                  <a:pt x="1674605" y="68218"/>
                </a:lnTo>
                <a:lnTo>
                  <a:pt x="1674412" y="67983"/>
                </a:lnTo>
                <a:lnTo>
                  <a:pt x="1674229" y="67744"/>
                </a:lnTo>
                <a:lnTo>
                  <a:pt x="1674053" y="67501"/>
                </a:lnTo>
                <a:lnTo>
                  <a:pt x="1673886" y="67254"/>
                </a:lnTo>
                <a:lnTo>
                  <a:pt x="1673728" y="67002"/>
                </a:lnTo>
                <a:lnTo>
                  <a:pt x="1673578" y="66746"/>
                </a:lnTo>
                <a:lnTo>
                  <a:pt x="1673437" y="66486"/>
                </a:lnTo>
                <a:lnTo>
                  <a:pt x="1673305" y="66222"/>
                </a:lnTo>
                <a:lnTo>
                  <a:pt x="1673181" y="65953"/>
                </a:lnTo>
                <a:lnTo>
                  <a:pt x="1673065" y="65681"/>
                </a:lnTo>
                <a:lnTo>
                  <a:pt x="1672958" y="65404"/>
                </a:lnTo>
                <a:lnTo>
                  <a:pt x="1672860" y="65123"/>
                </a:lnTo>
                <a:lnTo>
                  <a:pt x="1672770" y="64837"/>
                </a:lnTo>
                <a:lnTo>
                  <a:pt x="1672689" y="64548"/>
                </a:lnTo>
                <a:lnTo>
                  <a:pt x="1672616" y="64254"/>
                </a:lnTo>
                <a:lnTo>
                  <a:pt x="1672552" y="63956"/>
                </a:lnTo>
                <a:lnTo>
                  <a:pt x="1672496" y="63653"/>
                </a:lnTo>
                <a:lnTo>
                  <a:pt x="1672449" y="63347"/>
                </a:lnTo>
                <a:lnTo>
                  <a:pt x="1672411" y="63036"/>
                </a:lnTo>
                <a:lnTo>
                  <a:pt x="1672381" y="62721"/>
                </a:lnTo>
                <a:lnTo>
                  <a:pt x="1672360" y="62402"/>
                </a:lnTo>
                <a:lnTo>
                  <a:pt x="1672347" y="62078"/>
                </a:lnTo>
                <a:lnTo>
                  <a:pt x="1672342" y="61751"/>
                </a:lnTo>
                <a:lnTo>
                  <a:pt x="1672352" y="61167"/>
                </a:lnTo>
                <a:lnTo>
                  <a:pt x="1672381" y="60595"/>
                </a:lnTo>
                <a:lnTo>
                  <a:pt x="1672429" y="60037"/>
                </a:lnTo>
                <a:lnTo>
                  <a:pt x="1672496" y="59492"/>
                </a:lnTo>
                <a:lnTo>
                  <a:pt x="1672582" y="58960"/>
                </a:lnTo>
                <a:lnTo>
                  <a:pt x="1672687" y="58441"/>
                </a:lnTo>
                <a:lnTo>
                  <a:pt x="1672812" y="57935"/>
                </a:lnTo>
                <a:lnTo>
                  <a:pt x="1672956" y="57442"/>
                </a:lnTo>
                <a:lnTo>
                  <a:pt x="1673118" y="56962"/>
                </a:lnTo>
                <a:lnTo>
                  <a:pt x="1673300" y="56495"/>
                </a:lnTo>
                <a:lnTo>
                  <a:pt x="1673502" y="56041"/>
                </a:lnTo>
                <a:lnTo>
                  <a:pt x="1673722" y="55601"/>
                </a:lnTo>
                <a:lnTo>
                  <a:pt x="1673962" y="55173"/>
                </a:lnTo>
                <a:lnTo>
                  <a:pt x="1674220" y="54758"/>
                </a:lnTo>
                <a:lnTo>
                  <a:pt x="1674498" y="54356"/>
                </a:lnTo>
                <a:lnTo>
                  <a:pt x="1674795" y="53968"/>
                </a:lnTo>
                <a:lnTo>
                  <a:pt x="1675111" y="53592"/>
                </a:lnTo>
                <a:lnTo>
                  <a:pt x="1675446" y="53229"/>
                </a:lnTo>
                <a:lnTo>
                  <a:pt x="1675801" y="52880"/>
                </a:lnTo>
                <a:lnTo>
                  <a:pt x="1676175" y="52543"/>
                </a:lnTo>
                <a:lnTo>
                  <a:pt x="1676567" y="52220"/>
                </a:lnTo>
                <a:lnTo>
                  <a:pt x="1676979" y="51909"/>
                </a:lnTo>
                <a:lnTo>
                  <a:pt x="1677410" y="51612"/>
                </a:lnTo>
                <a:lnTo>
                  <a:pt x="1677861" y="51327"/>
                </a:lnTo>
                <a:lnTo>
                  <a:pt x="1678326" y="51055"/>
                </a:lnTo>
                <a:lnTo>
                  <a:pt x="1678804" y="50794"/>
                </a:lnTo>
                <a:lnTo>
                  <a:pt x="1679293" y="50545"/>
                </a:lnTo>
                <a:lnTo>
                  <a:pt x="1679793" y="50307"/>
                </a:lnTo>
                <a:lnTo>
                  <a:pt x="1680305" y="50081"/>
                </a:lnTo>
                <a:lnTo>
                  <a:pt x="1680829" y="49867"/>
                </a:lnTo>
                <a:lnTo>
                  <a:pt x="1681365" y="49664"/>
                </a:lnTo>
                <a:lnTo>
                  <a:pt x="1681912" y="49473"/>
                </a:lnTo>
                <a:lnTo>
                  <a:pt x="1682471" y="49293"/>
                </a:lnTo>
                <a:lnTo>
                  <a:pt x="1683041" y="49125"/>
                </a:lnTo>
                <a:lnTo>
                  <a:pt x="1683623" y="48968"/>
                </a:lnTo>
                <a:lnTo>
                  <a:pt x="1684217" y="48824"/>
                </a:lnTo>
                <a:lnTo>
                  <a:pt x="1684822" y="48690"/>
                </a:lnTo>
                <a:lnTo>
                  <a:pt x="1685439" y="48569"/>
                </a:lnTo>
                <a:lnTo>
                  <a:pt x="1686067" y="48459"/>
                </a:lnTo>
                <a:lnTo>
                  <a:pt x="1686707" y="48360"/>
                </a:lnTo>
                <a:lnTo>
                  <a:pt x="1687359" y="48273"/>
                </a:lnTo>
                <a:lnTo>
                  <a:pt x="1688023" y="48198"/>
                </a:lnTo>
                <a:lnTo>
                  <a:pt x="1688698" y="48134"/>
                </a:lnTo>
                <a:lnTo>
                  <a:pt x="1689384" y="48082"/>
                </a:lnTo>
                <a:lnTo>
                  <a:pt x="1690083" y="48041"/>
                </a:lnTo>
                <a:lnTo>
                  <a:pt x="1690793" y="48012"/>
                </a:lnTo>
                <a:lnTo>
                  <a:pt x="1691514" y="47995"/>
                </a:lnTo>
                <a:lnTo>
                  <a:pt x="1692248" y="47989"/>
                </a:lnTo>
                <a:lnTo>
                  <a:pt x="1692974" y="47997"/>
                </a:lnTo>
                <a:lnTo>
                  <a:pt x="1693691" y="48020"/>
                </a:lnTo>
                <a:lnTo>
                  <a:pt x="1694399" y="48059"/>
                </a:lnTo>
                <a:lnTo>
                  <a:pt x="1695097" y="48113"/>
                </a:lnTo>
                <a:lnTo>
                  <a:pt x="1695786" y="48182"/>
                </a:lnTo>
                <a:lnTo>
                  <a:pt x="1696466" y="48267"/>
                </a:lnTo>
                <a:lnTo>
                  <a:pt x="1697137" y="48367"/>
                </a:lnTo>
                <a:lnTo>
                  <a:pt x="1697799" y="48483"/>
                </a:lnTo>
                <a:lnTo>
                  <a:pt x="1698451" y="48614"/>
                </a:lnTo>
                <a:lnTo>
                  <a:pt x="1699094" y="48761"/>
                </a:lnTo>
                <a:lnTo>
                  <a:pt x="1699728" y="48923"/>
                </a:lnTo>
                <a:lnTo>
                  <a:pt x="1700353" y="49101"/>
                </a:lnTo>
                <a:lnTo>
                  <a:pt x="1700968" y="49294"/>
                </a:lnTo>
                <a:lnTo>
                  <a:pt x="1701574" y="49502"/>
                </a:lnTo>
                <a:lnTo>
                  <a:pt x="1702171" y="49726"/>
                </a:lnTo>
                <a:lnTo>
                  <a:pt x="1702759" y="49965"/>
                </a:lnTo>
                <a:lnTo>
                  <a:pt x="1703337" y="50220"/>
                </a:lnTo>
                <a:lnTo>
                  <a:pt x="1703906" y="50490"/>
                </a:lnTo>
                <a:lnTo>
                  <a:pt x="1704466" y="50776"/>
                </a:lnTo>
                <a:lnTo>
                  <a:pt x="1705017" y="51077"/>
                </a:lnTo>
                <a:lnTo>
                  <a:pt x="1705558" y="51394"/>
                </a:lnTo>
                <a:lnTo>
                  <a:pt x="1706090" y="51725"/>
                </a:lnTo>
                <a:lnTo>
                  <a:pt x="1706613" y="52073"/>
                </a:lnTo>
                <a:lnTo>
                  <a:pt x="1707127" y="52436"/>
                </a:lnTo>
                <a:lnTo>
                  <a:pt x="1707626" y="52817"/>
                </a:lnTo>
                <a:lnTo>
                  <a:pt x="1708103" y="53221"/>
                </a:lnTo>
                <a:lnTo>
                  <a:pt x="1708559" y="53646"/>
                </a:lnTo>
                <a:lnTo>
                  <a:pt x="1708994" y="54093"/>
                </a:lnTo>
                <a:lnTo>
                  <a:pt x="1709408" y="54562"/>
                </a:lnTo>
                <a:lnTo>
                  <a:pt x="1709800" y="55053"/>
                </a:lnTo>
                <a:lnTo>
                  <a:pt x="1710171" y="55566"/>
                </a:lnTo>
                <a:lnTo>
                  <a:pt x="1710521" y="56101"/>
                </a:lnTo>
                <a:lnTo>
                  <a:pt x="1710850" y="56658"/>
                </a:lnTo>
                <a:lnTo>
                  <a:pt x="1711158" y="57237"/>
                </a:lnTo>
                <a:lnTo>
                  <a:pt x="1711444" y="57837"/>
                </a:lnTo>
                <a:lnTo>
                  <a:pt x="1711709" y="58460"/>
                </a:lnTo>
                <a:lnTo>
                  <a:pt x="1711953" y="59104"/>
                </a:lnTo>
                <a:lnTo>
                  <a:pt x="1712176" y="59770"/>
                </a:lnTo>
                <a:lnTo>
                  <a:pt x="1712378" y="60459"/>
                </a:lnTo>
                <a:lnTo>
                  <a:pt x="1712558" y="61169"/>
                </a:lnTo>
                <a:lnTo>
                  <a:pt x="1712717" y="61901"/>
                </a:lnTo>
                <a:lnTo>
                  <a:pt x="1712855" y="62655"/>
                </a:lnTo>
                <a:lnTo>
                  <a:pt x="1712971" y="63431"/>
                </a:lnTo>
                <a:lnTo>
                  <a:pt x="1713067" y="64228"/>
                </a:lnTo>
                <a:lnTo>
                  <a:pt x="1713141" y="65048"/>
                </a:lnTo>
                <a:lnTo>
                  <a:pt x="1713194" y="65890"/>
                </a:lnTo>
                <a:lnTo>
                  <a:pt x="1713226" y="66753"/>
                </a:lnTo>
                <a:lnTo>
                  <a:pt x="1713237" y="67639"/>
                </a:lnTo>
                <a:lnTo>
                  <a:pt x="1729200" y="67639"/>
                </a:lnTo>
                <a:lnTo>
                  <a:pt x="1729195" y="66933"/>
                </a:lnTo>
                <a:lnTo>
                  <a:pt x="1729180" y="66235"/>
                </a:lnTo>
                <a:lnTo>
                  <a:pt x="1729154" y="65546"/>
                </a:lnTo>
                <a:lnTo>
                  <a:pt x="1729118" y="64865"/>
                </a:lnTo>
                <a:lnTo>
                  <a:pt x="1729072" y="64193"/>
                </a:lnTo>
                <a:lnTo>
                  <a:pt x="1729015" y="63529"/>
                </a:lnTo>
                <a:lnTo>
                  <a:pt x="1728949" y="62874"/>
                </a:lnTo>
                <a:lnTo>
                  <a:pt x="1728872" y="62227"/>
                </a:lnTo>
                <a:lnTo>
                  <a:pt x="1728784" y="61588"/>
                </a:lnTo>
                <a:lnTo>
                  <a:pt x="1728687" y="60958"/>
                </a:lnTo>
                <a:lnTo>
                  <a:pt x="1728579" y="60337"/>
                </a:lnTo>
                <a:lnTo>
                  <a:pt x="1728461" y="59724"/>
                </a:lnTo>
                <a:lnTo>
                  <a:pt x="1728333" y="59119"/>
                </a:lnTo>
                <a:lnTo>
                  <a:pt x="1728194" y="58523"/>
                </a:lnTo>
                <a:lnTo>
                  <a:pt x="1728045" y="57935"/>
                </a:lnTo>
                <a:lnTo>
                  <a:pt x="1727886" y="57356"/>
                </a:lnTo>
                <a:lnTo>
                  <a:pt x="1727717" y="56785"/>
                </a:lnTo>
                <a:lnTo>
                  <a:pt x="1727537" y="56223"/>
                </a:lnTo>
                <a:lnTo>
                  <a:pt x="1727347" y="55669"/>
                </a:lnTo>
                <a:lnTo>
                  <a:pt x="1727147" y="55124"/>
                </a:lnTo>
                <a:lnTo>
                  <a:pt x="1726937" y="54587"/>
                </a:lnTo>
                <a:lnTo>
                  <a:pt x="1726716" y="54059"/>
                </a:lnTo>
                <a:lnTo>
                  <a:pt x="1726485" y="53539"/>
                </a:lnTo>
                <a:lnTo>
                  <a:pt x="1726244" y="53027"/>
                </a:lnTo>
                <a:lnTo>
                  <a:pt x="1725994" y="52524"/>
                </a:lnTo>
                <a:lnTo>
                  <a:pt x="1725737" y="52028"/>
                </a:lnTo>
                <a:lnTo>
                  <a:pt x="1725472" y="51540"/>
                </a:lnTo>
                <a:lnTo>
                  <a:pt x="1725200" y="51060"/>
                </a:lnTo>
                <a:lnTo>
                  <a:pt x="1724920" y="50587"/>
                </a:lnTo>
                <a:lnTo>
                  <a:pt x="1724633" y="50123"/>
                </a:lnTo>
                <a:lnTo>
                  <a:pt x="1724339" y="49666"/>
                </a:lnTo>
                <a:lnTo>
                  <a:pt x="1724038" y="49216"/>
                </a:lnTo>
                <a:lnTo>
                  <a:pt x="1723729" y="48775"/>
                </a:lnTo>
                <a:lnTo>
                  <a:pt x="1723413" y="48341"/>
                </a:lnTo>
                <a:lnTo>
                  <a:pt x="1723089" y="47915"/>
                </a:lnTo>
                <a:lnTo>
                  <a:pt x="1722758" y="47497"/>
                </a:lnTo>
                <a:lnTo>
                  <a:pt x="1722420" y="47087"/>
                </a:lnTo>
                <a:lnTo>
                  <a:pt x="1722074" y="46684"/>
                </a:lnTo>
                <a:lnTo>
                  <a:pt x="1721721" y="46289"/>
                </a:lnTo>
                <a:lnTo>
                  <a:pt x="1721361" y="45902"/>
                </a:lnTo>
                <a:lnTo>
                  <a:pt x="1720993" y="45523"/>
                </a:lnTo>
                <a:lnTo>
                  <a:pt x="1720618" y="45151"/>
                </a:lnTo>
                <a:lnTo>
                  <a:pt x="1720235" y="44787"/>
                </a:lnTo>
                <a:lnTo>
                  <a:pt x="1719846" y="44431"/>
                </a:lnTo>
                <a:lnTo>
                  <a:pt x="1719449" y="44082"/>
                </a:lnTo>
                <a:lnTo>
                  <a:pt x="1719044" y="43742"/>
                </a:lnTo>
                <a:lnTo>
                  <a:pt x="1718632" y="43409"/>
                </a:lnTo>
                <a:lnTo>
                  <a:pt x="1718213" y="43084"/>
                </a:lnTo>
                <a:lnTo>
                  <a:pt x="1717787" y="42766"/>
                </a:lnTo>
                <a:lnTo>
                  <a:pt x="1717356" y="42455"/>
                </a:lnTo>
                <a:lnTo>
                  <a:pt x="1716920" y="42151"/>
                </a:lnTo>
                <a:lnTo>
                  <a:pt x="1716478" y="41854"/>
                </a:lnTo>
                <a:lnTo>
                  <a:pt x="1716030" y="41564"/>
                </a:lnTo>
                <a:lnTo>
                  <a:pt x="1715577" y="41281"/>
                </a:lnTo>
                <a:lnTo>
                  <a:pt x="1715118" y="41006"/>
                </a:lnTo>
                <a:lnTo>
                  <a:pt x="1714655" y="40737"/>
                </a:lnTo>
                <a:lnTo>
                  <a:pt x="1714185" y="40476"/>
                </a:lnTo>
                <a:lnTo>
                  <a:pt x="1713710" y="40221"/>
                </a:lnTo>
                <a:lnTo>
                  <a:pt x="1713230" y="39974"/>
                </a:lnTo>
                <a:lnTo>
                  <a:pt x="1712744" y="39733"/>
                </a:lnTo>
                <a:lnTo>
                  <a:pt x="1712253" y="39500"/>
                </a:lnTo>
                <a:lnTo>
                  <a:pt x="1711756" y="39274"/>
                </a:lnTo>
                <a:lnTo>
                  <a:pt x="1711254" y="39054"/>
                </a:lnTo>
                <a:lnTo>
                  <a:pt x="1710746" y="38842"/>
                </a:lnTo>
                <a:lnTo>
                  <a:pt x="1710233" y="38637"/>
                </a:lnTo>
                <a:lnTo>
                  <a:pt x="1709714" y="38439"/>
                </a:lnTo>
                <a:lnTo>
                  <a:pt x="1709190" y="38248"/>
                </a:lnTo>
                <a:lnTo>
                  <a:pt x="1708660" y="38064"/>
                </a:lnTo>
                <a:lnTo>
                  <a:pt x="1708125" y="37887"/>
                </a:lnTo>
                <a:lnTo>
                  <a:pt x="1707584" y="37718"/>
                </a:lnTo>
                <a:lnTo>
                  <a:pt x="1707038" y="37555"/>
                </a:lnTo>
                <a:lnTo>
                  <a:pt x="1706487" y="37399"/>
                </a:lnTo>
                <a:lnTo>
                  <a:pt x="1705931" y="37250"/>
                </a:lnTo>
                <a:lnTo>
                  <a:pt x="1705372" y="37107"/>
                </a:lnTo>
                <a:lnTo>
                  <a:pt x="1704809" y="36971"/>
                </a:lnTo>
                <a:lnTo>
                  <a:pt x="1704243" y="36841"/>
                </a:lnTo>
                <a:lnTo>
                  <a:pt x="1703675" y="36717"/>
                </a:lnTo>
                <a:lnTo>
                  <a:pt x="1703102" y="36600"/>
                </a:lnTo>
                <a:lnTo>
                  <a:pt x="1702527" y="36489"/>
                </a:lnTo>
                <a:lnTo>
                  <a:pt x="1701948" y="36385"/>
                </a:lnTo>
                <a:lnTo>
                  <a:pt x="1701366" y="36286"/>
                </a:lnTo>
                <a:lnTo>
                  <a:pt x="1700781" y="36194"/>
                </a:lnTo>
                <a:lnTo>
                  <a:pt x="1700193" y="36109"/>
                </a:lnTo>
                <a:lnTo>
                  <a:pt x="1699601" y="36030"/>
                </a:lnTo>
                <a:lnTo>
                  <a:pt x="1699006" y="35957"/>
                </a:lnTo>
                <a:lnTo>
                  <a:pt x="1698408" y="35890"/>
                </a:lnTo>
                <a:lnTo>
                  <a:pt x="1697807" y="35830"/>
                </a:lnTo>
                <a:lnTo>
                  <a:pt x="1697202" y="35776"/>
                </a:lnTo>
                <a:lnTo>
                  <a:pt x="1696594" y="35728"/>
                </a:lnTo>
                <a:lnTo>
                  <a:pt x="1695983" y="35687"/>
                </a:lnTo>
                <a:lnTo>
                  <a:pt x="1695368" y="35652"/>
                </a:lnTo>
                <a:lnTo>
                  <a:pt x="1694751" y="35624"/>
                </a:lnTo>
                <a:lnTo>
                  <a:pt x="1694130" y="35602"/>
                </a:lnTo>
                <a:lnTo>
                  <a:pt x="1693506" y="35586"/>
                </a:lnTo>
                <a:lnTo>
                  <a:pt x="1692878" y="35576"/>
                </a:lnTo>
                <a:lnTo>
                  <a:pt x="1692248" y="35573"/>
                </a:lnTo>
                <a:lnTo>
                  <a:pt x="1691609" y="35576"/>
                </a:lnTo>
                <a:lnTo>
                  <a:pt x="1690974" y="35585"/>
                </a:lnTo>
                <a:lnTo>
                  <a:pt x="1690343" y="35599"/>
                </a:lnTo>
                <a:lnTo>
                  <a:pt x="1689716" y="35620"/>
                </a:lnTo>
                <a:lnTo>
                  <a:pt x="1689092" y="35646"/>
                </a:lnTo>
                <a:lnTo>
                  <a:pt x="1688472" y="35678"/>
                </a:lnTo>
                <a:lnTo>
                  <a:pt x="1687856" y="35716"/>
                </a:lnTo>
                <a:lnTo>
                  <a:pt x="1687244" y="35759"/>
                </a:lnTo>
                <a:lnTo>
                  <a:pt x="1686635" y="35809"/>
                </a:lnTo>
                <a:lnTo>
                  <a:pt x="1686031" y="35864"/>
                </a:lnTo>
                <a:lnTo>
                  <a:pt x="1685430" y="35925"/>
                </a:lnTo>
                <a:lnTo>
                  <a:pt x="1684832" y="35992"/>
                </a:lnTo>
                <a:lnTo>
                  <a:pt x="1684239" y="36065"/>
                </a:lnTo>
                <a:lnTo>
                  <a:pt x="1683649" y="36143"/>
                </a:lnTo>
                <a:lnTo>
                  <a:pt x="1683063" y="36227"/>
                </a:lnTo>
                <a:lnTo>
                  <a:pt x="1682481" y="36318"/>
                </a:lnTo>
                <a:lnTo>
                  <a:pt x="1681903" y="36414"/>
                </a:lnTo>
                <a:lnTo>
                  <a:pt x="1681328" y="36515"/>
                </a:lnTo>
                <a:lnTo>
                  <a:pt x="1680757" y="36623"/>
                </a:lnTo>
                <a:lnTo>
                  <a:pt x="1680190" y="36736"/>
                </a:lnTo>
                <a:lnTo>
                  <a:pt x="1679627" y="36856"/>
                </a:lnTo>
                <a:lnTo>
                  <a:pt x="1679067" y="36981"/>
                </a:lnTo>
                <a:lnTo>
                  <a:pt x="1678511" y="37112"/>
                </a:lnTo>
                <a:lnTo>
                  <a:pt x="1677959" y="37248"/>
                </a:lnTo>
                <a:lnTo>
                  <a:pt x="1677412" y="37390"/>
                </a:lnTo>
                <a:lnTo>
                  <a:pt x="1676871" y="37539"/>
                </a:lnTo>
                <a:lnTo>
                  <a:pt x="1676336" y="37692"/>
                </a:lnTo>
                <a:lnTo>
                  <a:pt x="1675806" y="37852"/>
                </a:lnTo>
                <a:lnTo>
                  <a:pt x="1675283" y="38018"/>
                </a:lnTo>
                <a:lnTo>
                  <a:pt x="1674766" y="38189"/>
                </a:lnTo>
                <a:lnTo>
                  <a:pt x="1674255" y="38366"/>
                </a:lnTo>
                <a:lnTo>
                  <a:pt x="1673749" y="38549"/>
                </a:lnTo>
                <a:lnTo>
                  <a:pt x="1673250" y="38738"/>
                </a:lnTo>
                <a:lnTo>
                  <a:pt x="1672757" y="38933"/>
                </a:lnTo>
                <a:lnTo>
                  <a:pt x="1672269" y="39134"/>
                </a:lnTo>
                <a:lnTo>
                  <a:pt x="1671788" y="39340"/>
                </a:lnTo>
                <a:lnTo>
                  <a:pt x="1671313" y="39552"/>
                </a:lnTo>
                <a:lnTo>
                  <a:pt x="1670843" y="39770"/>
                </a:lnTo>
                <a:lnTo>
                  <a:pt x="1670380" y="39994"/>
                </a:lnTo>
                <a:lnTo>
                  <a:pt x="1669923" y="40224"/>
                </a:lnTo>
                <a:lnTo>
                  <a:pt x="1669471" y="40459"/>
                </a:lnTo>
                <a:lnTo>
                  <a:pt x="1669026" y="40700"/>
                </a:lnTo>
                <a:lnTo>
                  <a:pt x="1668587" y="40948"/>
                </a:lnTo>
                <a:lnTo>
                  <a:pt x="1668153" y="41201"/>
                </a:lnTo>
                <a:lnTo>
                  <a:pt x="1667726" y="41459"/>
                </a:lnTo>
                <a:lnTo>
                  <a:pt x="1667304" y="41724"/>
                </a:lnTo>
                <a:lnTo>
                  <a:pt x="1666889" y="41994"/>
                </a:lnTo>
                <a:lnTo>
                  <a:pt x="1666479" y="42271"/>
                </a:lnTo>
                <a:lnTo>
                  <a:pt x="1666077" y="42553"/>
                </a:lnTo>
                <a:lnTo>
                  <a:pt x="1665681" y="42840"/>
                </a:lnTo>
                <a:lnTo>
                  <a:pt x="1665294" y="43134"/>
                </a:lnTo>
                <a:lnTo>
                  <a:pt x="1664914" y="43433"/>
                </a:lnTo>
                <a:lnTo>
                  <a:pt x="1664541" y="43738"/>
                </a:lnTo>
                <a:lnTo>
                  <a:pt x="1664176" y="44049"/>
                </a:lnTo>
                <a:lnTo>
                  <a:pt x="1663818" y="44366"/>
                </a:lnTo>
                <a:lnTo>
                  <a:pt x="1663468" y="44688"/>
                </a:lnTo>
                <a:lnTo>
                  <a:pt x="1663126" y="45017"/>
                </a:lnTo>
                <a:lnTo>
                  <a:pt x="1662791" y="45351"/>
                </a:lnTo>
                <a:lnTo>
                  <a:pt x="1662463" y="45691"/>
                </a:lnTo>
                <a:lnTo>
                  <a:pt x="1662144" y="46037"/>
                </a:lnTo>
                <a:lnTo>
                  <a:pt x="1661831" y="46388"/>
                </a:lnTo>
                <a:lnTo>
                  <a:pt x="1661526" y="46746"/>
                </a:lnTo>
                <a:lnTo>
                  <a:pt x="1661229" y="47109"/>
                </a:lnTo>
                <a:lnTo>
                  <a:pt x="1660939" y="47478"/>
                </a:lnTo>
                <a:lnTo>
                  <a:pt x="1660657" y="47853"/>
                </a:lnTo>
                <a:lnTo>
                  <a:pt x="1660382" y="48234"/>
                </a:lnTo>
                <a:lnTo>
                  <a:pt x="1660115" y="48620"/>
                </a:lnTo>
                <a:lnTo>
                  <a:pt x="1659855" y="49013"/>
                </a:lnTo>
                <a:lnTo>
                  <a:pt x="1659603" y="49411"/>
                </a:lnTo>
                <a:lnTo>
                  <a:pt x="1659358" y="49815"/>
                </a:lnTo>
                <a:lnTo>
                  <a:pt x="1659121" y="50225"/>
                </a:lnTo>
                <a:lnTo>
                  <a:pt x="1658892" y="50640"/>
                </a:lnTo>
                <a:lnTo>
                  <a:pt x="1658671" y="51062"/>
                </a:lnTo>
                <a:lnTo>
                  <a:pt x="1658459" y="51488"/>
                </a:lnTo>
                <a:lnTo>
                  <a:pt x="1658257" y="51921"/>
                </a:lnTo>
                <a:lnTo>
                  <a:pt x="1658064" y="52358"/>
                </a:lnTo>
                <a:lnTo>
                  <a:pt x="1657880" y="52801"/>
                </a:lnTo>
                <a:lnTo>
                  <a:pt x="1657706" y="53250"/>
                </a:lnTo>
                <a:lnTo>
                  <a:pt x="1657541" y="53704"/>
                </a:lnTo>
                <a:lnTo>
                  <a:pt x="1657386" y="54164"/>
                </a:lnTo>
                <a:lnTo>
                  <a:pt x="1657240" y="54629"/>
                </a:lnTo>
                <a:lnTo>
                  <a:pt x="1657104" y="55099"/>
                </a:lnTo>
                <a:lnTo>
                  <a:pt x="1656977" y="55575"/>
                </a:lnTo>
                <a:lnTo>
                  <a:pt x="1656859" y="56056"/>
                </a:lnTo>
                <a:lnTo>
                  <a:pt x="1656751" y="56543"/>
                </a:lnTo>
                <a:lnTo>
                  <a:pt x="1656652" y="57035"/>
                </a:lnTo>
                <a:lnTo>
                  <a:pt x="1656563" y="57533"/>
                </a:lnTo>
                <a:lnTo>
                  <a:pt x="1656483" y="58036"/>
                </a:lnTo>
                <a:lnTo>
                  <a:pt x="1656412" y="58545"/>
                </a:lnTo>
                <a:lnTo>
                  <a:pt x="1656351" y="59059"/>
                </a:lnTo>
                <a:lnTo>
                  <a:pt x="1656299" y="59579"/>
                </a:lnTo>
                <a:lnTo>
                  <a:pt x="1656257" y="60104"/>
                </a:lnTo>
                <a:lnTo>
                  <a:pt x="1656224" y="60635"/>
                </a:lnTo>
                <a:lnTo>
                  <a:pt x="1656201" y="61171"/>
                </a:lnTo>
                <a:lnTo>
                  <a:pt x="1656187" y="61712"/>
                </a:lnTo>
                <a:lnTo>
                  <a:pt x="1656182" y="62259"/>
                </a:lnTo>
                <a:lnTo>
                  <a:pt x="1656189" y="62956"/>
                </a:lnTo>
                <a:lnTo>
                  <a:pt x="1656209" y="63643"/>
                </a:lnTo>
                <a:lnTo>
                  <a:pt x="1656242" y="64319"/>
                </a:lnTo>
                <a:lnTo>
                  <a:pt x="1656289" y="64986"/>
                </a:lnTo>
                <a:lnTo>
                  <a:pt x="1656349" y="65643"/>
                </a:lnTo>
                <a:lnTo>
                  <a:pt x="1656422" y="66289"/>
                </a:lnTo>
                <a:lnTo>
                  <a:pt x="1656509" y="66926"/>
                </a:lnTo>
                <a:lnTo>
                  <a:pt x="1656609" y="67552"/>
                </a:lnTo>
                <a:lnTo>
                  <a:pt x="1656722" y="68169"/>
                </a:lnTo>
                <a:lnTo>
                  <a:pt x="1656849" y="68775"/>
                </a:lnTo>
                <a:lnTo>
                  <a:pt x="1656989" y="69372"/>
                </a:lnTo>
                <a:lnTo>
                  <a:pt x="1657143" y="69958"/>
                </a:lnTo>
                <a:lnTo>
                  <a:pt x="1657309" y="70535"/>
                </a:lnTo>
                <a:lnTo>
                  <a:pt x="1657490" y="71101"/>
                </a:lnTo>
                <a:lnTo>
                  <a:pt x="1657683" y="71657"/>
                </a:lnTo>
                <a:lnTo>
                  <a:pt x="1657890" y="72203"/>
                </a:lnTo>
                <a:lnTo>
                  <a:pt x="1658110" y="72739"/>
                </a:lnTo>
                <a:lnTo>
                  <a:pt x="1658344" y="73266"/>
                </a:lnTo>
                <a:lnTo>
                  <a:pt x="1658590" y="73782"/>
                </a:lnTo>
                <a:lnTo>
                  <a:pt x="1658851" y="74288"/>
                </a:lnTo>
                <a:lnTo>
                  <a:pt x="1659124" y="74784"/>
                </a:lnTo>
                <a:lnTo>
                  <a:pt x="1659411" y="75270"/>
                </a:lnTo>
                <a:lnTo>
                  <a:pt x="1659711" y="75746"/>
                </a:lnTo>
                <a:lnTo>
                  <a:pt x="1660025" y="76212"/>
                </a:lnTo>
                <a:lnTo>
                  <a:pt x="1660352" y="76669"/>
                </a:lnTo>
                <a:lnTo>
                  <a:pt x="1660692" y="77120"/>
                </a:lnTo>
                <a:lnTo>
                  <a:pt x="1661046" y="77564"/>
                </a:lnTo>
                <a:lnTo>
                  <a:pt x="1661413" y="78002"/>
                </a:lnTo>
                <a:lnTo>
                  <a:pt x="1661793" y="78432"/>
                </a:lnTo>
                <a:lnTo>
                  <a:pt x="1662187" y="78856"/>
                </a:lnTo>
                <a:lnTo>
                  <a:pt x="1662594" y="79274"/>
                </a:lnTo>
                <a:lnTo>
                  <a:pt x="1663014" y="79684"/>
                </a:lnTo>
                <a:lnTo>
                  <a:pt x="1663448" y="80088"/>
                </a:lnTo>
                <a:lnTo>
                  <a:pt x="1663895" y="80486"/>
                </a:lnTo>
                <a:lnTo>
                  <a:pt x="1664355" y="80876"/>
                </a:lnTo>
                <a:lnTo>
                  <a:pt x="1664829" y="81260"/>
                </a:lnTo>
                <a:lnTo>
                  <a:pt x="1665316" y="81637"/>
                </a:lnTo>
                <a:lnTo>
                  <a:pt x="1665816" y="82008"/>
                </a:lnTo>
                <a:lnTo>
                  <a:pt x="1666330" y="82372"/>
                </a:lnTo>
                <a:lnTo>
                  <a:pt x="1666857" y="82729"/>
                </a:lnTo>
                <a:lnTo>
                  <a:pt x="1667397" y="83079"/>
                </a:lnTo>
                <a:lnTo>
                  <a:pt x="1667951" y="83423"/>
                </a:lnTo>
                <a:lnTo>
                  <a:pt x="1668518" y="83760"/>
                </a:lnTo>
                <a:lnTo>
                  <a:pt x="1669099" y="84091"/>
                </a:lnTo>
                <a:lnTo>
                  <a:pt x="1669693" y="84414"/>
                </a:lnTo>
                <a:lnTo>
                  <a:pt x="1670300" y="84731"/>
                </a:lnTo>
                <a:lnTo>
                  <a:pt x="1670920" y="85041"/>
                </a:lnTo>
                <a:lnTo>
                  <a:pt x="1671554" y="85345"/>
                </a:lnTo>
                <a:lnTo>
                  <a:pt x="1672201" y="85644"/>
                </a:lnTo>
                <a:lnTo>
                  <a:pt x="1672860" y="85939"/>
                </a:lnTo>
                <a:lnTo>
                  <a:pt x="1673531" y="86232"/>
                </a:lnTo>
                <a:lnTo>
                  <a:pt x="1674215" y="86521"/>
                </a:lnTo>
                <a:lnTo>
                  <a:pt x="1674911" y="86808"/>
                </a:lnTo>
                <a:lnTo>
                  <a:pt x="1675619" y="87091"/>
                </a:lnTo>
                <a:lnTo>
                  <a:pt x="1676339" y="87372"/>
                </a:lnTo>
                <a:lnTo>
                  <a:pt x="1677072" y="87649"/>
                </a:lnTo>
                <a:lnTo>
                  <a:pt x="1677818" y="87924"/>
                </a:lnTo>
                <a:lnTo>
                  <a:pt x="1678575" y="88196"/>
                </a:lnTo>
                <a:lnTo>
                  <a:pt x="1679345" y="88464"/>
                </a:lnTo>
                <a:lnTo>
                  <a:pt x="1680127" y="88730"/>
                </a:lnTo>
                <a:lnTo>
                  <a:pt x="1680922" y="88993"/>
                </a:lnTo>
                <a:lnTo>
                  <a:pt x="1681728" y="89252"/>
                </a:lnTo>
                <a:lnTo>
                  <a:pt x="1682548" y="89509"/>
                </a:lnTo>
                <a:lnTo>
                  <a:pt x="1683379" y="89763"/>
                </a:lnTo>
                <a:lnTo>
                  <a:pt x="1684223" y="90014"/>
                </a:lnTo>
                <a:lnTo>
                  <a:pt x="1685079" y="90261"/>
                </a:lnTo>
                <a:lnTo>
                  <a:pt x="1685947" y="90506"/>
                </a:lnTo>
                <a:lnTo>
                  <a:pt x="1686828" y="90748"/>
                </a:lnTo>
                <a:lnTo>
                  <a:pt x="1687721" y="90987"/>
                </a:lnTo>
                <a:lnTo>
                  <a:pt x="1688626" y="91223"/>
                </a:lnTo>
                <a:lnTo>
                  <a:pt x="1689544" y="91456"/>
                </a:lnTo>
                <a:lnTo>
                  <a:pt x="1690474" y="91686"/>
                </a:lnTo>
                <a:lnTo>
                  <a:pt x="1691609" y="91965"/>
                </a:lnTo>
                <a:lnTo>
                  <a:pt x="1692715" y="92245"/>
                </a:lnTo>
                <a:lnTo>
                  <a:pt x="1693793" y="92526"/>
                </a:lnTo>
                <a:lnTo>
                  <a:pt x="1694841" y="92807"/>
                </a:lnTo>
                <a:lnTo>
                  <a:pt x="1695861" y="93089"/>
                </a:lnTo>
                <a:lnTo>
                  <a:pt x="1696851" y="93372"/>
                </a:lnTo>
                <a:lnTo>
                  <a:pt x="1697813" y="93656"/>
                </a:lnTo>
                <a:lnTo>
                  <a:pt x="1698746" y="93940"/>
                </a:lnTo>
                <a:lnTo>
                  <a:pt x="1699650" y="94225"/>
                </a:lnTo>
                <a:lnTo>
                  <a:pt x="1700525" y="94511"/>
                </a:lnTo>
                <a:lnTo>
                  <a:pt x="1701371" y="94797"/>
                </a:lnTo>
                <a:lnTo>
                  <a:pt x="1702188" y="95084"/>
                </a:lnTo>
                <a:lnTo>
                  <a:pt x="1702976" y="95372"/>
                </a:lnTo>
                <a:lnTo>
                  <a:pt x="1703735" y="95661"/>
                </a:lnTo>
                <a:lnTo>
                  <a:pt x="1704466" y="95950"/>
                </a:lnTo>
                <a:lnTo>
                  <a:pt x="1705167" y="96240"/>
                </a:lnTo>
                <a:lnTo>
                  <a:pt x="1705840" y="96531"/>
                </a:lnTo>
                <a:lnTo>
                  <a:pt x="1706484" y="96823"/>
                </a:lnTo>
                <a:lnTo>
                  <a:pt x="1707098" y="97115"/>
                </a:lnTo>
                <a:lnTo>
                  <a:pt x="1707684" y="97408"/>
                </a:lnTo>
                <a:lnTo>
                  <a:pt x="1708241" y="97701"/>
                </a:lnTo>
                <a:lnTo>
                  <a:pt x="1708769" y="97996"/>
                </a:lnTo>
                <a:lnTo>
                  <a:pt x="1709268" y="98291"/>
                </a:lnTo>
                <a:lnTo>
                  <a:pt x="1709738" y="98586"/>
                </a:lnTo>
                <a:lnTo>
                  <a:pt x="1710185" y="98889"/>
                </a:lnTo>
                <a:lnTo>
                  <a:pt x="1710612" y="99204"/>
                </a:lnTo>
                <a:lnTo>
                  <a:pt x="1711020" y="99533"/>
                </a:lnTo>
                <a:lnTo>
                  <a:pt x="1711410" y="99874"/>
                </a:lnTo>
                <a:lnTo>
                  <a:pt x="1711780" y="100229"/>
                </a:lnTo>
                <a:lnTo>
                  <a:pt x="1712131" y="100596"/>
                </a:lnTo>
                <a:lnTo>
                  <a:pt x="1712463" y="100977"/>
                </a:lnTo>
                <a:lnTo>
                  <a:pt x="1712777" y="101371"/>
                </a:lnTo>
                <a:lnTo>
                  <a:pt x="1713071" y="101778"/>
                </a:lnTo>
                <a:lnTo>
                  <a:pt x="1713346" y="102197"/>
                </a:lnTo>
                <a:lnTo>
                  <a:pt x="1713603" y="102630"/>
                </a:lnTo>
                <a:lnTo>
                  <a:pt x="1713840" y="103076"/>
                </a:lnTo>
                <a:lnTo>
                  <a:pt x="1714059" y="103535"/>
                </a:lnTo>
                <a:lnTo>
                  <a:pt x="1714258" y="104007"/>
                </a:lnTo>
                <a:lnTo>
                  <a:pt x="1714438" y="104492"/>
                </a:lnTo>
                <a:lnTo>
                  <a:pt x="1714600" y="104990"/>
                </a:lnTo>
                <a:lnTo>
                  <a:pt x="1714742" y="105501"/>
                </a:lnTo>
                <a:lnTo>
                  <a:pt x="1714866" y="106025"/>
                </a:lnTo>
                <a:lnTo>
                  <a:pt x="1714970" y="106563"/>
                </a:lnTo>
                <a:lnTo>
                  <a:pt x="1715056" y="107113"/>
                </a:lnTo>
                <a:lnTo>
                  <a:pt x="1715122" y="107676"/>
                </a:lnTo>
                <a:lnTo>
                  <a:pt x="1715169" y="108253"/>
                </a:lnTo>
                <a:lnTo>
                  <a:pt x="1715198" y="108842"/>
                </a:lnTo>
                <a:lnTo>
                  <a:pt x="1715207" y="109444"/>
                </a:lnTo>
                <a:lnTo>
                  <a:pt x="1715197" y="110162"/>
                </a:lnTo>
                <a:lnTo>
                  <a:pt x="1715165" y="110863"/>
                </a:lnTo>
                <a:lnTo>
                  <a:pt x="1715113" y="111547"/>
                </a:lnTo>
                <a:lnTo>
                  <a:pt x="1715039" y="112213"/>
                </a:lnTo>
                <a:lnTo>
                  <a:pt x="1714944" y="112863"/>
                </a:lnTo>
                <a:lnTo>
                  <a:pt x="1714829" y="113495"/>
                </a:lnTo>
                <a:lnTo>
                  <a:pt x="1714692" y="114110"/>
                </a:lnTo>
                <a:lnTo>
                  <a:pt x="1714534" y="114708"/>
                </a:lnTo>
                <a:lnTo>
                  <a:pt x="1714355" y="115289"/>
                </a:lnTo>
                <a:lnTo>
                  <a:pt x="1714155" y="115853"/>
                </a:lnTo>
                <a:lnTo>
                  <a:pt x="1713934" y="116400"/>
                </a:lnTo>
                <a:lnTo>
                  <a:pt x="1713692" y="116930"/>
                </a:lnTo>
                <a:lnTo>
                  <a:pt x="1713429" y="117442"/>
                </a:lnTo>
                <a:lnTo>
                  <a:pt x="1713145" y="117937"/>
                </a:lnTo>
                <a:lnTo>
                  <a:pt x="1712840" y="118416"/>
                </a:lnTo>
                <a:lnTo>
                  <a:pt x="1712514" y="118877"/>
                </a:lnTo>
                <a:lnTo>
                  <a:pt x="1712167" y="119321"/>
                </a:lnTo>
                <a:lnTo>
                  <a:pt x="1711799" y="119748"/>
                </a:lnTo>
                <a:lnTo>
                  <a:pt x="1711409" y="120158"/>
                </a:lnTo>
                <a:lnTo>
                  <a:pt x="1710999" y="120550"/>
                </a:lnTo>
                <a:lnTo>
                  <a:pt x="1710568" y="120926"/>
                </a:lnTo>
                <a:lnTo>
                  <a:pt x="1710115" y="121284"/>
                </a:lnTo>
                <a:lnTo>
                  <a:pt x="1709642" y="121625"/>
                </a:lnTo>
                <a:lnTo>
                  <a:pt x="1709147" y="121950"/>
                </a:lnTo>
                <a:lnTo>
                  <a:pt x="1708636" y="122259"/>
                </a:lnTo>
                <a:lnTo>
                  <a:pt x="1708114" y="122555"/>
                </a:lnTo>
                <a:lnTo>
                  <a:pt x="1707581" y="122837"/>
                </a:lnTo>
                <a:lnTo>
                  <a:pt x="1707035" y="123107"/>
                </a:lnTo>
                <a:lnTo>
                  <a:pt x="1706479" y="123363"/>
                </a:lnTo>
                <a:lnTo>
                  <a:pt x="1705911" y="123607"/>
                </a:lnTo>
                <a:lnTo>
                  <a:pt x="1705331" y="123837"/>
                </a:lnTo>
                <a:lnTo>
                  <a:pt x="1704740" y="124054"/>
                </a:lnTo>
                <a:lnTo>
                  <a:pt x="1704138" y="124258"/>
                </a:lnTo>
                <a:lnTo>
                  <a:pt x="1703524" y="124448"/>
                </a:lnTo>
                <a:lnTo>
                  <a:pt x="1702899" y="124626"/>
                </a:lnTo>
                <a:lnTo>
                  <a:pt x="1702262" y="124790"/>
                </a:lnTo>
                <a:lnTo>
                  <a:pt x="1701613" y="124942"/>
                </a:lnTo>
                <a:lnTo>
                  <a:pt x="1700954" y="125080"/>
                </a:lnTo>
                <a:lnTo>
                  <a:pt x="1700282" y="125205"/>
                </a:lnTo>
                <a:lnTo>
                  <a:pt x="1699600" y="125316"/>
                </a:lnTo>
                <a:lnTo>
                  <a:pt x="1698906" y="125415"/>
                </a:lnTo>
                <a:lnTo>
                  <a:pt x="1698200" y="125501"/>
                </a:lnTo>
                <a:lnTo>
                  <a:pt x="1697483" y="125573"/>
                </a:lnTo>
                <a:lnTo>
                  <a:pt x="1696754" y="125632"/>
                </a:lnTo>
                <a:lnTo>
                  <a:pt x="1696014" y="125678"/>
                </a:lnTo>
                <a:lnTo>
                  <a:pt x="1695263" y="125711"/>
                </a:lnTo>
                <a:lnTo>
                  <a:pt x="1694500" y="125731"/>
                </a:lnTo>
                <a:lnTo>
                  <a:pt x="1693726" y="125737"/>
                </a:lnTo>
                <a:lnTo>
                  <a:pt x="1692861" y="125729"/>
                </a:lnTo>
                <a:lnTo>
                  <a:pt x="1692009" y="125704"/>
                </a:lnTo>
                <a:lnTo>
                  <a:pt x="1691169" y="125662"/>
                </a:lnTo>
                <a:lnTo>
                  <a:pt x="1690341" y="125604"/>
                </a:lnTo>
                <a:lnTo>
                  <a:pt x="1689525" y="125529"/>
                </a:lnTo>
                <a:lnTo>
                  <a:pt x="1688722" y="125437"/>
                </a:lnTo>
                <a:lnTo>
                  <a:pt x="1687930" y="125329"/>
                </a:lnTo>
                <a:lnTo>
                  <a:pt x="1687151" y="125204"/>
                </a:lnTo>
                <a:lnTo>
                  <a:pt x="1686384" y="125062"/>
                </a:lnTo>
                <a:lnTo>
                  <a:pt x="1685629" y="124904"/>
                </a:lnTo>
                <a:lnTo>
                  <a:pt x="1684886" y="124729"/>
                </a:lnTo>
                <a:lnTo>
                  <a:pt x="1684155" y="124537"/>
                </a:lnTo>
                <a:lnTo>
                  <a:pt x="1683436" y="124329"/>
                </a:lnTo>
                <a:lnTo>
                  <a:pt x="1682730" y="124104"/>
                </a:lnTo>
                <a:lnTo>
                  <a:pt x="1682036" y="123862"/>
                </a:lnTo>
                <a:lnTo>
                  <a:pt x="1681353" y="123604"/>
                </a:lnTo>
                <a:lnTo>
                  <a:pt x="1680683" y="123329"/>
                </a:lnTo>
                <a:lnTo>
                  <a:pt x="1680026" y="123037"/>
                </a:lnTo>
                <a:lnTo>
                  <a:pt x="1679380" y="122729"/>
                </a:lnTo>
                <a:lnTo>
                  <a:pt x="1678746" y="122403"/>
                </a:lnTo>
                <a:lnTo>
                  <a:pt x="1678125" y="122062"/>
                </a:lnTo>
                <a:lnTo>
                  <a:pt x="1677515" y="121703"/>
                </a:lnTo>
                <a:lnTo>
                  <a:pt x="1676918" y="121328"/>
                </a:lnTo>
                <a:lnTo>
                  <a:pt x="1676333" y="120937"/>
                </a:lnTo>
                <a:lnTo>
                  <a:pt x="1675766" y="120524"/>
                </a:lnTo>
                <a:lnTo>
                  <a:pt x="1675224" y="120088"/>
                </a:lnTo>
                <a:lnTo>
                  <a:pt x="1674705" y="119628"/>
                </a:lnTo>
                <a:lnTo>
                  <a:pt x="1674211" y="119143"/>
                </a:lnTo>
                <a:lnTo>
                  <a:pt x="1673740" y="118634"/>
                </a:lnTo>
                <a:lnTo>
                  <a:pt x="1673294" y="118101"/>
                </a:lnTo>
                <a:lnTo>
                  <a:pt x="1672872" y="117544"/>
                </a:lnTo>
                <a:lnTo>
                  <a:pt x="1672474" y="116962"/>
                </a:lnTo>
                <a:lnTo>
                  <a:pt x="1672100" y="116356"/>
                </a:lnTo>
                <a:lnTo>
                  <a:pt x="1671750" y="115727"/>
                </a:lnTo>
                <a:lnTo>
                  <a:pt x="1671425" y="115073"/>
                </a:lnTo>
                <a:lnTo>
                  <a:pt x="1671123" y="114394"/>
                </a:lnTo>
                <a:lnTo>
                  <a:pt x="1670846" y="113692"/>
                </a:lnTo>
                <a:lnTo>
                  <a:pt x="1670592" y="112965"/>
                </a:lnTo>
                <a:lnTo>
                  <a:pt x="1670363" y="112215"/>
                </a:lnTo>
                <a:lnTo>
                  <a:pt x="1670158" y="111440"/>
                </a:lnTo>
                <a:lnTo>
                  <a:pt x="1669977" y="110641"/>
                </a:lnTo>
                <a:lnTo>
                  <a:pt x="1669820" y="109817"/>
                </a:lnTo>
                <a:lnTo>
                  <a:pt x="1669688" y="108970"/>
                </a:lnTo>
                <a:lnTo>
                  <a:pt x="1669579" y="108098"/>
                </a:lnTo>
                <a:lnTo>
                  <a:pt x="1669495" y="107202"/>
                </a:lnTo>
                <a:lnTo>
                  <a:pt x="1669434" y="106282"/>
                </a:lnTo>
                <a:lnTo>
                  <a:pt x="1669398" y="105338"/>
                </a:lnTo>
                <a:lnTo>
                  <a:pt x="1669386" y="104369"/>
                </a:lnTo>
                <a:lnTo>
                  <a:pt x="1653521" y="104369"/>
                </a:lnTo>
                <a:lnTo>
                  <a:pt x="1653527" y="105126"/>
                </a:lnTo>
                <a:lnTo>
                  <a:pt x="1653543" y="105873"/>
                </a:lnTo>
                <a:lnTo>
                  <a:pt x="1653570" y="106611"/>
                </a:lnTo>
                <a:lnTo>
                  <a:pt x="1653607" y="107339"/>
                </a:lnTo>
                <a:lnTo>
                  <a:pt x="1653656" y="108058"/>
                </a:lnTo>
                <a:lnTo>
                  <a:pt x="1653715" y="108768"/>
                </a:lnTo>
                <a:lnTo>
                  <a:pt x="1653785" y="109469"/>
                </a:lnTo>
                <a:lnTo>
                  <a:pt x="1653866" y="110160"/>
                </a:lnTo>
                <a:lnTo>
                  <a:pt x="1653958" y="110842"/>
                </a:lnTo>
                <a:lnTo>
                  <a:pt x="1654060" y="111514"/>
                </a:lnTo>
                <a:lnTo>
                  <a:pt x="1654173" y="112177"/>
                </a:lnTo>
                <a:lnTo>
                  <a:pt x="1654297" y="112831"/>
                </a:lnTo>
                <a:lnTo>
                  <a:pt x="1654432" y="113475"/>
                </a:lnTo>
                <a:lnTo>
                  <a:pt x="1654578" y="114110"/>
                </a:lnTo>
                <a:lnTo>
                  <a:pt x="1654734" y="114736"/>
                </a:lnTo>
                <a:lnTo>
                  <a:pt x="1654901" y="115353"/>
                </a:lnTo>
                <a:lnTo>
                  <a:pt x="1655079" y="115960"/>
                </a:lnTo>
                <a:lnTo>
                  <a:pt x="1655267" y="116557"/>
                </a:lnTo>
                <a:lnTo>
                  <a:pt x="1655467" y="117146"/>
                </a:lnTo>
                <a:lnTo>
                  <a:pt x="1655677" y="117725"/>
                </a:lnTo>
                <a:lnTo>
                  <a:pt x="1655898" y="118295"/>
                </a:lnTo>
                <a:lnTo>
                  <a:pt x="1656130" y="118855"/>
                </a:lnTo>
                <a:lnTo>
                  <a:pt x="1656372" y="119406"/>
                </a:lnTo>
                <a:lnTo>
                  <a:pt x="1656625" y="119948"/>
                </a:lnTo>
                <a:lnTo>
                  <a:pt x="1656888" y="120481"/>
                </a:lnTo>
                <a:lnTo>
                  <a:pt x="1657159" y="121005"/>
                </a:lnTo>
                <a:lnTo>
                  <a:pt x="1657439" y="121520"/>
                </a:lnTo>
                <a:lnTo>
                  <a:pt x="1657727" y="122026"/>
                </a:lnTo>
                <a:lnTo>
                  <a:pt x="1658023" y="122524"/>
                </a:lnTo>
                <a:lnTo>
                  <a:pt x="1658328" y="123014"/>
                </a:lnTo>
                <a:lnTo>
                  <a:pt x="1658641" y="123495"/>
                </a:lnTo>
                <a:lnTo>
                  <a:pt x="1658963" y="123967"/>
                </a:lnTo>
                <a:lnTo>
                  <a:pt x="1659293" y="124430"/>
                </a:lnTo>
                <a:lnTo>
                  <a:pt x="1659631" y="124885"/>
                </a:lnTo>
                <a:lnTo>
                  <a:pt x="1659978" y="125331"/>
                </a:lnTo>
                <a:lnTo>
                  <a:pt x="1660333" y="125769"/>
                </a:lnTo>
                <a:lnTo>
                  <a:pt x="1660696" y="126198"/>
                </a:lnTo>
                <a:lnTo>
                  <a:pt x="1661068" y="126618"/>
                </a:lnTo>
                <a:lnTo>
                  <a:pt x="1661448" y="127030"/>
                </a:lnTo>
                <a:lnTo>
                  <a:pt x="1661837" y="127433"/>
                </a:lnTo>
                <a:lnTo>
                  <a:pt x="1662234" y="127827"/>
                </a:lnTo>
                <a:lnTo>
                  <a:pt x="1662639" y="128213"/>
                </a:lnTo>
                <a:lnTo>
                  <a:pt x="1663053" y="128591"/>
                </a:lnTo>
                <a:lnTo>
                  <a:pt x="1663475" y="128959"/>
                </a:lnTo>
                <a:lnTo>
                  <a:pt x="1663906" y="129319"/>
                </a:lnTo>
                <a:lnTo>
                  <a:pt x="1664345" y="129670"/>
                </a:lnTo>
                <a:lnTo>
                  <a:pt x="1664792" y="130013"/>
                </a:lnTo>
                <a:lnTo>
                  <a:pt x="1665248" y="130347"/>
                </a:lnTo>
                <a:lnTo>
                  <a:pt x="1665710" y="130673"/>
                </a:lnTo>
                <a:lnTo>
                  <a:pt x="1666179" y="130992"/>
                </a:lnTo>
                <a:lnTo>
                  <a:pt x="1666654" y="131303"/>
                </a:lnTo>
                <a:lnTo>
                  <a:pt x="1667135" y="131607"/>
                </a:lnTo>
                <a:lnTo>
                  <a:pt x="1667622" y="131903"/>
                </a:lnTo>
                <a:lnTo>
                  <a:pt x="1668114" y="132192"/>
                </a:lnTo>
                <a:lnTo>
                  <a:pt x="1668613" y="132474"/>
                </a:lnTo>
                <a:lnTo>
                  <a:pt x="1669118" y="132748"/>
                </a:lnTo>
                <a:lnTo>
                  <a:pt x="1669629" y="133015"/>
                </a:lnTo>
                <a:lnTo>
                  <a:pt x="1670145" y="133275"/>
                </a:lnTo>
                <a:lnTo>
                  <a:pt x="1670668" y="133527"/>
                </a:lnTo>
                <a:lnTo>
                  <a:pt x="1671197" y="133771"/>
                </a:lnTo>
                <a:lnTo>
                  <a:pt x="1671732" y="134009"/>
                </a:lnTo>
                <a:lnTo>
                  <a:pt x="1672272" y="134239"/>
                </a:lnTo>
                <a:lnTo>
                  <a:pt x="1672819" y="134461"/>
                </a:lnTo>
                <a:lnTo>
                  <a:pt x="1673372" y="134676"/>
                </a:lnTo>
                <a:lnTo>
                  <a:pt x="1673930" y="134884"/>
                </a:lnTo>
                <a:lnTo>
                  <a:pt x="1674495" y="135084"/>
                </a:lnTo>
                <a:lnTo>
                  <a:pt x="1675066" y="135277"/>
                </a:lnTo>
                <a:lnTo>
                  <a:pt x="1675642" y="135462"/>
                </a:lnTo>
                <a:lnTo>
                  <a:pt x="1676225" y="135640"/>
                </a:lnTo>
                <a:lnTo>
                  <a:pt x="1676813" y="135811"/>
                </a:lnTo>
                <a:lnTo>
                  <a:pt x="1677408" y="135974"/>
                </a:lnTo>
                <a:lnTo>
                  <a:pt x="1678009" y="136130"/>
                </a:lnTo>
                <a:lnTo>
                  <a:pt x="1678614" y="136279"/>
                </a:lnTo>
                <a:lnTo>
                  <a:pt x="1679221" y="136422"/>
                </a:lnTo>
                <a:lnTo>
                  <a:pt x="1679832" y="136558"/>
                </a:lnTo>
                <a:lnTo>
                  <a:pt x="1680446" y="136688"/>
                </a:lnTo>
                <a:lnTo>
                  <a:pt x="1681063" y="136812"/>
                </a:lnTo>
                <a:lnTo>
                  <a:pt x="1681682" y="136929"/>
                </a:lnTo>
                <a:lnTo>
                  <a:pt x="1682305" y="137040"/>
                </a:lnTo>
                <a:lnTo>
                  <a:pt x="1682930" y="137145"/>
                </a:lnTo>
                <a:lnTo>
                  <a:pt x="1683558" y="137243"/>
                </a:lnTo>
                <a:lnTo>
                  <a:pt x="1684190" y="137335"/>
                </a:lnTo>
                <a:lnTo>
                  <a:pt x="1684824" y="137421"/>
                </a:lnTo>
                <a:lnTo>
                  <a:pt x="1685461" y="137500"/>
                </a:lnTo>
                <a:lnTo>
                  <a:pt x="1686101" y="137573"/>
                </a:lnTo>
                <a:lnTo>
                  <a:pt x="1686743" y="137639"/>
                </a:lnTo>
                <a:lnTo>
                  <a:pt x="1687389" y="137700"/>
                </a:lnTo>
                <a:lnTo>
                  <a:pt x="1688038" y="137753"/>
                </a:lnTo>
                <a:lnTo>
                  <a:pt x="1688689" y="137801"/>
                </a:lnTo>
                <a:lnTo>
                  <a:pt x="1689344" y="137842"/>
                </a:lnTo>
                <a:lnTo>
                  <a:pt x="1690001" y="137877"/>
                </a:lnTo>
                <a:lnTo>
                  <a:pt x="1690661" y="137906"/>
                </a:lnTo>
                <a:lnTo>
                  <a:pt x="1691325" y="137928"/>
                </a:lnTo>
                <a:lnTo>
                  <a:pt x="1691991" y="137944"/>
                </a:lnTo>
                <a:lnTo>
                  <a:pt x="1692660" y="137953"/>
                </a:lnTo>
                <a:lnTo>
                  <a:pt x="1693332" y="137956"/>
                </a:lnTo>
                <a:lnTo>
                  <a:pt x="1694003" y="137953"/>
                </a:lnTo>
                <a:lnTo>
                  <a:pt x="1694670" y="137944"/>
                </a:lnTo>
                <a:lnTo>
                  <a:pt x="1695334" y="137929"/>
                </a:lnTo>
                <a:lnTo>
                  <a:pt x="1695993" y="137908"/>
                </a:lnTo>
                <a:lnTo>
                  <a:pt x="1696649" y="13788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" name="Text still1’s…">
            <a:extLst xmlns:a="http://schemas.openxmlformats.org/drawingml/2006/main">
              <a:ext uri="{FF2B5EF4-FFF2-40B4-BE49-F238E27FC236}">
                <a16:creationId xmlns:a16="http://schemas.microsoft.com/office/drawing/2014/main" id="{C00A93DD-A315-4A22-B063-FDBC2C320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7039" y="7363269"/>
            <a:ext cx="781609" cy="137956"/>
          </a:xfrm>
          <a:custGeom xmlns:a="http://schemas.openxmlformats.org/drawingml/2006/main">
            <a:pathLst>
              <a:path w="781609" h="137956">
                <a:moveTo>
                  <a:pt x="178993" y="19074"/>
                </a:moveTo>
                <a:lnTo>
                  <a:pt x="179357" y="19042"/>
                </a:lnTo>
                <a:lnTo>
                  <a:pt x="179715" y="18999"/>
                </a:lnTo>
                <a:lnTo>
                  <a:pt x="180067" y="18947"/>
                </a:lnTo>
                <a:lnTo>
                  <a:pt x="180413" y="18886"/>
                </a:lnTo>
                <a:lnTo>
                  <a:pt x="180753" y="18816"/>
                </a:lnTo>
                <a:lnTo>
                  <a:pt x="181087" y="18736"/>
                </a:lnTo>
                <a:lnTo>
                  <a:pt x="181414" y="18646"/>
                </a:lnTo>
                <a:lnTo>
                  <a:pt x="181735" y="18548"/>
                </a:lnTo>
                <a:lnTo>
                  <a:pt x="182051" y="18439"/>
                </a:lnTo>
                <a:lnTo>
                  <a:pt x="182360" y="18322"/>
                </a:lnTo>
                <a:lnTo>
                  <a:pt x="182662" y="18195"/>
                </a:lnTo>
                <a:lnTo>
                  <a:pt x="182959" y="18058"/>
                </a:lnTo>
                <a:lnTo>
                  <a:pt x="183249" y="17912"/>
                </a:lnTo>
                <a:lnTo>
                  <a:pt x="183534" y="17757"/>
                </a:lnTo>
                <a:lnTo>
                  <a:pt x="183812" y="17593"/>
                </a:lnTo>
                <a:lnTo>
                  <a:pt x="184084" y="17418"/>
                </a:lnTo>
                <a:lnTo>
                  <a:pt x="184350" y="17235"/>
                </a:lnTo>
                <a:lnTo>
                  <a:pt x="184610" y="17042"/>
                </a:lnTo>
                <a:lnTo>
                  <a:pt x="184863" y="16840"/>
                </a:lnTo>
                <a:lnTo>
                  <a:pt x="185110" y="16628"/>
                </a:lnTo>
                <a:lnTo>
                  <a:pt x="185352" y="16407"/>
                </a:lnTo>
                <a:lnTo>
                  <a:pt x="185585" y="16179"/>
                </a:lnTo>
                <a:lnTo>
                  <a:pt x="185808" y="15945"/>
                </a:lnTo>
                <a:lnTo>
                  <a:pt x="186021" y="15707"/>
                </a:lnTo>
                <a:lnTo>
                  <a:pt x="186225" y="15464"/>
                </a:lnTo>
                <a:lnTo>
                  <a:pt x="186418" y="15216"/>
                </a:lnTo>
                <a:lnTo>
                  <a:pt x="186602" y="14963"/>
                </a:lnTo>
                <a:lnTo>
                  <a:pt x="186776" y="14705"/>
                </a:lnTo>
                <a:lnTo>
                  <a:pt x="186939" y="14442"/>
                </a:lnTo>
                <a:lnTo>
                  <a:pt x="187093" y="14174"/>
                </a:lnTo>
                <a:lnTo>
                  <a:pt x="187237" y="13901"/>
                </a:lnTo>
                <a:lnTo>
                  <a:pt x="187371" y="13623"/>
                </a:lnTo>
                <a:lnTo>
                  <a:pt x="187495" y="13340"/>
                </a:lnTo>
                <a:lnTo>
                  <a:pt x="187609" y="13052"/>
                </a:lnTo>
                <a:lnTo>
                  <a:pt x="187713" y="12759"/>
                </a:lnTo>
                <a:lnTo>
                  <a:pt x="187807" y="12461"/>
                </a:lnTo>
                <a:lnTo>
                  <a:pt x="187892" y="12159"/>
                </a:lnTo>
                <a:lnTo>
                  <a:pt x="187966" y="11851"/>
                </a:lnTo>
                <a:lnTo>
                  <a:pt x="188031" y="11538"/>
                </a:lnTo>
                <a:lnTo>
                  <a:pt x="188085" y="11221"/>
                </a:lnTo>
                <a:lnTo>
                  <a:pt x="188130" y="10898"/>
                </a:lnTo>
                <a:lnTo>
                  <a:pt x="188165" y="10571"/>
                </a:lnTo>
                <a:lnTo>
                  <a:pt x="188189" y="10238"/>
                </a:lnTo>
                <a:lnTo>
                  <a:pt x="188204" y="9901"/>
                </a:lnTo>
                <a:lnTo>
                  <a:pt x="188209" y="9558"/>
                </a:lnTo>
                <a:lnTo>
                  <a:pt x="188204" y="9216"/>
                </a:lnTo>
                <a:lnTo>
                  <a:pt x="188189" y="8879"/>
                </a:lnTo>
                <a:lnTo>
                  <a:pt x="188165" y="8546"/>
                </a:lnTo>
                <a:lnTo>
                  <a:pt x="188130" y="8219"/>
                </a:lnTo>
                <a:lnTo>
                  <a:pt x="188085" y="7896"/>
                </a:lnTo>
                <a:lnTo>
                  <a:pt x="188031" y="7578"/>
                </a:lnTo>
                <a:lnTo>
                  <a:pt x="187966" y="7266"/>
                </a:lnTo>
                <a:lnTo>
                  <a:pt x="187892" y="6958"/>
                </a:lnTo>
                <a:lnTo>
                  <a:pt x="187807" y="6655"/>
                </a:lnTo>
                <a:lnTo>
                  <a:pt x="187713" y="6358"/>
                </a:lnTo>
                <a:lnTo>
                  <a:pt x="187609" y="6065"/>
                </a:lnTo>
                <a:lnTo>
                  <a:pt x="187495" y="5777"/>
                </a:lnTo>
                <a:lnTo>
                  <a:pt x="187371" y="5494"/>
                </a:lnTo>
                <a:lnTo>
                  <a:pt x="187237" y="5216"/>
                </a:lnTo>
                <a:lnTo>
                  <a:pt x="187093" y="4943"/>
                </a:lnTo>
                <a:lnTo>
                  <a:pt x="186939" y="4675"/>
                </a:lnTo>
                <a:lnTo>
                  <a:pt x="186776" y="4412"/>
                </a:lnTo>
                <a:lnTo>
                  <a:pt x="186602" y="4154"/>
                </a:lnTo>
                <a:lnTo>
                  <a:pt x="186418" y="3901"/>
                </a:lnTo>
                <a:lnTo>
                  <a:pt x="186225" y="3653"/>
                </a:lnTo>
                <a:lnTo>
                  <a:pt x="186021" y="3410"/>
                </a:lnTo>
                <a:lnTo>
                  <a:pt x="185808" y="3171"/>
                </a:lnTo>
                <a:lnTo>
                  <a:pt x="185585" y="2938"/>
                </a:lnTo>
                <a:lnTo>
                  <a:pt x="185352" y="2710"/>
                </a:lnTo>
                <a:lnTo>
                  <a:pt x="185110" y="2489"/>
                </a:lnTo>
                <a:lnTo>
                  <a:pt x="184863" y="2277"/>
                </a:lnTo>
                <a:lnTo>
                  <a:pt x="184610" y="2075"/>
                </a:lnTo>
                <a:lnTo>
                  <a:pt x="184350" y="1882"/>
                </a:lnTo>
                <a:lnTo>
                  <a:pt x="184084" y="1698"/>
                </a:lnTo>
                <a:lnTo>
                  <a:pt x="183812" y="1524"/>
                </a:lnTo>
                <a:lnTo>
                  <a:pt x="183534" y="1360"/>
                </a:lnTo>
                <a:lnTo>
                  <a:pt x="183249" y="1204"/>
                </a:lnTo>
                <a:lnTo>
                  <a:pt x="182959" y="1059"/>
                </a:lnTo>
                <a:lnTo>
                  <a:pt x="182662" y="922"/>
                </a:lnTo>
                <a:lnTo>
                  <a:pt x="182360" y="795"/>
                </a:lnTo>
                <a:lnTo>
                  <a:pt x="182051" y="677"/>
                </a:lnTo>
                <a:lnTo>
                  <a:pt x="181735" y="569"/>
                </a:lnTo>
                <a:lnTo>
                  <a:pt x="181414" y="470"/>
                </a:lnTo>
                <a:lnTo>
                  <a:pt x="181087" y="381"/>
                </a:lnTo>
                <a:lnTo>
                  <a:pt x="180753" y="301"/>
                </a:lnTo>
                <a:lnTo>
                  <a:pt x="180413" y="231"/>
                </a:lnTo>
                <a:lnTo>
                  <a:pt x="180067" y="169"/>
                </a:lnTo>
                <a:lnTo>
                  <a:pt x="179715" y="118"/>
                </a:lnTo>
                <a:lnTo>
                  <a:pt x="179357" y="75"/>
                </a:lnTo>
                <a:lnTo>
                  <a:pt x="178993" y="42"/>
                </a:lnTo>
                <a:lnTo>
                  <a:pt x="178622" y="19"/>
                </a:lnTo>
                <a:lnTo>
                  <a:pt x="178245" y="5"/>
                </a:lnTo>
                <a:lnTo>
                  <a:pt x="177863" y="0"/>
                </a:lnTo>
                <a:lnTo>
                  <a:pt x="177480" y="5"/>
                </a:lnTo>
                <a:lnTo>
                  <a:pt x="177103" y="19"/>
                </a:lnTo>
                <a:lnTo>
                  <a:pt x="176733" y="42"/>
                </a:lnTo>
                <a:lnTo>
                  <a:pt x="176369" y="75"/>
                </a:lnTo>
                <a:lnTo>
                  <a:pt x="176012" y="118"/>
                </a:lnTo>
                <a:lnTo>
                  <a:pt x="175661" y="169"/>
                </a:lnTo>
                <a:lnTo>
                  <a:pt x="175316" y="231"/>
                </a:lnTo>
                <a:lnTo>
                  <a:pt x="174978" y="301"/>
                </a:lnTo>
                <a:lnTo>
                  <a:pt x="174645" y="381"/>
                </a:lnTo>
                <a:lnTo>
                  <a:pt x="174320" y="470"/>
                </a:lnTo>
                <a:lnTo>
                  <a:pt x="174000" y="569"/>
                </a:lnTo>
                <a:lnTo>
                  <a:pt x="173687" y="677"/>
                </a:lnTo>
                <a:lnTo>
                  <a:pt x="173380" y="795"/>
                </a:lnTo>
                <a:lnTo>
                  <a:pt x="173080" y="922"/>
                </a:lnTo>
                <a:lnTo>
                  <a:pt x="172785" y="1059"/>
                </a:lnTo>
                <a:lnTo>
                  <a:pt x="172498" y="1204"/>
                </a:lnTo>
                <a:lnTo>
                  <a:pt x="172216" y="1360"/>
                </a:lnTo>
                <a:lnTo>
                  <a:pt x="171941" y="1524"/>
                </a:lnTo>
                <a:lnTo>
                  <a:pt x="171672" y="1698"/>
                </a:lnTo>
                <a:lnTo>
                  <a:pt x="171410" y="1882"/>
                </a:lnTo>
                <a:lnTo>
                  <a:pt x="171153" y="2075"/>
                </a:lnTo>
                <a:lnTo>
                  <a:pt x="170904" y="2277"/>
                </a:lnTo>
                <a:lnTo>
                  <a:pt x="170660" y="2489"/>
                </a:lnTo>
                <a:lnTo>
                  <a:pt x="170423" y="2710"/>
                </a:lnTo>
                <a:lnTo>
                  <a:pt x="170194" y="2938"/>
                </a:lnTo>
                <a:lnTo>
                  <a:pt x="169974" y="3171"/>
                </a:lnTo>
                <a:lnTo>
                  <a:pt x="169765" y="3410"/>
                </a:lnTo>
                <a:lnTo>
                  <a:pt x="169565" y="3653"/>
                </a:lnTo>
                <a:lnTo>
                  <a:pt x="169375" y="3901"/>
                </a:lnTo>
                <a:lnTo>
                  <a:pt x="169194" y="4154"/>
                </a:lnTo>
                <a:lnTo>
                  <a:pt x="169024" y="4412"/>
                </a:lnTo>
                <a:lnTo>
                  <a:pt x="168863" y="4675"/>
                </a:lnTo>
                <a:lnTo>
                  <a:pt x="168711" y="4943"/>
                </a:lnTo>
                <a:lnTo>
                  <a:pt x="168570" y="5216"/>
                </a:lnTo>
                <a:lnTo>
                  <a:pt x="168438" y="5494"/>
                </a:lnTo>
                <a:lnTo>
                  <a:pt x="168317" y="5777"/>
                </a:lnTo>
                <a:lnTo>
                  <a:pt x="168204" y="6065"/>
                </a:lnTo>
                <a:lnTo>
                  <a:pt x="168102" y="6358"/>
                </a:lnTo>
                <a:lnTo>
                  <a:pt x="168009" y="6655"/>
                </a:lnTo>
                <a:lnTo>
                  <a:pt x="167926" y="6958"/>
                </a:lnTo>
                <a:lnTo>
                  <a:pt x="167853" y="7266"/>
                </a:lnTo>
                <a:lnTo>
                  <a:pt x="167790" y="7578"/>
                </a:lnTo>
                <a:lnTo>
                  <a:pt x="167736" y="7896"/>
                </a:lnTo>
                <a:lnTo>
                  <a:pt x="167692" y="8219"/>
                </a:lnTo>
                <a:lnTo>
                  <a:pt x="167658" y="8546"/>
                </a:lnTo>
                <a:lnTo>
                  <a:pt x="167634" y="8879"/>
                </a:lnTo>
                <a:lnTo>
                  <a:pt x="167619" y="9216"/>
                </a:lnTo>
                <a:lnTo>
                  <a:pt x="167614" y="9558"/>
                </a:lnTo>
                <a:lnTo>
                  <a:pt x="167619" y="9901"/>
                </a:lnTo>
                <a:lnTo>
                  <a:pt x="167634" y="10238"/>
                </a:lnTo>
                <a:lnTo>
                  <a:pt x="167658" y="10571"/>
                </a:lnTo>
                <a:lnTo>
                  <a:pt x="167692" y="10898"/>
                </a:lnTo>
                <a:lnTo>
                  <a:pt x="167736" y="11221"/>
                </a:lnTo>
                <a:lnTo>
                  <a:pt x="167790" y="11538"/>
                </a:lnTo>
                <a:lnTo>
                  <a:pt x="167853" y="11851"/>
                </a:lnTo>
                <a:lnTo>
                  <a:pt x="167926" y="12159"/>
                </a:lnTo>
                <a:lnTo>
                  <a:pt x="168009" y="12461"/>
                </a:lnTo>
                <a:lnTo>
                  <a:pt x="168102" y="12759"/>
                </a:lnTo>
                <a:lnTo>
                  <a:pt x="168204" y="13052"/>
                </a:lnTo>
                <a:lnTo>
                  <a:pt x="168317" y="13340"/>
                </a:lnTo>
                <a:lnTo>
                  <a:pt x="168438" y="13623"/>
                </a:lnTo>
                <a:lnTo>
                  <a:pt x="168570" y="13901"/>
                </a:lnTo>
                <a:lnTo>
                  <a:pt x="168711" y="14174"/>
                </a:lnTo>
                <a:lnTo>
                  <a:pt x="168863" y="14442"/>
                </a:lnTo>
                <a:lnTo>
                  <a:pt x="169024" y="14705"/>
                </a:lnTo>
                <a:lnTo>
                  <a:pt x="169194" y="14963"/>
                </a:lnTo>
                <a:lnTo>
                  <a:pt x="169375" y="15216"/>
                </a:lnTo>
                <a:lnTo>
                  <a:pt x="169565" y="15464"/>
                </a:lnTo>
                <a:lnTo>
                  <a:pt x="169765" y="15707"/>
                </a:lnTo>
                <a:lnTo>
                  <a:pt x="169974" y="15945"/>
                </a:lnTo>
                <a:lnTo>
                  <a:pt x="170194" y="16179"/>
                </a:lnTo>
                <a:lnTo>
                  <a:pt x="170423" y="16407"/>
                </a:lnTo>
                <a:lnTo>
                  <a:pt x="170660" y="16628"/>
                </a:lnTo>
                <a:lnTo>
                  <a:pt x="170904" y="16840"/>
                </a:lnTo>
                <a:lnTo>
                  <a:pt x="171153" y="17042"/>
                </a:lnTo>
                <a:lnTo>
                  <a:pt x="171410" y="17235"/>
                </a:lnTo>
                <a:lnTo>
                  <a:pt x="171672" y="17418"/>
                </a:lnTo>
                <a:lnTo>
                  <a:pt x="171941" y="17593"/>
                </a:lnTo>
                <a:lnTo>
                  <a:pt x="172216" y="17757"/>
                </a:lnTo>
                <a:lnTo>
                  <a:pt x="172498" y="17912"/>
                </a:lnTo>
                <a:lnTo>
                  <a:pt x="172785" y="18058"/>
                </a:lnTo>
                <a:lnTo>
                  <a:pt x="173080" y="18195"/>
                </a:lnTo>
                <a:lnTo>
                  <a:pt x="173380" y="18322"/>
                </a:lnTo>
                <a:lnTo>
                  <a:pt x="173687" y="18439"/>
                </a:lnTo>
                <a:lnTo>
                  <a:pt x="174000" y="18548"/>
                </a:lnTo>
                <a:lnTo>
                  <a:pt x="174320" y="18646"/>
                </a:lnTo>
                <a:lnTo>
                  <a:pt x="174645" y="18736"/>
                </a:lnTo>
                <a:lnTo>
                  <a:pt x="174978" y="18816"/>
                </a:lnTo>
                <a:lnTo>
                  <a:pt x="175316" y="18886"/>
                </a:lnTo>
                <a:lnTo>
                  <a:pt x="175661" y="18947"/>
                </a:lnTo>
                <a:lnTo>
                  <a:pt x="176012" y="18999"/>
                </a:lnTo>
                <a:lnTo>
                  <a:pt x="176369" y="19042"/>
                </a:lnTo>
                <a:lnTo>
                  <a:pt x="176733" y="19074"/>
                </a:lnTo>
                <a:lnTo>
                  <a:pt x="177103" y="19098"/>
                </a:lnTo>
                <a:lnTo>
                  <a:pt x="177480" y="19112"/>
                </a:lnTo>
                <a:lnTo>
                  <a:pt x="177863" y="19117"/>
                </a:lnTo>
                <a:lnTo>
                  <a:pt x="178245" y="19112"/>
                </a:lnTo>
                <a:lnTo>
                  <a:pt x="178622" y="19098"/>
                </a:lnTo>
                <a:lnTo>
                  <a:pt x="178993" y="19074"/>
                </a:lnTo>
                <a:close/>
                <a:moveTo>
                  <a:pt x="241836" y="122773"/>
                </a:moveTo>
                <a:lnTo>
                  <a:pt x="241139" y="122748"/>
                </a:lnTo>
                <a:lnTo>
                  <a:pt x="240464" y="122707"/>
                </a:lnTo>
                <a:lnTo>
                  <a:pt x="239812" y="122650"/>
                </a:lnTo>
                <a:lnTo>
                  <a:pt x="239182" y="122576"/>
                </a:lnTo>
                <a:lnTo>
                  <a:pt x="238574" y="122485"/>
                </a:lnTo>
                <a:lnTo>
                  <a:pt x="237989" y="122379"/>
                </a:lnTo>
                <a:lnTo>
                  <a:pt x="237426" y="122256"/>
                </a:lnTo>
                <a:lnTo>
                  <a:pt x="236886" y="122116"/>
                </a:lnTo>
                <a:lnTo>
                  <a:pt x="236368" y="121960"/>
                </a:lnTo>
                <a:lnTo>
                  <a:pt x="235873" y="121788"/>
                </a:lnTo>
                <a:lnTo>
                  <a:pt x="235399" y="121599"/>
                </a:lnTo>
                <a:lnTo>
                  <a:pt x="234949" y="121393"/>
                </a:lnTo>
                <a:lnTo>
                  <a:pt x="234520" y="121172"/>
                </a:lnTo>
                <a:lnTo>
                  <a:pt x="234115" y="120933"/>
                </a:lnTo>
                <a:lnTo>
                  <a:pt x="233731" y="120679"/>
                </a:lnTo>
                <a:lnTo>
                  <a:pt x="233370" y="120408"/>
                </a:lnTo>
                <a:lnTo>
                  <a:pt x="233031" y="120121"/>
                </a:lnTo>
                <a:lnTo>
                  <a:pt x="232715" y="119817"/>
                </a:lnTo>
                <a:lnTo>
                  <a:pt x="232421" y="119496"/>
                </a:lnTo>
                <a:lnTo>
                  <a:pt x="232150" y="119160"/>
                </a:lnTo>
                <a:lnTo>
                  <a:pt x="231901" y="118807"/>
                </a:lnTo>
                <a:lnTo>
                  <a:pt x="231674" y="118437"/>
                </a:lnTo>
                <a:lnTo>
                  <a:pt x="231470" y="118051"/>
                </a:lnTo>
                <a:lnTo>
                  <a:pt x="231281" y="117650"/>
                </a:lnTo>
                <a:lnTo>
                  <a:pt x="231100" y="117233"/>
                </a:lnTo>
                <a:lnTo>
                  <a:pt x="230927" y="116802"/>
                </a:lnTo>
                <a:lnTo>
                  <a:pt x="230763" y="116357"/>
                </a:lnTo>
                <a:lnTo>
                  <a:pt x="230606" y="115896"/>
                </a:lnTo>
                <a:lnTo>
                  <a:pt x="230457" y="115421"/>
                </a:lnTo>
                <a:lnTo>
                  <a:pt x="230316" y="114932"/>
                </a:lnTo>
                <a:lnTo>
                  <a:pt x="230184" y="114427"/>
                </a:lnTo>
                <a:lnTo>
                  <a:pt x="230059" y="113908"/>
                </a:lnTo>
                <a:lnTo>
                  <a:pt x="229942" y="113374"/>
                </a:lnTo>
                <a:lnTo>
                  <a:pt x="229834" y="112825"/>
                </a:lnTo>
                <a:lnTo>
                  <a:pt x="229733" y="112262"/>
                </a:lnTo>
                <a:lnTo>
                  <a:pt x="229641" y="111684"/>
                </a:lnTo>
                <a:lnTo>
                  <a:pt x="229556" y="111091"/>
                </a:lnTo>
                <a:lnTo>
                  <a:pt x="229480" y="110484"/>
                </a:lnTo>
                <a:lnTo>
                  <a:pt x="229412" y="109861"/>
                </a:lnTo>
                <a:lnTo>
                  <a:pt x="229351" y="109224"/>
                </a:lnTo>
                <a:lnTo>
                  <a:pt x="229299" y="108573"/>
                </a:lnTo>
                <a:lnTo>
                  <a:pt x="229255" y="107907"/>
                </a:lnTo>
                <a:lnTo>
                  <a:pt x="229219" y="107225"/>
                </a:lnTo>
                <a:lnTo>
                  <a:pt x="229191" y="106530"/>
                </a:lnTo>
                <a:lnTo>
                  <a:pt x="229171" y="105819"/>
                </a:lnTo>
                <a:lnTo>
                  <a:pt x="229158" y="105094"/>
                </a:lnTo>
                <a:lnTo>
                  <a:pt x="229154" y="104354"/>
                </a:lnTo>
                <a:lnTo>
                  <a:pt x="229154" y="3547"/>
                </a:lnTo>
                <a:lnTo>
                  <a:pt x="212797" y="3547"/>
                </a:lnTo>
                <a:lnTo>
                  <a:pt x="212797" y="105142"/>
                </a:lnTo>
                <a:lnTo>
                  <a:pt x="212801" y="105950"/>
                </a:lnTo>
                <a:lnTo>
                  <a:pt x="212813" y="106749"/>
                </a:lnTo>
                <a:lnTo>
                  <a:pt x="212832" y="107537"/>
                </a:lnTo>
                <a:lnTo>
                  <a:pt x="212860" y="108316"/>
                </a:lnTo>
                <a:lnTo>
                  <a:pt x="212895" y="109085"/>
                </a:lnTo>
                <a:lnTo>
                  <a:pt x="212938" y="109845"/>
                </a:lnTo>
                <a:lnTo>
                  <a:pt x="212990" y="110594"/>
                </a:lnTo>
                <a:lnTo>
                  <a:pt x="213049" y="111334"/>
                </a:lnTo>
                <a:lnTo>
                  <a:pt x="213116" y="112064"/>
                </a:lnTo>
                <a:lnTo>
                  <a:pt x="213190" y="112784"/>
                </a:lnTo>
                <a:lnTo>
                  <a:pt x="213273" y="113495"/>
                </a:lnTo>
                <a:lnTo>
                  <a:pt x="213363" y="114196"/>
                </a:lnTo>
                <a:lnTo>
                  <a:pt x="213462" y="114887"/>
                </a:lnTo>
                <a:lnTo>
                  <a:pt x="213568" y="115568"/>
                </a:lnTo>
                <a:lnTo>
                  <a:pt x="213682" y="116240"/>
                </a:lnTo>
                <a:lnTo>
                  <a:pt x="213804" y="116902"/>
                </a:lnTo>
                <a:lnTo>
                  <a:pt x="213934" y="117554"/>
                </a:lnTo>
                <a:lnTo>
                  <a:pt x="214072" y="118196"/>
                </a:lnTo>
                <a:lnTo>
                  <a:pt x="214217" y="118828"/>
                </a:lnTo>
                <a:lnTo>
                  <a:pt x="214371" y="119451"/>
                </a:lnTo>
                <a:lnTo>
                  <a:pt x="214532" y="120064"/>
                </a:lnTo>
                <a:lnTo>
                  <a:pt x="214701" y="120668"/>
                </a:lnTo>
                <a:lnTo>
                  <a:pt x="214878" y="121261"/>
                </a:lnTo>
                <a:lnTo>
                  <a:pt x="215063" y="121845"/>
                </a:lnTo>
                <a:lnTo>
                  <a:pt x="215259" y="122418"/>
                </a:lnTo>
                <a:lnTo>
                  <a:pt x="215468" y="122980"/>
                </a:lnTo>
                <a:lnTo>
                  <a:pt x="215691" y="123531"/>
                </a:lnTo>
                <a:lnTo>
                  <a:pt x="215928" y="124070"/>
                </a:lnTo>
                <a:lnTo>
                  <a:pt x="216179" y="124598"/>
                </a:lnTo>
                <a:lnTo>
                  <a:pt x="216443" y="125115"/>
                </a:lnTo>
                <a:lnTo>
                  <a:pt x="216721" y="125621"/>
                </a:lnTo>
                <a:lnTo>
                  <a:pt x="217012" y="126115"/>
                </a:lnTo>
                <a:lnTo>
                  <a:pt x="217317" y="126598"/>
                </a:lnTo>
                <a:lnTo>
                  <a:pt x="217636" y="127070"/>
                </a:lnTo>
                <a:lnTo>
                  <a:pt x="217969" y="127530"/>
                </a:lnTo>
                <a:lnTo>
                  <a:pt x="218315" y="127979"/>
                </a:lnTo>
                <a:lnTo>
                  <a:pt x="218675" y="128417"/>
                </a:lnTo>
                <a:lnTo>
                  <a:pt x="219049" y="128843"/>
                </a:lnTo>
                <a:lnTo>
                  <a:pt x="219436" y="129259"/>
                </a:lnTo>
                <a:lnTo>
                  <a:pt x="219837" y="129663"/>
                </a:lnTo>
                <a:lnTo>
                  <a:pt x="220252" y="130055"/>
                </a:lnTo>
                <a:lnTo>
                  <a:pt x="220680" y="130436"/>
                </a:lnTo>
                <a:lnTo>
                  <a:pt x="221122" y="130806"/>
                </a:lnTo>
                <a:lnTo>
                  <a:pt x="221578" y="131165"/>
                </a:lnTo>
                <a:lnTo>
                  <a:pt x="222047" y="131513"/>
                </a:lnTo>
                <a:lnTo>
                  <a:pt x="222530" y="131849"/>
                </a:lnTo>
                <a:lnTo>
                  <a:pt x="223027" y="132174"/>
                </a:lnTo>
                <a:lnTo>
                  <a:pt x="223538" y="132487"/>
                </a:lnTo>
                <a:lnTo>
                  <a:pt x="224065" y="132789"/>
                </a:lnTo>
                <a:lnTo>
                  <a:pt x="224611" y="133078"/>
                </a:lnTo>
                <a:lnTo>
                  <a:pt x="225176" y="133353"/>
                </a:lnTo>
                <a:lnTo>
                  <a:pt x="225760" y="133616"/>
                </a:lnTo>
                <a:lnTo>
                  <a:pt x="226364" y="133867"/>
                </a:lnTo>
                <a:lnTo>
                  <a:pt x="226987" y="134104"/>
                </a:lnTo>
                <a:lnTo>
                  <a:pt x="227628" y="134329"/>
                </a:lnTo>
                <a:lnTo>
                  <a:pt x="228290" y="134540"/>
                </a:lnTo>
                <a:lnTo>
                  <a:pt x="228970" y="134739"/>
                </a:lnTo>
                <a:lnTo>
                  <a:pt x="229669" y="134925"/>
                </a:lnTo>
                <a:lnTo>
                  <a:pt x="230388" y="135098"/>
                </a:lnTo>
                <a:lnTo>
                  <a:pt x="231125" y="135259"/>
                </a:lnTo>
                <a:lnTo>
                  <a:pt x="231882" y="135406"/>
                </a:lnTo>
                <a:lnTo>
                  <a:pt x="232658" y="135541"/>
                </a:lnTo>
                <a:lnTo>
                  <a:pt x="233453" y="135663"/>
                </a:lnTo>
                <a:lnTo>
                  <a:pt x="234268" y="135772"/>
                </a:lnTo>
                <a:lnTo>
                  <a:pt x="235101" y="135868"/>
                </a:lnTo>
                <a:lnTo>
                  <a:pt x="235954" y="135952"/>
                </a:lnTo>
                <a:lnTo>
                  <a:pt x="236826" y="136022"/>
                </a:lnTo>
                <a:lnTo>
                  <a:pt x="237717" y="136080"/>
                </a:lnTo>
                <a:lnTo>
                  <a:pt x="238627" y="136125"/>
                </a:lnTo>
                <a:lnTo>
                  <a:pt x="239556" y="136157"/>
                </a:lnTo>
                <a:lnTo>
                  <a:pt x="240504" y="136176"/>
                </a:lnTo>
                <a:lnTo>
                  <a:pt x="241472" y="136183"/>
                </a:lnTo>
                <a:lnTo>
                  <a:pt x="246990" y="136183"/>
                </a:lnTo>
                <a:lnTo>
                  <a:pt x="246990" y="122781"/>
                </a:lnTo>
                <a:lnTo>
                  <a:pt x="242556" y="122781"/>
                </a:lnTo>
                <a:lnTo>
                  <a:pt x="241836" y="122773"/>
                </a:lnTo>
                <a:close/>
                <a:moveTo>
                  <a:pt x="298343" y="122773"/>
                </a:moveTo>
                <a:lnTo>
                  <a:pt x="297646" y="122748"/>
                </a:lnTo>
                <a:lnTo>
                  <a:pt x="296971" y="122707"/>
                </a:lnTo>
                <a:lnTo>
                  <a:pt x="296318" y="122650"/>
                </a:lnTo>
                <a:lnTo>
                  <a:pt x="295688" y="122576"/>
                </a:lnTo>
                <a:lnTo>
                  <a:pt x="295081" y="122485"/>
                </a:lnTo>
                <a:lnTo>
                  <a:pt x="294496" y="122379"/>
                </a:lnTo>
                <a:lnTo>
                  <a:pt x="293933" y="122256"/>
                </a:lnTo>
                <a:lnTo>
                  <a:pt x="293393" y="122116"/>
                </a:lnTo>
                <a:lnTo>
                  <a:pt x="292875" y="121960"/>
                </a:lnTo>
                <a:lnTo>
                  <a:pt x="292379" y="121788"/>
                </a:lnTo>
                <a:lnTo>
                  <a:pt x="291906" y="121599"/>
                </a:lnTo>
                <a:lnTo>
                  <a:pt x="291455" y="121393"/>
                </a:lnTo>
                <a:lnTo>
                  <a:pt x="291027" y="121172"/>
                </a:lnTo>
                <a:lnTo>
                  <a:pt x="290621" y="120933"/>
                </a:lnTo>
                <a:lnTo>
                  <a:pt x="290238" y="120679"/>
                </a:lnTo>
                <a:lnTo>
                  <a:pt x="289877" y="120408"/>
                </a:lnTo>
                <a:lnTo>
                  <a:pt x="289538" y="120121"/>
                </a:lnTo>
                <a:lnTo>
                  <a:pt x="289222" y="119817"/>
                </a:lnTo>
                <a:lnTo>
                  <a:pt x="288928" y="119496"/>
                </a:lnTo>
                <a:lnTo>
                  <a:pt x="288656" y="119160"/>
                </a:lnTo>
                <a:lnTo>
                  <a:pt x="288407" y="118807"/>
                </a:lnTo>
                <a:lnTo>
                  <a:pt x="288181" y="118437"/>
                </a:lnTo>
                <a:lnTo>
                  <a:pt x="287977" y="118051"/>
                </a:lnTo>
                <a:lnTo>
                  <a:pt x="287788" y="117650"/>
                </a:lnTo>
                <a:lnTo>
                  <a:pt x="287607" y="117233"/>
                </a:lnTo>
                <a:lnTo>
                  <a:pt x="287434" y="116802"/>
                </a:lnTo>
                <a:lnTo>
                  <a:pt x="287269" y="116357"/>
                </a:lnTo>
                <a:lnTo>
                  <a:pt x="287112" y="115896"/>
                </a:lnTo>
                <a:lnTo>
                  <a:pt x="286964" y="115421"/>
                </a:lnTo>
                <a:lnTo>
                  <a:pt x="286823" y="114932"/>
                </a:lnTo>
                <a:lnTo>
                  <a:pt x="286690" y="114427"/>
                </a:lnTo>
                <a:lnTo>
                  <a:pt x="286566" y="113908"/>
                </a:lnTo>
                <a:lnTo>
                  <a:pt x="286449" y="113374"/>
                </a:lnTo>
                <a:lnTo>
                  <a:pt x="286340" y="112825"/>
                </a:lnTo>
                <a:lnTo>
                  <a:pt x="286240" y="112262"/>
                </a:lnTo>
                <a:lnTo>
                  <a:pt x="286147" y="111684"/>
                </a:lnTo>
                <a:lnTo>
                  <a:pt x="286063" y="111091"/>
                </a:lnTo>
                <a:lnTo>
                  <a:pt x="285987" y="110484"/>
                </a:lnTo>
                <a:lnTo>
                  <a:pt x="285918" y="109861"/>
                </a:lnTo>
                <a:lnTo>
                  <a:pt x="285858" y="109224"/>
                </a:lnTo>
                <a:lnTo>
                  <a:pt x="285806" y="108573"/>
                </a:lnTo>
                <a:lnTo>
                  <a:pt x="285761" y="107907"/>
                </a:lnTo>
                <a:lnTo>
                  <a:pt x="285725" y="107225"/>
                </a:lnTo>
                <a:lnTo>
                  <a:pt x="285697" y="106530"/>
                </a:lnTo>
                <a:lnTo>
                  <a:pt x="285677" y="105819"/>
                </a:lnTo>
                <a:lnTo>
                  <a:pt x="285665" y="105094"/>
                </a:lnTo>
                <a:lnTo>
                  <a:pt x="285661" y="104354"/>
                </a:lnTo>
                <a:lnTo>
                  <a:pt x="285661" y="3547"/>
                </a:lnTo>
                <a:lnTo>
                  <a:pt x="269303" y="3547"/>
                </a:lnTo>
                <a:lnTo>
                  <a:pt x="269303" y="105142"/>
                </a:lnTo>
                <a:lnTo>
                  <a:pt x="269307" y="105950"/>
                </a:lnTo>
                <a:lnTo>
                  <a:pt x="269319" y="106749"/>
                </a:lnTo>
                <a:lnTo>
                  <a:pt x="269339" y="107537"/>
                </a:lnTo>
                <a:lnTo>
                  <a:pt x="269366" y="108316"/>
                </a:lnTo>
                <a:lnTo>
                  <a:pt x="269402" y="109085"/>
                </a:lnTo>
                <a:lnTo>
                  <a:pt x="269445" y="109845"/>
                </a:lnTo>
                <a:lnTo>
                  <a:pt x="269496" y="110594"/>
                </a:lnTo>
                <a:lnTo>
                  <a:pt x="269555" y="111334"/>
                </a:lnTo>
                <a:lnTo>
                  <a:pt x="269622" y="112064"/>
                </a:lnTo>
                <a:lnTo>
                  <a:pt x="269697" y="112784"/>
                </a:lnTo>
                <a:lnTo>
                  <a:pt x="269779" y="113495"/>
                </a:lnTo>
                <a:lnTo>
                  <a:pt x="269870" y="114196"/>
                </a:lnTo>
                <a:lnTo>
                  <a:pt x="269968" y="114887"/>
                </a:lnTo>
                <a:lnTo>
                  <a:pt x="270074" y="115568"/>
                </a:lnTo>
                <a:lnTo>
                  <a:pt x="270189" y="116240"/>
                </a:lnTo>
                <a:lnTo>
                  <a:pt x="270311" y="116902"/>
                </a:lnTo>
                <a:lnTo>
                  <a:pt x="270440" y="117554"/>
                </a:lnTo>
                <a:lnTo>
                  <a:pt x="270578" y="118196"/>
                </a:lnTo>
                <a:lnTo>
                  <a:pt x="270724" y="118828"/>
                </a:lnTo>
                <a:lnTo>
                  <a:pt x="270877" y="119451"/>
                </a:lnTo>
                <a:lnTo>
                  <a:pt x="271039" y="120064"/>
                </a:lnTo>
                <a:lnTo>
                  <a:pt x="271208" y="120668"/>
                </a:lnTo>
                <a:lnTo>
                  <a:pt x="271385" y="121261"/>
                </a:lnTo>
                <a:lnTo>
                  <a:pt x="271570" y="121845"/>
                </a:lnTo>
                <a:lnTo>
                  <a:pt x="271765" y="122418"/>
                </a:lnTo>
                <a:lnTo>
                  <a:pt x="271975" y="122980"/>
                </a:lnTo>
                <a:lnTo>
                  <a:pt x="272198" y="123531"/>
                </a:lnTo>
                <a:lnTo>
                  <a:pt x="272435" y="124070"/>
                </a:lnTo>
                <a:lnTo>
                  <a:pt x="272685" y="124598"/>
                </a:lnTo>
                <a:lnTo>
                  <a:pt x="272949" y="125115"/>
                </a:lnTo>
                <a:lnTo>
                  <a:pt x="273227" y="125621"/>
                </a:lnTo>
                <a:lnTo>
                  <a:pt x="273519" y="126115"/>
                </a:lnTo>
                <a:lnTo>
                  <a:pt x="273824" y="126598"/>
                </a:lnTo>
                <a:lnTo>
                  <a:pt x="274143" y="127070"/>
                </a:lnTo>
                <a:lnTo>
                  <a:pt x="274475" y="127530"/>
                </a:lnTo>
                <a:lnTo>
                  <a:pt x="274822" y="127979"/>
                </a:lnTo>
                <a:lnTo>
                  <a:pt x="275181" y="128417"/>
                </a:lnTo>
                <a:lnTo>
                  <a:pt x="275555" y="128843"/>
                </a:lnTo>
                <a:lnTo>
                  <a:pt x="275942" y="129259"/>
                </a:lnTo>
                <a:lnTo>
                  <a:pt x="276343" y="129663"/>
                </a:lnTo>
                <a:lnTo>
                  <a:pt x="276758" y="130055"/>
                </a:lnTo>
                <a:lnTo>
                  <a:pt x="277187" y="130436"/>
                </a:lnTo>
                <a:lnTo>
                  <a:pt x="277629" y="130806"/>
                </a:lnTo>
                <a:lnTo>
                  <a:pt x="278084" y="131165"/>
                </a:lnTo>
                <a:lnTo>
                  <a:pt x="278554" y="131513"/>
                </a:lnTo>
                <a:lnTo>
                  <a:pt x="279037" y="131849"/>
                </a:lnTo>
                <a:lnTo>
                  <a:pt x="279534" y="132174"/>
                </a:lnTo>
                <a:lnTo>
                  <a:pt x="280044" y="132487"/>
                </a:lnTo>
                <a:lnTo>
                  <a:pt x="280571" y="132789"/>
                </a:lnTo>
                <a:lnTo>
                  <a:pt x="281117" y="133078"/>
                </a:lnTo>
                <a:lnTo>
                  <a:pt x="281682" y="133353"/>
                </a:lnTo>
                <a:lnTo>
                  <a:pt x="282267" y="133616"/>
                </a:lnTo>
                <a:lnTo>
                  <a:pt x="282870" y="133867"/>
                </a:lnTo>
                <a:lnTo>
                  <a:pt x="283493" y="134104"/>
                </a:lnTo>
                <a:lnTo>
                  <a:pt x="284135" y="134329"/>
                </a:lnTo>
                <a:lnTo>
                  <a:pt x="284796" y="134540"/>
                </a:lnTo>
                <a:lnTo>
                  <a:pt x="285476" y="134739"/>
                </a:lnTo>
                <a:lnTo>
                  <a:pt x="286176" y="134925"/>
                </a:lnTo>
                <a:lnTo>
                  <a:pt x="286894" y="135098"/>
                </a:lnTo>
                <a:lnTo>
                  <a:pt x="287632" y="135259"/>
                </a:lnTo>
                <a:lnTo>
                  <a:pt x="288389" y="135406"/>
                </a:lnTo>
                <a:lnTo>
                  <a:pt x="289165" y="135541"/>
                </a:lnTo>
                <a:lnTo>
                  <a:pt x="289960" y="135663"/>
                </a:lnTo>
                <a:lnTo>
                  <a:pt x="290774" y="135772"/>
                </a:lnTo>
                <a:lnTo>
                  <a:pt x="291608" y="135868"/>
                </a:lnTo>
                <a:lnTo>
                  <a:pt x="292460" y="135952"/>
                </a:lnTo>
                <a:lnTo>
                  <a:pt x="293332" y="136022"/>
                </a:lnTo>
                <a:lnTo>
                  <a:pt x="294223" y="136080"/>
                </a:lnTo>
                <a:lnTo>
                  <a:pt x="295133" y="136125"/>
                </a:lnTo>
                <a:lnTo>
                  <a:pt x="296062" y="136157"/>
                </a:lnTo>
                <a:lnTo>
                  <a:pt x="297011" y="136176"/>
                </a:lnTo>
                <a:lnTo>
                  <a:pt x="297978" y="136183"/>
                </a:lnTo>
                <a:lnTo>
                  <a:pt x="303497" y="136183"/>
                </a:lnTo>
                <a:lnTo>
                  <a:pt x="303497" y="122781"/>
                </a:lnTo>
                <a:lnTo>
                  <a:pt x="299062" y="122781"/>
                </a:lnTo>
                <a:lnTo>
                  <a:pt x="298343" y="122773"/>
                </a:lnTo>
                <a:close/>
                <a:moveTo>
                  <a:pt x="397901" y="7785"/>
                </a:moveTo>
                <a:lnTo>
                  <a:pt x="397642" y="8145"/>
                </a:lnTo>
                <a:lnTo>
                  <a:pt x="397376" y="8506"/>
                </a:lnTo>
                <a:lnTo>
                  <a:pt x="397101" y="8869"/>
                </a:lnTo>
                <a:lnTo>
                  <a:pt x="396818" y="9233"/>
                </a:lnTo>
                <a:lnTo>
                  <a:pt x="396527" y="9598"/>
                </a:lnTo>
                <a:lnTo>
                  <a:pt x="396229" y="9965"/>
                </a:lnTo>
                <a:lnTo>
                  <a:pt x="395922" y="10333"/>
                </a:lnTo>
                <a:lnTo>
                  <a:pt x="395607" y="10703"/>
                </a:lnTo>
                <a:lnTo>
                  <a:pt x="395284" y="11073"/>
                </a:lnTo>
                <a:lnTo>
                  <a:pt x="394953" y="11446"/>
                </a:lnTo>
                <a:lnTo>
                  <a:pt x="394614" y="11819"/>
                </a:lnTo>
                <a:lnTo>
                  <a:pt x="394267" y="12194"/>
                </a:lnTo>
                <a:lnTo>
                  <a:pt x="393912" y="12571"/>
                </a:lnTo>
                <a:lnTo>
                  <a:pt x="393549" y="12948"/>
                </a:lnTo>
                <a:lnTo>
                  <a:pt x="393178" y="13328"/>
                </a:lnTo>
                <a:lnTo>
                  <a:pt x="392799" y="13708"/>
                </a:lnTo>
                <a:lnTo>
                  <a:pt x="392411" y="14090"/>
                </a:lnTo>
                <a:lnTo>
                  <a:pt x="392016" y="14473"/>
                </a:lnTo>
                <a:lnTo>
                  <a:pt x="391613" y="14858"/>
                </a:lnTo>
                <a:lnTo>
                  <a:pt x="391201" y="15244"/>
                </a:lnTo>
                <a:lnTo>
                  <a:pt x="390782" y="15631"/>
                </a:lnTo>
                <a:lnTo>
                  <a:pt x="390355" y="16020"/>
                </a:lnTo>
                <a:lnTo>
                  <a:pt x="389919" y="16410"/>
                </a:lnTo>
                <a:lnTo>
                  <a:pt x="389476" y="16801"/>
                </a:lnTo>
                <a:lnTo>
                  <a:pt x="389025" y="17191"/>
                </a:lnTo>
                <a:lnTo>
                  <a:pt x="388569" y="17578"/>
                </a:lnTo>
                <a:lnTo>
                  <a:pt x="388107" y="17961"/>
                </a:lnTo>
                <a:lnTo>
                  <a:pt x="387639" y="18340"/>
                </a:lnTo>
                <a:lnTo>
                  <a:pt x="387165" y="18715"/>
                </a:lnTo>
                <a:lnTo>
                  <a:pt x="386686" y="19086"/>
                </a:lnTo>
                <a:lnTo>
                  <a:pt x="386200" y="19454"/>
                </a:lnTo>
                <a:lnTo>
                  <a:pt x="385709" y="19818"/>
                </a:lnTo>
                <a:lnTo>
                  <a:pt x="385212" y="20179"/>
                </a:lnTo>
                <a:lnTo>
                  <a:pt x="384709" y="20535"/>
                </a:lnTo>
                <a:lnTo>
                  <a:pt x="384201" y="20888"/>
                </a:lnTo>
                <a:lnTo>
                  <a:pt x="383686" y="21237"/>
                </a:lnTo>
                <a:lnTo>
                  <a:pt x="383166" y="21582"/>
                </a:lnTo>
                <a:lnTo>
                  <a:pt x="382640" y="21924"/>
                </a:lnTo>
                <a:lnTo>
                  <a:pt x="382108" y="22262"/>
                </a:lnTo>
                <a:lnTo>
                  <a:pt x="381570" y="22596"/>
                </a:lnTo>
                <a:lnTo>
                  <a:pt x="381027" y="22926"/>
                </a:lnTo>
                <a:lnTo>
                  <a:pt x="380478" y="23253"/>
                </a:lnTo>
                <a:lnTo>
                  <a:pt x="379922" y="23576"/>
                </a:lnTo>
                <a:lnTo>
                  <a:pt x="379361" y="23895"/>
                </a:lnTo>
                <a:lnTo>
                  <a:pt x="378795" y="24210"/>
                </a:lnTo>
                <a:lnTo>
                  <a:pt x="378222" y="24522"/>
                </a:lnTo>
                <a:lnTo>
                  <a:pt x="377644" y="24830"/>
                </a:lnTo>
                <a:lnTo>
                  <a:pt x="377059" y="25134"/>
                </a:lnTo>
                <a:lnTo>
                  <a:pt x="376470" y="25432"/>
                </a:lnTo>
                <a:lnTo>
                  <a:pt x="375877" y="25722"/>
                </a:lnTo>
                <a:lnTo>
                  <a:pt x="375280" y="26005"/>
                </a:lnTo>
                <a:lnTo>
                  <a:pt x="374679" y="26280"/>
                </a:lnTo>
                <a:lnTo>
                  <a:pt x="374075" y="26546"/>
                </a:lnTo>
                <a:lnTo>
                  <a:pt x="373466" y="26805"/>
                </a:lnTo>
                <a:lnTo>
                  <a:pt x="372853" y="27057"/>
                </a:lnTo>
                <a:lnTo>
                  <a:pt x="372236" y="27300"/>
                </a:lnTo>
                <a:lnTo>
                  <a:pt x="371616" y="27536"/>
                </a:lnTo>
                <a:lnTo>
                  <a:pt x="370991" y="27763"/>
                </a:lnTo>
                <a:lnTo>
                  <a:pt x="370363" y="27983"/>
                </a:lnTo>
                <a:lnTo>
                  <a:pt x="369731" y="28196"/>
                </a:lnTo>
                <a:lnTo>
                  <a:pt x="369094" y="28400"/>
                </a:lnTo>
                <a:lnTo>
                  <a:pt x="368454" y="28596"/>
                </a:lnTo>
                <a:lnTo>
                  <a:pt x="367810" y="28785"/>
                </a:lnTo>
                <a:lnTo>
                  <a:pt x="367162" y="28966"/>
                </a:lnTo>
                <a:lnTo>
                  <a:pt x="366510" y="29139"/>
                </a:lnTo>
                <a:lnTo>
                  <a:pt x="365854" y="29304"/>
                </a:lnTo>
                <a:lnTo>
                  <a:pt x="365194" y="29462"/>
                </a:lnTo>
                <a:lnTo>
                  <a:pt x="364530" y="29611"/>
                </a:lnTo>
                <a:lnTo>
                  <a:pt x="363862" y="29753"/>
                </a:lnTo>
                <a:lnTo>
                  <a:pt x="363190" y="29887"/>
                </a:lnTo>
                <a:lnTo>
                  <a:pt x="362515" y="30013"/>
                </a:lnTo>
                <a:lnTo>
                  <a:pt x="361835" y="30132"/>
                </a:lnTo>
                <a:lnTo>
                  <a:pt x="361835" y="45701"/>
                </a:lnTo>
                <a:lnTo>
                  <a:pt x="362522" y="45601"/>
                </a:lnTo>
                <a:lnTo>
                  <a:pt x="363204" y="45495"/>
                </a:lnTo>
                <a:lnTo>
                  <a:pt x="363880" y="45385"/>
                </a:lnTo>
                <a:lnTo>
                  <a:pt x="364550" y="45269"/>
                </a:lnTo>
                <a:lnTo>
                  <a:pt x="365215" y="45149"/>
                </a:lnTo>
                <a:lnTo>
                  <a:pt x="365875" y="45023"/>
                </a:lnTo>
                <a:lnTo>
                  <a:pt x="366529" y="44892"/>
                </a:lnTo>
                <a:lnTo>
                  <a:pt x="367178" y="44756"/>
                </a:lnTo>
                <a:lnTo>
                  <a:pt x="367821" y="44615"/>
                </a:lnTo>
                <a:lnTo>
                  <a:pt x="368459" y="44468"/>
                </a:lnTo>
                <a:lnTo>
                  <a:pt x="369091" y="44317"/>
                </a:lnTo>
                <a:lnTo>
                  <a:pt x="369718" y="44161"/>
                </a:lnTo>
                <a:lnTo>
                  <a:pt x="370340" y="43999"/>
                </a:lnTo>
                <a:lnTo>
                  <a:pt x="370955" y="43833"/>
                </a:lnTo>
                <a:lnTo>
                  <a:pt x="371566" y="43661"/>
                </a:lnTo>
                <a:lnTo>
                  <a:pt x="372171" y="43484"/>
                </a:lnTo>
                <a:lnTo>
                  <a:pt x="372770" y="43302"/>
                </a:lnTo>
                <a:lnTo>
                  <a:pt x="373364" y="43115"/>
                </a:lnTo>
                <a:lnTo>
                  <a:pt x="373953" y="42923"/>
                </a:lnTo>
                <a:lnTo>
                  <a:pt x="374536" y="42726"/>
                </a:lnTo>
                <a:lnTo>
                  <a:pt x="375113" y="42523"/>
                </a:lnTo>
                <a:lnTo>
                  <a:pt x="375685" y="42316"/>
                </a:lnTo>
                <a:lnTo>
                  <a:pt x="376252" y="42103"/>
                </a:lnTo>
                <a:lnTo>
                  <a:pt x="376813" y="41886"/>
                </a:lnTo>
                <a:lnTo>
                  <a:pt x="377368" y="41664"/>
                </a:lnTo>
                <a:lnTo>
                  <a:pt x="377917" y="41440"/>
                </a:lnTo>
                <a:lnTo>
                  <a:pt x="378460" y="41214"/>
                </a:lnTo>
                <a:lnTo>
                  <a:pt x="378996" y="40985"/>
                </a:lnTo>
                <a:lnTo>
                  <a:pt x="379526" y="40753"/>
                </a:lnTo>
                <a:lnTo>
                  <a:pt x="380050" y="40519"/>
                </a:lnTo>
                <a:lnTo>
                  <a:pt x="380567" y="40282"/>
                </a:lnTo>
                <a:lnTo>
                  <a:pt x="381078" y="40043"/>
                </a:lnTo>
                <a:lnTo>
                  <a:pt x="381582" y="39801"/>
                </a:lnTo>
                <a:lnTo>
                  <a:pt x="382081" y="39557"/>
                </a:lnTo>
                <a:lnTo>
                  <a:pt x="382573" y="39310"/>
                </a:lnTo>
                <a:lnTo>
                  <a:pt x="383058" y="39060"/>
                </a:lnTo>
                <a:lnTo>
                  <a:pt x="383537" y="38808"/>
                </a:lnTo>
                <a:lnTo>
                  <a:pt x="384010" y="38554"/>
                </a:lnTo>
                <a:lnTo>
                  <a:pt x="384477" y="38297"/>
                </a:lnTo>
                <a:lnTo>
                  <a:pt x="384937" y="38037"/>
                </a:lnTo>
                <a:lnTo>
                  <a:pt x="385391" y="37775"/>
                </a:lnTo>
                <a:lnTo>
                  <a:pt x="385839" y="37510"/>
                </a:lnTo>
                <a:lnTo>
                  <a:pt x="386280" y="37243"/>
                </a:lnTo>
                <a:lnTo>
                  <a:pt x="386715" y="36973"/>
                </a:lnTo>
                <a:lnTo>
                  <a:pt x="387144" y="36701"/>
                </a:lnTo>
                <a:lnTo>
                  <a:pt x="387566" y="36426"/>
                </a:lnTo>
                <a:lnTo>
                  <a:pt x="387982" y="36149"/>
                </a:lnTo>
                <a:lnTo>
                  <a:pt x="388392" y="35869"/>
                </a:lnTo>
                <a:lnTo>
                  <a:pt x="388794" y="35587"/>
                </a:lnTo>
                <a:lnTo>
                  <a:pt x="389189" y="35304"/>
                </a:lnTo>
                <a:lnTo>
                  <a:pt x="389576" y="35021"/>
                </a:lnTo>
                <a:lnTo>
                  <a:pt x="389956" y="34737"/>
                </a:lnTo>
                <a:lnTo>
                  <a:pt x="390328" y="34452"/>
                </a:lnTo>
                <a:lnTo>
                  <a:pt x="390692" y="34166"/>
                </a:lnTo>
                <a:lnTo>
                  <a:pt x="391048" y="33879"/>
                </a:lnTo>
                <a:lnTo>
                  <a:pt x="391397" y="33591"/>
                </a:lnTo>
                <a:lnTo>
                  <a:pt x="391738" y="33303"/>
                </a:lnTo>
                <a:lnTo>
                  <a:pt x="392071" y="33013"/>
                </a:lnTo>
                <a:lnTo>
                  <a:pt x="392397" y="32723"/>
                </a:lnTo>
                <a:lnTo>
                  <a:pt x="392715" y="32432"/>
                </a:lnTo>
                <a:lnTo>
                  <a:pt x="393025" y="32140"/>
                </a:lnTo>
                <a:lnTo>
                  <a:pt x="393328" y="31847"/>
                </a:lnTo>
                <a:lnTo>
                  <a:pt x="393623" y="31554"/>
                </a:lnTo>
                <a:lnTo>
                  <a:pt x="393910" y="31259"/>
                </a:lnTo>
                <a:lnTo>
                  <a:pt x="394189" y="30964"/>
                </a:lnTo>
                <a:lnTo>
                  <a:pt x="394461" y="30668"/>
                </a:lnTo>
                <a:lnTo>
                  <a:pt x="394725" y="30370"/>
                </a:lnTo>
                <a:lnTo>
                  <a:pt x="394981" y="30073"/>
                </a:lnTo>
                <a:lnTo>
                  <a:pt x="395230" y="29774"/>
                </a:lnTo>
                <a:lnTo>
                  <a:pt x="395471" y="29474"/>
                </a:lnTo>
                <a:lnTo>
                  <a:pt x="395704" y="29174"/>
                </a:lnTo>
                <a:lnTo>
                  <a:pt x="395930" y="28872"/>
                </a:lnTo>
                <a:lnTo>
                  <a:pt x="395930" y="136183"/>
                </a:lnTo>
                <a:lnTo>
                  <a:pt x="413174" y="136183"/>
                </a:lnTo>
                <a:lnTo>
                  <a:pt x="413174" y="7785"/>
                </a:lnTo>
                <a:lnTo>
                  <a:pt x="397901" y="7785"/>
                </a:lnTo>
                <a:close/>
                <a:moveTo>
                  <a:pt x="132853" y="122871"/>
                </a:moveTo>
                <a:lnTo>
                  <a:pt x="132155" y="122845"/>
                </a:lnTo>
                <a:lnTo>
                  <a:pt x="131481" y="122802"/>
                </a:lnTo>
                <a:lnTo>
                  <a:pt x="130828" y="122741"/>
                </a:lnTo>
                <a:lnTo>
                  <a:pt x="130198" y="122663"/>
                </a:lnTo>
                <a:lnTo>
                  <a:pt x="129591" y="122568"/>
                </a:lnTo>
                <a:lnTo>
                  <a:pt x="129006" y="122456"/>
                </a:lnTo>
                <a:lnTo>
                  <a:pt x="128443" y="122326"/>
                </a:lnTo>
                <a:lnTo>
                  <a:pt x="127902" y="122179"/>
                </a:lnTo>
                <a:lnTo>
                  <a:pt x="127385" y="122015"/>
                </a:lnTo>
                <a:lnTo>
                  <a:pt x="126889" y="121833"/>
                </a:lnTo>
                <a:lnTo>
                  <a:pt x="126416" y="121634"/>
                </a:lnTo>
                <a:lnTo>
                  <a:pt x="125965" y="121418"/>
                </a:lnTo>
                <a:lnTo>
                  <a:pt x="125537" y="121184"/>
                </a:lnTo>
                <a:lnTo>
                  <a:pt x="125131" y="120933"/>
                </a:lnTo>
                <a:lnTo>
                  <a:pt x="124748" y="120665"/>
                </a:lnTo>
                <a:lnTo>
                  <a:pt x="124386" y="120380"/>
                </a:lnTo>
                <a:lnTo>
                  <a:pt x="124048" y="120077"/>
                </a:lnTo>
                <a:lnTo>
                  <a:pt x="123732" y="119757"/>
                </a:lnTo>
                <a:lnTo>
                  <a:pt x="123438" y="119420"/>
                </a:lnTo>
                <a:lnTo>
                  <a:pt x="123166" y="119065"/>
                </a:lnTo>
                <a:lnTo>
                  <a:pt x="122917" y="118693"/>
                </a:lnTo>
                <a:lnTo>
                  <a:pt x="122691" y="118304"/>
                </a:lnTo>
                <a:lnTo>
                  <a:pt x="122487" y="117897"/>
                </a:lnTo>
                <a:lnTo>
                  <a:pt x="122298" y="117474"/>
                </a:lnTo>
                <a:lnTo>
                  <a:pt x="122117" y="117036"/>
                </a:lnTo>
                <a:lnTo>
                  <a:pt x="121944" y="116583"/>
                </a:lnTo>
                <a:lnTo>
                  <a:pt x="121779" y="116115"/>
                </a:lnTo>
                <a:lnTo>
                  <a:pt x="121622" y="115632"/>
                </a:lnTo>
                <a:lnTo>
                  <a:pt x="121473" y="115133"/>
                </a:lnTo>
                <a:lnTo>
                  <a:pt x="121333" y="114619"/>
                </a:lnTo>
                <a:lnTo>
                  <a:pt x="121200" y="114090"/>
                </a:lnTo>
                <a:lnTo>
                  <a:pt x="121075" y="113546"/>
                </a:lnTo>
                <a:lnTo>
                  <a:pt x="120959" y="112987"/>
                </a:lnTo>
                <a:lnTo>
                  <a:pt x="120850" y="112413"/>
                </a:lnTo>
                <a:lnTo>
                  <a:pt x="120750" y="111823"/>
                </a:lnTo>
                <a:lnTo>
                  <a:pt x="120657" y="111218"/>
                </a:lnTo>
                <a:lnTo>
                  <a:pt x="120573" y="110599"/>
                </a:lnTo>
                <a:lnTo>
                  <a:pt x="120497" y="109963"/>
                </a:lnTo>
                <a:lnTo>
                  <a:pt x="120428" y="109313"/>
                </a:lnTo>
                <a:lnTo>
                  <a:pt x="120368" y="108648"/>
                </a:lnTo>
                <a:lnTo>
                  <a:pt x="120316" y="107967"/>
                </a:lnTo>
                <a:lnTo>
                  <a:pt x="120271" y="107272"/>
                </a:lnTo>
                <a:lnTo>
                  <a:pt x="120235" y="106561"/>
                </a:lnTo>
                <a:lnTo>
                  <a:pt x="120207" y="105835"/>
                </a:lnTo>
                <a:lnTo>
                  <a:pt x="120187" y="105094"/>
                </a:lnTo>
                <a:lnTo>
                  <a:pt x="120175" y="104337"/>
                </a:lnTo>
                <a:lnTo>
                  <a:pt x="120171" y="103566"/>
                </a:lnTo>
                <a:lnTo>
                  <a:pt x="120171" y="50551"/>
                </a:lnTo>
                <a:lnTo>
                  <a:pt x="143821" y="50551"/>
                </a:lnTo>
                <a:lnTo>
                  <a:pt x="143821" y="37248"/>
                </a:lnTo>
                <a:lnTo>
                  <a:pt x="120171" y="37248"/>
                </a:lnTo>
                <a:lnTo>
                  <a:pt x="120171" y="15274"/>
                </a:lnTo>
                <a:lnTo>
                  <a:pt x="103813" y="15274"/>
                </a:lnTo>
                <a:lnTo>
                  <a:pt x="103813" y="37248"/>
                </a:lnTo>
                <a:lnTo>
                  <a:pt x="87751" y="37248"/>
                </a:lnTo>
                <a:lnTo>
                  <a:pt x="87751" y="50551"/>
                </a:lnTo>
                <a:lnTo>
                  <a:pt x="103813" y="50551"/>
                </a:lnTo>
                <a:lnTo>
                  <a:pt x="103813" y="104034"/>
                </a:lnTo>
                <a:lnTo>
                  <a:pt x="103817" y="104871"/>
                </a:lnTo>
                <a:lnTo>
                  <a:pt x="103829" y="105698"/>
                </a:lnTo>
                <a:lnTo>
                  <a:pt x="103849" y="106514"/>
                </a:lnTo>
                <a:lnTo>
                  <a:pt x="103878" y="107321"/>
                </a:lnTo>
                <a:lnTo>
                  <a:pt x="103914" y="108117"/>
                </a:lnTo>
                <a:lnTo>
                  <a:pt x="103958" y="108904"/>
                </a:lnTo>
                <a:lnTo>
                  <a:pt x="104010" y="109680"/>
                </a:lnTo>
                <a:lnTo>
                  <a:pt x="104071" y="110446"/>
                </a:lnTo>
                <a:lnTo>
                  <a:pt x="104139" y="111203"/>
                </a:lnTo>
                <a:lnTo>
                  <a:pt x="104215" y="111949"/>
                </a:lnTo>
                <a:lnTo>
                  <a:pt x="104300" y="112685"/>
                </a:lnTo>
                <a:lnTo>
                  <a:pt x="104392" y="113411"/>
                </a:lnTo>
                <a:lnTo>
                  <a:pt x="104493" y="114126"/>
                </a:lnTo>
                <a:lnTo>
                  <a:pt x="104601" y="114832"/>
                </a:lnTo>
                <a:lnTo>
                  <a:pt x="104718" y="115528"/>
                </a:lnTo>
                <a:lnTo>
                  <a:pt x="104842" y="116213"/>
                </a:lnTo>
                <a:lnTo>
                  <a:pt x="104975" y="116889"/>
                </a:lnTo>
                <a:lnTo>
                  <a:pt x="105116" y="117554"/>
                </a:lnTo>
                <a:lnTo>
                  <a:pt x="105265" y="118209"/>
                </a:lnTo>
                <a:lnTo>
                  <a:pt x="105421" y="118854"/>
                </a:lnTo>
                <a:lnTo>
                  <a:pt x="105586" y="119489"/>
                </a:lnTo>
                <a:lnTo>
                  <a:pt x="105759" y="120114"/>
                </a:lnTo>
                <a:lnTo>
                  <a:pt x="105940" y="120729"/>
                </a:lnTo>
                <a:lnTo>
                  <a:pt x="106129" y="121334"/>
                </a:lnTo>
                <a:lnTo>
                  <a:pt x="106329" y="121927"/>
                </a:lnTo>
                <a:lnTo>
                  <a:pt x="106542" y="122509"/>
                </a:lnTo>
                <a:lnTo>
                  <a:pt x="106769" y="123080"/>
                </a:lnTo>
                <a:lnTo>
                  <a:pt x="107009" y="123638"/>
                </a:lnTo>
                <a:lnTo>
                  <a:pt x="107263" y="124185"/>
                </a:lnTo>
                <a:lnTo>
                  <a:pt x="107530" y="124720"/>
                </a:lnTo>
                <a:lnTo>
                  <a:pt x="107811" y="125244"/>
                </a:lnTo>
                <a:lnTo>
                  <a:pt x="108105" y="125755"/>
                </a:lnTo>
                <a:lnTo>
                  <a:pt x="108413" y="126256"/>
                </a:lnTo>
                <a:lnTo>
                  <a:pt x="108734" y="126744"/>
                </a:lnTo>
                <a:lnTo>
                  <a:pt x="109069" y="127221"/>
                </a:lnTo>
                <a:lnTo>
                  <a:pt x="109418" y="127686"/>
                </a:lnTo>
                <a:lnTo>
                  <a:pt x="109780" y="128139"/>
                </a:lnTo>
                <a:lnTo>
                  <a:pt x="110155" y="128581"/>
                </a:lnTo>
                <a:lnTo>
                  <a:pt x="110544" y="129011"/>
                </a:lnTo>
                <a:lnTo>
                  <a:pt x="110946" y="129429"/>
                </a:lnTo>
                <a:lnTo>
                  <a:pt x="111362" y="129836"/>
                </a:lnTo>
                <a:lnTo>
                  <a:pt x="111792" y="130231"/>
                </a:lnTo>
                <a:lnTo>
                  <a:pt x="112235" y="130614"/>
                </a:lnTo>
                <a:lnTo>
                  <a:pt x="112691" y="130986"/>
                </a:lnTo>
                <a:lnTo>
                  <a:pt x="113161" y="131345"/>
                </a:lnTo>
                <a:lnTo>
                  <a:pt x="113645" y="131694"/>
                </a:lnTo>
                <a:lnTo>
                  <a:pt x="114142" y="132030"/>
                </a:lnTo>
                <a:lnTo>
                  <a:pt x="114653" y="132355"/>
                </a:lnTo>
                <a:lnTo>
                  <a:pt x="115179" y="132667"/>
                </a:lnTo>
                <a:lnTo>
                  <a:pt x="115725" y="132966"/>
                </a:lnTo>
                <a:lnTo>
                  <a:pt x="116289" y="133252"/>
                </a:lnTo>
                <a:lnTo>
                  <a:pt x="116873" y="133524"/>
                </a:lnTo>
                <a:lnTo>
                  <a:pt x="117475" y="133784"/>
                </a:lnTo>
                <a:lnTo>
                  <a:pt x="118095" y="134030"/>
                </a:lnTo>
                <a:lnTo>
                  <a:pt x="118735" y="134262"/>
                </a:lnTo>
                <a:lnTo>
                  <a:pt x="119394" y="134481"/>
                </a:lnTo>
                <a:lnTo>
                  <a:pt x="120071" y="134687"/>
                </a:lnTo>
                <a:lnTo>
                  <a:pt x="120767" y="134880"/>
                </a:lnTo>
                <a:lnTo>
                  <a:pt x="121482" y="135060"/>
                </a:lnTo>
                <a:lnTo>
                  <a:pt x="122216" y="135226"/>
                </a:lnTo>
                <a:lnTo>
                  <a:pt x="122968" y="135379"/>
                </a:lnTo>
                <a:lnTo>
                  <a:pt x="123740" y="135518"/>
                </a:lnTo>
                <a:lnTo>
                  <a:pt x="124530" y="135644"/>
                </a:lnTo>
                <a:lnTo>
                  <a:pt x="125339" y="135757"/>
                </a:lnTo>
                <a:lnTo>
                  <a:pt x="126167" y="135857"/>
                </a:lnTo>
                <a:lnTo>
                  <a:pt x="127013" y="135943"/>
                </a:lnTo>
                <a:lnTo>
                  <a:pt x="127879" y="136016"/>
                </a:lnTo>
                <a:lnTo>
                  <a:pt x="128763" y="136076"/>
                </a:lnTo>
                <a:lnTo>
                  <a:pt x="129666" y="136123"/>
                </a:lnTo>
                <a:lnTo>
                  <a:pt x="130588" y="136156"/>
                </a:lnTo>
                <a:lnTo>
                  <a:pt x="131529" y="136176"/>
                </a:lnTo>
                <a:lnTo>
                  <a:pt x="132488" y="136183"/>
                </a:lnTo>
                <a:lnTo>
                  <a:pt x="144018" y="136183"/>
                </a:lnTo>
                <a:lnTo>
                  <a:pt x="144018" y="122880"/>
                </a:lnTo>
                <a:lnTo>
                  <a:pt x="133572" y="122880"/>
                </a:lnTo>
                <a:lnTo>
                  <a:pt x="132853" y="122871"/>
                </a:lnTo>
                <a:close/>
                <a:moveTo>
                  <a:pt x="169684" y="136183"/>
                </a:moveTo>
                <a:lnTo>
                  <a:pt x="186140" y="136183"/>
                </a:lnTo>
                <a:lnTo>
                  <a:pt x="186140" y="37248"/>
                </a:lnTo>
                <a:lnTo>
                  <a:pt x="169684" y="37248"/>
                </a:lnTo>
                <a:lnTo>
                  <a:pt x="169684" y="136183"/>
                </a:lnTo>
                <a:close/>
                <a:moveTo>
                  <a:pt x="41813" y="137929"/>
                </a:moveTo>
                <a:lnTo>
                  <a:pt x="42472" y="137908"/>
                </a:lnTo>
                <a:lnTo>
                  <a:pt x="43128" y="137881"/>
                </a:lnTo>
                <a:lnTo>
                  <a:pt x="43780" y="137849"/>
                </a:lnTo>
                <a:lnTo>
                  <a:pt x="44427" y="137810"/>
                </a:lnTo>
                <a:lnTo>
                  <a:pt x="45071" y="137765"/>
                </a:lnTo>
                <a:lnTo>
                  <a:pt x="45711" y="137714"/>
                </a:lnTo>
                <a:lnTo>
                  <a:pt x="46347" y="137657"/>
                </a:lnTo>
                <a:lnTo>
                  <a:pt x="46979" y="137594"/>
                </a:lnTo>
                <a:lnTo>
                  <a:pt x="47607" y="137525"/>
                </a:lnTo>
                <a:lnTo>
                  <a:pt x="48231" y="137450"/>
                </a:lnTo>
                <a:lnTo>
                  <a:pt x="48852" y="137370"/>
                </a:lnTo>
                <a:lnTo>
                  <a:pt x="49468" y="137283"/>
                </a:lnTo>
                <a:lnTo>
                  <a:pt x="50080" y="137190"/>
                </a:lnTo>
                <a:lnTo>
                  <a:pt x="50689" y="137091"/>
                </a:lnTo>
                <a:lnTo>
                  <a:pt x="51293" y="136986"/>
                </a:lnTo>
                <a:lnTo>
                  <a:pt x="51894" y="136876"/>
                </a:lnTo>
                <a:lnTo>
                  <a:pt x="52490" y="136759"/>
                </a:lnTo>
                <a:lnTo>
                  <a:pt x="53083" y="136636"/>
                </a:lnTo>
                <a:lnTo>
                  <a:pt x="53672" y="136507"/>
                </a:lnTo>
                <a:lnTo>
                  <a:pt x="54257" y="136373"/>
                </a:lnTo>
                <a:lnTo>
                  <a:pt x="54838" y="136232"/>
                </a:lnTo>
                <a:lnTo>
                  <a:pt x="55413" y="136085"/>
                </a:lnTo>
                <a:lnTo>
                  <a:pt x="55983" y="135931"/>
                </a:lnTo>
                <a:lnTo>
                  <a:pt x="56547" y="135771"/>
                </a:lnTo>
                <a:lnTo>
                  <a:pt x="57104" y="135605"/>
                </a:lnTo>
                <a:lnTo>
                  <a:pt x="57655" y="135432"/>
                </a:lnTo>
                <a:lnTo>
                  <a:pt x="58200" y="135252"/>
                </a:lnTo>
                <a:lnTo>
                  <a:pt x="58739" y="135066"/>
                </a:lnTo>
                <a:lnTo>
                  <a:pt x="59272" y="134874"/>
                </a:lnTo>
                <a:lnTo>
                  <a:pt x="59799" y="134674"/>
                </a:lnTo>
                <a:lnTo>
                  <a:pt x="60319" y="134469"/>
                </a:lnTo>
                <a:lnTo>
                  <a:pt x="60833" y="134257"/>
                </a:lnTo>
                <a:lnTo>
                  <a:pt x="61341" y="134038"/>
                </a:lnTo>
                <a:lnTo>
                  <a:pt x="61843" y="133813"/>
                </a:lnTo>
                <a:lnTo>
                  <a:pt x="62339" y="133581"/>
                </a:lnTo>
                <a:lnTo>
                  <a:pt x="62829" y="133343"/>
                </a:lnTo>
                <a:lnTo>
                  <a:pt x="63312" y="133098"/>
                </a:lnTo>
                <a:lnTo>
                  <a:pt x="63789" y="132846"/>
                </a:lnTo>
                <a:lnTo>
                  <a:pt x="64261" y="132589"/>
                </a:lnTo>
                <a:lnTo>
                  <a:pt x="64726" y="132324"/>
                </a:lnTo>
                <a:lnTo>
                  <a:pt x="65184" y="132053"/>
                </a:lnTo>
                <a:lnTo>
                  <a:pt x="65637" y="131776"/>
                </a:lnTo>
                <a:lnTo>
                  <a:pt x="66084" y="131492"/>
                </a:lnTo>
                <a:lnTo>
                  <a:pt x="66524" y="131202"/>
                </a:lnTo>
                <a:lnTo>
                  <a:pt x="66958" y="130905"/>
                </a:lnTo>
                <a:lnTo>
                  <a:pt x="67385" y="130601"/>
                </a:lnTo>
                <a:lnTo>
                  <a:pt x="67805" y="130290"/>
                </a:lnTo>
                <a:lnTo>
                  <a:pt x="68216" y="129972"/>
                </a:lnTo>
                <a:lnTo>
                  <a:pt x="68620" y="129647"/>
                </a:lnTo>
                <a:lnTo>
                  <a:pt x="69015" y="129315"/>
                </a:lnTo>
                <a:lnTo>
                  <a:pt x="69403" y="128976"/>
                </a:lnTo>
                <a:lnTo>
                  <a:pt x="69783" y="128630"/>
                </a:lnTo>
                <a:lnTo>
                  <a:pt x="70155" y="128277"/>
                </a:lnTo>
                <a:lnTo>
                  <a:pt x="70519" y="127917"/>
                </a:lnTo>
                <a:lnTo>
                  <a:pt x="70876" y="127550"/>
                </a:lnTo>
                <a:lnTo>
                  <a:pt x="71224" y="127176"/>
                </a:lnTo>
                <a:lnTo>
                  <a:pt x="71565" y="126794"/>
                </a:lnTo>
                <a:lnTo>
                  <a:pt x="71898" y="126406"/>
                </a:lnTo>
                <a:lnTo>
                  <a:pt x="72222" y="126011"/>
                </a:lnTo>
                <a:lnTo>
                  <a:pt x="72539" y="125608"/>
                </a:lnTo>
                <a:lnTo>
                  <a:pt x="72849" y="125199"/>
                </a:lnTo>
                <a:lnTo>
                  <a:pt x="73150" y="124782"/>
                </a:lnTo>
                <a:lnTo>
                  <a:pt x="73443" y="124359"/>
                </a:lnTo>
                <a:lnTo>
                  <a:pt x="73729" y="123928"/>
                </a:lnTo>
                <a:lnTo>
                  <a:pt x="74006" y="123490"/>
                </a:lnTo>
                <a:lnTo>
                  <a:pt x="74276" y="123046"/>
                </a:lnTo>
                <a:lnTo>
                  <a:pt x="74538" y="122594"/>
                </a:lnTo>
                <a:lnTo>
                  <a:pt x="74792" y="122135"/>
                </a:lnTo>
                <a:lnTo>
                  <a:pt x="75038" y="121669"/>
                </a:lnTo>
                <a:lnTo>
                  <a:pt x="75276" y="121196"/>
                </a:lnTo>
                <a:lnTo>
                  <a:pt x="75503" y="120716"/>
                </a:lnTo>
                <a:lnTo>
                  <a:pt x="75720" y="120229"/>
                </a:lnTo>
                <a:lnTo>
                  <a:pt x="75927" y="119734"/>
                </a:lnTo>
                <a:lnTo>
                  <a:pt x="76123" y="119232"/>
                </a:lnTo>
                <a:lnTo>
                  <a:pt x="76310" y="118723"/>
                </a:lnTo>
                <a:lnTo>
                  <a:pt x="76487" y="118207"/>
                </a:lnTo>
                <a:lnTo>
                  <a:pt x="76653" y="117684"/>
                </a:lnTo>
                <a:lnTo>
                  <a:pt x="76810" y="117153"/>
                </a:lnTo>
                <a:lnTo>
                  <a:pt x="76956" y="116615"/>
                </a:lnTo>
                <a:lnTo>
                  <a:pt x="77092" y="116070"/>
                </a:lnTo>
                <a:lnTo>
                  <a:pt x="77219" y="115518"/>
                </a:lnTo>
                <a:lnTo>
                  <a:pt x="77335" y="114958"/>
                </a:lnTo>
                <a:lnTo>
                  <a:pt x="77441" y="114391"/>
                </a:lnTo>
                <a:lnTo>
                  <a:pt x="77537" y="113817"/>
                </a:lnTo>
                <a:lnTo>
                  <a:pt x="77622" y="113236"/>
                </a:lnTo>
                <a:lnTo>
                  <a:pt x="77698" y="112648"/>
                </a:lnTo>
                <a:lnTo>
                  <a:pt x="77764" y="112052"/>
                </a:lnTo>
                <a:lnTo>
                  <a:pt x="77819" y="111449"/>
                </a:lnTo>
                <a:lnTo>
                  <a:pt x="77865" y="110839"/>
                </a:lnTo>
                <a:lnTo>
                  <a:pt x="77900" y="110222"/>
                </a:lnTo>
                <a:lnTo>
                  <a:pt x="77925" y="109597"/>
                </a:lnTo>
                <a:lnTo>
                  <a:pt x="77940" y="108965"/>
                </a:lnTo>
                <a:lnTo>
                  <a:pt x="77945" y="108326"/>
                </a:lnTo>
                <a:lnTo>
                  <a:pt x="77939" y="107588"/>
                </a:lnTo>
                <a:lnTo>
                  <a:pt x="77920" y="106860"/>
                </a:lnTo>
                <a:lnTo>
                  <a:pt x="77888" y="106144"/>
                </a:lnTo>
                <a:lnTo>
                  <a:pt x="77843" y="105439"/>
                </a:lnTo>
                <a:lnTo>
                  <a:pt x="77785" y="104744"/>
                </a:lnTo>
                <a:lnTo>
                  <a:pt x="77714" y="104061"/>
                </a:lnTo>
                <a:lnTo>
                  <a:pt x="77631" y="103389"/>
                </a:lnTo>
                <a:lnTo>
                  <a:pt x="77535" y="102729"/>
                </a:lnTo>
                <a:lnTo>
                  <a:pt x="77426" y="102079"/>
                </a:lnTo>
                <a:lnTo>
                  <a:pt x="77304" y="101440"/>
                </a:lnTo>
                <a:lnTo>
                  <a:pt x="77169" y="100813"/>
                </a:lnTo>
                <a:lnTo>
                  <a:pt x="77021" y="100196"/>
                </a:lnTo>
                <a:lnTo>
                  <a:pt x="76861" y="99591"/>
                </a:lnTo>
                <a:lnTo>
                  <a:pt x="76688" y="98997"/>
                </a:lnTo>
                <a:lnTo>
                  <a:pt x="76502" y="98414"/>
                </a:lnTo>
                <a:lnTo>
                  <a:pt x="76303" y="97842"/>
                </a:lnTo>
                <a:lnTo>
                  <a:pt x="76091" y="97281"/>
                </a:lnTo>
                <a:lnTo>
                  <a:pt x="75867" y="96731"/>
                </a:lnTo>
                <a:lnTo>
                  <a:pt x="75629" y="96192"/>
                </a:lnTo>
                <a:lnTo>
                  <a:pt x="75379" y="95665"/>
                </a:lnTo>
                <a:lnTo>
                  <a:pt x="75116" y="95148"/>
                </a:lnTo>
                <a:lnTo>
                  <a:pt x="74840" y="94643"/>
                </a:lnTo>
                <a:lnTo>
                  <a:pt x="74552" y="94149"/>
                </a:lnTo>
                <a:lnTo>
                  <a:pt x="74250" y="93666"/>
                </a:lnTo>
                <a:lnTo>
                  <a:pt x="73936" y="93191"/>
                </a:lnTo>
                <a:lnTo>
                  <a:pt x="73609" y="92724"/>
                </a:lnTo>
                <a:lnTo>
                  <a:pt x="73270" y="92265"/>
                </a:lnTo>
                <a:lnTo>
                  <a:pt x="72918" y="91812"/>
                </a:lnTo>
                <a:lnTo>
                  <a:pt x="72554" y="91367"/>
                </a:lnTo>
                <a:lnTo>
                  <a:pt x="72178" y="90929"/>
                </a:lnTo>
                <a:lnTo>
                  <a:pt x="71789" y="90498"/>
                </a:lnTo>
                <a:lnTo>
                  <a:pt x="71387" y="90074"/>
                </a:lnTo>
                <a:lnTo>
                  <a:pt x="70973" y="89658"/>
                </a:lnTo>
                <a:lnTo>
                  <a:pt x="70546" y="89249"/>
                </a:lnTo>
                <a:lnTo>
                  <a:pt x="70107" y="88847"/>
                </a:lnTo>
                <a:lnTo>
                  <a:pt x="69656" y="88452"/>
                </a:lnTo>
                <a:lnTo>
                  <a:pt x="69192" y="88065"/>
                </a:lnTo>
                <a:lnTo>
                  <a:pt x="68715" y="87684"/>
                </a:lnTo>
                <a:lnTo>
                  <a:pt x="68226" y="87311"/>
                </a:lnTo>
                <a:lnTo>
                  <a:pt x="67725" y="86946"/>
                </a:lnTo>
                <a:lnTo>
                  <a:pt x="67211" y="86587"/>
                </a:lnTo>
                <a:lnTo>
                  <a:pt x="66684" y="86236"/>
                </a:lnTo>
                <a:lnTo>
                  <a:pt x="66145" y="85892"/>
                </a:lnTo>
                <a:lnTo>
                  <a:pt x="65594" y="85555"/>
                </a:lnTo>
                <a:lnTo>
                  <a:pt x="65030" y="85225"/>
                </a:lnTo>
                <a:lnTo>
                  <a:pt x="64453" y="84903"/>
                </a:lnTo>
                <a:lnTo>
                  <a:pt x="63864" y="84588"/>
                </a:lnTo>
                <a:lnTo>
                  <a:pt x="63263" y="84280"/>
                </a:lnTo>
                <a:lnTo>
                  <a:pt x="62649" y="83977"/>
                </a:lnTo>
                <a:lnTo>
                  <a:pt x="62024" y="83678"/>
                </a:lnTo>
                <a:lnTo>
                  <a:pt x="61386" y="83382"/>
                </a:lnTo>
                <a:lnTo>
                  <a:pt x="60736" y="83090"/>
                </a:lnTo>
                <a:lnTo>
                  <a:pt x="60075" y="82802"/>
                </a:lnTo>
                <a:lnTo>
                  <a:pt x="59401" y="82517"/>
                </a:lnTo>
                <a:lnTo>
                  <a:pt x="58716" y="82235"/>
                </a:lnTo>
                <a:lnTo>
                  <a:pt x="58018" y="81957"/>
                </a:lnTo>
                <a:lnTo>
                  <a:pt x="57309" y="81683"/>
                </a:lnTo>
                <a:lnTo>
                  <a:pt x="56587" y="81412"/>
                </a:lnTo>
                <a:lnTo>
                  <a:pt x="55854" y="81145"/>
                </a:lnTo>
                <a:lnTo>
                  <a:pt x="55109" y="80881"/>
                </a:lnTo>
                <a:lnTo>
                  <a:pt x="54351" y="80620"/>
                </a:lnTo>
                <a:lnTo>
                  <a:pt x="53582" y="80364"/>
                </a:lnTo>
                <a:lnTo>
                  <a:pt x="52801" y="80110"/>
                </a:lnTo>
                <a:lnTo>
                  <a:pt x="52007" y="79860"/>
                </a:lnTo>
                <a:lnTo>
                  <a:pt x="51202" y="79614"/>
                </a:lnTo>
                <a:lnTo>
                  <a:pt x="50385" y="79371"/>
                </a:lnTo>
                <a:lnTo>
                  <a:pt x="49556" y="79132"/>
                </a:lnTo>
                <a:lnTo>
                  <a:pt x="48714" y="78896"/>
                </a:lnTo>
                <a:lnTo>
                  <a:pt x="47861" y="78664"/>
                </a:lnTo>
                <a:lnTo>
                  <a:pt x="46996" y="78435"/>
                </a:lnTo>
                <a:lnTo>
                  <a:pt x="46119" y="78210"/>
                </a:lnTo>
                <a:lnTo>
                  <a:pt x="45230" y="77988"/>
                </a:lnTo>
                <a:lnTo>
                  <a:pt x="44416" y="77786"/>
                </a:lnTo>
                <a:lnTo>
                  <a:pt x="43616" y="77584"/>
                </a:lnTo>
                <a:lnTo>
                  <a:pt x="42830" y="77383"/>
                </a:lnTo>
                <a:lnTo>
                  <a:pt x="42058" y="77184"/>
                </a:lnTo>
                <a:lnTo>
                  <a:pt x="41299" y="76985"/>
                </a:lnTo>
                <a:lnTo>
                  <a:pt x="40555" y="76787"/>
                </a:lnTo>
                <a:lnTo>
                  <a:pt x="39825" y="76589"/>
                </a:lnTo>
                <a:lnTo>
                  <a:pt x="39110" y="76393"/>
                </a:lnTo>
                <a:lnTo>
                  <a:pt x="38408" y="76198"/>
                </a:lnTo>
                <a:lnTo>
                  <a:pt x="37720" y="76003"/>
                </a:lnTo>
                <a:lnTo>
                  <a:pt x="37046" y="75809"/>
                </a:lnTo>
                <a:lnTo>
                  <a:pt x="36386" y="75617"/>
                </a:lnTo>
                <a:lnTo>
                  <a:pt x="35740" y="75425"/>
                </a:lnTo>
                <a:lnTo>
                  <a:pt x="35108" y="75234"/>
                </a:lnTo>
                <a:lnTo>
                  <a:pt x="34491" y="75044"/>
                </a:lnTo>
                <a:lnTo>
                  <a:pt x="33887" y="74854"/>
                </a:lnTo>
                <a:lnTo>
                  <a:pt x="33297" y="74666"/>
                </a:lnTo>
                <a:lnTo>
                  <a:pt x="32722" y="74479"/>
                </a:lnTo>
                <a:lnTo>
                  <a:pt x="32160" y="74292"/>
                </a:lnTo>
                <a:lnTo>
                  <a:pt x="31612" y="74106"/>
                </a:lnTo>
                <a:lnTo>
                  <a:pt x="31079" y="73921"/>
                </a:lnTo>
                <a:lnTo>
                  <a:pt x="30559" y="73738"/>
                </a:lnTo>
                <a:lnTo>
                  <a:pt x="30054" y="73555"/>
                </a:lnTo>
                <a:lnTo>
                  <a:pt x="29562" y="73372"/>
                </a:lnTo>
                <a:lnTo>
                  <a:pt x="29083" y="73190"/>
                </a:lnTo>
                <a:lnTo>
                  <a:pt x="28616" y="73005"/>
                </a:lnTo>
                <a:lnTo>
                  <a:pt x="28161" y="72818"/>
                </a:lnTo>
                <a:lnTo>
                  <a:pt x="27717" y="72629"/>
                </a:lnTo>
                <a:lnTo>
                  <a:pt x="27285" y="72439"/>
                </a:lnTo>
                <a:lnTo>
                  <a:pt x="26865" y="72246"/>
                </a:lnTo>
                <a:lnTo>
                  <a:pt x="26456" y="72051"/>
                </a:lnTo>
                <a:lnTo>
                  <a:pt x="26058" y="71855"/>
                </a:lnTo>
                <a:lnTo>
                  <a:pt x="25673" y="71657"/>
                </a:lnTo>
                <a:lnTo>
                  <a:pt x="25299" y="71456"/>
                </a:lnTo>
                <a:lnTo>
                  <a:pt x="24936" y="71254"/>
                </a:lnTo>
                <a:lnTo>
                  <a:pt x="24586" y="71050"/>
                </a:lnTo>
                <a:lnTo>
                  <a:pt x="24247" y="70844"/>
                </a:lnTo>
                <a:lnTo>
                  <a:pt x="23919" y="70636"/>
                </a:lnTo>
                <a:lnTo>
                  <a:pt x="23603" y="70426"/>
                </a:lnTo>
                <a:lnTo>
                  <a:pt x="23299" y="70214"/>
                </a:lnTo>
                <a:lnTo>
                  <a:pt x="23007" y="70000"/>
                </a:lnTo>
                <a:lnTo>
                  <a:pt x="22726" y="69784"/>
                </a:lnTo>
                <a:lnTo>
                  <a:pt x="22457" y="69566"/>
                </a:lnTo>
                <a:lnTo>
                  <a:pt x="22199" y="69347"/>
                </a:lnTo>
                <a:lnTo>
                  <a:pt x="21953" y="69125"/>
                </a:lnTo>
                <a:lnTo>
                  <a:pt x="21719" y="68901"/>
                </a:lnTo>
                <a:lnTo>
                  <a:pt x="21496" y="68676"/>
                </a:lnTo>
                <a:lnTo>
                  <a:pt x="21285" y="68449"/>
                </a:lnTo>
                <a:lnTo>
                  <a:pt x="21084" y="68218"/>
                </a:lnTo>
                <a:lnTo>
                  <a:pt x="20891" y="67983"/>
                </a:lnTo>
                <a:lnTo>
                  <a:pt x="20707" y="67744"/>
                </a:lnTo>
                <a:lnTo>
                  <a:pt x="20532" y="67501"/>
                </a:lnTo>
                <a:lnTo>
                  <a:pt x="20365" y="67254"/>
                </a:lnTo>
                <a:lnTo>
                  <a:pt x="20207" y="67002"/>
                </a:lnTo>
                <a:lnTo>
                  <a:pt x="20057" y="66746"/>
                </a:lnTo>
                <a:lnTo>
                  <a:pt x="19916" y="66486"/>
                </a:lnTo>
                <a:lnTo>
                  <a:pt x="19783" y="66222"/>
                </a:lnTo>
                <a:lnTo>
                  <a:pt x="19659" y="65953"/>
                </a:lnTo>
                <a:lnTo>
                  <a:pt x="19544" y="65681"/>
                </a:lnTo>
                <a:lnTo>
                  <a:pt x="19437" y="65404"/>
                </a:lnTo>
                <a:lnTo>
                  <a:pt x="19339" y="65123"/>
                </a:lnTo>
                <a:lnTo>
                  <a:pt x="19249" y="64837"/>
                </a:lnTo>
                <a:lnTo>
                  <a:pt x="19168" y="64548"/>
                </a:lnTo>
                <a:lnTo>
                  <a:pt x="19095" y="64254"/>
                </a:lnTo>
                <a:lnTo>
                  <a:pt x="19031" y="63956"/>
                </a:lnTo>
                <a:lnTo>
                  <a:pt x="18975" y="63653"/>
                </a:lnTo>
                <a:lnTo>
                  <a:pt x="18928" y="63347"/>
                </a:lnTo>
                <a:lnTo>
                  <a:pt x="18890" y="63036"/>
                </a:lnTo>
                <a:lnTo>
                  <a:pt x="18860" y="62721"/>
                </a:lnTo>
                <a:lnTo>
                  <a:pt x="18838" y="62402"/>
                </a:lnTo>
                <a:lnTo>
                  <a:pt x="18825" y="62078"/>
                </a:lnTo>
                <a:lnTo>
                  <a:pt x="18821" y="61751"/>
                </a:lnTo>
                <a:lnTo>
                  <a:pt x="18831" y="61167"/>
                </a:lnTo>
                <a:lnTo>
                  <a:pt x="18860" y="60595"/>
                </a:lnTo>
                <a:lnTo>
                  <a:pt x="18907" y="60037"/>
                </a:lnTo>
                <a:lnTo>
                  <a:pt x="18974" y="59492"/>
                </a:lnTo>
                <a:lnTo>
                  <a:pt x="19061" y="58960"/>
                </a:lnTo>
                <a:lnTo>
                  <a:pt x="19166" y="58441"/>
                </a:lnTo>
                <a:lnTo>
                  <a:pt x="19291" y="57935"/>
                </a:lnTo>
                <a:lnTo>
                  <a:pt x="19434" y="57442"/>
                </a:lnTo>
                <a:lnTo>
                  <a:pt x="19597" y="56962"/>
                </a:lnTo>
                <a:lnTo>
                  <a:pt x="19779" y="56495"/>
                </a:lnTo>
                <a:lnTo>
                  <a:pt x="19980" y="56041"/>
                </a:lnTo>
                <a:lnTo>
                  <a:pt x="20201" y="55601"/>
                </a:lnTo>
                <a:lnTo>
                  <a:pt x="20440" y="55173"/>
                </a:lnTo>
                <a:lnTo>
                  <a:pt x="20699" y="54758"/>
                </a:lnTo>
                <a:lnTo>
                  <a:pt x="20977" y="54356"/>
                </a:lnTo>
                <a:lnTo>
                  <a:pt x="21274" y="53968"/>
                </a:lnTo>
                <a:lnTo>
                  <a:pt x="21590" y="53592"/>
                </a:lnTo>
                <a:lnTo>
                  <a:pt x="21925" y="53229"/>
                </a:lnTo>
                <a:lnTo>
                  <a:pt x="22280" y="52880"/>
                </a:lnTo>
                <a:lnTo>
                  <a:pt x="22653" y="52543"/>
                </a:lnTo>
                <a:lnTo>
                  <a:pt x="23046" y="52220"/>
                </a:lnTo>
                <a:lnTo>
                  <a:pt x="23458" y="51909"/>
                </a:lnTo>
                <a:lnTo>
                  <a:pt x="23889" y="51612"/>
                </a:lnTo>
                <a:lnTo>
                  <a:pt x="24339" y="51327"/>
                </a:lnTo>
                <a:lnTo>
                  <a:pt x="24805" y="51055"/>
                </a:lnTo>
                <a:lnTo>
                  <a:pt x="25282" y="50794"/>
                </a:lnTo>
                <a:lnTo>
                  <a:pt x="25771" y="50545"/>
                </a:lnTo>
                <a:lnTo>
                  <a:pt x="26272" y="50307"/>
                </a:lnTo>
                <a:lnTo>
                  <a:pt x="26784" y="50081"/>
                </a:lnTo>
                <a:lnTo>
                  <a:pt x="27308" y="49867"/>
                </a:lnTo>
                <a:lnTo>
                  <a:pt x="27843" y="49664"/>
                </a:lnTo>
                <a:lnTo>
                  <a:pt x="28391" y="49473"/>
                </a:lnTo>
                <a:lnTo>
                  <a:pt x="28949" y="49293"/>
                </a:lnTo>
                <a:lnTo>
                  <a:pt x="29520" y="49125"/>
                </a:lnTo>
                <a:lnTo>
                  <a:pt x="30102" y="48968"/>
                </a:lnTo>
                <a:lnTo>
                  <a:pt x="30695" y="48824"/>
                </a:lnTo>
                <a:lnTo>
                  <a:pt x="31301" y="48690"/>
                </a:lnTo>
                <a:lnTo>
                  <a:pt x="31917" y="48569"/>
                </a:lnTo>
                <a:lnTo>
                  <a:pt x="32546" y="48459"/>
                </a:lnTo>
                <a:lnTo>
                  <a:pt x="33186" y="48360"/>
                </a:lnTo>
                <a:lnTo>
                  <a:pt x="33838" y="48273"/>
                </a:lnTo>
                <a:lnTo>
                  <a:pt x="34501" y="48198"/>
                </a:lnTo>
                <a:lnTo>
                  <a:pt x="35176" y="48134"/>
                </a:lnTo>
                <a:lnTo>
                  <a:pt x="35863" y="48082"/>
                </a:lnTo>
                <a:lnTo>
                  <a:pt x="36562" y="48041"/>
                </a:lnTo>
                <a:lnTo>
                  <a:pt x="37271" y="48012"/>
                </a:lnTo>
                <a:lnTo>
                  <a:pt x="37993" y="47995"/>
                </a:lnTo>
                <a:lnTo>
                  <a:pt x="38726" y="47989"/>
                </a:lnTo>
                <a:lnTo>
                  <a:pt x="39453" y="47997"/>
                </a:lnTo>
                <a:lnTo>
                  <a:pt x="40170" y="48020"/>
                </a:lnTo>
                <a:lnTo>
                  <a:pt x="40877" y="48059"/>
                </a:lnTo>
                <a:lnTo>
                  <a:pt x="41576" y="48113"/>
                </a:lnTo>
                <a:lnTo>
                  <a:pt x="42265" y="48182"/>
                </a:lnTo>
                <a:lnTo>
                  <a:pt x="42945" y="48267"/>
                </a:lnTo>
                <a:lnTo>
                  <a:pt x="43616" y="48367"/>
                </a:lnTo>
                <a:lnTo>
                  <a:pt x="44277" y="48483"/>
                </a:lnTo>
                <a:lnTo>
                  <a:pt x="44930" y="48614"/>
                </a:lnTo>
                <a:lnTo>
                  <a:pt x="45573" y="48761"/>
                </a:lnTo>
                <a:lnTo>
                  <a:pt x="46207" y="48923"/>
                </a:lnTo>
                <a:lnTo>
                  <a:pt x="46831" y="49101"/>
                </a:lnTo>
                <a:lnTo>
                  <a:pt x="47447" y="49294"/>
                </a:lnTo>
                <a:lnTo>
                  <a:pt x="48053" y="49502"/>
                </a:lnTo>
                <a:lnTo>
                  <a:pt x="48650" y="49726"/>
                </a:lnTo>
                <a:lnTo>
                  <a:pt x="49237" y="49965"/>
                </a:lnTo>
                <a:lnTo>
                  <a:pt x="49816" y="50220"/>
                </a:lnTo>
                <a:lnTo>
                  <a:pt x="50385" y="50490"/>
                </a:lnTo>
                <a:lnTo>
                  <a:pt x="50945" y="50776"/>
                </a:lnTo>
                <a:lnTo>
                  <a:pt x="51495" y="51077"/>
                </a:lnTo>
                <a:lnTo>
                  <a:pt x="52037" y="51394"/>
                </a:lnTo>
                <a:lnTo>
                  <a:pt x="52569" y="51725"/>
                </a:lnTo>
                <a:lnTo>
                  <a:pt x="53092" y="52073"/>
                </a:lnTo>
                <a:lnTo>
                  <a:pt x="53606" y="52436"/>
                </a:lnTo>
                <a:lnTo>
                  <a:pt x="54104" y="52817"/>
                </a:lnTo>
                <a:lnTo>
                  <a:pt x="54582" y="53221"/>
                </a:lnTo>
                <a:lnTo>
                  <a:pt x="55038" y="53646"/>
                </a:lnTo>
                <a:lnTo>
                  <a:pt x="55473" y="54093"/>
                </a:lnTo>
                <a:lnTo>
                  <a:pt x="55886" y="54562"/>
                </a:lnTo>
                <a:lnTo>
                  <a:pt x="56279" y="55053"/>
                </a:lnTo>
                <a:lnTo>
                  <a:pt x="56650" y="55566"/>
                </a:lnTo>
                <a:lnTo>
                  <a:pt x="57000" y="56101"/>
                </a:lnTo>
                <a:lnTo>
                  <a:pt x="57329" y="56658"/>
                </a:lnTo>
                <a:lnTo>
                  <a:pt x="57636" y="57237"/>
                </a:lnTo>
                <a:lnTo>
                  <a:pt x="57923" y="57837"/>
                </a:lnTo>
                <a:lnTo>
                  <a:pt x="58188" y="58460"/>
                </a:lnTo>
                <a:lnTo>
                  <a:pt x="58432" y="59104"/>
                </a:lnTo>
                <a:lnTo>
                  <a:pt x="58655" y="59770"/>
                </a:lnTo>
                <a:lnTo>
                  <a:pt x="58856" y="60459"/>
                </a:lnTo>
                <a:lnTo>
                  <a:pt x="59037" y="61169"/>
                </a:lnTo>
                <a:lnTo>
                  <a:pt x="59196" y="61901"/>
                </a:lnTo>
                <a:lnTo>
                  <a:pt x="59334" y="62655"/>
                </a:lnTo>
                <a:lnTo>
                  <a:pt x="59450" y="63431"/>
                </a:lnTo>
                <a:lnTo>
                  <a:pt x="59546" y="64228"/>
                </a:lnTo>
                <a:lnTo>
                  <a:pt x="59620" y="65048"/>
                </a:lnTo>
                <a:lnTo>
                  <a:pt x="59673" y="65890"/>
                </a:lnTo>
                <a:lnTo>
                  <a:pt x="59705" y="66753"/>
                </a:lnTo>
                <a:lnTo>
                  <a:pt x="59715" y="67639"/>
                </a:lnTo>
                <a:lnTo>
                  <a:pt x="75679" y="67639"/>
                </a:lnTo>
                <a:lnTo>
                  <a:pt x="75674" y="66933"/>
                </a:lnTo>
                <a:lnTo>
                  <a:pt x="75658" y="66235"/>
                </a:lnTo>
                <a:lnTo>
                  <a:pt x="75633" y="65546"/>
                </a:lnTo>
                <a:lnTo>
                  <a:pt x="75597" y="64865"/>
                </a:lnTo>
                <a:lnTo>
                  <a:pt x="75551" y="64193"/>
                </a:lnTo>
                <a:lnTo>
                  <a:pt x="75494" y="63529"/>
                </a:lnTo>
                <a:lnTo>
                  <a:pt x="75427" y="62874"/>
                </a:lnTo>
                <a:lnTo>
                  <a:pt x="75350" y="62227"/>
                </a:lnTo>
                <a:lnTo>
                  <a:pt x="75263" y="61588"/>
                </a:lnTo>
                <a:lnTo>
                  <a:pt x="75166" y="60958"/>
                </a:lnTo>
                <a:lnTo>
                  <a:pt x="75058" y="60337"/>
                </a:lnTo>
                <a:lnTo>
                  <a:pt x="74940" y="59724"/>
                </a:lnTo>
                <a:lnTo>
                  <a:pt x="74812" y="59119"/>
                </a:lnTo>
                <a:lnTo>
                  <a:pt x="74673" y="58523"/>
                </a:lnTo>
                <a:lnTo>
                  <a:pt x="74524" y="57935"/>
                </a:lnTo>
                <a:lnTo>
                  <a:pt x="74365" y="57356"/>
                </a:lnTo>
                <a:lnTo>
                  <a:pt x="74196" y="56785"/>
                </a:lnTo>
                <a:lnTo>
                  <a:pt x="74016" y="56223"/>
                </a:lnTo>
                <a:lnTo>
                  <a:pt x="73826" y="55669"/>
                </a:lnTo>
                <a:lnTo>
                  <a:pt x="73626" y="55124"/>
                </a:lnTo>
                <a:lnTo>
                  <a:pt x="73416" y="54587"/>
                </a:lnTo>
                <a:lnTo>
                  <a:pt x="73195" y="54059"/>
                </a:lnTo>
                <a:lnTo>
                  <a:pt x="72964" y="53539"/>
                </a:lnTo>
                <a:lnTo>
                  <a:pt x="72723" y="53027"/>
                </a:lnTo>
                <a:lnTo>
                  <a:pt x="72473" y="52524"/>
                </a:lnTo>
                <a:lnTo>
                  <a:pt x="72215" y="52028"/>
                </a:lnTo>
                <a:lnTo>
                  <a:pt x="71951" y="51540"/>
                </a:lnTo>
                <a:lnTo>
                  <a:pt x="71678" y="51060"/>
                </a:lnTo>
                <a:lnTo>
                  <a:pt x="71399" y="50587"/>
                </a:lnTo>
                <a:lnTo>
                  <a:pt x="71112" y="50123"/>
                </a:lnTo>
                <a:lnTo>
                  <a:pt x="70818" y="49666"/>
                </a:lnTo>
                <a:lnTo>
                  <a:pt x="70516" y="49216"/>
                </a:lnTo>
                <a:lnTo>
                  <a:pt x="70208" y="48775"/>
                </a:lnTo>
                <a:lnTo>
                  <a:pt x="69891" y="48341"/>
                </a:lnTo>
                <a:lnTo>
                  <a:pt x="69568" y="47915"/>
                </a:lnTo>
                <a:lnTo>
                  <a:pt x="69237" y="47497"/>
                </a:lnTo>
                <a:lnTo>
                  <a:pt x="68899" y="47087"/>
                </a:lnTo>
                <a:lnTo>
                  <a:pt x="68553" y="46684"/>
                </a:lnTo>
                <a:lnTo>
                  <a:pt x="68200" y="46289"/>
                </a:lnTo>
                <a:lnTo>
                  <a:pt x="67839" y="45902"/>
                </a:lnTo>
                <a:lnTo>
                  <a:pt x="67472" y="45523"/>
                </a:lnTo>
                <a:lnTo>
                  <a:pt x="67097" y="45151"/>
                </a:lnTo>
                <a:lnTo>
                  <a:pt x="66714" y="44787"/>
                </a:lnTo>
                <a:lnTo>
                  <a:pt x="66324" y="44431"/>
                </a:lnTo>
                <a:lnTo>
                  <a:pt x="65927" y="44082"/>
                </a:lnTo>
                <a:lnTo>
                  <a:pt x="65523" y="43742"/>
                </a:lnTo>
                <a:lnTo>
                  <a:pt x="65111" y="43409"/>
                </a:lnTo>
                <a:lnTo>
                  <a:pt x="64692" y="43084"/>
                </a:lnTo>
                <a:lnTo>
                  <a:pt x="64266" y="42766"/>
                </a:lnTo>
                <a:lnTo>
                  <a:pt x="63835" y="42455"/>
                </a:lnTo>
                <a:lnTo>
                  <a:pt x="63398" y="42151"/>
                </a:lnTo>
                <a:lnTo>
                  <a:pt x="62956" y="41854"/>
                </a:lnTo>
                <a:lnTo>
                  <a:pt x="62509" y="41564"/>
                </a:lnTo>
                <a:lnTo>
                  <a:pt x="62056" y="41281"/>
                </a:lnTo>
                <a:lnTo>
                  <a:pt x="61597" y="41006"/>
                </a:lnTo>
                <a:lnTo>
                  <a:pt x="61133" y="40737"/>
                </a:lnTo>
                <a:lnTo>
                  <a:pt x="60664" y="40476"/>
                </a:lnTo>
                <a:lnTo>
                  <a:pt x="60189" y="40221"/>
                </a:lnTo>
                <a:lnTo>
                  <a:pt x="59709" y="39974"/>
                </a:lnTo>
                <a:lnTo>
                  <a:pt x="59223" y="39733"/>
                </a:lnTo>
                <a:lnTo>
                  <a:pt x="58731" y="39500"/>
                </a:lnTo>
                <a:lnTo>
                  <a:pt x="58235" y="39274"/>
                </a:lnTo>
                <a:lnTo>
                  <a:pt x="57732" y="39054"/>
                </a:lnTo>
                <a:lnTo>
                  <a:pt x="57224" y="38842"/>
                </a:lnTo>
                <a:lnTo>
                  <a:pt x="56711" y="38637"/>
                </a:lnTo>
                <a:lnTo>
                  <a:pt x="56193" y="38439"/>
                </a:lnTo>
                <a:lnTo>
                  <a:pt x="55668" y="38248"/>
                </a:lnTo>
                <a:lnTo>
                  <a:pt x="55139" y="38064"/>
                </a:lnTo>
                <a:lnTo>
                  <a:pt x="54604" y="37887"/>
                </a:lnTo>
                <a:lnTo>
                  <a:pt x="54063" y="37718"/>
                </a:lnTo>
                <a:lnTo>
                  <a:pt x="53517" y="37555"/>
                </a:lnTo>
                <a:lnTo>
                  <a:pt x="52965" y="37399"/>
                </a:lnTo>
                <a:lnTo>
                  <a:pt x="52409" y="37250"/>
                </a:lnTo>
                <a:lnTo>
                  <a:pt x="51850" y="37107"/>
                </a:lnTo>
                <a:lnTo>
                  <a:pt x="51288" y="36971"/>
                </a:lnTo>
                <a:lnTo>
                  <a:pt x="50722" y="36841"/>
                </a:lnTo>
                <a:lnTo>
                  <a:pt x="50153" y="36717"/>
                </a:lnTo>
                <a:lnTo>
                  <a:pt x="49581" y="36600"/>
                </a:lnTo>
                <a:lnTo>
                  <a:pt x="49006" y="36489"/>
                </a:lnTo>
                <a:lnTo>
                  <a:pt x="48427" y="36385"/>
                </a:lnTo>
                <a:lnTo>
                  <a:pt x="47845" y="36286"/>
                </a:lnTo>
                <a:lnTo>
                  <a:pt x="47260" y="36194"/>
                </a:lnTo>
                <a:lnTo>
                  <a:pt x="46672" y="36109"/>
                </a:lnTo>
                <a:lnTo>
                  <a:pt x="46080" y="36030"/>
                </a:lnTo>
                <a:lnTo>
                  <a:pt x="45485" y="35957"/>
                </a:lnTo>
                <a:lnTo>
                  <a:pt x="44887" y="35890"/>
                </a:lnTo>
                <a:lnTo>
                  <a:pt x="44285" y="35830"/>
                </a:lnTo>
                <a:lnTo>
                  <a:pt x="43681" y="35776"/>
                </a:lnTo>
                <a:lnTo>
                  <a:pt x="43073" y="35728"/>
                </a:lnTo>
                <a:lnTo>
                  <a:pt x="42462" y="35687"/>
                </a:lnTo>
                <a:lnTo>
                  <a:pt x="41847" y="35652"/>
                </a:lnTo>
                <a:lnTo>
                  <a:pt x="41229" y="35624"/>
                </a:lnTo>
                <a:lnTo>
                  <a:pt x="40609" y="35602"/>
                </a:lnTo>
                <a:lnTo>
                  <a:pt x="39984" y="35586"/>
                </a:lnTo>
                <a:lnTo>
                  <a:pt x="39357" y="35576"/>
                </a:lnTo>
                <a:lnTo>
                  <a:pt x="38726" y="35573"/>
                </a:lnTo>
                <a:lnTo>
                  <a:pt x="38088" y="35576"/>
                </a:lnTo>
                <a:lnTo>
                  <a:pt x="37453" y="35585"/>
                </a:lnTo>
                <a:lnTo>
                  <a:pt x="36822" y="35599"/>
                </a:lnTo>
                <a:lnTo>
                  <a:pt x="36194" y="35620"/>
                </a:lnTo>
                <a:lnTo>
                  <a:pt x="35571" y="35646"/>
                </a:lnTo>
                <a:lnTo>
                  <a:pt x="34951" y="35678"/>
                </a:lnTo>
                <a:lnTo>
                  <a:pt x="34335" y="35716"/>
                </a:lnTo>
                <a:lnTo>
                  <a:pt x="33723" y="35759"/>
                </a:lnTo>
                <a:lnTo>
                  <a:pt x="33114" y="35809"/>
                </a:lnTo>
                <a:lnTo>
                  <a:pt x="32509" y="35864"/>
                </a:lnTo>
                <a:lnTo>
                  <a:pt x="31908" y="35925"/>
                </a:lnTo>
                <a:lnTo>
                  <a:pt x="31311" y="35992"/>
                </a:lnTo>
                <a:lnTo>
                  <a:pt x="30718" y="36065"/>
                </a:lnTo>
                <a:lnTo>
                  <a:pt x="30128" y="36143"/>
                </a:lnTo>
                <a:lnTo>
                  <a:pt x="29542" y="36227"/>
                </a:lnTo>
                <a:lnTo>
                  <a:pt x="28960" y="36318"/>
                </a:lnTo>
                <a:lnTo>
                  <a:pt x="28381" y="36414"/>
                </a:lnTo>
                <a:lnTo>
                  <a:pt x="27807" y="36515"/>
                </a:lnTo>
                <a:lnTo>
                  <a:pt x="27236" y="36623"/>
                </a:lnTo>
                <a:lnTo>
                  <a:pt x="26669" y="36736"/>
                </a:lnTo>
                <a:lnTo>
                  <a:pt x="26105" y="36856"/>
                </a:lnTo>
                <a:lnTo>
                  <a:pt x="25546" y="36981"/>
                </a:lnTo>
                <a:lnTo>
                  <a:pt x="24990" y="37112"/>
                </a:lnTo>
                <a:lnTo>
                  <a:pt x="24438" y="37248"/>
                </a:lnTo>
                <a:lnTo>
                  <a:pt x="23891" y="37390"/>
                </a:lnTo>
                <a:lnTo>
                  <a:pt x="23350" y="37539"/>
                </a:lnTo>
                <a:lnTo>
                  <a:pt x="22814" y="37692"/>
                </a:lnTo>
                <a:lnTo>
                  <a:pt x="22285" y="37852"/>
                </a:lnTo>
                <a:lnTo>
                  <a:pt x="21762" y="38018"/>
                </a:lnTo>
                <a:lnTo>
                  <a:pt x="21245" y="38189"/>
                </a:lnTo>
                <a:lnTo>
                  <a:pt x="20733" y="38366"/>
                </a:lnTo>
                <a:lnTo>
                  <a:pt x="20228" y="38549"/>
                </a:lnTo>
                <a:lnTo>
                  <a:pt x="19729" y="38738"/>
                </a:lnTo>
                <a:lnTo>
                  <a:pt x="19236" y="38933"/>
                </a:lnTo>
                <a:lnTo>
                  <a:pt x="18748" y="39134"/>
                </a:lnTo>
                <a:lnTo>
                  <a:pt x="18267" y="39340"/>
                </a:lnTo>
                <a:lnTo>
                  <a:pt x="17792" y="39552"/>
                </a:lnTo>
                <a:lnTo>
                  <a:pt x="17322" y="39770"/>
                </a:lnTo>
                <a:lnTo>
                  <a:pt x="16859" y="39994"/>
                </a:lnTo>
                <a:lnTo>
                  <a:pt x="16401" y="40224"/>
                </a:lnTo>
                <a:lnTo>
                  <a:pt x="15950" y="40459"/>
                </a:lnTo>
                <a:lnTo>
                  <a:pt x="15505" y="40700"/>
                </a:lnTo>
                <a:lnTo>
                  <a:pt x="15065" y="40948"/>
                </a:lnTo>
                <a:lnTo>
                  <a:pt x="14632" y="41201"/>
                </a:lnTo>
                <a:lnTo>
                  <a:pt x="14204" y="41459"/>
                </a:lnTo>
                <a:lnTo>
                  <a:pt x="13783" y="41724"/>
                </a:lnTo>
                <a:lnTo>
                  <a:pt x="13368" y="41994"/>
                </a:lnTo>
                <a:lnTo>
                  <a:pt x="12958" y="42271"/>
                </a:lnTo>
                <a:lnTo>
                  <a:pt x="12555" y="42553"/>
                </a:lnTo>
                <a:lnTo>
                  <a:pt x="12160" y="42840"/>
                </a:lnTo>
                <a:lnTo>
                  <a:pt x="11772" y="43134"/>
                </a:lnTo>
                <a:lnTo>
                  <a:pt x="11392" y="43433"/>
                </a:lnTo>
                <a:lnTo>
                  <a:pt x="11020" y="43738"/>
                </a:lnTo>
                <a:lnTo>
                  <a:pt x="10655" y="44049"/>
                </a:lnTo>
                <a:lnTo>
                  <a:pt x="10297" y="44366"/>
                </a:lnTo>
                <a:lnTo>
                  <a:pt x="9947" y="44688"/>
                </a:lnTo>
                <a:lnTo>
                  <a:pt x="9605" y="45017"/>
                </a:lnTo>
                <a:lnTo>
                  <a:pt x="9270" y="45351"/>
                </a:lnTo>
                <a:lnTo>
                  <a:pt x="8942" y="45691"/>
                </a:lnTo>
                <a:lnTo>
                  <a:pt x="8622" y="46037"/>
                </a:lnTo>
                <a:lnTo>
                  <a:pt x="8310" y="46388"/>
                </a:lnTo>
                <a:lnTo>
                  <a:pt x="8005" y="46746"/>
                </a:lnTo>
                <a:lnTo>
                  <a:pt x="7708" y="47109"/>
                </a:lnTo>
                <a:lnTo>
                  <a:pt x="7418" y="47478"/>
                </a:lnTo>
                <a:lnTo>
                  <a:pt x="7136" y="47853"/>
                </a:lnTo>
                <a:lnTo>
                  <a:pt x="6861" y="48234"/>
                </a:lnTo>
                <a:lnTo>
                  <a:pt x="6594" y="48620"/>
                </a:lnTo>
                <a:lnTo>
                  <a:pt x="6334" y="49013"/>
                </a:lnTo>
                <a:lnTo>
                  <a:pt x="6082" y="49411"/>
                </a:lnTo>
                <a:lnTo>
                  <a:pt x="5837" y="49815"/>
                </a:lnTo>
                <a:lnTo>
                  <a:pt x="5600" y="50225"/>
                </a:lnTo>
                <a:lnTo>
                  <a:pt x="5370" y="50640"/>
                </a:lnTo>
                <a:lnTo>
                  <a:pt x="5149" y="51062"/>
                </a:lnTo>
                <a:lnTo>
                  <a:pt x="4938" y="51488"/>
                </a:lnTo>
                <a:lnTo>
                  <a:pt x="4735" y="51921"/>
                </a:lnTo>
                <a:lnTo>
                  <a:pt x="4542" y="52358"/>
                </a:lnTo>
                <a:lnTo>
                  <a:pt x="4359" y="52801"/>
                </a:lnTo>
                <a:lnTo>
                  <a:pt x="4185" y="53250"/>
                </a:lnTo>
                <a:lnTo>
                  <a:pt x="4020" y="53704"/>
                </a:lnTo>
                <a:lnTo>
                  <a:pt x="3865" y="54164"/>
                </a:lnTo>
                <a:lnTo>
                  <a:pt x="3719" y="54629"/>
                </a:lnTo>
                <a:lnTo>
                  <a:pt x="3583" y="55099"/>
                </a:lnTo>
                <a:lnTo>
                  <a:pt x="3456" y="55575"/>
                </a:lnTo>
                <a:lnTo>
                  <a:pt x="3338" y="56056"/>
                </a:lnTo>
                <a:lnTo>
                  <a:pt x="3230" y="56543"/>
                </a:lnTo>
                <a:lnTo>
                  <a:pt x="3131" y="57035"/>
                </a:lnTo>
                <a:lnTo>
                  <a:pt x="3042" y="57533"/>
                </a:lnTo>
                <a:lnTo>
                  <a:pt x="2962" y="58036"/>
                </a:lnTo>
                <a:lnTo>
                  <a:pt x="2891" y="58545"/>
                </a:lnTo>
                <a:lnTo>
                  <a:pt x="2830" y="59059"/>
                </a:lnTo>
                <a:lnTo>
                  <a:pt x="2778" y="59579"/>
                </a:lnTo>
                <a:lnTo>
                  <a:pt x="2736" y="60104"/>
                </a:lnTo>
                <a:lnTo>
                  <a:pt x="2703" y="60635"/>
                </a:lnTo>
                <a:lnTo>
                  <a:pt x="2679" y="61171"/>
                </a:lnTo>
                <a:lnTo>
                  <a:pt x="2665" y="61712"/>
                </a:lnTo>
                <a:lnTo>
                  <a:pt x="2661" y="62259"/>
                </a:lnTo>
                <a:lnTo>
                  <a:pt x="2667" y="62956"/>
                </a:lnTo>
                <a:lnTo>
                  <a:pt x="2687" y="63643"/>
                </a:lnTo>
                <a:lnTo>
                  <a:pt x="2721" y="64319"/>
                </a:lnTo>
                <a:lnTo>
                  <a:pt x="2767" y="64986"/>
                </a:lnTo>
                <a:lnTo>
                  <a:pt x="2827" y="65643"/>
                </a:lnTo>
                <a:lnTo>
                  <a:pt x="2901" y="66289"/>
                </a:lnTo>
                <a:lnTo>
                  <a:pt x="2988" y="66926"/>
                </a:lnTo>
                <a:lnTo>
                  <a:pt x="3088" y="67552"/>
                </a:lnTo>
                <a:lnTo>
                  <a:pt x="3201" y="68169"/>
                </a:lnTo>
                <a:lnTo>
                  <a:pt x="3328" y="68775"/>
                </a:lnTo>
                <a:lnTo>
                  <a:pt x="3468" y="69372"/>
                </a:lnTo>
                <a:lnTo>
                  <a:pt x="3621" y="69958"/>
                </a:lnTo>
                <a:lnTo>
                  <a:pt x="3788" y="70535"/>
                </a:lnTo>
                <a:lnTo>
                  <a:pt x="3968" y="71101"/>
                </a:lnTo>
                <a:lnTo>
                  <a:pt x="4162" y="71657"/>
                </a:lnTo>
                <a:lnTo>
                  <a:pt x="4369" y="72203"/>
                </a:lnTo>
                <a:lnTo>
                  <a:pt x="4589" y="72739"/>
                </a:lnTo>
                <a:lnTo>
                  <a:pt x="4822" y="73266"/>
                </a:lnTo>
                <a:lnTo>
                  <a:pt x="5069" y="73782"/>
                </a:lnTo>
                <a:lnTo>
                  <a:pt x="5329" y="74288"/>
                </a:lnTo>
                <a:lnTo>
                  <a:pt x="5603" y="74784"/>
                </a:lnTo>
                <a:lnTo>
                  <a:pt x="5890" y="75270"/>
                </a:lnTo>
                <a:lnTo>
                  <a:pt x="6190" y="75746"/>
                </a:lnTo>
                <a:lnTo>
                  <a:pt x="6504" y="76212"/>
                </a:lnTo>
                <a:lnTo>
                  <a:pt x="6831" y="76669"/>
                </a:lnTo>
                <a:lnTo>
                  <a:pt x="7171" y="77120"/>
                </a:lnTo>
                <a:lnTo>
                  <a:pt x="7524" y="77564"/>
                </a:lnTo>
                <a:lnTo>
                  <a:pt x="7891" y="78002"/>
                </a:lnTo>
                <a:lnTo>
                  <a:pt x="8272" y="78432"/>
                </a:lnTo>
                <a:lnTo>
                  <a:pt x="8665" y="78856"/>
                </a:lnTo>
                <a:lnTo>
                  <a:pt x="9072" y="79274"/>
                </a:lnTo>
                <a:lnTo>
                  <a:pt x="9493" y="79684"/>
                </a:lnTo>
                <a:lnTo>
                  <a:pt x="9926" y="80088"/>
                </a:lnTo>
                <a:lnTo>
                  <a:pt x="10373" y="80486"/>
                </a:lnTo>
                <a:lnTo>
                  <a:pt x="10834" y="80876"/>
                </a:lnTo>
                <a:lnTo>
                  <a:pt x="11307" y="81260"/>
                </a:lnTo>
                <a:lnTo>
                  <a:pt x="11795" y="81637"/>
                </a:lnTo>
                <a:lnTo>
                  <a:pt x="12295" y="82008"/>
                </a:lnTo>
                <a:lnTo>
                  <a:pt x="12809" y="82372"/>
                </a:lnTo>
                <a:lnTo>
                  <a:pt x="13336" y="82729"/>
                </a:lnTo>
                <a:lnTo>
                  <a:pt x="13876" y="83079"/>
                </a:lnTo>
                <a:lnTo>
                  <a:pt x="14430" y="83423"/>
                </a:lnTo>
                <a:lnTo>
                  <a:pt x="14997" y="83760"/>
                </a:lnTo>
                <a:lnTo>
                  <a:pt x="15578" y="84091"/>
                </a:lnTo>
                <a:lnTo>
                  <a:pt x="16171" y="84414"/>
                </a:lnTo>
                <a:lnTo>
                  <a:pt x="16779" y="84731"/>
                </a:lnTo>
                <a:lnTo>
                  <a:pt x="17399" y="85041"/>
                </a:lnTo>
                <a:lnTo>
                  <a:pt x="18033" y="85345"/>
                </a:lnTo>
                <a:lnTo>
                  <a:pt x="18680" y="85644"/>
                </a:lnTo>
                <a:lnTo>
                  <a:pt x="19339" y="85939"/>
                </a:lnTo>
                <a:lnTo>
                  <a:pt x="20010" y="86232"/>
                </a:lnTo>
                <a:lnTo>
                  <a:pt x="20693" y="86521"/>
                </a:lnTo>
                <a:lnTo>
                  <a:pt x="21389" y="86808"/>
                </a:lnTo>
                <a:lnTo>
                  <a:pt x="22098" y="87091"/>
                </a:lnTo>
                <a:lnTo>
                  <a:pt x="22818" y="87372"/>
                </a:lnTo>
                <a:lnTo>
                  <a:pt x="23551" y="87649"/>
                </a:lnTo>
                <a:lnTo>
                  <a:pt x="24296" y="87924"/>
                </a:lnTo>
                <a:lnTo>
                  <a:pt x="25054" y="88196"/>
                </a:lnTo>
                <a:lnTo>
                  <a:pt x="25824" y="88464"/>
                </a:lnTo>
                <a:lnTo>
                  <a:pt x="26606" y="88730"/>
                </a:lnTo>
                <a:lnTo>
                  <a:pt x="27400" y="88993"/>
                </a:lnTo>
                <a:lnTo>
                  <a:pt x="28207" y="89252"/>
                </a:lnTo>
                <a:lnTo>
                  <a:pt x="29026" y="89509"/>
                </a:lnTo>
                <a:lnTo>
                  <a:pt x="29858" y="89763"/>
                </a:lnTo>
                <a:lnTo>
                  <a:pt x="30701" y="90014"/>
                </a:lnTo>
                <a:lnTo>
                  <a:pt x="31558" y="90261"/>
                </a:lnTo>
                <a:lnTo>
                  <a:pt x="32426" y="90506"/>
                </a:lnTo>
                <a:lnTo>
                  <a:pt x="33307" y="90748"/>
                </a:lnTo>
                <a:lnTo>
                  <a:pt x="34200" y="90987"/>
                </a:lnTo>
                <a:lnTo>
                  <a:pt x="35105" y="91223"/>
                </a:lnTo>
                <a:lnTo>
                  <a:pt x="36023" y="91456"/>
                </a:lnTo>
                <a:lnTo>
                  <a:pt x="36953" y="91686"/>
                </a:lnTo>
                <a:lnTo>
                  <a:pt x="38088" y="91965"/>
                </a:lnTo>
                <a:lnTo>
                  <a:pt x="39194" y="92245"/>
                </a:lnTo>
                <a:lnTo>
                  <a:pt x="40271" y="92526"/>
                </a:lnTo>
                <a:lnTo>
                  <a:pt x="41320" y="92807"/>
                </a:lnTo>
                <a:lnTo>
                  <a:pt x="42339" y="93089"/>
                </a:lnTo>
                <a:lnTo>
                  <a:pt x="43330" y="93372"/>
                </a:lnTo>
                <a:lnTo>
                  <a:pt x="44292" y="93656"/>
                </a:lnTo>
                <a:lnTo>
                  <a:pt x="45224" y="93940"/>
                </a:lnTo>
                <a:lnTo>
                  <a:pt x="46128" y="94225"/>
                </a:lnTo>
                <a:lnTo>
                  <a:pt x="47003" y="94511"/>
                </a:lnTo>
                <a:lnTo>
                  <a:pt x="47849" y="94797"/>
                </a:lnTo>
                <a:lnTo>
                  <a:pt x="48667" y="95084"/>
                </a:lnTo>
                <a:lnTo>
                  <a:pt x="49455" y="95372"/>
                </a:lnTo>
                <a:lnTo>
                  <a:pt x="50214" y="95661"/>
                </a:lnTo>
                <a:lnTo>
                  <a:pt x="50945" y="95950"/>
                </a:lnTo>
                <a:lnTo>
                  <a:pt x="51646" y="96240"/>
                </a:lnTo>
                <a:lnTo>
                  <a:pt x="52319" y="96531"/>
                </a:lnTo>
                <a:lnTo>
                  <a:pt x="52962" y="96823"/>
                </a:lnTo>
                <a:lnTo>
                  <a:pt x="53577" y="97115"/>
                </a:lnTo>
                <a:lnTo>
                  <a:pt x="54163" y="97408"/>
                </a:lnTo>
                <a:lnTo>
                  <a:pt x="54720" y="97701"/>
                </a:lnTo>
                <a:lnTo>
                  <a:pt x="55248" y="97996"/>
                </a:lnTo>
                <a:lnTo>
                  <a:pt x="55747" y="98291"/>
                </a:lnTo>
                <a:lnTo>
                  <a:pt x="56217" y="98586"/>
                </a:lnTo>
                <a:lnTo>
                  <a:pt x="56663" y="98889"/>
                </a:lnTo>
                <a:lnTo>
                  <a:pt x="57091" y="99204"/>
                </a:lnTo>
                <a:lnTo>
                  <a:pt x="57499" y="99533"/>
                </a:lnTo>
                <a:lnTo>
                  <a:pt x="57888" y="99874"/>
                </a:lnTo>
                <a:lnTo>
                  <a:pt x="58259" y="100229"/>
                </a:lnTo>
                <a:lnTo>
                  <a:pt x="58610" y="100596"/>
                </a:lnTo>
                <a:lnTo>
                  <a:pt x="58942" y="100977"/>
                </a:lnTo>
                <a:lnTo>
                  <a:pt x="59256" y="101371"/>
                </a:lnTo>
                <a:lnTo>
                  <a:pt x="59550" y="101778"/>
                </a:lnTo>
                <a:lnTo>
                  <a:pt x="59825" y="102197"/>
                </a:lnTo>
                <a:lnTo>
                  <a:pt x="60082" y="102630"/>
                </a:lnTo>
                <a:lnTo>
                  <a:pt x="60319" y="103076"/>
                </a:lnTo>
                <a:lnTo>
                  <a:pt x="60537" y="103535"/>
                </a:lnTo>
                <a:lnTo>
                  <a:pt x="60737" y="104007"/>
                </a:lnTo>
                <a:lnTo>
                  <a:pt x="60917" y="104492"/>
                </a:lnTo>
                <a:lnTo>
                  <a:pt x="61079" y="104990"/>
                </a:lnTo>
                <a:lnTo>
                  <a:pt x="61221" y="105501"/>
                </a:lnTo>
                <a:lnTo>
                  <a:pt x="61344" y="106025"/>
                </a:lnTo>
                <a:lnTo>
                  <a:pt x="61449" y="106563"/>
                </a:lnTo>
                <a:lnTo>
                  <a:pt x="61534" y="107113"/>
                </a:lnTo>
                <a:lnTo>
                  <a:pt x="61601" y="107676"/>
                </a:lnTo>
                <a:lnTo>
                  <a:pt x="61648" y="108253"/>
                </a:lnTo>
                <a:lnTo>
                  <a:pt x="61677" y="108842"/>
                </a:lnTo>
                <a:lnTo>
                  <a:pt x="61686" y="109444"/>
                </a:lnTo>
                <a:lnTo>
                  <a:pt x="61676" y="110162"/>
                </a:lnTo>
                <a:lnTo>
                  <a:pt x="61644" y="110863"/>
                </a:lnTo>
                <a:lnTo>
                  <a:pt x="61591" y="111547"/>
                </a:lnTo>
                <a:lnTo>
                  <a:pt x="61518" y="112213"/>
                </a:lnTo>
                <a:lnTo>
                  <a:pt x="61423" y="112863"/>
                </a:lnTo>
                <a:lnTo>
                  <a:pt x="61307" y="113495"/>
                </a:lnTo>
                <a:lnTo>
                  <a:pt x="61171" y="114110"/>
                </a:lnTo>
                <a:lnTo>
                  <a:pt x="61013" y="114708"/>
                </a:lnTo>
                <a:lnTo>
                  <a:pt x="60834" y="115289"/>
                </a:lnTo>
                <a:lnTo>
                  <a:pt x="60634" y="115853"/>
                </a:lnTo>
                <a:lnTo>
                  <a:pt x="60413" y="116400"/>
                </a:lnTo>
                <a:lnTo>
                  <a:pt x="60171" y="116930"/>
                </a:lnTo>
                <a:lnTo>
                  <a:pt x="59908" y="117442"/>
                </a:lnTo>
                <a:lnTo>
                  <a:pt x="59624" y="117937"/>
                </a:lnTo>
                <a:lnTo>
                  <a:pt x="59319" y="118416"/>
                </a:lnTo>
                <a:lnTo>
                  <a:pt x="58993" y="118877"/>
                </a:lnTo>
                <a:lnTo>
                  <a:pt x="58646" y="119321"/>
                </a:lnTo>
                <a:lnTo>
                  <a:pt x="58277" y="119748"/>
                </a:lnTo>
                <a:lnTo>
                  <a:pt x="57888" y="120158"/>
                </a:lnTo>
                <a:lnTo>
                  <a:pt x="57478" y="120550"/>
                </a:lnTo>
                <a:lnTo>
                  <a:pt x="57046" y="120926"/>
                </a:lnTo>
                <a:lnTo>
                  <a:pt x="56594" y="121284"/>
                </a:lnTo>
                <a:lnTo>
                  <a:pt x="56120" y="121625"/>
                </a:lnTo>
                <a:lnTo>
                  <a:pt x="55626" y="121950"/>
                </a:lnTo>
                <a:lnTo>
                  <a:pt x="55115" y="122259"/>
                </a:lnTo>
                <a:lnTo>
                  <a:pt x="54593" y="122555"/>
                </a:lnTo>
                <a:lnTo>
                  <a:pt x="54059" y="122837"/>
                </a:lnTo>
                <a:lnTo>
                  <a:pt x="53514" y="123107"/>
                </a:lnTo>
                <a:lnTo>
                  <a:pt x="52958" y="123363"/>
                </a:lnTo>
                <a:lnTo>
                  <a:pt x="52390" y="123607"/>
                </a:lnTo>
                <a:lnTo>
                  <a:pt x="51810" y="123837"/>
                </a:lnTo>
                <a:lnTo>
                  <a:pt x="51219" y="124054"/>
                </a:lnTo>
                <a:lnTo>
                  <a:pt x="50617" y="124258"/>
                </a:lnTo>
                <a:lnTo>
                  <a:pt x="50003" y="124448"/>
                </a:lnTo>
                <a:lnTo>
                  <a:pt x="49377" y="124626"/>
                </a:lnTo>
                <a:lnTo>
                  <a:pt x="48740" y="124790"/>
                </a:lnTo>
                <a:lnTo>
                  <a:pt x="48092" y="124942"/>
                </a:lnTo>
                <a:lnTo>
                  <a:pt x="47432" y="125080"/>
                </a:lnTo>
                <a:lnTo>
                  <a:pt x="46761" y="125205"/>
                </a:lnTo>
                <a:lnTo>
                  <a:pt x="46078" y="125316"/>
                </a:lnTo>
                <a:lnTo>
                  <a:pt x="45384" y="125415"/>
                </a:lnTo>
                <a:lnTo>
                  <a:pt x="44679" y="125501"/>
                </a:lnTo>
                <a:lnTo>
                  <a:pt x="43962" y="125573"/>
                </a:lnTo>
                <a:lnTo>
                  <a:pt x="43233" y="125632"/>
                </a:lnTo>
                <a:lnTo>
                  <a:pt x="42493" y="125678"/>
                </a:lnTo>
                <a:lnTo>
                  <a:pt x="41742" y="125711"/>
                </a:lnTo>
                <a:lnTo>
                  <a:pt x="40979" y="125731"/>
                </a:lnTo>
                <a:lnTo>
                  <a:pt x="40204" y="125737"/>
                </a:lnTo>
                <a:lnTo>
                  <a:pt x="39340" y="125729"/>
                </a:lnTo>
                <a:lnTo>
                  <a:pt x="38488" y="125704"/>
                </a:lnTo>
                <a:lnTo>
                  <a:pt x="37648" y="125662"/>
                </a:lnTo>
                <a:lnTo>
                  <a:pt x="36820" y="125604"/>
                </a:lnTo>
                <a:lnTo>
                  <a:pt x="36004" y="125529"/>
                </a:lnTo>
                <a:lnTo>
                  <a:pt x="35200" y="125437"/>
                </a:lnTo>
                <a:lnTo>
                  <a:pt x="34409" y="125329"/>
                </a:lnTo>
                <a:lnTo>
                  <a:pt x="33630" y="125204"/>
                </a:lnTo>
                <a:lnTo>
                  <a:pt x="32862" y="125062"/>
                </a:lnTo>
                <a:lnTo>
                  <a:pt x="32107" y="124904"/>
                </a:lnTo>
                <a:lnTo>
                  <a:pt x="31364" y="124729"/>
                </a:lnTo>
                <a:lnTo>
                  <a:pt x="30634" y="124537"/>
                </a:lnTo>
                <a:lnTo>
                  <a:pt x="29915" y="124329"/>
                </a:lnTo>
                <a:lnTo>
                  <a:pt x="29209" y="124104"/>
                </a:lnTo>
                <a:lnTo>
                  <a:pt x="28514" y="123862"/>
                </a:lnTo>
                <a:lnTo>
                  <a:pt x="27832" y="123604"/>
                </a:lnTo>
                <a:lnTo>
                  <a:pt x="27162" y="123329"/>
                </a:lnTo>
                <a:lnTo>
                  <a:pt x="26504" y="123037"/>
                </a:lnTo>
                <a:lnTo>
                  <a:pt x="25859" y="122729"/>
                </a:lnTo>
                <a:lnTo>
                  <a:pt x="25225" y="122403"/>
                </a:lnTo>
                <a:lnTo>
                  <a:pt x="24603" y="122062"/>
                </a:lnTo>
                <a:lnTo>
                  <a:pt x="23994" y="121703"/>
                </a:lnTo>
                <a:lnTo>
                  <a:pt x="23397" y="121328"/>
                </a:lnTo>
                <a:lnTo>
                  <a:pt x="22812" y="120937"/>
                </a:lnTo>
                <a:lnTo>
                  <a:pt x="22245" y="120524"/>
                </a:lnTo>
                <a:lnTo>
                  <a:pt x="21702" y="120088"/>
                </a:lnTo>
                <a:lnTo>
                  <a:pt x="21184" y="119628"/>
                </a:lnTo>
                <a:lnTo>
                  <a:pt x="20689" y="119143"/>
                </a:lnTo>
                <a:lnTo>
                  <a:pt x="20219" y="118634"/>
                </a:lnTo>
                <a:lnTo>
                  <a:pt x="19773" y="118101"/>
                </a:lnTo>
                <a:lnTo>
                  <a:pt x="19351" y="117544"/>
                </a:lnTo>
                <a:lnTo>
                  <a:pt x="18953" y="116962"/>
                </a:lnTo>
                <a:lnTo>
                  <a:pt x="18579" y="116356"/>
                </a:lnTo>
                <a:lnTo>
                  <a:pt x="18229" y="115727"/>
                </a:lnTo>
                <a:lnTo>
                  <a:pt x="17903" y="115073"/>
                </a:lnTo>
                <a:lnTo>
                  <a:pt x="17602" y="114394"/>
                </a:lnTo>
                <a:lnTo>
                  <a:pt x="17324" y="113692"/>
                </a:lnTo>
                <a:lnTo>
                  <a:pt x="17071" y="112965"/>
                </a:lnTo>
                <a:lnTo>
                  <a:pt x="16842" y="112215"/>
                </a:lnTo>
                <a:lnTo>
                  <a:pt x="16637" y="111440"/>
                </a:lnTo>
                <a:lnTo>
                  <a:pt x="16456" y="110641"/>
                </a:lnTo>
                <a:lnTo>
                  <a:pt x="16299" y="109817"/>
                </a:lnTo>
                <a:lnTo>
                  <a:pt x="16166" y="108970"/>
                </a:lnTo>
                <a:lnTo>
                  <a:pt x="16058" y="108098"/>
                </a:lnTo>
                <a:lnTo>
                  <a:pt x="15974" y="107202"/>
                </a:lnTo>
                <a:lnTo>
                  <a:pt x="15913" y="106282"/>
                </a:lnTo>
                <a:lnTo>
                  <a:pt x="15877" y="105338"/>
                </a:lnTo>
                <a:lnTo>
                  <a:pt x="15865" y="104369"/>
                </a:lnTo>
                <a:lnTo>
                  <a:pt x="0" y="104369"/>
                </a:lnTo>
                <a:lnTo>
                  <a:pt x="5" y="105126"/>
                </a:lnTo>
                <a:lnTo>
                  <a:pt x="22" y="105873"/>
                </a:lnTo>
                <a:lnTo>
                  <a:pt x="49" y="106611"/>
                </a:lnTo>
                <a:lnTo>
                  <a:pt x="86" y="107339"/>
                </a:lnTo>
                <a:lnTo>
                  <a:pt x="135" y="108058"/>
                </a:lnTo>
                <a:lnTo>
                  <a:pt x="194" y="108768"/>
                </a:lnTo>
                <a:lnTo>
                  <a:pt x="264" y="109469"/>
                </a:lnTo>
                <a:lnTo>
                  <a:pt x="345" y="110160"/>
                </a:lnTo>
                <a:lnTo>
                  <a:pt x="437" y="110842"/>
                </a:lnTo>
                <a:lnTo>
                  <a:pt x="539" y="111514"/>
                </a:lnTo>
                <a:lnTo>
                  <a:pt x="652" y="112177"/>
                </a:lnTo>
                <a:lnTo>
                  <a:pt x="776" y="112831"/>
                </a:lnTo>
                <a:lnTo>
                  <a:pt x="911" y="113475"/>
                </a:lnTo>
                <a:lnTo>
                  <a:pt x="1056" y="114110"/>
                </a:lnTo>
                <a:lnTo>
                  <a:pt x="1213" y="114736"/>
                </a:lnTo>
                <a:lnTo>
                  <a:pt x="1380" y="115353"/>
                </a:lnTo>
                <a:lnTo>
                  <a:pt x="1557" y="115960"/>
                </a:lnTo>
                <a:lnTo>
                  <a:pt x="1746" y="116557"/>
                </a:lnTo>
                <a:lnTo>
                  <a:pt x="1945" y="117146"/>
                </a:lnTo>
                <a:lnTo>
                  <a:pt x="2156" y="117725"/>
                </a:lnTo>
                <a:lnTo>
                  <a:pt x="2377" y="118295"/>
                </a:lnTo>
                <a:lnTo>
                  <a:pt x="2608" y="118855"/>
                </a:lnTo>
                <a:lnTo>
                  <a:pt x="2851" y="119406"/>
                </a:lnTo>
                <a:lnTo>
                  <a:pt x="3104" y="119948"/>
                </a:lnTo>
                <a:lnTo>
                  <a:pt x="3367" y="120481"/>
                </a:lnTo>
                <a:lnTo>
                  <a:pt x="3638" y="121005"/>
                </a:lnTo>
                <a:lnTo>
                  <a:pt x="3918" y="121520"/>
                </a:lnTo>
                <a:lnTo>
                  <a:pt x="4206" y="122026"/>
                </a:lnTo>
                <a:lnTo>
                  <a:pt x="4502" y="122524"/>
                </a:lnTo>
                <a:lnTo>
                  <a:pt x="4807" y="123014"/>
                </a:lnTo>
                <a:lnTo>
                  <a:pt x="5120" y="123495"/>
                </a:lnTo>
                <a:lnTo>
                  <a:pt x="5442" y="123967"/>
                </a:lnTo>
                <a:lnTo>
                  <a:pt x="5772" y="124430"/>
                </a:lnTo>
                <a:lnTo>
                  <a:pt x="6110" y="124885"/>
                </a:lnTo>
                <a:lnTo>
                  <a:pt x="6457" y="125331"/>
                </a:lnTo>
                <a:lnTo>
                  <a:pt x="6812" y="125769"/>
                </a:lnTo>
                <a:lnTo>
                  <a:pt x="7175" y="126198"/>
                </a:lnTo>
                <a:lnTo>
                  <a:pt x="7547" y="126618"/>
                </a:lnTo>
                <a:lnTo>
                  <a:pt x="7927" y="127030"/>
                </a:lnTo>
                <a:lnTo>
                  <a:pt x="8316" y="127433"/>
                </a:lnTo>
                <a:lnTo>
                  <a:pt x="8713" y="127827"/>
                </a:lnTo>
                <a:lnTo>
                  <a:pt x="9118" y="128213"/>
                </a:lnTo>
                <a:lnTo>
                  <a:pt x="9532" y="128591"/>
                </a:lnTo>
                <a:lnTo>
                  <a:pt x="9954" y="128959"/>
                </a:lnTo>
                <a:lnTo>
                  <a:pt x="10384" y="129319"/>
                </a:lnTo>
                <a:lnTo>
                  <a:pt x="10823" y="129670"/>
                </a:lnTo>
                <a:lnTo>
                  <a:pt x="11271" y="130013"/>
                </a:lnTo>
                <a:lnTo>
                  <a:pt x="11726" y="130347"/>
                </a:lnTo>
                <a:lnTo>
                  <a:pt x="12189" y="130673"/>
                </a:lnTo>
                <a:lnTo>
                  <a:pt x="12658" y="130992"/>
                </a:lnTo>
                <a:lnTo>
                  <a:pt x="13133" y="131303"/>
                </a:lnTo>
                <a:lnTo>
                  <a:pt x="13614" y="131607"/>
                </a:lnTo>
                <a:lnTo>
                  <a:pt x="14100" y="131903"/>
                </a:lnTo>
                <a:lnTo>
                  <a:pt x="14593" y="132192"/>
                </a:lnTo>
                <a:lnTo>
                  <a:pt x="15092" y="132474"/>
                </a:lnTo>
                <a:lnTo>
                  <a:pt x="15597" y="132748"/>
                </a:lnTo>
                <a:lnTo>
                  <a:pt x="16107" y="133015"/>
                </a:lnTo>
                <a:lnTo>
                  <a:pt x="16624" y="133275"/>
                </a:lnTo>
                <a:lnTo>
                  <a:pt x="17147" y="133527"/>
                </a:lnTo>
                <a:lnTo>
                  <a:pt x="17676" y="133771"/>
                </a:lnTo>
                <a:lnTo>
                  <a:pt x="18210" y="134009"/>
                </a:lnTo>
                <a:lnTo>
                  <a:pt x="18751" y="134239"/>
                </a:lnTo>
                <a:lnTo>
                  <a:pt x="19298" y="134461"/>
                </a:lnTo>
                <a:lnTo>
                  <a:pt x="19850" y="134676"/>
                </a:lnTo>
                <a:lnTo>
                  <a:pt x="20409" y="134884"/>
                </a:lnTo>
                <a:lnTo>
                  <a:pt x="20974" y="135084"/>
                </a:lnTo>
                <a:lnTo>
                  <a:pt x="21544" y="135277"/>
                </a:lnTo>
                <a:lnTo>
                  <a:pt x="22121" y="135462"/>
                </a:lnTo>
                <a:lnTo>
                  <a:pt x="22704" y="135640"/>
                </a:lnTo>
                <a:lnTo>
                  <a:pt x="23292" y="135811"/>
                </a:lnTo>
                <a:lnTo>
                  <a:pt x="23887" y="135974"/>
                </a:lnTo>
                <a:lnTo>
                  <a:pt x="24487" y="136130"/>
                </a:lnTo>
                <a:lnTo>
                  <a:pt x="25092" y="136279"/>
                </a:lnTo>
                <a:lnTo>
                  <a:pt x="25700" y="136422"/>
                </a:lnTo>
                <a:lnTo>
                  <a:pt x="26311" y="136558"/>
                </a:lnTo>
                <a:lnTo>
                  <a:pt x="26925" y="136688"/>
                </a:lnTo>
                <a:lnTo>
                  <a:pt x="27541" y="136812"/>
                </a:lnTo>
                <a:lnTo>
                  <a:pt x="28161" y="136929"/>
                </a:lnTo>
                <a:lnTo>
                  <a:pt x="28783" y="137040"/>
                </a:lnTo>
                <a:lnTo>
                  <a:pt x="29409" y="137145"/>
                </a:lnTo>
                <a:lnTo>
                  <a:pt x="30037" y="137243"/>
                </a:lnTo>
                <a:lnTo>
                  <a:pt x="30668" y="137335"/>
                </a:lnTo>
                <a:lnTo>
                  <a:pt x="31302" y="137421"/>
                </a:lnTo>
                <a:lnTo>
                  <a:pt x="31939" y="137500"/>
                </a:lnTo>
                <a:lnTo>
                  <a:pt x="32579" y="137573"/>
                </a:lnTo>
                <a:lnTo>
                  <a:pt x="33222" y="137639"/>
                </a:lnTo>
                <a:lnTo>
                  <a:pt x="33868" y="137700"/>
                </a:lnTo>
                <a:lnTo>
                  <a:pt x="34516" y="137753"/>
                </a:lnTo>
                <a:lnTo>
                  <a:pt x="35168" y="137801"/>
                </a:lnTo>
                <a:lnTo>
                  <a:pt x="35822" y="137842"/>
                </a:lnTo>
                <a:lnTo>
                  <a:pt x="36480" y="137877"/>
                </a:lnTo>
                <a:lnTo>
                  <a:pt x="37140" y="137906"/>
                </a:lnTo>
                <a:lnTo>
                  <a:pt x="37803" y="137928"/>
                </a:lnTo>
                <a:lnTo>
                  <a:pt x="38469" y="137944"/>
                </a:lnTo>
                <a:lnTo>
                  <a:pt x="39138" y="137953"/>
                </a:lnTo>
                <a:lnTo>
                  <a:pt x="39810" y="137956"/>
                </a:lnTo>
                <a:lnTo>
                  <a:pt x="40482" y="137953"/>
                </a:lnTo>
                <a:lnTo>
                  <a:pt x="41149" y="137944"/>
                </a:lnTo>
                <a:lnTo>
                  <a:pt x="41813" y="137929"/>
                </a:lnTo>
                <a:close/>
                <a:moveTo>
                  <a:pt x="483590" y="27456"/>
                </a:moveTo>
                <a:lnTo>
                  <a:pt x="483468" y="27961"/>
                </a:lnTo>
                <a:lnTo>
                  <a:pt x="483335" y="28458"/>
                </a:lnTo>
                <a:lnTo>
                  <a:pt x="483191" y="28949"/>
                </a:lnTo>
                <a:lnTo>
                  <a:pt x="483034" y="29433"/>
                </a:lnTo>
                <a:lnTo>
                  <a:pt x="482866" y="29910"/>
                </a:lnTo>
                <a:lnTo>
                  <a:pt x="482687" y="30380"/>
                </a:lnTo>
                <a:lnTo>
                  <a:pt x="482495" y="30843"/>
                </a:lnTo>
                <a:lnTo>
                  <a:pt x="482292" y="31300"/>
                </a:lnTo>
                <a:lnTo>
                  <a:pt x="482078" y="31749"/>
                </a:lnTo>
                <a:lnTo>
                  <a:pt x="481852" y="32192"/>
                </a:lnTo>
                <a:lnTo>
                  <a:pt x="481614" y="32628"/>
                </a:lnTo>
                <a:lnTo>
                  <a:pt x="481365" y="33057"/>
                </a:lnTo>
                <a:lnTo>
                  <a:pt x="481103" y="33479"/>
                </a:lnTo>
                <a:lnTo>
                  <a:pt x="480831" y="33894"/>
                </a:lnTo>
                <a:lnTo>
                  <a:pt x="480546" y="34303"/>
                </a:lnTo>
                <a:lnTo>
                  <a:pt x="480250" y="34705"/>
                </a:lnTo>
                <a:lnTo>
                  <a:pt x="479943" y="35099"/>
                </a:lnTo>
                <a:lnTo>
                  <a:pt x="479624" y="35487"/>
                </a:lnTo>
                <a:lnTo>
                  <a:pt x="479293" y="35869"/>
                </a:lnTo>
                <a:lnTo>
                  <a:pt x="478952" y="36244"/>
                </a:lnTo>
                <a:lnTo>
                  <a:pt x="478604" y="36615"/>
                </a:lnTo>
                <a:lnTo>
                  <a:pt x="478247" y="36980"/>
                </a:lnTo>
                <a:lnTo>
                  <a:pt x="477883" y="37341"/>
                </a:lnTo>
                <a:lnTo>
                  <a:pt x="477511" y="37697"/>
                </a:lnTo>
                <a:lnTo>
                  <a:pt x="477131" y="38049"/>
                </a:lnTo>
                <a:lnTo>
                  <a:pt x="476743" y="38395"/>
                </a:lnTo>
                <a:lnTo>
                  <a:pt x="476348" y="38737"/>
                </a:lnTo>
                <a:lnTo>
                  <a:pt x="475944" y="39074"/>
                </a:lnTo>
                <a:lnTo>
                  <a:pt x="475533" y="39407"/>
                </a:lnTo>
                <a:lnTo>
                  <a:pt x="475113" y="39734"/>
                </a:lnTo>
                <a:lnTo>
                  <a:pt x="474686" y="40057"/>
                </a:lnTo>
                <a:lnTo>
                  <a:pt x="474251" y="40374"/>
                </a:lnTo>
                <a:lnTo>
                  <a:pt x="473808" y="40688"/>
                </a:lnTo>
                <a:lnTo>
                  <a:pt x="473357" y="40996"/>
                </a:lnTo>
                <a:lnTo>
                  <a:pt x="472899" y="41299"/>
                </a:lnTo>
                <a:lnTo>
                  <a:pt x="472432" y="41598"/>
                </a:lnTo>
                <a:lnTo>
                  <a:pt x="471958" y="41892"/>
                </a:lnTo>
                <a:lnTo>
                  <a:pt x="471475" y="42181"/>
                </a:lnTo>
                <a:lnTo>
                  <a:pt x="470985" y="42465"/>
                </a:lnTo>
                <a:lnTo>
                  <a:pt x="470487" y="42745"/>
                </a:lnTo>
                <a:lnTo>
                  <a:pt x="469981" y="43020"/>
                </a:lnTo>
                <a:lnTo>
                  <a:pt x="469468" y="43290"/>
                </a:lnTo>
                <a:lnTo>
                  <a:pt x="468946" y="43555"/>
                </a:lnTo>
                <a:lnTo>
                  <a:pt x="472789" y="52128"/>
                </a:lnTo>
                <a:lnTo>
                  <a:pt x="473378" y="51902"/>
                </a:lnTo>
                <a:lnTo>
                  <a:pt x="473961" y="51669"/>
                </a:lnTo>
                <a:lnTo>
                  <a:pt x="474540" y="51429"/>
                </a:lnTo>
                <a:lnTo>
                  <a:pt x="475113" y="51181"/>
                </a:lnTo>
                <a:lnTo>
                  <a:pt x="475681" y="50925"/>
                </a:lnTo>
                <a:lnTo>
                  <a:pt x="476244" y="50662"/>
                </a:lnTo>
                <a:lnTo>
                  <a:pt x="476802" y="50391"/>
                </a:lnTo>
                <a:lnTo>
                  <a:pt x="477355" y="50113"/>
                </a:lnTo>
                <a:lnTo>
                  <a:pt x="477902" y="49827"/>
                </a:lnTo>
                <a:lnTo>
                  <a:pt x="478445" y="49534"/>
                </a:lnTo>
                <a:lnTo>
                  <a:pt x="478982" y="49234"/>
                </a:lnTo>
                <a:lnTo>
                  <a:pt x="479514" y="48925"/>
                </a:lnTo>
                <a:lnTo>
                  <a:pt x="480042" y="48609"/>
                </a:lnTo>
                <a:lnTo>
                  <a:pt x="480564" y="48286"/>
                </a:lnTo>
                <a:lnTo>
                  <a:pt x="481080" y="47955"/>
                </a:lnTo>
                <a:lnTo>
                  <a:pt x="481592" y="47617"/>
                </a:lnTo>
                <a:lnTo>
                  <a:pt x="482099" y="47271"/>
                </a:lnTo>
                <a:lnTo>
                  <a:pt x="482600" y="46917"/>
                </a:lnTo>
                <a:lnTo>
                  <a:pt x="483096" y="46556"/>
                </a:lnTo>
                <a:lnTo>
                  <a:pt x="483587" y="46188"/>
                </a:lnTo>
                <a:lnTo>
                  <a:pt x="484074" y="45812"/>
                </a:lnTo>
                <a:lnTo>
                  <a:pt x="484554" y="45428"/>
                </a:lnTo>
                <a:lnTo>
                  <a:pt x="485030" y="45037"/>
                </a:lnTo>
                <a:lnTo>
                  <a:pt x="485501" y="44639"/>
                </a:lnTo>
                <a:lnTo>
                  <a:pt x="485965" y="44233"/>
                </a:lnTo>
                <a:lnTo>
                  <a:pt x="486421" y="43820"/>
                </a:lnTo>
                <a:lnTo>
                  <a:pt x="486869" y="43399"/>
                </a:lnTo>
                <a:lnTo>
                  <a:pt x="487309" y="42972"/>
                </a:lnTo>
                <a:lnTo>
                  <a:pt x="487741" y="42537"/>
                </a:lnTo>
                <a:lnTo>
                  <a:pt x="488164" y="42095"/>
                </a:lnTo>
                <a:lnTo>
                  <a:pt x="488580" y="41646"/>
                </a:lnTo>
                <a:lnTo>
                  <a:pt x="488988" y="41190"/>
                </a:lnTo>
                <a:lnTo>
                  <a:pt x="489388" y="40726"/>
                </a:lnTo>
                <a:lnTo>
                  <a:pt x="489779" y="40256"/>
                </a:lnTo>
                <a:lnTo>
                  <a:pt x="490163" y="39778"/>
                </a:lnTo>
                <a:lnTo>
                  <a:pt x="490539" y="39293"/>
                </a:lnTo>
                <a:lnTo>
                  <a:pt x="490906" y="38801"/>
                </a:lnTo>
                <a:lnTo>
                  <a:pt x="491266" y="38301"/>
                </a:lnTo>
                <a:lnTo>
                  <a:pt x="491617" y="37795"/>
                </a:lnTo>
                <a:lnTo>
                  <a:pt x="491961" y="37281"/>
                </a:lnTo>
                <a:lnTo>
                  <a:pt x="492296" y="36760"/>
                </a:lnTo>
                <a:lnTo>
                  <a:pt x="492623" y="36232"/>
                </a:lnTo>
                <a:lnTo>
                  <a:pt x="492943" y="35697"/>
                </a:lnTo>
                <a:lnTo>
                  <a:pt x="493254" y="35154"/>
                </a:lnTo>
                <a:lnTo>
                  <a:pt x="493557" y="34605"/>
                </a:lnTo>
                <a:lnTo>
                  <a:pt x="493852" y="34048"/>
                </a:lnTo>
                <a:lnTo>
                  <a:pt x="494140" y="33484"/>
                </a:lnTo>
                <a:lnTo>
                  <a:pt x="494419" y="32912"/>
                </a:lnTo>
                <a:lnTo>
                  <a:pt x="494688" y="32334"/>
                </a:lnTo>
                <a:lnTo>
                  <a:pt x="494946" y="31750"/>
                </a:lnTo>
                <a:lnTo>
                  <a:pt x="495192" y="31159"/>
                </a:lnTo>
                <a:lnTo>
                  <a:pt x="495427" y="30561"/>
                </a:lnTo>
                <a:lnTo>
                  <a:pt x="495651" y="29957"/>
                </a:lnTo>
                <a:lnTo>
                  <a:pt x="495863" y="29347"/>
                </a:lnTo>
                <a:lnTo>
                  <a:pt x="496064" y="28729"/>
                </a:lnTo>
                <a:lnTo>
                  <a:pt x="496253" y="28106"/>
                </a:lnTo>
                <a:lnTo>
                  <a:pt x="496430" y="27476"/>
                </a:lnTo>
                <a:lnTo>
                  <a:pt x="496597" y="26839"/>
                </a:lnTo>
                <a:lnTo>
                  <a:pt x="496751" y="26196"/>
                </a:lnTo>
                <a:lnTo>
                  <a:pt x="496895" y="25547"/>
                </a:lnTo>
                <a:lnTo>
                  <a:pt x="497026" y="24890"/>
                </a:lnTo>
                <a:lnTo>
                  <a:pt x="497147" y="24228"/>
                </a:lnTo>
                <a:lnTo>
                  <a:pt x="497256" y="23559"/>
                </a:lnTo>
                <a:lnTo>
                  <a:pt x="497353" y="22883"/>
                </a:lnTo>
                <a:lnTo>
                  <a:pt x="497439" y="22201"/>
                </a:lnTo>
                <a:lnTo>
                  <a:pt x="497513" y="21513"/>
                </a:lnTo>
                <a:lnTo>
                  <a:pt x="497577" y="20817"/>
                </a:lnTo>
                <a:lnTo>
                  <a:pt x="497628" y="20116"/>
                </a:lnTo>
                <a:lnTo>
                  <a:pt x="497668" y="19408"/>
                </a:lnTo>
                <a:lnTo>
                  <a:pt x="497697" y="18693"/>
                </a:lnTo>
                <a:lnTo>
                  <a:pt x="497714" y="17972"/>
                </a:lnTo>
                <a:lnTo>
                  <a:pt x="497720" y="17245"/>
                </a:lnTo>
                <a:lnTo>
                  <a:pt x="497714" y="16595"/>
                </a:lnTo>
                <a:lnTo>
                  <a:pt x="497696" y="15958"/>
                </a:lnTo>
                <a:lnTo>
                  <a:pt x="497665" y="15336"/>
                </a:lnTo>
                <a:lnTo>
                  <a:pt x="497623" y="14728"/>
                </a:lnTo>
                <a:lnTo>
                  <a:pt x="497568" y="14133"/>
                </a:lnTo>
                <a:lnTo>
                  <a:pt x="497501" y="13552"/>
                </a:lnTo>
                <a:lnTo>
                  <a:pt x="497422" y="12985"/>
                </a:lnTo>
                <a:lnTo>
                  <a:pt x="497331" y="12432"/>
                </a:lnTo>
                <a:lnTo>
                  <a:pt x="497228" y="11893"/>
                </a:lnTo>
                <a:lnTo>
                  <a:pt x="497112" y="11368"/>
                </a:lnTo>
                <a:lnTo>
                  <a:pt x="496985" y="10857"/>
                </a:lnTo>
                <a:lnTo>
                  <a:pt x="496845" y="10359"/>
                </a:lnTo>
                <a:lnTo>
                  <a:pt x="496693" y="9875"/>
                </a:lnTo>
                <a:lnTo>
                  <a:pt x="496529" y="9405"/>
                </a:lnTo>
                <a:lnTo>
                  <a:pt x="496353" y="8949"/>
                </a:lnTo>
                <a:lnTo>
                  <a:pt x="496165" y="8507"/>
                </a:lnTo>
                <a:lnTo>
                  <a:pt x="495965" y="8079"/>
                </a:lnTo>
                <a:lnTo>
                  <a:pt x="495752" y="7665"/>
                </a:lnTo>
                <a:lnTo>
                  <a:pt x="495527" y="7264"/>
                </a:lnTo>
                <a:lnTo>
                  <a:pt x="495291" y="6877"/>
                </a:lnTo>
                <a:lnTo>
                  <a:pt x="495042" y="6504"/>
                </a:lnTo>
                <a:lnTo>
                  <a:pt x="494780" y="6145"/>
                </a:lnTo>
                <a:lnTo>
                  <a:pt x="494507" y="5800"/>
                </a:lnTo>
                <a:lnTo>
                  <a:pt x="494222" y="5469"/>
                </a:lnTo>
                <a:lnTo>
                  <a:pt x="493927" y="5151"/>
                </a:lnTo>
                <a:lnTo>
                  <a:pt x="493625" y="4847"/>
                </a:lnTo>
                <a:lnTo>
                  <a:pt x="493316" y="4557"/>
                </a:lnTo>
                <a:lnTo>
                  <a:pt x="492999" y="4280"/>
                </a:lnTo>
                <a:lnTo>
                  <a:pt x="492676" y="4016"/>
                </a:lnTo>
                <a:lnTo>
                  <a:pt x="492346" y="3766"/>
                </a:lnTo>
                <a:lnTo>
                  <a:pt x="492009" y="3530"/>
                </a:lnTo>
                <a:lnTo>
                  <a:pt x="491665" y="3307"/>
                </a:lnTo>
                <a:lnTo>
                  <a:pt x="491314" y="3097"/>
                </a:lnTo>
                <a:lnTo>
                  <a:pt x="490956" y="2901"/>
                </a:lnTo>
                <a:lnTo>
                  <a:pt x="490591" y="2719"/>
                </a:lnTo>
                <a:lnTo>
                  <a:pt x="490218" y="2550"/>
                </a:lnTo>
                <a:lnTo>
                  <a:pt x="489839" y="2394"/>
                </a:lnTo>
                <a:lnTo>
                  <a:pt x="489453" y="2252"/>
                </a:lnTo>
                <a:lnTo>
                  <a:pt x="489060" y="2124"/>
                </a:lnTo>
                <a:lnTo>
                  <a:pt x="488660" y="2009"/>
                </a:lnTo>
                <a:lnTo>
                  <a:pt x="488252" y="1908"/>
                </a:lnTo>
                <a:lnTo>
                  <a:pt x="487838" y="1820"/>
                </a:lnTo>
                <a:lnTo>
                  <a:pt x="487417" y="1746"/>
                </a:lnTo>
                <a:lnTo>
                  <a:pt x="486988" y="1685"/>
                </a:lnTo>
                <a:lnTo>
                  <a:pt x="486553" y="1637"/>
                </a:lnTo>
                <a:lnTo>
                  <a:pt x="486111" y="1604"/>
                </a:lnTo>
                <a:lnTo>
                  <a:pt x="485662" y="1583"/>
                </a:lnTo>
                <a:lnTo>
                  <a:pt x="485205" y="1577"/>
                </a:lnTo>
                <a:lnTo>
                  <a:pt x="484749" y="1583"/>
                </a:lnTo>
                <a:lnTo>
                  <a:pt x="484299" y="1600"/>
                </a:lnTo>
                <a:lnTo>
                  <a:pt x="483856" y="1630"/>
                </a:lnTo>
                <a:lnTo>
                  <a:pt x="483419" y="1671"/>
                </a:lnTo>
                <a:lnTo>
                  <a:pt x="482989" y="1724"/>
                </a:lnTo>
                <a:lnTo>
                  <a:pt x="482566" y="1789"/>
                </a:lnTo>
                <a:lnTo>
                  <a:pt x="482150" y="1866"/>
                </a:lnTo>
                <a:lnTo>
                  <a:pt x="481740" y="1954"/>
                </a:lnTo>
                <a:lnTo>
                  <a:pt x="481337" y="2055"/>
                </a:lnTo>
                <a:lnTo>
                  <a:pt x="480940" y="2167"/>
                </a:lnTo>
                <a:lnTo>
                  <a:pt x="480550" y="2291"/>
                </a:lnTo>
                <a:lnTo>
                  <a:pt x="480167" y="2427"/>
                </a:lnTo>
                <a:lnTo>
                  <a:pt x="479791" y="2574"/>
                </a:lnTo>
                <a:lnTo>
                  <a:pt x="479421" y="2733"/>
                </a:lnTo>
                <a:lnTo>
                  <a:pt x="479058" y="2905"/>
                </a:lnTo>
                <a:lnTo>
                  <a:pt x="478702" y="3088"/>
                </a:lnTo>
                <a:lnTo>
                  <a:pt x="478352" y="3282"/>
                </a:lnTo>
                <a:lnTo>
                  <a:pt x="478009" y="3489"/>
                </a:lnTo>
                <a:lnTo>
                  <a:pt x="477672" y="3707"/>
                </a:lnTo>
                <a:lnTo>
                  <a:pt x="477342" y="3938"/>
                </a:lnTo>
                <a:lnTo>
                  <a:pt x="477019" y="4179"/>
                </a:lnTo>
                <a:lnTo>
                  <a:pt x="476703" y="4433"/>
                </a:lnTo>
                <a:lnTo>
                  <a:pt x="476393" y="4699"/>
                </a:lnTo>
                <a:lnTo>
                  <a:pt x="476090" y="4976"/>
                </a:lnTo>
                <a:lnTo>
                  <a:pt x="475797" y="5263"/>
                </a:lnTo>
                <a:lnTo>
                  <a:pt x="475516" y="5557"/>
                </a:lnTo>
                <a:lnTo>
                  <a:pt x="475247" y="5858"/>
                </a:lnTo>
                <a:lnTo>
                  <a:pt x="474991" y="6166"/>
                </a:lnTo>
                <a:lnTo>
                  <a:pt x="474748" y="6480"/>
                </a:lnTo>
                <a:lnTo>
                  <a:pt x="474517" y="6802"/>
                </a:lnTo>
                <a:lnTo>
                  <a:pt x="474298" y="7131"/>
                </a:lnTo>
                <a:lnTo>
                  <a:pt x="474092" y="7467"/>
                </a:lnTo>
                <a:lnTo>
                  <a:pt x="473898" y="7810"/>
                </a:lnTo>
                <a:lnTo>
                  <a:pt x="473717" y="8160"/>
                </a:lnTo>
                <a:lnTo>
                  <a:pt x="473549" y="8517"/>
                </a:lnTo>
                <a:lnTo>
                  <a:pt x="473393" y="8881"/>
                </a:lnTo>
                <a:lnTo>
                  <a:pt x="473249" y="9252"/>
                </a:lnTo>
                <a:lnTo>
                  <a:pt x="473118" y="9630"/>
                </a:lnTo>
                <a:lnTo>
                  <a:pt x="472999" y="10015"/>
                </a:lnTo>
                <a:lnTo>
                  <a:pt x="472893" y="10407"/>
                </a:lnTo>
                <a:lnTo>
                  <a:pt x="472799" y="10806"/>
                </a:lnTo>
                <a:lnTo>
                  <a:pt x="472718" y="11212"/>
                </a:lnTo>
                <a:lnTo>
                  <a:pt x="472650" y="11625"/>
                </a:lnTo>
                <a:lnTo>
                  <a:pt x="472593" y="12045"/>
                </a:lnTo>
                <a:lnTo>
                  <a:pt x="472550" y="12472"/>
                </a:lnTo>
                <a:lnTo>
                  <a:pt x="472518" y="12906"/>
                </a:lnTo>
                <a:lnTo>
                  <a:pt x="472500" y="13347"/>
                </a:lnTo>
                <a:lnTo>
                  <a:pt x="472493" y="13796"/>
                </a:lnTo>
                <a:lnTo>
                  <a:pt x="472500" y="14220"/>
                </a:lnTo>
                <a:lnTo>
                  <a:pt x="472518" y="14638"/>
                </a:lnTo>
                <a:lnTo>
                  <a:pt x="472550" y="15050"/>
                </a:lnTo>
                <a:lnTo>
                  <a:pt x="472593" y="15456"/>
                </a:lnTo>
                <a:lnTo>
                  <a:pt x="472650" y="15856"/>
                </a:lnTo>
                <a:lnTo>
                  <a:pt x="472718" y="16250"/>
                </a:lnTo>
                <a:lnTo>
                  <a:pt x="472799" y="16638"/>
                </a:lnTo>
                <a:lnTo>
                  <a:pt x="472893" y="17020"/>
                </a:lnTo>
                <a:lnTo>
                  <a:pt x="472999" y="17396"/>
                </a:lnTo>
                <a:lnTo>
                  <a:pt x="473118" y="17766"/>
                </a:lnTo>
                <a:lnTo>
                  <a:pt x="473249" y="18130"/>
                </a:lnTo>
                <a:lnTo>
                  <a:pt x="473393" y="18489"/>
                </a:lnTo>
                <a:lnTo>
                  <a:pt x="473549" y="18841"/>
                </a:lnTo>
                <a:lnTo>
                  <a:pt x="473717" y="19187"/>
                </a:lnTo>
                <a:lnTo>
                  <a:pt x="473898" y="19527"/>
                </a:lnTo>
                <a:lnTo>
                  <a:pt x="474092" y="19861"/>
                </a:lnTo>
                <a:lnTo>
                  <a:pt x="474298" y="20190"/>
                </a:lnTo>
                <a:lnTo>
                  <a:pt x="474517" y="20512"/>
                </a:lnTo>
                <a:lnTo>
                  <a:pt x="474748" y="20828"/>
                </a:lnTo>
                <a:lnTo>
                  <a:pt x="474991" y="21138"/>
                </a:lnTo>
                <a:lnTo>
                  <a:pt x="475247" y="21443"/>
                </a:lnTo>
                <a:lnTo>
                  <a:pt x="475516" y="21741"/>
                </a:lnTo>
                <a:lnTo>
                  <a:pt x="475797" y="22033"/>
                </a:lnTo>
                <a:lnTo>
                  <a:pt x="476090" y="22319"/>
                </a:lnTo>
                <a:lnTo>
                  <a:pt x="476393" y="22597"/>
                </a:lnTo>
                <a:lnTo>
                  <a:pt x="476703" y="22862"/>
                </a:lnTo>
                <a:lnTo>
                  <a:pt x="477019" y="23116"/>
                </a:lnTo>
                <a:lnTo>
                  <a:pt x="477342" y="23358"/>
                </a:lnTo>
                <a:lnTo>
                  <a:pt x="477672" y="23588"/>
                </a:lnTo>
                <a:lnTo>
                  <a:pt x="478009" y="23807"/>
                </a:lnTo>
                <a:lnTo>
                  <a:pt x="478352" y="24013"/>
                </a:lnTo>
                <a:lnTo>
                  <a:pt x="478702" y="24208"/>
                </a:lnTo>
                <a:lnTo>
                  <a:pt x="479058" y="24391"/>
                </a:lnTo>
                <a:lnTo>
                  <a:pt x="479421" y="24562"/>
                </a:lnTo>
                <a:lnTo>
                  <a:pt x="479791" y="24722"/>
                </a:lnTo>
                <a:lnTo>
                  <a:pt x="480167" y="24869"/>
                </a:lnTo>
                <a:lnTo>
                  <a:pt x="480550" y="25005"/>
                </a:lnTo>
                <a:lnTo>
                  <a:pt x="480940" y="25129"/>
                </a:lnTo>
                <a:lnTo>
                  <a:pt x="481337" y="25241"/>
                </a:lnTo>
                <a:lnTo>
                  <a:pt x="481740" y="25341"/>
                </a:lnTo>
                <a:lnTo>
                  <a:pt x="482150" y="25430"/>
                </a:lnTo>
                <a:lnTo>
                  <a:pt x="482566" y="25507"/>
                </a:lnTo>
                <a:lnTo>
                  <a:pt x="482989" y="25571"/>
                </a:lnTo>
                <a:lnTo>
                  <a:pt x="483419" y="25625"/>
                </a:lnTo>
                <a:lnTo>
                  <a:pt x="483856" y="25666"/>
                </a:lnTo>
                <a:lnTo>
                  <a:pt x="483917" y="25670"/>
                </a:lnTo>
                <a:lnTo>
                  <a:pt x="483884" y="25902"/>
                </a:lnTo>
                <a:lnTo>
                  <a:pt x="483798" y="26427"/>
                </a:lnTo>
                <a:lnTo>
                  <a:pt x="483700" y="26945"/>
                </a:lnTo>
                <a:lnTo>
                  <a:pt x="483590" y="27456"/>
                </a:lnTo>
                <a:close/>
                <a:moveTo>
                  <a:pt x="546595" y="137908"/>
                </a:moveTo>
                <a:lnTo>
                  <a:pt x="547250" y="137881"/>
                </a:lnTo>
                <a:lnTo>
                  <a:pt x="547902" y="137849"/>
                </a:lnTo>
                <a:lnTo>
                  <a:pt x="548550" y="137810"/>
                </a:lnTo>
                <a:lnTo>
                  <a:pt x="549194" y="137765"/>
                </a:lnTo>
                <a:lnTo>
                  <a:pt x="549834" y="137714"/>
                </a:lnTo>
                <a:lnTo>
                  <a:pt x="550470" y="137657"/>
                </a:lnTo>
                <a:lnTo>
                  <a:pt x="551102" y="137594"/>
                </a:lnTo>
                <a:lnTo>
                  <a:pt x="551730" y="137525"/>
                </a:lnTo>
                <a:lnTo>
                  <a:pt x="552354" y="137450"/>
                </a:lnTo>
                <a:lnTo>
                  <a:pt x="552974" y="137370"/>
                </a:lnTo>
                <a:lnTo>
                  <a:pt x="553590" y="137283"/>
                </a:lnTo>
                <a:lnTo>
                  <a:pt x="554203" y="137190"/>
                </a:lnTo>
                <a:lnTo>
                  <a:pt x="554811" y="137091"/>
                </a:lnTo>
                <a:lnTo>
                  <a:pt x="555416" y="136986"/>
                </a:lnTo>
                <a:lnTo>
                  <a:pt x="556016" y="136876"/>
                </a:lnTo>
                <a:lnTo>
                  <a:pt x="556613" y="136759"/>
                </a:lnTo>
                <a:lnTo>
                  <a:pt x="557206" y="136636"/>
                </a:lnTo>
                <a:lnTo>
                  <a:pt x="557794" y="136507"/>
                </a:lnTo>
                <a:lnTo>
                  <a:pt x="558379" y="136373"/>
                </a:lnTo>
                <a:lnTo>
                  <a:pt x="558960" y="136232"/>
                </a:lnTo>
                <a:lnTo>
                  <a:pt x="559536" y="136085"/>
                </a:lnTo>
                <a:lnTo>
                  <a:pt x="560106" y="135931"/>
                </a:lnTo>
                <a:lnTo>
                  <a:pt x="560669" y="135771"/>
                </a:lnTo>
                <a:lnTo>
                  <a:pt x="561226" y="135605"/>
                </a:lnTo>
                <a:lnTo>
                  <a:pt x="561778" y="135432"/>
                </a:lnTo>
                <a:lnTo>
                  <a:pt x="562323" y="135252"/>
                </a:lnTo>
                <a:lnTo>
                  <a:pt x="562862" y="135066"/>
                </a:lnTo>
                <a:lnTo>
                  <a:pt x="563394" y="134874"/>
                </a:lnTo>
                <a:lnTo>
                  <a:pt x="563921" y="134674"/>
                </a:lnTo>
                <a:lnTo>
                  <a:pt x="564441" y="134469"/>
                </a:lnTo>
                <a:lnTo>
                  <a:pt x="564956" y="134257"/>
                </a:lnTo>
                <a:lnTo>
                  <a:pt x="565464" y="134038"/>
                </a:lnTo>
                <a:lnTo>
                  <a:pt x="565966" y="133813"/>
                </a:lnTo>
                <a:lnTo>
                  <a:pt x="566461" y="133581"/>
                </a:lnTo>
                <a:lnTo>
                  <a:pt x="566951" y="133343"/>
                </a:lnTo>
                <a:lnTo>
                  <a:pt x="567435" y="133098"/>
                </a:lnTo>
                <a:lnTo>
                  <a:pt x="567912" y="132846"/>
                </a:lnTo>
                <a:lnTo>
                  <a:pt x="568383" y="132589"/>
                </a:lnTo>
                <a:lnTo>
                  <a:pt x="568848" y="132324"/>
                </a:lnTo>
                <a:lnTo>
                  <a:pt x="569307" y="132053"/>
                </a:lnTo>
                <a:lnTo>
                  <a:pt x="569759" y="131776"/>
                </a:lnTo>
                <a:lnTo>
                  <a:pt x="570206" y="131492"/>
                </a:lnTo>
                <a:lnTo>
                  <a:pt x="570646" y="131202"/>
                </a:lnTo>
                <a:lnTo>
                  <a:pt x="571081" y="130905"/>
                </a:lnTo>
                <a:lnTo>
                  <a:pt x="571508" y="130601"/>
                </a:lnTo>
                <a:lnTo>
                  <a:pt x="571927" y="130290"/>
                </a:lnTo>
                <a:lnTo>
                  <a:pt x="572338" y="129972"/>
                </a:lnTo>
                <a:lnTo>
                  <a:pt x="572742" y="129647"/>
                </a:lnTo>
                <a:lnTo>
                  <a:pt x="573138" y="129315"/>
                </a:lnTo>
                <a:lnTo>
                  <a:pt x="573526" y="128976"/>
                </a:lnTo>
                <a:lnTo>
                  <a:pt x="573906" y="128630"/>
                </a:lnTo>
                <a:lnTo>
                  <a:pt x="574278" y="128277"/>
                </a:lnTo>
                <a:lnTo>
                  <a:pt x="574642" y="127917"/>
                </a:lnTo>
                <a:lnTo>
                  <a:pt x="574998" y="127550"/>
                </a:lnTo>
                <a:lnTo>
                  <a:pt x="575347" y="127176"/>
                </a:lnTo>
                <a:lnTo>
                  <a:pt x="575687" y="126794"/>
                </a:lnTo>
                <a:lnTo>
                  <a:pt x="576020" y="126406"/>
                </a:lnTo>
                <a:lnTo>
                  <a:pt x="576345" y="126011"/>
                </a:lnTo>
                <a:lnTo>
                  <a:pt x="576662" y="125608"/>
                </a:lnTo>
                <a:lnTo>
                  <a:pt x="576971" y="125199"/>
                </a:lnTo>
                <a:lnTo>
                  <a:pt x="577272" y="124782"/>
                </a:lnTo>
                <a:lnTo>
                  <a:pt x="577566" y="124359"/>
                </a:lnTo>
                <a:lnTo>
                  <a:pt x="577851" y="123928"/>
                </a:lnTo>
                <a:lnTo>
                  <a:pt x="578129" y="123490"/>
                </a:lnTo>
                <a:lnTo>
                  <a:pt x="578399" y="123046"/>
                </a:lnTo>
                <a:lnTo>
                  <a:pt x="578661" y="122594"/>
                </a:lnTo>
                <a:lnTo>
                  <a:pt x="578915" y="122135"/>
                </a:lnTo>
                <a:lnTo>
                  <a:pt x="579161" y="121669"/>
                </a:lnTo>
                <a:lnTo>
                  <a:pt x="579398" y="121196"/>
                </a:lnTo>
                <a:lnTo>
                  <a:pt x="579625" y="120716"/>
                </a:lnTo>
                <a:lnTo>
                  <a:pt x="579842" y="120229"/>
                </a:lnTo>
                <a:lnTo>
                  <a:pt x="580049" y="119734"/>
                </a:lnTo>
                <a:lnTo>
                  <a:pt x="580246" y="119232"/>
                </a:lnTo>
                <a:lnTo>
                  <a:pt x="580433" y="118723"/>
                </a:lnTo>
                <a:lnTo>
                  <a:pt x="580609" y="118207"/>
                </a:lnTo>
                <a:lnTo>
                  <a:pt x="580776" y="117684"/>
                </a:lnTo>
                <a:lnTo>
                  <a:pt x="580932" y="117153"/>
                </a:lnTo>
                <a:lnTo>
                  <a:pt x="581079" y="116615"/>
                </a:lnTo>
                <a:lnTo>
                  <a:pt x="581215" y="116070"/>
                </a:lnTo>
                <a:lnTo>
                  <a:pt x="581341" y="115518"/>
                </a:lnTo>
                <a:lnTo>
                  <a:pt x="581457" y="114958"/>
                </a:lnTo>
                <a:lnTo>
                  <a:pt x="581563" y="114391"/>
                </a:lnTo>
                <a:lnTo>
                  <a:pt x="581659" y="113817"/>
                </a:lnTo>
                <a:lnTo>
                  <a:pt x="581745" y="113236"/>
                </a:lnTo>
                <a:lnTo>
                  <a:pt x="581820" y="112648"/>
                </a:lnTo>
                <a:lnTo>
                  <a:pt x="581886" y="112052"/>
                </a:lnTo>
                <a:lnTo>
                  <a:pt x="581942" y="111449"/>
                </a:lnTo>
                <a:lnTo>
                  <a:pt x="581987" y="110839"/>
                </a:lnTo>
                <a:lnTo>
                  <a:pt x="582022" y="110222"/>
                </a:lnTo>
                <a:lnTo>
                  <a:pt x="582048" y="109597"/>
                </a:lnTo>
                <a:lnTo>
                  <a:pt x="582063" y="108965"/>
                </a:lnTo>
                <a:lnTo>
                  <a:pt x="582068" y="108326"/>
                </a:lnTo>
                <a:lnTo>
                  <a:pt x="582061" y="107588"/>
                </a:lnTo>
                <a:lnTo>
                  <a:pt x="582042" y="106860"/>
                </a:lnTo>
                <a:lnTo>
                  <a:pt x="582010" y="106144"/>
                </a:lnTo>
                <a:lnTo>
                  <a:pt x="581965" y="105439"/>
                </a:lnTo>
                <a:lnTo>
                  <a:pt x="581907" y="104744"/>
                </a:lnTo>
                <a:lnTo>
                  <a:pt x="581837" y="104061"/>
                </a:lnTo>
                <a:lnTo>
                  <a:pt x="581753" y="103389"/>
                </a:lnTo>
                <a:lnTo>
                  <a:pt x="581657" y="102729"/>
                </a:lnTo>
                <a:lnTo>
                  <a:pt x="581548" y="102079"/>
                </a:lnTo>
                <a:lnTo>
                  <a:pt x="581426" y="101440"/>
                </a:lnTo>
                <a:lnTo>
                  <a:pt x="581291" y="100813"/>
                </a:lnTo>
                <a:lnTo>
                  <a:pt x="581144" y="100196"/>
                </a:lnTo>
                <a:lnTo>
                  <a:pt x="580984" y="99591"/>
                </a:lnTo>
                <a:lnTo>
                  <a:pt x="580810" y="98997"/>
                </a:lnTo>
                <a:lnTo>
                  <a:pt x="580624" y="98414"/>
                </a:lnTo>
                <a:lnTo>
                  <a:pt x="580425" y="97842"/>
                </a:lnTo>
                <a:lnTo>
                  <a:pt x="580214" y="97281"/>
                </a:lnTo>
                <a:lnTo>
                  <a:pt x="579989" y="96731"/>
                </a:lnTo>
                <a:lnTo>
                  <a:pt x="579752" y="96192"/>
                </a:lnTo>
                <a:lnTo>
                  <a:pt x="579502" y="95665"/>
                </a:lnTo>
                <a:lnTo>
                  <a:pt x="579239" y="95148"/>
                </a:lnTo>
                <a:lnTo>
                  <a:pt x="578963" y="94643"/>
                </a:lnTo>
                <a:lnTo>
                  <a:pt x="578674" y="94149"/>
                </a:lnTo>
                <a:lnTo>
                  <a:pt x="578372" y="93666"/>
                </a:lnTo>
                <a:lnTo>
                  <a:pt x="578058" y="93191"/>
                </a:lnTo>
                <a:lnTo>
                  <a:pt x="577732" y="92724"/>
                </a:lnTo>
                <a:lnTo>
                  <a:pt x="577392" y="92265"/>
                </a:lnTo>
                <a:lnTo>
                  <a:pt x="577041" y="91812"/>
                </a:lnTo>
                <a:lnTo>
                  <a:pt x="576677" y="91367"/>
                </a:lnTo>
                <a:lnTo>
                  <a:pt x="576300" y="90929"/>
                </a:lnTo>
                <a:lnTo>
                  <a:pt x="575911" y="90498"/>
                </a:lnTo>
                <a:lnTo>
                  <a:pt x="575509" y="90074"/>
                </a:lnTo>
                <a:lnTo>
                  <a:pt x="575095" y="89658"/>
                </a:lnTo>
                <a:lnTo>
                  <a:pt x="574669" y="89249"/>
                </a:lnTo>
                <a:lnTo>
                  <a:pt x="574230" y="88847"/>
                </a:lnTo>
                <a:lnTo>
                  <a:pt x="573778" y="88452"/>
                </a:lnTo>
                <a:lnTo>
                  <a:pt x="573314" y="88065"/>
                </a:lnTo>
                <a:lnTo>
                  <a:pt x="572837" y="87684"/>
                </a:lnTo>
                <a:lnTo>
                  <a:pt x="572348" y="87311"/>
                </a:lnTo>
                <a:lnTo>
                  <a:pt x="571847" y="86946"/>
                </a:lnTo>
                <a:lnTo>
                  <a:pt x="571333" y="86587"/>
                </a:lnTo>
                <a:lnTo>
                  <a:pt x="570806" y="86236"/>
                </a:lnTo>
                <a:lnTo>
                  <a:pt x="570267" y="85892"/>
                </a:lnTo>
                <a:lnTo>
                  <a:pt x="569716" y="85555"/>
                </a:lnTo>
                <a:lnTo>
                  <a:pt x="569152" y="85225"/>
                </a:lnTo>
                <a:lnTo>
                  <a:pt x="568576" y="84903"/>
                </a:lnTo>
                <a:lnTo>
                  <a:pt x="567987" y="84588"/>
                </a:lnTo>
                <a:lnTo>
                  <a:pt x="567385" y="84280"/>
                </a:lnTo>
                <a:lnTo>
                  <a:pt x="566772" y="83977"/>
                </a:lnTo>
                <a:lnTo>
                  <a:pt x="566146" y="83678"/>
                </a:lnTo>
                <a:lnTo>
                  <a:pt x="565508" y="83382"/>
                </a:lnTo>
                <a:lnTo>
                  <a:pt x="564859" y="83090"/>
                </a:lnTo>
                <a:lnTo>
                  <a:pt x="564197" y="82802"/>
                </a:lnTo>
                <a:lnTo>
                  <a:pt x="563524" y="82517"/>
                </a:lnTo>
                <a:lnTo>
                  <a:pt x="562838" y="82235"/>
                </a:lnTo>
                <a:lnTo>
                  <a:pt x="562141" y="81957"/>
                </a:lnTo>
                <a:lnTo>
                  <a:pt x="561431" y="81683"/>
                </a:lnTo>
                <a:lnTo>
                  <a:pt x="560710" y="81412"/>
                </a:lnTo>
                <a:lnTo>
                  <a:pt x="559976" y="81145"/>
                </a:lnTo>
                <a:lnTo>
                  <a:pt x="559231" y="80881"/>
                </a:lnTo>
                <a:lnTo>
                  <a:pt x="558474" y="80620"/>
                </a:lnTo>
                <a:lnTo>
                  <a:pt x="557704" y="80364"/>
                </a:lnTo>
                <a:lnTo>
                  <a:pt x="556923" y="80110"/>
                </a:lnTo>
                <a:lnTo>
                  <a:pt x="556130" y="79860"/>
                </a:lnTo>
                <a:lnTo>
                  <a:pt x="555325" y="79614"/>
                </a:lnTo>
                <a:lnTo>
                  <a:pt x="554507" y="79371"/>
                </a:lnTo>
                <a:lnTo>
                  <a:pt x="553678" y="79132"/>
                </a:lnTo>
                <a:lnTo>
                  <a:pt x="552837" y="78896"/>
                </a:lnTo>
                <a:lnTo>
                  <a:pt x="551984" y="78664"/>
                </a:lnTo>
                <a:lnTo>
                  <a:pt x="551119" y="78435"/>
                </a:lnTo>
                <a:lnTo>
                  <a:pt x="550241" y="78210"/>
                </a:lnTo>
                <a:lnTo>
                  <a:pt x="549352" y="77988"/>
                </a:lnTo>
                <a:lnTo>
                  <a:pt x="548538" y="77786"/>
                </a:lnTo>
                <a:lnTo>
                  <a:pt x="547738" y="77584"/>
                </a:lnTo>
                <a:lnTo>
                  <a:pt x="546952" y="77383"/>
                </a:lnTo>
                <a:lnTo>
                  <a:pt x="546180" y="77184"/>
                </a:lnTo>
                <a:lnTo>
                  <a:pt x="545422" y="76985"/>
                </a:lnTo>
                <a:lnTo>
                  <a:pt x="544678" y="76787"/>
                </a:lnTo>
                <a:lnTo>
                  <a:pt x="543948" y="76589"/>
                </a:lnTo>
                <a:lnTo>
                  <a:pt x="543232" y="76393"/>
                </a:lnTo>
                <a:lnTo>
                  <a:pt x="542530" y="76198"/>
                </a:lnTo>
                <a:lnTo>
                  <a:pt x="541842" y="76003"/>
                </a:lnTo>
                <a:lnTo>
                  <a:pt x="541168" y="75809"/>
                </a:lnTo>
                <a:lnTo>
                  <a:pt x="540508" y="75617"/>
                </a:lnTo>
                <a:lnTo>
                  <a:pt x="539863" y="75425"/>
                </a:lnTo>
                <a:lnTo>
                  <a:pt x="539231" y="75234"/>
                </a:lnTo>
                <a:lnTo>
                  <a:pt x="538613" y="75044"/>
                </a:lnTo>
                <a:lnTo>
                  <a:pt x="538009" y="74854"/>
                </a:lnTo>
                <a:lnTo>
                  <a:pt x="537420" y="74666"/>
                </a:lnTo>
                <a:lnTo>
                  <a:pt x="536844" y="74479"/>
                </a:lnTo>
                <a:lnTo>
                  <a:pt x="536282" y="74292"/>
                </a:lnTo>
                <a:lnTo>
                  <a:pt x="535735" y="74106"/>
                </a:lnTo>
                <a:lnTo>
                  <a:pt x="535201" y="73921"/>
                </a:lnTo>
                <a:lnTo>
                  <a:pt x="534682" y="73738"/>
                </a:lnTo>
                <a:lnTo>
                  <a:pt x="534176" y="73555"/>
                </a:lnTo>
                <a:lnTo>
                  <a:pt x="533685" y="73372"/>
                </a:lnTo>
                <a:lnTo>
                  <a:pt x="533206" y="73190"/>
                </a:lnTo>
                <a:lnTo>
                  <a:pt x="532739" y="73005"/>
                </a:lnTo>
                <a:lnTo>
                  <a:pt x="532283" y="72818"/>
                </a:lnTo>
                <a:lnTo>
                  <a:pt x="531840" y="72629"/>
                </a:lnTo>
                <a:lnTo>
                  <a:pt x="531407" y="72439"/>
                </a:lnTo>
                <a:lnTo>
                  <a:pt x="530987" y="72246"/>
                </a:lnTo>
                <a:lnTo>
                  <a:pt x="530578" y="72051"/>
                </a:lnTo>
                <a:lnTo>
                  <a:pt x="530181" y="71855"/>
                </a:lnTo>
                <a:lnTo>
                  <a:pt x="529795" y="71657"/>
                </a:lnTo>
                <a:lnTo>
                  <a:pt x="529421" y="71456"/>
                </a:lnTo>
                <a:lnTo>
                  <a:pt x="529059" y="71254"/>
                </a:lnTo>
                <a:lnTo>
                  <a:pt x="528708" y="71050"/>
                </a:lnTo>
                <a:lnTo>
                  <a:pt x="528369" y="70844"/>
                </a:lnTo>
                <a:lnTo>
                  <a:pt x="528042" y="70636"/>
                </a:lnTo>
                <a:lnTo>
                  <a:pt x="527726" y="70426"/>
                </a:lnTo>
                <a:lnTo>
                  <a:pt x="527422" y="70214"/>
                </a:lnTo>
                <a:lnTo>
                  <a:pt x="527129" y="70000"/>
                </a:lnTo>
                <a:lnTo>
                  <a:pt x="526848" y="69784"/>
                </a:lnTo>
                <a:lnTo>
                  <a:pt x="526579" y="69566"/>
                </a:lnTo>
                <a:lnTo>
                  <a:pt x="526321" y="69347"/>
                </a:lnTo>
                <a:lnTo>
                  <a:pt x="526075" y="69125"/>
                </a:lnTo>
                <a:lnTo>
                  <a:pt x="525841" y="68901"/>
                </a:lnTo>
                <a:lnTo>
                  <a:pt x="525618" y="68676"/>
                </a:lnTo>
                <a:lnTo>
                  <a:pt x="525407" y="68449"/>
                </a:lnTo>
                <a:lnTo>
                  <a:pt x="525206" y="68218"/>
                </a:lnTo>
                <a:lnTo>
                  <a:pt x="525014" y="67983"/>
                </a:lnTo>
                <a:lnTo>
                  <a:pt x="524830" y="67744"/>
                </a:lnTo>
                <a:lnTo>
                  <a:pt x="524654" y="67501"/>
                </a:lnTo>
                <a:lnTo>
                  <a:pt x="524488" y="67254"/>
                </a:lnTo>
                <a:lnTo>
                  <a:pt x="524329" y="67002"/>
                </a:lnTo>
                <a:lnTo>
                  <a:pt x="524180" y="66746"/>
                </a:lnTo>
                <a:lnTo>
                  <a:pt x="524039" y="66486"/>
                </a:lnTo>
                <a:lnTo>
                  <a:pt x="523906" y="66222"/>
                </a:lnTo>
                <a:lnTo>
                  <a:pt x="523782" y="65953"/>
                </a:lnTo>
                <a:lnTo>
                  <a:pt x="523666" y="65681"/>
                </a:lnTo>
                <a:lnTo>
                  <a:pt x="523559" y="65404"/>
                </a:lnTo>
                <a:lnTo>
                  <a:pt x="523461" y="65123"/>
                </a:lnTo>
                <a:lnTo>
                  <a:pt x="523371" y="64837"/>
                </a:lnTo>
                <a:lnTo>
                  <a:pt x="523290" y="64548"/>
                </a:lnTo>
                <a:lnTo>
                  <a:pt x="523217" y="64254"/>
                </a:lnTo>
                <a:lnTo>
                  <a:pt x="523153" y="63956"/>
                </a:lnTo>
                <a:lnTo>
                  <a:pt x="523098" y="63653"/>
                </a:lnTo>
                <a:lnTo>
                  <a:pt x="523051" y="63347"/>
                </a:lnTo>
                <a:lnTo>
                  <a:pt x="523012" y="63036"/>
                </a:lnTo>
                <a:lnTo>
                  <a:pt x="522982" y="62721"/>
                </a:lnTo>
                <a:lnTo>
                  <a:pt x="522961" y="62402"/>
                </a:lnTo>
                <a:lnTo>
                  <a:pt x="522948" y="62078"/>
                </a:lnTo>
                <a:lnTo>
                  <a:pt x="522944" y="61751"/>
                </a:lnTo>
                <a:lnTo>
                  <a:pt x="522953" y="61167"/>
                </a:lnTo>
                <a:lnTo>
                  <a:pt x="522982" y="60595"/>
                </a:lnTo>
                <a:lnTo>
                  <a:pt x="523030" y="60037"/>
                </a:lnTo>
                <a:lnTo>
                  <a:pt x="523097" y="59492"/>
                </a:lnTo>
                <a:lnTo>
                  <a:pt x="523183" y="58960"/>
                </a:lnTo>
                <a:lnTo>
                  <a:pt x="523289" y="58441"/>
                </a:lnTo>
                <a:lnTo>
                  <a:pt x="523413" y="57935"/>
                </a:lnTo>
                <a:lnTo>
                  <a:pt x="523557" y="57442"/>
                </a:lnTo>
                <a:lnTo>
                  <a:pt x="523720" y="56962"/>
                </a:lnTo>
                <a:lnTo>
                  <a:pt x="523902" y="56495"/>
                </a:lnTo>
                <a:lnTo>
                  <a:pt x="524103" y="56041"/>
                </a:lnTo>
                <a:lnTo>
                  <a:pt x="524323" y="55601"/>
                </a:lnTo>
                <a:lnTo>
                  <a:pt x="524563" y="55173"/>
                </a:lnTo>
                <a:lnTo>
                  <a:pt x="524821" y="54758"/>
                </a:lnTo>
                <a:lnTo>
                  <a:pt x="525099" y="54356"/>
                </a:lnTo>
                <a:lnTo>
                  <a:pt x="525396" y="53968"/>
                </a:lnTo>
                <a:lnTo>
                  <a:pt x="525712" y="53592"/>
                </a:lnTo>
                <a:lnTo>
                  <a:pt x="526048" y="53229"/>
                </a:lnTo>
                <a:lnTo>
                  <a:pt x="526402" y="52880"/>
                </a:lnTo>
                <a:lnTo>
                  <a:pt x="526776" y="52543"/>
                </a:lnTo>
                <a:lnTo>
                  <a:pt x="527169" y="52220"/>
                </a:lnTo>
                <a:lnTo>
                  <a:pt x="527580" y="51909"/>
                </a:lnTo>
                <a:lnTo>
                  <a:pt x="528012" y="51612"/>
                </a:lnTo>
                <a:lnTo>
                  <a:pt x="528462" y="51327"/>
                </a:lnTo>
                <a:lnTo>
                  <a:pt x="528928" y="51055"/>
                </a:lnTo>
                <a:lnTo>
                  <a:pt x="529405" y="50794"/>
                </a:lnTo>
                <a:lnTo>
                  <a:pt x="529894" y="50545"/>
                </a:lnTo>
                <a:lnTo>
                  <a:pt x="530394" y="50307"/>
                </a:lnTo>
                <a:lnTo>
                  <a:pt x="530907" y="50081"/>
                </a:lnTo>
                <a:lnTo>
                  <a:pt x="531430" y="49867"/>
                </a:lnTo>
                <a:lnTo>
                  <a:pt x="531966" y="49664"/>
                </a:lnTo>
                <a:lnTo>
                  <a:pt x="532513" y="49473"/>
                </a:lnTo>
                <a:lnTo>
                  <a:pt x="533072" y="49293"/>
                </a:lnTo>
                <a:lnTo>
                  <a:pt x="533642" y="49125"/>
                </a:lnTo>
                <a:lnTo>
                  <a:pt x="534224" y="48968"/>
                </a:lnTo>
                <a:lnTo>
                  <a:pt x="534818" y="48824"/>
                </a:lnTo>
                <a:lnTo>
                  <a:pt x="535423" y="48690"/>
                </a:lnTo>
                <a:lnTo>
                  <a:pt x="536040" y="48569"/>
                </a:lnTo>
                <a:lnTo>
                  <a:pt x="536668" y="48459"/>
                </a:lnTo>
                <a:lnTo>
                  <a:pt x="537309" y="48360"/>
                </a:lnTo>
                <a:lnTo>
                  <a:pt x="537960" y="48273"/>
                </a:lnTo>
                <a:lnTo>
                  <a:pt x="538624" y="48198"/>
                </a:lnTo>
                <a:lnTo>
                  <a:pt x="539299" y="48134"/>
                </a:lnTo>
                <a:lnTo>
                  <a:pt x="539986" y="48082"/>
                </a:lnTo>
                <a:lnTo>
                  <a:pt x="540684" y="48041"/>
                </a:lnTo>
                <a:lnTo>
                  <a:pt x="541394" y="48012"/>
                </a:lnTo>
                <a:lnTo>
                  <a:pt x="542116" y="47995"/>
                </a:lnTo>
                <a:lnTo>
                  <a:pt x="542849" y="47989"/>
                </a:lnTo>
                <a:lnTo>
                  <a:pt x="543575" y="47997"/>
                </a:lnTo>
                <a:lnTo>
                  <a:pt x="544292" y="48020"/>
                </a:lnTo>
                <a:lnTo>
                  <a:pt x="545000" y="48059"/>
                </a:lnTo>
                <a:lnTo>
                  <a:pt x="545698" y="48113"/>
                </a:lnTo>
                <a:lnTo>
                  <a:pt x="546387" y="48182"/>
                </a:lnTo>
                <a:lnTo>
                  <a:pt x="547067" y="48267"/>
                </a:lnTo>
                <a:lnTo>
                  <a:pt x="547738" y="48367"/>
                </a:lnTo>
                <a:lnTo>
                  <a:pt x="548400" y="48483"/>
                </a:lnTo>
                <a:lnTo>
                  <a:pt x="549052" y="48614"/>
                </a:lnTo>
                <a:lnTo>
                  <a:pt x="549695" y="48761"/>
                </a:lnTo>
                <a:lnTo>
                  <a:pt x="550329" y="48923"/>
                </a:lnTo>
                <a:lnTo>
                  <a:pt x="550954" y="49101"/>
                </a:lnTo>
                <a:lnTo>
                  <a:pt x="551569" y="49294"/>
                </a:lnTo>
                <a:lnTo>
                  <a:pt x="552175" y="49502"/>
                </a:lnTo>
                <a:lnTo>
                  <a:pt x="552772" y="49726"/>
                </a:lnTo>
                <a:lnTo>
                  <a:pt x="553360" y="49965"/>
                </a:lnTo>
                <a:lnTo>
                  <a:pt x="553938" y="50220"/>
                </a:lnTo>
                <a:lnTo>
                  <a:pt x="554507" y="50490"/>
                </a:lnTo>
                <a:lnTo>
                  <a:pt x="555067" y="50776"/>
                </a:lnTo>
                <a:lnTo>
                  <a:pt x="555618" y="51077"/>
                </a:lnTo>
                <a:lnTo>
                  <a:pt x="556159" y="51394"/>
                </a:lnTo>
                <a:lnTo>
                  <a:pt x="556692" y="51725"/>
                </a:lnTo>
                <a:lnTo>
                  <a:pt x="557215" y="52073"/>
                </a:lnTo>
                <a:lnTo>
                  <a:pt x="557728" y="52436"/>
                </a:lnTo>
                <a:lnTo>
                  <a:pt x="558227" y="52817"/>
                </a:lnTo>
                <a:lnTo>
                  <a:pt x="558704" y="53221"/>
                </a:lnTo>
                <a:lnTo>
                  <a:pt x="559160" y="53646"/>
                </a:lnTo>
                <a:lnTo>
                  <a:pt x="559595" y="54093"/>
                </a:lnTo>
                <a:lnTo>
                  <a:pt x="560009" y="54562"/>
                </a:lnTo>
                <a:lnTo>
                  <a:pt x="560401" y="55053"/>
                </a:lnTo>
                <a:lnTo>
                  <a:pt x="560772" y="55566"/>
                </a:lnTo>
                <a:lnTo>
                  <a:pt x="561122" y="56101"/>
                </a:lnTo>
                <a:lnTo>
                  <a:pt x="561451" y="56658"/>
                </a:lnTo>
                <a:lnTo>
                  <a:pt x="561759" y="57237"/>
                </a:lnTo>
                <a:lnTo>
                  <a:pt x="562045" y="57837"/>
                </a:lnTo>
                <a:lnTo>
                  <a:pt x="562310" y="58460"/>
                </a:lnTo>
                <a:lnTo>
                  <a:pt x="562554" y="59104"/>
                </a:lnTo>
                <a:lnTo>
                  <a:pt x="562777" y="59770"/>
                </a:lnTo>
                <a:lnTo>
                  <a:pt x="562979" y="60459"/>
                </a:lnTo>
                <a:lnTo>
                  <a:pt x="563159" y="61169"/>
                </a:lnTo>
                <a:lnTo>
                  <a:pt x="563318" y="61901"/>
                </a:lnTo>
                <a:lnTo>
                  <a:pt x="563456" y="62655"/>
                </a:lnTo>
                <a:lnTo>
                  <a:pt x="563573" y="63431"/>
                </a:lnTo>
                <a:lnTo>
                  <a:pt x="563668" y="64228"/>
                </a:lnTo>
                <a:lnTo>
                  <a:pt x="563742" y="65048"/>
                </a:lnTo>
                <a:lnTo>
                  <a:pt x="563795" y="65890"/>
                </a:lnTo>
                <a:lnTo>
                  <a:pt x="563827" y="66753"/>
                </a:lnTo>
                <a:lnTo>
                  <a:pt x="563838" y="67639"/>
                </a:lnTo>
                <a:lnTo>
                  <a:pt x="579801" y="67639"/>
                </a:lnTo>
                <a:lnTo>
                  <a:pt x="579796" y="66933"/>
                </a:lnTo>
                <a:lnTo>
                  <a:pt x="579781" y="66235"/>
                </a:lnTo>
                <a:lnTo>
                  <a:pt x="579755" y="65546"/>
                </a:lnTo>
                <a:lnTo>
                  <a:pt x="579719" y="64865"/>
                </a:lnTo>
                <a:lnTo>
                  <a:pt x="579673" y="64193"/>
                </a:lnTo>
                <a:lnTo>
                  <a:pt x="579617" y="63529"/>
                </a:lnTo>
                <a:lnTo>
                  <a:pt x="579550" y="62874"/>
                </a:lnTo>
                <a:lnTo>
                  <a:pt x="579473" y="62227"/>
                </a:lnTo>
                <a:lnTo>
                  <a:pt x="579386" y="61588"/>
                </a:lnTo>
                <a:lnTo>
                  <a:pt x="579288" y="60958"/>
                </a:lnTo>
                <a:lnTo>
                  <a:pt x="579180" y="60337"/>
                </a:lnTo>
                <a:lnTo>
                  <a:pt x="579062" y="59724"/>
                </a:lnTo>
                <a:lnTo>
                  <a:pt x="578934" y="59119"/>
                </a:lnTo>
                <a:lnTo>
                  <a:pt x="578795" y="58523"/>
                </a:lnTo>
                <a:lnTo>
                  <a:pt x="578647" y="57935"/>
                </a:lnTo>
                <a:lnTo>
                  <a:pt x="578487" y="57356"/>
                </a:lnTo>
                <a:lnTo>
                  <a:pt x="578318" y="56785"/>
                </a:lnTo>
                <a:lnTo>
                  <a:pt x="578138" y="56223"/>
                </a:lnTo>
                <a:lnTo>
                  <a:pt x="577949" y="55669"/>
                </a:lnTo>
                <a:lnTo>
                  <a:pt x="577748" y="55124"/>
                </a:lnTo>
                <a:lnTo>
                  <a:pt x="577538" y="54587"/>
                </a:lnTo>
                <a:lnTo>
                  <a:pt x="577317" y="54059"/>
                </a:lnTo>
                <a:lnTo>
                  <a:pt x="577086" y="53539"/>
                </a:lnTo>
                <a:lnTo>
                  <a:pt x="576845" y="53027"/>
                </a:lnTo>
                <a:lnTo>
                  <a:pt x="576595" y="52524"/>
                </a:lnTo>
                <a:lnTo>
                  <a:pt x="576338" y="52028"/>
                </a:lnTo>
                <a:lnTo>
                  <a:pt x="576073" y="51540"/>
                </a:lnTo>
                <a:lnTo>
                  <a:pt x="575801" y="51060"/>
                </a:lnTo>
                <a:lnTo>
                  <a:pt x="575521" y="50587"/>
                </a:lnTo>
                <a:lnTo>
                  <a:pt x="575235" y="50123"/>
                </a:lnTo>
                <a:lnTo>
                  <a:pt x="574940" y="49666"/>
                </a:lnTo>
                <a:lnTo>
                  <a:pt x="574639" y="49216"/>
                </a:lnTo>
                <a:lnTo>
                  <a:pt x="574330" y="48775"/>
                </a:lnTo>
                <a:lnTo>
                  <a:pt x="574014" y="48341"/>
                </a:lnTo>
                <a:lnTo>
                  <a:pt x="573690" y="47915"/>
                </a:lnTo>
                <a:lnTo>
                  <a:pt x="573359" y="47497"/>
                </a:lnTo>
                <a:lnTo>
                  <a:pt x="573021" y="47087"/>
                </a:lnTo>
                <a:lnTo>
                  <a:pt x="572675" y="46684"/>
                </a:lnTo>
                <a:lnTo>
                  <a:pt x="572322" y="46289"/>
                </a:lnTo>
                <a:lnTo>
                  <a:pt x="571962" y="45902"/>
                </a:lnTo>
                <a:lnTo>
                  <a:pt x="571594" y="45523"/>
                </a:lnTo>
                <a:lnTo>
                  <a:pt x="571219" y="45151"/>
                </a:lnTo>
                <a:lnTo>
                  <a:pt x="570837" y="44787"/>
                </a:lnTo>
                <a:lnTo>
                  <a:pt x="570447" y="44431"/>
                </a:lnTo>
                <a:lnTo>
                  <a:pt x="570050" y="44082"/>
                </a:lnTo>
                <a:lnTo>
                  <a:pt x="569645" y="43742"/>
                </a:lnTo>
                <a:lnTo>
                  <a:pt x="569233" y="43409"/>
                </a:lnTo>
                <a:lnTo>
                  <a:pt x="568814" y="43084"/>
                </a:lnTo>
                <a:lnTo>
                  <a:pt x="568388" y="42766"/>
                </a:lnTo>
                <a:lnTo>
                  <a:pt x="567957" y="42455"/>
                </a:lnTo>
                <a:lnTo>
                  <a:pt x="567521" y="42151"/>
                </a:lnTo>
                <a:lnTo>
                  <a:pt x="567079" y="41854"/>
                </a:lnTo>
                <a:lnTo>
                  <a:pt x="566631" y="41564"/>
                </a:lnTo>
                <a:lnTo>
                  <a:pt x="566178" y="41281"/>
                </a:lnTo>
                <a:lnTo>
                  <a:pt x="565720" y="41006"/>
                </a:lnTo>
                <a:lnTo>
                  <a:pt x="565256" y="40737"/>
                </a:lnTo>
                <a:lnTo>
                  <a:pt x="564786" y="40476"/>
                </a:lnTo>
                <a:lnTo>
                  <a:pt x="564311" y="40221"/>
                </a:lnTo>
                <a:lnTo>
                  <a:pt x="563831" y="39974"/>
                </a:lnTo>
                <a:lnTo>
                  <a:pt x="563345" y="39733"/>
                </a:lnTo>
                <a:lnTo>
                  <a:pt x="562854" y="39500"/>
                </a:lnTo>
                <a:lnTo>
                  <a:pt x="562357" y="39274"/>
                </a:lnTo>
                <a:lnTo>
                  <a:pt x="561855" y="39054"/>
                </a:lnTo>
                <a:lnTo>
                  <a:pt x="561347" y="38842"/>
                </a:lnTo>
                <a:lnTo>
                  <a:pt x="560834" y="38637"/>
                </a:lnTo>
                <a:lnTo>
                  <a:pt x="560315" y="38439"/>
                </a:lnTo>
                <a:lnTo>
                  <a:pt x="559791" y="38248"/>
                </a:lnTo>
                <a:lnTo>
                  <a:pt x="559261" y="38064"/>
                </a:lnTo>
                <a:lnTo>
                  <a:pt x="558726" y="37887"/>
                </a:lnTo>
                <a:lnTo>
                  <a:pt x="558185" y="37718"/>
                </a:lnTo>
                <a:lnTo>
                  <a:pt x="557639" y="37555"/>
                </a:lnTo>
                <a:lnTo>
                  <a:pt x="557088" y="37399"/>
                </a:lnTo>
                <a:lnTo>
                  <a:pt x="556532" y="37250"/>
                </a:lnTo>
                <a:lnTo>
                  <a:pt x="555973" y="37107"/>
                </a:lnTo>
                <a:lnTo>
                  <a:pt x="555410" y="36971"/>
                </a:lnTo>
                <a:lnTo>
                  <a:pt x="554845" y="36841"/>
                </a:lnTo>
                <a:lnTo>
                  <a:pt x="554276" y="36717"/>
                </a:lnTo>
                <a:lnTo>
                  <a:pt x="553704" y="36600"/>
                </a:lnTo>
                <a:lnTo>
                  <a:pt x="553128" y="36489"/>
                </a:lnTo>
                <a:lnTo>
                  <a:pt x="552549" y="36385"/>
                </a:lnTo>
                <a:lnTo>
                  <a:pt x="551968" y="36286"/>
                </a:lnTo>
                <a:lnTo>
                  <a:pt x="551382" y="36194"/>
                </a:lnTo>
                <a:lnTo>
                  <a:pt x="550794" y="36109"/>
                </a:lnTo>
                <a:lnTo>
                  <a:pt x="550202" y="36030"/>
                </a:lnTo>
                <a:lnTo>
                  <a:pt x="549607" y="35957"/>
                </a:lnTo>
                <a:lnTo>
                  <a:pt x="549009" y="35890"/>
                </a:lnTo>
                <a:lnTo>
                  <a:pt x="548408" y="35830"/>
                </a:lnTo>
                <a:lnTo>
                  <a:pt x="547803" y="35776"/>
                </a:lnTo>
                <a:lnTo>
                  <a:pt x="547195" y="35728"/>
                </a:lnTo>
                <a:lnTo>
                  <a:pt x="546584" y="35687"/>
                </a:lnTo>
                <a:lnTo>
                  <a:pt x="545970" y="35652"/>
                </a:lnTo>
                <a:lnTo>
                  <a:pt x="545352" y="35624"/>
                </a:lnTo>
                <a:lnTo>
                  <a:pt x="544731" y="35602"/>
                </a:lnTo>
                <a:lnTo>
                  <a:pt x="544107" y="35586"/>
                </a:lnTo>
                <a:lnTo>
                  <a:pt x="543479" y="35576"/>
                </a:lnTo>
                <a:lnTo>
                  <a:pt x="542849" y="35573"/>
                </a:lnTo>
                <a:lnTo>
                  <a:pt x="542210" y="35576"/>
                </a:lnTo>
                <a:lnTo>
                  <a:pt x="541575" y="35585"/>
                </a:lnTo>
                <a:lnTo>
                  <a:pt x="540944" y="35599"/>
                </a:lnTo>
                <a:lnTo>
                  <a:pt x="540317" y="35620"/>
                </a:lnTo>
                <a:lnTo>
                  <a:pt x="539693" y="35646"/>
                </a:lnTo>
                <a:lnTo>
                  <a:pt x="539073" y="35678"/>
                </a:lnTo>
                <a:lnTo>
                  <a:pt x="538457" y="35716"/>
                </a:lnTo>
                <a:lnTo>
                  <a:pt x="537845" y="35759"/>
                </a:lnTo>
                <a:lnTo>
                  <a:pt x="537237" y="35809"/>
                </a:lnTo>
                <a:lnTo>
                  <a:pt x="536632" y="35864"/>
                </a:lnTo>
                <a:lnTo>
                  <a:pt x="536031" y="35925"/>
                </a:lnTo>
                <a:lnTo>
                  <a:pt x="535434" y="35992"/>
                </a:lnTo>
                <a:lnTo>
                  <a:pt x="534840" y="36065"/>
                </a:lnTo>
                <a:lnTo>
                  <a:pt x="534250" y="36143"/>
                </a:lnTo>
                <a:lnTo>
                  <a:pt x="533664" y="36227"/>
                </a:lnTo>
                <a:lnTo>
                  <a:pt x="533082" y="36318"/>
                </a:lnTo>
                <a:lnTo>
                  <a:pt x="532504" y="36414"/>
                </a:lnTo>
                <a:lnTo>
                  <a:pt x="531929" y="36515"/>
                </a:lnTo>
                <a:lnTo>
                  <a:pt x="531358" y="36623"/>
                </a:lnTo>
                <a:lnTo>
                  <a:pt x="530791" y="36736"/>
                </a:lnTo>
                <a:lnTo>
                  <a:pt x="530228" y="36856"/>
                </a:lnTo>
                <a:lnTo>
                  <a:pt x="529668" y="36981"/>
                </a:lnTo>
                <a:lnTo>
                  <a:pt x="529112" y="37112"/>
                </a:lnTo>
                <a:lnTo>
                  <a:pt x="528560" y="37248"/>
                </a:lnTo>
                <a:lnTo>
                  <a:pt x="528013" y="37390"/>
                </a:lnTo>
                <a:lnTo>
                  <a:pt x="527472" y="37539"/>
                </a:lnTo>
                <a:lnTo>
                  <a:pt x="526937" y="37692"/>
                </a:lnTo>
                <a:lnTo>
                  <a:pt x="526408" y="37852"/>
                </a:lnTo>
                <a:lnTo>
                  <a:pt x="525884" y="38018"/>
                </a:lnTo>
                <a:lnTo>
                  <a:pt x="525367" y="38189"/>
                </a:lnTo>
                <a:lnTo>
                  <a:pt x="524856" y="38366"/>
                </a:lnTo>
                <a:lnTo>
                  <a:pt x="524351" y="38549"/>
                </a:lnTo>
                <a:lnTo>
                  <a:pt x="523851" y="38738"/>
                </a:lnTo>
                <a:lnTo>
                  <a:pt x="523358" y="38933"/>
                </a:lnTo>
                <a:lnTo>
                  <a:pt x="522871" y="39134"/>
                </a:lnTo>
                <a:lnTo>
                  <a:pt x="522389" y="39340"/>
                </a:lnTo>
                <a:lnTo>
                  <a:pt x="521914" y="39552"/>
                </a:lnTo>
                <a:lnTo>
                  <a:pt x="521445" y="39770"/>
                </a:lnTo>
                <a:lnTo>
                  <a:pt x="520981" y="39994"/>
                </a:lnTo>
                <a:lnTo>
                  <a:pt x="520524" y="40224"/>
                </a:lnTo>
                <a:lnTo>
                  <a:pt x="520073" y="40459"/>
                </a:lnTo>
                <a:lnTo>
                  <a:pt x="519627" y="40700"/>
                </a:lnTo>
                <a:lnTo>
                  <a:pt x="519188" y="40948"/>
                </a:lnTo>
                <a:lnTo>
                  <a:pt x="518754" y="41201"/>
                </a:lnTo>
                <a:lnTo>
                  <a:pt x="518327" y="41459"/>
                </a:lnTo>
                <a:lnTo>
                  <a:pt x="517905" y="41724"/>
                </a:lnTo>
                <a:lnTo>
                  <a:pt x="517490" y="41994"/>
                </a:lnTo>
                <a:lnTo>
                  <a:pt x="517080" y="42271"/>
                </a:lnTo>
                <a:lnTo>
                  <a:pt x="516678" y="42553"/>
                </a:lnTo>
                <a:lnTo>
                  <a:pt x="516283" y="42840"/>
                </a:lnTo>
                <a:lnTo>
                  <a:pt x="515895" y="43134"/>
                </a:lnTo>
                <a:lnTo>
                  <a:pt x="515515" y="43433"/>
                </a:lnTo>
                <a:lnTo>
                  <a:pt x="515142" y="43738"/>
                </a:lnTo>
                <a:lnTo>
                  <a:pt x="514777" y="44049"/>
                </a:lnTo>
                <a:lnTo>
                  <a:pt x="514420" y="44366"/>
                </a:lnTo>
                <a:lnTo>
                  <a:pt x="514070" y="44688"/>
                </a:lnTo>
                <a:lnTo>
                  <a:pt x="513727" y="45017"/>
                </a:lnTo>
                <a:lnTo>
                  <a:pt x="513392" y="45351"/>
                </a:lnTo>
                <a:lnTo>
                  <a:pt x="513065" y="45691"/>
                </a:lnTo>
                <a:lnTo>
                  <a:pt x="512745" y="46037"/>
                </a:lnTo>
                <a:lnTo>
                  <a:pt x="512432" y="46388"/>
                </a:lnTo>
                <a:lnTo>
                  <a:pt x="512127" y="46746"/>
                </a:lnTo>
                <a:lnTo>
                  <a:pt x="511830" y="47109"/>
                </a:lnTo>
                <a:lnTo>
                  <a:pt x="511540" y="47478"/>
                </a:lnTo>
                <a:lnTo>
                  <a:pt x="511258" y="47853"/>
                </a:lnTo>
                <a:lnTo>
                  <a:pt x="510983" y="48234"/>
                </a:lnTo>
                <a:lnTo>
                  <a:pt x="510716" y="48620"/>
                </a:lnTo>
                <a:lnTo>
                  <a:pt x="510456" y="49013"/>
                </a:lnTo>
                <a:lnTo>
                  <a:pt x="510204" y="49411"/>
                </a:lnTo>
                <a:lnTo>
                  <a:pt x="509960" y="49815"/>
                </a:lnTo>
                <a:lnTo>
                  <a:pt x="509722" y="50225"/>
                </a:lnTo>
                <a:lnTo>
                  <a:pt x="509493" y="50640"/>
                </a:lnTo>
                <a:lnTo>
                  <a:pt x="509272" y="51062"/>
                </a:lnTo>
                <a:lnTo>
                  <a:pt x="509060" y="51488"/>
                </a:lnTo>
                <a:lnTo>
                  <a:pt x="508858" y="51921"/>
                </a:lnTo>
                <a:lnTo>
                  <a:pt x="508665" y="52358"/>
                </a:lnTo>
                <a:lnTo>
                  <a:pt x="508481" y="52801"/>
                </a:lnTo>
                <a:lnTo>
                  <a:pt x="508307" y="53250"/>
                </a:lnTo>
                <a:lnTo>
                  <a:pt x="508143" y="53704"/>
                </a:lnTo>
                <a:lnTo>
                  <a:pt x="507987" y="54164"/>
                </a:lnTo>
                <a:lnTo>
                  <a:pt x="507842" y="54629"/>
                </a:lnTo>
                <a:lnTo>
                  <a:pt x="507705" y="55099"/>
                </a:lnTo>
                <a:lnTo>
                  <a:pt x="507578" y="55575"/>
                </a:lnTo>
                <a:lnTo>
                  <a:pt x="507460" y="56056"/>
                </a:lnTo>
                <a:lnTo>
                  <a:pt x="507352" y="56543"/>
                </a:lnTo>
                <a:lnTo>
                  <a:pt x="507253" y="57035"/>
                </a:lnTo>
                <a:lnTo>
                  <a:pt x="507164" y="57533"/>
                </a:lnTo>
                <a:lnTo>
                  <a:pt x="507084" y="58036"/>
                </a:lnTo>
                <a:lnTo>
                  <a:pt x="507014" y="58545"/>
                </a:lnTo>
                <a:lnTo>
                  <a:pt x="506952" y="59059"/>
                </a:lnTo>
                <a:lnTo>
                  <a:pt x="506901" y="59579"/>
                </a:lnTo>
                <a:lnTo>
                  <a:pt x="506858" y="60104"/>
                </a:lnTo>
                <a:lnTo>
                  <a:pt x="506825" y="60635"/>
                </a:lnTo>
                <a:lnTo>
                  <a:pt x="506802" y="61171"/>
                </a:lnTo>
                <a:lnTo>
                  <a:pt x="506788" y="61712"/>
                </a:lnTo>
                <a:lnTo>
                  <a:pt x="506783" y="62259"/>
                </a:lnTo>
                <a:lnTo>
                  <a:pt x="506790" y="62956"/>
                </a:lnTo>
                <a:lnTo>
                  <a:pt x="506810" y="63643"/>
                </a:lnTo>
                <a:lnTo>
                  <a:pt x="506843" y="64319"/>
                </a:lnTo>
                <a:lnTo>
                  <a:pt x="506890" y="64986"/>
                </a:lnTo>
                <a:lnTo>
                  <a:pt x="506950" y="65643"/>
                </a:lnTo>
                <a:lnTo>
                  <a:pt x="507023" y="66289"/>
                </a:lnTo>
                <a:lnTo>
                  <a:pt x="507110" y="66926"/>
                </a:lnTo>
                <a:lnTo>
                  <a:pt x="507210" y="67552"/>
                </a:lnTo>
                <a:lnTo>
                  <a:pt x="507323" y="68169"/>
                </a:lnTo>
                <a:lnTo>
                  <a:pt x="507450" y="68775"/>
                </a:lnTo>
                <a:lnTo>
                  <a:pt x="507590" y="69372"/>
                </a:lnTo>
                <a:lnTo>
                  <a:pt x="507744" y="69958"/>
                </a:lnTo>
                <a:lnTo>
                  <a:pt x="507911" y="70535"/>
                </a:lnTo>
                <a:lnTo>
                  <a:pt x="508091" y="71101"/>
                </a:lnTo>
                <a:lnTo>
                  <a:pt x="508284" y="71657"/>
                </a:lnTo>
                <a:lnTo>
                  <a:pt x="508491" y="72203"/>
                </a:lnTo>
                <a:lnTo>
                  <a:pt x="508711" y="72739"/>
                </a:lnTo>
                <a:lnTo>
                  <a:pt x="508945" y="73266"/>
                </a:lnTo>
                <a:lnTo>
                  <a:pt x="509192" y="73782"/>
                </a:lnTo>
                <a:lnTo>
                  <a:pt x="509452" y="74288"/>
                </a:lnTo>
                <a:lnTo>
                  <a:pt x="509725" y="74784"/>
                </a:lnTo>
                <a:lnTo>
                  <a:pt x="510012" y="75270"/>
                </a:lnTo>
                <a:lnTo>
                  <a:pt x="510313" y="75746"/>
                </a:lnTo>
                <a:lnTo>
                  <a:pt x="510626" y="76212"/>
                </a:lnTo>
                <a:lnTo>
                  <a:pt x="510953" y="76669"/>
                </a:lnTo>
                <a:lnTo>
                  <a:pt x="511293" y="77120"/>
                </a:lnTo>
                <a:lnTo>
                  <a:pt x="511647" y="77564"/>
                </a:lnTo>
                <a:lnTo>
                  <a:pt x="512014" y="78002"/>
                </a:lnTo>
                <a:lnTo>
                  <a:pt x="512394" y="78432"/>
                </a:lnTo>
                <a:lnTo>
                  <a:pt x="512788" y="78856"/>
                </a:lnTo>
                <a:lnTo>
                  <a:pt x="513195" y="79274"/>
                </a:lnTo>
                <a:lnTo>
                  <a:pt x="513615" y="79684"/>
                </a:lnTo>
                <a:lnTo>
                  <a:pt x="514049" y="80088"/>
                </a:lnTo>
                <a:lnTo>
                  <a:pt x="514496" y="80486"/>
                </a:lnTo>
                <a:lnTo>
                  <a:pt x="514956" y="80876"/>
                </a:lnTo>
                <a:lnTo>
                  <a:pt x="515430" y="81260"/>
                </a:lnTo>
                <a:lnTo>
                  <a:pt x="515917" y="81637"/>
                </a:lnTo>
                <a:lnTo>
                  <a:pt x="516417" y="82008"/>
                </a:lnTo>
                <a:lnTo>
                  <a:pt x="516931" y="82372"/>
                </a:lnTo>
                <a:lnTo>
                  <a:pt x="517458" y="82729"/>
                </a:lnTo>
                <a:lnTo>
                  <a:pt x="517999" y="83079"/>
                </a:lnTo>
                <a:lnTo>
                  <a:pt x="518552" y="83423"/>
                </a:lnTo>
                <a:lnTo>
                  <a:pt x="519120" y="83760"/>
                </a:lnTo>
                <a:lnTo>
                  <a:pt x="519700" y="84091"/>
                </a:lnTo>
                <a:lnTo>
                  <a:pt x="520294" y="84414"/>
                </a:lnTo>
                <a:lnTo>
                  <a:pt x="520901" y="84731"/>
                </a:lnTo>
                <a:lnTo>
                  <a:pt x="521521" y="85041"/>
                </a:lnTo>
                <a:lnTo>
                  <a:pt x="522155" y="85345"/>
                </a:lnTo>
                <a:lnTo>
                  <a:pt x="522802" y="85644"/>
                </a:lnTo>
                <a:lnTo>
                  <a:pt x="523461" y="85939"/>
                </a:lnTo>
                <a:lnTo>
                  <a:pt x="524132" y="86232"/>
                </a:lnTo>
                <a:lnTo>
                  <a:pt x="524816" y="86521"/>
                </a:lnTo>
                <a:lnTo>
                  <a:pt x="525512" y="86808"/>
                </a:lnTo>
                <a:lnTo>
                  <a:pt x="526220" y="87091"/>
                </a:lnTo>
                <a:lnTo>
                  <a:pt x="526941" y="87372"/>
                </a:lnTo>
                <a:lnTo>
                  <a:pt x="527674" y="87649"/>
                </a:lnTo>
                <a:lnTo>
                  <a:pt x="528419" y="87924"/>
                </a:lnTo>
                <a:lnTo>
                  <a:pt x="529176" y="88196"/>
                </a:lnTo>
                <a:lnTo>
                  <a:pt x="529946" y="88464"/>
                </a:lnTo>
                <a:lnTo>
                  <a:pt x="530728" y="88730"/>
                </a:lnTo>
                <a:lnTo>
                  <a:pt x="531523" y="88993"/>
                </a:lnTo>
                <a:lnTo>
                  <a:pt x="532330" y="89252"/>
                </a:lnTo>
                <a:lnTo>
                  <a:pt x="533149" y="89509"/>
                </a:lnTo>
                <a:lnTo>
                  <a:pt x="533980" y="89763"/>
                </a:lnTo>
                <a:lnTo>
                  <a:pt x="534824" y="90014"/>
                </a:lnTo>
                <a:lnTo>
                  <a:pt x="535680" y="90261"/>
                </a:lnTo>
                <a:lnTo>
                  <a:pt x="536548" y="90506"/>
                </a:lnTo>
                <a:lnTo>
                  <a:pt x="537429" y="90748"/>
                </a:lnTo>
                <a:lnTo>
                  <a:pt x="538322" y="90987"/>
                </a:lnTo>
                <a:lnTo>
                  <a:pt x="539227" y="91223"/>
                </a:lnTo>
                <a:lnTo>
                  <a:pt x="540145" y="91456"/>
                </a:lnTo>
                <a:lnTo>
                  <a:pt x="541075" y="91686"/>
                </a:lnTo>
                <a:lnTo>
                  <a:pt x="542210" y="91965"/>
                </a:lnTo>
                <a:lnTo>
                  <a:pt x="543316" y="92245"/>
                </a:lnTo>
                <a:lnTo>
                  <a:pt x="544394" y="92526"/>
                </a:lnTo>
                <a:lnTo>
                  <a:pt x="545442" y="92807"/>
                </a:lnTo>
                <a:lnTo>
                  <a:pt x="546462" y="93089"/>
                </a:lnTo>
                <a:lnTo>
                  <a:pt x="547452" y="93372"/>
                </a:lnTo>
                <a:lnTo>
                  <a:pt x="548414" y="93656"/>
                </a:lnTo>
                <a:lnTo>
                  <a:pt x="549347" y="93940"/>
                </a:lnTo>
                <a:lnTo>
                  <a:pt x="550251" y="94225"/>
                </a:lnTo>
                <a:lnTo>
                  <a:pt x="551126" y="94511"/>
                </a:lnTo>
                <a:lnTo>
                  <a:pt x="551972" y="94797"/>
                </a:lnTo>
                <a:lnTo>
                  <a:pt x="552789" y="95084"/>
                </a:lnTo>
                <a:lnTo>
                  <a:pt x="553577" y="95372"/>
                </a:lnTo>
                <a:lnTo>
                  <a:pt x="554337" y="95661"/>
                </a:lnTo>
                <a:lnTo>
                  <a:pt x="555067" y="95950"/>
                </a:lnTo>
                <a:lnTo>
                  <a:pt x="555768" y="96240"/>
                </a:lnTo>
                <a:lnTo>
                  <a:pt x="556441" y="96531"/>
                </a:lnTo>
                <a:lnTo>
                  <a:pt x="557085" y="96823"/>
                </a:lnTo>
                <a:lnTo>
                  <a:pt x="557699" y="97115"/>
                </a:lnTo>
                <a:lnTo>
                  <a:pt x="558285" y="97408"/>
                </a:lnTo>
                <a:lnTo>
                  <a:pt x="558842" y="97701"/>
                </a:lnTo>
                <a:lnTo>
                  <a:pt x="559370" y="97996"/>
                </a:lnTo>
                <a:lnTo>
                  <a:pt x="559869" y="98291"/>
                </a:lnTo>
                <a:lnTo>
                  <a:pt x="560340" y="98586"/>
                </a:lnTo>
                <a:lnTo>
                  <a:pt x="560786" y="98889"/>
                </a:lnTo>
                <a:lnTo>
                  <a:pt x="561213" y="99204"/>
                </a:lnTo>
                <a:lnTo>
                  <a:pt x="561621" y="99533"/>
                </a:lnTo>
                <a:lnTo>
                  <a:pt x="562011" y="99874"/>
                </a:lnTo>
                <a:lnTo>
                  <a:pt x="562381" y="100229"/>
                </a:lnTo>
                <a:lnTo>
                  <a:pt x="562732" y="100596"/>
                </a:lnTo>
                <a:lnTo>
                  <a:pt x="563065" y="100977"/>
                </a:lnTo>
                <a:lnTo>
                  <a:pt x="563378" y="101371"/>
                </a:lnTo>
                <a:lnTo>
                  <a:pt x="563672" y="101778"/>
                </a:lnTo>
                <a:lnTo>
                  <a:pt x="563948" y="102197"/>
                </a:lnTo>
                <a:lnTo>
                  <a:pt x="564204" y="102630"/>
                </a:lnTo>
                <a:lnTo>
                  <a:pt x="564441" y="103076"/>
                </a:lnTo>
                <a:lnTo>
                  <a:pt x="564660" y="103535"/>
                </a:lnTo>
                <a:lnTo>
                  <a:pt x="564859" y="104007"/>
                </a:lnTo>
                <a:lnTo>
                  <a:pt x="565040" y="104492"/>
                </a:lnTo>
                <a:lnTo>
                  <a:pt x="565201" y="104990"/>
                </a:lnTo>
                <a:lnTo>
                  <a:pt x="565343" y="105501"/>
                </a:lnTo>
                <a:lnTo>
                  <a:pt x="565467" y="106025"/>
                </a:lnTo>
                <a:lnTo>
                  <a:pt x="565571" y="106563"/>
                </a:lnTo>
                <a:lnTo>
                  <a:pt x="565657" y="107113"/>
                </a:lnTo>
                <a:lnTo>
                  <a:pt x="565723" y="107676"/>
                </a:lnTo>
                <a:lnTo>
                  <a:pt x="565771" y="108253"/>
                </a:lnTo>
                <a:lnTo>
                  <a:pt x="565799" y="108842"/>
                </a:lnTo>
                <a:lnTo>
                  <a:pt x="565809" y="109444"/>
                </a:lnTo>
                <a:lnTo>
                  <a:pt x="565798" y="110162"/>
                </a:lnTo>
                <a:lnTo>
                  <a:pt x="565767" y="110863"/>
                </a:lnTo>
                <a:lnTo>
                  <a:pt x="565714" y="111547"/>
                </a:lnTo>
                <a:lnTo>
                  <a:pt x="565640" y="112213"/>
                </a:lnTo>
                <a:lnTo>
                  <a:pt x="565546" y="112863"/>
                </a:lnTo>
                <a:lnTo>
                  <a:pt x="565430" y="113495"/>
                </a:lnTo>
                <a:lnTo>
                  <a:pt x="565293" y="114110"/>
                </a:lnTo>
                <a:lnTo>
                  <a:pt x="565135" y="114708"/>
                </a:lnTo>
                <a:lnTo>
                  <a:pt x="564956" y="115289"/>
                </a:lnTo>
                <a:lnTo>
                  <a:pt x="564756" y="115853"/>
                </a:lnTo>
                <a:lnTo>
                  <a:pt x="564536" y="116400"/>
                </a:lnTo>
                <a:lnTo>
                  <a:pt x="564294" y="116930"/>
                </a:lnTo>
                <a:lnTo>
                  <a:pt x="564031" y="117442"/>
                </a:lnTo>
                <a:lnTo>
                  <a:pt x="563746" y="117937"/>
                </a:lnTo>
                <a:lnTo>
                  <a:pt x="563441" y="118416"/>
                </a:lnTo>
                <a:lnTo>
                  <a:pt x="563115" y="118877"/>
                </a:lnTo>
                <a:lnTo>
                  <a:pt x="562768" y="119321"/>
                </a:lnTo>
                <a:lnTo>
                  <a:pt x="562400" y="119748"/>
                </a:lnTo>
                <a:lnTo>
                  <a:pt x="562010" y="120158"/>
                </a:lnTo>
                <a:lnTo>
                  <a:pt x="561600" y="120550"/>
                </a:lnTo>
                <a:lnTo>
                  <a:pt x="561169" y="120926"/>
                </a:lnTo>
                <a:lnTo>
                  <a:pt x="560716" y="121284"/>
                </a:lnTo>
                <a:lnTo>
                  <a:pt x="560243" y="121625"/>
                </a:lnTo>
                <a:lnTo>
                  <a:pt x="559748" y="121950"/>
                </a:lnTo>
                <a:lnTo>
                  <a:pt x="559238" y="122259"/>
                </a:lnTo>
                <a:lnTo>
                  <a:pt x="558715" y="122555"/>
                </a:lnTo>
                <a:lnTo>
                  <a:pt x="558182" y="122837"/>
                </a:lnTo>
                <a:lnTo>
                  <a:pt x="557637" y="123107"/>
                </a:lnTo>
                <a:lnTo>
                  <a:pt x="557080" y="123363"/>
                </a:lnTo>
                <a:lnTo>
                  <a:pt x="556512" y="123607"/>
                </a:lnTo>
                <a:lnTo>
                  <a:pt x="555932" y="123837"/>
                </a:lnTo>
                <a:lnTo>
                  <a:pt x="555341" y="124054"/>
                </a:lnTo>
                <a:lnTo>
                  <a:pt x="554739" y="124258"/>
                </a:lnTo>
                <a:lnTo>
                  <a:pt x="554125" y="124448"/>
                </a:lnTo>
                <a:lnTo>
                  <a:pt x="553500" y="124626"/>
                </a:lnTo>
                <a:lnTo>
                  <a:pt x="552863" y="124790"/>
                </a:lnTo>
                <a:lnTo>
                  <a:pt x="552215" y="124942"/>
                </a:lnTo>
                <a:lnTo>
                  <a:pt x="551555" y="125080"/>
                </a:lnTo>
                <a:lnTo>
                  <a:pt x="550884" y="125205"/>
                </a:lnTo>
                <a:lnTo>
                  <a:pt x="550201" y="125316"/>
                </a:lnTo>
                <a:lnTo>
                  <a:pt x="549507" y="125415"/>
                </a:lnTo>
                <a:lnTo>
                  <a:pt x="548801" y="125501"/>
                </a:lnTo>
                <a:lnTo>
                  <a:pt x="548084" y="125573"/>
                </a:lnTo>
                <a:lnTo>
                  <a:pt x="547356" y="125632"/>
                </a:lnTo>
                <a:lnTo>
                  <a:pt x="546616" y="125678"/>
                </a:lnTo>
                <a:lnTo>
                  <a:pt x="545864" y="125711"/>
                </a:lnTo>
                <a:lnTo>
                  <a:pt x="545101" y="125731"/>
                </a:lnTo>
                <a:lnTo>
                  <a:pt x="544327" y="125737"/>
                </a:lnTo>
                <a:lnTo>
                  <a:pt x="543462" y="125729"/>
                </a:lnTo>
                <a:lnTo>
                  <a:pt x="542610" y="125704"/>
                </a:lnTo>
                <a:lnTo>
                  <a:pt x="541770" y="125662"/>
                </a:lnTo>
                <a:lnTo>
                  <a:pt x="540942" y="125604"/>
                </a:lnTo>
                <a:lnTo>
                  <a:pt x="540126" y="125529"/>
                </a:lnTo>
                <a:lnTo>
                  <a:pt x="539323" y="125437"/>
                </a:lnTo>
                <a:lnTo>
                  <a:pt x="538531" y="125329"/>
                </a:lnTo>
                <a:lnTo>
                  <a:pt x="537752" y="125204"/>
                </a:lnTo>
                <a:lnTo>
                  <a:pt x="536985" y="125062"/>
                </a:lnTo>
                <a:lnTo>
                  <a:pt x="536230" y="124904"/>
                </a:lnTo>
                <a:lnTo>
                  <a:pt x="535487" y="124729"/>
                </a:lnTo>
                <a:lnTo>
                  <a:pt x="534756" y="124537"/>
                </a:lnTo>
                <a:lnTo>
                  <a:pt x="534038" y="124329"/>
                </a:lnTo>
                <a:lnTo>
                  <a:pt x="533331" y="124104"/>
                </a:lnTo>
                <a:lnTo>
                  <a:pt x="532637" y="123862"/>
                </a:lnTo>
                <a:lnTo>
                  <a:pt x="531955" y="123604"/>
                </a:lnTo>
                <a:lnTo>
                  <a:pt x="531285" y="123329"/>
                </a:lnTo>
                <a:lnTo>
                  <a:pt x="530627" y="123037"/>
                </a:lnTo>
                <a:lnTo>
                  <a:pt x="529981" y="122729"/>
                </a:lnTo>
                <a:lnTo>
                  <a:pt x="529347" y="122403"/>
                </a:lnTo>
                <a:lnTo>
                  <a:pt x="528726" y="122062"/>
                </a:lnTo>
                <a:lnTo>
                  <a:pt x="528117" y="121703"/>
                </a:lnTo>
                <a:lnTo>
                  <a:pt x="527519" y="121328"/>
                </a:lnTo>
                <a:lnTo>
                  <a:pt x="526934" y="120937"/>
                </a:lnTo>
                <a:lnTo>
                  <a:pt x="526368" y="120524"/>
                </a:lnTo>
                <a:lnTo>
                  <a:pt x="525825" y="120088"/>
                </a:lnTo>
                <a:lnTo>
                  <a:pt x="525306" y="119628"/>
                </a:lnTo>
                <a:lnTo>
                  <a:pt x="524812" y="119143"/>
                </a:lnTo>
                <a:lnTo>
                  <a:pt x="524341" y="118634"/>
                </a:lnTo>
                <a:lnTo>
                  <a:pt x="523895" y="118101"/>
                </a:lnTo>
                <a:lnTo>
                  <a:pt x="523473" y="117544"/>
                </a:lnTo>
                <a:lnTo>
                  <a:pt x="523075" y="116962"/>
                </a:lnTo>
                <a:lnTo>
                  <a:pt x="522701" y="116356"/>
                </a:lnTo>
                <a:lnTo>
                  <a:pt x="522351" y="115727"/>
                </a:lnTo>
                <a:lnTo>
                  <a:pt x="522026" y="115073"/>
                </a:lnTo>
                <a:lnTo>
                  <a:pt x="521724" y="114394"/>
                </a:lnTo>
                <a:lnTo>
                  <a:pt x="521447" y="113692"/>
                </a:lnTo>
                <a:lnTo>
                  <a:pt x="521194" y="112965"/>
                </a:lnTo>
                <a:lnTo>
                  <a:pt x="520964" y="112215"/>
                </a:lnTo>
                <a:lnTo>
                  <a:pt x="520759" y="111440"/>
                </a:lnTo>
                <a:lnTo>
                  <a:pt x="520578" y="110641"/>
                </a:lnTo>
                <a:lnTo>
                  <a:pt x="520422" y="109817"/>
                </a:lnTo>
                <a:lnTo>
                  <a:pt x="520289" y="108970"/>
                </a:lnTo>
                <a:lnTo>
                  <a:pt x="520180" y="108098"/>
                </a:lnTo>
                <a:lnTo>
                  <a:pt x="520096" y="107202"/>
                </a:lnTo>
                <a:lnTo>
                  <a:pt x="520036" y="106282"/>
                </a:lnTo>
                <a:lnTo>
                  <a:pt x="519999" y="105338"/>
                </a:lnTo>
                <a:lnTo>
                  <a:pt x="519987" y="104369"/>
                </a:lnTo>
                <a:lnTo>
                  <a:pt x="504122" y="104369"/>
                </a:lnTo>
                <a:lnTo>
                  <a:pt x="504128" y="105126"/>
                </a:lnTo>
                <a:lnTo>
                  <a:pt x="504144" y="105873"/>
                </a:lnTo>
                <a:lnTo>
                  <a:pt x="504171" y="106611"/>
                </a:lnTo>
                <a:lnTo>
                  <a:pt x="504209" y="107339"/>
                </a:lnTo>
                <a:lnTo>
                  <a:pt x="504257" y="108058"/>
                </a:lnTo>
                <a:lnTo>
                  <a:pt x="504316" y="108768"/>
                </a:lnTo>
                <a:lnTo>
                  <a:pt x="504386" y="109469"/>
                </a:lnTo>
                <a:lnTo>
                  <a:pt x="504467" y="110160"/>
                </a:lnTo>
                <a:lnTo>
                  <a:pt x="504559" y="110842"/>
                </a:lnTo>
                <a:lnTo>
                  <a:pt x="504661" y="111514"/>
                </a:lnTo>
                <a:lnTo>
                  <a:pt x="504774" y="112177"/>
                </a:lnTo>
                <a:lnTo>
                  <a:pt x="504898" y="112831"/>
                </a:lnTo>
                <a:lnTo>
                  <a:pt x="505033" y="113475"/>
                </a:lnTo>
                <a:lnTo>
                  <a:pt x="505179" y="114110"/>
                </a:lnTo>
                <a:lnTo>
                  <a:pt x="505335" y="114736"/>
                </a:lnTo>
                <a:lnTo>
                  <a:pt x="505502" y="115353"/>
                </a:lnTo>
                <a:lnTo>
                  <a:pt x="505680" y="115960"/>
                </a:lnTo>
                <a:lnTo>
                  <a:pt x="505868" y="116557"/>
                </a:lnTo>
                <a:lnTo>
                  <a:pt x="506068" y="117146"/>
                </a:lnTo>
                <a:lnTo>
                  <a:pt x="506278" y="117725"/>
                </a:lnTo>
                <a:lnTo>
                  <a:pt x="506499" y="118295"/>
                </a:lnTo>
                <a:lnTo>
                  <a:pt x="506731" y="118855"/>
                </a:lnTo>
                <a:lnTo>
                  <a:pt x="506973" y="119406"/>
                </a:lnTo>
                <a:lnTo>
                  <a:pt x="507226" y="119948"/>
                </a:lnTo>
                <a:lnTo>
                  <a:pt x="507489" y="120481"/>
                </a:lnTo>
                <a:lnTo>
                  <a:pt x="507761" y="121005"/>
                </a:lnTo>
                <a:lnTo>
                  <a:pt x="508040" y="121520"/>
                </a:lnTo>
                <a:lnTo>
                  <a:pt x="508328" y="122026"/>
                </a:lnTo>
                <a:lnTo>
                  <a:pt x="508625" y="122524"/>
                </a:lnTo>
                <a:lnTo>
                  <a:pt x="508929" y="123014"/>
                </a:lnTo>
                <a:lnTo>
                  <a:pt x="509243" y="123495"/>
                </a:lnTo>
                <a:lnTo>
                  <a:pt x="509564" y="123967"/>
                </a:lnTo>
                <a:lnTo>
                  <a:pt x="509894" y="124430"/>
                </a:lnTo>
                <a:lnTo>
                  <a:pt x="510232" y="124885"/>
                </a:lnTo>
                <a:lnTo>
                  <a:pt x="510579" y="125331"/>
                </a:lnTo>
                <a:lnTo>
                  <a:pt x="510934" y="125769"/>
                </a:lnTo>
                <a:lnTo>
                  <a:pt x="511297" y="126198"/>
                </a:lnTo>
                <a:lnTo>
                  <a:pt x="511669" y="126618"/>
                </a:lnTo>
                <a:lnTo>
                  <a:pt x="512050" y="127030"/>
                </a:lnTo>
                <a:lnTo>
                  <a:pt x="512438" y="127433"/>
                </a:lnTo>
                <a:lnTo>
                  <a:pt x="512835" y="127827"/>
                </a:lnTo>
                <a:lnTo>
                  <a:pt x="513240" y="128213"/>
                </a:lnTo>
                <a:lnTo>
                  <a:pt x="513654" y="128591"/>
                </a:lnTo>
                <a:lnTo>
                  <a:pt x="514076" y="128959"/>
                </a:lnTo>
                <a:lnTo>
                  <a:pt x="514507" y="129319"/>
                </a:lnTo>
                <a:lnTo>
                  <a:pt x="514946" y="129670"/>
                </a:lnTo>
                <a:lnTo>
                  <a:pt x="515393" y="130013"/>
                </a:lnTo>
                <a:lnTo>
                  <a:pt x="515849" y="130347"/>
                </a:lnTo>
                <a:lnTo>
                  <a:pt x="516312" y="130673"/>
                </a:lnTo>
                <a:lnTo>
                  <a:pt x="516780" y="130992"/>
                </a:lnTo>
                <a:lnTo>
                  <a:pt x="517255" y="131303"/>
                </a:lnTo>
                <a:lnTo>
                  <a:pt x="517736" y="131607"/>
                </a:lnTo>
                <a:lnTo>
                  <a:pt x="518223" y="131903"/>
                </a:lnTo>
                <a:lnTo>
                  <a:pt x="518716" y="132192"/>
                </a:lnTo>
                <a:lnTo>
                  <a:pt x="519214" y="132474"/>
                </a:lnTo>
                <a:lnTo>
                  <a:pt x="519719" y="132748"/>
                </a:lnTo>
                <a:lnTo>
                  <a:pt x="520230" y="133015"/>
                </a:lnTo>
                <a:lnTo>
                  <a:pt x="520747" y="133275"/>
                </a:lnTo>
                <a:lnTo>
                  <a:pt x="521269" y="133527"/>
                </a:lnTo>
                <a:lnTo>
                  <a:pt x="521798" y="133771"/>
                </a:lnTo>
                <a:lnTo>
                  <a:pt x="522333" y="134009"/>
                </a:lnTo>
                <a:lnTo>
                  <a:pt x="522873" y="134239"/>
                </a:lnTo>
                <a:lnTo>
                  <a:pt x="523420" y="134461"/>
                </a:lnTo>
                <a:lnTo>
                  <a:pt x="523973" y="134676"/>
                </a:lnTo>
                <a:lnTo>
                  <a:pt x="524531" y="134884"/>
                </a:lnTo>
                <a:lnTo>
                  <a:pt x="525096" y="135084"/>
                </a:lnTo>
                <a:lnTo>
                  <a:pt x="525667" y="135277"/>
                </a:lnTo>
                <a:lnTo>
                  <a:pt x="526243" y="135462"/>
                </a:lnTo>
                <a:lnTo>
                  <a:pt x="526826" y="135640"/>
                </a:lnTo>
                <a:lnTo>
                  <a:pt x="527415" y="135811"/>
                </a:lnTo>
                <a:lnTo>
                  <a:pt x="528009" y="135974"/>
                </a:lnTo>
                <a:lnTo>
                  <a:pt x="528610" y="136130"/>
                </a:lnTo>
                <a:lnTo>
                  <a:pt x="529215" y="136279"/>
                </a:lnTo>
                <a:lnTo>
                  <a:pt x="529823" y="136422"/>
                </a:lnTo>
                <a:lnTo>
                  <a:pt x="530433" y="136558"/>
                </a:lnTo>
                <a:lnTo>
                  <a:pt x="531047" y="136688"/>
                </a:lnTo>
                <a:lnTo>
                  <a:pt x="531664" y="136812"/>
                </a:lnTo>
                <a:lnTo>
                  <a:pt x="532283" y="136929"/>
                </a:lnTo>
                <a:lnTo>
                  <a:pt x="532906" y="137040"/>
                </a:lnTo>
                <a:lnTo>
                  <a:pt x="533531" y="137145"/>
                </a:lnTo>
                <a:lnTo>
                  <a:pt x="534159" y="137243"/>
                </a:lnTo>
                <a:lnTo>
                  <a:pt x="534791" y="137335"/>
                </a:lnTo>
                <a:lnTo>
                  <a:pt x="535425" y="137421"/>
                </a:lnTo>
                <a:lnTo>
                  <a:pt x="536062" y="137500"/>
                </a:lnTo>
                <a:lnTo>
                  <a:pt x="536702" y="137573"/>
                </a:lnTo>
                <a:lnTo>
                  <a:pt x="537345" y="137639"/>
                </a:lnTo>
                <a:lnTo>
                  <a:pt x="537990" y="137700"/>
                </a:lnTo>
                <a:lnTo>
                  <a:pt x="538639" y="137753"/>
                </a:lnTo>
                <a:lnTo>
                  <a:pt x="539290" y="137801"/>
                </a:lnTo>
                <a:lnTo>
                  <a:pt x="539945" y="137842"/>
                </a:lnTo>
                <a:lnTo>
                  <a:pt x="540602" y="137877"/>
                </a:lnTo>
                <a:lnTo>
                  <a:pt x="541263" y="137906"/>
                </a:lnTo>
                <a:lnTo>
                  <a:pt x="541926" y="137928"/>
                </a:lnTo>
                <a:lnTo>
                  <a:pt x="542592" y="137944"/>
                </a:lnTo>
                <a:lnTo>
                  <a:pt x="543261" y="137953"/>
                </a:lnTo>
                <a:lnTo>
                  <a:pt x="543933" y="137956"/>
                </a:lnTo>
                <a:lnTo>
                  <a:pt x="544604" y="137953"/>
                </a:lnTo>
                <a:lnTo>
                  <a:pt x="545272" y="137944"/>
                </a:lnTo>
                <a:lnTo>
                  <a:pt x="545935" y="137929"/>
                </a:lnTo>
                <a:lnTo>
                  <a:pt x="546595" y="137908"/>
                </a:lnTo>
                <a:close/>
                <a:moveTo>
                  <a:pt x="663440" y="136083"/>
                </a:moveTo>
                <a:lnTo>
                  <a:pt x="663863" y="136026"/>
                </a:lnTo>
                <a:lnTo>
                  <a:pt x="664279" y="135958"/>
                </a:lnTo>
                <a:lnTo>
                  <a:pt x="664688" y="135877"/>
                </a:lnTo>
                <a:lnTo>
                  <a:pt x="665091" y="135783"/>
                </a:lnTo>
                <a:lnTo>
                  <a:pt x="665487" y="135677"/>
                </a:lnTo>
                <a:lnTo>
                  <a:pt x="665877" y="135558"/>
                </a:lnTo>
                <a:lnTo>
                  <a:pt x="666261" y="135427"/>
                </a:lnTo>
                <a:lnTo>
                  <a:pt x="666637" y="135283"/>
                </a:lnTo>
                <a:lnTo>
                  <a:pt x="667008" y="135127"/>
                </a:lnTo>
                <a:lnTo>
                  <a:pt x="667372" y="134959"/>
                </a:lnTo>
                <a:lnTo>
                  <a:pt x="667729" y="134778"/>
                </a:lnTo>
                <a:lnTo>
                  <a:pt x="668080" y="134584"/>
                </a:lnTo>
                <a:lnTo>
                  <a:pt x="668424" y="134378"/>
                </a:lnTo>
                <a:lnTo>
                  <a:pt x="668762" y="134159"/>
                </a:lnTo>
                <a:lnTo>
                  <a:pt x="669094" y="133928"/>
                </a:lnTo>
                <a:lnTo>
                  <a:pt x="669418" y="133685"/>
                </a:lnTo>
                <a:lnTo>
                  <a:pt x="669737" y="133429"/>
                </a:lnTo>
                <a:lnTo>
                  <a:pt x="670049" y="133160"/>
                </a:lnTo>
                <a:lnTo>
                  <a:pt x="670354" y="132879"/>
                </a:lnTo>
                <a:lnTo>
                  <a:pt x="670653" y="132586"/>
                </a:lnTo>
                <a:lnTo>
                  <a:pt x="670942" y="132283"/>
                </a:lnTo>
                <a:lnTo>
                  <a:pt x="671220" y="131975"/>
                </a:lnTo>
                <a:lnTo>
                  <a:pt x="671484" y="131661"/>
                </a:lnTo>
                <a:lnTo>
                  <a:pt x="671737" y="131342"/>
                </a:lnTo>
                <a:lnTo>
                  <a:pt x="671977" y="131017"/>
                </a:lnTo>
                <a:lnTo>
                  <a:pt x="672205" y="130686"/>
                </a:lnTo>
                <a:lnTo>
                  <a:pt x="672420" y="130349"/>
                </a:lnTo>
                <a:lnTo>
                  <a:pt x="672624" y="130007"/>
                </a:lnTo>
                <a:lnTo>
                  <a:pt x="672815" y="129660"/>
                </a:lnTo>
                <a:lnTo>
                  <a:pt x="672993" y="129306"/>
                </a:lnTo>
                <a:lnTo>
                  <a:pt x="673160" y="128947"/>
                </a:lnTo>
                <a:lnTo>
                  <a:pt x="673314" y="128583"/>
                </a:lnTo>
                <a:lnTo>
                  <a:pt x="673455" y="128212"/>
                </a:lnTo>
                <a:lnTo>
                  <a:pt x="673585" y="127836"/>
                </a:lnTo>
                <a:lnTo>
                  <a:pt x="673702" y="127455"/>
                </a:lnTo>
                <a:lnTo>
                  <a:pt x="673806" y="127068"/>
                </a:lnTo>
                <a:lnTo>
                  <a:pt x="673899" y="126675"/>
                </a:lnTo>
                <a:lnTo>
                  <a:pt x="673979" y="126276"/>
                </a:lnTo>
                <a:lnTo>
                  <a:pt x="674046" y="125872"/>
                </a:lnTo>
                <a:lnTo>
                  <a:pt x="674102" y="125462"/>
                </a:lnTo>
                <a:lnTo>
                  <a:pt x="674145" y="125047"/>
                </a:lnTo>
                <a:lnTo>
                  <a:pt x="674176" y="124626"/>
                </a:lnTo>
                <a:lnTo>
                  <a:pt x="674194" y="124199"/>
                </a:lnTo>
                <a:lnTo>
                  <a:pt x="674200" y="123767"/>
                </a:lnTo>
                <a:lnTo>
                  <a:pt x="674194" y="123318"/>
                </a:lnTo>
                <a:lnTo>
                  <a:pt x="674176" y="122877"/>
                </a:lnTo>
                <a:lnTo>
                  <a:pt x="674145" y="122442"/>
                </a:lnTo>
                <a:lnTo>
                  <a:pt x="674102" y="122013"/>
                </a:lnTo>
                <a:lnTo>
                  <a:pt x="674046" y="121592"/>
                </a:lnTo>
                <a:lnTo>
                  <a:pt x="673979" y="121177"/>
                </a:lnTo>
                <a:lnTo>
                  <a:pt x="673899" y="120768"/>
                </a:lnTo>
                <a:lnTo>
                  <a:pt x="673806" y="120367"/>
                </a:lnTo>
                <a:lnTo>
                  <a:pt x="673702" y="119972"/>
                </a:lnTo>
                <a:lnTo>
                  <a:pt x="673585" y="119584"/>
                </a:lnTo>
                <a:lnTo>
                  <a:pt x="673455" y="119202"/>
                </a:lnTo>
                <a:lnTo>
                  <a:pt x="673314" y="118827"/>
                </a:lnTo>
                <a:lnTo>
                  <a:pt x="673160" y="118459"/>
                </a:lnTo>
                <a:lnTo>
                  <a:pt x="672993" y="118097"/>
                </a:lnTo>
                <a:lnTo>
                  <a:pt x="672815" y="117742"/>
                </a:lnTo>
                <a:lnTo>
                  <a:pt x="672624" y="117394"/>
                </a:lnTo>
                <a:lnTo>
                  <a:pt x="672420" y="117053"/>
                </a:lnTo>
                <a:lnTo>
                  <a:pt x="672205" y="116718"/>
                </a:lnTo>
                <a:lnTo>
                  <a:pt x="671977" y="116390"/>
                </a:lnTo>
                <a:lnTo>
                  <a:pt x="671737" y="116068"/>
                </a:lnTo>
                <a:lnTo>
                  <a:pt x="671484" y="115753"/>
                </a:lnTo>
                <a:lnTo>
                  <a:pt x="671220" y="115445"/>
                </a:lnTo>
                <a:lnTo>
                  <a:pt x="670942" y="115143"/>
                </a:lnTo>
                <a:lnTo>
                  <a:pt x="670653" y="114849"/>
                </a:lnTo>
                <a:lnTo>
                  <a:pt x="670354" y="114563"/>
                </a:lnTo>
                <a:lnTo>
                  <a:pt x="670049" y="114290"/>
                </a:lnTo>
                <a:lnTo>
                  <a:pt x="669737" y="114029"/>
                </a:lnTo>
                <a:lnTo>
                  <a:pt x="669418" y="113780"/>
                </a:lnTo>
                <a:lnTo>
                  <a:pt x="669094" y="113543"/>
                </a:lnTo>
                <a:lnTo>
                  <a:pt x="668762" y="113318"/>
                </a:lnTo>
                <a:lnTo>
                  <a:pt x="668424" y="113106"/>
                </a:lnTo>
                <a:lnTo>
                  <a:pt x="668080" y="112905"/>
                </a:lnTo>
                <a:lnTo>
                  <a:pt x="667729" y="112717"/>
                </a:lnTo>
                <a:lnTo>
                  <a:pt x="667372" y="112541"/>
                </a:lnTo>
                <a:lnTo>
                  <a:pt x="667008" y="112377"/>
                </a:lnTo>
                <a:lnTo>
                  <a:pt x="666637" y="112225"/>
                </a:lnTo>
                <a:lnTo>
                  <a:pt x="666261" y="112085"/>
                </a:lnTo>
                <a:lnTo>
                  <a:pt x="665877" y="111958"/>
                </a:lnTo>
                <a:lnTo>
                  <a:pt x="665487" y="111842"/>
                </a:lnTo>
                <a:lnTo>
                  <a:pt x="665091" y="111739"/>
                </a:lnTo>
                <a:lnTo>
                  <a:pt x="664688" y="111648"/>
                </a:lnTo>
                <a:lnTo>
                  <a:pt x="664279" y="111569"/>
                </a:lnTo>
                <a:lnTo>
                  <a:pt x="663863" y="111502"/>
                </a:lnTo>
                <a:lnTo>
                  <a:pt x="663440" y="111448"/>
                </a:lnTo>
                <a:lnTo>
                  <a:pt x="663011" y="111405"/>
                </a:lnTo>
                <a:lnTo>
                  <a:pt x="662576" y="111375"/>
                </a:lnTo>
                <a:lnTo>
                  <a:pt x="662134" y="111357"/>
                </a:lnTo>
                <a:lnTo>
                  <a:pt x="661686" y="111350"/>
                </a:lnTo>
                <a:lnTo>
                  <a:pt x="661229" y="111357"/>
                </a:lnTo>
                <a:lnTo>
                  <a:pt x="660779" y="111375"/>
                </a:lnTo>
                <a:lnTo>
                  <a:pt x="660335" y="111405"/>
                </a:lnTo>
                <a:lnTo>
                  <a:pt x="659898" y="111448"/>
                </a:lnTo>
                <a:lnTo>
                  <a:pt x="659468" y="111502"/>
                </a:lnTo>
                <a:lnTo>
                  <a:pt x="659044" y="111569"/>
                </a:lnTo>
                <a:lnTo>
                  <a:pt x="658626" y="111648"/>
                </a:lnTo>
                <a:lnTo>
                  <a:pt x="658215" y="111739"/>
                </a:lnTo>
                <a:lnTo>
                  <a:pt x="657810" y="111842"/>
                </a:lnTo>
                <a:lnTo>
                  <a:pt x="657412" y="111958"/>
                </a:lnTo>
                <a:lnTo>
                  <a:pt x="657021" y="112085"/>
                </a:lnTo>
                <a:lnTo>
                  <a:pt x="656636" y="112225"/>
                </a:lnTo>
                <a:lnTo>
                  <a:pt x="656257" y="112377"/>
                </a:lnTo>
                <a:lnTo>
                  <a:pt x="655885" y="112541"/>
                </a:lnTo>
                <a:lnTo>
                  <a:pt x="655519" y="112717"/>
                </a:lnTo>
                <a:lnTo>
                  <a:pt x="655160" y="112905"/>
                </a:lnTo>
                <a:lnTo>
                  <a:pt x="654808" y="113106"/>
                </a:lnTo>
                <a:lnTo>
                  <a:pt x="654462" y="113318"/>
                </a:lnTo>
                <a:lnTo>
                  <a:pt x="654122" y="113543"/>
                </a:lnTo>
                <a:lnTo>
                  <a:pt x="653789" y="113780"/>
                </a:lnTo>
                <a:lnTo>
                  <a:pt x="653462" y="114029"/>
                </a:lnTo>
                <a:lnTo>
                  <a:pt x="653142" y="114290"/>
                </a:lnTo>
                <a:lnTo>
                  <a:pt x="652829" y="114563"/>
                </a:lnTo>
                <a:lnTo>
                  <a:pt x="652522" y="114849"/>
                </a:lnTo>
                <a:lnTo>
                  <a:pt x="652224" y="115143"/>
                </a:lnTo>
                <a:lnTo>
                  <a:pt x="651939" y="115445"/>
                </a:lnTo>
                <a:lnTo>
                  <a:pt x="651667" y="115753"/>
                </a:lnTo>
                <a:lnTo>
                  <a:pt x="651407" y="116068"/>
                </a:lnTo>
                <a:lnTo>
                  <a:pt x="651161" y="116390"/>
                </a:lnTo>
                <a:lnTo>
                  <a:pt x="650926" y="116718"/>
                </a:lnTo>
                <a:lnTo>
                  <a:pt x="650705" y="117053"/>
                </a:lnTo>
                <a:lnTo>
                  <a:pt x="650496" y="117394"/>
                </a:lnTo>
                <a:lnTo>
                  <a:pt x="650300" y="117742"/>
                </a:lnTo>
                <a:lnTo>
                  <a:pt x="650116" y="118097"/>
                </a:lnTo>
                <a:lnTo>
                  <a:pt x="649945" y="118459"/>
                </a:lnTo>
                <a:lnTo>
                  <a:pt x="649787" y="118827"/>
                </a:lnTo>
                <a:lnTo>
                  <a:pt x="649641" y="119202"/>
                </a:lnTo>
                <a:lnTo>
                  <a:pt x="649509" y="119584"/>
                </a:lnTo>
                <a:lnTo>
                  <a:pt x="649388" y="119972"/>
                </a:lnTo>
                <a:lnTo>
                  <a:pt x="649281" y="120367"/>
                </a:lnTo>
                <a:lnTo>
                  <a:pt x="649186" y="120768"/>
                </a:lnTo>
                <a:lnTo>
                  <a:pt x="649103" y="121177"/>
                </a:lnTo>
                <a:lnTo>
                  <a:pt x="649034" y="121592"/>
                </a:lnTo>
                <a:lnTo>
                  <a:pt x="648977" y="122013"/>
                </a:lnTo>
                <a:lnTo>
                  <a:pt x="648933" y="122442"/>
                </a:lnTo>
                <a:lnTo>
                  <a:pt x="648901" y="122877"/>
                </a:lnTo>
                <a:lnTo>
                  <a:pt x="648882" y="123318"/>
                </a:lnTo>
                <a:lnTo>
                  <a:pt x="648876" y="123767"/>
                </a:lnTo>
                <a:lnTo>
                  <a:pt x="648882" y="124199"/>
                </a:lnTo>
                <a:lnTo>
                  <a:pt x="648901" y="124626"/>
                </a:lnTo>
                <a:lnTo>
                  <a:pt x="648933" y="125047"/>
                </a:lnTo>
                <a:lnTo>
                  <a:pt x="648977" y="125462"/>
                </a:lnTo>
                <a:lnTo>
                  <a:pt x="649034" y="125872"/>
                </a:lnTo>
                <a:lnTo>
                  <a:pt x="649103" y="126276"/>
                </a:lnTo>
                <a:lnTo>
                  <a:pt x="649186" y="126675"/>
                </a:lnTo>
                <a:lnTo>
                  <a:pt x="649281" y="127068"/>
                </a:lnTo>
                <a:lnTo>
                  <a:pt x="649388" y="127455"/>
                </a:lnTo>
                <a:lnTo>
                  <a:pt x="649509" y="127836"/>
                </a:lnTo>
                <a:lnTo>
                  <a:pt x="649641" y="128212"/>
                </a:lnTo>
                <a:lnTo>
                  <a:pt x="649787" y="128583"/>
                </a:lnTo>
                <a:lnTo>
                  <a:pt x="649945" y="128947"/>
                </a:lnTo>
                <a:lnTo>
                  <a:pt x="650116" y="129306"/>
                </a:lnTo>
                <a:lnTo>
                  <a:pt x="650300" y="129660"/>
                </a:lnTo>
                <a:lnTo>
                  <a:pt x="650496" y="130007"/>
                </a:lnTo>
                <a:lnTo>
                  <a:pt x="650705" y="130349"/>
                </a:lnTo>
                <a:lnTo>
                  <a:pt x="650926" y="130686"/>
                </a:lnTo>
                <a:lnTo>
                  <a:pt x="651161" y="131017"/>
                </a:lnTo>
                <a:lnTo>
                  <a:pt x="651407" y="131342"/>
                </a:lnTo>
                <a:lnTo>
                  <a:pt x="651667" y="131661"/>
                </a:lnTo>
                <a:lnTo>
                  <a:pt x="651939" y="131975"/>
                </a:lnTo>
                <a:lnTo>
                  <a:pt x="652224" y="132283"/>
                </a:lnTo>
                <a:lnTo>
                  <a:pt x="652522" y="132586"/>
                </a:lnTo>
                <a:lnTo>
                  <a:pt x="652829" y="132879"/>
                </a:lnTo>
                <a:lnTo>
                  <a:pt x="653142" y="133160"/>
                </a:lnTo>
                <a:lnTo>
                  <a:pt x="653462" y="133429"/>
                </a:lnTo>
                <a:lnTo>
                  <a:pt x="653789" y="133685"/>
                </a:lnTo>
                <a:lnTo>
                  <a:pt x="654122" y="133928"/>
                </a:lnTo>
                <a:lnTo>
                  <a:pt x="654462" y="134159"/>
                </a:lnTo>
                <a:lnTo>
                  <a:pt x="654808" y="134378"/>
                </a:lnTo>
                <a:lnTo>
                  <a:pt x="655160" y="134584"/>
                </a:lnTo>
                <a:lnTo>
                  <a:pt x="655519" y="134778"/>
                </a:lnTo>
                <a:lnTo>
                  <a:pt x="655885" y="134959"/>
                </a:lnTo>
                <a:lnTo>
                  <a:pt x="656257" y="135127"/>
                </a:lnTo>
                <a:lnTo>
                  <a:pt x="656636" y="135283"/>
                </a:lnTo>
                <a:lnTo>
                  <a:pt x="657021" y="135427"/>
                </a:lnTo>
                <a:lnTo>
                  <a:pt x="657412" y="135558"/>
                </a:lnTo>
                <a:lnTo>
                  <a:pt x="657810" y="135677"/>
                </a:lnTo>
                <a:lnTo>
                  <a:pt x="658215" y="135783"/>
                </a:lnTo>
                <a:lnTo>
                  <a:pt x="658626" y="135877"/>
                </a:lnTo>
                <a:lnTo>
                  <a:pt x="659044" y="135958"/>
                </a:lnTo>
                <a:lnTo>
                  <a:pt x="659468" y="136026"/>
                </a:lnTo>
                <a:lnTo>
                  <a:pt x="659898" y="136083"/>
                </a:lnTo>
                <a:lnTo>
                  <a:pt x="660335" y="136126"/>
                </a:lnTo>
                <a:lnTo>
                  <a:pt x="660779" y="136158"/>
                </a:lnTo>
                <a:lnTo>
                  <a:pt x="661229" y="136176"/>
                </a:lnTo>
                <a:lnTo>
                  <a:pt x="661686" y="136183"/>
                </a:lnTo>
                <a:lnTo>
                  <a:pt x="662134" y="136176"/>
                </a:lnTo>
                <a:lnTo>
                  <a:pt x="662576" y="136158"/>
                </a:lnTo>
                <a:lnTo>
                  <a:pt x="663011" y="136126"/>
                </a:lnTo>
                <a:lnTo>
                  <a:pt x="663440" y="136083"/>
                </a:lnTo>
                <a:close/>
                <a:moveTo>
                  <a:pt x="717243" y="136083"/>
                </a:moveTo>
                <a:lnTo>
                  <a:pt x="717666" y="136026"/>
                </a:lnTo>
                <a:lnTo>
                  <a:pt x="718082" y="135958"/>
                </a:lnTo>
                <a:lnTo>
                  <a:pt x="718491" y="135877"/>
                </a:lnTo>
                <a:lnTo>
                  <a:pt x="718894" y="135783"/>
                </a:lnTo>
                <a:lnTo>
                  <a:pt x="719290" y="135677"/>
                </a:lnTo>
                <a:lnTo>
                  <a:pt x="719680" y="135558"/>
                </a:lnTo>
                <a:lnTo>
                  <a:pt x="720063" y="135427"/>
                </a:lnTo>
                <a:lnTo>
                  <a:pt x="720440" y="135283"/>
                </a:lnTo>
                <a:lnTo>
                  <a:pt x="720811" y="135127"/>
                </a:lnTo>
                <a:lnTo>
                  <a:pt x="721175" y="134959"/>
                </a:lnTo>
                <a:lnTo>
                  <a:pt x="721532" y="134778"/>
                </a:lnTo>
                <a:lnTo>
                  <a:pt x="721883" y="134584"/>
                </a:lnTo>
                <a:lnTo>
                  <a:pt x="722227" y="134378"/>
                </a:lnTo>
                <a:lnTo>
                  <a:pt x="722565" y="134159"/>
                </a:lnTo>
                <a:lnTo>
                  <a:pt x="722897" y="133928"/>
                </a:lnTo>
                <a:lnTo>
                  <a:pt x="723221" y="133685"/>
                </a:lnTo>
                <a:lnTo>
                  <a:pt x="723540" y="133429"/>
                </a:lnTo>
                <a:lnTo>
                  <a:pt x="723852" y="133160"/>
                </a:lnTo>
                <a:lnTo>
                  <a:pt x="724157" y="132879"/>
                </a:lnTo>
                <a:lnTo>
                  <a:pt x="724456" y="132586"/>
                </a:lnTo>
                <a:lnTo>
                  <a:pt x="724745" y="132283"/>
                </a:lnTo>
                <a:lnTo>
                  <a:pt x="725022" y="131975"/>
                </a:lnTo>
                <a:lnTo>
                  <a:pt x="725287" y="131661"/>
                </a:lnTo>
                <a:lnTo>
                  <a:pt x="725540" y="131342"/>
                </a:lnTo>
                <a:lnTo>
                  <a:pt x="725780" y="131017"/>
                </a:lnTo>
                <a:lnTo>
                  <a:pt x="726008" y="130686"/>
                </a:lnTo>
                <a:lnTo>
                  <a:pt x="726223" y="130349"/>
                </a:lnTo>
                <a:lnTo>
                  <a:pt x="726427" y="130007"/>
                </a:lnTo>
                <a:lnTo>
                  <a:pt x="726618" y="129660"/>
                </a:lnTo>
                <a:lnTo>
                  <a:pt x="726796" y="129306"/>
                </a:lnTo>
                <a:lnTo>
                  <a:pt x="726963" y="128947"/>
                </a:lnTo>
                <a:lnTo>
                  <a:pt x="727116" y="128583"/>
                </a:lnTo>
                <a:lnTo>
                  <a:pt x="727258" y="128212"/>
                </a:lnTo>
                <a:lnTo>
                  <a:pt x="727387" y="127836"/>
                </a:lnTo>
                <a:lnTo>
                  <a:pt x="727504" y="127455"/>
                </a:lnTo>
                <a:lnTo>
                  <a:pt x="727609" y="127068"/>
                </a:lnTo>
                <a:lnTo>
                  <a:pt x="727702" y="126675"/>
                </a:lnTo>
                <a:lnTo>
                  <a:pt x="727782" y="126276"/>
                </a:lnTo>
                <a:lnTo>
                  <a:pt x="727849" y="125872"/>
                </a:lnTo>
                <a:lnTo>
                  <a:pt x="727905" y="125462"/>
                </a:lnTo>
                <a:lnTo>
                  <a:pt x="727948" y="125047"/>
                </a:lnTo>
                <a:lnTo>
                  <a:pt x="727979" y="124626"/>
                </a:lnTo>
                <a:lnTo>
                  <a:pt x="727997" y="124199"/>
                </a:lnTo>
                <a:lnTo>
                  <a:pt x="728003" y="123767"/>
                </a:lnTo>
                <a:lnTo>
                  <a:pt x="727997" y="123318"/>
                </a:lnTo>
                <a:lnTo>
                  <a:pt x="727979" y="122877"/>
                </a:lnTo>
                <a:lnTo>
                  <a:pt x="727948" y="122442"/>
                </a:lnTo>
                <a:lnTo>
                  <a:pt x="727905" y="122013"/>
                </a:lnTo>
                <a:lnTo>
                  <a:pt x="727849" y="121592"/>
                </a:lnTo>
                <a:lnTo>
                  <a:pt x="727782" y="121177"/>
                </a:lnTo>
                <a:lnTo>
                  <a:pt x="727702" y="120768"/>
                </a:lnTo>
                <a:lnTo>
                  <a:pt x="727609" y="120367"/>
                </a:lnTo>
                <a:lnTo>
                  <a:pt x="727504" y="119972"/>
                </a:lnTo>
                <a:lnTo>
                  <a:pt x="727387" y="119584"/>
                </a:lnTo>
                <a:lnTo>
                  <a:pt x="727258" y="119202"/>
                </a:lnTo>
                <a:lnTo>
                  <a:pt x="727116" y="118827"/>
                </a:lnTo>
                <a:lnTo>
                  <a:pt x="726963" y="118459"/>
                </a:lnTo>
                <a:lnTo>
                  <a:pt x="726796" y="118097"/>
                </a:lnTo>
                <a:lnTo>
                  <a:pt x="726618" y="117742"/>
                </a:lnTo>
                <a:lnTo>
                  <a:pt x="726427" y="117394"/>
                </a:lnTo>
                <a:lnTo>
                  <a:pt x="726223" y="117053"/>
                </a:lnTo>
                <a:lnTo>
                  <a:pt x="726008" y="116718"/>
                </a:lnTo>
                <a:lnTo>
                  <a:pt x="725780" y="116390"/>
                </a:lnTo>
                <a:lnTo>
                  <a:pt x="725540" y="116068"/>
                </a:lnTo>
                <a:lnTo>
                  <a:pt x="725287" y="115753"/>
                </a:lnTo>
                <a:lnTo>
                  <a:pt x="725022" y="115445"/>
                </a:lnTo>
                <a:lnTo>
                  <a:pt x="724745" y="115143"/>
                </a:lnTo>
                <a:lnTo>
                  <a:pt x="724456" y="114849"/>
                </a:lnTo>
                <a:lnTo>
                  <a:pt x="724157" y="114563"/>
                </a:lnTo>
                <a:lnTo>
                  <a:pt x="723852" y="114290"/>
                </a:lnTo>
                <a:lnTo>
                  <a:pt x="723540" y="114029"/>
                </a:lnTo>
                <a:lnTo>
                  <a:pt x="723221" y="113780"/>
                </a:lnTo>
                <a:lnTo>
                  <a:pt x="722897" y="113543"/>
                </a:lnTo>
                <a:lnTo>
                  <a:pt x="722565" y="113318"/>
                </a:lnTo>
                <a:lnTo>
                  <a:pt x="722227" y="113106"/>
                </a:lnTo>
                <a:lnTo>
                  <a:pt x="721883" y="112905"/>
                </a:lnTo>
                <a:lnTo>
                  <a:pt x="721532" y="112717"/>
                </a:lnTo>
                <a:lnTo>
                  <a:pt x="721175" y="112541"/>
                </a:lnTo>
                <a:lnTo>
                  <a:pt x="720811" y="112377"/>
                </a:lnTo>
                <a:lnTo>
                  <a:pt x="720440" y="112225"/>
                </a:lnTo>
                <a:lnTo>
                  <a:pt x="720063" y="112085"/>
                </a:lnTo>
                <a:lnTo>
                  <a:pt x="719680" y="111958"/>
                </a:lnTo>
                <a:lnTo>
                  <a:pt x="719290" y="111842"/>
                </a:lnTo>
                <a:lnTo>
                  <a:pt x="718894" y="111739"/>
                </a:lnTo>
                <a:lnTo>
                  <a:pt x="718491" y="111648"/>
                </a:lnTo>
                <a:lnTo>
                  <a:pt x="718082" y="111569"/>
                </a:lnTo>
                <a:lnTo>
                  <a:pt x="717666" y="111502"/>
                </a:lnTo>
                <a:lnTo>
                  <a:pt x="717243" y="111448"/>
                </a:lnTo>
                <a:lnTo>
                  <a:pt x="716814" y="111405"/>
                </a:lnTo>
                <a:lnTo>
                  <a:pt x="716379" y="111375"/>
                </a:lnTo>
                <a:lnTo>
                  <a:pt x="715937" y="111357"/>
                </a:lnTo>
                <a:lnTo>
                  <a:pt x="715489" y="111350"/>
                </a:lnTo>
                <a:lnTo>
                  <a:pt x="715032" y="111357"/>
                </a:lnTo>
                <a:lnTo>
                  <a:pt x="714582" y="111375"/>
                </a:lnTo>
                <a:lnTo>
                  <a:pt x="714138" y="111405"/>
                </a:lnTo>
                <a:lnTo>
                  <a:pt x="713701" y="111448"/>
                </a:lnTo>
                <a:lnTo>
                  <a:pt x="713271" y="111502"/>
                </a:lnTo>
                <a:lnTo>
                  <a:pt x="712847" y="111569"/>
                </a:lnTo>
                <a:lnTo>
                  <a:pt x="712429" y="111648"/>
                </a:lnTo>
                <a:lnTo>
                  <a:pt x="712018" y="111739"/>
                </a:lnTo>
                <a:lnTo>
                  <a:pt x="711613" y="111842"/>
                </a:lnTo>
                <a:lnTo>
                  <a:pt x="711215" y="111958"/>
                </a:lnTo>
                <a:lnTo>
                  <a:pt x="710824" y="112085"/>
                </a:lnTo>
                <a:lnTo>
                  <a:pt x="710439" y="112225"/>
                </a:lnTo>
                <a:lnTo>
                  <a:pt x="710060" y="112377"/>
                </a:lnTo>
                <a:lnTo>
                  <a:pt x="709688" y="112541"/>
                </a:lnTo>
                <a:lnTo>
                  <a:pt x="709322" y="112717"/>
                </a:lnTo>
                <a:lnTo>
                  <a:pt x="708963" y="112905"/>
                </a:lnTo>
                <a:lnTo>
                  <a:pt x="708611" y="113106"/>
                </a:lnTo>
                <a:lnTo>
                  <a:pt x="708265" y="113318"/>
                </a:lnTo>
                <a:lnTo>
                  <a:pt x="707925" y="113543"/>
                </a:lnTo>
                <a:lnTo>
                  <a:pt x="707592" y="113780"/>
                </a:lnTo>
                <a:lnTo>
                  <a:pt x="707265" y="114029"/>
                </a:lnTo>
                <a:lnTo>
                  <a:pt x="706945" y="114290"/>
                </a:lnTo>
                <a:lnTo>
                  <a:pt x="706632" y="114563"/>
                </a:lnTo>
                <a:lnTo>
                  <a:pt x="706324" y="114849"/>
                </a:lnTo>
                <a:lnTo>
                  <a:pt x="706027" y="115143"/>
                </a:lnTo>
                <a:lnTo>
                  <a:pt x="705742" y="115445"/>
                </a:lnTo>
                <a:lnTo>
                  <a:pt x="705470" y="115753"/>
                </a:lnTo>
                <a:lnTo>
                  <a:pt x="705210" y="116068"/>
                </a:lnTo>
                <a:lnTo>
                  <a:pt x="704964" y="116390"/>
                </a:lnTo>
                <a:lnTo>
                  <a:pt x="704729" y="116718"/>
                </a:lnTo>
                <a:lnTo>
                  <a:pt x="704508" y="117053"/>
                </a:lnTo>
                <a:lnTo>
                  <a:pt x="704299" y="117394"/>
                </a:lnTo>
                <a:lnTo>
                  <a:pt x="704103" y="117742"/>
                </a:lnTo>
                <a:lnTo>
                  <a:pt x="703919" y="118097"/>
                </a:lnTo>
                <a:lnTo>
                  <a:pt x="703748" y="118459"/>
                </a:lnTo>
                <a:lnTo>
                  <a:pt x="703590" y="118827"/>
                </a:lnTo>
                <a:lnTo>
                  <a:pt x="703444" y="119202"/>
                </a:lnTo>
                <a:lnTo>
                  <a:pt x="703311" y="119584"/>
                </a:lnTo>
                <a:lnTo>
                  <a:pt x="703191" y="119972"/>
                </a:lnTo>
                <a:lnTo>
                  <a:pt x="703084" y="120367"/>
                </a:lnTo>
                <a:lnTo>
                  <a:pt x="702989" y="120768"/>
                </a:lnTo>
                <a:lnTo>
                  <a:pt x="702906" y="121177"/>
                </a:lnTo>
                <a:lnTo>
                  <a:pt x="702837" y="121592"/>
                </a:lnTo>
                <a:lnTo>
                  <a:pt x="702780" y="122013"/>
                </a:lnTo>
                <a:lnTo>
                  <a:pt x="702735" y="122442"/>
                </a:lnTo>
                <a:lnTo>
                  <a:pt x="702704" y="122877"/>
                </a:lnTo>
                <a:lnTo>
                  <a:pt x="702685" y="123318"/>
                </a:lnTo>
                <a:lnTo>
                  <a:pt x="702679" y="123767"/>
                </a:lnTo>
                <a:lnTo>
                  <a:pt x="702685" y="124199"/>
                </a:lnTo>
                <a:lnTo>
                  <a:pt x="702704" y="124626"/>
                </a:lnTo>
                <a:lnTo>
                  <a:pt x="702735" y="125047"/>
                </a:lnTo>
                <a:lnTo>
                  <a:pt x="702780" y="125462"/>
                </a:lnTo>
                <a:lnTo>
                  <a:pt x="702837" y="125872"/>
                </a:lnTo>
                <a:lnTo>
                  <a:pt x="702906" y="126276"/>
                </a:lnTo>
                <a:lnTo>
                  <a:pt x="702989" y="126675"/>
                </a:lnTo>
                <a:lnTo>
                  <a:pt x="703084" y="127068"/>
                </a:lnTo>
                <a:lnTo>
                  <a:pt x="703191" y="127455"/>
                </a:lnTo>
                <a:lnTo>
                  <a:pt x="703311" y="127836"/>
                </a:lnTo>
                <a:lnTo>
                  <a:pt x="703444" y="128212"/>
                </a:lnTo>
                <a:lnTo>
                  <a:pt x="703590" y="128583"/>
                </a:lnTo>
                <a:lnTo>
                  <a:pt x="703748" y="128947"/>
                </a:lnTo>
                <a:lnTo>
                  <a:pt x="703919" y="129306"/>
                </a:lnTo>
                <a:lnTo>
                  <a:pt x="704103" y="129660"/>
                </a:lnTo>
                <a:lnTo>
                  <a:pt x="704299" y="130007"/>
                </a:lnTo>
                <a:lnTo>
                  <a:pt x="704508" y="130349"/>
                </a:lnTo>
                <a:lnTo>
                  <a:pt x="704729" y="130686"/>
                </a:lnTo>
                <a:lnTo>
                  <a:pt x="704964" y="131017"/>
                </a:lnTo>
                <a:lnTo>
                  <a:pt x="705210" y="131342"/>
                </a:lnTo>
                <a:lnTo>
                  <a:pt x="705470" y="131661"/>
                </a:lnTo>
                <a:lnTo>
                  <a:pt x="705742" y="131975"/>
                </a:lnTo>
                <a:lnTo>
                  <a:pt x="706027" y="132283"/>
                </a:lnTo>
                <a:lnTo>
                  <a:pt x="706324" y="132586"/>
                </a:lnTo>
                <a:lnTo>
                  <a:pt x="706632" y="132879"/>
                </a:lnTo>
                <a:lnTo>
                  <a:pt x="706945" y="133160"/>
                </a:lnTo>
                <a:lnTo>
                  <a:pt x="707265" y="133429"/>
                </a:lnTo>
                <a:lnTo>
                  <a:pt x="707592" y="133685"/>
                </a:lnTo>
                <a:lnTo>
                  <a:pt x="707925" y="133928"/>
                </a:lnTo>
                <a:lnTo>
                  <a:pt x="708265" y="134159"/>
                </a:lnTo>
                <a:lnTo>
                  <a:pt x="708611" y="134378"/>
                </a:lnTo>
                <a:lnTo>
                  <a:pt x="708963" y="134584"/>
                </a:lnTo>
                <a:lnTo>
                  <a:pt x="709322" y="134778"/>
                </a:lnTo>
                <a:lnTo>
                  <a:pt x="709688" y="134959"/>
                </a:lnTo>
                <a:lnTo>
                  <a:pt x="710060" y="135127"/>
                </a:lnTo>
                <a:lnTo>
                  <a:pt x="710439" y="135283"/>
                </a:lnTo>
                <a:lnTo>
                  <a:pt x="710824" y="135427"/>
                </a:lnTo>
                <a:lnTo>
                  <a:pt x="711215" y="135558"/>
                </a:lnTo>
                <a:lnTo>
                  <a:pt x="711613" y="135677"/>
                </a:lnTo>
                <a:lnTo>
                  <a:pt x="712018" y="135783"/>
                </a:lnTo>
                <a:lnTo>
                  <a:pt x="712429" y="135877"/>
                </a:lnTo>
                <a:lnTo>
                  <a:pt x="712847" y="135958"/>
                </a:lnTo>
                <a:lnTo>
                  <a:pt x="713271" y="136026"/>
                </a:lnTo>
                <a:lnTo>
                  <a:pt x="713701" y="136083"/>
                </a:lnTo>
                <a:lnTo>
                  <a:pt x="714138" y="136126"/>
                </a:lnTo>
                <a:lnTo>
                  <a:pt x="714582" y="136158"/>
                </a:lnTo>
                <a:lnTo>
                  <a:pt x="715032" y="136176"/>
                </a:lnTo>
                <a:lnTo>
                  <a:pt x="715489" y="136183"/>
                </a:lnTo>
                <a:lnTo>
                  <a:pt x="715937" y="136176"/>
                </a:lnTo>
                <a:lnTo>
                  <a:pt x="716379" y="136158"/>
                </a:lnTo>
                <a:lnTo>
                  <a:pt x="716814" y="136126"/>
                </a:lnTo>
                <a:lnTo>
                  <a:pt x="717243" y="136083"/>
                </a:lnTo>
                <a:close/>
                <a:moveTo>
                  <a:pt x="770849" y="136083"/>
                </a:moveTo>
                <a:lnTo>
                  <a:pt x="771272" y="136026"/>
                </a:lnTo>
                <a:lnTo>
                  <a:pt x="771687" y="135958"/>
                </a:lnTo>
                <a:lnTo>
                  <a:pt x="772097" y="135877"/>
                </a:lnTo>
                <a:lnTo>
                  <a:pt x="772500" y="135783"/>
                </a:lnTo>
                <a:lnTo>
                  <a:pt x="772896" y="135677"/>
                </a:lnTo>
                <a:lnTo>
                  <a:pt x="773286" y="135558"/>
                </a:lnTo>
                <a:lnTo>
                  <a:pt x="773669" y="135427"/>
                </a:lnTo>
                <a:lnTo>
                  <a:pt x="774046" y="135283"/>
                </a:lnTo>
                <a:lnTo>
                  <a:pt x="774417" y="135127"/>
                </a:lnTo>
                <a:lnTo>
                  <a:pt x="774781" y="134959"/>
                </a:lnTo>
                <a:lnTo>
                  <a:pt x="775138" y="134778"/>
                </a:lnTo>
                <a:lnTo>
                  <a:pt x="775489" y="134584"/>
                </a:lnTo>
                <a:lnTo>
                  <a:pt x="775833" y="134378"/>
                </a:lnTo>
                <a:lnTo>
                  <a:pt x="776171" y="134159"/>
                </a:lnTo>
                <a:lnTo>
                  <a:pt x="776502" y="133928"/>
                </a:lnTo>
                <a:lnTo>
                  <a:pt x="776827" y="133685"/>
                </a:lnTo>
                <a:lnTo>
                  <a:pt x="777146" y="133429"/>
                </a:lnTo>
                <a:lnTo>
                  <a:pt x="777458" y="133160"/>
                </a:lnTo>
                <a:lnTo>
                  <a:pt x="777763" y="132879"/>
                </a:lnTo>
                <a:lnTo>
                  <a:pt x="778062" y="132586"/>
                </a:lnTo>
                <a:lnTo>
                  <a:pt x="778351" y="132283"/>
                </a:lnTo>
                <a:lnTo>
                  <a:pt x="778628" y="131975"/>
                </a:lnTo>
                <a:lnTo>
                  <a:pt x="778893" y="131661"/>
                </a:lnTo>
                <a:lnTo>
                  <a:pt x="779146" y="131342"/>
                </a:lnTo>
                <a:lnTo>
                  <a:pt x="779386" y="131017"/>
                </a:lnTo>
                <a:lnTo>
                  <a:pt x="779614" y="130686"/>
                </a:lnTo>
                <a:lnTo>
                  <a:pt x="779829" y="130349"/>
                </a:lnTo>
                <a:lnTo>
                  <a:pt x="780033" y="130007"/>
                </a:lnTo>
                <a:lnTo>
                  <a:pt x="780223" y="129660"/>
                </a:lnTo>
                <a:lnTo>
                  <a:pt x="780402" y="129306"/>
                </a:lnTo>
                <a:lnTo>
                  <a:pt x="780568" y="128947"/>
                </a:lnTo>
                <a:lnTo>
                  <a:pt x="780722" y="128583"/>
                </a:lnTo>
                <a:lnTo>
                  <a:pt x="780864" y="128212"/>
                </a:lnTo>
                <a:lnTo>
                  <a:pt x="780993" y="127836"/>
                </a:lnTo>
                <a:lnTo>
                  <a:pt x="781110" y="127455"/>
                </a:lnTo>
                <a:lnTo>
                  <a:pt x="781215" y="127068"/>
                </a:lnTo>
                <a:lnTo>
                  <a:pt x="781307" y="126675"/>
                </a:lnTo>
                <a:lnTo>
                  <a:pt x="781388" y="126276"/>
                </a:lnTo>
                <a:lnTo>
                  <a:pt x="781455" y="125872"/>
                </a:lnTo>
                <a:lnTo>
                  <a:pt x="781511" y="125462"/>
                </a:lnTo>
                <a:lnTo>
                  <a:pt x="781554" y="125047"/>
                </a:lnTo>
                <a:lnTo>
                  <a:pt x="781585" y="124626"/>
                </a:lnTo>
                <a:lnTo>
                  <a:pt x="781603" y="124199"/>
                </a:lnTo>
                <a:lnTo>
                  <a:pt x="781609" y="123767"/>
                </a:lnTo>
                <a:lnTo>
                  <a:pt x="781603" y="123318"/>
                </a:lnTo>
                <a:lnTo>
                  <a:pt x="781585" y="122877"/>
                </a:lnTo>
                <a:lnTo>
                  <a:pt x="781554" y="122442"/>
                </a:lnTo>
                <a:lnTo>
                  <a:pt x="781511" y="122013"/>
                </a:lnTo>
                <a:lnTo>
                  <a:pt x="781455" y="121592"/>
                </a:lnTo>
                <a:lnTo>
                  <a:pt x="781388" y="121177"/>
                </a:lnTo>
                <a:lnTo>
                  <a:pt x="781307" y="120768"/>
                </a:lnTo>
                <a:lnTo>
                  <a:pt x="781215" y="120367"/>
                </a:lnTo>
                <a:lnTo>
                  <a:pt x="781110" y="119972"/>
                </a:lnTo>
                <a:lnTo>
                  <a:pt x="780993" y="119584"/>
                </a:lnTo>
                <a:lnTo>
                  <a:pt x="780864" y="119202"/>
                </a:lnTo>
                <a:lnTo>
                  <a:pt x="780722" y="118827"/>
                </a:lnTo>
                <a:lnTo>
                  <a:pt x="780568" y="118459"/>
                </a:lnTo>
                <a:lnTo>
                  <a:pt x="780402" y="118097"/>
                </a:lnTo>
                <a:lnTo>
                  <a:pt x="780223" y="117742"/>
                </a:lnTo>
                <a:lnTo>
                  <a:pt x="780033" y="117394"/>
                </a:lnTo>
                <a:lnTo>
                  <a:pt x="779829" y="117053"/>
                </a:lnTo>
                <a:lnTo>
                  <a:pt x="779614" y="116718"/>
                </a:lnTo>
                <a:lnTo>
                  <a:pt x="779386" y="116390"/>
                </a:lnTo>
                <a:lnTo>
                  <a:pt x="779146" y="116068"/>
                </a:lnTo>
                <a:lnTo>
                  <a:pt x="778893" y="115753"/>
                </a:lnTo>
                <a:lnTo>
                  <a:pt x="778628" y="115445"/>
                </a:lnTo>
                <a:lnTo>
                  <a:pt x="778351" y="115143"/>
                </a:lnTo>
                <a:lnTo>
                  <a:pt x="778062" y="114849"/>
                </a:lnTo>
                <a:lnTo>
                  <a:pt x="777763" y="114563"/>
                </a:lnTo>
                <a:lnTo>
                  <a:pt x="777458" y="114290"/>
                </a:lnTo>
                <a:lnTo>
                  <a:pt x="777146" y="114029"/>
                </a:lnTo>
                <a:lnTo>
                  <a:pt x="776827" y="113780"/>
                </a:lnTo>
                <a:lnTo>
                  <a:pt x="776502" y="113543"/>
                </a:lnTo>
                <a:lnTo>
                  <a:pt x="776171" y="113318"/>
                </a:lnTo>
                <a:lnTo>
                  <a:pt x="775833" y="113106"/>
                </a:lnTo>
                <a:lnTo>
                  <a:pt x="775489" y="112905"/>
                </a:lnTo>
                <a:lnTo>
                  <a:pt x="775138" y="112717"/>
                </a:lnTo>
                <a:lnTo>
                  <a:pt x="774781" y="112541"/>
                </a:lnTo>
                <a:lnTo>
                  <a:pt x="774417" y="112377"/>
                </a:lnTo>
                <a:lnTo>
                  <a:pt x="774046" y="112225"/>
                </a:lnTo>
                <a:lnTo>
                  <a:pt x="773669" y="112085"/>
                </a:lnTo>
                <a:lnTo>
                  <a:pt x="773286" y="111958"/>
                </a:lnTo>
                <a:lnTo>
                  <a:pt x="772896" y="111842"/>
                </a:lnTo>
                <a:lnTo>
                  <a:pt x="772500" y="111739"/>
                </a:lnTo>
                <a:lnTo>
                  <a:pt x="772097" y="111648"/>
                </a:lnTo>
                <a:lnTo>
                  <a:pt x="771687" y="111569"/>
                </a:lnTo>
                <a:lnTo>
                  <a:pt x="771272" y="111502"/>
                </a:lnTo>
                <a:lnTo>
                  <a:pt x="770849" y="111448"/>
                </a:lnTo>
                <a:lnTo>
                  <a:pt x="770420" y="111405"/>
                </a:lnTo>
                <a:lnTo>
                  <a:pt x="769985" y="111375"/>
                </a:lnTo>
                <a:lnTo>
                  <a:pt x="769543" y="111357"/>
                </a:lnTo>
                <a:lnTo>
                  <a:pt x="769095" y="111350"/>
                </a:lnTo>
                <a:lnTo>
                  <a:pt x="768638" y="111357"/>
                </a:lnTo>
                <a:lnTo>
                  <a:pt x="768188" y="111375"/>
                </a:lnTo>
                <a:lnTo>
                  <a:pt x="767744" y="111405"/>
                </a:lnTo>
                <a:lnTo>
                  <a:pt x="767307" y="111448"/>
                </a:lnTo>
                <a:lnTo>
                  <a:pt x="766877" y="111502"/>
                </a:lnTo>
                <a:lnTo>
                  <a:pt x="766453" y="111569"/>
                </a:lnTo>
                <a:lnTo>
                  <a:pt x="766035" y="111648"/>
                </a:lnTo>
                <a:lnTo>
                  <a:pt x="765624" y="111739"/>
                </a:lnTo>
                <a:lnTo>
                  <a:pt x="765219" y="111842"/>
                </a:lnTo>
                <a:lnTo>
                  <a:pt x="764821" y="111958"/>
                </a:lnTo>
                <a:lnTo>
                  <a:pt x="764430" y="112085"/>
                </a:lnTo>
                <a:lnTo>
                  <a:pt x="764044" y="112225"/>
                </a:lnTo>
                <a:lnTo>
                  <a:pt x="763666" y="112377"/>
                </a:lnTo>
                <a:lnTo>
                  <a:pt x="763294" y="112541"/>
                </a:lnTo>
                <a:lnTo>
                  <a:pt x="762928" y="112717"/>
                </a:lnTo>
                <a:lnTo>
                  <a:pt x="762569" y="112905"/>
                </a:lnTo>
                <a:lnTo>
                  <a:pt x="762216" y="113106"/>
                </a:lnTo>
                <a:lnTo>
                  <a:pt x="761870" y="113318"/>
                </a:lnTo>
                <a:lnTo>
                  <a:pt x="761531" y="113543"/>
                </a:lnTo>
                <a:lnTo>
                  <a:pt x="761198" y="113780"/>
                </a:lnTo>
                <a:lnTo>
                  <a:pt x="760871" y="114029"/>
                </a:lnTo>
                <a:lnTo>
                  <a:pt x="760551" y="114290"/>
                </a:lnTo>
                <a:lnTo>
                  <a:pt x="760237" y="114563"/>
                </a:lnTo>
                <a:lnTo>
                  <a:pt x="759930" y="114849"/>
                </a:lnTo>
                <a:lnTo>
                  <a:pt x="759633" y="115143"/>
                </a:lnTo>
                <a:lnTo>
                  <a:pt x="759348" y="115445"/>
                </a:lnTo>
                <a:lnTo>
                  <a:pt x="759076" y="115753"/>
                </a:lnTo>
                <a:lnTo>
                  <a:pt x="758816" y="116068"/>
                </a:lnTo>
                <a:lnTo>
                  <a:pt x="758569" y="116390"/>
                </a:lnTo>
                <a:lnTo>
                  <a:pt x="758335" y="116718"/>
                </a:lnTo>
                <a:lnTo>
                  <a:pt x="758114" y="117053"/>
                </a:lnTo>
                <a:lnTo>
                  <a:pt x="757905" y="117394"/>
                </a:lnTo>
                <a:lnTo>
                  <a:pt x="757709" y="117742"/>
                </a:lnTo>
                <a:lnTo>
                  <a:pt x="757525" y="118097"/>
                </a:lnTo>
                <a:lnTo>
                  <a:pt x="757354" y="118459"/>
                </a:lnTo>
                <a:lnTo>
                  <a:pt x="757196" y="118827"/>
                </a:lnTo>
                <a:lnTo>
                  <a:pt x="757050" y="119202"/>
                </a:lnTo>
                <a:lnTo>
                  <a:pt x="756917" y="119584"/>
                </a:lnTo>
                <a:lnTo>
                  <a:pt x="756797" y="119972"/>
                </a:lnTo>
                <a:lnTo>
                  <a:pt x="756689" y="120367"/>
                </a:lnTo>
                <a:lnTo>
                  <a:pt x="756595" y="120768"/>
                </a:lnTo>
                <a:lnTo>
                  <a:pt x="756512" y="121177"/>
                </a:lnTo>
                <a:lnTo>
                  <a:pt x="756443" y="121592"/>
                </a:lnTo>
                <a:lnTo>
                  <a:pt x="756386" y="122013"/>
                </a:lnTo>
                <a:lnTo>
                  <a:pt x="756341" y="122442"/>
                </a:lnTo>
                <a:lnTo>
                  <a:pt x="756310" y="122877"/>
                </a:lnTo>
                <a:lnTo>
                  <a:pt x="756291" y="123318"/>
                </a:lnTo>
                <a:lnTo>
                  <a:pt x="756284" y="123767"/>
                </a:lnTo>
                <a:lnTo>
                  <a:pt x="756291" y="124199"/>
                </a:lnTo>
                <a:lnTo>
                  <a:pt x="756310" y="124626"/>
                </a:lnTo>
                <a:lnTo>
                  <a:pt x="756341" y="125047"/>
                </a:lnTo>
                <a:lnTo>
                  <a:pt x="756386" y="125462"/>
                </a:lnTo>
                <a:lnTo>
                  <a:pt x="756443" y="125872"/>
                </a:lnTo>
                <a:lnTo>
                  <a:pt x="756512" y="126276"/>
                </a:lnTo>
                <a:lnTo>
                  <a:pt x="756595" y="126675"/>
                </a:lnTo>
                <a:lnTo>
                  <a:pt x="756689" y="127068"/>
                </a:lnTo>
                <a:lnTo>
                  <a:pt x="756797" y="127455"/>
                </a:lnTo>
                <a:lnTo>
                  <a:pt x="756917" y="127836"/>
                </a:lnTo>
                <a:lnTo>
                  <a:pt x="757050" y="128212"/>
                </a:lnTo>
                <a:lnTo>
                  <a:pt x="757196" y="128583"/>
                </a:lnTo>
                <a:lnTo>
                  <a:pt x="757354" y="128947"/>
                </a:lnTo>
                <a:lnTo>
                  <a:pt x="757525" y="129306"/>
                </a:lnTo>
                <a:lnTo>
                  <a:pt x="757709" y="129660"/>
                </a:lnTo>
                <a:lnTo>
                  <a:pt x="757905" y="130007"/>
                </a:lnTo>
                <a:lnTo>
                  <a:pt x="758114" y="130349"/>
                </a:lnTo>
                <a:lnTo>
                  <a:pt x="758335" y="130686"/>
                </a:lnTo>
                <a:lnTo>
                  <a:pt x="758569" y="131017"/>
                </a:lnTo>
                <a:lnTo>
                  <a:pt x="758816" y="131342"/>
                </a:lnTo>
                <a:lnTo>
                  <a:pt x="759076" y="131661"/>
                </a:lnTo>
                <a:lnTo>
                  <a:pt x="759348" y="131975"/>
                </a:lnTo>
                <a:lnTo>
                  <a:pt x="759633" y="132283"/>
                </a:lnTo>
                <a:lnTo>
                  <a:pt x="759930" y="132586"/>
                </a:lnTo>
                <a:lnTo>
                  <a:pt x="760237" y="132879"/>
                </a:lnTo>
                <a:lnTo>
                  <a:pt x="760551" y="133160"/>
                </a:lnTo>
                <a:lnTo>
                  <a:pt x="760871" y="133429"/>
                </a:lnTo>
                <a:lnTo>
                  <a:pt x="761198" y="133685"/>
                </a:lnTo>
                <a:lnTo>
                  <a:pt x="761531" y="133928"/>
                </a:lnTo>
                <a:lnTo>
                  <a:pt x="761870" y="134159"/>
                </a:lnTo>
                <a:lnTo>
                  <a:pt x="762216" y="134378"/>
                </a:lnTo>
                <a:lnTo>
                  <a:pt x="762569" y="134584"/>
                </a:lnTo>
                <a:lnTo>
                  <a:pt x="762928" y="134778"/>
                </a:lnTo>
                <a:lnTo>
                  <a:pt x="763294" y="134959"/>
                </a:lnTo>
                <a:lnTo>
                  <a:pt x="763666" y="135127"/>
                </a:lnTo>
                <a:lnTo>
                  <a:pt x="764044" y="135283"/>
                </a:lnTo>
                <a:lnTo>
                  <a:pt x="764430" y="135427"/>
                </a:lnTo>
                <a:lnTo>
                  <a:pt x="764821" y="135558"/>
                </a:lnTo>
                <a:lnTo>
                  <a:pt x="765219" y="135677"/>
                </a:lnTo>
                <a:lnTo>
                  <a:pt x="765624" y="135783"/>
                </a:lnTo>
                <a:lnTo>
                  <a:pt x="766035" y="135877"/>
                </a:lnTo>
                <a:lnTo>
                  <a:pt x="766453" y="135958"/>
                </a:lnTo>
                <a:lnTo>
                  <a:pt x="766877" y="136026"/>
                </a:lnTo>
                <a:lnTo>
                  <a:pt x="767307" y="136083"/>
                </a:lnTo>
                <a:lnTo>
                  <a:pt x="767744" y="136126"/>
                </a:lnTo>
                <a:lnTo>
                  <a:pt x="768188" y="136158"/>
                </a:lnTo>
                <a:lnTo>
                  <a:pt x="768638" y="136176"/>
                </a:lnTo>
                <a:lnTo>
                  <a:pt x="769095" y="136183"/>
                </a:lnTo>
                <a:lnTo>
                  <a:pt x="769543" y="136176"/>
                </a:lnTo>
                <a:lnTo>
                  <a:pt x="769985" y="136158"/>
                </a:lnTo>
                <a:lnTo>
                  <a:pt x="770420" y="136126"/>
                </a:lnTo>
                <a:lnTo>
                  <a:pt x="770849" y="13608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" name="Text Design">
            <a:extLst xmlns:a="http://schemas.openxmlformats.org/drawingml/2006/main">
              <a:ext uri="{FF2B5EF4-FFF2-40B4-BE49-F238E27FC236}">
                <a16:creationId xmlns:a16="http://schemas.microsoft.com/office/drawing/2014/main" id="{AC12F521-361C-4867-BFBD-41A07930D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0252" y="7983185"/>
            <a:ext cx="664487" cy="200596"/>
          </a:xfrm>
          <a:custGeom xmlns:a="http://schemas.openxmlformats.org/drawingml/2006/main">
            <a:pathLst>
              <a:path w="664487" h="200596">
                <a:moveTo>
                  <a:pt x="412176" y="22075"/>
                </a:moveTo>
                <a:lnTo>
                  <a:pt x="412598" y="22037"/>
                </a:lnTo>
                <a:lnTo>
                  <a:pt x="413012" y="21988"/>
                </a:lnTo>
                <a:lnTo>
                  <a:pt x="413420" y="21928"/>
                </a:lnTo>
                <a:lnTo>
                  <a:pt x="413820" y="21857"/>
                </a:lnTo>
                <a:lnTo>
                  <a:pt x="414213" y="21775"/>
                </a:lnTo>
                <a:lnTo>
                  <a:pt x="414599" y="21683"/>
                </a:lnTo>
                <a:lnTo>
                  <a:pt x="414978" y="21579"/>
                </a:lnTo>
                <a:lnTo>
                  <a:pt x="415350" y="21465"/>
                </a:lnTo>
                <a:lnTo>
                  <a:pt x="415715" y="21340"/>
                </a:lnTo>
                <a:lnTo>
                  <a:pt x="416072" y="21204"/>
                </a:lnTo>
                <a:lnTo>
                  <a:pt x="416423" y="21057"/>
                </a:lnTo>
                <a:lnTo>
                  <a:pt x="416766" y="20899"/>
                </a:lnTo>
                <a:lnTo>
                  <a:pt x="417102" y="20730"/>
                </a:lnTo>
                <a:lnTo>
                  <a:pt x="417431" y="20550"/>
                </a:lnTo>
                <a:lnTo>
                  <a:pt x="417753" y="20360"/>
                </a:lnTo>
                <a:lnTo>
                  <a:pt x="418068" y="20158"/>
                </a:lnTo>
                <a:lnTo>
                  <a:pt x="418376" y="19946"/>
                </a:lnTo>
                <a:lnTo>
                  <a:pt x="418676" y="19723"/>
                </a:lnTo>
                <a:lnTo>
                  <a:pt x="418970" y="19489"/>
                </a:lnTo>
                <a:lnTo>
                  <a:pt x="419256" y="19244"/>
                </a:lnTo>
                <a:lnTo>
                  <a:pt x="419535" y="18988"/>
                </a:lnTo>
                <a:lnTo>
                  <a:pt x="419805" y="18723"/>
                </a:lnTo>
                <a:lnTo>
                  <a:pt x="420063" y="18453"/>
                </a:lnTo>
                <a:lnTo>
                  <a:pt x="420310" y="18178"/>
                </a:lnTo>
                <a:lnTo>
                  <a:pt x="420546" y="17896"/>
                </a:lnTo>
                <a:lnTo>
                  <a:pt x="420770" y="17609"/>
                </a:lnTo>
                <a:lnTo>
                  <a:pt x="420982" y="17316"/>
                </a:lnTo>
                <a:lnTo>
                  <a:pt x="421183" y="17018"/>
                </a:lnTo>
                <a:lnTo>
                  <a:pt x="421373" y="16713"/>
                </a:lnTo>
                <a:lnTo>
                  <a:pt x="421551" y="16403"/>
                </a:lnTo>
                <a:lnTo>
                  <a:pt x="421717" y="16087"/>
                </a:lnTo>
                <a:lnTo>
                  <a:pt x="421872" y="15766"/>
                </a:lnTo>
                <a:lnTo>
                  <a:pt x="422016" y="15438"/>
                </a:lnTo>
                <a:lnTo>
                  <a:pt x="422148" y="15105"/>
                </a:lnTo>
                <a:lnTo>
                  <a:pt x="422268" y="14766"/>
                </a:lnTo>
                <a:lnTo>
                  <a:pt x="422377" y="14422"/>
                </a:lnTo>
                <a:lnTo>
                  <a:pt x="422475" y="14071"/>
                </a:lnTo>
                <a:lnTo>
                  <a:pt x="422561" y="13715"/>
                </a:lnTo>
                <a:lnTo>
                  <a:pt x="422636" y="13353"/>
                </a:lnTo>
                <a:lnTo>
                  <a:pt x="422699" y="12986"/>
                </a:lnTo>
                <a:lnTo>
                  <a:pt x="422751" y="12612"/>
                </a:lnTo>
                <a:lnTo>
                  <a:pt x="422791" y="12233"/>
                </a:lnTo>
                <a:lnTo>
                  <a:pt x="422819" y="11849"/>
                </a:lnTo>
                <a:lnTo>
                  <a:pt x="422837" y="11458"/>
                </a:lnTo>
                <a:lnTo>
                  <a:pt x="422842" y="11062"/>
                </a:lnTo>
                <a:lnTo>
                  <a:pt x="422837" y="10666"/>
                </a:lnTo>
                <a:lnTo>
                  <a:pt x="422819" y="10275"/>
                </a:lnTo>
                <a:lnTo>
                  <a:pt x="422791" y="9890"/>
                </a:lnTo>
                <a:lnTo>
                  <a:pt x="422751" y="9511"/>
                </a:lnTo>
                <a:lnTo>
                  <a:pt x="422699" y="9138"/>
                </a:lnTo>
                <a:lnTo>
                  <a:pt x="422636" y="8770"/>
                </a:lnTo>
                <a:lnTo>
                  <a:pt x="422561" y="8409"/>
                </a:lnTo>
                <a:lnTo>
                  <a:pt x="422475" y="8052"/>
                </a:lnTo>
                <a:lnTo>
                  <a:pt x="422377" y="7702"/>
                </a:lnTo>
                <a:lnTo>
                  <a:pt x="422268" y="7358"/>
                </a:lnTo>
                <a:lnTo>
                  <a:pt x="422148" y="7019"/>
                </a:lnTo>
                <a:lnTo>
                  <a:pt x="422016" y="6686"/>
                </a:lnTo>
                <a:lnTo>
                  <a:pt x="421872" y="6358"/>
                </a:lnTo>
                <a:lnTo>
                  <a:pt x="421717" y="6037"/>
                </a:lnTo>
                <a:lnTo>
                  <a:pt x="421551" y="5721"/>
                </a:lnTo>
                <a:lnTo>
                  <a:pt x="421373" y="5411"/>
                </a:lnTo>
                <a:lnTo>
                  <a:pt x="421183" y="5106"/>
                </a:lnTo>
                <a:lnTo>
                  <a:pt x="420982" y="4807"/>
                </a:lnTo>
                <a:lnTo>
                  <a:pt x="420770" y="4515"/>
                </a:lnTo>
                <a:lnTo>
                  <a:pt x="420546" y="4227"/>
                </a:lnTo>
                <a:lnTo>
                  <a:pt x="420310" y="3946"/>
                </a:lnTo>
                <a:lnTo>
                  <a:pt x="420063" y="3670"/>
                </a:lnTo>
                <a:lnTo>
                  <a:pt x="419805" y="3400"/>
                </a:lnTo>
                <a:lnTo>
                  <a:pt x="419535" y="3136"/>
                </a:lnTo>
                <a:lnTo>
                  <a:pt x="419256" y="2880"/>
                </a:lnTo>
                <a:lnTo>
                  <a:pt x="418970" y="2635"/>
                </a:lnTo>
                <a:lnTo>
                  <a:pt x="418676" y="2401"/>
                </a:lnTo>
                <a:lnTo>
                  <a:pt x="418376" y="2178"/>
                </a:lnTo>
                <a:lnTo>
                  <a:pt x="418068" y="1966"/>
                </a:lnTo>
                <a:lnTo>
                  <a:pt x="417753" y="1764"/>
                </a:lnTo>
                <a:lnTo>
                  <a:pt x="417431" y="1573"/>
                </a:lnTo>
                <a:lnTo>
                  <a:pt x="417102" y="1394"/>
                </a:lnTo>
                <a:lnTo>
                  <a:pt x="416766" y="1225"/>
                </a:lnTo>
                <a:lnTo>
                  <a:pt x="416423" y="1067"/>
                </a:lnTo>
                <a:lnTo>
                  <a:pt x="416072" y="920"/>
                </a:lnTo>
                <a:lnTo>
                  <a:pt x="415715" y="784"/>
                </a:lnTo>
                <a:lnTo>
                  <a:pt x="415350" y="659"/>
                </a:lnTo>
                <a:lnTo>
                  <a:pt x="414978" y="544"/>
                </a:lnTo>
                <a:lnTo>
                  <a:pt x="414599" y="441"/>
                </a:lnTo>
                <a:lnTo>
                  <a:pt x="414213" y="348"/>
                </a:lnTo>
                <a:lnTo>
                  <a:pt x="413820" y="267"/>
                </a:lnTo>
                <a:lnTo>
                  <a:pt x="413420" y="196"/>
                </a:lnTo>
                <a:lnTo>
                  <a:pt x="413012" y="136"/>
                </a:lnTo>
                <a:lnTo>
                  <a:pt x="412598" y="87"/>
                </a:lnTo>
                <a:lnTo>
                  <a:pt x="412176" y="49"/>
                </a:lnTo>
                <a:lnTo>
                  <a:pt x="411747" y="22"/>
                </a:lnTo>
                <a:lnTo>
                  <a:pt x="411311" y="5"/>
                </a:lnTo>
                <a:lnTo>
                  <a:pt x="410868" y="0"/>
                </a:lnTo>
                <a:lnTo>
                  <a:pt x="410425" y="5"/>
                </a:lnTo>
                <a:lnTo>
                  <a:pt x="409990" y="22"/>
                </a:lnTo>
                <a:lnTo>
                  <a:pt x="409561" y="49"/>
                </a:lnTo>
                <a:lnTo>
                  <a:pt x="409140" y="87"/>
                </a:lnTo>
                <a:lnTo>
                  <a:pt x="408727" y="136"/>
                </a:lnTo>
                <a:lnTo>
                  <a:pt x="408320" y="196"/>
                </a:lnTo>
                <a:lnTo>
                  <a:pt x="407921" y="267"/>
                </a:lnTo>
                <a:lnTo>
                  <a:pt x="407529" y="348"/>
                </a:lnTo>
                <a:lnTo>
                  <a:pt x="407145" y="441"/>
                </a:lnTo>
                <a:lnTo>
                  <a:pt x="406768" y="544"/>
                </a:lnTo>
                <a:lnTo>
                  <a:pt x="406398" y="659"/>
                </a:lnTo>
                <a:lnTo>
                  <a:pt x="406036" y="784"/>
                </a:lnTo>
                <a:lnTo>
                  <a:pt x="405681" y="920"/>
                </a:lnTo>
                <a:lnTo>
                  <a:pt x="405333" y="1067"/>
                </a:lnTo>
                <a:lnTo>
                  <a:pt x="404993" y="1225"/>
                </a:lnTo>
                <a:lnTo>
                  <a:pt x="404659" y="1394"/>
                </a:lnTo>
                <a:lnTo>
                  <a:pt x="404334" y="1573"/>
                </a:lnTo>
                <a:lnTo>
                  <a:pt x="404015" y="1764"/>
                </a:lnTo>
                <a:lnTo>
                  <a:pt x="403704" y="1966"/>
                </a:lnTo>
                <a:lnTo>
                  <a:pt x="403400" y="2178"/>
                </a:lnTo>
                <a:lnTo>
                  <a:pt x="403104" y="2401"/>
                </a:lnTo>
                <a:lnTo>
                  <a:pt x="402815" y="2635"/>
                </a:lnTo>
                <a:lnTo>
                  <a:pt x="402533" y="2880"/>
                </a:lnTo>
                <a:lnTo>
                  <a:pt x="402258" y="3136"/>
                </a:lnTo>
                <a:lnTo>
                  <a:pt x="401993" y="3400"/>
                </a:lnTo>
                <a:lnTo>
                  <a:pt x="401739" y="3670"/>
                </a:lnTo>
                <a:lnTo>
                  <a:pt x="401496" y="3946"/>
                </a:lnTo>
                <a:lnTo>
                  <a:pt x="401265" y="4227"/>
                </a:lnTo>
                <a:lnTo>
                  <a:pt x="401045" y="4515"/>
                </a:lnTo>
                <a:lnTo>
                  <a:pt x="400836" y="4807"/>
                </a:lnTo>
                <a:lnTo>
                  <a:pt x="400639" y="5106"/>
                </a:lnTo>
                <a:lnTo>
                  <a:pt x="400453" y="5411"/>
                </a:lnTo>
                <a:lnTo>
                  <a:pt x="400278" y="5721"/>
                </a:lnTo>
                <a:lnTo>
                  <a:pt x="400114" y="6037"/>
                </a:lnTo>
                <a:lnTo>
                  <a:pt x="399962" y="6358"/>
                </a:lnTo>
                <a:lnTo>
                  <a:pt x="399821" y="6686"/>
                </a:lnTo>
                <a:lnTo>
                  <a:pt x="399691" y="7019"/>
                </a:lnTo>
                <a:lnTo>
                  <a:pt x="399572" y="7358"/>
                </a:lnTo>
                <a:lnTo>
                  <a:pt x="399465" y="7702"/>
                </a:lnTo>
                <a:lnTo>
                  <a:pt x="399369" y="8052"/>
                </a:lnTo>
                <a:lnTo>
                  <a:pt x="399285" y="8409"/>
                </a:lnTo>
                <a:lnTo>
                  <a:pt x="399211" y="8770"/>
                </a:lnTo>
                <a:lnTo>
                  <a:pt x="399149" y="9138"/>
                </a:lnTo>
                <a:lnTo>
                  <a:pt x="399098" y="9511"/>
                </a:lnTo>
                <a:lnTo>
                  <a:pt x="399059" y="9890"/>
                </a:lnTo>
                <a:lnTo>
                  <a:pt x="399031" y="10275"/>
                </a:lnTo>
                <a:lnTo>
                  <a:pt x="399014" y="10666"/>
                </a:lnTo>
                <a:lnTo>
                  <a:pt x="399008" y="11062"/>
                </a:lnTo>
                <a:lnTo>
                  <a:pt x="399014" y="11458"/>
                </a:lnTo>
                <a:lnTo>
                  <a:pt x="399031" y="11849"/>
                </a:lnTo>
                <a:lnTo>
                  <a:pt x="399059" y="12233"/>
                </a:lnTo>
                <a:lnTo>
                  <a:pt x="399098" y="12612"/>
                </a:lnTo>
                <a:lnTo>
                  <a:pt x="399149" y="12986"/>
                </a:lnTo>
                <a:lnTo>
                  <a:pt x="399211" y="13353"/>
                </a:lnTo>
                <a:lnTo>
                  <a:pt x="399285" y="13715"/>
                </a:lnTo>
                <a:lnTo>
                  <a:pt x="399369" y="14071"/>
                </a:lnTo>
                <a:lnTo>
                  <a:pt x="399465" y="14422"/>
                </a:lnTo>
                <a:lnTo>
                  <a:pt x="399572" y="14766"/>
                </a:lnTo>
                <a:lnTo>
                  <a:pt x="399691" y="15105"/>
                </a:lnTo>
                <a:lnTo>
                  <a:pt x="399821" y="15438"/>
                </a:lnTo>
                <a:lnTo>
                  <a:pt x="399962" y="15766"/>
                </a:lnTo>
                <a:lnTo>
                  <a:pt x="400114" y="16087"/>
                </a:lnTo>
                <a:lnTo>
                  <a:pt x="400278" y="16403"/>
                </a:lnTo>
                <a:lnTo>
                  <a:pt x="400453" y="16713"/>
                </a:lnTo>
                <a:lnTo>
                  <a:pt x="400639" y="17018"/>
                </a:lnTo>
                <a:lnTo>
                  <a:pt x="400836" y="17316"/>
                </a:lnTo>
                <a:lnTo>
                  <a:pt x="401045" y="17609"/>
                </a:lnTo>
                <a:lnTo>
                  <a:pt x="401265" y="17896"/>
                </a:lnTo>
                <a:lnTo>
                  <a:pt x="401496" y="18178"/>
                </a:lnTo>
                <a:lnTo>
                  <a:pt x="401739" y="18453"/>
                </a:lnTo>
                <a:lnTo>
                  <a:pt x="401993" y="18723"/>
                </a:lnTo>
                <a:lnTo>
                  <a:pt x="402258" y="18988"/>
                </a:lnTo>
                <a:lnTo>
                  <a:pt x="402533" y="19244"/>
                </a:lnTo>
                <a:lnTo>
                  <a:pt x="402815" y="19489"/>
                </a:lnTo>
                <a:lnTo>
                  <a:pt x="403104" y="19723"/>
                </a:lnTo>
                <a:lnTo>
                  <a:pt x="403400" y="19946"/>
                </a:lnTo>
                <a:lnTo>
                  <a:pt x="403704" y="20158"/>
                </a:lnTo>
                <a:lnTo>
                  <a:pt x="404015" y="20360"/>
                </a:lnTo>
                <a:lnTo>
                  <a:pt x="404334" y="20550"/>
                </a:lnTo>
                <a:lnTo>
                  <a:pt x="404659" y="20730"/>
                </a:lnTo>
                <a:lnTo>
                  <a:pt x="404993" y="20899"/>
                </a:lnTo>
                <a:lnTo>
                  <a:pt x="405333" y="21057"/>
                </a:lnTo>
                <a:lnTo>
                  <a:pt x="405681" y="21204"/>
                </a:lnTo>
                <a:lnTo>
                  <a:pt x="406036" y="21340"/>
                </a:lnTo>
                <a:lnTo>
                  <a:pt x="406398" y="21465"/>
                </a:lnTo>
                <a:lnTo>
                  <a:pt x="406768" y="21579"/>
                </a:lnTo>
                <a:lnTo>
                  <a:pt x="407145" y="21683"/>
                </a:lnTo>
                <a:lnTo>
                  <a:pt x="407529" y="21775"/>
                </a:lnTo>
                <a:lnTo>
                  <a:pt x="407921" y="21857"/>
                </a:lnTo>
                <a:lnTo>
                  <a:pt x="408320" y="21928"/>
                </a:lnTo>
                <a:lnTo>
                  <a:pt x="408727" y="21988"/>
                </a:lnTo>
                <a:lnTo>
                  <a:pt x="409140" y="22037"/>
                </a:lnTo>
                <a:lnTo>
                  <a:pt x="409561" y="22075"/>
                </a:lnTo>
                <a:lnTo>
                  <a:pt x="409990" y="22102"/>
                </a:lnTo>
                <a:lnTo>
                  <a:pt x="410425" y="22118"/>
                </a:lnTo>
                <a:lnTo>
                  <a:pt x="410868" y="22124"/>
                </a:lnTo>
                <a:lnTo>
                  <a:pt x="411311" y="22118"/>
                </a:lnTo>
                <a:lnTo>
                  <a:pt x="411747" y="22102"/>
                </a:lnTo>
                <a:lnTo>
                  <a:pt x="412176" y="22075"/>
                </a:lnTo>
                <a:close/>
                <a:moveTo>
                  <a:pt x="57538" y="157462"/>
                </a:moveTo>
                <a:lnTo>
                  <a:pt x="59450" y="157353"/>
                </a:lnTo>
                <a:lnTo>
                  <a:pt x="61337" y="157212"/>
                </a:lnTo>
                <a:lnTo>
                  <a:pt x="63199" y="157040"/>
                </a:lnTo>
                <a:lnTo>
                  <a:pt x="65038" y="156837"/>
                </a:lnTo>
                <a:lnTo>
                  <a:pt x="66853" y="156602"/>
                </a:lnTo>
                <a:lnTo>
                  <a:pt x="68643" y="156336"/>
                </a:lnTo>
                <a:lnTo>
                  <a:pt x="70409" y="156039"/>
                </a:lnTo>
                <a:lnTo>
                  <a:pt x="72151" y="155710"/>
                </a:lnTo>
                <a:lnTo>
                  <a:pt x="73869" y="155351"/>
                </a:lnTo>
                <a:lnTo>
                  <a:pt x="75563" y="154960"/>
                </a:lnTo>
                <a:lnTo>
                  <a:pt x="77233" y="154537"/>
                </a:lnTo>
                <a:lnTo>
                  <a:pt x="78878" y="154084"/>
                </a:lnTo>
                <a:lnTo>
                  <a:pt x="80499" y="153599"/>
                </a:lnTo>
                <a:lnTo>
                  <a:pt x="82097" y="153083"/>
                </a:lnTo>
                <a:lnTo>
                  <a:pt x="83670" y="152535"/>
                </a:lnTo>
                <a:lnTo>
                  <a:pt x="85218" y="151957"/>
                </a:lnTo>
                <a:lnTo>
                  <a:pt x="86743" y="151347"/>
                </a:lnTo>
                <a:lnTo>
                  <a:pt x="88244" y="150705"/>
                </a:lnTo>
                <a:lnTo>
                  <a:pt x="89720" y="150033"/>
                </a:lnTo>
                <a:lnTo>
                  <a:pt x="91172" y="149329"/>
                </a:lnTo>
                <a:lnTo>
                  <a:pt x="92600" y="148594"/>
                </a:lnTo>
                <a:lnTo>
                  <a:pt x="94002" y="147829"/>
                </a:lnTo>
                <a:lnTo>
                  <a:pt x="95376" y="147035"/>
                </a:lnTo>
                <a:lnTo>
                  <a:pt x="96723" y="146213"/>
                </a:lnTo>
                <a:lnTo>
                  <a:pt x="98041" y="145363"/>
                </a:lnTo>
                <a:lnTo>
                  <a:pt x="99331" y="144484"/>
                </a:lnTo>
                <a:lnTo>
                  <a:pt x="100594" y="143576"/>
                </a:lnTo>
                <a:lnTo>
                  <a:pt x="101828" y="142640"/>
                </a:lnTo>
                <a:lnTo>
                  <a:pt x="103035" y="141675"/>
                </a:lnTo>
                <a:lnTo>
                  <a:pt x="104214" y="140682"/>
                </a:lnTo>
                <a:lnTo>
                  <a:pt x="105364" y="139661"/>
                </a:lnTo>
                <a:lnTo>
                  <a:pt x="106487" y="138611"/>
                </a:lnTo>
                <a:lnTo>
                  <a:pt x="107582" y="137532"/>
                </a:lnTo>
                <a:lnTo>
                  <a:pt x="108649" y="136425"/>
                </a:lnTo>
                <a:lnTo>
                  <a:pt x="109688" y="135289"/>
                </a:lnTo>
                <a:lnTo>
                  <a:pt x="110700" y="134125"/>
                </a:lnTo>
                <a:lnTo>
                  <a:pt x="111683" y="132932"/>
                </a:lnTo>
                <a:lnTo>
                  <a:pt x="112638" y="131711"/>
                </a:lnTo>
                <a:lnTo>
                  <a:pt x="113566" y="130461"/>
                </a:lnTo>
                <a:lnTo>
                  <a:pt x="114465" y="129183"/>
                </a:lnTo>
                <a:lnTo>
                  <a:pt x="115337" y="127877"/>
                </a:lnTo>
                <a:lnTo>
                  <a:pt x="116181" y="126541"/>
                </a:lnTo>
                <a:lnTo>
                  <a:pt x="116996" y="125178"/>
                </a:lnTo>
                <a:lnTo>
                  <a:pt x="117784" y="123785"/>
                </a:lnTo>
                <a:lnTo>
                  <a:pt x="118544" y="122365"/>
                </a:lnTo>
                <a:lnTo>
                  <a:pt x="119275" y="120917"/>
                </a:lnTo>
                <a:lnTo>
                  <a:pt x="119974" y="119446"/>
                </a:lnTo>
                <a:lnTo>
                  <a:pt x="120643" y="117949"/>
                </a:lnTo>
                <a:lnTo>
                  <a:pt x="121280" y="116428"/>
                </a:lnTo>
                <a:lnTo>
                  <a:pt x="121886" y="114883"/>
                </a:lnTo>
                <a:lnTo>
                  <a:pt x="122461" y="113313"/>
                </a:lnTo>
                <a:lnTo>
                  <a:pt x="123005" y="111718"/>
                </a:lnTo>
                <a:lnTo>
                  <a:pt x="123518" y="110099"/>
                </a:lnTo>
                <a:lnTo>
                  <a:pt x="124000" y="108455"/>
                </a:lnTo>
                <a:lnTo>
                  <a:pt x="124450" y="106787"/>
                </a:lnTo>
                <a:lnTo>
                  <a:pt x="124870" y="105094"/>
                </a:lnTo>
                <a:lnTo>
                  <a:pt x="125258" y="103377"/>
                </a:lnTo>
                <a:lnTo>
                  <a:pt x="125616" y="101635"/>
                </a:lnTo>
                <a:lnTo>
                  <a:pt x="125942" y="99869"/>
                </a:lnTo>
                <a:lnTo>
                  <a:pt x="126238" y="98078"/>
                </a:lnTo>
                <a:lnTo>
                  <a:pt x="126502" y="96262"/>
                </a:lnTo>
                <a:lnTo>
                  <a:pt x="126735" y="94422"/>
                </a:lnTo>
                <a:lnTo>
                  <a:pt x="126937" y="92558"/>
                </a:lnTo>
                <a:lnTo>
                  <a:pt x="127108" y="90668"/>
                </a:lnTo>
                <a:lnTo>
                  <a:pt x="127248" y="88755"/>
                </a:lnTo>
                <a:lnTo>
                  <a:pt x="127357" y="86816"/>
                </a:lnTo>
                <a:lnTo>
                  <a:pt x="127434" y="84854"/>
                </a:lnTo>
                <a:lnTo>
                  <a:pt x="127481" y="82866"/>
                </a:lnTo>
                <a:lnTo>
                  <a:pt x="127496" y="80854"/>
                </a:lnTo>
                <a:lnTo>
                  <a:pt x="127481" y="78852"/>
                </a:lnTo>
                <a:lnTo>
                  <a:pt x="127435" y="76873"/>
                </a:lnTo>
                <a:lnTo>
                  <a:pt x="127357" y="74919"/>
                </a:lnTo>
                <a:lnTo>
                  <a:pt x="127249" y="72989"/>
                </a:lnTo>
                <a:lnTo>
                  <a:pt x="127110" y="71083"/>
                </a:lnTo>
                <a:lnTo>
                  <a:pt x="126941" y="69201"/>
                </a:lnTo>
                <a:lnTo>
                  <a:pt x="126740" y="67343"/>
                </a:lnTo>
                <a:lnTo>
                  <a:pt x="126508" y="65510"/>
                </a:lnTo>
                <a:lnTo>
                  <a:pt x="126246" y="63700"/>
                </a:lnTo>
                <a:lnTo>
                  <a:pt x="125952" y="61915"/>
                </a:lnTo>
                <a:lnTo>
                  <a:pt x="125628" y="60154"/>
                </a:lnTo>
                <a:lnTo>
                  <a:pt x="125273" y="58417"/>
                </a:lnTo>
                <a:lnTo>
                  <a:pt x="124887" y="56704"/>
                </a:lnTo>
                <a:lnTo>
                  <a:pt x="124470" y="55015"/>
                </a:lnTo>
                <a:lnTo>
                  <a:pt x="124022" y="53351"/>
                </a:lnTo>
                <a:lnTo>
                  <a:pt x="123543" y="51711"/>
                </a:lnTo>
                <a:lnTo>
                  <a:pt x="123033" y="50095"/>
                </a:lnTo>
                <a:lnTo>
                  <a:pt x="122493" y="48503"/>
                </a:lnTo>
                <a:lnTo>
                  <a:pt x="121922" y="46935"/>
                </a:lnTo>
                <a:lnTo>
                  <a:pt x="121319" y="45391"/>
                </a:lnTo>
                <a:lnTo>
                  <a:pt x="120686" y="43871"/>
                </a:lnTo>
                <a:lnTo>
                  <a:pt x="120022" y="42376"/>
                </a:lnTo>
                <a:lnTo>
                  <a:pt x="119327" y="40905"/>
                </a:lnTo>
                <a:lnTo>
                  <a:pt x="118601" y="39458"/>
                </a:lnTo>
                <a:lnTo>
                  <a:pt x="117846" y="38037"/>
                </a:lnTo>
                <a:lnTo>
                  <a:pt x="117063" y="36644"/>
                </a:lnTo>
                <a:lnTo>
                  <a:pt x="116251" y="35280"/>
                </a:lnTo>
                <a:lnTo>
                  <a:pt x="115411" y="33944"/>
                </a:lnTo>
                <a:lnTo>
                  <a:pt x="114544" y="32637"/>
                </a:lnTo>
                <a:lnTo>
                  <a:pt x="113648" y="31357"/>
                </a:lnTo>
                <a:lnTo>
                  <a:pt x="112724" y="30106"/>
                </a:lnTo>
                <a:lnTo>
                  <a:pt x="111772" y="28884"/>
                </a:lnTo>
                <a:lnTo>
                  <a:pt x="110791" y="27689"/>
                </a:lnTo>
                <a:lnTo>
                  <a:pt x="109783" y="26523"/>
                </a:lnTo>
                <a:lnTo>
                  <a:pt x="108747" y="25386"/>
                </a:lnTo>
                <a:lnTo>
                  <a:pt x="107682" y="24276"/>
                </a:lnTo>
                <a:lnTo>
                  <a:pt x="106589" y="23195"/>
                </a:lnTo>
                <a:lnTo>
                  <a:pt x="105469" y="22142"/>
                </a:lnTo>
                <a:lnTo>
                  <a:pt x="104320" y="21118"/>
                </a:lnTo>
                <a:lnTo>
                  <a:pt x="103143" y="20122"/>
                </a:lnTo>
                <a:lnTo>
                  <a:pt x="101938" y="19154"/>
                </a:lnTo>
                <a:lnTo>
                  <a:pt x="100704" y="18214"/>
                </a:lnTo>
                <a:lnTo>
                  <a:pt x="99443" y="17303"/>
                </a:lnTo>
                <a:lnTo>
                  <a:pt x="98153" y="16420"/>
                </a:lnTo>
                <a:lnTo>
                  <a:pt x="96836" y="15566"/>
                </a:lnTo>
                <a:lnTo>
                  <a:pt x="95490" y="14739"/>
                </a:lnTo>
                <a:lnTo>
                  <a:pt x="94116" y="13941"/>
                </a:lnTo>
                <a:lnTo>
                  <a:pt x="92714" y="13172"/>
                </a:lnTo>
                <a:lnTo>
                  <a:pt x="91286" y="12432"/>
                </a:lnTo>
                <a:lnTo>
                  <a:pt x="89833" y="11724"/>
                </a:lnTo>
                <a:lnTo>
                  <a:pt x="88356" y="11047"/>
                </a:lnTo>
                <a:lnTo>
                  <a:pt x="86854" y="10401"/>
                </a:lnTo>
                <a:lnTo>
                  <a:pt x="85327" y="9788"/>
                </a:lnTo>
                <a:lnTo>
                  <a:pt x="83776" y="9205"/>
                </a:lnTo>
                <a:lnTo>
                  <a:pt x="82201" y="8654"/>
                </a:lnTo>
                <a:lnTo>
                  <a:pt x="80601" y="8135"/>
                </a:lnTo>
                <a:lnTo>
                  <a:pt x="78976" y="7647"/>
                </a:lnTo>
                <a:lnTo>
                  <a:pt x="77327" y="7190"/>
                </a:lnTo>
                <a:lnTo>
                  <a:pt x="75653" y="6765"/>
                </a:lnTo>
                <a:lnTo>
                  <a:pt x="73955" y="6372"/>
                </a:lnTo>
                <a:lnTo>
                  <a:pt x="72232" y="6010"/>
                </a:lnTo>
                <a:lnTo>
                  <a:pt x="70484" y="5679"/>
                </a:lnTo>
                <a:lnTo>
                  <a:pt x="68713" y="5380"/>
                </a:lnTo>
                <a:lnTo>
                  <a:pt x="66916" y="5113"/>
                </a:lnTo>
                <a:lnTo>
                  <a:pt x="65095" y="4877"/>
                </a:lnTo>
                <a:lnTo>
                  <a:pt x="63249" y="4672"/>
                </a:lnTo>
                <a:lnTo>
                  <a:pt x="61379" y="4499"/>
                </a:lnTo>
                <a:lnTo>
                  <a:pt x="59484" y="4357"/>
                </a:lnTo>
                <a:lnTo>
                  <a:pt x="57565" y="4247"/>
                </a:lnTo>
                <a:lnTo>
                  <a:pt x="55621" y="4168"/>
                </a:lnTo>
                <a:lnTo>
                  <a:pt x="53653" y="4121"/>
                </a:lnTo>
                <a:lnTo>
                  <a:pt x="51660" y="4105"/>
                </a:lnTo>
                <a:lnTo>
                  <a:pt x="0" y="4105"/>
                </a:lnTo>
                <a:lnTo>
                  <a:pt x="0" y="157603"/>
                </a:lnTo>
                <a:lnTo>
                  <a:pt x="51660" y="157603"/>
                </a:lnTo>
                <a:lnTo>
                  <a:pt x="53644" y="157587"/>
                </a:lnTo>
                <a:lnTo>
                  <a:pt x="55603" y="157540"/>
                </a:lnTo>
                <a:lnTo>
                  <a:pt x="57538" y="157462"/>
                </a:lnTo>
                <a:close/>
                <a:moveTo>
                  <a:pt x="50359" y="21371"/>
                </a:moveTo>
                <a:lnTo>
                  <a:pt x="51955" y="21427"/>
                </a:lnTo>
                <a:lnTo>
                  <a:pt x="53527" y="21506"/>
                </a:lnTo>
                <a:lnTo>
                  <a:pt x="55077" y="21608"/>
                </a:lnTo>
                <a:lnTo>
                  <a:pt x="56603" y="21732"/>
                </a:lnTo>
                <a:lnTo>
                  <a:pt x="58106" y="21878"/>
                </a:lnTo>
                <a:lnTo>
                  <a:pt x="59586" y="22048"/>
                </a:lnTo>
                <a:lnTo>
                  <a:pt x="61042" y="22240"/>
                </a:lnTo>
                <a:lnTo>
                  <a:pt x="62476" y="22454"/>
                </a:lnTo>
                <a:lnTo>
                  <a:pt x="63886" y="22691"/>
                </a:lnTo>
                <a:lnTo>
                  <a:pt x="65274" y="22951"/>
                </a:lnTo>
                <a:lnTo>
                  <a:pt x="66638" y="23233"/>
                </a:lnTo>
                <a:lnTo>
                  <a:pt x="67978" y="23537"/>
                </a:lnTo>
                <a:lnTo>
                  <a:pt x="69296" y="23865"/>
                </a:lnTo>
                <a:lnTo>
                  <a:pt x="70591" y="24214"/>
                </a:lnTo>
                <a:lnTo>
                  <a:pt x="71862" y="24587"/>
                </a:lnTo>
                <a:lnTo>
                  <a:pt x="73110" y="24982"/>
                </a:lnTo>
                <a:lnTo>
                  <a:pt x="74335" y="25399"/>
                </a:lnTo>
                <a:lnTo>
                  <a:pt x="75537" y="25840"/>
                </a:lnTo>
                <a:lnTo>
                  <a:pt x="76716" y="26302"/>
                </a:lnTo>
                <a:lnTo>
                  <a:pt x="77871" y="26787"/>
                </a:lnTo>
                <a:lnTo>
                  <a:pt x="79004" y="27295"/>
                </a:lnTo>
                <a:lnTo>
                  <a:pt x="80113" y="27826"/>
                </a:lnTo>
                <a:lnTo>
                  <a:pt x="81199" y="28379"/>
                </a:lnTo>
                <a:lnTo>
                  <a:pt x="82262" y="28955"/>
                </a:lnTo>
                <a:lnTo>
                  <a:pt x="83302" y="29555"/>
                </a:lnTo>
                <a:lnTo>
                  <a:pt x="84320" y="30178"/>
                </a:lnTo>
                <a:lnTo>
                  <a:pt x="85314" y="30824"/>
                </a:lnTo>
                <a:lnTo>
                  <a:pt x="86285" y="31493"/>
                </a:lnTo>
                <a:lnTo>
                  <a:pt x="87234" y="32185"/>
                </a:lnTo>
                <a:lnTo>
                  <a:pt x="88159" y="32900"/>
                </a:lnTo>
                <a:lnTo>
                  <a:pt x="89061" y="33639"/>
                </a:lnTo>
                <a:lnTo>
                  <a:pt x="89941" y="34401"/>
                </a:lnTo>
                <a:lnTo>
                  <a:pt x="90797" y="35186"/>
                </a:lnTo>
                <a:lnTo>
                  <a:pt x="91631" y="35994"/>
                </a:lnTo>
                <a:lnTo>
                  <a:pt x="92442" y="36825"/>
                </a:lnTo>
                <a:lnTo>
                  <a:pt x="93229" y="37679"/>
                </a:lnTo>
                <a:lnTo>
                  <a:pt x="93994" y="38557"/>
                </a:lnTo>
                <a:lnTo>
                  <a:pt x="94735" y="39458"/>
                </a:lnTo>
                <a:lnTo>
                  <a:pt x="95454" y="40382"/>
                </a:lnTo>
                <a:lnTo>
                  <a:pt x="96150" y="41329"/>
                </a:lnTo>
                <a:lnTo>
                  <a:pt x="96823" y="42299"/>
                </a:lnTo>
                <a:lnTo>
                  <a:pt x="97472" y="43292"/>
                </a:lnTo>
                <a:lnTo>
                  <a:pt x="98099" y="44309"/>
                </a:lnTo>
                <a:lnTo>
                  <a:pt x="98703" y="45349"/>
                </a:lnTo>
                <a:lnTo>
                  <a:pt x="99284" y="46412"/>
                </a:lnTo>
                <a:lnTo>
                  <a:pt x="99842" y="47498"/>
                </a:lnTo>
                <a:lnTo>
                  <a:pt x="100377" y="48607"/>
                </a:lnTo>
                <a:lnTo>
                  <a:pt x="100889" y="49741"/>
                </a:lnTo>
                <a:lnTo>
                  <a:pt x="101379" y="50898"/>
                </a:lnTo>
                <a:lnTo>
                  <a:pt x="101845" y="52080"/>
                </a:lnTo>
                <a:lnTo>
                  <a:pt x="102289" y="53285"/>
                </a:lnTo>
                <a:lnTo>
                  <a:pt x="102711" y="54515"/>
                </a:lnTo>
                <a:lnTo>
                  <a:pt x="103109" y="55768"/>
                </a:lnTo>
                <a:lnTo>
                  <a:pt x="103485" y="57045"/>
                </a:lnTo>
                <a:lnTo>
                  <a:pt x="103838" y="58346"/>
                </a:lnTo>
                <a:lnTo>
                  <a:pt x="104168" y="59672"/>
                </a:lnTo>
                <a:lnTo>
                  <a:pt x="104475" y="61021"/>
                </a:lnTo>
                <a:lnTo>
                  <a:pt x="104760" y="62394"/>
                </a:lnTo>
                <a:lnTo>
                  <a:pt x="105022" y="63791"/>
                </a:lnTo>
                <a:lnTo>
                  <a:pt x="105261" y="65212"/>
                </a:lnTo>
                <a:lnTo>
                  <a:pt x="105477" y="66657"/>
                </a:lnTo>
                <a:lnTo>
                  <a:pt x="105671" y="68126"/>
                </a:lnTo>
                <a:lnTo>
                  <a:pt x="105841" y="69619"/>
                </a:lnTo>
                <a:lnTo>
                  <a:pt x="105989" y="71136"/>
                </a:lnTo>
                <a:lnTo>
                  <a:pt x="106114" y="72677"/>
                </a:lnTo>
                <a:lnTo>
                  <a:pt x="106217" y="74241"/>
                </a:lnTo>
                <a:lnTo>
                  <a:pt x="106297" y="75830"/>
                </a:lnTo>
                <a:lnTo>
                  <a:pt x="106354" y="77443"/>
                </a:lnTo>
                <a:lnTo>
                  <a:pt x="106388" y="79080"/>
                </a:lnTo>
                <a:lnTo>
                  <a:pt x="106399" y="80740"/>
                </a:lnTo>
                <a:lnTo>
                  <a:pt x="106388" y="82410"/>
                </a:lnTo>
                <a:lnTo>
                  <a:pt x="106354" y="84056"/>
                </a:lnTo>
                <a:lnTo>
                  <a:pt x="106298" y="85679"/>
                </a:lnTo>
                <a:lnTo>
                  <a:pt x="106220" y="87277"/>
                </a:lnTo>
                <a:lnTo>
                  <a:pt x="106119" y="88851"/>
                </a:lnTo>
                <a:lnTo>
                  <a:pt x="105996" y="90401"/>
                </a:lnTo>
                <a:lnTo>
                  <a:pt x="105851" y="91928"/>
                </a:lnTo>
                <a:lnTo>
                  <a:pt x="105683" y="93430"/>
                </a:lnTo>
                <a:lnTo>
                  <a:pt x="105493" y="94909"/>
                </a:lnTo>
                <a:lnTo>
                  <a:pt x="105280" y="96363"/>
                </a:lnTo>
                <a:lnTo>
                  <a:pt x="105046" y="97794"/>
                </a:lnTo>
                <a:lnTo>
                  <a:pt x="104788" y="99200"/>
                </a:lnTo>
                <a:lnTo>
                  <a:pt x="104509" y="100583"/>
                </a:lnTo>
                <a:lnTo>
                  <a:pt x="104207" y="101942"/>
                </a:lnTo>
                <a:lnTo>
                  <a:pt x="103882" y="103276"/>
                </a:lnTo>
                <a:lnTo>
                  <a:pt x="103535" y="104587"/>
                </a:lnTo>
                <a:lnTo>
                  <a:pt x="103166" y="105874"/>
                </a:lnTo>
                <a:lnTo>
                  <a:pt x="102775" y="107137"/>
                </a:lnTo>
                <a:lnTo>
                  <a:pt x="102361" y="108376"/>
                </a:lnTo>
                <a:lnTo>
                  <a:pt x="101925" y="109591"/>
                </a:lnTo>
                <a:lnTo>
                  <a:pt x="101466" y="110782"/>
                </a:lnTo>
                <a:lnTo>
                  <a:pt x="100985" y="111949"/>
                </a:lnTo>
                <a:lnTo>
                  <a:pt x="100482" y="113092"/>
                </a:lnTo>
                <a:lnTo>
                  <a:pt x="99956" y="114211"/>
                </a:lnTo>
                <a:lnTo>
                  <a:pt x="99407" y="115306"/>
                </a:lnTo>
                <a:lnTo>
                  <a:pt x="98836" y="116378"/>
                </a:lnTo>
                <a:lnTo>
                  <a:pt x="98241" y="117425"/>
                </a:lnTo>
                <a:lnTo>
                  <a:pt x="97623" y="118449"/>
                </a:lnTo>
                <a:lnTo>
                  <a:pt x="96982" y="119450"/>
                </a:lnTo>
                <a:lnTo>
                  <a:pt x="96317" y="120426"/>
                </a:lnTo>
                <a:lnTo>
                  <a:pt x="95630" y="121379"/>
                </a:lnTo>
                <a:lnTo>
                  <a:pt x="94919" y="122308"/>
                </a:lnTo>
                <a:lnTo>
                  <a:pt x="94185" y="123213"/>
                </a:lnTo>
                <a:lnTo>
                  <a:pt x="93428" y="124094"/>
                </a:lnTo>
                <a:lnTo>
                  <a:pt x="92648" y="124952"/>
                </a:lnTo>
                <a:lnTo>
                  <a:pt x="91845" y="125786"/>
                </a:lnTo>
                <a:lnTo>
                  <a:pt x="91018" y="126596"/>
                </a:lnTo>
                <a:lnTo>
                  <a:pt x="90169" y="127382"/>
                </a:lnTo>
                <a:lnTo>
                  <a:pt x="89296" y="128145"/>
                </a:lnTo>
                <a:lnTo>
                  <a:pt x="88400" y="128884"/>
                </a:lnTo>
                <a:lnTo>
                  <a:pt x="87481" y="129599"/>
                </a:lnTo>
                <a:lnTo>
                  <a:pt x="86538" y="130290"/>
                </a:lnTo>
                <a:lnTo>
                  <a:pt x="85573" y="130958"/>
                </a:lnTo>
                <a:lnTo>
                  <a:pt x="84584" y="131602"/>
                </a:lnTo>
                <a:lnTo>
                  <a:pt x="83572" y="132222"/>
                </a:lnTo>
                <a:lnTo>
                  <a:pt x="82537" y="132818"/>
                </a:lnTo>
                <a:lnTo>
                  <a:pt x="81479" y="133391"/>
                </a:lnTo>
                <a:lnTo>
                  <a:pt x="80398" y="133940"/>
                </a:lnTo>
                <a:lnTo>
                  <a:pt x="79293" y="134465"/>
                </a:lnTo>
                <a:lnTo>
                  <a:pt x="78163" y="134969"/>
                </a:lnTo>
                <a:lnTo>
                  <a:pt x="77009" y="135450"/>
                </a:lnTo>
                <a:lnTo>
                  <a:pt x="75830" y="135908"/>
                </a:lnTo>
                <a:lnTo>
                  <a:pt x="74627" y="136345"/>
                </a:lnTo>
                <a:lnTo>
                  <a:pt x="73399" y="136759"/>
                </a:lnTo>
                <a:lnTo>
                  <a:pt x="72146" y="137150"/>
                </a:lnTo>
                <a:lnTo>
                  <a:pt x="70869" y="137519"/>
                </a:lnTo>
                <a:lnTo>
                  <a:pt x="69568" y="137866"/>
                </a:lnTo>
                <a:lnTo>
                  <a:pt x="68242" y="138190"/>
                </a:lnTo>
                <a:lnTo>
                  <a:pt x="66891" y="138492"/>
                </a:lnTo>
                <a:lnTo>
                  <a:pt x="65516" y="138772"/>
                </a:lnTo>
                <a:lnTo>
                  <a:pt x="64116" y="139029"/>
                </a:lnTo>
                <a:lnTo>
                  <a:pt x="62692" y="139264"/>
                </a:lnTo>
                <a:lnTo>
                  <a:pt x="61243" y="139477"/>
                </a:lnTo>
                <a:lnTo>
                  <a:pt x="59770" y="139667"/>
                </a:lnTo>
                <a:lnTo>
                  <a:pt x="58272" y="139835"/>
                </a:lnTo>
                <a:lnTo>
                  <a:pt x="56749" y="139980"/>
                </a:lnTo>
                <a:lnTo>
                  <a:pt x="55202" y="140103"/>
                </a:lnTo>
                <a:lnTo>
                  <a:pt x="53630" y="140204"/>
                </a:lnTo>
                <a:lnTo>
                  <a:pt x="52034" y="140282"/>
                </a:lnTo>
                <a:lnTo>
                  <a:pt x="50414" y="140338"/>
                </a:lnTo>
                <a:lnTo>
                  <a:pt x="48768" y="140372"/>
                </a:lnTo>
                <a:lnTo>
                  <a:pt x="47098" y="140383"/>
                </a:lnTo>
                <a:lnTo>
                  <a:pt x="20527" y="140383"/>
                </a:lnTo>
                <a:lnTo>
                  <a:pt x="20527" y="21325"/>
                </a:lnTo>
                <a:lnTo>
                  <a:pt x="47098" y="21325"/>
                </a:lnTo>
                <a:lnTo>
                  <a:pt x="48740" y="21337"/>
                </a:lnTo>
                <a:lnTo>
                  <a:pt x="50359" y="21371"/>
                </a:lnTo>
                <a:close/>
                <a:moveTo>
                  <a:pt x="401403" y="157603"/>
                </a:moveTo>
                <a:lnTo>
                  <a:pt x="420448" y="157603"/>
                </a:lnTo>
                <a:lnTo>
                  <a:pt x="420448" y="43107"/>
                </a:lnTo>
                <a:lnTo>
                  <a:pt x="401403" y="43107"/>
                </a:lnTo>
                <a:lnTo>
                  <a:pt x="401403" y="157603"/>
                </a:lnTo>
                <a:close/>
                <a:moveTo>
                  <a:pt x="211644" y="159581"/>
                </a:moveTo>
                <a:lnTo>
                  <a:pt x="212768" y="159523"/>
                </a:lnTo>
                <a:lnTo>
                  <a:pt x="213878" y="159449"/>
                </a:lnTo>
                <a:lnTo>
                  <a:pt x="214975" y="159358"/>
                </a:lnTo>
                <a:lnTo>
                  <a:pt x="216059" y="159251"/>
                </a:lnTo>
                <a:lnTo>
                  <a:pt x="217130" y="159127"/>
                </a:lnTo>
                <a:lnTo>
                  <a:pt x="218187" y="158986"/>
                </a:lnTo>
                <a:lnTo>
                  <a:pt x="219232" y="158829"/>
                </a:lnTo>
                <a:lnTo>
                  <a:pt x="220264" y="158656"/>
                </a:lnTo>
                <a:lnTo>
                  <a:pt x="221283" y="158465"/>
                </a:lnTo>
                <a:lnTo>
                  <a:pt x="222288" y="158259"/>
                </a:lnTo>
                <a:lnTo>
                  <a:pt x="223281" y="158036"/>
                </a:lnTo>
                <a:lnTo>
                  <a:pt x="224260" y="157796"/>
                </a:lnTo>
                <a:lnTo>
                  <a:pt x="225226" y="157540"/>
                </a:lnTo>
                <a:lnTo>
                  <a:pt x="226180" y="157267"/>
                </a:lnTo>
                <a:lnTo>
                  <a:pt x="227120" y="156978"/>
                </a:lnTo>
                <a:lnTo>
                  <a:pt x="228047" y="156672"/>
                </a:lnTo>
                <a:lnTo>
                  <a:pt x="228961" y="156349"/>
                </a:lnTo>
                <a:lnTo>
                  <a:pt x="229862" y="156010"/>
                </a:lnTo>
                <a:lnTo>
                  <a:pt x="230750" y="155655"/>
                </a:lnTo>
                <a:lnTo>
                  <a:pt x="231625" y="155283"/>
                </a:lnTo>
                <a:lnTo>
                  <a:pt x="232487" y="154895"/>
                </a:lnTo>
                <a:lnTo>
                  <a:pt x="233334" y="154491"/>
                </a:lnTo>
                <a:lnTo>
                  <a:pt x="234166" y="154073"/>
                </a:lnTo>
                <a:lnTo>
                  <a:pt x="234982" y="153641"/>
                </a:lnTo>
                <a:lnTo>
                  <a:pt x="235781" y="153195"/>
                </a:lnTo>
                <a:lnTo>
                  <a:pt x="236566" y="152736"/>
                </a:lnTo>
                <a:lnTo>
                  <a:pt x="237334" y="152262"/>
                </a:lnTo>
                <a:lnTo>
                  <a:pt x="238086" y="151775"/>
                </a:lnTo>
                <a:lnTo>
                  <a:pt x="238823" y="151274"/>
                </a:lnTo>
                <a:lnTo>
                  <a:pt x="239543" y="150759"/>
                </a:lnTo>
                <a:lnTo>
                  <a:pt x="240248" y="150230"/>
                </a:lnTo>
                <a:lnTo>
                  <a:pt x="240937" y="149687"/>
                </a:lnTo>
                <a:lnTo>
                  <a:pt x="241610" y="149130"/>
                </a:lnTo>
                <a:lnTo>
                  <a:pt x="242268" y="148560"/>
                </a:lnTo>
                <a:lnTo>
                  <a:pt x="242909" y="147975"/>
                </a:lnTo>
                <a:lnTo>
                  <a:pt x="243535" y="147377"/>
                </a:lnTo>
                <a:lnTo>
                  <a:pt x="244144" y="146764"/>
                </a:lnTo>
                <a:lnTo>
                  <a:pt x="244738" y="146138"/>
                </a:lnTo>
                <a:lnTo>
                  <a:pt x="245316" y="145498"/>
                </a:lnTo>
                <a:lnTo>
                  <a:pt x="245879" y="144844"/>
                </a:lnTo>
                <a:lnTo>
                  <a:pt x="246425" y="144177"/>
                </a:lnTo>
                <a:lnTo>
                  <a:pt x="246956" y="143495"/>
                </a:lnTo>
                <a:lnTo>
                  <a:pt x="247471" y="142799"/>
                </a:lnTo>
                <a:lnTo>
                  <a:pt x="247970" y="142090"/>
                </a:lnTo>
                <a:lnTo>
                  <a:pt x="248453" y="141367"/>
                </a:lnTo>
                <a:lnTo>
                  <a:pt x="248918" y="140630"/>
                </a:lnTo>
                <a:lnTo>
                  <a:pt x="249366" y="139883"/>
                </a:lnTo>
                <a:lnTo>
                  <a:pt x="249794" y="139123"/>
                </a:lnTo>
                <a:lnTo>
                  <a:pt x="250204" y="138352"/>
                </a:lnTo>
                <a:lnTo>
                  <a:pt x="250596" y="137570"/>
                </a:lnTo>
                <a:lnTo>
                  <a:pt x="250969" y="136776"/>
                </a:lnTo>
                <a:lnTo>
                  <a:pt x="251323" y="135970"/>
                </a:lnTo>
                <a:lnTo>
                  <a:pt x="251658" y="135152"/>
                </a:lnTo>
                <a:lnTo>
                  <a:pt x="251975" y="134323"/>
                </a:lnTo>
                <a:lnTo>
                  <a:pt x="252274" y="133482"/>
                </a:lnTo>
                <a:lnTo>
                  <a:pt x="252553" y="132630"/>
                </a:lnTo>
                <a:lnTo>
                  <a:pt x="252815" y="131766"/>
                </a:lnTo>
                <a:lnTo>
                  <a:pt x="253057" y="130890"/>
                </a:lnTo>
                <a:lnTo>
                  <a:pt x="253281" y="130003"/>
                </a:lnTo>
                <a:lnTo>
                  <a:pt x="253486" y="129104"/>
                </a:lnTo>
                <a:lnTo>
                  <a:pt x="253673" y="128193"/>
                </a:lnTo>
                <a:lnTo>
                  <a:pt x="253841" y="127271"/>
                </a:lnTo>
                <a:lnTo>
                  <a:pt x="253991" y="126337"/>
                </a:lnTo>
                <a:lnTo>
                  <a:pt x="254122" y="125392"/>
                </a:lnTo>
                <a:lnTo>
                  <a:pt x="254234" y="124435"/>
                </a:lnTo>
                <a:lnTo>
                  <a:pt x="254327" y="123466"/>
                </a:lnTo>
                <a:lnTo>
                  <a:pt x="254402" y="122486"/>
                </a:lnTo>
                <a:lnTo>
                  <a:pt x="254459" y="121494"/>
                </a:lnTo>
                <a:lnTo>
                  <a:pt x="254497" y="120490"/>
                </a:lnTo>
                <a:lnTo>
                  <a:pt x="235680" y="120490"/>
                </a:lnTo>
                <a:lnTo>
                  <a:pt x="235640" y="121469"/>
                </a:lnTo>
                <a:lnTo>
                  <a:pt x="235576" y="122429"/>
                </a:lnTo>
                <a:lnTo>
                  <a:pt x="235488" y="123370"/>
                </a:lnTo>
                <a:lnTo>
                  <a:pt x="235376" y="124291"/>
                </a:lnTo>
                <a:lnTo>
                  <a:pt x="235241" y="125193"/>
                </a:lnTo>
                <a:lnTo>
                  <a:pt x="235081" y="126075"/>
                </a:lnTo>
                <a:lnTo>
                  <a:pt x="234898" y="126939"/>
                </a:lnTo>
                <a:lnTo>
                  <a:pt x="234692" y="127782"/>
                </a:lnTo>
                <a:lnTo>
                  <a:pt x="234461" y="128607"/>
                </a:lnTo>
                <a:lnTo>
                  <a:pt x="234207" y="129412"/>
                </a:lnTo>
                <a:lnTo>
                  <a:pt x="233929" y="130198"/>
                </a:lnTo>
                <a:lnTo>
                  <a:pt x="233627" y="130964"/>
                </a:lnTo>
                <a:lnTo>
                  <a:pt x="233302" y="131711"/>
                </a:lnTo>
                <a:lnTo>
                  <a:pt x="232953" y="132439"/>
                </a:lnTo>
                <a:lnTo>
                  <a:pt x="232580" y="133147"/>
                </a:lnTo>
                <a:lnTo>
                  <a:pt x="232183" y="133836"/>
                </a:lnTo>
                <a:lnTo>
                  <a:pt x="231762" y="134506"/>
                </a:lnTo>
                <a:lnTo>
                  <a:pt x="231318" y="135156"/>
                </a:lnTo>
                <a:lnTo>
                  <a:pt x="230850" y="135787"/>
                </a:lnTo>
                <a:lnTo>
                  <a:pt x="230358" y="136398"/>
                </a:lnTo>
                <a:lnTo>
                  <a:pt x="229843" y="136990"/>
                </a:lnTo>
                <a:lnTo>
                  <a:pt x="229303" y="137563"/>
                </a:lnTo>
                <a:lnTo>
                  <a:pt x="228740" y="138117"/>
                </a:lnTo>
                <a:lnTo>
                  <a:pt x="228154" y="138651"/>
                </a:lnTo>
                <a:lnTo>
                  <a:pt x="227545" y="139165"/>
                </a:lnTo>
                <a:lnTo>
                  <a:pt x="226917" y="139656"/>
                </a:lnTo>
                <a:lnTo>
                  <a:pt x="226270" y="140126"/>
                </a:lnTo>
                <a:lnTo>
                  <a:pt x="225603" y="140574"/>
                </a:lnTo>
                <a:lnTo>
                  <a:pt x="224917" y="141000"/>
                </a:lnTo>
                <a:lnTo>
                  <a:pt x="224212" y="141404"/>
                </a:lnTo>
                <a:lnTo>
                  <a:pt x="223487" y="141787"/>
                </a:lnTo>
                <a:lnTo>
                  <a:pt x="222743" y="142147"/>
                </a:lnTo>
                <a:lnTo>
                  <a:pt x="221979" y="142486"/>
                </a:lnTo>
                <a:lnTo>
                  <a:pt x="221196" y="142803"/>
                </a:lnTo>
                <a:lnTo>
                  <a:pt x="220394" y="143098"/>
                </a:lnTo>
                <a:lnTo>
                  <a:pt x="219572" y="143371"/>
                </a:lnTo>
                <a:lnTo>
                  <a:pt x="218731" y="143622"/>
                </a:lnTo>
                <a:lnTo>
                  <a:pt x="217870" y="143852"/>
                </a:lnTo>
                <a:lnTo>
                  <a:pt x="216990" y="144060"/>
                </a:lnTo>
                <a:lnTo>
                  <a:pt x="216091" y="144245"/>
                </a:lnTo>
                <a:lnTo>
                  <a:pt x="215172" y="144409"/>
                </a:lnTo>
                <a:lnTo>
                  <a:pt x="214234" y="144551"/>
                </a:lnTo>
                <a:lnTo>
                  <a:pt x="213276" y="144671"/>
                </a:lnTo>
                <a:lnTo>
                  <a:pt x="212299" y="144770"/>
                </a:lnTo>
                <a:lnTo>
                  <a:pt x="211302" y="144846"/>
                </a:lnTo>
                <a:lnTo>
                  <a:pt x="210286" y="144901"/>
                </a:lnTo>
                <a:lnTo>
                  <a:pt x="209251" y="144934"/>
                </a:lnTo>
                <a:lnTo>
                  <a:pt x="208197" y="144945"/>
                </a:lnTo>
                <a:lnTo>
                  <a:pt x="207207" y="144935"/>
                </a:lnTo>
                <a:lnTo>
                  <a:pt x="206233" y="144905"/>
                </a:lnTo>
                <a:lnTo>
                  <a:pt x="205276" y="144855"/>
                </a:lnTo>
                <a:lnTo>
                  <a:pt x="204335" y="144786"/>
                </a:lnTo>
                <a:lnTo>
                  <a:pt x="203410" y="144697"/>
                </a:lnTo>
                <a:lnTo>
                  <a:pt x="202502" y="144588"/>
                </a:lnTo>
                <a:lnTo>
                  <a:pt x="201609" y="144459"/>
                </a:lnTo>
                <a:lnTo>
                  <a:pt x="200733" y="144310"/>
                </a:lnTo>
                <a:lnTo>
                  <a:pt x="199873" y="144142"/>
                </a:lnTo>
                <a:lnTo>
                  <a:pt x="199030" y="143953"/>
                </a:lnTo>
                <a:lnTo>
                  <a:pt x="198202" y="143745"/>
                </a:lnTo>
                <a:lnTo>
                  <a:pt x="197391" y="143517"/>
                </a:lnTo>
                <a:lnTo>
                  <a:pt x="196596" y="143269"/>
                </a:lnTo>
                <a:lnTo>
                  <a:pt x="195818" y="143002"/>
                </a:lnTo>
                <a:lnTo>
                  <a:pt x="195055" y="142714"/>
                </a:lnTo>
                <a:lnTo>
                  <a:pt x="194309" y="142407"/>
                </a:lnTo>
                <a:lnTo>
                  <a:pt x="193579" y="142080"/>
                </a:lnTo>
                <a:lnTo>
                  <a:pt x="192865" y="141733"/>
                </a:lnTo>
                <a:lnTo>
                  <a:pt x="192168" y="141366"/>
                </a:lnTo>
                <a:lnTo>
                  <a:pt x="191487" y="140980"/>
                </a:lnTo>
                <a:lnTo>
                  <a:pt x="190822" y="140574"/>
                </a:lnTo>
                <a:lnTo>
                  <a:pt x="190173" y="140147"/>
                </a:lnTo>
                <a:lnTo>
                  <a:pt x="189540" y="139701"/>
                </a:lnTo>
                <a:lnTo>
                  <a:pt x="188924" y="139235"/>
                </a:lnTo>
                <a:lnTo>
                  <a:pt x="188322" y="138753"/>
                </a:lnTo>
                <a:lnTo>
                  <a:pt x="187735" y="138258"/>
                </a:lnTo>
                <a:lnTo>
                  <a:pt x="187161" y="137750"/>
                </a:lnTo>
                <a:lnTo>
                  <a:pt x="186600" y="137228"/>
                </a:lnTo>
                <a:lnTo>
                  <a:pt x="186054" y="136694"/>
                </a:lnTo>
                <a:lnTo>
                  <a:pt x="185520" y="136147"/>
                </a:lnTo>
                <a:lnTo>
                  <a:pt x="185001" y="135586"/>
                </a:lnTo>
                <a:lnTo>
                  <a:pt x="184495" y="135013"/>
                </a:lnTo>
                <a:lnTo>
                  <a:pt x="184003" y="134427"/>
                </a:lnTo>
                <a:lnTo>
                  <a:pt x="183525" y="133828"/>
                </a:lnTo>
                <a:lnTo>
                  <a:pt x="183060" y="133215"/>
                </a:lnTo>
                <a:lnTo>
                  <a:pt x="182609" y="132590"/>
                </a:lnTo>
                <a:lnTo>
                  <a:pt x="182171" y="131952"/>
                </a:lnTo>
                <a:lnTo>
                  <a:pt x="181748" y="131300"/>
                </a:lnTo>
                <a:lnTo>
                  <a:pt x="181338" y="130636"/>
                </a:lnTo>
                <a:lnTo>
                  <a:pt x="180941" y="129959"/>
                </a:lnTo>
                <a:lnTo>
                  <a:pt x="180558" y="129268"/>
                </a:lnTo>
                <a:lnTo>
                  <a:pt x="180189" y="128565"/>
                </a:lnTo>
                <a:lnTo>
                  <a:pt x="179834" y="127849"/>
                </a:lnTo>
                <a:lnTo>
                  <a:pt x="179492" y="127119"/>
                </a:lnTo>
                <a:lnTo>
                  <a:pt x="179164" y="126377"/>
                </a:lnTo>
                <a:lnTo>
                  <a:pt x="178849" y="125621"/>
                </a:lnTo>
                <a:lnTo>
                  <a:pt x="178548" y="124853"/>
                </a:lnTo>
                <a:lnTo>
                  <a:pt x="178261" y="124072"/>
                </a:lnTo>
                <a:lnTo>
                  <a:pt x="177986" y="123281"/>
                </a:lnTo>
                <a:lnTo>
                  <a:pt x="177723" y="122483"/>
                </a:lnTo>
                <a:lnTo>
                  <a:pt x="177471" y="121679"/>
                </a:lnTo>
                <a:lnTo>
                  <a:pt x="177230" y="120869"/>
                </a:lnTo>
                <a:lnTo>
                  <a:pt x="177000" y="120052"/>
                </a:lnTo>
                <a:lnTo>
                  <a:pt x="176782" y="119229"/>
                </a:lnTo>
                <a:lnTo>
                  <a:pt x="176575" y="118400"/>
                </a:lnTo>
                <a:lnTo>
                  <a:pt x="176379" y="117564"/>
                </a:lnTo>
                <a:lnTo>
                  <a:pt x="176195" y="116722"/>
                </a:lnTo>
                <a:lnTo>
                  <a:pt x="176022" y="115873"/>
                </a:lnTo>
                <a:lnTo>
                  <a:pt x="175860" y="115018"/>
                </a:lnTo>
                <a:lnTo>
                  <a:pt x="175709" y="114156"/>
                </a:lnTo>
                <a:lnTo>
                  <a:pt x="175570" y="113289"/>
                </a:lnTo>
                <a:lnTo>
                  <a:pt x="175442" y="112414"/>
                </a:lnTo>
                <a:lnTo>
                  <a:pt x="175325" y="111534"/>
                </a:lnTo>
                <a:lnTo>
                  <a:pt x="175220" y="110647"/>
                </a:lnTo>
                <a:lnTo>
                  <a:pt x="175126" y="109753"/>
                </a:lnTo>
                <a:lnTo>
                  <a:pt x="175043" y="108853"/>
                </a:lnTo>
                <a:lnTo>
                  <a:pt x="174971" y="107947"/>
                </a:lnTo>
                <a:lnTo>
                  <a:pt x="174911" y="107035"/>
                </a:lnTo>
                <a:lnTo>
                  <a:pt x="174862" y="106116"/>
                </a:lnTo>
                <a:lnTo>
                  <a:pt x="174824" y="105190"/>
                </a:lnTo>
                <a:lnTo>
                  <a:pt x="174798" y="104258"/>
                </a:lnTo>
                <a:lnTo>
                  <a:pt x="174783" y="103320"/>
                </a:lnTo>
                <a:lnTo>
                  <a:pt x="253926" y="103320"/>
                </a:lnTo>
                <a:lnTo>
                  <a:pt x="253945" y="103230"/>
                </a:lnTo>
                <a:lnTo>
                  <a:pt x="253964" y="103135"/>
                </a:lnTo>
                <a:lnTo>
                  <a:pt x="253982" y="103035"/>
                </a:lnTo>
                <a:lnTo>
                  <a:pt x="253999" y="102931"/>
                </a:lnTo>
                <a:lnTo>
                  <a:pt x="254017" y="102822"/>
                </a:lnTo>
                <a:lnTo>
                  <a:pt x="254033" y="102708"/>
                </a:lnTo>
                <a:lnTo>
                  <a:pt x="254050" y="102590"/>
                </a:lnTo>
                <a:lnTo>
                  <a:pt x="254066" y="102467"/>
                </a:lnTo>
                <a:lnTo>
                  <a:pt x="254082" y="102339"/>
                </a:lnTo>
                <a:lnTo>
                  <a:pt x="254097" y="102207"/>
                </a:lnTo>
                <a:lnTo>
                  <a:pt x="254112" y="102070"/>
                </a:lnTo>
                <a:lnTo>
                  <a:pt x="254126" y="101928"/>
                </a:lnTo>
                <a:lnTo>
                  <a:pt x="254140" y="101782"/>
                </a:lnTo>
                <a:lnTo>
                  <a:pt x="254154" y="101631"/>
                </a:lnTo>
                <a:lnTo>
                  <a:pt x="254167" y="101475"/>
                </a:lnTo>
                <a:lnTo>
                  <a:pt x="254180" y="101315"/>
                </a:lnTo>
                <a:lnTo>
                  <a:pt x="254192" y="101150"/>
                </a:lnTo>
                <a:lnTo>
                  <a:pt x="254204" y="100980"/>
                </a:lnTo>
                <a:lnTo>
                  <a:pt x="254216" y="100806"/>
                </a:lnTo>
                <a:lnTo>
                  <a:pt x="254227" y="100626"/>
                </a:lnTo>
                <a:lnTo>
                  <a:pt x="254238" y="100443"/>
                </a:lnTo>
                <a:lnTo>
                  <a:pt x="254249" y="100254"/>
                </a:lnTo>
                <a:lnTo>
                  <a:pt x="254259" y="100061"/>
                </a:lnTo>
                <a:lnTo>
                  <a:pt x="254269" y="99863"/>
                </a:lnTo>
                <a:lnTo>
                  <a:pt x="254278" y="99664"/>
                </a:lnTo>
                <a:lnTo>
                  <a:pt x="254287" y="99467"/>
                </a:lnTo>
                <a:lnTo>
                  <a:pt x="254295" y="99272"/>
                </a:lnTo>
                <a:lnTo>
                  <a:pt x="254303" y="99079"/>
                </a:lnTo>
                <a:lnTo>
                  <a:pt x="254311" y="98889"/>
                </a:lnTo>
                <a:lnTo>
                  <a:pt x="254319" y="98701"/>
                </a:lnTo>
                <a:lnTo>
                  <a:pt x="254325" y="98515"/>
                </a:lnTo>
                <a:lnTo>
                  <a:pt x="254332" y="98331"/>
                </a:lnTo>
                <a:lnTo>
                  <a:pt x="254338" y="98150"/>
                </a:lnTo>
                <a:lnTo>
                  <a:pt x="254344" y="97971"/>
                </a:lnTo>
                <a:lnTo>
                  <a:pt x="254349" y="97794"/>
                </a:lnTo>
                <a:lnTo>
                  <a:pt x="254354" y="97619"/>
                </a:lnTo>
                <a:lnTo>
                  <a:pt x="254359" y="97446"/>
                </a:lnTo>
                <a:lnTo>
                  <a:pt x="254363" y="97276"/>
                </a:lnTo>
                <a:lnTo>
                  <a:pt x="254367" y="97108"/>
                </a:lnTo>
                <a:lnTo>
                  <a:pt x="254370" y="96943"/>
                </a:lnTo>
                <a:lnTo>
                  <a:pt x="254373" y="96779"/>
                </a:lnTo>
                <a:lnTo>
                  <a:pt x="254376" y="96618"/>
                </a:lnTo>
                <a:lnTo>
                  <a:pt x="254378" y="96459"/>
                </a:lnTo>
                <a:lnTo>
                  <a:pt x="254379" y="96302"/>
                </a:lnTo>
                <a:lnTo>
                  <a:pt x="254381" y="96147"/>
                </a:lnTo>
                <a:lnTo>
                  <a:pt x="254382" y="95995"/>
                </a:lnTo>
                <a:lnTo>
                  <a:pt x="254382" y="95845"/>
                </a:lnTo>
                <a:lnTo>
                  <a:pt x="254383" y="95697"/>
                </a:lnTo>
                <a:lnTo>
                  <a:pt x="254360" y="93520"/>
                </a:lnTo>
                <a:lnTo>
                  <a:pt x="254293" y="91385"/>
                </a:lnTo>
                <a:lnTo>
                  <a:pt x="254181" y="89293"/>
                </a:lnTo>
                <a:lnTo>
                  <a:pt x="254025" y="87244"/>
                </a:lnTo>
                <a:lnTo>
                  <a:pt x="253823" y="85238"/>
                </a:lnTo>
                <a:lnTo>
                  <a:pt x="253577" y="83274"/>
                </a:lnTo>
                <a:lnTo>
                  <a:pt x="253286" y="81353"/>
                </a:lnTo>
                <a:lnTo>
                  <a:pt x="252951" y="79475"/>
                </a:lnTo>
                <a:lnTo>
                  <a:pt x="252570" y="77640"/>
                </a:lnTo>
                <a:lnTo>
                  <a:pt x="252145" y="75847"/>
                </a:lnTo>
                <a:lnTo>
                  <a:pt x="251676" y="74097"/>
                </a:lnTo>
                <a:lnTo>
                  <a:pt x="251161" y="72390"/>
                </a:lnTo>
                <a:lnTo>
                  <a:pt x="250602" y="70726"/>
                </a:lnTo>
                <a:lnTo>
                  <a:pt x="249998" y="69105"/>
                </a:lnTo>
                <a:lnTo>
                  <a:pt x="249349" y="67526"/>
                </a:lnTo>
                <a:lnTo>
                  <a:pt x="248655" y="65990"/>
                </a:lnTo>
                <a:lnTo>
                  <a:pt x="247917" y="64497"/>
                </a:lnTo>
                <a:lnTo>
                  <a:pt x="247134" y="63046"/>
                </a:lnTo>
                <a:lnTo>
                  <a:pt x="246306" y="61638"/>
                </a:lnTo>
                <a:lnTo>
                  <a:pt x="245434" y="60274"/>
                </a:lnTo>
                <a:lnTo>
                  <a:pt x="244516" y="58951"/>
                </a:lnTo>
                <a:lnTo>
                  <a:pt x="243554" y="57672"/>
                </a:lnTo>
                <a:lnTo>
                  <a:pt x="242548" y="56435"/>
                </a:lnTo>
                <a:lnTo>
                  <a:pt x="241496" y="55242"/>
                </a:lnTo>
                <a:lnTo>
                  <a:pt x="240405" y="54093"/>
                </a:lnTo>
                <a:lnTo>
                  <a:pt x="239280" y="52994"/>
                </a:lnTo>
                <a:lnTo>
                  <a:pt x="238121" y="51943"/>
                </a:lnTo>
                <a:lnTo>
                  <a:pt x="236928" y="50941"/>
                </a:lnTo>
                <a:lnTo>
                  <a:pt x="235701" y="49989"/>
                </a:lnTo>
                <a:lnTo>
                  <a:pt x="234440" y="49085"/>
                </a:lnTo>
                <a:lnTo>
                  <a:pt x="233145" y="48229"/>
                </a:lnTo>
                <a:lnTo>
                  <a:pt x="231815" y="47423"/>
                </a:lnTo>
                <a:lnTo>
                  <a:pt x="230452" y="46666"/>
                </a:lnTo>
                <a:lnTo>
                  <a:pt x="229055" y="45957"/>
                </a:lnTo>
                <a:lnTo>
                  <a:pt x="227623" y="45297"/>
                </a:lnTo>
                <a:lnTo>
                  <a:pt x="226158" y="44687"/>
                </a:lnTo>
                <a:lnTo>
                  <a:pt x="224658" y="44125"/>
                </a:lnTo>
                <a:lnTo>
                  <a:pt x="223125" y="43612"/>
                </a:lnTo>
                <a:lnTo>
                  <a:pt x="221557" y="43147"/>
                </a:lnTo>
                <a:lnTo>
                  <a:pt x="219955" y="42732"/>
                </a:lnTo>
                <a:lnTo>
                  <a:pt x="218320" y="42366"/>
                </a:lnTo>
                <a:lnTo>
                  <a:pt x="216650" y="42048"/>
                </a:lnTo>
                <a:lnTo>
                  <a:pt x="214946" y="41779"/>
                </a:lnTo>
                <a:lnTo>
                  <a:pt x="213208" y="41559"/>
                </a:lnTo>
                <a:lnTo>
                  <a:pt x="211436" y="41388"/>
                </a:lnTo>
                <a:lnTo>
                  <a:pt x="209630" y="41266"/>
                </a:lnTo>
                <a:lnTo>
                  <a:pt x="207790" y="41193"/>
                </a:lnTo>
                <a:lnTo>
                  <a:pt x="205916" y="41168"/>
                </a:lnTo>
                <a:lnTo>
                  <a:pt x="204501" y="41181"/>
                </a:lnTo>
                <a:lnTo>
                  <a:pt x="203106" y="41221"/>
                </a:lnTo>
                <a:lnTo>
                  <a:pt x="201733" y="41286"/>
                </a:lnTo>
                <a:lnTo>
                  <a:pt x="200380" y="41377"/>
                </a:lnTo>
                <a:lnTo>
                  <a:pt x="199048" y="41495"/>
                </a:lnTo>
                <a:lnTo>
                  <a:pt x="197737" y="41638"/>
                </a:lnTo>
                <a:lnTo>
                  <a:pt x="196447" y="41808"/>
                </a:lnTo>
                <a:lnTo>
                  <a:pt x="195177" y="42003"/>
                </a:lnTo>
                <a:lnTo>
                  <a:pt x="193928" y="42225"/>
                </a:lnTo>
                <a:lnTo>
                  <a:pt x="192700" y="42473"/>
                </a:lnTo>
                <a:lnTo>
                  <a:pt x="191493" y="42747"/>
                </a:lnTo>
                <a:lnTo>
                  <a:pt x="190307" y="43047"/>
                </a:lnTo>
                <a:lnTo>
                  <a:pt x="189141" y="43374"/>
                </a:lnTo>
                <a:lnTo>
                  <a:pt x="187996" y="43726"/>
                </a:lnTo>
                <a:lnTo>
                  <a:pt x="186872" y="44104"/>
                </a:lnTo>
                <a:lnTo>
                  <a:pt x="185769" y="44509"/>
                </a:lnTo>
                <a:lnTo>
                  <a:pt x="184686" y="44939"/>
                </a:lnTo>
                <a:lnTo>
                  <a:pt x="183625" y="45396"/>
                </a:lnTo>
                <a:lnTo>
                  <a:pt x="182584" y="45879"/>
                </a:lnTo>
                <a:lnTo>
                  <a:pt x="181564" y="46388"/>
                </a:lnTo>
                <a:lnTo>
                  <a:pt x="180564" y="46923"/>
                </a:lnTo>
                <a:lnTo>
                  <a:pt x="179586" y="47484"/>
                </a:lnTo>
                <a:lnTo>
                  <a:pt x="178628" y="48071"/>
                </a:lnTo>
                <a:lnTo>
                  <a:pt x="177691" y="48684"/>
                </a:lnTo>
                <a:lnTo>
                  <a:pt x="176774" y="49321"/>
                </a:lnTo>
                <a:lnTo>
                  <a:pt x="175877" y="49977"/>
                </a:lnTo>
                <a:lnTo>
                  <a:pt x="175000" y="50654"/>
                </a:lnTo>
                <a:lnTo>
                  <a:pt x="174143" y="51351"/>
                </a:lnTo>
                <a:lnTo>
                  <a:pt x="173306" y="52068"/>
                </a:lnTo>
                <a:lnTo>
                  <a:pt x="172488" y="52806"/>
                </a:lnTo>
                <a:lnTo>
                  <a:pt x="171690" y="53563"/>
                </a:lnTo>
                <a:lnTo>
                  <a:pt x="170912" y="54341"/>
                </a:lnTo>
                <a:lnTo>
                  <a:pt x="170154" y="55139"/>
                </a:lnTo>
                <a:lnTo>
                  <a:pt x="169415" y="55957"/>
                </a:lnTo>
                <a:lnTo>
                  <a:pt x="168696" y="56795"/>
                </a:lnTo>
                <a:lnTo>
                  <a:pt x="167998" y="57653"/>
                </a:lnTo>
                <a:lnTo>
                  <a:pt x="167318" y="58532"/>
                </a:lnTo>
                <a:lnTo>
                  <a:pt x="166659" y="59431"/>
                </a:lnTo>
                <a:lnTo>
                  <a:pt x="166020" y="60350"/>
                </a:lnTo>
                <a:lnTo>
                  <a:pt x="165400" y="61289"/>
                </a:lnTo>
                <a:lnTo>
                  <a:pt x="164800" y="62248"/>
                </a:lnTo>
                <a:lnTo>
                  <a:pt x="164220" y="63228"/>
                </a:lnTo>
                <a:lnTo>
                  <a:pt x="163660" y="64227"/>
                </a:lnTo>
                <a:lnTo>
                  <a:pt x="163119" y="65247"/>
                </a:lnTo>
                <a:lnTo>
                  <a:pt x="162598" y="66287"/>
                </a:lnTo>
                <a:lnTo>
                  <a:pt x="162098" y="67348"/>
                </a:lnTo>
                <a:lnTo>
                  <a:pt x="161616" y="68428"/>
                </a:lnTo>
                <a:lnTo>
                  <a:pt x="161155" y="69529"/>
                </a:lnTo>
                <a:lnTo>
                  <a:pt x="160713" y="70647"/>
                </a:lnTo>
                <a:lnTo>
                  <a:pt x="160290" y="71779"/>
                </a:lnTo>
                <a:lnTo>
                  <a:pt x="159886" y="72926"/>
                </a:lnTo>
                <a:lnTo>
                  <a:pt x="159500" y="74087"/>
                </a:lnTo>
                <a:lnTo>
                  <a:pt x="159133" y="75263"/>
                </a:lnTo>
                <a:lnTo>
                  <a:pt x="158785" y="76453"/>
                </a:lnTo>
                <a:lnTo>
                  <a:pt x="158456" y="77658"/>
                </a:lnTo>
                <a:lnTo>
                  <a:pt x="158146" y="78878"/>
                </a:lnTo>
                <a:lnTo>
                  <a:pt x="157854" y="80111"/>
                </a:lnTo>
                <a:lnTo>
                  <a:pt x="157581" y="81360"/>
                </a:lnTo>
                <a:lnTo>
                  <a:pt x="157328" y="82622"/>
                </a:lnTo>
                <a:lnTo>
                  <a:pt x="157092" y="83899"/>
                </a:lnTo>
                <a:lnTo>
                  <a:pt x="156876" y="85191"/>
                </a:lnTo>
                <a:lnTo>
                  <a:pt x="156679" y="86497"/>
                </a:lnTo>
                <a:lnTo>
                  <a:pt x="156500" y="87818"/>
                </a:lnTo>
                <a:lnTo>
                  <a:pt x="156340" y="89153"/>
                </a:lnTo>
                <a:lnTo>
                  <a:pt x="156199" y="90503"/>
                </a:lnTo>
                <a:lnTo>
                  <a:pt x="156077" y="91867"/>
                </a:lnTo>
                <a:lnTo>
                  <a:pt x="155973" y="93245"/>
                </a:lnTo>
                <a:lnTo>
                  <a:pt x="155889" y="94638"/>
                </a:lnTo>
                <a:lnTo>
                  <a:pt x="155823" y="96046"/>
                </a:lnTo>
                <a:lnTo>
                  <a:pt x="155776" y="97468"/>
                </a:lnTo>
                <a:lnTo>
                  <a:pt x="155748" y="98904"/>
                </a:lnTo>
                <a:lnTo>
                  <a:pt x="155738" y="100355"/>
                </a:lnTo>
                <a:lnTo>
                  <a:pt x="155748" y="101749"/>
                </a:lnTo>
                <a:lnTo>
                  <a:pt x="155777" y="103130"/>
                </a:lnTo>
                <a:lnTo>
                  <a:pt x="155826" y="104501"/>
                </a:lnTo>
                <a:lnTo>
                  <a:pt x="155893" y="105859"/>
                </a:lnTo>
                <a:lnTo>
                  <a:pt x="155981" y="107207"/>
                </a:lnTo>
                <a:lnTo>
                  <a:pt x="156087" y="108542"/>
                </a:lnTo>
                <a:lnTo>
                  <a:pt x="156214" y="109866"/>
                </a:lnTo>
                <a:lnTo>
                  <a:pt x="156359" y="111178"/>
                </a:lnTo>
                <a:lnTo>
                  <a:pt x="156524" y="112479"/>
                </a:lnTo>
                <a:lnTo>
                  <a:pt x="156708" y="113768"/>
                </a:lnTo>
                <a:lnTo>
                  <a:pt x="156912" y="115045"/>
                </a:lnTo>
                <a:lnTo>
                  <a:pt x="157135" y="116311"/>
                </a:lnTo>
                <a:lnTo>
                  <a:pt x="157378" y="117565"/>
                </a:lnTo>
                <a:lnTo>
                  <a:pt x="157640" y="118807"/>
                </a:lnTo>
                <a:lnTo>
                  <a:pt x="157921" y="120038"/>
                </a:lnTo>
                <a:lnTo>
                  <a:pt x="158222" y="121258"/>
                </a:lnTo>
                <a:lnTo>
                  <a:pt x="158542" y="122465"/>
                </a:lnTo>
                <a:lnTo>
                  <a:pt x="158881" y="123661"/>
                </a:lnTo>
                <a:lnTo>
                  <a:pt x="159240" y="124846"/>
                </a:lnTo>
                <a:lnTo>
                  <a:pt x="159619" y="126018"/>
                </a:lnTo>
                <a:lnTo>
                  <a:pt x="160017" y="127180"/>
                </a:lnTo>
                <a:lnTo>
                  <a:pt x="160434" y="128329"/>
                </a:lnTo>
                <a:lnTo>
                  <a:pt x="160870" y="129467"/>
                </a:lnTo>
                <a:lnTo>
                  <a:pt x="161326" y="130593"/>
                </a:lnTo>
                <a:lnTo>
                  <a:pt x="161802" y="131704"/>
                </a:lnTo>
                <a:lnTo>
                  <a:pt x="162299" y="132795"/>
                </a:lnTo>
                <a:lnTo>
                  <a:pt x="162817" y="133866"/>
                </a:lnTo>
                <a:lnTo>
                  <a:pt x="163355" y="134918"/>
                </a:lnTo>
                <a:lnTo>
                  <a:pt x="163914" y="135950"/>
                </a:lnTo>
                <a:lnTo>
                  <a:pt x="164494" y="136963"/>
                </a:lnTo>
                <a:lnTo>
                  <a:pt x="165095" y="137956"/>
                </a:lnTo>
                <a:lnTo>
                  <a:pt x="165717" y="138929"/>
                </a:lnTo>
                <a:lnTo>
                  <a:pt x="166359" y="139883"/>
                </a:lnTo>
                <a:lnTo>
                  <a:pt x="167022" y="140818"/>
                </a:lnTo>
                <a:lnTo>
                  <a:pt x="167706" y="141733"/>
                </a:lnTo>
                <a:lnTo>
                  <a:pt x="168411" y="142628"/>
                </a:lnTo>
                <a:lnTo>
                  <a:pt x="169136" y="143504"/>
                </a:lnTo>
                <a:lnTo>
                  <a:pt x="169883" y="144360"/>
                </a:lnTo>
                <a:lnTo>
                  <a:pt x="170650" y="145197"/>
                </a:lnTo>
                <a:lnTo>
                  <a:pt x="171438" y="146014"/>
                </a:lnTo>
                <a:lnTo>
                  <a:pt x="172246" y="146812"/>
                </a:lnTo>
                <a:lnTo>
                  <a:pt x="173076" y="147590"/>
                </a:lnTo>
                <a:lnTo>
                  <a:pt x="173926" y="148348"/>
                </a:lnTo>
                <a:lnTo>
                  <a:pt x="174797" y="149087"/>
                </a:lnTo>
                <a:lnTo>
                  <a:pt x="175689" y="149807"/>
                </a:lnTo>
                <a:lnTo>
                  <a:pt x="176602" y="150506"/>
                </a:lnTo>
                <a:lnTo>
                  <a:pt x="177535" y="151187"/>
                </a:lnTo>
                <a:lnTo>
                  <a:pt x="178489" y="151848"/>
                </a:lnTo>
                <a:lnTo>
                  <a:pt x="179465" y="152485"/>
                </a:lnTo>
                <a:lnTo>
                  <a:pt x="180464" y="153095"/>
                </a:lnTo>
                <a:lnTo>
                  <a:pt x="181485" y="153678"/>
                </a:lnTo>
                <a:lnTo>
                  <a:pt x="182530" y="154233"/>
                </a:lnTo>
                <a:lnTo>
                  <a:pt x="183597" y="154762"/>
                </a:lnTo>
                <a:lnTo>
                  <a:pt x="184687" y="155264"/>
                </a:lnTo>
                <a:lnTo>
                  <a:pt x="185799" y="155738"/>
                </a:lnTo>
                <a:lnTo>
                  <a:pt x="186934" y="156185"/>
                </a:lnTo>
                <a:lnTo>
                  <a:pt x="188093" y="156606"/>
                </a:lnTo>
                <a:lnTo>
                  <a:pt x="189273" y="156999"/>
                </a:lnTo>
                <a:lnTo>
                  <a:pt x="190477" y="157365"/>
                </a:lnTo>
                <a:lnTo>
                  <a:pt x="191704" y="157704"/>
                </a:lnTo>
                <a:lnTo>
                  <a:pt x="192953" y="158015"/>
                </a:lnTo>
                <a:lnTo>
                  <a:pt x="194225" y="158300"/>
                </a:lnTo>
                <a:lnTo>
                  <a:pt x="195519" y="158558"/>
                </a:lnTo>
                <a:lnTo>
                  <a:pt x="196837" y="158788"/>
                </a:lnTo>
                <a:lnTo>
                  <a:pt x="198177" y="158991"/>
                </a:lnTo>
                <a:lnTo>
                  <a:pt x="199540" y="159168"/>
                </a:lnTo>
                <a:lnTo>
                  <a:pt x="200926" y="159317"/>
                </a:lnTo>
                <a:lnTo>
                  <a:pt x="202335" y="159439"/>
                </a:lnTo>
                <a:lnTo>
                  <a:pt x="203766" y="159534"/>
                </a:lnTo>
                <a:lnTo>
                  <a:pt x="205220" y="159601"/>
                </a:lnTo>
                <a:lnTo>
                  <a:pt x="206697" y="159642"/>
                </a:lnTo>
                <a:lnTo>
                  <a:pt x="208197" y="159656"/>
                </a:lnTo>
                <a:lnTo>
                  <a:pt x="209359" y="159647"/>
                </a:lnTo>
                <a:lnTo>
                  <a:pt x="210508" y="159623"/>
                </a:lnTo>
                <a:lnTo>
                  <a:pt x="211644" y="159581"/>
                </a:lnTo>
                <a:close/>
                <a:moveTo>
                  <a:pt x="175315" y="85415"/>
                </a:moveTo>
                <a:lnTo>
                  <a:pt x="175500" y="84139"/>
                </a:lnTo>
                <a:lnTo>
                  <a:pt x="175709" y="82890"/>
                </a:lnTo>
                <a:lnTo>
                  <a:pt x="175941" y="81669"/>
                </a:lnTo>
                <a:lnTo>
                  <a:pt x="176196" y="80475"/>
                </a:lnTo>
                <a:lnTo>
                  <a:pt x="176474" y="79308"/>
                </a:lnTo>
                <a:lnTo>
                  <a:pt x="176776" y="78169"/>
                </a:lnTo>
                <a:lnTo>
                  <a:pt x="177101" y="77056"/>
                </a:lnTo>
                <a:lnTo>
                  <a:pt x="177448" y="75972"/>
                </a:lnTo>
                <a:lnTo>
                  <a:pt x="177819" y="74914"/>
                </a:lnTo>
                <a:lnTo>
                  <a:pt x="178213" y="73884"/>
                </a:lnTo>
                <a:lnTo>
                  <a:pt x="178631" y="72882"/>
                </a:lnTo>
                <a:lnTo>
                  <a:pt x="179071" y="71906"/>
                </a:lnTo>
                <a:lnTo>
                  <a:pt x="179535" y="70958"/>
                </a:lnTo>
                <a:lnTo>
                  <a:pt x="180021" y="70037"/>
                </a:lnTo>
                <a:lnTo>
                  <a:pt x="180531" y="69144"/>
                </a:lnTo>
                <a:lnTo>
                  <a:pt x="181064" y="68278"/>
                </a:lnTo>
                <a:lnTo>
                  <a:pt x="181621" y="67439"/>
                </a:lnTo>
                <a:lnTo>
                  <a:pt x="182200" y="66628"/>
                </a:lnTo>
                <a:lnTo>
                  <a:pt x="182803" y="65844"/>
                </a:lnTo>
                <a:lnTo>
                  <a:pt x="183428" y="65087"/>
                </a:lnTo>
                <a:lnTo>
                  <a:pt x="184077" y="64358"/>
                </a:lnTo>
                <a:lnTo>
                  <a:pt x="184748" y="63657"/>
                </a:lnTo>
                <a:lnTo>
                  <a:pt x="185440" y="62985"/>
                </a:lnTo>
                <a:lnTo>
                  <a:pt x="186152" y="62344"/>
                </a:lnTo>
                <a:lnTo>
                  <a:pt x="186885" y="61732"/>
                </a:lnTo>
                <a:lnTo>
                  <a:pt x="187639" y="61150"/>
                </a:lnTo>
                <a:lnTo>
                  <a:pt x="188414" y="60599"/>
                </a:lnTo>
                <a:lnTo>
                  <a:pt x="189210" y="60076"/>
                </a:lnTo>
                <a:lnTo>
                  <a:pt x="190026" y="59584"/>
                </a:lnTo>
                <a:lnTo>
                  <a:pt x="190863" y="59122"/>
                </a:lnTo>
                <a:lnTo>
                  <a:pt x="191721" y="58689"/>
                </a:lnTo>
                <a:lnTo>
                  <a:pt x="192600" y="58286"/>
                </a:lnTo>
                <a:lnTo>
                  <a:pt x="193500" y="57913"/>
                </a:lnTo>
                <a:lnTo>
                  <a:pt x="194420" y="57570"/>
                </a:lnTo>
                <a:lnTo>
                  <a:pt x="195361" y="57257"/>
                </a:lnTo>
                <a:lnTo>
                  <a:pt x="196323" y="56974"/>
                </a:lnTo>
                <a:lnTo>
                  <a:pt x="197306" y="56720"/>
                </a:lnTo>
                <a:lnTo>
                  <a:pt x="198309" y="56496"/>
                </a:lnTo>
                <a:lnTo>
                  <a:pt x="199334" y="56302"/>
                </a:lnTo>
                <a:lnTo>
                  <a:pt x="200379" y="56138"/>
                </a:lnTo>
                <a:lnTo>
                  <a:pt x="201444" y="56004"/>
                </a:lnTo>
                <a:lnTo>
                  <a:pt x="202531" y="55900"/>
                </a:lnTo>
                <a:lnTo>
                  <a:pt x="203639" y="55825"/>
                </a:lnTo>
                <a:lnTo>
                  <a:pt x="204767" y="55780"/>
                </a:lnTo>
                <a:lnTo>
                  <a:pt x="205916" y="55765"/>
                </a:lnTo>
                <a:lnTo>
                  <a:pt x="207055" y="55780"/>
                </a:lnTo>
                <a:lnTo>
                  <a:pt x="208174" y="55826"/>
                </a:lnTo>
                <a:lnTo>
                  <a:pt x="209271" y="55901"/>
                </a:lnTo>
                <a:lnTo>
                  <a:pt x="210347" y="56006"/>
                </a:lnTo>
                <a:lnTo>
                  <a:pt x="211403" y="56141"/>
                </a:lnTo>
                <a:lnTo>
                  <a:pt x="212437" y="56306"/>
                </a:lnTo>
                <a:lnTo>
                  <a:pt x="213451" y="56502"/>
                </a:lnTo>
                <a:lnTo>
                  <a:pt x="214443" y="56727"/>
                </a:lnTo>
                <a:lnTo>
                  <a:pt x="215415" y="56982"/>
                </a:lnTo>
                <a:lnTo>
                  <a:pt x="216365" y="57268"/>
                </a:lnTo>
                <a:lnTo>
                  <a:pt x="217295" y="57583"/>
                </a:lnTo>
                <a:lnTo>
                  <a:pt x="218204" y="57929"/>
                </a:lnTo>
                <a:lnTo>
                  <a:pt x="219091" y="58304"/>
                </a:lnTo>
                <a:lnTo>
                  <a:pt x="219958" y="58710"/>
                </a:lnTo>
                <a:lnTo>
                  <a:pt x="220803" y="59145"/>
                </a:lnTo>
                <a:lnTo>
                  <a:pt x="221628" y="59611"/>
                </a:lnTo>
                <a:lnTo>
                  <a:pt x="222432" y="60107"/>
                </a:lnTo>
                <a:lnTo>
                  <a:pt x="223214" y="60633"/>
                </a:lnTo>
                <a:lnTo>
                  <a:pt x="223976" y="61188"/>
                </a:lnTo>
                <a:lnTo>
                  <a:pt x="224716" y="61774"/>
                </a:lnTo>
                <a:lnTo>
                  <a:pt x="225436" y="62390"/>
                </a:lnTo>
                <a:lnTo>
                  <a:pt x="226135" y="63036"/>
                </a:lnTo>
                <a:lnTo>
                  <a:pt x="226813" y="63712"/>
                </a:lnTo>
                <a:lnTo>
                  <a:pt x="227469" y="64418"/>
                </a:lnTo>
                <a:lnTo>
                  <a:pt x="228103" y="65152"/>
                </a:lnTo>
                <a:lnTo>
                  <a:pt x="228710" y="65913"/>
                </a:lnTo>
                <a:lnTo>
                  <a:pt x="229292" y="66701"/>
                </a:lnTo>
                <a:lnTo>
                  <a:pt x="229848" y="67515"/>
                </a:lnTo>
                <a:lnTo>
                  <a:pt x="230379" y="68356"/>
                </a:lnTo>
                <a:lnTo>
                  <a:pt x="230883" y="69223"/>
                </a:lnTo>
                <a:lnTo>
                  <a:pt x="231362" y="70118"/>
                </a:lnTo>
                <a:lnTo>
                  <a:pt x="231815" y="71039"/>
                </a:lnTo>
                <a:lnTo>
                  <a:pt x="232243" y="71987"/>
                </a:lnTo>
                <a:lnTo>
                  <a:pt x="232645" y="72961"/>
                </a:lnTo>
                <a:lnTo>
                  <a:pt x="233021" y="73962"/>
                </a:lnTo>
                <a:lnTo>
                  <a:pt x="233371" y="74990"/>
                </a:lnTo>
                <a:lnTo>
                  <a:pt x="233695" y="76045"/>
                </a:lnTo>
                <a:lnTo>
                  <a:pt x="233994" y="77126"/>
                </a:lnTo>
                <a:lnTo>
                  <a:pt x="234267" y="78234"/>
                </a:lnTo>
                <a:lnTo>
                  <a:pt x="234514" y="79369"/>
                </a:lnTo>
                <a:lnTo>
                  <a:pt x="234736" y="80530"/>
                </a:lnTo>
                <a:lnTo>
                  <a:pt x="234932" y="81718"/>
                </a:lnTo>
                <a:lnTo>
                  <a:pt x="235102" y="82933"/>
                </a:lnTo>
                <a:lnTo>
                  <a:pt x="235246" y="84174"/>
                </a:lnTo>
                <a:lnTo>
                  <a:pt x="235365" y="85442"/>
                </a:lnTo>
                <a:lnTo>
                  <a:pt x="235458" y="86737"/>
                </a:lnTo>
                <a:lnTo>
                  <a:pt x="235525" y="88059"/>
                </a:lnTo>
                <a:lnTo>
                  <a:pt x="235566" y="89407"/>
                </a:lnTo>
                <a:lnTo>
                  <a:pt x="174897" y="89407"/>
                </a:lnTo>
                <a:lnTo>
                  <a:pt x="175013" y="88049"/>
                </a:lnTo>
                <a:lnTo>
                  <a:pt x="175152" y="86718"/>
                </a:lnTo>
                <a:lnTo>
                  <a:pt x="175315" y="85415"/>
                </a:lnTo>
                <a:close/>
                <a:moveTo>
                  <a:pt x="324248" y="159600"/>
                </a:moveTo>
                <a:lnTo>
                  <a:pt x="325007" y="159569"/>
                </a:lnTo>
                <a:lnTo>
                  <a:pt x="325761" y="159531"/>
                </a:lnTo>
                <a:lnTo>
                  <a:pt x="326511" y="159486"/>
                </a:lnTo>
                <a:lnTo>
                  <a:pt x="327256" y="159434"/>
                </a:lnTo>
                <a:lnTo>
                  <a:pt x="327996" y="159375"/>
                </a:lnTo>
                <a:lnTo>
                  <a:pt x="328732" y="159309"/>
                </a:lnTo>
                <a:lnTo>
                  <a:pt x="329464" y="159236"/>
                </a:lnTo>
                <a:lnTo>
                  <a:pt x="330191" y="159157"/>
                </a:lnTo>
                <a:lnTo>
                  <a:pt x="330913" y="159070"/>
                </a:lnTo>
                <a:lnTo>
                  <a:pt x="331631" y="158977"/>
                </a:lnTo>
                <a:lnTo>
                  <a:pt x="332344" y="158876"/>
                </a:lnTo>
                <a:lnTo>
                  <a:pt x="333053" y="158769"/>
                </a:lnTo>
                <a:lnTo>
                  <a:pt x="333757" y="158654"/>
                </a:lnTo>
                <a:lnTo>
                  <a:pt x="334457" y="158533"/>
                </a:lnTo>
                <a:lnTo>
                  <a:pt x="335152" y="158405"/>
                </a:lnTo>
                <a:lnTo>
                  <a:pt x="335842" y="158270"/>
                </a:lnTo>
                <a:lnTo>
                  <a:pt x="336528" y="158128"/>
                </a:lnTo>
                <a:lnTo>
                  <a:pt x="337209" y="157979"/>
                </a:lnTo>
                <a:lnTo>
                  <a:pt x="337886" y="157823"/>
                </a:lnTo>
                <a:lnTo>
                  <a:pt x="338558" y="157660"/>
                </a:lnTo>
                <a:lnTo>
                  <a:pt x="339225" y="157490"/>
                </a:lnTo>
                <a:lnTo>
                  <a:pt x="339884" y="157312"/>
                </a:lnTo>
                <a:lnTo>
                  <a:pt x="340536" y="157127"/>
                </a:lnTo>
                <a:lnTo>
                  <a:pt x="341181" y="156934"/>
                </a:lnTo>
                <a:lnTo>
                  <a:pt x="341819" y="156734"/>
                </a:lnTo>
                <a:lnTo>
                  <a:pt x="342450" y="156526"/>
                </a:lnTo>
                <a:lnTo>
                  <a:pt x="343074" y="156311"/>
                </a:lnTo>
                <a:lnTo>
                  <a:pt x="343690" y="156088"/>
                </a:lnTo>
                <a:lnTo>
                  <a:pt x="344300" y="155858"/>
                </a:lnTo>
                <a:lnTo>
                  <a:pt x="344902" y="155619"/>
                </a:lnTo>
                <a:lnTo>
                  <a:pt x="345497" y="155374"/>
                </a:lnTo>
                <a:lnTo>
                  <a:pt x="346085" y="155121"/>
                </a:lnTo>
                <a:lnTo>
                  <a:pt x="346666" y="154860"/>
                </a:lnTo>
                <a:lnTo>
                  <a:pt x="347240" y="154592"/>
                </a:lnTo>
                <a:lnTo>
                  <a:pt x="347806" y="154316"/>
                </a:lnTo>
                <a:lnTo>
                  <a:pt x="348366" y="154033"/>
                </a:lnTo>
                <a:lnTo>
                  <a:pt x="348918" y="153742"/>
                </a:lnTo>
                <a:lnTo>
                  <a:pt x="349464" y="153444"/>
                </a:lnTo>
                <a:lnTo>
                  <a:pt x="350002" y="153138"/>
                </a:lnTo>
                <a:lnTo>
                  <a:pt x="350533" y="152824"/>
                </a:lnTo>
                <a:lnTo>
                  <a:pt x="351057" y="152503"/>
                </a:lnTo>
                <a:lnTo>
                  <a:pt x="351573" y="152175"/>
                </a:lnTo>
                <a:lnTo>
                  <a:pt x="352083" y="151838"/>
                </a:lnTo>
                <a:lnTo>
                  <a:pt x="352585" y="151495"/>
                </a:lnTo>
                <a:lnTo>
                  <a:pt x="353080" y="151143"/>
                </a:lnTo>
                <a:lnTo>
                  <a:pt x="353565" y="150783"/>
                </a:lnTo>
                <a:lnTo>
                  <a:pt x="354041" y="150416"/>
                </a:lnTo>
                <a:lnTo>
                  <a:pt x="354508" y="150040"/>
                </a:lnTo>
                <a:lnTo>
                  <a:pt x="354966" y="149655"/>
                </a:lnTo>
                <a:lnTo>
                  <a:pt x="355415" y="149263"/>
                </a:lnTo>
                <a:lnTo>
                  <a:pt x="355855" y="148863"/>
                </a:lnTo>
                <a:lnTo>
                  <a:pt x="356285" y="148454"/>
                </a:lnTo>
                <a:lnTo>
                  <a:pt x="356707" y="148037"/>
                </a:lnTo>
                <a:lnTo>
                  <a:pt x="357119" y="147612"/>
                </a:lnTo>
                <a:lnTo>
                  <a:pt x="357523" y="147179"/>
                </a:lnTo>
                <a:lnTo>
                  <a:pt x="357917" y="146738"/>
                </a:lnTo>
                <a:lnTo>
                  <a:pt x="358302" y="146289"/>
                </a:lnTo>
                <a:lnTo>
                  <a:pt x="358678" y="145831"/>
                </a:lnTo>
                <a:lnTo>
                  <a:pt x="359045" y="145365"/>
                </a:lnTo>
                <a:lnTo>
                  <a:pt x="359402" y="144891"/>
                </a:lnTo>
                <a:lnTo>
                  <a:pt x="359751" y="144409"/>
                </a:lnTo>
                <a:lnTo>
                  <a:pt x="360091" y="143919"/>
                </a:lnTo>
                <a:lnTo>
                  <a:pt x="360421" y="143421"/>
                </a:lnTo>
                <a:lnTo>
                  <a:pt x="360742" y="142915"/>
                </a:lnTo>
                <a:lnTo>
                  <a:pt x="361055" y="142400"/>
                </a:lnTo>
                <a:lnTo>
                  <a:pt x="361358" y="141877"/>
                </a:lnTo>
                <a:lnTo>
                  <a:pt x="361652" y="141346"/>
                </a:lnTo>
                <a:lnTo>
                  <a:pt x="361937" y="140807"/>
                </a:lnTo>
                <a:lnTo>
                  <a:pt x="362211" y="140260"/>
                </a:lnTo>
                <a:lnTo>
                  <a:pt x="362474" y="139704"/>
                </a:lnTo>
                <a:lnTo>
                  <a:pt x="362725" y="139140"/>
                </a:lnTo>
                <a:lnTo>
                  <a:pt x="362965" y="138568"/>
                </a:lnTo>
                <a:lnTo>
                  <a:pt x="363192" y="137987"/>
                </a:lnTo>
                <a:lnTo>
                  <a:pt x="363408" y="137398"/>
                </a:lnTo>
                <a:lnTo>
                  <a:pt x="363613" y="136800"/>
                </a:lnTo>
                <a:lnTo>
                  <a:pt x="363806" y="136194"/>
                </a:lnTo>
                <a:lnTo>
                  <a:pt x="363987" y="135580"/>
                </a:lnTo>
                <a:lnTo>
                  <a:pt x="364156" y="134958"/>
                </a:lnTo>
                <a:lnTo>
                  <a:pt x="364314" y="134327"/>
                </a:lnTo>
                <a:lnTo>
                  <a:pt x="364460" y="133688"/>
                </a:lnTo>
                <a:lnTo>
                  <a:pt x="364594" y="133040"/>
                </a:lnTo>
                <a:lnTo>
                  <a:pt x="364717" y="132384"/>
                </a:lnTo>
                <a:lnTo>
                  <a:pt x="364828" y="131720"/>
                </a:lnTo>
                <a:lnTo>
                  <a:pt x="364927" y="131047"/>
                </a:lnTo>
                <a:lnTo>
                  <a:pt x="365015" y="130366"/>
                </a:lnTo>
                <a:lnTo>
                  <a:pt x="365091" y="129677"/>
                </a:lnTo>
                <a:lnTo>
                  <a:pt x="365155" y="128979"/>
                </a:lnTo>
                <a:lnTo>
                  <a:pt x="365207" y="128273"/>
                </a:lnTo>
                <a:lnTo>
                  <a:pt x="365248" y="127559"/>
                </a:lnTo>
                <a:lnTo>
                  <a:pt x="365277" y="126836"/>
                </a:lnTo>
                <a:lnTo>
                  <a:pt x="365295" y="126105"/>
                </a:lnTo>
                <a:lnTo>
                  <a:pt x="365301" y="125365"/>
                </a:lnTo>
                <a:lnTo>
                  <a:pt x="365293" y="124511"/>
                </a:lnTo>
                <a:lnTo>
                  <a:pt x="365271" y="123669"/>
                </a:lnTo>
                <a:lnTo>
                  <a:pt x="365234" y="122839"/>
                </a:lnTo>
                <a:lnTo>
                  <a:pt x="365182" y="122023"/>
                </a:lnTo>
                <a:lnTo>
                  <a:pt x="365115" y="121220"/>
                </a:lnTo>
                <a:lnTo>
                  <a:pt x="365034" y="120429"/>
                </a:lnTo>
                <a:lnTo>
                  <a:pt x="364937" y="119652"/>
                </a:lnTo>
                <a:lnTo>
                  <a:pt x="364826" y="118887"/>
                </a:lnTo>
                <a:lnTo>
                  <a:pt x="364699" y="118135"/>
                </a:lnTo>
                <a:lnTo>
                  <a:pt x="364558" y="117396"/>
                </a:lnTo>
                <a:lnTo>
                  <a:pt x="364402" y="116670"/>
                </a:lnTo>
                <a:lnTo>
                  <a:pt x="364232" y="115956"/>
                </a:lnTo>
                <a:lnTo>
                  <a:pt x="364046" y="115256"/>
                </a:lnTo>
                <a:lnTo>
                  <a:pt x="363846" y="114568"/>
                </a:lnTo>
                <a:lnTo>
                  <a:pt x="363630" y="113893"/>
                </a:lnTo>
                <a:lnTo>
                  <a:pt x="363400" y="113231"/>
                </a:lnTo>
                <a:lnTo>
                  <a:pt x="363155" y="112582"/>
                </a:lnTo>
                <a:lnTo>
                  <a:pt x="362895" y="111946"/>
                </a:lnTo>
                <a:lnTo>
                  <a:pt x="362621" y="111322"/>
                </a:lnTo>
                <a:lnTo>
                  <a:pt x="362331" y="110712"/>
                </a:lnTo>
                <a:lnTo>
                  <a:pt x="362027" y="110114"/>
                </a:lnTo>
                <a:lnTo>
                  <a:pt x="361707" y="109529"/>
                </a:lnTo>
                <a:lnTo>
                  <a:pt x="361373" y="108957"/>
                </a:lnTo>
                <a:lnTo>
                  <a:pt x="361024" y="108398"/>
                </a:lnTo>
                <a:lnTo>
                  <a:pt x="360661" y="107850"/>
                </a:lnTo>
                <a:lnTo>
                  <a:pt x="360283" y="107309"/>
                </a:lnTo>
                <a:lnTo>
                  <a:pt x="359890" y="106777"/>
                </a:lnTo>
                <a:lnTo>
                  <a:pt x="359483" y="106253"/>
                </a:lnTo>
                <a:lnTo>
                  <a:pt x="359062" y="105738"/>
                </a:lnTo>
                <a:lnTo>
                  <a:pt x="358626" y="105231"/>
                </a:lnTo>
                <a:lnTo>
                  <a:pt x="358176" y="104732"/>
                </a:lnTo>
                <a:lnTo>
                  <a:pt x="357711" y="104242"/>
                </a:lnTo>
                <a:lnTo>
                  <a:pt x="357232" y="103760"/>
                </a:lnTo>
                <a:lnTo>
                  <a:pt x="356738" y="103287"/>
                </a:lnTo>
                <a:lnTo>
                  <a:pt x="356230" y="102822"/>
                </a:lnTo>
                <a:lnTo>
                  <a:pt x="355707" y="102365"/>
                </a:lnTo>
                <a:lnTo>
                  <a:pt x="355170" y="101917"/>
                </a:lnTo>
                <a:lnTo>
                  <a:pt x="354619" y="101476"/>
                </a:lnTo>
                <a:lnTo>
                  <a:pt x="354053" y="101045"/>
                </a:lnTo>
                <a:lnTo>
                  <a:pt x="353472" y="100621"/>
                </a:lnTo>
                <a:lnTo>
                  <a:pt x="352878" y="100207"/>
                </a:lnTo>
                <a:lnTo>
                  <a:pt x="352268" y="99800"/>
                </a:lnTo>
                <a:lnTo>
                  <a:pt x="351644" y="99402"/>
                </a:lnTo>
                <a:lnTo>
                  <a:pt x="351006" y="99012"/>
                </a:lnTo>
                <a:lnTo>
                  <a:pt x="350354" y="98630"/>
                </a:lnTo>
                <a:lnTo>
                  <a:pt x="349686" y="98257"/>
                </a:lnTo>
                <a:lnTo>
                  <a:pt x="349005" y="97892"/>
                </a:lnTo>
                <a:lnTo>
                  <a:pt x="348309" y="97536"/>
                </a:lnTo>
                <a:lnTo>
                  <a:pt x="347599" y="97186"/>
                </a:lnTo>
                <a:lnTo>
                  <a:pt x="346875" y="96840"/>
                </a:lnTo>
                <a:lnTo>
                  <a:pt x="346137" y="96498"/>
                </a:lnTo>
                <a:lnTo>
                  <a:pt x="345385" y="96160"/>
                </a:lnTo>
                <a:lnTo>
                  <a:pt x="344619" y="95826"/>
                </a:lnTo>
                <a:lnTo>
                  <a:pt x="343840" y="95496"/>
                </a:lnTo>
                <a:lnTo>
                  <a:pt x="343047" y="95170"/>
                </a:lnTo>
                <a:lnTo>
                  <a:pt x="342239" y="94849"/>
                </a:lnTo>
                <a:lnTo>
                  <a:pt x="341418" y="94531"/>
                </a:lnTo>
                <a:lnTo>
                  <a:pt x="340583" y="94217"/>
                </a:lnTo>
                <a:lnTo>
                  <a:pt x="339735" y="93908"/>
                </a:lnTo>
                <a:lnTo>
                  <a:pt x="338872" y="93603"/>
                </a:lnTo>
                <a:lnTo>
                  <a:pt x="337996" y="93301"/>
                </a:lnTo>
                <a:lnTo>
                  <a:pt x="337105" y="93004"/>
                </a:lnTo>
                <a:lnTo>
                  <a:pt x="336201" y="92711"/>
                </a:lnTo>
                <a:lnTo>
                  <a:pt x="335283" y="92422"/>
                </a:lnTo>
                <a:lnTo>
                  <a:pt x="334351" y="92137"/>
                </a:lnTo>
                <a:lnTo>
                  <a:pt x="333405" y="91856"/>
                </a:lnTo>
                <a:lnTo>
                  <a:pt x="332446" y="91579"/>
                </a:lnTo>
                <a:lnTo>
                  <a:pt x="331472" y="91306"/>
                </a:lnTo>
                <a:lnTo>
                  <a:pt x="330485" y="91037"/>
                </a:lnTo>
                <a:lnTo>
                  <a:pt x="329484" y="90773"/>
                </a:lnTo>
                <a:lnTo>
                  <a:pt x="328469" y="90512"/>
                </a:lnTo>
                <a:lnTo>
                  <a:pt x="327440" y="90255"/>
                </a:lnTo>
                <a:lnTo>
                  <a:pt x="326497" y="90021"/>
                </a:lnTo>
                <a:lnTo>
                  <a:pt x="325571" y="89788"/>
                </a:lnTo>
                <a:lnTo>
                  <a:pt x="324662" y="89555"/>
                </a:lnTo>
                <a:lnTo>
                  <a:pt x="323768" y="89324"/>
                </a:lnTo>
                <a:lnTo>
                  <a:pt x="322891" y="89094"/>
                </a:lnTo>
                <a:lnTo>
                  <a:pt x="322030" y="88864"/>
                </a:lnTo>
                <a:lnTo>
                  <a:pt x="321185" y="88636"/>
                </a:lnTo>
                <a:lnTo>
                  <a:pt x="320356" y="88409"/>
                </a:lnTo>
                <a:lnTo>
                  <a:pt x="319544" y="88183"/>
                </a:lnTo>
                <a:lnTo>
                  <a:pt x="318748" y="87958"/>
                </a:lnTo>
                <a:lnTo>
                  <a:pt x="317968" y="87733"/>
                </a:lnTo>
                <a:lnTo>
                  <a:pt x="317205" y="87510"/>
                </a:lnTo>
                <a:lnTo>
                  <a:pt x="316457" y="87288"/>
                </a:lnTo>
                <a:lnTo>
                  <a:pt x="315726" y="87067"/>
                </a:lnTo>
                <a:lnTo>
                  <a:pt x="315011" y="86847"/>
                </a:lnTo>
                <a:lnTo>
                  <a:pt x="314312" y="86628"/>
                </a:lnTo>
                <a:lnTo>
                  <a:pt x="313630" y="86410"/>
                </a:lnTo>
                <a:lnTo>
                  <a:pt x="312964" y="86193"/>
                </a:lnTo>
                <a:lnTo>
                  <a:pt x="312314" y="85977"/>
                </a:lnTo>
                <a:lnTo>
                  <a:pt x="311680" y="85763"/>
                </a:lnTo>
                <a:lnTo>
                  <a:pt x="311062" y="85549"/>
                </a:lnTo>
                <a:lnTo>
                  <a:pt x="310461" y="85336"/>
                </a:lnTo>
                <a:lnTo>
                  <a:pt x="309876" y="85124"/>
                </a:lnTo>
                <a:lnTo>
                  <a:pt x="309307" y="84913"/>
                </a:lnTo>
                <a:lnTo>
                  <a:pt x="308753" y="84702"/>
                </a:lnTo>
                <a:lnTo>
                  <a:pt x="308213" y="84488"/>
                </a:lnTo>
                <a:lnTo>
                  <a:pt x="307686" y="84272"/>
                </a:lnTo>
                <a:lnTo>
                  <a:pt x="307172" y="84053"/>
                </a:lnTo>
                <a:lnTo>
                  <a:pt x="306672" y="83833"/>
                </a:lnTo>
                <a:lnTo>
                  <a:pt x="306185" y="83610"/>
                </a:lnTo>
                <a:lnTo>
                  <a:pt x="305712" y="83385"/>
                </a:lnTo>
                <a:lnTo>
                  <a:pt x="305253" y="83157"/>
                </a:lnTo>
                <a:lnTo>
                  <a:pt x="304806" y="82928"/>
                </a:lnTo>
                <a:lnTo>
                  <a:pt x="304373" y="82696"/>
                </a:lnTo>
                <a:lnTo>
                  <a:pt x="303954" y="82462"/>
                </a:lnTo>
                <a:lnTo>
                  <a:pt x="303548" y="82225"/>
                </a:lnTo>
                <a:lnTo>
                  <a:pt x="303156" y="81987"/>
                </a:lnTo>
                <a:lnTo>
                  <a:pt x="302777" y="81746"/>
                </a:lnTo>
                <a:lnTo>
                  <a:pt x="302411" y="81503"/>
                </a:lnTo>
                <a:lnTo>
                  <a:pt x="302059" y="81258"/>
                </a:lnTo>
                <a:lnTo>
                  <a:pt x="301721" y="81010"/>
                </a:lnTo>
                <a:lnTo>
                  <a:pt x="301396" y="80760"/>
                </a:lnTo>
                <a:lnTo>
                  <a:pt x="301084" y="80508"/>
                </a:lnTo>
                <a:lnTo>
                  <a:pt x="300786" y="80254"/>
                </a:lnTo>
                <a:lnTo>
                  <a:pt x="300501" y="79998"/>
                </a:lnTo>
                <a:lnTo>
                  <a:pt x="300230" y="79739"/>
                </a:lnTo>
                <a:lnTo>
                  <a:pt x="299972" y="79478"/>
                </a:lnTo>
                <a:lnTo>
                  <a:pt x="299728" y="79215"/>
                </a:lnTo>
                <a:lnTo>
                  <a:pt x="299495" y="78948"/>
                </a:lnTo>
                <a:lnTo>
                  <a:pt x="299273" y="78676"/>
                </a:lnTo>
                <a:lnTo>
                  <a:pt x="299060" y="78400"/>
                </a:lnTo>
                <a:lnTo>
                  <a:pt x="298857" y="78119"/>
                </a:lnTo>
                <a:lnTo>
                  <a:pt x="298664" y="77832"/>
                </a:lnTo>
                <a:lnTo>
                  <a:pt x="298481" y="77541"/>
                </a:lnTo>
                <a:lnTo>
                  <a:pt x="298307" y="77245"/>
                </a:lnTo>
                <a:lnTo>
                  <a:pt x="298144" y="76944"/>
                </a:lnTo>
                <a:lnTo>
                  <a:pt x="297991" y="76638"/>
                </a:lnTo>
                <a:lnTo>
                  <a:pt x="297847" y="76327"/>
                </a:lnTo>
                <a:lnTo>
                  <a:pt x="297713" y="76012"/>
                </a:lnTo>
                <a:lnTo>
                  <a:pt x="297590" y="75691"/>
                </a:lnTo>
                <a:lnTo>
                  <a:pt x="297476" y="75366"/>
                </a:lnTo>
                <a:lnTo>
                  <a:pt x="297372" y="75036"/>
                </a:lnTo>
                <a:lnTo>
                  <a:pt x="297278" y="74700"/>
                </a:lnTo>
                <a:lnTo>
                  <a:pt x="297194" y="74360"/>
                </a:lnTo>
                <a:lnTo>
                  <a:pt x="297119" y="74015"/>
                </a:lnTo>
                <a:lnTo>
                  <a:pt x="297055" y="73665"/>
                </a:lnTo>
                <a:lnTo>
                  <a:pt x="297001" y="73311"/>
                </a:lnTo>
                <a:lnTo>
                  <a:pt x="296956" y="72951"/>
                </a:lnTo>
                <a:lnTo>
                  <a:pt x="296921" y="72587"/>
                </a:lnTo>
                <a:lnTo>
                  <a:pt x="296897" y="72217"/>
                </a:lnTo>
                <a:lnTo>
                  <a:pt x="296882" y="71843"/>
                </a:lnTo>
                <a:lnTo>
                  <a:pt x="296877" y="71464"/>
                </a:lnTo>
                <a:lnTo>
                  <a:pt x="296888" y="70788"/>
                </a:lnTo>
                <a:lnTo>
                  <a:pt x="296921" y="70127"/>
                </a:lnTo>
                <a:lnTo>
                  <a:pt x="296977" y="69481"/>
                </a:lnTo>
                <a:lnTo>
                  <a:pt x="297054" y="68850"/>
                </a:lnTo>
                <a:lnTo>
                  <a:pt x="297154" y="68234"/>
                </a:lnTo>
                <a:lnTo>
                  <a:pt x="297276" y="67633"/>
                </a:lnTo>
                <a:lnTo>
                  <a:pt x="297420" y="67048"/>
                </a:lnTo>
                <a:lnTo>
                  <a:pt x="297587" y="66477"/>
                </a:lnTo>
                <a:lnTo>
                  <a:pt x="297775" y="65922"/>
                </a:lnTo>
                <a:lnTo>
                  <a:pt x="297986" y="65381"/>
                </a:lnTo>
                <a:lnTo>
                  <a:pt x="298218" y="64856"/>
                </a:lnTo>
                <a:lnTo>
                  <a:pt x="298474" y="64346"/>
                </a:lnTo>
                <a:lnTo>
                  <a:pt x="298751" y="63851"/>
                </a:lnTo>
                <a:lnTo>
                  <a:pt x="299050" y="63371"/>
                </a:lnTo>
                <a:lnTo>
                  <a:pt x="299372" y="62906"/>
                </a:lnTo>
                <a:lnTo>
                  <a:pt x="299715" y="62456"/>
                </a:lnTo>
                <a:lnTo>
                  <a:pt x="300081" y="62021"/>
                </a:lnTo>
                <a:lnTo>
                  <a:pt x="300469" y="61602"/>
                </a:lnTo>
                <a:lnTo>
                  <a:pt x="300879" y="61197"/>
                </a:lnTo>
                <a:lnTo>
                  <a:pt x="301312" y="60808"/>
                </a:lnTo>
                <a:lnTo>
                  <a:pt x="301766" y="60433"/>
                </a:lnTo>
                <a:lnTo>
                  <a:pt x="302243" y="60074"/>
                </a:lnTo>
                <a:lnTo>
                  <a:pt x="302742" y="59730"/>
                </a:lnTo>
                <a:lnTo>
                  <a:pt x="303263" y="59400"/>
                </a:lnTo>
                <a:lnTo>
                  <a:pt x="303802" y="59085"/>
                </a:lnTo>
                <a:lnTo>
                  <a:pt x="304354" y="58783"/>
                </a:lnTo>
                <a:lnTo>
                  <a:pt x="304920" y="58495"/>
                </a:lnTo>
                <a:lnTo>
                  <a:pt x="305500" y="58220"/>
                </a:lnTo>
                <a:lnTo>
                  <a:pt x="306092" y="57959"/>
                </a:lnTo>
                <a:lnTo>
                  <a:pt x="306699" y="57710"/>
                </a:lnTo>
                <a:lnTo>
                  <a:pt x="307318" y="57476"/>
                </a:lnTo>
                <a:lnTo>
                  <a:pt x="307951" y="57254"/>
                </a:lnTo>
                <a:lnTo>
                  <a:pt x="308598" y="57046"/>
                </a:lnTo>
                <a:lnTo>
                  <a:pt x="309258" y="56852"/>
                </a:lnTo>
                <a:lnTo>
                  <a:pt x="309932" y="56671"/>
                </a:lnTo>
                <a:lnTo>
                  <a:pt x="310619" y="56503"/>
                </a:lnTo>
                <a:lnTo>
                  <a:pt x="311319" y="56349"/>
                </a:lnTo>
                <a:lnTo>
                  <a:pt x="312033" y="56208"/>
                </a:lnTo>
                <a:lnTo>
                  <a:pt x="312761" y="56081"/>
                </a:lnTo>
                <a:lnTo>
                  <a:pt x="313501" y="55967"/>
                </a:lnTo>
                <a:lnTo>
                  <a:pt x="314256" y="55866"/>
                </a:lnTo>
                <a:lnTo>
                  <a:pt x="315024" y="55779"/>
                </a:lnTo>
                <a:lnTo>
                  <a:pt x="315805" y="55705"/>
                </a:lnTo>
                <a:lnTo>
                  <a:pt x="316599" y="55645"/>
                </a:lnTo>
                <a:lnTo>
                  <a:pt x="317408" y="55598"/>
                </a:lnTo>
                <a:lnTo>
                  <a:pt x="318229" y="55564"/>
                </a:lnTo>
                <a:lnTo>
                  <a:pt x="319064" y="55544"/>
                </a:lnTo>
                <a:lnTo>
                  <a:pt x="319913" y="55537"/>
                </a:lnTo>
                <a:lnTo>
                  <a:pt x="320753" y="55546"/>
                </a:lnTo>
                <a:lnTo>
                  <a:pt x="321583" y="55573"/>
                </a:lnTo>
                <a:lnTo>
                  <a:pt x="322402" y="55618"/>
                </a:lnTo>
                <a:lnTo>
                  <a:pt x="323211" y="55680"/>
                </a:lnTo>
                <a:lnTo>
                  <a:pt x="324008" y="55761"/>
                </a:lnTo>
                <a:lnTo>
                  <a:pt x="324795" y="55859"/>
                </a:lnTo>
                <a:lnTo>
                  <a:pt x="325572" y="55975"/>
                </a:lnTo>
                <a:lnTo>
                  <a:pt x="326337" y="56109"/>
                </a:lnTo>
                <a:lnTo>
                  <a:pt x="327092" y="56261"/>
                </a:lnTo>
                <a:lnTo>
                  <a:pt x="327836" y="56431"/>
                </a:lnTo>
                <a:lnTo>
                  <a:pt x="328570" y="56618"/>
                </a:lnTo>
                <a:lnTo>
                  <a:pt x="329293" y="56824"/>
                </a:lnTo>
                <a:lnTo>
                  <a:pt x="330005" y="57047"/>
                </a:lnTo>
                <a:lnTo>
                  <a:pt x="330706" y="57288"/>
                </a:lnTo>
                <a:lnTo>
                  <a:pt x="331397" y="57548"/>
                </a:lnTo>
                <a:lnTo>
                  <a:pt x="332077" y="57825"/>
                </a:lnTo>
                <a:lnTo>
                  <a:pt x="332747" y="58119"/>
                </a:lnTo>
                <a:lnTo>
                  <a:pt x="333405" y="58432"/>
                </a:lnTo>
                <a:lnTo>
                  <a:pt x="334053" y="58763"/>
                </a:lnTo>
                <a:lnTo>
                  <a:pt x="334691" y="59111"/>
                </a:lnTo>
                <a:lnTo>
                  <a:pt x="335317" y="59477"/>
                </a:lnTo>
                <a:lnTo>
                  <a:pt x="335933" y="59861"/>
                </a:lnTo>
                <a:lnTo>
                  <a:pt x="336538" y="60264"/>
                </a:lnTo>
                <a:lnTo>
                  <a:pt x="337133" y="60683"/>
                </a:lnTo>
                <a:lnTo>
                  <a:pt x="337710" y="61125"/>
                </a:lnTo>
                <a:lnTo>
                  <a:pt x="338262" y="61592"/>
                </a:lnTo>
                <a:lnTo>
                  <a:pt x="338790" y="62084"/>
                </a:lnTo>
                <a:lnTo>
                  <a:pt x="339293" y="62602"/>
                </a:lnTo>
                <a:lnTo>
                  <a:pt x="339772" y="63145"/>
                </a:lnTo>
                <a:lnTo>
                  <a:pt x="340226" y="63713"/>
                </a:lnTo>
                <a:lnTo>
                  <a:pt x="340656" y="64306"/>
                </a:lnTo>
                <a:lnTo>
                  <a:pt x="341061" y="64925"/>
                </a:lnTo>
                <a:lnTo>
                  <a:pt x="341442" y="65570"/>
                </a:lnTo>
                <a:lnTo>
                  <a:pt x="341798" y="66240"/>
                </a:lnTo>
                <a:lnTo>
                  <a:pt x="342129" y="66935"/>
                </a:lnTo>
                <a:lnTo>
                  <a:pt x="342436" y="67655"/>
                </a:lnTo>
                <a:lnTo>
                  <a:pt x="342718" y="68401"/>
                </a:lnTo>
                <a:lnTo>
                  <a:pt x="342976" y="69172"/>
                </a:lnTo>
                <a:lnTo>
                  <a:pt x="343209" y="69968"/>
                </a:lnTo>
                <a:lnTo>
                  <a:pt x="343418" y="70790"/>
                </a:lnTo>
                <a:lnTo>
                  <a:pt x="343602" y="71637"/>
                </a:lnTo>
                <a:lnTo>
                  <a:pt x="343762" y="72510"/>
                </a:lnTo>
                <a:lnTo>
                  <a:pt x="343897" y="73408"/>
                </a:lnTo>
                <a:lnTo>
                  <a:pt x="344007" y="74331"/>
                </a:lnTo>
                <a:lnTo>
                  <a:pt x="344093" y="75280"/>
                </a:lnTo>
                <a:lnTo>
                  <a:pt x="344154" y="76254"/>
                </a:lnTo>
                <a:lnTo>
                  <a:pt x="344191" y="77253"/>
                </a:lnTo>
                <a:lnTo>
                  <a:pt x="344203" y="78278"/>
                </a:lnTo>
                <a:lnTo>
                  <a:pt x="362678" y="78278"/>
                </a:lnTo>
                <a:lnTo>
                  <a:pt x="362672" y="77460"/>
                </a:lnTo>
                <a:lnTo>
                  <a:pt x="362654" y="76653"/>
                </a:lnTo>
                <a:lnTo>
                  <a:pt x="362624" y="75856"/>
                </a:lnTo>
                <a:lnTo>
                  <a:pt x="362583" y="75068"/>
                </a:lnTo>
                <a:lnTo>
                  <a:pt x="362529" y="74290"/>
                </a:lnTo>
                <a:lnTo>
                  <a:pt x="362464" y="73522"/>
                </a:lnTo>
                <a:lnTo>
                  <a:pt x="362387" y="72763"/>
                </a:lnTo>
                <a:lnTo>
                  <a:pt x="362298" y="72015"/>
                </a:lnTo>
                <a:lnTo>
                  <a:pt x="362197" y="71276"/>
                </a:lnTo>
                <a:lnTo>
                  <a:pt x="362084" y="70547"/>
                </a:lnTo>
                <a:lnTo>
                  <a:pt x="361959" y="69827"/>
                </a:lnTo>
                <a:lnTo>
                  <a:pt x="361823" y="69118"/>
                </a:lnTo>
                <a:lnTo>
                  <a:pt x="361674" y="68418"/>
                </a:lnTo>
                <a:lnTo>
                  <a:pt x="361514" y="67728"/>
                </a:lnTo>
                <a:lnTo>
                  <a:pt x="361341" y="67048"/>
                </a:lnTo>
                <a:lnTo>
                  <a:pt x="361157" y="66378"/>
                </a:lnTo>
                <a:lnTo>
                  <a:pt x="360961" y="65717"/>
                </a:lnTo>
                <a:lnTo>
                  <a:pt x="360753" y="65067"/>
                </a:lnTo>
                <a:lnTo>
                  <a:pt x="360534" y="64426"/>
                </a:lnTo>
                <a:lnTo>
                  <a:pt x="360302" y="63794"/>
                </a:lnTo>
                <a:lnTo>
                  <a:pt x="360059" y="63173"/>
                </a:lnTo>
                <a:lnTo>
                  <a:pt x="359803" y="62561"/>
                </a:lnTo>
                <a:lnTo>
                  <a:pt x="359536" y="61960"/>
                </a:lnTo>
                <a:lnTo>
                  <a:pt x="359257" y="61368"/>
                </a:lnTo>
                <a:lnTo>
                  <a:pt x="358967" y="60785"/>
                </a:lnTo>
                <a:lnTo>
                  <a:pt x="358669" y="60211"/>
                </a:lnTo>
                <a:lnTo>
                  <a:pt x="358363" y="59647"/>
                </a:lnTo>
                <a:lnTo>
                  <a:pt x="358048" y="59091"/>
                </a:lnTo>
                <a:lnTo>
                  <a:pt x="357725" y="58544"/>
                </a:lnTo>
                <a:lnTo>
                  <a:pt x="357393" y="58006"/>
                </a:lnTo>
                <a:lnTo>
                  <a:pt x="357052" y="57478"/>
                </a:lnTo>
                <a:lnTo>
                  <a:pt x="356703" y="56958"/>
                </a:lnTo>
                <a:lnTo>
                  <a:pt x="356346" y="56447"/>
                </a:lnTo>
                <a:lnTo>
                  <a:pt x="355980" y="55945"/>
                </a:lnTo>
                <a:lnTo>
                  <a:pt x="355606" y="55452"/>
                </a:lnTo>
                <a:lnTo>
                  <a:pt x="355223" y="54968"/>
                </a:lnTo>
                <a:lnTo>
                  <a:pt x="354831" y="54493"/>
                </a:lnTo>
                <a:lnTo>
                  <a:pt x="354431" y="54027"/>
                </a:lnTo>
                <a:lnTo>
                  <a:pt x="354022" y="53570"/>
                </a:lnTo>
                <a:lnTo>
                  <a:pt x="353605" y="53122"/>
                </a:lnTo>
                <a:lnTo>
                  <a:pt x="353180" y="52683"/>
                </a:lnTo>
                <a:lnTo>
                  <a:pt x="352746" y="52253"/>
                </a:lnTo>
                <a:lnTo>
                  <a:pt x="352303" y="51832"/>
                </a:lnTo>
                <a:lnTo>
                  <a:pt x="351852" y="51419"/>
                </a:lnTo>
                <a:lnTo>
                  <a:pt x="351392" y="51016"/>
                </a:lnTo>
                <a:lnTo>
                  <a:pt x="350924" y="50622"/>
                </a:lnTo>
                <a:lnTo>
                  <a:pt x="350448" y="50237"/>
                </a:lnTo>
                <a:lnTo>
                  <a:pt x="349962" y="49860"/>
                </a:lnTo>
                <a:lnTo>
                  <a:pt x="349470" y="49492"/>
                </a:lnTo>
                <a:lnTo>
                  <a:pt x="348971" y="49132"/>
                </a:lnTo>
                <a:lnTo>
                  <a:pt x="348466" y="48781"/>
                </a:lnTo>
                <a:lnTo>
                  <a:pt x="347954" y="48437"/>
                </a:lnTo>
                <a:lnTo>
                  <a:pt x="347436" y="48102"/>
                </a:lnTo>
                <a:lnTo>
                  <a:pt x="346912" y="47775"/>
                </a:lnTo>
                <a:lnTo>
                  <a:pt x="346381" y="47456"/>
                </a:lnTo>
                <a:lnTo>
                  <a:pt x="345844" y="47145"/>
                </a:lnTo>
                <a:lnTo>
                  <a:pt x="345301" y="46842"/>
                </a:lnTo>
                <a:lnTo>
                  <a:pt x="344751" y="46548"/>
                </a:lnTo>
                <a:lnTo>
                  <a:pt x="344196" y="46261"/>
                </a:lnTo>
                <a:lnTo>
                  <a:pt x="343633" y="45983"/>
                </a:lnTo>
                <a:lnTo>
                  <a:pt x="343065" y="45713"/>
                </a:lnTo>
                <a:lnTo>
                  <a:pt x="342490" y="45451"/>
                </a:lnTo>
                <a:lnTo>
                  <a:pt x="341908" y="45197"/>
                </a:lnTo>
                <a:lnTo>
                  <a:pt x="341321" y="44952"/>
                </a:lnTo>
                <a:lnTo>
                  <a:pt x="340727" y="44715"/>
                </a:lnTo>
                <a:lnTo>
                  <a:pt x="340127" y="44485"/>
                </a:lnTo>
                <a:lnTo>
                  <a:pt x="339520" y="44264"/>
                </a:lnTo>
                <a:lnTo>
                  <a:pt x="338907" y="44051"/>
                </a:lnTo>
                <a:lnTo>
                  <a:pt x="338288" y="43847"/>
                </a:lnTo>
                <a:lnTo>
                  <a:pt x="337662" y="43650"/>
                </a:lnTo>
                <a:lnTo>
                  <a:pt x="337030" y="43462"/>
                </a:lnTo>
                <a:lnTo>
                  <a:pt x="336392" y="43282"/>
                </a:lnTo>
                <a:lnTo>
                  <a:pt x="335748" y="43109"/>
                </a:lnTo>
                <a:lnTo>
                  <a:pt x="335101" y="42944"/>
                </a:lnTo>
                <a:lnTo>
                  <a:pt x="334450" y="42786"/>
                </a:lnTo>
                <a:lnTo>
                  <a:pt x="333796" y="42636"/>
                </a:lnTo>
                <a:lnTo>
                  <a:pt x="333137" y="42493"/>
                </a:lnTo>
                <a:lnTo>
                  <a:pt x="332475" y="42357"/>
                </a:lnTo>
                <a:lnTo>
                  <a:pt x="331809" y="42229"/>
                </a:lnTo>
                <a:lnTo>
                  <a:pt x="331140" y="42108"/>
                </a:lnTo>
                <a:lnTo>
                  <a:pt x="330466" y="41994"/>
                </a:lnTo>
                <a:lnTo>
                  <a:pt x="329789" y="41887"/>
                </a:lnTo>
                <a:lnTo>
                  <a:pt x="329108" y="41788"/>
                </a:lnTo>
                <a:lnTo>
                  <a:pt x="328423" y="41697"/>
                </a:lnTo>
                <a:lnTo>
                  <a:pt x="327735" y="41612"/>
                </a:lnTo>
                <a:lnTo>
                  <a:pt x="327042" y="41535"/>
                </a:lnTo>
                <a:lnTo>
                  <a:pt x="326346" y="41466"/>
                </a:lnTo>
                <a:lnTo>
                  <a:pt x="325647" y="41403"/>
                </a:lnTo>
                <a:lnTo>
                  <a:pt x="324943" y="41348"/>
                </a:lnTo>
                <a:lnTo>
                  <a:pt x="324236" y="41300"/>
                </a:lnTo>
                <a:lnTo>
                  <a:pt x="323525" y="41260"/>
                </a:lnTo>
                <a:lnTo>
                  <a:pt x="322810" y="41227"/>
                </a:lnTo>
                <a:lnTo>
                  <a:pt x="322091" y="41201"/>
                </a:lnTo>
                <a:lnTo>
                  <a:pt x="321369" y="41183"/>
                </a:lnTo>
                <a:lnTo>
                  <a:pt x="320643" y="41172"/>
                </a:lnTo>
                <a:lnTo>
                  <a:pt x="319913" y="41168"/>
                </a:lnTo>
                <a:lnTo>
                  <a:pt x="319174" y="41172"/>
                </a:lnTo>
                <a:lnTo>
                  <a:pt x="318439" y="41182"/>
                </a:lnTo>
                <a:lnTo>
                  <a:pt x="317709" y="41199"/>
                </a:lnTo>
                <a:lnTo>
                  <a:pt x="316983" y="41222"/>
                </a:lnTo>
                <a:lnTo>
                  <a:pt x="316261" y="41253"/>
                </a:lnTo>
                <a:lnTo>
                  <a:pt x="315544" y="41290"/>
                </a:lnTo>
                <a:lnTo>
                  <a:pt x="314831" y="41333"/>
                </a:lnTo>
                <a:lnTo>
                  <a:pt x="314122" y="41384"/>
                </a:lnTo>
                <a:lnTo>
                  <a:pt x="313418" y="41441"/>
                </a:lnTo>
                <a:lnTo>
                  <a:pt x="312718" y="41505"/>
                </a:lnTo>
                <a:lnTo>
                  <a:pt x="312023" y="41576"/>
                </a:lnTo>
                <a:lnTo>
                  <a:pt x="311331" y="41653"/>
                </a:lnTo>
                <a:lnTo>
                  <a:pt x="310645" y="41737"/>
                </a:lnTo>
                <a:lnTo>
                  <a:pt x="309962" y="41828"/>
                </a:lnTo>
                <a:lnTo>
                  <a:pt x="309284" y="41926"/>
                </a:lnTo>
                <a:lnTo>
                  <a:pt x="308610" y="42030"/>
                </a:lnTo>
                <a:lnTo>
                  <a:pt x="307941" y="42141"/>
                </a:lnTo>
                <a:lnTo>
                  <a:pt x="307276" y="42259"/>
                </a:lnTo>
                <a:lnTo>
                  <a:pt x="306615" y="42383"/>
                </a:lnTo>
                <a:lnTo>
                  <a:pt x="305959" y="42515"/>
                </a:lnTo>
                <a:lnTo>
                  <a:pt x="305307" y="42653"/>
                </a:lnTo>
                <a:lnTo>
                  <a:pt x="304659" y="42797"/>
                </a:lnTo>
                <a:lnTo>
                  <a:pt x="304016" y="42949"/>
                </a:lnTo>
                <a:lnTo>
                  <a:pt x="303377" y="43107"/>
                </a:lnTo>
                <a:lnTo>
                  <a:pt x="302744" y="43272"/>
                </a:lnTo>
                <a:lnTo>
                  <a:pt x="302118" y="43443"/>
                </a:lnTo>
                <a:lnTo>
                  <a:pt x="301498" y="43621"/>
                </a:lnTo>
                <a:lnTo>
                  <a:pt x="300886" y="43806"/>
                </a:lnTo>
                <a:lnTo>
                  <a:pt x="300280" y="43998"/>
                </a:lnTo>
                <a:lnTo>
                  <a:pt x="299682" y="44196"/>
                </a:lnTo>
                <a:lnTo>
                  <a:pt x="299090" y="44401"/>
                </a:lnTo>
                <a:lnTo>
                  <a:pt x="298505" y="44613"/>
                </a:lnTo>
                <a:lnTo>
                  <a:pt x="297927" y="44831"/>
                </a:lnTo>
                <a:lnTo>
                  <a:pt x="297356" y="45057"/>
                </a:lnTo>
                <a:lnTo>
                  <a:pt x="296793" y="45289"/>
                </a:lnTo>
                <a:lnTo>
                  <a:pt x="296235" y="45528"/>
                </a:lnTo>
                <a:lnTo>
                  <a:pt x="295685" y="45773"/>
                </a:lnTo>
                <a:lnTo>
                  <a:pt x="295142" y="46026"/>
                </a:lnTo>
                <a:lnTo>
                  <a:pt x="294606" y="46285"/>
                </a:lnTo>
                <a:lnTo>
                  <a:pt x="294077" y="46550"/>
                </a:lnTo>
                <a:lnTo>
                  <a:pt x="293554" y="46823"/>
                </a:lnTo>
                <a:lnTo>
                  <a:pt x="293039" y="47102"/>
                </a:lnTo>
                <a:lnTo>
                  <a:pt x="292530" y="47388"/>
                </a:lnTo>
                <a:lnTo>
                  <a:pt x="292029" y="47681"/>
                </a:lnTo>
                <a:lnTo>
                  <a:pt x="291534" y="47981"/>
                </a:lnTo>
                <a:lnTo>
                  <a:pt x="291046" y="48287"/>
                </a:lnTo>
                <a:lnTo>
                  <a:pt x="290565" y="48600"/>
                </a:lnTo>
                <a:lnTo>
                  <a:pt x="290092" y="48919"/>
                </a:lnTo>
                <a:lnTo>
                  <a:pt x="289626" y="49246"/>
                </a:lnTo>
                <a:lnTo>
                  <a:pt x="289168" y="49579"/>
                </a:lnTo>
                <a:lnTo>
                  <a:pt x="288720" y="49918"/>
                </a:lnTo>
                <a:lnTo>
                  <a:pt x="288280" y="50265"/>
                </a:lnTo>
                <a:lnTo>
                  <a:pt x="287848" y="50618"/>
                </a:lnTo>
                <a:lnTo>
                  <a:pt x="287426" y="50978"/>
                </a:lnTo>
                <a:lnTo>
                  <a:pt x="287012" y="51344"/>
                </a:lnTo>
                <a:lnTo>
                  <a:pt x="286607" y="51717"/>
                </a:lnTo>
                <a:lnTo>
                  <a:pt x="286211" y="52097"/>
                </a:lnTo>
                <a:lnTo>
                  <a:pt x="285823" y="52484"/>
                </a:lnTo>
                <a:lnTo>
                  <a:pt x="285444" y="52878"/>
                </a:lnTo>
                <a:lnTo>
                  <a:pt x="285074" y="53278"/>
                </a:lnTo>
                <a:lnTo>
                  <a:pt x="284712" y="53685"/>
                </a:lnTo>
                <a:lnTo>
                  <a:pt x="284359" y="54099"/>
                </a:lnTo>
                <a:lnTo>
                  <a:pt x="284015" y="54519"/>
                </a:lnTo>
                <a:lnTo>
                  <a:pt x="283680" y="54946"/>
                </a:lnTo>
                <a:lnTo>
                  <a:pt x="283353" y="55380"/>
                </a:lnTo>
                <a:lnTo>
                  <a:pt x="283035" y="55821"/>
                </a:lnTo>
                <a:lnTo>
                  <a:pt x="282726" y="56268"/>
                </a:lnTo>
                <a:lnTo>
                  <a:pt x="282426" y="56722"/>
                </a:lnTo>
                <a:lnTo>
                  <a:pt x="282134" y="57183"/>
                </a:lnTo>
                <a:lnTo>
                  <a:pt x="281851" y="57650"/>
                </a:lnTo>
                <a:lnTo>
                  <a:pt x="281576" y="58125"/>
                </a:lnTo>
                <a:lnTo>
                  <a:pt x="281311" y="58606"/>
                </a:lnTo>
                <a:lnTo>
                  <a:pt x="281055" y="59093"/>
                </a:lnTo>
                <a:lnTo>
                  <a:pt x="280810" y="59587"/>
                </a:lnTo>
                <a:lnTo>
                  <a:pt x="280575" y="60087"/>
                </a:lnTo>
                <a:lnTo>
                  <a:pt x="280352" y="60594"/>
                </a:lnTo>
                <a:lnTo>
                  <a:pt x="280140" y="61107"/>
                </a:lnTo>
                <a:lnTo>
                  <a:pt x="279938" y="61626"/>
                </a:lnTo>
                <a:lnTo>
                  <a:pt x="279748" y="62151"/>
                </a:lnTo>
                <a:lnTo>
                  <a:pt x="279568" y="62683"/>
                </a:lnTo>
                <a:lnTo>
                  <a:pt x="279399" y="63221"/>
                </a:lnTo>
                <a:lnTo>
                  <a:pt x="279242" y="63766"/>
                </a:lnTo>
                <a:lnTo>
                  <a:pt x="279095" y="64316"/>
                </a:lnTo>
                <a:lnTo>
                  <a:pt x="278958" y="64873"/>
                </a:lnTo>
                <a:lnTo>
                  <a:pt x="278833" y="65437"/>
                </a:lnTo>
                <a:lnTo>
                  <a:pt x="278719" y="66007"/>
                </a:lnTo>
                <a:lnTo>
                  <a:pt x="278615" y="66583"/>
                </a:lnTo>
                <a:lnTo>
                  <a:pt x="278523" y="67165"/>
                </a:lnTo>
                <a:lnTo>
                  <a:pt x="278441" y="67754"/>
                </a:lnTo>
                <a:lnTo>
                  <a:pt x="278370" y="68349"/>
                </a:lnTo>
                <a:lnTo>
                  <a:pt x="278311" y="68950"/>
                </a:lnTo>
                <a:lnTo>
                  <a:pt x="278262" y="69558"/>
                </a:lnTo>
                <a:lnTo>
                  <a:pt x="278223" y="70172"/>
                </a:lnTo>
                <a:lnTo>
                  <a:pt x="278196" y="70792"/>
                </a:lnTo>
                <a:lnTo>
                  <a:pt x="278180" y="71419"/>
                </a:lnTo>
                <a:lnTo>
                  <a:pt x="278174" y="72052"/>
                </a:lnTo>
                <a:lnTo>
                  <a:pt x="278182" y="72858"/>
                </a:lnTo>
                <a:lnTo>
                  <a:pt x="278205" y="73653"/>
                </a:lnTo>
                <a:lnTo>
                  <a:pt x="278244" y="74436"/>
                </a:lnTo>
                <a:lnTo>
                  <a:pt x="278298" y="75208"/>
                </a:lnTo>
                <a:lnTo>
                  <a:pt x="278367" y="75968"/>
                </a:lnTo>
                <a:lnTo>
                  <a:pt x="278452" y="76716"/>
                </a:lnTo>
                <a:lnTo>
                  <a:pt x="278553" y="77453"/>
                </a:lnTo>
                <a:lnTo>
                  <a:pt x="278669" y="78178"/>
                </a:lnTo>
                <a:lnTo>
                  <a:pt x="278800" y="78891"/>
                </a:lnTo>
                <a:lnTo>
                  <a:pt x="278947" y="79593"/>
                </a:lnTo>
                <a:lnTo>
                  <a:pt x="279109" y="80283"/>
                </a:lnTo>
                <a:lnTo>
                  <a:pt x="279286" y="80962"/>
                </a:lnTo>
                <a:lnTo>
                  <a:pt x="279479" y="81629"/>
                </a:lnTo>
                <a:lnTo>
                  <a:pt x="279688" y="82284"/>
                </a:lnTo>
                <a:lnTo>
                  <a:pt x="279912" y="82928"/>
                </a:lnTo>
                <a:lnTo>
                  <a:pt x="280151" y="83560"/>
                </a:lnTo>
                <a:lnTo>
                  <a:pt x="280406" y="84181"/>
                </a:lnTo>
                <a:lnTo>
                  <a:pt x="280676" y="84790"/>
                </a:lnTo>
                <a:lnTo>
                  <a:pt x="280962" y="85387"/>
                </a:lnTo>
                <a:lnTo>
                  <a:pt x="281263" y="85973"/>
                </a:lnTo>
                <a:lnTo>
                  <a:pt x="281580" y="86547"/>
                </a:lnTo>
                <a:lnTo>
                  <a:pt x="281912" y="87109"/>
                </a:lnTo>
                <a:lnTo>
                  <a:pt x="282259" y="87660"/>
                </a:lnTo>
                <a:lnTo>
                  <a:pt x="282622" y="88199"/>
                </a:lnTo>
                <a:lnTo>
                  <a:pt x="283000" y="88729"/>
                </a:lnTo>
                <a:lnTo>
                  <a:pt x="283394" y="89250"/>
                </a:lnTo>
                <a:lnTo>
                  <a:pt x="283803" y="89764"/>
                </a:lnTo>
                <a:lnTo>
                  <a:pt x="284228" y="90271"/>
                </a:lnTo>
                <a:lnTo>
                  <a:pt x="284668" y="90769"/>
                </a:lnTo>
                <a:lnTo>
                  <a:pt x="285124" y="91260"/>
                </a:lnTo>
                <a:lnTo>
                  <a:pt x="285595" y="91743"/>
                </a:lnTo>
                <a:lnTo>
                  <a:pt x="286081" y="92218"/>
                </a:lnTo>
                <a:lnTo>
                  <a:pt x="286583" y="92686"/>
                </a:lnTo>
                <a:lnTo>
                  <a:pt x="287100" y="93145"/>
                </a:lnTo>
                <a:lnTo>
                  <a:pt x="287633" y="93598"/>
                </a:lnTo>
                <a:lnTo>
                  <a:pt x="288181" y="94042"/>
                </a:lnTo>
                <a:lnTo>
                  <a:pt x="288745" y="94478"/>
                </a:lnTo>
                <a:lnTo>
                  <a:pt x="289324" y="94907"/>
                </a:lnTo>
                <a:lnTo>
                  <a:pt x="289919" y="95328"/>
                </a:lnTo>
                <a:lnTo>
                  <a:pt x="290529" y="95742"/>
                </a:lnTo>
                <a:lnTo>
                  <a:pt x="291154" y="96147"/>
                </a:lnTo>
                <a:lnTo>
                  <a:pt x="291795" y="96545"/>
                </a:lnTo>
                <a:lnTo>
                  <a:pt x="292451" y="96935"/>
                </a:lnTo>
                <a:lnTo>
                  <a:pt x="293123" y="97317"/>
                </a:lnTo>
                <a:lnTo>
                  <a:pt x="293810" y="97692"/>
                </a:lnTo>
                <a:lnTo>
                  <a:pt x="294513" y="98059"/>
                </a:lnTo>
                <a:lnTo>
                  <a:pt x="295231" y="98418"/>
                </a:lnTo>
                <a:lnTo>
                  <a:pt x="295965" y="98769"/>
                </a:lnTo>
                <a:lnTo>
                  <a:pt x="296713" y="99115"/>
                </a:lnTo>
                <a:lnTo>
                  <a:pt x="297476" y="99457"/>
                </a:lnTo>
                <a:lnTo>
                  <a:pt x="298253" y="99795"/>
                </a:lnTo>
                <a:lnTo>
                  <a:pt x="299044" y="100130"/>
                </a:lnTo>
                <a:lnTo>
                  <a:pt x="299849" y="100462"/>
                </a:lnTo>
                <a:lnTo>
                  <a:pt x="300669" y="100790"/>
                </a:lnTo>
                <a:lnTo>
                  <a:pt x="301503" y="101115"/>
                </a:lnTo>
                <a:lnTo>
                  <a:pt x="302351" y="101436"/>
                </a:lnTo>
                <a:lnTo>
                  <a:pt x="303213" y="101754"/>
                </a:lnTo>
                <a:lnTo>
                  <a:pt x="304090" y="102068"/>
                </a:lnTo>
                <a:lnTo>
                  <a:pt x="304981" y="102379"/>
                </a:lnTo>
                <a:lnTo>
                  <a:pt x="305886" y="102687"/>
                </a:lnTo>
                <a:lnTo>
                  <a:pt x="306806" y="102991"/>
                </a:lnTo>
                <a:lnTo>
                  <a:pt x="307739" y="103291"/>
                </a:lnTo>
                <a:lnTo>
                  <a:pt x="308687" y="103588"/>
                </a:lnTo>
                <a:lnTo>
                  <a:pt x="309649" y="103882"/>
                </a:lnTo>
                <a:lnTo>
                  <a:pt x="310626" y="104172"/>
                </a:lnTo>
                <a:lnTo>
                  <a:pt x="311617" y="104459"/>
                </a:lnTo>
                <a:lnTo>
                  <a:pt x="312622" y="104742"/>
                </a:lnTo>
                <a:lnTo>
                  <a:pt x="313641" y="105022"/>
                </a:lnTo>
                <a:lnTo>
                  <a:pt x="314674" y="105298"/>
                </a:lnTo>
                <a:lnTo>
                  <a:pt x="315722" y="105571"/>
                </a:lnTo>
                <a:lnTo>
                  <a:pt x="316784" y="105841"/>
                </a:lnTo>
                <a:lnTo>
                  <a:pt x="317860" y="106107"/>
                </a:lnTo>
                <a:lnTo>
                  <a:pt x="319174" y="106430"/>
                </a:lnTo>
                <a:lnTo>
                  <a:pt x="320454" y="106754"/>
                </a:lnTo>
                <a:lnTo>
                  <a:pt x="321701" y="107079"/>
                </a:lnTo>
                <a:lnTo>
                  <a:pt x="322914" y="107405"/>
                </a:lnTo>
                <a:lnTo>
                  <a:pt x="324094" y="107731"/>
                </a:lnTo>
                <a:lnTo>
                  <a:pt x="325241" y="108059"/>
                </a:lnTo>
                <a:lnTo>
                  <a:pt x="326354" y="108387"/>
                </a:lnTo>
                <a:lnTo>
                  <a:pt x="327433" y="108716"/>
                </a:lnTo>
                <a:lnTo>
                  <a:pt x="328479" y="109046"/>
                </a:lnTo>
                <a:lnTo>
                  <a:pt x="329492" y="109376"/>
                </a:lnTo>
                <a:lnTo>
                  <a:pt x="330471" y="109708"/>
                </a:lnTo>
                <a:lnTo>
                  <a:pt x="331417" y="110040"/>
                </a:lnTo>
                <a:lnTo>
                  <a:pt x="332329" y="110374"/>
                </a:lnTo>
                <a:lnTo>
                  <a:pt x="333208" y="110708"/>
                </a:lnTo>
                <a:lnTo>
                  <a:pt x="334053" y="111042"/>
                </a:lnTo>
                <a:lnTo>
                  <a:pt x="334865" y="111378"/>
                </a:lnTo>
                <a:lnTo>
                  <a:pt x="335643" y="111715"/>
                </a:lnTo>
                <a:lnTo>
                  <a:pt x="336388" y="112052"/>
                </a:lnTo>
                <a:lnTo>
                  <a:pt x="337100" y="112390"/>
                </a:lnTo>
                <a:lnTo>
                  <a:pt x="337778" y="112729"/>
                </a:lnTo>
                <a:lnTo>
                  <a:pt x="338422" y="113069"/>
                </a:lnTo>
                <a:lnTo>
                  <a:pt x="339033" y="113409"/>
                </a:lnTo>
                <a:lnTo>
                  <a:pt x="339611" y="113751"/>
                </a:lnTo>
                <a:lnTo>
                  <a:pt x="340155" y="114093"/>
                </a:lnTo>
                <a:lnTo>
                  <a:pt x="340671" y="114443"/>
                </a:lnTo>
                <a:lnTo>
                  <a:pt x="341166" y="114808"/>
                </a:lnTo>
                <a:lnTo>
                  <a:pt x="341638" y="115188"/>
                </a:lnTo>
                <a:lnTo>
                  <a:pt x="342089" y="115584"/>
                </a:lnTo>
                <a:lnTo>
                  <a:pt x="342518" y="115994"/>
                </a:lnTo>
                <a:lnTo>
                  <a:pt x="342924" y="116419"/>
                </a:lnTo>
                <a:lnTo>
                  <a:pt x="343309" y="116860"/>
                </a:lnTo>
                <a:lnTo>
                  <a:pt x="343671" y="117316"/>
                </a:lnTo>
                <a:lnTo>
                  <a:pt x="344012" y="117786"/>
                </a:lnTo>
                <a:lnTo>
                  <a:pt x="344331" y="118272"/>
                </a:lnTo>
                <a:lnTo>
                  <a:pt x="344627" y="118773"/>
                </a:lnTo>
                <a:lnTo>
                  <a:pt x="344902" y="119289"/>
                </a:lnTo>
                <a:lnTo>
                  <a:pt x="345155" y="119820"/>
                </a:lnTo>
                <a:lnTo>
                  <a:pt x="345385" y="120367"/>
                </a:lnTo>
                <a:lnTo>
                  <a:pt x="345594" y="120928"/>
                </a:lnTo>
                <a:lnTo>
                  <a:pt x="345781" y="121504"/>
                </a:lnTo>
                <a:lnTo>
                  <a:pt x="345946" y="122096"/>
                </a:lnTo>
                <a:lnTo>
                  <a:pt x="346089" y="122702"/>
                </a:lnTo>
                <a:lnTo>
                  <a:pt x="346210" y="123324"/>
                </a:lnTo>
                <a:lnTo>
                  <a:pt x="346308" y="123961"/>
                </a:lnTo>
                <a:lnTo>
                  <a:pt x="346385" y="124613"/>
                </a:lnTo>
                <a:lnTo>
                  <a:pt x="346440" y="125280"/>
                </a:lnTo>
                <a:lnTo>
                  <a:pt x="346473" y="125962"/>
                </a:lnTo>
                <a:lnTo>
                  <a:pt x="346484" y="126659"/>
                </a:lnTo>
                <a:lnTo>
                  <a:pt x="346472" y="127490"/>
                </a:lnTo>
                <a:lnTo>
                  <a:pt x="346436" y="128301"/>
                </a:lnTo>
                <a:lnTo>
                  <a:pt x="346375" y="129092"/>
                </a:lnTo>
                <a:lnTo>
                  <a:pt x="346289" y="129863"/>
                </a:lnTo>
                <a:lnTo>
                  <a:pt x="346180" y="130615"/>
                </a:lnTo>
                <a:lnTo>
                  <a:pt x="346046" y="131347"/>
                </a:lnTo>
                <a:lnTo>
                  <a:pt x="345888" y="132059"/>
                </a:lnTo>
                <a:lnTo>
                  <a:pt x="345705" y="132751"/>
                </a:lnTo>
                <a:lnTo>
                  <a:pt x="345498" y="133423"/>
                </a:lnTo>
                <a:lnTo>
                  <a:pt x="345267" y="134076"/>
                </a:lnTo>
                <a:lnTo>
                  <a:pt x="345011" y="134709"/>
                </a:lnTo>
                <a:lnTo>
                  <a:pt x="344731" y="135322"/>
                </a:lnTo>
                <a:lnTo>
                  <a:pt x="344426" y="135915"/>
                </a:lnTo>
                <a:lnTo>
                  <a:pt x="344098" y="136488"/>
                </a:lnTo>
                <a:lnTo>
                  <a:pt x="343745" y="137041"/>
                </a:lnTo>
                <a:lnTo>
                  <a:pt x="343367" y="137575"/>
                </a:lnTo>
                <a:lnTo>
                  <a:pt x="342965" y="138089"/>
                </a:lnTo>
                <a:lnTo>
                  <a:pt x="342539" y="138583"/>
                </a:lnTo>
                <a:lnTo>
                  <a:pt x="342089" y="139057"/>
                </a:lnTo>
                <a:lnTo>
                  <a:pt x="341614" y="139512"/>
                </a:lnTo>
                <a:lnTo>
                  <a:pt x="341115" y="139946"/>
                </a:lnTo>
                <a:lnTo>
                  <a:pt x="340591" y="140361"/>
                </a:lnTo>
                <a:lnTo>
                  <a:pt x="340043" y="140756"/>
                </a:lnTo>
                <a:lnTo>
                  <a:pt x="339471" y="141131"/>
                </a:lnTo>
                <a:lnTo>
                  <a:pt x="338880" y="141489"/>
                </a:lnTo>
                <a:lnTo>
                  <a:pt x="338275" y="141831"/>
                </a:lnTo>
                <a:lnTo>
                  <a:pt x="337658" y="142159"/>
                </a:lnTo>
                <a:lnTo>
                  <a:pt x="337027" y="142471"/>
                </a:lnTo>
                <a:lnTo>
                  <a:pt x="336383" y="142768"/>
                </a:lnTo>
                <a:lnTo>
                  <a:pt x="335725" y="143049"/>
                </a:lnTo>
                <a:lnTo>
                  <a:pt x="335055" y="143315"/>
                </a:lnTo>
                <a:lnTo>
                  <a:pt x="334371" y="143567"/>
                </a:lnTo>
                <a:lnTo>
                  <a:pt x="333673" y="143802"/>
                </a:lnTo>
                <a:lnTo>
                  <a:pt x="332963" y="144023"/>
                </a:lnTo>
                <a:lnTo>
                  <a:pt x="332239" y="144229"/>
                </a:lnTo>
                <a:lnTo>
                  <a:pt x="331502" y="144419"/>
                </a:lnTo>
                <a:lnTo>
                  <a:pt x="330752" y="144594"/>
                </a:lnTo>
                <a:lnTo>
                  <a:pt x="329988" y="144754"/>
                </a:lnTo>
                <a:lnTo>
                  <a:pt x="329212" y="144898"/>
                </a:lnTo>
                <a:lnTo>
                  <a:pt x="328422" y="145028"/>
                </a:lnTo>
                <a:lnTo>
                  <a:pt x="327618" y="145142"/>
                </a:lnTo>
                <a:lnTo>
                  <a:pt x="326802" y="145241"/>
                </a:lnTo>
                <a:lnTo>
                  <a:pt x="325972" y="145324"/>
                </a:lnTo>
                <a:lnTo>
                  <a:pt x="325129" y="145393"/>
                </a:lnTo>
                <a:lnTo>
                  <a:pt x="324272" y="145446"/>
                </a:lnTo>
                <a:lnTo>
                  <a:pt x="323403" y="145484"/>
                </a:lnTo>
                <a:lnTo>
                  <a:pt x="322520" y="145507"/>
                </a:lnTo>
                <a:lnTo>
                  <a:pt x="321624" y="145515"/>
                </a:lnTo>
                <a:lnTo>
                  <a:pt x="320623" y="145505"/>
                </a:lnTo>
                <a:lnTo>
                  <a:pt x="319637" y="145476"/>
                </a:lnTo>
                <a:lnTo>
                  <a:pt x="318665" y="145428"/>
                </a:lnTo>
                <a:lnTo>
                  <a:pt x="317707" y="145360"/>
                </a:lnTo>
                <a:lnTo>
                  <a:pt x="316763" y="145274"/>
                </a:lnTo>
                <a:lnTo>
                  <a:pt x="315832" y="145168"/>
                </a:lnTo>
                <a:lnTo>
                  <a:pt x="314917" y="145042"/>
                </a:lnTo>
                <a:lnTo>
                  <a:pt x="314015" y="144897"/>
                </a:lnTo>
                <a:lnTo>
                  <a:pt x="313127" y="144733"/>
                </a:lnTo>
                <a:lnTo>
                  <a:pt x="312253" y="144550"/>
                </a:lnTo>
                <a:lnTo>
                  <a:pt x="311393" y="144348"/>
                </a:lnTo>
                <a:lnTo>
                  <a:pt x="310547" y="144126"/>
                </a:lnTo>
                <a:lnTo>
                  <a:pt x="309716" y="143885"/>
                </a:lnTo>
                <a:lnTo>
                  <a:pt x="308898" y="143624"/>
                </a:lnTo>
                <a:lnTo>
                  <a:pt x="308095" y="143344"/>
                </a:lnTo>
                <a:lnTo>
                  <a:pt x="307305" y="143045"/>
                </a:lnTo>
                <a:lnTo>
                  <a:pt x="306530" y="142727"/>
                </a:lnTo>
                <a:lnTo>
                  <a:pt x="305768" y="142390"/>
                </a:lnTo>
                <a:lnTo>
                  <a:pt x="305021" y="142033"/>
                </a:lnTo>
                <a:lnTo>
                  <a:pt x="304288" y="141657"/>
                </a:lnTo>
                <a:lnTo>
                  <a:pt x="303569" y="141261"/>
                </a:lnTo>
                <a:lnTo>
                  <a:pt x="302864" y="140846"/>
                </a:lnTo>
                <a:lnTo>
                  <a:pt x="302173" y="140412"/>
                </a:lnTo>
                <a:lnTo>
                  <a:pt x="301496" y="139959"/>
                </a:lnTo>
                <a:lnTo>
                  <a:pt x="300840" y="139482"/>
                </a:lnTo>
                <a:lnTo>
                  <a:pt x="300211" y="138977"/>
                </a:lnTo>
                <a:lnTo>
                  <a:pt x="299611" y="138444"/>
                </a:lnTo>
                <a:lnTo>
                  <a:pt x="299039" y="137883"/>
                </a:lnTo>
                <a:lnTo>
                  <a:pt x="298495" y="137294"/>
                </a:lnTo>
                <a:lnTo>
                  <a:pt x="297978" y="136677"/>
                </a:lnTo>
                <a:lnTo>
                  <a:pt x="297490" y="136032"/>
                </a:lnTo>
                <a:lnTo>
                  <a:pt x="297029" y="135359"/>
                </a:lnTo>
                <a:lnTo>
                  <a:pt x="296596" y="134658"/>
                </a:lnTo>
                <a:lnTo>
                  <a:pt x="296192" y="133929"/>
                </a:lnTo>
                <a:lnTo>
                  <a:pt x="295815" y="133173"/>
                </a:lnTo>
                <a:lnTo>
                  <a:pt x="295466" y="132388"/>
                </a:lnTo>
                <a:lnTo>
                  <a:pt x="295145" y="131575"/>
                </a:lnTo>
                <a:lnTo>
                  <a:pt x="294852" y="130734"/>
                </a:lnTo>
                <a:lnTo>
                  <a:pt x="294586" y="129865"/>
                </a:lnTo>
                <a:lnTo>
                  <a:pt x="294349" y="128968"/>
                </a:lnTo>
                <a:lnTo>
                  <a:pt x="294140" y="128043"/>
                </a:lnTo>
                <a:lnTo>
                  <a:pt x="293958" y="127091"/>
                </a:lnTo>
                <a:lnTo>
                  <a:pt x="293805" y="126110"/>
                </a:lnTo>
                <a:lnTo>
                  <a:pt x="293679" y="125101"/>
                </a:lnTo>
                <a:lnTo>
                  <a:pt x="293581" y="124064"/>
                </a:lnTo>
                <a:lnTo>
                  <a:pt x="293512" y="122999"/>
                </a:lnTo>
                <a:lnTo>
                  <a:pt x="293470" y="121907"/>
                </a:lnTo>
                <a:lnTo>
                  <a:pt x="293456" y="120786"/>
                </a:lnTo>
                <a:lnTo>
                  <a:pt x="275095" y="120786"/>
                </a:lnTo>
                <a:lnTo>
                  <a:pt x="275102" y="121661"/>
                </a:lnTo>
                <a:lnTo>
                  <a:pt x="275120" y="122526"/>
                </a:lnTo>
                <a:lnTo>
                  <a:pt x="275151" y="123380"/>
                </a:lnTo>
                <a:lnTo>
                  <a:pt x="275195" y="124223"/>
                </a:lnTo>
                <a:lnTo>
                  <a:pt x="275251" y="125055"/>
                </a:lnTo>
                <a:lnTo>
                  <a:pt x="275320" y="125877"/>
                </a:lnTo>
                <a:lnTo>
                  <a:pt x="275401" y="126687"/>
                </a:lnTo>
                <a:lnTo>
                  <a:pt x="275494" y="127487"/>
                </a:lnTo>
                <a:lnTo>
                  <a:pt x="275601" y="128276"/>
                </a:lnTo>
                <a:lnTo>
                  <a:pt x="275719" y="129054"/>
                </a:lnTo>
                <a:lnTo>
                  <a:pt x="275850" y="129822"/>
                </a:lnTo>
                <a:lnTo>
                  <a:pt x="275993" y="130578"/>
                </a:lnTo>
                <a:lnTo>
                  <a:pt x="276149" y="131324"/>
                </a:lnTo>
                <a:lnTo>
                  <a:pt x="276318" y="132059"/>
                </a:lnTo>
                <a:lnTo>
                  <a:pt x="276499" y="132783"/>
                </a:lnTo>
                <a:lnTo>
                  <a:pt x="276692" y="133497"/>
                </a:lnTo>
                <a:lnTo>
                  <a:pt x="276898" y="134199"/>
                </a:lnTo>
                <a:lnTo>
                  <a:pt x="277116" y="134891"/>
                </a:lnTo>
                <a:lnTo>
                  <a:pt x="277347" y="135572"/>
                </a:lnTo>
                <a:lnTo>
                  <a:pt x="277590" y="136242"/>
                </a:lnTo>
                <a:lnTo>
                  <a:pt x="277846" y="136902"/>
                </a:lnTo>
                <a:lnTo>
                  <a:pt x="278114" y="137550"/>
                </a:lnTo>
                <a:lnTo>
                  <a:pt x="278394" y="138188"/>
                </a:lnTo>
                <a:lnTo>
                  <a:pt x="278688" y="138815"/>
                </a:lnTo>
                <a:lnTo>
                  <a:pt x="278992" y="139431"/>
                </a:lnTo>
                <a:lnTo>
                  <a:pt x="279306" y="140037"/>
                </a:lnTo>
                <a:lnTo>
                  <a:pt x="279629" y="140634"/>
                </a:lnTo>
                <a:lnTo>
                  <a:pt x="279963" y="141220"/>
                </a:lnTo>
                <a:lnTo>
                  <a:pt x="280306" y="141796"/>
                </a:lnTo>
                <a:lnTo>
                  <a:pt x="280658" y="142363"/>
                </a:lnTo>
                <a:lnTo>
                  <a:pt x="281021" y="142919"/>
                </a:lnTo>
                <a:lnTo>
                  <a:pt x="281393" y="143466"/>
                </a:lnTo>
                <a:lnTo>
                  <a:pt x="281775" y="144002"/>
                </a:lnTo>
                <a:lnTo>
                  <a:pt x="282166" y="144528"/>
                </a:lnTo>
                <a:lnTo>
                  <a:pt x="282567" y="145045"/>
                </a:lnTo>
                <a:lnTo>
                  <a:pt x="282978" y="145551"/>
                </a:lnTo>
                <a:lnTo>
                  <a:pt x="283399" y="146048"/>
                </a:lnTo>
                <a:lnTo>
                  <a:pt x="283829" y="146534"/>
                </a:lnTo>
                <a:lnTo>
                  <a:pt x="284269" y="147011"/>
                </a:lnTo>
                <a:lnTo>
                  <a:pt x="284719" y="147477"/>
                </a:lnTo>
                <a:lnTo>
                  <a:pt x="285178" y="147934"/>
                </a:lnTo>
                <a:lnTo>
                  <a:pt x="285648" y="148380"/>
                </a:lnTo>
                <a:lnTo>
                  <a:pt x="286126" y="148817"/>
                </a:lnTo>
                <a:lnTo>
                  <a:pt x="286615" y="149243"/>
                </a:lnTo>
                <a:lnTo>
                  <a:pt x="287113" y="149660"/>
                </a:lnTo>
                <a:lnTo>
                  <a:pt x="287621" y="150066"/>
                </a:lnTo>
                <a:lnTo>
                  <a:pt x="288139" y="150463"/>
                </a:lnTo>
                <a:lnTo>
                  <a:pt x="288666" y="150850"/>
                </a:lnTo>
                <a:lnTo>
                  <a:pt x="289202" y="151227"/>
                </a:lnTo>
                <a:lnTo>
                  <a:pt x="289744" y="151596"/>
                </a:lnTo>
                <a:lnTo>
                  <a:pt x="290294" y="151956"/>
                </a:lnTo>
                <a:lnTo>
                  <a:pt x="290850" y="152308"/>
                </a:lnTo>
                <a:lnTo>
                  <a:pt x="291414" y="152651"/>
                </a:lnTo>
                <a:lnTo>
                  <a:pt x="291984" y="152985"/>
                </a:lnTo>
                <a:lnTo>
                  <a:pt x="292561" y="153311"/>
                </a:lnTo>
                <a:lnTo>
                  <a:pt x="293145" y="153629"/>
                </a:lnTo>
                <a:lnTo>
                  <a:pt x="293736" y="153937"/>
                </a:lnTo>
                <a:lnTo>
                  <a:pt x="294334" y="154238"/>
                </a:lnTo>
                <a:lnTo>
                  <a:pt x="294939" y="154529"/>
                </a:lnTo>
                <a:lnTo>
                  <a:pt x="295551" y="154813"/>
                </a:lnTo>
                <a:lnTo>
                  <a:pt x="296170" y="155087"/>
                </a:lnTo>
                <a:lnTo>
                  <a:pt x="296796" y="155353"/>
                </a:lnTo>
                <a:lnTo>
                  <a:pt x="297428" y="155611"/>
                </a:lnTo>
                <a:lnTo>
                  <a:pt x="298068" y="155860"/>
                </a:lnTo>
                <a:lnTo>
                  <a:pt x="298715" y="156100"/>
                </a:lnTo>
                <a:lnTo>
                  <a:pt x="299368" y="156332"/>
                </a:lnTo>
                <a:lnTo>
                  <a:pt x="300028" y="156555"/>
                </a:lnTo>
                <a:lnTo>
                  <a:pt x="300696" y="156769"/>
                </a:lnTo>
                <a:lnTo>
                  <a:pt x="301370" y="156976"/>
                </a:lnTo>
                <a:lnTo>
                  <a:pt x="302051" y="157173"/>
                </a:lnTo>
                <a:lnTo>
                  <a:pt x="302739" y="157362"/>
                </a:lnTo>
                <a:lnTo>
                  <a:pt x="303434" y="157542"/>
                </a:lnTo>
                <a:lnTo>
                  <a:pt x="304134" y="157715"/>
                </a:lnTo>
                <a:lnTo>
                  <a:pt x="304838" y="157880"/>
                </a:lnTo>
                <a:lnTo>
                  <a:pt x="305545" y="158038"/>
                </a:lnTo>
                <a:lnTo>
                  <a:pt x="306255" y="158188"/>
                </a:lnTo>
                <a:lnTo>
                  <a:pt x="306969" y="158331"/>
                </a:lnTo>
                <a:lnTo>
                  <a:pt x="307686" y="158467"/>
                </a:lnTo>
                <a:lnTo>
                  <a:pt x="308406" y="158595"/>
                </a:lnTo>
                <a:lnTo>
                  <a:pt x="309130" y="158716"/>
                </a:lnTo>
                <a:lnTo>
                  <a:pt x="309857" y="158830"/>
                </a:lnTo>
                <a:lnTo>
                  <a:pt x="310587" y="158937"/>
                </a:lnTo>
                <a:lnTo>
                  <a:pt x="311321" y="159036"/>
                </a:lnTo>
                <a:lnTo>
                  <a:pt x="312058" y="159127"/>
                </a:lnTo>
                <a:lnTo>
                  <a:pt x="312799" y="159212"/>
                </a:lnTo>
                <a:lnTo>
                  <a:pt x="313543" y="159289"/>
                </a:lnTo>
                <a:lnTo>
                  <a:pt x="314290" y="159358"/>
                </a:lnTo>
                <a:lnTo>
                  <a:pt x="315041" y="159421"/>
                </a:lnTo>
                <a:lnTo>
                  <a:pt x="315795" y="159476"/>
                </a:lnTo>
                <a:lnTo>
                  <a:pt x="316552" y="159524"/>
                </a:lnTo>
                <a:lnTo>
                  <a:pt x="317313" y="159564"/>
                </a:lnTo>
                <a:lnTo>
                  <a:pt x="318077" y="159597"/>
                </a:lnTo>
                <a:lnTo>
                  <a:pt x="318845" y="159623"/>
                </a:lnTo>
                <a:lnTo>
                  <a:pt x="319616" y="159641"/>
                </a:lnTo>
                <a:lnTo>
                  <a:pt x="320390" y="159652"/>
                </a:lnTo>
                <a:lnTo>
                  <a:pt x="321167" y="159656"/>
                </a:lnTo>
                <a:lnTo>
                  <a:pt x="321944" y="159652"/>
                </a:lnTo>
                <a:lnTo>
                  <a:pt x="322717" y="159642"/>
                </a:lnTo>
                <a:lnTo>
                  <a:pt x="323485" y="159624"/>
                </a:lnTo>
                <a:lnTo>
                  <a:pt x="324248" y="159600"/>
                </a:lnTo>
                <a:close/>
                <a:moveTo>
                  <a:pt x="483904" y="135472"/>
                </a:moveTo>
                <a:lnTo>
                  <a:pt x="483187" y="135462"/>
                </a:lnTo>
                <a:lnTo>
                  <a:pt x="482484" y="135449"/>
                </a:lnTo>
                <a:lnTo>
                  <a:pt x="481795" y="135432"/>
                </a:lnTo>
                <a:lnTo>
                  <a:pt x="481119" y="135411"/>
                </a:lnTo>
                <a:lnTo>
                  <a:pt x="480457" y="135386"/>
                </a:lnTo>
                <a:lnTo>
                  <a:pt x="479809" y="135358"/>
                </a:lnTo>
                <a:lnTo>
                  <a:pt x="479174" y="135326"/>
                </a:lnTo>
                <a:lnTo>
                  <a:pt x="478554" y="135290"/>
                </a:lnTo>
                <a:lnTo>
                  <a:pt x="477946" y="135250"/>
                </a:lnTo>
                <a:lnTo>
                  <a:pt x="477353" y="135207"/>
                </a:lnTo>
                <a:lnTo>
                  <a:pt x="476773" y="135159"/>
                </a:lnTo>
                <a:lnTo>
                  <a:pt x="476206" y="135108"/>
                </a:lnTo>
                <a:lnTo>
                  <a:pt x="475654" y="135053"/>
                </a:lnTo>
                <a:lnTo>
                  <a:pt x="475114" y="134995"/>
                </a:lnTo>
                <a:lnTo>
                  <a:pt x="474589" y="134932"/>
                </a:lnTo>
                <a:lnTo>
                  <a:pt x="474077" y="134866"/>
                </a:lnTo>
                <a:lnTo>
                  <a:pt x="473579" y="134796"/>
                </a:lnTo>
                <a:lnTo>
                  <a:pt x="473095" y="134722"/>
                </a:lnTo>
                <a:lnTo>
                  <a:pt x="472624" y="134644"/>
                </a:lnTo>
                <a:lnTo>
                  <a:pt x="472167" y="134563"/>
                </a:lnTo>
                <a:lnTo>
                  <a:pt x="471724" y="134478"/>
                </a:lnTo>
                <a:lnTo>
                  <a:pt x="471294" y="134389"/>
                </a:lnTo>
                <a:lnTo>
                  <a:pt x="470876" y="134297"/>
                </a:lnTo>
                <a:lnTo>
                  <a:pt x="470469" y="134202"/>
                </a:lnTo>
                <a:lnTo>
                  <a:pt x="470072" y="134105"/>
                </a:lnTo>
                <a:lnTo>
                  <a:pt x="469685" y="134006"/>
                </a:lnTo>
                <a:lnTo>
                  <a:pt x="469308" y="133905"/>
                </a:lnTo>
                <a:lnTo>
                  <a:pt x="468942" y="133801"/>
                </a:lnTo>
                <a:lnTo>
                  <a:pt x="468586" y="133694"/>
                </a:lnTo>
                <a:lnTo>
                  <a:pt x="468240" y="133585"/>
                </a:lnTo>
                <a:lnTo>
                  <a:pt x="467905" y="133474"/>
                </a:lnTo>
                <a:lnTo>
                  <a:pt x="467580" y="133361"/>
                </a:lnTo>
                <a:lnTo>
                  <a:pt x="467265" y="133245"/>
                </a:lnTo>
                <a:lnTo>
                  <a:pt x="466961" y="133126"/>
                </a:lnTo>
                <a:lnTo>
                  <a:pt x="466666" y="133006"/>
                </a:lnTo>
                <a:lnTo>
                  <a:pt x="466383" y="132882"/>
                </a:lnTo>
                <a:lnTo>
                  <a:pt x="466109" y="132757"/>
                </a:lnTo>
                <a:lnTo>
                  <a:pt x="465846" y="132629"/>
                </a:lnTo>
                <a:lnTo>
                  <a:pt x="465593" y="132499"/>
                </a:lnTo>
                <a:lnTo>
                  <a:pt x="465350" y="132366"/>
                </a:lnTo>
                <a:lnTo>
                  <a:pt x="465117" y="132231"/>
                </a:lnTo>
                <a:lnTo>
                  <a:pt x="464895" y="132094"/>
                </a:lnTo>
                <a:lnTo>
                  <a:pt x="464683" y="131954"/>
                </a:lnTo>
                <a:lnTo>
                  <a:pt x="464482" y="131812"/>
                </a:lnTo>
                <a:lnTo>
                  <a:pt x="464291" y="131667"/>
                </a:lnTo>
                <a:lnTo>
                  <a:pt x="464110" y="131520"/>
                </a:lnTo>
                <a:lnTo>
                  <a:pt x="463938" y="131371"/>
                </a:lnTo>
                <a:lnTo>
                  <a:pt x="463773" y="131220"/>
                </a:lnTo>
                <a:lnTo>
                  <a:pt x="463615" y="131067"/>
                </a:lnTo>
                <a:lnTo>
                  <a:pt x="463465" y="130913"/>
                </a:lnTo>
                <a:lnTo>
                  <a:pt x="463322" y="130757"/>
                </a:lnTo>
                <a:lnTo>
                  <a:pt x="463187" y="130598"/>
                </a:lnTo>
                <a:lnTo>
                  <a:pt x="463058" y="130439"/>
                </a:lnTo>
                <a:lnTo>
                  <a:pt x="462938" y="130277"/>
                </a:lnTo>
                <a:lnTo>
                  <a:pt x="462824" y="130114"/>
                </a:lnTo>
                <a:lnTo>
                  <a:pt x="462718" y="129948"/>
                </a:lnTo>
                <a:lnTo>
                  <a:pt x="462619" y="129781"/>
                </a:lnTo>
                <a:lnTo>
                  <a:pt x="462527" y="129612"/>
                </a:lnTo>
                <a:lnTo>
                  <a:pt x="462443" y="129442"/>
                </a:lnTo>
                <a:lnTo>
                  <a:pt x="462366" y="129269"/>
                </a:lnTo>
                <a:lnTo>
                  <a:pt x="462297" y="129095"/>
                </a:lnTo>
                <a:lnTo>
                  <a:pt x="462234" y="128919"/>
                </a:lnTo>
                <a:lnTo>
                  <a:pt x="462179" y="128741"/>
                </a:lnTo>
                <a:lnTo>
                  <a:pt x="462132" y="128562"/>
                </a:lnTo>
                <a:lnTo>
                  <a:pt x="462091" y="128380"/>
                </a:lnTo>
                <a:lnTo>
                  <a:pt x="462059" y="128197"/>
                </a:lnTo>
                <a:lnTo>
                  <a:pt x="462033" y="128012"/>
                </a:lnTo>
                <a:lnTo>
                  <a:pt x="462015" y="127825"/>
                </a:lnTo>
                <a:lnTo>
                  <a:pt x="462004" y="127637"/>
                </a:lnTo>
                <a:lnTo>
                  <a:pt x="462000" y="127447"/>
                </a:lnTo>
                <a:lnTo>
                  <a:pt x="462006" y="127170"/>
                </a:lnTo>
                <a:lnTo>
                  <a:pt x="462024" y="126896"/>
                </a:lnTo>
                <a:lnTo>
                  <a:pt x="462055" y="126624"/>
                </a:lnTo>
                <a:lnTo>
                  <a:pt x="462098" y="126355"/>
                </a:lnTo>
                <a:lnTo>
                  <a:pt x="462153" y="126087"/>
                </a:lnTo>
                <a:lnTo>
                  <a:pt x="462221" y="125822"/>
                </a:lnTo>
                <a:lnTo>
                  <a:pt x="462301" y="125559"/>
                </a:lnTo>
                <a:lnTo>
                  <a:pt x="462393" y="125298"/>
                </a:lnTo>
                <a:lnTo>
                  <a:pt x="462497" y="125039"/>
                </a:lnTo>
                <a:lnTo>
                  <a:pt x="462614" y="124783"/>
                </a:lnTo>
                <a:lnTo>
                  <a:pt x="462743" y="124529"/>
                </a:lnTo>
                <a:lnTo>
                  <a:pt x="462884" y="124277"/>
                </a:lnTo>
                <a:lnTo>
                  <a:pt x="463037" y="124027"/>
                </a:lnTo>
                <a:lnTo>
                  <a:pt x="463203" y="123779"/>
                </a:lnTo>
                <a:lnTo>
                  <a:pt x="463381" y="123534"/>
                </a:lnTo>
                <a:lnTo>
                  <a:pt x="463571" y="123290"/>
                </a:lnTo>
                <a:lnTo>
                  <a:pt x="463774" y="123049"/>
                </a:lnTo>
                <a:lnTo>
                  <a:pt x="463988" y="122811"/>
                </a:lnTo>
                <a:lnTo>
                  <a:pt x="464216" y="122574"/>
                </a:lnTo>
                <a:lnTo>
                  <a:pt x="464455" y="122340"/>
                </a:lnTo>
                <a:lnTo>
                  <a:pt x="464707" y="122107"/>
                </a:lnTo>
                <a:lnTo>
                  <a:pt x="464970" y="121877"/>
                </a:lnTo>
                <a:lnTo>
                  <a:pt x="465247" y="121649"/>
                </a:lnTo>
                <a:lnTo>
                  <a:pt x="465535" y="121424"/>
                </a:lnTo>
                <a:lnTo>
                  <a:pt x="465834" y="121201"/>
                </a:lnTo>
                <a:lnTo>
                  <a:pt x="466142" y="120981"/>
                </a:lnTo>
                <a:lnTo>
                  <a:pt x="466458" y="120765"/>
                </a:lnTo>
                <a:lnTo>
                  <a:pt x="466783" y="120552"/>
                </a:lnTo>
                <a:lnTo>
                  <a:pt x="467117" y="120342"/>
                </a:lnTo>
                <a:lnTo>
                  <a:pt x="467460" y="120136"/>
                </a:lnTo>
                <a:lnTo>
                  <a:pt x="467811" y="119933"/>
                </a:lnTo>
                <a:lnTo>
                  <a:pt x="468171" y="119734"/>
                </a:lnTo>
                <a:lnTo>
                  <a:pt x="468539" y="119538"/>
                </a:lnTo>
                <a:lnTo>
                  <a:pt x="468917" y="119345"/>
                </a:lnTo>
                <a:lnTo>
                  <a:pt x="469303" y="119156"/>
                </a:lnTo>
                <a:lnTo>
                  <a:pt x="469698" y="118970"/>
                </a:lnTo>
                <a:lnTo>
                  <a:pt x="470101" y="118788"/>
                </a:lnTo>
                <a:lnTo>
                  <a:pt x="470513" y="118609"/>
                </a:lnTo>
                <a:lnTo>
                  <a:pt x="470934" y="118433"/>
                </a:lnTo>
                <a:lnTo>
                  <a:pt x="471364" y="118261"/>
                </a:lnTo>
                <a:lnTo>
                  <a:pt x="471802" y="118092"/>
                </a:lnTo>
                <a:lnTo>
                  <a:pt x="472249" y="117926"/>
                </a:lnTo>
                <a:lnTo>
                  <a:pt x="472342" y="117893"/>
                </a:lnTo>
                <a:lnTo>
                  <a:pt x="472745" y="118031"/>
                </a:lnTo>
                <a:lnTo>
                  <a:pt x="473661" y="118321"/>
                </a:lnTo>
                <a:lnTo>
                  <a:pt x="474592" y="118592"/>
                </a:lnTo>
                <a:lnTo>
                  <a:pt x="475537" y="118845"/>
                </a:lnTo>
                <a:lnTo>
                  <a:pt x="476497" y="119079"/>
                </a:lnTo>
                <a:lnTo>
                  <a:pt x="477471" y="119294"/>
                </a:lnTo>
                <a:lnTo>
                  <a:pt x="478460" y="119491"/>
                </a:lnTo>
                <a:lnTo>
                  <a:pt x="479463" y="119668"/>
                </a:lnTo>
                <a:lnTo>
                  <a:pt x="480481" y="119827"/>
                </a:lnTo>
                <a:lnTo>
                  <a:pt x="481513" y="119968"/>
                </a:lnTo>
                <a:lnTo>
                  <a:pt x="482559" y="120089"/>
                </a:lnTo>
                <a:lnTo>
                  <a:pt x="483620" y="120192"/>
                </a:lnTo>
                <a:lnTo>
                  <a:pt x="484695" y="120276"/>
                </a:lnTo>
                <a:lnTo>
                  <a:pt x="485785" y="120342"/>
                </a:lnTo>
                <a:lnTo>
                  <a:pt x="486889" y="120389"/>
                </a:lnTo>
                <a:lnTo>
                  <a:pt x="488008" y="120417"/>
                </a:lnTo>
                <a:lnTo>
                  <a:pt x="489141" y="120426"/>
                </a:lnTo>
                <a:lnTo>
                  <a:pt x="490340" y="120417"/>
                </a:lnTo>
                <a:lnTo>
                  <a:pt x="491521" y="120389"/>
                </a:lnTo>
                <a:lnTo>
                  <a:pt x="492686" y="120344"/>
                </a:lnTo>
                <a:lnTo>
                  <a:pt x="493833" y="120279"/>
                </a:lnTo>
                <a:lnTo>
                  <a:pt x="494963" y="120197"/>
                </a:lnTo>
                <a:lnTo>
                  <a:pt x="496076" y="120096"/>
                </a:lnTo>
                <a:lnTo>
                  <a:pt x="497173" y="119977"/>
                </a:lnTo>
                <a:lnTo>
                  <a:pt x="498252" y="119840"/>
                </a:lnTo>
                <a:lnTo>
                  <a:pt x="499314" y="119684"/>
                </a:lnTo>
                <a:lnTo>
                  <a:pt x="500359" y="119510"/>
                </a:lnTo>
                <a:lnTo>
                  <a:pt x="501387" y="119318"/>
                </a:lnTo>
                <a:lnTo>
                  <a:pt x="502399" y="119107"/>
                </a:lnTo>
                <a:lnTo>
                  <a:pt x="503393" y="118878"/>
                </a:lnTo>
                <a:lnTo>
                  <a:pt x="504370" y="118631"/>
                </a:lnTo>
                <a:lnTo>
                  <a:pt x="505330" y="118366"/>
                </a:lnTo>
                <a:lnTo>
                  <a:pt x="506273" y="118082"/>
                </a:lnTo>
                <a:lnTo>
                  <a:pt x="507199" y="117780"/>
                </a:lnTo>
                <a:lnTo>
                  <a:pt x="508108" y="117459"/>
                </a:lnTo>
                <a:lnTo>
                  <a:pt x="509000" y="117120"/>
                </a:lnTo>
                <a:lnTo>
                  <a:pt x="509874" y="116763"/>
                </a:lnTo>
                <a:lnTo>
                  <a:pt x="510732" y="116388"/>
                </a:lnTo>
                <a:lnTo>
                  <a:pt x="511573" y="115994"/>
                </a:lnTo>
                <a:lnTo>
                  <a:pt x="512397" y="115582"/>
                </a:lnTo>
                <a:lnTo>
                  <a:pt x="513204" y="115152"/>
                </a:lnTo>
                <a:lnTo>
                  <a:pt x="513994" y="114706"/>
                </a:lnTo>
                <a:lnTo>
                  <a:pt x="514767" y="114248"/>
                </a:lnTo>
                <a:lnTo>
                  <a:pt x="515523" y="113779"/>
                </a:lnTo>
                <a:lnTo>
                  <a:pt x="516262" y="113297"/>
                </a:lnTo>
                <a:lnTo>
                  <a:pt x="516985" y="112803"/>
                </a:lnTo>
                <a:lnTo>
                  <a:pt x="517691" y="112297"/>
                </a:lnTo>
                <a:lnTo>
                  <a:pt x="518379" y="111779"/>
                </a:lnTo>
                <a:lnTo>
                  <a:pt x="519051" y="111249"/>
                </a:lnTo>
                <a:lnTo>
                  <a:pt x="519707" y="110707"/>
                </a:lnTo>
                <a:lnTo>
                  <a:pt x="520345" y="110153"/>
                </a:lnTo>
                <a:lnTo>
                  <a:pt x="520967" y="109586"/>
                </a:lnTo>
                <a:lnTo>
                  <a:pt x="521571" y="109008"/>
                </a:lnTo>
                <a:lnTo>
                  <a:pt x="522159" y="108417"/>
                </a:lnTo>
                <a:lnTo>
                  <a:pt x="522730" y="107815"/>
                </a:lnTo>
                <a:lnTo>
                  <a:pt x="523285" y="107200"/>
                </a:lnTo>
                <a:lnTo>
                  <a:pt x="523822" y="106573"/>
                </a:lnTo>
                <a:lnTo>
                  <a:pt x="524343" y="105935"/>
                </a:lnTo>
                <a:lnTo>
                  <a:pt x="524847" y="105284"/>
                </a:lnTo>
                <a:lnTo>
                  <a:pt x="525333" y="104621"/>
                </a:lnTo>
                <a:lnTo>
                  <a:pt x="525804" y="103946"/>
                </a:lnTo>
                <a:lnTo>
                  <a:pt x="526257" y="103259"/>
                </a:lnTo>
                <a:lnTo>
                  <a:pt x="526693" y="102559"/>
                </a:lnTo>
                <a:lnTo>
                  <a:pt x="527113" y="101848"/>
                </a:lnTo>
                <a:lnTo>
                  <a:pt x="527516" y="101125"/>
                </a:lnTo>
                <a:lnTo>
                  <a:pt x="527902" y="100392"/>
                </a:lnTo>
                <a:lnTo>
                  <a:pt x="528272" y="99654"/>
                </a:lnTo>
                <a:lnTo>
                  <a:pt x="528625" y="98910"/>
                </a:lnTo>
                <a:lnTo>
                  <a:pt x="528962" y="98161"/>
                </a:lnTo>
                <a:lnTo>
                  <a:pt x="529282" y="97405"/>
                </a:lnTo>
                <a:lnTo>
                  <a:pt x="529586" y="96644"/>
                </a:lnTo>
                <a:lnTo>
                  <a:pt x="529874" y="95876"/>
                </a:lnTo>
                <a:lnTo>
                  <a:pt x="530145" y="95103"/>
                </a:lnTo>
                <a:lnTo>
                  <a:pt x="530400" y="94324"/>
                </a:lnTo>
                <a:lnTo>
                  <a:pt x="530638" y="93540"/>
                </a:lnTo>
                <a:lnTo>
                  <a:pt x="530860" y="92749"/>
                </a:lnTo>
                <a:lnTo>
                  <a:pt x="531065" y="91953"/>
                </a:lnTo>
                <a:lnTo>
                  <a:pt x="531254" y="91150"/>
                </a:lnTo>
                <a:lnTo>
                  <a:pt x="531427" y="90342"/>
                </a:lnTo>
                <a:lnTo>
                  <a:pt x="531583" y="89528"/>
                </a:lnTo>
                <a:lnTo>
                  <a:pt x="531723" y="88709"/>
                </a:lnTo>
                <a:lnTo>
                  <a:pt x="531846" y="87883"/>
                </a:lnTo>
                <a:lnTo>
                  <a:pt x="531953" y="87052"/>
                </a:lnTo>
                <a:lnTo>
                  <a:pt x="532043" y="86215"/>
                </a:lnTo>
                <a:lnTo>
                  <a:pt x="532117" y="85372"/>
                </a:lnTo>
                <a:lnTo>
                  <a:pt x="532174" y="84523"/>
                </a:lnTo>
                <a:lnTo>
                  <a:pt x="532216" y="83668"/>
                </a:lnTo>
                <a:lnTo>
                  <a:pt x="532240" y="82807"/>
                </a:lnTo>
                <a:lnTo>
                  <a:pt x="532248" y="81941"/>
                </a:lnTo>
                <a:lnTo>
                  <a:pt x="532240" y="81046"/>
                </a:lnTo>
                <a:lnTo>
                  <a:pt x="532216" y="80158"/>
                </a:lnTo>
                <a:lnTo>
                  <a:pt x="532175" y="79277"/>
                </a:lnTo>
                <a:lnTo>
                  <a:pt x="532119" y="78402"/>
                </a:lnTo>
                <a:lnTo>
                  <a:pt x="532045" y="77535"/>
                </a:lnTo>
                <a:lnTo>
                  <a:pt x="531956" y="76674"/>
                </a:lnTo>
                <a:lnTo>
                  <a:pt x="531851" y="75820"/>
                </a:lnTo>
                <a:lnTo>
                  <a:pt x="531729" y="74973"/>
                </a:lnTo>
                <a:lnTo>
                  <a:pt x="531591" y="74133"/>
                </a:lnTo>
                <a:lnTo>
                  <a:pt x="531437" y="73300"/>
                </a:lnTo>
                <a:lnTo>
                  <a:pt x="531266" y="72473"/>
                </a:lnTo>
                <a:lnTo>
                  <a:pt x="531080" y="71654"/>
                </a:lnTo>
                <a:lnTo>
                  <a:pt x="530877" y="70841"/>
                </a:lnTo>
                <a:lnTo>
                  <a:pt x="530657" y="70035"/>
                </a:lnTo>
                <a:lnTo>
                  <a:pt x="530422" y="69236"/>
                </a:lnTo>
                <a:lnTo>
                  <a:pt x="530170" y="68443"/>
                </a:lnTo>
                <a:lnTo>
                  <a:pt x="529902" y="67658"/>
                </a:lnTo>
                <a:lnTo>
                  <a:pt x="529618" y="66879"/>
                </a:lnTo>
                <a:lnTo>
                  <a:pt x="529318" y="66107"/>
                </a:lnTo>
                <a:lnTo>
                  <a:pt x="529001" y="65343"/>
                </a:lnTo>
                <a:lnTo>
                  <a:pt x="528669" y="64584"/>
                </a:lnTo>
                <a:lnTo>
                  <a:pt x="528320" y="63833"/>
                </a:lnTo>
                <a:lnTo>
                  <a:pt x="527954" y="63089"/>
                </a:lnTo>
                <a:lnTo>
                  <a:pt x="527573" y="62351"/>
                </a:lnTo>
                <a:lnTo>
                  <a:pt x="527175" y="61623"/>
                </a:lnTo>
                <a:lnTo>
                  <a:pt x="526760" y="60907"/>
                </a:lnTo>
                <a:lnTo>
                  <a:pt x="526329" y="60204"/>
                </a:lnTo>
                <a:lnTo>
                  <a:pt x="525881" y="59514"/>
                </a:lnTo>
                <a:lnTo>
                  <a:pt x="525417" y="58835"/>
                </a:lnTo>
                <a:lnTo>
                  <a:pt x="524936" y="58170"/>
                </a:lnTo>
                <a:lnTo>
                  <a:pt x="524438" y="57516"/>
                </a:lnTo>
                <a:lnTo>
                  <a:pt x="523924" y="56876"/>
                </a:lnTo>
                <a:lnTo>
                  <a:pt x="523393" y="56248"/>
                </a:lnTo>
                <a:lnTo>
                  <a:pt x="522845" y="55632"/>
                </a:lnTo>
                <a:lnTo>
                  <a:pt x="522281" y="55029"/>
                </a:lnTo>
                <a:lnTo>
                  <a:pt x="521700" y="54438"/>
                </a:lnTo>
                <a:lnTo>
                  <a:pt x="521102" y="53860"/>
                </a:lnTo>
                <a:lnTo>
                  <a:pt x="520488" y="53294"/>
                </a:lnTo>
                <a:lnTo>
                  <a:pt x="519937" y="52811"/>
                </a:lnTo>
                <a:lnTo>
                  <a:pt x="519972" y="52769"/>
                </a:lnTo>
                <a:lnTo>
                  <a:pt x="520370" y="52312"/>
                </a:lnTo>
                <a:lnTo>
                  <a:pt x="520777" y="51873"/>
                </a:lnTo>
                <a:lnTo>
                  <a:pt x="521193" y="51451"/>
                </a:lnTo>
                <a:lnTo>
                  <a:pt x="521617" y="51046"/>
                </a:lnTo>
                <a:lnTo>
                  <a:pt x="522049" y="50659"/>
                </a:lnTo>
                <a:lnTo>
                  <a:pt x="522490" y="50288"/>
                </a:lnTo>
                <a:lnTo>
                  <a:pt x="522940" y="49935"/>
                </a:lnTo>
                <a:lnTo>
                  <a:pt x="523398" y="49599"/>
                </a:lnTo>
                <a:lnTo>
                  <a:pt x="523865" y="49281"/>
                </a:lnTo>
                <a:lnTo>
                  <a:pt x="524340" y="48979"/>
                </a:lnTo>
                <a:lnTo>
                  <a:pt x="524823" y="48695"/>
                </a:lnTo>
                <a:lnTo>
                  <a:pt x="525315" y="48428"/>
                </a:lnTo>
                <a:lnTo>
                  <a:pt x="525816" y="48178"/>
                </a:lnTo>
                <a:lnTo>
                  <a:pt x="526325" y="47946"/>
                </a:lnTo>
                <a:lnTo>
                  <a:pt x="526843" y="47730"/>
                </a:lnTo>
                <a:lnTo>
                  <a:pt x="527369" y="47532"/>
                </a:lnTo>
                <a:lnTo>
                  <a:pt x="527903" y="47351"/>
                </a:lnTo>
                <a:lnTo>
                  <a:pt x="528447" y="47188"/>
                </a:lnTo>
                <a:lnTo>
                  <a:pt x="528998" y="47041"/>
                </a:lnTo>
                <a:lnTo>
                  <a:pt x="529557" y="46906"/>
                </a:lnTo>
                <a:lnTo>
                  <a:pt x="530119" y="46777"/>
                </a:lnTo>
                <a:lnTo>
                  <a:pt x="530687" y="46654"/>
                </a:lnTo>
                <a:lnTo>
                  <a:pt x="531258" y="46536"/>
                </a:lnTo>
                <a:lnTo>
                  <a:pt x="531835" y="46424"/>
                </a:lnTo>
                <a:lnTo>
                  <a:pt x="532416" y="46318"/>
                </a:lnTo>
                <a:lnTo>
                  <a:pt x="533001" y="46217"/>
                </a:lnTo>
                <a:lnTo>
                  <a:pt x="533592" y="46123"/>
                </a:lnTo>
                <a:lnTo>
                  <a:pt x="534186" y="46034"/>
                </a:lnTo>
                <a:lnTo>
                  <a:pt x="534785" y="45951"/>
                </a:lnTo>
                <a:lnTo>
                  <a:pt x="535389" y="45873"/>
                </a:lnTo>
                <a:lnTo>
                  <a:pt x="535997" y="45801"/>
                </a:lnTo>
                <a:lnTo>
                  <a:pt x="536610" y="45735"/>
                </a:lnTo>
                <a:lnTo>
                  <a:pt x="537228" y="45675"/>
                </a:lnTo>
                <a:lnTo>
                  <a:pt x="537850" y="45620"/>
                </a:lnTo>
                <a:lnTo>
                  <a:pt x="538476" y="45572"/>
                </a:lnTo>
                <a:lnTo>
                  <a:pt x="539107" y="45528"/>
                </a:lnTo>
                <a:lnTo>
                  <a:pt x="539743" y="45491"/>
                </a:lnTo>
                <a:lnTo>
                  <a:pt x="540383" y="45460"/>
                </a:lnTo>
                <a:lnTo>
                  <a:pt x="541028" y="45434"/>
                </a:lnTo>
                <a:lnTo>
                  <a:pt x="541677" y="45414"/>
                </a:lnTo>
                <a:lnTo>
                  <a:pt x="542331" y="45399"/>
                </a:lnTo>
                <a:lnTo>
                  <a:pt x="542989" y="45391"/>
                </a:lnTo>
                <a:lnTo>
                  <a:pt x="543652" y="45388"/>
                </a:lnTo>
                <a:lnTo>
                  <a:pt x="543652" y="29308"/>
                </a:lnTo>
                <a:lnTo>
                  <a:pt x="542615" y="29343"/>
                </a:lnTo>
                <a:lnTo>
                  <a:pt x="541594" y="29390"/>
                </a:lnTo>
                <a:lnTo>
                  <a:pt x="540588" y="29449"/>
                </a:lnTo>
                <a:lnTo>
                  <a:pt x="539599" y="29520"/>
                </a:lnTo>
                <a:lnTo>
                  <a:pt x="538626" y="29604"/>
                </a:lnTo>
                <a:lnTo>
                  <a:pt x="537669" y="29700"/>
                </a:lnTo>
                <a:lnTo>
                  <a:pt x="536728" y="29809"/>
                </a:lnTo>
                <a:lnTo>
                  <a:pt x="535803" y="29929"/>
                </a:lnTo>
                <a:lnTo>
                  <a:pt x="534894" y="30062"/>
                </a:lnTo>
                <a:lnTo>
                  <a:pt x="534001" y="30207"/>
                </a:lnTo>
                <a:lnTo>
                  <a:pt x="533124" y="30364"/>
                </a:lnTo>
                <a:lnTo>
                  <a:pt x="532263" y="30534"/>
                </a:lnTo>
                <a:lnTo>
                  <a:pt x="531418" y="30716"/>
                </a:lnTo>
                <a:lnTo>
                  <a:pt x="530589" y="30910"/>
                </a:lnTo>
                <a:lnTo>
                  <a:pt x="529776" y="31117"/>
                </a:lnTo>
                <a:lnTo>
                  <a:pt x="528979" y="31336"/>
                </a:lnTo>
                <a:lnTo>
                  <a:pt x="528199" y="31567"/>
                </a:lnTo>
                <a:lnTo>
                  <a:pt x="527434" y="31810"/>
                </a:lnTo>
                <a:lnTo>
                  <a:pt x="526685" y="32066"/>
                </a:lnTo>
                <a:lnTo>
                  <a:pt x="525952" y="32333"/>
                </a:lnTo>
                <a:lnTo>
                  <a:pt x="525236" y="32614"/>
                </a:lnTo>
                <a:lnTo>
                  <a:pt x="524535" y="32906"/>
                </a:lnTo>
                <a:lnTo>
                  <a:pt x="523851" y="33211"/>
                </a:lnTo>
                <a:lnTo>
                  <a:pt x="523182" y="33528"/>
                </a:lnTo>
                <a:lnTo>
                  <a:pt x="522527" y="33863"/>
                </a:lnTo>
                <a:lnTo>
                  <a:pt x="521882" y="34221"/>
                </a:lnTo>
                <a:lnTo>
                  <a:pt x="521248" y="34604"/>
                </a:lnTo>
                <a:lnTo>
                  <a:pt x="520624" y="35010"/>
                </a:lnTo>
                <a:lnTo>
                  <a:pt x="520011" y="35440"/>
                </a:lnTo>
                <a:lnTo>
                  <a:pt x="519408" y="35894"/>
                </a:lnTo>
                <a:lnTo>
                  <a:pt x="518816" y="36372"/>
                </a:lnTo>
                <a:lnTo>
                  <a:pt x="518234" y="36873"/>
                </a:lnTo>
                <a:lnTo>
                  <a:pt x="517663" y="37398"/>
                </a:lnTo>
                <a:lnTo>
                  <a:pt x="517102" y="37947"/>
                </a:lnTo>
                <a:lnTo>
                  <a:pt x="516552" y="38519"/>
                </a:lnTo>
                <a:lnTo>
                  <a:pt x="516012" y="39116"/>
                </a:lnTo>
                <a:lnTo>
                  <a:pt x="515483" y="39736"/>
                </a:lnTo>
                <a:lnTo>
                  <a:pt x="514964" y="40380"/>
                </a:lnTo>
                <a:lnTo>
                  <a:pt x="514456" y="41047"/>
                </a:lnTo>
                <a:lnTo>
                  <a:pt x="513958" y="41739"/>
                </a:lnTo>
                <a:lnTo>
                  <a:pt x="513470" y="42454"/>
                </a:lnTo>
                <a:lnTo>
                  <a:pt x="512994" y="43193"/>
                </a:lnTo>
                <a:lnTo>
                  <a:pt x="512527" y="43955"/>
                </a:lnTo>
                <a:lnTo>
                  <a:pt x="512071" y="44742"/>
                </a:lnTo>
                <a:lnTo>
                  <a:pt x="511626" y="45552"/>
                </a:lnTo>
                <a:lnTo>
                  <a:pt x="511191" y="46386"/>
                </a:lnTo>
                <a:lnTo>
                  <a:pt x="510864" y="47046"/>
                </a:lnTo>
                <a:lnTo>
                  <a:pt x="510144" y="46730"/>
                </a:lnTo>
                <a:lnTo>
                  <a:pt x="509280" y="46377"/>
                </a:lnTo>
                <a:lnTo>
                  <a:pt x="508400" y="46042"/>
                </a:lnTo>
                <a:lnTo>
                  <a:pt x="507503" y="45725"/>
                </a:lnTo>
                <a:lnTo>
                  <a:pt x="506589" y="45426"/>
                </a:lnTo>
                <a:lnTo>
                  <a:pt x="505659" y="45145"/>
                </a:lnTo>
                <a:lnTo>
                  <a:pt x="504713" y="44882"/>
                </a:lnTo>
                <a:lnTo>
                  <a:pt x="503749" y="44638"/>
                </a:lnTo>
                <a:lnTo>
                  <a:pt x="502769" y="44411"/>
                </a:lnTo>
                <a:lnTo>
                  <a:pt x="501772" y="44203"/>
                </a:lnTo>
                <a:lnTo>
                  <a:pt x="500759" y="44013"/>
                </a:lnTo>
                <a:lnTo>
                  <a:pt x="499729" y="43841"/>
                </a:lnTo>
                <a:lnTo>
                  <a:pt x="498683" y="43687"/>
                </a:lnTo>
                <a:lnTo>
                  <a:pt x="497620" y="43551"/>
                </a:lnTo>
                <a:lnTo>
                  <a:pt x="496540" y="43433"/>
                </a:lnTo>
                <a:lnTo>
                  <a:pt x="495443" y="43333"/>
                </a:lnTo>
                <a:lnTo>
                  <a:pt x="494330" y="43252"/>
                </a:lnTo>
                <a:lnTo>
                  <a:pt x="493200" y="43189"/>
                </a:lnTo>
                <a:lnTo>
                  <a:pt x="492054" y="43143"/>
                </a:lnTo>
                <a:lnTo>
                  <a:pt x="490891" y="43116"/>
                </a:lnTo>
                <a:lnTo>
                  <a:pt x="489712" y="43107"/>
                </a:lnTo>
                <a:lnTo>
                  <a:pt x="488560" y="43116"/>
                </a:lnTo>
                <a:lnTo>
                  <a:pt x="487422" y="43143"/>
                </a:lnTo>
                <a:lnTo>
                  <a:pt x="486300" y="43189"/>
                </a:lnTo>
                <a:lnTo>
                  <a:pt x="485193" y="43252"/>
                </a:lnTo>
                <a:lnTo>
                  <a:pt x="484100" y="43333"/>
                </a:lnTo>
                <a:lnTo>
                  <a:pt x="483022" y="43433"/>
                </a:lnTo>
                <a:lnTo>
                  <a:pt x="481960" y="43551"/>
                </a:lnTo>
                <a:lnTo>
                  <a:pt x="480912" y="43687"/>
                </a:lnTo>
                <a:lnTo>
                  <a:pt x="479878" y="43841"/>
                </a:lnTo>
                <a:lnTo>
                  <a:pt x="478860" y="44013"/>
                </a:lnTo>
                <a:lnTo>
                  <a:pt x="477856" y="44203"/>
                </a:lnTo>
                <a:lnTo>
                  <a:pt x="476868" y="44411"/>
                </a:lnTo>
                <a:lnTo>
                  <a:pt x="475894" y="44638"/>
                </a:lnTo>
                <a:lnTo>
                  <a:pt x="474935" y="44882"/>
                </a:lnTo>
                <a:lnTo>
                  <a:pt x="473991" y="45145"/>
                </a:lnTo>
                <a:lnTo>
                  <a:pt x="473062" y="45426"/>
                </a:lnTo>
                <a:lnTo>
                  <a:pt x="472147" y="45725"/>
                </a:lnTo>
                <a:lnTo>
                  <a:pt x="471248" y="46042"/>
                </a:lnTo>
                <a:lnTo>
                  <a:pt x="470363" y="46377"/>
                </a:lnTo>
                <a:lnTo>
                  <a:pt x="469493" y="46730"/>
                </a:lnTo>
                <a:lnTo>
                  <a:pt x="468638" y="47102"/>
                </a:lnTo>
                <a:lnTo>
                  <a:pt x="467798" y="47491"/>
                </a:lnTo>
                <a:lnTo>
                  <a:pt x="466973" y="47899"/>
                </a:lnTo>
                <a:lnTo>
                  <a:pt x="466162" y="48324"/>
                </a:lnTo>
                <a:lnTo>
                  <a:pt x="465367" y="48765"/>
                </a:lnTo>
                <a:lnTo>
                  <a:pt x="464589" y="49218"/>
                </a:lnTo>
                <a:lnTo>
                  <a:pt x="463826" y="49684"/>
                </a:lnTo>
                <a:lnTo>
                  <a:pt x="463080" y="50162"/>
                </a:lnTo>
                <a:lnTo>
                  <a:pt x="462350" y="50653"/>
                </a:lnTo>
                <a:lnTo>
                  <a:pt x="461636" y="51156"/>
                </a:lnTo>
                <a:lnTo>
                  <a:pt x="460939" y="51672"/>
                </a:lnTo>
                <a:lnTo>
                  <a:pt x="460258" y="52200"/>
                </a:lnTo>
                <a:lnTo>
                  <a:pt x="459593" y="52741"/>
                </a:lnTo>
                <a:lnTo>
                  <a:pt x="458944" y="53294"/>
                </a:lnTo>
                <a:lnTo>
                  <a:pt x="458311" y="53860"/>
                </a:lnTo>
                <a:lnTo>
                  <a:pt x="457695" y="54438"/>
                </a:lnTo>
                <a:lnTo>
                  <a:pt x="457095" y="55029"/>
                </a:lnTo>
                <a:lnTo>
                  <a:pt x="456511" y="55632"/>
                </a:lnTo>
                <a:lnTo>
                  <a:pt x="455943" y="56248"/>
                </a:lnTo>
                <a:lnTo>
                  <a:pt x="455392" y="56876"/>
                </a:lnTo>
                <a:lnTo>
                  <a:pt x="454857" y="57516"/>
                </a:lnTo>
                <a:lnTo>
                  <a:pt x="454338" y="58170"/>
                </a:lnTo>
                <a:lnTo>
                  <a:pt x="453835" y="58835"/>
                </a:lnTo>
                <a:lnTo>
                  <a:pt x="453349" y="59514"/>
                </a:lnTo>
                <a:lnTo>
                  <a:pt x="452879" y="60204"/>
                </a:lnTo>
                <a:lnTo>
                  <a:pt x="452425" y="60907"/>
                </a:lnTo>
                <a:lnTo>
                  <a:pt x="451987" y="61623"/>
                </a:lnTo>
                <a:lnTo>
                  <a:pt x="451565" y="62351"/>
                </a:lnTo>
                <a:lnTo>
                  <a:pt x="451160" y="63089"/>
                </a:lnTo>
                <a:lnTo>
                  <a:pt x="450773" y="63833"/>
                </a:lnTo>
                <a:lnTo>
                  <a:pt x="450403" y="64584"/>
                </a:lnTo>
                <a:lnTo>
                  <a:pt x="450049" y="65343"/>
                </a:lnTo>
                <a:lnTo>
                  <a:pt x="449714" y="66107"/>
                </a:lnTo>
                <a:lnTo>
                  <a:pt x="449395" y="66879"/>
                </a:lnTo>
                <a:lnTo>
                  <a:pt x="449094" y="67658"/>
                </a:lnTo>
                <a:lnTo>
                  <a:pt x="448809" y="68443"/>
                </a:lnTo>
                <a:lnTo>
                  <a:pt x="448542" y="69236"/>
                </a:lnTo>
                <a:lnTo>
                  <a:pt x="448293" y="70035"/>
                </a:lnTo>
                <a:lnTo>
                  <a:pt x="448060" y="70841"/>
                </a:lnTo>
                <a:lnTo>
                  <a:pt x="447845" y="71654"/>
                </a:lnTo>
                <a:lnTo>
                  <a:pt x="447647" y="72473"/>
                </a:lnTo>
                <a:lnTo>
                  <a:pt x="447466" y="73300"/>
                </a:lnTo>
                <a:lnTo>
                  <a:pt x="447302" y="74133"/>
                </a:lnTo>
                <a:lnTo>
                  <a:pt x="447156" y="74973"/>
                </a:lnTo>
                <a:lnTo>
                  <a:pt x="447027" y="75820"/>
                </a:lnTo>
                <a:lnTo>
                  <a:pt x="446915" y="76674"/>
                </a:lnTo>
                <a:lnTo>
                  <a:pt x="446820" y="77535"/>
                </a:lnTo>
                <a:lnTo>
                  <a:pt x="446742" y="78402"/>
                </a:lnTo>
                <a:lnTo>
                  <a:pt x="446682" y="79277"/>
                </a:lnTo>
                <a:lnTo>
                  <a:pt x="446639" y="80158"/>
                </a:lnTo>
                <a:lnTo>
                  <a:pt x="446613" y="81046"/>
                </a:lnTo>
                <a:lnTo>
                  <a:pt x="446605" y="81941"/>
                </a:lnTo>
                <a:lnTo>
                  <a:pt x="446613" y="82789"/>
                </a:lnTo>
                <a:lnTo>
                  <a:pt x="446639" y="83631"/>
                </a:lnTo>
                <a:lnTo>
                  <a:pt x="446681" y="84468"/>
                </a:lnTo>
                <a:lnTo>
                  <a:pt x="446741" y="85301"/>
                </a:lnTo>
                <a:lnTo>
                  <a:pt x="446817" y="86128"/>
                </a:lnTo>
                <a:lnTo>
                  <a:pt x="446911" y="86950"/>
                </a:lnTo>
                <a:lnTo>
                  <a:pt x="447022" y="87768"/>
                </a:lnTo>
                <a:lnTo>
                  <a:pt x="447149" y="88580"/>
                </a:lnTo>
                <a:lnTo>
                  <a:pt x="447294" y="89387"/>
                </a:lnTo>
                <a:lnTo>
                  <a:pt x="447456" y="90189"/>
                </a:lnTo>
                <a:lnTo>
                  <a:pt x="447635" y="90987"/>
                </a:lnTo>
                <a:lnTo>
                  <a:pt x="447830" y="91779"/>
                </a:lnTo>
                <a:lnTo>
                  <a:pt x="448043" y="92566"/>
                </a:lnTo>
                <a:lnTo>
                  <a:pt x="448273" y="93348"/>
                </a:lnTo>
                <a:lnTo>
                  <a:pt x="448520" y="94125"/>
                </a:lnTo>
                <a:lnTo>
                  <a:pt x="448784" y="94897"/>
                </a:lnTo>
                <a:lnTo>
                  <a:pt x="449065" y="95664"/>
                </a:lnTo>
                <a:lnTo>
                  <a:pt x="449363" y="96426"/>
                </a:lnTo>
                <a:lnTo>
                  <a:pt x="449678" y="97183"/>
                </a:lnTo>
                <a:lnTo>
                  <a:pt x="450010" y="97935"/>
                </a:lnTo>
                <a:lnTo>
                  <a:pt x="450359" y="98682"/>
                </a:lnTo>
                <a:lnTo>
                  <a:pt x="450725" y="99424"/>
                </a:lnTo>
                <a:lnTo>
                  <a:pt x="451108" y="100161"/>
                </a:lnTo>
                <a:lnTo>
                  <a:pt x="451508" y="100893"/>
                </a:lnTo>
                <a:lnTo>
                  <a:pt x="451925" y="101617"/>
                </a:lnTo>
                <a:lnTo>
                  <a:pt x="452358" y="102329"/>
                </a:lnTo>
                <a:lnTo>
                  <a:pt x="452806" y="103029"/>
                </a:lnTo>
                <a:lnTo>
                  <a:pt x="453271" y="103717"/>
                </a:lnTo>
                <a:lnTo>
                  <a:pt x="453752" y="104394"/>
                </a:lnTo>
                <a:lnTo>
                  <a:pt x="454249" y="105059"/>
                </a:lnTo>
                <a:lnTo>
                  <a:pt x="454762" y="105713"/>
                </a:lnTo>
                <a:lnTo>
                  <a:pt x="455291" y="106355"/>
                </a:lnTo>
                <a:lnTo>
                  <a:pt x="455836" y="106985"/>
                </a:lnTo>
                <a:lnTo>
                  <a:pt x="456397" y="107603"/>
                </a:lnTo>
                <a:lnTo>
                  <a:pt x="456974" y="108210"/>
                </a:lnTo>
                <a:lnTo>
                  <a:pt x="457567" y="108806"/>
                </a:lnTo>
                <a:lnTo>
                  <a:pt x="458176" y="109389"/>
                </a:lnTo>
                <a:lnTo>
                  <a:pt x="458801" y="109961"/>
                </a:lnTo>
                <a:lnTo>
                  <a:pt x="459442" y="110521"/>
                </a:lnTo>
                <a:lnTo>
                  <a:pt x="460099" y="111070"/>
                </a:lnTo>
                <a:lnTo>
                  <a:pt x="460773" y="111606"/>
                </a:lnTo>
                <a:lnTo>
                  <a:pt x="461462" y="112132"/>
                </a:lnTo>
                <a:lnTo>
                  <a:pt x="461836" y="112404"/>
                </a:lnTo>
                <a:lnTo>
                  <a:pt x="461623" y="112487"/>
                </a:lnTo>
                <a:lnTo>
                  <a:pt x="460877" y="112787"/>
                </a:lnTo>
                <a:lnTo>
                  <a:pt x="460152" y="113094"/>
                </a:lnTo>
                <a:lnTo>
                  <a:pt x="459447" y="113407"/>
                </a:lnTo>
                <a:lnTo>
                  <a:pt x="458761" y="113727"/>
                </a:lnTo>
                <a:lnTo>
                  <a:pt x="458096" y="114052"/>
                </a:lnTo>
                <a:lnTo>
                  <a:pt x="457451" y="114384"/>
                </a:lnTo>
                <a:lnTo>
                  <a:pt x="456825" y="114721"/>
                </a:lnTo>
                <a:lnTo>
                  <a:pt x="456220" y="115065"/>
                </a:lnTo>
                <a:lnTo>
                  <a:pt x="455635" y="115415"/>
                </a:lnTo>
                <a:lnTo>
                  <a:pt x="455069" y="115771"/>
                </a:lnTo>
                <a:lnTo>
                  <a:pt x="454524" y="116134"/>
                </a:lnTo>
                <a:lnTo>
                  <a:pt x="453999" y="116502"/>
                </a:lnTo>
                <a:lnTo>
                  <a:pt x="453493" y="116877"/>
                </a:lnTo>
                <a:lnTo>
                  <a:pt x="453008" y="117257"/>
                </a:lnTo>
                <a:lnTo>
                  <a:pt x="452543" y="117644"/>
                </a:lnTo>
                <a:lnTo>
                  <a:pt x="452097" y="118037"/>
                </a:lnTo>
                <a:lnTo>
                  <a:pt x="451672" y="118437"/>
                </a:lnTo>
                <a:lnTo>
                  <a:pt x="451266" y="118842"/>
                </a:lnTo>
                <a:lnTo>
                  <a:pt x="450881" y="119254"/>
                </a:lnTo>
                <a:lnTo>
                  <a:pt x="450513" y="119669"/>
                </a:lnTo>
                <a:lnTo>
                  <a:pt x="450162" y="120087"/>
                </a:lnTo>
                <a:lnTo>
                  <a:pt x="449825" y="120507"/>
                </a:lnTo>
                <a:lnTo>
                  <a:pt x="449505" y="120929"/>
                </a:lnTo>
                <a:lnTo>
                  <a:pt x="449200" y="121354"/>
                </a:lnTo>
                <a:lnTo>
                  <a:pt x="448910" y="121780"/>
                </a:lnTo>
                <a:lnTo>
                  <a:pt x="448637" y="122209"/>
                </a:lnTo>
                <a:lnTo>
                  <a:pt x="448378" y="122640"/>
                </a:lnTo>
                <a:lnTo>
                  <a:pt x="448136" y="123073"/>
                </a:lnTo>
                <a:lnTo>
                  <a:pt x="447909" y="123508"/>
                </a:lnTo>
                <a:lnTo>
                  <a:pt x="447698" y="123946"/>
                </a:lnTo>
                <a:lnTo>
                  <a:pt x="447503" y="124385"/>
                </a:lnTo>
                <a:lnTo>
                  <a:pt x="447323" y="124827"/>
                </a:lnTo>
                <a:lnTo>
                  <a:pt x="447159" y="125271"/>
                </a:lnTo>
                <a:lnTo>
                  <a:pt x="447010" y="125717"/>
                </a:lnTo>
                <a:lnTo>
                  <a:pt x="446877" y="126166"/>
                </a:lnTo>
                <a:lnTo>
                  <a:pt x="446760" y="126616"/>
                </a:lnTo>
                <a:lnTo>
                  <a:pt x="446658" y="127069"/>
                </a:lnTo>
                <a:lnTo>
                  <a:pt x="446572" y="127524"/>
                </a:lnTo>
                <a:lnTo>
                  <a:pt x="446502" y="127981"/>
                </a:lnTo>
                <a:lnTo>
                  <a:pt x="446447" y="128440"/>
                </a:lnTo>
                <a:lnTo>
                  <a:pt x="446408" y="128901"/>
                </a:lnTo>
                <a:lnTo>
                  <a:pt x="446384" y="129365"/>
                </a:lnTo>
                <a:lnTo>
                  <a:pt x="446376" y="129831"/>
                </a:lnTo>
                <a:lnTo>
                  <a:pt x="446381" y="130156"/>
                </a:lnTo>
                <a:lnTo>
                  <a:pt x="446395" y="130481"/>
                </a:lnTo>
                <a:lnTo>
                  <a:pt x="446417" y="130808"/>
                </a:lnTo>
                <a:lnTo>
                  <a:pt x="446449" y="131136"/>
                </a:lnTo>
                <a:lnTo>
                  <a:pt x="446490" y="131465"/>
                </a:lnTo>
                <a:lnTo>
                  <a:pt x="446540" y="131794"/>
                </a:lnTo>
                <a:lnTo>
                  <a:pt x="446600" y="132125"/>
                </a:lnTo>
                <a:lnTo>
                  <a:pt x="446668" y="132457"/>
                </a:lnTo>
                <a:lnTo>
                  <a:pt x="446745" y="132790"/>
                </a:lnTo>
                <a:lnTo>
                  <a:pt x="446832" y="133123"/>
                </a:lnTo>
                <a:lnTo>
                  <a:pt x="446927" y="133458"/>
                </a:lnTo>
                <a:lnTo>
                  <a:pt x="447032" y="133794"/>
                </a:lnTo>
                <a:lnTo>
                  <a:pt x="447146" y="134130"/>
                </a:lnTo>
                <a:lnTo>
                  <a:pt x="447269" y="134468"/>
                </a:lnTo>
                <a:lnTo>
                  <a:pt x="447401" y="134807"/>
                </a:lnTo>
                <a:lnTo>
                  <a:pt x="447542" y="135146"/>
                </a:lnTo>
                <a:lnTo>
                  <a:pt x="447692" y="135487"/>
                </a:lnTo>
                <a:lnTo>
                  <a:pt x="447852" y="135828"/>
                </a:lnTo>
                <a:lnTo>
                  <a:pt x="448020" y="136171"/>
                </a:lnTo>
                <a:lnTo>
                  <a:pt x="448198" y="136515"/>
                </a:lnTo>
                <a:lnTo>
                  <a:pt x="448385" y="136859"/>
                </a:lnTo>
                <a:lnTo>
                  <a:pt x="448580" y="137205"/>
                </a:lnTo>
                <a:lnTo>
                  <a:pt x="448785" y="137551"/>
                </a:lnTo>
                <a:lnTo>
                  <a:pt x="448999" y="137899"/>
                </a:lnTo>
                <a:lnTo>
                  <a:pt x="449224" y="138245"/>
                </a:lnTo>
                <a:lnTo>
                  <a:pt x="449461" y="138589"/>
                </a:lnTo>
                <a:lnTo>
                  <a:pt x="449711" y="138930"/>
                </a:lnTo>
                <a:lnTo>
                  <a:pt x="449973" y="139268"/>
                </a:lnTo>
                <a:lnTo>
                  <a:pt x="450248" y="139603"/>
                </a:lnTo>
                <a:lnTo>
                  <a:pt x="450535" y="139936"/>
                </a:lnTo>
                <a:lnTo>
                  <a:pt x="450835" y="140265"/>
                </a:lnTo>
                <a:lnTo>
                  <a:pt x="451147" y="140592"/>
                </a:lnTo>
                <a:lnTo>
                  <a:pt x="451472" y="140917"/>
                </a:lnTo>
                <a:lnTo>
                  <a:pt x="451809" y="141238"/>
                </a:lnTo>
                <a:lnTo>
                  <a:pt x="452158" y="141557"/>
                </a:lnTo>
                <a:lnTo>
                  <a:pt x="452520" y="141873"/>
                </a:lnTo>
                <a:lnTo>
                  <a:pt x="452895" y="142186"/>
                </a:lnTo>
                <a:lnTo>
                  <a:pt x="453282" y="142496"/>
                </a:lnTo>
                <a:lnTo>
                  <a:pt x="453681" y="142804"/>
                </a:lnTo>
                <a:lnTo>
                  <a:pt x="454093" y="143108"/>
                </a:lnTo>
                <a:lnTo>
                  <a:pt x="454518" y="143410"/>
                </a:lnTo>
                <a:lnTo>
                  <a:pt x="454954" y="143710"/>
                </a:lnTo>
                <a:lnTo>
                  <a:pt x="455404" y="144006"/>
                </a:lnTo>
                <a:lnTo>
                  <a:pt x="455866" y="144300"/>
                </a:lnTo>
                <a:lnTo>
                  <a:pt x="456340" y="144591"/>
                </a:lnTo>
                <a:lnTo>
                  <a:pt x="456827" y="144879"/>
                </a:lnTo>
                <a:lnTo>
                  <a:pt x="457326" y="145164"/>
                </a:lnTo>
                <a:lnTo>
                  <a:pt x="457837" y="145447"/>
                </a:lnTo>
                <a:lnTo>
                  <a:pt x="458363" y="145724"/>
                </a:lnTo>
                <a:lnTo>
                  <a:pt x="458905" y="145993"/>
                </a:lnTo>
                <a:lnTo>
                  <a:pt x="459463" y="146255"/>
                </a:lnTo>
                <a:lnTo>
                  <a:pt x="459653" y="146339"/>
                </a:lnTo>
                <a:lnTo>
                  <a:pt x="459086" y="146587"/>
                </a:lnTo>
                <a:lnTo>
                  <a:pt x="458071" y="147061"/>
                </a:lnTo>
                <a:lnTo>
                  <a:pt x="457086" y="147550"/>
                </a:lnTo>
                <a:lnTo>
                  <a:pt x="456133" y="148055"/>
                </a:lnTo>
                <a:lnTo>
                  <a:pt x="455211" y="148576"/>
                </a:lnTo>
                <a:lnTo>
                  <a:pt x="454320" y="149112"/>
                </a:lnTo>
                <a:lnTo>
                  <a:pt x="453460" y="149664"/>
                </a:lnTo>
                <a:lnTo>
                  <a:pt x="452631" y="150232"/>
                </a:lnTo>
                <a:lnTo>
                  <a:pt x="451833" y="150815"/>
                </a:lnTo>
                <a:lnTo>
                  <a:pt x="451067" y="151414"/>
                </a:lnTo>
                <a:lnTo>
                  <a:pt x="450331" y="152029"/>
                </a:lnTo>
                <a:lnTo>
                  <a:pt x="449627" y="152660"/>
                </a:lnTo>
                <a:lnTo>
                  <a:pt x="448952" y="153302"/>
                </a:lnTo>
                <a:lnTo>
                  <a:pt x="448306" y="153952"/>
                </a:lnTo>
                <a:lnTo>
                  <a:pt x="447689" y="154609"/>
                </a:lnTo>
                <a:lnTo>
                  <a:pt x="447100" y="155274"/>
                </a:lnTo>
                <a:lnTo>
                  <a:pt x="446540" y="155947"/>
                </a:lnTo>
                <a:lnTo>
                  <a:pt x="446009" y="156627"/>
                </a:lnTo>
                <a:lnTo>
                  <a:pt x="445507" y="157315"/>
                </a:lnTo>
                <a:lnTo>
                  <a:pt x="445033" y="158011"/>
                </a:lnTo>
                <a:lnTo>
                  <a:pt x="444588" y="158715"/>
                </a:lnTo>
                <a:lnTo>
                  <a:pt x="444172" y="159426"/>
                </a:lnTo>
                <a:lnTo>
                  <a:pt x="443785" y="160144"/>
                </a:lnTo>
                <a:lnTo>
                  <a:pt x="443426" y="160871"/>
                </a:lnTo>
                <a:lnTo>
                  <a:pt x="443096" y="161605"/>
                </a:lnTo>
                <a:lnTo>
                  <a:pt x="442794" y="162347"/>
                </a:lnTo>
                <a:lnTo>
                  <a:pt x="442521" y="163096"/>
                </a:lnTo>
                <a:lnTo>
                  <a:pt x="442277" y="163853"/>
                </a:lnTo>
                <a:lnTo>
                  <a:pt x="442062" y="164618"/>
                </a:lnTo>
                <a:lnTo>
                  <a:pt x="441875" y="165391"/>
                </a:lnTo>
                <a:lnTo>
                  <a:pt x="441718" y="166171"/>
                </a:lnTo>
                <a:lnTo>
                  <a:pt x="441588" y="166959"/>
                </a:lnTo>
                <a:lnTo>
                  <a:pt x="441488" y="167754"/>
                </a:lnTo>
                <a:lnTo>
                  <a:pt x="441416" y="168557"/>
                </a:lnTo>
                <a:lnTo>
                  <a:pt x="441373" y="169368"/>
                </a:lnTo>
                <a:lnTo>
                  <a:pt x="441359" y="170187"/>
                </a:lnTo>
                <a:lnTo>
                  <a:pt x="441367" y="170861"/>
                </a:lnTo>
                <a:lnTo>
                  <a:pt x="441392" y="171532"/>
                </a:lnTo>
                <a:lnTo>
                  <a:pt x="441434" y="172199"/>
                </a:lnTo>
                <a:lnTo>
                  <a:pt x="441492" y="172862"/>
                </a:lnTo>
                <a:lnTo>
                  <a:pt x="441567" y="173520"/>
                </a:lnTo>
                <a:lnTo>
                  <a:pt x="441658" y="174175"/>
                </a:lnTo>
                <a:lnTo>
                  <a:pt x="441766" y="174826"/>
                </a:lnTo>
                <a:lnTo>
                  <a:pt x="441891" y="175472"/>
                </a:lnTo>
                <a:lnTo>
                  <a:pt x="442032" y="176115"/>
                </a:lnTo>
                <a:lnTo>
                  <a:pt x="442190" y="176754"/>
                </a:lnTo>
                <a:lnTo>
                  <a:pt x="442365" y="177388"/>
                </a:lnTo>
                <a:lnTo>
                  <a:pt x="442556" y="178019"/>
                </a:lnTo>
                <a:lnTo>
                  <a:pt x="442764" y="178645"/>
                </a:lnTo>
                <a:lnTo>
                  <a:pt x="442989" y="179268"/>
                </a:lnTo>
                <a:lnTo>
                  <a:pt x="443230" y="179886"/>
                </a:lnTo>
                <a:lnTo>
                  <a:pt x="443487" y="180501"/>
                </a:lnTo>
                <a:lnTo>
                  <a:pt x="443762" y="181111"/>
                </a:lnTo>
                <a:lnTo>
                  <a:pt x="444053" y="181718"/>
                </a:lnTo>
                <a:lnTo>
                  <a:pt x="444361" y="182320"/>
                </a:lnTo>
                <a:lnTo>
                  <a:pt x="444685" y="182919"/>
                </a:lnTo>
                <a:lnTo>
                  <a:pt x="445026" y="183513"/>
                </a:lnTo>
                <a:lnTo>
                  <a:pt x="445383" y="184103"/>
                </a:lnTo>
                <a:lnTo>
                  <a:pt x="445758" y="184690"/>
                </a:lnTo>
                <a:lnTo>
                  <a:pt x="446148" y="185272"/>
                </a:lnTo>
                <a:lnTo>
                  <a:pt x="446558" y="185848"/>
                </a:lnTo>
                <a:lnTo>
                  <a:pt x="446988" y="186414"/>
                </a:lnTo>
                <a:lnTo>
                  <a:pt x="447439" y="186970"/>
                </a:lnTo>
                <a:lnTo>
                  <a:pt x="447911" y="187517"/>
                </a:lnTo>
                <a:lnTo>
                  <a:pt x="448404" y="188054"/>
                </a:lnTo>
                <a:lnTo>
                  <a:pt x="448917" y="188581"/>
                </a:lnTo>
                <a:lnTo>
                  <a:pt x="449452" y="189099"/>
                </a:lnTo>
                <a:lnTo>
                  <a:pt x="450007" y="189607"/>
                </a:lnTo>
                <a:lnTo>
                  <a:pt x="450583" y="190105"/>
                </a:lnTo>
                <a:lnTo>
                  <a:pt x="451179" y="190593"/>
                </a:lnTo>
                <a:lnTo>
                  <a:pt x="451797" y="191072"/>
                </a:lnTo>
                <a:lnTo>
                  <a:pt x="452435" y="191541"/>
                </a:lnTo>
                <a:lnTo>
                  <a:pt x="453094" y="192001"/>
                </a:lnTo>
                <a:lnTo>
                  <a:pt x="453774" y="192451"/>
                </a:lnTo>
                <a:lnTo>
                  <a:pt x="454474" y="192891"/>
                </a:lnTo>
                <a:lnTo>
                  <a:pt x="455196" y="193321"/>
                </a:lnTo>
                <a:lnTo>
                  <a:pt x="455938" y="193742"/>
                </a:lnTo>
                <a:lnTo>
                  <a:pt x="456701" y="194153"/>
                </a:lnTo>
                <a:lnTo>
                  <a:pt x="457484" y="194554"/>
                </a:lnTo>
                <a:lnTo>
                  <a:pt x="458289" y="194946"/>
                </a:lnTo>
                <a:lnTo>
                  <a:pt x="459114" y="195328"/>
                </a:lnTo>
                <a:lnTo>
                  <a:pt x="459960" y="195700"/>
                </a:lnTo>
                <a:lnTo>
                  <a:pt x="460827" y="196063"/>
                </a:lnTo>
                <a:lnTo>
                  <a:pt x="461715" y="196416"/>
                </a:lnTo>
                <a:lnTo>
                  <a:pt x="462625" y="196757"/>
                </a:lnTo>
                <a:lnTo>
                  <a:pt x="463561" y="197083"/>
                </a:lnTo>
                <a:lnTo>
                  <a:pt x="464522" y="197395"/>
                </a:lnTo>
                <a:lnTo>
                  <a:pt x="465508" y="197693"/>
                </a:lnTo>
                <a:lnTo>
                  <a:pt x="466519" y="197976"/>
                </a:lnTo>
                <a:lnTo>
                  <a:pt x="467556" y="198245"/>
                </a:lnTo>
                <a:lnTo>
                  <a:pt x="468617" y="198499"/>
                </a:lnTo>
                <a:lnTo>
                  <a:pt x="469704" y="198738"/>
                </a:lnTo>
                <a:lnTo>
                  <a:pt x="470816" y="198963"/>
                </a:lnTo>
                <a:lnTo>
                  <a:pt x="471953" y="199174"/>
                </a:lnTo>
                <a:lnTo>
                  <a:pt x="473115" y="199369"/>
                </a:lnTo>
                <a:lnTo>
                  <a:pt x="474302" y="199551"/>
                </a:lnTo>
                <a:lnTo>
                  <a:pt x="475514" y="199718"/>
                </a:lnTo>
                <a:lnTo>
                  <a:pt x="476752" y="199870"/>
                </a:lnTo>
                <a:lnTo>
                  <a:pt x="478014" y="200008"/>
                </a:lnTo>
                <a:lnTo>
                  <a:pt x="479302" y="200131"/>
                </a:lnTo>
                <a:lnTo>
                  <a:pt x="480615" y="200240"/>
                </a:lnTo>
                <a:lnTo>
                  <a:pt x="481953" y="200335"/>
                </a:lnTo>
                <a:lnTo>
                  <a:pt x="483317" y="200415"/>
                </a:lnTo>
                <a:lnTo>
                  <a:pt x="484705" y="200480"/>
                </a:lnTo>
                <a:lnTo>
                  <a:pt x="486118" y="200531"/>
                </a:lnTo>
                <a:lnTo>
                  <a:pt x="487557" y="200567"/>
                </a:lnTo>
                <a:lnTo>
                  <a:pt x="489021" y="200589"/>
                </a:lnTo>
                <a:lnTo>
                  <a:pt x="490510" y="200596"/>
                </a:lnTo>
                <a:lnTo>
                  <a:pt x="492683" y="200579"/>
                </a:lnTo>
                <a:lnTo>
                  <a:pt x="494811" y="200528"/>
                </a:lnTo>
                <a:lnTo>
                  <a:pt x="496893" y="200443"/>
                </a:lnTo>
                <a:lnTo>
                  <a:pt x="498931" y="200324"/>
                </a:lnTo>
                <a:lnTo>
                  <a:pt x="500924" y="200170"/>
                </a:lnTo>
                <a:lnTo>
                  <a:pt x="502872" y="199983"/>
                </a:lnTo>
                <a:lnTo>
                  <a:pt x="504776" y="199762"/>
                </a:lnTo>
                <a:lnTo>
                  <a:pt x="506634" y="199506"/>
                </a:lnTo>
                <a:lnTo>
                  <a:pt x="508447" y="199217"/>
                </a:lnTo>
                <a:lnTo>
                  <a:pt x="510215" y="198893"/>
                </a:lnTo>
                <a:lnTo>
                  <a:pt x="511939" y="198536"/>
                </a:lnTo>
                <a:lnTo>
                  <a:pt x="513617" y="198144"/>
                </a:lnTo>
                <a:lnTo>
                  <a:pt x="515251" y="197718"/>
                </a:lnTo>
                <a:lnTo>
                  <a:pt x="516839" y="197259"/>
                </a:lnTo>
                <a:lnTo>
                  <a:pt x="518383" y="196765"/>
                </a:lnTo>
                <a:lnTo>
                  <a:pt x="519881" y="196237"/>
                </a:lnTo>
                <a:lnTo>
                  <a:pt x="521335" y="195675"/>
                </a:lnTo>
                <a:lnTo>
                  <a:pt x="522744" y="195079"/>
                </a:lnTo>
                <a:lnTo>
                  <a:pt x="524108" y="194449"/>
                </a:lnTo>
                <a:lnTo>
                  <a:pt x="525427" y="193785"/>
                </a:lnTo>
                <a:lnTo>
                  <a:pt x="526701" y="193087"/>
                </a:lnTo>
                <a:lnTo>
                  <a:pt x="527930" y="192355"/>
                </a:lnTo>
                <a:lnTo>
                  <a:pt x="529114" y="191589"/>
                </a:lnTo>
                <a:lnTo>
                  <a:pt x="530253" y="190789"/>
                </a:lnTo>
                <a:lnTo>
                  <a:pt x="531346" y="189962"/>
                </a:lnTo>
                <a:lnTo>
                  <a:pt x="532393" y="189116"/>
                </a:lnTo>
                <a:lnTo>
                  <a:pt x="533393" y="188250"/>
                </a:lnTo>
                <a:lnTo>
                  <a:pt x="534347" y="187366"/>
                </a:lnTo>
                <a:lnTo>
                  <a:pt x="535254" y="186463"/>
                </a:lnTo>
                <a:lnTo>
                  <a:pt x="536115" y="185540"/>
                </a:lnTo>
                <a:lnTo>
                  <a:pt x="536929" y="184598"/>
                </a:lnTo>
                <a:lnTo>
                  <a:pt x="537697" y="183637"/>
                </a:lnTo>
                <a:lnTo>
                  <a:pt x="538418" y="182657"/>
                </a:lnTo>
                <a:lnTo>
                  <a:pt x="539093" y="181658"/>
                </a:lnTo>
                <a:lnTo>
                  <a:pt x="539721" y="180640"/>
                </a:lnTo>
                <a:lnTo>
                  <a:pt x="540302" y="179602"/>
                </a:lnTo>
                <a:lnTo>
                  <a:pt x="540838" y="178545"/>
                </a:lnTo>
                <a:lnTo>
                  <a:pt x="541326" y="177469"/>
                </a:lnTo>
                <a:lnTo>
                  <a:pt x="541768" y="176374"/>
                </a:lnTo>
                <a:lnTo>
                  <a:pt x="542164" y="175260"/>
                </a:lnTo>
                <a:lnTo>
                  <a:pt x="542512" y="174127"/>
                </a:lnTo>
                <a:lnTo>
                  <a:pt x="542815" y="172974"/>
                </a:lnTo>
                <a:lnTo>
                  <a:pt x="543071" y="171803"/>
                </a:lnTo>
                <a:lnTo>
                  <a:pt x="543280" y="170612"/>
                </a:lnTo>
                <a:lnTo>
                  <a:pt x="543443" y="169402"/>
                </a:lnTo>
                <a:lnTo>
                  <a:pt x="543559" y="168173"/>
                </a:lnTo>
                <a:lnTo>
                  <a:pt x="543629" y="166924"/>
                </a:lnTo>
                <a:lnTo>
                  <a:pt x="543652" y="165657"/>
                </a:lnTo>
                <a:lnTo>
                  <a:pt x="543632" y="164385"/>
                </a:lnTo>
                <a:lnTo>
                  <a:pt x="543571" y="163140"/>
                </a:lnTo>
                <a:lnTo>
                  <a:pt x="543469" y="161924"/>
                </a:lnTo>
                <a:lnTo>
                  <a:pt x="543326" y="160735"/>
                </a:lnTo>
                <a:lnTo>
                  <a:pt x="543143" y="159575"/>
                </a:lnTo>
                <a:lnTo>
                  <a:pt x="542918" y="158442"/>
                </a:lnTo>
                <a:lnTo>
                  <a:pt x="542653" y="157338"/>
                </a:lnTo>
                <a:lnTo>
                  <a:pt x="542347" y="156261"/>
                </a:lnTo>
                <a:lnTo>
                  <a:pt x="542001" y="155213"/>
                </a:lnTo>
                <a:lnTo>
                  <a:pt x="541613" y="154193"/>
                </a:lnTo>
                <a:lnTo>
                  <a:pt x="541185" y="153200"/>
                </a:lnTo>
                <a:lnTo>
                  <a:pt x="540716" y="152236"/>
                </a:lnTo>
                <a:lnTo>
                  <a:pt x="540206" y="151300"/>
                </a:lnTo>
                <a:lnTo>
                  <a:pt x="539655" y="150391"/>
                </a:lnTo>
                <a:lnTo>
                  <a:pt x="539064" y="149511"/>
                </a:lnTo>
                <a:lnTo>
                  <a:pt x="538432" y="148659"/>
                </a:lnTo>
                <a:lnTo>
                  <a:pt x="537759" y="147834"/>
                </a:lnTo>
                <a:lnTo>
                  <a:pt x="537045" y="147038"/>
                </a:lnTo>
                <a:lnTo>
                  <a:pt x="536291" y="146270"/>
                </a:lnTo>
                <a:lnTo>
                  <a:pt x="535495" y="145530"/>
                </a:lnTo>
                <a:lnTo>
                  <a:pt x="534659" y="144818"/>
                </a:lnTo>
                <a:lnTo>
                  <a:pt x="533782" y="144133"/>
                </a:lnTo>
                <a:lnTo>
                  <a:pt x="532865" y="143477"/>
                </a:lnTo>
                <a:lnTo>
                  <a:pt x="531906" y="142849"/>
                </a:lnTo>
                <a:lnTo>
                  <a:pt x="530900" y="142248"/>
                </a:lnTo>
                <a:lnTo>
                  <a:pt x="529840" y="141672"/>
                </a:lnTo>
                <a:lnTo>
                  <a:pt x="528726" y="141122"/>
                </a:lnTo>
                <a:lnTo>
                  <a:pt x="527557" y="140597"/>
                </a:lnTo>
                <a:lnTo>
                  <a:pt x="526334" y="140098"/>
                </a:lnTo>
                <a:lnTo>
                  <a:pt x="525057" y="139625"/>
                </a:lnTo>
                <a:lnTo>
                  <a:pt x="523725" y="139177"/>
                </a:lnTo>
                <a:lnTo>
                  <a:pt x="522340" y="138755"/>
                </a:lnTo>
                <a:lnTo>
                  <a:pt x="520900" y="138358"/>
                </a:lnTo>
                <a:lnTo>
                  <a:pt x="519405" y="137987"/>
                </a:lnTo>
                <a:lnTo>
                  <a:pt x="517857" y="137642"/>
                </a:lnTo>
                <a:lnTo>
                  <a:pt x="516254" y="137322"/>
                </a:lnTo>
                <a:lnTo>
                  <a:pt x="514597" y="137027"/>
                </a:lnTo>
                <a:lnTo>
                  <a:pt x="512886" y="136759"/>
                </a:lnTo>
                <a:lnTo>
                  <a:pt x="511121" y="136516"/>
                </a:lnTo>
                <a:lnTo>
                  <a:pt x="509301" y="136298"/>
                </a:lnTo>
                <a:lnTo>
                  <a:pt x="507427" y="136106"/>
                </a:lnTo>
                <a:lnTo>
                  <a:pt x="505499" y="135940"/>
                </a:lnTo>
                <a:lnTo>
                  <a:pt x="503517" y="135799"/>
                </a:lnTo>
                <a:lnTo>
                  <a:pt x="501480" y="135684"/>
                </a:lnTo>
                <a:lnTo>
                  <a:pt x="499389" y="135594"/>
                </a:lnTo>
                <a:lnTo>
                  <a:pt x="497244" y="135530"/>
                </a:lnTo>
                <a:lnTo>
                  <a:pt x="495044" y="135492"/>
                </a:lnTo>
                <a:lnTo>
                  <a:pt x="492791" y="135479"/>
                </a:lnTo>
                <a:lnTo>
                  <a:pt x="485378" y="135479"/>
                </a:lnTo>
                <a:lnTo>
                  <a:pt x="484634" y="135477"/>
                </a:lnTo>
                <a:lnTo>
                  <a:pt x="483904" y="135472"/>
                </a:lnTo>
                <a:close/>
                <a:moveTo>
                  <a:pt x="484767" y="186648"/>
                </a:moveTo>
                <a:lnTo>
                  <a:pt x="483527" y="186565"/>
                </a:lnTo>
                <a:lnTo>
                  <a:pt x="482320" y="186462"/>
                </a:lnTo>
                <a:lnTo>
                  <a:pt x="481147" y="186341"/>
                </a:lnTo>
                <a:lnTo>
                  <a:pt x="480006" y="186202"/>
                </a:lnTo>
                <a:lnTo>
                  <a:pt x="478897" y="186043"/>
                </a:lnTo>
                <a:lnTo>
                  <a:pt x="477822" y="185867"/>
                </a:lnTo>
                <a:lnTo>
                  <a:pt x="476780" y="185671"/>
                </a:lnTo>
                <a:lnTo>
                  <a:pt x="475770" y="185457"/>
                </a:lnTo>
                <a:lnTo>
                  <a:pt x="474794" y="185225"/>
                </a:lnTo>
                <a:lnTo>
                  <a:pt x="473850" y="184973"/>
                </a:lnTo>
                <a:lnTo>
                  <a:pt x="472939" y="184703"/>
                </a:lnTo>
                <a:lnTo>
                  <a:pt x="472061" y="184415"/>
                </a:lnTo>
                <a:lnTo>
                  <a:pt x="471216" y="184108"/>
                </a:lnTo>
                <a:lnTo>
                  <a:pt x="470403" y="183782"/>
                </a:lnTo>
                <a:lnTo>
                  <a:pt x="469624" y="183438"/>
                </a:lnTo>
                <a:lnTo>
                  <a:pt x="468877" y="183075"/>
                </a:lnTo>
                <a:lnTo>
                  <a:pt x="468163" y="182693"/>
                </a:lnTo>
                <a:lnTo>
                  <a:pt x="467483" y="182293"/>
                </a:lnTo>
                <a:lnTo>
                  <a:pt x="466835" y="181875"/>
                </a:lnTo>
                <a:lnTo>
                  <a:pt x="466219" y="181437"/>
                </a:lnTo>
                <a:lnTo>
                  <a:pt x="465633" y="180988"/>
                </a:lnTo>
                <a:lnTo>
                  <a:pt x="465072" y="180532"/>
                </a:lnTo>
                <a:lnTo>
                  <a:pt x="464536" y="180071"/>
                </a:lnTo>
                <a:lnTo>
                  <a:pt x="464024" y="179603"/>
                </a:lnTo>
                <a:lnTo>
                  <a:pt x="463538" y="179130"/>
                </a:lnTo>
                <a:lnTo>
                  <a:pt x="463076" y="178651"/>
                </a:lnTo>
                <a:lnTo>
                  <a:pt x="462640" y="178165"/>
                </a:lnTo>
                <a:lnTo>
                  <a:pt x="462228" y="177674"/>
                </a:lnTo>
                <a:lnTo>
                  <a:pt x="461841" y="177177"/>
                </a:lnTo>
                <a:lnTo>
                  <a:pt x="461480" y="176674"/>
                </a:lnTo>
                <a:lnTo>
                  <a:pt x="461143" y="176165"/>
                </a:lnTo>
                <a:lnTo>
                  <a:pt x="460831" y="175651"/>
                </a:lnTo>
                <a:lnTo>
                  <a:pt x="460544" y="175130"/>
                </a:lnTo>
                <a:lnTo>
                  <a:pt x="460282" y="174603"/>
                </a:lnTo>
                <a:lnTo>
                  <a:pt x="460045" y="174071"/>
                </a:lnTo>
                <a:lnTo>
                  <a:pt x="459833" y="173532"/>
                </a:lnTo>
                <a:lnTo>
                  <a:pt x="459646" y="172988"/>
                </a:lnTo>
                <a:lnTo>
                  <a:pt x="459484" y="172437"/>
                </a:lnTo>
                <a:lnTo>
                  <a:pt x="459347" y="171881"/>
                </a:lnTo>
                <a:lnTo>
                  <a:pt x="459234" y="171319"/>
                </a:lnTo>
                <a:lnTo>
                  <a:pt x="459147" y="170751"/>
                </a:lnTo>
                <a:lnTo>
                  <a:pt x="459085" y="170176"/>
                </a:lnTo>
                <a:lnTo>
                  <a:pt x="459047" y="169596"/>
                </a:lnTo>
                <a:lnTo>
                  <a:pt x="459035" y="169011"/>
                </a:lnTo>
                <a:lnTo>
                  <a:pt x="459042" y="168483"/>
                </a:lnTo>
                <a:lnTo>
                  <a:pt x="459064" y="167961"/>
                </a:lnTo>
                <a:lnTo>
                  <a:pt x="459101" y="167444"/>
                </a:lnTo>
                <a:lnTo>
                  <a:pt x="459152" y="166933"/>
                </a:lnTo>
                <a:lnTo>
                  <a:pt x="459218" y="166426"/>
                </a:lnTo>
                <a:lnTo>
                  <a:pt x="459299" y="165926"/>
                </a:lnTo>
                <a:lnTo>
                  <a:pt x="459394" y="165430"/>
                </a:lnTo>
                <a:lnTo>
                  <a:pt x="459504" y="164940"/>
                </a:lnTo>
                <a:lnTo>
                  <a:pt x="459628" y="164455"/>
                </a:lnTo>
                <a:lnTo>
                  <a:pt x="459767" y="163975"/>
                </a:lnTo>
                <a:lnTo>
                  <a:pt x="459921" y="163501"/>
                </a:lnTo>
                <a:lnTo>
                  <a:pt x="460090" y="163032"/>
                </a:lnTo>
                <a:lnTo>
                  <a:pt x="460273" y="162569"/>
                </a:lnTo>
                <a:lnTo>
                  <a:pt x="460471" y="162110"/>
                </a:lnTo>
                <a:lnTo>
                  <a:pt x="460683" y="161658"/>
                </a:lnTo>
                <a:lnTo>
                  <a:pt x="460910" y="161210"/>
                </a:lnTo>
                <a:lnTo>
                  <a:pt x="461152" y="160768"/>
                </a:lnTo>
                <a:lnTo>
                  <a:pt x="461408" y="160331"/>
                </a:lnTo>
                <a:lnTo>
                  <a:pt x="461679" y="159899"/>
                </a:lnTo>
                <a:lnTo>
                  <a:pt x="461965" y="159473"/>
                </a:lnTo>
                <a:lnTo>
                  <a:pt x="462265" y="159052"/>
                </a:lnTo>
                <a:lnTo>
                  <a:pt x="462580" y="158636"/>
                </a:lnTo>
                <a:lnTo>
                  <a:pt x="462910" y="158225"/>
                </a:lnTo>
                <a:lnTo>
                  <a:pt x="463254" y="157820"/>
                </a:lnTo>
                <a:lnTo>
                  <a:pt x="463612" y="157423"/>
                </a:lnTo>
                <a:lnTo>
                  <a:pt x="463982" y="157035"/>
                </a:lnTo>
                <a:lnTo>
                  <a:pt x="464364" y="156657"/>
                </a:lnTo>
                <a:lnTo>
                  <a:pt x="464759" y="156289"/>
                </a:lnTo>
                <a:lnTo>
                  <a:pt x="465166" y="155931"/>
                </a:lnTo>
                <a:lnTo>
                  <a:pt x="465585" y="155583"/>
                </a:lnTo>
                <a:lnTo>
                  <a:pt x="466016" y="155244"/>
                </a:lnTo>
                <a:lnTo>
                  <a:pt x="466460" y="154915"/>
                </a:lnTo>
                <a:lnTo>
                  <a:pt x="466916" y="154596"/>
                </a:lnTo>
                <a:lnTo>
                  <a:pt x="467384" y="154287"/>
                </a:lnTo>
                <a:lnTo>
                  <a:pt x="467865" y="153988"/>
                </a:lnTo>
                <a:lnTo>
                  <a:pt x="468358" y="153698"/>
                </a:lnTo>
                <a:lnTo>
                  <a:pt x="468863" y="153418"/>
                </a:lnTo>
                <a:lnTo>
                  <a:pt x="469380" y="153148"/>
                </a:lnTo>
                <a:lnTo>
                  <a:pt x="469910" y="152888"/>
                </a:lnTo>
                <a:lnTo>
                  <a:pt x="470452" y="152638"/>
                </a:lnTo>
                <a:lnTo>
                  <a:pt x="471006" y="152397"/>
                </a:lnTo>
                <a:lnTo>
                  <a:pt x="471572" y="152167"/>
                </a:lnTo>
                <a:lnTo>
                  <a:pt x="472151" y="151946"/>
                </a:lnTo>
                <a:lnTo>
                  <a:pt x="472742" y="151735"/>
                </a:lnTo>
                <a:lnTo>
                  <a:pt x="473345" y="151534"/>
                </a:lnTo>
                <a:lnTo>
                  <a:pt x="473961" y="151342"/>
                </a:lnTo>
                <a:lnTo>
                  <a:pt x="474588" y="151160"/>
                </a:lnTo>
                <a:lnTo>
                  <a:pt x="475229" y="150989"/>
                </a:lnTo>
                <a:lnTo>
                  <a:pt x="492106" y="150989"/>
                </a:lnTo>
                <a:lnTo>
                  <a:pt x="493208" y="150992"/>
                </a:lnTo>
                <a:lnTo>
                  <a:pt x="494288" y="151003"/>
                </a:lnTo>
                <a:lnTo>
                  <a:pt x="495347" y="151020"/>
                </a:lnTo>
                <a:lnTo>
                  <a:pt x="496384" y="151044"/>
                </a:lnTo>
                <a:lnTo>
                  <a:pt x="497401" y="151076"/>
                </a:lnTo>
                <a:lnTo>
                  <a:pt x="498396" y="151114"/>
                </a:lnTo>
                <a:lnTo>
                  <a:pt x="499371" y="151159"/>
                </a:lnTo>
                <a:lnTo>
                  <a:pt x="500324" y="151211"/>
                </a:lnTo>
                <a:lnTo>
                  <a:pt x="501255" y="151270"/>
                </a:lnTo>
                <a:lnTo>
                  <a:pt x="502166" y="151336"/>
                </a:lnTo>
                <a:lnTo>
                  <a:pt x="503056" y="151409"/>
                </a:lnTo>
                <a:lnTo>
                  <a:pt x="503924" y="151489"/>
                </a:lnTo>
                <a:lnTo>
                  <a:pt x="504771" y="151576"/>
                </a:lnTo>
                <a:lnTo>
                  <a:pt x="505597" y="151670"/>
                </a:lnTo>
                <a:lnTo>
                  <a:pt x="506401" y="151771"/>
                </a:lnTo>
                <a:lnTo>
                  <a:pt x="507185" y="151879"/>
                </a:lnTo>
                <a:lnTo>
                  <a:pt x="507947" y="151994"/>
                </a:lnTo>
                <a:lnTo>
                  <a:pt x="508689" y="152115"/>
                </a:lnTo>
                <a:lnTo>
                  <a:pt x="509408" y="152244"/>
                </a:lnTo>
                <a:lnTo>
                  <a:pt x="510107" y="152380"/>
                </a:lnTo>
                <a:lnTo>
                  <a:pt x="510785" y="152522"/>
                </a:lnTo>
                <a:lnTo>
                  <a:pt x="511441" y="152672"/>
                </a:lnTo>
                <a:lnTo>
                  <a:pt x="512077" y="152828"/>
                </a:lnTo>
                <a:lnTo>
                  <a:pt x="512691" y="152991"/>
                </a:lnTo>
                <a:lnTo>
                  <a:pt x="513286" y="153161"/>
                </a:lnTo>
                <a:lnTo>
                  <a:pt x="513866" y="153336"/>
                </a:lnTo>
                <a:lnTo>
                  <a:pt x="514430" y="153517"/>
                </a:lnTo>
                <a:lnTo>
                  <a:pt x="514978" y="153703"/>
                </a:lnTo>
                <a:lnTo>
                  <a:pt x="515510" y="153895"/>
                </a:lnTo>
                <a:lnTo>
                  <a:pt x="516026" y="154092"/>
                </a:lnTo>
                <a:lnTo>
                  <a:pt x="516527" y="154295"/>
                </a:lnTo>
                <a:lnTo>
                  <a:pt x="517011" y="154503"/>
                </a:lnTo>
                <a:lnTo>
                  <a:pt x="517480" y="154717"/>
                </a:lnTo>
                <a:lnTo>
                  <a:pt x="517933" y="154936"/>
                </a:lnTo>
                <a:lnTo>
                  <a:pt x="518370" y="155161"/>
                </a:lnTo>
                <a:lnTo>
                  <a:pt x="518792" y="155392"/>
                </a:lnTo>
                <a:lnTo>
                  <a:pt x="519197" y="155628"/>
                </a:lnTo>
                <a:lnTo>
                  <a:pt x="519587" y="155869"/>
                </a:lnTo>
                <a:lnTo>
                  <a:pt x="519961" y="156116"/>
                </a:lnTo>
                <a:lnTo>
                  <a:pt x="520319" y="156368"/>
                </a:lnTo>
                <a:lnTo>
                  <a:pt x="520661" y="156626"/>
                </a:lnTo>
                <a:lnTo>
                  <a:pt x="520987" y="156890"/>
                </a:lnTo>
                <a:lnTo>
                  <a:pt x="521297" y="157159"/>
                </a:lnTo>
                <a:lnTo>
                  <a:pt x="521592" y="157433"/>
                </a:lnTo>
                <a:lnTo>
                  <a:pt x="521871" y="157713"/>
                </a:lnTo>
                <a:lnTo>
                  <a:pt x="522134" y="157999"/>
                </a:lnTo>
                <a:lnTo>
                  <a:pt x="522381" y="158290"/>
                </a:lnTo>
                <a:lnTo>
                  <a:pt x="522612" y="158587"/>
                </a:lnTo>
                <a:lnTo>
                  <a:pt x="522831" y="158888"/>
                </a:lnTo>
                <a:lnTo>
                  <a:pt x="523040" y="159195"/>
                </a:lnTo>
                <a:lnTo>
                  <a:pt x="523240" y="159506"/>
                </a:lnTo>
                <a:lnTo>
                  <a:pt x="523431" y="159822"/>
                </a:lnTo>
                <a:lnTo>
                  <a:pt x="523612" y="160142"/>
                </a:lnTo>
                <a:lnTo>
                  <a:pt x="523785" y="160467"/>
                </a:lnTo>
                <a:lnTo>
                  <a:pt x="523947" y="160797"/>
                </a:lnTo>
                <a:lnTo>
                  <a:pt x="524101" y="161132"/>
                </a:lnTo>
                <a:lnTo>
                  <a:pt x="524245" y="161471"/>
                </a:lnTo>
                <a:lnTo>
                  <a:pt x="524380" y="161815"/>
                </a:lnTo>
                <a:lnTo>
                  <a:pt x="524506" y="162164"/>
                </a:lnTo>
                <a:lnTo>
                  <a:pt x="524622" y="162517"/>
                </a:lnTo>
                <a:lnTo>
                  <a:pt x="524729" y="162875"/>
                </a:lnTo>
                <a:lnTo>
                  <a:pt x="524827" y="163238"/>
                </a:lnTo>
                <a:lnTo>
                  <a:pt x="524915" y="163606"/>
                </a:lnTo>
                <a:lnTo>
                  <a:pt x="524994" y="163978"/>
                </a:lnTo>
                <a:lnTo>
                  <a:pt x="525064" y="164355"/>
                </a:lnTo>
                <a:lnTo>
                  <a:pt x="525124" y="164737"/>
                </a:lnTo>
                <a:lnTo>
                  <a:pt x="525176" y="165123"/>
                </a:lnTo>
                <a:lnTo>
                  <a:pt x="525218" y="165514"/>
                </a:lnTo>
                <a:lnTo>
                  <a:pt x="525250" y="165910"/>
                </a:lnTo>
                <a:lnTo>
                  <a:pt x="525273" y="166310"/>
                </a:lnTo>
                <a:lnTo>
                  <a:pt x="525287" y="166715"/>
                </a:lnTo>
                <a:lnTo>
                  <a:pt x="525292" y="167125"/>
                </a:lnTo>
                <a:lnTo>
                  <a:pt x="525278" y="167818"/>
                </a:lnTo>
                <a:lnTo>
                  <a:pt x="525237" y="168500"/>
                </a:lnTo>
                <a:lnTo>
                  <a:pt x="525168" y="169174"/>
                </a:lnTo>
                <a:lnTo>
                  <a:pt x="525072" y="169838"/>
                </a:lnTo>
                <a:lnTo>
                  <a:pt x="524948" y="170493"/>
                </a:lnTo>
                <a:lnTo>
                  <a:pt x="524797" y="171138"/>
                </a:lnTo>
                <a:lnTo>
                  <a:pt x="524618" y="171774"/>
                </a:lnTo>
                <a:lnTo>
                  <a:pt x="524411" y="172400"/>
                </a:lnTo>
                <a:lnTo>
                  <a:pt x="524177" y="173017"/>
                </a:lnTo>
                <a:lnTo>
                  <a:pt x="523916" y="173625"/>
                </a:lnTo>
                <a:lnTo>
                  <a:pt x="523627" y="174223"/>
                </a:lnTo>
                <a:lnTo>
                  <a:pt x="523311" y="174811"/>
                </a:lnTo>
                <a:lnTo>
                  <a:pt x="522967" y="175391"/>
                </a:lnTo>
                <a:lnTo>
                  <a:pt x="522595" y="175961"/>
                </a:lnTo>
                <a:lnTo>
                  <a:pt x="522196" y="176521"/>
                </a:lnTo>
                <a:lnTo>
                  <a:pt x="521769" y="177072"/>
                </a:lnTo>
                <a:lnTo>
                  <a:pt x="521315" y="177614"/>
                </a:lnTo>
                <a:lnTo>
                  <a:pt x="520834" y="178146"/>
                </a:lnTo>
                <a:lnTo>
                  <a:pt x="520325" y="178669"/>
                </a:lnTo>
                <a:lnTo>
                  <a:pt x="519788" y="179182"/>
                </a:lnTo>
                <a:lnTo>
                  <a:pt x="519224" y="179686"/>
                </a:lnTo>
                <a:lnTo>
                  <a:pt x="518632" y="180181"/>
                </a:lnTo>
                <a:lnTo>
                  <a:pt x="518013" y="180666"/>
                </a:lnTo>
                <a:lnTo>
                  <a:pt x="517366" y="181141"/>
                </a:lnTo>
                <a:lnTo>
                  <a:pt x="516686" y="181603"/>
                </a:lnTo>
                <a:lnTo>
                  <a:pt x="515966" y="182045"/>
                </a:lnTo>
                <a:lnTo>
                  <a:pt x="515206" y="182467"/>
                </a:lnTo>
                <a:lnTo>
                  <a:pt x="514406" y="182870"/>
                </a:lnTo>
                <a:lnTo>
                  <a:pt x="513566" y="183253"/>
                </a:lnTo>
                <a:lnTo>
                  <a:pt x="512687" y="183616"/>
                </a:lnTo>
                <a:lnTo>
                  <a:pt x="511768" y="183959"/>
                </a:lnTo>
                <a:lnTo>
                  <a:pt x="510809" y="184284"/>
                </a:lnTo>
                <a:lnTo>
                  <a:pt x="509810" y="184588"/>
                </a:lnTo>
                <a:lnTo>
                  <a:pt x="508772" y="184873"/>
                </a:lnTo>
                <a:lnTo>
                  <a:pt x="507693" y="185138"/>
                </a:lnTo>
                <a:lnTo>
                  <a:pt x="506575" y="185383"/>
                </a:lnTo>
                <a:lnTo>
                  <a:pt x="505417" y="185609"/>
                </a:lnTo>
                <a:lnTo>
                  <a:pt x="504220" y="185815"/>
                </a:lnTo>
                <a:lnTo>
                  <a:pt x="502982" y="186002"/>
                </a:lnTo>
                <a:lnTo>
                  <a:pt x="501705" y="186169"/>
                </a:lnTo>
                <a:lnTo>
                  <a:pt x="500388" y="186316"/>
                </a:lnTo>
                <a:lnTo>
                  <a:pt x="499031" y="186444"/>
                </a:lnTo>
                <a:lnTo>
                  <a:pt x="497634" y="186552"/>
                </a:lnTo>
                <a:lnTo>
                  <a:pt x="496198" y="186640"/>
                </a:lnTo>
                <a:lnTo>
                  <a:pt x="494721" y="186709"/>
                </a:lnTo>
                <a:lnTo>
                  <a:pt x="493205" y="186758"/>
                </a:lnTo>
                <a:lnTo>
                  <a:pt x="491649" y="186787"/>
                </a:lnTo>
                <a:lnTo>
                  <a:pt x="490054" y="186797"/>
                </a:lnTo>
                <a:lnTo>
                  <a:pt x="488683" y="186788"/>
                </a:lnTo>
                <a:lnTo>
                  <a:pt x="487344" y="186760"/>
                </a:lnTo>
                <a:lnTo>
                  <a:pt x="486039" y="186713"/>
                </a:lnTo>
                <a:lnTo>
                  <a:pt x="484767" y="186648"/>
                </a:lnTo>
                <a:close/>
                <a:moveTo>
                  <a:pt x="485861" y="107249"/>
                </a:moveTo>
                <a:lnTo>
                  <a:pt x="485090" y="107149"/>
                </a:lnTo>
                <a:lnTo>
                  <a:pt x="484327" y="107027"/>
                </a:lnTo>
                <a:lnTo>
                  <a:pt x="483572" y="106884"/>
                </a:lnTo>
                <a:lnTo>
                  <a:pt x="482825" y="106718"/>
                </a:lnTo>
                <a:lnTo>
                  <a:pt x="482086" y="106530"/>
                </a:lnTo>
                <a:lnTo>
                  <a:pt x="481355" y="106320"/>
                </a:lnTo>
                <a:lnTo>
                  <a:pt x="480633" y="106088"/>
                </a:lnTo>
                <a:lnTo>
                  <a:pt x="479918" y="105833"/>
                </a:lnTo>
                <a:lnTo>
                  <a:pt x="479212" y="105557"/>
                </a:lnTo>
                <a:lnTo>
                  <a:pt x="478514" y="105258"/>
                </a:lnTo>
                <a:lnTo>
                  <a:pt x="477824" y="104938"/>
                </a:lnTo>
                <a:lnTo>
                  <a:pt x="477142" y="104595"/>
                </a:lnTo>
                <a:lnTo>
                  <a:pt x="476468" y="104230"/>
                </a:lnTo>
                <a:lnTo>
                  <a:pt x="475802" y="103843"/>
                </a:lnTo>
                <a:lnTo>
                  <a:pt x="475145" y="103434"/>
                </a:lnTo>
                <a:lnTo>
                  <a:pt x="474495" y="103003"/>
                </a:lnTo>
                <a:lnTo>
                  <a:pt x="473854" y="102550"/>
                </a:lnTo>
                <a:lnTo>
                  <a:pt x="473221" y="102074"/>
                </a:lnTo>
                <a:lnTo>
                  <a:pt x="472595" y="101577"/>
                </a:lnTo>
                <a:lnTo>
                  <a:pt x="471978" y="101057"/>
                </a:lnTo>
                <a:lnTo>
                  <a:pt x="471378" y="100515"/>
                </a:lnTo>
                <a:lnTo>
                  <a:pt x="470804" y="99950"/>
                </a:lnTo>
                <a:lnTo>
                  <a:pt x="470254" y="99363"/>
                </a:lnTo>
                <a:lnTo>
                  <a:pt x="469731" y="98753"/>
                </a:lnTo>
                <a:lnTo>
                  <a:pt x="469233" y="98121"/>
                </a:lnTo>
                <a:lnTo>
                  <a:pt x="468760" y="97466"/>
                </a:lnTo>
                <a:lnTo>
                  <a:pt x="468313" y="96788"/>
                </a:lnTo>
                <a:lnTo>
                  <a:pt x="467892" y="96088"/>
                </a:lnTo>
                <a:lnTo>
                  <a:pt x="467496" y="95366"/>
                </a:lnTo>
                <a:lnTo>
                  <a:pt x="467126" y="94621"/>
                </a:lnTo>
                <a:lnTo>
                  <a:pt x="466781" y="93854"/>
                </a:lnTo>
                <a:lnTo>
                  <a:pt x="466462" y="93064"/>
                </a:lnTo>
                <a:lnTo>
                  <a:pt x="466168" y="92251"/>
                </a:lnTo>
                <a:lnTo>
                  <a:pt x="465900" y="91416"/>
                </a:lnTo>
                <a:lnTo>
                  <a:pt x="465657" y="90558"/>
                </a:lnTo>
                <a:lnTo>
                  <a:pt x="465440" y="89678"/>
                </a:lnTo>
                <a:lnTo>
                  <a:pt x="465249" y="88776"/>
                </a:lnTo>
                <a:lnTo>
                  <a:pt x="465083" y="87851"/>
                </a:lnTo>
                <a:lnTo>
                  <a:pt x="464942" y="86903"/>
                </a:lnTo>
                <a:lnTo>
                  <a:pt x="464827" y="85933"/>
                </a:lnTo>
                <a:lnTo>
                  <a:pt x="464738" y="84940"/>
                </a:lnTo>
                <a:lnTo>
                  <a:pt x="464674" y="83925"/>
                </a:lnTo>
                <a:lnTo>
                  <a:pt x="464636" y="82887"/>
                </a:lnTo>
                <a:lnTo>
                  <a:pt x="464623" y="81827"/>
                </a:lnTo>
                <a:lnTo>
                  <a:pt x="464635" y="80776"/>
                </a:lnTo>
                <a:lnTo>
                  <a:pt x="464672" y="79747"/>
                </a:lnTo>
                <a:lnTo>
                  <a:pt x="464734" y="78739"/>
                </a:lnTo>
                <a:lnTo>
                  <a:pt x="464821" y="77752"/>
                </a:lnTo>
                <a:lnTo>
                  <a:pt x="464932" y="76787"/>
                </a:lnTo>
                <a:lnTo>
                  <a:pt x="465068" y="75844"/>
                </a:lnTo>
                <a:lnTo>
                  <a:pt x="465229" y="74922"/>
                </a:lnTo>
                <a:lnTo>
                  <a:pt x="465415" y="74022"/>
                </a:lnTo>
                <a:lnTo>
                  <a:pt x="465625" y="73143"/>
                </a:lnTo>
                <a:lnTo>
                  <a:pt x="465860" y="72285"/>
                </a:lnTo>
                <a:lnTo>
                  <a:pt x="466120" y="71450"/>
                </a:lnTo>
                <a:lnTo>
                  <a:pt x="466405" y="70635"/>
                </a:lnTo>
                <a:lnTo>
                  <a:pt x="466714" y="69842"/>
                </a:lnTo>
                <a:lnTo>
                  <a:pt x="467048" y="69071"/>
                </a:lnTo>
                <a:lnTo>
                  <a:pt x="467407" y="68321"/>
                </a:lnTo>
                <a:lnTo>
                  <a:pt x="467791" y="67593"/>
                </a:lnTo>
                <a:lnTo>
                  <a:pt x="468199" y="66886"/>
                </a:lnTo>
                <a:lnTo>
                  <a:pt x="468632" y="66201"/>
                </a:lnTo>
                <a:lnTo>
                  <a:pt x="469090" y="65537"/>
                </a:lnTo>
                <a:lnTo>
                  <a:pt x="469572" y="64894"/>
                </a:lnTo>
                <a:lnTo>
                  <a:pt x="470080" y="64274"/>
                </a:lnTo>
                <a:lnTo>
                  <a:pt x="470612" y="63674"/>
                </a:lnTo>
                <a:lnTo>
                  <a:pt x="471169" y="63096"/>
                </a:lnTo>
                <a:lnTo>
                  <a:pt x="471750" y="62540"/>
                </a:lnTo>
                <a:lnTo>
                  <a:pt x="472351" y="62006"/>
                </a:lnTo>
                <a:lnTo>
                  <a:pt x="472964" y="61494"/>
                </a:lnTo>
                <a:lnTo>
                  <a:pt x="473590" y="61006"/>
                </a:lnTo>
                <a:lnTo>
                  <a:pt x="474229" y="60540"/>
                </a:lnTo>
                <a:lnTo>
                  <a:pt x="474881" y="60097"/>
                </a:lnTo>
                <a:lnTo>
                  <a:pt x="475546" y="59676"/>
                </a:lnTo>
                <a:lnTo>
                  <a:pt x="476223" y="59278"/>
                </a:lnTo>
                <a:lnTo>
                  <a:pt x="476914" y="58903"/>
                </a:lnTo>
                <a:lnTo>
                  <a:pt x="477617" y="58551"/>
                </a:lnTo>
                <a:lnTo>
                  <a:pt x="478333" y="58221"/>
                </a:lnTo>
                <a:lnTo>
                  <a:pt x="479062" y="57914"/>
                </a:lnTo>
                <a:lnTo>
                  <a:pt x="479804" y="57630"/>
                </a:lnTo>
                <a:lnTo>
                  <a:pt x="480559" y="57369"/>
                </a:lnTo>
                <a:lnTo>
                  <a:pt x="481327" y="57130"/>
                </a:lnTo>
                <a:lnTo>
                  <a:pt x="482107" y="56914"/>
                </a:lnTo>
                <a:lnTo>
                  <a:pt x="482901" y="56721"/>
                </a:lnTo>
                <a:lnTo>
                  <a:pt x="483707" y="56550"/>
                </a:lnTo>
                <a:lnTo>
                  <a:pt x="484526" y="56403"/>
                </a:lnTo>
                <a:lnTo>
                  <a:pt x="485358" y="56278"/>
                </a:lnTo>
                <a:lnTo>
                  <a:pt x="486203" y="56175"/>
                </a:lnTo>
                <a:lnTo>
                  <a:pt x="487061" y="56096"/>
                </a:lnTo>
                <a:lnTo>
                  <a:pt x="487932" y="56039"/>
                </a:lnTo>
                <a:lnTo>
                  <a:pt x="488815" y="56005"/>
                </a:lnTo>
                <a:lnTo>
                  <a:pt x="489712" y="55994"/>
                </a:lnTo>
                <a:lnTo>
                  <a:pt x="490626" y="56005"/>
                </a:lnTo>
                <a:lnTo>
                  <a:pt x="491525" y="56038"/>
                </a:lnTo>
                <a:lnTo>
                  <a:pt x="492409" y="56093"/>
                </a:lnTo>
                <a:lnTo>
                  <a:pt x="493278" y="56171"/>
                </a:lnTo>
                <a:lnTo>
                  <a:pt x="494133" y="56270"/>
                </a:lnTo>
                <a:lnTo>
                  <a:pt x="494972" y="56392"/>
                </a:lnTo>
                <a:lnTo>
                  <a:pt x="495796" y="56536"/>
                </a:lnTo>
                <a:lnTo>
                  <a:pt x="496605" y="56702"/>
                </a:lnTo>
                <a:lnTo>
                  <a:pt x="497399" y="56890"/>
                </a:lnTo>
                <a:lnTo>
                  <a:pt x="498177" y="57100"/>
                </a:lnTo>
                <a:lnTo>
                  <a:pt x="498941" y="57332"/>
                </a:lnTo>
                <a:lnTo>
                  <a:pt x="499690" y="57587"/>
                </a:lnTo>
                <a:lnTo>
                  <a:pt x="500424" y="57863"/>
                </a:lnTo>
                <a:lnTo>
                  <a:pt x="501142" y="58162"/>
                </a:lnTo>
                <a:lnTo>
                  <a:pt x="501846" y="58483"/>
                </a:lnTo>
                <a:lnTo>
                  <a:pt x="502535" y="58826"/>
                </a:lnTo>
                <a:lnTo>
                  <a:pt x="503208" y="59191"/>
                </a:lnTo>
                <a:lnTo>
                  <a:pt x="503867" y="59578"/>
                </a:lnTo>
                <a:lnTo>
                  <a:pt x="504510" y="59987"/>
                </a:lnTo>
                <a:lnTo>
                  <a:pt x="505139" y="60419"/>
                </a:lnTo>
                <a:lnTo>
                  <a:pt x="505752" y="60872"/>
                </a:lnTo>
                <a:lnTo>
                  <a:pt x="506350" y="61348"/>
                </a:lnTo>
                <a:lnTo>
                  <a:pt x="506934" y="61846"/>
                </a:lnTo>
                <a:lnTo>
                  <a:pt x="507502" y="62365"/>
                </a:lnTo>
                <a:lnTo>
                  <a:pt x="508051" y="62908"/>
                </a:lnTo>
                <a:lnTo>
                  <a:pt x="508576" y="63474"/>
                </a:lnTo>
                <a:lnTo>
                  <a:pt x="509079" y="64065"/>
                </a:lnTo>
                <a:lnTo>
                  <a:pt x="509558" y="64678"/>
                </a:lnTo>
                <a:lnTo>
                  <a:pt x="510013" y="65316"/>
                </a:lnTo>
                <a:lnTo>
                  <a:pt x="510445" y="65977"/>
                </a:lnTo>
                <a:lnTo>
                  <a:pt x="510854" y="66662"/>
                </a:lnTo>
                <a:lnTo>
                  <a:pt x="511240" y="67371"/>
                </a:lnTo>
                <a:lnTo>
                  <a:pt x="511602" y="68104"/>
                </a:lnTo>
                <a:lnTo>
                  <a:pt x="511941" y="68860"/>
                </a:lnTo>
                <a:lnTo>
                  <a:pt x="512256" y="69641"/>
                </a:lnTo>
                <a:lnTo>
                  <a:pt x="512548" y="70445"/>
                </a:lnTo>
                <a:lnTo>
                  <a:pt x="512817" y="71272"/>
                </a:lnTo>
                <a:lnTo>
                  <a:pt x="513062" y="72124"/>
                </a:lnTo>
                <a:lnTo>
                  <a:pt x="513284" y="72999"/>
                </a:lnTo>
                <a:lnTo>
                  <a:pt x="513483" y="73898"/>
                </a:lnTo>
                <a:lnTo>
                  <a:pt x="513658" y="74820"/>
                </a:lnTo>
                <a:lnTo>
                  <a:pt x="513810" y="75767"/>
                </a:lnTo>
                <a:lnTo>
                  <a:pt x="513938" y="76737"/>
                </a:lnTo>
                <a:lnTo>
                  <a:pt x="514043" y="77731"/>
                </a:lnTo>
                <a:lnTo>
                  <a:pt x="514125" y="78749"/>
                </a:lnTo>
                <a:lnTo>
                  <a:pt x="514183" y="79790"/>
                </a:lnTo>
                <a:lnTo>
                  <a:pt x="514218" y="80856"/>
                </a:lnTo>
                <a:lnTo>
                  <a:pt x="514230" y="81945"/>
                </a:lnTo>
                <a:lnTo>
                  <a:pt x="514218" y="82986"/>
                </a:lnTo>
                <a:lnTo>
                  <a:pt x="514181" y="84005"/>
                </a:lnTo>
                <a:lnTo>
                  <a:pt x="514119" y="85004"/>
                </a:lnTo>
                <a:lnTo>
                  <a:pt x="514032" y="85980"/>
                </a:lnTo>
                <a:lnTo>
                  <a:pt x="513921" y="86935"/>
                </a:lnTo>
                <a:lnTo>
                  <a:pt x="513785" y="87869"/>
                </a:lnTo>
                <a:lnTo>
                  <a:pt x="513624" y="88781"/>
                </a:lnTo>
                <a:lnTo>
                  <a:pt x="513438" y="89672"/>
                </a:lnTo>
                <a:lnTo>
                  <a:pt x="513228" y="90541"/>
                </a:lnTo>
                <a:lnTo>
                  <a:pt x="512993" y="91388"/>
                </a:lnTo>
                <a:lnTo>
                  <a:pt x="512733" y="92214"/>
                </a:lnTo>
                <a:lnTo>
                  <a:pt x="512448" y="93019"/>
                </a:lnTo>
                <a:lnTo>
                  <a:pt x="512139" y="93802"/>
                </a:lnTo>
                <a:lnTo>
                  <a:pt x="511805" y="94564"/>
                </a:lnTo>
                <a:lnTo>
                  <a:pt x="511446" y="95304"/>
                </a:lnTo>
                <a:lnTo>
                  <a:pt x="511062" y="96022"/>
                </a:lnTo>
                <a:lnTo>
                  <a:pt x="510654" y="96719"/>
                </a:lnTo>
                <a:lnTo>
                  <a:pt x="510221" y="97395"/>
                </a:lnTo>
                <a:lnTo>
                  <a:pt x="509763" y="98049"/>
                </a:lnTo>
                <a:lnTo>
                  <a:pt x="509280" y="98681"/>
                </a:lnTo>
                <a:lnTo>
                  <a:pt x="508773" y="99292"/>
                </a:lnTo>
                <a:lnTo>
                  <a:pt x="508241" y="99882"/>
                </a:lnTo>
                <a:lnTo>
                  <a:pt x="507684" y="100450"/>
                </a:lnTo>
                <a:lnTo>
                  <a:pt x="507103" y="100996"/>
                </a:lnTo>
                <a:lnTo>
                  <a:pt x="506502" y="101521"/>
                </a:lnTo>
                <a:lnTo>
                  <a:pt x="505888" y="102023"/>
                </a:lnTo>
                <a:lnTo>
                  <a:pt x="505261" y="102503"/>
                </a:lnTo>
                <a:lnTo>
                  <a:pt x="504621" y="102961"/>
                </a:lnTo>
                <a:lnTo>
                  <a:pt x="503967" y="103396"/>
                </a:lnTo>
                <a:lnTo>
                  <a:pt x="503300" y="103809"/>
                </a:lnTo>
                <a:lnTo>
                  <a:pt x="502620" y="104200"/>
                </a:lnTo>
                <a:lnTo>
                  <a:pt x="501927" y="104568"/>
                </a:lnTo>
                <a:lnTo>
                  <a:pt x="501220" y="104914"/>
                </a:lnTo>
                <a:lnTo>
                  <a:pt x="500500" y="105238"/>
                </a:lnTo>
                <a:lnTo>
                  <a:pt x="499767" y="105539"/>
                </a:lnTo>
                <a:lnTo>
                  <a:pt x="499020" y="105818"/>
                </a:lnTo>
                <a:lnTo>
                  <a:pt x="498260" y="106075"/>
                </a:lnTo>
                <a:lnTo>
                  <a:pt x="497487" y="106309"/>
                </a:lnTo>
                <a:lnTo>
                  <a:pt x="496701" y="106521"/>
                </a:lnTo>
                <a:lnTo>
                  <a:pt x="495901" y="106711"/>
                </a:lnTo>
                <a:lnTo>
                  <a:pt x="495089" y="106879"/>
                </a:lnTo>
                <a:lnTo>
                  <a:pt x="494262" y="107024"/>
                </a:lnTo>
                <a:lnTo>
                  <a:pt x="493423" y="107146"/>
                </a:lnTo>
                <a:lnTo>
                  <a:pt x="492570" y="107247"/>
                </a:lnTo>
                <a:lnTo>
                  <a:pt x="491705" y="107325"/>
                </a:lnTo>
                <a:lnTo>
                  <a:pt x="490825" y="107381"/>
                </a:lnTo>
                <a:lnTo>
                  <a:pt x="489933" y="107414"/>
                </a:lnTo>
                <a:lnTo>
                  <a:pt x="489027" y="107425"/>
                </a:lnTo>
                <a:lnTo>
                  <a:pt x="488224" y="107414"/>
                </a:lnTo>
                <a:lnTo>
                  <a:pt x="487428" y="107381"/>
                </a:lnTo>
                <a:lnTo>
                  <a:pt x="486641" y="107326"/>
                </a:lnTo>
                <a:lnTo>
                  <a:pt x="485861" y="107249"/>
                </a:lnTo>
                <a:close/>
                <a:moveTo>
                  <a:pt x="591353" y="74697"/>
                </a:moveTo>
                <a:lnTo>
                  <a:pt x="591809" y="74124"/>
                </a:lnTo>
                <a:lnTo>
                  <a:pt x="592277" y="73555"/>
                </a:lnTo>
                <a:lnTo>
                  <a:pt x="592757" y="72990"/>
                </a:lnTo>
                <a:lnTo>
                  <a:pt x="593247" y="72429"/>
                </a:lnTo>
                <a:lnTo>
                  <a:pt x="593750" y="71872"/>
                </a:lnTo>
                <a:lnTo>
                  <a:pt x="594263" y="71318"/>
                </a:lnTo>
                <a:lnTo>
                  <a:pt x="594789" y="70769"/>
                </a:lnTo>
                <a:lnTo>
                  <a:pt x="595325" y="70224"/>
                </a:lnTo>
                <a:lnTo>
                  <a:pt x="595874" y="69682"/>
                </a:lnTo>
                <a:lnTo>
                  <a:pt x="596433" y="69145"/>
                </a:lnTo>
                <a:lnTo>
                  <a:pt x="597005" y="68611"/>
                </a:lnTo>
                <a:lnTo>
                  <a:pt x="597587" y="68081"/>
                </a:lnTo>
                <a:lnTo>
                  <a:pt x="598181" y="67555"/>
                </a:lnTo>
                <a:lnTo>
                  <a:pt x="598787" y="67034"/>
                </a:lnTo>
                <a:lnTo>
                  <a:pt x="599404" y="66516"/>
                </a:lnTo>
                <a:lnTo>
                  <a:pt x="600033" y="66002"/>
                </a:lnTo>
                <a:lnTo>
                  <a:pt x="600673" y="65492"/>
                </a:lnTo>
                <a:lnTo>
                  <a:pt x="601324" y="64985"/>
                </a:lnTo>
                <a:lnTo>
                  <a:pt x="601987" y="64483"/>
                </a:lnTo>
                <a:lnTo>
                  <a:pt x="602662" y="63985"/>
                </a:lnTo>
                <a:lnTo>
                  <a:pt x="603348" y="63490"/>
                </a:lnTo>
                <a:lnTo>
                  <a:pt x="604046" y="63000"/>
                </a:lnTo>
                <a:lnTo>
                  <a:pt x="604756" y="62521"/>
                </a:lnTo>
                <a:lnTo>
                  <a:pt x="605480" y="62063"/>
                </a:lnTo>
                <a:lnTo>
                  <a:pt x="606218" y="61625"/>
                </a:lnTo>
                <a:lnTo>
                  <a:pt x="606969" y="61207"/>
                </a:lnTo>
                <a:lnTo>
                  <a:pt x="607735" y="60810"/>
                </a:lnTo>
                <a:lnTo>
                  <a:pt x="608514" y="60434"/>
                </a:lnTo>
                <a:lnTo>
                  <a:pt x="609308" y="60077"/>
                </a:lnTo>
                <a:lnTo>
                  <a:pt x="610115" y="59741"/>
                </a:lnTo>
                <a:lnTo>
                  <a:pt x="610936" y="59425"/>
                </a:lnTo>
                <a:lnTo>
                  <a:pt x="611771" y="59130"/>
                </a:lnTo>
                <a:lnTo>
                  <a:pt x="612620" y="58855"/>
                </a:lnTo>
                <a:lnTo>
                  <a:pt x="613482" y="58600"/>
                </a:lnTo>
                <a:lnTo>
                  <a:pt x="614359" y="58366"/>
                </a:lnTo>
                <a:lnTo>
                  <a:pt x="615249" y="58152"/>
                </a:lnTo>
                <a:lnTo>
                  <a:pt x="616153" y="57959"/>
                </a:lnTo>
                <a:lnTo>
                  <a:pt x="617071" y="57786"/>
                </a:lnTo>
                <a:lnTo>
                  <a:pt x="618003" y="57633"/>
                </a:lnTo>
                <a:lnTo>
                  <a:pt x="618949" y="57501"/>
                </a:lnTo>
                <a:lnTo>
                  <a:pt x="619909" y="57389"/>
                </a:lnTo>
                <a:lnTo>
                  <a:pt x="620882" y="57297"/>
                </a:lnTo>
                <a:lnTo>
                  <a:pt x="621870" y="57226"/>
                </a:lnTo>
                <a:lnTo>
                  <a:pt x="622871" y="57175"/>
                </a:lnTo>
                <a:lnTo>
                  <a:pt x="623886" y="57144"/>
                </a:lnTo>
                <a:lnTo>
                  <a:pt x="624915" y="57134"/>
                </a:lnTo>
                <a:lnTo>
                  <a:pt x="625602" y="57140"/>
                </a:lnTo>
                <a:lnTo>
                  <a:pt x="626275" y="57160"/>
                </a:lnTo>
                <a:lnTo>
                  <a:pt x="626935" y="57192"/>
                </a:lnTo>
                <a:lnTo>
                  <a:pt x="627581" y="57238"/>
                </a:lnTo>
                <a:lnTo>
                  <a:pt x="628213" y="57296"/>
                </a:lnTo>
                <a:lnTo>
                  <a:pt x="628831" y="57367"/>
                </a:lnTo>
                <a:lnTo>
                  <a:pt x="629436" y="57451"/>
                </a:lnTo>
                <a:lnTo>
                  <a:pt x="630028" y="57549"/>
                </a:lnTo>
                <a:lnTo>
                  <a:pt x="630605" y="57659"/>
                </a:lnTo>
                <a:lnTo>
                  <a:pt x="631169" y="57782"/>
                </a:lnTo>
                <a:lnTo>
                  <a:pt x="631720" y="57918"/>
                </a:lnTo>
                <a:lnTo>
                  <a:pt x="632256" y="58067"/>
                </a:lnTo>
                <a:lnTo>
                  <a:pt x="632779" y="58229"/>
                </a:lnTo>
                <a:lnTo>
                  <a:pt x="633288" y="58404"/>
                </a:lnTo>
                <a:lnTo>
                  <a:pt x="633784" y="58591"/>
                </a:lnTo>
                <a:lnTo>
                  <a:pt x="634266" y="58792"/>
                </a:lnTo>
                <a:lnTo>
                  <a:pt x="634734" y="59006"/>
                </a:lnTo>
                <a:lnTo>
                  <a:pt x="635189" y="59233"/>
                </a:lnTo>
                <a:lnTo>
                  <a:pt x="635630" y="59472"/>
                </a:lnTo>
                <a:lnTo>
                  <a:pt x="636057" y="59725"/>
                </a:lnTo>
                <a:lnTo>
                  <a:pt x="636471" y="59991"/>
                </a:lnTo>
                <a:lnTo>
                  <a:pt x="636871" y="60269"/>
                </a:lnTo>
                <a:lnTo>
                  <a:pt x="637258" y="60561"/>
                </a:lnTo>
                <a:lnTo>
                  <a:pt x="637630" y="60865"/>
                </a:lnTo>
                <a:lnTo>
                  <a:pt x="637991" y="61181"/>
                </a:lnTo>
                <a:lnTo>
                  <a:pt x="638343" y="61506"/>
                </a:lnTo>
                <a:lnTo>
                  <a:pt x="638686" y="61842"/>
                </a:lnTo>
                <a:lnTo>
                  <a:pt x="639019" y="62186"/>
                </a:lnTo>
                <a:lnTo>
                  <a:pt x="639343" y="62541"/>
                </a:lnTo>
                <a:lnTo>
                  <a:pt x="639658" y="62905"/>
                </a:lnTo>
                <a:lnTo>
                  <a:pt x="639963" y="63279"/>
                </a:lnTo>
                <a:lnTo>
                  <a:pt x="640260" y="63662"/>
                </a:lnTo>
                <a:lnTo>
                  <a:pt x="640546" y="64055"/>
                </a:lnTo>
                <a:lnTo>
                  <a:pt x="640824" y="64458"/>
                </a:lnTo>
                <a:lnTo>
                  <a:pt x="641092" y="64871"/>
                </a:lnTo>
                <a:lnTo>
                  <a:pt x="641351" y="65293"/>
                </a:lnTo>
                <a:lnTo>
                  <a:pt x="641600" y="65725"/>
                </a:lnTo>
                <a:lnTo>
                  <a:pt x="641841" y="66167"/>
                </a:lnTo>
                <a:lnTo>
                  <a:pt x="642072" y="66618"/>
                </a:lnTo>
                <a:lnTo>
                  <a:pt x="642293" y="67079"/>
                </a:lnTo>
                <a:lnTo>
                  <a:pt x="642506" y="67549"/>
                </a:lnTo>
                <a:lnTo>
                  <a:pt x="642709" y="68030"/>
                </a:lnTo>
                <a:lnTo>
                  <a:pt x="642902" y="68520"/>
                </a:lnTo>
                <a:lnTo>
                  <a:pt x="643087" y="69019"/>
                </a:lnTo>
                <a:lnTo>
                  <a:pt x="643262" y="69529"/>
                </a:lnTo>
                <a:lnTo>
                  <a:pt x="643428" y="70047"/>
                </a:lnTo>
                <a:lnTo>
                  <a:pt x="643584" y="70576"/>
                </a:lnTo>
                <a:lnTo>
                  <a:pt x="643731" y="71114"/>
                </a:lnTo>
                <a:lnTo>
                  <a:pt x="643871" y="71661"/>
                </a:lnTo>
                <a:lnTo>
                  <a:pt x="644005" y="72213"/>
                </a:lnTo>
                <a:lnTo>
                  <a:pt x="644132" y="72773"/>
                </a:lnTo>
                <a:lnTo>
                  <a:pt x="644254" y="73339"/>
                </a:lnTo>
                <a:lnTo>
                  <a:pt x="644370" y="73911"/>
                </a:lnTo>
                <a:lnTo>
                  <a:pt x="644480" y="74490"/>
                </a:lnTo>
                <a:lnTo>
                  <a:pt x="644584" y="75076"/>
                </a:lnTo>
                <a:lnTo>
                  <a:pt x="644682" y="75669"/>
                </a:lnTo>
                <a:lnTo>
                  <a:pt x="644774" y="76267"/>
                </a:lnTo>
                <a:lnTo>
                  <a:pt x="644860" y="76873"/>
                </a:lnTo>
                <a:lnTo>
                  <a:pt x="644940" y="77485"/>
                </a:lnTo>
                <a:lnTo>
                  <a:pt x="645014" y="78104"/>
                </a:lnTo>
                <a:lnTo>
                  <a:pt x="645083" y="78729"/>
                </a:lnTo>
                <a:lnTo>
                  <a:pt x="645145" y="79361"/>
                </a:lnTo>
                <a:lnTo>
                  <a:pt x="645201" y="80000"/>
                </a:lnTo>
                <a:lnTo>
                  <a:pt x="645252" y="80645"/>
                </a:lnTo>
                <a:lnTo>
                  <a:pt x="645296" y="81296"/>
                </a:lnTo>
                <a:lnTo>
                  <a:pt x="645335" y="81955"/>
                </a:lnTo>
                <a:lnTo>
                  <a:pt x="645368" y="82620"/>
                </a:lnTo>
                <a:lnTo>
                  <a:pt x="645394" y="83291"/>
                </a:lnTo>
                <a:lnTo>
                  <a:pt x="645415" y="83969"/>
                </a:lnTo>
                <a:lnTo>
                  <a:pt x="645430" y="84654"/>
                </a:lnTo>
                <a:lnTo>
                  <a:pt x="645439" y="85345"/>
                </a:lnTo>
                <a:lnTo>
                  <a:pt x="645442" y="86043"/>
                </a:lnTo>
                <a:lnTo>
                  <a:pt x="645442" y="157603"/>
                </a:lnTo>
                <a:lnTo>
                  <a:pt x="664487" y="157603"/>
                </a:lnTo>
                <a:lnTo>
                  <a:pt x="664487" y="83595"/>
                </a:lnTo>
                <a:lnTo>
                  <a:pt x="664472" y="81931"/>
                </a:lnTo>
                <a:lnTo>
                  <a:pt x="664429" y="80299"/>
                </a:lnTo>
                <a:lnTo>
                  <a:pt x="664357" y="78697"/>
                </a:lnTo>
                <a:lnTo>
                  <a:pt x="664255" y="77128"/>
                </a:lnTo>
                <a:lnTo>
                  <a:pt x="664125" y="75589"/>
                </a:lnTo>
                <a:lnTo>
                  <a:pt x="663966" y="74082"/>
                </a:lnTo>
                <a:lnTo>
                  <a:pt x="663778" y="72606"/>
                </a:lnTo>
                <a:lnTo>
                  <a:pt x="663562" y="71161"/>
                </a:lnTo>
                <a:lnTo>
                  <a:pt x="663316" y="69748"/>
                </a:lnTo>
                <a:lnTo>
                  <a:pt x="663041" y="68366"/>
                </a:lnTo>
                <a:lnTo>
                  <a:pt x="662738" y="67015"/>
                </a:lnTo>
                <a:lnTo>
                  <a:pt x="662405" y="65696"/>
                </a:lnTo>
                <a:lnTo>
                  <a:pt x="662044" y="64408"/>
                </a:lnTo>
                <a:lnTo>
                  <a:pt x="661654" y="63151"/>
                </a:lnTo>
                <a:lnTo>
                  <a:pt x="661235" y="61925"/>
                </a:lnTo>
                <a:lnTo>
                  <a:pt x="660787" y="60731"/>
                </a:lnTo>
                <a:lnTo>
                  <a:pt x="660310" y="59568"/>
                </a:lnTo>
                <a:lnTo>
                  <a:pt x="659804" y="58437"/>
                </a:lnTo>
                <a:lnTo>
                  <a:pt x="659269" y="57337"/>
                </a:lnTo>
                <a:lnTo>
                  <a:pt x="658705" y="56268"/>
                </a:lnTo>
                <a:lnTo>
                  <a:pt x="658113" y="55230"/>
                </a:lnTo>
                <a:lnTo>
                  <a:pt x="657491" y="54224"/>
                </a:lnTo>
                <a:lnTo>
                  <a:pt x="656841" y="53249"/>
                </a:lnTo>
                <a:lnTo>
                  <a:pt x="656162" y="52305"/>
                </a:lnTo>
                <a:lnTo>
                  <a:pt x="655451" y="51396"/>
                </a:lnTo>
                <a:lnTo>
                  <a:pt x="654705" y="50526"/>
                </a:lnTo>
                <a:lnTo>
                  <a:pt x="653925" y="49695"/>
                </a:lnTo>
                <a:lnTo>
                  <a:pt x="653111" y="48902"/>
                </a:lnTo>
                <a:lnTo>
                  <a:pt x="652262" y="48148"/>
                </a:lnTo>
                <a:lnTo>
                  <a:pt x="651379" y="47433"/>
                </a:lnTo>
                <a:lnTo>
                  <a:pt x="650462" y="46756"/>
                </a:lnTo>
                <a:lnTo>
                  <a:pt x="649509" y="46118"/>
                </a:lnTo>
                <a:lnTo>
                  <a:pt x="648523" y="45519"/>
                </a:lnTo>
                <a:lnTo>
                  <a:pt x="647502" y="44958"/>
                </a:lnTo>
                <a:lnTo>
                  <a:pt x="646446" y="44436"/>
                </a:lnTo>
                <a:lnTo>
                  <a:pt x="645356" y="43953"/>
                </a:lnTo>
                <a:lnTo>
                  <a:pt x="644232" y="43508"/>
                </a:lnTo>
                <a:lnTo>
                  <a:pt x="643073" y="43102"/>
                </a:lnTo>
                <a:lnTo>
                  <a:pt x="641880" y="42734"/>
                </a:lnTo>
                <a:lnTo>
                  <a:pt x="640652" y="42406"/>
                </a:lnTo>
                <a:lnTo>
                  <a:pt x="639390" y="42116"/>
                </a:lnTo>
                <a:lnTo>
                  <a:pt x="638094" y="41864"/>
                </a:lnTo>
                <a:lnTo>
                  <a:pt x="636762" y="41652"/>
                </a:lnTo>
                <a:lnTo>
                  <a:pt x="635397" y="41478"/>
                </a:lnTo>
                <a:lnTo>
                  <a:pt x="633997" y="41342"/>
                </a:lnTo>
                <a:lnTo>
                  <a:pt x="632563" y="41246"/>
                </a:lnTo>
                <a:lnTo>
                  <a:pt x="631094" y="41188"/>
                </a:lnTo>
                <a:lnTo>
                  <a:pt x="629590" y="41168"/>
                </a:lnTo>
                <a:lnTo>
                  <a:pt x="628355" y="41179"/>
                </a:lnTo>
                <a:lnTo>
                  <a:pt x="627138" y="41210"/>
                </a:lnTo>
                <a:lnTo>
                  <a:pt x="625939" y="41262"/>
                </a:lnTo>
                <a:lnTo>
                  <a:pt x="624760" y="41335"/>
                </a:lnTo>
                <a:lnTo>
                  <a:pt x="623598" y="41428"/>
                </a:lnTo>
                <a:lnTo>
                  <a:pt x="622456" y="41543"/>
                </a:lnTo>
                <a:lnTo>
                  <a:pt x="621332" y="41678"/>
                </a:lnTo>
                <a:lnTo>
                  <a:pt x="620227" y="41834"/>
                </a:lnTo>
                <a:lnTo>
                  <a:pt x="619140" y="42010"/>
                </a:lnTo>
                <a:lnTo>
                  <a:pt x="618072" y="42208"/>
                </a:lnTo>
                <a:lnTo>
                  <a:pt x="617022" y="42426"/>
                </a:lnTo>
                <a:lnTo>
                  <a:pt x="615991" y="42665"/>
                </a:lnTo>
                <a:lnTo>
                  <a:pt x="614979" y="42925"/>
                </a:lnTo>
                <a:lnTo>
                  <a:pt x="613985" y="43206"/>
                </a:lnTo>
                <a:lnTo>
                  <a:pt x="613010" y="43507"/>
                </a:lnTo>
                <a:lnTo>
                  <a:pt x="612054" y="43829"/>
                </a:lnTo>
                <a:lnTo>
                  <a:pt x="611116" y="44172"/>
                </a:lnTo>
                <a:lnTo>
                  <a:pt x="610197" y="44536"/>
                </a:lnTo>
                <a:lnTo>
                  <a:pt x="609296" y="44921"/>
                </a:lnTo>
                <a:lnTo>
                  <a:pt x="608414" y="45326"/>
                </a:lnTo>
                <a:lnTo>
                  <a:pt x="607550" y="45752"/>
                </a:lnTo>
                <a:lnTo>
                  <a:pt x="606706" y="46199"/>
                </a:lnTo>
                <a:lnTo>
                  <a:pt x="605879" y="46667"/>
                </a:lnTo>
                <a:lnTo>
                  <a:pt x="605072" y="47155"/>
                </a:lnTo>
                <a:lnTo>
                  <a:pt x="604281" y="47656"/>
                </a:lnTo>
                <a:lnTo>
                  <a:pt x="603506" y="48158"/>
                </a:lnTo>
                <a:lnTo>
                  <a:pt x="602747" y="48664"/>
                </a:lnTo>
                <a:lnTo>
                  <a:pt x="602002" y="49172"/>
                </a:lnTo>
                <a:lnTo>
                  <a:pt x="601274" y="49682"/>
                </a:lnTo>
                <a:lnTo>
                  <a:pt x="600560" y="50195"/>
                </a:lnTo>
                <a:lnTo>
                  <a:pt x="599862" y="50711"/>
                </a:lnTo>
                <a:lnTo>
                  <a:pt x="599180" y="51229"/>
                </a:lnTo>
                <a:lnTo>
                  <a:pt x="598513" y="51750"/>
                </a:lnTo>
                <a:lnTo>
                  <a:pt x="597861" y="52273"/>
                </a:lnTo>
                <a:lnTo>
                  <a:pt x="597225" y="52799"/>
                </a:lnTo>
                <a:lnTo>
                  <a:pt x="596604" y="53328"/>
                </a:lnTo>
                <a:lnTo>
                  <a:pt x="595999" y="53859"/>
                </a:lnTo>
                <a:lnTo>
                  <a:pt x="595409" y="54393"/>
                </a:lnTo>
                <a:lnTo>
                  <a:pt x="594835" y="54929"/>
                </a:lnTo>
                <a:lnTo>
                  <a:pt x="594276" y="55468"/>
                </a:lnTo>
                <a:lnTo>
                  <a:pt x="593733" y="56009"/>
                </a:lnTo>
                <a:lnTo>
                  <a:pt x="593205" y="56553"/>
                </a:lnTo>
                <a:lnTo>
                  <a:pt x="592692" y="57100"/>
                </a:lnTo>
                <a:lnTo>
                  <a:pt x="592195" y="57649"/>
                </a:lnTo>
                <a:lnTo>
                  <a:pt x="591713" y="58200"/>
                </a:lnTo>
                <a:lnTo>
                  <a:pt x="591247" y="58755"/>
                </a:lnTo>
                <a:lnTo>
                  <a:pt x="590796" y="59311"/>
                </a:lnTo>
                <a:lnTo>
                  <a:pt x="590361" y="59871"/>
                </a:lnTo>
                <a:lnTo>
                  <a:pt x="589677" y="43107"/>
                </a:lnTo>
                <a:lnTo>
                  <a:pt x="571430" y="43107"/>
                </a:lnTo>
                <a:lnTo>
                  <a:pt x="571430" y="157603"/>
                </a:lnTo>
                <a:lnTo>
                  <a:pt x="590475" y="157603"/>
                </a:lnTo>
                <a:lnTo>
                  <a:pt x="590475" y="75854"/>
                </a:lnTo>
                <a:lnTo>
                  <a:pt x="590908" y="75274"/>
                </a:lnTo>
                <a:lnTo>
                  <a:pt x="591353" y="7469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" name="Text Letmetrytowrite">
            <a:extLst xmlns:a="http://schemas.openxmlformats.org/drawingml/2006/main">
              <a:ext uri="{FF2B5EF4-FFF2-40B4-BE49-F238E27FC236}">
                <a16:creationId xmlns:a16="http://schemas.microsoft.com/office/drawing/2014/main" id="{2F2C30B9-83B2-4201-891A-0D1DAD397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5060" y="5440716"/>
            <a:ext cx="1522159" cy="171639"/>
          </a:xfrm>
          <a:custGeom xmlns:a="http://schemas.openxmlformats.org/drawingml/2006/main">
            <a:pathLst>
              <a:path w="1522159" h="171639">
                <a:moveTo>
                  <a:pt x="17756" y="3551"/>
                </a:moveTo>
                <a:lnTo>
                  <a:pt x="0" y="3551"/>
                </a:lnTo>
                <a:lnTo>
                  <a:pt x="0" y="136324"/>
                </a:lnTo>
                <a:lnTo>
                  <a:pt x="79802" y="136324"/>
                </a:lnTo>
                <a:lnTo>
                  <a:pt x="79802" y="121035"/>
                </a:lnTo>
                <a:lnTo>
                  <a:pt x="17756" y="121035"/>
                </a:lnTo>
                <a:lnTo>
                  <a:pt x="17756" y="3551"/>
                </a:lnTo>
                <a:close/>
                <a:moveTo>
                  <a:pt x="239228" y="122999"/>
                </a:moveTo>
                <a:lnTo>
                  <a:pt x="238530" y="122973"/>
                </a:lnTo>
                <a:lnTo>
                  <a:pt x="237854" y="122930"/>
                </a:lnTo>
                <a:lnTo>
                  <a:pt x="237201" y="122869"/>
                </a:lnTo>
                <a:lnTo>
                  <a:pt x="236571" y="122791"/>
                </a:lnTo>
                <a:lnTo>
                  <a:pt x="235962" y="122696"/>
                </a:lnTo>
                <a:lnTo>
                  <a:pt x="235377" y="122583"/>
                </a:lnTo>
                <a:lnTo>
                  <a:pt x="234813" y="122453"/>
                </a:lnTo>
                <a:lnTo>
                  <a:pt x="234272" y="122306"/>
                </a:lnTo>
                <a:lnTo>
                  <a:pt x="233754" y="122142"/>
                </a:lnTo>
                <a:lnTo>
                  <a:pt x="233258" y="121960"/>
                </a:lnTo>
                <a:lnTo>
                  <a:pt x="232784" y="121761"/>
                </a:lnTo>
                <a:lnTo>
                  <a:pt x="232333" y="121544"/>
                </a:lnTo>
                <a:lnTo>
                  <a:pt x="231904" y="121310"/>
                </a:lnTo>
                <a:lnTo>
                  <a:pt x="231498" y="121059"/>
                </a:lnTo>
                <a:lnTo>
                  <a:pt x="231114" y="120791"/>
                </a:lnTo>
                <a:lnTo>
                  <a:pt x="230753" y="120505"/>
                </a:lnTo>
                <a:lnTo>
                  <a:pt x="230414" y="120202"/>
                </a:lnTo>
                <a:lnTo>
                  <a:pt x="230097" y="119882"/>
                </a:lnTo>
                <a:lnTo>
                  <a:pt x="229803" y="119544"/>
                </a:lnTo>
                <a:lnTo>
                  <a:pt x="229531" y="119189"/>
                </a:lnTo>
                <a:lnTo>
                  <a:pt x="229282" y="118817"/>
                </a:lnTo>
                <a:lnTo>
                  <a:pt x="229055" y="118427"/>
                </a:lnTo>
                <a:lnTo>
                  <a:pt x="228851" y="118020"/>
                </a:lnTo>
                <a:lnTo>
                  <a:pt x="228662" y="117597"/>
                </a:lnTo>
                <a:lnTo>
                  <a:pt x="228481" y="117158"/>
                </a:lnTo>
                <a:lnTo>
                  <a:pt x="228307" y="116705"/>
                </a:lnTo>
                <a:lnTo>
                  <a:pt x="228142" y="116236"/>
                </a:lnTo>
                <a:lnTo>
                  <a:pt x="227986" y="115752"/>
                </a:lnTo>
                <a:lnTo>
                  <a:pt x="227837" y="115253"/>
                </a:lnTo>
                <a:lnTo>
                  <a:pt x="227696" y="114739"/>
                </a:lnTo>
                <a:lnTo>
                  <a:pt x="227563" y="114209"/>
                </a:lnTo>
                <a:lnTo>
                  <a:pt x="227438" y="113665"/>
                </a:lnTo>
                <a:lnTo>
                  <a:pt x="227321" y="113105"/>
                </a:lnTo>
                <a:lnTo>
                  <a:pt x="227213" y="112530"/>
                </a:lnTo>
                <a:lnTo>
                  <a:pt x="227112" y="111940"/>
                </a:lnTo>
                <a:lnTo>
                  <a:pt x="227020" y="111334"/>
                </a:lnTo>
                <a:lnTo>
                  <a:pt x="226935" y="110714"/>
                </a:lnTo>
                <a:lnTo>
                  <a:pt x="226859" y="110078"/>
                </a:lnTo>
                <a:lnTo>
                  <a:pt x="226790" y="109427"/>
                </a:lnTo>
                <a:lnTo>
                  <a:pt x="226730" y="108761"/>
                </a:lnTo>
                <a:lnTo>
                  <a:pt x="226678" y="108080"/>
                </a:lnTo>
                <a:lnTo>
                  <a:pt x="226633" y="107383"/>
                </a:lnTo>
                <a:lnTo>
                  <a:pt x="226597" y="106672"/>
                </a:lnTo>
                <a:lnTo>
                  <a:pt x="226569" y="105945"/>
                </a:lnTo>
                <a:lnTo>
                  <a:pt x="226549" y="105203"/>
                </a:lnTo>
                <a:lnTo>
                  <a:pt x="226537" y="104446"/>
                </a:lnTo>
                <a:lnTo>
                  <a:pt x="226533" y="103674"/>
                </a:lnTo>
                <a:lnTo>
                  <a:pt x="226533" y="50604"/>
                </a:lnTo>
                <a:lnTo>
                  <a:pt x="250207" y="50604"/>
                </a:lnTo>
                <a:lnTo>
                  <a:pt x="250207" y="37287"/>
                </a:lnTo>
                <a:lnTo>
                  <a:pt x="226533" y="37287"/>
                </a:lnTo>
                <a:lnTo>
                  <a:pt x="226533" y="15290"/>
                </a:lnTo>
                <a:lnTo>
                  <a:pt x="210158" y="15290"/>
                </a:lnTo>
                <a:lnTo>
                  <a:pt x="210158" y="37287"/>
                </a:lnTo>
                <a:lnTo>
                  <a:pt x="194079" y="37287"/>
                </a:lnTo>
                <a:lnTo>
                  <a:pt x="194079" y="50604"/>
                </a:lnTo>
                <a:lnTo>
                  <a:pt x="210158" y="50604"/>
                </a:lnTo>
                <a:lnTo>
                  <a:pt x="210158" y="104142"/>
                </a:lnTo>
                <a:lnTo>
                  <a:pt x="210162" y="104980"/>
                </a:lnTo>
                <a:lnTo>
                  <a:pt x="210174" y="105808"/>
                </a:lnTo>
                <a:lnTo>
                  <a:pt x="210194" y="106625"/>
                </a:lnTo>
                <a:lnTo>
                  <a:pt x="210222" y="107433"/>
                </a:lnTo>
                <a:lnTo>
                  <a:pt x="210259" y="108230"/>
                </a:lnTo>
                <a:lnTo>
                  <a:pt x="210303" y="109017"/>
                </a:lnTo>
                <a:lnTo>
                  <a:pt x="210355" y="109794"/>
                </a:lnTo>
                <a:lnTo>
                  <a:pt x="210416" y="110562"/>
                </a:lnTo>
                <a:lnTo>
                  <a:pt x="210484" y="111318"/>
                </a:lnTo>
                <a:lnTo>
                  <a:pt x="210560" y="112065"/>
                </a:lnTo>
                <a:lnTo>
                  <a:pt x="210645" y="112802"/>
                </a:lnTo>
                <a:lnTo>
                  <a:pt x="210737" y="113529"/>
                </a:lnTo>
                <a:lnTo>
                  <a:pt x="210838" y="114245"/>
                </a:lnTo>
                <a:lnTo>
                  <a:pt x="210947" y="114952"/>
                </a:lnTo>
                <a:lnTo>
                  <a:pt x="211063" y="115648"/>
                </a:lnTo>
                <a:lnTo>
                  <a:pt x="211188" y="116334"/>
                </a:lnTo>
                <a:lnTo>
                  <a:pt x="211321" y="117010"/>
                </a:lnTo>
                <a:lnTo>
                  <a:pt x="211462" y="117676"/>
                </a:lnTo>
                <a:lnTo>
                  <a:pt x="211611" y="118332"/>
                </a:lnTo>
                <a:lnTo>
                  <a:pt x="211768" y="118978"/>
                </a:lnTo>
                <a:lnTo>
                  <a:pt x="211933" y="119614"/>
                </a:lnTo>
                <a:lnTo>
                  <a:pt x="212106" y="120239"/>
                </a:lnTo>
                <a:lnTo>
                  <a:pt x="212287" y="120855"/>
                </a:lnTo>
                <a:lnTo>
                  <a:pt x="212476" y="121460"/>
                </a:lnTo>
                <a:lnTo>
                  <a:pt x="212676" y="122054"/>
                </a:lnTo>
                <a:lnTo>
                  <a:pt x="212889" y="122637"/>
                </a:lnTo>
                <a:lnTo>
                  <a:pt x="213116" y="123208"/>
                </a:lnTo>
                <a:lnTo>
                  <a:pt x="213357" y="123767"/>
                </a:lnTo>
                <a:lnTo>
                  <a:pt x="213611" y="124314"/>
                </a:lnTo>
                <a:lnTo>
                  <a:pt x="213879" y="124850"/>
                </a:lnTo>
                <a:lnTo>
                  <a:pt x="214160" y="125374"/>
                </a:lnTo>
                <a:lnTo>
                  <a:pt x="214454" y="125886"/>
                </a:lnTo>
                <a:lnTo>
                  <a:pt x="214763" y="126387"/>
                </a:lnTo>
                <a:lnTo>
                  <a:pt x="215084" y="126876"/>
                </a:lnTo>
                <a:lnTo>
                  <a:pt x="215420" y="127353"/>
                </a:lnTo>
                <a:lnTo>
                  <a:pt x="215768" y="127819"/>
                </a:lnTo>
                <a:lnTo>
                  <a:pt x="216131" y="128273"/>
                </a:lnTo>
                <a:lnTo>
                  <a:pt x="216506" y="128715"/>
                </a:lnTo>
                <a:lnTo>
                  <a:pt x="216896" y="129145"/>
                </a:lnTo>
                <a:lnTo>
                  <a:pt x="217299" y="129564"/>
                </a:lnTo>
                <a:lnTo>
                  <a:pt x="217715" y="129971"/>
                </a:lnTo>
                <a:lnTo>
                  <a:pt x="218145" y="130366"/>
                </a:lnTo>
                <a:lnTo>
                  <a:pt x="218588" y="130750"/>
                </a:lnTo>
                <a:lnTo>
                  <a:pt x="219045" y="131122"/>
                </a:lnTo>
                <a:lnTo>
                  <a:pt x="219516" y="131482"/>
                </a:lnTo>
                <a:lnTo>
                  <a:pt x="220000" y="131831"/>
                </a:lnTo>
                <a:lnTo>
                  <a:pt x="220498" y="132168"/>
                </a:lnTo>
                <a:lnTo>
                  <a:pt x="221009" y="132493"/>
                </a:lnTo>
                <a:lnTo>
                  <a:pt x="221536" y="132805"/>
                </a:lnTo>
                <a:lnTo>
                  <a:pt x="222082" y="133105"/>
                </a:lnTo>
                <a:lnTo>
                  <a:pt x="222647" y="133391"/>
                </a:lnTo>
                <a:lnTo>
                  <a:pt x="223231" y="133664"/>
                </a:lnTo>
                <a:lnTo>
                  <a:pt x="223834" y="133923"/>
                </a:lnTo>
                <a:lnTo>
                  <a:pt x="224455" y="134169"/>
                </a:lnTo>
                <a:lnTo>
                  <a:pt x="225095" y="134402"/>
                </a:lnTo>
                <a:lnTo>
                  <a:pt x="225754" y="134621"/>
                </a:lnTo>
                <a:lnTo>
                  <a:pt x="226432" y="134828"/>
                </a:lnTo>
                <a:lnTo>
                  <a:pt x="227129" y="135021"/>
                </a:lnTo>
                <a:lnTo>
                  <a:pt x="227845" y="135200"/>
                </a:lnTo>
                <a:lnTo>
                  <a:pt x="228580" y="135367"/>
                </a:lnTo>
                <a:lnTo>
                  <a:pt x="229333" y="135520"/>
                </a:lnTo>
                <a:lnTo>
                  <a:pt x="230105" y="135659"/>
                </a:lnTo>
                <a:lnTo>
                  <a:pt x="230896" y="135786"/>
                </a:lnTo>
                <a:lnTo>
                  <a:pt x="231706" y="135899"/>
                </a:lnTo>
                <a:lnTo>
                  <a:pt x="232535" y="135998"/>
                </a:lnTo>
                <a:lnTo>
                  <a:pt x="233382" y="136085"/>
                </a:lnTo>
                <a:lnTo>
                  <a:pt x="234249" y="136158"/>
                </a:lnTo>
                <a:lnTo>
                  <a:pt x="235134" y="136218"/>
                </a:lnTo>
                <a:lnTo>
                  <a:pt x="236038" y="136265"/>
                </a:lnTo>
                <a:lnTo>
                  <a:pt x="236961" y="136298"/>
                </a:lnTo>
                <a:lnTo>
                  <a:pt x="237902" y="136318"/>
                </a:lnTo>
                <a:lnTo>
                  <a:pt x="238863" y="136324"/>
                </a:lnTo>
                <a:lnTo>
                  <a:pt x="250404" y="136324"/>
                </a:lnTo>
                <a:lnTo>
                  <a:pt x="250404" y="123008"/>
                </a:lnTo>
                <a:lnTo>
                  <a:pt x="239948" y="123008"/>
                </a:lnTo>
                <a:lnTo>
                  <a:pt x="239228" y="122999"/>
                </a:lnTo>
                <a:close/>
                <a:moveTo>
                  <a:pt x="661855" y="122999"/>
                </a:moveTo>
                <a:lnTo>
                  <a:pt x="661157" y="122973"/>
                </a:lnTo>
                <a:lnTo>
                  <a:pt x="660481" y="122930"/>
                </a:lnTo>
                <a:lnTo>
                  <a:pt x="659828" y="122869"/>
                </a:lnTo>
                <a:lnTo>
                  <a:pt x="659198" y="122791"/>
                </a:lnTo>
                <a:lnTo>
                  <a:pt x="658589" y="122696"/>
                </a:lnTo>
                <a:lnTo>
                  <a:pt x="658004" y="122583"/>
                </a:lnTo>
                <a:lnTo>
                  <a:pt x="657440" y="122453"/>
                </a:lnTo>
                <a:lnTo>
                  <a:pt x="656899" y="122306"/>
                </a:lnTo>
                <a:lnTo>
                  <a:pt x="656381" y="122142"/>
                </a:lnTo>
                <a:lnTo>
                  <a:pt x="655885" y="121960"/>
                </a:lnTo>
                <a:lnTo>
                  <a:pt x="655411" y="121761"/>
                </a:lnTo>
                <a:lnTo>
                  <a:pt x="654960" y="121544"/>
                </a:lnTo>
                <a:lnTo>
                  <a:pt x="654531" y="121310"/>
                </a:lnTo>
                <a:lnTo>
                  <a:pt x="654125" y="121059"/>
                </a:lnTo>
                <a:lnTo>
                  <a:pt x="653741" y="120791"/>
                </a:lnTo>
                <a:lnTo>
                  <a:pt x="653380" y="120505"/>
                </a:lnTo>
                <a:lnTo>
                  <a:pt x="653041" y="120202"/>
                </a:lnTo>
                <a:lnTo>
                  <a:pt x="652724" y="119882"/>
                </a:lnTo>
                <a:lnTo>
                  <a:pt x="652430" y="119544"/>
                </a:lnTo>
                <a:lnTo>
                  <a:pt x="652158" y="119189"/>
                </a:lnTo>
                <a:lnTo>
                  <a:pt x="651909" y="118817"/>
                </a:lnTo>
                <a:lnTo>
                  <a:pt x="651682" y="118427"/>
                </a:lnTo>
                <a:lnTo>
                  <a:pt x="651478" y="118020"/>
                </a:lnTo>
                <a:lnTo>
                  <a:pt x="651289" y="117597"/>
                </a:lnTo>
                <a:lnTo>
                  <a:pt x="651108" y="117158"/>
                </a:lnTo>
                <a:lnTo>
                  <a:pt x="650935" y="116705"/>
                </a:lnTo>
                <a:lnTo>
                  <a:pt x="650770" y="116236"/>
                </a:lnTo>
                <a:lnTo>
                  <a:pt x="650613" y="115752"/>
                </a:lnTo>
                <a:lnTo>
                  <a:pt x="650464" y="115253"/>
                </a:lnTo>
                <a:lnTo>
                  <a:pt x="650323" y="114739"/>
                </a:lnTo>
                <a:lnTo>
                  <a:pt x="650190" y="114209"/>
                </a:lnTo>
                <a:lnTo>
                  <a:pt x="650065" y="113665"/>
                </a:lnTo>
                <a:lnTo>
                  <a:pt x="649949" y="113105"/>
                </a:lnTo>
                <a:lnTo>
                  <a:pt x="649840" y="112530"/>
                </a:lnTo>
                <a:lnTo>
                  <a:pt x="649739" y="111940"/>
                </a:lnTo>
                <a:lnTo>
                  <a:pt x="649647" y="111334"/>
                </a:lnTo>
                <a:lnTo>
                  <a:pt x="649562" y="110714"/>
                </a:lnTo>
                <a:lnTo>
                  <a:pt x="649486" y="110078"/>
                </a:lnTo>
                <a:lnTo>
                  <a:pt x="649417" y="109427"/>
                </a:lnTo>
                <a:lnTo>
                  <a:pt x="649357" y="108761"/>
                </a:lnTo>
                <a:lnTo>
                  <a:pt x="649305" y="108080"/>
                </a:lnTo>
                <a:lnTo>
                  <a:pt x="649260" y="107383"/>
                </a:lnTo>
                <a:lnTo>
                  <a:pt x="649224" y="106672"/>
                </a:lnTo>
                <a:lnTo>
                  <a:pt x="649196" y="105945"/>
                </a:lnTo>
                <a:lnTo>
                  <a:pt x="649176" y="105203"/>
                </a:lnTo>
                <a:lnTo>
                  <a:pt x="649164" y="104446"/>
                </a:lnTo>
                <a:lnTo>
                  <a:pt x="649160" y="103674"/>
                </a:lnTo>
                <a:lnTo>
                  <a:pt x="649160" y="50604"/>
                </a:lnTo>
                <a:lnTo>
                  <a:pt x="672834" y="50604"/>
                </a:lnTo>
                <a:lnTo>
                  <a:pt x="672834" y="37287"/>
                </a:lnTo>
                <a:lnTo>
                  <a:pt x="649160" y="37287"/>
                </a:lnTo>
                <a:lnTo>
                  <a:pt x="649160" y="15290"/>
                </a:lnTo>
                <a:lnTo>
                  <a:pt x="632785" y="15290"/>
                </a:lnTo>
                <a:lnTo>
                  <a:pt x="632785" y="37287"/>
                </a:lnTo>
                <a:lnTo>
                  <a:pt x="616706" y="37287"/>
                </a:lnTo>
                <a:lnTo>
                  <a:pt x="616706" y="50604"/>
                </a:lnTo>
                <a:lnTo>
                  <a:pt x="632785" y="50604"/>
                </a:lnTo>
                <a:lnTo>
                  <a:pt x="632785" y="104142"/>
                </a:lnTo>
                <a:lnTo>
                  <a:pt x="632789" y="104980"/>
                </a:lnTo>
                <a:lnTo>
                  <a:pt x="632801" y="105808"/>
                </a:lnTo>
                <a:lnTo>
                  <a:pt x="632821" y="106625"/>
                </a:lnTo>
                <a:lnTo>
                  <a:pt x="632849" y="107433"/>
                </a:lnTo>
                <a:lnTo>
                  <a:pt x="632886" y="108230"/>
                </a:lnTo>
                <a:lnTo>
                  <a:pt x="632930" y="109017"/>
                </a:lnTo>
                <a:lnTo>
                  <a:pt x="632982" y="109794"/>
                </a:lnTo>
                <a:lnTo>
                  <a:pt x="633043" y="110562"/>
                </a:lnTo>
                <a:lnTo>
                  <a:pt x="633111" y="111318"/>
                </a:lnTo>
                <a:lnTo>
                  <a:pt x="633188" y="112065"/>
                </a:lnTo>
                <a:lnTo>
                  <a:pt x="633272" y="112802"/>
                </a:lnTo>
                <a:lnTo>
                  <a:pt x="633365" y="113529"/>
                </a:lnTo>
                <a:lnTo>
                  <a:pt x="633465" y="114245"/>
                </a:lnTo>
                <a:lnTo>
                  <a:pt x="633574" y="114952"/>
                </a:lnTo>
                <a:lnTo>
                  <a:pt x="633691" y="115648"/>
                </a:lnTo>
                <a:lnTo>
                  <a:pt x="633815" y="116334"/>
                </a:lnTo>
                <a:lnTo>
                  <a:pt x="633948" y="117010"/>
                </a:lnTo>
                <a:lnTo>
                  <a:pt x="634089" y="117676"/>
                </a:lnTo>
                <a:lnTo>
                  <a:pt x="634238" y="118332"/>
                </a:lnTo>
                <a:lnTo>
                  <a:pt x="634395" y="118978"/>
                </a:lnTo>
                <a:lnTo>
                  <a:pt x="634560" y="119614"/>
                </a:lnTo>
                <a:lnTo>
                  <a:pt x="634733" y="120239"/>
                </a:lnTo>
                <a:lnTo>
                  <a:pt x="634914" y="120855"/>
                </a:lnTo>
                <a:lnTo>
                  <a:pt x="635103" y="121460"/>
                </a:lnTo>
                <a:lnTo>
                  <a:pt x="635303" y="122054"/>
                </a:lnTo>
                <a:lnTo>
                  <a:pt x="635517" y="122637"/>
                </a:lnTo>
                <a:lnTo>
                  <a:pt x="635744" y="123208"/>
                </a:lnTo>
                <a:lnTo>
                  <a:pt x="635984" y="123767"/>
                </a:lnTo>
                <a:lnTo>
                  <a:pt x="636238" y="124314"/>
                </a:lnTo>
                <a:lnTo>
                  <a:pt x="636506" y="124850"/>
                </a:lnTo>
                <a:lnTo>
                  <a:pt x="636787" y="125374"/>
                </a:lnTo>
                <a:lnTo>
                  <a:pt x="637082" y="125886"/>
                </a:lnTo>
                <a:lnTo>
                  <a:pt x="637390" y="126387"/>
                </a:lnTo>
                <a:lnTo>
                  <a:pt x="637711" y="126876"/>
                </a:lnTo>
                <a:lnTo>
                  <a:pt x="638047" y="127353"/>
                </a:lnTo>
                <a:lnTo>
                  <a:pt x="638395" y="127819"/>
                </a:lnTo>
                <a:lnTo>
                  <a:pt x="638758" y="128273"/>
                </a:lnTo>
                <a:lnTo>
                  <a:pt x="639133" y="128715"/>
                </a:lnTo>
                <a:lnTo>
                  <a:pt x="639523" y="129145"/>
                </a:lnTo>
                <a:lnTo>
                  <a:pt x="639926" y="129564"/>
                </a:lnTo>
                <a:lnTo>
                  <a:pt x="640342" y="129971"/>
                </a:lnTo>
                <a:lnTo>
                  <a:pt x="640772" y="130366"/>
                </a:lnTo>
                <a:lnTo>
                  <a:pt x="641216" y="130750"/>
                </a:lnTo>
                <a:lnTo>
                  <a:pt x="641673" y="131122"/>
                </a:lnTo>
                <a:lnTo>
                  <a:pt x="642143" y="131482"/>
                </a:lnTo>
                <a:lnTo>
                  <a:pt x="642627" y="131831"/>
                </a:lnTo>
                <a:lnTo>
                  <a:pt x="643125" y="132168"/>
                </a:lnTo>
                <a:lnTo>
                  <a:pt x="643636" y="132493"/>
                </a:lnTo>
                <a:lnTo>
                  <a:pt x="644163" y="132805"/>
                </a:lnTo>
                <a:lnTo>
                  <a:pt x="644709" y="133105"/>
                </a:lnTo>
                <a:lnTo>
                  <a:pt x="645274" y="133391"/>
                </a:lnTo>
                <a:lnTo>
                  <a:pt x="645858" y="133664"/>
                </a:lnTo>
                <a:lnTo>
                  <a:pt x="646461" y="133923"/>
                </a:lnTo>
                <a:lnTo>
                  <a:pt x="647082" y="134169"/>
                </a:lnTo>
                <a:lnTo>
                  <a:pt x="647722" y="134402"/>
                </a:lnTo>
                <a:lnTo>
                  <a:pt x="648382" y="134621"/>
                </a:lnTo>
                <a:lnTo>
                  <a:pt x="649060" y="134828"/>
                </a:lnTo>
                <a:lnTo>
                  <a:pt x="649756" y="135021"/>
                </a:lnTo>
                <a:lnTo>
                  <a:pt x="650472" y="135200"/>
                </a:lnTo>
                <a:lnTo>
                  <a:pt x="651207" y="135367"/>
                </a:lnTo>
                <a:lnTo>
                  <a:pt x="651960" y="135520"/>
                </a:lnTo>
                <a:lnTo>
                  <a:pt x="652732" y="135659"/>
                </a:lnTo>
                <a:lnTo>
                  <a:pt x="653523" y="135786"/>
                </a:lnTo>
                <a:lnTo>
                  <a:pt x="654333" y="135899"/>
                </a:lnTo>
                <a:lnTo>
                  <a:pt x="655162" y="135998"/>
                </a:lnTo>
                <a:lnTo>
                  <a:pt x="656009" y="136085"/>
                </a:lnTo>
                <a:lnTo>
                  <a:pt x="656876" y="136158"/>
                </a:lnTo>
                <a:lnTo>
                  <a:pt x="657761" y="136218"/>
                </a:lnTo>
                <a:lnTo>
                  <a:pt x="658665" y="136265"/>
                </a:lnTo>
                <a:lnTo>
                  <a:pt x="659588" y="136298"/>
                </a:lnTo>
                <a:lnTo>
                  <a:pt x="660530" y="136318"/>
                </a:lnTo>
                <a:lnTo>
                  <a:pt x="661490" y="136324"/>
                </a:lnTo>
                <a:lnTo>
                  <a:pt x="673031" y="136324"/>
                </a:lnTo>
                <a:lnTo>
                  <a:pt x="673031" y="123008"/>
                </a:lnTo>
                <a:lnTo>
                  <a:pt x="662575" y="123008"/>
                </a:lnTo>
                <a:lnTo>
                  <a:pt x="661855" y="122999"/>
                </a:lnTo>
                <a:close/>
                <a:moveTo>
                  <a:pt x="388696" y="49662"/>
                </a:moveTo>
                <a:lnTo>
                  <a:pt x="388221" y="48735"/>
                </a:lnTo>
                <a:lnTo>
                  <a:pt x="387723" y="47836"/>
                </a:lnTo>
                <a:lnTo>
                  <a:pt x="387200" y="46962"/>
                </a:lnTo>
                <a:lnTo>
                  <a:pt x="386653" y="46116"/>
                </a:lnTo>
                <a:lnTo>
                  <a:pt x="386081" y="45296"/>
                </a:lnTo>
                <a:lnTo>
                  <a:pt x="385482" y="44505"/>
                </a:lnTo>
                <a:lnTo>
                  <a:pt x="384852" y="43749"/>
                </a:lnTo>
                <a:lnTo>
                  <a:pt x="384190" y="43026"/>
                </a:lnTo>
                <a:lnTo>
                  <a:pt x="383498" y="42336"/>
                </a:lnTo>
                <a:lnTo>
                  <a:pt x="382774" y="41680"/>
                </a:lnTo>
                <a:lnTo>
                  <a:pt x="382019" y="41058"/>
                </a:lnTo>
                <a:lnTo>
                  <a:pt x="381232" y="40470"/>
                </a:lnTo>
                <a:lnTo>
                  <a:pt x="380415" y="39915"/>
                </a:lnTo>
                <a:lnTo>
                  <a:pt x="379566" y="39393"/>
                </a:lnTo>
                <a:lnTo>
                  <a:pt x="378687" y="38906"/>
                </a:lnTo>
                <a:lnTo>
                  <a:pt x="377776" y="38452"/>
                </a:lnTo>
                <a:lnTo>
                  <a:pt x="376834" y="38031"/>
                </a:lnTo>
                <a:lnTo>
                  <a:pt x="375860" y="37645"/>
                </a:lnTo>
                <a:lnTo>
                  <a:pt x="374856" y="37292"/>
                </a:lnTo>
                <a:lnTo>
                  <a:pt x="373820" y="36972"/>
                </a:lnTo>
                <a:lnTo>
                  <a:pt x="372754" y="36686"/>
                </a:lnTo>
                <a:lnTo>
                  <a:pt x="371656" y="36434"/>
                </a:lnTo>
                <a:lnTo>
                  <a:pt x="370527" y="36215"/>
                </a:lnTo>
                <a:lnTo>
                  <a:pt x="369366" y="36030"/>
                </a:lnTo>
                <a:lnTo>
                  <a:pt x="368175" y="35879"/>
                </a:lnTo>
                <a:lnTo>
                  <a:pt x="366952" y="35761"/>
                </a:lnTo>
                <a:lnTo>
                  <a:pt x="365699" y="35677"/>
                </a:lnTo>
                <a:lnTo>
                  <a:pt x="364414" y="35627"/>
                </a:lnTo>
                <a:lnTo>
                  <a:pt x="363098" y="35610"/>
                </a:lnTo>
                <a:lnTo>
                  <a:pt x="362085" y="35619"/>
                </a:lnTo>
                <a:lnTo>
                  <a:pt x="361087" y="35646"/>
                </a:lnTo>
                <a:lnTo>
                  <a:pt x="360103" y="35691"/>
                </a:lnTo>
                <a:lnTo>
                  <a:pt x="359133" y="35754"/>
                </a:lnTo>
                <a:lnTo>
                  <a:pt x="358177" y="35835"/>
                </a:lnTo>
                <a:lnTo>
                  <a:pt x="357235" y="35934"/>
                </a:lnTo>
                <a:lnTo>
                  <a:pt x="356307" y="36051"/>
                </a:lnTo>
                <a:lnTo>
                  <a:pt x="355393" y="36185"/>
                </a:lnTo>
                <a:lnTo>
                  <a:pt x="354493" y="36338"/>
                </a:lnTo>
                <a:lnTo>
                  <a:pt x="353607" y="36509"/>
                </a:lnTo>
                <a:lnTo>
                  <a:pt x="352735" y="36698"/>
                </a:lnTo>
                <a:lnTo>
                  <a:pt x="351877" y="36905"/>
                </a:lnTo>
                <a:lnTo>
                  <a:pt x="351033" y="37130"/>
                </a:lnTo>
                <a:lnTo>
                  <a:pt x="350204" y="37372"/>
                </a:lnTo>
                <a:lnTo>
                  <a:pt x="349388" y="37633"/>
                </a:lnTo>
                <a:lnTo>
                  <a:pt x="348586" y="37912"/>
                </a:lnTo>
                <a:lnTo>
                  <a:pt x="347799" y="38208"/>
                </a:lnTo>
                <a:lnTo>
                  <a:pt x="347025" y="38523"/>
                </a:lnTo>
                <a:lnTo>
                  <a:pt x="346266" y="38856"/>
                </a:lnTo>
                <a:lnTo>
                  <a:pt x="345520" y="39206"/>
                </a:lnTo>
                <a:lnTo>
                  <a:pt x="344789" y="39575"/>
                </a:lnTo>
                <a:lnTo>
                  <a:pt x="344071" y="39962"/>
                </a:lnTo>
                <a:lnTo>
                  <a:pt x="343368" y="40366"/>
                </a:lnTo>
                <a:lnTo>
                  <a:pt x="342679" y="40789"/>
                </a:lnTo>
                <a:lnTo>
                  <a:pt x="342003" y="41222"/>
                </a:lnTo>
                <a:lnTo>
                  <a:pt x="341341" y="41656"/>
                </a:lnTo>
                <a:lnTo>
                  <a:pt x="340693" y="42094"/>
                </a:lnTo>
                <a:lnTo>
                  <a:pt x="340059" y="42533"/>
                </a:lnTo>
                <a:lnTo>
                  <a:pt x="339438" y="42974"/>
                </a:lnTo>
                <a:lnTo>
                  <a:pt x="338832" y="43418"/>
                </a:lnTo>
                <a:lnTo>
                  <a:pt x="338238" y="43864"/>
                </a:lnTo>
                <a:lnTo>
                  <a:pt x="337659" y="44313"/>
                </a:lnTo>
                <a:lnTo>
                  <a:pt x="337093" y="44763"/>
                </a:lnTo>
                <a:lnTo>
                  <a:pt x="336541" y="45216"/>
                </a:lnTo>
                <a:lnTo>
                  <a:pt x="336002" y="45671"/>
                </a:lnTo>
                <a:lnTo>
                  <a:pt x="335478" y="46128"/>
                </a:lnTo>
                <a:lnTo>
                  <a:pt x="334967" y="46587"/>
                </a:lnTo>
                <a:lnTo>
                  <a:pt x="334469" y="47049"/>
                </a:lnTo>
                <a:lnTo>
                  <a:pt x="333986" y="47513"/>
                </a:lnTo>
                <a:lnTo>
                  <a:pt x="333516" y="47979"/>
                </a:lnTo>
                <a:lnTo>
                  <a:pt x="333060" y="48447"/>
                </a:lnTo>
                <a:lnTo>
                  <a:pt x="332617" y="48918"/>
                </a:lnTo>
                <a:lnTo>
                  <a:pt x="332188" y="49390"/>
                </a:lnTo>
                <a:lnTo>
                  <a:pt x="331773" y="49865"/>
                </a:lnTo>
                <a:lnTo>
                  <a:pt x="331372" y="50343"/>
                </a:lnTo>
                <a:lnTo>
                  <a:pt x="330984" y="50822"/>
                </a:lnTo>
                <a:lnTo>
                  <a:pt x="330610" y="51304"/>
                </a:lnTo>
                <a:lnTo>
                  <a:pt x="330250" y="51788"/>
                </a:lnTo>
                <a:lnTo>
                  <a:pt x="329658" y="37287"/>
                </a:lnTo>
                <a:lnTo>
                  <a:pt x="313875" y="37287"/>
                </a:lnTo>
                <a:lnTo>
                  <a:pt x="313875" y="136324"/>
                </a:lnTo>
                <a:lnTo>
                  <a:pt x="330348" y="136324"/>
                </a:lnTo>
                <a:lnTo>
                  <a:pt x="330348" y="65613"/>
                </a:lnTo>
                <a:lnTo>
                  <a:pt x="330707" y="65111"/>
                </a:lnTo>
                <a:lnTo>
                  <a:pt x="331074" y="64612"/>
                </a:lnTo>
                <a:lnTo>
                  <a:pt x="331452" y="64116"/>
                </a:lnTo>
                <a:lnTo>
                  <a:pt x="331839" y="63624"/>
                </a:lnTo>
                <a:lnTo>
                  <a:pt x="332236" y="63135"/>
                </a:lnTo>
                <a:lnTo>
                  <a:pt x="332642" y="62650"/>
                </a:lnTo>
                <a:lnTo>
                  <a:pt x="333058" y="62168"/>
                </a:lnTo>
                <a:lnTo>
                  <a:pt x="333483" y="61689"/>
                </a:lnTo>
                <a:lnTo>
                  <a:pt x="333918" y="61214"/>
                </a:lnTo>
                <a:lnTo>
                  <a:pt x="334362" y="60743"/>
                </a:lnTo>
                <a:lnTo>
                  <a:pt x="334817" y="60274"/>
                </a:lnTo>
                <a:lnTo>
                  <a:pt x="335280" y="59809"/>
                </a:lnTo>
                <a:lnTo>
                  <a:pt x="335754" y="59348"/>
                </a:lnTo>
                <a:lnTo>
                  <a:pt x="336237" y="58889"/>
                </a:lnTo>
                <a:lnTo>
                  <a:pt x="336729" y="58435"/>
                </a:lnTo>
                <a:lnTo>
                  <a:pt x="337231" y="57983"/>
                </a:lnTo>
                <a:lnTo>
                  <a:pt x="337743" y="57535"/>
                </a:lnTo>
                <a:lnTo>
                  <a:pt x="338264" y="57091"/>
                </a:lnTo>
                <a:lnTo>
                  <a:pt x="338795" y="56649"/>
                </a:lnTo>
                <a:lnTo>
                  <a:pt x="339336" y="56211"/>
                </a:lnTo>
                <a:lnTo>
                  <a:pt x="339886" y="55777"/>
                </a:lnTo>
                <a:lnTo>
                  <a:pt x="340445" y="55346"/>
                </a:lnTo>
                <a:lnTo>
                  <a:pt x="341015" y="54918"/>
                </a:lnTo>
                <a:lnTo>
                  <a:pt x="341594" y="54494"/>
                </a:lnTo>
                <a:lnTo>
                  <a:pt x="342183" y="54080"/>
                </a:lnTo>
                <a:lnTo>
                  <a:pt x="342783" y="53684"/>
                </a:lnTo>
                <a:lnTo>
                  <a:pt x="343394" y="53305"/>
                </a:lnTo>
                <a:lnTo>
                  <a:pt x="344016" y="52944"/>
                </a:lnTo>
                <a:lnTo>
                  <a:pt x="344649" y="52600"/>
                </a:lnTo>
                <a:lnTo>
                  <a:pt x="345293" y="52274"/>
                </a:lnTo>
                <a:lnTo>
                  <a:pt x="345948" y="51966"/>
                </a:lnTo>
                <a:lnTo>
                  <a:pt x="346613" y="51675"/>
                </a:lnTo>
                <a:lnTo>
                  <a:pt x="347290" y="51402"/>
                </a:lnTo>
                <a:lnTo>
                  <a:pt x="347978" y="51147"/>
                </a:lnTo>
                <a:lnTo>
                  <a:pt x="348677" y="50909"/>
                </a:lnTo>
                <a:lnTo>
                  <a:pt x="349386" y="50689"/>
                </a:lnTo>
                <a:lnTo>
                  <a:pt x="350107" y="50486"/>
                </a:lnTo>
                <a:lnTo>
                  <a:pt x="350839" y="50301"/>
                </a:lnTo>
                <a:lnTo>
                  <a:pt x="351581" y="50134"/>
                </a:lnTo>
                <a:lnTo>
                  <a:pt x="352335" y="49984"/>
                </a:lnTo>
                <a:lnTo>
                  <a:pt x="353099" y="49852"/>
                </a:lnTo>
                <a:lnTo>
                  <a:pt x="353875" y="49737"/>
                </a:lnTo>
                <a:lnTo>
                  <a:pt x="354661" y="49640"/>
                </a:lnTo>
                <a:lnTo>
                  <a:pt x="355458" y="49561"/>
                </a:lnTo>
                <a:lnTo>
                  <a:pt x="356267" y="49499"/>
                </a:lnTo>
                <a:lnTo>
                  <a:pt x="357086" y="49455"/>
                </a:lnTo>
                <a:lnTo>
                  <a:pt x="357916" y="49429"/>
                </a:lnTo>
                <a:lnTo>
                  <a:pt x="358757" y="49420"/>
                </a:lnTo>
                <a:lnTo>
                  <a:pt x="359352" y="49426"/>
                </a:lnTo>
                <a:lnTo>
                  <a:pt x="359934" y="49442"/>
                </a:lnTo>
                <a:lnTo>
                  <a:pt x="360505" y="49471"/>
                </a:lnTo>
                <a:lnTo>
                  <a:pt x="361065" y="49510"/>
                </a:lnTo>
                <a:lnTo>
                  <a:pt x="361612" y="49560"/>
                </a:lnTo>
                <a:lnTo>
                  <a:pt x="362148" y="49622"/>
                </a:lnTo>
                <a:lnTo>
                  <a:pt x="362673" y="49695"/>
                </a:lnTo>
                <a:lnTo>
                  <a:pt x="363185" y="49779"/>
                </a:lnTo>
                <a:lnTo>
                  <a:pt x="363686" y="49874"/>
                </a:lnTo>
                <a:lnTo>
                  <a:pt x="364176" y="49980"/>
                </a:lnTo>
                <a:lnTo>
                  <a:pt x="364654" y="50098"/>
                </a:lnTo>
                <a:lnTo>
                  <a:pt x="365120" y="50227"/>
                </a:lnTo>
                <a:lnTo>
                  <a:pt x="365574" y="50367"/>
                </a:lnTo>
                <a:lnTo>
                  <a:pt x="366017" y="50518"/>
                </a:lnTo>
                <a:lnTo>
                  <a:pt x="366448" y="50681"/>
                </a:lnTo>
                <a:lnTo>
                  <a:pt x="366868" y="50855"/>
                </a:lnTo>
                <a:lnTo>
                  <a:pt x="367276" y="51039"/>
                </a:lnTo>
                <a:lnTo>
                  <a:pt x="367672" y="51236"/>
                </a:lnTo>
                <a:lnTo>
                  <a:pt x="368057" y="51443"/>
                </a:lnTo>
                <a:lnTo>
                  <a:pt x="368430" y="51661"/>
                </a:lnTo>
                <a:lnTo>
                  <a:pt x="368791" y="51891"/>
                </a:lnTo>
                <a:lnTo>
                  <a:pt x="369141" y="52132"/>
                </a:lnTo>
                <a:lnTo>
                  <a:pt x="369479" y="52384"/>
                </a:lnTo>
                <a:lnTo>
                  <a:pt x="369805" y="52648"/>
                </a:lnTo>
                <a:lnTo>
                  <a:pt x="370122" y="52921"/>
                </a:lnTo>
                <a:lnTo>
                  <a:pt x="370430" y="53202"/>
                </a:lnTo>
                <a:lnTo>
                  <a:pt x="370729" y="53492"/>
                </a:lnTo>
                <a:lnTo>
                  <a:pt x="371021" y="53790"/>
                </a:lnTo>
                <a:lnTo>
                  <a:pt x="371303" y="54097"/>
                </a:lnTo>
                <a:lnTo>
                  <a:pt x="371578" y="54412"/>
                </a:lnTo>
                <a:lnTo>
                  <a:pt x="371844" y="54735"/>
                </a:lnTo>
                <a:lnTo>
                  <a:pt x="372102" y="55067"/>
                </a:lnTo>
                <a:lnTo>
                  <a:pt x="372351" y="55407"/>
                </a:lnTo>
                <a:lnTo>
                  <a:pt x="372592" y="55756"/>
                </a:lnTo>
                <a:lnTo>
                  <a:pt x="372824" y="56112"/>
                </a:lnTo>
                <a:lnTo>
                  <a:pt x="373048" y="56478"/>
                </a:lnTo>
                <a:lnTo>
                  <a:pt x="373264" y="56851"/>
                </a:lnTo>
                <a:lnTo>
                  <a:pt x="373471" y="57233"/>
                </a:lnTo>
                <a:lnTo>
                  <a:pt x="373670" y="57624"/>
                </a:lnTo>
                <a:lnTo>
                  <a:pt x="373861" y="58022"/>
                </a:lnTo>
                <a:lnTo>
                  <a:pt x="374043" y="58429"/>
                </a:lnTo>
                <a:lnTo>
                  <a:pt x="374217" y="58845"/>
                </a:lnTo>
                <a:lnTo>
                  <a:pt x="374382" y="59269"/>
                </a:lnTo>
                <a:lnTo>
                  <a:pt x="374539" y="59701"/>
                </a:lnTo>
                <a:lnTo>
                  <a:pt x="374687" y="60141"/>
                </a:lnTo>
                <a:lnTo>
                  <a:pt x="374828" y="60590"/>
                </a:lnTo>
                <a:lnTo>
                  <a:pt x="374959" y="61047"/>
                </a:lnTo>
                <a:lnTo>
                  <a:pt x="375083" y="61513"/>
                </a:lnTo>
                <a:lnTo>
                  <a:pt x="375200" y="61986"/>
                </a:lnTo>
                <a:lnTo>
                  <a:pt x="375311" y="62464"/>
                </a:lnTo>
                <a:lnTo>
                  <a:pt x="375418" y="62947"/>
                </a:lnTo>
                <a:lnTo>
                  <a:pt x="375520" y="63437"/>
                </a:lnTo>
                <a:lnTo>
                  <a:pt x="375617" y="63932"/>
                </a:lnTo>
                <a:lnTo>
                  <a:pt x="375709" y="64433"/>
                </a:lnTo>
                <a:lnTo>
                  <a:pt x="375795" y="64940"/>
                </a:lnTo>
                <a:lnTo>
                  <a:pt x="375877" y="65452"/>
                </a:lnTo>
                <a:lnTo>
                  <a:pt x="375954" y="65970"/>
                </a:lnTo>
                <a:lnTo>
                  <a:pt x="376026" y="66494"/>
                </a:lnTo>
                <a:lnTo>
                  <a:pt x="376093" y="67024"/>
                </a:lnTo>
                <a:lnTo>
                  <a:pt x="376156" y="67559"/>
                </a:lnTo>
                <a:lnTo>
                  <a:pt x="376213" y="68100"/>
                </a:lnTo>
                <a:lnTo>
                  <a:pt x="376265" y="68646"/>
                </a:lnTo>
                <a:lnTo>
                  <a:pt x="376312" y="69199"/>
                </a:lnTo>
                <a:lnTo>
                  <a:pt x="376354" y="69757"/>
                </a:lnTo>
                <a:lnTo>
                  <a:pt x="376391" y="70320"/>
                </a:lnTo>
                <a:lnTo>
                  <a:pt x="376424" y="70890"/>
                </a:lnTo>
                <a:lnTo>
                  <a:pt x="376451" y="71465"/>
                </a:lnTo>
                <a:lnTo>
                  <a:pt x="376473" y="72046"/>
                </a:lnTo>
                <a:lnTo>
                  <a:pt x="376491" y="72632"/>
                </a:lnTo>
                <a:lnTo>
                  <a:pt x="376503" y="73224"/>
                </a:lnTo>
                <a:lnTo>
                  <a:pt x="376511" y="73822"/>
                </a:lnTo>
                <a:lnTo>
                  <a:pt x="376513" y="74426"/>
                </a:lnTo>
                <a:lnTo>
                  <a:pt x="376513" y="136324"/>
                </a:lnTo>
                <a:lnTo>
                  <a:pt x="393085" y="136324"/>
                </a:lnTo>
                <a:lnTo>
                  <a:pt x="393085" y="72308"/>
                </a:lnTo>
                <a:lnTo>
                  <a:pt x="393073" y="70877"/>
                </a:lnTo>
                <a:lnTo>
                  <a:pt x="393036" y="69473"/>
                </a:lnTo>
                <a:lnTo>
                  <a:pt x="392976" y="68095"/>
                </a:lnTo>
                <a:lnTo>
                  <a:pt x="392891" y="66744"/>
                </a:lnTo>
                <a:lnTo>
                  <a:pt x="392781" y="65419"/>
                </a:lnTo>
                <a:lnTo>
                  <a:pt x="392692" y="64557"/>
                </a:lnTo>
                <a:lnTo>
                  <a:pt x="392876" y="64325"/>
                </a:lnTo>
                <a:lnTo>
                  <a:pt x="393267" y="63846"/>
                </a:lnTo>
                <a:lnTo>
                  <a:pt x="393666" y="63370"/>
                </a:lnTo>
                <a:lnTo>
                  <a:pt x="394074" y="62897"/>
                </a:lnTo>
                <a:lnTo>
                  <a:pt x="394491" y="62428"/>
                </a:lnTo>
                <a:lnTo>
                  <a:pt x="394916" y="61963"/>
                </a:lnTo>
                <a:lnTo>
                  <a:pt x="395350" y="61502"/>
                </a:lnTo>
                <a:lnTo>
                  <a:pt x="395792" y="61043"/>
                </a:lnTo>
                <a:lnTo>
                  <a:pt x="396243" y="60589"/>
                </a:lnTo>
                <a:lnTo>
                  <a:pt x="396703" y="60138"/>
                </a:lnTo>
                <a:lnTo>
                  <a:pt x="397171" y="59691"/>
                </a:lnTo>
                <a:lnTo>
                  <a:pt x="397647" y="59247"/>
                </a:lnTo>
                <a:lnTo>
                  <a:pt x="398133" y="58807"/>
                </a:lnTo>
                <a:lnTo>
                  <a:pt x="398626" y="58371"/>
                </a:lnTo>
                <a:lnTo>
                  <a:pt x="399129" y="57938"/>
                </a:lnTo>
                <a:lnTo>
                  <a:pt x="399639" y="57509"/>
                </a:lnTo>
                <a:lnTo>
                  <a:pt x="400159" y="57083"/>
                </a:lnTo>
                <a:lnTo>
                  <a:pt x="400687" y="56661"/>
                </a:lnTo>
                <a:lnTo>
                  <a:pt x="401223" y="56243"/>
                </a:lnTo>
                <a:lnTo>
                  <a:pt x="401768" y="55828"/>
                </a:lnTo>
                <a:lnTo>
                  <a:pt x="402322" y="55416"/>
                </a:lnTo>
                <a:lnTo>
                  <a:pt x="402884" y="55009"/>
                </a:lnTo>
                <a:lnTo>
                  <a:pt x="403455" y="54605"/>
                </a:lnTo>
                <a:lnTo>
                  <a:pt x="404034" y="54204"/>
                </a:lnTo>
                <a:lnTo>
                  <a:pt x="404624" y="53814"/>
                </a:lnTo>
                <a:lnTo>
                  <a:pt x="405224" y="53440"/>
                </a:lnTo>
                <a:lnTo>
                  <a:pt x="405836" y="53083"/>
                </a:lnTo>
                <a:lnTo>
                  <a:pt x="406459" y="52742"/>
                </a:lnTo>
                <a:lnTo>
                  <a:pt x="407094" y="52418"/>
                </a:lnTo>
                <a:lnTo>
                  <a:pt x="407740" y="52111"/>
                </a:lnTo>
                <a:lnTo>
                  <a:pt x="408397" y="51820"/>
                </a:lnTo>
                <a:lnTo>
                  <a:pt x="409065" y="51546"/>
                </a:lnTo>
                <a:lnTo>
                  <a:pt x="409745" y="51289"/>
                </a:lnTo>
                <a:lnTo>
                  <a:pt x="410436" y="51048"/>
                </a:lnTo>
                <a:lnTo>
                  <a:pt x="411138" y="50824"/>
                </a:lnTo>
                <a:lnTo>
                  <a:pt x="411852" y="50616"/>
                </a:lnTo>
                <a:lnTo>
                  <a:pt x="412577" y="50425"/>
                </a:lnTo>
                <a:lnTo>
                  <a:pt x="413313" y="50251"/>
                </a:lnTo>
                <a:lnTo>
                  <a:pt x="414061" y="50093"/>
                </a:lnTo>
                <a:lnTo>
                  <a:pt x="414819" y="49952"/>
                </a:lnTo>
                <a:lnTo>
                  <a:pt x="415590" y="49827"/>
                </a:lnTo>
                <a:lnTo>
                  <a:pt x="416371" y="49719"/>
                </a:lnTo>
                <a:lnTo>
                  <a:pt x="417164" y="49628"/>
                </a:lnTo>
                <a:lnTo>
                  <a:pt x="417968" y="49553"/>
                </a:lnTo>
                <a:lnTo>
                  <a:pt x="418783" y="49495"/>
                </a:lnTo>
                <a:lnTo>
                  <a:pt x="419610" y="49453"/>
                </a:lnTo>
                <a:lnTo>
                  <a:pt x="420448" y="49428"/>
                </a:lnTo>
                <a:lnTo>
                  <a:pt x="421297" y="49420"/>
                </a:lnTo>
                <a:lnTo>
                  <a:pt x="421883" y="49426"/>
                </a:lnTo>
                <a:lnTo>
                  <a:pt x="422458" y="49442"/>
                </a:lnTo>
                <a:lnTo>
                  <a:pt x="423022" y="49471"/>
                </a:lnTo>
                <a:lnTo>
                  <a:pt x="423574" y="49510"/>
                </a:lnTo>
                <a:lnTo>
                  <a:pt x="424115" y="49560"/>
                </a:lnTo>
                <a:lnTo>
                  <a:pt x="424645" y="49622"/>
                </a:lnTo>
                <a:lnTo>
                  <a:pt x="425163" y="49695"/>
                </a:lnTo>
                <a:lnTo>
                  <a:pt x="425670" y="49779"/>
                </a:lnTo>
                <a:lnTo>
                  <a:pt x="426166" y="49874"/>
                </a:lnTo>
                <a:lnTo>
                  <a:pt x="426650" y="49980"/>
                </a:lnTo>
                <a:lnTo>
                  <a:pt x="427124" y="50098"/>
                </a:lnTo>
                <a:lnTo>
                  <a:pt x="427585" y="50227"/>
                </a:lnTo>
                <a:lnTo>
                  <a:pt x="428036" y="50367"/>
                </a:lnTo>
                <a:lnTo>
                  <a:pt x="428475" y="50518"/>
                </a:lnTo>
                <a:lnTo>
                  <a:pt x="428903" y="50681"/>
                </a:lnTo>
                <a:lnTo>
                  <a:pt x="429320" y="50855"/>
                </a:lnTo>
                <a:lnTo>
                  <a:pt x="429725" y="51039"/>
                </a:lnTo>
                <a:lnTo>
                  <a:pt x="430119" y="51236"/>
                </a:lnTo>
                <a:lnTo>
                  <a:pt x="430502" y="51443"/>
                </a:lnTo>
                <a:lnTo>
                  <a:pt x="430874" y="51661"/>
                </a:lnTo>
                <a:lnTo>
                  <a:pt x="431234" y="51891"/>
                </a:lnTo>
                <a:lnTo>
                  <a:pt x="431583" y="52132"/>
                </a:lnTo>
                <a:lnTo>
                  <a:pt x="431920" y="52384"/>
                </a:lnTo>
                <a:lnTo>
                  <a:pt x="432246" y="52648"/>
                </a:lnTo>
                <a:lnTo>
                  <a:pt x="432563" y="52921"/>
                </a:lnTo>
                <a:lnTo>
                  <a:pt x="432871" y="53202"/>
                </a:lnTo>
                <a:lnTo>
                  <a:pt x="433170" y="53492"/>
                </a:lnTo>
                <a:lnTo>
                  <a:pt x="433462" y="53790"/>
                </a:lnTo>
                <a:lnTo>
                  <a:pt x="433744" y="54097"/>
                </a:lnTo>
                <a:lnTo>
                  <a:pt x="434019" y="54412"/>
                </a:lnTo>
                <a:lnTo>
                  <a:pt x="434285" y="54735"/>
                </a:lnTo>
                <a:lnTo>
                  <a:pt x="434543" y="55067"/>
                </a:lnTo>
                <a:lnTo>
                  <a:pt x="434792" y="55407"/>
                </a:lnTo>
                <a:lnTo>
                  <a:pt x="435033" y="55756"/>
                </a:lnTo>
                <a:lnTo>
                  <a:pt x="435265" y="56112"/>
                </a:lnTo>
                <a:lnTo>
                  <a:pt x="435489" y="56478"/>
                </a:lnTo>
                <a:lnTo>
                  <a:pt x="435705" y="56851"/>
                </a:lnTo>
                <a:lnTo>
                  <a:pt x="435912" y="57233"/>
                </a:lnTo>
                <a:lnTo>
                  <a:pt x="436111" y="57624"/>
                </a:lnTo>
                <a:lnTo>
                  <a:pt x="436302" y="58022"/>
                </a:lnTo>
                <a:lnTo>
                  <a:pt x="436484" y="58429"/>
                </a:lnTo>
                <a:lnTo>
                  <a:pt x="436658" y="58845"/>
                </a:lnTo>
                <a:lnTo>
                  <a:pt x="436823" y="59269"/>
                </a:lnTo>
                <a:lnTo>
                  <a:pt x="436980" y="59701"/>
                </a:lnTo>
                <a:lnTo>
                  <a:pt x="437128" y="60141"/>
                </a:lnTo>
                <a:lnTo>
                  <a:pt x="437269" y="60590"/>
                </a:lnTo>
                <a:lnTo>
                  <a:pt x="437400" y="61047"/>
                </a:lnTo>
                <a:lnTo>
                  <a:pt x="437524" y="61513"/>
                </a:lnTo>
                <a:lnTo>
                  <a:pt x="437640" y="61986"/>
                </a:lnTo>
                <a:lnTo>
                  <a:pt x="437752" y="62464"/>
                </a:lnTo>
                <a:lnTo>
                  <a:pt x="437859" y="62947"/>
                </a:lnTo>
                <a:lnTo>
                  <a:pt x="437961" y="63437"/>
                </a:lnTo>
                <a:lnTo>
                  <a:pt x="438058" y="63932"/>
                </a:lnTo>
                <a:lnTo>
                  <a:pt x="438150" y="64433"/>
                </a:lnTo>
                <a:lnTo>
                  <a:pt x="438236" y="64940"/>
                </a:lnTo>
                <a:lnTo>
                  <a:pt x="438318" y="65452"/>
                </a:lnTo>
                <a:lnTo>
                  <a:pt x="438395" y="65970"/>
                </a:lnTo>
                <a:lnTo>
                  <a:pt x="438467" y="66494"/>
                </a:lnTo>
                <a:lnTo>
                  <a:pt x="438534" y="67024"/>
                </a:lnTo>
                <a:lnTo>
                  <a:pt x="438596" y="67559"/>
                </a:lnTo>
                <a:lnTo>
                  <a:pt x="438654" y="68100"/>
                </a:lnTo>
                <a:lnTo>
                  <a:pt x="438706" y="68646"/>
                </a:lnTo>
                <a:lnTo>
                  <a:pt x="438753" y="69199"/>
                </a:lnTo>
                <a:lnTo>
                  <a:pt x="438795" y="69757"/>
                </a:lnTo>
                <a:lnTo>
                  <a:pt x="438832" y="70320"/>
                </a:lnTo>
                <a:lnTo>
                  <a:pt x="438865" y="70890"/>
                </a:lnTo>
                <a:lnTo>
                  <a:pt x="438892" y="71465"/>
                </a:lnTo>
                <a:lnTo>
                  <a:pt x="438914" y="72046"/>
                </a:lnTo>
                <a:lnTo>
                  <a:pt x="438932" y="72632"/>
                </a:lnTo>
                <a:lnTo>
                  <a:pt x="438944" y="73224"/>
                </a:lnTo>
                <a:lnTo>
                  <a:pt x="438952" y="73822"/>
                </a:lnTo>
                <a:lnTo>
                  <a:pt x="438954" y="74426"/>
                </a:lnTo>
                <a:lnTo>
                  <a:pt x="438954" y="136324"/>
                </a:lnTo>
                <a:lnTo>
                  <a:pt x="455427" y="136324"/>
                </a:lnTo>
                <a:lnTo>
                  <a:pt x="455427" y="72308"/>
                </a:lnTo>
                <a:lnTo>
                  <a:pt x="455415" y="70877"/>
                </a:lnTo>
                <a:lnTo>
                  <a:pt x="455379" y="69473"/>
                </a:lnTo>
                <a:lnTo>
                  <a:pt x="455318" y="68095"/>
                </a:lnTo>
                <a:lnTo>
                  <a:pt x="455233" y="66744"/>
                </a:lnTo>
                <a:lnTo>
                  <a:pt x="455123" y="65419"/>
                </a:lnTo>
                <a:lnTo>
                  <a:pt x="454990" y="64121"/>
                </a:lnTo>
                <a:lnTo>
                  <a:pt x="454832" y="62850"/>
                </a:lnTo>
                <a:lnTo>
                  <a:pt x="454649" y="61605"/>
                </a:lnTo>
                <a:lnTo>
                  <a:pt x="454443" y="60386"/>
                </a:lnTo>
                <a:lnTo>
                  <a:pt x="454212" y="59194"/>
                </a:lnTo>
                <a:lnTo>
                  <a:pt x="453956" y="58029"/>
                </a:lnTo>
                <a:lnTo>
                  <a:pt x="453677" y="56890"/>
                </a:lnTo>
                <a:lnTo>
                  <a:pt x="453373" y="55778"/>
                </a:lnTo>
                <a:lnTo>
                  <a:pt x="453044" y="54692"/>
                </a:lnTo>
                <a:lnTo>
                  <a:pt x="452692" y="53633"/>
                </a:lnTo>
                <a:lnTo>
                  <a:pt x="452315" y="52600"/>
                </a:lnTo>
                <a:lnTo>
                  <a:pt x="451913" y="51594"/>
                </a:lnTo>
                <a:lnTo>
                  <a:pt x="451488" y="50615"/>
                </a:lnTo>
                <a:lnTo>
                  <a:pt x="451038" y="49662"/>
                </a:lnTo>
                <a:lnTo>
                  <a:pt x="450564" y="48735"/>
                </a:lnTo>
                <a:lnTo>
                  <a:pt x="450065" y="47836"/>
                </a:lnTo>
                <a:lnTo>
                  <a:pt x="449542" y="46962"/>
                </a:lnTo>
                <a:lnTo>
                  <a:pt x="448995" y="46116"/>
                </a:lnTo>
                <a:lnTo>
                  <a:pt x="448424" y="45296"/>
                </a:lnTo>
                <a:lnTo>
                  <a:pt x="447825" y="44505"/>
                </a:lnTo>
                <a:lnTo>
                  <a:pt x="447194" y="43749"/>
                </a:lnTo>
                <a:lnTo>
                  <a:pt x="446533" y="43026"/>
                </a:lnTo>
                <a:lnTo>
                  <a:pt x="445840" y="42336"/>
                </a:lnTo>
                <a:lnTo>
                  <a:pt x="445116" y="41680"/>
                </a:lnTo>
                <a:lnTo>
                  <a:pt x="444361" y="41058"/>
                </a:lnTo>
                <a:lnTo>
                  <a:pt x="443575" y="40470"/>
                </a:lnTo>
                <a:lnTo>
                  <a:pt x="442757" y="39915"/>
                </a:lnTo>
                <a:lnTo>
                  <a:pt x="441909" y="39393"/>
                </a:lnTo>
                <a:lnTo>
                  <a:pt x="441029" y="38906"/>
                </a:lnTo>
                <a:lnTo>
                  <a:pt x="440118" y="38452"/>
                </a:lnTo>
                <a:lnTo>
                  <a:pt x="439176" y="38031"/>
                </a:lnTo>
                <a:lnTo>
                  <a:pt x="438203" y="37645"/>
                </a:lnTo>
                <a:lnTo>
                  <a:pt x="437198" y="37292"/>
                </a:lnTo>
                <a:lnTo>
                  <a:pt x="436163" y="36972"/>
                </a:lnTo>
                <a:lnTo>
                  <a:pt x="435096" y="36686"/>
                </a:lnTo>
                <a:lnTo>
                  <a:pt x="433998" y="36434"/>
                </a:lnTo>
                <a:lnTo>
                  <a:pt x="432869" y="36215"/>
                </a:lnTo>
                <a:lnTo>
                  <a:pt x="431709" y="36030"/>
                </a:lnTo>
                <a:lnTo>
                  <a:pt x="430517" y="35879"/>
                </a:lnTo>
                <a:lnTo>
                  <a:pt x="429295" y="35761"/>
                </a:lnTo>
                <a:lnTo>
                  <a:pt x="428041" y="35677"/>
                </a:lnTo>
                <a:lnTo>
                  <a:pt x="426756" y="35627"/>
                </a:lnTo>
                <a:lnTo>
                  <a:pt x="425440" y="35610"/>
                </a:lnTo>
                <a:lnTo>
                  <a:pt x="424427" y="35619"/>
                </a:lnTo>
                <a:lnTo>
                  <a:pt x="423426" y="35648"/>
                </a:lnTo>
                <a:lnTo>
                  <a:pt x="422437" y="35695"/>
                </a:lnTo>
                <a:lnTo>
                  <a:pt x="421460" y="35761"/>
                </a:lnTo>
                <a:lnTo>
                  <a:pt x="420495" y="35846"/>
                </a:lnTo>
                <a:lnTo>
                  <a:pt x="419543" y="35949"/>
                </a:lnTo>
                <a:lnTo>
                  <a:pt x="418603" y="36072"/>
                </a:lnTo>
                <a:lnTo>
                  <a:pt x="417675" y="36213"/>
                </a:lnTo>
                <a:lnTo>
                  <a:pt x="416759" y="36373"/>
                </a:lnTo>
                <a:lnTo>
                  <a:pt x="415855" y="36552"/>
                </a:lnTo>
                <a:lnTo>
                  <a:pt x="414963" y="36750"/>
                </a:lnTo>
                <a:lnTo>
                  <a:pt x="414084" y="36966"/>
                </a:lnTo>
                <a:lnTo>
                  <a:pt x="413216" y="37202"/>
                </a:lnTo>
                <a:lnTo>
                  <a:pt x="412361" y="37456"/>
                </a:lnTo>
                <a:lnTo>
                  <a:pt x="411518" y="37729"/>
                </a:lnTo>
                <a:lnTo>
                  <a:pt x="410687" y="38021"/>
                </a:lnTo>
                <a:lnTo>
                  <a:pt x="409869" y="38332"/>
                </a:lnTo>
                <a:lnTo>
                  <a:pt x="409062" y="38662"/>
                </a:lnTo>
                <a:lnTo>
                  <a:pt x="408268" y="39010"/>
                </a:lnTo>
                <a:lnTo>
                  <a:pt x="407486" y="39378"/>
                </a:lnTo>
                <a:lnTo>
                  <a:pt x="406716" y="39764"/>
                </a:lnTo>
                <a:lnTo>
                  <a:pt x="405958" y="40169"/>
                </a:lnTo>
                <a:lnTo>
                  <a:pt x="405212" y="40593"/>
                </a:lnTo>
                <a:lnTo>
                  <a:pt x="404478" y="41035"/>
                </a:lnTo>
                <a:lnTo>
                  <a:pt x="403756" y="41489"/>
                </a:lnTo>
                <a:lnTo>
                  <a:pt x="403044" y="41946"/>
                </a:lnTo>
                <a:lnTo>
                  <a:pt x="402343" y="42406"/>
                </a:lnTo>
                <a:lnTo>
                  <a:pt x="401652" y="42869"/>
                </a:lnTo>
                <a:lnTo>
                  <a:pt x="400972" y="43335"/>
                </a:lnTo>
                <a:lnTo>
                  <a:pt x="400301" y="43804"/>
                </a:lnTo>
                <a:lnTo>
                  <a:pt x="399642" y="44276"/>
                </a:lnTo>
                <a:lnTo>
                  <a:pt x="398993" y="44751"/>
                </a:lnTo>
                <a:lnTo>
                  <a:pt x="398354" y="45229"/>
                </a:lnTo>
                <a:lnTo>
                  <a:pt x="397726" y="45711"/>
                </a:lnTo>
                <a:lnTo>
                  <a:pt x="397108" y="46195"/>
                </a:lnTo>
                <a:lnTo>
                  <a:pt x="396501" y="46683"/>
                </a:lnTo>
                <a:lnTo>
                  <a:pt x="395904" y="47173"/>
                </a:lnTo>
                <a:lnTo>
                  <a:pt x="395317" y="47667"/>
                </a:lnTo>
                <a:lnTo>
                  <a:pt x="394741" y="48164"/>
                </a:lnTo>
                <a:lnTo>
                  <a:pt x="394176" y="48664"/>
                </a:lnTo>
                <a:lnTo>
                  <a:pt x="393621" y="49167"/>
                </a:lnTo>
                <a:lnTo>
                  <a:pt x="393076" y="49673"/>
                </a:lnTo>
                <a:lnTo>
                  <a:pt x="392542" y="50182"/>
                </a:lnTo>
                <a:lnTo>
                  <a:pt x="392018" y="50694"/>
                </a:lnTo>
                <a:lnTo>
                  <a:pt x="391505" y="51210"/>
                </a:lnTo>
                <a:lnTo>
                  <a:pt x="391002" y="51728"/>
                </a:lnTo>
                <a:lnTo>
                  <a:pt x="390509" y="52249"/>
                </a:lnTo>
                <a:lnTo>
                  <a:pt x="390033" y="52767"/>
                </a:lnTo>
                <a:lnTo>
                  <a:pt x="389972" y="52600"/>
                </a:lnTo>
                <a:lnTo>
                  <a:pt x="389571" y="51594"/>
                </a:lnTo>
                <a:lnTo>
                  <a:pt x="389146" y="50615"/>
                </a:lnTo>
                <a:lnTo>
                  <a:pt x="388696" y="49662"/>
                </a:lnTo>
                <a:close/>
                <a:moveTo>
                  <a:pt x="715528" y="65271"/>
                </a:moveTo>
                <a:lnTo>
                  <a:pt x="715799" y="64903"/>
                </a:lnTo>
                <a:lnTo>
                  <a:pt x="716073" y="64539"/>
                </a:lnTo>
                <a:lnTo>
                  <a:pt x="716350" y="64179"/>
                </a:lnTo>
                <a:lnTo>
                  <a:pt x="716630" y="63823"/>
                </a:lnTo>
                <a:lnTo>
                  <a:pt x="716913" y="63471"/>
                </a:lnTo>
                <a:lnTo>
                  <a:pt x="717199" y="63122"/>
                </a:lnTo>
                <a:lnTo>
                  <a:pt x="717488" y="62777"/>
                </a:lnTo>
                <a:lnTo>
                  <a:pt x="717780" y="62436"/>
                </a:lnTo>
                <a:lnTo>
                  <a:pt x="718076" y="62098"/>
                </a:lnTo>
                <a:lnTo>
                  <a:pt x="718374" y="61764"/>
                </a:lnTo>
                <a:lnTo>
                  <a:pt x="718676" y="61434"/>
                </a:lnTo>
                <a:lnTo>
                  <a:pt x="718981" y="61108"/>
                </a:lnTo>
                <a:lnTo>
                  <a:pt x="719288" y="60785"/>
                </a:lnTo>
                <a:lnTo>
                  <a:pt x="719599" y="60467"/>
                </a:lnTo>
                <a:lnTo>
                  <a:pt x="719913" y="60152"/>
                </a:lnTo>
                <a:lnTo>
                  <a:pt x="720230" y="59840"/>
                </a:lnTo>
                <a:lnTo>
                  <a:pt x="720550" y="59533"/>
                </a:lnTo>
                <a:lnTo>
                  <a:pt x="720873" y="59229"/>
                </a:lnTo>
                <a:lnTo>
                  <a:pt x="721199" y="58929"/>
                </a:lnTo>
                <a:lnTo>
                  <a:pt x="721529" y="58633"/>
                </a:lnTo>
                <a:lnTo>
                  <a:pt x="721861" y="58340"/>
                </a:lnTo>
                <a:lnTo>
                  <a:pt x="722197" y="58051"/>
                </a:lnTo>
                <a:lnTo>
                  <a:pt x="722536" y="57767"/>
                </a:lnTo>
                <a:lnTo>
                  <a:pt x="722880" y="57488"/>
                </a:lnTo>
                <a:lnTo>
                  <a:pt x="723229" y="57214"/>
                </a:lnTo>
                <a:lnTo>
                  <a:pt x="723583" y="56945"/>
                </a:lnTo>
                <a:lnTo>
                  <a:pt x="723942" y="56681"/>
                </a:lnTo>
                <a:lnTo>
                  <a:pt x="724305" y="56423"/>
                </a:lnTo>
                <a:lnTo>
                  <a:pt x="724673" y="56170"/>
                </a:lnTo>
                <a:lnTo>
                  <a:pt x="725046" y="55922"/>
                </a:lnTo>
                <a:lnTo>
                  <a:pt x="725424" y="55679"/>
                </a:lnTo>
                <a:lnTo>
                  <a:pt x="725807" y="55441"/>
                </a:lnTo>
                <a:lnTo>
                  <a:pt x="726194" y="55208"/>
                </a:lnTo>
                <a:lnTo>
                  <a:pt x="726586" y="54981"/>
                </a:lnTo>
                <a:lnTo>
                  <a:pt x="726983" y="54759"/>
                </a:lnTo>
                <a:lnTo>
                  <a:pt x="727385" y="54542"/>
                </a:lnTo>
                <a:lnTo>
                  <a:pt x="727792" y="54330"/>
                </a:lnTo>
                <a:lnTo>
                  <a:pt x="728203" y="54123"/>
                </a:lnTo>
                <a:lnTo>
                  <a:pt x="728619" y="53922"/>
                </a:lnTo>
                <a:lnTo>
                  <a:pt x="729040" y="53726"/>
                </a:lnTo>
                <a:lnTo>
                  <a:pt x="729466" y="53535"/>
                </a:lnTo>
                <a:lnTo>
                  <a:pt x="729896" y="53349"/>
                </a:lnTo>
                <a:lnTo>
                  <a:pt x="730332" y="53168"/>
                </a:lnTo>
                <a:lnTo>
                  <a:pt x="730772" y="52992"/>
                </a:lnTo>
                <a:lnTo>
                  <a:pt x="731217" y="52822"/>
                </a:lnTo>
                <a:lnTo>
                  <a:pt x="731666" y="52657"/>
                </a:lnTo>
                <a:lnTo>
                  <a:pt x="732122" y="52497"/>
                </a:lnTo>
                <a:lnTo>
                  <a:pt x="732583" y="52345"/>
                </a:lnTo>
                <a:lnTo>
                  <a:pt x="733051" y="52199"/>
                </a:lnTo>
                <a:lnTo>
                  <a:pt x="733524" y="52060"/>
                </a:lnTo>
                <a:lnTo>
                  <a:pt x="734004" y="51927"/>
                </a:lnTo>
                <a:lnTo>
                  <a:pt x="734490" y="51802"/>
                </a:lnTo>
                <a:lnTo>
                  <a:pt x="734982" y="51683"/>
                </a:lnTo>
                <a:lnTo>
                  <a:pt x="735481" y="51571"/>
                </a:lnTo>
                <a:lnTo>
                  <a:pt x="735985" y="51466"/>
                </a:lnTo>
                <a:lnTo>
                  <a:pt x="736496" y="51367"/>
                </a:lnTo>
                <a:lnTo>
                  <a:pt x="737013" y="51276"/>
                </a:lnTo>
                <a:lnTo>
                  <a:pt x="737536" y="51191"/>
                </a:lnTo>
                <a:lnTo>
                  <a:pt x="738065" y="51113"/>
                </a:lnTo>
                <a:lnTo>
                  <a:pt x="738600" y="51042"/>
                </a:lnTo>
                <a:lnTo>
                  <a:pt x="739142" y="50977"/>
                </a:lnTo>
                <a:lnTo>
                  <a:pt x="739689" y="50920"/>
                </a:lnTo>
                <a:lnTo>
                  <a:pt x="740243" y="50869"/>
                </a:lnTo>
                <a:lnTo>
                  <a:pt x="740803" y="50825"/>
                </a:lnTo>
                <a:lnTo>
                  <a:pt x="741369" y="50787"/>
                </a:lnTo>
                <a:lnTo>
                  <a:pt x="741942" y="50757"/>
                </a:lnTo>
                <a:lnTo>
                  <a:pt x="742520" y="50733"/>
                </a:lnTo>
                <a:lnTo>
                  <a:pt x="743105" y="50716"/>
                </a:lnTo>
                <a:lnTo>
                  <a:pt x="743696" y="50706"/>
                </a:lnTo>
                <a:lnTo>
                  <a:pt x="744293" y="50702"/>
                </a:lnTo>
                <a:lnTo>
                  <a:pt x="746561" y="50702"/>
                </a:lnTo>
                <a:lnTo>
                  <a:pt x="746561" y="35610"/>
                </a:lnTo>
                <a:lnTo>
                  <a:pt x="744589" y="35610"/>
                </a:lnTo>
                <a:lnTo>
                  <a:pt x="743634" y="35619"/>
                </a:lnTo>
                <a:lnTo>
                  <a:pt x="742695" y="35645"/>
                </a:lnTo>
                <a:lnTo>
                  <a:pt x="741771" y="35689"/>
                </a:lnTo>
                <a:lnTo>
                  <a:pt x="740862" y="35750"/>
                </a:lnTo>
                <a:lnTo>
                  <a:pt x="739968" y="35828"/>
                </a:lnTo>
                <a:lnTo>
                  <a:pt x="739089" y="35924"/>
                </a:lnTo>
                <a:lnTo>
                  <a:pt x="738225" y="36038"/>
                </a:lnTo>
                <a:lnTo>
                  <a:pt x="737377" y="36169"/>
                </a:lnTo>
                <a:lnTo>
                  <a:pt x="736543" y="36318"/>
                </a:lnTo>
                <a:lnTo>
                  <a:pt x="735724" y="36483"/>
                </a:lnTo>
                <a:lnTo>
                  <a:pt x="734921" y="36667"/>
                </a:lnTo>
                <a:lnTo>
                  <a:pt x="734132" y="36868"/>
                </a:lnTo>
                <a:lnTo>
                  <a:pt x="733359" y="37086"/>
                </a:lnTo>
                <a:lnTo>
                  <a:pt x="732601" y="37322"/>
                </a:lnTo>
                <a:lnTo>
                  <a:pt x="731858" y="37575"/>
                </a:lnTo>
                <a:lnTo>
                  <a:pt x="731129" y="37846"/>
                </a:lnTo>
                <a:lnTo>
                  <a:pt x="730416" y="38134"/>
                </a:lnTo>
                <a:lnTo>
                  <a:pt x="729718" y="38440"/>
                </a:lnTo>
                <a:lnTo>
                  <a:pt x="729035" y="38763"/>
                </a:lnTo>
                <a:lnTo>
                  <a:pt x="728367" y="39104"/>
                </a:lnTo>
                <a:lnTo>
                  <a:pt x="727715" y="39462"/>
                </a:lnTo>
                <a:lnTo>
                  <a:pt x="727077" y="39837"/>
                </a:lnTo>
                <a:lnTo>
                  <a:pt x="726454" y="40230"/>
                </a:lnTo>
                <a:lnTo>
                  <a:pt x="725846" y="40641"/>
                </a:lnTo>
                <a:lnTo>
                  <a:pt x="725252" y="41064"/>
                </a:lnTo>
                <a:lnTo>
                  <a:pt x="724668" y="41496"/>
                </a:lnTo>
                <a:lnTo>
                  <a:pt x="724096" y="41937"/>
                </a:lnTo>
                <a:lnTo>
                  <a:pt x="723534" y="42386"/>
                </a:lnTo>
                <a:lnTo>
                  <a:pt x="722983" y="42844"/>
                </a:lnTo>
                <a:lnTo>
                  <a:pt x="722443" y="43310"/>
                </a:lnTo>
                <a:lnTo>
                  <a:pt x="721914" y="43785"/>
                </a:lnTo>
                <a:lnTo>
                  <a:pt x="721397" y="44269"/>
                </a:lnTo>
                <a:lnTo>
                  <a:pt x="720890" y="44761"/>
                </a:lnTo>
                <a:lnTo>
                  <a:pt x="720394" y="45261"/>
                </a:lnTo>
                <a:lnTo>
                  <a:pt x="719909" y="45770"/>
                </a:lnTo>
                <a:lnTo>
                  <a:pt x="719435" y="46288"/>
                </a:lnTo>
                <a:lnTo>
                  <a:pt x="718972" y="46814"/>
                </a:lnTo>
                <a:lnTo>
                  <a:pt x="718520" y="47349"/>
                </a:lnTo>
                <a:lnTo>
                  <a:pt x="718078" y="47893"/>
                </a:lnTo>
                <a:lnTo>
                  <a:pt x="717648" y="48445"/>
                </a:lnTo>
                <a:lnTo>
                  <a:pt x="717229" y="49005"/>
                </a:lnTo>
                <a:lnTo>
                  <a:pt x="716821" y="49574"/>
                </a:lnTo>
                <a:lnTo>
                  <a:pt x="716423" y="50152"/>
                </a:lnTo>
                <a:lnTo>
                  <a:pt x="716037" y="50738"/>
                </a:lnTo>
                <a:lnTo>
                  <a:pt x="715662" y="51333"/>
                </a:lnTo>
                <a:lnTo>
                  <a:pt x="715297" y="51936"/>
                </a:lnTo>
                <a:lnTo>
                  <a:pt x="714944" y="52548"/>
                </a:lnTo>
                <a:lnTo>
                  <a:pt x="714601" y="53169"/>
                </a:lnTo>
                <a:lnTo>
                  <a:pt x="714009" y="37287"/>
                </a:lnTo>
                <a:lnTo>
                  <a:pt x="698522" y="37287"/>
                </a:lnTo>
                <a:lnTo>
                  <a:pt x="698522" y="136324"/>
                </a:lnTo>
                <a:lnTo>
                  <a:pt x="714996" y="136324"/>
                </a:lnTo>
                <a:lnTo>
                  <a:pt x="714996" y="66017"/>
                </a:lnTo>
                <a:lnTo>
                  <a:pt x="715260" y="65642"/>
                </a:lnTo>
                <a:lnTo>
                  <a:pt x="715528" y="65271"/>
                </a:lnTo>
                <a:close/>
                <a:moveTo>
                  <a:pt x="144396" y="137921"/>
                </a:moveTo>
                <a:lnTo>
                  <a:pt x="145344" y="137843"/>
                </a:lnTo>
                <a:lnTo>
                  <a:pt x="146282" y="137750"/>
                </a:lnTo>
                <a:lnTo>
                  <a:pt x="147208" y="137642"/>
                </a:lnTo>
                <a:lnTo>
                  <a:pt x="148123" y="137521"/>
                </a:lnTo>
                <a:lnTo>
                  <a:pt x="149027" y="137385"/>
                </a:lnTo>
                <a:lnTo>
                  <a:pt x="149920" y="137235"/>
                </a:lnTo>
                <a:lnTo>
                  <a:pt x="150801" y="137070"/>
                </a:lnTo>
                <a:lnTo>
                  <a:pt x="151670" y="136892"/>
                </a:lnTo>
                <a:lnTo>
                  <a:pt x="152529" y="136699"/>
                </a:lnTo>
                <a:lnTo>
                  <a:pt x="153376" y="136491"/>
                </a:lnTo>
                <a:lnTo>
                  <a:pt x="154212" y="136270"/>
                </a:lnTo>
                <a:lnTo>
                  <a:pt x="155037" y="136034"/>
                </a:lnTo>
                <a:lnTo>
                  <a:pt x="155850" y="135783"/>
                </a:lnTo>
                <a:lnTo>
                  <a:pt x="156652" y="135519"/>
                </a:lnTo>
                <a:lnTo>
                  <a:pt x="157443" y="135240"/>
                </a:lnTo>
                <a:lnTo>
                  <a:pt x="158222" y="134947"/>
                </a:lnTo>
                <a:lnTo>
                  <a:pt x="158990" y="134639"/>
                </a:lnTo>
                <a:lnTo>
                  <a:pt x="159747" y="134318"/>
                </a:lnTo>
                <a:lnTo>
                  <a:pt x="160492" y="133982"/>
                </a:lnTo>
                <a:lnTo>
                  <a:pt x="161225" y="133632"/>
                </a:lnTo>
                <a:lnTo>
                  <a:pt x="161945" y="133271"/>
                </a:lnTo>
                <a:lnTo>
                  <a:pt x="162650" y="132897"/>
                </a:lnTo>
                <a:lnTo>
                  <a:pt x="163342" y="132512"/>
                </a:lnTo>
                <a:lnTo>
                  <a:pt x="164020" y="132114"/>
                </a:lnTo>
                <a:lnTo>
                  <a:pt x="164685" y="131705"/>
                </a:lnTo>
                <a:lnTo>
                  <a:pt x="165335" y="131283"/>
                </a:lnTo>
                <a:lnTo>
                  <a:pt x="165972" y="130850"/>
                </a:lnTo>
                <a:lnTo>
                  <a:pt x="166596" y="130404"/>
                </a:lnTo>
                <a:lnTo>
                  <a:pt x="167205" y="129947"/>
                </a:lnTo>
                <a:lnTo>
                  <a:pt x="167801" y="129477"/>
                </a:lnTo>
                <a:lnTo>
                  <a:pt x="168384" y="128996"/>
                </a:lnTo>
                <a:lnTo>
                  <a:pt x="168952" y="128502"/>
                </a:lnTo>
                <a:lnTo>
                  <a:pt x="169507" y="127996"/>
                </a:lnTo>
                <a:lnTo>
                  <a:pt x="170048" y="127479"/>
                </a:lnTo>
                <a:lnTo>
                  <a:pt x="170576" y="126949"/>
                </a:lnTo>
                <a:lnTo>
                  <a:pt x="171090" y="126408"/>
                </a:lnTo>
                <a:lnTo>
                  <a:pt x="171590" y="125854"/>
                </a:lnTo>
                <a:lnTo>
                  <a:pt x="172076" y="125288"/>
                </a:lnTo>
                <a:lnTo>
                  <a:pt x="172549" y="124711"/>
                </a:lnTo>
                <a:lnTo>
                  <a:pt x="173008" y="124121"/>
                </a:lnTo>
                <a:lnTo>
                  <a:pt x="173453" y="123519"/>
                </a:lnTo>
                <a:lnTo>
                  <a:pt x="173884" y="122906"/>
                </a:lnTo>
                <a:lnTo>
                  <a:pt x="174302" y="122280"/>
                </a:lnTo>
                <a:lnTo>
                  <a:pt x="174705" y="121643"/>
                </a:lnTo>
                <a:lnTo>
                  <a:pt x="175092" y="120997"/>
                </a:lnTo>
                <a:lnTo>
                  <a:pt x="175463" y="120340"/>
                </a:lnTo>
                <a:lnTo>
                  <a:pt x="175818" y="119673"/>
                </a:lnTo>
                <a:lnTo>
                  <a:pt x="176156" y="118996"/>
                </a:lnTo>
                <a:lnTo>
                  <a:pt x="176479" y="118309"/>
                </a:lnTo>
                <a:lnTo>
                  <a:pt x="176785" y="117612"/>
                </a:lnTo>
                <a:lnTo>
                  <a:pt x="177075" y="116905"/>
                </a:lnTo>
                <a:lnTo>
                  <a:pt x="177349" y="116188"/>
                </a:lnTo>
                <a:lnTo>
                  <a:pt x="177607" y="115460"/>
                </a:lnTo>
                <a:lnTo>
                  <a:pt x="177849" y="114723"/>
                </a:lnTo>
                <a:lnTo>
                  <a:pt x="178075" y="113976"/>
                </a:lnTo>
                <a:lnTo>
                  <a:pt x="178285" y="113218"/>
                </a:lnTo>
                <a:lnTo>
                  <a:pt x="178479" y="112451"/>
                </a:lnTo>
                <a:lnTo>
                  <a:pt x="178656" y="111673"/>
                </a:lnTo>
                <a:lnTo>
                  <a:pt x="178818" y="110886"/>
                </a:lnTo>
                <a:lnTo>
                  <a:pt x="178963" y="110088"/>
                </a:lnTo>
                <a:lnTo>
                  <a:pt x="179093" y="109280"/>
                </a:lnTo>
                <a:lnTo>
                  <a:pt x="179206" y="108462"/>
                </a:lnTo>
                <a:lnTo>
                  <a:pt x="179303" y="107634"/>
                </a:lnTo>
                <a:lnTo>
                  <a:pt x="179384" y="106797"/>
                </a:lnTo>
                <a:lnTo>
                  <a:pt x="179449" y="105949"/>
                </a:lnTo>
                <a:lnTo>
                  <a:pt x="179498" y="105090"/>
                </a:lnTo>
                <a:lnTo>
                  <a:pt x="179530" y="104222"/>
                </a:lnTo>
                <a:lnTo>
                  <a:pt x="163254" y="104222"/>
                </a:lnTo>
                <a:lnTo>
                  <a:pt x="163219" y="105069"/>
                </a:lnTo>
                <a:lnTo>
                  <a:pt x="163164" y="105900"/>
                </a:lnTo>
                <a:lnTo>
                  <a:pt x="163088" y="106713"/>
                </a:lnTo>
                <a:lnTo>
                  <a:pt x="162991" y="107510"/>
                </a:lnTo>
                <a:lnTo>
                  <a:pt x="162874" y="108290"/>
                </a:lnTo>
                <a:lnTo>
                  <a:pt x="162736" y="109054"/>
                </a:lnTo>
                <a:lnTo>
                  <a:pt x="162578" y="109800"/>
                </a:lnTo>
                <a:lnTo>
                  <a:pt x="162399" y="110530"/>
                </a:lnTo>
                <a:lnTo>
                  <a:pt x="162200" y="111243"/>
                </a:lnTo>
                <a:lnTo>
                  <a:pt x="161980" y="111940"/>
                </a:lnTo>
                <a:lnTo>
                  <a:pt x="161740" y="112619"/>
                </a:lnTo>
                <a:lnTo>
                  <a:pt x="161479" y="113282"/>
                </a:lnTo>
                <a:lnTo>
                  <a:pt x="161197" y="113928"/>
                </a:lnTo>
                <a:lnTo>
                  <a:pt x="160895" y="114558"/>
                </a:lnTo>
                <a:lnTo>
                  <a:pt x="160572" y="115170"/>
                </a:lnTo>
                <a:lnTo>
                  <a:pt x="160229" y="115766"/>
                </a:lnTo>
                <a:lnTo>
                  <a:pt x="159865" y="116346"/>
                </a:lnTo>
                <a:lnTo>
                  <a:pt x="159481" y="116908"/>
                </a:lnTo>
                <a:lnTo>
                  <a:pt x="159076" y="117454"/>
                </a:lnTo>
                <a:lnTo>
                  <a:pt x="158651" y="117983"/>
                </a:lnTo>
                <a:lnTo>
                  <a:pt x="158205" y="118495"/>
                </a:lnTo>
                <a:lnTo>
                  <a:pt x="157738" y="118990"/>
                </a:lnTo>
                <a:lnTo>
                  <a:pt x="157251" y="119469"/>
                </a:lnTo>
                <a:lnTo>
                  <a:pt x="156744" y="119931"/>
                </a:lnTo>
                <a:lnTo>
                  <a:pt x="156218" y="120375"/>
                </a:lnTo>
                <a:lnTo>
                  <a:pt x="155675" y="120801"/>
                </a:lnTo>
                <a:lnTo>
                  <a:pt x="155115" y="121207"/>
                </a:lnTo>
                <a:lnTo>
                  <a:pt x="154538" y="121595"/>
                </a:lnTo>
                <a:lnTo>
                  <a:pt x="153945" y="121963"/>
                </a:lnTo>
                <a:lnTo>
                  <a:pt x="153334" y="122313"/>
                </a:lnTo>
                <a:lnTo>
                  <a:pt x="152708" y="122644"/>
                </a:lnTo>
                <a:lnTo>
                  <a:pt x="152064" y="122956"/>
                </a:lnTo>
                <a:lnTo>
                  <a:pt x="151403" y="123249"/>
                </a:lnTo>
                <a:lnTo>
                  <a:pt x="150726" y="123523"/>
                </a:lnTo>
                <a:lnTo>
                  <a:pt x="150032" y="123778"/>
                </a:lnTo>
                <a:lnTo>
                  <a:pt x="149321" y="124014"/>
                </a:lnTo>
                <a:lnTo>
                  <a:pt x="148593" y="124231"/>
                </a:lnTo>
                <a:lnTo>
                  <a:pt x="147849" y="124430"/>
                </a:lnTo>
                <a:lnTo>
                  <a:pt x="147088" y="124610"/>
                </a:lnTo>
                <a:lnTo>
                  <a:pt x="146310" y="124770"/>
                </a:lnTo>
                <a:lnTo>
                  <a:pt x="145515" y="124912"/>
                </a:lnTo>
                <a:lnTo>
                  <a:pt x="144703" y="125035"/>
                </a:lnTo>
                <a:lnTo>
                  <a:pt x="143875" y="125139"/>
                </a:lnTo>
                <a:lnTo>
                  <a:pt x="143030" y="125224"/>
                </a:lnTo>
                <a:lnTo>
                  <a:pt x="142168" y="125290"/>
                </a:lnTo>
                <a:lnTo>
                  <a:pt x="141289" y="125337"/>
                </a:lnTo>
                <a:lnTo>
                  <a:pt x="140394" y="125366"/>
                </a:lnTo>
                <a:lnTo>
                  <a:pt x="139481" y="125375"/>
                </a:lnTo>
                <a:lnTo>
                  <a:pt x="138625" y="125367"/>
                </a:lnTo>
                <a:lnTo>
                  <a:pt x="137783" y="125341"/>
                </a:lnTo>
                <a:lnTo>
                  <a:pt x="136955" y="125298"/>
                </a:lnTo>
                <a:lnTo>
                  <a:pt x="136141" y="125238"/>
                </a:lnTo>
                <a:lnTo>
                  <a:pt x="135341" y="125161"/>
                </a:lnTo>
                <a:lnTo>
                  <a:pt x="134555" y="125066"/>
                </a:lnTo>
                <a:lnTo>
                  <a:pt x="133784" y="124955"/>
                </a:lnTo>
                <a:lnTo>
                  <a:pt x="133026" y="124826"/>
                </a:lnTo>
                <a:lnTo>
                  <a:pt x="132282" y="124681"/>
                </a:lnTo>
                <a:lnTo>
                  <a:pt x="131552" y="124518"/>
                </a:lnTo>
                <a:lnTo>
                  <a:pt x="130837" y="124338"/>
                </a:lnTo>
                <a:lnTo>
                  <a:pt x="130135" y="124141"/>
                </a:lnTo>
                <a:lnTo>
                  <a:pt x="129447" y="123926"/>
                </a:lnTo>
                <a:lnTo>
                  <a:pt x="128774" y="123695"/>
                </a:lnTo>
                <a:lnTo>
                  <a:pt x="128114" y="123446"/>
                </a:lnTo>
                <a:lnTo>
                  <a:pt x="127469" y="123180"/>
                </a:lnTo>
                <a:lnTo>
                  <a:pt x="126837" y="122897"/>
                </a:lnTo>
                <a:lnTo>
                  <a:pt x="126220" y="122597"/>
                </a:lnTo>
                <a:lnTo>
                  <a:pt x="125617" y="122280"/>
                </a:lnTo>
                <a:lnTo>
                  <a:pt x="125027" y="121946"/>
                </a:lnTo>
                <a:lnTo>
                  <a:pt x="124452" y="121594"/>
                </a:lnTo>
                <a:lnTo>
                  <a:pt x="123891" y="121226"/>
                </a:lnTo>
                <a:lnTo>
                  <a:pt x="123344" y="120840"/>
                </a:lnTo>
                <a:lnTo>
                  <a:pt x="122811" y="120437"/>
                </a:lnTo>
                <a:lnTo>
                  <a:pt x="122291" y="120020"/>
                </a:lnTo>
                <a:lnTo>
                  <a:pt x="121782" y="119591"/>
                </a:lnTo>
                <a:lnTo>
                  <a:pt x="121286" y="119152"/>
                </a:lnTo>
                <a:lnTo>
                  <a:pt x="120801" y="118701"/>
                </a:lnTo>
                <a:lnTo>
                  <a:pt x="120328" y="118239"/>
                </a:lnTo>
                <a:lnTo>
                  <a:pt x="119867" y="117765"/>
                </a:lnTo>
                <a:lnTo>
                  <a:pt x="119418" y="117280"/>
                </a:lnTo>
                <a:lnTo>
                  <a:pt x="118980" y="116785"/>
                </a:lnTo>
                <a:lnTo>
                  <a:pt x="118554" y="116277"/>
                </a:lnTo>
                <a:lnTo>
                  <a:pt x="118141" y="115759"/>
                </a:lnTo>
                <a:lnTo>
                  <a:pt x="117739" y="115229"/>
                </a:lnTo>
                <a:lnTo>
                  <a:pt x="117348" y="114689"/>
                </a:lnTo>
                <a:lnTo>
                  <a:pt x="116970" y="114136"/>
                </a:lnTo>
                <a:lnTo>
                  <a:pt x="116603" y="113573"/>
                </a:lnTo>
                <a:lnTo>
                  <a:pt x="116249" y="112998"/>
                </a:lnTo>
                <a:lnTo>
                  <a:pt x="115906" y="112412"/>
                </a:lnTo>
                <a:lnTo>
                  <a:pt x="115575" y="111815"/>
                </a:lnTo>
                <a:lnTo>
                  <a:pt x="115255" y="111207"/>
                </a:lnTo>
                <a:lnTo>
                  <a:pt x="114948" y="110587"/>
                </a:lnTo>
                <a:lnTo>
                  <a:pt x="114652" y="109956"/>
                </a:lnTo>
                <a:lnTo>
                  <a:pt x="114368" y="109314"/>
                </a:lnTo>
                <a:lnTo>
                  <a:pt x="114096" y="108661"/>
                </a:lnTo>
                <a:lnTo>
                  <a:pt x="113836" y="107996"/>
                </a:lnTo>
                <a:lnTo>
                  <a:pt x="113588" y="107320"/>
                </a:lnTo>
                <a:lnTo>
                  <a:pt x="113350" y="106636"/>
                </a:lnTo>
                <a:lnTo>
                  <a:pt x="113122" y="105946"/>
                </a:lnTo>
                <a:lnTo>
                  <a:pt x="112904" y="105251"/>
                </a:lnTo>
                <a:lnTo>
                  <a:pt x="112696" y="104550"/>
                </a:lnTo>
                <a:lnTo>
                  <a:pt x="112497" y="103844"/>
                </a:lnTo>
                <a:lnTo>
                  <a:pt x="112308" y="103132"/>
                </a:lnTo>
                <a:lnTo>
                  <a:pt x="112129" y="102414"/>
                </a:lnTo>
                <a:lnTo>
                  <a:pt x="111960" y="101691"/>
                </a:lnTo>
                <a:lnTo>
                  <a:pt x="111800" y="100963"/>
                </a:lnTo>
                <a:lnTo>
                  <a:pt x="111651" y="100229"/>
                </a:lnTo>
                <a:lnTo>
                  <a:pt x="111511" y="99489"/>
                </a:lnTo>
                <a:lnTo>
                  <a:pt x="111380" y="98744"/>
                </a:lnTo>
                <a:lnTo>
                  <a:pt x="111260" y="97993"/>
                </a:lnTo>
                <a:lnTo>
                  <a:pt x="111149" y="97237"/>
                </a:lnTo>
                <a:lnTo>
                  <a:pt x="111048" y="96475"/>
                </a:lnTo>
                <a:lnTo>
                  <a:pt x="110957" y="95708"/>
                </a:lnTo>
                <a:lnTo>
                  <a:pt x="110876" y="94935"/>
                </a:lnTo>
                <a:lnTo>
                  <a:pt x="110804" y="94157"/>
                </a:lnTo>
                <a:lnTo>
                  <a:pt x="110742" y="93373"/>
                </a:lnTo>
                <a:lnTo>
                  <a:pt x="110690" y="92583"/>
                </a:lnTo>
                <a:lnTo>
                  <a:pt x="110648" y="91788"/>
                </a:lnTo>
                <a:lnTo>
                  <a:pt x="110615" y="90988"/>
                </a:lnTo>
                <a:lnTo>
                  <a:pt x="110592" y="90182"/>
                </a:lnTo>
                <a:lnTo>
                  <a:pt x="110579" y="89370"/>
                </a:lnTo>
                <a:lnTo>
                  <a:pt x="179037" y="89370"/>
                </a:lnTo>
                <a:lnTo>
                  <a:pt x="179053" y="89292"/>
                </a:lnTo>
                <a:lnTo>
                  <a:pt x="179069" y="89210"/>
                </a:lnTo>
                <a:lnTo>
                  <a:pt x="179085" y="89124"/>
                </a:lnTo>
                <a:lnTo>
                  <a:pt x="179100" y="89034"/>
                </a:lnTo>
                <a:lnTo>
                  <a:pt x="179115" y="88940"/>
                </a:lnTo>
                <a:lnTo>
                  <a:pt x="179130" y="88841"/>
                </a:lnTo>
                <a:lnTo>
                  <a:pt x="179144" y="88739"/>
                </a:lnTo>
                <a:lnTo>
                  <a:pt x="179158" y="88633"/>
                </a:lnTo>
                <a:lnTo>
                  <a:pt x="179171" y="88522"/>
                </a:lnTo>
                <a:lnTo>
                  <a:pt x="179184" y="88408"/>
                </a:lnTo>
                <a:lnTo>
                  <a:pt x="179197" y="88289"/>
                </a:lnTo>
                <a:lnTo>
                  <a:pt x="179210" y="88167"/>
                </a:lnTo>
                <a:lnTo>
                  <a:pt x="179222" y="88040"/>
                </a:lnTo>
                <a:lnTo>
                  <a:pt x="179234" y="87909"/>
                </a:lnTo>
                <a:lnTo>
                  <a:pt x="179245" y="87775"/>
                </a:lnTo>
                <a:lnTo>
                  <a:pt x="179256" y="87636"/>
                </a:lnTo>
                <a:lnTo>
                  <a:pt x="179267" y="87493"/>
                </a:lnTo>
                <a:lnTo>
                  <a:pt x="179278" y="87346"/>
                </a:lnTo>
                <a:lnTo>
                  <a:pt x="179288" y="87195"/>
                </a:lnTo>
                <a:lnTo>
                  <a:pt x="179297" y="87041"/>
                </a:lnTo>
                <a:lnTo>
                  <a:pt x="179307" y="86882"/>
                </a:lnTo>
                <a:lnTo>
                  <a:pt x="179316" y="86719"/>
                </a:lnTo>
                <a:lnTo>
                  <a:pt x="179325" y="86551"/>
                </a:lnTo>
                <a:lnTo>
                  <a:pt x="179333" y="86380"/>
                </a:lnTo>
                <a:lnTo>
                  <a:pt x="179341" y="86208"/>
                </a:lnTo>
                <a:lnTo>
                  <a:pt x="179349" y="86037"/>
                </a:lnTo>
                <a:lnTo>
                  <a:pt x="179356" y="85869"/>
                </a:lnTo>
                <a:lnTo>
                  <a:pt x="179363" y="85702"/>
                </a:lnTo>
                <a:lnTo>
                  <a:pt x="179370" y="85538"/>
                </a:lnTo>
                <a:lnTo>
                  <a:pt x="179376" y="85375"/>
                </a:lnTo>
                <a:lnTo>
                  <a:pt x="179382" y="85214"/>
                </a:lnTo>
                <a:lnTo>
                  <a:pt x="179388" y="85055"/>
                </a:lnTo>
                <a:lnTo>
                  <a:pt x="179393" y="84898"/>
                </a:lnTo>
                <a:lnTo>
                  <a:pt x="179398" y="84743"/>
                </a:lnTo>
                <a:lnTo>
                  <a:pt x="179403" y="84590"/>
                </a:lnTo>
                <a:lnTo>
                  <a:pt x="179407" y="84439"/>
                </a:lnTo>
                <a:lnTo>
                  <a:pt x="179411" y="84290"/>
                </a:lnTo>
                <a:lnTo>
                  <a:pt x="179415" y="84143"/>
                </a:lnTo>
                <a:lnTo>
                  <a:pt x="179418" y="83997"/>
                </a:lnTo>
                <a:lnTo>
                  <a:pt x="179421" y="83854"/>
                </a:lnTo>
                <a:lnTo>
                  <a:pt x="179423" y="83713"/>
                </a:lnTo>
                <a:lnTo>
                  <a:pt x="179426" y="83573"/>
                </a:lnTo>
                <a:lnTo>
                  <a:pt x="179427" y="83435"/>
                </a:lnTo>
                <a:lnTo>
                  <a:pt x="179429" y="83300"/>
                </a:lnTo>
                <a:lnTo>
                  <a:pt x="179430" y="83166"/>
                </a:lnTo>
                <a:lnTo>
                  <a:pt x="179431" y="83034"/>
                </a:lnTo>
                <a:lnTo>
                  <a:pt x="179432" y="82905"/>
                </a:lnTo>
                <a:lnTo>
                  <a:pt x="179432" y="82777"/>
                </a:lnTo>
                <a:lnTo>
                  <a:pt x="179412" y="80893"/>
                </a:lnTo>
                <a:lnTo>
                  <a:pt x="179354" y="79047"/>
                </a:lnTo>
                <a:lnTo>
                  <a:pt x="179258" y="77237"/>
                </a:lnTo>
                <a:lnTo>
                  <a:pt x="179122" y="75465"/>
                </a:lnTo>
                <a:lnTo>
                  <a:pt x="178948" y="73729"/>
                </a:lnTo>
                <a:lnTo>
                  <a:pt x="178735" y="72031"/>
                </a:lnTo>
                <a:lnTo>
                  <a:pt x="178483" y="70369"/>
                </a:lnTo>
                <a:lnTo>
                  <a:pt x="178193" y="68745"/>
                </a:lnTo>
                <a:lnTo>
                  <a:pt x="177864" y="67157"/>
                </a:lnTo>
                <a:lnTo>
                  <a:pt x="177497" y="65607"/>
                </a:lnTo>
                <a:lnTo>
                  <a:pt x="177090" y="64093"/>
                </a:lnTo>
                <a:lnTo>
                  <a:pt x="176645" y="62617"/>
                </a:lnTo>
                <a:lnTo>
                  <a:pt x="176161" y="61177"/>
                </a:lnTo>
                <a:lnTo>
                  <a:pt x="175639" y="59774"/>
                </a:lnTo>
                <a:lnTo>
                  <a:pt x="175078" y="58409"/>
                </a:lnTo>
                <a:lnTo>
                  <a:pt x="174478" y="57080"/>
                </a:lnTo>
                <a:lnTo>
                  <a:pt x="173839" y="55789"/>
                </a:lnTo>
                <a:lnTo>
                  <a:pt x="173162" y="54534"/>
                </a:lnTo>
                <a:lnTo>
                  <a:pt x="172446" y="53316"/>
                </a:lnTo>
                <a:lnTo>
                  <a:pt x="171691" y="52136"/>
                </a:lnTo>
                <a:lnTo>
                  <a:pt x="170898" y="50992"/>
                </a:lnTo>
                <a:lnTo>
                  <a:pt x="170065" y="49886"/>
                </a:lnTo>
                <a:lnTo>
                  <a:pt x="169195" y="48816"/>
                </a:lnTo>
                <a:lnTo>
                  <a:pt x="168285" y="47783"/>
                </a:lnTo>
                <a:lnTo>
                  <a:pt x="167341" y="46790"/>
                </a:lnTo>
                <a:lnTo>
                  <a:pt x="166368" y="45839"/>
                </a:lnTo>
                <a:lnTo>
                  <a:pt x="165366" y="44930"/>
                </a:lnTo>
                <a:lnTo>
                  <a:pt x="164334" y="44064"/>
                </a:lnTo>
                <a:lnTo>
                  <a:pt x="163272" y="43239"/>
                </a:lnTo>
                <a:lnTo>
                  <a:pt x="162182" y="42457"/>
                </a:lnTo>
                <a:lnTo>
                  <a:pt x="161061" y="41718"/>
                </a:lnTo>
                <a:lnTo>
                  <a:pt x="159911" y="41020"/>
                </a:lnTo>
                <a:lnTo>
                  <a:pt x="158732" y="40365"/>
                </a:lnTo>
                <a:lnTo>
                  <a:pt x="157523" y="39752"/>
                </a:lnTo>
                <a:lnTo>
                  <a:pt x="156285" y="39182"/>
                </a:lnTo>
                <a:lnTo>
                  <a:pt x="155018" y="38653"/>
                </a:lnTo>
                <a:lnTo>
                  <a:pt x="153721" y="38167"/>
                </a:lnTo>
                <a:lnTo>
                  <a:pt x="152394" y="37723"/>
                </a:lnTo>
                <a:lnTo>
                  <a:pt x="151038" y="37322"/>
                </a:lnTo>
                <a:lnTo>
                  <a:pt x="149653" y="36963"/>
                </a:lnTo>
                <a:lnTo>
                  <a:pt x="148238" y="36646"/>
                </a:lnTo>
                <a:lnTo>
                  <a:pt x="146793" y="36371"/>
                </a:lnTo>
                <a:lnTo>
                  <a:pt x="145319" y="36138"/>
                </a:lnTo>
                <a:lnTo>
                  <a:pt x="143816" y="35948"/>
                </a:lnTo>
                <a:lnTo>
                  <a:pt x="142283" y="35800"/>
                </a:lnTo>
                <a:lnTo>
                  <a:pt x="140721" y="35695"/>
                </a:lnTo>
                <a:lnTo>
                  <a:pt x="139130" y="35631"/>
                </a:lnTo>
                <a:lnTo>
                  <a:pt x="137508" y="35610"/>
                </a:lnTo>
                <a:lnTo>
                  <a:pt x="136284" y="35621"/>
                </a:lnTo>
                <a:lnTo>
                  <a:pt x="135078" y="35655"/>
                </a:lnTo>
                <a:lnTo>
                  <a:pt x="133890" y="35712"/>
                </a:lnTo>
                <a:lnTo>
                  <a:pt x="132720" y="35791"/>
                </a:lnTo>
                <a:lnTo>
                  <a:pt x="131568" y="35892"/>
                </a:lnTo>
                <a:lnTo>
                  <a:pt x="130434" y="36016"/>
                </a:lnTo>
                <a:lnTo>
                  <a:pt x="129318" y="36163"/>
                </a:lnTo>
                <a:lnTo>
                  <a:pt x="128220" y="36332"/>
                </a:lnTo>
                <a:lnTo>
                  <a:pt x="127139" y="36524"/>
                </a:lnTo>
                <a:lnTo>
                  <a:pt x="126077" y="36739"/>
                </a:lnTo>
                <a:lnTo>
                  <a:pt x="125033" y="36976"/>
                </a:lnTo>
                <a:lnTo>
                  <a:pt x="124007" y="37235"/>
                </a:lnTo>
                <a:lnTo>
                  <a:pt x="122998" y="37518"/>
                </a:lnTo>
                <a:lnTo>
                  <a:pt x="122008" y="37822"/>
                </a:lnTo>
                <a:lnTo>
                  <a:pt x="121036" y="38150"/>
                </a:lnTo>
                <a:lnTo>
                  <a:pt x="120082" y="38499"/>
                </a:lnTo>
                <a:lnTo>
                  <a:pt x="119145" y="38872"/>
                </a:lnTo>
                <a:lnTo>
                  <a:pt x="118227" y="39267"/>
                </a:lnTo>
                <a:lnTo>
                  <a:pt x="117327" y="39685"/>
                </a:lnTo>
                <a:lnTo>
                  <a:pt x="116444" y="40125"/>
                </a:lnTo>
                <a:lnTo>
                  <a:pt x="115580" y="40588"/>
                </a:lnTo>
                <a:lnTo>
                  <a:pt x="114733" y="41073"/>
                </a:lnTo>
                <a:lnTo>
                  <a:pt x="113905" y="41581"/>
                </a:lnTo>
                <a:lnTo>
                  <a:pt x="113094" y="42111"/>
                </a:lnTo>
                <a:lnTo>
                  <a:pt x="112301" y="42662"/>
                </a:lnTo>
                <a:lnTo>
                  <a:pt x="111526" y="43230"/>
                </a:lnTo>
                <a:lnTo>
                  <a:pt x="110767" y="43815"/>
                </a:lnTo>
                <a:lnTo>
                  <a:pt x="110025" y="44418"/>
                </a:lnTo>
                <a:lnTo>
                  <a:pt x="109301" y="45038"/>
                </a:lnTo>
                <a:lnTo>
                  <a:pt x="108594" y="45676"/>
                </a:lnTo>
                <a:lnTo>
                  <a:pt x="107904" y="46331"/>
                </a:lnTo>
                <a:lnTo>
                  <a:pt x="107231" y="47004"/>
                </a:lnTo>
                <a:lnTo>
                  <a:pt x="106575" y="47694"/>
                </a:lnTo>
                <a:lnTo>
                  <a:pt x="105936" y="48402"/>
                </a:lnTo>
                <a:lnTo>
                  <a:pt x="105314" y="49127"/>
                </a:lnTo>
                <a:lnTo>
                  <a:pt x="104710" y="49869"/>
                </a:lnTo>
                <a:lnTo>
                  <a:pt x="104122" y="50629"/>
                </a:lnTo>
                <a:lnTo>
                  <a:pt x="103552" y="51407"/>
                </a:lnTo>
                <a:lnTo>
                  <a:pt x="102999" y="52202"/>
                </a:lnTo>
                <a:lnTo>
                  <a:pt x="102463" y="53014"/>
                </a:lnTo>
                <a:lnTo>
                  <a:pt x="101944" y="53844"/>
                </a:lnTo>
                <a:lnTo>
                  <a:pt x="101442" y="54691"/>
                </a:lnTo>
                <a:lnTo>
                  <a:pt x="100958" y="55556"/>
                </a:lnTo>
                <a:lnTo>
                  <a:pt x="100490" y="56438"/>
                </a:lnTo>
                <a:lnTo>
                  <a:pt x="100040" y="57338"/>
                </a:lnTo>
                <a:lnTo>
                  <a:pt x="99606" y="58255"/>
                </a:lnTo>
                <a:lnTo>
                  <a:pt x="99190" y="59189"/>
                </a:lnTo>
                <a:lnTo>
                  <a:pt x="98791" y="60141"/>
                </a:lnTo>
                <a:lnTo>
                  <a:pt x="98409" y="61108"/>
                </a:lnTo>
                <a:lnTo>
                  <a:pt x="98043" y="62088"/>
                </a:lnTo>
                <a:lnTo>
                  <a:pt x="97693" y="63080"/>
                </a:lnTo>
                <a:lnTo>
                  <a:pt x="97359" y="64084"/>
                </a:lnTo>
                <a:lnTo>
                  <a:pt x="97042" y="65102"/>
                </a:lnTo>
                <a:lnTo>
                  <a:pt x="96741" y="66131"/>
                </a:lnTo>
                <a:lnTo>
                  <a:pt x="96457" y="67173"/>
                </a:lnTo>
                <a:lnTo>
                  <a:pt x="96188" y="68228"/>
                </a:lnTo>
                <a:lnTo>
                  <a:pt x="95936" y="69295"/>
                </a:lnTo>
                <a:lnTo>
                  <a:pt x="95700" y="70375"/>
                </a:lnTo>
                <a:lnTo>
                  <a:pt x="95480" y="71467"/>
                </a:lnTo>
                <a:lnTo>
                  <a:pt x="95277" y="72572"/>
                </a:lnTo>
                <a:lnTo>
                  <a:pt x="95090" y="73689"/>
                </a:lnTo>
                <a:lnTo>
                  <a:pt x="94919" y="74819"/>
                </a:lnTo>
                <a:lnTo>
                  <a:pt x="94765" y="75961"/>
                </a:lnTo>
                <a:lnTo>
                  <a:pt x="94626" y="77116"/>
                </a:lnTo>
                <a:lnTo>
                  <a:pt x="94504" y="78283"/>
                </a:lnTo>
                <a:lnTo>
                  <a:pt x="94398" y="79463"/>
                </a:lnTo>
                <a:lnTo>
                  <a:pt x="94309" y="80656"/>
                </a:lnTo>
                <a:lnTo>
                  <a:pt x="94236" y="81861"/>
                </a:lnTo>
                <a:lnTo>
                  <a:pt x="94179" y="83078"/>
                </a:lnTo>
                <a:lnTo>
                  <a:pt x="94138" y="84308"/>
                </a:lnTo>
                <a:lnTo>
                  <a:pt x="94114" y="85551"/>
                </a:lnTo>
                <a:lnTo>
                  <a:pt x="94106" y="86806"/>
                </a:lnTo>
                <a:lnTo>
                  <a:pt x="94114" y="88011"/>
                </a:lnTo>
                <a:lnTo>
                  <a:pt x="94139" y="89206"/>
                </a:lnTo>
                <a:lnTo>
                  <a:pt x="94181" y="90392"/>
                </a:lnTo>
                <a:lnTo>
                  <a:pt x="94240" y="91567"/>
                </a:lnTo>
                <a:lnTo>
                  <a:pt x="94315" y="92732"/>
                </a:lnTo>
                <a:lnTo>
                  <a:pt x="94408" y="93887"/>
                </a:lnTo>
                <a:lnTo>
                  <a:pt x="94517" y="95032"/>
                </a:lnTo>
                <a:lnTo>
                  <a:pt x="94643" y="96168"/>
                </a:lnTo>
                <a:lnTo>
                  <a:pt x="94785" y="97293"/>
                </a:lnTo>
                <a:lnTo>
                  <a:pt x="94945" y="98407"/>
                </a:lnTo>
                <a:lnTo>
                  <a:pt x="95121" y="99512"/>
                </a:lnTo>
                <a:lnTo>
                  <a:pt x="95314" y="100607"/>
                </a:lnTo>
                <a:lnTo>
                  <a:pt x="95524" y="101692"/>
                </a:lnTo>
                <a:lnTo>
                  <a:pt x="95750" y="102767"/>
                </a:lnTo>
                <a:lnTo>
                  <a:pt x="95994" y="103831"/>
                </a:lnTo>
                <a:lnTo>
                  <a:pt x="96254" y="104886"/>
                </a:lnTo>
                <a:lnTo>
                  <a:pt x="96531" y="105931"/>
                </a:lnTo>
                <a:lnTo>
                  <a:pt x="96824" y="106965"/>
                </a:lnTo>
                <a:lnTo>
                  <a:pt x="97135" y="107990"/>
                </a:lnTo>
                <a:lnTo>
                  <a:pt x="97462" y="109004"/>
                </a:lnTo>
                <a:lnTo>
                  <a:pt x="97806" y="110009"/>
                </a:lnTo>
                <a:lnTo>
                  <a:pt x="98167" y="111003"/>
                </a:lnTo>
                <a:lnTo>
                  <a:pt x="98545" y="111987"/>
                </a:lnTo>
                <a:lnTo>
                  <a:pt x="98939" y="112961"/>
                </a:lnTo>
                <a:lnTo>
                  <a:pt x="99351" y="113922"/>
                </a:lnTo>
                <a:lnTo>
                  <a:pt x="99781" y="114866"/>
                </a:lnTo>
                <a:lnTo>
                  <a:pt x="100228" y="115792"/>
                </a:lnTo>
                <a:lnTo>
                  <a:pt x="100694" y="116702"/>
                </a:lnTo>
                <a:lnTo>
                  <a:pt x="101178" y="117595"/>
                </a:lnTo>
                <a:lnTo>
                  <a:pt x="101680" y="118471"/>
                </a:lnTo>
                <a:lnTo>
                  <a:pt x="102199" y="119330"/>
                </a:lnTo>
                <a:lnTo>
                  <a:pt x="102737" y="120172"/>
                </a:lnTo>
                <a:lnTo>
                  <a:pt x="103293" y="120997"/>
                </a:lnTo>
                <a:lnTo>
                  <a:pt x="103866" y="121806"/>
                </a:lnTo>
                <a:lnTo>
                  <a:pt x="104458" y="122597"/>
                </a:lnTo>
                <a:lnTo>
                  <a:pt x="105067" y="123371"/>
                </a:lnTo>
                <a:lnTo>
                  <a:pt x="105695" y="124129"/>
                </a:lnTo>
                <a:lnTo>
                  <a:pt x="106340" y="124870"/>
                </a:lnTo>
                <a:lnTo>
                  <a:pt x="107004" y="125593"/>
                </a:lnTo>
                <a:lnTo>
                  <a:pt x="107685" y="126300"/>
                </a:lnTo>
                <a:lnTo>
                  <a:pt x="108385" y="126990"/>
                </a:lnTo>
                <a:lnTo>
                  <a:pt x="109102" y="127663"/>
                </a:lnTo>
                <a:lnTo>
                  <a:pt x="109838" y="128319"/>
                </a:lnTo>
                <a:lnTo>
                  <a:pt x="110591" y="128958"/>
                </a:lnTo>
                <a:lnTo>
                  <a:pt x="111363" y="129581"/>
                </a:lnTo>
                <a:lnTo>
                  <a:pt x="112152" y="130186"/>
                </a:lnTo>
                <a:lnTo>
                  <a:pt x="112960" y="130775"/>
                </a:lnTo>
                <a:lnTo>
                  <a:pt x="113785" y="131346"/>
                </a:lnTo>
                <a:lnTo>
                  <a:pt x="114629" y="131897"/>
                </a:lnTo>
                <a:lnTo>
                  <a:pt x="115493" y="132425"/>
                </a:lnTo>
                <a:lnTo>
                  <a:pt x="116377" y="132929"/>
                </a:lnTo>
                <a:lnTo>
                  <a:pt x="117280" y="133410"/>
                </a:lnTo>
                <a:lnTo>
                  <a:pt x="118203" y="133867"/>
                </a:lnTo>
                <a:lnTo>
                  <a:pt x="119145" y="134301"/>
                </a:lnTo>
                <a:lnTo>
                  <a:pt x="120108" y="134711"/>
                </a:lnTo>
                <a:lnTo>
                  <a:pt x="121090" y="135098"/>
                </a:lnTo>
                <a:lnTo>
                  <a:pt x="122092" y="135462"/>
                </a:lnTo>
                <a:lnTo>
                  <a:pt x="123113" y="135802"/>
                </a:lnTo>
                <a:lnTo>
                  <a:pt x="124154" y="136118"/>
                </a:lnTo>
                <a:lnTo>
                  <a:pt x="125215" y="136412"/>
                </a:lnTo>
                <a:lnTo>
                  <a:pt x="126296" y="136681"/>
                </a:lnTo>
                <a:lnTo>
                  <a:pt x="127396" y="136927"/>
                </a:lnTo>
                <a:lnTo>
                  <a:pt x="128516" y="137150"/>
                </a:lnTo>
                <a:lnTo>
                  <a:pt x="129655" y="137350"/>
                </a:lnTo>
                <a:lnTo>
                  <a:pt x="130815" y="137525"/>
                </a:lnTo>
                <a:lnTo>
                  <a:pt x="131994" y="137678"/>
                </a:lnTo>
                <a:lnTo>
                  <a:pt x="133192" y="137807"/>
                </a:lnTo>
                <a:lnTo>
                  <a:pt x="134411" y="137912"/>
                </a:lnTo>
                <a:lnTo>
                  <a:pt x="135649" y="137994"/>
                </a:lnTo>
                <a:lnTo>
                  <a:pt x="136907" y="138053"/>
                </a:lnTo>
                <a:lnTo>
                  <a:pt x="138184" y="138088"/>
                </a:lnTo>
                <a:lnTo>
                  <a:pt x="139481" y="138100"/>
                </a:lnTo>
                <a:lnTo>
                  <a:pt x="140487" y="138093"/>
                </a:lnTo>
                <a:lnTo>
                  <a:pt x="141481" y="138071"/>
                </a:lnTo>
                <a:lnTo>
                  <a:pt x="142464" y="138036"/>
                </a:lnTo>
                <a:lnTo>
                  <a:pt x="143435" y="137986"/>
                </a:lnTo>
                <a:lnTo>
                  <a:pt x="144396" y="137921"/>
                </a:lnTo>
                <a:close/>
                <a:moveTo>
                  <a:pt x="111380" y="71699"/>
                </a:moveTo>
                <a:lnTo>
                  <a:pt x="111581" y="70642"/>
                </a:lnTo>
                <a:lnTo>
                  <a:pt x="111801" y="69609"/>
                </a:lnTo>
                <a:lnTo>
                  <a:pt x="112042" y="68600"/>
                </a:lnTo>
                <a:lnTo>
                  <a:pt x="112303" y="67615"/>
                </a:lnTo>
                <a:lnTo>
                  <a:pt x="112584" y="66653"/>
                </a:lnTo>
                <a:lnTo>
                  <a:pt x="112885" y="65715"/>
                </a:lnTo>
                <a:lnTo>
                  <a:pt x="113205" y="64800"/>
                </a:lnTo>
                <a:lnTo>
                  <a:pt x="113546" y="63909"/>
                </a:lnTo>
                <a:lnTo>
                  <a:pt x="113907" y="63042"/>
                </a:lnTo>
                <a:lnTo>
                  <a:pt x="114288" y="62198"/>
                </a:lnTo>
                <a:lnTo>
                  <a:pt x="114689" y="61378"/>
                </a:lnTo>
                <a:lnTo>
                  <a:pt x="115110" y="60581"/>
                </a:lnTo>
                <a:lnTo>
                  <a:pt x="115551" y="59809"/>
                </a:lnTo>
                <a:lnTo>
                  <a:pt x="116012" y="59059"/>
                </a:lnTo>
                <a:lnTo>
                  <a:pt x="116493" y="58334"/>
                </a:lnTo>
                <a:lnTo>
                  <a:pt x="116995" y="57632"/>
                </a:lnTo>
                <a:lnTo>
                  <a:pt x="117516" y="56954"/>
                </a:lnTo>
                <a:lnTo>
                  <a:pt x="118057" y="56299"/>
                </a:lnTo>
                <a:lnTo>
                  <a:pt x="118618" y="55668"/>
                </a:lnTo>
                <a:lnTo>
                  <a:pt x="119199" y="55062"/>
                </a:lnTo>
                <a:lnTo>
                  <a:pt x="119797" y="54481"/>
                </a:lnTo>
                <a:lnTo>
                  <a:pt x="120413" y="53927"/>
                </a:lnTo>
                <a:lnTo>
                  <a:pt x="121047" y="53398"/>
                </a:lnTo>
                <a:lnTo>
                  <a:pt x="121700" y="52894"/>
                </a:lnTo>
                <a:lnTo>
                  <a:pt x="122370" y="52417"/>
                </a:lnTo>
                <a:lnTo>
                  <a:pt x="123058" y="51965"/>
                </a:lnTo>
                <a:lnTo>
                  <a:pt x="123764" y="51540"/>
                </a:lnTo>
                <a:lnTo>
                  <a:pt x="124488" y="51140"/>
                </a:lnTo>
                <a:lnTo>
                  <a:pt x="125231" y="50765"/>
                </a:lnTo>
                <a:lnTo>
                  <a:pt x="125991" y="50417"/>
                </a:lnTo>
                <a:lnTo>
                  <a:pt x="126769" y="50094"/>
                </a:lnTo>
                <a:lnTo>
                  <a:pt x="127565" y="49798"/>
                </a:lnTo>
                <a:lnTo>
                  <a:pt x="128379" y="49527"/>
                </a:lnTo>
                <a:lnTo>
                  <a:pt x="129211" y="49282"/>
                </a:lnTo>
                <a:lnTo>
                  <a:pt x="130061" y="49062"/>
                </a:lnTo>
                <a:lnTo>
                  <a:pt x="130929" y="48869"/>
                </a:lnTo>
                <a:lnTo>
                  <a:pt x="131815" y="48701"/>
                </a:lnTo>
                <a:lnTo>
                  <a:pt x="132719" y="48559"/>
                </a:lnTo>
                <a:lnTo>
                  <a:pt x="133641" y="48443"/>
                </a:lnTo>
                <a:lnTo>
                  <a:pt x="134581" y="48352"/>
                </a:lnTo>
                <a:lnTo>
                  <a:pt x="135539" y="48288"/>
                </a:lnTo>
                <a:lnTo>
                  <a:pt x="136515" y="48249"/>
                </a:lnTo>
                <a:lnTo>
                  <a:pt x="137508" y="48236"/>
                </a:lnTo>
                <a:lnTo>
                  <a:pt x="138494" y="48249"/>
                </a:lnTo>
                <a:lnTo>
                  <a:pt x="139461" y="48288"/>
                </a:lnTo>
                <a:lnTo>
                  <a:pt x="140411" y="48353"/>
                </a:lnTo>
                <a:lnTo>
                  <a:pt x="141342" y="48444"/>
                </a:lnTo>
                <a:lnTo>
                  <a:pt x="142255" y="48561"/>
                </a:lnTo>
                <a:lnTo>
                  <a:pt x="143150" y="48704"/>
                </a:lnTo>
                <a:lnTo>
                  <a:pt x="144026" y="48873"/>
                </a:lnTo>
                <a:lnTo>
                  <a:pt x="144885" y="49068"/>
                </a:lnTo>
                <a:lnTo>
                  <a:pt x="145725" y="49289"/>
                </a:lnTo>
                <a:lnTo>
                  <a:pt x="146547" y="49536"/>
                </a:lnTo>
                <a:lnTo>
                  <a:pt x="147351" y="49809"/>
                </a:lnTo>
                <a:lnTo>
                  <a:pt x="148137" y="50107"/>
                </a:lnTo>
                <a:lnTo>
                  <a:pt x="148905" y="50432"/>
                </a:lnTo>
                <a:lnTo>
                  <a:pt x="149655" y="50783"/>
                </a:lnTo>
                <a:lnTo>
                  <a:pt x="150386" y="51160"/>
                </a:lnTo>
                <a:lnTo>
                  <a:pt x="151099" y="51563"/>
                </a:lnTo>
                <a:lnTo>
                  <a:pt x="151794" y="51992"/>
                </a:lnTo>
                <a:lnTo>
                  <a:pt x="152471" y="52446"/>
                </a:lnTo>
                <a:lnTo>
                  <a:pt x="153130" y="52927"/>
                </a:lnTo>
                <a:lnTo>
                  <a:pt x="153771" y="53434"/>
                </a:lnTo>
                <a:lnTo>
                  <a:pt x="154393" y="53967"/>
                </a:lnTo>
                <a:lnTo>
                  <a:pt x="154998" y="54525"/>
                </a:lnTo>
                <a:lnTo>
                  <a:pt x="155584" y="55110"/>
                </a:lnTo>
                <a:lnTo>
                  <a:pt x="156152" y="55721"/>
                </a:lnTo>
                <a:lnTo>
                  <a:pt x="156700" y="56356"/>
                </a:lnTo>
                <a:lnTo>
                  <a:pt x="157225" y="57014"/>
                </a:lnTo>
                <a:lnTo>
                  <a:pt x="157729" y="57695"/>
                </a:lnTo>
                <a:lnTo>
                  <a:pt x="158210" y="58399"/>
                </a:lnTo>
                <a:lnTo>
                  <a:pt x="158669" y="59127"/>
                </a:lnTo>
                <a:lnTo>
                  <a:pt x="159105" y="59877"/>
                </a:lnTo>
                <a:lnTo>
                  <a:pt x="159519" y="60651"/>
                </a:lnTo>
                <a:lnTo>
                  <a:pt x="159911" y="61448"/>
                </a:lnTo>
                <a:lnTo>
                  <a:pt x="160281" y="62267"/>
                </a:lnTo>
                <a:lnTo>
                  <a:pt x="160629" y="63110"/>
                </a:lnTo>
                <a:lnTo>
                  <a:pt x="160954" y="63976"/>
                </a:lnTo>
                <a:lnTo>
                  <a:pt x="161257" y="64865"/>
                </a:lnTo>
                <a:lnTo>
                  <a:pt x="161537" y="65778"/>
                </a:lnTo>
                <a:lnTo>
                  <a:pt x="161796" y="66713"/>
                </a:lnTo>
                <a:lnTo>
                  <a:pt x="162032" y="67671"/>
                </a:lnTo>
                <a:lnTo>
                  <a:pt x="162246" y="68653"/>
                </a:lnTo>
                <a:lnTo>
                  <a:pt x="162438" y="69657"/>
                </a:lnTo>
                <a:lnTo>
                  <a:pt x="162607" y="70685"/>
                </a:lnTo>
                <a:lnTo>
                  <a:pt x="162754" y="71736"/>
                </a:lnTo>
                <a:lnTo>
                  <a:pt x="162879" y="72810"/>
                </a:lnTo>
                <a:lnTo>
                  <a:pt x="162981" y="73907"/>
                </a:lnTo>
                <a:lnTo>
                  <a:pt x="163062" y="75027"/>
                </a:lnTo>
                <a:lnTo>
                  <a:pt x="163120" y="76170"/>
                </a:lnTo>
                <a:lnTo>
                  <a:pt x="163156" y="77336"/>
                </a:lnTo>
                <a:lnTo>
                  <a:pt x="110678" y="77336"/>
                </a:lnTo>
                <a:lnTo>
                  <a:pt x="110778" y="76161"/>
                </a:lnTo>
                <a:lnTo>
                  <a:pt x="110899" y="75010"/>
                </a:lnTo>
                <a:lnTo>
                  <a:pt x="111039" y="73883"/>
                </a:lnTo>
                <a:lnTo>
                  <a:pt x="111200" y="72779"/>
                </a:lnTo>
                <a:lnTo>
                  <a:pt x="111380" y="71699"/>
                </a:lnTo>
                <a:close/>
                <a:moveTo>
                  <a:pt x="529244" y="137921"/>
                </a:moveTo>
                <a:lnTo>
                  <a:pt x="530193" y="137843"/>
                </a:lnTo>
                <a:lnTo>
                  <a:pt x="531131" y="137750"/>
                </a:lnTo>
                <a:lnTo>
                  <a:pt x="532057" y="137642"/>
                </a:lnTo>
                <a:lnTo>
                  <a:pt x="532972" y="137521"/>
                </a:lnTo>
                <a:lnTo>
                  <a:pt x="533876" y="137385"/>
                </a:lnTo>
                <a:lnTo>
                  <a:pt x="534768" y="137235"/>
                </a:lnTo>
                <a:lnTo>
                  <a:pt x="535650" y="137070"/>
                </a:lnTo>
                <a:lnTo>
                  <a:pt x="536519" y="136892"/>
                </a:lnTo>
                <a:lnTo>
                  <a:pt x="537378" y="136699"/>
                </a:lnTo>
                <a:lnTo>
                  <a:pt x="538225" y="136491"/>
                </a:lnTo>
                <a:lnTo>
                  <a:pt x="539061" y="136270"/>
                </a:lnTo>
                <a:lnTo>
                  <a:pt x="539886" y="136034"/>
                </a:lnTo>
                <a:lnTo>
                  <a:pt x="540699" y="135783"/>
                </a:lnTo>
                <a:lnTo>
                  <a:pt x="541501" y="135519"/>
                </a:lnTo>
                <a:lnTo>
                  <a:pt x="542292" y="135240"/>
                </a:lnTo>
                <a:lnTo>
                  <a:pt x="543071" y="134947"/>
                </a:lnTo>
                <a:lnTo>
                  <a:pt x="543839" y="134639"/>
                </a:lnTo>
                <a:lnTo>
                  <a:pt x="544596" y="134318"/>
                </a:lnTo>
                <a:lnTo>
                  <a:pt x="545341" y="133982"/>
                </a:lnTo>
                <a:lnTo>
                  <a:pt x="546074" y="133632"/>
                </a:lnTo>
                <a:lnTo>
                  <a:pt x="546793" y="133271"/>
                </a:lnTo>
                <a:lnTo>
                  <a:pt x="547499" y="132897"/>
                </a:lnTo>
                <a:lnTo>
                  <a:pt x="548191" y="132512"/>
                </a:lnTo>
                <a:lnTo>
                  <a:pt x="548869" y="132114"/>
                </a:lnTo>
                <a:lnTo>
                  <a:pt x="549534" y="131705"/>
                </a:lnTo>
                <a:lnTo>
                  <a:pt x="550184" y="131283"/>
                </a:lnTo>
                <a:lnTo>
                  <a:pt x="550821" y="130850"/>
                </a:lnTo>
                <a:lnTo>
                  <a:pt x="551445" y="130404"/>
                </a:lnTo>
                <a:lnTo>
                  <a:pt x="552054" y="129947"/>
                </a:lnTo>
                <a:lnTo>
                  <a:pt x="552650" y="129477"/>
                </a:lnTo>
                <a:lnTo>
                  <a:pt x="553233" y="128996"/>
                </a:lnTo>
                <a:lnTo>
                  <a:pt x="553801" y="128502"/>
                </a:lnTo>
                <a:lnTo>
                  <a:pt x="554356" y="127996"/>
                </a:lnTo>
                <a:lnTo>
                  <a:pt x="554897" y="127479"/>
                </a:lnTo>
                <a:lnTo>
                  <a:pt x="555425" y="126949"/>
                </a:lnTo>
                <a:lnTo>
                  <a:pt x="555938" y="126408"/>
                </a:lnTo>
                <a:lnTo>
                  <a:pt x="556439" y="125854"/>
                </a:lnTo>
                <a:lnTo>
                  <a:pt x="556925" y="125288"/>
                </a:lnTo>
                <a:lnTo>
                  <a:pt x="557398" y="124711"/>
                </a:lnTo>
                <a:lnTo>
                  <a:pt x="557857" y="124121"/>
                </a:lnTo>
                <a:lnTo>
                  <a:pt x="558302" y="123519"/>
                </a:lnTo>
                <a:lnTo>
                  <a:pt x="558733" y="122906"/>
                </a:lnTo>
                <a:lnTo>
                  <a:pt x="559151" y="122280"/>
                </a:lnTo>
                <a:lnTo>
                  <a:pt x="559554" y="121643"/>
                </a:lnTo>
                <a:lnTo>
                  <a:pt x="559941" y="120997"/>
                </a:lnTo>
                <a:lnTo>
                  <a:pt x="560312" y="120340"/>
                </a:lnTo>
                <a:lnTo>
                  <a:pt x="560666" y="119673"/>
                </a:lnTo>
                <a:lnTo>
                  <a:pt x="561005" y="118996"/>
                </a:lnTo>
                <a:lnTo>
                  <a:pt x="561328" y="118309"/>
                </a:lnTo>
                <a:lnTo>
                  <a:pt x="561634" y="117612"/>
                </a:lnTo>
                <a:lnTo>
                  <a:pt x="561924" y="116905"/>
                </a:lnTo>
                <a:lnTo>
                  <a:pt x="562198" y="116188"/>
                </a:lnTo>
                <a:lnTo>
                  <a:pt x="562456" y="115460"/>
                </a:lnTo>
                <a:lnTo>
                  <a:pt x="562698" y="114723"/>
                </a:lnTo>
                <a:lnTo>
                  <a:pt x="562924" y="113976"/>
                </a:lnTo>
                <a:lnTo>
                  <a:pt x="563134" y="113218"/>
                </a:lnTo>
                <a:lnTo>
                  <a:pt x="563328" y="112451"/>
                </a:lnTo>
                <a:lnTo>
                  <a:pt x="563505" y="111673"/>
                </a:lnTo>
                <a:lnTo>
                  <a:pt x="563667" y="110886"/>
                </a:lnTo>
                <a:lnTo>
                  <a:pt x="563812" y="110088"/>
                </a:lnTo>
                <a:lnTo>
                  <a:pt x="563942" y="109280"/>
                </a:lnTo>
                <a:lnTo>
                  <a:pt x="564055" y="108462"/>
                </a:lnTo>
                <a:lnTo>
                  <a:pt x="564152" y="107634"/>
                </a:lnTo>
                <a:lnTo>
                  <a:pt x="564233" y="106797"/>
                </a:lnTo>
                <a:lnTo>
                  <a:pt x="564298" y="105949"/>
                </a:lnTo>
                <a:lnTo>
                  <a:pt x="564347" y="105090"/>
                </a:lnTo>
                <a:lnTo>
                  <a:pt x="564379" y="104222"/>
                </a:lnTo>
                <a:lnTo>
                  <a:pt x="548103" y="104222"/>
                </a:lnTo>
                <a:lnTo>
                  <a:pt x="548068" y="105069"/>
                </a:lnTo>
                <a:lnTo>
                  <a:pt x="548013" y="105900"/>
                </a:lnTo>
                <a:lnTo>
                  <a:pt x="547937" y="106713"/>
                </a:lnTo>
                <a:lnTo>
                  <a:pt x="547840" y="107510"/>
                </a:lnTo>
                <a:lnTo>
                  <a:pt x="547723" y="108290"/>
                </a:lnTo>
                <a:lnTo>
                  <a:pt x="547585" y="109054"/>
                </a:lnTo>
                <a:lnTo>
                  <a:pt x="547427" y="109800"/>
                </a:lnTo>
                <a:lnTo>
                  <a:pt x="547248" y="110530"/>
                </a:lnTo>
                <a:lnTo>
                  <a:pt x="547049" y="111243"/>
                </a:lnTo>
                <a:lnTo>
                  <a:pt x="546829" y="111940"/>
                </a:lnTo>
                <a:lnTo>
                  <a:pt x="546589" y="112619"/>
                </a:lnTo>
                <a:lnTo>
                  <a:pt x="546328" y="113282"/>
                </a:lnTo>
                <a:lnTo>
                  <a:pt x="546046" y="113928"/>
                </a:lnTo>
                <a:lnTo>
                  <a:pt x="545744" y="114558"/>
                </a:lnTo>
                <a:lnTo>
                  <a:pt x="545421" y="115170"/>
                </a:lnTo>
                <a:lnTo>
                  <a:pt x="545078" y="115766"/>
                </a:lnTo>
                <a:lnTo>
                  <a:pt x="544714" y="116346"/>
                </a:lnTo>
                <a:lnTo>
                  <a:pt x="544330" y="116908"/>
                </a:lnTo>
                <a:lnTo>
                  <a:pt x="543925" y="117454"/>
                </a:lnTo>
                <a:lnTo>
                  <a:pt x="543500" y="117983"/>
                </a:lnTo>
                <a:lnTo>
                  <a:pt x="543054" y="118495"/>
                </a:lnTo>
                <a:lnTo>
                  <a:pt x="542587" y="118990"/>
                </a:lnTo>
                <a:lnTo>
                  <a:pt x="542100" y="119469"/>
                </a:lnTo>
                <a:lnTo>
                  <a:pt x="541593" y="119931"/>
                </a:lnTo>
                <a:lnTo>
                  <a:pt x="541067" y="120375"/>
                </a:lnTo>
                <a:lnTo>
                  <a:pt x="540523" y="120801"/>
                </a:lnTo>
                <a:lnTo>
                  <a:pt x="539964" y="121207"/>
                </a:lnTo>
                <a:lnTo>
                  <a:pt x="539387" y="121595"/>
                </a:lnTo>
                <a:lnTo>
                  <a:pt x="538794" y="121963"/>
                </a:lnTo>
                <a:lnTo>
                  <a:pt x="538183" y="122313"/>
                </a:lnTo>
                <a:lnTo>
                  <a:pt x="537556" y="122644"/>
                </a:lnTo>
                <a:lnTo>
                  <a:pt x="536913" y="122956"/>
                </a:lnTo>
                <a:lnTo>
                  <a:pt x="536252" y="123249"/>
                </a:lnTo>
                <a:lnTo>
                  <a:pt x="535575" y="123523"/>
                </a:lnTo>
                <a:lnTo>
                  <a:pt x="534881" y="123778"/>
                </a:lnTo>
                <a:lnTo>
                  <a:pt x="534170" y="124014"/>
                </a:lnTo>
                <a:lnTo>
                  <a:pt x="533442" y="124231"/>
                </a:lnTo>
                <a:lnTo>
                  <a:pt x="532698" y="124430"/>
                </a:lnTo>
                <a:lnTo>
                  <a:pt x="531937" y="124610"/>
                </a:lnTo>
                <a:lnTo>
                  <a:pt x="531159" y="124770"/>
                </a:lnTo>
                <a:lnTo>
                  <a:pt x="530364" y="124912"/>
                </a:lnTo>
                <a:lnTo>
                  <a:pt x="529552" y="125035"/>
                </a:lnTo>
                <a:lnTo>
                  <a:pt x="528724" y="125139"/>
                </a:lnTo>
                <a:lnTo>
                  <a:pt x="527879" y="125224"/>
                </a:lnTo>
                <a:lnTo>
                  <a:pt x="527017" y="125290"/>
                </a:lnTo>
                <a:lnTo>
                  <a:pt x="526138" y="125337"/>
                </a:lnTo>
                <a:lnTo>
                  <a:pt x="525243" y="125366"/>
                </a:lnTo>
                <a:lnTo>
                  <a:pt x="524330" y="125375"/>
                </a:lnTo>
                <a:lnTo>
                  <a:pt x="523474" y="125367"/>
                </a:lnTo>
                <a:lnTo>
                  <a:pt x="522632" y="125341"/>
                </a:lnTo>
                <a:lnTo>
                  <a:pt x="521804" y="125298"/>
                </a:lnTo>
                <a:lnTo>
                  <a:pt x="520990" y="125238"/>
                </a:lnTo>
                <a:lnTo>
                  <a:pt x="520190" y="125161"/>
                </a:lnTo>
                <a:lnTo>
                  <a:pt x="519404" y="125066"/>
                </a:lnTo>
                <a:lnTo>
                  <a:pt x="518632" y="124955"/>
                </a:lnTo>
                <a:lnTo>
                  <a:pt x="517875" y="124826"/>
                </a:lnTo>
                <a:lnTo>
                  <a:pt x="517131" y="124681"/>
                </a:lnTo>
                <a:lnTo>
                  <a:pt x="516401" y="124518"/>
                </a:lnTo>
                <a:lnTo>
                  <a:pt x="515686" y="124338"/>
                </a:lnTo>
                <a:lnTo>
                  <a:pt x="514984" y="124141"/>
                </a:lnTo>
                <a:lnTo>
                  <a:pt x="514296" y="123926"/>
                </a:lnTo>
                <a:lnTo>
                  <a:pt x="513623" y="123695"/>
                </a:lnTo>
                <a:lnTo>
                  <a:pt x="512963" y="123446"/>
                </a:lnTo>
                <a:lnTo>
                  <a:pt x="512318" y="123180"/>
                </a:lnTo>
                <a:lnTo>
                  <a:pt x="511686" y="122897"/>
                </a:lnTo>
                <a:lnTo>
                  <a:pt x="511069" y="122597"/>
                </a:lnTo>
                <a:lnTo>
                  <a:pt x="510466" y="122280"/>
                </a:lnTo>
                <a:lnTo>
                  <a:pt x="509876" y="121946"/>
                </a:lnTo>
                <a:lnTo>
                  <a:pt x="509301" y="121594"/>
                </a:lnTo>
                <a:lnTo>
                  <a:pt x="508740" y="121226"/>
                </a:lnTo>
                <a:lnTo>
                  <a:pt x="508193" y="120840"/>
                </a:lnTo>
                <a:lnTo>
                  <a:pt x="507660" y="120437"/>
                </a:lnTo>
                <a:lnTo>
                  <a:pt x="507139" y="120020"/>
                </a:lnTo>
                <a:lnTo>
                  <a:pt x="506631" y="119591"/>
                </a:lnTo>
                <a:lnTo>
                  <a:pt x="506135" y="119152"/>
                </a:lnTo>
                <a:lnTo>
                  <a:pt x="505650" y="118701"/>
                </a:lnTo>
                <a:lnTo>
                  <a:pt x="505177" y="118239"/>
                </a:lnTo>
                <a:lnTo>
                  <a:pt x="504716" y="117765"/>
                </a:lnTo>
                <a:lnTo>
                  <a:pt x="504266" y="117280"/>
                </a:lnTo>
                <a:lnTo>
                  <a:pt x="503829" y="116785"/>
                </a:lnTo>
                <a:lnTo>
                  <a:pt x="503403" y="116277"/>
                </a:lnTo>
                <a:lnTo>
                  <a:pt x="502990" y="115759"/>
                </a:lnTo>
                <a:lnTo>
                  <a:pt x="502588" y="115229"/>
                </a:lnTo>
                <a:lnTo>
                  <a:pt x="502197" y="114689"/>
                </a:lnTo>
                <a:lnTo>
                  <a:pt x="501819" y="114136"/>
                </a:lnTo>
                <a:lnTo>
                  <a:pt x="501452" y="113573"/>
                </a:lnTo>
                <a:lnTo>
                  <a:pt x="501098" y="112998"/>
                </a:lnTo>
                <a:lnTo>
                  <a:pt x="500755" y="112412"/>
                </a:lnTo>
                <a:lnTo>
                  <a:pt x="500424" y="111815"/>
                </a:lnTo>
                <a:lnTo>
                  <a:pt x="500104" y="111207"/>
                </a:lnTo>
                <a:lnTo>
                  <a:pt x="499797" y="110587"/>
                </a:lnTo>
                <a:lnTo>
                  <a:pt x="499501" y="109956"/>
                </a:lnTo>
                <a:lnTo>
                  <a:pt x="499217" y="109314"/>
                </a:lnTo>
                <a:lnTo>
                  <a:pt x="498945" y="108661"/>
                </a:lnTo>
                <a:lnTo>
                  <a:pt x="498685" y="107996"/>
                </a:lnTo>
                <a:lnTo>
                  <a:pt x="498437" y="107320"/>
                </a:lnTo>
                <a:lnTo>
                  <a:pt x="498199" y="106636"/>
                </a:lnTo>
                <a:lnTo>
                  <a:pt x="497971" y="105946"/>
                </a:lnTo>
                <a:lnTo>
                  <a:pt x="497753" y="105251"/>
                </a:lnTo>
                <a:lnTo>
                  <a:pt x="497545" y="104550"/>
                </a:lnTo>
                <a:lnTo>
                  <a:pt x="497346" y="103844"/>
                </a:lnTo>
                <a:lnTo>
                  <a:pt x="497157" y="103132"/>
                </a:lnTo>
                <a:lnTo>
                  <a:pt x="496978" y="102414"/>
                </a:lnTo>
                <a:lnTo>
                  <a:pt x="496809" y="101691"/>
                </a:lnTo>
                <a:lnTo>
                  <a:pt x="496649" y="100963"/>
                </a:lnTo>
                <a:lnTo>
                  <a:pt x="496500" y="100229"/>
                </a:lnTo>
                <a:lnTo>
                  <a:pt x="496360" y="99489"/>
                </a:lnTo>
                <a:lnTo>
                  <a:pt x="496229" y="98744"/>
                </a:lnTo>
                <a:lnTo>
                  <a:pt x="496109" y="97993"/>
                </a:lnTo>
                <a:lnTo>
                  <a:pt x="495998" y="97237"/>
                </a:lnTo>
                <a:lnTo>
                  <a:pt x="495897" y="96475"/>
                </a:lnTo>
                <a:lnTo>
                  <a:pt x="495806" y="95708"/>
                </a:lnTo>
                <a:lnTo>
                  <a:pt x="495725" y="94935"/>
                </a:lnTo>
                <a:lnTo>
                  <a:pt x="495653" y="94157"/>
                </a:lnTo>
                <a:lnTo>
                  <a:pt x="495591" y="93373"/>
                </a:lnTo>
                <a:lnTo>
                  <a:pt x="495539" y="92583"/>
                </a:lnTo>
                <a:lnTo>
                  <a:pt x="495497" y="91788"/>
                </a:lnTo>
                <a:lnTo>
                  <a:pt x="495464" y="90988"/>
                </a:lnTo>
                <a:lnTo>
                  <a:pt x="495441" y="90182"/>
                </a:lnTo>
                <a:lnTo>
                  <a:pt x="495428" y="89370"/>
                </a:lnTo>
                <a:lnTo>
                  <a:pt x="563886" y="89370"/>
                </a:lnTo>
                <a:lnTo>
                  <a:pt x="563902" y="89292"/>
                </a:lnTo>
                <a:lnTo>
                  <a:pt x="563918" y="89210"/>
                </a:lnTo>
                <a:lnTo>
                  <a:pt x="563934" y="89124"/>
                </a:lnTo>
                <a:lnTo>
                  <a:pt x="563949" y="89034"/>
                </a:lnTo>
                <a:lnTo>
                  <a:pt x="563964" y="88940"/>
                </a:lnTo>
                <a:lnTo>
                  <a:pt x="563979" y="88841"/>
                </a:lnTo>
                <a:lnTo>
                  <a:pt x="563993" y="88739"/>
                </a:lnTo>
                <a:lnTo>
                  <a:pt x="564007" y="88633"/>
                </a:lnTo>
                <a:lnTo>
                  <a:pt x="564020" y="88522"/>
                </a:lnTo>
                <a:lnTo>
                  <a:pt x="564033" y="88408"/>
                </a:lnTo>
                <a:lnTo>
                  <a:pt x="564046" y="88289"/>
                </a:lnTo>
                <a:lnTo>
                  <a:pt x="564059" y="88167"/>
                </a:lnTo>
                <a:lnTo>
                  <a:pt x="564071" y="88040"/>
                </a:lnTo>
                <a:lnTo>
                  <a:pt x="564083" y="87909"/>
                </a:lnTo>
                <a:lnTo>
                  <a:pt x="564094" y="87775"/>
                </a:lnTo>
                <a:lnTo>
                  <a:pt x="564105" y="87636"/>
                </a:lnTo>
                <a:lnTo>
                  <a:pt x="564116" y="87493"/>
                </a:lnTo>
                <a:lnTo>
                  <a:pt x="564127" y="87346"/>
                </a:lnTo>
                <a:lnTo>
                  <a:pt x="564137" y="87195"/>
                </a:lnTo>
                <a:lnTo>
                  <a:pt x="564146" y="87041"/>
                </a:lnTo>
                <a:lnTo>
                  <a:pt x="564156" y="86882"/>
                </a:lnTo>
                <a:lnTo>
                  <a:pt x="564165" y="86719"/>
                </a:lnTo>
                <a:lnTo>
                  <a:pt x="564174" y="86551"/>
                </a:lnTo>
                <a:lnTo>
                  <a:pt x="564182" y="86380"/>
                </a:lnTo>
                <a:lnTo>
                  <a:pt x="564190" y="86208"/>
                </a:lnTo>
                <a:lnTo>
                  <a:pt x="564198" y="86037"/>
                </a:lnTo>
                <a:lnTo>
                  <a:pt x="564205" y="85869"/>
                </a:lnTo>
                <a:lnTo>
                  <a:pt x="564212" y="85702"/>
                </a:lnTo>
                <a:lnTo>
                  <a:pt x="564219" y="85538"/>
                </a:lnTo>
                <a:lnTo>
                  <a:pt x="564225" y="85375"/>
                </a:lnTo>
                <a:lnTo>
                  <a:pt x="564231" y="85214"/>
                </a:lnTo>
                <a:lnTo>
                  <a:pt x="564237" y="85055"/>
                </a:lnTo>
                <a:lnTo>
                  <a:pt x="564242" y="84898"/>
                </a:lnTo>
                <a:lnTo>
                  <a:pt x="564247" y="84743"/>
                </a:lnTo>
                <a:lnTo>
                  <a:pt x="564252" y="84590"/>
                </a:lnTo>
                <a:lnTo>
                  <a:pt x="564256" y="84439"/>
                </a:lnTo>
                <a:lnTo>
                  <a:pt x="564260" y="84290"/>
                </a:lnTo>
                <a:lnTo>
                  <a:pt x="564264" y="84143"/>
                </a:lnTo>
                <a:lnTo>
                  <a:pt x="564267" y="83997"/>
                </a:lnTo>
                <a:lnTo>
                  <a:pt x="564270" y="83854"/>
                </a:lnTo>
                <a:lnTo>
                  <a:pt x="564272" y="83713"/>
                </a:lnTo>
                <a:lnTo>
                  <a:pt x="564274" y="83573"/>
                </a:lnTo>
                <a:lnTo>
                  <a:pt x="564276" y="83435"/>
                </a:lnTo>
                <a:lnTo>
                  <a:pt x="564278" y="83300"/>
                </a:lnTo>
                <a:lnTo>
                  <a:pt x="564279" y="83166"/>
                </a:lnTo>
                <a:lnTo>
                  <a:pt x="564280" y="83034"/>
                </a:lnTo>
                <a:lnTo>
                  <a:pt x="564280" y="82905"/>
                </a:lnTo>
                <a:lnTo>
                  <a:pt x="564281" y="82777"/>
                </a:lnTo>
                <a:lnTo>
                  <a:pt x="564261" y="80893"/>
                </a:lnTo>
                <a:lnTo>
                  <a:pt x="564203" y="79047"/>
                </a:lnTo>
                <a:lnTo>
                  <a:pt x="564106" y="77237"/>
                </a:lnTo>
                <a:lnTo>
                  <a:pt x="563971" y="75465"/>
                </a:lnTo>
                <a:lnTo>
                  <a:pt x="563797" y="73729"/>
                </a:lnTo>
                <a:lnTo>
                  <a:pt x="563584" y="72031"/>
                </a:lnTo>
                <a:lnTo>
                  <a:pt x="563332" y="70369"/>
                </a:lnTo>
                <a:lnTo>
                  <a:pt x="563042" y="68745"/>
                </a:lnTo>
                <a:lnTo>
                  <a:pt x="562713" y="67157"/>
                </a:lnTo>
                <a:lnTo>
                  <a:pt x="562345" y="65607"/>
                </a:lnTo>
                <a:lnTo>
                  <a:pt x="561939" y="64093"/>
                </a:lnTo>
                <a:lnTo>
                  <a:pt x="561494" y="62617"/>
                </a:lnTo>
                <a:lnTo>
                  <a:pt x="561010" y="61177"/>
                </a:lnTo>
                <a:lnTo>
                  <a:pt x="560488" y="59774"/>
                </a:lnTo>
                <a:lnTo>
                  <a:pt x="559927" y="58409"/>
                </a:lnTo>
                <a:lnTo>
                  <a:pt x="559327" y="57080"/>
                </a:lnTo>
                <a:lnTo>
                  <a:pt x="558688" y="55789"/>
                </a:lnTo>
                <a:lnTo>
                  <a:pt x="558011" y="54534"/>
                </a:lnTo>
                <a:lnTo>
                  <a:pt x="557295" y="53316"/>
                </a:lnTo>
                <a:lnTo>
                  <a:pt x="556540" y="52136"/>
                </a:lnTo>
                <a:lnTo>
                  <a:pt x="555747" y="50992"/>
                </a:lnTo>
                <a:lnTo>
                  <a:pt x="554914" y="49886"/>
                </a:lnTo>
                <a:lnTo>
                  <a:pt x="554044" y="48816"/>
                </a:lnTo>
                <a:lnTo>
                  <a:pt x="553134" y="47783"/>
                </a:lnTo>
                <a:lnTo>
                  <a:pt x="552190" y="46790"/>
                </a:lnTo>
                <a:lnTo>
                  <a:pt x="551217" y="45839"/>
                </a:lnTo>
                <a:lnTo>
                  <a:pt x="550215" y="44930"/>
                </a:lnTo>
                <a:lnTo>
                  <a:pt x="549183" y="44064"/>
                </a:lnTo>
                <a:lnTo>
                  <a:pt x="548121" y="43239"/>
                </a:lnTo>
                <a:lnTo>
                  <a:pt x="547030" y="42457"/>
                </a:lnTo>
                <a:lnTo>
                  <a:pt x="545910" y="41718"/>
                </a:lnTo>
                <a:lnTo>
                  <a:pt x="544760" y="41020"/>
                </a:lnTo>
                <a:lnTo>
                  <a:pt x="543581" y="40365"/>
                </a:lnTo>
                <a:lnTo>
                  <a:pt x="542372" y="39752"/>
                </a:lnTo>
                <a:lnTo>
                  <a:pt x="541134" y="39182"/>
                </a:lnTo>
                <a:lnTo>
                  <a:pt x="539867" y="38653"/>
                </a:lnTo>
                <a:lnTo>
                  <a:pt x="538569" y="38167"/>
                </a:lnTo>
                <a:lnTo>
                  <a:pt x="537243" y="37723"/>
                </a:lnTo>
                <a:lnTo>
                  <a:pt x="535887" y="37322"/>
                </a:lnTo>
                <a:lnTo>
                  <a:pt x="534501" y="36963"/>
                </a:lnTo>
                <a:lnTo>
                  <a:pt x="533087" y="36646"/>
                </a:lnTo>
                <a:lnTo>
                  <a:pt x="531642" y="36371"/>
                </a:lnTo>
                <a:lnTo>
                  <a:pt x="530168" y="36138"/>
                </a:lnTo>
                <a:lnTo>
                  <a:pt x="528665" y="35948"/>
                </a:lnTo>
                <a:lnTo>
                  <a:pt x="527132" y="35800"/>
                </a:lnTo>
                <a:lnTo>
                  <a:pt x="525570" y="35695"/>
                </a:lnTo>
                <a:lnTo>
                  <a:pt x="523979" y="35631"/>
                </a:lnTo>
                <a:lnTo>
                  <a:pt x="522357" y="35610"/>
                </a:lnTo>
                <a:lnTo>
                  <a:pt x="521133" y="35621"/>
                </a:lnTo>
                <a:lnTo>
                  <a:pt x="519927" y="35655"/>
                </a:lnTo>
                <a:lnTo>
                  <a:pt x="518739" y="35712"/>
                </a:lnTo>
                <a:lnTo>
                  <a:pt x="517569" y="35791"/>
                </a:lnTo>
                <a:lnTo>
                  <a:pt x="516417" y="35892"/>
                </a:lnTo>
                <a:lnTo>
                  <a:pt x="515283" y="36016"/>
                </a:lnTo>
                <a:lnTo>
                  <a:pt x="514167" y="36163"/>
                </a:lnTo>
                <a:lnTo>
                  <a:pt x="513069" y="36332"/>
                </a:lnTo>
                <a:lnTo>
                  <a:pt x="511988" y="36524"/>
                </a:lnTo>
                <a:lnTo>
                  <a:pt x="510926" y="36739"/>
                </a:lnTo>
                <a:lnTo>
                  <a:pt x="509882" y="36976"/>
                </a:lnTo>
                <a:lnTo>
                  <a:pt x="508856" y="37235"/>
                </a:lnTo>
                <a:lnTo>
                  <a:pt x="507847" y="37518"/>
                </a:lnTo>
                <a:lnTo>
                  <a:pt x="506857" y="37822"/>
                </a:lnTo>
                <a:lnTo>
                  <a:pt x="505885" y="38150"/>
                </a:lnTo>
                <a:lnTo>
                  <a:pt x="504931" y="38499"/>
                </a:lnTo>
                <a:lnTo>
                  <a:pt x="503994" y="38872"/>
                </a:lnTo>
                <a:lnTo>
                  <a:pt x="503076" y="39267"/>
                </a:lnTo>
                <a:lnTo>
                  <a:pt x="502175" y="39685"/>
                </a:lnTo>
                <a:lnTo>
                  <a:pt x="501293" y="40125"/>
                </a:lnTo>
                <a:lnTo>
                  <a:pt x="500429" y="40588"/>
                </a:lnTo>
                <a:lnTo>
                  <a:pt x="499582" y="41073"/>
                </a:lnTo>
                <a:lnTo>
                  <a:pt x="498754" y="41581"/>
                </a:lnTo>
                <a:lnTo>
                  <a:pt x="497943" y="42111"/>
                </a:lnTo>
                <a:lnTo>
                  <a:pt x="497150" y="42662"/>
                </a:lnTo>
                <a:lnTo>
                  <a:pt x="496375" y="43230"/>
                </a:lnTo>
                <a:lnTo>
                  <a:pt x="495616" y="43815"/>
                </a:lnTo>
                <a:lnTo>
                  <a:pt x="494874" y="44418"/>
                </a:lnTo>
                <a:lnTo>
                  <a:pt x="494150" y="45038"/>
                </a:lnTo>
                <a:lnTo>
                  <a:pt x="493443" y="45676"/>
                </a:lnTo>
                <a:lnTo>
                  <a:pt x="492753" y="46331"/>
                </a:lnTo>
                <a:lnTo>
                  <a:pt x="492080" y="47004"/>
                </a:lnTo>
                <a:lnTo>
                  <a:pt x="491424" y="47694"/>
                </a:lnTo>
                <a:lnTo>
                  <a:pt x="490785" y="48402"/>
                </a:lnTo>
                <a:lnTo>
                  <a:pt x="490163" y="49127"/>
                </a:lnTo>
                <a:lnTo>
                  <a:pt x="489559" y="49869"/>
                </a:lnTo>
                <a:lnTo>
                  <a:pt x="488971" y="50629"/>
                </a:lnTo>
                <a:lnTo>
                  <a:pt x="488401" y="51407"/>
                </a:lnTo>
                <a:lnTo>
                  <a:pt x="487848" y="52202"/>
                </a:lnTo>
                <a:lnTo>
                  <a:pt x="487312" y="53014"/>
                </a:lnTo>
                <a:lnTo>
                  <a:pt x="486793" y="53844"/>
                </a:lnTo>
                <a:lnTo>
                  <a:pt x="486291" y="54691"/>
                </a:lnTo>
                <a:lnTo>
                  <a:pt x="485806" y="55556"/>
                </a:lnTo>
                <a:lnTo>
                  <a:pt x="485339" y="56438"/>
                </a:lnTo>
                <a:lnTo>
                  <a:pt x="484889" y="57338"/>
                </a:lnTo>
                <a:lnTo>
                  <a:pt x="484455" y="58255"/>
                </a:lnTo>
                <a:lnTo>
                  <a:pt x="484039" y="59189"/>
                </a:lnTo>
                <a:lnTo>
                  <a:pt x="483640" y="60141"/>
                </a:lnTo>
                <a:lnTo>
                  <a:pt x="483258" y="61108"/>
                </a:lnTo>
                <a:lnTo>
                  <a:pt x="482892" y="62088"/>
                </a:lnTo>
                <a:lnTo>
                  <a:pt x="482542" y="63080"/>
                </a:lnTo>
                <a:lnTo>
                  <a:pt x="482208" y="64084"/>
                </a:lnTo>
                <a:lnTo>
                  <a:pt x="481891" y="65102"/>
                </a:lnTo>
                <a:lnTo>
                  <a:pt x="481590" y="66131"/>
                </a:lnTo>
                <a:lnTo>
                  <a:pt x="481305" y="67173"/>
                </a:lnTo>
                <a:lnTo>
                  <a:pt x="481037" y="68228"/>
                </a:lnTo>
                <a:lnTo>
                  <a:pt x="480785" y="69295"/>
                </a:lnTo>
                <a:lnTo>
                  <a:pt x="480549" y="70375"/>
                </a:lnTo>
                <a:lnTo>
                  <a:pt x="480329" y="71467"/>
                </a:lnTo>
                <a:lnTo>
                  <a:pt x="480126" y="72572"/>
                </a:lnTo>
                <a:lnTo>
                  <a:pt x="479939" y="73689"/>
                </a:lnTo>
                <a:lnTo>
                  <a:pt x="479768" y="74819"/>
                </a:lnTo>
                <a:lnTo>
                  <a:pt x="479613" y="75961"/>
                </a:lnTo>
                <a:lnTo>
                  <a:pt x="479475" y="77116"/>
                </a:lnTo>
                <a:lnTo>
                  <a:pt x="479353" y="78283"/>
                </a:lnTo>
                <a:lnTo>
                  <a:pt x="479247" y="79463"/>
                </a:lnTo>
                <a:lnTo>
                  <a:pt x="479158" y="80656"/>
                </a:lnTo>
                <a:lnTo>
                  <a:pt x="479085" y="81861"/>
                </a:lnTo>
                <a:lnTo>
                  <a:pt x="479028" y="83078"/>
                </a:lnTo>
                <a:lnTo>
                  <a:pt x="478987" y="84308"/>
                </a:lnTo>
                <a:lnTo>
                  <a:pt x="478963" y="85551"/>
                </a:lnTo>
                <a:lnTo>
                  <a:pt x="478955" y="86806"/>
                </a:lnTo>
                <a:lnTo>
                  <a:pt x="478963" y="88011"/>
                </a:lnTo>
                <a:lnTo>
                  <a:pt x="478988" y="89206"/>
                </a:lnTo>
                <a:lnTo>
                  <a:pt x="479030" y="90392"/>
                </a:lnTo>
                <a:lnTo>
                  <a:pt x="479089" y="91567"/>
                </a:lnTo>
                <a:lnTo>
                  <a:pt x="479164" y="92732"/>
                </a:lnTo>
                <a:lnTo>
                  <a:pt x="479257" y="93887"/>
                </a:lnTo>
                <a:lnTo>
                  <a:pt x="479366" y="95032"/>
                </a:lnTo>
                <a:lnTo>
                  <a:pt x="479492" y="96168"/>
                </a:lnTo>
                <a:lnTo>
                  <a:pt x="479634" y="97293"/>
                </a:lnTo>
                <a:lnTo>
                  <a:pt x="479794" y="98407"/>
                </a:lnTo>
                <a:lnTo>
                  <a:pt x="479970" y="99512"/>
                </a:lnTo>
                <a:lnTo>
                  <a:pt x="480163" y="100607"/>
                </a:lnTo>
                <a:lnTo>
                  <a:pt x="480373" y="101692"/>
                </a:lnTo>
                <a:lnTo>
                  <a:pt x="480599" y="102767"/>
                </a:lnTo>
                <a:lnTo>
                  <a:pt x="480843" y="103831"/>
                </a:lnTo>
                <a:lnTo>
                  <a:pt x="481103" y="104886"/>
                </a:lnTo>
                <a:lnTo>
                  <a:pt x="481380" y="105931"/>
                </a:lnTo>
                <a:lnTo>
                  <a:pt x="481673" y="106965"/>
                </a:lnTo>
                <a:lnTo>
                  <a:pt x="481984" y="107990"/>
                </a:lnTo>
                <a:lnTo>
                  <a:pt x="482311" y="109004"/>
                </a:lnTo>
                <a:lnTo>
                  <a:pt x="482655" y="110009"/>
                </a:lnTo>
                <a:lnTo>
                  <a:pt x="483016" y="111003"/>
                </a:lnTo>
                <a:lnTo>
                  <a:pt x="483394" y="111987"/>
                </a:lnTo>
                <a:lnTo>
                  <a:pt x="483788" y="112961"/>
                </a:lnTo>
                <a:lnTo>
                  <a:pt x="484200" y="113922"/>
                </a:lnTo>
                <a:lnTo>
                  <a:pt x="484630" y="114866"/>
                </a:lnTo>
                <a:lnTo>
                  <a:pt x="485077" y="115792"/>
                </a:lnTo>
                <a:lnTo>
                  <a:pt x="485543" y="116702"/>
                </a:lnTo>
                <a:lnTo>
                  <a:pt x="486027" y="117595"/>
                </a:lnTo>
                <a:lnTo>
                  <a:pt x="486529" y="118471"/>
                </a:lnTo>
                <a:lnTo>
                  <a:pt x="487048" y="119330"/>
                </a:lnTo>
                <a:lnTo>
                  <a:pt x="487586" y="120172"/>
                </a:lnTo>
                <a:lnTo>
                  <a:pt x="488141" y="120997"/>
                </a:lnTo>
                <a:lnTo>
                  <a:pt x="488715" y="121806"/>
                </a:lnTo>
                <a:lnTo>
                  <a:pt x="489307" y="122597"/>
                </a:lnTo>
                <a:lnTo>
                  <a:pt x="489916" y="123371"/>
                </a:lnTo>
                <a:lnTo>
                  <a:pt x="490544" y="124129"/>
                </a:lnTo>
                <a:lnTo>
                  <a:pt x="491189" y="124870"/>
                </a:lnTo>
                <a:lnTo>
                  <a:pt x="491853" y="125593"/>
                </a:lnTo>
                <a:lnTo>
                  <a:pt x="492534" y="126300"/>
                </a:lnTo>
                <a:lnTo>
                  <a:pt x="493234" y="126990"/>
                </a:lnTo>
                <a:lnTo>
                  <a:pt x="493951" y="127663"/>
                </a:lnTo>
                <a:lnTo>
                  <a:pt x="494687" y="128319"/>
                </a:lnTo>
                <a:lnTo>
                  <a:pt x="495440" y="128958"/>
                </a:lnTo>
                <a:lnTo>
                  <a:pt x="496212" y="129581"/>
                </a:lnTo>
                <a:lnTo>
                  <a:pt x="497001" y="130186"/>
                </a:lnTo>
                <a:lnTo>
                  <a:pt x="497808" y="130775"/>
                </a:lnTo>
                <a:lnTo>
                  <a:pt x="498634" y="131346"/>
                </a:lnTo>
                <a:lnTo>
                  <a:pt x="499478" y="131897"/>
                </a:lnTo>
                <a:lnTo>
                  <a:pt x="500342" y="132425"/>
                </a:lnTo>
                <a:lnTo>
                  <a:pt x="501226" y="132929"/>
                </a:lnTo>
                <a:lnTo>
                  <a:pt x="502129" y="133410"/>
                </a:lnTo>
                <a:lnTo>
                  <a:pt x="503052" y="133867"/>
                </a:lnTo>
                <a:lnTo>
                  <a:pt x="503994" y="134301"/>
                </a:lnTo>
                <a:lnTo>
                  <a:pt x="504957" y="134711"/>
                </a:lnTo>
                <a:lnTo>
                  <a:pt x="505939" y="135098"/>
                </a:lnTo>
                <a:lnTo>
                  <a:pt x="506941" y="135462"/>
                </a:lnTo>
                <a:lnTo>
                  <a:pt x="507962" y="135802"/>
                </a:lnTo>
                <a:lnTo>
                  <a:pt x="509003" y="136118"/>
                </a:lnTo>
                <a:lnTo>
                  <a:pt x="510064" y="136412"/>
                </a:lnTo>
                <a:lnTo>
                  <a:pt x="511145" y="136681"/>
                </a:lnTo>
                <a:lnTo>
                  <a:pt x="512245" y="136927"/>
                </a:lnTo>
                <a:lnTo>
                  <a:pt x="513365" y="137150"/>
                </a:lnTo>
                <a:lnTo>
                  <a:pt x="514504" y="137350"/>
                </a:lnTo>
                <a:lnTo>
                  <a:pt x="515664" y="137525"/>
                </a:lnTo>
                <a:lnTo>
                  <a:pt x="516843" y="137678"/>
                </a:lnTo>
                <a:lnTo>
                  <a:pt x="518041" y="137807"/>
                </a:lnTo>
                <a:lnTo>
                  <a:pt x="519260" y="137912"/>
                </a:lnTo>
                <a:lnTo>
                  <a:pt x="520498" y="137994"/>
                </a:lnTo>
                <a:lnTo>
                  <a:pt x="521756" y="138053"/>
                </a:lnTo>
                <a:lnTo>
                  <a:pt x="523033" y="138088"/>
                </a:lnTo>
                <a:lnTo>
                  <a:pt x="524330" y="138100"/>
                </a:lnTo>
                <a:lnTo>
                  <a:pt x="525336" y="138093"/>
                </a:lnTo>
                <a:lnTo>
                  <a:pt x="526330" y="138071"/>
                </a:lnTo>
                <a:lnTo>
                  <a:pt x="527313" y="138036"/>
                </a:lnTo>
                <a:lnTo>
                  <a:pt x="528284" y="137986"/>
                </a:lnTo>
                <a:lnTo>
                  <a:pt x="529244" y="137921"/>
                </a:lnTo>
                <a:close/>
                <a:moveTo>
                  <a:pt x="496229" y="71699"/>
                </a:moveTo>
                <a:lnTo>
                  <a:pt x="496430" y="70642"/>
                </a:lnTo>
                <a:lnTo>
                  <a:pt x="496650" y="69609"/>
                </a:lnTo>
                <a:lnTo>
                  <a:pt x="496891" y="68600"/>
                </a:lnTo>
                <a:lnTo>
                  <a:pt x="497152" y="67615"/>
                </a:lnTo>
                <a:lnTo>
                  <a:pt x="497433" y="66653"/>
                </a:lnTo>
                <a:lnTo>
                  <a:pt x="497733" y="65715"/>
                </a:lnTo>
                <a:lnTo>
                  <a:pt x="498054" y="64800"/>
                </a:lnTo>
                <a:lnTo>
                  <a:pt x="498395" y="63909"/>
                </a:lnTo>
                <a:lnTo>
                  <a:pt x="498756" y="63042"/>
                </a:lnTo>
                <a:lnTo>
                  <a:pt x="499137" y="62198"/>
                </a:lnTo>
                <a:lnTo>
                  <a:pt x="499538" y="61378"/>
                </a:lnTo>
                <a:lnTo>
                  <a:pt x="499959" y="60581"/>
                </a:lnTo>
                <a:lnTo>
                  <a:pt x="500400" y="59809"/>
                </a:lnTo>
                <a:lnTo>
                  <a:pt x="500861" y="59059"/>
                </a:lnTo>
                <a:lnTo>
                  <a:pt x="501342" y="58334"/>
                </a:lnTo>
                <a:lnTo>
                  <a:pt x="501844" y="57632"/>
                </a:lnTo>
                <a:lnTo>
                  <a:pt x="502365" y="56954"/>
                </a:lnTo>
                <a:lnTo>
                  <a:pt x="502906" y="56299"/>
                </a:lnTo>
                <a:lnTo>
                  <a:pt x="503467" y="55668"/>
                </a:lnTo>
                <a:lnTo>
                  <a:pt x="504048" y="55062"/>
                </a:lnTo>
                <a:lnTo>
                  <a:pt x="504646" y="54481"/>
                </a:lnTo>
                <a:lnTo>
                  <a:pt x="505262" y="53927"/>
                </a:lnTo>
                <a:lnTo>
                  <a:pt x="505896" y="53398"/>
                </a:lnTo>
                <a:lnTo>
                  <a:pt x="506549" y="52894"/>
                </a:lnTo>
                <a:lnTo>
                  <a:pt x="507219" y="52417"/>
                </a:lnTo>
                <a:lnTo>
                  <a:pt x="507907" y="51965"/>
                </a:lnTo>
                <a:lnTo>
                  <a:pt x="508613" y="51540"/>
                </a:lnTo>
                <a:lnTo>
                  <a:pt x="509337" y="51140"/>
                </a:lnTo>
                <a:lnTo>
                  <a:pt x="510079" y="50765"/>
                </a:lnTo>
                <a:lnTo>
                  <a:pt x="510840" y="50417"/>
                </a:lnTo>
                <a:lnTo>
                  <a:pt x="511618" y="50094"/>
                </a:lnTo>
                <a:lnTo>
                  <a:pt x="512414" y="49798"/>
                </a:lnTo>
                <a:lnTo>
                  <a:pt x="513228" y="49527"/>
                </a:lnTo>
                <a:lnTo>
                  <a:pt x="514060" y="49282"/>
                </a:lnTo>
                <a:lnTo>
                  <a:pt x="514910" y="49062"/>
                </a:lnTo>
                <a:lnTo>
                  <a:pt x="515778" y="48869"/>
                </a:lnTo>
                <a:lnTo>
                  <a:pt x="516664" y="48701"/>
                </a:lnTo>
                <a:lnTo>
                  <a:pt x="517568" y="48559"/>
                </a:lnTo>
                <a:lnTo>
                  <a:pt x="518490" y="48443"/>
                </a:lnTo>
                <a:lnTo>
                  <a:pt x="519430" y="48352"/>
                </a:lnTo>
                <a:lnTo>
                  <a:pt x="520388" y="48288"/>
                </a:lnTo>
                <a:lnTo>
                  <a:pt x="521364" y="48249"/>
                </a:lnTo>
                <a:lnTo>
                  <a:pt x="522357" y="48236"/>
                </a:lnTo>
                <a:lnTo>
                  <a:pt x="523343" y="48249"/>
                </a:lnTo>
                <a:lnTo>
                  <a:pt x="524310" y="48288"/>
                </a:lnTo>
                <a:lnTo>
                  <a:pt x="525260" y="48353"/>
                </a:lnTo>
                <a:lnTo>
                  <a:pt x="526191" y="48444"/>
                </a:lnTo>
                <a:lnTo>
                  <a:pt x="527104" y="48561"/>
                </a:lnTo>
                <a:lnTo>
                  <a:pt x="527999" y="48704"/>
                </a:lnTo>
                <a:lnTo>
                  <a:pt x="528875" y="48873"/>
                </a:lnTo>
                <a:lnTo>
                  <a:pt x="529734" y="49068"/>
                </a:lnTo>
                <a:lnTo>
                  <a:pt x="530574" y="49289"/>
                </a:lnTo>
                <a:lnTo>
                  <a:pt x="531396" y="49536"/>
                </a:lnTo>
                <a:lnTo>
                  <a:pt x="532200" y="49809"/>
                </a:lnTo>
                <a:lnTo>
                  <a:pt x="532986" y="50107"/>
                </a:lnTo>
                <a:lnTo>
                  <a:pt x="533754" y="50432"/>
                </a:lnTo>
                <a:lnTo>
                  <a:pt x="534504" y="50783"/>
                </a:lnTo>
                <a:lnTo>
                  <a:pt x="535235" y="51160"/>
                </a:lnTo>
                <a:lnTo>
                  <a:pt x="535948" y="51563"/>
                </a:lnTo>
                <a:lnTo>
                  <a:pt x="536643" y="51992"/>
                </a:lnTo>
                <a:lnTo>
                  <a:pt x="537320" y="52446"/>
                </a:lnTo>
                <a:lnTo>
                  <a:pt x="537979" y="52927"/>
                </a:lnTo>
                <a:lnTo>
                  <a:pt x="538620" y="53434"/>
                </a:lnTo>
                <a:lnTo>
                  <a:pt x="539242" y="53967"/>
                </a:lnTo>
                <a:lnTo>
                  <a:pt x="539847" y="54525"/>
                </a:lnTo>
                <a:lnTo>
                  <a:pt x="540433" y="55110"/>
                </a:lnTo>
                <a:lnTo>
                  <a:pt x="541001" y="55721"/>
                </a:lnTo>
                <a:lnTo>
                  <a:pt x="541549" y="56356"/>
                </a:lnTo>
                <a:lnTo>
                  <a:pt x="542074" y="57014"/>
                </a:lnTo>
                <a:lnTo>
                  <a:pt x="542578" y="57695"/>
                </a:lnTo>
                <a:lnTo>
                  <a:pt x="543059" y="58399"/>
                </a:lnTo>
                <a:lnTo>
                  <a:pt x="543518" y="59127"/>
                </a:lnTo>
                <a:lnTo>
                  <a:pt x="543954" y="59877"/>
                </a:lnTo>
                <a:lnTo>
                  <a:pt x="544368" y="60651"/>
                </a:lnTo>
                <a:lnTo>
                  <a:pt x="544760" y="61448"/>
                </a:lnTo>
                <a:lnTo>
                  <a:pt x="545130" y="62267"/>
                </a:lnTo>
                <a:lnTo>
                  <a:pt x="545478" y="63110"/>
                </a:lnTo>
                <a:lnTo>
                  <a:pt x="545803" y="63976"/>
                </a:lnTo>
                <a:lnTo>
                  <a:pt x="546106" y="64865"/>
                </a:lnTo>
                <a:lnTo>
                  <a:pt x="546386" y="65778"/>
                </a:lnTo>
                <a:lnTo>
                  <a:pt x="546645" y="66713"/>
                </a:lnTo>
                <a:lnTo>
                  <a:pt x="546881" y="67671"/>
                </a:lnTo>
                <a:lnTo>
                  <a:pt x="547095" y="68653"/>
                </a:lnTo>
                <a:lnTo>
                  <a:pt x="547287" y="69657"/>
                </a:lnTo>
                <a:lnTo>
                  <a:pt x="547456" y="70685"/>
                </a:lnTo>
                <a:lnTo>
                  <a:pt x="547603" y="71736"/>
                </a:lnTo>
                <a:lnTo>
                  <a:pt x="547728" y="72810"/>
                </a:lnTo>
                <a:lnTo>
                  <a:pt x="547830" y="73907"/>
                </a:lnTo>
                <a:lnTo>
                  <a:pt x="547911" y="75027"/>
                </a:lnTo>
                <a:lnTo>
                  <a:pt x="547969" y="76170"/>
                </a:lnTo>
                <a:lnTo>
                  <a:pt x="548005" y="77336"/>
                </a:lnTo>
                <a:lnTo>
                  <a:pt x="495527" y="77336"/>
                </a:lnTo>
                <a:lnTo>
                  <a:pt x="495627" y="76161"/>
                </a:lnTo>
                <a:lnTo>
                  <a:pt x="495748" y="75010"/>
                </a:lnTo>
                <a:lnTo>
                  <a:pt x="495888" y="73883"/>
                </a:lnTo>
                <a:lnTo>
                  <a:pt x="496049" y="72779"/>
                </a:lnTo>
                <a:lnTo>
                  <a:pt x="496229" y="71699"/>
                </a:lnTo>
                <a:close/>
                <a:moveTo>
                  <a:pt x="1338509" y="19061"/>
                </a:moveTo>
                <a:lnTo>
                  <a:pt x="1338868" y="19019"/>
                </a:lnTo>
                <a:lnTo>
                  <a:pt x="1339220" y="18967"/>
                </a:lnTo>
                <a:lnTo>
                  <a:pt x="1339567" y="18906"/>
                </a:lnTo>
                <a:lnTo>
                  <a:pt x="1339907" y="18835"/>
                </a:lnTo>
                <a:lnTo>
                  <a:pt x="1340241" y="18755"/>
                </a:lnTo>
                <a:lnTo>
                  <a:pt x="1340568" y="18666"/>
                </a:lnTo>
                <a:lnTo>
                  <a:pt x="1340890" y="18567"/>
                </a:lnTo>
                <a:lnTo>
                  <a:pt x="1341205" y="18459"/>
                </a:lnTo>
                <a:lnTo>
                  <a:pt x="1341515" y="18341"/>
                </a:lnTo>
                <a:lnTo>
                  <a:pt x="1341818" y="18214"/>
                </a:lnTo>
                <a:lnTo>
                  <a:pt x="1342115" y="18077"/>
                </a:lnTo>
                <a:lnTo>
                  <a:pt x="1342406" y="17931"/>
                </a:lnTo>
                <a:lnTo>
                  <a:pt x="1342690" y="17776"/>
                </a:lnTo>
                <a:lnTo>
                  <a:pt x="1342969" y="17611"/>
                </a:lnTo>
                <a:lnTo>
                  <a:pt x="1343241" y="17437"/>
                </a:lnTo>
                <a:lnTo>
                  <a:pt x="1343507" y="17253"/>
                </a:lnTo>
                <a:lnTo>
                  <a:pt x="1343767" y="17060"/>
                </a:lnTo>
                <a:lnTo>
                  <a:pt x="1344021" y="16857"/>
                </a:lnTo>
                <a:lnTo>
                  <a:pt x="1344269" y="16645"/>
                </a:lnTo>
                <a:lnTo>
                  <a:pt x="1344510" y="16424"/>
                </a:lnTo>
                <a:lnTo>
                  <a:pt x="1344743" y="16195"/>
                </a:lnTo>
                <a:lnTo>
                  <a:pt x="1344967" y="15962"/>
                </a:lnTo>
                <a:lnTo>
                  <a:pt x="1345180" y="15724"/>
                </a:lnTo>
                <a:lnTo>
                  <a:pt x="1345384" y="15480"/>
                </a:lnTo>
                <a:lnTo>
                  <a:pt x="1345578" y="15232"/>
                </a:lnTo>
                <a:lnTo>
                  <a:pt x="1345762" y="14978"/>
                </a:lnTo>
                <a:lnTo>
                  <a:pt x="1345935" y="14720"/>
                </a:lnTo>
                <a:lnTo>
                  <a:pt x="1346099" y="14457"/>
                </a:lnTo>
                <a:lnTo>
                  <a:pt x="1346253" y="14188"/>
                </a:lnTo>
                <a:lnTo>
                  <a:pt x="1346397" y="13915"/>
                </a:lnTo>
                <a:lnTo>
                  <a:pt x="1346531" y="13637"/>
                </a:lnTo>
                <a:lnTo>
                  <a:pt x="1346655" y="13354"/>
                </a:lnTo>
                <a:lnTo>
                  <a:pt x="1346770" y="13066"/>
                </a:lnTo>
                <a:lnTo>
                  <a:pt x="1346874" y="12773"/>
                </a:lnTo>
                <a:lnTo>
                  <a:pt x="1346968" y="12474"/>
                </a:lnTo>
                <a:lnTo>
                  <a:pt x="1347053" y="12171"/>
                </a:lnTo>
                <a:lnTo>
                  <a:pt x="1347127" y="11863"/>
                </a:lnTo>
                <a:lnTo>
                  <a:pt x="1347192" y="11550"/>
                </a:lnTo>
                <a:lnTo>
                  <a:pt x="1347246" y="11233"/>
                </a:lnTo>
                <a:lnTo>
                  <a:pt x="1347291" y="10910"/>
                </a:lnTo>
                <a:lnTo>
                  <a:pt x="1347326" y="10582"/>
                </a:lnTo>
                <a:lnTo>
                  <a:pt x="1347351" y="10249"/>
                </a:lnTo>
                <a:lnTo>
                  <a:pt x="1347366" y="9911"/>
                </a:lnTo>
                <a:lnTo>
                  <a:pt x="1347371" y="9568"/>
                </a:lnTo>
                <a:lnTo>
                  <a:pt x="1347366" y="9226"/>
                </a:lnTo>
                <a:lnTo>
                  <a:pt x="1347351" y="8888"/>
                </a:lnTo>
                <a:lnTo>
                  <a:pt x="1347326" y="8555"/>
                </a:lnTo>
                <a:lnTo>
                  <a:pt x="1347291" y="8227"/>
                </a:lnTo>
                <a:lnTo>
                  <a:pt x="1347246" y="7904"/>
                </a:lnTo>
                <a:lnTo>
                  <a:pt x="1347192" y="7586"/>
                </a:lnTo>
                <a:lnTo>
                  <a:pt x="1347127" y="7273"/>
                </a:lnTo>
                <a:lnTo>
                  <a:pt x="1347053" y="6965"/>
                </a:lnTo>
                <a:lnTo>
                  <a:pt x="1346968" y="6662"/>
                </a:lnTo>
                <a:lnTo>
                  <a:pt x="1346874" y="6364"/>
                </a:lnTo>
                <a:lnTo>
                  <a:pt x="1346770" y="6071"/>
                </a:lnTo>
                <a:lnTo>
                  <a:pt x="1346655" y="5783"/>
                </a:lnTo>
                <a:lnTo>
                  <a:pt x="1346531" y="5500"/>
                </a:lnTo>
                <a:lnTo>
                  <a:pt x="1346397" y="5222"/>
                </a:lnTo>
                <a:lnTo>
                  <a:pt x="1346253" y="4948"/>
                </a:lnTo>
                <a:lnTo>
                  <a:pt x="1346099" y="4680"/>
                </a:lnTo>
                <a:lnTo>
                  <a:pt x="1345935" y="4417"/>
                </a:lnTo>
                <a:lnTo>
                  <a:pt x="1345762" y="4158"/>
                </a:lnTo>
                <a:lnTo>
                  <a:pt x="1345578" y="3905"/>
                </a:lnTo>
                <a:lnTo>
                  <a:pt x="1345384" y="3657"/>
                </a:lnTo>
                <a:lnTo>
                  <a:pt x="1345180" y="3413"/>
                </a:lnTo>
                <a:lnTo>
                  <a:pt x="1344967" y="3175"/>
                </a:lnTo>
                <a:lnTo>
                  <a:pt x="1344743" y="2941"/>
                </a:lnTo>
                <a:lnTo>
                  <a:pt x="1344510" y="2713"/>
                </a:lnTo>
                <a:lnTo>
                  <a:pt x="1344269" y="2491"/>
                </a:lnTo>
                <a:lnTo>
                  <a:pt x="1344021" y="2279"/>
                </a:lnTo>
                <a:lnTo>
                  <a:pt x="1343767" y="2077"/>
                </a:lnTo>
                <a:lnTo>
                  <a:pt x="1343507" y="1884"/>
                </a:lnTo>
                <a:lnTo>
                  <a:pt x="1343241" y="1700"/>
                </a:lnTo>
                <a:lnTo>
                  <a:pt x="1342969" y="1526"/>
                </a:lnTo>
                <a:lnTo>
                  <a:pt x="1342690" y="1361"/>
                </a:lnTo>
                <a:lnTo>
                  <a:pt x="1342406" y="1206"/>
                </a:lnTo>
                <a:lnTo>
                  <a:pt x="1342115" y="1060"/>
                </a:lnTo>
                <a:lnTo>
                  <a:pt x="1341818" y="923"/>
                </a:lnTo>
                <a:lnTo>
                  <a:pt x="1341515" y="796"/>
                </a:lnTo>
                <a:lnTo>
                  <a:pt x="1341205" y="678"/>
                </a:lnTo>
                <a:lnTo>
                  <a:pt x="1340890" y="570"/>
                </a:lnTo>
                <a:lnTo>
                  <a:pt x="1340568" y="471"/>
                </a:lnTo>
                <a:lnTo>
                  <a:pt x="1340241" y="381"/>
                </a:lnTo>
                <a:lnTo>
                  <a:pt x="1339907" y="301"/>
                </a:lnTo>
                <a:lnTo>
                  <a:pt x="1339567" y="231"/>
                </a:lnTo>
                <a:lnTo>
                  <a:pt x="1339220" y="170"/>
                </a:lnTo>
                <a:lnTo>
                  <a:pt x="1338868" y="118"/>
                </a:lnTo>
                <a:lnTo>
                  <a:pt x="1338509" y="75"/>
                </a:lnTo>
                <a:lnTo>
                  <a:pt x="1338144" y="42"/>
                </a:lnTo>
                <a:lnTo>
                  <a:pt x="1337773" y="19"/>
                </a:lnTo>
                <a:lnTo>
                  <a:pt x="1337396" y="5"/>
                </a:lnTo>
                <a:lnTo>
                  <a:pt x="1337013" y="0"/>
                </a:lnTo>
                <a:lnTo>
                  <a:pt x="1336630" y="5"/>
                </a:lnTo>
                <a:lnTo>
                  <a:pt x="1336253" y="19"/>
                </a:lnTo>
                <a:lnTo>
                  <a:pt x="1335883" y="42"/>
                </a:lnTo>
                <a:lnTo>
                  <a:pt x="1335518" y="75"/>
                </a:lnTo>
                <a:lnTo>
                  <a:pt x="1335161" y="118"/>
                </a:lnTo>
                <a:lnTo>
                  <a:pt x="1334809" y="170"/>
                </a:lnTo>
                <a:lnTo>
                  <a:pt x="1334464" y="231"/>
                </a:lnTo>
                <a:lnTo>
                  <a:pt x="1334125" y="301"/>
                </a:lnTo>
                <a:lnTo>
                  <a:pt x="1333793" y="381"/>
                </a:lnTo>
                <a:lnTo>
                  <a:pt x="1333466" y="471"/>
                </a:lnTo>
                <a:lnTo>
                  <a:pt x="1333147" y="570"/>
                </a:lnTo>
                <a:lnTo>
                  <a:pt x="1332833" y="678"/>
                </a:lnTo>
                <a:lnTo>
                  <a:pt x="1332526" y="796"/>
                </a:lnTo>
                <a:lnTo>
                  <a:pt x="1332225" y="923"/>
                </a:lnTo>
                <a:lnTo>
                  <a:pt x="1331931" y="1060"/>
                </a:lnTo>
                <a:lnTo>
                  <a:pt x="1331643" y="1206"/>
                </a:lnTo>
                <a:lnTo>
                  <a:pt x="1331361" y="1361"/>
                </a:lnTo>
                <a:lnTo>
                  <a:pt x="1331085" y="1526"/>
                </a:lnTo>
                <a:lnTo>
                  <a:pt x="1330816" y="1700"/>
                </a:lnTo>
                <a:lnTo>
                  <a:pt x="1330553" y="1884"/>
                </a:lnTo>
                <a:lnTo>
                  <a:pt x="1330297" y="2077"/>
                </a:lnTo>
                <a:lnTo>
                  <a:pt x="1330047" y="2279"/>
                </a:lnTo>
                <a:lnTo>
                  <a:pt x="1329803" y="2491"/>
                </a:lnTo>
                <a:lnTo>
                  <a:pt x="1329566" y="2713"/>
                </a:lnTo>
                <a:lnTo>
                  <a:pt x="1329336" y="2941"/>
                </a:lnTo>
                <a:lnTo>
                  <a:pt x="1329117" y="3175"/>
                </a:lnTo>
                <a:lnTo>
                  <a:pt x="1328907" y="3413"/>
                </a:lnTo>
                <a:lnTo>
                  <a:pt x="1328707" y="3657"/>
                </a:lnTo>
                <a:lnTo>
                  <a:pt x="1328516" y="3905"/>
                </a:lnTo>
                <a:lnTo>
                  <a:pt x="1328336" y="4158"/>
                </a:lnTo>
                <a:lnTo>
                  <a:pt x="1328165" y="4417"/>
                </a:lnTo>
                <a:lnTo>
                  <a:pt x="1328004" y="4680"/>
                </a:lnTo>
                <a:lnTo>
                  <a:pt x="1327852" y="4948"/>
                </a:lnTo>
                <a:lnTo>
                  <a:pt x="1327711" y="5222"/>
                </a:lnTo>
                <a:lnTo>
                  <a:pt x="1327579" y="5500"/>
                </a:lnTo>
                <a:lnTo>
                  <a:pt x="1327457" y="5783"/>
                </a:lnTo>
                <a:lnTo>
                  <a:pt x="1327345" y="6071"/>
                </a:lnTo>
                <a:lnTo>
                  <a:pt x="1327242" y="6364"/>
                </a:lnTo>
                <a:lnTo>
                  <a:pt x="1327150" y="6662"/>
                </a:lnTo>
                <a:lnTo>
                  <a:pt x="1327067" y="6965"/>
                </a:lnTo>
                <a:lnTo>
                  <a:pt x="1326993" y="7273"/>
                </a:lnTo>
                <a:lnTo>
                  <a:pt x="1326930" y="7586"/>
                </a:lnTo>
                <a:lnTo>
                  <a:pt x="1326876" y="7904"/>
                </a:lnTo>
                <a:lnTo>
                  <a:pt x="1326832" y="8227"/>
                </a:lnTo>
                <a:lnTo>
                  <a:pt x="1326798" y="8555"/>
                </a:lnTo>
                <a:lnTo>
                  <a:pt x="1326774" y="8888"/>
                </a:lnTo>
                <a:lnTo>
                  <a:pt x="1326759" y="9226"/>
                </a:lnTo>
                <a:lnTo>
                  <a:pt x="1326754" y="9568"/>
                </a:lnTo>
                <a:lnTo>
                  <a:pt x="1326759" y="9911"/>
                </a:lnTo>
                <a:lnTo>
                  <a:pt x="1326774" y="10249"/>
                </a:lnTo>
                <a:lnTo>
                  <a:pt x="1326798" y="10582"/>
                </a:lnTo>
                <a:lnTo>
                  <a:pt x="1326832" y="10910"/>
                </a:lnTo>
                <a:lnTo>
                  <a:pt x="1326876" y="11233"/>
                </a:lnTo>
                <a:lnTo>
                  <a:pt x="1326930" y="11550"/>
                </a:lnTo>
                <a:lnTo>
                  <a:pt x="1326993" y="11863"/>
                </a:lnTo>
                <a:lnTo>
                  <a:pt x="1327067" y="12171"/>
                </a:lnTo>
                <a:lnTo>
                  <a:pt x="1327150" y="12474"/>
                </a:lnTo>
                <a:lnTo>
                  <a:pt x="1327242" y="12773"/>
                </a:lnTo>
                <a:lnTo>
                  <a:pt x="1327345" y="13066"/>
                </a:lnTo>
                <a:lnTo>
                  <a:pt x="1327457" y="13354"/>
                </a:lnTo>
                <a:lnTo>
                  <a:pt x="1327579" y="13637"/>
                </a:lnTo>
                <a:lnTo>
                  <a:pt x="1327711" y="13915"/>
                </a:lnTo>
                <a:lnTo>
                  <a:pt x="1327852" y="14188"/>
                </a:lnTo>
                <a:lnTo>
                  <a:pt x="1328004" y="14457"/>
                </a:lnTo>
                <a:lnTo>
                  <a:pt x="1328165" y="14720"/>
                </a:lnTo>
                <a:lnTo>
                  <a:pt x="1328336" y="14978"/>
                </a:lnTo>
                <a:lnTo>
                  <a:pt x="1328516" y="15232"/>
                </a:lnTo>
                <a:lnTo>
                  <a:pt x="1328707" y="15480"/>
                </a:lnTo>
                <a:lnTo>
                  <a:pt x="1328907" y="15724"/>
                </a:lnTo>
                <a:lnTo>
                  <a:pt x="1329117" y="15962"/>
                </a:lnTo>
                <a:lnTo>
                  <a:pt x="1329336" y="16195"/>
                </a:lnTo>
                <a:lnTo>
                  <a:pt x="1329566" y="16424"/>
                </a:lnTo>
                <a:lnTo>
                  <a:pt x="1329803" y="16645"/>
                </a:lnTo>
                <a:lnTo>
                  <a:pt x="1330047" y="16857"/>
                </a:lnTo>
                <a:lnTo>
                  <a:pt x="1330297" y="17060"/>
                </a:lnTo>
                <a:lnTo>
                  <a:pt x="1330553" y="17253"/>
                </a:lnTo>
                <a:lnTo>
                  <a:pt x="1330816" y="17437"/>
                </a:lnTo>
                <a:lnTo>
                  <a:pt x="1331085" y="17611"/>
                </a:lnTo>
                <a:lnTo>
                  <a:pt x="1331361" y="17776"/>
                </a:lnTo>
                <a:lnTo>
                  <a:pt x="1331643" y="17931"/>
                </a:lnTo>
                <a:lnTo>
                  <a:pt x="1331931" y="18077"/>
                </a:lnTo>
                <a:lnTo>
                  <a:pt x="1332225" y="18214"/>
                </a:lnTo>
                <a:lnTo>
                  <a:pt x="1332526" y="18341"/>
                </a:lnTo>
                <a:lnTo>
                  <a:pt x="1332833" y="18459"/>
                </a:lnTo>
                <a:lnTo>
                  <a:pt x="1333147" y="18567"/>
                </a:lnTo>
                <a:lnTo>
                  <a:pt x="1333466" y="18666"/>
                </a:lnTo>
                <a:lnTo>
                  <a:pt x="1333793" y="18755"/>
                </a:lnTo>
                <a:lnTo>
                  <a:pt x="1334125" y="18835"/>
                </a:lnTo>
                <a:lnTo>
                  <a:pt x="1334464" y="18906"/>
                </a:lnTo>
                <a:lnTo>
                  <a:pt x="1334809" y="18967"/>
                </a:lnTo>
                <a:lnTo>
                  <a:pt x="1335161" y="19019"/>
                </a:lnTo>
                <a:lnTo>
                  <a:pt x="1335518" y="19061"/>
                </a:lnTo>
                <a:lnTo>
                  <a:pt x="1335883" y="19094"/>
                </a:lnTo>
                <a:lnTo>
                  <a:pt x="1336253" y="19118"/>
                </a:lnTo>
                <a:lnTo>
                  <a:pt x="1336630" y="19132"/>
                </a:lnTo>
                <a:lnTo>
                  <a:pt x="1337013" y="19137"/>
                </a:lnTo>
                <a:lnTo>
                  <a:pt x="1337396" y="19132"/>
                </a:lnTo>
                <a:lnTo>
                  <a:pt x="1337773" y="19118"/>
                </a:lnTo>
                <a:lnTo>
                  <a:pt x="1338144" y="19094"/>
                </a:lnTo>
                <a:lnTo>
                  <a:pt x="1338509" y="19061"/>
                </a:lnTo>
                <a:close/>
                <a:moveTo>
                  <a:pt x="932563" y="122999"/>
                </a:moveTo>
                <a:lnTo>
                  <a:pt x="931865" y="122973"/>
                </a:lnTo>
                <a:lnTo>
                  <a:pt x="931189" y="122930"/>
                </a:lnTo>
                <a:lnTo>
                  <a:pt x="930536" y="122869"/>
                </a:lnTo>
                <a:lnTo>
                  <a:pt x="929905" y="122791"/>
                </a:lnTo>
                <a:lnTo>
                  <a:pt x="929297" y="122696"/>
                </a:lnTo>
                <a:lnTo>
                  <a:pt x="928711" y="122583"/>
                </a:lnTo>
                <a:lnTo>
                  <a:pt x="928148" y="122453"/>
                </a:lnTo>
                <a:lnTo>
                  <a:pt x="927607" y="122306"/>
                </a:lnTo>
                <a:lnTo>
                  <a:pt x="927089" y="122142"/>
                </a:lnTo>
                <a:lnTo>
                  <a:pt x="926593" y="121960"/>
                </a:lnTo>
                <a:lnTo>
                  <a:pt x="926119" y="121761"/>
                </a:lnTo>
                <a:lnTo>
                  <a:pt x="925668" y="121544"/>
                </a:lnTo>
                <a:lnTo>
                  <a:pt x="925239" y="121310"/>
                </a:lnTo>
                <a:lnTo>
                  <a:pt x="924833" y="121059"/>
                </a:lnTo>
                <a:lnTo>
                  <a:pt x="924449" y="120791"/>
                </a:lnTo>
                <a:lnTo>
                  <a:pt x="924088" y="120505"/>
                </a:lnTo>
                <a:lnTo>
                  <a:pt x="923749" y="120202"/>
                </a:lnTo>
                <a:lnTo>
                  <a:pt x="923432" y="119882"/>
                </a:lnTo>
                <a:lnTo>
                  <a:pt x="923138" y="119544"/>
                </a:lnTo>
                <a:lnTo>
                  <a:pt x="922866" y="119189"/>
                </a:lnTo>
                <a:lnTo>
                  <a:pt x="922617" y="118817"/>
                </a:lnTo>
                <a:lnTo>
                  <a:pt x="922390" y="118427"/>
                </a:lnTo>
                <a:lnTo>
                  <a:pt x="922186" y="118020"/>
                </a:lnTo>
                <a:lnTo>
                  <a:pt x="921997" y="117597"/>
                </a:lnTo>
                <a:lnTo>
                  <a:pt x="921815" y="117158"/>
                </a:lnTo>
                <a:lnTo>
                  <a:pt x="921642" y="116705"/>
                </a:lnTo>
                <a:lnTo>
                  <a:pt x="921477" y="116236"/>
                </a:lnTo>
                <a:lnTo>
                  <a:pt x="921320" y="115752"/>
                </a:lnTo>
                <a:lnTo>
                  <a:pt x="921172" y="115253"/>
                </a:lnTo>
                <a:lnTo>
                  <a:pt x="921031" y="114739"/>
                </a:lnTo>
                <a:lnTo>
                  <a:pt x="920898" y="114209"/>
                </a:lnTo>
                <a:lnTo>
                  <a:pt x="920773" y="113665"/>
                </a:lnTo>
                <a:lnTo>
                  <a:pt x="920656" y="113105"/>
                </a:lnTo>
                <a:lnTo>
                  <a:pt x="920548" y="112530"/>
                </a:lnTo>
                <a:lnTo>
                  <a:pt x="920447" y="111940"/>
                </a:lnTo>
                <a:lnTo>
                  <a:pt x="920355" y="111334"/>
                </a:lnTo>
                <a:lnTo>
                  <a:pt x="920270" y="110714"/>
                </a:lnTo>
                <a:lnTo>
                  <a:pt x="920194" y="110078"/>
                </a:lnTo>
                <a:lnTo>
                  <a:pt x="920125" y="109427"/>
                </a:lnTo>
                <a:lnTo>
                  <a:pt x="920065" y="108761"/>
                </a:lnTo>
                <a:lnTo>
                  <a:pt x="920012" y="108080"/>
                </a:lnTo>
                <a:lnTo>
                  <a:pt x="919968" y="107383"/>
                </a:lnTo>
                <a:lnTo>
                  <a:pt x="919932" y="106672"/>
                </a:lnTo>
                <a:lnTo>
                  <a:pt x="919904" y="105945"/>
                </a:lnTo>
                <a:lnTo>
                  <a:pt x="919884" y="105203"/>
                </a:lnTo>
                <a:lnTo>
                  <a:pt x="919872" y="104446"/>
                </a:lnTo>
                <a:lnTo>
                  <a:pt x="919868" y="103674"/>
                </a:lnTo>
                <a:lnTo>
                  <a:pt x="919868" y="50604"/>
                </a:lnTo>
                <a:lnTo>
                  <a:pt x="943542" y="50604"/>
                </a:lnTo>
                <a:lnTo>
                  <a:pt x="943542" y="37287"/>
                </a:lnTo>
                <a:lnTo>
                  <a:pt x="919868" y="37287"/>
                </a:lnTo>
                <a:lnTo>
                  <a:pt x="919868" y="15290"/>
                </a:lnTo>
                <a:lnTo>
                  <a:pt x="903493" y="15290"/>
                </a:lnTo>
                <a:lnTo>
                  <a:pt x="903493" y="37287"/>
                </a:lnTo>
                <a:lnTo>
                  <a:pt x="887414" y="37287"/>
                </a:lnTo>
                <a:lnTo>
                  <a:pt x="887414" y="50604"/>
                </a:lnTo>
                <a:lnTo>
                  <a:pt x="903493" y="50604"/>
                </a:lnTo>
                <a:lnTo>
                  <a:pt x="903493" y="104142"/>
                </a:lnTo>
                <a:lnTo>
                  <a:pt x="903497" y="104980"/>
                </a:lnTo>
                <a:lnTo>
                  <a:pt x="903509" y="105808"/>
                </a:lnTo>
                <a:lnTo>
                  <a:pt x="903529" y="106625"/>
                </a:lnTo>
                <a:lnTo>
                  <a:pt x="903557" y="107433"/>
                </a:lnTo>
                <a:lnTo>
                  <a:pt x="903594" y="108230"/>
                </a:lnTo>
                <a:lnTo>
                  <a:pt x="903638" y="109017"/>
                </a:lnTo>
                <a:lnTo>
                  <a:pt x="903690" y="109794"/>
                </a:lnTo>
                <a:lnTo>
                  <a:pt x="903750" y="110562"/>
                </a:lnTo>
                <a:lnTo>
                  <a:pt x="903819" y="111318"/>
                </a:lnTo>
                <a:lnTo>
                  <a:pt x="903895" y="112065"/>
                </a:lnTo>
                <a:lnTo>
                  <a:pt x="903980" y="112802"/>
                </a:lnTo>
                <a:lnTo>
                  <a:pt x="904072" y="113529"/>
                </a:lnTo>
                <a:lnTo>
                  <a:pt x="904173" y="114245"/>
                </a:lnTo>
                <a:lnTo>
                  <a:pt x="904282" y="114952"/>
                </a:lnTo>
                <a:lnTo>
                  <a:pt x="904398" y="115648"/>
                </a:lnTo>
                <a:lnTo>
                  <a:pt x="904523" y="116334"/>
                </a:lnTo>
                <a:lnTo>
                  <a:pt x="904656" y="117010"/>
                </a:lnTo>
                <a:lnTo>
                  <a:pt x="904797" y="117676"/>
                </a:lnTo>
                <a:lnTo>
                  <a:pt x="904946" y="118332"/>
                </a:lnTo>
                <a:lnTo>
                  <a:pt x="905103" y="118978"/>
                </a:lnTo>
                <a:lnTo>
                  <a:pt x="905268" y="119614"/>
                </a:lnTo>
                <a:lnTo>
                  <a:pt x="905441" y="120239"/>
                </a:lnTo>
                <a:lnTo>
                  <a:pt x="905622" y="120855"/>
                </a:lnTo>
                <a:lnTo>
                  <a:pt x="905811" y="121460"/>
                </a:lnTo>
                <a:lnTo>
                  <a:pt x="906011" y="122054"/>
                </a:lnTo>
                <a:lnTo>
                  <a:pt x="906224" y="122637"/>
                </a:lnTo>
                <a:lnTo>
                  <a:pt x="906451" y="123208"/>
                </a:lnTo>
                <a:lnTo>
                  <a:pt x="906692" y="123767"/>
                </a:lnTo>
                <a:lnTo>
                  <a:pt x="906946" y="124314"/>
                </a:lnTo>
                <a:lnTo>
                  <a:pt x="907214" y="124850"/>
                </a:lnTo>
                <a:lnTo>
                  <a:pt x="907495" y="125374"/>
                </a:lnTo>
                <a:lnTo>
                  <a:pt x="907789" y="125886"/>
                </a:lnTo>
                <a:lnTo>
                  <a:pt x="908098" y="126387"/>
                </a:lnTo>
                <a:lnTo>
                  <a:pt x="908419" y="126876"/>
                </a:lnTo>
                <a:lnTo>
                  <a:pt x="908754" y="127353"/>
                </a:lnTo>
                <a:lnTo>
                  <a:pt x="909103" y="127819"/>
                </a:lnTo>
                <a:lnTo>
                  <a:pt x="909466" y="128273"/>
                </a:lnTo>
                <a:lnTo>
                  <a:pt x="909841" y="128715"/>
                </a:lnTo>
                <a:lnTo>
                  <a:pt x="910231" y="129145"/>
                </a:lnTo>
                <a:lnTo>
                  <a:pt x="910634" y="129564"/>
                </a:lnTo>
                <a:lnTo>
                  <a:pt x="911050" y="129971"/>
                </a:lnTo>
                <a:lnTo>
                  <a:pt x="911480" y="130366"/>
                </a:lnTo>
                <a:lnTo>
                  <a:pt x="911923" y="130750"/>
                </a:lnTo>
                <a:lnTo>
                  <a:pt x="912380" y="131122"/>
                </a:lnTo>
                <a:lnTo>
                  <a:pt x="912851" y="131482"/>
                </a:lnTo>
                <a:lnTo>
                  <a:pt x="913335" y="131831"/>
                </a:lnTo>
                <a:lnTo>
                  <a:pt x="913833" y="132168"/>
                </a:lnTo>
                <a:lnTo>
                  <a:pt x="914344" y="132493"/>
                </a:lnTo>
                <a:lnTo>
                  <a:pt x="914871" y="132805"/>
                </a:lnTo>
                <a:lnTo>
                  <a:pt x="915417" y="133105"/>
                </a:lnTo>
                <a:lnTo>
                  <a:pt x="915982" y="133391"/>
                </a:lnTo>
                <a:lnTo>
                  <a:pt x="916566" y="133664"/>
                </a:lnTo>
                <a:lnTo>
                  <a:pt x="917168" y="133923"/>
                </a:lnTo>
                <a:lnTo>
                  <a:pt x="917790" y="134169"/>
                </a:lnTo>
                <a:lnTo>
                  <a:pt x="918430" y="134402"/>
                </a:lnTo>
                <a:lnTo>
                  <a:pt x="919089" y="134621"/>
                </a:lnTo>
                <a:lnTo>
                  <a:pt x="919767" y="134828"/>
                </a:lnTo>
                <a:lnTo>
                  <a:pt x="920464" y="135021"/>
                </a:lnTo>
                <a:lnTo>
                  <a:pt x="921180" y="135200"/>
                </a:lnTo>
                <a:lnTo>
                  <a:pt x="921914" y="135367"/>
                </a:lnTo>
                <a:lnTo>
                  <a:pt x="922668" y="135520"/>
                </a:lnTo>
                <a:lnTo>
                  <a:pt x="923440" y="135659"/>
                </a:lnTo>
                <a:lnTo>
                  <a:pt x="924231" y="135786"/>
                </a:lnTo>
                <a:lnTo>
                  <a:pt x="925041" y="135899"/>
                </a:lnTo>
                <a:lnTo>
                  <a:pt x="925870" y="135998"/>
                </a:lnTo>
                <a:lnTo>
                  <a:pt x="926717" y="136085"/>
                </a:lnTo>
                <a:lnTo>
                  <a:pt x="927584" y="136158"/>
                </a:lnTo>
                <a:lnTo>
                  <a:pt x="928469" y="136218"/>
                </a:lnTo>
                <a:lnTo>
                  <a:pt x="929373" y="136265"/>
                </a:lnTo>
                <a:lnTo>
                  <a:pt x="930296" y="136298"/>
                </a:lnTo>
                <a:lnTo>
                  <a:pt x="931237" y="136318"/>
                </a:lnTo>
                <a:lnTo>
                  <a:pt x="932198" y="136324"/>
                </a:lnTo>
                <a:lnTo>
                  <a:pt x="943739" y="136324"/>
                </a:lnTo>
                <a:lnTo>
                  <a:pt x="943739" y="123008"/>
                </a:lnTo>
                <a:lnTo>
                  <a:pt x="933283" y="123008"/>
                </a:lnTo>
                <a:lnTo>
                  <a:pt x="932563" y="122999"/>
                </a:lnTo>
                <a:close/>
                <a:moveTo>
                  <a:pt x="1411553" y="122999"/>
                </a:moveTo>
                <a:lnTo>
                  <a:pt x="1410855" y="122973"/>
                </a:lnTo>
                <a:lnTo>
                  <a:pt x="1410180" y="122930"/>
                </a:lnTo>
                <a:lnTo>
                  <a:pt x="1409527" y="122869"/>
                </a:lnTo>
                <a:lnTo>
                  <a:pt x="1408896" y="122791"/>
                </a:lnTo>
                <a:lnTo>
                  <a:pt x="1408288" y="122696"/>
                </a:lnTo>
                <a:lnTo>
                  <a:pt x="1407702" y="122583"/>
                </a:lnTo>
                <a:lnTo>
                  <a:pt x="1407139" y="122453"/>
                </a:lnTo>
                <a:lnTo>
                  <a:pt x="1406598" y="122306"/>
                </a:lnTo>
                <a:lnTo>
                  <a:pt x="1406079" y="122142"/>
                </a:lnTo>
                <a:lnTo>
                  <a:pt x="1405583" y="121960"/>
                </a:lnTo>
                <a:lnTo>
                  <a:pt x="1405110" y="121761"/>
                </a:lnTo>
                <a:lnTo>
                  <a:pt x="1404658" y="121544"/>
                </a:lnTo>
                <a:lnTo>
                  <a:pt x="1404230" y="121310"/>
                </a:lnTo>
                <a:lnTo>
                  <a:pt x="1403823" y="121059"/>
                </a:lnTo>
                <a:lnTo>
                  <a:pt x="1403439" y="120791"/>
                </a:lnTo>
                <a:lnTo>
                  <a:pt x="1403078" y="120505"/>
                </a:lnTo>
                <a:lnTo>
                  <a:pt x="1402739" y="120202"/>
                </a:lnTo>
                <a:lnTo>
                  <a:pt x="1402422" y="119882"/>
                </a:lnTo>
                <a:lnTo>
                  <a:pt x="1402128" y="119544"/>
                </a:lnTo>
                <a:lnTo>
                  <a:pt x="1401857" y="119189"/>
                </a:lnTo>
                <a:lnTo>
                  <a:pt x="1401607" y="118817"/>
                </a:lnTo>
                <a:lnTo>
                  <a:pt x="1401381" y="118427"/>
                </a:lnTo>
                <a:lnTo>
                  <a:pt x="1401176" y="118020"/>
                </a:lnTo>
                <a:lnTo>
                  <a:pt x="1400987" y="117597"/>
                </a:lnTo>
                <a:lnTo>
                  <a:pt x="1400806" y="117158"/>
                </a:lnTo>
                <a:lnTo>
                  <a:pt x="1400633" y="116705"/>
                </a:lnTo>
                <a:lnTo>
                  <a:pt x="1400468" y="116236"/>
                </a:lnTo>
                <a:lnTo>
                  <a:pt x="1400311" y="115752"/>
                </a:lnTo>
                <a:lnTo>
                  <a:pt x="1400162" y="115253"/>
                </a:lnTo>
                <a:lnTo>
                  <a:pt x="1400021" y="114739"/>
                </a:lnTo>
                <a:lnTo>
                  <a:pt x="1399888" y="114209"/>
                </a:lnTo>
                <a:lnTo>
                  <a:pt x="1399764" y="113665"/>
                </a:lnTo>
                <a:lnTo>
                  <a:pt x="1399647" y="113105"/>
                </a:lnTo>
                <a:lnTo>
                  <a:pt x="1399538" y="112530"/>
                </a:lnTo>
                <a:lnTo>
                  <a:pt x="1399438" y="111940"/>
                </a:lnTo>
                <a:lnTo>
                  <a:pt x="1399345" y="111334"/>
                </a:lnTo>
                <a:lnTo>
                  <a:pt x="1399261" y="110714"/>
                </a:lnTo>
                <a:lnTo>
                  <a:pt x="1399184" y="110078"/>
                </a:lnTo>
                <a:lnTo>
                  <a:pt x="1399116" y="109427"/>
                </a:lnTo>
                <a:lnTo>
                  <a:pt x="1399055" y="108761"/>
                </a:lnTo>
                <a:lnTo>
                  <a:pt x="1399003" y="108080"/>
                </a:lnTo>
                <a:lnTo>
                  <a:pt x="1398959" y="107383"/>
                </a:lnTo>
                <a:lnTo>
                  <a:pt x="1398922" y="106672"/>
                </a:lnTo>
                <a:lnTo>
                  <a:pt x="1398894" y="105945"/>
                </a:lnTo>
                <a:lnTo>
                  <a:pt x="1398874" y="105203"/>
                </a:lnTo>
                <a:lnTo>
                  <a:pt x="1398862" y="104446"/>
                </a:lnTo>
                <a:lnTo>
                  <a:pt x="1398858" y="103674"/>
                </a:lnTo>
                <a:lnTo>
                  <a:pt x="1398858" y="50604"/>
                </a:lnTo>
                <a:lnTo>
                  <a:pt x="1422532" y="50604"/>
                </a:lnTo>
                <a:lnTo>
                  <a:pt x="1422532" y="37287"/>
                </a:lnTo>
                <a:lnTo>
                  <a:pt x="1398858" y="37287"/>
                </a:lnTo>
                <a:lnTo>
                  <a:pt x="1398858" y="15290"/>
                </a:lnTo>
                <a:lnTo>
                  <a:pt x="1382483" y="15290"/>
                </a:lnTo>
                <a:lnTo>
                  <a:pt x="1382483" y="37287"/>
                </a:lnTo>
                <a:lnTo>
                  <a:pt x="1366405" y="37287"/>
                </a:lnTo>
                <a:lnTo>
                  <a:pt x="1366405" y="50604"/>
                </a:lnTo>
                <a:lnTo>
                  <a:pt x="1382483" y="50604"/>
                </a:lnTo>
                <a:lnTo>
                  <a:pt x="1382483" y="104142"/>
                </a:lnTo>
                <a:lnTo>
                  <a:pt x="1382487" y="104980"/>
                </a:lnTo>
                <a:lnTo>
                  <a:pt x="1382499" y="105808"/>
                </a:lnTo>
                <a:lnTo>
                  <a:pt x="1382520" y="106625"/>
                </a:lnTo>
                <a:lnTo>
                  <a:pt x="1382548" y="107433"/>
                </a:lnTo>
                <a:lnTo>
                  <a:pt x="1382584" y="108230"/>
                </a:lnTo>
                <a:lnTo>
                  <a:pt x="1382628" y="109017"/>
                </a:lnTo>
                <a:lnTo>
                  <a:pt x="1382681" y="109794"/>
                </a:lnTo>
                <a:lnTo>
                  <a:pt x="1382741" y="110562"/>
                </a:lnTo>
                <a:lnTo>
                  <a:pt x="1382809" y="111318"/>
                </a:lnTo>
                <a:lnTo>
                  <a:pt x="1382886" y="112065"/>
                </a:lnTo>
                <a:lnTo>
                  <a:pt x="1382970" y="112802"/>
                </a:lnTo>
                <a:lnTo>
                  <a:pt x="1383063" y="113529"/>
                </a:lnTo>
                <a:lnTo>
                  <a:pt x="1383163" y="114245"/>
                </a:lnTo>
                <a:lnTo>
                  <a:pt x="1383272" y="114952"/>
                </a:lnTo>
                <a:lnTo>
                  <a:pt x="1383389" y="115648"/>
                </a:lnTo>
                <a:lnTo>
                  <a:pt x="1383514" y="116334"/>
                </a:lnTo>
                <a:lnTo>
                  <a:pt x="1383646" y="117010"/>
                </a:lnTo>
                <a:lnTo>
                  <a:pt x="1383787" y="117676"/>
                </a:lnTo>
                <a:lnTo>
                  <a:pt x="1383936" y="118332"/>
                </a:lnTo>
                <a:lnTo>
                  <a:pt x="1384093" y="118978"/>
                </a:lnTo>
                <a:lnTo>
                  <a:pt x="1384258" y="119614"/>
                </a:lnTo>
                <a:lnTo>
                  <a:pt x="1384431" y="120239"/>
                </a:lnTo>
                <a:lnTo>
                  <a:pt x="1384612" y="120855"/>
                </a:lnTo>
                <a:lnTo>
                  <a:pt x="1384801" y="121460"/>
                </a:lnTo>
                <a:lnTo>
                  <a:pt x="1385001" y="122054"/>
                </a:lnTo>
                <a:lnTo>
                  <a:pt x="1385215" y="122637"/>
                </a:lnTo>
                <a:lnTo>
                  <a:pt x="1385442" y="123208"/>
                </a:lnTo>
                <a:lnTo>
                  <a:pt x="1385682" y="123767"/>
                </a:lnTo>
                <a:lnTo>
                  <a:pt x="1385936" y="124314"/>
                </a:lnTo>
                <a:lnTo>
                  <a:pt x="1386204" y="124850"/>
                </a:lnTo>
                <a:lnTo>
                  <a:pt x="1386485" y="125374"/>
                </a:lnTo>
                <a:lnTo>
                  <a:pt x="1386780" y="125886"/>
                </a:lnTo>
                <a:lnTo>
                  <a:pt x="1387088" y="126387"/>
                </a:lnTo>
                <a:lnTo>
                  <a:pt x="1387410" y="126876"/>
                </a:lnTo>
                <a:lnTo>
                  <a:pt x="1387745" y="127353"/>
                </a:lnTo>
                <a:lnTo>
                  <a:pt x="1388094" y="127819"/>
                </a:lnTo>
                <a:lnTo>
                  <a:pt x="1388456" y="128273"/>
                </a:lnTo>
                <a:lnTo>
                  <a:pt x="1388832" y="128715"/>
                </a:lnTo>
                <a:lnTo>
                  <a:pt x="1389221" y="129145"/>
                </a:lnTo>
                <a:lnTo>
                  <a:pt x="1389624" y="129564"/>
                </a:lnTo>
                <a:lnTo>
                  <a:pt x="1390040" y="129971"/>
                </a:lnTo>
                <a:lnTo>
                  <a:pt x="1390470" y="130366"/>
                </a:lnTo>
                <a:lnTo>
                  <a:pt x="1390914" y="130750"/>
                </a:lnTo>
                <a:lnTo>
                  <a:pt x="1391371" y="131122"/>
                </a:lnTo>
                <a:lnTo>
                  <a:pt x="1391841" y="131482"/>
                </a:lnTo>
                <a:lnTo>
                  <a:pt x="1392325" y="131831"/>
                </a:lnTo>
                <a:lnTo>
                  <a:pt x="1392823" y="132168"/>
                </a:lnTo>
                <a:lnTo>
                  <a:pt x="1393334" y="132493"/>
                </a:lnTo>
                <a:lnTo>
                  <a:pt x="1393861" y="132805"/>
                </a:lnTo>
                <a:lnTo>
                  <a:pt x="1394407" y="133105"/>
                </a:lnTo>
                <a:lnTo>
                  <a:pt x="1394972" y="133391"/>
                </a:lnTo>
                <a:lnTo>
                  <a:pt x="1395556" y="133664"/>
                </a:lnTo>
                <a:lnTo>
                  <a:pt x="1396159" y="133923"/>
                </a:lnTo>
                <a:lnTo>
                  <a:pt x="1396780" y="134169"/>
                </a:lnTo>
                <a:lnTo>
                  <a:pt x="1397421" y="134402"/>
                </a:lnTo>
                <a:lnTo>
                  <a:pt x="1398080" y="134621"/>
                </a:lnTo>
                <a:lnTo>
                  <a:pt x="1398758" y="134828"/>
                </a:lnTo>
                <a:lnTo>
                  <a:pt x="1399455" y="135021"/>
                </a:lnTo>
                <a:lnTo>
                  <a:pt x="1400170" y="135200"/>
                </a:lnTo>
                <a:lnTo>
                  <a:pt x="1400905" y="135367"/>
                </a:lnTo>
                <a:lnTo>
                  <a:pt x="1401658" y="135520"/>
                </a:lnTo>
                <a:lnTo>
                  <a:pt x="1402430" y="135659"/>
                </a:lnTo>
                <a:lnTo>
                  <a:pt x="1403221" y="135786"/>
                </a:lnTo>
                <a:lnTo>
                  <a:pt x="1404031" y="135899"/>
                </a:lnTo>
                <a:lnTo>
                  <a:pt x="1404860" y="135998"/>
                </a:lnTo>
                <a:lnTo>
                  <a:pt x="1405708" y="136085"/>
                </a:lnTo>
                <a:lnTo>
                  <a:pt x="1406574" y="136158"/>
                </a:lnTo>
                <a:lnTo>
                  <a:pt x="1407459" y="136218"/>
                </a:lnTo>
                <a:lnTo>
                  <a:pt x="1408363" y="136265"/>
                </a:lnTo>
                <a:lnTo>
                  <a:pt x="1409286" y="136298"/>
                </a:lnTo>
                <a:lnTo>
                  <a:pt x="1410228" y="136318"/>
                </a:lnTo>
                <a:lnTo>
                  <a:pt x="1411188" y="136324"/>
                </a:lnTo>
                <a:lnTo>
                  <a:pt x="1422730" y="136324"/>
                </a:lnTo>
                <a:lnTo>
                  <a:pt x="1422730" y="123008"/>
                </a:lnTo>
                <a:lnTo>
                  <a:pt x="1412273" y="123008"/>
                </a:lnTo>
                <a:lnTo>
                  <a:pt x="1411553" y="122999"/>
                </a:lnTo>
                <a:close/>
                <a:moveTo>
                  <a:pt x="1277145" y="65271"/>
                </a:moveTo>
                <a:lnTo>
                  <a:pt x="1277415" y="64903"/>
                </a:lnTo>
                <a:lnTo>
                  <a:pt x="1277689" y="64539"/>
                </a:lnTo>
                <a:lnTo>
                  <a:pt x="1277966" y="64179"/>
                </a:lnTo>
                <a:lnTo>
                  <a:pt x="1278246" y="63823"/>
                </a:lnTo>
                <a:lnTo>
                  <a:pt x="1278529" y="63471"/>
                </a:lnTo>
                <a:lnTo>
                  <a:pt x="1278815" y="63122"/>
                </a:lnTo>
                <a:lnTo>
                  <a:pt x="1279105" y="62777"/>
                </a:lnTo>
                <a:lnTo>
                  <a:pt x="1279397" y="62436"/>
                </a:lnTo>
                <a:lnTo>
                  <a:pt x="1279692" y="62098"/>
                </a:lnTo>
                <a:lnTo>
                  <a:pt x="1279991" y="61764"/>
                </a:lnTo>
                <a:lnTo>
                  <a:pt x="1280292" y="61434"/>
                </a:lnTo>
                <a:lnTo>
                  <a:pt x="1280597" y="61108"/>
                </a:lnTo>
                <a:lnTo>
                  <a:pt x="1280905" y="60785"/>
                </a:lnTo>
                <a:lnTo>
                  <a:pt x="1281216" y="60467"/>
                </a:lnTo>
                <a:lnTo>
                  <a:pt x="1281529" y="60152"/>
                </a:lnTo>
                <a:lnTo>
                  <a:pt x="1281846" y="59840"/>
                </a:lnTo>
                <a:lnTo>
                  <a:pt x="1282167" y="59533"/>
                </a:lnTo>
                <a:lnTo>
                  <a:pt x="1282490" y="59229"/>
                </a:lnTo>
                <a:lnTo>
                  <a:pt x="1282816" y="58929"/>
                </a:lnTo>
                <a:lnTo>
                  <a:pt x="1283145" y="58633"/>
                </a:lnTo>
                <a:lnTo>
                  <a:pt x="1283478" y="58340"/>
                </a:lnTo>
                <a:lnTo>
                  <a:pt x="1283813" y="58051"/>
                </a:lnTo>
                <a:lnTo>
                  <a:pt x="1284153" y="57767"/>
                </a:lnTo>
                <a:lnTo>
                  <a:pt x="1284497" y="57488"/>
                </a:lnTo>
                <a:lnTo>
                  <a:pt x="1284846" y="57214"/>
                </a:lnTo>
                <a:lnTo>
                  <a:pt x="1285200" y="56945"/>
                </a:lnTo>
                <a:lnTo>
                  <a:pt x="1285558" y="56681"/>
                </a:lnTo>
                <a:lnTo>
                  <a:pt x="1285922" y="56423"/>
                </a:lnTo>
                <a:lnTo>
                  <a:pt x="1286290" y="56170"/>
                </a:lnTo>
                <a:lnTo>
                  <a:pt x="1286663" y="55922"/>
                </a:lnTo>
                <a:lnTo>
                  <a:pt x="1287041" y="55679"/>
                </a:lnTo>
                <a:lnTo>
                  <a:pt x="1287423" y="55441"/>
                </a:lnTo>
                <a:lnTo>
                  <a:pt x="1287811" y="55208"/>
                </a:lnTo>
                <a:lnTo>
                  <a:pt x="1288203" y="54981"/>
                </a:lnTo>
                <a:lnTo>
                  <a:pt x="1288600" y="54759"/>
                </a:lnTo>
                <a:lnTo>
                  <a:pt x="1289002" y="54542"/>
                </a:lnTo>
                <a:lnTo>
                  <a:pt x="1289408" y="54330"/>
                </a:lnTo>
                <a:lnTo>
                  <a:pt x="1289819" y="54123"/>
                </a:lnTo>
                <a:lnTo>
                  <a:pt x="1290236" y="53922"/>
                </a:lnTo>
                <a:lnTo>
                  <a:pt x="1290657" y="53726"/>
                </a:lnTo>
                <a:lnTo>
                  <a:pt x="1291082" y="53535"/>
                </a:lnTo>
                <a:lnTo>
                  <a:pt x="1291513" y="53349"/>
                </a:lnTo>
                <a:lnTo>
                  <a:pt x="1291948" y="53168"/>
                </a:lnTo>
                <a:lnTo>
                  <a:pt x="1292388" y="52992"/>
                </a:lnTo>
                <a:lnTo>
                  <a:pt x="1292833" y="52822"/>
                </a:lnTo>
                <a:lnTo>
                  <a:pt x="1293283" y="52657"/>
                </a:lnTo>
                <a:lnTo>
                  <a:pt x="1293738" y="52497"/>
                </a:lnTo>
                <a:lnTo>
                  <a:pt x="1294199" y="52345"/>
                </a:lnTo>
                <a:lnTo>
                  <a:pt x="1294667" y="52199"/>
                </a:lnTo>
                <a:lnTo>
                  <a:pt x="1295141" y="52060"/>
                </a:lnTo>
                <a:lnTo>
                  <a:pt x="1295621" y="51927"/>
                </a:lnTo>
                <a:lnTo>
                  <a:pt x="1296107" y="51802"/>
                </a:lnTo>
                <a:lnTo>
                  <a:pt x="1296599" y="51683"/>
                </a:lnTo>
                <a:lnTo>
                  <a:pt x="1297097" y="51571"/>
                </a:lnTo>
                <a:lnTo>
                  <a:pt x="1297602" y="51466"/>
                </a:lnTo>
                <a:lnTo>
                  <a:pt x="1298112" y="51367"/>
                </a:lnTo>
                <a:lnTo>
                  <a:pt x="1298629" y="51276"/>
                </a:lnTo>
                <a:lnTo>
                  <a:pt x="1299152" y="51191"/>
                </a:lnTo>
                <a:lnTo>
                  <a:pt x="1299681" y="51113"/>
                </a:lnTo>
                <a:lnTo>
                  <a:pt x="1300217" y="51042"/>
                </a:lnTo>
                <a:lnTo>
                  <a:pt x="1300758" y="50977"/>
                </a:lnTo>
                <a:lnTo>
                  <a:pt x="1301306" y="50920"/>
                </a:lnTo>
                <a:lnTo>
                  <a:pt x="1301860" y="50869"/>
                </a:lnTo>
                <a:lnTo>
                  <a:pt x="1302420" y="50825"/>
                </a:lnTo>
                <a:lnTo>
                  <a:pt x="1302986" y="50787"/>
                </a:lnTo>
                <a:lnTo>
                  <a:pt x="1303558" y="50757"/>
                </a:lnTo>
                <a:lnTo>
                  <a:pt x="1304137" y="50733"/>
                </a:lnTo>
                <a:lnTo>
                  <a:pt x="1304721" y="50716"/>
                </a:lnTo>
                <a:lnTo>
                  <a:pt x="1305312" y="50706"/>
                </a:lnTo>
                <a:lnTo>
                  <a:pt x="1305909" y="50702"/>
                </a:lnTo>
                <a:lnTo>
                  <a:pt x="1308178" y="50702"/>
                </a:lnTo>
                <a:lnTo>
                  <a:pt x="1308178" y="35610"/>
                </a:lnTo>
                <a:lnTo>
                  <a:pt x="1306205" y="35610"/>
                </a:lnTo>
                <a:lnTo>
                  <a:pt x="1305251" y="35619"/>
                </a:lnTo>
                <a:lnTo>
                  <a:pt x="1304312" y="35645"/>
                </a:lnTo>
                <a:lnTo>
                  <a:pt x="1303388" y="35689"/>
                </a:lnTo>
                <a:lnTo>
                  <a:pt x="1302479" y="35750"/>
                </a:lnTo>
                <a:lnTo>
                  <a:pt x="1301585" y="35828"/>
                </a:lnTo>
                <a:lnTo>
                  <a:pt x="1300706" y="35924"/>
                </a:lnTo>
                <a:lnTo>
                  <a:pt x="1299842" y="36038"/>
                </a:lnTo>
                <a:lnTo>
                  <a:pt x="1298993" y="36169"/>
                </a:lnTo>
                <a:lnTo>
                  <a:pt x="1298160" y="36318"/>
                </a:lnTo>
                <a:lnTo>
                  <a:pt x="1297341" y="36483"/>
                </a:lnTo>
                <a:lnTo>
                  <a:pt x="1296537" y="36667"/>
                </a:lnTo>
                <a:lnTo>
                  <a:pt x="1295749" y="36868"/>
                </a:lnTo>
                <a:lnTo>
                  <a:pt x="1294976" y="37086"/>
                </a:lnTo>
                <a:lnTo>
                  <a:pt x="1294217" y="37322"/>
                </a:lnTo>
                <a:lnTo>
                  <a:pt x="1293474" y="37575"/>
                </a:lnTo>
                <a:lnTo>
                  <a:pt x="1292746" y="37846"/>
                </a:lnTo>
                <a:lnTo>
                  <a:pt x="1292033" y="38134"/>
                </a:lnTo>
                <a:lnTo>
                  <a:pt x="1291335" y="38440"/>
                </a:lnTo>
                <a:lnTo>
                  <a:pt x="1290652" y="38763"/>
                </a:lnTo>
                <a:lnTo>
                  <a:pt x="1289984" y="39104"/>
                </a:lnTo>
                <a:lnTo>
                  <a:pt x="1289331" y="39462"/>
                </a:lnTo>
                <a:lnTo>
                  <a:pt x="1288693" y="39837"/>
                </a:lnTo>
                <a:lnTo>
                  <a:pt x="1288071" y="40230"/>
                </a:lnTo>
                <a:lnTo>
                  <a:pt x="1287463" y="40641"/>
                </a:lnTo>
                <a:lnTo>
                  <a:pt x="1286868" y="41064"/>
                </a:lnTo>
                <a:lnTo>
                  <a:pt x="1286285" y="41496"/>
                </a:lnTo>
                <a:lnTo>
                  <a:pt x="1285712" y="41937"/>
                </a:lnTo>
                <a:lnTo>
                  <a:pt x="1285150" y="42386"/>
                </a:lnTo>
                <a:lnTo>
                  <a:pt x="1284600" y="42844"/>
                </a:lnTo>
                <a:lnTo>
                  <a:pt x="1284060" y="43310"/>
                </a:lnTo>
                <a:lnTo>
                  <a:pt x="1283531" y="43785"/>
                </a:lnTo>
                <a:lnTo>
                  <a:pt x="1283013" y="44269"/>
                </a:lnTo>
                <a:lnTo>
                  <a:pt x="1282506" y="44761"/>
                </a:lnTo>
                <a:lnTo>
                  <a:pt x="1282010" y="45261"/>
                </a:lnTo>
                <a:lnTo>
                  <a:pt x="1281525" y="45770"/>
                </a:lnTo>
                <a:lnTo>
                  <a:pt x="1281051" y="46288"/>
                </a:lnTo>
                <a:lnTo>
                  <a:pt x="1280588" y="46814"/>
                </a:lnTo>
                <a:lnTo>
                  <a:pt x="1280136" y="47349"/>
                </a:lnTo>
                <a:lnTo>
                  <a:pt x="1279695" y="47893"/>
                </a:lnTo>
                <a:lnTo>
                  <a:pt x="1279265" y="48445"/>
                </a:lnTo>
                <a:lnTo>
                  <a:pt x="1278845" y="49005"/>
                </a:lnTo>
                <a:lnTo>
                  <a:pt x="1278437" y="49574"/>
                </a:lnTo>
                <a:lnTo>
                  <a:pt x="1278040" y="50152"/>
                </a:lnTo>
                <a:lnTo>
                  <a:pt x="1277653" y="50738"/>
                </a:lnTo>
                <a:lnTo>
                  <a:pt x="1277278" y="51333"/>
                </a:lnTo>
                <a:lnTo>
                  <a:pt x="1276914" y="51936"/>
                </a:lnTo>
                <a:lnTo>
                  <a:pt x="1276560" y="52548"/>
                </a:lnTo>
                <a:lnTo>
                  <a:pt x="1276218" y="53169"/>
                </a:lnTo>
                <a:lnTo>
                  <a:pt x="1275626" y="37287"/>
                </a:lnTo>
                <a:lnTo>
                  <a:pt x="1260139" y="37287"/>
                </a:lnTo>
                <a:lnTo>
                  <a:pt x="1260139" y="136324"/>
                </a:lnTo>
                <a:lnTo>
                  <a:pt x="1276612" y="136324"/>
                </a:lnTo>
                <a:lnTo>
                  <a:pt x="1276612" y="66017"/>
                </a:lnTo>
                <a:lnTo>
                  <a:pt x="1276877" y="65642"/>
                </a:lnTo>
                <a:lnTo>
                  <a:pt x="1277145" y="65271"/>
                </a:lnTo>
                <a:close/>
                <a:moveTo>
                  <a:pt x="1212336" y="136324"/>
                </a:moveTo>
                <a:lnTo>
                  <a:pt x="1243013" y="37287"/>
                </a:lnTo>
                <a:lnTo>
                  <a:pt x="1226836" y="37287"/>
                </a:lnTo>
                <a:lnTo>
                  <a:pt x="1204247" y="117108"/>
                </a:lnTo>
                <a:lnTo>
                  <a:pt x="1180868" y="37287"/>
                </a:lnTo>
                <a:lnTo>
                  <a:pt x="1162620" y="37287"/>
                </a:lnTo>
                <a:lnTo>
                  <a:pt x="1139636" y="117209"/>
                </a:lnTo>
                <a:lnTo>
                  <a:pt x="1116849" y="37287"/>
                </a:lnTo>
                <a:lnTo>
                  <a:pt x="1099685" y="37287"/>
                </a:lnTo>
                <a:lnTo>
                  <a:pt x="1130363" y="136324"/>
                </a:lnTo>
                <a:lnTo>
                  <a:pt x="1147922" y="136324"/>
                </a:lnTo>
                <a:lnTo>
                  <a:pt x="1171399" y="55690"/>
                </a:lnTo>
                <a:lnTo>
                  <a:pt x="1194974" y="136324"/>
                </a:lnTo>
                <a:lnTo>
                  <a:pt x="1212336" y="136324"/>
                </a:lnTo>
                <a:close/>
                <a:moveTo>
                  <a:pt x="1328826" y="136324"/>
                </a:moveTo>
                <a:lnTo>
                  <a:pt x="1345299" y="136324"/>
                </a:lnTo>
                <a:lnTo>
                  <a:pt x="1345299" y="37287"/>
                </a:lnTo>
                <a:lnTo>
                  <a:pt x="1328826" y="37287"/>
                </a:lnTo>
                <a:lnTo>
                  <a:pt x="1328826" y="136324"/>
                </a:lnTo>
                <a:close/>
                <a:moveTo>
                  <a:pt x="1007212" y="137929"/>
                </a:moveTo>
                <a:lnTo>
                  <a:pt x="1008347" y="137833"/>
                </a:lnTo>
                <a:lnTo>
                  <a:pt x="1009467" y="137716"/>
                </a:lnTo>
                <a:lnTo>
                  <a:pt x="1010572" y="137577"/>
                </a:lnTo>
                <a:lnTo>
                  <a:pt x="1011663" y="137417"/>
                </a:lnTo>
                <a:lnTo>
                  <a:pt x="1012740" y="137236"/>
                </a:lnTo>
                <a:lnTo>
                  <a:pt x="1013801" y="137033"/>
                </a:lnTo>
                <a:lnTo>
                  <a:pt x="1014849" y="136809"/>
                </a:lnTo>
                <a:lnTo>
                  <a:pt x="1015881" y="136564"/>
                </a:lnTo>
                <a:lnTo>
                  <a:pt x="1016900" y="136297"/>
                </a:lnTo>
                <a:lnTo>
                  <a:pt x="1017903" y="136009"/>
                </a:lnTo>
                <a:lnTo>
                  <a:pt x="1018892" y="135700"/>
                </a:lnTo>
                <a:lnTo>
                  <a:pt x="1019867" y="135370"/>
                </a:lnTo>
                <a:lnTo>
                  <a:pt x="1020827" y="135018"/>
                </a:lnTo>
                <a:lnTo>
                  <a:pt x="1021772" y="134644"/>
                </a:lnTo>
                <a:lnTo>
                  <a:pt x="1022703" y="134250"/>
                </a:lnTo>
                <a:lnTo>
                  <a:pt x="1023619" y="133834"/>
                </a:lnTo>
                <a:lnTo>
                  <a:pt x="1024521" y="133396"/>
                </a:lnTo>
                <a:lnTo>
                  <a:pt x="1025408" y="132938"/>
                </a:lnTo>
                <a:lnTo>
                  <a:pt x="1026281" y="132458"/>
                </a:lnTo>
                <a:lnTo>
                  <a:pt x="1027139" y="131956"/>
                </a:lnTo>
                <a:lnTo>
                  <a:pt x="1027982" y="131435"/>
                </a:lnTo>
                <a:lnTo>
                  <a:pt x="1028808" y="130895"/>
                </a:lnTo>
                <a:lnTo>
                  <a:pt x="1029618" y="130337"/>
                </a:lnTo>
                <a:lnTo>
                  <a:pt x="1030411" y="129761"/>
                </a:lnTo>
                <a:lnTo>
                  <a:pt x="1031188" y="129166"/>
                </a:lnTo>
                <a:lnTo>
                  <a:pt x="1031948" y="128553"/>
                </a:lnTo>
                <a:lnTo>
                  <a:pt x="1032692" y="127922"/>
                </a:lnTo>
                <a:lnTo>
                  <a:pt x="1033419" y="127272"/>
                </a:lnTo>
                <a:lnTo>
                  <a:pt x="1034130" y="126604"/>
                </a:lnTo>
                <a:lnTo>
                  <a:pt x="1034825" y="125917"/>
                </a:lnTo>
                <a:lnTo>
                  <a:pt x="1035503" y="125213"/>
                </a:lnTo>
                <a:lnTo>
                  <a:pt x="1036165" y="124490"/>
                </a:lnTo>
                <a:lnTo>
                  <a:pt x="1036810" y="123748"/>
                </a:lnTo>
                <a:lnTo>
                  <a:pt x="1037439" y="122988"/>
                </a:lnTo>
                <a:lnTo>
                  <a:pt x="1038051" y="122210"/>
                </a:lnTo>
                <a:lnTo>
                  <a:pt x="1038647" y="121414"/>
                </a:lnTo>
                <a:lnTo>
                  <a:pt x="1039227" y="120599"/>
                </a:lnTo>
                <a:lnTo>
                  <a:pt x="1039790" y="119766"/>
                </a:lnTo>
                <a:lnTo>
                  <a:pt x="1040337" y="118915"/>
                </a:lnTo>
                <a:lnTo>
                  <a:pt x="1040867" y="118045"/>
                </a:lnTo>
                <a:lnTo>
                  <a:pt x="1041381" y="117157"/>
                </a:lnTo>
                <a:lnTo>
                  <a:pt x="1041878" y="116250"/>
                </a:lnTo>
                <a:lnTo>
                  <a:pt x="1042359" y="115326"/>
                </a:lnTo>
                <a:lnTo>
                  <a:pt x="1042823" y="114383"/>
                </a:lnTo>
                <a:lnTo>
                  <a:pt x="1043270" y="113423"/>
                </a:lnTo>
                <a:lnTo>
                  <a:pt x="1043698" y="112448"/>
                </a:lnTo>
                <a:lnTo>
                  <a:pt x="1044106" y="111458"/>
                </a:lnTo>
                <a:lnTo>
                  <a:pt x="1044496" y="110454"/>
                </a:lnTo>
                <a:lnTo>
                  <a:pt x="1044867" y="109434"/>
                </a:lnTo>
                <a:lnTo>
                  <a:pt x="1045218" y="108399"/>
                </a:lnTo>
                <a:lnTo>
                  <a:pt x="1045551" y="107349"/>
                </a:lnTo>
                <a:lnTo>
                  <a:pt x="1045865" y="106285"/>
                </a:lnTo>
                <a:lnTo>
                  <a:pt x="1046159" y="105205"/>
                </a:lnTo>
                <a:lnTo>
                  <a:pt x="1046435" y="104110"/>
                </a:lnTo>
                <a:lnTo>
                  <a:pt x="1046692" y="103000"/>
                </a:lnTo>
                <a:lnTo>
                  <a:pt x="1046929" y="101876"/>
                </a:lnTo>
                <a:lnTo>
                  <a:pt x="1047148" y="100736"/>
                </a:lnTo>
                <a:lnTo>
                  <a:pt x="1047348" y="99581"/>
                </a:lnTo>
                <a:lnTo>
                  <a:pt x="1047528" y="98412"/>
                </a:lnTo>
                <a:lnTo>
                  <a:pt x="1047690" y="97227"/>
                </a:lnTo>
                <a:lnTo>
                  <a:pt x="1047832" y="96027"/>
                </a:lnTo>
                <a:lnTo>
                  <a:pt x="1047956" y="94813"/>
                </a:lnTo>
                <a:lnTo>
                  <a:pt x="1048060" y="93583"/>
                </a:lnTo>
                <a:lnTo>
                  <a:pt x="1048146" y="92338"/>
                </a:lnTo>
                <a:lnTo>
                  <a:pt x="1048212" y="91079"/>
                </a:lnTo>
                <a:lnTo>
                  <a:pt x="1048260" y="89804"/>
                </a:lnTo>
                <a:lnTo>
                  <a:pt x="1048288" y="88514"/>
                </a:lnTo>
                <a:lnTo>
                  <a:pt x="1048298" y="87210"/>
                </a:lnTo>
                <a:lnTo>
                  <a:pt x="1048288" y="85872"/>
                </a:lnTo>
                <a:lnTo>
                  <a:pt x="1048260" y="84550"/>
                </a:lnTo>
                <a:lnTo>
                  <a:pt x="1048212" y="83244"/>
                </a:lnTo>
                <a:lnTo>
                  <a:pt x="1048146" y="81955"/>
                </a:lnTo>
                <a:lnTo>
                  <a:pt x="1048060" y="80681"/>
                </a:lnTo>
                <a:lnTo>
                  <a:pt x="1047956" y="79423"/>
                </a:lnTo>
                <a:lnTo>
                  <a:pt x="1047832" y="78182"/>
                </a:lnTo>
                <a:lnTo>
                  <a:pt x="1047690" y="76957"/>
                </a:lnTo>
                <a:lnTo>
                  <a:pt x="1047528" y="75747"/>
                </a:lnTo>
                <a:lnTo>
                  <a:pt x="1047348" y="74554"/>
                </a:lnTo>
                <a:lnTo>
                  <a:pt x="1047148" y="73376"/>
                </a:lnTo>
                <a:lnTo>
                  <a:pt x="1046929" y="72215"/>
                </a:lnTo>
                <a:lnTo>
                  <a:pt x="1046692" y="71070"/>
                </a:lnTo>
                <a:lnTo>
                  <a:pt x="1046435" y="69941"/>
                </a:lnTo>
                <a:lnTo>
                  <a:pt x="1046159" y="68827"/>
                </a:lnTo>
                <a:lnTo>
                  <a:pt x="1045865" y="67730"/>
                </a:lnTo>
                <a:lnTo>
                  <a:pt x="1045551" y="66649"/>
                </a:lnTo>
                <a:lnTo>
                  <a:pt x="1045218" y="65584"/>
                </a:lnTo>
                <a:lnTo>
                  <a:pt x="1044867" y="64535"/>
                </a:lnTo>
                <a:lnTo>
                  <a:pt x="1044496" y="63502"/>
                </a:lnTo>
                <a:lnTo>
                  <a:pt x="1044106" y="62485"/>
                </a:lnTo>
                <a:lnTo>
                  <a:pt x="1043698" y="61485"/>
                </a:lnTo>
                <a:lnTo>
                  <a:pt x="1043270" y="60500"/>
                </a:lnTo>
                <a:lnTo>
                  <a:pt x="1042823" y="59531"/>
                </a:lnTo>
                <a:lnTo>
                  <a:pt x="1042359" y="58579"/>
                </a:lnTo>
                <a:lnTo>
                  <a:pt x="1041878" y="57647"/>
                </a:lnTo>
                <a:lnTo>
                  <a:pt x="1041381" y="56732"/>
                </a:lnTo>
                <a:lnTo>
                  <a:pt x="1040867" y="55836"/>
                </a:lnTo>
                <a:lnTo>
                  <a:pt x="1040337" y="54959"/>
                </a:lnTo>
                <a:lnTo>
                  <a:pt x="1039790" y="54100"/>
                </a:lnTo>
                <a:lnTo>
                  <a:pt x="1039227" y="53259"/>
                </a:lnTo>
                <a:lnTo>
                  <a:pt x="1038647" y="52438"/>
                </a:lnTo>
                <a:lnTo>
                  <a:pt x="1038051" y="51634"/>
                </a:lnTo>
                <a:lnTo>
                  <a:pt x="1037439" y="50849"/>
                </a:lnTo>
                <a:lnTo>
                  <a:pt x="1036810" y="50083"/>
                </a:lnTo>
                <a:lnTo>
                  <a:pt x="1036165" y="49335"/>
                </a:lnTo>
                <a:lnTo>
                  <a:pt x="1035503" y="48606"/>
                </a:lnTo>
                <a:lnTo>
                  <a:pt x="1034825" y="47895"/>
                </a:lnTo>
                <a:lnTo>
                  <a:pt x="1034130" y="47203"/>
                </a:lnTo>
                <a:lnTo>
                  <a:pt x="1033419" y="46529"/>
                </a:lnTo>
                <a:lnTo>
                  <a:pt x="1032692" y="45874"/>
                </a:lnTo>
                <a:lnTo>
                  <a:pt x="1031948" y="45237"/>
                </a:lnTo>
                <a:lnTo>
                  <a:pt x="1031188" y="44619"/>
                </a:lnTo>
                <a:lnTo>
                  <a:pt x="1030411" y="44020"/>
                </a:lnTo>
                <a:lnTo>
                  <a:pt x="1029618" y="43438"/>
                </a:lnTo>
                <a:lnTo>
                  <a:pt x="1028808" y="42876"/>
                </a:lnTo>
                <a:lnTo>
                  <a:pt x="1027982" y="42332"/>
                </a:lnTo>
                <a:lnTo>
                  <a:pt x="1027139" y="41806"/>
                </a:lnTo>
                <a:lnTo>
                  <a:pt x="1026281" y="41301"/>
                </a:lnTo>
                <a:lnTo>
                  <a:pt x="1025408" y="40816"/>
                </a:lnTo>
                <a:lnTo>
                  <a:pt x="1024521" y="40354"/>
                </a:lnTo>
                <a:lnTo>
                  <a:pt x="1023619" y="39913"/>
                </a:lnTo>
                <a:lnTo>
                  <a:pt x="1022703" y="39493"/>
                </a:lnTo>
                <a:lnTo>
                  <a:pt x="1021772" y="39095"/>
                </a:lnTo>
                <a:lnTo>
                  <a:pt x="1020827" y="38719"/>
                </a:lnTo>
                <a:lnTo>
                  <a:pt x="1019867" y="38364"/>
                </a:lnTo>
                <a:lnTo>
                  <a:pt x="1018892" y="38030"/>
                </a:lnTo>
                <a:lnTo>
                  <a:pt x="1017903" y="37718"/>
                </a:lnTo>
                <a:lnTo>
                  <a:pt x="1016900" y="37428"/>
                </a:lnTo>
                <a:lnTo>
                  <a:pt x="1015881" y="37159"/>
                </a:lnTo>
                <a:lnTo>
                  <a:pt x="1014849" y="36912"/>
                </a:lnTo>
                <a:lnTo>
                  <a:pt x="1013801" y="36686"/>
                </a:lnTo>
                <a:lnTo>
                  <a:pt x="1012740" y="36481"/>
                </a:lnTo>
                <a:lnTo>
                  <a:pt x="1011663" y="36299"/>
                </a:lnTo>
                <a:lnTo>
                  <a:pt x="1010572" y="36137"/>
                </a:lnTo>
                <a:lnTo>
                  <a:pt x="1009467" y="35997"/>
                </a:lnTo>
                <a:lnTo>
                  <a:pt x="1008347" y="35879"/>
                </a:lnTo>
                <a:lnTo>
                  <a:pt x="1007212" y="35782"/>
                </a:lnTo>
                <a:lnTo>
                  <a:pt x="1006063" y="35707"/>
                </a:lnTo>
                <a:lnTo>
                  <a:pt x="1004899" y="35653"/>
                </a:lnTo>
                <a:lnTo>
                  <a:pt x="1003721" y="35621"/>
                </a:lnTo>
                <a:lnTo>
                  <a:pt x="1002528" y="35610"/>
                </a:lnTo>
                <a:lnTo>
                  <a:pt x="1001359" y="35621"/>
                </a:lnTo>
                <a:lnTo>
                  <a:pt x="1000205" y="35653"/>
                </a:lnTo>
                <a:lnTo>
                  <a:pt x="999064" y="35707"/>
                </a:lnTo>
                <a:lnTo>
                  <a:pt x="997938" y="35782"/>
                </a:lnTo>
                <a:lnTo>
                  <a:pt x="996826" y="35879"/>
                </a:lnTo>
                <a:lnTo>
                  <a:pt x="995728" y="35997"/>
                </a:lnTo>
                <a:lnTo>
                  <a:pt x="994643" y="36137"/>
                </a:lnTo>
                <a:lnTo>
                  <a:pt x="993573" y="36299"/>
                </a:lnTo>
                <a:lnTo>
                  <a:pt x="992517" y="36481"/>
                </a:lnTo>
                <a:lnTo>
                  <a:pt x="991475" y="36686"/>
                </a:lnTo>
                <a:lnTo>
                  <a:pt x="990447" y="36912"/>
                </a:lnTo>
                <a:lnTo>
                  <a:pt x="989433" y="37159"/>
                </a:lnTo>
                <a:lnTo>
                  <a:pt x="988433" y="37428"/>
                </a:lnTo>
                <a:lnTo>
                  <a:pt x="987447" y="37718"/>
                </a:lnTo>
                <a:lnTo>
                  <a:pt x="986475" y="38030"/>
                </a:lnTo>
                <a:lnTo>
                  <a:pt x="985517" y="38364"/>
                </a:lnTo>
                <a:lnTo>
                  <a:pt x="984574" y="38719"/>
                </a:lnTo>
                <a:lnTo>
                  <a:pt x="983644" y="39095"/>
                </a:lnTo>
                <a:lnTo>
                  <a:pt x="982728" y="39493"/>
                </a:lnTo>
                <a:lnTo>
                  <a:pt x="981826" y="39913"/>
                </a:lnTo>
                <a:lnTo>
                  <a:pt x="980939" y="40354"/>
                </a:lnTo>
                <a:lnTo>
                  <a:pt x="980065" y="40816"/>
                </a:lnTo>
                <a:lnTo>
                  <a:pt x="979206" y="41301"/>
                </a:lnTo>
                <a:lnTo>
                  <a:pt x="978360" y="41806"/>
                </a:lnTo>
                <a:lnTo>
                  <a:pt x="977530" y="42332"/>
                </a:lnTo>
                <a:lnTo>
                  <a:pt x="976717" y="42876"/>
                </a:lnTo>
                <a:lnTo>
                  <a:pt x="975920" y="43438"/>
                </a:lnTo>
                <a:lnTo>
                  <a:pt x="975139" y="44020"/>
                </a:lnTo>
                <a:lnTo>
                  <a:pt x="974376" y="44619"/>
                </a:lnTo>
                <a:lnTo>
                  <a:pt x="973628" y="45237"/>
                </a:lnTo>
                <a:lnTo>
                  <a:pt x="972898" y="45874"/>
                </a:lnTo>
                <a:lnTo>
                  <a:pt x="972184" y="46529"/>
                </a:lnTo>
                <a:lnTo>
                  <a:pt x="971487" y="47203"/>
                </a:lnTo>
                <a:lnTo>
                  <a:pt x="970806" y="47895"/>
                </a:lnTo>
                <a:lnTo>
                  <a:pt x="970142" y="48606"/>
                </a:lnTo>
                <a:lnTo>
                  <a:pt x="969495" y="49335"/>
                </a:lnTo>
                <a:lnTo>
                  <a:pt x="968864" y="50083"/>
                </a:lnTo>
                <a:lnTo>
                  <a:pt x="968250" y="50849"/>
                </a:lnTo>
                <a:lnTo>
                  <a:pt x="967652" y="51634"/>
                </a:lnTo>
                <a:lnTo>
                  <a:pt x="967071" y="52438"/>
                </a:lnTo>
                <a:lnTo>
                  <a:pt x="966507" y="53259"/>
                </a:lnTo>
                <a:lnTo>
                  <a:pt x="965959" y="54100"/>
                </a:lnTo>
                <a:lnTo>
                  <a:pt x="965428" y="54959"/>
                </a:lnTo>
                <a:lnTo>
                  <a:pt x="964913" y="55836"/>
                </a:lnTo>
                <a:lnTo>
                  <a:pt x="964415" y="56732"/>
                </a:lnTo>
                <a:lnTo>
                  <a:pt x="963934" y="57647"/>
                </a:lnTo>
                <a:lnTo>
                  <a:pt x="963469" y="58579"/>
                </a:lnTo>
                <a:lnTo>
                  <a:pt x="963021" y="59531"/>
                </a:lnTo>
                <a:lnTo>
                  <a:pt x="962591" y="60500"/>
                </a:lnTo>
                <a:lnTo>
                  <a:pt x="962178" y="61485"/>
                </a:lnTo>
                <a:lnTo>
                  <a:pt x="961784" y="62485"/>
                </a:lnTo>
                <a:lnTo>
                  <a:pt x="961409" y="63502"/>
                </a:lnTo>
                <a:lnTo>
                  <a:pt x="961051" y="64535"/>
                </a:lnTo>
                <a:lnTo>
                  <a:pt x="960712" y="65584"/>
                </a:lnTo>
                <a:lnTo>
                  <a:pt x="960392" y="66649"/>
                </a:lnTo>
                <a:lnTo>
                  <a:pt x="960089" y="67730"/>
                </a:lnTo>
                <a:lnTo>
                  <a:pt x="959805" y="68827"/>
                </a:lnTo>
                <a:lnTo>
                  <a:pt x="959540" y="69941"/>
                </a:lnTo>
                <a:lnTo>
                  <a:pt x="959292" y="71070"/>
                </a:lnTo>
                <a:lnTo>
                  <a:pt x="959063" y="72215"/>
                </a:lnTo>
                <a:lnTo>
                  <a:pt x="958852" y="73376"/>
                </a:lnTo>
                <a:lnTo>
                  <a:pt x="958660" y="74554"/>
                </a:lnTo>
                <a:lnTo>
                  <a:pt x="958486" y="75747"/>
                </a:lnTo>
                <a:lnTo>
                  <a:pt x="958330" y="76957"/>
                </a:lnTo>
                <a:lnTo>
                  <a:pt x="958193" y="78182"/>
                </a:lnTo>
                <a:lnTo>
                  <a:pt x="958074" y="79423"/>
                </a:lnTo>
                <a:lnTo>
                  <a:pt x="957973" y="80681"/>
                </a:lnTo>
                <a:lnTo>
                  <a:pt x="957890" y="81955"/>
                </a:lnTo>
                <a:lnTo>
                  <a:pt x="957826" y="83244"/>
                </a:lnTo>
                <a:lnTo>
                  <a:pt x="957781" y="84550"/>
                </a:lnTo>
                <a:lnTo>
                  <a:pt x="957753" y="85872"/>
                </a:lnTo>
                <a:lnTo>
                  <a:pt x="957744" y="87210"/>
                </a:lnTo>
                <a:lnTo>
                  <a:pt x="957753" y="88514"/>
                </a:lnTo>
                <a:lnTo>
                  <a:pt x="957781" y="89804"/>
                </a:lnTo>
                <a:lnTo>
                  <a:pt x="957826" y="91079"/>
                </a:lnTo>
                <a:lnTo>
                  <a:pt x="957890" y="92338"/>
                </a:lnTo>
                <a:lnTo>
                  <a:pt x="957973" y="93583"/>
                </a:lnTo>
                <a:lnTo>
                  <a:pt x="958074" y="94813"/>
                </a:lnTo>
                <a:lnTo>
                  <a:pt x="958193" y="96027"/>
                </a:lnTo>
                <a:lnTo>
                  <a:pt x="958330" y="97227"/>
                </a:lnTo>
                <a:lnTo>
                  <a:pt x="958486" y="98412"/>
                </a:lnTo>
                <a:lnTo>
                  <a:pt x="958660" y="99581"/>
                </a:lnTo>
                <a:lnTo>
                  <a:pt x="958852" y="100736"/>
                </a:lnTo>
                <a:lnTo>
                  <a:pt x="959063" y="101876"/>
                </a:lnTo>
                <a:lnTo>
                  <a:pt x="959292" y="103000"/>
                </a:lnTo>
                <a:lnTo>
                  <a:pt x="959540" y="104110"/>
                </a:lnTo>
                <a:lnTo>
                  <a:pt x="959805" y="105205"/>
                </a:lnTo>
                <a:lnTo>
                  <a:pt x="960089" y="106285"/>
                </a:lnTo>
                <a:lnTo>
                  <a:pt x="960392" y="107349"/>
                </a:lnTo>
                <a:lnTo>
                  <a:pt x="960712" y="108399"/>
                </a:lnTo>
                <a:lnTo>
                  <a:pt x="961051" y="109434"/>
                </a:lnTo>
                <a:lnTo>
                  <a:pt x="961409" y="110454"/>
                </a:lnTo>
                <a:lnTo>
                  <a:pt x="961784" y="111458"/>
                </a:lnTo>
                <a:lnTo>
                  <a:pt x="962178" y="112448"/>
                </a:lnTo>
                <a:lnTo>
                  <a:pt x="962591" y="113423"/>
                </a:lnTo>
                <a:lnTo>
                  <a:pt x="963021" y="114383"/>
                </a:lnTo>
                <a:lnTo>
                  <a:pt x="963469" y="115326"/>
                </a:lnTo>
                <a:lnTo>
                  <a:pt x="963934" y="116250"/>
                </a:lnTo>
                <a:lnTo>
                  <a:pt x="964415" y="117157"/>
                </a:lnTo>
                <a:lnTo>
                  <a:pt x="964913" y="118045"/>
                </a:lnTo>
                <a:lnTo>
                  <a:pt x="965428" y="118915"/>
                </a:lnTo>
                <a:lnTo>
                  <a:pt x="965959" y="119766"/>
                </a:lnTo>
                <a:lnTo>
                  <a:pt x="966507" y="120599"/>
                </a:lnTo>
                <a:lnTo>
                  <a:pt x="967071" y="121414"/>
                </a:lnTo>
                <a:lnTo>
                  <a:pt x="967652" y="122210"/>
                </a:lnTo>
                <a:lnTo>
                  <a:pt x="968250" y="122988"/>
                </a:lnTo>
                <a:lnTo>
                  <a:pt x="968864" y="123748"/>
                </a:lnTo>
                <a:lnTo>
                  <a:pt x="969495" y="124490"/>
                </a:lnTo>
                <a:lnTo>
                  <a:pt x="970142" y="125213"/>
                </a:lnTo>
                <a:lnTo>
                  <a:pt x="970806" y="125917"/>
                </a:lnTo>
                <a:lnTo>
                  <a:pt x="971487" y="126604"/>
                </a:lnTo>
                <a:lnTo>
                  <a:pt x="972184" y="127272"/>
                </a:lnTo>
                <a:lnTo>
                  <a:pt x="972898" y="127922"/>
                </a:lnTo>
                <a:lnTo>
                  <a:pt x="973628" y="128553"/>
                </a:lnTo>
                <a:lnTo>
                  <a:pt x="974376" y="129166"/>
                </a:lnTo>
                <a:lnTo>
                  <a:pt x="975139" y="129761"/>
                </a:lnTo>
                <a:lnTo>
                  <a:pt x="975920" y="130337"/>
                </a:lnTo>
                <a:lnTo>
                  <a:pt x="976717" y="130895"/>
                </a:lnTo>
                <a:lnTo>
                  <a:pt x="977530" y="131435"/>
                </a:lnTo>
                <a:lnTo>
                  <a:pt x="978360" y="131956"/>
                </a:lnTo>
                <a:lnTo>
                  <a:pt x="979206" y="132458"/>
                </a:lnTo>
                <a:lnTo>
                  <a:pt x="980065" y="132938"/>
                </a:lnTo>
                <a:lnTo>
                  <a:pt x="980939" y="133396"/>
                </a:lnTo>
                <a:lnTo>
                  <a:pt x="981826" y="133834"/>
                </a:lnTo>
                <a:lnTo>
                  <a:pt x="982728" y="134250"/>
                </a:lnTo>
                <a:lnTo>
                  <a:pt x="983644" y="134644"/>
                </a:lnTo>
                <a:lnTo>
                  <a:pt x="984574" y="135018"/>
                </a:lnTo>
                <a:lnTo>
                  <a:pt x="985517" y="135370"/>
                </a:lnTo>
                <a:lnTo>
                  <a:pt x="986475" y="135700"/>
                </a:lnTo>
                <a:lnTo>
                  <a:pt x="987447" y="136009"/>
                </a:lnTo>
                <a:lnTo>
                  <a:pt x="988433" y="136297"/>
                </a:lnTo>
                <a:lnTo>
                  <a:pt x="989433" y="136564"/>
                </a:lnTo>
                <a:lnTo>
                  <a:pt x="990447" y="136809"/>
                </a:lnTo>
                <a:lnTo>
                  <a:pt x="991475" y="137033"/>
                </a:lnTo>
                <a:lnTo>
                  <a:pt x="992517" y="137236"/>
                </a:lnTo>
                <a:lnTo>
                  <a:pt x="993573" y="137417"/>
                </a:lnTo>
                <a:lnTo>
                  <a:pt x="994643" y="137577"/>
                </a:lnTo>
                <a:lnTo>
                  <a:pt x="995728" y="137716"/>
                </a:lnTo>
                <a:lnTo>
                  <a:pt x="996826" y="137833"/>
                </a:lnTo>
                <a:lnTo>
                  <a:pt x="997938" y="137929"/>
                </a:lnTo>
                <a:lnTo>
                  <a:pt x="999064" y="138004"/>
                </a:lnTo>
                <a:lnTo>
                  <a:pt x="1000205" y="138057"/>
                </a:lnTo>
                <a:lnTo>
                  <a:pt x="1001359" y="138089"/>
                </a:lnTo>
                <a:lnTo>
                  <a:pt x="1002528" y="138100"/>
                </a:lnTo>
                <a:lnTo>
                  <a:pt x="1003721" y="138089"/>
                </a:lnTo>
                <a:lnTo>
                  <a:pt x="1004899" y="138057"/>
                </a:lnTo>
                <a:lnTo>
                  <a:pt x="1006063" y="138004"/>
                </a:lnTo>
                <a:lnTo>
                  <a:pt x="1007212" y="137929"/>
                </a:lnTo>
                <a:close/>
                <a:moveTo>
                  <a:pt x="999194" y="124845"/>
                </a:moveTo>
                <a:lnTo>
                  <a:pt x="998398" y="124769"/>
                </a:lnTo>
                <a:lnTo>
                  <a:pt x="997617" y="124676"/>
                </a:lnTo>
                <a:lnTo>
                  <a:pt x="996851" y="124566"/>
                </a:lnTo>
                <a:lnTo>
                  <a:pt x="996099" y="124439"/>
                </a:lnTo>
                <a:lnTo>
                  <a:pt x="995363" y="124295"/>
                </a:lnTo>
                <a:lnTo>
                  <a:pt x="994641" y="124134"/>
                </a:lnTo>
                <a:lnTo>
                  <a:pt x="993935" y="123957"/>
                </a:lnTo>
                <a:lnTo>
                  <a:pt x="993243" y="123762"/>
                </a:lnTo>
                <a:lnTo>
                  <a:pt x="992566" y="123551"/>
                </a:lnTo>
                <a:lnTo>
                  <a:pt x="991904" y="123322"/>
                </a:lnTo>
                <a:lnTo>
                  <a:pt x="991257" y="123077"/>
                </a:lnTo>
                <a:lnTo>
                  <a:pt x="990625" y="122814"/>
                </a:lnTo>
                <a:lnTo>
                  <a:pt x="990008" y="122535"/>
                </a:lnTo>
                <a:lnTo>
                  <a:pt x="989405" y="122239"/>
                </a:lnTo>
                <a:lnTo>
                  <a:pt x="988818" y="121926"/>
                </a:lnTo>
                <a:lnTo>
                  <a:pt x="988245" y="121596"/>
                </a:lnTo>
                <a:lnTo>
                  <a:pt x="987687" y="121249"/>
                </a:lnTo>
                <a:lnTo>
                  <a:pt x="987145" y="120885"/>
                </a:lnTo>
                <a:lnTo>
                  <a:pt x="986617" y="120505"/>
                </a:lnTo>
                <a:lnTo>
                  <a:pt x="986104" y="120107"/>
                </a:lnTo>
                <a:lnTo>
                  <a:pt x="985604" y="119694"/>
                </a:lnTo>
                <a:lnTo>
                  <a:pt x="985116" y="119269"/>
                </a:lnTo>
                <a:lnTo>
                  <a:pt x="984640" y="118830"/>
                </a:lnTo>
                <a:lnTo>
                  <a:pt x="984176" y="118379"/>
                </a:lnTo>
                <a:lnTo>
                  <a:pt x="983724" y="117915"/>
                </a:lnTo>
                <a:lnTo>
                  <a:pt x="983283" y="117438"/>
                </a:lnTo>
                <a:lnTo>
                  <a:pt x="982854" y="116948"/>
                </a:lnTo>
                <a:lnTo>
                  <a:pt x="982437" y="116446"/>
                </a:lnTo>
                <a:lnTo>
                  <a:pt x="982032" y="115930"/>
                </a:lnTo>
                <a:lnTo>
                  <a:pt x="981639" y="115402"/>
                </a:lnTo>
                <a:lnTo>
                  <a:pt x="981258" y="114861"/>
                </a:lnTo>
                <a:lnTo>
                  <a:pt x="980888" y="114307"/>
                </a:lnTo>
                <a:lnTo>
                  <a:pt x="980530" y="113740"/>
                </a:lnTo>
                <a:lnTo>
                  <a:pt x="980184" y="113161"/>
                </a:lnTo>
                <a:lnTo>
                  <a:pt x="979850" y="112569"/>
                </a:lnTo>
                <a:lnTo>
                  <a:pt x="979527" y="111963"/>
                </a:lnTo>
                <a:lnTo>
                  <a:pt x="979217" y="111345"/>
                </a:lnTo>
                <a:lnTo>
                  <a:pt x="978918" y="110715"/>
                </a:lnTo>
                <a:lnTo>
                  <a:pt x="978631" y="110071"/>
                </a:lnTo>
                <a:lnTo>
                  <a:pt x="978356" y="109415"/>
                </a:lnTo>
                <a:lnTo>
                  <a:pt x="978093" y="108745"/>
                </a:lnTo>
                <a:lnTo>
                  <a:pt x="977841" y="108063"/>
                </a:lnTo>
                <a:lnTo>
                  <a:pt x="977602" y="107368"/>
                </a:lnTo>
                <a:lnTo>
                  <a:pt x="977374" y="106661"/>
                </a:lnTo>
                <a:lnTo>
                  <a:pt x="977156" y="105943"/>
                </a:lnTo>
                <a:lnTo>
                  <a:pt x="976948" y="105216"/>
                </a:lnTo>
                <a:lnTo>
                  <a:pt x="976750" y="104482"/>
                </a:lnTo>
                <a:lnTo>
                  <a:pt x="976560" y="103740"/>
                </a:lnTo>
                <a:lnTo>
                  <a:pt x="976380" y="102990"/>
                </a:lnTo>
                <a:lnTo>
                  <a:pt x="976209" y="102232"/>
                </a:lnTo>
                <a:lnTo>
                  <a:pt x="976047" y="101466"/>
                </a:lnTo>
                <a:lnTo>
                  <a:pt x="975894" y="100691"/>
                </a:lnTo>
                <a:lnTo>
                  <a:pt x="975751" y="99909"/>
                </a:lnTo>
                <a:lnTo>
                  <a:pt x="975617" y="99119"/>
                </a:lnTo>
                <a:lnTo>
                  <a:pt x="975492" y="98321"/>
                </a:lnTo>
                <a:lnTo>
                  <a:pt x="975376" y="97515"/>
                </a:lnTo>
                <a:lnTo>
                  <a:pt x="975270" y="96700"/>
                </a:lnTo>
                <a:lnTo>
                  <a:pt x="975173" y="95878"/>
                </a:lnTo>
                <a:lnTo>
                  <a:pt x="975085" y="95048"/>
                </a:lnTo>
                <a:lnTo>
                  <a:pt x="975006" y="94210"/>
                </a:lnTo>
                <a:lnTo>
                  <a:pt x="974937" y="93364"/>
                </a:lnTo>
                <a:lnTo>
                  <a:pt x="974877" y="92509"/>
                </a:lnTo>
                <a:lnTo>
                  <a:pt x="974826" y="91647"/>
                </a:lnTo>
                <a:lnTo>
                  <a:pt x="974784" y="90777"/>
                </a:lnTo>
                <a:lnTo>
                  <a:pt x="974752" y="89899"/>
                </a:lnTo>
                <a:lnTo>
                  <a:pt x="974729" y="89012"/>
                </a:lnTo>
                <a:lnTo>
                  <a:pt x="974715" y="88118"/>
                </a:lnTo>
                <a:lnTo>
                  <a:pt x="974710" y="87216"/>
                </a:lnTo>
                <a:lnTo>
                  <a:pt x="974715" y="86296"/>
                </a:lnTo>
                <a:lnTo>
                  <a:pt x="974729" y="85385"/>
                </a:lnTo>
                <a:lnTo>
                  <a:pt x="974752" y="84481"/>
                </a:lnTo>
                <a:lnTo>
                  <a:pt x="974784" y="83586"/>
                </a:lnTo>
                <a:lnTo>
                  <a:pt x="974826" y="82699"/>
                </a:lnTo>
                <a:lnTo>
                  <a:pt x="974877" y="81821"/>
                </a:lnTo>
                <a:lnTo>
                  <a:pt x="974937" y="80950"/>
                </a:lnTo>
                <a:lnTo>
                  <a:pt x="975006" y="80088"/>
                </a:lnTo>
                <a:lnTo>
                  <a:pt x="975085" y="79234"/>
                </a:lnTo>
                <a:lnTo>
                  <a:pt x="975173" y="78388"/>
                </a:lnTo>
                <a:lnTo>
                  <a:pt x="975270" y="77550"/>
                </a:lnTo>
                <a:lnTo>
                  <a:pt x="975376" y="76721"/>
                </a:lnTo>
                <a:lnTo>
                  <a:pt x="975492" y="75900"/>
                </a:lnTo>
                <a:lnTo>
                  <a:pt x="975617" y="75087"/>
                </a:lnTo>
                <a:lnTo>
                  <a:pt x="975751" y="74282"/>
                </a:lnTo>
                <a:lnTo>
                  <a:pt x="975894" y="73485"/>
                </a:lnTo>
                <a:lnTo>
                  <a:pt x="976047" y="72697"/>
                </a:lnTo>
                <a:lnTo>
                  <a:pt x="976209" y="71916"/>
                </a:lnTo>
                <a:lnTo>
                  <a:pt x="976380" y="71144"/>
                </a:lnTo>
                <a:lnTo>
                  <a:pt x="976560" y="70380"/>
                </a:lnTo>
                <a:lnTo>
                  <a:pt x="976750" y="69625"/>
                </a:lnTo>
                <a:lnTo>
                  <a:pt x="976948" y="68877"/>
                </a:lnTo>
                <a:lnTo>
                  <a:pt x="977156" y="68138"/>
                </a:lnTo>
                <a:lnTo>
                  <a:pt x="977374" y="67407"/>
                </a:lnTo>
                <a:lnTo>
                  <a:pt x="977602" y="66687"/>
                </a:lnTo>
                <a:lnTo>
                  <a:pt x="977841" y="65979"/>
                </a:lnTo>
                <a:lnTo>
                  <a:pt x="978093" y="65285"/>
                </a:lnTo>
                <a:lnTo>
                  <a:pt x="978356" y="64603"/>
                </a:lnTo>
                <a:lnTo>
                  <a:pt x="978631" y="63935"/>
                </a:lnTo>
                <a:lnTo>
                  <a:pt x="978918" y="63279"/>
                </a:lnTo>
                <a:lnTo>
                  <a:pt x="979217" y="62637"/>
                </a:lnTo>
                <a:lnTo>
                  <a:pt x="979527" y="62008"/>
                </a:lnTo>
                <a:lnTo>
                  <a:pt x="979850" y="61391"/>
                </a:lnTo>
                <a:lnTo>
                  <a:pt x="980184" y="60788"/>
                </a:lnTo>
                <a:lnTo>
                  <a:pt x="980530" y="60198"/>
                </a:lnTo>
                <a:lnTo>
                  <a:pt x="980888" y="59620"/>
                </a:lnTo>
                <a:lnTo>
                  <a:pt x="981258" y="59056"/>
                </a:lnTo>
                <a:lnTo>
                  <a:pt x="981639" y="58505"/>
                </a:lnTo>
                <a:lnTo>
                  <a:pt x="982032" y="57967"/>
                </a:lnTo>
                <a:lnTo>
                  <a:pt x="982437" y="57441"/>
                </a:lnTo>
                <a:lnTo>
                  <a:pt x="982854" y="56929"/>
                </a:lnTo>
                <a:lnTo>
                  <a:pt x="983283" y="56430"/>
                </a:lnTo>
                <a:lnTo>
                  <a:pt x="983724" y="55944"/>
                </a:lnTo>
                <a:lnTo>
                  <a:pt x="984176" y="55471"/>
                </a:lnTo>
                <a:lnTo>
                  <a:pt x="984640" y="55010"/>
                </a:lnTo>
                <a:lnTo>
                  <a:pt x="985116" y="54563"/>
                </a:lnTo>
                <a:lnTo>
                  <a:pt x="985604" y="54129"/>
                </a:lnTo>
                <a:lnTo>
                  <a:pt x="986104" y="53708"/>
                </a:lnTo>
                <a:lnTo>
                  <a:pt x="986617" y="53302"/>
                </a:lnTo>
                <a:lnTo>
                  <a:pt x="987145" y="52913"/>
                </a:lnTo>
                <a:lnTo>
                  <a:pt x="987687" y="52541"/>
                </a:lnTo>
                <a:lnTo>
                  <a:pt x="988245" y="52187"/>
                </a:lnTo>
                <a:lnTo>
                  <a:pt x="988818" y="51850"/>
                </a:lnTo>
                <a:lnTo>
                  <a:pt x="989405" y="51530"/>
                </a:lnTo>
                <a:lnTo>
                  <a:pt x="990008" y="51227"/>
                </a:lnTo>
                <a:lnTo>
                  <a:pt x="990625" y="50942"/>
                </a:lnTo>
                <a:lnTo>
                  <a:pt x="991257" y="50674"/>
                </a:lnTo>
                <a:lnTo>
                  <a:pt x="991904" y="50424"/>
                </a:lnTo>
                <a:lnTo>
                  <a:pt x="992566" y="50190"/>
                </a:lnTo>
                <a:lnTo>
                  <a:pt x="993243" y="49974"/>
                </a:lnTo>
                <a:lnTo>
                  <a:pt x="993935" y="49775"/>
                </a:lnTo>
                <a:lnTo>
                  <a:pt x="994641" y="49594"/>
                </a:lnTo>
                <a:lnTo>
                  <a:pt x="995363" y="49430"/>
                </a:lnTo>
                <a:lnTo>
                  <a:pt x="996099" y="49283"/>
                </a:lnTo>
                <a:lnTo>
                  <a:pt x="996851" y="49153"/>
                </a:lnTo>
                <a:lnTo>
                  <a:pt x="997617" y="49041"/>
                </a:lnTo>
                <a:lnTo>
                  <a:pt x="998398" y="48946"/>
                </a:lnTo>
                <a:lnTo>
                  <a:pt x="999194" y="48868"/>
                </a:lnTo>
                <a:lnTo>
                  <a:pt x="1000005" y="48807"/>
                </a:lnTo>
                <a:lnTo>
                  <a:pt x="1000831" y="48764"/>
                </a:lnTo>
                <a:lnTo>
                  <a:pt x="1001672" y="48738"/>
                </a:lnTo>
                <a:lnTo>
                  <a:pt x="1002528" y="48730"/>
                </a:lnTo>
                <a:lnTo>
                  <a:pt x="1003408" y="48738"/>
                </a:lnTo>
                <a:lnTo>
                  <a:pt x="1004273" y="48764"/>
                </a:lnTo>
                <a:lnTo>
                  <a:pt x="1005123" y="48807"/>
                </a:lnTo>
                <a:lnTo>
                  <a:pt x="1005958" y="48868"/>
                </a:lnTo>
                <a:lnTo>
                  <a:pt x="1006778" y="48946"/>
                </a:lnTo>
                <a:lnTo>
                  <a:pt x="1007583" y="49041"/>
                </a:lnTo>
                <a:lnTo>
                  <a:pt x="1008373" y="49153"/>
                </a:lnTo>
                <a:lnTo>
                  <a:pt x="1009148" y="49283"/>
                </a:lnTo>
                <a:lnTo>
                  <a:pt x="1009907" y="49430"/>
                </a:lnTo>
                <a:lnTo>
                  <a:pt x="1010652" y="49594"/>
                </a:lnTo>
                <a:lnTo>
                  <a:pt x="1011382" y="49775"/>
                </a:lnTo>
                <a:lnTo>
                  <a:pt x="1012096" y="49974"/>
                </a:lnTo>
                <a:lnTo>
                  <a:pt x="1012795" y="50190"/>
                </a:lnTo>
                <a:lnTo>
                  <a:pt x="1013480" y="50424"/>
                </a:lnTo>
                <a:lnTo>
                  <a:pt x="1014149" y="50674"/>
                </a:lnTo>
                <a:lnTo>
                  <a:pt x="1014803" y="50942"/>
                </a:lnTo>
                <a:lnTo>
                  <a:pt x="1015442" y="51227"/>
                </a:lnTo>
                <a:lnTo>
                  <a:pt x="1016066" y="51530"/>
                </a:lnTo>
                <a:lnTo>
                  <a:pt x="1016675" y="51850"/>
                </a:lnTo>
                <a:lnTo>
                  <a:pt x="1017269" y="52187"/>
                </a:lnTo>
                <a:lnTo>
                  <a:pt x="1017848" y="52541"/>
                </a:lnTo>
                <a:lnTo>
                  <a:pt x="1018412" y="52913"/>
                </a:lnTo>
                <a:lnTo>
                  <a:pt x="1018961" y="53302"/>
                </a:lnTo>
                <a:lnTo>
                  <a:pt x="1019494" y="53708"/>
                </a:lnTo>
                <a:lnTo>
                  <a:pt x="1020014" y="54129"/>
                </a:lnTo>
                <a:lnTo>
                  <a:pt x="1020522" y="54563"/>
                </a:lnTo>
                <a:lnTo>
                  <a:pt x="1021017" y="55010"/>
                </a:lnTo>
                <a:lnTo>
                  <a:pt x="1021500" y="55471"/>
                </a:lnTo>
                <a:lnTo>
                  <a:pt x="1021971" y="55944"/>
                </a:lnTo>
                <a:lnTo>
                  <a:pt x="1022429" y="56430"/>
                </a:lnTo>
                <a:lnTo>
                  <a:pt x="1022875" y="56929"/>
                </a:lnTo>
                <a:lnTo>
                  <a:pt x="1023308" y="57441"/>
                </a:lnTo>
                <a:lnTo>
                  <a:pt x="1023730" y="57967"/>
                </a:lnTo>
                <a:lnTo>
                  <a:pt x="1024139" y="58505"/>
                </a:lnTo>
                <a:lnTo>
                  <a:pt x="1024535" y="59056"/>
                </a:lnTo>
                <a:lnTo>
                  <a:pt x="1024920" y="59620"/>
                </a:lnTo>
                <a:lnTo>
                  <a:pt x="1025292" y="60198"/>
                </a:lnTo>
                <a:lnTo>
                  <a:pt x="1025651" y="60788"/>
                </a:lnTo>
                <a:lnTo>
                  <a:pt x="1025999" y="61391"/>
                </a:lnTo>
                <a:lnTo>
                  <a:pt x="1026334" y="62008"/>
                </a:lnTo>
                <a:lnTo>
                  <a:pt x="1026656" y="62637"/>
                </a:lnTo>
                <a:lnTo>
                  <a:pt x="1026966" y="63279"/>
                </a:lnTo>
                <a:lnTo>
                  <a:pt x="1027264" y="63935"/>
                </a:lnTo>
                <a:lnTo>
                  <a:pt x="1027550" y="64603"/>
                </a:lnTo>
                <a:lnTo>
                  <a:pt x="1027823" y="65285"/>
                </a:lnTo>
                <a:lnTo>
                  <a:pt x="1028084" y="65979"/>
                </a:lnTo>
                <a:lnTo>
                  <a:pt x="1028333" y="66687"/>
                </a:lnTo>
                <a:lnTo>
                  <a:pt x="1028569" y="67407"/>
                </a:lnTo>
                <a:lnTo>
                  <a:pt x="1028795" y="68138"/>
                </a:lnTo>
                <a:lnTo>
                  <a:pt x="1029011" y="68877"/>
                </a:lnTo>
                <a:lnTo>
                  <a:pt x="1029217" y="69625"/>
                </a:lnTo>
                <a:lnTo>
                  <a:pt x="1029413" y="70380"/>
                </a:lnTo>
                <a:lnTo>
                  <a:pt x="1029600" y="71144"/>
                </a:lnTo>
                <a:lnTo>
                  <a:pt x="1029778" y="71916"/>
                </a:lnTo>
                <a:lnTo>
                  <a:pt x="1029946" y="72697"/>
                </a:lnTo>
                <a:lnTo>
                  <a:pt x="1030104" y="73485"/>
                </a:lnTo>
                <a:lnTo>
                  <a:pt x="1030253" y="74282"/>
                </a:lnTo>
                <a:lnTo>
                  <a:pt x="1030392" y="75087"/>
                </a:lnTo>
                <a:lnTo>
                  <a:pt x="1030521" y="75900"/>
                </a:lnTo>
                <a:lnTo>
                  <a:pt x="1030641" y="76721"/>
                </a:lnTo>
                <a:lnTo>
                  <a:pt x="1030751" y="77550"/>
                </a:lnTo>
                <a:lnTo>
                  <a:pt x="1030852" y="78388"/>
                </a:lnTo>
                <a:lnTo>
                  <a:pt x="1030943" y="79234"/>
                </a:lnTo>
                <a:lnTo>
                  <a:pt x="1031025" y="80088"/>
                </a:lnTo>
                <a:lnTo>
                  <a:pt x="1031096" y="80950"/>
                </a:lnTo>
                <a:lnTo>
                  <a:pt x="1031159" y="81821"/>
                </a:lnTo>
                <a:lnTo>
                  <a:pt x="1031212" y="82699"/>
                </a:lnTo>
                <a:lnTo>
                  <a:pt x="1031255" y="83586"/>
                </a:lnTo>
                <a:lnTo>
                  <a:pt x="1031288" y="84481"/>
                </a:lnTo>
                <a:lnTo>
                  <a:pt x="1031312" y="85385"/>
                </a:lnTo>
                <a:lnTo>
                  <a:pt x="1031327" y="86296"/>
                </a:lnTo>
                <a:lnTo>
                  <a:pt x="1031331" y="87216"/>
                </a:lnTo>
                <a:lnTo>
                  <a:pt x="1031327" y="88118"/>
                </a:lnTo>
                <a:lnTo>
                  <a:pt x="1031312" y="89012"/>
                </a:lnTo>
                <a:lnTo>
                  <a:pt x="1031288" y="89899"/>
                </a:lnTo>
                <a:lnTo>
                  <a:pt x="1031255" y="90777"/>
                </a:lnTo>
                <a:lnTo>
                  <a:pt x="1031212" y="91647"/>
                </a:lnTo>
                <a:lnTo>
                  <a:pt x="1031159" y="92509"/>
                </a:lnTo>
                <a:lnTo>
                  <a:pt x="1031096" y="93364"/>
                </a:lnTo>
                <a:lnTo>
                  <a:pt x="1031025" y="94210"/>
                </a:lnTo>
                <a:lnTo>
                  <a:pt x="1030943" y="95048"/>
                </a:lnTo>
                <a:lnTo>
                  <a:pt x="1030852" y="95878"/>
                </a:lnTo>
                <a:lnTo>
                  <a:pt x="1030751" y="96700"/>
                </a:lnTo>
                <a:lnTo>
                  <a:pt x="1030641" y="97515"/>
                </a:lnTo>
                <a:lnTo>
                  <a:pt x="1030521" y="98321"/>
                </a:lnTo>
                <a:lnTo>
                  <a:pt x="1030392" y="99119"/>
                </a:lnTo>
                <a:lnTo>
                  <a:pt x="1030253" y="99909"/>
                </a:lnTo>
                <a:lnTo>
                  <a:pt x="1030104" y="100691"/>
                </a:lnTo>
                <a:lnTo>
                  <a:pt x="1029946" y="101466"/>
                </a:lnTo>
                <a:lnTo>
                  <a:pt x="1029778" y="102232"/>
                </a:lnTo>
                <a:lnTo>
                  <a:pt x="1029600" y="102990"/>
                </a:lnTo>
                <a:lnTo>
                  <a:pt x="1029413" y="103740"/>
                </a:lnTo>
                <a:lnTo>
                  <a:pt x="1029217" y="104482"/>
                </a:lnTo>
                <a:lnTo>
                  <a:pt x="1029011" y="105216"/>
                </a:lnTo>
                <a:lnTo>
                  <a:pt x="1028795" y="105943"/>
                </a:lnTo>
                <a:lnTo>
                  <a:pt x="1028569" y="106661"/>
                </a:lnTo>
                <a:lnTo>
                  <a:pt x="1028333" y="107368"/>
                </a:lnTo>
                <a:lnTo>
                  <a:pt x="1028084" y="108063"/>
                </a:lnTo>
                <a:lnTo>
                  <a:pt x="1027823" y="108745"/>
                </a:lnTo>
                <a:lnTo>
                  <a:pt x="1027550" y="109415"/>
                </a:lnTo>
                <a:lnTo>
                  <a:pt x="1027264" y="110071"/>
                </a:lnTo>
                <a:lnTo>
                  <a:pt x="1026966" y="110715"/>
                </a:lnTo>
                <a:lnTo>
                  <a:pt x="1026656" y="111345"/>
                </a:lnTo>
                <a:lnTo>
                  <a:pt x="1026334" y="111963"/>
                </a:lnTo>
                <a:lnTo>
                  <a:pt x="1025999" y="112569"/>
                </a:lnTo>
                <a:lnTo>
                  <a:pt x="1025651" y="113161"/>
                </a:lnTo>
                <a:lnTo>
                  <a:pt x="1025292" y="113740"/>
                </a:lnTo>
                <a:lnTo>
                  <a:pt x="1024920" y="114307"/>
                </a:lnTo>
                <a:lnTo>
                  <a:pt x="1024535" y="114861"/>
                </a:lnTo>
                <a:lnTo>
                  <a:pt x="1024139" y="115402"/>
                </a:lnTo>
                <a:lnTo>
                  <a:pt x="1023730" y="115930"/>
                </a:lnTo>
                <a:lnTo>
                  <a:pt x="1023308" y="116446"/>
                </a:lnTo>
                <a:lnTo>
                  <a:pt x="1022875" y="116948"/>
                </a:lnTo>
                <a:lnTo>
                  <a:pt x="1022429" y="117438"/>
                </a:lnTo>
                <a:lnTo>
                  <a:pt x="1021971" y="117915"/>
                </a:lnTo>
                <a:lnTo>
                  <a:pt x="1021500" y="118379"/>
                </a:lnTo>
                <a:lnTo>
                  <a:pt x="1021017" y="118830"/>
                </a:lnTo>
                <a:lnTo>
                  <a:pt x="1020522" y="119269"/>
                </a:lnTo>
                <a:lnTo>
                  <a:pt x="1020014" y="119694"/>
                </a:lnTo>
                <a:lnTo>
                  <a:pt x="1019494" y="120107"/>
                </a:lnTo>
                <a:lnTo>
                  <a:pt x="1018961" y="120505"/>
                </a:lnTo>
                <a:lnTo>
                  <a:pt x="1018412" y="120885"/>
                </a:lnTo>
                <a:lnTo>
                  <a:pt x="1017848" y="121249"/>
                </a:lnTo>
                <a:lnTo>
                  <a:pt x="1017269" y="121596"/>
                </a:lnTo>
                <a:lnTo>
                  <a:pt x="1016675" y="121926"/>
                </a:lnTo>
                <a:lnTo>
                  <a:pt x="1016066" y="122239"/>
                </a:lnTo>
                <a:lnTo>
                  <a:pt x="1015442" y="122535"/>
                </a:lnTo>
                <a:lnTo>
                  <a:pt x="1014803" y="122814"/>
                </a:lnTo>
                <a:lnTo>
                  <a:pt x="1014149" y="123077"/>
                </a:lnTo>
                <a:lnTo>
                  <a:pt x="1013480" y="123322"/>
                </a:lnTo>
                <a:lnTo>
                  <a:pt x="1012795" y="123551"/>
                </a:lnTo>
                <a:lnTo>
                  <a:pt x="1012096" y="123762"/>
                </a:lnTo>
                <a:lnTo>
                  <a:pt x="1011382" y="123957"/>
                </a:lnTo>
                <a:lnTo>
                  <a:pt x="1010652" y="124134"/>
                </a:lnTo>
                <a:lnTo>
                  <a:pt x="1009907" y="124295"/>
                </a:lnTo>
                <a:lnTo>
                  <a:pt x="1009148" y="124439"/>
                </a:lnTo>
                <a:lnTo>
                  <a:pt x="1008373" y="124566"/>
                </a:lnTo>
                <a:lnTo>
                  <a:pt x="1007583" y="124676"/>
                </a:lnTo>
                <a:lnTo>
                  <a:pt x="1006778" y="124769"/>
                </a:lnTo>
                <a:lnTo>
                  <a:pt x="1005958" y="124845"/>
                </a:lnTo>
                <a:lnTo>
                  <a:pt x="1005123" y="124904"/>
                </a:lnTo>
                <a:lnTo>
                  <a:pt x="1004273" y="124947"/>
                </a:lnTo>
                <a:lnTo>
                  <a:pt x="1003408" y="124972"/>
                </a:lnTo>
                <a:lnTo>
                  <a:pt x="1002528" y="124981"/>
                </a:lnTo>
                <a:lnTo>
                  <a:pt x="1001672" y="124972"/>
                </a:lnTo>
                <a:lnTo>
                  <a:pt x="1000831" y="124947"/>
                </a:lnTo>
                <a:lnTo>
                  <a:pt x="1000005" y="124904"/>
                </a:lnTo>
                <a:lnTo>
                  <a:pt x="999194" y="124845"/>
                </a:lnTo>
                <a:close/>
                <a:moveTo>
                  <a:pt x="1487024" y="137921"/>
                </a:moveTo>
                <a:lnTo>
                  <a:pt x="1487973" y="137843"/>
                </a:lnTo>
                <a:lnTo>
                  <a:pt x="1488911" y="137750"/>
                </a:lnTo>
                <a:lnTo>
                  <a:pt x="1489837" y="137642"/>
                </a:lnTo>
                <a:lnTo>
                  <a:pt x="1490752" y="137521"/>
                </a:lnTo>
                <a:lnTo>
                  <a:pt x="1491656" y="137385"/>
                </a:lnTo>
                <a:lnTo>
                  <a:pt x="1492548" y="137235"/>
                </a:lnTo>
                <a:lnTo>
                  <a:pt x="1493429" y="137070"/>
                </a:lnTo>
                <a:lnTo>
                  <a:pt x="1494299" y="136892"/>
                </a:lnTo>
                <a:lnTo>
                  <a:pt x="1495158" y="136699"/>
                </a:lnTo>
                <a:lnTo>
                  <a:pt x="1496005" y="136491"/>
                </a:lnTo>
                <a:lnTo>
                  <a:pt x="1496841" y="136270"/>
                </a:lnTo>
                <a:lnTo>
                  <a:pt x="1497665" y="136034"/>
                </a:lnTo>
                <a:lnTo>
                  <a:pt x="1498479" y="135783"/>
                </a:lnTo>
                <a:lnTo>
                  <a:pt x="1499281" y="135519"/>
                </a:lnTo>
                <a:lnTo>
                  <a:pt x="1500071" y="135240"/>
                </a:lnTo>
                <a:lnTo>
                  <a:pt x="1500851" y="134947"/>
                </a:lnTo>
                <a:lnTo>
                  <a:pt x="1501619" y="134639"/>
                </a:lnTo>
                <a:lnTo>
                  <a:pt x="1502375" y="134318"/>
                </a:lnTo>
                <a:lnTo>
                  <a:pt x="1503121" y="133982"/>
                </a:lnTo>
                <a:lnTo>
                  <a:pt x="1503854" y="133632"/>
                </a:lnTo>
                <a:lnTo>
                  <a:pt x="1504573" y="133271"/>
                </a:lnTo>
                <a:lnTo>
                  <a:pt x="1505279" y="132897"/>
                </a:lnTo>
                <a:lnTo>
                  <a:pt x="1505971" y="132512"/>
                </a:lnTo>
                <a:lnTo>
                  <a:pt x="1506649" y="132114"/>
                </a:lnTo>
                <a:lnTo>
                  <a:pt x="1507313" y="131705"/>
                </a:lnTo>
                <a:lnTo>
                  <a:pt x="1507964" y="131283"/>
                </a:lnTo>
                <a:lnTo>
                  <a:pt x="1508601" y="130850"/>
                </a:lnTo>
                <a:lnTo>
                  <a:pt x="1509224" y="130404"/>
                </a:lnTo>
                <a:lnTo>
                  <a:pt x="1509834" y="129947"/>
                </a:lnTo>
                <a:lnTo>
                  <a:pt x="1510430" y="129477"/>
                </a:lnTo>
                <a:lnTo>
                  <a:pt x="1511012" y="128996"/>
                </a:lnTo>
                <a:lnTo>
                  <a:pt x="1511581" y="128502"/>
                </a:lnTo>
                <a:lnTo>
                  <a:pt x="1512136" y="127996"/>
                </a:lnTo>
                <a:lnTo>
                  <a:pt x="1512677" y="127479"/>
                </a:lnTo>
                <a:lnTo>
                  <a:pt x="1513204" y="126949"/>
                </a:lnTo>
                <a:lnTo>
                  <a:pt x="1513718" y="126408"/>
                </a:lnTo>
                <a:lnTo>
                  <a:pt x="1514218" y="125854"/>
                </a:lnTo>
                <a:lnTo>
                  <a:pt x="1514705" y="125288"/>
                </a:lnTo>
                <a:lnTo>
                  <a:pt x="1515177" y="124711"/>
                </a:lnTo>
                <a:lnTo>
                  <a:pt x="1515636" y="124121"/>
                </a:lnTo>
                <a:lnTo>
                  <a:pt x="1516082" y="123519"/>
                </a:lnTo>
                <a:lnTo>
                  <a:pt x="1516513" y="122906"/>
                </a:lnTo>
                <a:lnTo>
                  <a:pt x="1516931" y="122280"/>
                </a:lnTo>
                <a:lnTo>
                  <a:pt x="1517334" y="121643"/>
                </a:lnTo>
                <a:lnTo>
                  <a:pt x="1517721" y="120997"/>
                </a:lnTo>
                <a:lnTo>
                  <a:pt x="1518092" y="120340"/>
                </a:lnTo>
                <a:lnTo>
                  <a:pt x="1518446" y="119673"/>
                </a:lnTo>
                <a:lnTo>
                  <a:pt x="1518785" y="118996"/>
                </a:lnTo>
                <a:lnTo>
                  <a:pt x="1519107" y="118309"/>
                </a:lnTo>
                <a:lnTo>
                  <a:pt x="1519414" y="117612"/>
                </a:lnTo>
                <a:lnTo>
                  <a:pt x="1519704" y="116905"/>
                </a:lnTo>
                <a:lnTo>
                  <a:pt x="1519978" y="116188"/>
                </a:lnTo>
                <a:lnTo>
                  <a:pt x="1520236" y="115460"/>
                </a:lnTo>
                <a:lnTo>
                  <a:pt x="1520478" y="114723"/>
                </a:lnTo>
                <a:lnTo>
                  <a:pt x="1520704" y="113976"/>
                </a:lnTo>
                <a:lnTo>
                  <a:pt x="1520914" y="113218"/>
                </a:lnTo>
                <a:lnTo>
                  <a:pt x="1521108" y="112451"/>
                </a:lnTo>
                <a:lnTo>
                  <a:pt x="1521285" y="111673"/>
                </a:lnTo>
                <a:lnTo>
                  <a:pt x="1521447" y="110886"/>
                </a:lnTo>
                <a:lnTo>
                  <a:pt x="1521592" y="110088"/>
                </a:lnTo>
                <a:lnTo>
                  <a:pt x="1521721" y="109280"/>
                </a:lnTo>
                <a:lnTo>
                  <a:pt x="1521834" y="108462"/>
                </a:lnTo>
                <a:lnTo>
                  <a:pt x="1521932" y="107634"/>
                </a:lnTo>
                <a:lnTo>
                  <a:pt x="1522013" y="106797"/>
                </a:lnTo>
                <a:lnTo>
                  <a:pt x="1522077" y="105949"/>
                </a:lnTo>
                <a:lnTo>
                  <a:pt x="1522126" y="105090"/>
                </a:lnTo>
                <a:lnTo>
                  <a:pt x="1522159" y="104222"/>
                </a:lnTo>
                <a:lnTo>
                  <a:pt x="1505883" y="104222"/>
                </a:lnTo>
                <a:lnTo>
                  <a:pt x="1505848" y="105069"/>
                </a:lnTo>
                <a:lnTo>
                  <a:pt x="1505793" y="105900"/>
                </a:lnTo>
                <a:lnTo>
                  <a:pt x="1505716" y="106713"/>
                </a:lnTo>
                <a:lnTo>
                  <a:pt x="1505620" y="107510"/>
                </a:lnTo>
                <a:lnTo>
                  <a:pt x="1505503" y="108290"/>
                </a:lnTo>
                <a:lnTo>
                  <a:pt x="1505365" y="109054"/>
                </a:lnTo>
                <a:lnTo>
                  <a:pt x="1505207" y="109800"/>
                </a:lnTo>
                <a:lnTo>
                  <a:pt x="1505028" y="110530"/>
                </a:lnTo>
                <a:lnTo>
                  <a:pt x="1504829" y="111243"/>
                </a:lnTo>
                <a:lnTo>
                  <a:pt x="1504609" y="111940"/>
                </a:lnTo>
                <a:lnTo>
                  <a:pt x="1504368" y="112619"/>
                </a:lnTo>
                <a:lnTo>
                  <a:pt x="1504107" y="113282"/>
                </a:lnTo>
                <a:lnTo>
                  <a:pt x="1503826" y="113928"/>
                </a:lnTo>
                <a:lnTo>
                  <a:pt x="1503524" y="114558"/>
                </a:lnTo>
                <a:lnTo>
                  <a:pt x="1503201" y="115170"/>
                </a:lnTo>
                <a:lnTo>
                  <a:pt x="1502858" y="115766"/>
                </a:lnTo>
                <a:lnTo>
                  <a:pt x="1502494" y="116346"/>
                </a:lnTo>
                <a:lnTo>
                  <a:pt x="1502110" y="116908"/>
                </a:lnTo>
                <a:lnTo>
                  <a:pt x="1501705" y="117454"/>
                </a:lnTo>
                <a:lnTo>
                  <a:pt x="1501280" y="117983"/>
                </a:lnTo>
                <a:lnTo>
                  <a:pt x="1500834" y="118495"/>
                </a:lnTo>
                <a:lnTo>
                  <a:pt x="1500367" y="118990"/>
                </a:lnTo>
                <a:lnTo>
                  <a:pt x="1499880" y="119469"/>
                </a:lnTo>
                <a:lnTo>
                  <a:pt x="1499373" y="119931"/>
                </a:lnTo>
                <a:lnTo>
                  <a:pt x="1498846" y="120375"/>
                </a:lnTo>
                <a:lnTo>
                  <a:pt x="1498303" y="120801"/>
                </a:lnTo>
                <a:lnTo>
                  <a:pt x="1497743" y="121207"/>
                </a:lnTo>
                <a:lnTo>
                  <a:pt x="1497167" y="121595"/>
                </a:lnTo>
                <a:lnTo>
                  <a:pt x="1496573" y="121963"/>
                </a:lnTo>
                <a:lnTo>
                  <a:pt x="1495963" y="122313"/>
                </a:lnTo>
                <a:lnTo>
                  <a:pt x="1495336" y="122644"/>
                </a:lnTo>
                <a:lnTo>
                  <a:pt x="1494692" y="122956"/>
                </a:lnTo>
                <a:lnTo>
                  <a:pt x="1494032" y="123249"/>
                </a:lnTo>
                <a:lnTo>
                  <a:pt x="1493355" y="123523"/>
                </a:lnTo>
                <a:lnTo>
                  <a:pt x="1492661" y="123778"/>
                </a:lnTo>
                <a:lnTo>
                  <a:pt x="1491950" y="124014"/>
                </a:lnTo>
                <a:lnTo>
                  <a:pt x="1491222" y="124231"/>
                </a:lnTo>
                <a:lnTo>
                  <a:pt x="1490478" y="124430"/>
                </a:lnTo>
                <a:lnTo>
                  <a:pt x="1489716" y="124610"/>
                </a:lnTo>
                <a:lnTo>
                  <a:pt x="1488938" y="124770"/>
                </a:lnTo>
                <a:lnTo>
                  <a:pt x="1488143" y="124912"/>
                </a:lnTo>
                <a:lnTo>
                  <a:pt x="1487332" y="125035"/>
                </a:lnTo>
                <a:lnTo>
                  <a:pt x="1486504" y="125139"/>
                </a:lnTo>
                <a:lnTo>
                  <a:pt x="1485658" y="125224"/>
                </a:lnTo>
                <a:lnTo>
                  <a:pt x="1484796" y="125290"/>
                </a:lnTo>
                <a:lnTo>
                  <a:pt x="1483918" y="125337"/>
                </a:lnTo>
                <a:lnTo>
                  <a:pt x="1483022" y="125366"/>
                </a:lnTo>
                <a:lnTo>
                  <a:pt x="1482110" y="125375"/>
                </a:lnTo>
                <a:lnTo>
                  <a:pt x="1481254" y="125367"/>
                </a:lnTo>
                <a:lnTo>
                  <a:pt x="1480412" y="125341"/>
                </a:lnTo>
                <a:lnTo>
                  <a:pt x="1479584" y="125298"/>
                </a:lnTo>
                <a:lnTo>
                  <a:pt x="1478770" y="125238"/>
                </a:lnTo>
                <a:lnTo>
                  <a:pt x="1477970" y="125161"/>
                </a:lnTo>
                <a:lnTo>
                  <a:pt x="1477184" y="125066"/>
                </a:lnTo>
                <a:lnTo>
                  <a:pt x="1476412" y="124955"/>
                </a:lnTo>
                <a:lnTo>
                  <a:pt x="1475654" y="124826"/>
                </a:lnTo>
                <a:lnTo>
                  <a:pt x="1474911" y="124681"/>
                </a:lnTo>
                <a:lnTo>
                  <a:pt x="1474181" y="124518"/>
                </a:lnTo>
                <a:lnTo>
                  <a:pt x="1473465" y="124338"/>
                </a:lnTo>
                <a:lnTo>
                  <a:pt x="1472764" y="124141"/>
                </a:lnTo>
                <a:lnTo>
                  <a:pt x="1472076" y="123926"/>
                </a:lnTo>
                <a:lnTo>
                  <a:pt x="1471402" y="123695"/>
                </a:lnTo>
                <a:lnTo>
                  <a:pt x="1470743" y="123446"/>
                </a:lnTo>
                <a:lnTo>
                  <a:pt x="1470097" y="123180"/>
                </a:lnTo>
                <a:lnTo>
                  <a:pt x="1469466" y="122897"/>
                </a:lnTo>
                <a:lnTo>
                  <a:pt x="1468849" y="122597"/>
                </a:lnTo>
                <a:lnTo>
                  <a:pt x="1468245" y="122280"/>
                </a:lnTo>
                <a:lnTo>
                  <a:pt x="1467656" y="121946"/>
                </a:lnTo>
                <a:lnTo>
                  <a:pt x="1467081" y="121594"/>
                </a:lnTo>
                <a:lnTo>
                  <a:pt x="1466520" y="121226"/>
                </a:lnTo>
                <a:lnTo>
                  <a:pt x="1465972" y="120840"/>
                </a:lnTo>
                <a:lnTo>
                  <a:pt x="1465439" y="120437"/>
                </a:lnTo>
                <a:lnTo>
                  <a:pt x="1464919" y="120020"/>
                </a:lnTo>
                <a:lnTo>
                  <a:pt x="1464411" y="119591"/>
                </a:lnTo>
                <a:lnTo>
                  <a:pt x="1463914" y="119152"/>
                </a:lnTo>
                <a:lnTo>
                  <a:pt x="1463430" y="118701"/>
                </a:lnTo>
                <a:lnTo>
                  <a:pt x="1462957" y="118239"/>
                </a:lnTo>
                <a:lnTo>
                  <a:pt x="1462495" y="117765"/>
                </a:lnTo>
                <a:lnTo>
                  <a:pt x="1462046" y="117280"/>
                </a:lnTo>
                <a:lnTo>
                  <a:pt x="1461609" y="116785"/>
                </a:lnTo>
                <a:lnTo>
                  <a:pt x="1461183" y="116277"/>
                </a:lnTo>
                <a:lnTo>
                  <a:pt x="1460769" y="115759"/>
                </a:lnTo>
                <a:lnTo>
                  <a:pt x="1460367" y="115229"/>
                </a:lnTo>
                <a:lnTo>
                  <a:pt x="1459977" y="114689"/>
                </a:lnTo>
                <a:lnTo>
                  <a:pt x="1459599" y="114136"/>
                </a:lnTo>
                <a:lnTo>
                  <a:pt x="1459232" y="113573"/>
                </a:lnTo>
                <a:lnTo>
                  <a:pt x="1458877" y="112998"/>
                </a:lnTo>
                <a:lnTo>
                  <a:pt x="1458534" y="112412"/>
                </a:lnTo>
                <a:lnTo>
                  <a:pt x="1458203" y="111815"/>
                </a:lnTo>
                <a:lnTo>
                  <a:pt x="1457884" y="111207"/>
                </a:lnTo>
                <a:lnTo>
                  <a:pt x="1457576" y="110587"/>
                </a:lnTo>
                <a:lnTo>
                  <a:pt x="1457281" y="109956"/>
                </a:lnTo>
                <a:lnTo>
                  <a:pt x="1456997" y="109314"/>
                </a:lnTo>
                <a:lnTo>
                  <a:pt x="1456725" y="108661"/>
                </a:lnTo>
                <a:lnTo>
                  <a:pt x="1456465" y="107996"/>
                </a:lnTo>
                <a:lnTo>
                  <a:pt x="1456216" y="107320"/>
                </a:lnTo>
                <a:lnTo>
                  <a:pt x="1455979" y="106636"/>
                </a:lnTo>
                <a:lnTo>
                  <a:pt x="1455751" y="105946"/>
                </a:lnTo>
                <a:lnTo>
                  <a:pt x="1455533" y="105251"/>
                </a:lnTo>
                <a:lnTo>
                  <a:pt x="1455324" y="104550"/>
                </a:lnTo>
                <a:lnTo>
                  <a:pt x="1455126" y="103844"/>
                </a:lnTo>
                <a:lnTo>
                  <a:pt x="1454937" y="103132"/>
                </a:lnTo>
                <a:lnTo>
                  <a:pt x="1454758" y="102414"/>
                </a:lnTo>
                <a:lnTo>
                  <a:pt x="1454589" y="101691"/>
                </a:lnTo>
                <a:lnTo>
                  <a:pt x="1454429" y="100963"/>
                </a:lnTo>
                <a:lnTo>
                  <a:pt x="1454279" y="100229"/>
                </a:lnTo>
                <a:lnTo>
                  <a:pt x="1454139" y="99489"/>
                </a:lnTo>
                <a:lnTo>
                  <a:pt x="1454009" y="98744"/>
                </a:lnTo>
                <a:lnTo>
                  <a:pt x="1453889" y="97993"/>
                </a:lnTo>
                <a:lnTo>
                  <a:pt x="1453778" y="97237"/>
                </a:lnTo>
                <a:lnTo>
                  <a:pt x="1453677" y="96475"/>
                </a:lnTo>
                <a:lnTo>
                  <a:pt x="1453586" y="95708"/>
                </a:lnTo>
                <a:lnTo>
                  <a:pt x="1453504" y="94935"/>
                </a:lnTo>
                <a:lnTo>
                  <a:pt x="1453433" y="94157"/>
                </a:lnTo>
                <a:lnTo>
                  <a:pt x="1453371" y="93373"/>
                </a:lnTo>
                <a:lnTo>
                  <a:pt x="1453319" y="92583"/>
                </a:lnTo>
                <a:lnTo>
                  <a:pt x="1453276" y="91788"/>
                </a:lnTo>
                <a:lnTo>
                  <a:pt x="1453244" y="90988"/>
                </a:lnTo>
                <a:lnTo>
                  <a:pt x="1453221" y="90182"/>
                </a:lnTo>
                <a:lnTo>
                  <a:pt x="1453208" y="89370"/>
                </a:lnTo>
                <a:lnTo>
                  <a:pt x="1521666" y="89370"/>
                </a:lnTo>
                <a:lnTo>
                  <a:pt x="1521682" y="89292"/>
                </a:lnTo>
                <a:lnTo>
                  <a:pt x="1521698" y="89210"/>
                </a:lnTo>
                <a:lnTo>
                  <a:pt x="1521714" y="89124"/>
                </a:lnTo>
                <a:lnTo>
                  <a:pt x="1521729" y="89034"/>
                </a:lnTo>
                <a:lnTo>
                  <a:pt x="1521744" y="88940"/>
                </a:lnTo>
                <a:lnTo>
                  <a:pt x="1521758" y="88841"/>
                </a:lnTo>
                <a:lnTo>
                  <a:pt x="1521772" y="88739"/>
                </a:lnTo>
                <a:lnTo>
                  <a:pt x="1521786" y="88633"/>
                </a:lnTo>
                <a:lnTo>
                  <a:pt x="1521800" y="88522"/>
                </a:lnTo>
                <a:lnTo>
                  <a:pt x="1521813" y="88408"/>
                </a:lnTo>
                <a:lnTo>
                  <a:pt x="1521826" y="88289"/>
                </a:lnTo>
                <a:lnTo>
                  <a:pt x="1521838" y="88167"/>
                </a:lnTo>
                <a:lnTo>
                  <a:pt x="1521851" y="88040"/>
                </a:lnTo>
                <a:lnTo>
                  <a:pt x="1521862" y="87909"/>
                </a:lnTo>
                <a:lnTo>
                  <a:pt x="1521874" y="87775"/>
                </a:lnTo>
                <a:lnTo>
                  <a:pt x="1521885" y="87636"/>
                </a:lnTo>
                <a:lnTo>
                  <a:pt x="1521896" y="87493"/>
                </a:lnTo>
                <a:lnTo>
                  <a:pt x="1521906" y="87346"/>
                </a:lnTo>
                <a:lnTo>
                  <a:pt x="1521916" y="87195"/>
                </a:lnTo>
                <a:lnTo>
                  <a:pt x="1521926" y="87041"/>
                </a:lnTo>
                <a:lnTo>
                  <a:pt x="1521936" y="86882"/>
                </a:lnTo>
                <a:lnTo>
                  <a:pt x="1521945" y="86719"/>
                </a:lnTo>
                <a:lnTo>
                  <a:pt x="1521953" y="86551"/>
                </a:lnTo>
                <a:lnTo>
                  <a:pt x="1521962" y="86380"/>
                </a:lnTo>
                <a:lnTo>
                  <a:pt x="1521970" y="86208"/>
                </a:lnTo>
                <a:lnTo>
                  <a:pt x="1521977" y="86037"/>
                </a:lnTo>
                <a:lnTo>
                  <a:pt x="1521985" y="85869"/>
                </a:lnTo>
                <a:lnTo>
                  <a:pt x="1521992" y="85702"/>
                </a:lnTo>
                <a:lnTo>
                  <a:pt x="1521999" y="85538"/>
                </a:lnTo>
                <a:lnTo>
                  <a:pt x="1522005" y="85375"/>
                </a:lnTo>
                <a:lnTo>
                  <a:pt x="1522011" y="85214"/>
                </a:lnTo>
                <a:lnTo>
                  <a:pt x="1522017" y="85055"/>
                </a:lnTo>
                <a:lnTo>
                  <a:pt x="1522022" y="84898"/>
                </a:lnTo>
                <a:lnTo>
                  <a:pt x="1522027" y="84743"/>
                </a:lnTo>
                <a:lnTo>
                  <a:pt x="1522031" y="84590"/>
                </a:lnTo>
                <a:lnTo>
                  <a:pt x="1522036" y="84439"/>
                </a:lnTo>
                <a:lnTo>
                  <a:pt x="1522040" y="84290"/>
                </a:lnTo>
                <a:lnTo>
                  <a:pt x="1522043" y="84143"/>
                </a:lnTo>
                <a:lnTo>
                  <a:pt x="1522046" y="83997"/>
                </a:lnTo>
                <a:lnTo>
                  <a:pt x="1522049" y="83854"/>
                </a:lnTo>
                <a:lnTo>
                  <a:pt x="1522052" y="83713"/>
                </a:lnTo>
                <a:lnTo>
                  <a:pt x="1522054" y="83573"/>
                </a:lnTo>
                <a:lnTo>
                  <a:pt x="1522056" y="83435"/>
                </a:lnTo>
                <a:lnTo>
                  <a:pt x="1522058" y="83300"/>
                </a:lnTo>
                <a:lnTo>
                  <a:pt x="1522059" y="83166"/>
                </a:lnTo>
                <a:lnTo>
                  <a:pt x="1522060" y="83034"/>
                </a:lnTo>
                <a:lnTo>
                  <a:pt x="1522060" y="82905"/>
                </a:lnTo>
                <a:lnTo>
                  <a:pt x="1522060" y="82777"/>
                </a:lnTo>
                <a:lnTo>
                  <a:pt x="1522041" y="80893"/>
                </a:lnTo>
                <a:lnTo>
                  <a:pt x="1521983" y="79047"/>
                </a:lnTo>
                <a:lnTo>
                  <a:pt x="1521886" y="77237"/>
                </a:lnTo>
                <a:lnTo>
                  <a:pt x="1521751" y="75465"/>
                </a:lnTo>
                <a:lnTo>
                  <a:pt x="1521577" y="73729"/>
                </a:lnTo>
                <a:lnTo>
                  <a:pt x="1521364" y="72031"/>
                </a:lnTo>
                <a:lnTo>
                  <a:pt x="1521112" y="70369"/>
                </a:lnTo>
                <a:lnTo>
                  <a:pt x="1520822" y="68745"/>
                </a:lnTo>
                <a:lnTo>
                  <a:pt x="1520493" y="67157"/>
                </a:lnTo>
                <a:lnTo>
                  <a:pt x="1520125" y="65607"/>
                </a:lnTo>
                <a:lnTo>
                  <a:pt x="1519719" y="64093"/>
                </a:lnTo>
                <a:lnTo>
                  <a:pt x="1519274" y="62617"/>
                </a:lnTo>
                <a:lnTo>
                  <a:pt x="1518790" y="61177"/>
                </a:lnTo>
                <a:lnTo>
                  <a:pt x="1518267" y="59774"/>
                </a:lnTo>
                <a:lnTo>
                  <a:pt x="1517706" y="58409"/>
                </a:lnTo>
                <a:lnTo>
                  <a:pt x="1517106" y="57080"/>
                </a:lnTo>
                <a:lnTo>
                  <a:pt x="1516468" y="55789"/>
                </a:lnTo>
                <a:lnTo>
                  <a:pt x="1515790" y="54534"/>
                </a:lnTo>
                <a:lnTo>
                  <a:pt x="1515074" y="53316"/>
                </a:lnTo>
                <a:lnTo>
                  <a:pt x="1514320" y="52136"/>
                </a:lnTo>
                <a:lnTo>
                  <a:pt x="1513526" y="50992"/>
                </a:lnTo>
                <a:lnTo>
                  <a:pt x="1512694" y="49886"/>
                </a:lnTo>
                <a:lnTo>
                  <a:pt x="1511823" y="48816"/>
                </a:lnTo>
                <a:lnTo>
                  <a:pt x="1510914" y="47783"/>
                </a:lnTo>
                <a:lnTo>
                  <a:pt x="1509970" y="46790"/>
                </a:lnTo>
                <a:lnTo>
                  <a:pt x="1508997" y="45839"/>
                </a:lnTo>
                <a:lnTo>
                  <a:pt x="1507995" y="44930"/>
                </a:lnTo>
                <a:lnTo>
                  <a:pt x="1506963" y="44064"/>
                </a:lnTo>
                <a:lnTo>
                  <a:pt x="1505901" y="43239"/>
                </a:lnTo>
                <a:lnTo>
                  <a:pt x="1504810" y="42457"/>
                </a:lnTo>
                <a:lnTo>
                  <a:pt x="1503690" y="41718"/>
                </a:lnTo>
                <a:lnTo>
                  <a:pt x="1502540" y="41020"/>
                </a:lnTo>
                <a:lnTo>
                  <a:pt x="1501361" y="40365"/>
                </a:lnTo>
                <a:lnTo>
                  <a:pt x="1500152" y="39752"/>
                </a:lnTo>
                <a:lnTo>
                  <a:pt x="1498914" y="39182"/>
                </a:lnTo>
                <a:lnTo>
                  <a:pt x="1497646" y="38653"/>
                </a:lnTo>
                <a:lnTo>
                  <a:pt x="1496349" y="38167"/>
                </a:lnTo>
                <a:lnTo>
                  <a:pt x="1495023" y="37723"/>
                </a:lnTo>
                <a:lnTo>
                  <a:pt x="1493667" y="37322"/>
                </a:lnTo>
                <a:lnTo>
                  <a:pt x="1492281" y="36963"/>
                </a:lnTo>
                <a:lnTo>
                  <a:pt x="1490866" y="36646"/>
                </a:lnTo>
                <a:lnTo>
                  <a:pt x="1489422" y="36371"/>
                </a:lnTo>
                <a:lnTo>
                  <a:pt x="1487948" y="36138"/>
                </a:lnTo>
                <a:lnTo>
                  <a:pt x="1486445" y="35948"/>
                </a:lnTo>
                <a:lnTo>
                  <a:pt x="1484912" y="35800"/>
                </a:lnTo>
                <a:lnTo>
                  <a:pt x="1483350" y="35695"/>
                </a:lnTo>
                <a:lnTo>
                  <a:pt x="1481758" y="35631"/>
                </a:lnTo>
                <a:lnTo>
                  <a:pt x="1480137" y="35610"/>
                </a:lnTo>
                <a:lnTo>
                  <a:pt x="1478913" y="35621"/>
                </a:lnTo>
                <a:lnTo>
                  <a:pt x="1477707" y="35655"/>
                </a:lnTo>
                <a:lnTo>
                  <a:pt x="1476519" y="35712"/>
                </a:lnTo>
                <a:lnTo>
                  <a:pt x="1475349" y="35791"/>
                </a:lnTo>
                <a:lnTo>
                  <a:pt x="1474197" y="35892"/>
                </a:lnTo>
                <a:lnTo>
                  <a:pt x="1473063" y="36016"/>
                </a:lnTo>
                <a:lnTo>
                  <a:pt x="1471946" y="36163"/>
                </a:lnTo>
                <a:lnTo>
                  <a:pt x="1470848" y="36332"/>
                </a:lnTo>
                <a:lnTo>
                  <a:pt x="1469768" y="36524"/>
                </a:lnTo>
                <a:lnTo>
                  <a:pt x="1468706" y="36739"/>
                </a:lnTo>
                <a:lnTo>
                  <a:pt x="1467662" y="36976"/>
                </a:lnTo>
                <a:lnTo>
                  <a:pt x="1466635" y="37235"/>
                </a:lnTo>
                <a:lnTo>
                  <a:pt x="1465627" y="37518"/>
                </a:lnTo>
                <a:lnTo>
                  <a:pt x="1464637" y="37822"/>
                </a:lnTo>
                <a:lnTo>
                  <a:pt x="1463665" y="38150"/>
                </a:lnTo>
                <a:lnTo>
                  <a:pt x="1462710" y="38499"/>
                </a:lnTo>
                <a:lnTo>
                  <a:pt x="1461774" y="38872"/>
                </a:lnTo>
                <a:lnTo>
                  <a:pt x="1460856" y="39267"/>
                </a:lnTo>
                <a:lnTo>
                  <a:pt x="1459955" y="39685"/>
                </a:lnTo>
                <a:lnTo>
                  <a:pt x="1459073" y="40125"/>
                </a:lnTo>
                <a:lnTo>
                  <a:pt x="1458208" y="40588"/>
                </a:lnTo>
                <a:lnTo>
                  <a:pt x="1457362" y="41073"/>
                </a:lnTo>
                <a:lnTo>
                  <a:pt x="1456534" y="41581"/>
                </a:lnTo>
                <a:lnTo>
                  <a:pt x="1455723" y="42111"/>
                </a:lnTo>
                <a:lnTo>
                  <a:pt x="1454930" y="42662"/>
                </a:lnTo>
                <a:lnTo>
                  <a:pt x="1454154" y="43230"/>
                </a:lnTo>
                <a:lnTo>
                  <a:pt x="1453396" y="43815"/>
                </a:lnTo>
                <a:lnTo>
                  <a:pt x="1452654" y="44418"/>
                </a:lnTo>
                <a:lnTo>
                  <a:pt x="1451930" y="45038"/>
                </a:lnTo>
                <a:lnTo>
                  <a:pt x="1451222" y="45676"/>
                </a:lnTo>
                <a:lnTo>
                  <a:pt x="1450532" y="46331"/>
                </a:lnTo>
                <a:lnTo>
                  <a:pt x="1449859" y="47004"/>
                </a:lnTo>
                <a:lnTo>
                  <a:pt x="1449203" y="47694"/>
                </a:lnTo>
                <a:lnTo>
                  <a:pt x="1448565" y="48402"/>
                </a:lnTo>
                <a:lnTo>
                  <a:pt x="1447943" y="49127"/>
                </a:lnTo>
                <a:lnTo>
                  <a:pt x="1447338" y="49869"/>
                </a:lnTo>
                <a:lnTo>
                  <a:pt x="1446751" y="50629"/>
                </a:lnTo>
                <a:lnTo>
                  <a:pt x="1446181" y="51407"/>
                </a:lnTo>
                <a:lnTo>
                  <a:pt x="1445628" y="52202"/>
                </a:lnTo>
                <a:lnTo>
                  <a:pt x="1445092" y="53014"/>
                </a:lnTo>
                <a:lnTo>
                  <a:pt x="1444573" y="53844"/>
                </a:lnTo>
                <a:lnTo>
                  <a:pt x="1444071" y="54691"/>
                </a:lnTo>
                <a:lnTo>
                  <a:pt x="1443586" y="55556"/>
                </a:lnTo>
                <a:lnTo>
                  <a:pt x="1443119" y="56438"/>
                </a:lnTo>
                <a:lnTo>
                  <a:pt x="1442668" y="57338"/>
                </a:lnTo>
                <a:lnTo>
                  <a:pt x="1442235" y="58255"/>
                </a:lnTo>
                <a:lnTo>
                  <a:pt x="1441819" y="59189"/>
                </a:lnTo>
                <a:lnTo>
                  <a:pt x="1441420" y="60141"/>
                </a:lnTo>
                <a:lnTo>
                  <a:pt x="1441037" y="61108"/>
                </a:lnTo>
                <a:lnTo>
                  <a:pt x="1440671" y="62088"/>
                </a:lnTo>
                <a:lnTo>
                  <a:pt x="1440322" y="63080"/>
                </a:lnTo>
                <a:lnTo>
                  <a:pt x="1439988" y="64084"/>
                </a:lnTo>
                <a:lnTo>
                  <a:pt x="1439671" y="65102"/>
                </a:lnTo>
                <a:lnTo>
                  <a:pt x="1439370" y="66131"/>
                </a:lnTo>
                <a:lnTo>
                  <a:pt x="1439085" y="67173"/>
                </a:lnTo>
                <a:lnTo>
                  <a:pt x="1438817" y="68228"/>
                </a:lnTo>
                <a:lnTo>
                  <a:pt x="1438565" y="69295"/>
                </a:lnTo>
                <a:lnTo>
                  <a:pt x="1438329" y="70375"/>
                </a:lnTo>
                <a:lnTo>
                  <a:pt x="1438109" y="71467"/>
                </a:lnTo>
                <a:lnTo>
                  <a:pt x="1437906" y="72572"/>
                </a:lnTo>
                <a:lnTo>
                  <a:pt x="1437719" y="73689"/>
                </a:lnTo>
                <a:lnTo>
                  <a:pt x="1437548" y="74819"/>
                </a:lnTo>
                <a:lnTo>
                  <a:pt x="1437393" y="75961"/>
                </a:lnTo>
                <a:lnTo>
                  <a:pt x="1437255" y="77116"/>
                </a:lnTo>
                <a:lnTo>
                  <a:pt x="1437133" y="78283"/>
                </a:lnTo>
                <a:lnTo>
                  <a:pt x="1437027" y="79463"/>
                </a:lnTo>
                <a:lnTo>
                  <a:pt x="1436938" y="80656"/>
                </a:lnTo>
                <a:lnTo>
                  <a:pt x="1436864" y="81861"/>
                </a:lnTo>
                <a:lnTo>
                  <a:pt x="1436808" y="83078"/>
                </a:lnTo>
                <a:lnTo>
                  <a:pt x="1436767" y="84308"/>
                </a:lnTo>
                <a:lnTo>
                  <a:pt x="1436742" y="85551"/>
                </a:lnTo>
                <a:lnTo>
                  <a:pt x="1436734" y="86806"/>
                </a:lnTo>
                <a:lnTo>
                  <a:pt x="1436743" y="88011"/>
                </a:lnTo>
                <a:lnTo>
                  <a:pt x="1436768" y="89206"/>
                </a:lnTo>
                <a:lnTo>
                  <a:pt x="1436810" y="90392"/>
                </a:lnTo>
                <a:lnTo>
                  <a:pt x="1436869" y="91567"/>
                </a:lnTo>
                <a:lnTo>
                  <a:pt x="1436944" y="92732"/>
                </a:lnTo>
                <a:lnTo>
                  <a:pt x="1437036" y="93887"/>
                </a:lnTo>
                <a:lnTo>
                  <a:pt x="1437145" y="95032"/>
                </a:lnTo>
                <a:lnTo>
                  <a:pt x="1437271" y="96168"/>
                </a:lnTo>
                <a:lnTo>
                  <a:pt x="1437414" y="97293"/>
                </a:lnTo>
                <a:lnTo>
                  <a:pt x="1437573" y="98407"/>
                </a:lnTo>
                <a:lnTo>
                  <a:pt x="1437750" y="99512"/>
                </a:lnTo>
                <a:lnTo>
                  <a:pt x="1437943" y="100607"/>
                </a:lnTo>
                <a:lnTo>
                  <a:pt x="1438152" y="101692"/>
                </a:lnTo>
                <a:lnTo>
                  <a:pt x="1438379" y="102767"/>
                </a:lnTo>
                <a:lnTo>
                  <a:pt x="1438622" y="103831"/>
                </a:lnTo>
                <a:lnTo>
                  <a:pt x="1438883" y="104886"/>
                </a:lnTo>
                <a:lnTo>
                  <a:pt x="1439159" y="105931"/>
                </a:lnTo>
                <a:lnTo>
                  <a:pt x="1439453" y="106965"/>
                </a:lnTo>
                <a:lnTo>
                  <a:pt x="1439764" y="107990"/>
                </a:lnTo>
                <a:lnTo>
                  <a:pt x="1440091" y="109004"/>
                </a:lnTo>
                <a:lnTo>
                  <a:pt x="1440435" y="110009"/>
                </a:lnTo>
                <a:lnTo>
                  <a:pt x="1440796" y="111003"/>
                </a:lnTo>
                <a:lnTo>
                  <a:pt x="1441173" y="111987"/>
                </a:lnTo>
                <a:lnTo>
                  <a:pt x="1441568" y="112961"/>
                </a:lnTo>
                <a:lnTo>
                  <a:pt x="1441980" y="113922"/>
                </a:lnTo>
                <a:lnTo>
                  <a:pt x="1442409" y="114866"/>
                </a:lnTo>
                <a:lnTo>
                  <a:pt x="1442857" y="115792"/>
                </a:lnTo>
                <a:lnTo>
                  <a:pt x="1443323" y="116702"/>
                </a:lnTo>
                <a:lnTo>
                  <a:pt x="1443807" y="117595"/>
                </a:lnTo>
                <a:lnTo>
                  <a:pt x="1444308" y="118471"/>
                </a:lnTo>
                <a:lnTo>
                  <a:pt x="1444828" y="119330"/>
                </a:lnTo>
                <a:lnTo>
                  <a:pt x="1445366" y="120172"/>
                </a:lnTo>
                <a:lnTo>
                  <a:pt x="1445921" y="120997"/>
                </a:lnTo>
                <a:lnTo>
                  <a:pt x="1446495" y="121806"/>
                </a:lnTo>
                <a:lnTo>
                  <a:pt x="1447086" y="122597"/>
                </a:lnTo>
                <a:lnTo>
                  <a:pt x="1447696" y="123371"/>
                </a:lnTo>
                <a:lnTo>
                  <a:pt x="1448324" y="124129"/>
                </a:lnTo>
                <a:lnTo>
                  <a:pt x="1448969" y="124870"/>
                </a:lnTo>
                <a:lnTo>
                  <a:pt x="1449633" y="125593"/>
                </a:lnTo>
                <a:lnTo>
                  <a:pt x="1450314" y="126300"/>
                </a:lnTo>
                <a:lnTo>
                  <a:pt x="1451014" y="126990"/>
                </a:lnTo>
                <a:lnTo>
                  <a:pt x="1451731" y="127663"/>
                </a:lnTo>
                <a:lnTo>
                  <a:pt x="1452467" y="128319"/>
                </a:lnTo>
                <a:lnTo>
                  <a:pt x="1453220" y="128958"/>
                </a:lnTo>
                <a:lnTo>
                  <a:pt x="1453991" y="129581"/>
                </a:lnTo>
                <a:lnTo>
                  <a:pt x="1454781" y="130186"/>
                </a:lnTo>
                <a:lnTo>
                  <a:pt x="1455588" y="130775"/>
                </a:lnTo>
                <a:lnTo>
                  <a:pt x="1456414" y="131346"/>
                </a:lnTo>
                <a:lnTo>
                  <a:pt x="1457258" y="131897"/>
                </a:lnTo>
                <a:lnTo>
                  <a:pt x="1458122" y="132425"/>
                </a:lnTo>
                <a:lnTo>
                  <a:pt x="1459005" y="132929"/>
                </a:lnTo>
                <a:lnTo>
                  <a:pt x="1459909" y="133410"/>
                </a:lnTo>
                <a:lnTo>
                  <a:pt x="1460831" y="133867"/>
                </a:lnTo>
                <a:lnTo>
                  <a:pt x="1461774" y="134301"/>
                </a:lnTo>
                <a:lnTo>
                  <a:pt x="1462737" y="134711"/>
                </a:lnTo>
                <a:lnTo>
                  <a:pt x="1463719" y="135098"/>
                </a:lnTo>
                <a:lnTo>
                  <a:pt x="1464720" y="135462"/>
                </a:lnTo>
                <a:lnTo>
                  <a:pt x="1465742" y="135802"/>
                </a:lnTo>
                <a:lnTo>
                  <a:pt x="1466783" y="136118"/>
                </a:lnTo>
                <a:lnTo>
                  <a:pt x="1467844" y="136412"/>
                </a:lnTo>
                <a:lnTo>
                  <a:pt x="1468924" y="136681"/>
                </a:lnTo>
                <a:lnTo>
                  <a:pt x="1470025" y="136927"/>
                </a:lnTo>
                <a:lnTo>
                  <a:pt x="1471144" y="137150"/>
                </a:lnTo>
                <a:lnTo>
                  <a:pt x="1472284" y="137350"/>
                </a:lnTo>
                <a:lnTo>
                  <a:pt x="1473443" y="137525"/>
                </a:lnTo>
                <a:lnTo>
                  <a:pt x="1474622" y="137678"/>
                </a:lnTo>
                <a:lnTo>
                  <a:pt x="1475821" y="137807"/>
                </a:lnTo>
                <a:lnTo>
                  <a:pt x="1477039" y="137912"/>
                </a:lnTo>
                <a:lnTo>
                  <a:pt x="1478278" y="137994"/>
                </a:lnTo>
                <a:lnTo>
                  <a:pt x="1479535" y="138053"/>
                </a:lnTo>
                <a:lnTo>
                  <a:pt x="1480813" y="138088"/>
                </a:lnTo>
                <a:lnTo>
                  <a:pt x="1482110" y="138100"/>
                </a:lnTo>
                <a:lnTo>
                  <a:pt x="1483115" y="138093"/>
                </a:lnTo>
                <a:lnTo>
                  <a:pt x="1484110" y="138071"/>
                </a:lnTo>
                <a:lnTo>
                  <a:pt x="1485092" y="138036"/>
                </a:lnTo>
                <a:lnTo>
                  <a:pt x="1486064" y="137986"/>
                </a:lnTo>
                <a:lnTo>
                  <a:pt x="1487024" y="137921"/>
                </a:lnTo>
                <a:close/>
                <a:moveTo>
                  <a:pt x="1454009" y="71699"/>
                </a:moveTo>
                <a:lnTo>
                  <a:pt x="1454209" y="70642"/>
                </a:lnTo>
                <a:lnTo>
                  <a:pt x="1454430" y="69609"/>
                </a:lnTo>
                <a:lnTo>
                  <a:pt x="1454671" y="68600"/>
                </a:lnTo>
                <a:lnTo>
                  <a:pt x="1454932" y="67615"/>
                </a:lnTo>
                <a:lnTo>
                  <a:pt x="1455212" y="66653"/>
                </a:lnTo>
                <a:lnTo>
                  <a:pt x="1455513" y="65715"/>
                </a:lnTo>
                <a:lnTo>
                  <a:pt x="1455834" y="64800"/>
                </a:lnTo>
                <a:lnTo>
                  <a:pt x="1456175" y="63909"/>
                </a:lnTo>
                <a:lnTo>
                  <a:pt x="1456536" y="63042"/>
                </a:lnTo>
                <a:lnTo>
                  <a:pt x="1456917" y="62198"/>
                </a:lnTo>
                <a:lnTo>
                  <a:pt x="1457318" y="61378"/>
                </a:lnTo>
                <a:lnTo>
                  <a:pt x="1457739" y="60581"/>
                </a:lnTo>
                <a:lnTo>
                  <a:pt x="1458180" y="59809"/>
                </a:lnTo>
                <a:lnTo>
                  <a:pt x="1458641" y="59059"/>
                </a:lnTo>
                <a:lnTo>
                  <a:pt x="1459122" y="58334"/>
                </a:lnTo>
                <a:lnTo>
                  <a:pt x="1459623" y="57632"/>
                </a:lnTo>
                <a:lnTo>
                  <a:pt x="1460145" y="56954"/>
                </a:lnTo>
                <a:lnTo>
                  <a:pt x="1460686" y="56299"/>
                </a:lnTo>
                <a:lnTo>
                  <a:pt x="1461247" y="55668"/>
                </a:lnTo>
                <a:lnTo>
                  <a:pt x="1461827" y="55062"/>
                </a:lnTo>
                <a:lnTo>
                  <a:pt x="1462426" y="54481"/>
                </a:lnTo>
                <a:lnTo>
                  <a:pt x="1463042" y="53927"/>
                </a:lnTo>
                <a:lnTo>
                  <a:pt x="1463676" y="53398"/>
                </a:lnTo>
                <a:lnTo>
                  <a:pt x="1464328" y="52894"/>
                </a:lnTo>
                <a:lnTo>
                  <a:pt x="1464999" y="52417"/>
                </a:lnTo>
                <a:lnTo>
                  <a:pt x="1465687" y="51965"/>
                </a:lnTo>
                <a:lnTo>
                  <a:pt x="1466393" y="51540"/>
                </a:lnTo>
                <a:lnTo>
                  <a:pt x="1467117" y="51140"/>
                </a:lnTo>
                <a:lnTo>
                  <a:pt x="1467859" y="50765"/>
                </a:lnTo>
                <a:lnTo>
                  <a:pt x="1468619" y="50417"/>
                </a:lnTo>
                <a:lnTo>
                  <a:pt x="1469397" y="50094"/>
                </a:lnTo>
                <a:lnTo>
                  <a:pt x="1470193" y="49798"/>
                </a:lnTo>
                <a:lnTo>
                  <a:pt x="1471008" y="49527"/>
                </a:lnTo>
                <a:lnTo>
                  <a:pt x="1471840" y="49282"/>
                </a:lnTo>
                <a:lnTo>
                  <a:pt x="1472690" y="49062"/>
                </a:lnTo>
                <a:lnTo>
                  <a:pt x="1473558" y="48869"/>
                </a:lnTo>
                <a:lnTo>
                  <a:pt x="1474444" y="48701"/>
                </a:lnTo>
                <a:lnTo>
                  <a:pt x="1475348" y="48559"/>
                </a:lnTo>
                <a:lnTo>
                  <a:pt x="1476270" y="48443"/>
                </a:lnTo>
                <a:lnTo>
                  <a:pt x="1477209" y="48352"/>
                </a:lnTo>
                <a:lnTo>
                  <a:pt x="1478167" y="48288"/>
                </a:lnTo>
                <a:lnTo>
                  <a:pt x="1479143" y="48249"/>
                </a:lnTo>
                <a:lnTo>
                  <a:pt x="1480137" y="48236"/>
                </a:lnTo>
                <a:lnTo>
                  <a:pt x="1481123" y="48249"/>
                </a:lnTo>
                <a:lnTo>
                  <a:pt x="1482090" y="48288"/>
                </a:lnTo>
                <a:lnTo>
                  <a:pt x="1483039" y="48353"/>
                </a:lnTo>
                <a:lnTo>
                  <a:pt x="1483971" y="48444"/>
                </a:lnTo>
                <a:lnTo>
                  <a:pt x="1484883" y="48561"/>
                </a:lnTo>
                <a:lnTo>
                  <a:pt x="1485778" y="48704"/>
                </a:lnTo>
                <a:lnTo>
                  <a:pt x="1486655" y="48873"/>
                </a:lnTo>
                <a:lnTo>
                  <a:pt x="1487513" y="49068"/>
                </a:lnTo>
                <a:lnTo>
                  <a:pt x="1488354" y="49289"/>
                </a:lnTo>
                <a:lnTo>
                  <a:pt x="1489176" y="49536"/>
                </a:lnTo>
                <a:lnTo>
                  <a:pt x="1489980" y="49809"/>
                </a:lnTo>
                <a:lnTo>
                  <a:pt x="1490766" y="50107"/>
                </a:lnTo>
                <a:lnTo>
                  <a:pt x="1491534" y="50432"/>
                </a:lnTo>
                <a:lnTo>
                  <a:pt x="1492283" y="50783"/>
                </a:lnTo>
                <a:lnTo>
                  <a:pt x="1493015" y="51160"/>
                </a:lnTo>
                <a:lnTo>
                  <a:pt x="1493728" y="51563"/>
                </a:lnTo>
                <a:lnTo>
                  <a:pt x="1494423" y="51992"/>
                </a:lnTo>
                <a:lnTo>
                  <a:pt x="1495100" y="52446"/>
                </a:lnTo>
                <a:lnTo>
                  <a:pt x="1495759" y="52927"/>
                </a:lnTo>
                <a:lnTo>
                  <a:pt x="1496400" y="53434"/>
                </a:lnTo>
                <a:lnTo>
                  <a:pt x="1497022" y="53967"/>
                </a:lnTo>
                <a:lnTo>
                  <a:pt x="1497626" y="54525"/>
                </a:lnTo>
                <a:lnTo>
                  <a:pt x="1498213" y="55110"/>
                </a:lnTo>
                <a:lnTo>
                  <a:pt x="1498781" y="55721"/>
                </a:lnTo>
                <a:lnTo>
                  <a:pt x="1499328" y="56356"/>
                </a:lnTo>
                <a:lnTo>
                  <a:pt x="1499854" y="57014"/>
                </a:lnTo>
                <a:lnTo>
                  <a:pt x="1500357" y="57695"/>
                </a:lnTo>
                <a:lnTo>
                  <a:pt x="1500838" y="58399"/>
                </a:lnTo>
                <a:lnTo>
                  <a:pt x="1501297" y="59127"/>
                </a:lnTo>
                <a:lnTo>
                  <a:pt x="1501734" y="59877"/>
                </a:lnTo>
                <a:lnTo>
                  <a:pt x="1502148" y="60651"/>
                </a:lnTo>
                <a:lnTo>
                  <a:pt x="1502540" y="61448"/>
                </a:lnTo>
                <a:lnTo>
                  <a:pt x="1502910" y="62267"/>
                </a:lnTo>
                <a:lnTo>
                  <a:pt x="1503257" y="63110"/>
                </a:lnTo>
                <a:lnTo>
                  <a:pt x="1503582" y="63976"/>
                </a:lnTo>
                <a:lnTo>
                  <a:pt x="1503885" y="64865"/>
                </a:lnTo>
                <a:lnTo>
                  <a:pt x="1504166" y="65778"/>
                </a:lnTo>
                <a:lnTo>
                  <a:pt x="1504425" y="66713"/>
                </a:lnTo>
                <a:lnTo>
                  <a:pt x="1504661" y="67671"/>
                </a:lnTo>
                <a:lnTo>
                  <a:pt x="1504875" y="68653"/>
                </a:lnTo>
                <a:lnTo>
                  <a:pt x="1505066" y="69657"/>
                </a:lnTo>
                <a:lnTo>
                  <a:pt x="1505236" y="70685"/>
                </a:lnTo>
                <a:lnTo>
                  <a:pt x="1505383" y="71736"/>
                </a:lnTo>
                <a:lnTo>
                  <a:pt x="1505508" y="72810"/>
                </a:lnTo>
                <a:lnTo>
                  <a:pt x="1505610" y="73907"/>
                </a:lnTo>
                <a:lnTo>
                  <a:pt x="1505690" y="75027"/>
                </a:lnTo>
                <a:lnTo>
                  <a:pt x="1505749" y="76170"/>
                </a:lnTo>
                <a:lnTo>
                  <a:pt x="1505784" y="77336"/>
                </a:lnTo>
                <a:lnTo>
                  <a:pt x="1453306" y="77336"/>
                </a:lnTo>
                <a:lnTo>
                  <a:pt x="1453407" y="76161"/>
                </a:lnTo>
                <a:lnTo>
                  <a:pt x="1453527" y="75010"/>
                </a:lnTo>
                <a:lnTo>
                  <a:pt x="1453668" y="73883"/>
                </a:lnTo>
                <a:lnTo>
                  <a:pt x="1453828" y="72779"/>
                </a:lnTo>
                <a:lnTo>
                  <a:pt x="1454009" y="71699"/>
                </a:lnTo>
                <a:close/>
                <a:moveTo>
                  <a:pt x="774631" y="171573"/>
                </a:moveTo>
                <a:lnTo>
                  <a:pt x="775298" y="171536"/>
                </a:lnTo>
                <a:lnTo>
                  <a:pt x="775955" y="171490"/>
                </a:lnTo>
                <a:lnTo>
                  <a:pt x="776601" y="171437"/>
                </a:lnTo>
                <a:lnTo>
                  <a:pt x="777236" y="171375"/>
                </a:lnTo>
                <a:lnTo>
                  <a:pt x="777861" y="171305"/>
                </a:lnTo>
                <a:lnTo>
                  <a:pt x="778476" y="171227"/>
                </a:lnTo>
                <a:lnTo>
                  <a:pt x="779079" y="171141"/>
                </a:lnTo>
                <a:lnTo>
                  <a:pt x="779672" y="171046"/>
                </a:lnTo>
                <a:lnTo>
                  <a:pt x="780255" y="170943"/>
                </a:lnTo>
                <a:lnTo>
                  <a:pt x="780827" y="170832"/>
                </a:lnTo>
                <a:lnTo>
                  <a:pt x="781388" y="170713"/>
                </a:lnTo>
                <a:lnTo>
                  <a:pt x="781938" y="170585"/>
                </a:lnTo>
                <a:lnTo>
                  <a:pt x="782478" y="170449"/>
                </a:lnTo>
                <a:lnTo>
                  <a:pt x="783008" y="170305"/>
                </a:lnTo>
                <a:lnTo>
                  <a:pt x="783527" y="170153"/>
                </a:lnTo>
                <a:lnTo>
                  <a:pt x="784035" y="169992"/>
                </a:lnTo>
                <a:lnTo>
                  <a:pt x="784532" y="169824"/>
                </a:lnTo>
                <a:lnTo>
                  <a:pt x="785019" y="169647"/>
                </a:lnTo>
                <a:lnTo>
                  <a:pt x="785495" y="169462"/>
                </a:lnTo>
                <a:lnTo>
                  <a:pt x="785961" y="169268"/>
                </a:lnTo>
                <a:lnTo>
                  <a:pt x="786418" y="169065"/>
                </a:lnTo>
                <a:lnTo>
                  <a:pt x="786870" y="168852"/>
                </a:lnTo>
                <a:lnTo>
                  <a:pt x="787315" y="168629"/>
                </a:lnTo>
                <a:lnTo>
                  <a:pt x="787754" y="168395"/>
                </a:lnTo>
                <a:lnTo>
                  <a:pt x="788188" y="168151"/>
                </a:lnTo>
                <a:lnTo>
                  <a:pt x="788615" y="167897"/>
                </a:lnTo>
                <a:lnTo>
                  <a:pt x="789036" y="167632"/>
                </a:lnTo>
                <a:lnTo>
                  <a:pt x="789452" y="167357"/>
                </a:lnTo>
                <a:lnTo>
                  <a:pt x="789861" y="167072"/>
                </a:lnTo>
                <a:lnTo>
                  <a:pt x="790265" y="166776"/>
                </a:lnTo>
                <a:lnTo>
                  <a:pt x="790662" y="166470"/>
                </a:lnTo>
                <a:lnTo>
                  <a:pt x="791053" y="166154"/>
                </a:lnTo>
                <a:lnTo>
                  <a:pt x="791439" y="165827"/>
                </a:lnTo>
                <a:lnTo>
                  <a:pt x="791818" y="165490"/>
                </a:lnTo>
                <a:lnTo>
                  <a:pt x="792192" y="165143"/>
                </a:lnTo>
                <a:lnTo>
                  <a:pt x="792559" y="164785"/>
                </a:lnTo>
                <a:lnTo>
                  <a:pt x="792920" y="164417"/>
                </a:lnTo>
                <a:lnTo>
                  <a:pt x="793276" y="164039"/>
                </a:lnTo>
                <a:lnTo>
                  <a:pt x="793625" y="163650"/>
                </a:lnTo>
                <a:lnTo>
                  <a:pt x="793969" y="163251"/>
                </a:lnTo>
                <a:lnTo>
                  <a:pt x="794306" y="162842"/>
                </a:lnTo>
                <a:lnTo>
                  <a:pt x="794638" y="162423"/>
                </a:lnTo>
                <a:lnTo>
                  <a:pt x="794963" y="161993"/>
                </a:lnTo>
                <a:lnTo>
                  <a:pt x="795283" y="161552"/>
                </a:lnTo>
                <a:lnTo>
                  <a:pt x="795598" y="161101"/>
                </a:lnTo>
                <a:lnTo>
                  <a:pt x="795913" y="160638"/>
                </a:lnTo>
                <a:lnTo>
                  <a:pt x="796225" y="160162"/>
                </a:lnTo>
                <a:lnTo>
                  <a:pt x="796536" y="159675"/>
                </a:lnTo>
                <a:lnTo>
                  <a:pt x="796846" y="159176"/>
                </a:lnTo>
                <a:lnTo>
                  <a:pt x="797154" y="158665"/>
                </a:lnTo>
                <a:lnTo>
                  <a:pt x="797460" y="158142"/>
                </a:lnTo>
                <a:lnTo>
                  <a:pt x="797765" y="157608"/>
                </a:lnTo>
                <a:lnTo>
                  <a:pt x="798069" y="157061"/>
                </a:lnTo>
                <a:lnTo>
                  <a:pt x="798370" y="156502"/>
                </a:lnTo>
                <a:lnTo>
                  <a:pt x="798671" y="155932"/>
                </a:lnTo>
                <a:lnTo>
                  <a:pt x="798969" y="155349"/>
                </a:lnTo>
                <a:lnTo>
                  <a:pt x="799267" y="154755"/>
                </a:lnTo>
                <a:lnTo>
                  <a:pt x="799562" y="154149"/>
                </a:lnTo>
                <a:lnTo>
                  <a:pt x="799856" y="153531"/>
                </a:lnTo>
                <a:lnTo>
                  <a:pt x="800149" y="152901"/>
                </a:lnTo>
                <a:lnTo>
                  <a:pt x="800440" y="152259"/>
                </a:lnTo>
                <a:lnTo>
                  <a:pt x="800730" y="151605"/>
                </a:lnTo>
                <a:lnTo>
                  <a:pt x="801018" y="150939"/>
                </a:lnTo>
                <a:lnTo>
                  <a:pt x="801304" y="150261"/>
                </a:lnTo>
                <a:lnTo>
                  <a:pt x="801589" y="149571"/>
                </a:lnTo>
                <a:lnTo>
                  <a:pt x="801872" y="148870"/>
                </a:lnTo>
                <a:lnTo>
                  <a:pt x="802154" y="148156"/>
                </a:lnTo>
                <a:lnTo>
                  <a:pt x="802434" y="147431"/>
                </a:lnTo>
                <a:lnTo>
                  <a:pt x="806972" y="135529"/>
                </a:lnTo>
                <a:lnTo>
                  <a:pt x="843075" y="37287"/>
                </a:lnTo>
                <a:lnTo>
                  <a:pt x="826306" y="37287"/>
                </a:lnTo>
                <a:lnTo>
                  <a:pt x="798883" y="118328"/>
                </a:lnTo>
                <a:lnTo>
                  <a:pt x="769192" y="37287"/>
                </a:lnTo>
                <a:lnTo>
                  <a:pt x="751732" y="37287"/>
                </a:lnTo>
                <a:lnTo>
                  <a:pt x="790104" y="136324"/>
                </a:lnTo>
                <a:lnTo>
                  <a:pt x="786355" y="145005"/>
                </a:lnTo>
                <a:lnTo>
                  <a:pt x="786123" y="145582"/>
                </a:lnTo>
                <a:lnTo>
                  <a:pt x="785887" y="146145"/>
                </a:lnTo>
                <a:lnTo>
                  <a:pt x="785647" y="146694"/>
                </a:lnTo>
                <a:lnTo>
                  <a:pt x="785403" y="147229"/>
                </a:lnTo>
                <a:lnTo>
                  <a:pt x="785155" y="147750"/>
                </a:lnTo>
                <a:lnTo>
                  <a:pt x="784904" y="148257"/>
                </a:lnTo>
                <a:lnTo>
                  <a:pt x="784648" y="148751"/>
                </a:lnTo>
                <a:lnTo>
                  <a:pt x="784388" y="149230"/>
                </a:lnTo>
                <a:lnTo>
                  <a:pt x="784124" y="149696"/>
                </a:lnTo>
                <a:lnTo>
                  <a:pt x="783857" y="150148"/>
                </a:lnTo>
                <a:lnTo>
                  <a:pt x="783585" y="150586"/>
                </a:lnTo>
                <a:lnTo>
                  <a:pt x="783310" y="151010"/>
                </a:lnTo>
                <a:lnTo>
                  <a:pt x="783030" y="151420"/>
                </a:lnTo>
                <a:lnTo>
                  <a:pt x="782747" y="151817"/>
                </a:lnTo>
                <a:lnTo>
                  <a:pt x="782460" y="152199"/>
                </a:lnTo>
                <a:lnTo>
                  <a:pt x="782169" y="152568"/>
                </a:lnTo>
                <a:lnTo>
                  <a:pt x="781873" y="152922"/>
                </a:lnTo>
                <a:lnTo>
                  <a:pt x="781574" y="153263"/>
                </a:lnTo>
                <a:lnTo>
                  <a:pt x="781271" y="153590"/>
                </a:lnTo>
                <a:lnTo>
                  <a:pt x="780964" y="153903"/>
                </a:lnTo>
                <a:lnTo>
                  <a:pt x="780653" y="154203"/>
                </a:lnTo>
                <a:lnTo>
                  <a:pt x="780339" y="154488"/>
                </a:lnTo>
                <a:lnTo>
                  <a:pt x="780020" y="154760"/>
                </a:lnTo>
                <a:lnTo>
                  <a:pt x="779697" y="155017"/>
                </a:lnTo>
                <a:lnTo>
                  <a:pt x="779369" y="155263"/>
                </a:lnTo>
                <a:lnTo>
                  <a:pt x="779036" y="155498"/>
                </a:lnTo>
                <a:lnTo>
                  <a:pt x="778696" y="155722"/>
                </a:lnTo>
                <a:lnTo>
                  <a:pt x="778350" y="155937"/>
                </a:lnTo>
                <a:lnTo>
                  <a:pt x="777999" y="156140"/>
                </a:lnTo>
                <a:lnTo>
                  <a:pt x="777641" y="156334"/>
                </a:lnTo>
                <a:lnTo>
                  <a:pt x="777277" y="156516"/>
                </a:lnTo>
                <a:lnTo>
                  <a:pt x="776908" y="156689"/>
                </a:lnTo>
                <a:lnTo>
                  <a:pt x="776532" y="156851"/>
                </a:lnTo>
                <a:lnTo>
                  <a:pt x="776150" y="157002"/>
                </a:lnTo>
                <a:lnTo>
                  <a:pt x="775763" y="157143"/>
                </a:lnTo>
                <a:lnTo>
                  <a:pt x="775369" y="157274"/>
                </a:lnTo>
                <a:lnTo>
                  <a:pt x="774970" y="157394"/>
                </a:lnTo>
                <a:lnTo>
                  <a:pt x="774564" y="157504"/>
                </a:lnTo>
                <a:lnTo>
                  <a:pt x="774152" y="157603"/>
                </a:lnTo>
                <a:lnTo>
                  <a:pt x="773735" y="157692"/>
                </a:lnTo>
                <a:lnTo>
                  <a:pt x="773311" y="157770"/>
                </a:lnTo>
                <a:lnTo>
                  <a:pt x="772881" y="157838"/>
                </a:lnTo>
                <a:lnTo>
                  <a:pt x="772446" y="157895"/>
                </a:lnTo>
                <a:lnTo>
                  <a:pt x="772004" y="157942"/>
                </a:lnTo>
                <a:lnTo>
                  <a:pt x="771557" y="157979"/>
                </a:lnTo>
                <a:lnTo>
                  <a:pt x="771103" y="158005"/>
                </a:lnTo>
                <a:lnTo>
                  <a:pt x="770644" y="158021"/>
                </a:lnTo>
                <a:lnTo>
                  <a:pt x="770178" y="158026"/>
                </a:lnTo>
                <a:lnTo>
                  <a:pt x="762089" y="158026"/>
                </a:lnTo>
                <a:lnTo>
                  <a:pt x="762089" y="171639"/>
                </a:lnTo>
                <a:lnTo>
                  <a:pt x="771855" y="171639"/>
                </a:lnTo>
                <a:lnTo>
                  <a:pt x="772565" y="171634"/>
                </a:lnTo>
                <a:lnTo>
                  <a:pt x="773264" y="171622"/>
                </a:lnTo>
                <a:lnTo>
                  <a:pt x="773953" y="171602"/>
                </a:lnTo>
                <a:lnTo>
                  <a:pt x="774631" y="17157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" name="Text somesolutions:">
            <a:extLst xmlns:a="http://schemas.openxmlformats.org/drawingml/2006/main">
              <a:ext uri="{FF2B5EF4-FFF2-40B4-BE49-F238E27FC236}">
                <a16:creationId xmlns:a16="http://schemas.microsoft.com/office/drawing/2014/main" id="{D3A19247-EAE1-4A4C-83D8-708819450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761" y="5680534"/>
            <a:ext cx="1369247" cy="138100"/>
          </a:xfrm>
          <a:custGeom xmlns:a="http://schemas.openxmlformats.org/drawingml/2006/main">
            <a:pathLst>
              <a:path w="1369247" h="138100">
                <a:moveTo>
                  <a:pt x="772392" y="122901"/>
                </a:moveTo>
                <a:lnTo>
                  <a:pt x="771694" y="122876"/>
                </a:lnTo>
                <a:lnTo>
                  <a:pt x="771018" y="122835"/>
                </a:lnTo>
                <a:lnTo>
                  <a:pt x="770365" y="122777"/>
                </a:lnTo>
                <a:lnTo>
                  <a:pt x="769734" y="122704"/>
                </a:lnTo>
                <a:lnTo>
                  <a:pt x="769126" y="122613"/>
                </a:lnTo>
                <a:lnTo>
                  <a:pt x="768540" y="122506"/>
                </a:lnTo>
                <a:lnTo>
                  <a:pt x="767977" y="122383"/>
                </a:lnTo>
                <a:lnTo>
                  <a:pt x="767436" y="122243"/>
                </a:lnTo>
                <a:lnTo>
                  <a:pt x="766918" y="122087"/>
                </a:lnTo>
                <a:lnTo>
                  <a:pt x="766422" y="121914"/>
                </a:lnTo>
                <a:lnTo>
                  <a:pt x="765948" y="121725"/>
                </a:lnTo>
                <a:lnTo>
                  <a:pt x="765497" y="121520"/>
                </a:lnTo>
                <a:lnTo>
                  <a:pt x="765068" y="121298"/>
                </a:lnTo>
                <a:lnTo>
                  <a:pt x="764662" y="121059"/>
                </a:lnTo>
                <a:lnTo>
                  <a:pt x="764278" y="120805"/>
                </a:lnTo>
                <a:lnTo>
                  <a:pt x="763916" y="120533"/>
                </a:lnTo>
                <a:lnTo>
                  <a:pt x="763577" y="120246"/>
                </a:lnTo>
                <a:lnTo>
                  <a:pt x="763261" y="119942"/>
                </a:lnTo>
                <a:lnTo>
                  <a:pt x="762967" y="119621"/>
                </a:lnTo>
                <a:lnTo>
                  <a:pt x="762695" y="119284"/>
                </a:lnTo>
                <a:lnTo>
                  <a:pt x="762446" y="118930"/>
                </a:lnTo>
                <a:lnTo>
                  <a:pt x="762219" y="118561"/>
                </a:lnTo>
                <a:lnTo>
                  <a:pt x="762015" y="118174"/>
                </a:lnTo>
                <a:lnTo>
                  <a:pt x="761825" y="117772"/>
                </a:lnTo>
                <a:lnTo>
                  <a:pt x="761644" y="117356"/>
                </a:lnTo>
                <a:lnTo>
                  <a:pt x="761471" y="116924"/>
                </a:lnTo>
                <a:lnTo>
                  <a:pt x="761306" y="116478"/>
                </a:lnTo>
                <a:lnTo>
                  <a:pt x="761149" y="116017"/>
                </a:lnTo>
                <a:lnTo>
                  <a:pt x="761000" y="115542"/>
                </a:lnTo>
                <a:lnTo>
                  <a:pt x="760860" y="115051"/>
                </a:lnTo>
                <a:lnTo>
                  <a:pt x="760727" y="114546"/>
                </a:lnTo>
                <a:lnTo>
                  <a:pt x="760602" y="114027"/>
                </a:lnTo>
                <a:lnTo>
                  <a:pt x="760485" y="113492"/>
                </a:lnTo>
                <a:lnTo>
                  <a:pt x="760377" y="112943"/>
                </a:lnTo>
                <a:lnTo>
                  <a:pt x="760276" y="112379"/>
                </a:lnTo>
                <a:lnTo>
                  <a:pt x="760183" y="111800"/>
                </a:lnTo>
                <a:lnTo>
                  <a:pt x="760099" y="111207"/>
                </a:lnTo>
                <a:lnTo>
                  <a:pt x="760022" y="110599"/>
                </a:lnTo>
                <a:lnTo>
                  <a:pt x="759954" y="109976"/>
                </a:lnTo>
                <a:lnTo>
                  <a:pt x="759894" y="109338"/>
                </a:lnTo>
                <a:lnTo>
                  <a:pt x="759841" y="108686"/>
                </a:lnTo>
                <a:lnTo>
                  <a:pt x="759797" y="108019"/>
                </a:lnTo>
                <a:lnTo>
                  <a:pt x="759761" y="107337"/>
                </a:lnTo>
                <a:lnTo>
                  <a:pt x="759733" y="106641"/>
                </a:lnTo>
                <a:lnTo>
                  <a:pt x="759713" y="105929"/>
                </a:lnTo>
                <a:lnTo>
                  <a:pt x="759700" y="105203"/>
                </a:lnTo>
                <a:lnTo>
                  <a:pt x="759696" y="104463"/>
                </a:lnTo>
                <a:lnTo>
                  <a:pt x="759696" y="3551"/>
                </a:lnTo>
                <a:lnTo>
                  <a:pt x="743322" y="3551"/>
                </a:lnTo>
                <a:lnTo>
                  <a:pt x="743322" y="105252"/>
                </a:lnTo>
                <a:lnTo>
                  <a:pt x="743326" y="106061"/>
                </a:lnTo>
                <a:lnTo>
                  <a:pt x="743337" y="106860"/>
                </a:lnTo>
                <a:lnTo>
                  <a:pt x="743357" y="107649"/>
                </a:lnTo>
                <a:lnTo>
                  <a:pt x="743385" y="108429"/>
                </a:lnTo>
                <a:lnTo>
                  <a:pt x="743420" y="109199"/>
                </a:lnTo>
                <a:lnTo>
                  <a:pt x="743464" y="109959"/>
                </a:lnTo>
                <a:lnTo>
                  <a:pt x="743515" y="110709"/>
                </a:lnTo>
                <a:lnTo>
                  <a:pt x="743574" y="111450"/>
                </a:lnTo>
                <a:lnTo>
                  <a:pt x="743641" y="112181"/>
                </a:lnTo>
                <a:lnTo>
                  <a:pt x="743716" y="112902"/>
                </a:lnTo>
                <a:lnTo>
                  <a:pt x="743798" y="113613"/>
                </a:lnTo>
                <a:lnTo>
                  <a:pt x="743889" y="114315"/>
                </a:lnTo>
                <a:lnTo>
                  <a:pt x="743987" y="115007"/>
                </a:lnTo>
                <a:lnTo>
                  <a:pt x="744094" y="115689"/>
                </a:lnTo>
                <a:lnTo>
                  <a:pt x="744208" y="116361"/>
                </a:lnTo>
                <a:lnTo>
                  <a:pt x="744330" y="117023"/>
                </a:lnTo>
                <a:lnTo>
                  <a:pt x="744460" y="117676"/>
                </a:lnTo>
                <a:lnTo>
                  <a:pt x="744598" y="118319"/>
                </a:lnTo>
                <a:lnTo>
                  <a:pt x="744744" y="118952"/>
                </a:lnTo>
                <a:lnTo>
                  <a:pt x="744897" y="119576"/>
                </a:lnTo>
                <a:lnTo>
                  <a:pt x="745059" y="120189"/>
                </a:lnTo>
                <a:lnTo>
                  <a:pt x="745228" y="120793"/>
                </a:lnTo>
                <a:lnTo>
                  <a:pt x="745405" y="121387"/>
                </a:lnTo>
                <a:lnTo>
                  <a:pt x="745591" y="121972"/>
                </a:lnTo>
                <a:lnTo>
                  <a:pt x="745786" y="122546"/>
                </a:lnTo>
                <a:lnTo>
                  <a:pt x="745996" y="123108"/>
                </a:lnTo>
                <a:lnTo>
                  <a:pt x="746219" y="123660"/>
                </a:lnTo>
                <a:lnTo>
                  <a:pt x="746456" y="124200"/>
                </a:lnTo>
                <a:lnTo>
                  <a:pt x="746707" y="124728"/>
                </a:lnTo>
                <a:lnTo>
                  <a:pt x="746972" y="125246"/>
                </a:lnTo>
                <a:lnTo>
                  <a:pt x="747250" y="125752"/>
                </a:lnTo>
                <a:lnTo>
                  <a:pt x="747541" y="126246"/>
                </a:lnTo>
                <a:lnTo>
                  <a:pt x="747847" y="126730"/>
                </a:lnTo>
                <a:lnTo>
                  <a:pt x="748166" y="127202"/>
                </a:lnTo>
                <a:lnTo>
                  <a:pt x="748499" y="127663"/>
                </a:lnTo>
                <a:lnTo>
                  <a:pt x="748846" y="128112"/>
                </a:lnTo>
                <a:lnTo>
                  <a:pt x="749206" y="128551"/>
                </a:lnTo>
                <a:lnTo>
                  <a:pt x="749580" y="128978"/>
                </a:lnTo>
                <a:lnTo>
                  <a:pt x="749968" y="129393"/>
                </a:lnTo>
                <a:lnTo>
                  <a:pt x="750369" y="129798"/>
                </a:lnTo>
                <a:lnTo>
                  <a:pt x="750784" y="130191"/>
                </a:lnTo>
                <a:lnTo>
                  <a:pt x="751213" y="130572"/>
                </a:lnTo>
                <a:lnTo>
                  <a:pt x="751656" y="130943"/>
                </a:lnTo>
                <a:lnTo>
                  <a:pt x="752112" y="131302"/>
                </a:lnTo>
                <a:lnTo>
                  <a:pt x="752582" y="131650"/>
                </a:lnTo>
                <a:lnTo>
                  <a:pt x="753065" y="131986"/>
                </a:lnTo>
                <a:lnTo>
                  <a:pt x="753563" y="132311"/>
                </a:lnTo>
                <a:lnTo>
                  <a:pt x="754074" y="132625"/>
                </a:lnTo>
                <a:lnTo>
                  <a:pt x="754601" y="132927"/>
                </a:lnTo>
                <a:lnTo>
                  <a:pt x="755148" y="133216"/>
                </a:lnTo>
                <a:lnTo>
                  <a:pt x="755714" y="133492"/>
                </a:lnTo>
                <a:lnTo>
                  <a:pt x="756299" y="133756"/>
                </a:lnTo>
                <a:lnTo>
                  <a:pt x="756903" y="134006"/>
                </a:lnTo>
                <a:lnTo>
                  <a:pt x="757526" y="134244"/>
                </a:lnTo>
                <a:lnTo>
                  <a:pt x="758169" y="134468"/>
                </a:lnTo>
                <a:lnTo>
                  <a:pt x="758831" y="134680"/>
                </a:lnTo>
                <a:lnTo>
                  <a:pt x="759512" y="134879"/>
                </a:lnTo>
                <a:lnTo>
                  <a:pt x="760212" y="135066"/>
                </a:lnTo>
                <a:lnTo>
                  <a:pt x="760931" y="135239"/>
                </a:lnTo>
                <a:lnTo>
                  <a:pt x="761669" y="135400"/>
                </a:lnTo>
                <a:lnTo>
                  <a:pt x="762427" y="135547"/>
                </a:lnTo>
                <a:lnTo>
                  <a:pt x="763204" y="135682"/>
                </a:lnTo>
                <a:lnTo>
                  <a:pt x="764000" y="135804"/>
                </a:lnTo>
                <a:lnTo>
                  <a:pt x="764815" y="135913"/>
                </a:lnTo>
                <a:lnTo>
                  <a:pt x="765649" y="136010"/>
                </a:lnTo>
                <a:lnTo>
                  <a:pt x="766503" y="136093"/>
                </a:lnTo>
                <a:lnTo>
                  <a:pt x="767376" y="136164"/>
                </a:lnTo>
                <a:lnTo>
                  <a:pt x="768267" y="136222"/>
                </a:lnTo>
                <a:lnTo>
                  <a:pt x="769179" y="136267"/>
                </a:lnTo>
                <a:lnTo>
                  <a:pt x="770109" y="136299"/>
                </a:lnTo>
                <a:lnTo>
                  <a:pt x="771058" y="136318"/>
                </a:lnTo>
                <a:lnTo>
                  <a:pt x="772027" y="136324"/>
                </a:lnTo>
                <a:lnTo>
                  <a:pt x="777551" y="136324"/>
                </a:lnTo>
                <a:lnTo>
                  <a:pt x="777551" y="122909"/>
                </a:lnTo>
                <a:lnTo>
                  <a:pt x="773112" y="122909"/>
                </a:lnTo>
                <a:lnTo>
                  <a:pt x="772392" y="122901"/>
                </a:lnTo>
                <a:close/>
                <a:moveTo>
                  <a:pt x="289126" y="49662"/>
                </a:moveTo>
                <a:lnTo>
                  <a:pt x="288652" y="48735"/>
                </a:lnTo>
                <a:lnTo>
                  <a:pt x="288153" y="47836"/>
                </a:lnTo>
                <a:lnTo>
                  <a:pt x="287630" y="46962"/>
                </a:lnTo>
                <a:lnTo>
                  <a:pt x="287083" y="46116"/>
                </a:lnTo>
                <a:lnTo>
                  <a:pt x="286512" y="45296"/>
                </a:lnTo>
                <a:lnTo>
                  <a:pt x="285912" y="44505"/>
                </a:lnTo>
                <a:lnTo>
                  <a:pt x="285282" y="43749"/>
                </a:lnTo>
                <a:lnTo>
                  <a:pt x="284621" y="43026"/>
                </a:lnTo>
                <a:lnTo>
                  <a:pt x="283928" y="42336"/>
                </a:lnTo>
                <a:lnTo>
                  <a:pt x="283204" y="41680"/>
                </a:lnTo>
                <a:lnTo>
                  <a:pt x="282449" y="41058"/>
                </a:lnTo>
                <a:lnTo>
                  <a:pt x="281663" y="40470"/>
                </a:lnTo>
                <a:lnTo>
                  <a:pt x="280845" y="39915"/>
                </a:lnTo>
                <a:lnTo>
                  <a:pt x="279997" y="39393"/>
                </a:lnTo>
                <a:lnTo>
                  <a:pt x="279117" y="38906"/>
                </a:lnTo>
                <a:lnTo>
                  <a:pt x="278206" y="38452"/>
                </a:lnTo>
                <a:lnTo>
                  <a:pt x="277264" y="38031"/>
                </a:lnTo>
                <a:lnTo>
                  <a:pt x="276291" y="37645"/>
                </a:lnTo>
                <a:lnTo>
                  <a:pt x="275286" y="37292"/>
                </a:lnTo>
                <a:lnTo>
                  <a:pt x="274251" y="36972"/>
                </a:lnTo>
                <a:lnTo>
                  <a:pt x="273184" y="36686"/>
                </a:lnTo>
                <a:lnTo>
                  <a:pt x="272086" y="36434"/>
                </a:lnTo>
                <a:lnTo>
                  <a:pt x="270957" y="36215"/>
                </a:lnTo>
                <a:lnTo>
                  <a:pt x="269797" y="36030"/>
                </a:lnTo>
                <a:lnTo>
                  <a:pt x="268605" y="35879"/>
                </a:lnTo>
                <a:lnTo>
                  <a:pt x="267383" y="35761"/>
                </a:lnTo>
                <a:lnTo>
                  <a:pt x="266129" y="35677"/>
                </a:lnTo>
                <a:lnTo>
                  <a:pt x="264844" y="35627"/>
                </a:lnTo>
                <a:lnTo>
                  <a:pt x="263528" y="35610"/>
                </a:lnTo>
                <a:lnTo>
                  <a:pt x="262516" y="35619"/>
                </a:lnTo>
                <a:lnTo>
                  <a:pt x="261517" y="35646"/>
                </a:lnTo>
                <a:lnTo>
                  <a:pt x="260533" y="35691"/>
                </a:lnTo>
                <a:lnTo>
                  <a:pt x="259563" y="35754"/>
                </a:lnTo>
                <a:lnTo>
                  <a:pt x="258607" y="35835"/>
                </a:lnTo>
                <a:lnTo>
                  <a:pt x="257665" y="35934"/>
                </a:lnTo>
                <a:lnTo>
                  <a:pt x="256737" y="36051"/>
                </a:lnTo>
                <a:lnTo>
                  <a:pt x="255823" y="36185"/>
                </a:lnTo>
                <a:lnTo>
                  <a:pt x="254923" y="36338"/>
                </a:lnTo>
                <a:lnTo>
                  <a:pt x="254037" y="36509"/>
                </a:lnTo>
                <a:lnTo>
                  <a:pt x="253165" y="36698"/>
                </a:lnTo>
                <a:lnTo>
                  <a:pt x="252307" y="36905"/>
                </a:lnTo>
                <a:lnTo>
                  <a:pt x="251464" y="37130"/>
                </a:lnTo>
                <a:lnTo>
                  <a:pt x="250634" y="37372"/>
                </a:lnTo>
                <a:lnTo>
                  <a:pt x="249818" y="37633"/>
                </a:lnTo>
                <a:lnTo>
                  <a:pt x="249016" y="37912"/>
                </a:lnTo>
                <a:lnTo>
                  <a:pt x="248229" y="38208"/>
                </a:lnTo>
                <a:lnTo>
                  <a:pt x="247455" y="38523"/>
                </a:lnTo>
                <a:lnTo>
                  <a:pt x="246696" y="38856"/>
                </a:lnTo>
                <a:lnTo>
                  <a:pt x="245950" y="39206"/>
                </a:lnTo>
                <a:lnTo>
                  <a:pt x="245219" y="39575"/>
                </a:lnTo>
                <a:lnTo>
                  <a:pt x="244501" y="39962"/>
                </a:lnTo>
                <a:lnTo>
                  <a:pt x="243798" y="40366"/>
                </a:lnTo>
                <a:lnTo>
                  <a:pt x="243109" y="40789"/>
                </a:lnTo>
                <a:lnTo>
                  <a:pt x="242433" y="41222"/>
                </a:lnTo>
                <a:lnTo>
                  <a:pt x="241772" y="41656"/>
                </a:lnTo>
                <a:lnTo>
                  <a:pt x="241124" y="42094"/>
                </a:lnTo>
                <a:lnTo>
                  <a:pt x="240489" y="42533"/>
                </a:lnTo>
                <a:lnTo>
                  <a:pt x="239869" y="42974"/>
                </a:lnTo>
                <a:lnTo>
                  <a:pt x="239262" y="43418"/>
                </a:lnTo>
                <a:lnTo>
                  <a:pt x="238669" y="43864"/>
                </a:lnTo>
                <a:lnTo>
                  <a:pt x="238089" y="44313"/>
                </a:lnTo>
                <a:lnTo>
                  <a:pt x="237523" y="44763"/>
                </a:lnTo>
                <a:lnTo>
                  <a:pt x="236971" y="45216"/>
                </a:lnTo>
                <a:lnTo>
                  <a:pt x="236433" y="45671"/>
                </a:lnTo>
                <a:lnTo>
                  <a:pt x="235908" y="46128"/>
                </a:lnTo>
                <a:lnTo>
                  <a:pt x="235397" y="46587"/>
                </a:lnTo>
                <a:lnTo>
                  <a:pt x="234900" y="47049"/>
                </a:lnTo>
                <a:lnTo>
                  <a:pt x="234416" y="47513"/>
                </a:lnTo>
                <a:lnTo>
                  <a:pt x="233946" y="47979"/>
                </a:lnTo>
                <a:lnTo>
                  <a:pt x="233490" y="48447"/>
                </a:lnTo>
                <a:lnTo>
                  <a:pt x="233047" y="48918"/>
                </a:lnTo>
                <a:lnTo>
                  <a:pt x="232618" y="49390"/>
                </a:lnTo>
                <a:lnTo>
                  <a:pt x="232203" y="49865"/>
                </a:lnTo>
                <a:lnTo>
                  <a:pt x="231802" y="50343"/>
                </a:lnTo>
                <a:lnTo>
                  <a:pt x="231414" y="50822"/>
                </a:lnTo>
                <a:lnTo>
                  <a:pt x="231040" y="51304"/>
                </a:lnTo>
                <a:lnTo>
                  <a:pt x="230680" y="51788"/>
                </a:lnTo>
                <a:lnTo>
                  <a:pt x="230088" y="37287"/>
                </a:lnTo>
                <a:lnTo>
                  <a:pt x="214305" y="37287"/>
                </a:lnTo>
                <a:lnTo>
                  <a:pt x="214305" y="136324"/>
                </a:lnTo>
                <a:lnTo>
                  <a:pt x="230778" y="136324"/>
                </a:lnTo>
                <a:lnTo>
                  <a:pt x="230778" y="65613"/>
                </a:lnTo>
                <a:lnTo>
                  <a:pt x="231137" y="65111"/>
                </a:lnTo>
                <a:lnTo>
                  <a:pt x="231505" y="64612"/>
                </a:lnTo>
                <a:lnTo>
                  <a:pt x="231882" y="64116"/>
                </a:lnTo>
                <a:lnTo>
                  <a:pt x="232269" y="63624"/>
                </a:lnTo>
                <a:lnTo>
                  <a:pt x="232666" y="63135"/>
                </a:lnTo>
                <a:lnTo>
                  <a:pt x="233072" y="62650"/>
                </a:lnTo>
                <a:lnTo>
                  <a:pt x="233488" y="62168"/>
                </a:lnTo>
                <a:lnTo>
                  <a:pt x="233913" y="61689"/>
                </a:lnTo>
                <a:lnTo>
                  <a:pt x="234348" y="61214"/>
                </a:lnTo>
                <a:lnTo>
                  <a:pt x="234793" y="60743"/>
                </a:lnTo>
                <a:lnTo>
                  <a:pt x="235247" y="60274"/>
                </a:lnTo>
                <a:lnTo>
                  <a:pt x="235711" y="59809"/>
                </a:lnTo>
                <a:lnTo>
                  <a:pt x="236184" y="59348"/>
                </a:lnTo>
                <a:lnTo>
                  <a:pt x="236667" y="58889"/>
                </a:lnTo>
                <a:lnTo>
                  <a:pt x="237159" y="58435"/>
                </a:lnTo>
                <a:lnTo>
                  <a:pt x="237662" y="57983"/>
                </a:lnTo>
                <a:lnTo>
                  <a:pt x="238173" y="57535"/>
                </a:lnTo>
                <a:lnTo>
                  <a:pt x="238695" y="57091"/>
                </a:lnTo>
                <a:lnTo>
                  <a:pt x="239225" y="56649"/>
                </a:lnTo>
                <a:lnTo>
                  <a:pt x="239766" y="56211"/>
                </a:lnTo>
                <a:lnTo>
                  <a:pt x="240316" y="55777"/>
                </a:lnTo>
                <a:lnTo>
                  <a:pt x="240876" y="55346"/>
                </a:lnTo>
                <a:lnTo>
                  <a:pt x="241445" y="54918"/>
                </a:lnTo>
                <a:lnTo>
                  <a:pt x="242024" y="54494"/>
                </a:lnTo>
                <a:lnTo>
                  <a:pt x="242613" y="54080"/>
                </a:lnTo>
                <a:lnTo>
                  <a:pt x="243213" y="53684"/>
                </a:lnTo>
                <a:lnTo>
                  <a:pt x="243824" y="53305"/>
                </a:lnTo>
                <a:lnTo>
                  <a:pt x="244446" y="52944"/>
                </a:lnTo>
                <a:lnTo>
                  <a:pt x="245079" y="52600"/>
                </a:lnTo>
                <a:lnTo>
                  <a:pt x="245723" y="52274"/>
                </a:lnTo>
                <a:lnTo>
                  <a:pt x="246378" y="51966"/>
                </a:lnTo>
                <a:lnTo>
                  <a:pt x="247044" y="51675"/>
                </a:lnTo>
                <a:lnTo>
                  <a:pt x="247720" y="51402"/>
                </a:lnTo>
                <a:lnTo>
                  <a:pt x="248408" y="51147"/>
                </a:lnTo>
                <a:lnTo>
                  <a:pt x="249107" y="50909"/>
                </a:lnTo>
                <a:lnTo>
                  <a:pt x="249817" y="50689"/>
                </a:lnTo>
                <a:lnTo>
                  <a:pt x="250537" y="50486"/>
                </a:lnTo>
                <a:lnTo>
                  <a:pt x="251269" y="50301"/>
                </a:lnTo>
                <a:lnTo>
                  <a:pt x="252011" y="50134"/>
                </a:lnTo>
                <a:lnTo>
                  <a:pt x="252765" y="49984"/>
                </a:lnTo>
                <a:lnTo>
                  <a:pt x="253529" y="49852"/>
                </a:lnTo>
                <a:lnTo>
                  <a:pt x="254305" y="49737"/>
                </a:lnTo>
                <a:lnTo>
                  <a:pt x="255091" y="49640"/>
                </a:lnTo>
                <a:lnTo>
                  <a:pt x="255889" y="49561"/>
                </a:lnTo>
                <a:lnTo>
                  <a:pt x="256697" y="49499"/>
                </a:lnTo>
                <a:lnTo>
                  <a:pt x="257516" y="49455"/>
                </a:lnTo>
                <a:lnTo>
                  <a:pt x="258346" y="49429"/>
                </a:lnTo>
                <a:lnTo>
                  <a:pt x="259188" y="49420"/>
                </a:lnTo>
                <a:lnTo>
                  <a:pt x="259782" y="49426"/>
                </a:lnTo>
                <a:lnTo>
                  <a:pt x="260364" y="49442"/>
                </a:lnTo>
                <a:lnTo>
                  <a:pt x="260935" y="49471"/>
                </a:lnTo>
                <a:lnTo>
                  <a:pt x="261495" y="49510"/>
                </a:lnTo>
                <a:lnTo>
                  <a:pt x="262042" y="49560"/>
                </a:lnTo>
                <a:lnTo>
                  <a:pt x="262578" y="49622"/>
                </a:lnTo>
                <a:lnTo>
                  <a:pt x="263103" y="49695"/>
                </a:lnTo>
                <a:lnTo>
                  <a:pt x="263616" y="49779"/>
                </a:lnTo>
                <a:lnTo>
                  <a:pt x="264117" y="49874"/>
                </a:lnTo>
                <a:lnTo>
                  <a:pt x="264606" y="49980"/>
                </a:lnTo>
                <a:lnTo>
                  <a:pt x="265084" y="50098"/>
                </a:lnTo>
                <a:lnTo>
                  <a:pt x="265550" y="50227"/>
                </a:lnTo>
                <a:lnTo>
                  <a:pt x="266005" y="50367"/>
                </a:lnTo>
                <a:lnTo>
                  <a:pt x="266447" y="50518"/>
                </a:lnTo>
                <a:lnTo>
                  <a:pt x="266879" y="50681"/>
                </a:lnTo>
                <a:lnTo>
                  <a:pt x="267298" y="50855"/>
                </a:lnTo>
                <a:lnTo>
                  <a:pt x="267706" y="51039"/>
                </a:lnTo>
                <a:lnTo>
                  <a:pt x="268102" y="51236"/>
                </a:lnTo>
                <a:lnTo>
                  <a:pt x="268487" y="51443"/>
                </a:lnTo>
                <a:lnTo>
                  <a:pt x="268860" y="51661"/>
                </a:lnTo>
                <a:lnTo>
                  <a:pt x="269221" y="51891"/>
                </a:lnTo>
                <a:lnTo>
                  <a:pt x="269571" y="52132"/>
                </a:lnTo>
                <a:lnTo>
                  <a:pt x="269909" y="52384"/>
                </a:lnTo>
                <a:lnTo>
                  <a:pt x="270236" y="52648"/>
                </a:lnTo>
                <a:lnTo>
                  <a:pt x="270552" y="52921"/>
                </a:lnTo>
                <a:lnTo>
                  <a:pt x="270860" y="53202"/>
                </a:lnTo>
                <a:lnTo>
                  <a:pt x="271160" y="53492"/>
                </a:lnTo>
                <a:lnTo>
                  <a:pt x="271451" y="53790"/>
                </a:lnTo>
                <a:lnTo>
                  <a:pt x="271734" y="54097"/>
                </a:lnTo>
                <a:lnTo>
                  <a:pt x="272008" y="54412"/>
                </a:lnTo>
                <a:lnTo>
                  <a:pt x="272274" y="54735"/>
                </a:lnTo>
                <a:lnTo>
                  <a:pt x="272532" y="55067"/>
                </a:lnTo>
                <a:lnTo>
                  <a:pt x="272781" y="55407"/>
                </a:lnTo>
                <a:lnTo>
                  <a:pt x="273022" y="55756"/>
                </a:lnTo>
                <a:lnTo>
                  <a:pt x="273254" y="56112"/>
                </a:lnTo>
                <a:lnTo>
                  <a:pt x="273479" y="56478"/>
                </a:lnTo>
                <a:lnTo>
                  <a:pt x="273694" y="56851"/>
                </a:lnTo>
                <a:lnTo>
                  <a:pt x="273902" y="57233"/>
                </a:lnTo>
                <a:lnTo>
                  <a:pt x="274100" y="57624"/>
                </a:lnTo>
                <a:lnTo>
                  <a:pt x="274291" y="58022"/>
                </a:lnTo>
                <a:lnTo>
                  <a:pt x="274473" y="58429"/>
                </a:lnTo>
                <a:lnTo>
                  <a:pt x="274647" y="58845"/>
                </a:lnTo>
                <a:lnTo>
                  <a:pt x="274812" y="59269"/>
                </a:lnTo>
                <a:lnTo>
                  <a:pt x="274969" y="59701"/>
                </a:lnTo>
                <a:lnTo>
                  <a:pt x="275118" y="60141"/>
                </a:lnTo>
                <a:lnTo>
                  <a:pt x="275258" y="60590"/>
                </a:lnTo>
                <a:lnTo>
                  <a:pt x="275390" y="61047"/>
                </a:lnTo>
                <a:lnTo>
                  <a:pt x="275513" y="61513"/>
                </a:lnTo>
                <a:lnTo>
                  <a:pt x="275630" y="61986"/>
                </a:lnTo>
                <a:lnTo>
                  <a:pt x="275741" y="62464"/>
                </a:lnTo>
                <a:lnTo>
                  <a:pt x="275848" y="62947"/>
                </a:lnTo>
                <a:lnTo>
                  <a:pt x="275950" y="63437"/>
                </a:lnTo>
                <a:lnTo>
                  <a:pt x="276047" y="63932"/>
                </a:lnTo>
                <a:lnTo>
                  <a:pt x="276139" y="64433"/>
                </a:lnTo>
                <a:lnTo>
                  <a:pt x="276226" y="64940"/>
                </a:lnTo>
                <a:lnTo>
                  <a:pt x="276308" y="65452"/>
                </a:lnTo>
                <a:lnTo>
                  <a:pt x="276385" y="65970"/>
                </a:lnTo>
                <a:lnTo>
                  <a:pt x="276457" y="66494"/>
                </a:lnTo>
                <a:lnTo>
                  <a:pt x="276524" y="67024"/>
                </a:lnTo>
                <a:lnTo>
                  <a:pt x="276586" y="67559"/>
                </a:lnTo>
                <a:lnTo>
                  <a:pt x="276643" y="68100"/>
                </a:lnTo>
                <a:lnTo>
                  <a:pt x="276695" y="68646"/>
                </a:lnTo>
                <a:lnTo>
                  <a:pt x="276742" y="69199"/>
                </a:lnTo>
                <a:lnTo>
                  <a:pt x="276784" y="69757"/>
                </a:lnTo>
                <a:lnTo>
                  <a:pt x="276822" y="70320"/>
                </a:lnTo>
                <a:lnTo>
                  <a:pt x="276854" y="70890"/>
                </a:lnTo>
                <a:lnTo>
                  <a:pt x="276881" y="71465"/>
                </a:lnTo>
                <a:lnTo>
                  <a:pt x="276904" y="72046"/>
                </a:lnTo>
                <a:lnTo>
                  <a:pt x="276921" y="72632"/>
                </a:lnTo>
                <a:lnTo>
                  <a:pt x="276933" y="73224"/>
                </a:lnTo>
                <a:lnTo>
                  <a:pt x="276941" y="73822"/>
                </a:lnTo>
                <a:lnTo>
                  <a:pt x="276943" y="74426"/>
                </a:lnTo>
                <a:lnTo>
                  <a:pt x="276943" y="136324"/>
                </a:lnTo>
                <a:lnTo>
                  <a:pt x="293515" y="136324"/>
                </a:lnTo>
                <a:lnTo>
                  <a:pt x="293515" y="72308"/>
                </a:lnTo>
                <a:lnTo>
                  <a:pt x="293503" y="70877"/>
                </a:lnTo>
                <a:lnTo>
                  <a:pt x="293467" y="69473"/>
                </a:lnTo>
                <a:lnTo>
                  <a:pt x="293406" y="68095"/>
                </a:lnTo>
                <a:lnTo>
                  <a:pt x="293321" y="66744"/>
                </a:lnTo>
                <a:lnTo>
                  <a:pt x="293211" y="65419"/>
                </a:lnTo>
                <a:lnTo>
                  <a:pt x="293123" y="64557"/>
                </a:lnTo>
                <a:lnTo>
                  <a:pt x="293306" y="64325"/>
                </a:lnTo>
                <a:lnTo>
                  <a:pt x="293697" y="63846"/>
                </a:lnTo>
                <a:lnTo>
                  <a:pt x="294096" y="63370"/>
                </a:lnTo>
                <a:lnTo>
                  <a:pt x="294505" y="62897"/>
                </a:lnTo>
                <a:lnTo>
                  <a:pt x="294921" y="62428"/>
                </a:lnTo>
                <a:lnTo>
                  <a:pt x="295346" y="61963"/>
                </a:lnTo>
                <a:lnTo>
                  <a:pt x="295780" y="61502"/>
                </a:lnTo>
                <a:lnTo>
                  <a:pt x="296223" y="61043"/>
                </a:lnTo>
                <a:lnTo>
                  <a:pt x="296673" y="60589"/>
                </a:lnTo>
                <a:lnTo>
                  <a:pt x="297133" y="60138"/>
                </a:lnTo>
                <a:lnTo>
                  <a:pt x="297601" y="59691"/>
                </a:lnTo>
                <a:lnTo>
                  <a:pt x="298078" y="59247"/>
                </a:lnTo>
                <a:lnTo>
                  <a:pt x="298563" y="58807"/>
                </a:lnTo>
                <a:lnTo>
                  <a:pt x="299056" y="58371"/>
                </a:lnTo>
                <a:lnTo>
                  <a:pt x="299559" y="57938"/>
                </a:lnTo>
                <a:lnTo>
                  <a:pt x="300070" y="57509"/>
                </a:lnTo>
                <a:lnTo>
                  <a:pt x="300589" y="57083"/>
                </a:lnTo>
                <a:lnTo>
                  <a:pt x="301117" y="56661"/>
                </a:lnTo>
                <a:lnTo>
                  <a:pt x="301654" y="56243"/>
                </a:lnTo>
                <a:lnTo>
                  <a:pt x="302199" y="55828"/>
                </a:lnTo>
                <a:lnTo>
                  <a:pt x="302752" y="55416"/>
                </a:lnTo>
                <a:lnTo>
                  <a:pt x="303315" y="55009"/>
                </a:lnTo>
                <a:lnTo>
                  <a:pt x="303885" y="54605"/>
                </a:lnTo>
                <a:lnTo>
                  <a:pt x="304465" y="54204"/>
                </a:lnTo>
                <a:lnTo>
                  <a:pt x="305054" y="53814"/>
                </a:lnTo>
                <a:lnTo>
                  <a:pt x="305655" y="53440"/>
                </a:lnTo>
                <a:lnTo>
                  <a:pt x="306266" y="53083"/>
                </a:lnTo>
                <a:lnTo>
                  <a:pt x="306890" y="52742"/>
                </a:lnTo>
                <a:lnTo>
                  <a:pt x="307524" y="52418"/>
                </a:lnTo>
                <a:lnTo>
                  <a:pt x="308170" y="52111"/>
                </a:lnTo>
                <a:lnTo>
                  <a:pt x="308827" y="51820"/>
                </a:lnTo>
                <a:lnTo>
                  <a:pt x="309495" y="51546"/>
                </a:lnTo>
                <a:lnTo>
                  <a:pt x="310175" y="51289"/>
                </a:lnTo>
                <a:lnTo>
                  <a:pt x="310866" y="51048"/>
                </a:lnTo>
                <a:lnTo>
                  <a:pt x="311569" y="50824"/>
                </a:lnTo>
                <a:lnTo>
                  <a:pt x="312282" y="50616"/>
                </a:lnTo>
                <a:lnTo>
                  <a:pt x="313007" y="50425"/>
                </a:lnTo>
                <a:lnTo>
                  <a:pt x="313743" y="50251"/>
                </a:lnTo>
                <a:lnTo>
                  <a:pt x="314491" y="50093"/>
                </a:lnTo>
                <a:lnTo>
                  <a:pt x="315250" y="49952"/>
                </a:lnTo>
                <a:lnTo>
                  <a:pt x="316020" y="49827"/>
                </a:lnTo>
                <a:lnTo>
                  <a:pt x="316801" y="49719"/>
                </a:lnTo>
                <a:lnTo>
                  <a:pt x="317594" y="49628"/>
                </a:lnTo>
                <a:lnTo>
                  <a:pt x="318398" y="49553"/>
                </a:lnTo>
                <a:lnTo>
                  <a:pt x="319213" y="49495"/>
                </a:lnTo>
                <a:lnTo>
                  <a:pt x="320040" y="49453"/>
                </a:lnTo>
                <a:lnTo>
                  <a:pt x="320878" y="49428"/>
                </a:lnTo>
                <a:lnTo>
                  <a:pt x="321727" y="49420"/>
                </a:lnTo>
                <a:lnTo>
                  <a:pt x="322313" y="49426"/>
                </a:lnTo>
                <a:lnTo>
                  <a:pt x="322888" y="49442"/>
                </a:lnTo>
                <a:lnTo>
                  <a:pt x="323452" y="49471"/>
                </a:lnTo>
                <a:lnTo>
                  <a:pt x="324004" y="49510"/>
                </a:lnTo>
                <a:lnTo>
                  <a:pt x="324545" y="49560"/>
                </a:lnTo>
                <a:lnTo>
                  <a:pt x="325075" y="49622"/>
                </a:lnTo>
                <a:lnTo>
                  <a:pt x="325593" y="49695"/>
                </a:lnTo>
                <a:lnTo>
                  <a:pt x="326100" y="49779"/>
                </a:lnTo>
                <a:lnTo>
                  <a:pt x="326596" y="49874"/>
                </a:lnTo>
                <a:lnTo>
                  <a:pt x="327081" y="49980"/>
                </a:lnTo>
                <a:lnTo>
                  <a:pt x="327554" y="50098"/>
                </a:lnTo>
                <a:lnTo>
                  <a:pt x="328016" y="50227"/>
                </a:lnTo>
                <a:lnTo>
                  <a:pt x="328466" y="50367"/>
                </a:lnTo>
                <a:lnTo>
                  <a:pt x="328906" y="50518"/>
                </a:lnTo>
                <a:lnTo>
                  <a:pt x="329334" y="50681"/>
                </a:lnTo>
                <a:lnTo>
                  <a:pt x="329750" y="50855"/>
                </a:lnTo>
                <a:lnTo>
                  <a:pt x="330156" y="51039"/>
                </a:lnTo>
                <a:lnTo>
                  <a:pt x="330550" y="51236"/>
                </a:lnTo>
                <a:lnTo>
                  <a:pt x="330932" y="51443"/>
                </a:lnTo>
                <a:lnTo>
                  <a:pt x="331304" y="51661"/>
                </a:lnTo>
                <a:lnTo>
                  <a:pt x="331664" y="51891"/>
                </a:lnTo>
                <a:lnTo>
                  <a:pt x="332013" y="52132"/>
                </a:lnTo>
                <a:lnTo>
                  <a:pt x="332350" y="52384"/>
                </a:lnTo>
                <a:lnTo>
                  <a:pt x="332677" y="52648"/>
                </a:lnTo>
                <a:lnTo>
                  <a:pt x="332993" y="52921"/>
                </a:lnTo>
                <a:lnTo>
                  <a:pt x="333301" y="53202"/>
                </a:lnTo>
                <a:lnTo>
                  <a:pt x="333601" y="53492"/>
                </a:lnTo>
                <a:lnTo>
                  <a:pt x="333892" y="53790"/>
                </a:lnTo>
                <a:lnTo>
                  <a:pt x="334175" y="54097"/>
                </a:lnTo>
                <a:lnTo>
                  <a:pt x="334449" y="54412"/>
                </a:lnTo>
                <a:lnTo>
                  <a:pt x="334715" y="54735"/>
                </a:lnTo>
                <a:lnTo>
                  <a:pt x="334973" y="55067"/>
                </a:lnTo>
                <a:lnTo>
                  <a:pt x="335222" y="55407"/>
                </a:lnTo>
                <a:lnTo>
                  <a:pt x="335463" y="55756"/>
                </a:lnTo>
                <a:lnTo>
                  <a:pt x="335695" y="56112"/>
                </a:lnTo>
                <a:lnTo>
                  <a:pt x="335919" y="56478"/>
                </a:lnTo>
                <a:lnTo>
                  <a:pt x="336135" y="56851"/>
                </a:lnTo>
                <a:lnTo>
                  <a:pt x="336342" y="57233"/>
                </a:lnTo>
                <a:lnTo>
                  <a:pt x="336541" y="57624"/>
                </a:lnTo>
                <a:lnTo>
                  <a:pt x="336732" y="58022"/>
                </a:lnTo>
                <a:lnTo>
                  <a:pt x="336914" y="58429"/>
                </a:lnTo>
                <a:lnTo>
                  <a:pt x="337088" y="58845"/>
                </a:lnTo>
                <a:lnTo>
                  <a:pt x="337253" y="59269"/>
                </a:lnTo>
                <a:lnTo>
                  <a:pt x="337410" y="59701"/>
                </a:lnTo>
                <a:lnTo>
                  <a:pt x="337559" y="60141"/>
                </a:lnTo>
                <a:lnTo>
                  <a:pt x="337699" y="60590"/>
                </a:lnTo>
                <a:lnTo>
                  <a:pt x="337831" y="61047"/>
                </a:lnTo>
                <a:lnTo>
                  <a:pt x="337954" y="61513"/>
                </a:lnTo>
                <a:lnTo>
                  <a:pt x="338071" y="61986"/>
                </a:lnTo>
                <a:lnTo>
                  <a:pt x="338182" y="62464"/>
                </a:lnTo>
                <a:lnTo>
                  <a:pt x="338289" y="62947"/>
                </a:lnTo>
                <a:lnTo>
                  <a:pt x="338391" y="63437"/>
                </a:lnTo>
                <a:lnTo>
                  <a:pt x="338488" y="63932"/>
                </a:lnTo>
                <a:lnTo>
                  <a:pt x="338580" y="64433"/>
                </a:lnTo>
                <a:lnTo>
                  <a:pt x="338667" y="64940"/>
                </a:lnTo>
                <a:lnTo>
                  <a:pt x="338749" y="65452"/>
                </a:lnTo>
                <a:lnTo>
                  <a:pt x="338826" y="65970"/>
                </a:lnTo>
                <a:lnTo>
                  <a:pt x="338898" y="66494"/>
                </a:lnTo>
                <a:lnTo>
                  <a:pt x="338965" y="67024"/>
                </a:lnTo>
                <a:lnTo>
                  <a:pt x="339027" y="67559"/>
                </a:lnTo>
                <a:lnTo>
                  <a:pt x="339084" y="68100"/>
                </a:lnTo>
                <a:lnTo>
                  <a:pt x="339136" y="68646"/>
                </a:lnTo>
                <a:lnTo>
                  <a:pt x="339183" y="69199"/>
                </a:lnTo>
                <a:lnTo>
                  <a:pt x="339225" y="69757"/>
                </a:lnTo>
                <a:lnTo>
                  <a:pt x="339263" y="70320"/>
                </a:lnTo>
                <a:lnTo>
                  <a:pt x="339295" y="70890"/>
                </a:lnTo>
                <a:lnTo>
                  <a:pt x="339322" y="71465"/>
                </a:lnTo>
                <a:lnTo>
                  <a:pt x="339345" y="72046"/>
                </a:lnTo>
                <a:lnTo>
                  <a:pt x="339362" y="72632"/>
                </a:lnTo>
                <a:lnTo>
                  <a:pt x="339374" y="73224"/>
                </a:lnTo>
                <a:lnTo>
                  <a:pt x="339382" y="73822"/>
                </a:lnTo>
                <a:lnTo>
                  <a:pt x="339384" y="74426"/>
                </a:lnTo>
                <a:lnTo>
                  <a:pt x="339384" y="136324"/>
                </a:lnTo>
                <a:lnTo>
                  <a:pt x="355858" y="136324"/>
                </a:lnTo>
                <a:lnTo>
                  <a:pt x="355858" y="72308"/>
                </a:lnTo>
                <a:lnTo>
                  <a:pt x="355845" y="70877"/>
                </a:lnTo>
                <a:lnTo>
                  <a:pt x="355809" y="69473"/>
                </a:lnTo>
                <a:lnTo>
                  <a:pt x="355748" y="68095"/>
                </a:lnTo>
                <a:lnTo>
                  <a:pt x="355663" y="66744"/>
                </a:lnTo>
                <a:lnTo>
                  <a:pt x="355554" y="65419"/>
                </a:lnTo>
                <a:lnTo>
                  <a:pt x="355420" y="64121"/>
                </a:lnTo>
                <a:lnTo>
                  <a:pt x="355262" y="62850"/>
                </a:lnTo>
                <a:lnTo>
                  <a:pt x="355079" y="61605"/>
                </a:lnTo>
                <a:lnTo>
                  <a:pt x="354873" y="60386"/>
                </a:lnTo>
                <a:lnTo>
                  <a:pt x="354642" y="59194"/>
                </a:lnTo>
                <a:lnTo>
                  <a:pt x="354386" y="58029"/>
                </a:lnTo>
                <a:lnTo>
                  <a:pt x="354107" y="56890"/>
                </a:lnTo>
                <a:lnTo>
                  <a:pt x="353803" y="55778"/>
                </a:lnTo>
                <a:lnTo>
                  <a:pt x="353474" y="54692"/>
                </a:lnTo>
                <a:lnTo>
                  <a:pt x="353122" y="53633"/>
                </a:lnTo>
                <a:lnTo>
                  <a:pt x="352745" y="52600"/>
                </a:lnTo>
                <a:lnTo>
                  <a:pt x="352344" y="51594"/>
                </a:lnTo>
                <a:lnTo>
                  <a:pt x="351918" y="50615"/>
                </a:lnTo>
                <a:lnTo>
                  <a:pt x="351468" y="49662"/>
                </a:lnTo>
                <a:lnTo>
                  <a:pt x="350994" y="48735"/>
                </a:lnTo>
                <a:lnTo>
                  <a:pt x="350495" y="47836"/>
                </a:lnTo>
                <a:lnTo>
                  <a:pt x="349973" y="46962"/>
                </a:lnTo>
                <a:lnTo>
                  <a:pt x="349425" y="46116"/>
                </a:lnTo>
                <a:lnTo>
                  <a:pt x="348854" y="45296"/>
                </a:lnTo>
                <a:lnTo>
                  <a:pt x="348255" y="44505"/>
                </a:lnTo>
                <a:lnTo>
                  <a:pt x="347624" y="43749"/>
                </a:lnTo>
                <a:lnTo>
                  <a:pt x="346963" y="43026"/>
                </a:lnTo>
                <a:lnTo>
                  <a:pt x="346270" y="42336"/>
                </a:lnTo>
                <a:lnTo>
                  <a:pt x="345546" y="41680"/>
                </a:lnTo>
                <a:lnTo>
                  <a:pt x="344791" y="41058"/>
                </a:lnTo>
                <a:lnTo>
                  <a:pt x="344005" y="40470"/>
                </a:lnTo>
                <a:lnTo>
                  <a:pt x="343188" y="39915"/>
                </a:lnTo>
                <a:lnTo>
                  <a:pt x="342339" y="39393"/>
                </a:lnTo>
                <a:lnTo>
                  <a:pt x="341459" y="38906"/>
                </a:lnTo>
                <a:lnTo>
                  <a:pt x="340548" y="38452"/>
                </a:lnTo>
                <a:lnTo>
                  <a:pt x="339606" y="38031"/>
                </a:lnTo>
                <a:lnTo>
                  <a:pt x="338633" y="37645"/>
                </a:lnTo>
                <a:lnTo>
                  <a:pt x="337629" y="37292"/>
                </a:lnTo>
                <a:lnTo>
                  <a:pt x="336593" y="36972"/>
                </a:lnTo>
                <a:lnTo>
                  <a:pt x="335526" y="36686"/>
                </a:lnTo>
                <a:lnTo>
                  <a:pt x="334428" y="36434"/>
                </a:lnTo>
                <a:lnTo>
                  <a:pt x="333299" y="36215"/>
                </a:lnTo>
                <a:lnTo>
                  <a:pt x="332139" y="36030"/>
                </a:lnTo>
                <a:lnTo>
                  <a:pt x="330948" y="35879"/>
                </a:lnTo>
                <a:lnTo>
                  <a:pt x="329725" y="35761"/>
                </a:lnTo>
                <a:lnTo>
                  <a:pt x="328471" y="35677"/>
                </a:lnTo>
                <a:lnTo>
                  <a:pt x="327186" y="35627"/>
                </a:lnTo>
                <a:lnTo>
                  <a:pt x="325870" y="35610"/>
                </a:lnTo>
                <a:lnTo>
                  <a:pt x="324857" y="35619"/>
                </a:lnTo>
                <a:lnTo>
                  <a:pt x="323856" y="35648"/>
                </a:lnTo>
                <a:lnTo>
                  <a:pt x="322867" y="35695"/>
                </a:lnTo>
                <a:lnTo>
                  <a:pt x="321890" y="35761"/>
                </a:lnTo>
                <a:lnTo>
                  <a:pt x="320926" y="35846"/>
                </a:lnTo>
                <a:lnTo>
                  <a:pt x="319973" y="35949"/>
                </a:lnTo>
                <a:lnTo>
                  <a:pt x="319033" y="36072"/>
                </a:lnTo>
                <a:lnTo>
                  <a:pt x="318105" y="36213"/>
                </a:lnTo>
                <a:lnTo>
                  <a:pt x="317189" y="36373"/>
                </a:lnTo>
                <a:lnTo>
                  <a:pt x="316285" y="36552"/>
                </a:lnTo>
                <a:lnTo>
                  <a:pt x="315393" y="36750"/>
                </a:lnTo>
                <a:lnTo>
                  <a:pt x="314514" y="36966"/>
                </a:lnTo>
                <a:lnTo>
                  <a:pt x="313647" y="37202"/>
                </a:lnTo>
                <a:lnTo>
                  <a:pt x="312791" y="37456"/>
                </a:lnTo>
                <a:lnTo>
                  <a:pt x="311948" y="37729"/>
                </a:lnTo>
                <a:lnTo>
                  <a:pt x="311118" y="38021"/>
                </a:lnTo>
                <a:lnTo>
                  <a:pt x="310299" y="38332"/>
                </a:lnTo>
                <a:lnTo>
                  <a:pt x="309492" y="38662"/>
                </a:lnTo>
                <a:lnTo>
                  <a:pt x="308698" y="39010"/>
                </a:lnTo>
                <a:lnTo>
                  <a:pt x="307916" y="39378"/>
                </a:lnTo>
                <a:lnTo>
                  <a:pt x="307146" y="39764"/>
                </a:lnTo>
                <a:lnTo>
                  <a:pt x="306388" y="40169"/>
                </a:lnTo>
                <a:lnTo>
                  <a:pt x="305642" y="40593"/>
                </a:lnTo>
                <a:lnTo>
                  <a:pt x="304909" y="41035"/>
                </a:lnTo>
                <a:lnTo>
                  <a:pt x="304186" y="41489"/>
                </a:lnTo>
                <a:lnTo>
                  <a:pt x="303475" y="41946"/>
                </a:lnTo>
                <a:lnTo>
                  <a:pt x="302773" y="42406"/>
                </a:lnTo>
                <a:lnTo>
                  <a:pt x="302082" y="42869"/>
                </a:lnTo>
                <a:lnTo>
                  <a:pt x="301402" y="43335"/>
                </a:lnTo>
                <a:lnTo>
                  <a:pt x="300732" y="43804"/>
                </a:lnTo>
                <a:lnTo>
                  <a:pt x="300072" y="44276"/>
                </a:lnTo>
                <a:lnTo>
                  <a:pt x="299423" y="44751"/>
                </a:lnTo>
                <a:lnTo>
                  <a:pt x="298784" y="45229"/>
                </a:lnTo>
                <a:lnTo>
                  <a:pt x="298156" y="45711"/>
                </a:lnTo>
                <a:lnTo>
                  <a:pt x="297538" y="46195"/>
                </a:lnTo>
                <a:lnTo>
                  <a:pt x="296931" y="46683"/>
                </a:lnTo>
                <a:lnTo>
                  <a:pt x="296334" y="47173"/>
                </a:lnTo>
                <a:lnTo>
                  <a:pt x="295747" y="47667"/>
                </a:lnTo>
                <a:lnTo>
                  <a:pt x="295171" y="48164"/>
                </a:lnTo>
                <a:lnTo>
                  <a:pt x="294606" y="48664"/>
                </a:lnTo>
                <a:lnTo>
                  <a:pt x="294051" y="49167"/>
                </a:lnTo>
                <a:lnTo>
                  <a:pt x="293506" y="49673"/>
                </a:lnTo>
                <a:lnTo>
                  <a:pt x="292972" y="50182"/>
                </a:lnTo>
                <a:lnTo>
                  <a:pt x="292448" y="50694"/>
                </a:lnTo>
                <a:lnTo>
                  <a:pt x="291935" y="51210"/>
                </a:lnTo>
                <a:lnTo>
                  <a:pt x="291432" y="51728"/>
                </a:lnTo>
                <a:lnTo>
                  <a:pt x="290939" y="52249"/>
                </a:lnTo>
                <a:lnTo>
                  <a:pt x="290464" y="52767"/>
                </a:lnTo>
                <a:lnTo>
                  <a:pt x="290403" y="52600"/>
                </a:lnTo>
                <a:lnTo>
                  <a:pt x="290001" y="51594"/>
                </a:lnTo>
                <a:lnTo>
                  <a:pt x="289576" y="50615"/>
                </a:lnTo>
                <a:lnTo>
                  <a:pt x="289126" y="49662"/>
                </a:lnTo>
                <a:close/>
                <a:moveTo>
                  <a:pt x="42516" y="138052"/>
                </a:moveTo>
                <a:lnTo>
                  <a:pt x="43173" y="138025"/>
                </a:lnTo>
                <a:lnTo>
                  <a:pt x="43825" y="137992"/>
                </a:lnTo>
                <a:lnTo>
                  <a:pt x="44474" y="137953"/>
                </a:lnTo>
                <a:lnTo>
                  <a:pt x="45118" y="137908"/>
                </a:lnTo>
                <a:lnTo>
                  <a:pt x="45759" y="137857"/>
                </a:lnTo>
                <a:lnTo>
                  <a:pt x="46395" y="137800"/>
                </a:lnTo>
                <a:lnTo>
                  <a:pt x="47028" y="137737"/>
                </a:lnTo>
                <a:lnTo>
                  <a:pt x="47657" y="137668"/>
                </a:lnTo>
                <a:lnTo>
                  <a:pt x="48282" y="137594"/>
                </a:lnTo>
                <a:lnTo>
                  <a:pt x="48903" y="137513"/>
                </a:lnTo>
                <a:lnTo>
                  <a:pt x="49519" y="137426"/>
                </a:lnTo>
                <a:lnTo>
                  <a:pt x="50132" y="137333"/>
                </a:lnTo>
                <a:lnTo>
                  <a:pt x="50742" y="137234"/>
                </a:lnTo>
                <a:lnTo>
                  <a:pt x="51347" y="137129"/>
                </a:lnTo>
                <a:lnTo>
                  <a:pt x="51948" y="137018"/>
                </a:lnTo>
                <a:lnTo>
                  <a:pt x="52545" y="136901"/>
                </a:lnTo>
                <a:lnTo>
                  <a:pt x="53138" y="136778"/>
                </a:lnTo>
                <a:lnTo>
                  <a:pt x="53728" y="136649"/>
                </a:lnTo>
                <a:lnTo>
                  <a:pt x="54313" y="136515"/>
                </a:lnTo>
                <a:lnTo>
                  <a:pt x="54895" y="136374"/>
                </a:lnTo>
                <a:lnTo>
                  <a:pt x="55471" y="136227"/>
                </a:lnTo>
                <a:lnTo>
                  <a:pt x="56041" y="136073"/>
                </a:lnTo>
                <a:lnTo>
                  <a:pt x="56606" y="135913"/>
                </a:lnTo>
                <a:lnTo>
                  <a:pt x="57164" y="135746"/>
                </a:lnTo>
                <a:lnTo>
                  <a:pt x="57715" y="135573"/>
                </a:lnTo>
                <a:lnTo>
                  <a:pt x="58261" y="135393"/>
                </a:lnTo>
                <a:lnTo>
                  <a:pt x="58800" y="135207"/>
                </a:lnTo>
                <a:lnTo>
                  <a:pt x="59334" y="135014"/>
                </a:lnTo>
                <a:lnTo>
                  <a:pt x="59861" y="134815"/>
                </a:lnTo>
                <a:lnTo>
                  <a:pt x="60382" y="134609"/>
                </a:lnTo>
                <a:lnTo>
                  <a:pt x="60897" y="134396"/>
                </a:lnTo>
                <a:lnTo>
                  <a:pt x="61405" y="134177"/>
                </a:lnTo>
                <a:lnTo>
                  <a:pt x="61908" y="133952"/>
                </a:lnTo>
                <a:lnTo>
                  <a:pt x="62404" y="133720"/>
                </a:lnTo>
                <a:lnTo>
                  <a:pt x="62894" y="133481"/>
                </a:lnTo>
                <a:lnTo>
                  <a:pt x="63378" y="133236"/>
                </a:lnTo>
                <a:lnTo>
                  <a:pt x="63856" y="132985"/>
                </a:lnTo>
                <a:lnTo>
                  <a:pt x="64327" y="132727"/>
                </a:lnTo>
                <a:lnTo>
                  <a:pt x="64793" y="132462"/>
                </a:lnTo>
                <a:lnTo>
                  <a:pt x="65252" y="132191"/>
                </a:lnTo>
                <a:lnTo>
                  <a:pt x="65705" y="131913"/>
                </a:lnTo>
                <a:lnTo>
                  <a:pt x="66152" y="131629"/>
                </a:lnTo>
                <a:lnTo>
                  <a:pt x="66593" y="131338"/>
                </a:lnTo>
                <a:lnTo>
                  <a:pt x="67028" y="131041"/>
                </a:lnTo>
                <a:lnTo>
                  <a:pt x="67455" y="130737"/>
                </a:lnTo>
                <a:lnTo>
                  <a:pt x="67875" y="130426"/>
                </a:lnTo>
                <a:lnTo>
                  <a:pt x="68287" y="130107"/>
                </a:lnTo>
                <a:lnTo>
                  <a:pt x="68691" y="129782"/>
                </a:lnTo>
                <a:lnTo>
                  <a:pt x="69087" y="129450"/>
                </a:lnTo>
                <a:lnTo>
                  <a:pt x="69475" y="129111"/>
                </a:lnTo>
                <a:lnTo>
                  <a:pt x="69856" y="128764"/>
                </a:lnTo>
                <a:lnTo>
                  <a:pt x="70228" y="128411"/>
                </a:lnTo>
                <a:lnTo>
                  <a:pt x="70593" y="128050"/>
                </a:lnTo>
                <a:lnTo>
                  <a:pt x="70950" y="127683"/>
                </a:lnTo>
                <a:lnTo>
                  <a:pt x="71298" y="127308"/>
                </a:lnTo>
                <a:lnTo>
                  <a:pt x="71639" y="126926"/>
                </a:lnTo>
                <a:lnTo>
                  <a:pt x="71972" y="126538"/>
                </a:lnTo>
                <a:lnTo>
                  <a:pt x="72298" y="126142"/>
                </a:lnTo>
                <a:lnTo>
                  <a:pt x="72615" y="125739"/>
                </a:lnTo>
                <a:lnTo>
                  <a:pt x="72924" y="125329"/>
                </a:lnTo>
                <a:lnTo>
                  <a:pt x="73226" y="124912"/>
                </a:lnTo>
                <a:lnTo>
                  <a:pt x="73520" y="124488"/>
                </a:lnTo>
                <a:lnTo>
                  <a:pt x="73806" y="124057"/>
                </a:lnTo>
                <a:lnTo>
                  <a:pt x="74084" y="123619"/>
                </a:lnTo>
                <a:lnTo>
                  <a:pt x="74354" y="123174"/>
                </a:lnTo>
                <a:lnTo>
                  <a:pt x="74616" y="122722"/>
                </a:lnTo>
                <a:lnTo>
                  <a:pt x="74870" y="122263"/>
                </a:lnTo>
                <a:lnTo>
                  <a:pt x="75117" y="121796"/>
                </a:lnTo>
                <a:lnTo>
                  <a:pt x="75354" y="121323"/>
                </a:lnTo>
                <a:lnTo>
                  <a:pt x="75581" y="120842"/>
                </a:lnTo>
                <a:lnTo>
                  <a:pt x="75799" y="120354"/>
                </a:lnTo>
                <a:lnTo>
                  <a:pt x="76006" y="119859"/>
                </a:lnTo>
                <a:lnTo>
                  <a:pt x="76203" y="119357"/>
                </a:lnTo>
                <a:lnTo>
                  <a:pt x="76390" y="118847"/>
                </a:lnTo>
                <a:lnTo>
                  <a:pt x="76566" y="118330"/>
                </a:lnTo>
                <a:lnTo>
                  <a:pt x="76733" y="117806"/>
                </a:lnTo>
                <a:lnTo>
                  <a:pt x="76890" y="117275"/>
                </a:lnTo>
                <a:lnTo>
                  <a:pt x="77036" y="116737"/>
                </a:lnTo>
                <a:lnTo>
                  <a:pt x="77173" y="116191"/>
                </a:lnTo>
                <a:lnTo>
                  <a:pt x="77299" y="115638"/>
                </a:lnTo>
                <a:lnTo>
                  <a:pt x="77415" y="115078"/>
                </a:lnTo>
                <a:lnTo>
                  <a:pt x="77521" y="114510"/>
                </a:lnTo>
                <a:lnTo>
                  <a:pt x="77617" y="113936"/>
                </a:lnTo>
                <a:lnTo>
                  <a:pt x="77703" y="113354"/>
                </a:lnTo>
                <a:lnTo>
                  <a:pt x="77779" y="112765"/>
                </a:lnTo>
                <a:lnTo>
                  <a:pt x="77845" y="112169"/>
                </a:lnTo>
                <a:lnTo>
                  <a:pt x="77900" y="111565"/>
                </a:lnTo>
                <a:lnTo>
                  <a:pt x="77946" y="110954"/>
                </a:lnTo>
                <a:lnTo>
                  <a:pt x="77981" y="110337"/>
                </a:lnTo>
                <a:lnTo>
                  <a:pt x="78006" y="109711"/>
                </a:lnTo>
                <a:lnTo>
                  <a:pt x="78021" y="109079"/>
                </a:lnTo>
                <a:lnTo>
                  <a:pt x="78027" y="108439"/>
                </a:lnTo>
                <a:lnTo>
                  <a:pt x="78020" y="107700"/>
                </a:lnTo>
                <a:lnTo>
                  <a:pt x="78001" y="106972"/>
                </a:lnTo>
                <a:lnTo>
                  <a:pt x="77969" y="106255"/>
                </a:lnTo>
                <a:lnTo>
                  <a:pt x="77924" y="105548"/>
                </a:lnTo>
                <a:lnTo>
                  <a:pt x="77866" y="104854"/>
                </a:lnTo>
                <a:lnTo>
                  <a:pt x="77795" y="104170"/>
                </a:lnTo>
                <a:lnTo>
                  <a:pt x="77712" y="103497"/>
                </a:lnTo>
                <a:lnTo>
                  <a:pt x="77615" y="102836"/>
                </a:lnTo>
                <a:lnTo>
                  <a:pt x="77506" y="102185"/>
                </a:lnTo>
                <a:lnTo>
                  <a:pt x="77384" y="101546"/>
                </a:lnTo>
                <a:lnTo>
                  <a:pt x="77249" y="100918"/>
                </a:lnTo>
                <a:lnTo>
                  <a:pt x="77102" y="100301"/>
                </a:lnTo>
                <a:lnTo>
                  <a:pt x="76941" y="99695"/>
                </a:lnTo>
                <a:lnTo>
                  <a:pt x="76768" y="99100"/>
                </a:lnTo>
                <a:lnTo>
                  <a:pt x="76582" y="98516"/>
                </a:lnTo>
                <a:lnTo>
                  <a:pt x="76382" y="97943"/>
                </a:lnTo>
                <a:lnTo>
                  <a:pt x="76171" y="97382"/>
                </a:lnTo>
                <a:lnTo>
                  <a:pt x="75946" y="96832"/>
                </a:lnTo>
                <a:lnTo>
                  <a:pt x="75708" y="96292"/>
                </a:lnTo>
                <a:lnTo>
                  <a:pt x="75458" y="95764"/>
                </a:lnTo>
                <a:lnTo>
                  <a:pt x="75194" y="95247"/>
                </a:lnTo>
                <a:lnTo>
                  <a:pt x="74918" y="94741"/>
                </a:lnTo>
                <a:lnTo>
                  <a:pt x="74629" y="94247"/>
                </a:lnTo>
                <a:lnTo>
                  <a:pt x="74327" y="93763"/>
                </a:lnTo>
                <a:lnTo>
                  <a:pt x="74013" y="93288"/>
                </a:lnTo>
                <a:lnTo>
                  <a:pt x="73686" y="92821"/>
                </a:lnTo>
                <a:lnTo>
                  <a:pt x="73346" y="92361"/>
                </a:lnTo>
                <a:lnTo>
                  <a:pt x="72994" y="91908"/>
                </a:lnTo>
                <a:lnTo>
                  <a:pt x="72630" y="91462"/>
                </a:lnTo>
                <a:lnTo>
                  <a:pt x="72253" y="91023"/>
                </a:lnTo>
                <a:lnTo>
                  <a:pt x="71863" y="90592"/>
                </a:lnTo>
                <a:lnTo>
                  <a:pt x="71461" y="90168"/>
                </a:lnTo>
                <a:lnTo>
                  <a:pt x="71047" y="89751"/>
                </a:lnTo>
                <a:lnTo>
                  <a:pt x="70620" y="89342"/>
                </a:lnTo>
                <a:lnTo>
                  <a:pt x="70180" y="88939"/>
                </a:lnTo>
                <a:lnTo>
                  <a:pt x="69728" y="88544"/>
                </a:lnTo>
                <a:lnTo>
                  <a:pt x="69264" y="88156"/>
                </a:lnTo>
                <a:lnTo>
                  <a:pt x="68787" y="87776"/>
                </a:lnTo>
                <a:lnTo>
                  <a:pt x="68297" y="87402"/>
                </a:lnTo>
                <a:lnTo>
                  <a:pt x="67795" y="87036"/>
                </a:lnTo>
                <a:lnTo>
                  <a:pt x="67281" y="86677"/>
                </a:lnTo>
                <a:lnTo>
                  <a:pt x="66753" y="86326"/>
                </a:lnTo>
                <a:lnTo>
                  <a:pt x="66214" y="85981"/>
                </a:lnTo>
                <a:lnTo>
                  <a:pt x="65662" y="85644"/>
                </a:lnTo>
                <a:lnTo>
                  <a:pt x="65097" y="85314"/>
                </a:lnTo>
                <a:lnTo>
                  <a:pt x="64520" y="84991"/>
                </a:lnTo>
                <a:lnTo>
                  <a:pt x="63931" y="84676"/>
                </a:lnTo>
                <a:lnTo>
                  <a:pt x="63329" y="84367"/>
                </a:lnTo>
                <a:lnTo>
                  <a:pt x="62714" y="84064"/>
                </a:lnTo>
                <a:lnTo>
                  <a:pt x="62088" y="83765"/>
                </a:lnTo>
                <a:lnTo>
                  <a:pt x="61450" y="83469"/>
                </a:lnTo>
                <a:lnTo>
                  <a:pt x="60800" y="83177"/>
                </a:lnTo>
                <a:lnTo>
                  <a:pt x="60137" y="82888"/>
                </a:lnTo>
                <a:lnTo>
                  <a:pt x="59463" y="82603"/>
                </a:lnTo>
                <a:lnTo>
                  <a:pt x="58777" y="82321"/>
                </a:lnTo>
                <a:lnTo>
                  <a:pt x="58079" y="82043"/>
                </a:lnTo>
                <a:lnTo>
                  <a:pt x="57369" y="81768"/>
                </a:lnTo>
                <a:lnTo>
                  <a:pt x="56646" y="81497"/>
                </a:lnTo>
                <a:lnTo>
                  <a:pt x="55912" y="81229"/>
                </a:lnTo>
                <a:lnTo>
                  <a:pt x="55166" y="80965"/>
                </a:lnTo>
                <a:lnTo>
                  <a:pt x="54408" y="80704"/>
                </a:lnTo>
                <a:lnTo>
                  <a:pt x="53638" y="80447"/>
                </a:lnTo>
                <a:lnTo>
                  <a:pt x="52856" y="80194"/>
                </a:lnTo>
                <a:lnTo>
                  <a:pt x="52062" y="79944"/>
                </a:lnTo>
                <a:lnTo>
                  <a:pt x="51255" y="79697"/>
                </a:lnTo>
                <a:lnTo>
                  <a:pt x="50437" y="79454"/>
                </a:lnTo>
                <a:lnTo>
                  <a:pt x="49607" y="79214"/>
                </a:lnTo>
                <a:lnTo>
                  <a:pt x="48765" y="78978"/>
                </a:lnTo>
                <a:lnTo>
                  <a:pt x="47911" y="78746"/>
                </a:lnTo>
                <a:lnTo>
                  <a:pt x="47045" y="78517"/>
                </a:lnTo>
                <a:lnTo>
                  <a:pt x="46167" y="78292"/>
                </a:lnTo>
                <a:lnTo>
                  <a:pt x="45277" y="78070"/>
                </a:lnTo>
                <a:lnTo>
                  <a:pt x="44462" y="77867"/>
                </a:lnTo>
                <a:lnTo>
                  <a:pt x="43661" y="77665"/>
                </a:lnTo>
                <a:lnTo>
                  <a:pt x="42874" y="77464"/>
                </a:lnTo>
                <a:lnTo>
                  <a:pt x="42101" y="77264"/>
                </a:lnTo>
                <a:lnTo>
                  <a:pt x="41342" y="77065"/>
                </a:lnTo>
                <a:lnTo>
                  <a:pt x="40598" y="76866"/>
                </a:lnTo>
                <a:lnTo>
                  <a:pt x="39867" y="76669"/>
                </a:lnTo>
                <a:lnTo>
                  <a:pt x="39150" y="76473"/>
                </a:lnTo>
                <a:lnTo>
                  <a:pt x="38448" y="76277"/>
                </a:lnTo>
                <a:lnTo>
                  <a:pt x="37759" y="76082"/>
                </a:lnTo>
                <a:lnTo>
                  <a:pt x="37084" y="75888"/>
                </a:lnTo>
                <a:lnTo>
                  <a:pt x="36424" y="75695"/>
                </a:lnTo>
                <a:lnTo>
                  <a:pt x="35777" y="75503"/>
                </a:lnTo>
                <a:lnTo>
                  <a:pt x="35145" y="75312"/>
                </a:lnTo>
                <a:lnTo>
                  <a:pt x="34527" y="75122"/>
                </a:lnTo>
                <a:lnTo>
                  <a:pt x="33922" y="74932"/>
                </a:lnTo>
                <a:lnTo>
                  <a:pt x="33332" y="74744"/>
                </a:lnTo>
                <a:lnTo>
                  <a:pt x="32756" y="74556"/>
                </a:lnTo>
                <a:lnTo>
                  <a:pt x="32193" y="74369"/>
                </a:lnTo>
                <a:lnTo>
                  <a:pt x="31645" y="74183"/>
                </a:lnTo>
                <a:lnTo>
                  <a:pt x="31111" y="73998"/>
                </a:lnTo>
                <a:lnTo>
                  <a:pt x="30591" y="73814"/>
                </a:lnTo>
                <a:lnTo>
                  <a:pt x="30085" y="73631"/>
                </a:lnTo>
                <a:lnTo>
                  <a:pt x="29593" y="73449"/>
                </a:lnTo>
                <a:lnTo>
                  <a:pt x="29114" y="73266"/>
                </a:lnTo>
                <a:lnTo>
                  <a:pt x="28646" y="73081"/>
                </a:lnTo>
                <a:lnTo>
                  <a:pt x="28190" y="72894"/>
                </a:lnTo>
                <a:lnTo>
                  <a:pt x="27746" y="72705"/>
                </a:lnTo>
                <a:lnTo>
                  <a:pt x="27313" y="72514"/>
                </a:lnTo>
                <a:lnTo>
                  <a:pt x="26893" y="72321"/>
                </a:lnTo>
                <a:lnTo>
                  <a:pt x="26483" y="72126"/>
                </a:lnTo>
                <a:lnTo>
                  <a:pt x="26086" y="71930"/>
                </a:lnTo>
                <a:lnTo>
                  <a:pt x="25700" y="71731"/>
                </a:lnTo>
                <a:lnTo>
                  <a:pt x="25325" y="71531"/>
                </a:lnTo>
                <a:lnTo>
                  <a:pt x="24962" y="71328"/>
                </a:lnTo>
                <a:lnTo>
                  <a:pt x="24611" y="71124"/>
                </a:lnTo>
                <a:lnTo>
                  <a:pt x="24272" y="70917"/>
                </a:lnTo>
                <a:lnTo>
                  <a:pt x="23944" y="70709"/>
                </a:lnTo>
                <a:lnTo>
                  <a:pt x="23628" y="70499"/>
                </a:lnTo>
                <a:lnTo>
                  <a:pt x="23324" y="70287"/>
                </a:lnTo>
                <a:lnTo>
                  <a:pt x="23031" y="70073"/>
                </a:lnTo>
                <a:lnTo>
                  <a:pt x="22750" y="69857"/>
                </a:lnTo>
                <a:lnTo>
                  <a:pt x="22480" y="69639"/>
                </a:lnTo>
                <a:lnTo>
                  <a:pt x="22222" y="69419"/>
                </a:lnTo>
                <a:lnTo>
                  <a:pt x="21976" y="69197"/>
                </a:lnTo>
                <a:lnTo>
                  <a:pt x="21741" y="68973"/>
                </a:lnTo>
                <a:lnTo>
                  <a:pt x="21518" y="68747"/>
                </a:lnTo>
                <a:lnTo>
                  <a:pt x="21307" y="68520"/>
                </a:lnTo>
                <a:lnTo>
                  <a:pt x="21106" y="68289"/>
                </a:lnTo>
                <a:lnTo>
                  <a:pt x="20913" y="68054"/>
                </a:lnTo>
                <a:lnTo>
                  <a:pt x="20729" y="67815"/>
                </a:lnTo>
                <a:lnTo>
                  <a:pt x="20553" y="67571"/>
                </a:lnTo>
                <a:lnTo>
                  <a:pt x="20386" y="67324"/>
                </a:lnTo>
                <a:lnTo>
                  <a:pt x="20228" y="67072"/>
                </a:lnTo>
                <a:lnTo>
                  <a:pt x="20078" y="66816"/>
                </a:lnTo>
                <a:lnTo>
                  <a:pt x="19937" y="66556"/>
                </a:lnTo>
                <a:lnTo>
                  <a:pt x="19804" y="66291"/>
                </a:lnTo>
                <a:lnTo>
                  <a:pt x="19680" y="66022"/>
                </a:lnTo>
                <a:lnTo>
                  <a:pt x="19564" y="65749"/>
                </a:lnTo>
                <a:lnTo>
                  <a:pt x="19457" y="65472"/>
                </a:lnTo>
                <a:lnTo>
                  <a:pt x="19359" y="65190"/>
                </a:lnTo>
                <a:lnTo>
                  <a:pt x="19269" y="64905"/>
                </a:lnTo>
                <a:lnTo>
                  <a:pt x="19188" y="64615"/>
                </a:lnTo>
                <a:lnTo>
                  <a:pt x="19115" y="64321"/>
                </a:lnTo>
                <a:lnTo>
                  <a:pt x="19051" y="64022"/>
                </a:lnTo>
                <a:lnTo>
                  <a:pt x="18995" y="63720"/>
                </a:lnTo>
                <a:lnTo>
                  <a:pt x="18948" y="63413"/>
                </a:lnTo>
                <a:lnTo>
                  <a:pt x="18909" y="63102"/>
                </a:lnTo>
                <a:lnTo>
                  <a:pt x="18879" y="62786"/>
                </a:lnTo>
                <a:lnTo>
                  <a:pt x="18858" y="62467"/>
                </a:lnTo>
                <a:lnTo>
                  <a:pt x="18845" y="62143"/>
                </a:lnTo>
                <a:lnTo>
                  <a:pt x="18841" y="61815"/>
                </a:lnTo>
                <a:lnTo>
                  <a:pt x="18850" y="61230"/>
                </a:lnTo>
                <a:lnTo>
                  <a:pt x="18879" y="60659"/>
                </a:lnTo>
                <a:lnTo>
                  <a:pt x="18927" y="60100"/>
                </a:lnTo>
                <a:lnTo>
                  <a:pt x="18994" y="59554"/>
                </a:lnTo>
                <a:lnTo>
                  <a:pt x="19081" y="59022"/>
                </a:lnTo>
                <a:lnTo>
                  <a:pt x="19186" y="58502"/>
                </a:lnTo>
                <a:lnTo>
                  <a:pt x="19311" y="57995"/>
                </a:lnTo>
                <a:lnTo>
                  <a:pt x="19455" y="57502"/>
                </a:lnTo>
                <a:lnTo>
                  <a:pt x="19618" y="57022"/>
                </a:lnTo>
                <a:lnTo>
                  <a:pt x="19800" y="56554"/>
                </a:lnTo>
                <a:lnTo>
                  <a:pt x="20001" y="56100"/>
                </a:lnTo>
                <a:lnTo>
                  <a:pt x="20222" y="55658"/>
                </a:lnTo>
                <a:lnTo>
                  <a:pt x="20462" y="55230"/>
                </a:lnTo>
                <a:lnTo>
                  <a:pt x="20720" y="54815"/>
                </a:lnTo>
                <a:lnTo>
                  <a:pt x="20999" y="54413"/>
                </a:lnTo>
                <a:lnTo>
                  <a:pt x="21296" y="54024"/>
                </a:lnTo>
                <a:lnTo>
                  <a:pt x="21612" y="53648"/>
                </a:lnTo>
                <a:lnTo>
                  <a:pt x="21948" y="53285"/>
                </a:lnTo>
                <a:lnTo>
                  <a:pt x="22303" y="52935"/>
                </a:lnTo>
                <a:lnTo>
                  <a:pt x="22677" y="52598"/>
                </a:lnTo>
                <a:lnTo>
                  <a:pt x="23070" y="52274"/>
                </a:lnTo>
                <a:lnTo>
                  <a:pt x="23482" y="51963"/>
                </a:lnTo>
                <a:lnTo>
                  <a:pt x="23914" y="51665"/>
                </a:lnTo>
                <a:lnTo>
                  <a:pt x="24365" y="51381"/>
                </a:lnTo>
                <a:lnTo>
                  <a:pt x="24831" y="51108"/>
                </a:lnTo>
                <a:lnTo>
                  <a:pt x="25309" y="50847"/>
                </a:lnTo>
                <a:lnTo>
                  <a:pt x="25798" y="50597"/>
                </a:lnTo>
                <a:lnTo>
                  <a:pt x="26299" y="50360"/>
                </a:lnTo>
                <a:lnTo>
                  <a:pt x="26812" y="50133"/>
                </a:lnTo>
                <a:lnTo>
                  <a:pt x="27336" y="49919"/>
                </a:lnTo>
                <a:lnTo>
                  <a:pt x="27872" y="49716"/>
                </a:lnTo>
                <a:lnTo>
                  <a:pt x="28420" y="49524"/>
                </a:lnTo>
                <a:lnTo>
                  <a:pt x="28979" y="49344"/>
                </a:lnTo>
                <a:lnTo>
                  <a:pt x="29550" y="49176"/>
                </a:lnTo>
                <a:lnTo>
                  <a:pt x="30133" y="49019"/>
                </a:lnTo>
                <a:lnTo>
                  <a:pt x="30727" y="48874"/>
                </a:lnTo>
                <a:lnTo>
                  <a:pt x="31333" y="48741"/>
                </a:lnTo>
                <a:lnTo>
                  <a:pt x="31951" y="48619"/>
                </a:lnTo>
                <a:lnTo>
                  <a:pt x="32580" y="48509"/>
                </a:lnTo>
                <a:lnTo>
                  <a:pt x="33221" y="48410"/>
                </a:lnTo>
                <a:lnTo>
                  <a:pt x="33873" y="48323"/>
                </a:lnTo>
                <a:lnTo>
                  <a:pt x="34537" y="48248"/>
                </a:lnTo>
                <a:lnTo>
                  <a:pt x="35213" y="48184"/>
                </a:lnTo>
                <a:lnTo>
                  <a:pt x="35901" y="48132"/>
                </a:lnTo>
                <a:lnTo>
                  <a:pt x="36600" y="48091"/>
                </a:lnTo>
                <a:lnTo>
                  <a:pt x="37310" y="48062"/>
                </a:lnTo>
                <a:lnTo>
                  <a:pt x="38033" y="48045"/>
                </a:lnTo>
                <a:lnTo>
                  <a:pt x="38767" y="48039"/>
                </a:lnTo>
                <a:lnTo>
                  <a:pt x="39494" y="48047"/>
                </a:lnTo>
                <a:lnTo>
                  <a:pt x="40211" y="48070"/>
                </a:lnTo>
                <a:lnTo>
                  <a:pt x="40920" y="48109"/>
                </a:lnTo>
                <a:lnTo>
                  <a:pt x="41619" y="48163"/>
                </a:lnTo>
                <a:lnTo>
                  <a:pt x="42309" y="48232"/>
                </a:lnTo>
                <a:lnTo>
                  <a:pt x="42990" y="48317"/>
                </a:lnTo>
                <a:lnTo>
                  <a:pt x="43661" y="48418"/>
                </a:lnTo>
                <a:lnTo>
                  <a:pt x="44324" y="48534"/>
                </a:lnTo>
                <a:lnTo>
                  <a:pt x="44977" y="48665"/>
                </a:lnTo>
                <a:lnTo>
                  <a:pt x="45620" y="48812"/>
                </a:lnTo>
                <a:lnTo>
                  <a:pt x="46255" y="48974"/>
                </a:lnTo>
                <a:lnTo>
                  <a:pt x="46880" y="49152"/>
                </a:lnTo>
                <a:lnTo>
                  <a:pt x="47496" y="49345"/>
                </a:lnTo>
                <a:lnTo>
                  <a:pt x="48103" y="49554"/>
                </a:lnTo>
                <a:lnTo>
                  <a:pt x="48700" y="49778"/>
                </a:lnTo>
                <a:lnTo>
                  <a:pt x="49289" y="50017"/>
                </a:lnTo>
                <a:lnTo>
                  <a:pt x="49868" y="50272"/>
                </a:lnTo>
                <a:lnTo>
                  <a:pt x="50437" y="50543"/>
                </a:lnTo>
                <a:lnTo>
                  <a:pt x="50998" y="50829"/>
                </a:lnTo>
                <a:lnTo>
                  <a:pt x="51549" y="51130"/>
                </a:lnTo>
                <a:lnTo>
                  <a:pt x="52091" y="51447"/>
                </a:lnTo>
                <a:lnTo>
                  <a:pt x="52624" y="51779"/>
                </a:lnTo>
                <a:lnTo>
                  <a:pt x="53147" y="52127"/>
                </a:lnTo>
                <a:lnTo>
                  <a:pt x="53662" y="52490"/>
                </a:lnTo>
                <a:lnTo>
                  <a:pt x="54161" y="52872"/>
                </a:lnTo>
                <a:lnTo>
                  <a:pt x="54639" y="53276"/>
                </a:lnTo>
                <a:lnTo>
                  <a:pt x="55095" y="53702"/>
                </a:lnTo>
                <a:lnTo>
                  <a:pt x="55530" y="54150"/>
                </a:lnTo>
                <a:lnTo>
                  <a:pt x="55945" y="54619"/>
                </a:lnTo>
                <a:lnTo>
                  <a:pt x="56337" y="55111"/>
                </a:lnTo>
                <a:lnTo>
                  <a:pt x="56709" y="55624"/>
                </a:lnTo>
                <a:lnTo>
                  <a:pt x="57059" y="56160"/>
                </a:lnTo>
                <a:lnTo>
                  <a:pt x="57389" y="56717"/>
                </a:lnTo>
                <a:lnTo>
                  <a:pt x="57696" y="57296"/>
                </a:lnTo>
                <a:lnTo>
                  <a:pt x="57983" y="57898"/>
                </a:lnTo>
                <a:lnTo>
                  <a:pt x="58249" y="58521"/>
                </a:lnTo>
                <a:lnTo>
                  <a:pt x="58493" y="59166"/>
                </a:lnTo>
                <a:lnTo>
                  <a:pt x="58716" y="59833"/>
                </a:lnTo>
                <a:lnTo>
                  <a:pt x="58918" y="60522"/>
                </a:lnTo>
                <a:lnTo>
                  <a:pt x="59098" y="61233"/>
                </a:lnTo>
                <a:lnTo>
                  <a:pt x="59257" y="61965"/>
                </a:lnTo>
                <a:lnTo>
                  <a:pt x="59395" y="62720"/>
                </a:lnTo>
                <a:lnTo>
                  <a:pt x="59512" y="63497"/>
                </a:lnTo>
                <a:lnTo>
                  <a:pt x="59608" y="64295"/>
                </a:lnTo>
                <a:lnTo>
                  <a:pt x="59682" y="65116"/>
                </a:lnTo>
                <a:lnTo>
                  <a:pt x="59735" y="65958"/>
                </a:lnTo>
                <a:lnTo>
                  <a:pt x="59767" y="66823"/>
                </a:lnTo>
                <a:lnTo>
                  <a:pt x="59778" y="67709"/>
                </a:lnTo>
                <a:lnTo>
                  <a:pt x="75758" y="67709"/>
                </a:lnTo>
                <a:lnTo>
                  <a:pt x="75753" y="67002"/>
                </a:lnTo>
                <a:lnTo>
                  <a:pt x="75737" y="66304"/>
                </a:lnTo>
                <a:lnTo>
                  <a:pt x="75711" y="65614"/>
                </a:lnTo>
                <a:lnTo>
                  <a:pt x="75676" y="64933"/>
                </a:lnTo>
                <a:lnTo>
                  <a:pt x="75629" y="64260"/>
                </a:lnTo>
                <a:lnTo>
                  <a:pt x="75573" y="63595"/>
                </a:lnTo>
                <a:lnTo>
                  <a:pt x="75506" y="62939"/>
                </a:lnTo>
                <a:lnTo>
                  <a:pt x="75429" y="62292"/>
                </a:lnTo>
                <a:lnTo>
                  <a:pt x="75342" y="61653"/>
                </a:lnTo>
                <a:lnTo>
                  <a:pt x="75244" y="61022"/>
                </a:lnTo>
                <a:lnTo>
                  <a:pt x="75136" y="60400"/>
                </a:lnTo>
                <a:lnTo>
                  <a:pt x="75018" y="59786"/>
                </a:lnTo>
                <a:lnTo>
                  <a:pt x="74889" y="59181"/>
                </a:lnTo>
                <a:lnTo>
                  <a:pt x="74751" y="58584"/>
                </a:lnTo>
                <a:lnTo>
                  <a:pt x="74602" y="57996"/>
                </a:lnTo>
                <a:lnTo>
                  <a:pt x="74442" y="57416"/>
                </a:lnTo>
                <a:lnTo>
                  <a:pt x="74273" y="56845"/>
                </a:lnTo>
                <a:lnTo>
                  <a:pt x="74093" y="56282"/>
                </a:lnTo>
                <a:lnTo>
                  <a:pt x="73903" y="55727"/>
                </a:lnTo>
                <a:lnTo>
                  <a:pt x="73703" y="55181"/>
                </a:lnTo>
                <a:lnTo>
                  <a:pt x="73492" y="54644"/>
                </a:lnTo>
                <a:lnTo>
                  <a:pt x="73271" y="54115"/>
                </a:lnTo>
                <a:lnTo>
                  <a:pt x="73040" y="53594"/>
                </a:lnTo>
                <a:lnTo>
                  <a:pt x="72798" y="53082"/>
                </a:lnTo>
                <a:lnTo>
                  <a:pt x="72548" y="52578"/>
                </a:lnTo>
                <a:lnTo>
                  <a:pt x="72290" y="52082"/>
                </a:lnTo>
                <a:lnTo>
                  <a:pt x="72025" y="51594"/>
                </a:lnTo>
                <a:lnTo>
                  <a:pt x="71753" y="51113"/>
                </a:lnTo>
                <a:lnTo>
                  <a:pt x="71473" y="50640"/>
                </a:lnTo>
                <a:lnTo>
                  <a:pt x="71186" y="50175"/>
                </a:lnTo>
                <a:lnTo>
                  <a:pt x="70892" y="49717"/>
                </a:lnTo>
                <a:lnTo>
                  <a:pt x="70590" y="49268"/>
                </a:lnTo>
                <a:lnTo>
                  <a:pt x="70281" y="48826"/>
                </a:lnTo>
                <a:lnTo>
                  <a:pt x="69964" y="48392"/>
                </a:lnTo>
                <a:lnTo>
                  <a:pt x="69640" y="47965"/>
                </a:lnTo>
                <a:lnTo>
                  <a:pt x="69309" y="47547"/>
                </a:lnTo>
                <a:lnTo>
                  <a:pt x="68970" y="47136"/>
                </a:lnTo>
                <a:lnTo>
                  <a:pt x="68624" y="46733"/>
                </a:lnTo>
                <a:lnTo>
                  <a:pt x="68271" y="46337"/>
                </a:lnTo>
                <a:lnTo>
                  <a:pt x="67910" y="45950"/>
                </a:lnTo>
                <a:lnTo>
                  <a:pt x="67542" y="45570"/>
                </a:lnTo>
                <a:lnTo>
                  <a:pt x="67167" y="45198"/>
                </a:lnTo>
                <a:lnTo>
                  <a:pt x="66784" y="44834"/>
                </a:lnTo>
                <a:lnTo>
                  <a:pt x="66393" y="44477"/>
                </a:lnTo>
                <a:lnTo>
                  <a:pt x="65996" y="44128"/>
                </a:lnTo>
                <a:lnTo>
                  <a:pt x="65591" y="43787"/>
                </a:lnTo>
                <a:lnTo>
                  <a:pt x="65179" y="43454"/>
                </a:lnTo>
                <a:lnTo>
                  <a:pt x="64759" y="43129"/>
                </a:lnTo>
                <a:lnTo>
                  <a:pt x="64333" y="42810"/>
                </a:lnTo>
                <a:lnTo>
                  <a:pt x="63901" y="42499"/>
                </a:lnTo>
                <a:lnTo>
                  <a:pt x="63464" y="42195"/>
                </a:lnTo>
                <a:lnTo>
                  <a:pt x="63022" y="41898"/>
                </a:lnTo>
                <a:lnTo>
                  <a:pt x="62574" y="41607"/>
                </a:lnTo>
                <a:lnTo>
                  <a:pt x="62120" y="41324"/>
                </a:lnTo>
                <a:lnTo>
                  <a:pt x="61661" y="41048"/>
                </a:lnTo>
                <a:lnTo>
                  <a:pt x="61197" y="40780"/>
                </a:lnTo>
                <a:lnTo>
                  <a:pt x="60727" y="40518"/>
                </a:lnTo>
                <a:lnTo>
                  <a:pt x="60252" y="40263"/>
                </a:lnTo>
                <a:lnTo>
                  <a:pt x="59771" y="40015"/>
                </a:lnTo>
                <a:lnTo>
                  <a:pt x="59284" y="39775"/>
                </a:lnTo>
                <a:lnTo>
                  <a:pt x="58793" y="39541"/>
                </a:lnTo>
                <a:lnTo>
                  <a:pt x="58295" y="39315"/>
                </a:lnTo>
                <a:lnTo>
                  <a:pt x="57792" y="39095"/>
                </a:lnTo>
                <a:lnTo>
                  <a:pt x="57284" y="38883"/>
                </a:lnTo>
                <a:lnTo>
                  <a:pt x="56770" y="38677"/>
                </a:lnTo>
                <a:lnTo>
                  <a:pt x="56251" y="38479"/>
                </a:lnTo>
                <a:lnTo>
                  <a:pt x="55726" y="38288"/>
                </a:lnTo>
                <a:lnTo>
                  <a:pt x="55196" y="38104"/>
                </a:lnTo>
                <a:lnTo>
                  <a:pt x="54660" y="37927"/>
                </a:lnTo>
                <a:lnTo>
                  <a:pt x="54119" y="37757"/>
                </a:lnTo>
                <a:lnTo>
                  <a:pt x="53573" y="37594"/>
                </a:lnTo>
                <a:lnTo>
                  <a:pt x="53021" y="37438"/>
                </a:lnTo>
                <a:lnTo>
                  <a:pt x="52464" y="37289"/>
                </a:lnTo>
                <a:lnTo>
                  <a:pt x="51904" y="37146"/>
                </a:lnTo>
                <a:lnTo>
                  <a:pt x="51341" y="37010"/>
                </a:lnTo>
                <a:lnTo>
                  <a:pt x="50775" y="36880"/>
                </a:lnTo>
                <a:lnTo>
                  <a:pt x="50206" y="36756"/>
                </a:lnTo>
                <a:lnTo>
                  <a:pt x="49633" y="36638"/>
                </a:lnTo>
                <a:lnTo>
                  <a:pt x="49057" y="36527"/>
                </a:lnTo>
                <a:lnTo>
                  <a:pt x="48477" y="36423"/>
                </a:lnTo>
                <a:lnTo>
                  <a:pt x="47895" y="36324"/>
                </a:lnTo>
                <a:lnTo>
                  <a:pt x="47309" y="36232"/>
                </a:lnTo>
                <a:lnTo>
                  <a:pt x="46720" y="36146"/>
                </a:lnTo>
                <a:lnTo>
                  <a:pt x="46128" y="36067"/>
                </a:lnTo>
                <a:lnTo>
                  <a:pt x="45532" y="35994"/>
                </a:lnTo>
                <a:lnTo>
                  <a:pt x="44934" y="35927"/>
                </a:lnTo>
                <a:lnTo>
                  <a:pt x="44331" y="35867"/>
                </a:lnTo>
                <a:lnTo>
                  <a:pt x="43726" y="35813"/>
                </a:lnTo>
                <a:lnTo>
                  <a:pt x="43118" y="35766"/>
                </a:lnTo>
                <a:lnTo>
                  <a:pt x="42506" y="35724"/>
                </a:lnTo>
                <a:lnTo>
                  <a:pt x="41891" y="35689"/>
                </a:lnTo>
                <a:lnTo>
                  <a:pt x="41272" y="35661"/>
                </a:lnTo>
                <a:lnTo>
                  <a:pt x="40651" y="35639"/>
                </a:lnTo>
                <a:lnTo>
                  <a:pt x="40026" y="35623"/>
                </a:lnTo>
                <a:lnTo>
                  <a:pt x="39398" y="35613"/>
                </a:lnTo>
                <a:lnTo>
                  <a:pt x="38767" y="35610"/>
                </a:lnTo>
                <a:lnTo>
                  <a:pt x="38127" y="35613"/>
                </a:lnTo>
                <a:lnTo>
                  <a:pt x="37492" y="35622"/>
                </a:lnTo>
                <a:lnTo>
                  <a:pt x="36860" y="35636"/>
                </a:lnTo>
                <a:lnTo>
                  <a:pt x="36232" y="35657"/>
                </a:lnTo>
                <a:lnTo>
                  <a:pt x="35608" y="35683"/>
                </a:lnTo>
                <a:lnTo>
                  <a:pt x="34987" y="35715"/>
                </a:lnTo>
                <a:lnTo>
                  <a:pt x="34371" y="35753"/>
                </a:lnTo>
                <a:lnTo>
                  <a:pt x="33758" y="35796"/>
                </a:lnTo>
                <a:lnTo>
                  <a:pt x="33149" y="35846"/>
                </a:lnTo>
                <a:lnTo>
                  <a:pt x="32543" y="35901"/>
                </a:lnTo>
                <a:lnTo>
                  <a:pt x="31942" y="35962"/>
                </a:lnTo>
                <a:lnTo>
                  <a:pt x="31344" y="36029"/>
                </a:lnTo>
                <a:lnTo>
                  <a:pt x="30750" y="36102"/>
                </a:lnTo>
                <a:lnTo>
                  <a:pt x="30159" y="36181"/>
                </a:lnTo>
                <a:lnTo>
                  <a:pt x="29573" y="36265"/>
                </a:lnTo>
                <a:lnTo>
                  <a:pt x="28990" y="36355"/>
                </a:lnTo>
                <a:lnTo>
                  <a:pt x="28411" y="36451"/>
                </a:lnTo>
                <a:lnTo>
                  <a:pt x="27836" y="36553"/>
                </a:lnTo>
                <a:lnTo>
                  <a:pt x="27264" y="36661"/>
                </a:lnTo>
                <a:lnTo>
                  <a:pt x="26697" y="36775"/>
                </a:lnTo>
                <a:lnTo>
                  <a:pt x="26133" y="36894"/>
                </a:lnTo>
                <a:lnTo>
                  <a:pt x="25572" y="37019"/>
                </a:lnTo>
                <a:lnTo>
                  <a:pt x="25016" y="37150"/>
                </a:lnTo>
                <a:lnTo>
                  <a:pt x="24463" y="37287"/>
                </a:lnTo>
                <a:lnTo>
                  <a:pt x="23916" y="37429"/>
                </a:lnTo>
                <a:lnTo>
                  <a:pt x="23374" y="37578"/>
                </a:lnTo>
                <a:lnTo>
                  <a:pt x="22838" y="37732"/>
                </a:lnTo>
                <a:lnTo>
                  <a:pt x="22308" y="37892"/>
                </a:lnTo>
                <a:lnTo>
                  <a:pt x="21785" y="38057"/>
                </a:lnTo>
                <a:lnTo>
                  <a:pt x="21267" y="38229"/>
                </a:lnTo>
                <a:lnTo>
                  <a:pt x="20755" y="38406"/>
                </a:lnTo>
                <a:lnTo>
                  <a:pt x="20249" y="38590"/>
                </a:lnTo>
                <a:lnTo>
                  <a:pt x="19749" y="38779"/>
                </a:lnTo>
                <a:lnTo>
                  <a:pt x="19256" y="38974"/>
                </a:lnTo>
                <a:lnTo>
                  <a:pt x="18768" y="39174"/>
                </a:lnTo>
                <a:lnTo>
                  <a:pt x="18286" y="39381"/>
                </a:lnTo>
                <a:lnTo>
                  <a:pt x="17810" y="39593"/>
                </a:lnTo>
                <a:lnTo>
                  <a:pt x="17340" y="39811"/>
                </a:lnTo>
                <a:lnTo>
                  <a:pt x="16876" y="40036"/>
                </a:lnTo>
                <a:lnTo>
                  <a:pt x="16419" y="40265"/>
                </a:lnTo>
                <a:lnTo>
                  <a:pt x="15967" y="40501"/>
                </a:lnTo>
                <a:lnTo>
                  <a:pt x="15521" y="40743"/>
                </a:lnTo>
                <a:lnTo>
                  <a:pt x="15081" y="40990"/>
                </a:lnTo>
                <a:lnTo>
                  <a:pt x="14647" y="41243"/>
                </a:lnTo>
                <a:lnTo>
                  <a:pt x="14219" y="41502"/>
                </a:lnTo>
                <a:lnTo>
                  <a:pt x="13797" y="41767"/>
                </a:lnTo>
                <a:lnTo>
                  <a:pt x="13381" y="42038"/>
                </a:lnTo>
                <a:lnTo>
                  <a:pt x="12972" y="42315"/>
                </a:lnTo>
                <a:lnTo>
                  <a:pt x="12568" y="42597"/>
                </a:lnTo>
                <a:lnTo>
                  <a:pt x="12173" y="42885"/>
                </a:lnTo>
                <a:lnTo>
                  <a:pt x="11785" y="43179"/>
                </a:lnTo>
                <a:lnTo>
                  <a:pt x="11404" y="43478"/>
                </a:lnTo>
                <a:lnTo>
                  <a:pt x="11031" y="43784"/>
                </a:lnTo>
                <a:lnTo>
                  <a:pt x="10666" y="44095"/>
                </a:lnTo>
                <a:lnTo>
                  <a:pt x="10308" y="44412"/>
                </a:lnTo>
                <a:lnTo>
                  <a:pt x="9957" y="44735"/>
                </a:lnTo>
                <a:lnTo>
                  <a:pt x="9615" y="45064"/>
                </a:lnTo>
                <a:lnTo>
                  <a:pt x="9279" y="45398"/>
                </a:lnTo>
                <a:lnTo>
                  <a:pt x="8951" y="45739"/>
                </a:lnTo>
                <a:lnTo>
                  <a:pt x="8631" y="46085"/>
                </a:lnTo>
                <a:lnTo>
                  <a:pt x="8319" y="46437"/>
                </a:lnTo>
                <a:lnTo>
                  <a:pt x="8013" y="46795"/>
                </a:lnTo>
                <a:lnTo>
                  <a:pt x="7716" y="47158"/>
                </a:lnTo>
                <a:lnTo>
                  <a:pt x="7426" y="47528"/>
                </a:lnTo>
                <a:lnTo>
                  <a:pt x="7143" y="47903"/>
                </a:lnTo>
                <a:lnTo>
                  <a:pt x="6868" y="48284"/>
                </a:lnTo>
                <a:lnTo>
                  <a:pt x="6601" y="48671"/>
                </a:lnTo>
                <a:lnTo>
                  <a:pt x="6341" y="49064"/>
                </a:lnTo>
                <a:lnTo>
                  <a:pt x="6088" y="49462"/>
                </a:lnTo>
                <a:lnTo>
                  <a:pt x="5843" y="49867"/>
                </a:lnTo>
                <a:lnTo>
                  <a:pt x="5606" y="50277"/>
                </a:lnTo>
                <a:lnTo>
                  <a:pt x="5376" y="50693"/>
                </a:lnTo>
                <a:lnTo>
                  <a:pt x="5155" y="51115"/>
                </a:lnTo>
                <a:lnTo>
                  <a:pt x="4943" y="51542"/>
                </a:lnTo>
                <a:lnTo>
                  <a:pt x="4740" y="51975"/>
                </a:lnTo>
                <a:lnTo>
                  <a:pt x="4547" y="52413"/>
                </a:lnTo>
                <a:lnTo>
                  <a:pt x="4363" y="52856"/>
                </a:lnTo>
                <a:lnTo>
                  <a:pt x="4189" y="53305"/>
                </a:lnTo>
                <a:lnTo>
                  <a:pt x="4024" y="53760"/>
                </a:lnTo>
                <a:lnTo>
                  <a:pt x="3869" y="54220"/>
                </a:lnTo>
                <a:lnTo>
                  <a:pt x="3723" y="54685"/>
                </a:lnTo>
                <a:lnTo>
                  <a:pt x="3586" y="55156"/>
                </a:lnTo>
                <a:lnTo>
                  <a:pt x="3459" y="55633"/>
                </a:lnTo>
                <a:lnTo>
                  <a:pt x="3342" y="56115"/>
                </a:lnTo>
                <a:lnTo>
                  <a:pt x="3233" y="56602"/>
                </a:lnTo>
                <a:lnTo>
                  <a:pt x="3134" y="57095"/>
                </a:lnTo>
                <a:lnTo>
                  <a:pt x="3045" y="57593"/>
                </a:lnTo>
                <a:lnTo>
                  <a:pt x="2965" y="58097"/>
                </a:lnTo>
                <a:lnTo>
                  <a:pt x="2894" y="58606"/>
                </a:lnTo>
                <a:lnTo>
                  <a:pt x="2833" y="59121"/>
                </a:lnTo>
                <a:lnTo>
                  <a:pt x="2781" y="59641"/>
                </a:lnTo>
                <a:lnTo>
                  <a:pt x="2739" y="60167"/>
                </a:lnTo>
                <a:lnTo>
                  <a:pt x="2706" y="60698"/>
                </a:lnTo>
                <a:lnTo>
                  <a:pt x="2682" y="61234"/>
                </a:lnTo>
                <a:lnTo>
                  <a:pt x="2668" y="61776"/>
                </a:lnTo>
                <a:lnTo>
                  <a:pt x="2663" y="62324"/>
                </a:lnTo>
                <a:lnTo>
                  <a:pt x="2670" y="63021"/>
                </a:lnTo>
                <a:lnTo>
                  <a:pt x="2690" y="63709"/>
                </a:lnTo>
                <a:lnTo>
                  <a:pt x="2723" y="64386"/>
                </a:lnTo>
                <a:lnTo>
                  <a:pt x="2770" y="65054"/>
                </a:lnTo>
                <a:lnTo>
                  <a:pt x="2830" y="65711"/>
                </a:lnTo>
                <a:lnTo>
                  <a:pt x="2904" y="66358"/>
                </a:lnTo>
                <a:lnTo>
                  <a:pt x="2991" y="66996"/>
                </a:lnTo>
                <a:lnTo>
                  <a:pt x="3091" y="67623"/>
                </a:lnTo>
                <a:lnTo>
                  <a:pt x="3204" y="68240"/>
                </a:lnTo>
                <a:lnTo>
                  <a:pt x="3331" y="68847"/>
                </a:lnTo>
                <a:lnTo>
                  <a:pt x="3472" y="69444"/>
                </a:lnTo>
                <a:lnTo>
                  <a:pt x="3625" y="70031"/>
                </a:lnTo>
                <a:lnTo>
                  <a:pt x="3792" y="70608"/>
                </a:lnTo>
                <a:lnTo>
                  <a:pt x="3972" y="71175"/>
                </a:lnTo>
                <a:lnTo>
                  <a:pt x="4166" y="71732"/>
                </a:lnTo>
                <a:lnTo>
                  <a:pt x="4373" y="72279"/>
                </a:lnTo>
                <a:lnTo>
                  <a:pt x="4594" y="72815"/>
                </a:lnTo>
                <a:lnTo>
                  <a:pt x="4827" y="73342"/>
                </a:lnTo>
                <a:lnTo>
                  <a:pt x="5074" y="73859"/>
                </a:lnTo>
                <a:lnTo>
                  <a:pt x="5335" y="74365"/>
                </a:lnTo>
                <a:lnTo>
                  <a:pt x="5609" y="74862"/>
                </a:lnTo>
                <a:lnTo>
                  <a:pt x="5896" y="75348"/>
                </a:lnTo>
                <a:lnTo>
                  <a:pt x="6197" y="75825"/>
                </a:lnTo>
                <a:lnTo>
                  <a:pt x="6510" y="76291"/>
                </a:lnTo>
                <a:lnTo>
                  <a:pt x="6838" y="76749"/>
                </a:lnTo>
                <a:lnTo>
                  <a:pt x="7178" y="77200"/>
                </a:lnTo>
                <a:lnTo>
                  <a:pt x="7532" y="77645"/>
                </a:lnTo>
                <a:lnTo>
                  <a:pt x="7900" y="78083"/>
                </a:lnTo>
                <a:lnTo>
                  <a:pt x="8280" y="78514"/>
                </a:lnTo>
                <a:lnTo>
                  <a:pt x="8674" y="78939"/>
                </a:lnTo>
                <a:lnTo>
                  <a:pt x="9082" y="79356"/>
                </a:lnTo>
                <a:lnTo>
                  <a:pt x="9503" y="79767"/>
                </a:lnTo>
                <a:lnTo>
                  <a:pt x="9937" y="80172"/>
                </a:lnTo>
                <a:lnTo>
                  <a:pt x="10384" y="80570"/>
                </a:lnTo>
                <a:lnTo>
                  <a:pt x="10845" y="80961"/>
                </a:lnTo>
                <a:lnTo>
                  <a:pt x="11319" y="81345"/>
                </a:lnTo>
                <a:lnTo>
                  <a:pt x="11807" y="81723"/>
                </a:lnTo>
                <a:lnTo>
                  <a:pt x="12308" y="82093"/>
                </a:lnTo>
                <a:lnTo>
                  <a:pt x="12822" y="82458"/>
                </a:lnTo>
                <a:lnTo>
                  <a:pt x="13350" y="82815"/>
                </a:lnTo>
                <a:lnTo>
                  <a:pt x="13891" y="83166"/>
                </a:lnTo>
                <a:lnTo>
                  <a:pt x="14445" y="83510"/>
                </a:lnTo>
                <a:lnTo>
                  <a:pt x="15013" y="83847"/>
                </a:lnTo>
                <a:lnTo>
                  <a:pt x="15594" y="84178"/>
                </a:lnTo>
                <a:lnTo>
                  <a:pt x="16188" y="84502"/>
                </a:lnTo>
                <a:lnTo>
                  <a:pt x="16796" y="84819"/>
                </a:lnTo>
                <a:lnTo>
                  <a:pt x="17417" y="85130"/>
                </a:lnTo>
                <a:lnTo>
                  <a:pt x="18052" y="85434"/>
                </a:lnTo>
                <a:lnTo>
                  <a:pt x="18699" y="85733"/>
                </a:lnTo>
                <a:lnTo>
                  <a:pt x="19359" y="86029"/>
                </a:lnTo>
                <a:lnTo>
                  <a:pt x="20031" y="86321"/>
                </a:lnTo>
                <a:lnTo>
                  <a:pt x="20715" y="86611"/>
                </a:lnTo>
                <a:lnTo>
                  <a:pt x="21412" y="86898"/>
                </a:lnTo>
                <a:lnTo>
                  <a:pt x="22121" y="87182"/>
                </a:lnTo>
                <a:lnTo>
                  <a:pt x="22842" y="87463"/>
                </a:lnTo>
                <a:lnTo>
                  <a:pt x="23576" y="87741"/>
                </a:lnTo>
                <a:lnTo>
                  <a:pt x="24322" y="88016"/>
                </a:lnTo>
                <a:lnTo>
                  <a:pt x="25080" y="88288"/>
                </a:lnTo>
                <a:lnTo>
                  <a:pt x="25851" y="88557"/>
                </a:lnTo>
                <a:lnTo>
                  <a:pt x="26634" y="88823"/>
                </a:lnTo>
                <a:lnTo>
                  <a:pt x="27429" y="89085"/>
                </a:lnTo>
                <a:lnTo>
                  <a:pt x="28237" y="89345"/>
                </a:lnTo>
                <a:lnTo>
                  <a:pt x="29056" y="89602"/>
                </a:lnTo>
                <a:lnTo>
                  <a:pt x="29889" y="89856"/>
                </a:lnTo>
                <a:lnTo>
                  <a:pt x="30733" y="90107"/>
                </a:lnTo>
                <a:lnTo>
                  <a:pt x="31590" y="90356"/>
                </a:lnTo>
                <a:lnTo>
                  <a:pt x="32460" y="90601"/>
                </a:lnTo>
                <a:lnTo>
                  <a:pt x="33341" y="90843"/>
                </a:lnTo>
                <a:lnTo>
                  <a:pt x="34235" y="91082"/>
                </a:lnTo>
                <a:lnTo>
                  <a:pt x="35142" y="91318"/>
                </a:lnTo>
                <a:lnTo>
                  <a:pt x="36060" y="91551"/>
                </a:lnTo>
                <a:lnTo>
                  <a:pt x="36991" y="91781"/>
                </a:lnTo>
                <a:lnTo>
                  <a:pt x="38127" y="92061"/>
                </a:lnTo>
                <a:lnTo>
                  <a:pt x="39235" y="92341"/>
                </a:lnTo>
                <a:lnTo>
                  <a:pt x="40313" y="92622"/>
                </a:lnTo>
                <a:lnTo>
                  <a:pt x="41363" y="92904"/>
                </a:lnTo>
                <a:lnTo>
                  <a:pt x="42383" y="93186"/>
                </a:lnTo>
                <a:lnTo>
                  <a:pt x="43375" y="93469"/>
                </a:lnTo>
                <a:lnTo>
                  <a:pt x="44338" y="93753"/>
                </a:lnTo>
                <a:lnTo>
                  <a:pt x="45272" y="94038"/>
                </a:lnTo>
                <a:lnTo>
                  <a:pt x="46176" y="94323"/>
                </a:lnTo>
                <a:lnTo>
                  <a:pt x="47052" y="94609"/>
                </a:lnTo>
                <a:lnTo>
                  <a:pt x="47899" y="94896"/>
                </a:lnTo>
                <a:lnTo>
                  <a:pt x="48717" y="95183"/>
                </a:lnTo>
                <a:lnTo>
                  <a:pt x="49506" y="95472"/>
                </a:lnTo>
                <a:lnTo>
                  <a:pt x="50266" y="95761"/>
                </a:lnTo>
                <a:lnTo>
                  <a:pt x="50998" y="96050"/>
                </a:lnTo>
                <a:lnTo>
                  <a:pt x="51700" y="96341"/>
                </a:lnTo>
                <a:lnTo>
                  <a:pt x="52373" y="96632"/>
                </a:lnTo>
                <a:lnTo>
                  <a:pt x="53017" y="96923"/>
                </a:lnTo>
                <a:lnTo>
                  <a:pt x="53633" y="97216"/>
                </a:lnTo>
                <a:lnTo>
                  <a:pt x="54219" y="97509"/>
                </a:lnTo>
                <a:lnTo>
                  <a:pt x="54777" y="97803"/>
                </a:lnTo>
                <a:lnTo>
                  <a:pt x="55305" y="98098"/>
                </a:lnTo>
                <a:lnTo>
                  <a:pt x="55805" y="98393"/>
                </a:lnTo>
                <a:lnTo>
                  <a:pt x="56276" y="98689"/>
                </a:lnTo>
                <a:lnTo>
                  <a:pt x="56722" y="98992"/>
                </a:lnTo>
                <a:lnTo>
                  <a:pt x="57150" y="99308"/>
                </a:lnTo>
                <a:lnTo>
                  <a:pt x="57559" y="99636"/>
                </a:lnTo>
                <a:lnTo>
                  <a:pt x="57949" y="99978"/>
                </a:lnTo>
                <a:lnTo>
                  <a:pt x="58319" y="100333"/>
                </a:lnTo>
                <a:lnTo>
                  <a:pt x="58671" y="100701"/>
                </a:lnTo>
                <a:lnTo>
                  <a:pt x="59004" y="101082"/>
                </a:lnTo>
                <a:lnTo>
                  <a:pt x="59317" y="101476"/>
                </a:lnTo>
                <a:lnTo>
                  <a:pt x="59612" y="101884"/>
                </a:lnTo>
                <a:lnTo>
                  <a:pt x="59888" y="102304"/>
                </a:lnTo>
                <a:lnTo>
                  <a:pt x="60144" y="102737"/>
                </a:lnTo>
                <a:lnTo>
                  <a:pt x="60382" y="103184"/>
                </a:lnTo>
                <a:lnTo>
                  <a:pt x="60600" y="103643"/>
                </a:lnTo>
                <a:lnTo>
                  <a:pt x="60800" y="104115"/>
                </a:lnTo>
                <a:lnTo>
                  <a:pt x="60981" y="104601"/>
                </a:lnTo>
                <a:lnTo>
                  <a:pt x="61142" y="105100"/>
                </a:lnTo>
                <a:lnTo>
                  <a:pt x="61285" y="105611"/>
                </a:lnTo>
                <a:lnTo>
                  <a:pt x="61408" y="106136"/>
                </a:lnTo>
                <a:lnTo>
                  <a:pt x="61513" y="106674"/>
                </a:lnTo>
                <a:lnTo>
                  <a:pt x="61598" y="107224"/>
                </a:lnTo>
                <a:lnTo>
                  <a:pt x="61665" y="107788"/>
                </a:lnTo>
                <a:lnTo>
                  <a:pt x="61712" y="108365"/>
                </a:lnTo>
                <a:lnTo>
                  <a:pt x="61741" y="108955"/>
                </a:lnTo>
                <a:lnTo>
                  <a:pt x="61750" y="109558"/>
                </a:lnTo>
                <a:lnTo>
                  <a:pt x="61740" y="110277"/>
                </a:lnTo>
                <a:lnTo>
                  <a:pt x="61708" y="110979"/>
                </a:lnTo>
                <a:lnTo>
                  <a:pt x="61656" y="111663"/>
                </a:lnTo>
                <a:lnTo>
                  <a:pt x="61582" y="112330"/>
                </a:lnTo>
                <a:lnTo>
                  <a:pt x="61487" y="112980"/>
                </a:lnTo>
                <a:lnTo>
                  <a:pt x="61371" y="113613"/>
                </a:lnTo>
                <a:lnTo>
                  <a:pt x="61234" y="114229"/>
                </a:lnTo>
                <a:lnTo>
                  <a:pt x="61076" y="114828"/>
                </a:lnTo>
                <a:lnTo>
                  <a:pt x="60897" y="115409"/>
                </a:lnTo>
                <a:lnTo>
                  <a:pt x="60697" y="115974"/>
                </a:lnTo>
                <a:lnTo>
                  <a:pt x="60476" y="116521"/>
                </a:lnTo>
                <a:lnTo>
                  <a:pt x="60234" y="117051"/>
                </a:lnTo>
                <a:lnTo>
                  <a:pt x="59970" y="117564"/>
                </a:lnTo>
                <a:lnTo>
                  <a:pt x="59686" y="118060"/>
                </a:lnTo>
                <a:lnTo>
                  <a:pt x="59381" y="118539"/>
                </a:lnTo>
                <a:lnTo>
                  <a:pt x="59054" y="119001"/>
                </a:lnTo>
                <a:lnTo>
                  <a:pt x="58707" y="119445"/>
                </a:lnTo>
                <a:lnTo>
                  <a:pt x="58338" y="119872"/>
                </a:lnTo>
                <a:lnTo>
                  <a:pt x="57948" y="120283"/>
                </a:lnTo>
                <a:lnTo>
                  <a:pt x="57538" y="120676"/>
                </a:lnTo>
                <a:lnTo>
                  <a:pt x="57106" y="121052"/>
                </a:lnTo>
                <a:lnTo>
                  <a:pt x="56653" y="121411"/>
                </a:lnTo>
                <a:lnTo>
                  <a:pt x="56179" y="121752"/>
                </a:lnTo>
                <a:lnTo>
                  <a:pt x="55684" y="122077"/>
                </a:lnTo>
                <a:lnTo>
                  <a:pt x="55173" y="122386"/>
                </a:lnTo>
                <a:lnTo>
                  <a:pt x="54650" y="122682"/>
                </a:lnTo>
                <a:lnTo>
                  <a:pt x="54116" y="122965"/>
                </a:lnTo>
                <a:lnTo>
                  <a:pt x="53570" y="123235"/>
                </a:lnTo>
                <a:lnTo>
                  <a:pt x="53013" y="123492"/>
                </a:lnTo>
                <a:lnTo>
                  <a:pt x="52444" y="123736"/>
                </a:lnTo>
                <a:lnTo>
                  <a:pt x="51864" y="123966"/>
                </a:lnTo>
                <a:lnTo>
                  <a:pt x="51272" y="124183"/>
                </a:lnTo>
                <a:lnTo>
                  <a:pt x="50669" y="124387"/>
                </a:lnTo>
                <a:lnTo>
                  <a:pt x="50055" y="124578"/>
                </a:lnTo>
                <a:lnTo>
                  <a:pt x="49429" y="124756"/>
                </a:lnTo>
                <a:lnTo>
                  <a:pt x="48791" y="124920"/>
                </a:lnTo>
                <a:lnTo>
                  <a:pt x="48142" y="125072"/>
                </a:lnTo>
                <a:lnTo>
                  <a:pt x="47482" y="125210"/>
                </a:lnTo>
                <a:lnTo>
                  <a:pt x="46810" y="125335"/>
                </a:lnTo>
                <a:lnTo>
                  <a:pt x="46126" y="125447"/>
                </a:lnTo>
                <a:lnTo>
                  <a:pt x="45432" y="125546"/>
                </a:lnTo>
                <a:lnTo>
                  <a:pt x="44725" y="125631"/>
                </a:lnTo>
                <a:lnTo>
                  <a:pt x="44007" y="125704"/>
                </a:lnTo>
                <a:lnTo>
                  <a:pt x="43278" y="125763"/>
                </a:lnTo>
                <a:lnTo>
                  <a:pt x="42537" y="125809"/>
                </a:lnTo>
                <a:lnTo>
                  <a:pt x="41785" y="125842"/>
                </a:lnTo>
                <a:lnTo>
                  <a:pt x="41021" y="125862"/>
                </a:lnTo>
                <a:lnTo>
                  <a:pt x="40246" y="125868"/>
                </a:lnTo>
                <a:lnTo>
                  <a:pt x="39381" y="125860"/>
                </a:lnTo>
                <a:lnTo>
                  <a:pt x="38528" y="125835"/>
                </a:lnTo>
                <a:lnTo>
                  <a:pt x="37687" y="125793"/>
                </a:lnTo>
                <a:lnTo>
                  <a:pt x="36858" y="125735"/>
                </a:lnTo>
                <a:lnTo>
                  <a:pt x="36042" y="125660"/>
                </a:lnTo>
                <a:lnTo>
                  <a:pt x="35237" y="125568"/>
                </a:lnTo>
                <a:lnTo>
                  <a:pt x="34445" y="125459"/>
                </a:lnTo>
                <a:lnTo>
                  <a:pt x="33665" y="125334"/>
                </a:lnTo>
                <a:lnTo>
                  <a:pt x="32897" y="125192"/>
                </a:lnTo>
                <a:lnTo>
                  <a:pt x="32141" y="125034"/>
                </a:lnTo>
                <a:lnTo>
                  <a:pt x="31397" y="124859"/>
                </a:lnTo>
                <a:lnTo>
                  <a:pt x="30666" y="124667"/>
                </a:lnTo>
                <a:lnTo>
                  <a:pt x="29946" y="124458"/>
                </a:lnTo>
                <a:lnTo>
                  <a:pt x="29239" y="124233"/>
                </a:lnTo>
                <a:lnTo>
                  <a:pt x="28544" y="123991"/>
                </a:lnTo>
                <a:lnTo>
                  <a:pt x="27861" y="123732"/>
                </a:lnTo>
                <a:lnTo>
                  <a:pt x="27190" y="123457"/>
                </a:lnTo>
                <a:lnTo>
                  <a:pt x="26532" y="123165"/>
                </a:lnTo>
                <a:lnTo>
                  <a:pt x="25885" y="122856"/>
                </a:lnTo>
                <a:lnTo>
                  <a:pt x="25251" y="122531"/>
                </a:lnTo>
                <a:lnTo>
                  <a:pt x="24629" y="122189"/>
                </a:lnTo>
                <a:lnTo>
                  <a:pt x="24019" y="121830"/>
                </a:lnTo>
                <a:lnTo>
                  <a:pt x="23421" y="121455"/>
                </a:lnTo>
                <a:lnTo>
                  <a:pt x="22836" y="121063"/>
                </a:lnTo>
                <a:lnTo>
                  <a:pt x="22268" y="120650"/>
                </a:lnTo>
                <a:lnTo>
                  <a:pt x="21725" y="120213"/>
                </a:lnTo>
                <a:lnTo>
                  <a:pt x="21206" y="119752"/>
                </a:lnTo>
                <a:lnTo>
                  <a:pt x="20711" y="119267"/>
                </a:lnTo>
                <a:lnTo>
                  <a:pt x="20240" y="118758"/>
                </a:lnTo>
                <a:lnTo>
                  <a:pt x="19793" y="118224"/>
                </a:lnTo>
                <a:lnTo>
                  <a:pt x="19371" y="117666"/>
                </a:lnTo>
                <a:lnTo>
                  <a:pt x="18972" y="117084"/>
                </a:lnTo>
                <a:lnTo>
                  <a:pt x="18598" y="116478"/>
                </a:lnTo>
                <a:lnTo>
                  <a:pt x="18248" y="115847"/>
                </a:lnTo>
                <a:lnTo>
                  <a:pt x="17922" y="115192"/>
                </a:lnTo>
                <a:lnTo>
                  <a:pt x="17620" y="114514"/>
                </a:lnTo>
                <a:lnTo>
                  <a:pt x="17342" y="113810"/>
                </a:lnTo>
                <a:lnTo>
                  <a:pt x="17089" y="113083"/>
                </a:lnTo>
                <a:lnTo>
                  <a:pt x="16859" y="112332"/>
                </a:lnTo>
                <a:lnTo>
                  <a:pt x="16654" y="111556"/>
                </a:lnTo>
                <a:lnTo>
                  <a:pt x="16473" y="110756"/>
                </a:lnTo>
                <a:lnTo>
                  <a:pt x="16316" y="109932"/>
                </a:lnTo>
                <a:lnTo>
                  <a:pt x="16183" y="109083"/>
                </a:lnTo>
                <a:lnTo>
                  <a:pt x="16075" y="108211"/>
                </a:lnTo>
                <a:lnTo>
                  <a:pt x="15990" y="107314"/>
                </a:lnTo>
                <a:lnTo>
                  <a:pt x="15930" y="106393"/>
                </a:lnTo>
                <a:lnTo>
                  <a:pt x="15894" y="105448"/>
                </a:lnTo>
                <a:lnTo>
                  <a:pt x="15882" y="104478"/>
                </a:lnTo>
                <a:lnTo>
                  <a:pt x="0" y="104478"/>
                </a:lnTo>
                <a:lnTo>
                  <a:pt x="5" y="105235"/>
                </a:lnTo>
                <a:lnTo>
                  <a:pt x="22" y="105983"/>
                </a:lnTo>
                <a:lnTo>
                  <a:pt x="49" y="106722"/>
                </a:lnTo>
                <a:lnTo>
                  <a:pt x="86" y="107451"/>
                </a:lnTo>
                <a:lnTo>
                  <a:pt x="135" y="108171"/>
                </a:lnTo>
                <a:lnTo>
                  <a:pt x="194" y="108881"/>
                </a:lnTo>
                <a:lnTo>
                  <a:pt x="264" y="109583"/>
                </a:lnTo>
                <a:lnTo>
                  <a:pt x="345" y="110275"/>
                </a:lnTo>
                <a:lnTo>
                  <a:pt x="437" y="110957"/>
                </a:lnTo>
                <a:lnTo>
                  <a:pt x="539" y="111630"/>
                </a:lnTo>
                <a:lnTo>
                  <a:pt x="653" y="112294"/>
                </a:lnTo>
                <a:lnTo>
                  <a:pt x="777" y="112948"/>
                </a:lnTo>
                <a:lnTo>
                  <a:pt x="912" y="113594"/>
                </a:lnTo>
                <a:lnTo>
                  <a:pt x="1057" y="114229"/>
                </a:lnTo>
                <a:lnTo>
                  <a:pt x="1214" y="114856"/>
                </a:lnTo>
                <a:lnTo>
                  <a:pt x="1381" y="115473"/>
                </a:lnTo>
                <a:lnTo>
                  <a:pt x="1559" y="116081"/>
                </a:lnTo>
                <a:lnTo>
                  <a:pt x="1748" y="116679"/>
                </a:lnTo>
                <a:lnTo>
                  <a:pt x="1947" y="117268"/>
                </a:lnTo>
                <a:lnTo>
                  <a:pt x="2158" y="117848"/>
                </a:lnTo>
                <a:lnTo>
                  <a:pt x="2379" y="118418"/>
                </a:lnTo>
                <a:lnTo>
                  <a:pt x="2611" y="118979"/>
                </a:lnTo>
                <a:lnTo>
                  <a:pt x="2854" y="119531"/>
                </a:lnTo>
                <a:lnTo>
                  <a:pt x="3107" y="120073"/>
                </a:lnTo>
                <a:lnTo>
                  <a:pt x="3370" y="120606"/>
                </a:lnTo>
                <a:lnTo>
                  <a:pt x="3642" y="121131"/>
                </a:lnTo>
                <a:lnTo>
                  <a:pt x="3922" y="121646"/>
                </a:lnTo>
                <a:lnTo>
                  <a:pt x="4210" y="122154"/>
                </a:lnTo>
                <a:lnTo>
                  <a:pt x="4507" y="122652"/>
                </a:lnTo>
                <a:lnTo>
                  <a:pt x="4812" y="123142"/>
                </a:lnTo>
                <a:lnTo>
                  <a:pt x="5125" y="123623"/>
                </a:lnTo>
                <a:lnTo>
                  <a:pt x="5447" y="124096"/>
                </a:lnTo>
                <a:lnTo>
                  <a:pt x="5778" y="124560"/>
                </a:lnTo>
                <a:lnTo>
                  <a:pt x="6116" y="125015"/>
                </a:lnTo>
                <a:lnTo>
                  <a:pt x="6463" y="125462"/>
                </a:lnTo>
                <a:lnTo>
                  <a:pt x="6819" y="125900"/>
                </a:lnTo>
                <a:lnTo>
                  <a:pt x="7183" y="126329"/>
                </a:lnTo>
                <a:lnTo>
                  <a:pt x="7555" y="126750"/>
                </a:lnTo>
                <a:lnTo>
                  <a:pt x="7935" y="127162"/>
                </a:lnTo>
                <a:lnTo>
                  <a:pt x="8324" y="127566"/>
                </a:lnTo>
                <a:lnTo>
                  <a:pt x="8722" y="127961"/>
                </a:lnTo>
                <a:lnTo>
                  <a:pt x="9128" y="128347"/>
                </a:lnTo>
                <a:lnTo>
                  <a:pt x="9542" y="128724"/>
                </a:lnTo>
                <a:lnTo>
                  <a:pt x="9964" y="129093"/>
                </a:lnTo>
                <a:lnTo>
                  <a:pt x="10395" y="129454"/>
                </a:lnTo>
                <a:lnTo>
                  <a:pt x="10835" y="129805"/>
                </a:lnTo>
                <a:lnTo>
                  <a:pt x="11282" y="130149"/>
                </a:lnTo>
                <a:lnTo>
                  <a:pt x="11739" y="130483"/>
                </a:lnTo>
                <a:lnTo>
                  <a:pt x="12202" y="130809"/>
                </a:lnTo>
                <a:lnTo>
                  <a:pt x="12671" y="131128"/>
                </a:lnTo>
                <a:lnTo>
                  <a:pt x="13146" y="131440"/>
                </a:lnTo>
                <a:lnTo>
                  <a:pt x="13628" y="131744"/>
                </a:lnTo>
                <a:lnTo>
                  <a:pt x="14115" y="132041"/>
                </a:lnTo>
                <a:lnTo>
                  <a:pt x="14608" y="132330"/>
                </a:lnTo>
                <a:lnTo>
                  <a:pt x="15108" y="132612"/>
                </a:lnTo>
                <a:lnTo>
                  <a:pt x="15613" y="132887"/>
                </a:lnTo>
                <a:lnTo>
                  <a:pt x="16124" y="133154"/>
                </a:lnTo>
                <a:lnTo>
                  <a:pt x="16642" y="133414"/>
                </a:lnTo>
                <a:lnTo>
                  <a:pt x="17165" y="133666"/>
                </a:lnTo>
                <a:lnTo>
                  <a:pt x="17694" y="133911"/>
                </a:lnTo>
                <a:lnTo>
                  <a:pt x="18229" y="134148"/>
                </a:lnTo>
                <a:lnTo>
                  <a:pt x="18771" y="134378"/>
                </a:lnTo>
                <a:lnTo>
                  <a:pt x="19318" y="134601"/>
                </a:lnTo>
                <a:lnTo>
                  <a:pt x="19871" y="134816"/>
                </a:lnTo>
                <a:lnTo>
                  <a:pt x="20430" y="135024"/>
                </a:lnTo>
                <a:lnTo>
                  <a:pt x="20996" y="135225"/>
                </a:lnTo>
                <a:lnTo>
                  <a:pt x="21567" y="135418"/>
                </a:lnTo>
                <a:lnTo>
                  <a:pt x="22144" y="135603"/>
                </a:lnTo>
                <a:lnTo>
                  <a:pt x="22727" y="135782"/>
                </a:lnTo>
                <a:lnTo>
                  <a:pt x="23316" y="135953"/>
                </a:lnTo>
                <a:lnTo>
                  <a:pt x="23912" y="136116"/>
                </a:lnTo>
                <a:lnTo>
                  <a:pt x="24513" y="136272"/>
                </a:lnTo>
                <a:lnTo>
                  <a:pt x="25118" y="136421"/>
                </a:lnTo>
                <a:lnTo>
                  <a:pt x="25727" y="136564"/>
                </a:lnTo>
                <a:lnTo>
                  <a:pt x="26338" y="136700"/>
                </a:lnTo>
                <a:lnTo>
                  <a:pt x="26953" y="136831"/>
                </a:lnTo>
                <a:lnTo>
                  <a:pt x="27570" y="136954"/>
                </a:lnTo>
                <a:lnTo>
                  <a:pt x="28190" y="137072"/>
                </a:lnTo>
                <a:lnTo>
                  <a:pt x="28813" y="137183"/>
                </a:lnTo>
                <a:lnTo>
                  <a:pt x="29439" y="137288"/>
                </a:lnTo>
                <a:lnTo>
                  <a:pt x="30068" y="137386"/>
                </a:lnTo>
                <a:lnTo>
                  <a:pt x="30700" y="137478"/>
                </a:lnTo>
                <a:lnTo>
                  <a:pt x="31335" y="137564"/>
                </a:lnTo>
                <a:lnTo>
                  <a:pt x="31973" y="137643"/>
                </a:lnTo>
                <a:lnTo>
                  <a:pt x="32613" y="137716"/>
                </a:lnTo>
                <a:lnTo>
                  <a:pt x="33257" y="137783"/>
                </a:lnTo>
                <a:lnTo>
                  <a:pt x="33903" y="137843"/>
                </a:lnTo>
                <a:lnTo>
                  <a:pt x="34552" y="137897"/>
                </a:lnTo>
                <a:lnTo>
                  <a:pt x="35205" y="137945"/>
                </a:lnTo>
                <a:lnTo>
                  <a:pt x="35860" y="137986"/>
                </a:lnTo>
                <a:lnTo>
                  <a:pt x="36518" y="138021"/>
                </a:lnTo>
                <a:lnTo>
                  <a:pt x="37179" y="138049"/>
                </a:lnTo>
                <a:lnTo>
                  <a:pt x="37843" y="138071"/>
                </a:lnTo>
                <a:lnTo>
                  <a:pt x="38509" y="138087"/>
                </a:lnTo>
                <a:lnTo>
                  <a:pt x="39179" y="138097"/>
                </a:lnTo>
                <a:lnTo>
                  <a:pt x="39852" y="138100"/>
                </a:lnTo>
                <a:lnTo>
                  <a:pt x="40524" y="138097"/>
                </a:lnTo>
                <a:lnTo>
                  <a:pt x="41192" y="138088"/>
                </a:lnTo>
                <a:lnTo>
                  <a:pt x="41856" y="138073"/>
                </a:lnTo>
                <a:lnTo>
                  <a:pt x="42516" y="138052"/>
                </a:lnTo>
                <a:close/>
                <a:moveTo>
                  <a:pt x="150873" y="137929"/>
                </a:moveTo>
                <a:lnTo>
                  <a:pt x="152008" y="137833"/>
                </a:lnTo>
                <a:lnTo>
                  <a:pt x="153128" y="137716"/>
                </a:lnTo>
                <a:lnTo>
                  <a:pt x="154234" y="137577"/>
                </a:lnTo>
                <a:lnTo>
                  <a:pt x="155324" y="137417"/>
                </a:lnTo>
                <a:lnTo>
                  <a:pt x="156401" y="137236"/>
                </a:lnTo>
                <a:lnTo>
                  <a:pt x="157463" y="137033"/>
                </a:lnTo>
                <a:lnTo>
                  <a:pt x="158510" y="136809"/>
                </a:lnTo>
                <a:lnTo>
                  <a:pt x="159543" y="136564"/>
                </a:lnTo>
                <a:lnTo>
                  <a:pt x="160561" y="136297"/>
                </a:lnTo>
                <a:lnTo>
                  <a:pt x="161565" y="136009"/>
                </a:lnTo>
                <a:lnTo>
                  <a:pt x="162554" y="135700"/>
                </a:lnTo>
                <a:lnTo>
                  <a:pt x="163528" y="135370"/>
                </a:lnTo>
                <a:lnTo>
                  <a:pt x="164488" y="135018"/>
                </a:lnTo>
                <a:lnTo>
                  <a:pt x="165434" y="134644"/>
                </a:lnTo>
                <a:lnTo>
                  <a:pt x="166365" y="134250"/>
                </a:lnTo>
                <a:lnTo>
                  <a:pt x="167281" y="133834"/>
                </a:lnTo>
                <a:lnTo>
                  <a:pt x="168183" y="133396"/>
                </a:lnTo>
                <a:lnTo>
                  <a:pt x="169070" y="132938"/>
                </a:lnTo>
                <a:lnTo>
                  <a:pt x="169942" y="132458"/>
                </a:lnTo>
                <a:lnTo>
                  <a:pt x="170800" y="131956"/>
                </a:lnTo>
                <a:lnTo>
                  <a:pt x="171643" y="131435"/>
                </a:lnTo>
                <a:lnTo>
                  <a:pt x="172469" y="130895"/>
                </a:lnTo>
                <a:lnTo>
                  <a:pt x="173279" y="130337"/>
                </a:lnTo>
                <a:lnTo>
                  <a:pt x="174072" y="129761"/>
                </a:lnTo>
                <a:lnTo>
                  <a:pt x="174849" y="129166"/>
                </a:lnTo>
                <a:lnTo>
                  <a:pt x="175609" y="128553"/>
                </a:lnTo>
                <a:lnTo>
                  <a:pt x="176353" y="127922"/>
                </a:lnTo>
                <a:lnTo>
                  <a:pt x="177081" y="127272"/>
                </a:lnTo>
                <a:lnTo>
                  <a:pt x="177792" y="126604"/>
                </a:lnTo>
                <a:lnTo>
                  <a:pt x="178486" y="125917"/>
                </a:lnTo>
                <a:lnTo>
                  <a:pt x="179165" y="125213"/>
                </a:lnTo>
                <a:lnTo>
                  <a:pt x="179826" y="124490"/>
                </a:lnTo>
                <a:lnTo>
                  <a:pt x="180472" y="123748"/>
                </a:lnTo>
                <a:lnTo>
                  <a:pt x="181100" y="122988"/>
                </a:lnTo>
                <a:lnTo>
                  <a:pt x="181713" y="122210"/>
                </a:lnTo>
                <a:lnTo>
                  <a:pt x="182309" y="121414"/>
                </a:lnTo>
                <a:lnTo>
                  <a:pt x="182888" y="120599"/>
                </a:lnTo>
                <a:lnTo>
                  <a:pt x="183451" y="119766"/>
                </a:lnTo>
                <a:lnTo>
                  <a:pt x="183998" y="118915"/>
                </a:lnTo>
                <a:lnTo>
                  <a:pt x="184528" y="118045"/>
                </a:lnTo>
                <a:lnTo>
                  <a:pt x="185042" y="117157"/>
                </a:lnTo>
                <a:lnTo>
                  <a:pt x="185539" y="116250"/>
                </a:lnTo>
                <a:lnTo>
                  <a:pt x="186020" y="115326"/>
                </a:lnTo>
                <a:lnTo>
                  <a:pt x="186485" y="114383"/>
                </a:lnTo>
                <a:lnTo>
                  <a:pt x="186931" y="113423"/>
                </a:lnTo>
                <a:lnTo>
                  <a:pt x="187359" y="112448"/>
                </a:lnTo>
                <a:lnTo>
                  <a:pt x="187768" y="111458"/>
                </a:lnTo>
                <a:lnTo>
                  <a:pt x="188157" y="110454"/>
                </a:lnTo>
                <a:lnTo>
                  <a:pt x="188528" y="109434"/>
                </a:lnTo>
                <a:lnTo>
                  <a:pt x="188880" y="108399"/>
                </a:lnTo>
                <a:lnTo>
                  <a:pt x="189213" y="107349"/>
                </a:lnTo>
                <a:lnTo>
                  <a:pt x="189526" y="106285"/>
                </a:lnTo>
                <a:lnTo>
                  <a:pt x="189821" y="105205"/>
                </a:lnTo>
                <a:lnTo>
                  <a:pt x="190096" y="104110"/>
                </a:lnTo>
                <a:lnTo>
                  <a:pt x="190353" y="103000"/>
                </a:lnTo>
                <a:lnTo>
                  <a:pt x="190591" y="101876"/>
                </a:lnTo>
                <a:lnTo>
                  <a:pt x="190809" y="100736"/>
                </a:lnTo>
                <a:lnTo>
                  <a:pt x="191009" y="99581"/>
                </a:lnTo>
                <a:lnTo>
                  <a:pt x="191189" y="98412"/>
                </a:lnTo>
                <a:lnTo>
                  <a:pt x="191351" y="97227"/>
                </a:lnTo>
                <a:lnTo>
                  <a:pt x="191494" y="96027"/>
                </a:lnTo>
                <a:lnTo>
                  <a:pt x="191617" y="94813"/>
                </a:lnTo>
                <a:lnTo>
                  <a:pt x="191722" y="93583"/>
                </a:lnTo>
                <a:lnTo>
                  <a:pt x="191807" y="92338"/>
                </a:lnTo>
                <a:lnTo>
                  <a:pt x="191874" y="91079"/>
                </a:lnTo>
                <a:lnTo>
                  <a:pt x="191921" y="89804"/>
                </a:lnTo>
                <a:lnTo>
                  <a:pt x="191950" y="88514"/>
                </a:lnTo>
                <a:lnTo>
                  <a:pt x="191959" y="87210"/>
                </a:lnTo>
                <a:lnTo>
                  <a:pt x="191950" y="85872"/>
                </a:lnTo>
                <a:lnTo>
                  <a:pt x="191921" y="84550"/>
                </a:lnTo>
                <a:lnTo>
                  <a:pt x="191874" y="83244"/>
                </a:lnTo>
                <a:lnTo>
                  <a:pt x="191807" y="81955"/>
                </a:lnTo>
                <a:lnTo>
                  <a:pt x="191722" y="80681"/>
                </a:lnTo>
                <a:lnTo>
                  <a:pt x="191617" y="79423"/>
                </a:lnTo>
                <a:lnTo>
                  <a:pt x="191494" y="78182"/>
                </a:lnTo>
                <a:lnTo>
                  <a:pt x="191351" y="76957"/>
                </a:lnTo>
                <a:lnTo>
                  <a:pt x="191189" y="75747"/>
                </a:lnTo>
                <a:lnTo>
                  <a:pt x="191009" y="74554"/>
                </a:lnTo>
                <a:lnTo>
                  <a:pt x="190809" y="73376"/>
                </a:lnTo>
                <a:lnTo>
                  <a:pt x="190591" y="72215"/>
                </a:lnTo>
                <a:lnTo>
                  <a:pt x="190353" y="71070"/>
                </a:lnTo>
                <a:lnTo>
                  <a:pt x="190096" y="69941"/>
                </a:lnTo>
                <a:lnTo>
                  <a:pt x="189821" y="68827"/>
                </a:lnTo>
                <a:lnTo>
                  <a:pt x="189526" y="67730"/>
                </a:lnTo>
                <a:lnTo>
                  <a:pt x="189213" y="66649"/>
                </a:lnTo>
                <a:lnTo>
                  <a:pt x="188880" y="65584"/>
                </a:lnTo>
                <a:lnTo>
                  <a:pt x="188528" y="64535"/>
                </a:lnTo>
                <a:lnTo>
                  <a:pt x="188157" y="63502"/>
                </a:lnTo>
                <a:lnTo>
                  <a:pt x="187768" y="62485"/>
                </a:lnTo>
                <a:lnTo>
                  <a:pt x="187359" y="61485"/>
                </a:lnTo>
                <a:lnTo>
                  <a:pt x="186931" y="60500"/>
                </a:lnTo>
                <a:lnTo>
                  <a:pt x="186485" y="59531"/>
                </a:lnTo>
                <a:lnTo>
                  <a:pt x="186020" y="58579"/>
                </a:lnTo>
                <a:lnTo>
                  <a:pt x="185539" y="57647"/>
                </a:lnTo>
                <a:lnTo>
                  <a:pt x="185042" y="56732"/>
                </a:lnTo>
                <a:lnTo>
                  <a:pt x="184528" y="55836"/>
                </a:lnTo>
                <a:lnTo>
                  <a:pt x="183998" y="54959"/>
                </a:lnTo>
                <a:lnTo>
                  <a:pt x="183451" y="54100"/>
                </a:lnTo>
                <a:lnTo>
                  <a:pt x="182888" y="53259"/>
                </a:lnTo>
                <a:lnTo>
                  <a:pt x="182309" y="52438"/>
                </a:lnTo>
                <a:lnTo>
                  <a:pt x="181713" y="51634"/>
                </a:lnTo>
                <a:lnTo>
                  <a:pt x="181100" y="50849"/>
                </a:lnTo>
                <a:lnTo>
                  <a:pt x="180472" y="50083"/>
                </a:lnTo>
                <a:lnTo>
                  <a:pt x="179826" y="49335"/>
                </a:lnTo>
                <a:lnTo>
                  <a:pt x="179165" y="48606"/>
                </a:lnTo>
                <a:lnTo>
                  <a:pt x="178486" y="47895"/>
                </a:lnTo>
                <a:lnTo>
                  <a:pt x="177792" y="47203"/>
                </a:lnTo>
                <a:lnTo>
                  <a:pt x="177081" y="46529"/>
                </a:lnTo>
                <a:lnTo>
                  <a:pt x="176353" y="45874"/>
                </a:lnTo>
                <a:lnTo>
                  <a:pt x="175609" y="45237"/>
                </a:lnTo>
                <a:lnTo>
                  <a:pt x="174849" y="44619"/>
                </a:lnTo>
                <a:lnTo>
                  <a:pt x="174072" y="44020"/>
                </a:lnTo>
                <a:lnTo>
                  <a:pt x="173279" y="43438"/>
                </a:lnTo>
                <a:lnTo>
                  <a:pt x="172469" y="42876"/>
                </a:lnTo>
                <a:lnTo>
                  <a:pt x="171643" y="42332"/>
                </a:lnTo>
                <a:lnTo>
                  <a:pt x="170800" y="41806"/>
                </a:lnTo>
                <a:lnTo>
                  <a:pt x="169942" y="41301"/>
                </a:lnTo>
                <a:lnTo>
                  <a:pt x="169070" y="40816"/>
                </a:lnTo>
                <a:lnTo>
                  <a:pt x="168183" y="40354"/>
                </a:lnTo>
                <a:lnTo>
                  <a:pt x="167281" y="39913"/>
                </a:lnTo>
                <a:lnTo>
                  <a:pt x="166365" y="39493"/>
                </a:lnTo>
                <a:lnTo>
                  <a:pt x="165434" y="39095"/>
                </a:lnTo>
                <a:lnTo>
                  <a:pt x="164488" y="38719"/>
                </a:lnTo>
                <a:lnTo>
                  <a:pt x="163528" y="38364"/>
                </a:lnTo>
                <a:lnTo>
                  <a:pt x="162554" y="38030"/>
                </a:lnTo>
                <a:lnTo>
                  <a:pt x="161565" y="37718"/>
                </a:lnTo>
                <a:lnTo>
                  <a:pt x="160561" y="37428"/>
                </a:lnTo>
                <a:lnTo>
                  <a:pt x="159543" y="37159"/>
                </a:lnTo>
                <a:lnTo>
                  <a:pt x="158510" y="36912"/>
                </a:lnTo>
                <a:lnTo>
                  <a:pt x="157463" y="36686"/>
                </a:lnTo>
                <a:lnTo>
                  <a:pt x="156401" y="36481"/>
                </a:lnTo>
                <a:lnTo>
                  <a:pt x="155324" y="36299"/>
                </a:lnTo>
                <a:lnTo>
                  <a:pt x="154234" y="36137"/>
                </a:lnTo>
                <a:lnTo>
                  <a:pt x="153128" y="35997"/>
                </a:lnTo>
                <a:lnTo>
                  <a:pt x="152008" y="35879"/>
                </a:lnTo>
                <a:lnTo>
                  <a:pt x="150873" y="35782"/>
                </a:lnTo>
                <a:lnTo>
                  <a:pt x="149724" y="35707"/>
                </a:lnTo>
                <a:lnTo>
                  <a:pt x="148560" y="35653"/>
                </a:lnTo>
                <a:lnTo>
                  <a:pt x="147382" y="35621"/>
                </a:lnTo>
                <a:lnTo>
                  <a:pt x="146189" y="35610"/>
                </a:lnTo>
                <a:lnTo>
                  <a:pt x="145021" y="35621"/>
                </a:lnTo>
                <a:lnTo>
                  <a:pt x="143866" y="35653"/>
                </a:lnTo>
                <a:lnTo>
                  <a:pt x="142726" y="35707"/>
                </a:lnTo>
                <a:lnTo>
                  <a:pt x="141599" y="35782"/>
                </a:lnTo>
                <a:lnTo>
                  <a:pt x="140487" y="35879"/>
                </a:lnTo>
                <a:lnTo>
                  <a:pt x="139389" y="35997"/>
                </a:lnTo>
                <a:lnTo>
                  <a:pt x="138305" y="36137"/>
                </a:lnTo>
                <a:lnTo>
                  <a:pt x="137234" y="36299"/>
                </a:lnTo>
                <a:lnTo>
                  <a:pt x="136178" y="36481"/>
                </a:lnTo>
                <a:lnTo>
                  <a:pt x="135136" y="36686"/>
                </a:lnTo>
                <a:lnTo>
                  <a:pt x="134108" y="36912"/>
                </a:lnTo>
                <a:lnTo>
                  <a:pt x="133094" y="37159"/>
                </a:lnTo>
                <a:lnTo>
                  <a:pt x="132094" y="37428"/>
                </a:lnTo>
                <a:lnTo>
                  <a:pt x="131108" y="37718"/>
                </a:lnTo>
                <a:lnTo>
                  <a:pt x="130136" y="38030"/>
                </a:lnTo>
                <a:lnTo>
                  <a:pt x="129179" y="38364"/>
                </a:lnTo>
                <a:lnTo>
                  <a:pt x="128235" y="38719"/>
                </a:lnTo>
                <a:lnTo>
                  <a:pt x="127305" y="39095"/>
                </a:lnTo>
                <a:lnTo>
                  <a:pt x="126389" y="39493"/>
                </a:lnTo>
                <a:lnTo>
                  <a:pt x="125488" y="39913"/>
                </a:lnTo>
                <a:lnTo>
                  <a:pt x="124600" y="40354"/>
                </a:lnTo>
                <a:lnTo>
                  <a:pt x="123727" y="40816"/>
                </a:lnTo>
                <a:lnTo>
                  <a:pt x="122867" y="41301"/>
                </a:lnTo>
                <a:lnTo>
                  <a:pt x="122022" y="41806"/>
                </a:lnTo>
                <a:lnTo>
                  <a:pt x="121191" y="42332"/>
                </a:lnTo>
                <a:lnTo>
                  <a:pt x="120378" y="42876"/>
                </a:lnTo>
                <a:lnTo>
                  <a:pt x="119581" y="43438"/>
                </a:lnTo>
                <a:lnTo>
                  <a:pt x="118801" y="44020"/>
                </a:lnTo>
                <a:lnTo>
                  <a:pt x="118037" y="44619"/>
                </a:lnTo>
                <a:lnTo>
                  <a:pt x="117290" y="45237"/>
                </a:lnTo>
                <a:lnTo>
                  <a:pt x="116559" y="45874"/>
                </a:lnTo>
                <a:lnTo>
                  <a:pt x="115845" y="46529"/>
                </a:lnTo>
                <a:lnTo>
                  <a:pt x="115148" y="47203"/>
                </a:lnTo>
                <a:lnTo>
                  <a:pt x="114467" y="47895"/>
                </a:lnTo>
                <a:lnTo>
                  <a:pt x="113803" y="48606"/>
                </a:lnTo>
                <a:lnTo>
                  <a:pt x="113156" y="49335"/>
                </a:lnTo>
                <a:lnTo>
                  <a:pt x="112525" y="50083"/>
                </a:lnTo>
                <a:lnTo>
                  <a:pt x="111911" y="50849"/>
                </a:lnTo>
                <a:lnTo>
                  <a:pt x="111313" y="51634"/>
                </a:lnTo>
                <a:lnTo>
                  <a:pt x="110732" y="52438"/>
                </a:lnTo>
                <a:lnTo>
                  <a:pt x="110168" y="53259"/>
                </a:lnTo>
                <a:lnTo>
                  <a:pt x="109620" y="54100"/>
                </a:lnTo>
                <a:lnTo>
                  <a:pt x="109089" y="54959"/>
                </a:lnTo>
                <a:lnTo>
                  <a:pt x="108575" y="55836"/>
                </a:lnTo>
                <a:lnTo>
                  <a:pt x="108077" y="56732"/>
                </a:lnTo>
                <a:lnTo>
                  <a:pt x="107595" y="57647"/>
                </a:lnTo>
                <a:lnTo>
                  <a:pt x="107131" y="58579"/>
                </a:lnTo>
                <a:lnTo>
                  <a:pt x="106683" y="59531"/>
                </a:lnTo>
                <a:lnTo>
                  <a:pt x="106252" y="60500"/>
                </a:lnTo>
                <a:lnTo>
                  <a:pt x="105840" y="61485"/>
                </a:lnTo>
                <a:lnTo>
                  <a:pt x="105446" y="62485"/>
                </a:lnTo>
                <a:lnTo>
                  <a:pt x="105070" y="63502"/>
                </a:lnTo>
                <a:lnTo>
                  <a:pt x="104713" y="64535"/>
                </a:lnTo>
                <a:lnTo>
                  <a:pt x="104374" y="65584"/>
                </a:lnTo>
                <a:lnTo>
                  <a:pt x="104053" y="66649"/>
                </a:lnTo>
                <a:lnTo>
                  <a:pt x="103751" y="67730"/>
                </a:lnTo>
                <a:lnTo>
                  <a:pt x="103467" y="68827"/>
                </a:lnTo>
                <a:lnTo>
                  <a:pt x="103201" y="69941"/>
                </a:lnTo>
                <a:lnTo>
                  <a:pt x="102954" y="71070"/>
                </a:lnTo>
                <a:lnTo>
                  <a:pt x="102725" y="72215"/>
                </a:lnTo>
                <a:lnTo>
                  <a:pt x="102514" y="73376"/>
                </a:lnTo>
                <a:lnTo>
                  <a:pt x="102321" y="74554"/>
                </a:lnTo>
                <a:lnTo>
                  <a:pt x="102147" y="75747"/>
                </a:lnTo>
                <a:lnTo>
                  <a:pt x="101992" y="76957"/>
                </a:lnTo>
                <a:lnTo>
                  <a:pt x="101854" y="78182"/>
                </a:lnTo>
                <a:lnTo>
                  <a:pt x="101735" y="79423"/>
                </a:lnTo>
                <a:lnTo>
                  <a:pt x="101634" y="80681"/>
                </a:lnTo>
                <a:lnTo>
                  <a:pt x="101552" y="81955"/>
                </a:lnTo>
                <a:lnTo>
                  <a:pt x="101488" y="83244"/>
                </a:lnTo>
                <a:lnTo>
                  <a:pt x="101442" y="84550"/>
                </a:lnTo>
                <a:lnTo>
                  <a:pt x="101414" y="85872"/>
                </a:lnTo>
                <a:lnTo>
                  <a:pt x="101405" y="87210"/>
                </a:lnTo>
                <a:lnTo>
                  <a:pt x="101414" y="88514"/>
                </a:lnTo>
                <a:lnTo>
                  <a:pt x="101442" y="89804"/>
                </a:lnTo>
                <a:lnTo>
                  <a:pt x="101488" y="91079"/>
                </a:lnTo>
                <a:lnTo>
                  <a:pt x="101552" y="92338"/>
                </a:lnTo>
                <a:lnTo>
                  <a:pt x="101634" y="93583"/>
                </a:lnTo>
                <a:lnTo>
                  <a:pt x="101735" y="94813"/>
                </a:lnTo>
                <a:lnTo>
                  <a:pt x="101854" y="96027"/>
                </a:lnTo>
                <a:lnTo>
                  <a:pt x="101992" y="97227"/>
                </a:lnTo>
                <a:lnTo>
                  <a:pt x="102147" y="98412"/>
                </a:lnTo>
                <a:lnTo>
                  <a:pt x="102321" y="99581"/>
                </a:lnTo>
                <a:lnTo>
                  <a:pt x="102514" y="100736"/>
                </a:lnTo>
                <a:lnTo>
                  <a:pt x="102725" y="101876"/>
                </a:lnTo>
                <a:lnTo>
                  <a:pt x="102954" y="103000"/>
                </a:lnTo>
                <a:lnTo>
                  <a:pt x="103201" y="104110"/>
                </a:lnTo>
                <a:lnTo>
                  <a:pt x="103467" y="105205"/>
                </a:lnTo>
                <a:lnTo>
                  <a:pt x="103751" y="106285"/>
                </a:lnTo>
                <a:lnTo>
                  <a:pt x="104053" y="107349"/>
                </a:lnTo>
                <a:lnTo>
                  <a:pt x="104374" y="108399"/>
                </a:lnTo>
                <a:lnTo>
                  <a:pt x="104713" y="109434"/>
                </a:lnTo>
                <a:lnTo>
                  <a:pt x="105070" y="110454"/>
                </a:lnTo>
                <a:lnTo>
                  <a:pt x="105446" y="111458"/>
                </a:lnTo>
                <a:lnTo>
                  <a:pt x="105840" y="112448"/>
                </a:lnTo>
                <a:lnTo>
                  <a:pt x="106252" y="113423"/>
                </a:lnTo>
                <a:lnTo>
                  <a:pt x="106683" y="114383"/>
                </a:lnTo>
                <a:lnTo>
                  <a:pt x="107131" y="115326"/>
                </a:lnTo>
                <a:lnTo>
                  <a:pt x="107595" y="116250"/>
                </a:lnTo>
                <a:lnTo>
                  <a:pt x="108077" y="117157"/>
                </a:lnTo>
                <a:lnTo>
                  <a:pt x="108575" y="118045"/>
                </a:lnTo>
                <a:lnTo>
                  <a:pt x="109089" y="118915"/>
                </a:lnTo>
                <a:lnTo>
                  <a:pt x="109620" y="119766"/>
                </a:lnTo>
                <a:lnTo>
                  <a:pt x="110168" y="120599"/>
                </a:lnTo>
                <a:lnTo>
                  <a:pt x="110732" y="121414"/>
                </a:lnTo>
                <a:lnTo>
                  <a:pt x="111313" y="122210"/>
                </a:lnTo>
                <a:lnTo>
                  <a:pt x="111911" y="122988"/>
                </a:lnTo>
                <a:lnTo>
                  <a:pt x="112525" y="123748"/>
                </a:lnTo>
                <a:lnTo>
                  <a:pt x="113156" y="124490"/>
                </a:lnTo>
                <a:lnTo>
                  <a:pt x="113803" y="125213"/>
                </a:lnTo>
                <a:lnTo>
                  <a:pt x="114467" y="125917"/>
                </a:lnTo>
                <a:lnTo>
                  <a:pt x="115148" y="126604"/>
                </a:lnTo>
                <a:lnTo>
                  <a:pt x="115845" y="127272"/>
                </a:lnTo>
                <a:lnTo>
                  <a:pt x="116559" y="127922"/>
                </a:lnTo>
                <a:lnTo>
                  <a:pt x="117290" y="128553"/>
                </a:lnTo>
                <a:lnTo>
                  <a:pt x="118037" y="129166"/>
                </a:lnTo>
                <a:lnTo>
                  <a:pt x="118801" y="129761"/>
                </a:lnTo>
                <a:lnTo>
                  <a:pt x="119581" y="130337"/>
                </a:lnTo>
                <a:lnTo>
                  <a:pt x="120378" y="130895"/>
                </a:lnTo>
                <a:lnTo>
                  <a:pt x="121191" y="131435"/>
                </a:lnTo>
                <a:lnTo>
                  <a:pt x="122022" y="131956"/>
                </a:lnTo>
                <a:lnTo>
                  <a:pt x="122867" y="132458"/>
                </a:lnTo>
                <a:lnTo>
                  <a:pt x="123727" y="132938"/>
                </a:lnTo>
                <a:lnTo>
                  <a:pt x="124600" y="133396"/>
                </a:lnTo>
                <a:lnTo>
                  <a:pt x="125488" y="133834"/>
                </a:lnTo>
                <a:lnTo>
                  <a:pt x="126389" y="134250"/>
                </a:lnTo>
                <a:lnTo>
                  <a:pt x="127305" y="134644"/>
                </a:lnTo>
                <a:lnTo>
                  <a:pt x="128235" y="135018"/>
                </a:lnTo>
                <a:lnTo>
                  <a:pt x="129179" y="135370"/>
                </a:lnTo>
                <a:lnTo>
                  <a:pt x="130136" y="135700"/>
                </a:lnTo>
                <a:lnTo>
                  <a:pt x="131108" y="136009"/>
                </a:lnTo>
                <a:lnTo>
                  <a:pt x="132094" y="136297"/>
                </a:lnTo>
                <a:lnTo>
                  <a:pt x="133094" y="136564"/>
                </a:lnTo>
                <a:lnTo>
                  <a:pt x="134108" y="136809"/>
                </a:lnTo>
                <a:lnTo>
                  <a:pt x="135136" y="137033"/>
                </a:lnTo>
                <a:lnTo>
                  <a:pt x="136178" y="137236"/>
                </a:lnTo>
                <a:lnTo>
                  <a:pt x="137234" y="137417"/>
                </a:lnTo>
                <a:lnTo>
                  <a:pt x="138305" y="137577"/>
                </a:lnTo>
                <a:lnTo>
                  <a:pt x="139389" y="137716"/>
                </a:lnTo>
                <a:lnTo>
                  <a:pt x="140487" y="137833"/>
                </a:lnTo>
                <a:lnTo>
                  <a:pt x="141599" y="137929"/>
                </a:lnTo>
                <a:lnTo>
                  <a:pt x="142726" y="138004"/>
                </a:lnTo>
                <a:lnTo>
                  <a:pt x="143866" y="138057"/>
                </a:lnTo>
                <a:lnTo>
                  <a:pt x="145021" y="138089"/>
                </a:lnTo>
                <a:lnTo>
                  <a:pt x="146189" y="138100"/>
                </a:lnTo>
                <a:lnTo>
                  <a:pt x="147382" y="138089"/>
                </a:lnTo>
                <a:lnTo>
                  <a:pt x="148560" y="138057"/>
                </a:lnTo>
                <a:lnTo>
                  <a:pt x="149724" y="138004"/>
                </a:lnTo>
                <a:lnTo>
                  <a:pt x="150873" y="137929"/>
                </a:lnTo>
                <a:close/>
                <a:moveTo>
                  <a:pt x="142856" y="124845"/>
                </a:moveTo>
                <a:lnTo>
                  <a:pt x="142060" y="124769"/>
                </a:lnTo>
                <a:lnTo>
                  <a:pt x="141278" y="124676"/>
                </a:lnTo>
                <a:lnTo>
                  <a:pt x="140512" y="124566"/>
                </a:lnTo>
                <a:lnTo>
                  <a:pt x="139761" y="124439"/>
                </a:lnTo>
                <a:lnTo>
                  <a:pt x="139024" y="124295"/>
                </a:lnTo>
                <a:lnTo>
                  <a:pt x="138303" y="124134"/>
                </a:lnTo>
                <a:lnTo>
                  <a:pt x="137596" y="123957"/>
                </a:lnTo>
                <a:lnTo>
                  <a:pt x="136904" y="123762"/>
                </a:lnTo>
                <a:lnTo>
                  <a:pt x="136227" y="123551"/>
                </a:lnTo>
                <a:lnTo>
                  <a:pt x="135565" y="123322"/>
                </a:lnTo>
                <a:lnTo>
                  <a:pt x="134918" y="123077"/>
                </a:lnTo>
                <a:lnTo>
                  <a:pt x="134286" y="122814"/>
                </a:lnTo>
                <a:lnTo>
                  <a:pt x="133669" y="122535"/>
                </a:lnTo>
                <a:lnTo>
                  <a:pt x="133066" y="122239"/>
                </a:lnTo>
                <a:lnTo>
                  <a:pt x="132479" y="121926"/>
                </a:lnTo>
                <a:lnTo>
                  <a:pt x="131906" y="121596"/>
                </a:lnTo>
                <a:lnTo>
                  <a:pt x="131349" y="121249"/>
                </a:lnTo>
                <a:lnTo>
                  <a:pt x="130806" y="120885"/>
                </a:lnTo>
                <a:lnTo>
                  <a:pt x="130278" y="120505"/>
                </a:lnTo>
                <a:lnTo>
                  <a:pt x="129765" y="120107"/>
                </a:lnTo>
                <a:lnTo>
                  <a:pt x="129265" y="119694"/>
                </a:lnTo>
                <a:lnTo>
                  <a:pt x="128778" y="119269"/>
                </a:lnTo>
                <a:lnTo>
                  <a:pt x="128302" y="118830"/>
                </a:lnTo>
                <a:lnTo>
                  <a:pt x="127837" y="118379"/>
                </a:lnTo>
                <a:lnTo>
                  <a:pt x="127385" y="117915"/>
                </a:lnTo>
                <a:lnTo>
                  <a:pt x="126944" y="117438"/>
                </a:lnTo>
                <a:lnTo>
                  <a:pt x="126516" y="116948"/>
                </a:lnTo>
                <a:lnTo>
                  <a:pt x="126099" y="116446"/>
                </a:lnTo>
                <a:lnTo>
                  <a:pt x="125694" y="115930"/>
                </a:lnTo>
                <a:lnTo>
                  <a:pt x="125300" y="115402"/>
                </a:lnTo>
                <a:lnTo>
                  <a:pt x="124919" y="114861"/>
                </a:lnTo>
                <a:lnTo>
                  <a:pt x="124549" y="114307"/>
                </a:lnTo>
                <a:lnTo>
                  <a:pt x="124191" y="113740"/>
                </a:lnTo>
                <a:lnTo>
                  <a:pt x="123845" y="113161"/>
                </a:lnTo>
                <a:lnTo>
                  <a:pt x="123511" y="112569"/>
                </a:lnTo>
                <a:lnTo>
                  <a:pt x="123189" y="111963"/>
                </a:lnTo>
                <a:lnTo>
                  <a:pt x="122878" y="111345"/>
                </a:lnTo>
                <a:lnTo>
                  <a:pt x="122580" y="110715"/>
                </a:lnTo>
                <a:lnTo>
                  <a:pt x="122293" y="110071"/>
                </a:lnTo>
                <a:lnTo>
                  <a:pt x="122017" y="109415"/>
                </a:lnTo>
                <a:lnTo>
                  <a:pt x="121754" y="108745"/>
                </a:lnTo>
                <a:lnTo>
                  <a:pt x="121503" y="108063"/>
                </a:lnTo>
                <a:lnTo>
                  <a:pt x="121263" y="107368"/>
                </a:lnTo>
                <a:lnTo>
                  <a:pt x="121035" y="106661"/>
                </a:lnTo>
                <a:lnTo>
                  <a:pt x="120818" y="105943"/>
                </a:lnTo>
                <a:lnTo>
                  <a:pt x="120610" y="105216"/>
                </a:lnTo>
                <a:lnTo>
                  <a:pt x="120411" y="104482"/>
                </a:lnTo>
                <a:lnTo>
                  <a:pt x="120221" y="103740"/>
                </a:lnTo>
                <a:lnTo>
                  <a:pt x="120041" y="102990"/>
                </a:lnTo>
                <a:lnTo>
                  <a:pt x="119870" y="102232"/>
                </a:lnTo>
                <a:lnTo>
                  <a:pt x="119708" y="101466"/>
                </a:lnTo>
                <a:lnTo>
                  <a:pt x="119555" y="100691"/>
                </a:lnTo>
                <a:lnTo>
                  <a:pt x="119412" y="99909"/>
                </a:lnTo>
                <a:lnTo>
                  <a:pt x="119278" y="99119"/>
                </a:lnTo>
                <a:lnTo>
                  <a:pt x="119153" y="98321"/>
                </a:lnTo>
                <a:lnTo>
                  <a:pt x="119038" y="97515"/>
                </a:lnTo>
                <a:lnTo>
                  <a:pt x="118931" y="96700"/>
                </a:lnTo>
                <a:lnTo>
                  <a:pt x="118834" y="95878"/>
                </a:lnTo>
                <a:lnTo>
                  <a:pt x="118746" y="95048"/>
                </a:lnTo>
                <a:lnTo>
                  <a:pt x="118668" y="94210"/>
                </a:lnTo>
                <a:lnTo>
                  <a:pt x="118598" y="93364"/>
                </a:lnTo>
                <a:lnTo>
                  <a:pt x="118538" y="92509"/>
                </a:lnTo>
                <a:lnTo>
                  <a:pt x="118487" y="91647"/>
                </a:lnTo>
                <a:lnTo>
                  <a:pt x="118446" y="90777"/>
                </a:lnTo>
                <a:lnTo>
                  <a:pt x="118413" y="89899"/>
                </a:lnTo>
                <a:lnTo>
                  <a:pt x="118390" y="89012"/>
                </a:lnTo>
                <a:lnTo>
                  <a:pt x="118376" y="88118"/>
                </a:lnTo>
                <a:lnTo>
                  <a:pt x="118372" y="87216"/>
                </a:lnTo>
                <a:lnTo>
                  <a:pt x="118376" y="86296"/>
                </a:lnTo>
                <a:lnTo>
                  <a:pt x="118390" y="85385"/>
                </a:lnTo>
                <a:lnTo>
                  <a:pt x="118413" y="84481"/>
                </a:lnTo>
                <a:lnTo>
                  <a:pt x="118446" y="83586"/>
                </a:lnTo>
                <a:lnTo>
                  <a:pt x="118487" y="82699"/>
                </a:lnTo>
                <a:lnTo>
                  <a:pt x="118538" y="81821"/>
                </a:lnTo>
                <a:lnTo>
                  <a:pt x="118598" y="80950"/>
                </a:lnTo>
                <a:lnTo>
                  <a:pt x="118668" y="80088"/>
                </a:lnTo>
                <a:lnTo>
                  <a:pt x="118746" y="79234"/>
                </a:lnTo>
                <a:lnTo>
                  <a:pt x="118834" y="78388"/>
                </a:lnTo>
                <a:lnTo>
                  <a:pt x="118931" y="77550"/>
                </a:lnTo>
                <a:lnTo>
                  <a:pt x="119038" y="76721"/>
                </a:lnTo>
                <a:lnTo>
                  <a:pt x="119153" y="75900"/>
                </a:lnTo>
                <a:lnTo>
                  <a:pt x="119278" y="75087"/>
                </a:lnTo>
                <a:lnTo>
                  <a:pt x="119412" y="74282"/>
                </a:lnTo>
                <a:lnTo>
                  <a:pt x="119555" y="73485"/>
                </a:lnTo>
                <a:lnTo>
                  <a:pt x="119708" y="72697"/>
                </a:lnTo>
                <a:lnTo>
                  <a:pt x="119870" y="71916"/>
                </a:lnTo>
                <a:lnTo>
                  <a:pt x="120041" y="71144"/>
                </a:lnTo>
                <a:lnTo>
                  <a:pt x="120221" y="70380"/>
                </a:lnTo>
                <a:lnTo>
                  <a:pt x="120411" y="69625"/>
                </a:lnTo>
                <a:lnTo>
                  <a:pt x="120610" y="68877"/>
                </a:lnTo>
                <a:lnTo>
                  <a:pt x="120818" y="68138"/>
                </a:lnTo>
                <a:lnTo>
                  <a:pt x="121035" y="67407"/>
                </a:lnTo>
                <a:lnTo>
                  <a:pt x="121263" y="66687"/>
                </a:lnTo>
                <a:lnTo>
                  <a:pt x="121503" y="65979"/>
                </a:lnTo>
                <a:lnTo>
                  <a:pt x="121754" y="65285"/>
                </a:lnTo>
                <a:lnTo>
                  <a:pt x="122017" y="64603"/>
                </a:lnTo>
                <a:lnTo>
                  <a:pt x="122293" y="63935"/>
                </a:lnTo>
                <a:lnTo>
                  <a:pt x="122580" y="63279"/>
                </a:lnTo>
                <a:lnTo>
                  <a:pt x="122878" y="62637"/>
                </a:lnTo>
                <a:lnTo>
                  <a:pt x="123189" y="62008"/>
                </a:lnTo>
                <a:lnTo>
                  <a:pt x="123511" y="61391"/>
                </a:lnTo>
                <a:lnTo>
                  <a:pt x="123845" y="60788"/>
                </a:lnTo>
                <a:lnTo>
                  <a:pt x="124191" y="60198"/>
                </a:lnTo>
                <a:lnTo>
                  <a:pt x="124549" y="59620"/>
                </a:lnTo>
                <a:lnTo>
                  <a:pt x="124919" y="59056"/>
                </a:lnTo>
                <a:lnTo>
                  <a:pt x="125300" y="58505"/>
                </a:lnTo>
                <a:lnTo>
                  <a:pt x="125694" y="57967"/>
                </a:lnTo>
                <a:lnTo>
                  <a:pt x="126099" y="57441"/>
                </a:lnTo>
                <a:lnTo>
                  <a:pt x="126516" y="56929"/>
                </a:lnTo>
                <a:lnTo>
                  <a:pt x="126944" y="56430"/>
                </a:lnTo>
                <a:lnTo>
                  <a:pt x="127385" y="55944"/>
                </a:lnTo>
                <a:lnTo>
                  <a:pt x="127837" y="55471"/>
                </a:lnTo>
                <a:lnTo>
                  <a:pt x="128302" y="55010"/>
                </a:lnTo>
                <a:lnTo>
                  <a:pt x="128778" y="54563"/>
                </a:lnTo>
                <a:lnTo>
                  <a:pt x="129265" y="54129"/>
                </a:lnTo>
                <a:lnTo>
                  <a:pt x="129765" y="53708"/>
                </a:lnTo>
                <a:lnTo>
                  <a:pt x="130278" y="53302"/>
                </a:lnTo>
                <a:lnTo>
                  <a:pt x="130806" y="52913"/>
                </a:lnTo>
                <a:lnTo>
                  <a:pt x="131349" y="52541"/>
                </a:lnTo>
                <a:lnTo>
                  <a:pt x="131906" y="52187"/>
                </a:lnTo>
                <a:lnTo>
                  <a:pt x="132479" y="51850"/>
                </a:lnTo>
                <a:lnTo>
                  <a:pt x="133066" y="51530"/>
                </a:lnTo>
                <a:lnTo>
                  <a:pt x="133669" y="51227"/>
                </a:lnTo>
                <a:lnTo>
                  <a:pt x="134286" y="50942"/>
                </a:lnTo>
                <a:lnTo>
                  <a:pt x="134918" y="50674"/>
                </a:lnTo>
                <a:lnTo>
                  <a:pt x="135565" y="50424"/>
                </a:lnTo>
                <a:lnTo>
                  <a:pt x="136227" y="50190"/>
                </a:lnTo>
                <a:lnTo>
                  <a:pt x="136904" y="49974"/>
                </a:lnTo>
                <a:lnTo>
                  <a:pt x="137596" y="49775"/>
                </a:lnTo>
                <a:lnTo>
                  <a:pt x="138303" y="49594"/>
                </a:lnTo>
                <a:lnTo>
                  <a:pt x="139024" y="49430"/>
                </a:lnTo>
                <a:lnTo>
                  <a:pt x="139761" y="49283"/>
                </a:lnTo>
                <a:lnTo>
                  <a:pt x="140512" y="49153"/>
                </a:lnTo>
                <a:lnTo>
                  <a:pt x="141278" y="49041"/>
                </a:lnTo>
                <a:lnTo>
                  <a:pt x="142060" y="48946"/>
                </a:lnTo>
                <a:lnTo>
                  <a:pt x="142856" y="48868"/>
                </a:lnTo>
                <a:lnTo>
                  <a:pt x="143667" y="48807"/>
                </a:lnTo>
                <a:lnTo>
                  <a:pt x="144493" y="48764"/>
                </a:lnTo>
                <a:lnTo>
                  <a:pt x="145333" y="48738"/>
                </a:lnTo>
                <a:lnTo>
                  <a:pt x="146189" y="48730"/>
                </a:lnTo>
                <a:lnTo>
                  <a:pt x="147069" y="48738"/>
                </a:lnTo>
                <a:lnTo>
                  <a:pt x="147934" y="48764"/>
                </a:lnTo>
                <a:lnTo>
                  <a:pt x="148785" y="48807"/>
                </a:lnTo>
                <a:lnTo>
                  <a:pt x="149620" y="48868"/>
                </a:lnTo>
                <a:lnTo>
                  <a:pt x="150440" y="48946"/>
                </a:lnTo>
                <a:lnTo>
                  <a:pt x="151245" y="49041"/>
                </a:lnTo>
                <a:lnTo>
                  <a:pt x="152034" y="49153"/>
                </a:lnTo>
                <a:lnTo>
                  <a:pt x="152809" y="49283"/>
                </a:lnTo>
                <a:lnTo>
                  <a:pt x="153569" y="49430"/>
                </a:lnTo>
                <a:lnTo>
                  <a:pt x="154313" y="49594"/>
                </a:lnTo>
                <a:lnTo>
                  <a:pt x="155043" y="49775"/>
                </a:lnTo>
                <a:lnTo>
                  <a:pt x="155757" y="49974"/>
                </a:lnTo>
                <a:lnTo>
                  <a:pt x="156457" y="50190"/>
                </a:lnTo>
                <a:lnTo>
                  <a:pt x="157141" y="50424"/>
                </a:lnTo>
                <a:lnTo>
                  <a:pt x="157810" y="50674"/>
                </a:lnTo>
                <a:lnTo>
                  <a:pt x="158465" y="50942"/>
                </a:lnTo>
                <a:lnTo>
                  <a:pt x="159104" y="51227"/>
                </a:lnTo>
                <a:lnTo>
                  <a:pt x="159728" y="51530"/>
                </a:lnTo>
                <a:lnTo>
                  <a:pt x="160337" y="51850"/>
                </a:lnTo>
                <a:lnTo>
                  <a:pt x="160931" y="52187"/>
                </a:lnTo>
                <a:lnTo>
                  <a:pt x="161510" y="52541"/>
                </a:lnTo>
                <a:lnTo>
                  <a:pt x="162073" y="52913"/>
                </a:lnTo>
                <a:lnTo>
                  <a:pt x="162622" y="53302"/>
                </a:lnTo>
                <a:lnTo>
                  <a:pt x="163156" y="53708"/>
                </a:lnTo>
                <a:lnTo>
                  <a:pt x="163676" y="54129"/>
                </a:lnTo>
                <a:lnTo>
                  <a:pt x="164183" y="54563"/>
                </a:lnTo>
                <a:lnTo>
                  <a:pt x="164678" y="55010"/>
                </a:lnTo>
                <a:lnTo>
                  <a:pt x="165161" y="55471"/>
                </a:lnTo>
                <a:lnTo>
                  <a:pt x="165632" y="55944"/>
                </a:lnTo>
                <a:lnTo>
                  <a:pt x="166090" y="56430"/>
                </a:lnTo>
                <a:lnTo>
                  <a:pt x="166536" y="56929"/>
                </a:lnTo>
                <a:lnTo>
                  <a:pt x="166970" y="57441"/>
                </a:lnTo>
                <a:lnTo>
                  <a:pt x="167391" y="57967"/>
                </a:lnTo>
                <a:lnTo>
                  <a:pt x="167800" y="58505"/>
                </a:lnTo>
                <a:lnTo>
                  <a:pt x="168197" y="59056"/>
                </a:lnTo>
                <a:lnTo>
                  <a:pt x="168581" y="59620"/>
                </a:lnTo>
                <a:lnTo>
                  <a:pt x="168953" y="60198"/>
                </a:lnTo>
                <a:lnTo>
                  <a:pt x="169313" y="60788"/>
                </a:lnTo>
                <a:lnTo>
                  <a:pt x="169660" y="61391"/>
                </a:lnTo>
                <a:lnTo>
                  <a:pt x="169995" y="62008"/>
                </a:lnTo>
                <a:lnTo>
                  <a:pt x="170318" y="62637"/>
                </a:lnTo>
                <a:lnTo>
                  <a:pt x="170628" y="63279"/>
                </a:lnTo>
                <a:lnTo>
                  <a:pt x="170926" y="63935"/>
                </a:lnTo>
                <a:lnTo>
                  <a:pt x="171211" y="64603"/>
                </a:lnTo>
                <a:lnTo>
                  <a:pt x="171485" y="65285"/>
                </a:lnTo>
                <a:lnTo>
                  <a:pt x="171746" y="65979"/>
                </a:lnTo>
                <a:lnTo>
                  <a:pt x="171994" y="66687"/>
                </a:lnTo>
                <a:lnTo>
                  <a:pt x="172231" y="67407"/>
                </a:lnTo>
                <a:lnTo>
                  <a:pt x="172456" y="68138"/>
                </a:lnTo>
                <a:lnTo>
                  <a:pt x="172672" y="68877"/>
                </a:lnTo>
                <a:lnTo>
                  <a:pt x="172878" y="69625"/>
                </a:lnTo>
                <a:lnTo>
                  <a:pt x="173075" y="70380"/>
                </a:lnTo>
                <a:lnTo>
                  <a:pt x="173262" y="71144"/>
                </a:lnTo>
                <a:lnTo>
                  <a:pt x="173439" y="71916"/>
                </a:lnTo>
                <a:lnTo>
                  <a:pt x="173607" y="72697"/>
                </a:lnTo>
                <a:lnTo>
                  <a:pt x="173765" y="73485"/>
                </a:lnTo>
                <a:lnTo>
                  <a:pt x="173914" y="74282"/>
                </a:lnTo>
                <a:lnTo>
                  <a:pt x="174053" y="75087"/>
                </a:lnTo>
                <a:lnTo>
                  <a:pt x="174182" y="75900"/>
                </a:lnTo>
                <a:lnTo>
                  <a:pt x="174302" y="76721"/>
                </a:lnTo>
                <a:lnTo>
                  <a:pt x="174413" y="77550"/>
                </a:lnTo>
                <a:lnTo>
                  <a:pt x="174513" y="78388"/>
                </a:lnTo>
                <a:lnTo>
                  <a:pt x="174604" y="79234"/>
                </a:lnTo>
                <a:lnTo>
                  <a:pt x="174686" y="80088"/>
                </a:lnTo>
                <a:lnTo>
                  <a:pt x="174758" y="80950"/>
                </a:lnTo>
                <a:lnTo>
                  <a:pt x="174820" y="81821"/>
                </a:lnTo>
                <a:lnTo>
                  <a:pt x="174873" y="82699"/>
                </a:lnTo>
                <a:lnTo>
                  <a:pt x="174916" y="83586"/>
                </a:lnTo>
                <a:lnTo>
                  <a:pt x="174950" y="84481"/>
                </a:lnTo>
                <a:lnTo>
                  <a:pt x="174974" y="85385"/>
                </a:lnTo>
                <a:lnTo>
                  <a:pt x="174988" y="86296"/>
                </a:lnTo>
                <a:lnTo>
                  <a:pt x="174993" y="87216"/>
                </a:lnTo>
                <a:lnTo>
                  <a:pt x="174988" y="88118"/>
                </a:lnTo>
                <a:lnTo>
                  <a:pt x="174974" y="89012"/>
                </a:lnTo>
                <a:lnTo>
                  <a:pt x="174950" y="89899"/>
                </a:lnTo>
                <a:lnTo>
                  <a:pt x="174916" y="90777"/>
                </a:lnTo>
                <a:lnTo>
                  <a:pt x="174873" y="91647"/>
                </a:lnTo>
                <a:lnTo>
                  <a:pt x="174820" y="92509"/>
                </a:lnTo>
                <a:lnTo>
                  <a:pt x="174758" y="93364"/>
                </a:lnTo>
                <a:lnTo>
                  <a:pt x="174686" y="94210"/>
                </a:lnTo>
                <a:lnTo>
                  <a:pt x="174604" y="95048"/>
                </a:lnTo>
                <a:lnTo>
                  <a:pt x="174513" y="95878"/>
                </a:lnTo>
                <a:lnTo>
                  <a:pt x="174413" y="96700"/>
                </a:lnTo>
                <a:lnTo>
                  <a:pt x="174302" y="97515"/>
                </a:lnTo>
                <a:lnTo>
                  <a:pt x="174182" y="98321"/>
                </a:lnTo>
                <a:lnTo>
                  <a:pt x="174053" y="99119"/>
                </a:lnTo>
                <a:lnTo>
                  <a:pt x="173914" y="99909"/>
                </a:lnTo>
                <a:lnTo>
                  <a:pt x="173765" y="100691"/>
                </a:lnTo>
                <a:lnTo>
                  <a:pt x="173607" y="101466"/>
                </a:lnTo>
                <a:lnTo>
                  <a:pt x="173439" y="102232"/>
                </a:lnTo>
                <a:lnTo>
                  <a:pt x="173262" y="102990"/>
                </a:lnTo>
                <a:lnTo>
                  <a:pt x="173075" y="103740"/>
                </a:lnTo>
                <a:lnTo>
                  <a:pt x="172878" y="104482"/>
                </a:lnTo>
                <a:lnTo>
                  <a:pt x="172672" y="105216"/>
                </a:lnTo>
                <a:lnTo>
                  <a:pt x="172456" y="105943"/>
                </a:lnTo>
                <a:lnTo>
                  <a:pt x="172231" y="106661"/>
                </a:lnTo>
                <a:lnTo>
                  <a:pt x="171994" y="107368"/>
                </a:lnTo>
                <a:lnTo>
                  <a:pt x="171746" y="108063"/>
                </a:lnTo>
                <a:lnTo>
                  <a:pt x="171485" y="108745"/>
                </a:lnTo>
                <a:lnTo>
                  <a:pt x="171211" y="109415"/>
                </a:lnTo>
                <a:lnTo>
                  <a:pt x="170926" y="110071"/>
                </a:lnTo>
                <a:lnTo>
                  <a:pt x="170628" y="110715"/>
                </a:lnTo>
                <a:lnTo>
                  <a:pt x="170318" y="111345"/>
                </a:lnTo>
                <a:lnTo>
                  <a:pt x="169995" y="111963"/>
                </a:lnTo>
                <a:lnTo>
                  <a:pt x="169660" y="112569"/>
                </a:lnTo>
                <a:lnTo>
                  <a:pt x="169313" y="113161"/>
                </a:lnTo>
                <a:lnTo>
                  <a:pt x="168953" y="113740"/>
                </a:lnTo>
                <a:lnTo>
                  <a:pt x="168581" y="114307"/>
                </a:lnTo>
                <a:lnTo>
                  <a:pt x="168197" y="114861"/>
                </a:lnTo>
                <a:lnTo>
                  <a:pt x="167800" y="115402"/>
                </a:lnTo>
                <a:lnTo>
                  <a:pt x="167391" y="115930"/>
                </a:lnTo>
                <a:lnTo>
                  <a:pt x="166970" y="116446"/>
                </a:lnTo>
                <a:lnTo>
                  <a:pt x="166536" y="116948"/>
                </a:lnTo>
                <a:lnTo>
                  <a:pt x="166090" y="117438"/>
                </a:lnTo>
                <a:lnTo>
                  <a:pt x="165632" y="117915"/>
                </a:lnTo>
                <a:lnTo>
                  <a:pt x="165161" y="118379"/>
                </a:lnTo>
                <a:lnTo>
                  <a:pt x="164678" y="118830"/>
                </a:lnTo>
                <a:lnTo>
                  <a:pt x="164183" y="119269"/>
                </a:lnTo>
                <a:lnTo>
                  <a:pt x="163676" y="119694"/>
                </a:lnTo>
                <a:lnTo>
                  <a:pt x="163156" y="120107"/>
                </a:lnTo>
                <a:lnTo>
                  <a:pt x="162622" y="120505"/>
                </a:lnTo>
                <a:lnTo>
                  <a:pt x="162073" y="120885"/>
                </a:lnTo>
                <a:lnTo>
                  <a:pt x="161510" y="121249"/>
                </a:lnTo>
                <a:lnTo>
                  <a:pt x="160931" y="121596"/>
                </a:lnTo>
                <a:lnTo>
                  <a:pt x="160337" y="121926"/>
                </a:lnTo>
                <a:lnTo>
                  <a:pt x="159728" y="122239"/>
                </a:lnTo>
                <a:lnTo>
                  <a:pt x="159104" y="122535"/>
                </a:lnTo>
                <a:lnTo>
                  <a:pt x="158465" y="122814"/>
                </a:lnTo>
                <a:lnTo>
                  <a:pt x="157810" y="123077"/>
                </a:lnTo>
                <a:lnTo>
                  <a:pt x="157141" y="123322"/>
                </a:lnTo>
                <a:lnTo>
                  <a:pt x="156457" y="123551"/>
                </a:lnTo>
                <a:lnTo>
                  <a:pt x="155757" y="123762"/>
                </a:lnTo>
                <a:lnTo>
                  <a:pt x="155043" y="123957"/>
                </a:lnTo>
                <a:lnTo>
                  <a:pt x="154313" y="124134"/>
                </a:lnTo>
                <a:lnTo>
                  <a:pt x="153569" y="124295"/>
                </a:lnTo>
                <a:lnTo>
                  <a:pt x="152809" y="124439"/>
                </a:lnTo>
                <a:lnTo>
                  <a:pt x="152034" y="124566"/>
                </a:lnTo>
                <a:lnTo>
                  <a:pt x="151245" y="124676"/>
                </a:lnTo>
                <a:lnTo>
                  <a:pt x="150440" y="124769"/>
                </a:lnTo>
                <a:lnTo>
                  <a:pt x="149620" y="124845"/>
                </a:lnTo>
                <a:lnTo>
                  <a:pt x="148785" y="124904"/>
                </a:lnTo>
                <a:lnTo>
                  <a:pt x="147934" y="124947"/>
                </a:lnTo>
                <a:lnTo>
                  <a:pt x="147069" y="124972"/>
                </a:lnTo>
                <a:lnTo>
                  <a:pt x="146189" y="124981"/>
                </a:lnTo>
                <a:lnTo>
                  <a:pt x="145333" y="124972"/>
                </a:lnTo>
                <a:lnTo>
                  <a:pt x="144493" y="124947"/>
                </a:lnTo>
                <a:lnTo>
                  <a:pt x="143667" y="124904"/>
                </a:lnTo>
                <a:lnTo>
                  <a:pt x="142856" y="124845"/>
                </a:lnTo>
                <a:close/>
                <a:moveTo>
                  <a:pt x="434775" y="137986"/>
                </a:moveTo>
                <a:lnTo>
                  <a:pt x="435735" y="137921"/>
                </a:lnTo>
                <a:lnTo>
                  <a:pt x="436684" y="137843"/>
                </a:lnTo>
                <a:lnTo>
                  <a:pt x="437622" y="137750"/>
                </a:lnTo>
                <a:lnTo>
                  <a:pt x="438548" y="137642"/>
                </a:lnTo>
                <a:lnTo>
                  <a:pt x="439463" y="137521"/>
                </a:lnTo>
                <a:lnTo>
                  <a:pt x="440367" y="137385"/>
                </a:lnTo>
                <a:lnTo>
                  <a:pt x="441259" y="137235"/>
                </a:lnTo>
                <a:lnTo>
                  <a:pt x="442141" y="137070"/>
                </a:lnTo>
                <a:lnTo>
                  <a:pt x="443010" y="136892"/>
                </a:lnTo>
                <a:lnTo>
                  <a:pt x="443869" y="136699"/>
                </a:lnTo>
                <a:lnTo>
                  <a:pt x="444716" y="136491"/>
                </a:lnTo>
                <a:lnTo>
                  <a:pt x="445552" y="136270"/>
                </a:lnTo>
                <a:lnTo>
                  <a:pt x="446377" y="136034"/>
                </a:lnTo>
                <a:lnTo>
                  <a:pt x="447190" y="135783"/>
                </a:lnTo>
                <a:lnTo>
                  <a:pt x="447992" y="135519"/>
                </a:lnTo>
                <a:lnTo>
                  <a:pt x="448782" y="135240"/>
                </a:lnTo>
                <a:lnTo>
                  <a:pt x="449562" y="134947"/>
                </a:lnTo>
                <a:lnTo>
                  <a:pt x="450330" y="134639"/>
                </a:lnTo>
                <a:lnTo>
                  <a:pt x="451087" y="134318"/>
                </a:lnTo>
                <a:lnTo>
                  <a:pt x="451832" y="133982"/>
                </a:lnTo>
                <a:lnTo>
                  <a:pt x="452565" y="133632"/>
                </a:lnTo>
                <a:lnTo>
                  <a:pt x="453284" y="133271"/>
                </a:lnTo>
                <a:lnTo>
                  <a:pt x="453990" y="132897"/>
                </a:lnTo>
                <a:lnTo>
                  <a:pt x="454682" y="132512"/>
                </a:lnTo>
                <a:lnTo>
                  <a:pt x="455360" y="132114"/>
                </a:lnTo>
                <a:lnTo>
                  <a:pt x="456025" y="131705"/>
                </a:lnTo>
                <a:lnTo>
                  <a:pt x="456675" y="131283"/>
                </a:lnTo>
                <a:lnTo>
                  <a:pt x="457312" y="130850"/>
                </a:lnTo>
                <a:lnTo>
                  <a:pt x="457936" y="130404"/>
                </a:lnTo>
                <a:lnTo>
                  <a:pt x="458545" y="129947"/>
                </a:lnTo>
                <a:lnTo>
                  <a:pt x="459141" y="129477"/>
                </a:lnTo>
                <a:lnTo>
                  <a:pt x="459724" y="128996"/>
                </a:lnTo>
                <a:lnTo>
                  <a:pt x="460292" y="128502"/>
                </a:lnTo>
                <a:lnTo>
                  <a:pt x="460847" y="127996"/>
                </a:lnTo>
                <a:lnTo>
                  <a:pt x="461388" y="127479"/>
                </a:lnTo>
                <a:lnTo>
                  <a:pt x="461916" y="126949"/>
                </a:lnTo>
                <a:lnTo>
                  <a:pt x="462429" y="126408"/>
                </a:lnTo>
                <a:lnTo>
                  <a:pt x="462930" y="125854"/>
                </a:lnTo>
                <a:lnTo>
                  <a:pt x="463416" y="125288"/>
                </a:lnTo>
                <a:lnTo>
                  <a:pt x="463889" y="124711"/>
                </a:lnTo>
                <a:lnTo>
                  <a:pt x="464348" y="124121"/>
                </a:lnTo>
                <a:lnTo>
                  <a:pt x="464793" y="123519"/>
                </a:lnTo>
                <a:lnTo>
                  <a:pt x="465224" y="122906"/>
                </a:lnTo>
                <a:lnTo>
                  <a:pt x="465642" y="122280"/>
                </a:lnTo>
                <a:lnTo>
                  <a:pt x="466045" y="121643"/>
                </a:lnTo>
                <a:lnTo>
                  <a:pt x="466432" y="120997"/>
                </a:lnTo>
                <a:lnTo>
                  <a:pt x="466803" y="120340"/>
                </a:lnTo>
                <a:lnTo>
                  <a:pt x="467157" y="119673"/>
                </a:lnTo>
                <a:lnTo>
                  <a:pt x="467496" y="118996"/>
                </a:lnTo>
                <a:lnTo>
                  <a:pt x="467819" y="118309"/>
                </a:lnTo>
                <a:lnTo>
                  <a:pt x="468125" y="117612"/>
                </a:lnTo>
                <a:lnTo>
                  <a:pt x="468415" y="116905"/>
                </a:lnTo>
                <a:lnTo>
                  <a:pt x="468689" y="116188"/>
                </a:lnTo>
                <a:lnTo>
                  <a:pt x="468947" y="115460"/>
                </a:lnTo>
                <a:lnTo>
                  <a:pt x="469189" y="114723"/>
                </a:lnTo>
                <a:lnTo>
                  <a:pt x="469415" y="113976"/>
                </a:lnTo>
                <a:lnTo>
                  <a:pt x="469625" y="113218"/>
                </a:lnTo>
                <a:lnTo>
                  <a:pt x="469819" y="112451"/>
                </a:lnTo>
                <a:lnTo>
                  <a:pt x="469996" y="111673"/>
                </a:lnTo>
                <a:lnTo>
                  <a:pt x="470158" y="110886"/>
                </a:lnTo>
                <a:lnTo>
                  <a:pt x="470303" y="110088"/>
                </a:lnTo>
                <a:lnTo>
                  <a:pt x="470433" y="109280"/>
                </a:lnTo>
                <a:lnTo>
                  <a:pt x="470546" y="108462"/>
                </a:lnTo>
                <a:lnTo>
                  <a:pt x="470643" y="107634"/>
                </a:lnTo>
                <a:lnTo>
                  <a:pt x="470724" y="106797"/>
                </a:lnTo>
                <a:lnTo>
                  <a:pt x="470789" y="105949"/>
                </a:lnTo>
                <a:lnTo>
                  <a:pt x="470838" y="105090"/>
                </a:lnTo>
                <a:lnTo>
                  <a:pt x="470870" y="104222"/>
                </a:lnTo>
                <a:lnTo>
                  <a:pt x="454594" y="104222"/>
                </a:lnTo>
                <a:lnTo>
                  <a:pt x="454559" y="105069"/>
                </a:lnTo>
                <a:lnTo>
                  <a:pt x="454504" y="105900"/>
                </a:lnTo>
                <a:lnTo>
                  <a:pt x="454428" y="106713"/>
                </a:lnTo>
                <a:lnTo>
                  <a:pt x="454331" y="107510"/>
                </a:lnTo>
                <a:lnTo>
                  <a:pt x="454214" y="108290"/>
                </a:lnTo>
                <a:lnTo>
                  <a:pt x="454076" y="109054"/>
                </a:lnTo>
                <a:lnTo>
                  <a:pt x="453918" y="109800"/>
                </a:lnTo>
                <a:lnTo>
                  <a:pt x="453739" y="110530"/>
                </a:lnTo>
                <a:lnTo>
                  <a:pt x="453540" y="111243"/>
                </a:lnTo>
                <a:lnTo>
                  <a:pt x="453320" y="111940"/>
                </a:lnTo>
                <a:lnTo>
                  <a:pt x="453080" y="112619"/>
                </a:lnTo>
                <a:lnTo>
                  <a:pt x="452819" y="113282"/>
                </a:lnTo>
                <a:lnTo>
                  <a:pt x="452537" y="113928"/>
                </a:lnTo>
                <a:lnTo>
                  <a:pt x="452235" y="114558"/>
                </a:lnTo>
                <a:lnTo>
                  <a:pt x="451912" y="115170"/>
                </a:lnTo>
                <a:lnTo>
                  <a:pt x="451569" y="115766"/>
                </a:lnTo>
                <a:lnTo>
                  <a:pt x="451205" y="116346"/>
                </a:lnTo>
                <a:lnTo>
                  <a:pt x="450821" y="116908"/>
                </a:lnTo>
                <a:lnTo>
                  <a:pt x="450416" y="117454"/>
                </a:lnTo>
                <a:lnTo>
                  <a:pt x="449991" y="117983"/>
                </a:lnTo>
                <a:lnTo>
                  <a:pt x="449545" y="118495"/>
                </a:lnTo>
                <a:lnTo>
                  <a:pt x="449078" y="118990"/>
                </a:lnTo>
                <a:lnTo>
                  <a:pt x="448591" y="119469"/>
                </a:lnTo>
                <a:lnTo>
                  <a:pt x="448084" y="119931"/>
                </a:lnTo>
                <a:lnTo>
                  <a:pt x="447558" y="120375"/>
                </a:lnTo>
                <a:lnTo>
                  <a:pt x="447014" y="120801"/>
                </a:lnTo>
                <a:lnTo>
                  <a:pt x="446455" y="121207"/>
                </a:lnTo>
                <a:lnTo>
                  <a:pt x="445878" y="121595"/>
                </a:lnTo>
                <a:lnTo>
                  <a:pt x="445285" y="121963"/>
                </a:lnTo>
                <a:lnTo>
                  <a:pt x="444674" y="122313"/>
                </a:lnTo>
                <a:lnTo>
                  <a:pt x="444047" y="122644"/>
                </a:lnTo>
                <a:lnTo>
                  <a:pt x="443404" y="122956"/>
                </a:lnTo>
                <a:lnTo>
                  <a:pt x="442743" y="123249"/>
                </a:lnTo>
                <a:lnTo>
                  <a:pt x="442066" y="123523"/>
                </a:lnTo>
                <a:lnTo>
                  <a:pt x="441372" y="123778"/>
                </a:lnTo>
                <a:lnTo>
                  <a:pt x="440661" y="124014"/>
                </a:lnTo>
                <a:lnTo>
                  <a:pt x="439933" y="124231"/>
                </a:lnTo>
                <a:lnTo>
                  <a:pt x="439189" y="124430"/>
                </a:lnTo>
                <a:lnTo>
                  <a:pt x="438428" y="124610"/>
                </a:lnTo>
                <a:lnTo>
                  <a:pt x="437650" y="124770"/>
                </a:lnTo>
                <a:lnTo>
                  <a:pt x="436855" y="124912"/>
                </a:lnTo>
                <a:lnTo>
                  <a:pt x="436043" y="125035"/>
                </a:lnTo>
                <a:lnTo>
                  <a:pt x="435215" y="125139"/>
                </a:lnTo>
                <a:lnTo>
                  <a:pt x="434370" y="125224"/>
                </a:lnTo>
                <a:lnTo>
                  <a:pt x="433508" y="125290"/>
                </a:lnTo>
                <a:lnTo>
                  <a:pt x="432629" y="125337"/>
                </a:lnTo>
                <a:lnTo>
                  <a:pt x="431734" y="125366"/>
                </a:lnTo>
                <a:lnTo>
                  <a:pt x="430821" y="125375"/>
                </a:lnTo>
                <a:lnTo>
                  <a:pt x="429965" y="125367"/>
                </a:lnTo>
                <a:lnTo>
                  <a:pt x="429123" y="125341"/>
                </a:lnTo>
                <a:lnTo>
                  <a:pt x="428295" y="125298"/>
                </a:lnTo>
                <a:lnTo>
                  <a:pt x="427481" y="125238"/>
                </a:lnTo>
                <a:lnTo>
                  <a:pt x="426681" y="125161"/>
                </a:lnTo>
                <a:lnTo>
                  <a:pt x="425895" y="125066"/>
                </a:lnTo>
                <a:lnTo>
                  <a:pt x="425123" y="124955"/>
                </a:lnTo>
                <a:lnTo>
                  <a:pt x="424366" y="124826"/>
                </a:lnTo>
                <a:lnTo>
                  <a:pt x="423622" y="124681"/>
                </a:lnTo>
                <a:lnTo>
                  <a:pt x="422892" y="124518"/>
                </a:lnTo>
                <a:lnTo>
                  <a:pt x="422176" y="124338"/>
                </a:lnTo>
                <a:lnTo>
                  <a:pt x="421475" y="124141"/>
                </a:lnTo>
                <a:lnTo>
                  <a:pt x="420787" y="123926"/>
                </a:lnTo>
                <a:lnTo>
                  <a:pt x="420114" y="123695"/>
                </a:lnTo>
                <a:lnTo>
                  <a:pt x="419454" y="123446"/>
                </a:lnTo>
                <a:lnTo>
                  <a:pt x="418809" y="123180"/>
                </a:lnTo>
                <a:lnTo>
                  <a:pt x="418177" y="122897"/>
                </a:lnTo>
                <a:lnTo>
                  <a:pt x="417560" y="122597"/>
                </a:lnTo>
                <a:lnTo>
                  <a:pt x="416957" y="122280"/>
                </a:lnTo>
                <a:lnTo>
                  <a:pt x="416367" y="121946"/>
                </a:lnTo>
                <a:lnTo>
                  <a:pt x="415792" y="121594"/>
                </a:lnTo>
                <a:lnTo>
                  <a:pt x="415231" y="121226"/>
                </a:lnTo>
                <a:lnTo>
                  <a:pt x="414684" y="120840"/>
                </a:lnTo>
                <a:lnTo>
                  <a:pt x="414151" y="120437"/>
                </a:lnTo>
                <a:lnTo>
                  <a:pt x="413630" y="120020"/>
                </a:lnTo>
                <a:lnTo>
                  <a:pt x="413122" y="119591"/>
                </a:lnTo>
                <a:lnTo>
                  <a:pt x="412626" y="119152"/>
                </a:lnTo>
                <a:lnTo>
                  <a:pt x="412141" y="118701"/>
                </a:lnTo>
                <a:lnTo>
                  <a:pt x="411668" y="118239"/>
                </a:lnTo>
                <a:lnTo>
                  <a:pt x="411207" y="117765"/>
                </a:lnTo>
                <a:lnTo>
                  <a:pt x="410757" y="117280"/>
                </a:lnTo>
                <a:lnTo>
                  <a:pt x="410320" y="116785"/>
                </a:lnTo>
                <a:lnTo>
                  <a:pt x="409894" y="116277"/>
                </a:lnTo>
                <a:lnTo>
                  <a:pt x="409481" y="115759"/>
                </a:lnTo>
                <a:lnTo>
                  <a:pt x="409078" y="115229"/>
                </a:lnTo>
                <a:lnTo>
                  <a:pt x="408688" y="114689"/>
                </a:lnTo>
                <a:lnTo>
                  <a:pt x="408310" y="114136"/>
                </a:lnTo>
                <a:lnTo>
                  <a:pt x="407943" y="113573"/>
                </a:lnTo>
                <a:lnTo>
                  <a:pt x="407589" y="112998"/>
                </a:lnTo>
                <a:lnTo>
                  <a:pt x="407246" y="112412"/>
                </a:lnTo>
                <a:lnTo>
                  <a:pt x="406915" y="111815"/>
                </a:lnTo>
                <a:lnTo>
                  <a:pt x="406595" y="111207"/>
                </a:lnTo>
                <a:lnTo>
                  <a:pt x="406288" y="110587"/>
                </a:lnTo>
                <a:lnTo>
                  <a:pt x="405992" y="109956"/>
                </a:lnTo>
                <a:lnTo>
                  <a:pt x="405708" y="109314"/>
                </a:lnTo>
                <a:lnTo>
                  <a:pt x="405436" y="108661"/>
                </a:lnTo>
                <a:lnTo>
                  <a:pt x="405176" y="107996"/>
                </a:lnTo>
                <a:lnTo>
                  <a:pt x="404928" y="107320"/>
                </a:lnTo>
                <a:lnTo>
                  <a:pt x="404690" y="106636"/>
                </a:lnTo>
                <a:lnTo>
                  <a:pt x="404462" y="105946"/>
                </a:lnTo>
                <a:lnTo>
                  <a:pt x="404244" y="105251"/>
                </a:lnTo>
                <a:lnTo>
                  <a:pt x="404036" y="104550"/>
                </a:lnTo>
                <a:lnTo>
                  <a:pt x="403837" y="103844"/>
                </a:lnTo>
                <a:lnTo>
                  <a:pt x="403648" y="103132"/>
                </a:lnTo>
                <a:lnTo>
                  <a:pt x="403469" y="102414"/>
                </a:lnTo>
                <a:lnTo>
                  <a:pt x="403300" y="101691"/>
                </a:lnTo>
                <a:lnTo>
                  <a:pt x="403140" y="100963"/>
                </a:lnTo>
                <a:lnTo>
                  <a:pt x="402991" y="100229"/>
                </a:lnTo>
                <a:lnTo>
                  <a:pt x="402851" y="99489"/>
                </a:lnTo>
                <a:lnTo>
                  <a:pt x="402720" y="98744"/>
                </a:lnTo>
                <a:lnTo>
                  <a:pt x="402600" y="97993"/>
                </a:lnTo>
                <a:lnTo>
                  <a:pt x="402489" y="97237"/>
                </a:lnTo>
                <a:lnTo>
                  <a:pt x="402388" y="96475"/>
                </a:lnTo>
                <a:lnTo>
                  <a:pt x="402297" y="95708"/>
                </a:lnTo>
                <a:lnTo>
                  <a:pt x="402216" y="94935"/>
                </a:lnTo>
                <a:lnTo>
                  <a:pt x="402144" y="94157"/>
                </a:lnTo>
                <a:lnTo>
                  <a:pt x="402082" y="93373"/>
                </a:lnTo>
                <a:lnTo>
                  <a:pt x="402030" y="92583"/>
                </a:lnTo>
                <a:lnTo>
                  <a:pt x="401987" y="91788"/>
                </a:lnTo>
                <a:lnTo>
                  <a:pt x="401955" y="90988"/>
                </a:lnTo>
                <a:lnTo>
                  <a:pt x="401932" y="90182"/>
                </a:lnTo>
                <a:lnTo>
                  <a:pt x="401919" y="89370"/>
                </a:lnTo>
                <a:lnTo>
                  <a:pt x="470377" y="89370"/>
                </a:lnTo>
                <a:lnTo>
                  <a:pt x="470393" y="89292"/>
                </a:lnTo>
                <a:lnTo>
                  <a:pt x="470409" y="89210"/>
                </a:lnTo>
                <a:lnTo>
                  <a:pt x="470425" y="89124"/>
                </a:lnTo>
                <a:lnTo>
                  <a:pt x="470440" y="89034"/>
                </a:lnTo>
                <a:lnTo>
                  <a:pt x="470455" y="88940"/>
                </a:lnTo>
                <a:lnTo>
                  <a:pt x="470470" y="88841"/>
                </a:lnTo>
                <a:lnTo>
                  <a:pt x="470484" y="88739"/>
                </a:lnTo>
                <a:lnTo>
                  <a:pt x="470498" y="88633"/>
                </a:lnTo>
                <a:lnTo>
                  <a:pt x="470511" y="88522"/>
                </a:lnTo>
                <a:lnTo>
                  <a:pt x="470524" y="88408"/>
                </a:lnTo>
                <a:lnTo>
                  <a:pt x="470537" y="88289"/>
                </a:lnTo>
                <a:lnTo>
                  <a:pt x="470550" y="88167"/>
                </a:lnTo>
                <a:lnTo>
                  <a:pt x="470562" y="88040"/>
                </a:lnTo>
                <a:lnTo>
                  <a:pt x="470574" y="87909"/>
                </a:lnTo>
                <a:lnTo>
                  <a:pt x="470585" y="87775"/>
                </a:lnTo>
                <a:lnTo>
                  <a:pt x="470596" y="87636"/>
                </a:lnTo>
                <a:lnTo>
                  <a:pt x="470607" y="87493"/>
                </a:lnTo>
                <a:lnTo>
                  <a:pt x="470618" y="87346"/>
                </a:lnTo>
                <a:lnTo>
                  <a:pt x="470628" y="87195"/>
                </a:lnTo>
                <a:lnTo>
                  <a:pt x="470637" y="87041"/>
                </a:lnTo>
                <a:lnTo>
                  <a:pt x="470647" y="86882"/>
                </a:lnTo>
                <a:lnTo>
                  <a:pt x="470656" y="86719"/>
                </a:lnTo>
                <a:lnTo>
                  <a:pt x="470665" y="86551"/>
                </a:lnTo>
                <a:lnTo>
                  <a:pt x="470673" y="86380"/>
                </a:lnTo>
                <a:lnTo>
                  <a:pt x="470681" y="86208"/>
                </a:lnTo>
                <a:lnTo>
                  <a:pt x="470689" y="86037"/>
                </a:lnTo>
                <a:lnTo>
                  <a:pt x="470696" y="85869"/>
                </a:lnTo>
                <a:lnTo>
                  <a:pt x="470703" y="85702"/>
                </a:lnTo>
                <a:lnTo>
                  <a:pt x="470710" y="85538"/>
                </a:lnTo>
                <a:lnTo>
                  <a:pt x="470716" y="85375"/>
                </a:lnTo>
                <a:lnTo>
                  <a:pt x="470722" y="85214"/>
                </a:lnTo>
                <a:lnTo>
                  <a:pt x="470728" y="85055"/>
                </a:lnTo>
                <a:lnTo>
                  <a:pt x="470733" y="84898"/>
                </a:lnTo>
                <a:lnTo>
                  <a:pt x="470738" y="84743"/>
                </a:lnTo>
                <a:lnTo>
                  <a:pt x="470743" y="84590"/>
                </a:lnTo>
                <a:lnTo>
                  <a:pt x="470747" y="84439"/>
                </a:lnTo>
                <a:lnTo>
                  <a:pt x="470751" y="84290"/>
                </a:lnTo>
                <a:lnTo>
                  <a:pt x="470755" y="84143"/>
                </a:lnTo>
                <a:lnTo>
                  <a:pt x="470758" y="83997"/>
                </a:lnTo>
                <a:lnTo>
                  <a:pt x="470761" y="83854"/>
                </a:lnTo>
                <a:lnTo>
                  <a:pt x="470763" y="83713"/>
                </a:lnTo>
                <a:lnTo>
                  <a:pt x="470765" y="83573"/>
                </a:lnTo>
                <a:lnTo>
                  <a:pt x="470767" y="83435"/>
                </a:lnTo>
                <a:lnTo>
                  <a:pt x="470769" y="83300"/>
                </a:lnTo>
                <a:lnTo>
                  <a:pt x="470770" y="83166"/>
                </a:lnTo>
                <a:lnTo>
                  <a:pt x="470771" y="83034"/>
                </a:lnTo>
                <a:lnTo>
                  <a:pt x="470771" y="82905"/>
                </a:lnTo>
                <a:lnTo>
                  <a:pt x="470772" y="82777"/>
                </a:lnTo>
                <a:lnTo>
                  <a:pt x="470752" y="80893"/>
                </a:lnTo>
                <a:lnTo>
                  <a:pt x="470694" y="79047"/>
                </a:lnTo>
                <a:lnTo>
                  <a:pt x="470597" y="77237"/>
                </a:lnTo>
                <a:lnTo>
                  <a:pt x="470462" y="75465"/>
                </a:lnTo>
                <a:lnTo>
                  <a:pt x="470288" y="73729"/>
                </a:lnTo>
                <a:lnTo>
                  <a:pt x="470075" y="72031"/>
                </a:lnTo>
                <a:lnTo>
                  <a:pt x="469823" y="70369"/>
                </a:lnTo>
                <a:lnTo>
                  <a:pt x="469533" y="68745"/>
                </a:lnTo>
                <a:lnTo>
                  <a:pt x="469204" y="67157"/>
                </a:lnTo>
                <a:lnTo>
                  <a:pt x="468836" y="65607"/>
                </a:lnTo>
                <a:lnTo>
                  <a:pt x="468430" y="64093"/>
                </a:lnTo>
                <a:lnTo>
                  <a:pt x="467985" y="62617"/>
                </a:lnTo>
                <a:lnTo>
                  <a:pt x="467501" y="61177"/>
                </a:lnTo>
                <a:lnTo>
                  <a:pt x="466979" y="59774"/>
                </a:lnTo>
                <a:lnTo>
                  <a:pt x="466417" y="58409"/>
                </a:lnTo>
                <a:lnTo>
                  <a:pt x="465818" y="57080"/>
                </a:lnTo>
                <a:lnTo>
                  <a:pt x="465179" y="55789"/>
                </a:lnTo>
                <a:lnTo>
                  <a:pt x="464502" y="54534"/>
                </a:lnTo>
                <a:lnTo>
                  <a:pt x="463786" y="53316"/>
                </a:lnTo>
                <a:lnTo>
                  <a:pt x="463031" y="52136"/>
                </a:lnTo>
                <a:lnTo>
                  <a:pt x="462237" y="50992"/>
                </a:lnTo>
                <a:lnTo>
                  <a:pt x="461405" y="49886"/>
                </a:lnTo>
                <a:lnTo>
                  <a:pt x="460535" y="48816"/>
                </a:lnTo>
                <a:lnTo>
                  <a:pt x="459625" y="47783"/>
                </a:lnTo>
                <a:lnTo>
                  <a:pt x="458681" y="46790"/>
                </a:lnTo>
                <a:lnTo>
                  <a:pt x="457708" y="45839"/>
                </a:lnTo>
                <a:lnTo>
                  <a:pt x="456706" y="44930"/>
                </a:lnTo>
                <a:lnTo>
                  <a:pt x="455674" y="44064"/>
                </a:lnTo>
                <a:lnTo>
                  <a:pt x="454612" y="43239"/>
                </a:lnTo>
                <a:lnTo>
                  <a:pt x="453521" y="42457"/>
                </a:lnTo>
                <a:lnTo>
                  <a:pt x="452401" y="41718"/>
                </a:lnTo>
                <a:lnTo>
                  <a:pt x="451251" y="41020"/>
                </a:lnTo>
                <a:lnTo>
                  <a:pt x="450072" y="40365"/>
                </a:lnTo>
                <a:lnTo>
                  <a:pt x="448863" y="39752"/>
                </a:lnTo>
                <a:lnTo>
                  <a:pt x="447625" y="39182"/>
                </a:lnTo>
                <a:lnTo>
                  <a:pt x="446358" y="38653"/>
                </a:lnTo>
                <a:lnTo>
                  <a:pt x="445060" y="38167"/>
                </a:lnTo>
                <a:lnTo>
                  <a:pt x="443734" y="37723"/>
                </a:lnTo>
                <a:lnTo>
                  <a:pt x="442378" y="37322"/>
                </a:lnTo>
                <a:lnTo>
                  <a:pt x="440992" y="36963"/>
                </a:lnTo>
                <a:lnTo>
                  <a:pt x="439578" y="36646"/>
                </a:lnTo>
                <a:lnTo>
                  <a:pt x="438133" y="36371"/>
                </a:lnTo>
                <a:lnTo>
                  <a:pt x="436659" y="36138"/>
                </a:lnTo>
                <a:lnTo>
                  <a:pt x="435156" y="35948"/>
                </a:lnTo>
                <a:lnTo>
                  <a:pt x="433623" y="35800"/>
                </a:lnTo>
                <a:lnTo>
                  <a:pt x="432061" y="35695"/>
                </a:lnTo>
                <a:lnTo>
                  <a:pt x="430470" y="35631"/>
                </a:lnTo>
                <a:lnTo>
                  <a:pt x="428848" y="35610"/>
                </a:lnTo>
                <a:lnTo>
                  <a:pt x="427624" y="35621"/>
                </a:lnTo>
                <a:lnTo>
                  <a:pt x="426418" y="35655"/>
                </a:lnTo>
                <a:lnTo>
                  <a:pt x="425230" y="35712"/>
                </a:lnTo>
                <a:lnTo>
                  <a:pt x="424060" y="35791"/>
                </a:lnTo>
                <a:lnTo>
                  <a:pt x="422908" y="35892"/>
                </a:lnTo>
                <a:lnTo>
                  <a:pt x="421774" y="36016"/>
                </a:lnTo>
                <a:lnTo>
                  <a:pt x="420658" y="36163"/>
                </a:lnTo>
                <a:lnTo>
                  <a:pt x="419560" y="36332"/>
                </a:lnTo>
                <a:lnTo>
                  <a:pt x="418479" y="36524"/>
                </a:lnTo>
                <a:lnTo>
                  <a:pt x="417417" y="36739"/>
                </a:lnTo>
                <a:lnTo>
                  <a:pt x="416373" y="36976"/>
                </a:lnTo>
                <a:lnTo>
                  <a:pt x="415347" y="37235"/>
                </a:lnTo>
                <a:lnTo>
                  <a:pt x="414338" y="37518"/>
                </a:lnTo>
                <a:lnTo>
                  <a:pt x="413348" y="37822"/>
                </a:lnTo>
                <a:lnTo>
                  <a:pt x="412376" y="38150"/>
                </a:lnTo>
                <a:lnTo>
                  <a:pt x="411422" y="38499"/>
                </a:lnTo>
                <a:lnTo>
                  <a:pt x="410485" y="38872"/>
                </a:lnTo>
                <a:lnTo>
                  <a:pt x="409567" y="39267"/>
                </a:lnTo>
                <a:lnTo>
                  <a:pt x="408666" y="39685"/>
                </a:lnTo>
                <a:lnTo>
                  <a:pt x="407784" y="40125"/>
                </a:lnTo>
                <a:lnTo>
                  <a:pt x="406920" y="40588"/>
                </a:lnTo>
                <a:lnTo>
                  <a:pt x="406073" y="41073"/>
                </a:lnTo>
                <a:lnTo>
                  <a:pt x="405245" y="41581"/>
                </a:lnTo>
                <a:lnTo>
                  <a:pt x="404434" y="42111"/>
                </a:lnTo>
                <a:lnTo>
                  <a:pt x="403641" y="42662"/>
                </a:lnTo>
                <a:lnTo>
                  <a:pt x="402866" y="43230"/>
                </a:lnTo>
                <a:lnTo>
                  <a:pt x="402107" y="43815"/>
                </a:lnTo>
                <a:lnTo>
                  <a:pt x="401365" y="44418"/>
                </a:lnTo>
                <a:lnTo>
                  <a:pt x="400641" y="45038"/>
                </a:lnTo>
                <a:lnTo>
                  <a:pt x="399934" y="45676"/>
                </a:lnTo>
                <a:lnTo>
                  <a:pt x="399244" y="46331"/>
                </a:lnTo>
                <a:lnTo>
                  <a:pt x="398571" y="47004"/>
                </a:lnTo>
                <a:lnTo>
                  <a:pt x="397915" y="47694"/>
                </a:lnTo>
                <a:lnTo>
                  <a:pt x="397276" y="48402"/>
                </a:lnTo>
                <a:lnTo>
                  <a:pt x="396654" y="49127"/>
                </a:lnTo>
                <a:lnTo>
                  <a:pt x="396050" y="49869"/>
                </a:lnTo>
                <a:lnTo>
                  <a:pt x="395462" y="50629"/>
                </a:lnTo>
                <a:lnTo>
                  <a:pt x="394892" y="51407"/>
                </a:lnTo>
                <a:lnTo>
                  <a:pt x="394339" y="52202"/>
                </a:lnTo>
                <a:lnTo>
                  <a:pt x="393803" y="53014"/>
                </a:lnTo>
                <a:lnTo>
                  <a:pt x="393284" y="53844"/>
                </a:lnTo>
                <a:lnTo>
                  <a:pt x="392782" y="54691"/>
                </a:lnTo>
                <a:lnTo>
                  <a:pt x="392297" y="55556"/>
                </a:lnTo>
                <a:lnTo>
                  <a:pt x="391830" y="56438"/>
                </a:lnTo>
                <a:lnTo>
                  <a:pt x="391380" y="57338"/>
                </a:lnTo>
                <a:lnTo>
                  <a:pt x="390946" y="58255"/>
                </a:lnTo>
                <a:lnTo>
                  <a:pt x="390530" y="59189"/>
                </a:lnTo>
                <a:lnTo>
                  <a:pt x="390131" y="60141"/>
                </a:lnTo>
                <a:lnTo>
                  <a:pt x="389749" y="61108"/>
                </a:lnTo>
                <a:lnTo>
                  <a:pt x="389383" y="62088"/>
                </a:lnTo>
                <a:lnTo>
                  <a:pt x="389033" y="63080"/>
                </a:lnTo>
                <a:lnTo>
                  <a:pt x="388699" y="64084"/>
                </a:lnTo>
                <a:lnTo>
                  <a:pt x="388382" y="65102"/>
                </a:lnTo>
                <a:lnTo>
                  <a:pt x="388081" y="66131"/>
                </a:lnTo>
                <a:lnTo>
                  <a:pt x="387796" y="67173"/>
                </a:lnTo>
                <a:lnTo>
                  <a:pt x="387528" y="68228"/>
                </a:lnTo>
                <a:lnTo>
                  <a:pt x="387276" y="69295"/>
                </a:lnTo>
                <a:lnTo>
                  <a:pt x="387040" y="70375"/>
                </a:lnTo>
                <a:lnTo>
                  <a:pt x="386820" y="71467"/>
                </a:lnTo>
                <a:lnTo>
                  <a:pt x="386617" y="72572"/>
                </a:lnTo>
                <a:lnTo>
                  <a:pt x="386430" y="73689"/>
                </a:lnTo>
                <a:lnTo>
                  <a:pt x="386259" y="74819"/>
                </a:lnTo>
                <a:lnTo>
                  <a:pt x="386104" y="75961"/>
                </a:lnTo>
                <a:lnTo>
                  <a:pt x="385966" y="77116"/>
                </a:lnTo>
                <a:lnTo>
                  <a:pt x="385844" y="78283"/>
                </a:lnTo>
                <a:lnTo>
                  <a:pt x="385738" y="79463"/>
                </a:lnTo>
                <a:lnTo>
                  <a:pt x="385649" y="80656"/>
                </a:lnTo>
                <a:lnTo>
                  <a:pt x="385576" y="81861"/>
                </a:lnTo>
                <a:lnTo>
                  <a:pt x="385519" y="83078"/>
                </a:lnTo>
                <a:lnTo>
                  <a:pt x="385478" y="84308"/>
                </a:lnTo>
                <a:lnTo>
                  <a:pt x="385454" y="85551"/>
                </a:lnTo>
                <a:lnTo>
                  <a:pt x="385446" y="86806"/>
                </a:lnTo>
                <a:lnTo>
                  <a:pt x="385454" y="88011"/>
                </a:lnTo>
                <a:lnTo>
                  <a:pt x="385479" y="89206"/>
                </a:lnTo>
                <a:lnTo>
                  <a:pt x="385521" y="90392"/>
                </a:lnTo>
                <a:lnTo>
                  <a:pt x="385580" y="91567"/>
                </a:lnTo>
                <a:lnTo>
                  <a:pt x="385655" y="92732"/>
                </a:lnTo>
                <a:lnTo>
                  <a:pt x="385748" y="93887"/>
                </a:lnTo>
                <a:lnTo>
                  <a:pt x="385857" y="95032"/>
                </a:lnTo>
                <a:lnTo>
                  <a:pt x="385983" y="96168"/>
                </a:lnTo>
                <a:lnTo>
                  <a:pt x="386125" y="97293"/>
                </a:lnTo>
                <a:lnTo>
                  <a:pt x="386285" y="98407"/>
                </a:lnTo>
                <a:lnTo>
                  <a:pt x="386461" y="99512"/>
                </a:lnTo>
                <a:lnTo>
                  <a:pt x="386654" y="100607"/>
                </a:lnTo>
                <a:lnTo>
                  <a:pt x="386864" y="101692"/>
                </a:lnTo>
                <a:lnTo>
                  <a:pt x="387090" y="102767"/>
                </a:lnTo>
                <a:lnTo>
                  <a:pt x="387334" y="103831"/>
                </a:lnTo>
                <a:lnTo>
                  <a:pt x="387594" y="104886"/>
                </a:lnTo>
                <a:lnTo>
                  <a:pt x="387871" y="105931"/>
                </a:lnTo>
                <a:lnTo>
                  <a:pt x="388164" y="106965"/>
                </a:lnTo>
                <a:lnTo>
                  <a:pt x="388475" y="107990"/>
                </a:lnTo>
                <a:lnTo>
                  <a:pt x="388802" y="109004"/>
                </a:lnTo>
                <a:lnTo>
                  <a:pt x="389146" y="110009"/>
                </a:lnTo>
                <a:lnTo>
                  <a:pt x="389507" y="111003"/>
                </a:lnTo>
                <a:lnTo>
                  <a:pt x="389885" y="111987"/>
                </a:lnTo>
                <a:lnTo>
                  <a:pt x="390279" y="112961"/>
                </a:lnTo>
                <a:lnTo>
                  <a:pt x="390691" y="113922"/>
                </a:lnTo>
                <a:lnTo>
                  <a:pt x="391121" y="114866"/>
                </a:lnTo>
                <a:lnTo>
                  <a:pt x="391568" y="115792"/>
                </a:lnTo>
                <a:lnTo>
                  <a:pt x="392034" y="116702"/>
                </a:lnTo>
                <a:lnTo>
                  <a:pt x="392518" y="117595"/>
                </a:lnTo>
                <a:lnTo>
                  <a:pt x="393019" y="118471"/>
                </a:lnTo>
                <a:lnTo>
                  <a:pt x="393539" y="119330"/>
                </a:lnTo>
                <a:lnTo>
                  <a:pt x="394077" y="120172"/>
                </a:lnTo>
                <a:lnTo>
                  <a:pt x="394632" y="120997"/>
                </a:lnTo>
                <a:lnTo>
                  <a:pt x="395206" y="121806"/>
                </a:lnTo>
                <a:lnTo>
                  <a:pt x="395798" y="122597"/>
                </a:lnTo>
                <a:lnTo>
                  <a:pt x="396407" y="123371"/>
                </a:lnTo>
                <a:lnTo>
                  <a:pt x="397035" y="124129"/>
                </a:lnTo>
                <a:lnTo>
                  <a:pt x="397680" y="124870"/>
                </a:lnTo>
                <a:lnTo>
                  <a:pt x="398344" y="125593"/>
                </a:lnTo>
                <a:lnTo>
                  <a:pt x="399025" y="126300"/>
                </a:lnTo>
                <a:lnTo>
                  <a:pt x="399725" y="126990"/>
                </a:lnTo>
                <a:lnTo>
                  <a:pt x="400442" y="127663"/>
                </a:lnTo>
                <a:lnTo>
                  <a:pt x="401178" y="128319"/>
                </a:lnTo>
                <a:lnTo>
                  <a:pt x="401931" y="128958"/>
                </a:lnTo>
                <a:lnTo>
                  <a:pt x="402703" y="129581"/>
                </a:lnTo>
                <a:lnTo>
                  <a:pt x="403492" y="130186"/>
                </a:lnTo>
                <a:lnTo>
                  <a:pt x="404299" y="130775"/>
                </a:lnTo>
                <a:lnTo>
                  <a:pt x="405125" y="131346"/>
                </a:lnTo>
                <a:lnTo>
                  <a:pt x="405969" y="131897"/>
                </a:lnTo>
                <a:lnTo>
                  <a:pt x="406833" y="132425"/>
                </a:lnTo>
                <a:lnTo>
                  <a:pt x="407716" y="132929"/>
                </a:lnTo>
                <a:lnTo>
                  <a:pt x="408620" y="133410"/>
                </a:lnTo>
                <a:lnTo>
                  <a:pt x="409543" y="133867"/>
                </a:lnTo>
                <a:lnTo>
                  <a:pt x="410485" y="134301"/>
                </a:lnTo>
                <a:lnTo>
                  <a:pt x="411448" y="134711"/>
                </a:lnTo>
                <a:lnTo>
                  <a:pt x="412430" y="135098"/>
                </a:lnTo>
                <a:lnTo>
                  <a:pt x="413432" y="135462"/>
                </a:lnTo>
                <a:lnTo>
                  <a:pt x="414453" y="135802"/>
                </a:lnTo>
                <a:lnTo>
                  <a:pt x="415494" y="136118"/>
                </a:lnTo>
                <a:lnTo>
                  <a:pt x="416555" y="136412"/>
                </a:lnTo>
                <a:lnTo>
                  <a:pt x="417636" y="136681"/>
                </a:lnTo>
                <a:lnTo>
                  <a:pt x="418736" y="136927"/>
                </a:lnTo>
                <a:lnTo>
                  <a:pt x="419856" y="137150"/>
                </a:lnTo>
                <a:lnTo>
                  <a:pt x="420995" y="137350"/>
                </a:lnTo>
                <a:lnTo>
                  <a:pt x="422155" y="137525"/>
                </a:lnTo>
                <a:lnTo>
                  <a:pt x="423334" y="137678"/>
                </a:lnTo>
                <a:lnTo>
                  <a:pt x="424532" y="137807"/>
                </a:lnTo>
                <a:lnTo>
                  <a:pt x="425751" y="137912"/>
                </a:lnTo>
                <a:lnTo>
                  <a:pt x="426989" y="137994"/>
                </a:lnTo>
                <a:lnTo>
                  <a:pt x="428247" y="138053"/>
                </a:lnTo>
                <a:lnTo>
                  <a:pt x="429524" y="138088"/>
                </a:lnTo>
                <a:lnTo>
                  <a:pt x="430821" y="138100"/>
                </a:lnTo>
                <a:lnTo>
                  <a:pt x="431827" y="138093"/>
                </a:lnTo>
                <a:lnTo>
                  <a:pt x="432821" y="138071"/>
                </a:lnTo>
                <a:lnTo>
                  <a:pt x="433804" y="138036"/>
                </a:lnTo>
                <a:lnTo>
                  <a:pt x="434775" y="137986"/>
                </a:lnTo>
                <a:close/>
                <a:moveTo>
                  <a:pt x="402540" y="72779"/>
                </a:moveTo>
                <a:lnTo>
                  <a:pt x="402720" y="71699"/>
                </a:lnTo>
                <a:lnTo>
                  <a:pt x="402921" y="70642"/>
                </a:lnTo>
                <a:lnTo>
                  <a:pt x="403141" y="69609"/>
                </a:lnTo>
                <a:lnTo>
                  <a:pt x="403382" y="68600"/>
                </a:lnTo>
                <a:lnTo>
                  <a:pt x="403643" y="67615"/>
                </a:lnTo>
                <a:lnTo>
                  <a:pt x="403924" y="66653"/>
                </a:lnTo>
                <a:lnTo>
                  <a:pt x="404224" y="65715"/>
                </a:lnTo>
                <a:lnTo>
                  <a:pt x="404545" y="64800"/>
                </a:lnTo>
                <a:lnTo>
                  <a:pt x="404886" y="63909"/>
                </a:lnTo>
                <a:lnTo>
                  <a:pt x="405247" y="63042"/>
                </a:lnTo>
                <a:lnTo>
                  <a:pt x="405628" y="62198"/>
                </a:lnTo>
                <a:lnTo>
                  <a:pt x="406029" y="61378"/>
                </a:lnTo>
                <a:lnTo>
                  <a:pt x="406450" y="60581"/>
                </a:lnTo>
                <a:lnTo>
                  <a:pt x="406891" y="59809"/>
                </a:lnTo>
                <a:lnTo>
                  <a:pt x="407352" y="59059"/>
                </a:lnTo>
                <a:lnTo>
                  <a:pt x="407833" y="58334"/>
                </a:lnTo>
                <a:lnTo>
                  <a:pt x="408335" y="57632"/>
                </a:lnTo>
                <a:lnTo>
                  <a:pt x="408856" y="56954"/>
                </a:lnTo>
                <a:lnTo>
                  <a:pt x="409397" y="56299"/>
                </a:lnTo>
                <a:lnTo>
                  <a:pt x="409958" y="55668"/>
                </a:lnTo>
                <a:lnTo>
                  <a:pt x="410539" y="55062"/>
                </a:lnTo>
                <a:lnTo>
                  <a:pt x="411137" y="54481"/>
                </a:lnTo>
                <a:lnTo>
                  <a:pt x="411753" y="53927"/>
                </a:lnTo>
                <a:lnTo>
                  <a:pt x="412387" y="53398"/>
                </a:lnTo>
                <a:lnTo>
                  <a:pt x="413040" y="52894"/>
                </a:lnTo>
                <a:lnTo>
                  <a:pt x="413710" y="52417"/>
                </a:lnTo>
                <a:lnTo>
                  <a:pt x="414398" y="51965"/>
                </a:lnTo>
                <a:lnTo>
                  <a:pt x="415104" y="51540"/>
                </a:lnTo>
                <a:lnTo>
                  <a:pt x="415828" y="51140"/>
                </a:lnTo>
                <a:lnTo>
                  <a:pt x="416570" y="50765"/>
                </a:lnTo>
                <a:lnTo>
                  <a:pt x="417331" y="50417"/>
                </a:lnTo>
                <a:lnTo>
                  <a:pt x="418109" y="50094"/>
                </a:lnTo>
                <a:lnTo>
                  <a:pt x="418905" y="49798"/>
                </a:lnTo>
                <a:lnTo>
                  <a:pt x="419719" y="49527"/>
                </a:lnTo>
                <a:lnTo>
                  <a:pt x="420551" y="49282"/>
                </a:lnTo>
                <a:lnTo>
                  <a:pt x="421401" y="49062"/>
                </a:lnTo>
                <a:lnTo>
                  <a:pt x="422269" y="48869"/>
                </a:lnTo>
                <a:lnTo>
                  <a:pt x="423155" y="48701"/>
                </a:lnTo>
                <a:lnTo>
                  <a:pt x="424059" y="48559"/>
                </a:lnTo>
                <a:lnTo>
                  <a:pt x="424981" y="48443"/>
                </a:lnTo>
                <a:lnTo>
                  <a:pt x="425921" y="48352"/>
                </a:lnTo>
                <a:lnTo>
                  <a:pt x="426879" y="48288"/>
                </a:lnTo>
                <a:lnTo>
                  <a:pt x="427855" y="48249"/>
                </a:lnTo>
                <a:lnTo>
                  <a:pt x="428848" y="48236"/>
                </a:lnTo>
                <a:lnTo>
                  <a:pt x="429834" y="48249"/>
                </a:lnTo>
                <a:lnTo>
                  <a:pt x="430801" y="48288"/>
                </a:lnTo>
                <a:lnTo>
                  <a:pt x="431751" y="48353"/>
                </a:lnTo>
                <a:lnTo>
                  <a:pt x="432682" y="48444"/>
                </a:lnTo>
                <a:lnTo>
                  <a:pt x="433595" y="48561"/>
                </a:lnTo>
                <a:lnTo>
                  <a:pt x="434490" y="48704"/>
                </a:lnTo>
                <a:lnTo>
                  <a:pt x="435366" y="48873"/>
                </a:lnTo>
                <a:lnTo>
                  <a:pt x="436225" y="49068"/>
                </a:lnTo>
                <a:lnTo>
                  <a:pt x="437065" y="49289"/>
                </a:lnTo>
                <a:lnTo>
                  <a:pt x="437887" y="49536"/>
                </a:lnTo>
                <a:lnTo>
                  <a:pt x="438691" y="49809"/>
                </a:lnTo>
                <a:lnTo>
                  <a:pt x="439477" y="50107"/>
                </a:lnTo>
                <a:lnTo>
                  <a:pt x="440245" y="50432"/>
                </a:lnTo>
                <a:lnTo>
                  <a:pt x="440995" y="50783"/>
                </a:lnTo>
                <a:lnTo>
                  <a:pt x="441726" y="51160"/>
                </a:lnTo>
                <a:lnTo>
                  <a:pt x="442439" y="51563"/>
                </a:lnTo>
                <a:lnTo>
                  <a:pt x="443134" y="51992"/>
                </a:lnTo>
                <a:lnTo>
                  <a:pt x="443811" y="52446"/>
                </a:lnTo>
                <a:lnTo>
                  <a:pt x="444470" y="52927"/>
                </a:lnTo>
                <a:lnTo>
                  <a:pt x="445111" y="53434"/>
                </a:lnTo>
                <a:lnTo>
                  <a:pt x="445733" y="53967"/>
                </a:lnTo>
                <a:lnTo>
                  <a:pt x="446338" y="54525"/>
                </a:lnTo>
                <a:lnTo>
                  <a:pt x="446924" y="55110"/>
                </a:lnTo>
                <a:lnTo>
                  <a:pt x="447492" y="55721"/>
                </a:lnTo>
                <a:lnTo>
                  <a:pt x="448040" y="56356"/>
                </a:lnTo>
                <a:lnTo>
                  <a:pt x="448565" y="57014"/>
                </a:lnTo>
                <a:lnTo>
                  <a:pt x="449069" y="57695"/>
                </a:lnTo>
                <a:lnTo>
                  <a:pt x="449550" y="58399"/>
                </a:lnTo>
                <a:lnTo>
                  <a:pt x="450009" y="59127"/>
                </a:lnTo>
                <a:lnTo>
                  <a:pt x="450445" y="59877"/>
                </a:lnTo>
                <a:lnTo>
                  <a:pt x="450859" y="60651"/>
                </a:lnTo>
                <a:lnTo>
                  <a:pt x="451251" y="61448"/>
                </a:lnTo>
                <a:lnTo>
                  <a:pt x="451621" y="62267"/>
                </a:lnTo>
                <a:lnTo>
                  <a:pt x="451969" y="63110"/>
                </a:lnTo>
                <a:lnTo>
                  <a:pt x="452294" y="63976"/>
                </a:lnTo>
                <a:lnTo>
                  <a:pt x="452597" y="64865"/>
                </a:lnTo>
                <a:lnTo>
                  <a:pt x="452877" y="65778"/>
                </a:lnTo>
                <a:lnTo>
                  <a:pt x="453136" y="66713"/>
                </a:lnTo>
                <a:lnTo>
                  <a:pt x="453372" y="67671"/>
                </a:lnTo>
                <a:lnTo>
                  <a:pt x="453586" y="68653"/>
                </a:lnTo>
                <a:lnTo>
                  <a:pt x="453777" y="69657"/>
                </a:lnTo>
                <a:lnTo>
                  <a:pt x="453947" y="70685"/>
                </a:lnTo>
                <a:lnTo>
                  <a:pt x="454094" y="71736"/>
                </a:lnTo>
                <a:lnTo>
                  <a:pt x="454219" y="72810"/>
                </a:lnTo>
                <a:lnTo>
                  <a:pt x="454321" y="73907"/>
                </a:lnTo>
                <a:lnTo>
                  <a:pt x="454402" y="75027"/>
                </a:lnTo>
                <a:lnTo>
                  <a:pt x="454460" y="76170"/>
                </a:lnTo>
                <a:lnTo>
                  <a:pt x="454496" y="77336"/>
                </a:lnTo>
                <a:lnTo>
                  <a:pt x="402018" y="77336"/>
                </a:lnTo>
                <a:lnTo>
                  <a:pt x="402118" y="76161"/>
                </a:lnTo>
                <a:lnTo>
                  <a:pt x="402238" y="75010"/>
                </a:lnTo>
                <a:lnTo>
                  <a:pt x="402379" y="73883"/>
                </a:lnTo>
                <a:lnTo>
                  <a:pt x="402540" y="72779"/>
                </a:lnTo>
                <a:close/>
                <a:moveTo>
                  <a:pt x="573477" y="138025"/>
                </a:moveTo>
                <a:lnTo>
                  <a:pt x="574129" y="137992"/>
                </a:lnTo>
                <a:lnTo>
                  <a:pt x="574778" y="137953"/>
                </a:lnTo>
                <a:lnTo>
                  <a:pt x="575422" y="137908"/>
                </a:lnTo>
                <a:lnTo>
                  <a:pt x="576063" y="137857"/>
                </a:lnTo>
                <a:lnTo>
                  <a:pt x="576699" y="137800"/>
                </a:lnTo>
                <a:lnTo>
                  <a:pt x="577332" y="137737"/>
                </a:lnTo>
                <a:lnTo>
                  <a:pt x="577961" y="137668"/>
                </a:lnTo>
                <a:lnTo>
                  <a:pt x="578586" y="137594"/>
                </a:lnTo>
                <a:lnTo>
                  <a:pt x="579207" y="137513"/>
                </a:lnTo>
                <a:lnTo>
                  <a:pt x="579823" y="137426"/>
                </a:lnTo>
                <a:lnTo>
                  <a:pt x="580436" y="137333"/>
                </a:lnTo>
                <a:lnTo>
                  <a:pt x="581046" y="137234"/>
                </a:lnTo>
                <a:lnTo>
                  <a:pt x="581651" y="137129"/>
                </a:lnTo>
                <a:lnTo>
                  <a:pt x="582252" y="137018"/>
                </a:lnTo>
                <a:lnTo>
                  <a:pt x="582849" y="136901"/>
                </a:lnTo>
                <a:lnTo>
                  <a:pt x="583442" y="136778"/>
                </a:lnTo>
                <a:lnTo>
                  <a:pt x="584032" y="136649"/>
                </a:lnTo>
                <a:lnTo>
                  <a:pt x="584617" y="136515"/>
                </a:lnTo>
                <a:lnTo>
                  <a:pt x="585199" y="136374"/>
                </a:lnTo>
                <a:lnTo>
                  <a:pt x="585775" y="136227"/>
                </a:lnTo>
                <a:lnTo>
                  <a:pt x="586345" y="136073"/>
                </a:lnTo>
                <a:lnTo>
                  <a:pt x="586910" y="135913"/>
                </a:lnTo>
                <a:lnTo>
                  <a:pt x="587468" y="135746"/>
                </a:lnTo>
                <a:lnTo>
                  <a:pt x="588019" y="135573"/>
                </a:lnTo>
                <a:lnTo>
                  <a:pt x="588565" y="135393"/>
                </a:lnTo>
                <a:lnTo>
                  <a:pt x="589104" y="135207"/>
                </a:lnTo>
                <a:lnTo>
                  <a:pt x="589638" y="135014"/>
                </a:lnTo>
                <a:lnTo>
                  <a:pt x="590165" y="134815"/>
                </a:lnTo>
                <a:lnTo>
                  <a:pt x="590686" y="134609"/>
                </a:lnTo>
                <a:lnTo>
                  <a:pt x="591201" y="134396"/>
                </a:lnTo>
                <a:lnTo>
                  <a:pt x="591709" y="134177"/>
                </a:lnTo>
                <a:lnTo>
                  <a:pt x="592212" y="133952"/>
                </a:lnTo>
                <a:lnTo>
                  <a:pt x="592708" y="133720"/>
                </a:lnTo>
                <a:lnTo>
                  <a:pt x="593198" y="133481"/>
                </a:lnTo>
                <a:lnTo>
                  <a:pt x="593682" y="133236"/>
                </a:lnTo>
                <a:lnTo>
                  <a:pt x="594160" y="132985"/>
                </a:lnTo>
                <a:lnTo>
                  <a:pt x="594631" y="132727"/>
                </a:lnTo>
                <a:lnTo>
                  <a:pt x="595097" y="132462"/>
                </a:lnTo>
                <a:lnTo>
                  <a:pt x="595556" y="132191"/>
                </a:lnTo>
                <a:lnTo>
                  <a:pt x="596009" y="131913"/>
                </a:lnTo>
                <a:lnTo>
                  <a:pt x="596456" y="131629"/>
                </a:lnTo>
                <a:lnTo>
                  <a:pt x="596897" y="131338"/>
                </a:lnTo>
                <a:lnTo>
                  <a:pt x="597332" y="131041"/>
                </a:lnTo>
                <a:lnTo>
                  <a:pt x="597759" y="130737"/>
                </a:lnTo>
                <a:lnTo>
                  <a:pt x="598179" y="130426"/>
                </a:lnTo>
                <a:lnTo>
                  <a:pt x="598591" y="130107"/>
                </a:lnTo>
                <a:lnTo>
                  <a:pt x="598995" y="129782"/>
                </a:lnTo>
                <a:lnTo>
                  <a:pt x="599391" y="129450"/>
                </a:lnTo>
                <a:lnTo>
                  <a:pt x="599779" y="129111"/>
                </a:lnTo>
                <a:lnTo>
                  <a:pt x="600160" y="128764"/>
                </a:lnTo>
                <a:lnTo>
                  <a:pt x="600532" y="128411"/>
                </a:lnTo>
                <a:lnTo>
                  <a:pt x="600897" y="128050"/>
                </a:lnTo>
                <a:lnTo>
                  <a:pt x="601254" y="127683"/>
                </a:lnTo>
                <a:lnTo>
                  <a:pt x="601602" y="127308"/>
                </a:lnTo>
                <a:lnTo>
                  <a:pt x="601943" y="126926"/>
                </a:lnTo>
                <a:lnTo>
                  <a:pt x="602276" y="126538"/>
                </a:lnTo>
                <a:lnTo>
                  <a:pt x="602602" y="126142"/>
                </a:lnTo>
                <a:lnTo>
                  <a:pt x="602919" y="125739"/>
                </a:lnTo>
                <a:lnTo>
                  <a:pt x="603228" y="125329"/>
                </a:lnTo>
                <a:lnTo>
                  <a:pt x="603530" y="124912"/>
                </a:lnTo>
                <a:lnTo>
                  <a:pt x="603824" y="124488"/>
                </a:lnTo>
                <a:lnTo>
                  <a:pt x="604110" y="124057"/>
                </a:lnTo>
                <a:lnTo>
                  <a:pt x="604388" y="123619"/>
                </a:lnTo>
                <a:lnTo>
                  <a:pt x="604658" y="123174"/>
                </a:lnTo>
                <a:lnTo>
                  <a:pt x="604920" y="122722"/>
                </a:lnTo>
                <a:lnTo>
                  <a:pt x="605174" y="122263"/>
                </a:lnTo>
                <a:lnTo>
                  <a:pt x="605421" y="121796"/>
                </a:lnTo>
                <a:lnTo>
                  <a:pt x="605658" y="121323"/>
                </a:lnTo>
                <a:lnTo>
                  <a:pt x="605885" y="120842"/>
                </a:lnTo>
                <a:lnTo>
                  <a:pt x="606103" y="120354"/>
                </a:lnTo>
                <a:lnTo>
                  <a:pt x="606310" y="119859"/>
                </a:lnTo>
                <a:lnTo>
                  <a:pt x="606507" y="119357"/>
                </a:lnTo>
                <a:lnTo>
                  <a:pt x="606694" y="118847"/>
                </a:lnTo>
                <a:lnTo>
                  <a:pt x="606870" y="118330"/>
                </a:lnTo>
                <a:lnTo>
                  <a:pt x="607037" y="117806"/>
                </a:lnTo>
                <a:lnTo>
                  <a:pt x="607194" y="117275"/>
                </a:lnTo>
                <a:lnTo>
                  <a:pt x="607340" y="116737"/>
                </a:lnTo>
                <a:lnTo>
                  <a:pt x="607477" y="116191"/>
                </a:lnTo>
                <a:lnTo>
                  <a:pt x="607603" y="115638"/>
                </a:lnTo>
                <a:lnTo>
                  <a:pt x="607719" y="115078"/>
                </a:lnTo>
                <a:lnTo>
                  <a:pt x="607825" y="114510"/>
                </a:lnTo>
                <a:lnTo>
                  <a:pt x="607921" y="113936"/>
                </a:lnTo>
                <a:lnTo>
                  <a:pt x="608007" y="113354"/>
                </a:lnTo>
                <a:lnTo>
                  <a:pt x="608083" y="112765"/>
                </a:lnTo>
                <a:lnTo>
                  <a:pt x="608149" y="112169"/>
                </a:lnTo>
                <a:lnTo>
                  <a:pt x="608204" y="111565"/>
                </a:lnTo>
                <a:lnTo>
                  <a:pt x="608250" y="110954"/>
                </a:lnTo>
                <a:lnTo>
                  <a:pt x="608285" y="110337"/>
                </a:lnTo>
                <a:lnTo>
                  <a:pt x="608310" y="109711"/>
                </a:lnTo>
                <a:lnTo>
                  <a:pt x="608325" y="109079"/>
                </a:lnTo>
                <a:lnTo>
                  <a:pt x="608331" y="108439"/>
                </a:lnTo>
                <a:lnTo>
                  <a:pt x="608324" y="107700"/>
                </a:lnTo>
                <a:lnTo>
                  <a:pt x="608305" y="106972"/>
                </a:lnTo>
                <a:lnTo>
                  <a:pt x="608273" y="106255"/>
                </a:lnTo>
                <a:lnTo>
                  <a:pt x="608228" y="105548"/>
                </a:lnTo>
                <a:lnTo>
                  <a:pt x="608170" y="104854"/>
                </a:lnTo>
                <a:lnTo>
                  <a:pt x="608099" y="104170"/>
                </a:lnTo>
                <a:lnTo>
                  <a:pt x="608016" y="103497"/>
                </a:lnTo>
                <a:lnTo>
                  <a:pt x="607919" y="102836"/>
                </a:lnTo>
                <a:lnTo>
                  <a:pt x="607810" y="102185"/>
                </a:lnTo>
                <a:lnTo>
                  <a:pt x="607688" y="101546"/>
                </a:lnTo>
                <a:lnTo>
                  <a:pt x="607553" y="100918"/>
                </a:lnTo>
                <a:lnTo>
                  <a:pt x="607406" y="100301"/>
                </a:lnTo>
                <a:lnTo>
                  <a:pt x="607245" y="99695"/>
                </a:lnTo>
                <a:lnTo>
                  <a:pt x="607072" y="99100"/>
                </a:lnTo>
                <a:lnTo>
                  <a:pt x="606886" y="98516"/>
                </a:lnTo>
                <a:lnTo>
                  <a:pt x="606686" y="97943"/>
                </a:lnTo>
                <a:lnTo>
                  <a:pt x="606475" y="97382"/>
                </a:lnTo>
                <a:lnTo>
                  <a:pt x="606250" y="96832"/>
                </a:lnTo>
                <a:lnTo>
                  <a:pt x="606012" y="96292"/>
                </a:lnTo>
                <a:lnTo>
                  <a:pt x="605762" y="95764"/>
                </a:lnTo>
                <a:lnTo>
                  <a:pt x="605498" y="95247"/>
                </a:lnTo>
                <a:lnTo>
                  <a:pt x="605222" y="94741"/>
                </a:lnTo>
                <a:lnTo>
                  <a:pt x="604933" y="94247"/>
                </a:lnTo>
                <a:lnTo>
                  <a:pt x="604631" y="93763"/>
                </a:lnTo>
                <a:lnTo>
                  <a:pt x="604317" y="93288"/>
                </a:lnTo>
                <a:lnTo>
                  <a:pt x="603990" y="92821"/>
                </a:lnTo>
                <a:lnTo>
                  <a:pt x="603650" y="92361"/>
                </a:lnTo>
                <a:lnTo>
                  <a:pt x="603298" y="91908"/>
                </a:lnTo>
                <a:lnTo>
                  <a:pt x="602934" y="91462"/>
                </a:lnTo>
                <a:lnTo>
                  <a:pt x="602557" y="91023"/>
                </a:lnTo>
                <a:lnTo>
                  <a:pt x="602167" y="90592"/>
                </a:lnTo>
                <a:lnTo>
                  <a:pt x="601765" y="90168"/>
                </a:lnTo>
                <a:lnTo>
                  <a:pt x="601351" y="89751"/>
                </a:lnTo>
                <a:lnTo>
                  <a:pt x="600924" y="89342"/>
                </a:lnTo>
                <a:lnTo>
                  <a:pt x="600484" y="88939"/>
                </a:lnTo>
                <a:lnTo>
                  <a:pt x="600032" y="88544"/>
                </a:lnTo>
                <a:lnTo>
                  <a:pt x="599568" y="88156"/>
                </a:lnTo>
                <a:lnTo>
                  <a:pt x="599091" y="87776"/>
                </a:lnTo>
                <a:lnTo>
                  <a:pt x="598601" y="87402"/>
                </a:lnTo>
                <a:lnTo>
                  <a:pt x="598099" y="87036"/>
                </a:lnTo>
                <a:lnTo>
                  <a:pt x="597585" y="86677"/>
                </a:lnTo>
                <a:lnTo>
                  <a:pt x="597057" y="86326"/>
                </a:lnTo>
                <a:lnTo>
                  <a:pt x="596518" y="85981"/>
                </a:lnTo>
                <a:lnTo>
                  <a:pt x="595966" y="85644"/>
                </a:lnTo>
                <a:lnTo>
                  <a:pt x="595401" y="85314"/>
                </a:lnTo>
                <a:lnTo>
                  <a:pt x="594824" y="84991"/>
                </a:lnTo>
                <a:lnTo>
                  <a:pt x="594235" y="84676"/>
                </a:lnTo>
                <a:lnTo>
                  <a:pt x="593633" y="84367"/>
                </a:lnTo>
                <a:lnTo>
                  <a:pt x="593018" y="84064"/>
                </a:lnTo>
                <a:lnTo>
                  <a:pt x="592392" y="83765"/>
                </a:lnTo>
                <a:lnTo>
                  <a:pt x="591754" y="83469"/>
                </a:lnTo>
                <a:lnTo>
                  <a:pt x="591104" y="83177"/>
                </a:lnTo>
                <a:lnTo>
                  <a:pt x="590441" y="82888"/>
                </a:lnTo>
                <a:lnTo>
                  <a:pt x="589767" y="82603"/>
                </a:lnTo>
                <a:lnTo>
                  <a:pt x="589081" y="82321"/>
                </a:lnTo>
                <a:lnTo>
                  <a:pt x="588383" y="82043"/>
                </a:lnTo>
                <a:lnTo>
                  <a:pt x="587673" y="81768"/>
                </a:lnTo>
                <a:lnTo>
                  <a:pt x="586950" y="81497"/>
                </a:lnTo>
                <a:lnTo>
                  <a:pt x="586216" y="81229"/>
                </a:lnTo>
                <a:lnTo>
                  <a:pt x="585470" y="80965"/>
                </a:lnTo>
                <a:lnTo>
                  <a:pt x="584712" y="80704"/>
                </a:lnTo>
                <a:lnTo>
                  <a:pt x="583942" y="80447"/>
                </a:lnTo>
                <a:lnTo>
                  <a:pt x="583160" y="80194"/>
                </a:lnTo>
                <a:lnTo>
                  <a:pt x="582366" y="79944"/>
                </a:lnTo>
                <a:lnTo>
                  <a:pt x="581559" y="79697"/>
                </a:lnTo>
                <a:lnTo>
                  <a:pt x="580741" y="79454"/>
                </a:lnTo>
                <a:lnTo>
                  <a:pt x="579911" y="79214"/>
                </a:lnTo>
                <a:lnTo>
                  <a:pt x="579069" y="78978"/>
                </a:lnTo>
                <a:lnTo>
                  <a:pt x="578215" y="78746"/>
                </a:lnTo>
                <a:lnTo>
                  <a:pt x="577349" y="78517"/>
                </a:lnTo>
                <a:lnTo>
                  <a:pt x="576471" y="78292"/>
                </a:lnTo>
                <a:lnTo>
                  <a:pt x="575581" y="78070"/>
                </a:lnTo>
                <a:lnTo>
                  <a:pt x="574766" y="77867"/>
                </a:lnTo>
                <a:lnTo>
                  <a:pt x="573965" y="77665"/>
                </a:lnTo>
                <a:lnTo>
                  <a:pt x="573178" y="77464"/>
                </a:lnTo>
                <a:lnTo>
                  <a:pt x="572405" y="77264"/>
                </a:lnTo>
                <a:lnTo>
                  <a:pt x="571646" y="77065"/>
                </a:lnTo>
                <a:lnTo>
                  <a:pt x="570902" y="76866"/>
                </a:lnTo>
                <a:lnTo>
                  <a:pt x="570171" y="76669"/>
                </a:lnTo>
                <a:lnTo>
                  <a:pt x="569454" y="76473"/>
                </a:lnTo>
                <a:lnTo>
                  <a:pt x="568752" y="76277"/>
                </a:lnTo>
                <a:lnTo>
                  <a:pt x="568063" y="76082"/>
                </a:lnTo>
                <a:lnTo>
                  <a:pt x="567388" y="75888"/>
                </a:lnTo>
                <a:lnTo>
                  <a:pt x="566728" y="75695"/>
                </a:lnTo>
                <a:lnTo>
                  <a:pt x="566081" y="75503"/>
                </a:lnTo>
                <a:lnTo>
                  <a:pt x="565449" y="75312"/>
                </a:lnTo>
                <a:lnTo>
                  <a:pt x="564831" y="75122"/>
                </a:lnTo>
                <a:lnTo>
                  <a:pt x="564226" y="74932"/>
                </a:lnTo>
                <a:lnTo>
                  <a:pt x="563636" y="74744"/>
                </a:lnTo>
                <a:lnTo>
                  <a:pt x="563060" y="74556"/>
                </a:lnTo>
                <a:lnTo>
                  <a:pt x="562497" y="74369"/>
                </a:lnTo>
                <a:lnTo>
                  <a:pt x="561949" y="74183"/>
                </a:lnTo>
                <a:lnTo>
                  <a:pt x="561415" y="73998"/>
                </a:lnTo>
                <a:lnTo>
                  <a:pt x="560895" y="73814"/>
                </a:lnTo>
                <a:lnTo>
                  <a:pt x="560389" y="73631"/>
                </a:lnTo>
                <a:lnTo>
                  <a:pt x="559897" y="73449"/>
                </a:lnTo>
                <a:lnTo>
                  <a:pt x="559418" y="73266"/>
                </a:lnTo>
                <a:lnTo>
                  <a:pt x="558950" y="73081"/>
                </a:lnTo>
                <a:lnTo>
                  <a:pt x="558494" y="72894"/>
                </a:lnTo>
                <a:lnTo>
                  <a:pt x="558050" y="72705"/>
                </a:lnTo>
                <a:lnTo>
                  <a:pt x="557617" y="72514"/>
                </a:lnTo>
                <a:lnTo>
                  <a:pt x="557197" y="72321"/>
                </a:lnTo>
                <a:lnTo>
                  <a:pt x="556787" y="72126"/>
                </a:lnTo>
                <a:lnTo>
                  <a:pt x="556390" y="71930"/>
                </a:lnTo>
                <a:lnTo>
                  <a:pt x="556004" y="71731"/>
                </a:lnTo>
                <a:lnTo>
                  <a:pt x="555629" y="71531"/>
                </a:lnTo>
                <a:lnTo>
                  <a:pt x="555266" y="71328"/>
                </a:lnTo>
                <a:lnTo>
                  <a:pt x="554915" y="71124"/>
                </a:lnTo>
                <a:lnTo>
                  <a:pt x="554576" y="70917"/>
                </a:lnTo>
                <a:lnTo>
                  <a:pt x="554248" y="70709"/>
                </a:lnTo>
                <a:lnTo>
                  <a:pt x="553932" y="70499"/>
                </a:lnTo>
                <a:lnTo>
                  <a:pt x="553628" y="70287"/>
                </a:lnTo>
                <a:lnTo>
                  <a:pt x="553335" y="70073"/>
                </a:lnTo>
                <a:lnTo>
                  <a:pt x="553054" y="69857"/>
                </a:lnTo>
                <a:lnTo>
                  <a:pt x="552784" y="69639"/>
                </a:lnTo>
                <a:lnTo>
                  <a:pt x="552526" y="69419"/>
                </a:lnTo>
                <a:lnTo>
                  <a:pt x="552280" y="69197"/>
                </a:lnTo>
                <a:lnTo>
                  <a:pt x="552045" y="68973"/>
                </a:lnTo>
                <a:lnTo>
                  <a:pt x="551822" y="68747"/>
                </a:lnTo>
                <a:lnTo>
                  <a:pt x="551611" y="68520"/>
                </a:lnTo>
                <a:lnTo>
                  <a:pt x="551410" y="68289"/>
                </a:lnTo>
                <a:lnTo>
                  <a:pt x="551217" y="68054"/>
                </a:lnTo>
                <a:lnTo>
                  <a:pt x="551033" y="67815"/>
                </a:lnTo>
                <a:lnTo>
                  <a:pt x="550857" y="67571"/>
                </a:lnTo>
                <a:lnTo>
                  <a:pt x="550690" y="67324"/>
                </a:lnTo>
                <a:lnTo>
                  <a:pt x="550532" y="67072"/>
                </a:lnTo>
                <a:lnTo>
                  <a:pt x="550382" y="66816"/>
                </a:lnTo>
                <a:lnTo>
                  <a:pt x="550241" y="66556"/>
                </a:lnTo>
                <a:lnTo>
                  <a:pt x="550108" y="66291"/>
                </a:lnTo>
                <a:lnTo>
                  <a:pt x="549984" y="66022"/>
                </a:lnTo>
                <a:lnTo>
                  <a:pt x="549868" y="65749"/>
                </a:lnTo>
                <a:lnTo>
                  <a:pt x="549761" y="65472"/>
                </a:lnTo>
                <a:lnTo>
                  <a:pt x="549663" y="65190"/>
                </a:lnTo>
                <a:lnTo>
                  <a:pt x="549573" y="64905"/>
                </a:lnTo>
                <a:lnTo>
                  <a:pt x="549492" y="64615"/>
                </a:lnTo>
                <a:lnTo>
                  <a:pt x="549419" y="64321"/>
                </a:lnTo>
                <a:lnTo>
                  <a:pt x="549355" y="64022"/>
                </a:lnTo>
                <a:lnTo>
                  <a:pt x="549299" y="63720"/>
                </a:lnTo>
                <a:lnTo>
                  <a:pt x="549252" y="63413"/>
                </a:lnTo>
                <a:lnTo>
                  <a:pt x="549213" y="63102"/>
                </a:lnTo>
                <a:lnTo>
                  <a:pt x="549183" y="62786"/>
                </a:lnTo>
                <a:lnTo>
                  <a:pt x="549162" y="62467"/>
                </a:lnTo>
                <a:lnTo>
                  <a:pt x="549149" y="62143"/>
                </a:lnTo>
                <a:lnTo>
                  <a:pt x="549145" y="61815"/>
                </a:lnTo>
                <a:lnTo>
                  <a:pt x="549154" y="61230"/>
                </a:lnTo>
                <a:lnTo>
                  <a:pt x="549183" y="60659"/>
                </a:lnTo>
                <a:lnTo>
                  <a:pt x="549231" y="60100"/>
                </a:lnTo>
                <a:lnTo>
                  <a:pt x="549298" y="59554"/>
                </a:lnTo>
                <a:lnTo>
                  <a:pt x="549385" y="59022"/>
                </a:lnTo>
                <a:lnTo>
                  <a:pt x="549490" y="58502"/>
                </a:lnTo>
                <a:lnTo>
                  <a:pt x="549615" y="57995"/>
                </a:lnTo>
                <a:lnTo>
                  <a:pt x="549759" y="57502"/>
                </a:lnTo>
                <a:lnTo>
                  <a:pt x="549922" y="57022"/>
                </a:lnTo>
                <a:lnTo>
                  <a:pt x="550104" y="56554"/>
                </a:lnTo>
                <a:lnTo>
                  <a:pt x="550305" y="56100"/>
                </a:lnTo>
                <a:lnTo>
                  <a:pt x="550526" y="55658"/>
                </a:lnTo>
                <a:lnTo>
                  <a:pt x="550766" y="55230"/>
                </a:lnTo>
                <a:lnTo>
                  <a:pt x="551024" y="54815"/>
                </a:lnTo>
                <a:lnTo>
                  <a:pt x="551303" y="54413"/>
                </a:lnTo>
                <a:lnTo>
                  <a:pt x="551600" y="54024"/>
                </a:lnTo>
                <a:lnTo>
                  <a:pt x="551916" y="53648"/>
                </a:lnTo>
                <a:lnTo>
                  <a:pt x="552252" y="53285"/>
                </a:lnTo>
                <a:lnTo>
                  <a:pt x="552607" y="52935"/>
                </a:lnTo>
                <a:lnTo>
                  <a:pt x="552981" y="52598"/>
                </a:lnTo>
                <a:lnTo>
                  <a:pt x="553374" y="52274"/>
                </a:lnTo>
                <a:lnTo>
                  <a:pt x="553786" y="51963"/>
                </a:lnTo>
                <a:lnTo>
                  <a:pt x="554218" y="51665"/>
                </a:lnTo>
                <a:lnTo>
                  <a:pt x="554669" y="51381"/>
                </a:lnTo>
                <a:lnTo>
                  <a:pt x="555135" y="51108"/>
                </a:lnTo>
                <a:lnTo>
                  <a:pt x="555613" y="50847"/>
                </a:lnTo>
                <a:lnTo>
                  <a:pt x="556102" y="50597"/>
                </a:lnTo>
                <a:lnTo>
                  <a:pt x="556603" y="50360"/>
                </a:lnTo>
                <a:lnTo>
                  <a:pt x="557116" y="50133"/>
                </a:lnTo>
                <a:lnTo>
                  <a:pt x="557640" y="49919"/>
                </a:lnTo>
                <a:lnTo>
                  <a:pt x="558176" y="49716"/>
                </a:lnTo>
                <a:lnTo>
                  <a:pt x="558724" y="49524"/>
                </a:lnTo>
                <a:lnTo>
                  <a:pt x="559283" y="49344"/>
                </a:lnTo>
                <a:lnTo>
                  <a:pt x="559854" y="49176"/>
                </a:lnTo>
                <a:lnTo>
                  <a:pt x="560437" y="49019"/>
                </a:lnTo>
                <a:lnTo>
                  <a:pt x="561031" y="48874"/>
                </a:lnTo>
                <a:lnTo>
                  <a:pt x="561637" y="48741"/>
                </a:lnTo>
                <a:lnTo>
                  <a:pt x="562255" y="48619"/>
                </a:lnTo>
                <a:lnTo>
                  <a:pt x="562884" y="48509"/>
                </a:lnTo>
                <a:lnTo>
                  <a:pt x="563525" y="48410"/>
                </a:lnTo>
                <a:lnTo>
                  <a:pt x="564177" y="48323"/>
                </a:lnTo>
                <a:lnTo>
                  <a:pt x="564841" y="48248"/>
                </a:lnTo>
                <a:lnTo>
                  <a:pt x="565517" y="48184"/>
                </a:lnTo>
                <a:lnTo>
                  <a:pt x="566205" y="48132"/>
                </a:lnTo>
                <a:lnTo>
                  <a:pt x="566904" y="48091"/>
                </a:lnTo>
                <a:lnTo>
                  <a:pt x="567614" y="48062"/>
                </a:lnTo>
                <a:lnTo>
                  <a:pt x="568337" y="48045"/>
                </a:lnTo>
                <a:lnTo>
                  <a:pt x="569071" y="48039"/>
                </a:lnTo>
                <a:lnTo>
                  <a:pt x="569798" y="48047"/>
                </a:lnTo>
                <a:lnTo>
                  <a:pt x="570515" y="48070"/>
                </a:lnTo>
                <a:lnTo>
                  <a:pt x="571224" y="48109"/>
                </a:lnTo>
                <a:lnTo>
                  <a:pt x="571923" y="48163"/>
                </a:lnTo>
                <a:lnTo>
                  <a:pt x="572613" y="48232"/>
                </a:lnTo>
                <a:lnTo>
                  <a:pt x="573294" y="48317"/>
                </a:lnTo>
                <a:lnTo>
                  <a:pt x="573965" y="48418"/>
                </a:lnTo>
                <a:lnTo>
                  <a:pt x="574628" y="48534"/>
                </a:lnTo>
                <a:lnTo>
                  <a:pt x="575281" y="48665"/>
                </a:lnTo>
                <a:lnTo>
                  <a:pt x="575924" y="48812"/>
                </a:lnTo>
                <a:lnTo>
                  <a:pt x="576559" y="48974"/>
                </a:lnTo>
                <a:lnTo>
                  <a:pt x="577184" y="49152"/>
                </a:lnTo>
                <a:lnTo>
                  <a:pt x="577800" y="49345"/>
                </a:lnTo>
                <a:lnTo>
                  <a:pt x="578407" y="49554"/>
                </a:lnTo>
                <a:lnTo>
                  <a:pt x="579004" y="49778"/>
                </a:lnTo>
                <a:lnTo>
                  <a:pt x="579593" y="50017"/>
                </a:lnTo>
                <a:lnTo>
                  <a:pt x="580172" y="50272"/>
                </a:lnTo>
                <a:lnTo>
                  <a:pt x="580741" y="50543"/>
                </a:lnTo>
                <a:lnTo>
                  <a:pt x="581302" y="50829"/>
                </a:lnTo>
                <a:lnTo>
                  <a:pt x="581853" y="51130"/>
                </a:lnTo>
                <a:lnTo>
                  <a:pt x="582395" y="51447"/>
                </a:lnTo>
                <a:lnTo>
                  <a:pt x="582928" y="51779"/>
                </a:lnTo>
                <a:lnTo>
                  <a:pt x="583451" y="52127"/>
                </a:lnTo>
                <a:lnTo>
                  <a:pt x="583966" y="52490"/>
                </a:lnTo>
                <a:lnTo>
                  <a:pt x="584465" y="52872"/>
                </a:lnTo>
                <a:lnTo>
                  <a:pt x="584943" y="53276"/>
                </a:lnTo>
                <a:lnTo>
                  <a:pt x="585399" y="53702"/>
                </a:lnTo>
                <a:lnTo>
                  <a:pt x="585834" y="54150"/>
                </a:lnTo>
                <a:lnTo>
                  <a:pt x="586249" y="54619"/>
                </a:lnTo>
                <a:lnTo>
                  <a:pt x="586641" y="55111"/>
                </a:lnTo>
                <a:lnTo>
                  <a:pt x="587013" y="55624"/>
                </a:lnTo>
                <a:lnTo>
                  <a:pt x="587363" y="56160"/>
                </a:lnTo>
                <a:lnTo>
                  <a:pt x="587693" y="56717"/>
                </a:lnTo>
                <a:lnTo>
                  <a:pt x="588000" y="57296"/>
                </a:lnTo>
                <a:lnTo>
                  <a:pt x="588287" y="57898"/>
                </a:lnTo>
                <a:lnTo>
                  <a:pt x="588553" y="58521"/>
                </a:lnTo>
                <a:lnTo>
                  <a:pt x="588797" y="59166"/>
                </a:lnTo>
                <a:lnTo>
                  <a:pt x="589020" y="59833"/>
                </a:lnTo>
                <a:lnTo>
                  <a:pt x="589222" y="60522"/>
                </a:lnTo>
                <a:lnTo>
                  <a:pt x="589402" y="61233"/>
                </a:lnTo>
                <a:lnTo>
                  <a:pt x="589561" y="61965"/>
                </a:lnTo>
                <a:lnTo>
                  <a:pt x="589699" y="62720"/>
                </a:lnTo>
                <a:lnTo>
                  <a:pt x="589816" y="63497"/>
                </a:lnTo>
                <a:lnTo>
                  <a:pt x="589912" y="64295"/>
                </a:lnTo>
                <a:lnTo>
                  <a:pt x="589986" y="65116"/>
                </a:lnTo>
                <a:lnTo>
                  <a:pt x="590039" y="65958"/>
                </a:lnTo>
                <a:lnTo>
                  <a:pt x="590071" y="66823"/>
                </a:lnTo>
                <a:lnTo>
                  <a:pt x="590082" y="67709"/>
                </a:lnTo>
                <a:lnTo>
                  <a:pt x="606062" y="67709"/>
                </a:lnTo>
                <a:lnTo>
                  <a:pt x="606057" y="67002"/>
                </a:lnTo>
                <a:lnTo>
                  <a:pt x="606041" y="66304"/>
                </a:lnTo>
                <a:lnTo>
                  <a:pt x="606015" y="65614"/>
                </a:lnTo>
                <a:lnTo>
                  <a:pt x="605980" y="64933"/>
                </a:lnTo>
                <a:lnTo>
                  <a:pt x="605933" y="64260"/>
                </a:lnTo>
                <a:lnTo>
                  <a:pt x="605877" y="63595"/>
                </a:lnTo>
                <a:lnTo>
                  <a:pt x="605810" y="62939"/>
                </a:lnTo>
                <a:lnTo>
                  <a:pt x="605733" y="62292"/>
                </a:lnTo>
                <a:lnTo>
                  <a:pt x="605646" y="61653"/>
                </a:lnTo>
                <a:lnTo>
                  <a:pt x="605548" y="61022"/>
                </a:lnTo>
                <a:lnTo>
                  <a:pt x="605440" y="60400"/>
                </a:lnTo>
                <a:lnTo>
                  <a:pt x="605322" y="59786"/>
                </a:lnTo>
                <a:lnTo>
                  <a:pt x="605193" y="59181"/>
                </a:lnTo>
                <a:lnTo>
                  <a:pt x="605055" y="58584"/>
                </a:lnTo>
                <a:lnTo>
                  <a:pt x="604906" y="57996"/>
                </a:lnTo>
                <a:lnTo>
                  <a:pt x="604746" y="57416"/>
                </a:lnTo>
                <a:lnTo>
                  <a:pt x="604577" y="56845"/>
                </a:lnTo>
                <a:lnTo>
                  <a:pt x="604397" y="56282"/>
                </a:lnTo>
                <a:lnTo>
                  <a:pt x="604207" y="55727"/>
                </a:lnTo>
                <a:lnTo>
                  <a:pt x="604007" y="55181"/>
                </a:lnTo>
                <a:lnTo>
                  <a:pt x="603796" y="54644"/>
                </a:lnTo>
                <a:lnTo>
                  <a:pt x="603575" y="54115"/>
                </a:lnTo>
                <a:lnTo>
                  <a:pt x="603344" y="53594"/>
                </a:lnTo>
                <a:lnTo>
                  <a:pt x="603102" y="53082"/>
                </a:lnTo>
                <a:lnTo>
                  <a:pt x="602852" y="52578"/>
                </a:lnTo>
                <a:lnTo>
                  <a:pt x="602594" y="52082"/>
                </a:lnTo>
                <a:lnTo>
                  <a:pt x="602329" y="51594"/>
                </a:lnTo>
                <a:lnTo>
                  <a:pt x="602057" y="51113"/>
                </a:lnTo>
                <a:lnTo>
                  <a:pt x="601777" y="50640"/>
                </a:lnTo>
                <a:lnTo>
                  <a:pt x="601490" y="50175"/>
                </a:lnTo>
                <a:lnTo>
                  <a:pt x="601196" y="49717"/>
                </a:lnTo>
                <a:lnTo>
                  <a:pt x="600894" y="49268"/>
                </a:lnTo>
                <a:lnTo>
                  <a:pt x="600585" y="48826"/>
                </a:lnTo>
                <a:lnTo>
                  <a:pt x="600268" y="48392"/>
                </a:lnTo>
                <a:lnTo>
                  <a:pt x="599944" y="47965"/>
                </a:lnTo>
                <a:lnTo>
                  <a:pt x="599613" y="47547"/>
                </a:lnTo>
                <a:lnTo>
                  <a:pt x="599274" y="47136"/>
                </a:lnTo>
                <a:lnTo>
                  <a:pt x="598928" y="46733"/>
                </a:lnTo>
                <a:lnTo>
                  <a:pt x="598575" y="46337"/>
                </a:lnTo>
                <a:lnTo>
                  <a:pt x="598214" y="45950"/>
                </a:lnTo>
                <a:lnTo>
                  <a:pt x="597846" y="45570"/>
                </a:lnTo>
                <a:lnTo>
                  <a:pt x="597471" y="45198"/>
                </a:lnTo>
                <a:lnTo>
                  <a:pt x="597088" y="44834"/>
                </a:lnTo>
                <a:lnTo>
                  <a:pt x="596697" y="44477"/>
                </a:lnTo>
                <a:lnTo>
                  <a:pt x="596300" y="44128"/>
                </a:lnTo>
                <a:lnTo>
                  <a:pt x="595895" y="43787"/>
                </a:lnTo>
                <a:lnTo>
                  <a:pt x="595483" y="43454"/>
                </a:lnTo>
                <a:lnTo>
                  <a:pt x="595063" y="43129"/>
                </a:lnTo>
                <a:lnTo>
                  <a:pt x="594637" y="42810"/>
                </a:lnTo>
                <a:lnTo>
                  <a:pt x="594205" y="42499"/>
                </a:lnTo>
                <a:lnTo>
                  <a:pt x="593768" y="42195"/>
                </a:lnTo>
                <a:lnTo>
                  <a:pt x="593326" y="41898"/>
                </a:lnTo>
                <a:lnTo>
                  <a:pt x="592878" y="41607"/>
                </a:lnTo>
                <a:lnTo>
                  <a:pt x="592424" y="41324"/>
                </a:lnTo>
                <a:lnTo>
                  <a:pt x="591965" y="41048"/>
                </a:lnTo>
                <a:lnTo>
                  <a:pt x="591501" y="40780"/>
                </a:lnTo>
                <a:lnTo>
                  <a:pt x="591031" y="40518"/>
                </a:lnTo>
                <a:lnTo>
                  <a:pt x="590556" y="40263"/>
                </a:lnTo>
                <a:lnTo>
                  <a:pt x="590075" y="40015"/>
                </a:lnTo>
                <a:lnTo>
                  <a:pt x="589588" y="39775"/>
                </a:lnTo>
                <a:lnTo>
                  <a:pt x="589097" y="39541"/>
                </a:lnTo>
                <a:lnTo>
                  <a:pt x="588599" y="39315"/>
                </a:lnTo>
                <a:lnTo>
                  <a:pt x="588096" y="39095"/>
                </a:lnTo>
                <a:lnTo>
                  <a:pt x="587588" y="38883"/>
                </a:lnTo>
                <a:lnTo>
                  <a:pt x="587074" y="38677"/>
                </a:lnTo>
                <a:lnTo>
                  <a:pt x="586555" y="38479"/>
                </a:lnTo>
                <a:lnTo>
                  <a:pt x="586030" y="38288"/>
                </a:lnTo>
                <a:lnTo>
                  <a:pt x="585500" y="38104"/>
                </a:lnTo>
                <a:lnTo>
                  <a:pt x="584964" y="37927"/>
                </a:lnTo>
                <a:lnTo>
                  <a:pt x="584423" y="37757"/>
                </a:lnTo>
                <a:lnTo>
                  <a:pt x="583877" y="37594"/>
                </a:lnTo>
                <a:lnTo>
                  <a:pt x="583325" y="37438"/>
                </a:lnTo>
                <a:lnTo>
                  <a:pt x="582768" y="37289"/>
                </a:lnTo>
                <a:lnTo>
                  <a:pt x="582208" y="37146"/>
                </a:lnTo>
                <a:lnTo>
                  <a:pt x="581645" y="37010"/>
                </a:lnTo>
                <a:lnTo>
                  <a:pt x="581079" y="36880"/>
                </a:lnTo>
                <a:lnTo>
                  <a:pt x="580510" y="36756"/>
                </a:lnTo>
                <a:lnTo>
                  <a:pt x="579937" y="36638"/>
                </a:lnTo>
                <a:lnTo>
                  <a:pt x="579361" y="36527"/>
                </a:lnTo>
                <a:lnTo>
                  <a:pt x="578781" y="36423"/>
                </a:lnTo>
                <a:lnTo>
                  <a:pt x="578199" y="36324"/>
                </a:lnTo>
                <a:lnTo>
                  <a:pt x="577613" y="36232"/>
                </a:lnTo>
                <a:lnTo>
                  <a:pt x="577024" y="36146"/>
                </a:lnTo>
                <a:lnTo>
                  <a:pt x="576432" y="36067"/>
                </a:lnTo>
                <a:lnTo>
                  <a:pt x="575836" y="35994"/>
                </a:lnTo>
                <a:lnTo>
                  <a:pt x="575238" y="35927"/>
                </a:lnTo>
                <a:lnTo>
                  <a:pt x="574635" y="35867"/>
                </a:lnTo>
                <a:lnTo>
                  <a:pt x="574030" y="35813"/>
                </a:lnTo>
                <a:lnTo>
                  <a:pt x="573422" y="35766"/>
                </a:lnTo>
                <a:lnTo>
                  <a:pt x="572810" y="35724"/>
                </a:lnTo>
                <a:lnTo>
                  <a:pt x="572195" y="35689"/>
                </a:lnTo>
                <a:lnTo>
                  <a:pt x="571576" y="35661"/>
                </a:lnTo>
                <a:lnTo>
                  <a:pt x="570955" y="35639"/>
                </a:lnTo>
                <a:lnTo>
                  <a:pt x="570330" y="35623"/>
                </a:lnTo>
                <a:lnTo>
                  <a:pt x="569702" y="35613"/>
                </a:lnTo>
                <a:lnTo>
                  <a:pt x="569071" y="35610"/>
                </a:lnTo>
                <a:lnTo>
                  <a:pt x="568431" y="35613"/>
                </a:lnTo>
                <a:lnTo>
                  <a:pt x="567796" y="35622"/>
                </a:lnTo>
                <a:lnTo>
                  <a:pt x="567164" y="35636"/>
                </a:lnTo>
                <a:lnTo>
                  <a:pt x="566536" y="35657"/>
                </a:lnTo>
                <a:lnTo>
                  <a:pt x="565912" y="35683"/>
                </a:lnTo>
                <a:lnTo>
                  <a:pt x="565291" y="35715"/>
                </a:lnTo>
                <a:lnTo>
                  <a:pt x="564675" y="35753"/>
                </a:lnTo>
                <a:lnTo>
                  <a:pt x="564062" y="35796"/>
                </a:lnTo>
                <a:lnTo>
                  <a:pt x="563453" y="35846"/>
                </a:lnTo>
                <a:lnTo>
                  <a:pt x="562847" y="35901"/>
                </a:lnTo>
                <a:lnTo>
                  <a:pt x="562246" y="35962"/>
                </a:lnTo>
                <a:lnTo>
                  <a:pt x="561648" y="36029"/>
                </a:lnTo>
                <a:lnTo>
                  <a:pt x="561054" y="36102"/>
                </a:lnTo>
                <a:lnTo>
                  <a:pt x="560463" y="36181"/>
                </a:lnTo>
                <a:lnTo>
                  <a:pt x="559877" y="36265"/>
                </a:lnTo>
                <a:lnTo>
                  <a:pt x="559294" y="36355"/>
                </a:lnTo>
                <a:lnTo>
                  <a:pt x="558715" y="36451"/>
                </a:lnTo>
                <a:lnTo>
                  <a:pt x="558140" y="36553"/>
                </a:lnTo>
                <a:lnTo>
                  <a:pt x="557568" y="36661"/>
                </a:lnTo>
                <a:lnTo>
                  <a:pt x="557001" y="36775"/>
                </a:lnTo>
                <a:lnTo>
                  <a:pt x="556437" y="36894"/>
                </a:lnTo>
                <a:lnTo>
                  <a:pt x="555876" y="37019"/>
                </a:lnTo>
                <a:lnTo>
                  <a:pt x="555320" y="37150"/>
                </a:lnTo>
                <a:lnTo>
                  <a:pt x="554767" y="37287"/>
                </a:lnTo>
                <a:lnTo>
                  <a:pt x="554220" y="37429"/>
                </a:lnTo>
                <a:lnTo>
                  <a:pt x="553678" y="37578"/>
                </a:lnTo>
                <a:lnTo>
                  <a:pt x="553142" y="37732"/>
                </a:lnTo>
                <a:lnTo>
                  <a:pt x="552612" y="37892"/>
                </a:lnTo>
                <a:lnTo>
                  <a:pt x="552089" y="38057"/>
                </a:lnTo>
                <a:lnTo>
                  <a:pt x="551571" y="38229"/>
                </a:lnTo>
                <a:lnTo>
                  <a:pt x="551059" y="38406"/>
                </a:lnTo>
                <a:lnTo>
                  <a:pt x="550553" y="38590"/>
                </a:lnTo>
                <a:lnTo>
                  <a:pt x="550053" y="38779"/>
                </a:lnTo>
                <a:lnTo>
                  <a:pt x="549560" y="38974"/>
                </a:lnTo>
                <a:lnTo>
                  <a:pt x="549072" y="39174"/>
                </a:lnTo>
                <a:lnTo>
                  <a:pt x="548590" y="39381"/>
                </a:lnTo>
                <a:lnTo>
                  <a:pt x="548114" y="39593"/>
                </a:lnTo>
                <a:lnTo>
                  <a:pt x="547644" y="39811"/>
                </a:lnTo>
                <a:lnTo>
                  <a:pt x="547180" y="40036"/>
                </a:lnTo>
                <a:lnTo>
                  <a:pt x="546723" y="40265"/>
                </a:lnTo>
                <a:lnTo>
                  <a:pt x="546271" y="40501"/>
                </a:lnTo>
                <a:lnTo>
                  <a:pt x="545825" y="40743"/>
                </a:lnTo>
                <a:lnTo>
                  <a:pt x="545385" y="40990"/>
                </a:lnTo>
                <a:lnTo>
                  <a:pt x="544951" y="41243"/>
                </a:lnTo>
                <a:lnTo>
                  <a:pt x="544523" y="41502"/>
                </a:lnTo>
                <a:lnTo>
                  <a:pt x="544101" y="41767"/>
                </a:lnTo>
                <a:lnTo>
                  <a:pt x="543685" y="42038"/>
                </a:lnTo>
                <a:lnTo>
                  <a:pt x="543276" y="42315"/>
                </a:lnTo>
                <a:lnTo>
                  <a:pt x="542872" y="42597"/>
                </a:lnTo>
                <a:lnTo>
                  <a:pt x="542477" y="42885"/>
                </a:lnTo>
                <a:lnTo>
                  <a:pt x="542089" y="43179"/>
                </a:lnTo>
                <a:lnTo>
                  <a:pt x="541708" y="43478"/>
                </a:lnTo>
                <a:lnTo>
                  <a:pt x="541335" y="43784"/>
                </a:lnTo>
                <a:lnTo>
                  <a:pt x="540970" y="44095"/>
                </a:lnTo>
                <a:lnTo>
                  <a:pt x="540612" y="44412"/>
                </a:lnTo>
                <a:lnTo>
                  <a:pt x="540261" y="44735"/>
                </a:lnTo>
                <a:lnTo>
                  <a:pt x="539919" y="45064"/>
                </a:lnTo>
                <a:lnTo>
                  <a:pt x="539583" y="45398"/>
                </a:lnTo>
                <a:lnTo>
                  <a:pt x="539255" y="45739"/>
                </a:lnTo>
                <a:lnTo>
                  <a:pt x="538935" y="46085"/>
                </a:lnTo>
                <a:lnTo>
                  <a:pt x="538623" y="46437"/>
                </a:lnTo>
                <a:lnTo>
                  <a:pt x="538317" y="46795"/>
                </a:lnTo>
                <a:lnTo>
                  <a:pt x="538020" y="47158"/>
                </a:lnTo>
                <a:lnTo>
                  <a:pt x="537730" y="47528"/>
                </a:lnTo>
                <a:lnTo>
                  <a:pt x="537447" y="47903"/>
                </a:lnTo>
                <a:lnTo>
                  <a:pt x="537172" y="48284"/>
                </a:lnTo>
                <a:lnTo>
                  <a:pt x="536905" y="48671"/>
                </a:lnTo>
                <a:lnTo>
                  <a:pt x="536645" y="49064"/>
                </a:lnTo>
                <a:lnTo>
                  <a:pt x="536392" y="49462"/>
                </a:lnTo>
                <a:lnTo>
                  <a:pt x="536147" y="49867"/>
                </a:lnTo>
                <a:lnTo>
                  <a:pt x="535910" y="50277"/>
                </a:lnTo>
                <a:lnTo>
                  <a:pt x="535680" y="50693"/>
                </a:lnTo>
                <a:lnTo>
                  <a:pt x="535459" y="51115"/>
                </a:lnTo>
                <a:lnTo>
                  <a:pt x="535247" y="51542"/>
                </a:lnTo>
                <a:lnTo>
                  <a:pt x="535044" y="51975"/>
                </a:lnTo>
                <a:lnTo>
                  <a:pt x="534851" y="52413"/>
                </a:lnTo>
                <a:lnTo>
                  <a:pt x="534667" y="52856"/>
                </a:lnTo>
                <a:lnTo>
                  <a:pt x="534493" y="53305"/>
                </a:lnTo>
                <a:lnTo>
                  <a:pt x="534328" y="53760"/>
                </a:lnTo>
                <a:lnTo>
                  <a:pt x="534173" y="54220"/>
                </a:lnTo>
                <a:lnTo>
                  <a:pt x="534027" y="54685"/>
                </a:lnTo>
                <a:lnTo>
                  <a:pt x="533890" y="55156"/>
                </a:lnTo>
                <a:lnTo>
                  <a:pt x="533763" y="55633"/>
                </a:lnTo>
                <a:lnTo>
                  <a:pt x="533646" y="56115"/>
                </a:lnTo>
                <a:lnTo>
                  <a:pt x="533537" y="56602"/>
                </a:lnTo>
                <a:lnTo>
                  <a:pt x="533438" y="57095"/>
                </a:lnTo>
                <a:lnTo>
                  <a:pt x="533349" y="57593"/>
                </a:lnTo>
                <a:lnTo>
                  <a:pt x="533269" y="58097"/>
                </a:lnTo>
                <a:lnTo>
                  <a:pt x="533198" y="58606"/>
                </a:lnTo>
                <a:lnTo>
                  <a:pt x="533137" y="59121"/>
                </a:lnTo>
                <a:lnTo>
                  <a:pt x="533085" y="59641"/>
                </a:lnTo>
                <a:lnTo>
                  <a:pt x="533043" y="60167"/>
                </a:lnTo>
                <a:lnTo>
                  <a:pt x="533010" y="60698"/>
                </a:lnTo>
                <a:lnTo>
                  <a:pt x="532986" y="61234"/>
                </a:lnTo>
                <a:lnTo>
                  <a:pt x="532972" y="61776"/>
                </a:lnTo>
                <a:lnTo>
                  <a:pt x="532967" y="62324"/>
                </a:lnTo>
                <a:lnTo>
                  <a:pt x="532974" y="63021"/>
                </a:lnTo>
                <a:lnTo>
                  <a:pt x="532994" y="63709"/>
                </a:lnTo>
                <a:lnTo>
                  <a:pt x="533027" y="64386"/>
                </a:lnTo>
                <a:lnTo>
                  <a:pt x="533074" y="65054"/>
                </a:lnTo>
                <a:lnTo>
                  <a:pt x="533134" y="65711"/>
                </a:lnTo>
                <a:lnTo>
                  <a:pt x="533208" y="66358"/>
                </a:lnTo>
                <a:lnTo>
                  <a:pt x="533295" y="66996"/>
                </a:lnTo>
                <a:lnTo>
                  <a:pt x="533395" y="67623"/>
                </a:lnTo>
                <a:lnTo>
                  <a:pt x="533508" y="68240"/>
                </a:lnTo>
                <a:lnTo>
                  <a:pt x="533635" y="68847"/>
                </a:lnTo>
                <a:lnTo>
                  <a:pt x="533776" y="69444"/>
                </a:lnTo>
                <a:lnTo>
                  <a:pt x="533929" y="70031"/>
                </a:lnTo>
                <a:lnTo>
                  <a:pt x="534096" y="70608"/>
                </a:lnTo>
                <a:lnTo>
                  <a:pt x="534276" y="71175"/>
                </a:lnTo>
                <a:lnTo>
                  <a:pt x="534470" y="71732"/>
                </a:lnTo>
                <a:lnTo>
                  <a:pt x="534677" y="72279"/>
                </a:lnTo>
                <a:lnTo>
                  <a:pt x="534898" y="72815"/>
                </a:lnTo>
                <a:lnTo>
                  <a:pt x="535131" y="73342"/>
                </a:lnTo>
                <a:lnTo>
                  <a:pt x="535378" y="73859"/>
                </a:lnTo>
                <a:lnTo>
                  <a:pt x="535639" y="74365"/>
                </a:lnTo>
                <a:lnTo>
                  <a:pt x="535913" y="74862"/>
                </a:lnTo>
                <a:lnTo>
                  <a:pt x="536200" y="75348"/>
                </a:lnTo>
                <a:lnTo>
                  <a:pt x="536501" y="75825"/>
                </a:lnTo>
                <a:lnTo>
                  <a:pt x="536814" y="76291"/>
                </a:lnTo>
                <a:lnTo>
                  <a:pt x="537142" y="76749"/>
                </a:lnTo>
                <a:lnTo>
                  <a:pt x="537482" y="77200"/>
                </a:lnTo>
                <a:lnTo>
                  <a:pt x="537836" y="77645"/>
                </a:lnTo>
                <a:lnTo>
                  <a:pt x="538204" y="78083"/>
                </a:lnTo>
                <a:lnTo>
                  <a:pt x="538584" y="78514"/>
                </a:lnTo>
                <a:lnTo>
                  <a:pt x="538978" y="78939"/>
                </a:lnTo>
                <a:lnTo>
                  <a:pt x="539386" y="79356"/>
                </a:lnTo>
                <a:lnTo>
                  <a:pt x="539807" y="79767"/>
                </a:lnTo>
                <a:lnTo>
                  <a:pt x="540241" y="80172"/>
                </a:lnTo>
                <a:lnTo>
                  <a:pt x="540688" y="80570"/>
                </a:lnTo>
                <a:lnTo>
                  <a:pt x="541149" y="80961"/>
                </a:lnTo>
                <a:lnTo>
                  <a:pt x="541623" y="81345"/>
                </a:lnTo>
                <a:lnTo>
                  <a:pt x="542111" y="81723"/>
                </a:lnTo>
                <a:lnTo>
                  <a:pt x="542612" y="82093"/>
                </a:lnTo>
                <a:lnTo>
                  <a:pt x="543126" y="82458"/>
                </a:lnTo>
                <a:lnTo>
                  <a:pt x="543654" y="82815"/>
                </a:lnTo>
                <a:lnTo>
                  <a:pt x="544195" y="83166"/>
                </a:lnTo>
                <a:lnTo>
                  <a:pt x="544749" y="83510"/>
                </a:lnTo>
                <a:lnTo>
                  <a:pt x="545317" y="83847"/>
                </a:lnTo>
                <a:lnTo>
                  <a:pt x="545898" y="84178"/>
                </a:lnTo>
                <a:lnTo>
                  <a:pt x="546492" y="84502"/>
                </a:lnTo>
                <a:lnTo>
                  <a:pt x="547100" y="84819"/>
                </a:lnTo>
                <a:lnTo>
                  <a:pt x="547721" y="85130"/>
                </a:lnTo>
                <a:lnTo>
                  <a:pt x="548356" y="85434"/>
                </a:lnTo>
                <a:lnTo>
                  <a:pt x="549003" y="85733"/>
                </a:lnTo>
                <a:lnTo>
                  <a:pt x="549663" y="86029"/>
                </a:lnTo>
                <a:lnTo>
                  <a:pt x="550335" y="86321"/>
                </a:lnTo>
                <a:lnTo>
                  <a:pt x="551019" y="86611"/>
                </a:lnTo>
                <a:lnTo>
                  <a:pt x="551716" y="86898"/>
                </a:lnTo>
                <a:lnTo>
                  <a:pt x="552425" y="87182"/>
                </a:lnTo>
                <a:lnTo>
                  <a:pt x="553146" y="87463"/>
                </a:lnTo>
                <a:lnTo>
                  <a:pt x="553880" y="87741"/>
                </a:lnTo>
                <a:lnTo>
                  <a:pt x="554626" y="88016"/>
                </a:lnTo>
                <a:lnTo>
                  <a:pt x="555384" y="88288"/>
                </a:lnTo>
                <a:lnTo>
                  <a:pt x="556155" y="88557"/>
                </a:lnTo>
                <a:lnTo>
                  <a:pt x="556938" y="88823"/>
                </a:lnTo>
                <a:lnTo>
                  <a:pt x="557733" y="89085"/>
                </a:lnTo>
                <a:lnTo>
                  <a:pt x="558541" y="89345"/>
                </a:lnTo>
                <a:lnTo>
                  <a:pt x="559360" y="89602"/>
                </a:lnTo>
                <a:lnTo>
                  <a:pt x="560193" y="89856"/>
                </a:lnTo>
                <a:lnTo>
                  <a:pt x="561037" y="90107"/>
                </a:lnTo>
                <a:lnTo>
                  <a:pt x="561894" y="90356"/>
                </a:lnTo>
                <a:lnTo>
                  <a:pt x="562764" y="90601"/>
                </a:lnTo>
                <a:lnTo>
                  <a:pt x="563645" y="90843"/>
                </a:lnTo>
                <a:lnTo>
                  <a:pt x="564539" y="91082"/>
                </a:lnTo>
                <a:lnTo>
                  <a:pt x="565446" y="91318"/>
                </a:lnTo>
                <a:lnTo>
                  <a:pt x="566364" y="91551"/>
                </a:lnTo>
                <a:lnTo>
                  <a:pt x="567295" y="91781"/>
                </a:lnTo>
                <a:lnTo>
                  <a:pt x="568431" y="92061"/>
                </a:lnTo>
                <a:lnTo>
                  <a:pt x="569539" y="92341"/>
                </a:lnTo>
                <a:lnTo>
                  <a:pt x="570617" y="92622"/>
                </a:lnTo>
                <a:lnTo>
                  <a:pt x="571667" y="92904"/>
                </a:lnTo>
                <a:lnTo>
                  <a:pt x="572687" y="93186"/>
                </a:lnTo>
                <a:lnTo>
                  <a:pt x="573679" y="93469"/>
                </a:lnTo>
                <a:lnTo>
                  <a:pt x="574642" y="93753"/>
                </a:lnTo>
                <a:lnTo>
                  <a:pt x="575576" y="94038"/>
                </a:lnTo>
                <a:lnTo>
                  <a:pt x="576480" y="94323"/>
                </a:lnTo>
                <a:lnTo>
                  <a:pt x="577356" y="94609"/>
                </a:lnTo>
                <a:lnTo>
                  <a:pt x="578203" y="94896"/>
                </a:lnTo>
                <a:lnTo>
                  <a:pt x="579021" y="95183"/>
                </a:lnTo>
                <a:lnTo>
                  <a:pt x="579810" y="95472"/>
                </a:lnTo>
                <a:lnTo>
                  <a:pt x="580570" y="95761"/>
                </a:lnTo>
                <a:lnTo>
                  <a:pt x="581302" y="96050"/>
                </a:lnTo>
                <a:lnTo>
                  <a:pt x="582004" y="96341"/>
                </a:lnTo>
                <a:lnTo>
                  <a:pt x="582677" y="96632"/>
                </a:lnTo>
                <a:lnTo>
                  <a:pt x="583321" y="96923"/>
                </a:lnTo>
                <a:lnTo>
                  <a:pt x="583937" y="97216"/>
                </a:lnTo>
                <a:lnTo>
                  <a:pt x="584523" y="97509"/>
                </a:lnTo>
                <a:lnTo>
                  <a:pt x="585081" y="97803"/>
                </a:lnTo>
                <a:lnTo>
                  <a:pt x="585609" y="98098"/>
                </a:lnTo>
                <a:lnTo>
                  <a:pt x="586109" y="98393"/>
                </a:lnTo>
                <a:lnTo>
                  <a:pt x="586580" y="98689"/>
                </a:lnTo>
                <a:lnTo>
                  <a:pt x="587026" y="98992"/>
                </a:lnTo>
                <a:lnTo>
                  <a:pt x="587454" y="99308"/>
                </a:lnTo>
                <a:lnTo>
                  <a:pt x="587863" y="99636"/>
                </a:lnTo>
                <a:lnTo>
                  <a:pt x="588253" y="99978"/>
                </a:lnTo>
                <a:lnTo>
                  <a:pt x="588623" y="100333"/>
                </a:lnTo>
                <a:lnTo>
                  <a:pt x="588975" y="100701"/>
                </a:lnTo>
                <a:lnTo>
                  <a:pt x="589308" y="101082"/>
                </a:lnTo>
                <a:lnTo>
                  <a:pt x="589621" y="101476"/>
                </a:lnTo>
                <a:lnTo>
                  <a:pt x="589916" y="101884"/>
                </a:lnTo>
                <a:lnTo>
                  <a:pt x="590192" y="102304"/>
                </a:lnTo>
                <a:lnTo>
                  <a:pt x="590448" y="102737"/>
                </a:lnTo>
                <a:lnTo>
                  <a:pt x="590686" y="103184"/>
                </a:lnTo>
                <a:lnTo>
                  <a:pt x="590904" y="103643"/>
                </a:lnTo>
                <a:lnTo>
                  <a:pt x="591104" y="104115"/>
                </a:lnTo>
                <a:lnTo>
                  <a:pt x="591285" y="104601"/>
                </a:lnTo>
                <a:lnTo>
                  <a:pt x="591446" y="105100"/>
                </a:lnTo>
                <a:lnTo>
                  <a:pt x="591589" y="105611"/>
                </a:lnTo>
                <a:lnTo>
                  <a:pt x="591712" y="106136"/>
                </a:lnTo>
                <a:lnTo>
                  <a:pt x="591817" y="106674"/>
                </a:lnTo>
                <a:lnTo>
                  <a:pt x="591902" y="107224"/>
                </a:lnTo>
                <a:lnTo>
                  <a:pt x="591969" y="107788"/>
                </a:lnTo>
                <a:lnTo>
                  <a:pt x="592016" y="108365"/>
                </a:lnTo>
                <a:lnTo>
                  <a:pt x="592045" y="108955"/>
                </a:lnTo>
                <a:lnTo>
                  <a:pt x="592054" y="109558"/>
                </a:lnTo>
                <a:lnTo>
                  <a:pt x="592044" y="110277"/>
                </a:lnTo>
                <a:lnTo>
                  <a:pt x="592012" y="110979"/>
                </a:lnTo>
                <a:lnTo>
                  <a:pt x="591960" y="111663"/>
                </a:lnTo>
                <a:lnTo>
                  <a:pt x="591886" y="112330"/>
                </a:lnTo>
                <a:lnTo>
                  <a:pt x="591791" y="112980"/>
                </a:lnTo>
                <a:lnTo>
                  <a:pt x="591675" y="113613"/>
                </a:lnTo>
                <a:lnTo>
                  <a:pt x="591538" y="114229"/>
                </a:lnTo>
                <a:lnTo>
                  <a:pt x="591380" y="114828"/>
                </a:lnTo>
                <a:lnTo>
                  <a:pt x="591201" y="115409"/>
                </a:lnTo>
                <a:lnTo>
                  <a:pt x="591001" y="115974"/>
                </a:lnTo>
                <a:lnTo>
                  <a:pt x="590780" y="116521"/>
                </a:lnTo>
                <a:lnTo>
                  <a:pt x="590538" y="117051"/>
                </a:lnTo>
                <a:lnTo>
                  <a:pt x="590274" y="117564"/>
                </a:lnTo>
                <a:lnTo>
                  <a:pt x="589990" y="118060"/>
                </a:lnTo>
                <a:lnTo>
                  <a:pt x="589685" y="118539"/>
                </a:lnTo>
                <a:lnTo>
                  <a:pt x="589358" y="119001"/>
                </a:lnTo>
                <a:lnTo>
                  <a:pt x="589011" y="119445"/>
                </a:lnTo>
                <a:lnTo>
                  <a:pt x="588642" y="119872"/>
                </a:lnTo>
                <a:lnTo>
                  <a:pt x="588252" y="120283"/>
                </a:lnTo>
                <a:lnTo>
                  <a:pt x="587842" y="120676"/>
                </a:lnTo>
                <a:lnTo>
                  <a:pt x="587410" y="121052"/>
                </a:lnTo>
                <a:lnTo>
                  <a:pt x="586957" y="121411"/>
                </a:lnTo>
                <a:lnTo>
                  <a:pt x="586483" y="121752"/>
                </a:lnTo>
                <a:lnTo>
                  <a:pt x="585988" y="122077"/>
                </a:lnTo>
                <a:lnTo>
                  <a:pt x="585477" y="122386"/>
                </a:lnTo>
                <a:lnTo>
                  <a:pt x="584954" y="122682"/>
                </a:lnTo>
                <a:lnTo>
                  <a:pt x="584420" y="122965"/>
                </a:lnTo>
                <a:lnTo>
                  <a:pt x="583874" y="123235"/>
                </a:lnTo>
                <a:lnTo>
                  <a:pt x="583317" y="123492"/>
                </a:lnTo>
                <a:lnTo>
                  <a:pt x="582748" y="123736"/>
                </a:lnTo>
                <a:lnTo>
                  <a:pt x="582168" y="123966"/>
                </a:lnTo>
                <a:lnTo>
                  <a:pt x="581576" y="124183"/>
                </a:lnTo>
                <a:lnTo>
                  <a:pt x="580973" y="124387"/>
                </a:lnTo>
                <a:lnTo>
                  <a:pt x="580359" y="124578"/>
                </a:lnTo>
                <a:lnTo>
                  <a:pt x="579733" y="124756"/>
                </a:lnTo>
                <a:lnTo>
                  <a:pt x="579095" y="124920"/>
                </a:lnTo>
                <a:lnTo>
                  <a:pt x="578446" y="125072"/>
                </a:lnTo>
                <a:lnTo>
                  <a:pt x="577786" y="125210"/>
                </a:lnTo>
                <a:lnTo>
                  <a:pt x="577114" y="125335"/>
                </a:lnTo>
                <a:lnTo>
                  <a:pt x="576430" y="125447"/>
                </a:lnTo>
                <a:lnTo>
                  <a:pt x="575736" y="125546"/>
                </a:lnTo>
                <a:lnTo>
                  <a:pt x="575029" y="125631"/>
                </a:lnTo>
                <a:lnTo>
                  <a:pt x="574311" y="125704"/>
                </a:lnTo>
                <a:lnTo>
                  <a:pt x="573582" y="125763"/>
                </a:lnTo>
                <a:lnTo>
                  <a:pt x="572841" y="125809"/>
                </a:lnTo>
                <a:lnTo>
                  <a:pt x="572089" y="125842"/>
                </a:lnTo>
                <a:lnTo>
                  <a:pt x="571325" y="125862"/>
                </a:lnTo>
                <a:lnTo>
                  <a:pt x="570550" y="125868"/>
                </a:lnTo>
                <a:lnTo>
                  <a:pt x="569685" y="125860"/>
                </a:lnTo>
                <a:lnTo>
                  <a:pt x="568832" y="125835"/>
                </a:lnTo>
                <a:lnTo>
                  <a:pt x="567991" y="125793"/>
                </a:lnTo>
                <a:lnTo>
                  <a:pt x="567162" y="125735"/>
                </a:lnTo>
                <a:lnTo>
                  <a:pt x="566346" y="125660"/>
                </a:lnTo>
                <a:lnTo>
                  <a:pt x="565541" y="125568"/>
                </a:lnTo>
                <a:lnTo>
                  <a:pt x="564749" y="125459"/>
                </a:lnTo>
                <a:lnTo>
                  <a:pt x="563969" y="125334"/>
                </a:lnTo>
                <a:lnTo>
                  <a:pt x="563201" y="125192"/>
                </a:lnTo>
                <a:lnTo>
                  <a:pt x="562445" y="125034"/>
                </a:lnTo>
                <a:lnTo>
                  <a:pt x="561701" y="124859"/>
                </a:lnTo>
                <a:lnTo>
                  <a:pt x="560970" y="124667"/>
                </a:lnTo>
                <a:lnTo>
                  <a:pt x="560250" y="124458"/>
                </a:lnTo>
                <a:lnTo>
                  <a:pt x="559543" y="124233"/>
                </a:lnTo>
                <a:lnTo>
                  <a:pt x="558848" y="123991"/>
                </a:lnTo>
                <a:lnTo>
                  <a:pt x="558165" y="123732"/>
                </a:lnTo>
                <a:lnTo>
                  <a:pt x="557494" y="123457"/>
                </a:lnTo>
                <a:lnTo>
                  <a:pt x="556836" y="123165"/>
                </a:lnTo>
                <a:lnTo>
                  <a:pt x="556189" y="122856"/>
                </a:lnTo>
                <a:lnTo>
                  <a:pt x="555555" y="122531"/>
                </a:lnTo>
                <a:lnTo>
                  <a:pt x="554933" y="122189"/>
                </a:lnTo>
                <a:lnTo>
                  <a:pt x="554323" y="121830"/>
                </a:lnTo>
                <a:lnTo>
                  <a:pt x="553725" y="121455"/>
                </a:lnTo>
                <a:lnTo>
                  <a:pt x="553140" y="121063"/>
                </a:lnTo>
                <a:lnTo>
                  <a:pt x="552572" y="120650"/>
                </a:lnTo>
                <a:lnTo>
                  <a:pt x="552029" y="120213"/>
                </a:lnTo>
                <a:lnTo>
                  <a:pt x="551510" y="119752"/>
                </a:lnTo>
                <a:lnTo>
                  <a:pt x="551015" y="119267"/>
                </a:lnTo>
                <a:lnTo>
                  <a:pt x="550544" y="118758"/>
                </a:lnTo>
                <a:lnTo>
                  <a:pt x="550097" y="118224"/>
                </a:lnTo>
                <a:lnTo>
                  <a:pt x="549675" y="117666"/>
                </a:lnTo>
                <a:lnTo>
                  <a:pt x="549276" y="117084"/>
                </a:lnTo>
                <a:lnTo>
                  <a:pt x="548902" y="116478"/>
                </a:lnTo>
                <a:lnTo>
                  <a:pt x="548552" y="115847"/>
                </a:lnTo>
                <a:lnTo>
                  <a:pt x="548226" y="115192"/>
                </a:lnTo>
                <a:lnTo>
                  <a:pt x="547924" y="114514"/>
                </a:lnTo>
                <a:lnTo>
                  <a:pt x="547646" y="113810"/>
                </a:lnTo>
                <a:lnTo>
                  <a:pt x="547393" y="113083"/>
                </a:lnTo>
                <a:lnTo>
                  <a:pt x="547163" y="112332"/>
                </a:lnTo>
                <a:lnTo>
                  <a:pt x="546958" y="111556"/>
                </a:lnTo>
                <a:lnTo>
                  <a:pt x="546777" y="110756"/>
                </a:lnTo>
                <a:lnTo>
                  <a:pt x="546620" y="109932"/>
                </a:lnTo>
                <a:lnTo>
                  <a:pt x="546487" y="109083"/>
                </a:lnTo>
                <a:lnTo>
                  <a:pt x="546379" y="108211"/>
                </a:lnTo>
                <a:lnTo>
                  <a:pt x="546294" y="107314"/>
                </a:lnTo>
                <a:lnTo>
                  <a:pt x="546234" y="106393"/>
                </a:lnTo>
                <a:lnTo>
                  <a:pt x="546198" y="105448"/>
                </a:lnTo>
                <a:lnTo>
                  <a:pt x="546185" y="104478"/>
                </a:lnTo>
                <a:lnTo>
                  <a:pt x="530304" y="104478"/>
                </a:lnTo>
                <a:lnTo>
                  <a:pt x="530309" y="105235"/>
                </a:lnTo>
                <a:lnTo>
                  <a:pt x="530326" y="105983"/>
                </a:lnTo>
                <a:lnTo>
                  <a:pt x="530353" y="106722"/>
                </a:lnTo>
                <a:lnTo>
                  <a:pt x="530390" y="107451"/>
                </a:lnTo>
                <a:lnTo>
                  <a:pt x="530439" y="108171"/>
                </a:lnTo>
                <a:lnTo>
                  <a:pt x="530498" y="108881"/>
                </a:lnTo>
                <a:lnTo>
                  <a:pt x="530568" y="109583"/>
                </a:lnTo>
                <a:lnTo>
                  <a:pt x="530649" y="110275"/>
                </a:lnTo>
                <a:lnTo>
                  <a:pt x="530741" y="110957"/>
                </a:lnTo>
                <a:lnTo>
                  <a:pt x="530843" y="111630"/>
                </a:lnTo>
                <a:lnTo>
                  <a:pt x="530957" y="112294"/>
                </a:lnTo>
                <a:lnTo>
                  <a:pt x="531081" y="112948"/>
                </a:lnTo>
                <a:lnTo>
                  <a:pt x="531216" y="113594"/>
                </a:lnTo>
                <a:lnTo>
                  <a:pt x="531361" y="114229"/>
                </a:lnTo>
                <a:lnTo>
                  <a:pt x="531518" y="114856"/>
                </a:lnTo>
                <a:lnTo>
                  <a:pt x="531685" y="115473"/>
                </a:lnTo>
                <a:lnTo>
                  <a:pt x="531863" y="116081"/>
                </a:lnTo>
                <a:lnTo>
                  <a:pt x="532052" y="116679"/>
                </a:lnTo>
                <a:lnTo>
                  <a:pt x="532251" y="117268"/>
                </a:lnTo>
                <a:lnTo>
                  <a:pt x="532462" y="117848"/>
                </a:lnTo>
                <a:lnTo>
                  <a:pt x="532683" y="118418"/>
                </a:lnTo>
                <a:lnTo>
                  <a:pt x="532915" y="118979"/>
                </a:lnTo>
                <a:lnTo>
                  <a:pt x="533158" y="119531"/>
                </a:lnTo>
                <a:lnTo>
                  <a:pt x="533411" y="120073"/>
                </a:lnTo>
                <a:lnTo>
                  <a:pt x="533674" y="120606"/>
                </a:lnTo>
                <a:lnTo>
                  <a:pt x="533946" y="121131"/>
                </a:lnTo>
                <a:lnTo>
                  <a:pt x="534226" y="121646"/>
                </a:lnTo>
                <a:lnTo>
                  <a:pt x="534514" y="122154"/>
                </a:lnTo>
                <a:lnTo>
                  <a:pt x="534811" y="122652"/>
                </a:lnTo>
                <a:lnTo>
                  <a:pt x="535116" y="123142"/>
                </a:lnTo>
                <a:lnTo>
                  <a:pt x="535429" y="123623"/>
                </a:lnTo>
                <a:lnTo>
                  <a:pt x="535751" y="124096"/>
                </a:lnTo>
                <a:lnTo>
                  <a:pt x="536082" y="124560"/>
                </a:lnTo>
                <a:lnTo>
                  <a:pt x="536420" y="125015"/>
                </a:lnTo>
                <a:lnTo>
                  <a:pt x="536767" y="125462"/>
                </a:lnTo>
                <a:lnTo>
                  <a:pt x="537123" y="125900"/>
                </a:lnTo>
                <a:lnTo>
                  <a:pt x="537487" y="126329"/>
                </a:lnTo>
                <a:lnTo>
                  <a:pt x="537859" y="126750"/>
                </a:lnTo>
                <a:lnTo>
                  <a:pt x="538239" y="127162"/>
                </a:lnTo>
                <a:lnTo>
                  <a:pt x="538628" y="127566"/>
                </a:lnTo>
                <a:lnTo>
                  <a:pt x="539026" y="127961"/>
                </a:lnTo>
                <a:lnTo>
                  <a:pt x="539432" y="128347"/>
                </a:lnTo>
                <a:lnTo>
                  <a:pt x="539846" y="128724"/>
                </a:lnTo>
                <a:lnTo>
                  <a:pt x="540268" y="129093"/>
                </a:lnTo>
                <a:lnTo>
                  <a:pt x="540699" y="129454"/>
                </a:lnTo>
                <a:lnTo>
                  <a:pt x="541139" y="129805"/>
                </a:lnTo>
                <a:lnTo>
                  <a:pt x="541586" y="130149"/>
                </a:lnTo>
                <a:lnTo>
                  <a:pt x="542042" y="130483"/>
                </a:lnTo>
                <a:lnTo>
                  <a:pt x="542506" y="130809"/>
                </a:lnTo>
                <a:lnTo>
                  <a:pt x="542975" y="131128"/>
                </a:lnTo>
                <a:lnTo>
                  <a:pt x="543450" y="131440"/>
                </a:lnTo>
                <a:lnTo>
                  <a:pt x="543932" y="131744"/>
                </a:lnTo>
                <a:lnTo>
                  <a:pt x="544419" y="132041"/>
                </a:lnTo>
                <a:lnTo>
                  <a:pt x="544912" y="132330"/>
                </a:lnTo>
                <a:lnTo>
                  <a:pt x="545412" y="132612"/>
                </a:lnTo>
                <a:lnTo>
                  <a:pt x="545917" y="132887"/>
                </a:lnTo>
                <a:lnTo>
                  <a:pt x="546428" y="133154"/>
                </a:lnTo>
                <a:lnTo>
                  <a:pt x="546946" y="133414"/>
                </a:lnTo>
                <a:lnTo>
                  <a:pt x="547469" y="133666"/>
                </a:lnTo>
                <a:lnTo>
                  <a:pt x="547998" y="133911"/>
                </a:lnTo>
                <a:lnTo>
                  <a:pt x="548533" y="134148"/>
                </a:lnTo>
                <a:lnTo>
                  <a:pt x="549075" y="134378"/>
                </a:lnTo>
                <a:lnTo>
                  <a:pt x="549622" y="134601"/>
                </a:lnTo>
                <a:lnTo>
                  <a:pt x="550175" y="134816"/>
                </a:lnTo>
                <a:lnTo>
                  <a:pt x="550734" y="135024"/>
                </a:lnTo>
                <a:lnTo>
                  <a:pt x="551300" y="135225"/>
                </a:lnTo>
                <a:lnTo>
                  <a:pt x="551871" y="135418"/>
                </a:lnTo>
                <a:lnTo>
                  <a:pt x="552448" y="135603"/>
                </a:lnTo>
                <a:lnTo>
                  <a:pt x="553031" y="135782"/>
                </a:lnTo>
                <a:lnTo>
                  <a:pt x="553620" y="135953"/>
                </a:lnTo>
                <a:lnTo>
                  <a:pt x="554216" y="136116"/>
                </a:lnTo>
                <a:lnTo>
                  <a:pt x="554817" y="136272"/>
                </a:lnTo>
                <a:lnTo>
                  <a:pt x="555422" y="136421"/>
                </a:lnTo>
                <a:lnTo>
                  <a:pt x="556031" y="136564"/>
                </a:lnTo>
                <a:lnTo>
                  <a:pt x="556642" y="136700"/>
                </a:lnTo>
                <a:lnTo>
                  <a:pt x="557257" y="136831"/>
                </a:lnTo>
                <a:lnTo>
                  <a:pt x="557874" y="136954"/>
                </a:lnTo>
                <a:lnTo>
                  <a:pt x="558494" y="137072"/>
                </a:lnTo>
                <a:lnTo>
                  <a:pt x="559117" y="137183"/>
                </a:lnTo>
                <a:lnTo>
                  <a:pt x="559743" y="137288"/>
                </a:lnTo>
                <a:lnTo>
                  <a:pt x="560372" y="137386"/>
                </a:lnTo>
                <a:lnTo>
                  <a:pt x="561004" y="137478"/>
                </a:lnTo>
                <a:lnTo>
                  <a:pt x="561639" y="137564"/>
                </a:lnTo>
                <a:lnTo>
                  <a:pt x="562277" y="137643"/>
                </a:lnTo>
                <a:lnTo>
                  <a:pt x="562917" y="137716"/>
                </a:lnTo>
                <a:lnTo>
                  <a:pt x="563561" y="137783"/>
                </a:lnTo>
                <a:lnTo>
                  <a:pt x="564207" y="137843"/>
                </a:lnTo>
                <a:lnTo>
                  <a:pt x="564856" y="137897"/>
                </a:lnTo>
                <a:lnTo>
                  <a:pt x="565509" y="137945"/>
                </a:lnTo>
                <a:lnTo>
                  <a:pt x="566164" y="137986"/>
                </a:lnTo>
                <a:lnTo>
                  <a:pt x="566822" y="138021"/>
                </a:lnTo>
                <a:lnTo>
                  <a:pt x="567483" y="138049"/>
                </a:lnTo>
                <a:lnTo>
                  <a:pt x="568147" y="138071"/>
                </a:lnTo>
                <a:lnTo>
                  <a:pt x="568813" y="138087"/>
                </a:lnTo>
                <a:lnTo>
                  <a:pt x="569483" y="138097"/>
                </a:lnTo>
                <a:lnTo>
                  <a:pt x="570156" y="138100"/>
                </a:lnTo>
                <a:lnTo>
                  <a:pt x="570828" y="138097"/>
                </a:lnTo>
                <a:lnTo>
                  <a:pt x="571496" y="138088"/>
                </a:lnTo>
                <a:lnTo>
                  <a:pt x="572160" y="138073"/>
                </a:lnTo>
                <a:lnTo>
                  <a:pt x="572820" y="138052"/>
                </a:lnTo>
                <a:lnTo>
                  <a:pt x="573477" y="138025"/>
                </a:lnTo>
                <a:close/>
                <a:moveTo>
                  <a:pt x="676049" y="137833"/>
                </a:moveTo>
                <a:lnTo>
                  <a:pt x="677169" y="137716"/>
                </a:lnTo>
                <a:lnTo>
                  <a:pt x="678274" y="137577"/>
                </a:lnTo>
                <a:lnTo>
                  <a:pt x="679365" y="137417"/>
                </a:lnTo>
                <a:lnTo>
                  <a:pt x="680442" y="137236"/>
                </a:lnTo>
                <a:lnTo>
                  <a:pt x="681504" y="137033"/>
                </a:lnTo>
                <a:lnTo>
                  <a:pt x="682551" y="136809"/>
                </a:lnTo>
                <a:lnTo>
                  <a:pt x="683584" y="136564"/>
                </a:lnTo>
                <a:lnTo>
                  <a:pt x="684602" y="136297"/>
                </a:lnTo>
                <a:lnTo>
                  <a:pt x="685606" y="136009"/>
                </a:lnTo>
                <a:lnTo>
                  <a:pt x="686595" y="135700"/>
                </a:lnTo>
                <a:lnTo>
                  <a:pt x="687569" y="135370"/>
                </a:lnTo>
                <a:lnTo>
                  <a:pt x="688529" y="135018"/>
                </a:lnTo>
                <a:lnTo>
                  <a:pt x="689475" y="134644"/>
                </a:lnTo>
                <a:lnTo>
                  <a:pt x="690405" y="134250"/>
                </a:lnTo>
                <a:lnTo>
                  <a:pt x="691322" y="133834"/>
                </a:lnTo>
                <a:lnTo>
                  <a:pt x="692223" y="133396"/>
                </a:lnTo>
                <a:lnTo>
                  <a:pt x="693111" y="132938"/>
                </a:lnTo>
                <a:lnTo>
                  <a:pt x="693983" y="132458"/>
                </a:lnTo>
                <a:lnTo>
                  <a:pt x="694841" y="131956"/>
                </a:lnTo>
                <a:lnTo>
                  <a:pt x="695684" y="131435"/>
                </a:lnTo>
                <a:lnTo>
                  <a:pt x="696510" y="130895"/>
                </a:lnTo>
                <a:lnTo>
                  <a:pt x="697320" y="130337"/>
                </a:lnTo>
                <a:lnTo>
                  <a:pt x="698113" y="129761"/>
                </a:lnTo>
                <a:lnTo>
                  <a:pt x="698890" y="129166"/>
                </a:lnTo>
                <a:lnTo>
                  <a:pt x="699650" y="128553"/>
                </a:lnTo>
                <a:lnTo>
                  <a:pt x="700394" y="127922"/>
                </a:lnTo>
                <a:lnTo>
                  <a:pt x="701122" y="127272"/>
                </a:lnTo>
                <a:lnTo>
                  <a:pt x="701833" y="126604"/>
                </a:lnTo>
                <a:lnTo>
                  <a:pt x="702527" y="125917"/>
                </a:lnTo>
                <a:lnTo>
                  <a:pt x="703205" y="125213"/>
                </a:lnTo>
                <a:lnTo>
                  <a:pt x="703867" y="124490"/>
                </a:lnTo>
                <a:lnTo>
                  <a:pt x="704512" y="123748"/>
                </a:lnTo>
                <a:lnTo>
                  <a:pt x="705141" y="122988"/>
                </a:lnTo>
                <a:lnTo>
                  <a:pt x="705754" y="122210"/>
                </a:lnTo>
                <a:lnTo>
                  <a:pt x="706350" y="121414"/>
                </a:lnTo>
                <a:lnTo>
                  <a:pt x="706929" y="120599"/>
                </a:lnTo>
                <a:lnTo>
                  <a:pt x="707492" y="119766"/>
                </a:lnTo>
                <a:lnTo>
                  <a:pt x="708039" y="118915"/>
                </a:lnTo>
                <a:lnTo>
                  <a:pt x="708569" y="118045"/>
                </a:lnTo>
                <a:lnTo>
                  <a:pt x="709083" y="117157"/>
                </a:lnTo>
                <a:lnTo>
                  <a:pt x="709580" y="116250"/>
                </a:lnTo>
                <a:lnTo>
                  <a:pt x="710061" y="115326"/>
                </a:lnTo>
                <a:lnTo>
                  <a:pt x="710526" y="114383"/>
                </a:lnTo>
                <a:lnTo>
                  <a:pt x="710972" y="113423"/>
                </a:lnTo>
                <a:lnTo>
                  <a:pt x="711400" y="112448"/>
                </a:lnTo>
                <a:lnTo>
                  <a:pt x="711809" y="111458"/>
                </a:lnTo>
                <a:lnTo>
                  <a:pt x="712198" y="110454"/>
                </a:lnTo>
                <a:lnTo>
                  <a:pt x="712569" y="109434"/>
                </a:lnTo>
                <a:lnTo>
                  <a:pt x="712921" y="108399"/>
                </a:lnTo>
                <a:lnTo>
                  <a:pt x="713253" y="107349"/>
                </a:lnTo>
                <a:lnTo>
                  <a:pt x="713567" y="106285"/>
                </a:lnTo>
                <a:lnTo>
                  <a:pt x="713862" y="105205"/>
                </a:lnTo>
                <a:lnTo>
                  <a:pt x="714137" y="104110"/>
                </a:lnTo>
                <a:lnTo>
                  <a:pt x="714394" y="103000"/>
                </a:lnTo>
                <a:lnTo>
                  <a:pt x="714632" y="101876"/>
                </a:lnTo>
                <a:lnTo>
                  <a:pt x="714850" y="100736"/>
                </a:lnTo>
                <a:lnTo>
                  <a:pt x="715050" y="99581"/>
                </a:lnTo>
                <a:lnTo>
                  <a:pt x="715230" y="98412"/>
                </a:lnTo>
                <a:lnTo>
                  <a:pt x="715392" y="97227"/>
                </a:lnTo>
                <a:lnTo>
                  <a:pt x="715535" y="96027"/>
                </a:lnTo>
                <a:lnTo>
                  <a:pt x="715658" y="94813"/>
                </a:lnTo>
                <a:lnTo>
                  <a:pt x="715763" y="93583"/>
                </a:lnTo>
                <a:lnTo>
                  <a:pt x="715848" y="92338"/>
                </a:lnTo>
                <a:lnTo>
                  <a:pt x="715915" y="91079"/>
                </a:lnTo>
                <a:lnTo>
                  <a:pt x="715962" y="89804"/>
                </a:lnTo>
                <a:lnTo>
                  <a:pt x="715991" y="88514"/>
                </a:lnTo>
                <a:lnTo>
                  <a:pt x="716000" y="87210"/>
                </a:lnTo>
                <a:lnTo>
                  <a:pt x="715991" y="85872"/>
                </a:lnTo>
                <a:lnTo>
                  <a:pt x="715962" y="84550"/>
                </a:lnTo>
                <a:lnTo>
                  <a:pt x="715915" y="83244"/>
                </a:lnTo>
                <a:lnTo>
                  <a:pt x="715848" y="81955"/>
                </a:lnTo>
                <a:lnTo>
                  <a:pt x="715763" y="80681"/>
                </a:lnTo>
                <a:lnTo>
                  <a:pt x="715658" y="79423"/>
                </a:lnTo>
                <a:lnTo>
                  <a:pt x="715535" y="78182"/>
                </a:lnTo>
                <a:lnTo>
                  <a:pt x="715392" y="76957"/>
                </a:lnTo>
                <a:lnTo>
                  <a:pt x="715230" y="75747"/>
                </a:lnTo>
                <a:lnTo>
                  <a:pt x="715050" y="74554"/>
                </a:lnTo>
                <a:lnTo>
                  <a:pt x="714850" y="73376"/>
                </a:lnTo>
                <a:lnTo>
                  <a:pt x="714632" y="72215"/>
                </a:lnTo>
                <a:lnTo>
                  <a:pt x="714394" y="71070"/>
                </a:lnTo>
                <a:lnTo>
                  <a:pt x="714137" y="69941"/>
                </a:lnTo>
                <a:lnTo>
                  <a:pt x="713862" y="68827"/>
                </a:lnTo>
                <a:lnTo>
                  <a:pt x="713567" y="67730"/>
                </a:lnTo>
                <a:lnTo>
                  <a:pt x="713253" y="66649"/>
                </a:lnTo>
                <a:lnTo>
                  <a:pt x="712921" y="65584"/>
                </a:lnTo>
                <a:lnTo>
                  <a:pt x="712569" y="64535"/>
                </a:lnTo>
                <a:lnTo>
                  <a:pt x="712198" y="63502"/>
                </a:lnTo>
                <a:lnTo>
                  <a:pt x="711809" y="62485"/>
                </a:lnTo>
                <a:lnTo>
                  <a:pt x="711400" y="61485"/>
                </a:lnTo>
                <a:lnTo>
                  <a:pt x="710972" y="60500"/>
                </a:lnTo>
                <a:lnTo>
                  <a:pt x="710526" y="59531"/>
                </a:lnTo>
                <a:lnTo>
                  <a:pt x="710061" y="58579"/>
                </a:lnTo>
                <a:lnTo>
                  <a:pt x="709580" y="57647"/>
                </a:lnTo>
                <a:lnTo>
                  <a:pt x="709083" y="56732"/>
                </a:lnTo>
                <a:lnTo>
                  <a:pt x="708569" y="55836"/>
                </a:lnTo>
                <a:lnTo>
                  <a:pt x="708039" y="54959"/>
                </a:lnTo>
                <a:lnTo>
                  <a:pt x="707492" y="54100"/>
                </a:lnTo>
                <a:lnTo>
                  <a:pt x="706929" y="53259"/>
                </a:lnTo>
                <a:lnTo>
                  <a:pt x="706350" y="52438"/>
                </a:lnTo>
                <a:lnTo>
                  <a:pt x="705754" y="51634"/>
                </a:lnTo>
                <a:lnTo>
                  <a:pt x="705141" y="50849"/>
                </a:lnTo>
                <a:lnTo>
                  <a:pt x="704512" y="50083"/>
                </a:lnTo>
                <a:lnTo>
                  <a:pt x="703867" y="49335"/>
                </a:lnTo>
                <a:lnTo>
                  <a:pt x="703205" y="48606"/>
                </a:lnTo>
                <a:lnTo>
                  <a:pt x="702527" y="47895"/>
                </a:lnTo>
                <a:lnTo>
                  <a:pt x="701833" y="47203"/>
                </a:lnTo>
                <a:lnTo>
                  <a:pt x="701122" y="46529"/>
                </a:lnTo>
                <a:lnTo>
                  <a:pt x="700394" y="45874"/>
                </a:lnTo>
                <a:lnTo>
                  <a:pt x="699650" y="45237"/>
                </a:lnTo>
                <a:lnTo>
                  <a:pt x="698890" y="44619"/>
                </a:lnTo>
                <a:lnTo>
                  <a:pt x="698113" y="44020"/>
                </a:lnTo>
                <a:lnTo>
                  <a:pt x="697320" y="43438"/>
                </a:lnTo>
                <a:lnTo>
                  <a:pt x="696510" y="42876"/>
                </a:lnTo>
                <a:lnTo>
                  <a:pt x="695684" y="42332"/>
                </a:lnTo>
                <a:lnTo>
                  <a:pt x="694841" y="41806"/>
                </a:lnTo>
                <a:lnTo>
                  <a:pt x="693983" y="41301"/>
                </a:lnTo>
                <a:lnTo>
                  <a:pt x="693111" y="40816"/>
                </a:lnTo>
                <a:lnTo>
                  <a:pt x="692223" y="40354"/>
                </a:lnTo>
                <a:lnTo>
                  <a:pt x="691322" y="39913"/>
                </a:lnTo>
                <a:lnTo>
                  <a:pt x="690405" y="39493"/>
                </a:lnTo>
                <a:lnTo>
                  <a:pt x="689475" y="39095"/>
                </a:lnTo>
                <a:lnTo>
                  <a:pt x="688529" y="38719"/>
                </a:lnTo>
                <a:lnTo>
                  <a:pt x="687569" y="38364"/>
                </a:lnTo>
                <a:lnTo>
                  <a:pt x="686595" y="38030"/>
                </a:lnTo>
                <a:lnTo>
                  <a:pt x="685606" y="37718"/>
                </a:lnTo>
                <a:lnTo>
                  <a:pt x="684602" y="37428"/>
                </a:lnTo>
                <a:lnTo>
                  <a:pt x="683584" y="37159"/>
                </a:lnTo>
                <a:lnTo>
                  <a:pt x="682551" y="36912"/>
                </a:lnTo>
                <a:lnTo>
                  <a:pt x="681504" y="36686"/>
                </a:lnTo>
                <a:lnTo>
                  <a:pt x="680442" y="36481"/>
                </a:lnTo>
                <a:lnTo>
                  <a:pt x="679365" y="36299"/>
                </a:lnTo>
                <a:lnTo>
                  <a:pt x="678274" y="36137"/>
                </a:lnTo>
                <a:lnTo>
                  <a:pt x="677169" y="35997"/>
                </a:lnTo>
                <a:lnTo>
                  <a:pt x="676049" y="35879"/>
                </a:lnTo>
                <a:lnTo>
                  <a:pt x="674914" y="35782"/>
                </a:lnTo>
                <a:lnTo>
                  <a:pt x="673765" y="35707"/>
                </a:lnTo>
                <a:lnTo>
                  <a:pt x="672601" y="35653"/>
                </a:lnTo>
                <a:lnTo>
                  <a:pt x="671423" y="35621"/>
                </a:lnTo>
                <a:lnTo>
                  <a:pt x="670230" y="35610"/>
                </a:lnTo>
                <a:lnTo>
                  <a:pt x="669062" y="35621"/>
                </a:lnTo>
                <a:lnTo>
                  <a:pt x="667907" y="35653"/>
                </a:lnTo>
                <a:lnTo>
                  <a:pt x="666767" y="35707"/>
                </a:lnTo>
                <a:lnTo>
                  <a:pt x="665640" y="35782"/>
                </a:lnTo>
                <a:lnTo>
                  <a:pt x="664528" y="35879"/>
                </a:lnTo>
                <a:lnTo>
                  <a:pt x="663430" y="35997"/>
                </a:lnTo>
                <a:lnTo>
                  <a:pt x="662346" y="36137"/>
                </a:lnTo>
                <a:lnTo>
                  <a:pt x="661275" y="36299"/>
                </a:lnTo>
                <a:lnTo>
                  <a:pt x="660219" y="36481"/>
                </a:lnTo>
                <a:lnTo>
                  <a:pt x="659177" y="36686"/>
                </a:lnTo>
                <a:lnTo>
                  <a:pt x="658149" y="36912"/>
                </a:lnTo>
                <a:lnTo>
                  <a:pt x="657135" y="37159"/>
                </a:lnTo>
                <a:lnTo>
                  <a:pt x="656135" y="37428"/>
                </a:lnTo>
                <a:lnTo>
                  <a:pt x="655149" y="37718"/>
                </a:lnTo>
                <a:lnTo>
                  <a:pt x="654177" y="38030"/>
                </a:lnTo>
                <a:lnTo>
                  <a:pt x="653220" y="38364"/>
                </a:lnTo>
                <a:lnTo>
                  <a:pt x="652276" y="38719"/>
                </a:lnTo>
                <a:lnTo>
                  <a:pt x="651346" y="39095"/>
                </a:lnTo>
                <a:lnTo>
                  <a:pt x="650430" y="39493"/>
                </a:lnTo>
                <a:lnTo>
                  <a:pt x="649529" y="39913"/>
                </a:lnTo>
                <a:lnTo>
                  <a:pt x="648641" y="40354"/>
                </a:lnTo>
                <a:lnTo>
                  <a:pt x="647767" y="40816"/>
                </a:lnTo>
                <a:lnTo>
                  <a:pt x="646908" y="41301"/>
                </a:lnTo>
                <a:lnTo>
                  <a:pt x="646062" y="41806"/>
                </a:lnTo>
                <a:lnTo>
                  <a:pt x="645232" y="42332"/>
                </a:lnTo>
                <a:lnTo>
                  <a:pt x="644419" y="42876"/>
                </a:lnTo>
                <a:lnTo>
                  <a:pt x="643622" y="43438"/>
                </a:lnTo>
                <a:lnTo>
                  <a:pt x="642842" y="44020"/>
                </a:lnTo>
                <a:lnTo>
                  <a:pt x="642078" y="44619"/>
                </a:lnTo>
                <a:lnTo>
                  <a:pt x="641331" y="45237"/>
                </a:lnTo>
                <a:lnTo>
                  <a:pt x="640600" y="45874"/>
                </a:lnTo>
                <a:lnTo>
                  <a:pt x="639886" y="46529"/>
                </a:lnTo>
                <a:lnTo>
                  <a:pt x="639189" y="47203"/>
                </a:lnTo>
                <a:lnTo>
                  <a:pt x="638508" y="47895"/>
                </a:lnTo>
                <a:lnTo>
                  <a:pt x="637844" y="48606"/>
                </a:lnTo>
                <a:lnTo>
                  <a:pt x="637197" y="49335"/>
                </a:lnTo>
                <a:lnTo>
                  <a:pt x="636566" y="50083"/>
                </a:lnTo>
                <a:lnTo>
                  <a:pt x="635952" y="50849"/>
                </a:lnTo>
                <a:lnTo>
                  <a:pt x="635354" y="51634"/>
                </a:lnTo>
                <a:lnTo>
                  <a:pt x="634773" y="52438"/>
                </a:lnTo>
                <a:lnTo>
                  <a:pt x="634209" y="53259"/>
                </a:lnTo>
                <a:lnTo>
                  <a:pt x="633661" y="54100"/>
                </a:lnTo>
                <a:lnTo>
                  <a:pt x="633130" y="54959"/>
                </a:lnTo>
                <a:lnTo>
                  <a:pt x="632616" y="55836"/>
                </a:lnTo>
                <a:lnTo>
                  <a:pt x="632118" y="56732"/>
                </a:lnTo>
                <a:lnTo>
                  <a:pt x="631636" y="57647"/>
                </a:lnTo>
                <a:lnTo>
                  <a:pt x="631172" y="58579"/>
                </a:lnTo>
                <a:lnTo>
                  <a:pt x="630724" y="59531"/>
                </a:lnTo>
                <a:lnTo>
                  <a:pt x="630293" y="60500"/>
                </a:lnTo>
                <a:lnTo>
                  <a:pt x="629881" y="61485"/>
                </a:lnTo>
                <a:lnTo>
                  <a:pt x="629487" y="62485"/>
                </a:lnTo>
                <a:lnTo>
                  <a:pt x="629111" y="63502"/>
                </a:lnTo>
                <a:lnTo>
                  <a:pt x="628754" y="64535"/>
                </a:lnTo>
                <a:lnTo>
                  <a:pt x="628415" y="65584"/>
                </a:lnTo>
                <a:lnTo>
                  <a:pt x="628094" y="66649"/>
                </a:lnTo>
                <a:lnTo>
                  <a:pt x="627792" y="67730"/>
                </a:lnTo>
                <a:lnTo>
                  <a:pt x="627508" y="68827"/>
                </a:lnTo>
                <a:lnTo>
                  <a:pt x="627242" y="69941"/>
                </a:lnTo>
                <a:lnTo>
                  <a:pt x="626995" y="71070"/>
                </a:lnTo>
                <a:lnTo>
                  <a:pt x="626765" y="72215"/>
                </a:lnTo>
                <a:lnTo>
                  <a:pt x="626555" y="73376"/>
                </a:lnTo>
                <a:lnTo>
                  <a:pt x="626362" y="74554"/>
                </a:lnTo>
                <a:lnTo>
                  <a:pt x="626188" y="75747"/>
                </a:lnTo>
                <a:lnTo>
                  <a:pt x="626032" y="76957"/>
                </a:lnTo>
                <a:lnTo>
                  <a:pt x="625895" y="78182"/>
                </a:lnTo>
                <a:lnTo>
                  <a:pt x="625776" y="79423"/>
                </a:lnTo>
                <a:lnTo>
                  <a:pt x="625675" y="80681"/>
                </a:lnTo>
                <a:lnTo>
                  <a:pt x="625593" y="81955"/>
                </a:lnTo>
                <a:lnTo>
                  <a:pt x="625529" y="83244"/>
                </a:lnTo>
                <a:lnTo>
                  <a:pt x="625483" y="84550"/>
                </a:lnTo>
                <a:lnTo>
                  <a:pt x="625455" y="85872"/>
                </a:lnTo>
                <a:lnTo>
                  <a:pt x="625446" y="87210"/>
                </a:lnTo>
                <a:lnTo>
                  <a:pt x="625455" y="88514"/>
                </a:lnTo>
                <a:lnTo>
                  <a:pt x="625483" y="89804"/>
                </a:lnTo>
                <a:lnTo>
                  <a:pt x="625529" y="91079"/>
                </a:lnTo>
                <a:lnTo>
                  <a:pt x="625593" y="92338"/>
                </a:lnTo>
                <a:lnTo>
                  <a:pt x="625675" y="93583"/>
                </a:lnTo>
                <a:lnTo>
                  <a:pt x="625776" y="94813"/>
                </a:lnTo>
                <a:lnTo>
                  <a:pt x="625895" y="96027"/>
                </a:lnTo>
                <a:lnTo>
                  <a:pt x="626032" y="97227"/>
                </a:lnTo>
                <a:lnTo>
                  <a:pt x="626188" y="98412"/>
                </a:lnTo>
                <a:lnTo>
                  <a:pt x="626362" y="99581"/>
                </a:lnTo>
                <a:lnTo>
                  <a:pt x="626555" y="100736"/>
                </a:lnTo>
                <a:lnTo>
                  <a:pt x="626765" y="101876"/>
                </a:lnTo>
                <a:lnTo>
                  <a:pt x="626995" y="103000"/>
                </a:lnTo>
                <a:lnTo>
                  <a:pt x="627242" y="104110"/>
                </a:lnTo>
                <a:lnTo>
                  <a:pt x="627508" y="105205"/>
                </a:lnTo>
                <a:lnTo>
                  <a:pt x="627792" y="106285"/>
                </a:lnTo>
                <a:lnTo>
                  <a:pt x="628094" y="107349"/>
                </a:lnTo>
                <a:lnTo>
                  <a:pt x="628415" y="108399"/>
                </a:lnTo>
                <a:lnTo>
                  <a:pt x="628754" y="109434"/>
                </a:lnTo>
                <a:lnTo>
                  <a:pt x="629111" y="110454"/>
                </a:lnTo>
                <a:lnTo>
                  <a:pt x="629487" y="111458"/>
                </a:lnTo>
                <a:lnTo>
                  <a:pt x="629881" y="112448"/>
                </a:lnTo>
                <a:lnTo>
                  <a:pt x="630293" y="113423"/>
                </a:lnTo>
                <a:lnTo>
                  <a:pt x="630724" y="114383"/>
                </a:lnTo>
                <a:lnTo>
                  <a:pt x="631172" y="115326"/>
                </a:lnTo>
                <a:lnTo>
                  <a:pt x="631636" y="116250"/>
                </a:lnTo>
                <a:lnTo>
                  <a:pt x="632118" y="117157"/>
                </a:lnTo>
                <a:lnTo>
                  <a:pt x="632616" y="118045"/>
                </a:lnTo>
                <a:lnTo>
                  <a:pt x="633130" y="118915"/>
                </a:lnTo>
                <a:lnTo>
                  <a:pt x="633661" y="119766"/>
                </a:lnTo>
                <a:lnTo>
                  <a:pt x="634209" y="120599"/>
                </a:lnTo>
                <a:lnTo>
                  <a:pt x="634773" y="121414"/>
                </a:lnTo>
                <a:lnTo>
                  <a:pt x="635354" y="122210"/>
                </a:lnTo>
                <a:lnTo>
                  <a:pt x="635952" y="122988"/>
                </a:lnTo>
                <a:lnTo>
                  <a:pt x="636566" y="123748"/>
                </a:lnTo>
                <a:lnTo>
                  <a:pt x="637197" y="124490"/>
                </a:lnTo>
                <a:lnTo>
                  <a:pt x="637844" y="125213"/>
                </a:lnTo>
                <a:lnTo>
                  <a:pt x="638508" y="125917"/>
                </a:lnTo>
                <a:lnTo>
                  <a:pt x="639189" y="126604"/>
                </a:lnTo>
                <a:lnTo>
                  <a:pt x="639886" y="127272"/>
                </a:lnTo>
                <a:lnTo>
                  <a:pt x="640600" y="127922"/>
                </a:lnTo>
                <a:lnTo>
                  <a:pt x="641331" y="128553"/>
                </a:lnTo>
                <a:lnTo>
                  <a:pt x="642078" y="129166"/>
                </a:lnTo>
                <a:lnTo>
                  <a:pt x="642842" y="129761"/>
                </a:lnTo>
                <a:lnTo>
                  <a:pt x="643622" y="130337"/>
                </a:lnTo>
                <a:lnTo>
                  <a:pt x="644419" y="130895"/>
                </a:lnTo>
                <a:lnTo>
                  <a:pt x="645232" y="131435"/>
                </a:lnTo>
                <a:lnTo>
                  <a:pt x="646062" y="131956"/>
                </a:lnTo>
                <a:lnTo>
                  <a:pt x="646908" y="132458"/>
                </a:lnTo>
                <a:lnTo>
                  <a:pt x="647767" y="132938"/>
                </a:lnTo>
                <a:lnTo>
                  <a:pt x="648641" y="133396"/>
                </a:lnTo>
                <a:lnTo>
                  <a:pt x="649529" y="133834"/>
                </a:lnTo>
                <a:lnTo>
                  <a:pt x="650430" y="134250"/>
                </a:lnTo>
                <a:lnTo>
                  <a:pt x="651346" y="134644"/>
                </a:lnTo>
                <a:lnTo>
                  <a:pt x="652276" y="135018"/>
                </a:lnTo>
                <a:lnTo>
                  <a:pt x="653220" y="135370"/>
                </a:lnTo>
                <a:lnTo>
                  <a:pt x="654177" y="135700"/>
                </a:lnTo>
                <a:lnTo>
                  <a:pt x="655149" y="136009"/>
                </a:lnTo>
                <a:lnTo>
                  <a:pt x="656135" y="136297"/>
                </a:lnTo>
                <a:lnTo>
                  <a:pt x="657135" y="136564"/>
                </a:lnTo>
                <a:lnTo>
                  <a:pt x="658149" y="136809"/>
                </a:lnTo>
                <a:lnTo>
                  <a:pt x="659177" y="137033"/>
                </a:lnTo>
                <a:lnTo>
                  <a:pt x="660219" y="137236"/>
                </a:lnTo>
                <a:lnTo>
                  <a:pt x="661275" y="137417"/>
                </a:lnTo>
                <a:lnTo>
                  <a:pt x="662346" y="137577"/>
                </a:lnTo>
                <a:lnTo>
                  <a:pt x="663430" y="137716"/>
                </a:lnTo>
                <a:lnTo>
                  <a:pt x="664528" y="137833"/>
                </a:lnTo>
                <a:lnTo>
                  <a:pt x="665640" y="137929"/>
                </a:lnTo>
                <a:lnTo>
                  <a:pt x="666767" y="138004"/>
                </a:lnTo>
                <a:lnTo>
                  <a:pt x="667907" y="138057"/>
                </a:lnTo>
                <a:lnTo>
                  <a:pt x="669062" y="138089"/>
                </a:lnTo>
                <a:lnTo>
                  <a:pt x="670230" y="138100"/>
                </a:lnTo>
                <a:lnTo>
                  <a:pt x="671423" y="138089"/>
                </a:lnTo>
                <a:lnTo>
                  <a:pt x="672601" y="138057"/>
                </a:lnTo>
                <a:lnTo>
                  <a:pt x="673765" y="138004"/>
                </a:lnTo>
                <a:lnTo>
                  <a:pt x="674914" y="137929"/>
                </a:lnTo>
                <a:lnTo>
                  <a:pt x="676049" y="137833"/>
                </a:lnTo>
                <a:close/>
                <a:moveTo>
                  <a:pt x="666101" y="124769"/>
                </a:moveTo>
                <a:lnTo>
                  <a:pt x="665319" y="124676"/>
                </a:lnTo>
                <a:lnTo>
                  <a:pt x="664553" y="124566"/>
                </a:lnTo>
                <a:lnTo>
                  <a:pt x="663802" y="124439"/>
                </a:lnTo>
                <a:lnTo>
                  <a:pt x="663065" y="124295"/>
                </a:lnTo>
                <a:lnTo>
                  <a:pt x="662344" y="124134"/>
                </a:lnTo>
                <a:lnTo>
                  <a:pt x="661637" y="123957"/>
                </a:lnTo>
                <a:lnTo>
                  <a:pt x="660945" y="123762"/>
                </a:lnTo>
                <a:lnTo>
                  <a:pt x="660268" y="123551"/>
                </a:lnTo>
                <a:lnTo>
                  <a:pt x="659606" y="123322"/>
                </a:lnTo>
                <a:lnTo>
                  <a:pt x="658959" y="123077"/>
                </a:lnTo>
                <a:lnTo>
                  <a:pt x="658327" y="122814"/>
                </a:lnTo>
                <a:lnTo>
                  <a:pt x="657710" y="122535"/>
                </a:lnTo>
                <a:lnTo>
                  <a:pt x="657107" y="122239"/>
                </a:lnTo>
                <a:lnTo>
                  <a:pt x="656520" y="121926"/>
                </a:lnTo>
                <a:lnTo>
                  <a:pt x="655947" y="121596"/>
                </a:lnTo>
                <a:lnTo>
                  <a:pt x="655390" y="121249"/>
                </a:lnTo>
                <a:lnTo>
                  <a:pt x="654847" y="120885"/>
                </a:lnTo>
                <a:lnTo>
                  <a:pt x="654319" y="120505"/>
                </a:lnTo>
                <a:lnTo>
                  <a:pt x="653806" y="120107"/>
                </a:lnTo>
                <a:lnTo>
                  <a:pt x="653306" y="119694"/>
                </a:lnTo>
                <a:lnTo>
                  <a:pt x="652818" y="119269"/>
                </a:lnTo>
                <a:lnTo>
                  <a:pt x="652342" y="118830"/>
                </a:lnTo>
                <a:lnTo>
                  <a:pt x="651878" y="118379"/>
                </a:lnTo>
                <a:lnTo>
                  <a:pt x="651426" y="117915"/>
                </a:lnTo>
                <a:lnTo>
                  <a:pt x="650985" y="117438"/>
                </a:lnTo>
                <a:lnTo>
                  <a:pt x="650557" y="116948"/>
                </a:lnTo>
                <a:lnTo>
                  <a:pt x="650140" y="116446"/>
                </a:lnTo>
                <a:lnTo>
                  <a:pt x="649735" y="115930"/>
                </a:lnTo>
                <a:lnTo>
                  <a:pt x="649341" y="115402"/>
                </a:lnTo>
                <a:lnTo>
                  <a:pt x="648960" y="114861"/>
                </a:lnTo>
                <a:lnTo>
                  <a:pt x="648590" y="114307"/>
                </a:lnTo>
                <a:lnTo>
                  <a:pt x="648232" y="113740"/>
                </a:lnTo>
                <a:lnTo>
                  <a:pt x="647886" y="113161"/>
                </a:lnTo>
                <a:lnTo>
                  <a:pt x="647552" y="112569"/>
                </a:lnTo>
                <a:lnTo>
                  <a:pt x="647230" y="111963"/>
                </a:lnTo>
                <a:lnTo>
                  <a:pt x="646919" y="111345"/>
                </a:lnTo>
                <a:lnTo>
                  <a:pt x="646620" y="110715"/>
                </a:lnTo>
                <a:lnTo>
                  <a:pt x="646333" y="110071"/>
                </a:lnTo>
                <a:lnTo>
                  <a:pt x="646058" y="109415"/>
                </a:lnTo>
                <a:lnTo>
                  <a:pt x="645795" y="108745"/>
                </a:lnTo>
                <a:lnTo>
                  <a:pt x="645544" y="108063"/>
                </a:lnTo>
                <a:lnTo>
                  <a:pt x="645304" y="107368"/>
                </a:lnTo>
                <a:lnTo>
                  <a:pt x="645076" y="106661"/>
                </a:lnTo>
                <a:lnTo>
                  <a:pt x="644859" y="105943"/>
                </a:lnTo>
                <a:lnTo>
                  <a:pt x="644651" y="105216"/>
                </a:lnTo>
                <a:lnTo>
                  <a:pt x="644452" y="104482"/>
                </a:lnTo>
                <a:lnTo>
                  <a:pt x="644262" y="103740"/>
                </a:lnTo>
                <a:lnTo>
                  <a:pt x="644082" y="102990"/>
                </a:lnTo>
                <a:lnTo>
                  <a:pt x="643911" y="102232"/>
                </a:lnTo>
                <a:lnTo>
                  <a:pt x="643749" y="101466"/>
                </a:lnTo>
                <a:lnTo>
                  <a:pt x="643596" y="100691"/>
                </a:lnTo>
                <a:lnTo>
                  <a:pt x="643453" y="99909"/>
                </a:lnTo>
                <a:lnTo>
                  <a:pt x="643319" y="99119"/>
                </a:lnTo>
                <a:lnTo>
                  <a:pt x="643194" y="98321"/>
                </a:lnTo>
                <a:lnTo>
                  <a:pt x="643079" y="97515"/>
                </a:lnTo>
                <a:lnTo>
                  <a:pt x="642972" y="96700"/>
                </a:lnTo>
                <a:lnTo>
                  <a:pt x="642875" y="95878"/>
                </a:lnTo>
                <a:lnTo>
                  <a:pt x="642787" y="95048"/>
                </a:lnTo>
                <a:lnTo>
                  <a:pt x="642709" y="94210"/>
                </a:lnTo>
                <a:lnTo>
                  <a:pt x="642639" y="93364"/>
                </a:lnTo>
                <a:lnTo>
                  <a:pt x="642579" y="92509"/>
                </a:lnTo>
                <a:lnTo>
                  <a:pt x="642528" y="91647"/>
                </a:lnTo>
                <a:lnTo>
                  <a:pt x="642487" y="90777"/>
                </a:lnTo>
                <a:lnTo>
                  <a:pt x="642454" y="89899"/>
                </a:lnTo>
                <a:lnTo>
                  <a:pt x="642431" y="89012"/>
                </a:lnTo>
                <a:lnTo>
                  <a:pt x="642417" y="88118"/>
                </a:lnTo>
                <a:lnTo>
                  <a:pt x="642413" y="87216"/>
                </a:lnTo>
                <a:lnTo>
                  <a:pt x="642417" y="86296"/>
                </a:lnTo>
                <a:lnTo>
                  <a:pt x="642431" y="85385"/>
                </a:lnTo>
                <a:lnTo>
                  <a:pt x="642454" y="84481"/>
                </a:lnTo>
                <a:lnTo>
                  <a:pt x="642487" y="83586"/>
                </a:lnTo>
                <a:lnTo>
                  <a:pt x="642528" y="82699"/>
                </a:lnTo>
                <a:lnTo>
                  <a:pt x="642579" y="81821"/>
                </a:lnTo>
                <a:lnTo>
                  <a:pt x="642639" y="80950"/>
                </a:lnTo>
                <a:lnTo>
                  <a:pt x="642709" y="80088"/>
                </a:lnTo>
                <a:lnTo>
                  <a:pt x="642787" y="79234"/>
                </a:lnTo>
                <a:lnTo>
                  <a:pt x="642875" y="78388"/>
                </a:lnTo>
                <a:lnTo>
                  <a:pt x="642972" y="77550"/>
                </a:lnTo>
                <a:lnTo>
                  <a:pt x="643079" y="76721"/>
                </a:lnTo>
                <a:lnTo>
                  <a:pt x="643194" y="75900"/>
                </a:lnTo>
                <a:lnTo>
                  <a:pt x="643319" y="75087"/>
                </a:lnTo>
                <a:lnTo>
                  <a:pt x="643453" y="74282"/>
                </a:lnTo>
                <a:lnTo>
                  <a:pt x="643596" y="73485"/>
                </a:lnTo>
                <a:lnTo>
                  <a:pt x="643749" y="72697"/>
                </a:lnTo>
                <a:lnTo>
                  <a:pt x="643911" y="71916"/>
                </a:lnTo>
                <a:lnTo>
                  <a:pt x="644082" y="71144"/>
                </a:lnTo>
                <a:lnTo>
                  <a:pt x="644262" y="70380"/>
                </a:lnTo>
                <a:lnTo>
                  <a:pt x="644452" y="69625"/>
                </a:lnTo>
                <a:lnTo>
                  <a:pt x="644651" y="68877"/>
                </a:lnTo>
                <a:lnTo>
                  <a:pt x="644859" y="68138"/>
                </a:lnTo>
                <a:lnTo>
                  <a:pt x="645076" y="67407"/>
                </a:lnTo>
                <a:lnTo>
                  <a:pt x="645304" y="66687"/>
                </a:lnTo>
                <a:lnTo>
                  <a:pt x="645544" y="65979"/>
                </a:lnTo>
                <a:lnTo>
                  <a:pt x="645795" y="65285"/>
                </a:lnTo>
                <a:lnTo>
                  <a:pt x="646058" y="64603"/>
                </a:lnTo>
                <a:lnTo>
                  <a:pt x="646333" y="63935"/>
                </a:lnTo>
                <a:lnTo>
                  <a:pt x="646620" y="63279"/>
                </a:lnTo>
                <a:lnTo>
                  <a:pt x="646919" y="62637"/>
                </a:lnTo>
                <a:lnTo>
                  <a:pt x="647230" y="62008"/>
                </a:lnTo>
                <a:lnTo>
                  <a:pt x="647552" y="61391"/>
                </a:lnTo>
                <a:lnTo>
                  <a:pt x="647886" y="60788"/>
                </a:lnTo>
                <a:lnTo>
                  <a:pt x="648232" y="60198"/>
                </a:lnTo>
                <a:lnTo>
                  <a:pt x="648590" y="59620"/>
                </a:lnTo>
                <a:lnTo>
                  <a:pt x="648960" y="59056"/>
                </a:lnTo>
                <a:lnTo>
                  <a:pt x="649341" y="58505"/>
                </a:lnTo>
                <a:lnTo>
                  <a:pt x="649735" y="57967"/>
                </a:lnTo>
                <a:lnTo>
                  <a:pt x="650140" y="57441"/>
                </a:lnTo>
                <a:lnTo>
                  <a:pt x="650557" y="56929"/>
                </a:lnTo>
                <a:lnTo>
                  <a:pt x="650985" y="56430"/>
                </a:lnTo>
                <a:lnTo>
                  <a:pt x="651426" y="55944"/>
                </a:lnTo>
                <a:lnTo>
                  <a:pt x="651878" y="55471"/>
                </a:lnTo>
                <a:lnTo>
                  <a:pt x="652342" y="55010"/>
                </a:lnTo>
                <a:lnTo>
                  <a:pt x="652818" y="54563"/>
                </a:lnTo>
                <a:lnTo>
                  <a:pt x="653306" y="54129"/>
                </a:lnTo>
                <a:lnTo>
                  <a:pt x="653806" y="53708"/>
                </a:lnTo>
                <a:lnTo>
                  <a:pt x="654319" y="53302"/>
                </a:lnTo>
                <a:lnTo>
                  <a:pt x="654847" y="52913"/>
                </a:lnTo>
                <a:lnTo>
                  <a:pt x="655390" y="52541"/>
                </a:lnTo>
                <a:lnTo>
                  <a:pt x="655947" y="52187"/>
                </a:lnTo>
                <a:lnTo>
                  <a:pt x="656520" y="51850"/>
                </a:lnTo>
                <a:lnTo>
                  <a:pt x="657107" y="51530"/>
                </a:lnTo>
                <a:lnTo>
                  <a:pt x="657710" y="51227"/>
                </a:lnTo>
                <a:lnTo>
                  <a:pt x="658327" y="50942"/>
                </a:lnTo>
                <a:lnTo>
                  <a:pt x="658959" y="50674"/>
                </a:lnTo>
                <a:lnTo>
                  <a:pt x="659606" y="50424"/>
                </a:lnTo>
                <a:lnTo>
                  <a:pt x="660268" y="50190"/>
                </a:lnTo>
                <a:lnTo>
                  <a:pt x="660945" y="49974"/>
                </a:lnTo>
                <a:lnTo>
                  <a:pt x="661637" y="49775"/>
                </a:lnTo>
                <a:lnTo>
                  <a:pt x="662344" y="49594"/>
                </a:lnTo>
                <a:lnTo>
                  <a:pt x="663065" y="49430"/>
                </a:lnTo>
                <a:lnTo>
                  <a:pt x="663802" y="49283"/>
                </a:lnTo>
                <a:lnTo>
                  <a:pt x="664553" y="49153"/>
                </a:lnTo>
                <a:lnTo>
                  <a:pt x="665319" y="49041"/>
                </a:lnTo>
                <a:lnTo>
                  <a:pt x="666101" y="48946"/>
                </a:lnTo>
                <a:lnTo>
                  <a:pt x="666897" y="48868"/>
                </a:lnTo>
                <a:lnTo>
                  <a:pt x="667708" y="48807"/>
                </a:lnTo>
                <a:lnTo>
                  <a:pt x="668534" y="48764"/>
                </a:lnTo>
                <a:lnTo>
                  <a:pt x="669374" y="48738"/>
                </a:lnTo>
                <a:lnTo>
                  <a:pt x="670230" y="48730"/>
                </a:lnTo>
                <a:lnTo>
                  <a:pt x="671110" y="48738"/>
                </a:lnTo>
                <a:lnTo>
                  <a:pt x="671975" y="48764"/>
                </a:lnTo>
                <a:lnTo>
                  <a:pt x="672826" y="48807"/>
                </a:lnTo>
                <a:lnTo>
                  <a:pt x="673661" y="48868"/>
                </a:lnTo>
                <a:lnTo>
                  <a:pt x="674481" y="48946"/>
                </a:lnTo>
                <a:lnTo>
                  <a:pt x="675285" y="49041"/>
                </a:lnTo>
                <a:lnTo>
                  <a:pt x="676075" y="49153"/>
                </a:lnTo>
                <a:lnTo>
                  <a:pt x="676850" y="49283"/>
                </a:lnTo>
                <a:lnTo>
                  <a:pt x="677610" y="49430"/>
                </a:lnTo>
                <a:lnTo>
                  <a:pt x="678354" y="49594"/>
                </a:lnTo>
                <a:lnTo>
                  <a:pt x="679084" y="49775"/>
                </a:lnTo>
                <a:lnTo>
                  <a:pt x="679798" y="49974"/>
                </a:lnTo>
                <a:lnTo>
                  <a:pt x="680498" y="50190"/>
                </a:lnTo>
                <a:lnTo>
                  <a:pt x="681182" y="50424"/>
                </a:lnTo>
                <a:lnTo>
                  <a:pt x="681851" y="50674"/>
                </a:lnTo>
                <a:lnTo>
                  <a:pt x="682506" y="50942"/>
                </a:lnTo>
                <a:lnTo>
                  <a:pt x="683145" y="51227"/>
                </a:lnTo>
                <a:lnTo>
                  <a:pt x="683769" y="51530"/>
                </a:lnTo>
                <a:lnTo>
                  <a:pt x="684378" y="51850"/>
                </a:lnTo>
                <a:lnTo>
                  <a:pt x="684972" y="52187"/>
                </a:lnTo>
                <a:lnTo>
                  <a:pt x="685550" y="52541"/>
                </a:lnTo>
                <a:lnTo>
                  <a:pt x="686114" y="52913"/>
                </a:lnTo>
                <a:lnTo>
                  <a:pt x="686663" y="53302"/>
                </a:lnTo>
                <a:lnTo>
                  <a:pt x="687197" y="53708"/>
                </a:lnTo>
                <a:lnTo>
                  <a:pt x="687716" y="54129"/>
                </a:lnTo>
                <a:lnTo>
                  <a:pt x="688224" y="54563"/>
                </a:lnTo>
                <a:lnTo>
                  <a:pt x="688719" y="55010"/>
                </a:lnTo>
                <a:lnTo>
                  <a:pt x="689202" y="55471"/>
                </a:lnTo>
                <a:lnTo>
                  <a:pt x="689673" y="55944"/>
                </a:lnTo>
                <a:lnTo>
                  <a:pt x="690131" y="56430"/>
                </a:lnTo>
                <a:lnTo>
                  <a:pt x="690577" y="56929"/>
                </a:lnTo>
                <a:lnTo>
                  <a:pt x="691011" y="57441"/>
                </a:lnTo>
                <a:lnTo>
                  <a:pt x="691432" y="57967"/>
                </a:lnTo>
                <a:lnTo>
                  <a:pt x="691841" y="58505"/>
                </a:lnTo>
                <a:lnTo>
                  <a:pt x="692238" y="59056"/>
                </a:lnTo>
                <a:lnTo>
                  <a:pt x="692622" y="59620"/>
                </a:lnTo>
                <a:lnTo>
                  <a:pt x="692994" y="60198"/>
                </a:lnTo>
                <a:lnTo>
                  <a:pt x="693354" y="60788"/>
                </a:lnTo>
                <a:lnTo>
                  <a:pt x="693701" y="61391"/>
                </a:lnTo>
                <a:lnTo>
                  <a:pt x="694036" y="62008"/>
                </a:lnTo>
                <a:lnTo>
                  <a:pt x="694358" y="62637"/>
                </a:lnTo>
                <a:lnTo>
                  <a:pt x="694669" y="63279"/>
                </a:lnTo>
                <a:lnTo>
                  <a:pt x="694967" y="63935"/>
                </a:lnTo>
                <a:lnTo>
                  <a:pt x="695252" y="64603"/>
                </a:lnTo>
                <a:lnTo>
                  <a:pt x="695526" y="65285"/>
                </a:lnTo>
                <a:lnTo>
                  <a:pt x="695787" y="65979"/>
                </a:lnTo>
                <a:lnTo>
                  <a:pt x="696035" y="66687"/>
                </a:lnTo>
                <a:lnTo>
                  <a:pt x="696272" y="67407"/>
                </a:lnTo>
                <a:lnTo>
                  <a:pt x="696497" y="68138"/>
                </a:lnTo>
                <a:lnTo>
                  <a:pt x="696713" y="68877"/>
                </a:lnTo>
                <a:lnTo>
                  <a:pt x="696919" y="69625"/>
                </a:lnTo>
                <a:lnTo>
                  <a:pt x="697116" y="70380"/>
                </a:lnTo>
                <a:lnTo>
                  <a:pt x="697303" y="71144"/>
                </a:lnTo>
                <a:lnTo>
                  <a:pt x="697480" y="71916"/>
                </a:lnTo>
                <a:lnTo>
                  <a:pt x="697648" y="72697"/>
                </a:lnTo>
                <a:lnTo>
                  <a:pt x="697806" y="73485"/>
                </a:lnTo>
                <a:lnTo>
                  <a:pt x="697955" y="74282"/>
                </a:lnTo>
                <a:lnTo>
                  <a:pt x="698094" y="75087"/>
                </a:lnTo>
                <a:lnTo>
                  <a:pt x="698223" y="75900"/>
                </a:lnTo>
                <a:lnTo>
                  <a:pt x="698343" y="76721"/>
                </a:lnTo>
                <a:lnTo>
                  <a:pt x="698453" y="77550"/>
                </a:lnTo>
                <a:lnTo>
                  <a:pt x="698554" y="78388"/>
                </a:lnTo>
                <a:lnTo>
                  <a:pt x="698645" y="79234"/>
                </a:lnTo>
                <a:lnTo>
                  <a:pt x="698727" y="80088"/>
                </a:lnTo>
                <a:lnTo>
                  <a:pt x="698799" y="80950"/>
                </a:lnTo>
                <a:lnTo>
                  <a:pt x="698861" y="81821"/>
                </a:lnTo>
                <a:lnTo>
                  <a:pt x="698914" y="82699"/>
                </a:lnTo>
                <a:lnTo>
                  <a:pt x="698957" y="83586"/>
                </a:lnTo>
                <a:lnTo>
                  <a:pt x="698991" y="84481"/>
                </a:lnTo>
                <a:lnTo>
                  <a:pt x="699015" y="85385"/>
                </a:lnTo>
                <a:lnTo>
                  <a:pt x="699029" y="86296"/>
                </a:lnTo>
                <a:lnTo>
                  <a:pt x="699034" y="87216"/>
                </a:lnTo>
                <a:lnTo>
                  <a:pt x="699029" y="88118"/>
                </a:lnTo>
                <a:lnTo>
                  <a:pt x="699015" y="89012"/>
                </a:lnTo>
                <a:lnTo>
                  <a:pt x="698991" y="89899"/>
                </a:lnTo>
                <a:lnTo>
                  <a:pt x="698957" y="90777"/>
                </a:lnTo>
                <a:lnTo>
                  <a:pt x="698914" y="91647"/>
                </a:lnTo>
                <a:lnTo>
                  <a:pt x="698861" y="92509"/>
                </a:lnTo>
                <a:lnTo>
                  <a:pt x="698799" y="93364"/>
                </a:lnTo>
                <a:lnTo>
                  <a:pt x="698727" y="94210"/>
                </a:lnTo>
                <a:lnTo>
                  <a:pt x="698645" y="95048"/>
                </a:lnTo>
                <a:lnTo>
                  <a:pt x="698554" y="95878"/>
                </a:lnTo>
                <a:lnTo>
                  <a:pt x="698453" y="96700"/>
                </a:lnTo>
                <a:lnTo>
                  <a:pt x="698343" y="97515"/>
                </a:lnTo>
                <a:lnTo>
                  <a:pt x="698223" y="98321"/>
                </a:lnTo>
                <a:lnTo>
                  <a:pt x="698094" y="99119"/>
                </a:lnTo>
                <a:lnTo>
                  <a:pt x="697955" y="99909"/>
                </a:lnTo>
                <a:lnTo>
                  <a:pt x="697806" y="100691"/>
                </a:lnTo>
                <a:lnTo>
                  <a:pt x="697648" y="101466"/>
                </a:lnTo>
                <a:lnTo>
                  <a:pt x="697480" y="102232"/>
                </a:lnTo>
                <a:lnTo>
                  <a:pt x="697303" y="102990"/>
                </a:lnTo>
                <a:lnTo>
                  <a:pt x="697116" y="103740"/>
                </a:lnTo>
                <a:lnTo>
                  <a:pt x="696919" y="104482"/>
                </a:lnTo>
                <a:lnTo>
                  <a:pt x="696713" y="105216"/>
                </a:lnTo>
                <a:lnTo>
                  <a:pt x="696497" y="105943"/>
                </a:lnTo>
                <a:lnTo>
                  <a:pt x="696272" y="106661"/>
                </a:lnTo>
                <a:lnTo>
                  <a:pt x="696035" y="107368"/>
                </a:lnTo>
                <a:lnTo>
                  <a:pt x="695787" y="108063"/>
                </a:lnTo>
                <a:lnTo>
                  <a:pt x="695526" y="108745"/>
                </a:lnTo>
                <a:lnTo>
                  <a:pt x="695252" y="109415"/>
                </a:lnTo>
                <a:lnTo>
                  <a:pt x="694967" y="110071"/>
                </a:lnTo>
                <a:lnTo>
                  <a:pt x="694669" y="110715"/>
                </a:lnTo>
                <a:lnTo>
                  <a:pt x="694358" y="111345"/>
                </a:lnTo>
                <a:lnTo>
                  <a:pt x="694036" y="111963"/>
                </a:lnTo>
                <a:lnTo>
                  <a:pt x="693701" y="112569"/>
                </a:lnTo>
                <a:lnTo>
                  <a:pt x="693354" y="113161"/>
                </a:lnTo>
                <a:lnTo>
                  <a:pt x="692994" y="113740"/>
                </a:lnTo>
                <a:lnTo>
                  <a:pt x="692622" y="114307"/>
                </a:lnTo>
                <a:lnTo>
                  <a:pt x="692238" y="114861"/>
                </a:lnTo>
                <a:lnTo>
                  <a:pt x="691841" y="115402"/>
                </a:lnTo>
                <a:lnTo>
                  <a:pt x="691432" y="115930"/>
                </a:lnTo>
                <a:lnTo>
                  <a:pt x="691011" y="116446"/>
                </a:lnTo>
                <a:lnTo>
                  <a:pt x="690577" y="116948"/>
                </a:lnTo>
                <a:lnTo>
                  <a:pt x="690131" y="117438"/>
                </a:lnTo>
                <a:lnTo>
                  <a:pt x="689673" y="117915"/>
                </a:lnTo>
                <a:lnTo>
                  <a:pt x="689202" y="118379"/>
                </a:lnTo>
                <a:lnTo>
                  <a:pt x="688719" y="118830"/>
                </a:lnTo>
                <a:lnTo>
                  <a:pt x="688224" y="119269"/>
                </a:lnTo>
                <a:lnTo>
                  <a:pt x="687716" y="119694"/>
                </a:lnTo>
                <a:lnTo>
                  <a:pt x="687197" y="120107"/>
                </a:lnTo>
                <a:lnTo>
                  <a:pt x="686663" y="120505"/>
                </a:lnTo>
                <a:lnTo>
                  <a:pt x="686114" y="120885"/>
                </a:lnTo>
                <a:lnTo>
                  <a:pt x="685550" y="121249"/>
                </a:lnTo>
                <a:lnTo>
                  <a:pt x="684972" y="121596"/>
                </a:lnTo>
                <a:lnTo>
                  <a:pt x="684378" y="121926"/>
                </a:lnTo>
                <a:lnTo>
                  <a:pt x="683769" y="122239"/>
                </a:lnTo>
                <a:lnTo>
                  <a:pt x="683145" y="122535"/>
                </a:lnTo>
                <a:lnTo>
                  <a:pt x="682506" y="122814"/>
                </a:lnTo>
                <a:lnTo>
                  <a:pt x="681851" y="123077"/>
                </a:lnTo>
                <a:lnTo>
                  <a:pt x="681182" y="123322"/>
                </a:lnTo>
                <a:lnTo>
                  <a:pt x="680498" y="123551"/>
                </a:lnTo>
                <a:lnTo>
                  <a:pt x="679798" y="123762"/>
                </a:lnTo>
                <a:lnTo>
                  <a:pt x="679084" y="123957"/>
                </a:lnTo>
                <a:lnTo>
                  <a:pt x="678354" y="124134"/>
                </a:lnTo>
                <a:lnTo>
                  <a:pt x="677610" y="124295"/>
                </a:lnTo>
                <a:lnTo>
                  <a:pt x="676850" y="124439"/>
                </a:lnTo>
                <a:lnTo>
                  <a:pt x="676075" y="124566"/>
                </a:lnTo>
                <a:lnTo>
                  <a:pt x="675285" y="124676"/>
                </a:lnTo>
                <a:lnTo>
                  <a:pt x="674481" y="124769"/>
                </a:lnTo>
                <a:lnTo>
                  <a:pt x="673661" y="124845"/>
                </a:lnTo>
                <a:lnTo>
                  <a:pt x="672826" y="124904"/>
                </a:lnTo>
                <a:lnTo>
                  <a:pt x="671975" y="124947"/>
                </a:lnTo>
                <a:lnTo>
                  <a:pt x="671110" y="124972"/>
                </a:lnTo>
                <a:lnTo>
                  <a:pt x="670230" y="124981"/>
                </a:lnTo>
                <a:lnTo>
                  <a:pt x="669374" y="124972"/>
                </a:lnTo>
                <a:lnTo>
                  <a:pt x="668534" y="124947"/>
                </a:lnTo>
                <a:lnTo>
                  <a:pt x="667708" y="124904"/>
                </a:lnTo>
                <a:lnTo>
                  <a:pt x="666897" y="124845"/>
                </a:lnTo>
                <a:lnTo>
                  <a:pt x="666101" y="124769"/>
                </a:lnTo>
                <a:close/>
                <a:moveTo>
                  <a:pt x="987223" y="19061"/>
                </a:moveTo>
                <a:lnTo>
                  <a:pt x="987581" y="19019"/>
                </a:lnTo>
                <a:lnTo>
                  <a:pt x="987934" y="18967"/>
                </a:lnTo>
                <a:lnTo>
                  <a:pt x="988280" y="18906"/>
                </a:lnTo>
                <a:lnTo>
                  <a:pt x="988620" y="18835"/>
                </a:lnTo>
                <a:lnTo>
                  <a:pt x="988954" y="18755"/>
                </a:lnTo>
                <a:lnTo>
                  <a:pt x="989282" y="18666"/>
                </a:lnTo>
                <a:lnTo>
                  <a:pt x="989603" y="18567"/>
                </a:lnTo>
                <a:lnTo>
                  <a:pt x="989919" y="18459"/>
                </a:lnTo>
                <a:lnTo>
                  <a:pt x="990228" y="18341"/>
                </a:lnTo>
                <a:lnTo>
                  <a:pt x="990531" y="18214"/>
                </a:lnTo>
                <a:lnTo>
                  <a:pt x="990828" y="18077"/>
                </a:lnTo>
                <a:lnTo>
                  <a:pt x="991119" y="17931"/>
                </a:lnTo>
                <a:lnTo>
                  <a:pt x="991404" y="17776"/>
                </a:lnTo>
                <a:lnTo>
                  <a:pt x="991682" y="17611"/>
                </a:lnTo>
                <a:lnTo>
                  <a:pt x="991954" y="17437"/>
                </a:lnTo>
                <a:lnTo>
                  <a:pt x="992220" y="17253"/>
                </a:lnTo>
                <a:lnTo>
                  <a:pt x="992480" y="17060"/>
                </a:lnTo>
                <a:lnTo>
                  <a:pt x="992734" y="16857"/>
                </a:lnTo>
                <a:lnTo>
                  <a:pt x="992982" y="16645"/>
                </a:lnTo>
                <a:lnTo>
                  <a:pt x="993223" y="16424"/>
                </a:lnTo>
                <a:lnTo>
                  <a:pt x="993457" y="16195"/>
                </a:lnTo>
                <a:lnTo>
                  <a:pt x="993680" y="15962"/>
                </a:lnTo>
                <a:lnTo>
                  <a:pt x="993894" y="15724"/>
                </a:lnTo>
                <a:lnTo>
                  <a:pt x="994097" y="15480"/>
                </a:lnTo>
                <a:lnTo>
                  <a:pt x="994291" y="15232"/>
                </a:lnTo>
                <a:lnTo>
                  <a:pt x="994475" y="14978"/>
                </a:lnTo>
                <a:lnTo>
                  <a:pt x="994649" y="14720"/>
                </a:lnTo>
                <a:lnTo>
                  <a:pt x="994813" y="14457"/>
                </a:lnTo>
                <a:lnTo>
                  <a:pt x="994967" y="14188"/>
                </a:lnTo>
                <a:lnTo>
                  <a:pt x="995111" y="13915"/>
                </a:lnTo>
                <a:lnTo>
                  <a:pt x="995245" y="13637"/>
                </a:lnTo>
                <a:lnTo>
                  <a:pt x="995369" y="13354"/>
                </a:lnTo>
                <a:lnTo>
                  <a:pt x="995483" y="13066"/>
                </a:lnTo>
                <a:lnTo>
                  <a:pt x="995587" y="12773"/>
                </a:lnTo>
                <a:lnTo>
                  <a:pt x="995682" y="12474"/>
                </a:lnTo>
                <a:lnTo>
                  <a:pt x="995766" y="12171"/>
                </a:lnTo>
                <a:lnTo>
                  <a:pt x="995841" y="11863"/>
                </a:lnTo>
                <a:lnTo>
                  <a:pt x="995905" y="11550"/>
                </a:lnTo>
                <a:lnTo>
                  <a:pt x="995960" y="11233"/>
                </a:lnTo>
                <a:lnTo>
                  <a:pt x="996004" y="10910"/>
                </a:lnTo>
                <a:lnTo>
                  <a:pt x="996039" y="10582"/>
                </a:lnTo>
                <a:lnTo>
                  <a:pt x="996064" y="10249"/>
                </a:lnTo>
                <a:lnTo>
                  <a:pt x="996079" y="9911"/>
                </a:lnTo>
                <a:lnTo>
                  <a:pt x="996084" y="9568"/>
                </a:lnTo>
                <a:lnTo>
                  <a:pt x="996079" y="9226"/>
                </a:lnTo>
                <a:lnTo>
                  <a:pt x="996064" y="8888"/>
                </a:lnTo>
                <a:lnTo>
                  <a:pt x="996039" y="8555"/>
                </a:lnTo>
                <a:lnTo>
                  <a:pt x="996004" y="8227"/>
                </a:lnTo>
                <a:lnTo>
                  <a:pt x="995960" y="7904"/>
                </a:lnTo>
                <a:lnTo>
                  <a:pt x="995905" y="7586"/>
                </a:lnTo>
                <a:lnTo>
                  <a:pt x="995841" y="7273"/>
                </a:lnTo>
                <a:lnTo>
                  <a:pt x="995766" y="6965"/>
                </a:lnTo>
                <a:lnTo>
                  <a:pt x="995682" y="6662"/>
                </a:lnTo>
                <a:lnTo>
                  <a:pt x="995587" y="6364"/>
                </a:lnTo>
                <a:lnTo>
                  <a:pt x="995483" y="6071"/>
                </a:lnTo>
                <a:lnTo>
                  <a:pt x="995369" y="5783"/>
                </a:lnTo>
                <a:lnTo>
                  <a:pt x="995245" y="5500"/>
                </a:lnTo>
                <a:lnTo>
                  <a:pt x="995111" y="5222"/>
                </a:lnTo>
                <a:lnTo>
                  <a:pt x="994967" y="4948"/>
                </a:lnTo>
                <a:lnTo>
                  <a:pt x="994813" y="4680"/>
                </a:lnTo>
                <a:lnTo>
                  <a:pt x="994649" y="4417"/>
                </a:lnTo>
                <a:lnTo>
                  <a:pt x="994475" y="4158"/>
                </a:lnTo>
                <a:lnTo>
                  <a:pt x="994291" y="3905"/>
                </a:lnTo>
                <a:lnTo>
                  <a:pt x="994097" y="3657"/>
                </a:lnTo>
                <a:lnTo>
                  <a:pt x="993894" y="3413"/>
                </a:lnTo>
                <a:lnTo>
                  <a:pt x="993680" y="3175"/>
                </a:lnTo>
                <a:lnTo>
                  <a:pt x="993457" y="2941"/>
                </a:lnTo>
                <a:lnTo>
                  <a:pt x="993223" y="2713"/>
                </a:lnTo>
                <a:lnTo>
                  <a:pt x="992982" y="2491"/>
                </a:lnTo>
                <a:lnTo>
                  <a:pt x="992734" y="2279"/>
                </a:lnTo>
                <a:lnTo>
                  <a:pt x="992480" y="2077"/>
                </a:lnTo>
                <a:lnTo>
                  <a:pt x="992220" y="1884"/>
                </a:lnTo>
                <a:lnTo>
                  <a:pt x="991954" y="1700"/>
                </a:lnTo>
                <a:lnTo>
                  <a:pt x="991682" y="1526"/>
                </a:lnTo>
                <a:lnTo>
                  <a:pt x="991404" y="1361"/>
                </a:lnTo>
                <a:lnTo>
                  <a:pt x="991119" y="1206"/>
                </a:lnTo>
                <a:lnTo>
                  <a:pt x="990828" y="1060"/>
                </a:lnTo>
                <a:lnTo>
                  <a:pt x="990531" y="923"/>
                </a:lnTo>
                <a:lnTo>
                  <a:pt x="990228" y="796"/>
                </a:lnTo>
                <a:lnTo>
                  <a:pt x="989919" y="678"/>
                </a:lnTo>
                <a:lnTo>
                  <a:pt x="989603" y="570"/>
                </a:lnTo>
                <a:lnTo>
                  <a:pt x="989282" y="471"/>
                </a:lnTo>
                <a:lnTo>
                  <a:pt x="988954" y="381"/>
                </a:lnTo>
                <a:lnTo>
                  <a:pt x="988620" y="301"/>
                </a:lnTo>
                <a:lnTo>
                  <a:pt x="988280" y="231"/>
                </a:lnTo>
                <a:lnTo>
                  <a:pt x="987934" y="170"/>
                </a:lnTo>
                <a:lnTo>
                  <a:pt x="987581" y="118"/>
                </a:lnTo>
                <a:lnTo>
                  <a:pt x="987223" y="75"/>
                </a:lnTo>
                <a:lnTo>
                  <a:pt x="986858" y="42"/>
                </a:lnTo>
                <a:lnTo>
                  <a:pt x="986487" y="19"/>
                </a:lnTo>
                <a:lnTo>
                  <a:pt x="986110" y="5"/>
                </a:lnTo>
                <a:lnTo>
                  <a:pt x="985726" y="0"/>
                </a:lnTo>
                <a:lnTo>
                  <a:pt x="985343" y="5"/>
                </a:lnTo>
                <a:lnTo>
                  <a:pt x="984966" y="19"/>
                </a:lnTo>
                <a:lnTo>
                  <a:pt x="984596" y="42"/>
                </a:lnTo>
                <a:lnTo>
                  <a:pt x="984232" y="75"/>
                </a:lnTo>
                <a:lnTo>
                  <a:pt x="983874" y="118"/>
                </a:lnTo>
                <a:lnTo>
                  <a:pt x="983522" y="170"/>
                </a:lnTo>
                <a:lnTo>
                  <a:pt x="983177" y="231"/>
                </a:lnTo>
                <a:lnTo>
                  <a:pt x="982838" y="301"/>
                </a:lnTo>
                <a:lnTo>
                  <a:pt x="982506" y="381"/>
                </a:lnTo>
                <a:lnTo>
                  <a:pt x="982180" y="471"/>
                </a:lnTo>
                <a:lnTo>
                  <a:pt x="981860" y="570"/>
                </a:lnTo>
                <a:lnTo>
                  <a:pt x="981546" y="678"/>
                </a:lnTo>
                <a:lnTo>
                  <a:pt x="981239" y="796"/>
                </a:lnTo>
                <a:lnTo>
                  <a:pt x="980939" y="923"/>
                </a:lnTo>
                <a:lnTo>
                  <a:pt x="980644" y="1060"/>
                </a:lnTo>
                <a:lnTo>
                  <a:pt x="980356" y="1206"/>
                </a:lnTo>
                <a:lnTo>
                  <a:pt x="980074" y="1361"/>
                </a:lnTo>
                <a:lnTo>
                  <a:pt x="979799" y="1526"/>
                </a:lnTo>
                <a:lnTo>
                  <a:pt x="979530" y="1700"/>
                </a:lnTo>
                <a:lnTo>
                  <a:pt x="979267" y="1884"/>
                </a:lnTo>
                <a:lnTo>
                  <a:pt x="979010" y="2077"/>
                </a:lnTo>
                <a:lnTo>
                  <a:pt x="978760" y="2279"/>
                </a:lnTo>
                <a:lnTo>
                  <a:pt x="978516" y="2491"/>
                </a:lnTo>
                <a:lnTo>
                  <a:pt x="978279" y="2713"/>
                </a:lnTo>
                <a:lnTo>
                  <a:pt x="978050" y="2941"/>
                </a:lnTo>
                <a:lnTo>
                  <a:pt x="977830" y="3175"/>
                </a:lnTo>
                <a:lnTo>
                  <a:pt x="977620" y="3413"/>
                </a:lnTo>
                <a:lnTo>
                  <a:pt x="977420" y="3657"/>
                </a:lnTo>
                <a:lnTo>
                  <a:pt x="977230" y="3905"/>
                </a:lnTo>
                <a:lnTo>
                  <a:pt x="977049" y="4158"/>
                </a:lnTo>
                <a:lnTo>
                  <a:pt x="976878" y="4417"/>
                </a:lnTo>
                <a:lnTo>
                  <a:pt x="976717" y="4680"/>
                </a:lnTo>
                <a:lnTo>
                  <a:pt x="976566" y="4948"/>
                </a:lnTo>
                <a:lnTo>
                  <a:pt x="976424" y="5222"/>
                </a:lnTo>
                <a:lnTo>
                  <a:pt x="976292" y="5500"/>
                </a:lnTo>
                <a:lnTo>
                  <a:pt x="976170" y="5783"/>
                </a:lnTo>
                <a:lnTo>
                  <a:pt x="976058" y="6071"/>
                </a:lnTo>
                <a:lnTo>
                  <a:pt x="975956" y="6364"/>
                </a:lnTo>
                <a:lnTo>
                  <a:pt x="975863" y="6662"/>
                </a:lnTo>
                <a:lnTo>
                  <a:pt x="975780" y="6965"/>
                </a:lnTo>
                <a:lnTo>
                  <a:pt x="975707" y="7273"/>
                </a:lnTo>
                <a:lnTo>
                  <a:pt x="975643" y="7586"/>
                </a:lnTo>
                <a:lnTo>
                  <a:pt x="975590" y="7904"/>
                </a:lnTo>
                <a:lnTo>
                  <a:pt x="975546" y="8227"/>
                </a:lnTo>
                <a:lnTo>
                  <a:pt x="975512" y="8555"/>
                </a:lnTo>
                <a:lnTo>
                  <a:pt x="975487" y="8888"/>
                </a:lnTo>
                <a:lnTo>
                  <a:pt x="975472" y="9226"/>
                </a:lnTo>
                <a:lnTo>
                  <a:pt x="975468" y="9568"/>
                </a:lnTo>
                <a:lnTo>
                  <a:pt x="975472" y="9911"/>
                </a:lnTo>
                <a:lnTo>
                  <a:pt x="975487" y="10249"/>
                </a:lnTo>
                <a:lnTo>
                  <a:pt x="975512" y="10582"/>
                </a:lnTo>
                <a:lnTo>
                  <a:pt x="975546" y="10910"/>
                </a:lnTo>
                <a:lnTo>
                  <a:pt x="975590" y="11233"/>
                </a:lnTo>
                <a:lnTo>
                  <a:pt x="975643" y="11550"/>
                </a:lnTo>
                <a:lnTo>
                  <a:pt x="975707" y="11863"/>
                </a:lnTo>
                <a:lnTo>
                  <a:pt x="975780" y="12171"/>
                </a:lnTo>
                <a:lnTo>
                  <a:pt x="975863" y="12474"/>
                </a:lnTo>
                <a:lnTo>
                  <a:pt x="975956" y="12773"/>
                </a:lnTo>
                <a:lnTo>
                  <a:pt x="976058" y="13066"/>
                </a:lnTo>
                <a:lnTo>
                  <a:pt x="976170" y="13354"/>
                </a:lnTo>
                <a:lnTo>
                  <a:pt x="976292" y="13637"/>
                </a:lnTo>
                <a:lnTo>
                  <a:pt x="976424" y="13915"/>
                </a:lnTo>
                <a:lnTo>
                  <a:pt x="976566" y="14188"/>
                </a:lnTo>
                <a:lnTo>
                  <a:pt x="976717" y="14457"/>
                </a:lnTo>
                <a:lnTo>
                  <a:pt x="976878" y="14720"/>
                </a:lnTo>
                <a:lnTo>
                  <a:pt x="977049" y="14978"/>
                </a:lnTo>
                <a:lnTo>
                  <a:pt x="977230" y="15232"/>
                </a:lnTo>
                <a:lnTo>
                  <a:pt x="977420" y="15480"/>
                </a:lnTo>
                <a:lnTo>
                  <a:pt x="977620" y="15724"/>
                </a:lnTo>
                <a:lnTo>
                  <a:pt x="977830" y="15962"/>
                </a:lnTo>
                <a:lnTo>
                  <a:pt x="978050" y="16195"/>
                </a:lnTo>
                <a:lnTo>
                  <a:pt x="978279" y="16424"/>
                </a:lnTo>
                <a:lnTo>
                  <a:pt x="978516" y="16645"/>
                </a:lnTo>
                <a:lnTo>
                  <a:pt x="978760" y="16857"/>
                </a:lnTo>
                <a:lnTo>
                  <a:pt x="979010" y="17060"/>
                </a:lnTo>
                <a:lnTo>
                  <a:pt x="979267" y="17253"/>
                </a:lnTo>
                <a:lnTo>
                  <a:pt x="979530" y="17437"/>
                </a:lnTo>
                <a:lnTo>
                  <a:pt x="979799" y="17611"/>
                </a:lnTo>
                <a:lnTo>
                  <a:pt x="980074" y="17776"/>
                </a:lnTo>
                <a:lnTo>
                  <a:pt x="980356" y="17931"/>
                </a:lnTo>
                <a:lnTo>
                  <a:pt x="980644" y="18077"/>
                </a:lnTo>
                <a:lnTo>
                  <a:pt x="980939" y="18214"/>
                </a:lnTo>
                <a:lnTo>
                  <a:pt x="981239" y="18341"/>
                </a:lnTo>
                <a:lnTo>
                  <a:pt x="981546" y="18459"/>
                </a:lnTo>
                <a:lnTo>
                  <a:pt x="981860" y="18567"/>
                </a:lnTo>
                <a:lnTo>
                  <a:pt x="982180" y="18666"/>
                </a:lnTo>
                <a:lnTo>
                  <a:pt x="982506" y="18755"/>
                </a:lnTo>
                <a:lnTo>
                  <a:pt x="982838" y="18835"/>
                </a:lnTo>
                <a:lnTo>
                  <a:pt x="983177" y="18906"/>
                </a:lnTo>
                <a:lnTo>
                  <a:pt x="983522" y="18967"/>
                </a:lnTo>
                <a:lnTo>
                  <a:pt x="983874" y="19019"/>
                </a:lnTo>
                <a:lnTo>
                  <a:pt x="984232" y="19061"/>
                </a:lnTo>
                <a:lnTo>
                  <a:pt x="984596" y="19094"/>
                </a:lnTo>
                <a:lnTo>
                  <a:pt x="984966" y="19118"/>
                </a:lnTo>
                <a:lnTo>
                  <a:pt x="985343" y="19132"/>
                </a:lnTo>
                <a:lnTo>
                  <a:pt x="985726" y="19137"/>
                </a:lnTo>
                <a:lnTo>
                  <a:pt x="986110" y="19132"/>
                </a:lnTo>
                <a:lnTo>
                  <a:pt x="986487" y="19118"/>
                </a:lnTo>
                <a:lnTo>
                  <a:pt x="986858" y="19094"/>
                </a:lnTo>
                <a:lnTo>
                  <a:pt x="987223" y="19061"/>
                </a:lnTo>
                <a:close/>
                <a:moveTo>
                  <a:pt x="1358475" y="64018"/>
                </a:moveTo>
                <a:lnTo>
                  <a:pt x="1358898" y="63962"/>
                </a:lnTo>
                <a:lnTo>
                  <a:pt x="1359314" y="63893"/>
                </a:lnTo>
                <a:lnTo>
                  <a:pt x="1359724" y="63812"/>
                </a:lnTo>
                <a:lnTo>
                  <a:pt x="1360128" y="63718"/>
                </a:lnTo>
                <a:lnTo>
                  <a:pt x="1360524" y="63612"/>
                </a:lnTo>
                <a:lnTo>
                  <a:pt x="1360915" y="63493"/>
                </a:lnTo>
                <a:lnTo>
                  <a:pt x="1361298" y="63362"/>
                </a:lnTo>
                <a:lnTo>
                  <a:pt x="1361676" y="63218"/>
                </a:lnTo>
                <a:lnTo>
                  <a:pt x="1362046" y="63061"/>
                </a:lnTo>
                <a:lnTo>
                  <a:pt x="1362411" y="62893"/>
                </a:lnTo>
                <a:lnTo>
                  <a:pt x="1362768" y="62711"/>
                </a:lnTo>
                <a:lnTo>
                  <a:pt x="1363120" y="62518"/>
                </a:lnTo>
                <a:lnTo>
                  <a:pt x="1363464" y="62311"/>
                </a:lnTo>
                <a:lnTo>
                  <a:pt x="1363803" y="62093"/>
                </a:lnTo>
                <a:lnTo>
                  <a:pt x="1364134" y="61861"/>
                </a:lnTo>
                <a:lnTo>
                  <a:pt x="1364460" y="61618"/>
                </a:lnTo>
                <a:lnTo>
                  <a:pt x="1364778" y="61361"/>
                </a:lnTo>
                <a:lnTo>
                  <a:pt x="1365091" y="61092"/>
                </a:lnTo>
                <a:lnTo>
                  <a:pt x="1365396" y="60811"/>
                </a:lnTo>
                <a:lnTo>
                  <a:pt x="1365695" y="60517"/>
                </a:lnTo>
                <a:lnTo>
                  <a:pt x="1365985" y="60215"/>
                </a:lnTo>
                <a:lnTo>
                  <a:pt x="1366263" y="59906"/>
                </a:lnTo>
                <a:lnTo>
                  <a:pt x="1366528" y="59592"/>
                </a:lnTo>
                <a:lnTo>
                  <a:pt x="1366780" y="59272"/>
                </a:lnTo>
                <a:lnTo>
                  <a:pt x="1367021" y="58947"/>
                </a:lnTo>
                <a:lnTo>
                  <a:pt x="1367249" y="58615"/>
                </a:lnTo>
                <a:lnTo>
                  <a:pt x="1367465" y="58279"/>
                </a:lnTo>
                <a:lnTo>
                  <a:pt x="1367668" y="57936"/>
                </a:lnTo>
                <a:lnTo>
                  <a:pt x="1367859" y="57588"/>
                </a:lnTo>
                <a:lnTo>
                  <a:pt x="1368038" y="57234"/>
                </a:lnTo>
                <a:lnTo>
                  <a:pt x="1368205" y="56875"/>
                </a:lnTo>
                <a:lnTo>
                  <a:pt x="1368359" y="56510"/>
                </a:lnTo>
                <a:lnTo>
                  <a:pt x="1368501" y="56139"/>
                </a:lnTo>
                <a:lnTo>
                  <a:pt x="1368630" y="55763"/>
                </a:lnTo>
                <a:lnTo>
                  <a:pt x="1368747" y="55381"/>
                </a:lnTo>
                <a:lnTo>
                  <a:pt x="1368852" y="54993"/>
                </a:lnTo>
                <a:lnTo>
                  <a:pt x="1368944" y="54600"/>
                </a:lnTo>
                <a:lnTo>
                  <a:pt x="1369025" y="54201"/>
                </a:lnTo>
                <a:lnTo>
                  <a:pt x="1369092" y="53797"/>
                </a:lnTo>
                <a:lnTo>
                  <a:pt x="1369148" y="53386"/>
                </a:lnTo>
                <a:lnTo>
                  <a:pt x="1369191" y="52970"/>
                </a:lnTo>
                <a:lnTo>
                  <a:pt x="1369222" y="52549"/>
                </a:lnTo>
                <a:lnTo>
                  <a:pt x="1369240" y="52122"/>
                </a:lnTo>
                <a:lnTo>
                  <a:pt x="1369247" y="51689"/>
                </a:lnTo>
                <a:lnTo>
                  <a:pt x="1369240" y="51240"/>
                </a:lnTo>
                <a:lnTo>
                  <a:pt x="1369222" y="50798"/>
                </a:lnTo>
                <a:lnTo>
                  <a:pt x="1369191" y="50363"/>
                </a:lnTo>
                <a:lnTo>
                  <a:pt x="1369148" y="49934"/>
                </a:lnTo>
                <a:lnTo>
                  <a:pt x="1369092" y="49512"/>
                </a:lnTo>
                <a:lnTo>
                  <a:pt x="1369025" y="49096"/>
                </a:lnTo>
                <a:lnTo>
                  <a:pt x="1368944" y="48688"/>
                </a:lnTo>
                <a:lnTo>
                  <a:pt x="1368852" y="48286"/>
                </a:lnTo>
                <a:lnTo>
                  <a:pt x="1368747" y="47890"/>
                </a:lnTo>
                <a:lnTo>
                  <a:pt x="1368630" y="47502"/>
                </a:lnTo>
                <a:lnTo>
                  <a:pt x="1368501" y="47120"/>
                </a:lnTo>
                <a:lnTo>
                  <a:pt x="1368359" y="46744"/>
                </a:lnTo>
                <a:lnTo>
                  <a:pt x="1368205" y="46376"/>
                </a:lnTo>
                <a:lnTo>
                  <a:pt x="1368038" y="46014"/>
                </a:lnTo>
                <a:lnTo>
                  <a:pt x="1367859" y="45659"/>
                </a:lnTo>
                <a:lnTo>
                  <a:pt x="1367668" y="45310"/>
                </a:lnTo>
                <a:lnTo>
                  <a:pt x="1367465" y="44968"/>
                </a:lnTo>
                <a:lnTo>
                  <a:pt x="1367249" y="44633"/>
                </a:lnTo>
                <a:lnTo>
                  <a:pt x="1367021" y="44304"/>
                </a:lnTo>
                <a:lnTo>
                  <a:pt x="1366780" y="43982"/>
                </a:lnTo>
                <a:lnTo>
                  <a:pt x="1366528" y="43667"/>
                </a:lnTo>
                <a:lnTo>
                  <a:pt x="1366263" y="43359"/>
                </a:lnTo>
                <a:lnTo>
                  <a:pt x="1365985" y="43057"/>
                </a:lnTo>
                <a:lnTo>
                  <a:pt x="1365695" y="42762"/>
                </a:lnTo>
                <a:lnTo>
                  <a:pt x="1365396" y="42476"/>
                </a:lnTo>
                <a:lnTo>
                  <a:pt x="1365091" y="42202"/>
                </a:lnTo>
                <a:lnTo>
                  <a:pt x="1364778" y="41941"/>
                </a:lnTo>
                <a:lnTo>
                  <a:pt x="1364460" y="41692"/>
                </a:lnTo>
                <a:lnTo>
                  <a:pt x="1364134" y="41455"/>
                </a:lnTo>
                <a:lnTo>
                  <a:pt x="1363803" y="41230"/>
                </a:lnTo>
                <a:lnTo>
                  <a:pt x="1363464" y="41017"/>
                </a:lnTo>
                <a:lnTo>
                  <a:pt x="1363120" y="40816"/>
                </a:lnTo>
                <a:lnTo>
                  <a:pt x="1362768" y="40628"/>
                </a:lnTo>
                <a:lnTo>
                  <a:pt x="1362411" y="40451"/>
                </a:lnTo>
                <a:lnTo>
                  <a:pt x="1362046" y="40287"/>
                </a:lnTo>
                <a:lnTo>
                  <a:pt x="1361676" y="40135"/>
                </a:lnTo>
                <a:lnTo>
                  <a:pt x="1361298" y="39995"/>
                </a:lnTo>
                <a:lnTo>
                  <a:pt x="1360915" y="39868"/>
                </a:lnTo>
                <a:lnTo>
                  <a:pt x="1360524" y="39752"/>
                </a:lnTo>
                <a:lnTo>
                  <a:pt x="1360128" y="39649"/>
                </a:lnTo>
                <a:lnTo>
                  <a:pt x="1359724" y="39558"/>
                </a:lnTo>
                <a:lnTo>
                  <a:pt x="1359314" y="39479"/>
                </a:lnTo>
                <a:lnTo>
                  <a:pt x="1358898" y="39412"/>
                </a:lnTo>
                <a:lnTo>
                  <a:pt x="1358475" y="39357"/>
                </a:lnTo>
                <a:lnTo>
                  <a:pt x="1358046" y="39315"/>
                </a:lnTo>
                <a:lnTo>
                  <a:pt x="1357610" y="39284"/>
                </a:lnTo>
                <a:lnTo>
                  <a:pt x="1357168" y="39266"/>
                </a:lnTo>
                <a:lnTo>
                  <a:pt x="1356719" y="39260"/>
                </a:lnTo>
                <a:lnTo>
                  <a:pt x="1356262" y="39266"/>
                </a:lnTo>
                <a:lnTo>
                  <a:pt x="1355811" y="39284"/>
                </a:lnTo>
                <a:lnTo>
                  <a:pt x="1355367" y="39315"/>
                </a:lnTo>
                <a:lnTo>
                  <a:pt x="1354930" y="39357"/>
                </a:lnTo>
                <a:lnTo>
                  <a:pt x="1354499" y="39412"/>
                </a:lnTo>
                <a:lnTo>
                  <a:pt x="1354074" y="39479"/>
                </a:lnTo>
                <a:lnTo>
                  <a:pt x="1353656" y="39558"/>
                </a:lnTo>
                <a:lnTo>
                  <a:pt x="1353244" y="39649"/>
                </a:lnTo>
                <a:lnTo>
                  <a:pt x="1352839" y="39752"/>
                </a:lnTo>
                <a:lnTo>
                  <a:pt x="1352441" y="39868"/>
                </a:lnTo>
                <a:lnTo>
                  <a:pt x="1352049" y="39995"/>
                </a:lnTo>
                <a:lnTo>
                  <a:pt x="1351663" y="40135"/>
                </a:lnTo>
                <a:lnTo>
                  <a:pt x="1351284" y="40287"/>
                </a:lnTo>
                <a:lnTo>
                  <a:pt x="1350912" y="40451"/>
                </a:lnTo>
                <a:lnTo>
                  <a:pt x="1350546" y="40628"/>
                </a:lnTo>
                <a:lnTo>
                  <a:pt x="1350187" y="40816"/>
                </a:lnTo>
                <a:lnTo>
                  <a:pt x="1349834" y="41017"/>
                </a:lnTo>
                <a:lnTo>
                  <a:pt x="1349487" y="41230"/>
                </a:lnTo>
                <a:lnTo>
                  <a:pt x="1349147" y="41455"/>
                </a:lnTo>
                <a:lnTo>
                  <a:pt x="1348814" y="41692"/>
                </a:lnTo>
                <a:lnTo>
                  <a:pt x="1348487" y="41941"/>
                </a:lnTo>
                <a:lnTo>
                  <a:pt x="1348166" y="42202"/>
                </a:lnTo>
                <a:lnTo>
                  <a:pt x="1347853" y="42476"/>
                </a:lnTo>
                <a:lnTo>
                  <a:pt x="1347545" y="42762"/>
                </a:lnTo>
                <a:lnTo>
                  <a:pt x="1347247" y="43057"/>
                </a:lnTo>
                <a:lnTo>
                  <a:pt x="1346962" y="43359"/>
                </a:lnTo>
                <a:lnTo>
                  <a:pt x="1346690" y="43667"/>
                </a:lnTo>
                <a:lnTo>
                  <a:pt x="1346430" y="43982"/>
                </a:lnTo>
                <a:lnTo>
                  <a:pt x="1346183" y="44304"/>
                </a:lnTo>
                <a:lnTo>
                  <a:pt x="1345948" y="44633"/>
                </a:lnTo>
                <a:lnTo>
                  <a:pt x="1345727" y="44968"/>
                </a:lnTo>
                <a:lnTo>
                  <a:pt x="1345517" y="45310"/>
                </a:lnTo>
                <a:lnTo>
                  <a:pt x="1345321" y="45659"/>
                </a:lnTo>
                <a:lnTo>
                  <a:pt x="1345137" y="46014"/>
                </a:lnTo>
                <a:lnTo>
                  <a:pt x="1344966" y="46376"/>
                </a:lnTo>
                <a:lnTo>
                  <a:pt x="1344808" y="46744"/>
                </a:lnTo>
                <a:lnTo>
                  <a:pt x="1344662" y="47120"/>
                </a:lnTo>
                <a:lnTo>
                  <a:pt x="1344529" y="47502"/>
                </a:lnTo>
                <a:lnTo>
                  <a:pt x="1344409" y="47890"/>
                </a:lnTo>
                <a:lnTo>
                  <a:pt x="1344301" y="48286"/>
                </a:lnTo>
                <a:lnTo>
                  <a:pt x="1344206" y="48688"/>
                </a:lnTo>
                <a:lnTo>
                  <a:pt x="1344123" y="49096"/>
                </a:lnTo>
                <a:lnTo>
                  <a:pt x="1344054" y="49512"/>
                </a:lnTo>
                <a:lnTo>
                  <a:pt x="1343997" y="49934"/>
                </a:lnTo>
                <a:lnTo>
                  <a:pt x="1343952" y="50363"/>
                </a:lnTo>
                <a:lnTo>
                  <a:pt x="1343921" y="50798"/>
                </a:lnTo>
                <a:lnTo>
                  <a:pt x="1343902" y="51240"/>
                </a:lnTo>
                <a:lnTo>
                  <a:pt x="1343895" y="51689"/>
                </a:lnTo>
                <a:lnTo>
                  <a:pt x="1343902" y="52122"/>
                </a:lnTo>
                <a:lnTo>
                  <a:pt x="1343921" y="52549"/>
                </a:lnTo>
                <a:lnTo>
                  <a:pt x="1343952" y="52970"/>
                </a:lnTo>
                <a:lnTo>
                  <a:pt x="1343997" y="53386"/>
                </a:lnTo>
                <a:lnTo>
                  <a:pt x="1344054" y="53797"/>
                </a:lnTo>
                <a:lnTo>
                  <a:pt x="1344123" y="54201"/>
                </a:lnTo>
                <a:lnTo>
                  <a:pt x="1344206" y="54600"/>
                </a:lnTo>
                <a:lnTo>
                  <a:pt x="1344301" y="54993"/>
                </a:lnTo>
                <a:lnTo>
                  <a:pt x="1344409" y="55381"/>
                </a:lnTo>
                <a:lnTo>
                  <a:pt x="1344529" y="55763"/>
                </a:lnTo>
                <a:lnTo>
                  <a:pt x="1344662" y="56139"/>
                </a:lnTo>
                <a:lnTo>
                  <a:pt x="1344808" y="56510"/>
                </a:lnTo>
                <a:lnTo>
                  <a:pt x="1344966" y="56875"/>
                </a:lnTo>
                <a:lnTo>
                  <a:pt x="1345137" y="57234"/>
                </a:lnTo>
                <a:lnTo>
                  <a:pt x="1345321" y="57588"/>
                </a:lnTo>
                <a:lnTo>
                  <a:pt x="1345517" y="57936"/>
                </a:lnTo>
                <a:lnTo>
                  <a:pt x="1345727" y="58279"/>
                </a:lnTo>
                <a:lnTo>
                  <a:pt x="1345948" y="58615"/>
                </a:lnTo>
                <a:lnTo>
                  <a:pt x="1346183" y="58947"/>
                </a:lnTo>
                <a:lnTo>
                  <a:pt x="1346430" y="59272"/>
                </a:lnTo>
                <a:lnTo>
                  <a:pt x="1346690" y="59592"/>
                </a:lnTo>
                <a:lnTo>
                  <a:pt x="1346962" y="59906"/>
                </a:lnTo>
                <a:lnTo>
                  <a:pt x="1347247" y="60215"/>
                </a:lnTo>
                <a:lnTo>
                  <a:pt x="1347545" y="60517"/>
                </a:lnTo>
                <a:lnTo>
                  <a:pt x="1347853" y="60811"/>
                </a:lnTo>
                <a:lnTo>
                  <a:pt x="1348166" y="61092"/>
                </a:lnTo>
                <a:lnTo>
                  <a:pt x="1348487" y="61361"/>
                </a:lnTo>
                <a:lnTo>
                  <a:pt x="1348814" y="61618"/>
                </a:lnTo>
                <a:lnTo>
                  <a:pt x="1349147" y="61861"/>
                </a:lnTo>
                <a:lnTo>
                  <a:pt x="1349487" y="62093"/>
                </a:lnTo>
                <a:lnTo>
                  <a:pt x="1349834" y="62311"/>
                </a:lnTo>
                <a:lnTo>
                  <a:pt x="1350187" y="62518"/>
                </a:lnTo>
                <a:lnTo>
                  <a:pt x="1350546" y="62711"/>
                </a:lnTo>
                <a:lnTo>
                  <a:pt x="1350912" y="62893"/>
                </a:lnTo>
                <a:lnTo>
                  <a:pt x="1351284" y="63061"/>
                </a:lnTo>
                <a:lnTo>
                  <a:pt x="1351663" y="63218"/>
                </a:lnTo>
                <a:lnTo>
                  <a:pt x="1352049" y="63362"/>
                </a:lnTo>
                <a:lnTo>
                  <a:pt x="1352441" y="63493"/>
                </a:lnTo>
                <a:lnTo>
                  <a:pt x="1352839" y="63612"/>
                </a:lnTo>
                <a:lnTo>
                  <a:pt x="1353244" y="63718"/>
                </a:lnTo>
                <a:lnTo>
                  <a:pt x="1353656" y="63812"/>
                </a:lnTo>
                <a:lnTo>
                  <a:pt x="1354074" y="63893"/>
                </a:lnTo>
                <a:lnTo>
                  <a:pt x="1354499" y="63962"/>
                </a:lnTo>
                <a:lnTo>
                  <a:pt x="1354930" y="64018"/>
                </a:lnTo>
                <a:lnTo>
                  <a:pt x="1355367" y="64062"/>
                </a:lnTo>
                <a:lnTo>
                  <a:pt x="1355811" y="64093"/>
                </a:lnTo>
                <a:lnTo>
                  <a:pt x="1356262" y="64112"/>
                </a:lnTo>
                <a:lnTo>
                  <a:pt x="1356719" y="64118"/>
                </a:lnTo>
                <a:lnTo>
                  <a:pt x="1357168" y="64112"/>
                </a:lnTo>
                <a:lnTo>
                  <a:pt x="1357610" y="64093"/>
                </a:lnTo>
                <a:lnTo>
                  <a:pt x="1358046" y="64062"/>
                </a:lnTo>
                <a:lnTo>
                  <a:pt x="1358475" y="64018"/>
                </a:lnTo>
                <a:close/>
                <a:moveTo>
                  <a:pt x="940871" y="122999"/>
                </a:moveTo>
                <a:lnTo>
                  <a:pt x="940173" y="122973"/>
                </a:lnTo>
                <a:lnTo>
                  <a:pt x="939498" y="122930"/>
                </a:lnTo>
                <a:lnTo>
                  <a:pt x="938845" y="122869"/>
                </a:lnTo>
                <a:lnTo>
                  <a:pt x="938214" y="122791"/>
                </a:lnTo>
                <a:lnTo>
                  <a:pt x="937606" y="122696"/>
                </a:lnTo>
                <a:lnTo>
                  <a:pt x="937020" y="122583"/>
                </a:lnTo>
                <a:lnTo>
                  <a:pt x="936457" y="122453"/>
                </a:lnTo>
                <a:lnTo>
                  <a:pt x="935916" y="122306"/>
                </a:lnTo>
                <a:lnTo>
                  <a:pt x="935397" y="122142"/>
                </a:lnTo>
                <a:lnTo>
                  <a:pt x="934901" y="121960"/>
                </a:lnTo>
                <a:lnTo>
                  <a:pt x="934428" y="121761"/>
                </a:lnTo>
                <a:lnTo>
                  <a:pt x="933976" y="121544"/>
                </a:lnTo>
                <a:lnTo>
                  <a:pt x="933548" y="121310"/>
                </a:lnTo>
                <a:lnTo>
                  <a:pt x="933141" y="121059"/>
                </a:lnTo>
                <a:lnTo>
                  <a:pt x="932758" y="120791"/>
                </a:lnTo>
                <a:lnTo>
                  <a:pt x="932396" y="120505"/>
                </a:lnTo>
                <a:lnTo>
                  <a:pt x="932057" y="120202"/>
                </a:lnTo>
                <a:lnTo>
                  <a:pt x="931741" y="119882"/>
                </a:lnTo>
                <a:lnTo>
                  <a:pt x="931446" y="119544"/>
                </a:lnTo>
                <a:lnTo>
                  <a:pt x="931175" y="119189"/>
                </a:lnTo>
                <a:lnTo>
                  <a:pt x="930926" y="118817"/>
                </a:lnTo>
                <a:lnTo>
                  <a:pt x="930699" y="118427"/>
                </a:lnTo>
                <a:lnTo>
                  <a:pt x="930494" y="118020"/>
                </a:lnTo>
                <a:lnTo>
                  <a:pt x="930305" y="117597"/>
                </a:lnTo>
                <a:lnTo>
                  <a:pt x="930124" y="117158"/>
                </a:lnTo>
                <a:lnTo>
                  <a:pt x="929951" y="116705"/>
                </a:lnTo>
                <a:lnTo>
                  <a:pt x="929786" y="116236"/>
                </a:lnTo>
                <a:lnTo>
                  <a:pt x="929629" y="115752"/>
                </a:lnTo>
                <a:lnTo>
                  <a:pt x="929480" y="115253"/>
                </a:lnTo>
                <a:lnTo>
                  <a:pt x="929339" y="114739"/>
                </a:lnTo>
                <a:lnTo>
                  <a:pt x="929206" y="114209"/>
                </a:lnTo>
                <a:lnTo>
                  <a:pt x="929082" y="113665"/>
                </a:lnTo>
                <a:lnTo>
                  <a:pt x="928965" y="113105"/>
                </a:lnTo>
                <a:lnTo>
                  <a:pt x="928856" y="112530"/>
                </a:lnTo>
                <a:lnTo>
                  <a:pt x="928756" y="111940"/>
                </a:lnTo>
                <a:lnTo>
                  <a:pt x="928663" y="111334"/>
                </a:lnTo>
                <a:lnTo>
                  <a:pt x="928579" y="110714"/>
                </a:lnTo>
                <a:lnTo>
                  <a:pt x="928502" y="110078"/>
                </a:lnTo>
                <a:lnTo>
                  <a:pt x="928434" y="109427"/>
                </a:lnTo>
                <a:lnTo>
                  <a:pt x="928373" y="108761"/>
                </a:lnTo>
                <a:lnTo>
                  <a:pt x="928321" y="108080"/>
                </a:lnTo>
                <a:lnTo>
                  <a:pt x="928277" y="107383"/>
                </a:lnTo>
                <a:lnTo>
                  <a:pt x="928241" y="106672"/>
                </a:lnTo>
                <a:lnTo>
                  <a:pt x="928212" y="105945"/>
                </a:lnTo>
                <a:lnTo>
                  <a:pt x="928192" y="105203"/>
                </a:lnTo>
                <a:lnTo>
                  <a:pt x="928180" y="104446"/>
                </a:lnTo>
                <a:lnTo>
                  <a:pt x="928176" y="103674"/>
                </a:lnTo>
                <a:lnTo>
                  <a:pt x="928176" y="50604"/>
                </a:lnTo>
                <a:lnTo>
                  <a:pt x="951850" y="50604"/>
                </a:lnTo>
                <a:lnTo>
                  <a:pt x="951850" y="37287"/>
                </a:lnTo>
                <a:lnTo>
                  <a:pt x="928176" y="37287"/>
                </a:lnTo>
                <a:lnTo>
                  <a:pt x="928176" y="15290"/>
                </a:lnTo>
                <a:lnTo>
                  <a:pt x="911801" y="15290"/>
                </a:lnTo>
                <a:lnTo>
                  <a:pt x="911801" y="37287"/>
                </a:lnTo>
                <a:lnTo>
                  <a:pt x="895723" y="37287"/>
                </a:lnTo>
                <a:lnTo>
                  <a:pt x="895723" y="50604"/>
                </a:lnTo>
                <a:lnTo>
                  <a:pt x="911801" y="50604"/>
                </a:lnTo>
                <a:lnTo>
                  <a:pt x="911801" y="104142"/>
                </a:lnTo>
                <a:lnTo>
                  <a:pt x="911805" y="104980"/>
                </a:lnTo>
                <a:lnTo>
                  <a:pt x="911818" y="105808"/>
                </a:lnTo>
                <a:lnTo>
                  <a:pt x="911838" y="106625"/>
                </a:lnTo>
                <a:lnTo>
                  <a:pt x="911866" y="107433"/>
                </a:lnTo>
                <a:lnTo>
                  <a:pt x="911902" y="108230"/>
                </a:lnTo>
                <a:lnTo>
                  <a:pt x="911946" y="109017"/>
                </a:lnTo>
                <a:lnTo>
                  <a:pt x="911999" y="109794"/>
                </a:lnTo>
                <a:lnTo>
                  <a:pt x="912059" y="110562"/>
                </a:lnTo>
                <a:lnTo>
                  <a:pt x="912127" y="111318"/>
                </a:lnTo>
                <a:lnTo>
                  <a:pt x="912204" y="112065"/>
                </a:lnTo>
                <a:lnTo>
                  <a:pt x="912288" y="112802"/>
                </a:lnTo>
                <a:lnTo>
                  <a:pt x="912381" y="113529"/>
                </a:lnTo>
                <a:lnTo>
                  <a:pt x="912482" y="114245"/>
                </a:lnTo>
                <a:lnTo>
                  <a:pt x="912590" y="114952"/>
                </a:lnTo>
                <a:lnTo>
                  <a:pt x="912707" y="115648"/>
                </a:lnTo>
                <a:lnTo>
                  <a:pt x="912832" y="116334"/>
                </a:lnTo>
                <a:lnTo>
                  <a:pt x="912965" y="117010"/>
                </a:lnTo>
                <a:lnTo>
                  <a:pt x="913105" y="117676"/>
                </a:lnTo>
                <a:lnTo>
                  <a:pt x="913254" y="118332"/>
                </a:lnTo>
                <a:lnTo>
                  <a:pt x="913411" y="118978"/>
                </a:lnTo>
                <a:lnTo>
                  <a:pt x="913576" y="119614"/>
                </a:lnTo>
                <a:lnTo>
                  <a:pt x="913749" y="120239"/>
                </a:lnTo>
                <a:lnTo>
                  <a:pt x="913930" y="120855"/>
                </a:lnTo>
                <a:lnTo>
                  <a:pt x="914120" y="121460"/>
                </a:lnTo>
                <a:lnTo>
                  <a:pt x="914320" y="122054"/>
                </a:lnTo>
                <a:lnTo>
                  <a:pt x="914533" y="122637"/>
                </a:lnTo>
                <a:lnTo>
                  <a:pt x="914760" y="123208"/>
                </a:lnTo>
                <a:lnTo>
                  <a:pt x="915001" y="123767"/>
                </a:lnTo>
                <a:lnTo>
                  <a:pt x="915255" y="124314"/>
                </a:lnTo>
                <a:lnTo>
                  <a:pt x="915522" y="124850"/>
                </a:lnTo>
                <a:lnTo>
                  <a:pt x="915803" y="125374"/>
                </a:lnTo>
                <a:lnTo>
                  <a:pt x="916098" y="125886"/>
                </a:lnTo>
                <a:lnTo>
                  <a:pt x="916406" y="126387"/>
                </a:lnTo>
                <a:lnTo>
                  <a:pt x="916728" y="126876"/>
                </a:lnTo>
                <a:lnTo>
                  <a:pt x="917063" y="127353"/>
                </a:lnTo>
                <a:lnTo>
                  <a:pt x="917412" y="127819"/>
                </a:lnTo>
                <a:lnTo>
                  <a:pt x="917774" y="128273"/>
                </a:lnTo>
                <a:lnTo>
                  <a:pt x="918150" y="128715"/>
                </a:lnTo>
                <a:lnTo>
                  <a:pt x="918539" y="129145"/>
                </a:lnTo>
                <a:lnTo>
                  <a:pt x="918942" y="129564"/>
                </a:lnTo>
                <a:lnTo>
                  <a:pt x="919359" y="129971"/>
                </a:lnTo>
                <a:lnTo>
                  <a:pt x="919788" y="130366"/>
                </a:lnTo>
                <a:lnTo>
                  <a:pt x="920232" y="130750"/>
                </a:lnTo>
                <a:lnTo>
                  <a:pt x="920689" y="131122"/>
                </a:lnTo>
                <a:lnTo>
                  <a:pt x="921159" y="131482"/>
                </a:lnTo>
                <a:lnTo>
                  <a:pt x="921643" y="131831"/>
                </a:lnTo>
                <a:lnTo>
                  <a:pt x="922141" y="132168"/>
                </a:lnTo>
                <a:lnTo>
                  <a:pt x="922652" y="132493"/>
                </a:lnTo>
                <a:lnTo>
                  <a:pt x="923179" y="132805"/>
                </a:lnTo>
                <a:lnTo>
                  <a:pt x="923726" y="133105"/>
                </a:lnTo>
                <a:lnTo>
                  <a:pt x="924291" y="133391"/>
                </a:lnTo>
                <a:lnTo>
                  <a:pt x="924874" y="133664"/>
                </a:lnTo>
                <a:lnTo>
                  <a:pt x="925477" y="133923"/>
                </a:lnTo>
                <a:lnTo>
                  <a:pt x="926099" y="134169"/>
                </a:lnTo>
                <a:lnTo>
                  <a:pt x="926739" y="134402"/>
                </a:lnTo>
                <a:lnTo>
                  <a:pt x="927398" y="134621"/>
                </a:lnTo>
                <a:lnTo>
                  <a:pt x="928076" y="134828"/>
                </a:lnTo>
                <a:lnTo>
                  <a:pt x="928773" y="135021"/>
                </a:lnTo>
                <a:lnTo>
                  <a:pt x="929489" y="135200"/>
                </a:lnTo>
                <a:lnTo>
                  <a:pt x="930223" y="135367"/>
                </a:lnTo>
                <a:lnTo>
                  <a:pt x="930976" y="135520"/>
                </a:lnTo>
                <a:lnTo>
                  <a:pt x="931749" y="135659"/>
                </a:lnTo>
                <a:lnTo>
                  <a:pt x="932540" y="135786"/>
                </a:lnTo>
                <a:lnTo>
                  <a:pt x="933349" y="135899"/>
                </a:lnTo>
                <a:lnTo>
                  <a:pt x="934178" y="135998"/>
                </a:lnTo>
                <a:lnTo>
                  <a:pt x="935026" y="136085"/>
                </a:lnTo>
                <a:lnTo>
                  <a:pt x="935892" y="136158"/>
                </a:lnTo>
                <a:lnTo>
                  <a:pt x="936777" y="136218"/>
                </a:lnTo>
                <a:lnTo>
                  <a:pt x="937681" y="136265"/>
                </a:lnTo>
                <a:lnTo>
                  <a:pt x="938604" y="136298"/>
                </a:lnTo>
                <a:lnTo>
                  <a:pt x="939546" y="136318"/>
                </a:lnTo>
                <a:lnTo>
                  <a:pt x="940507" y="136324"/>
                </a:lnTo>
                <a:lnTo>
                  <a:pt x="952048" y="136324"/>
                </a:lnTo>
                <a:lnTo>
                  <a:pt x="952048" y="123008"/>
                </a:lnTo>
                <a:lnTo>
                  <a:pt x="941592" y="123008"/>
                </a:lnTo>
                <a:lnTo>
                  <a:pt x="940871" y="122999"/>
                </a:lnTo>
                <a:close/>
                <a:moveTo>
                  <a:pt x="1152549" y="64612"/>
                </a:moveTo>
                <a:lnTo>
                  <a:pt x="1152944" y="64116"/>
                </a:lnTo>
                <a:lnTo>
                  <a:pt x="1153349" y="63624"/>
                </a:lnTo>
                <a:lnTo>
                  <a:pt x="1153763" y="63135"/>
                </a:lnTo>
                <a:lnTo>
                  <a:pt x="1154188" y="62650"/>
                </a:lnTo>
                <a:lnTo>
                  <a:pt x="1154622" y="62168"/>
                </a:lnTo>
                <a:lnTo>
                  <a:pt x="1155067" y="61689"/>
                </a:lnTo>
                <a:lnTo>
                  <a:pt x="1155521" y="61214"/>
                </a:lnTo>
                <a:lnTo>
                  <a:pt x="1155985" y="60743"/>
                </a:lnTo>
                <a:lnTo>
                  <a:pt x="1156460" y="60274"/>
                </a:lnTo>
                <a:lnTo>
                  <a:pt x="1156944" y="59809"/>
                </a:lnTo>
                <a:lnTo>
                  <a:pt x="1157438" y="59348"/>
                </a:lnTo>
                <a:lnTo>
                  <a:pt x="1157942" y="58889"/>
                </a:lnTo>
                <a:lnTo>
                  <a:pt x="1158456" y="58435"/>
                </a:lnTo>
                <a:lnTo>
                  <a:pt x="1158980" y="57983"/>
                </a:lnTo>
                <a:lnTo>
                  <a:pt x="1159513" y="57535"/>
                </a:lnTo>
                <a:lnTo>
                  <a:pt x="1160057" y="57091"/>
                </a:lnTo>
                <a:lnTo>
                  <a:pt x="1160611" y="56649"/>
                </a:lnTo>
                <a:lnTo>
                  <a:pt x="1161174" y="56211"/>
                </a:lnTo>
                <a:lnTo>
                  <a:pt x="1161748" y="55777"/>
                </a:lnTo>
                <a:lnTo>
                  <a:pt x="1162331" y="55346"/>
                </a:lnTo>
                <a:lnTo>
                  <a:pt x="1162925" y="54918"/>
                </a:lnTo>
                <a:lnTo>
                  <a:pt x="1163528" y="54494"/>
                </a:lnTo>
                <a:lnTo>
                  <a:pt x="1164142" y="54080"/>
                </a:lnTo>
                <a:lnTo>
                  <a:pt x="1164769" y="53684"/>
                </a:lnTo>
                <a:lnTo>
                  <a:pt x="1165407" y="53305"/>
                </a:lnTo>
                <a:lnTo>
                  <a:pt x="1166057" y="52944"/>
                </a:lnTo>
                <a:lnTo>
                  <a:pt x="1166719" y="52600"/>
                </a:lnTo>
                <a:lnTo>
                  <a:pt x="1167394" y="52274"/>
                </a:lnTo>
                <a:lnTo>
                  <a:pt x="1168080" y="51966"/>
                </a:lnTo>
                <a:lnTo>
                  <a:pt x="1168778" y="51675"/>
                </a:lnTo>
                <a:lnTo>
                  <a:pt x="1169488" y="51402"/>
                </a:lnTo>
                <a:lnTo>
                  <a:pt x="1170210" y="51147"/>
                </a:lnTo>
                <a:lnTo>
                  <a:pt x="1170945" y="50909"/>
                </a:lnTo>
                <a:lnTo>
                  <a:pt x="1171691" y="50689"/>
                </a:lnTo>
                <a:lnTo>
                  <a:pt x="1172449" y="50486"/>
                </a:lnTo>
                <a:lnTo>
                  <a:pt x="1173219" y="50301"/>
                </a:lnTo>
                <a:lnTo>
                  <a:pt x="1174001" y="50134"/>
                </a:lnTo>
                <a:lnTo>
                  <a:pt x="1174795" y="49984"/>
                </a:lnTo>
                <a:lnTo>
                  <a:pt x="1175601" y="49852"/>
                </a:lnTo>
                <a:lnTo>
                  <a:pt x="1176419" y="49737"/>
                </a:lnTo>
                <a:lnTo>
                  <a:pt x="1177250" y="49640"/>
                </a:lnTo>
                <a:lnTo>
                  <a:pt x="1178092" y="49561"/>
                </a:lnTo>
                <a:lnTo>
                  <a:pt x="1178946" y="49499"/>
                </a:lnTo>
                <a:lnTo>
                  <a:pt x="1179812" y="49455"/>
                </a:lnTo>
                <a:lnTo>
                  <a:pt x="1180690" y="49429"/>
                </a:lnTo>
                <a:lnTo>
                  <a:pt x="1181580" y="49420"/>
                </a:lnTo>
                <a:lnTo>
                  <a:pt x="1182174" y="49426"/>
                </a:lnTo>
                <a:lnTo>
                  <a:pt x="1182756" y="49442"/>
                </a:lnTo>
                <a:lnTo>
                  <a:pt x="1183327" y="49471"/>
                </a:lnTo>
                <a:lnTo>
                  <a:pt x="1183886" y="49510"/>
                </a:lnTo>
                <a:lnTo>
                  <a:pt x="1184432" y="49560"/>
                </a:lnTo>
                <a:lnTo>
                  <a:pt x="1184968" y="49622"/>
                </a:lnTo>
                <a:lnTo>
                  <a:pt x="1185491" y="49695"/>
                </a:lnTo>
                <a:lnTo>
                  <a:pt x="1186002" y="49779"/>
                </a:lnTo>
                <a:lnTo>
                  <a:pt x="1186502" y="49874"/>
                </a:lnTo>
                <a:lnTo>
                  <a:pt x="1186990" y="49980"/>
                </a:lnTo>
                <a:lnTo>
                  <a:pt x="1187466" y="50098"/>
                </a:lnTo>
                <a:lnTo>
                  <a:pt x="1187930" y="50227"/>
                </a:lnTo>
                <a:lnTo>
                  <a:pt x="1188382" y="50367"/>
                </a:lnTo>
                <a:lnTo>
                  <a:pt x="1188823" y="50518"/>
                </a:lnTo>
                <a:lnTo>
                  <a:pt x="1189252" y="50681"/>
                </a:lnTo>
                <a:lnTo>
                  <a:pt x="1189668" y="50855"/>
                </a:lnTo>
                <a:lnTo>
                  <a:pt x="1190074" y="51039"/>
                </a:lnTo>
                <a:lnTo>
                  <a:pt x="1190467" y="51236"/>
                </a:lnTo>
                <a:lnTo>
                  <a:pt x="1190848" y="51443"/>
                </a:lnTo>
                <a:lnTo>
                  <a:pt x="1191218" y="51661"/>
                </a:lnTo>
                <a:lnTo>
                  <a:pt x="1191576" y="51891"/>
                </a:lnTo>
                <a:lnTo>
                  <a:pt x="1191922" y="52132"/>
                </a:lnTo>
                <a:lnTo>
                  <a:pt x="1192256" y="52384"/>
                </a:lnTo>
                <a:lnTo>
                  <a:pt x="1192578" y="52648"/>
                </a:lnTo>
                <a:lnTo>
                  <a:pt x="1192891" y="52921"/>
                </a:lnTo>
                <a:lnTo>
                  <a:pt x="1193195" y="53202"/>
                </a:lnTo>
                <a:lnTo>
                  <a:pt x="1193492" y="53492"/>
                </a:lnTo>
                <a:lnTo>
                  <a:pt x="1193780" y="53790"/>
                </a:lnTo>
                <a:lnTo>
                  <a:pt x="1194060" y="54097"/>
                </a:lnTo>
                <a:lnTo>
                  <a:pt x="1194332" y="54412"/>
                </a:lnTo>
                <a:lnTo>
                  <a:pt x="1194597" y="54735"/>
                </a:lnTo>
                <a:lnTo>
                  <a:pt x="1194853" y="55067"/>
                </a:lnTo>
                <a:lnTo>
                  <a:pt x="1195101" y="55407"/>
                </a:lnTo>
                <a:lnTo>
                  <a:pt x="1195341" y="55756"/>
                </a:lnTo>
                <a:lnTo>
                  <a:pt x="1195573" y="56112"/>
                </a:lnTo>
                <a:lnTo>
                  <a:pt x="1195797" y="56478"/>
                </a:lnTo>
                <a:lnTo>
                  <a:pt x="1196013" y="56851"/>
                </a:lnTo>
                <a:lnTo>
                  <a:pt x="1196220" y="57233"/>
                </a:lnTo>
                <a:lnTo>
                  <a:pt x="1196420" y="57624"/>
                </a:lnTo>
                <a:lnTo>
                  <a:pt x="1196612" y="58022"/>
                </a:lnTo>
                <a:lnTo>
                  <a:pt x="1196795" y="58429"/>
                </a:lnTo>
                <a:lnTo>
                  <a:pt x="1196971" y="58845"/>
                </a:lnTo>
                <a:lnTo>
                  <a:pt x="1197139" y="59269"/>
                </a:lnTo>
                <a:lnTo>
                  <a:pt x="1197298" y="59701"/>
                </a:lnTo>
                <a:lnTo>
                  <a:pt x="1197450" y="60141"/>
                </a:lnTo>
                <a:lnTo>
                  <a:pt x="1197593" y="60590"/>
                </a:lnTo>
                <a:lnTo>
                  <a:pt x="1197728" y="61047"/>
                </a:lnTo>
                <a:lnTo>
                  <a:pt x="1197856" y="61513"/>
                </a:lnTo>
                <a:lnTo>
                  <a:pt x="1197977" y="61986"/>
                </a:lnTo>
                <a:lnTo>
                  <a:pt x="1198092" y="62464"/>
                </a:lnTo>
                <a:lnTo>
                  <a:pt x="1198203" y="62947"/>
                </a:lnTo>
                <a:lnTo>
                  <a:pt x="1198308" y="63437"/>
                </a:lnTo>
                <a:lnTo>
                  <a:pt x="1198408" y="63932"/>
                </a:lnTo>
                <a:lnTo>
                  <a:pt x="1198503" y="64433"/>
                </a:lnTo>
                <a:lnTo>
                  <a:pt x="1198593" y="64940"/>
                </a:lnTo>
                <a:lnTo>
                  <a:pt x="1198678" y="65452"/>
                </a:lnTo>
                <a:lnTo>
                  <a:pt x="1198757" y="65970"/>
                </a:lnTo>
                <a:lnTo>
                  <a:pt x="1198832" y="66494"/>
                </a:lnTo>
                <a:lnTo>
                  <a:pt x="1198901" y="67024"/>
                </a:lnTo>
                <a:lnTo>
                  <a:pt x="1198966" y="67559"/>
                </a:lnTo>
                <a:lnTo>
                  <a:pt x="1199025" y="68100"/>
                </a:lnTo>
                <a:lnTo>
                  <a:pt x="1199079" y="68646"/>
                </a:lnTo>
                <a:lnTo>
                  <a:pt x="1199127" y="69199"/>
                </a:lnTo>
                <a:lnTo>
                  <a:pt x="1199171" y="69757"/>
                </a:lnTo>
                <a:lnTo>
                  <a:pt x="1199210" y="70320"/>
                </a:lnTo>
                <a:lnTo>
                  <a:pt x="1199243" y="70890"/>
                </a:lnTo>
                <a:lnTo>
                  <a:pt x="1199271" y="71465"/>
                </a:lnTo>
                <a:lnTo>
                  <a:pt x="1199294" y="72046"/>
                </a:lnTo>
                <a:lnTo>
                  <a:pt x="1199312" y="72632"/>
                </a:lnTo>
                <a:lnTo>
                  <a:pt x="1199325" y="73224"/>
                </a:lnTo>
                <a:lnTo>
                  <a:pt x="1199333" y="73822"/>
                </a:lnTo>
                <a:lnTo>
                  <a:pt x="1199335" y="74426"/>
                </a:lnTo>
                <a:lnTo>
                  <a:pt x="1199335" y="136324"/>
                </a:lnTo>
                <a:lnTo>
                  <a:pt x="1215809" y="136324"/>
                </a:lnTo>
                <a:lnTo>
                  <a:pt x="1215809" y="72308"/>
                </a:lnTo>
                <a:lnTo>
                  <a:pt x="1215796" y="70869"/>
                </a:lnTo>
                <a:lnTo>
                  <a:pt x="1215759" y="69457"/>
                </a:lnTo>
                <a:lnTo>
                  <a:pt x="1215696" y="68072"/>
                </a:lnTo>
                <a:lnTo>
                  <a:pt x="1215609" y="66714"/>
                </a:lnTo>
                <a:lnTo>
                  <a:pt x="1215496" y="65383"/>
                </a:lnTo>
                <a:lnTo>
                  <a:pt x="1215359" y="64080"/>
                </a:lnTo>
                <a:lnTo>
                  <a:pt x="1215196" y="62803"/>
                </a:lnTo>
                <a:lnTo>
                  <a:pt x="1215009" y="61553"/>
                </a:lnTo>
                <a:lnTo>
                  <a:pt x="1214796" y="60331"/>
                </a:lnTo>
                <a:lnTo>
                  <a:pt x="1214559" y="59136"/>
                </a:lnTo>
                <a:lnTo>
                  <a:pt x="1214296" y="57967"/>
                </a:lnTo>
                <a:lnTo>
                  <a:pt x="1214009" y="56826"/>
                </a:lnTo>
                <a:lnTo>
                  <a:pt x="1213696" y="55712"/>
                </a:lnTo>
                <a:lnTo>
                  <a:pt x="1213359" y="54625"/>
                </a:lnTo>
                <a:lnTo>
                  <a:pt x="1212996" y="53565"/>
                </a:lnTo>
                <a:lnTo>
                  <a:pt x="1212608" y="52532"/>
                </a:lnTo>
                <a:lnTo>
                  <a:pt x="1212196" y="51526"/>
                </a:lnTo>
                <a:lnTo>
                  <a:pt x="1211758" y="50547"/>
                </a:lnTo>
                <a:lnTo>
                  <a:pt x="1211296" y="49595"/>
                </a:lnTo>
                <a:lnTo>
                  <a:pt x="1210808" y="48671"/>
                </a:lnTo>
                <a:lnTo>
                  <a:pt x="1210296" y="47773"/>
                </a:lnTo>
                <a:lnTo>
                  <a:pt x="1209758" y="46903"/>
                </a:lnTo>
                <a:lnTo>
                  <a:pt x="1209195" y="46059"/>
                </a:lnTo>
                <a:lnTo>
                  <a:pt x="1208608" y="45243"/>
                </a:lnTo>
                <a:lnTo>
                  <a:pt x="1207993" y="44457"/>
                </a:lnTo>
                <a:lnTo>
                  <a:pt x="1207348" y="43705"/>
                </a:lnTo>
                <a:lnTo>
                  <a:pt x="1206674" y="42985"/>
                </a:lnTo>
                <a:lnTo>
                  <a:pt x="1205969" y="42300"/>
                </a:lnTo>
                <a:lnTo>
                  <a:pt x="1205235" y="41647"/>
                </a:lnTo>
                <a:lnTo>
                  <a:pt x="1204471" y="41029"/>
                </a:lnTo>
                <a:lnTo>
                  <a:pt x="1203677" y="40443"/>
                </a:lnTo>
                <a:lnTo>
                  <a:pt x="1202854" y="39891"/>
                </a:lnTo>
                <a:lnTo>
                  <a:pt x="1202000" y="39373"/>
                </a:lnTo>
                <a:lnTo>
                  <a:pt x="1201117" y="38888"/>
                </a:lnTo>
                <a:lnTo>
                  <a:pt x="1200204" y="38436"/>
                </a:lnTo>
                <a:lnTo>
                  <a:pt x="1199261" y="38018"/>
                </a:lnTo>
                <a:lnTo>
                  <a:pt x="1198289" y="37634"/>
                </a:lnTo>
                <a:lnTo>
                  <a:pt x="1197287" y="37282"/>
                </a:lnTo>
                <a:lnTo>
                  <a:pt x="1196254" y="36965"/>
                </a:lnTo>
                <a:lnTo>
                  <a:pt x="1195192" y="36680"/>
                </a:lnTo>
                <a:lnTo>
                  <a:pt x="1194101" y="36430"/>
                </a:lnTo>
                <a:lnTo>
                  <a:pt x="1192979" y="36212"/>
                </a:lnTo>
                <a:lnTo>
                  <a:pt x="1191828" y="36028"/>
                </a:lnTo>
                <a:lnTo>
                  <a:pt x="1190647" y="35878"/>
                </a:lnTo>
                <a:lnTo>
                  <a:pt x="1189436" y="35761"/>
                </a:lnTo>
                <a:lnTo>
                  <a:pt x="1188195" y="35677"/>
                </a:lnTo>
                <a:lnTo>
                  <a:pt x="1186924" y="35627"/>
                </a:lnTo>
                <a:lnTo>
                  <a:pt x="1185624" y="35610"/>
                </a:lnTo>
                <a:lnTo>
                  <a:pt x="1184555" y="35619"/>
                </a:lnTo>
                <a:lnTo>
                  <a:pt x="1183503" y="35646"/>
                </a:lnTo>
                <a:lnTo>
                  <a:pt x="1182466" y="35691"/>
                </a:lnTo>
                <a:lnTo>
                  <a:pt x="1181445" y="35754"/>
                </a:lnTo>
                <a:lnTo>
                  <a:pt x="1180441" y="35835"/>
                </a:lnTo>
                <a:lnTo>
                  <a:pt x="1179453" y="35934"/>
                </a:lnTo>
                <a:lnTo>
                  <a:pt x="1178481" y="36051"/>
                </a:lnTo>
                <a:lnTo>
                  <a:pt x="1177524" y="36185"/>
                </a:lnTo>
                <a:lnTo>
                  <a:pt x="1176584" y="36338"/>
                </a:lnTo>
                <a:lnTo>
                  <a:pt x="1175660" y="36509"/>
                </a:lnTo>
                <a:lnTo>
                  <a:pt x="1174753" y="36698"/>
                </a:lnTo>
                <a:lnTo>
                  <a:pt x="1173861" y="36905"/>
                </a:lnTo>
                <a:lnTo>
                  <a:pt x="1172985" y="37130"/>
                </a:lnTo>
                <a:lnTo>
                  <a:pt x="1172126" y="37372"/>
                </a:lnTo>
                <a:lnTo>
                  <a:pt x="1171282" y="37633"/>
                </a:lnTo>
                <a:lnTo>
                  <a:pt x="1170455" y="37912"/>
                </a:lnTo>
                <a:lnTo>
                  <a:pt x="1169644" y="38208"/>
                </a:lnTo>
                <a:lnTo>
                  <a:pt x="1168849" y="38523"/>
                </a:lnTo>
                <a:lnTo>
                  <a:pt x="1168070" y="38856"/>
                </a:lnTo>
                <a:lnTo>
                  <a:pt x="1167307" y="39206"/>
                </a:lnTo>
                <a:lnTo>
                  <a:pt x="1166560" y="39575"/>
                </a:lnTo>
                <a:lnTo>
                  <a:pt x="1165829" y="39962"/>
                </a:lnTo>
                <a:lnTo>
                  <a:pt x="1165114" y="40366"/>
                </a:lnTo>
                <a:lnTo>
                  <a:pt x="1164416" y="40789"/>
                </a:lnTo>
                <a:lnTo>
                  <a:pt x="1163732" y="41222"/>
                </a:lnTo>
                <a:lnTo>
                  <a:pt x="1163062" y="41656"/>
                </a:lnTo>
                <a:lnTo>
                  <a:pt x="1162404" y="42094"/>
                </a:lnTo>
                <a:lnTo>
                  <a:pt x="1161761" y="42533"/>
                </a:lnTo>
                <a:lnTo>
                  <a:pt x="1161130" y="42974"/>
                </a:lnTo>
                <a:lnTo>
                  <a:pt x="1160513" y="43418"/>
                </a:lnTo>
                <a:lnTo>
                  <a:pt x="1159910" y="43864"/>
                </a:lnTo>
                <a:lnTo>
                  <a:pt x="1159319" y="44313"/>
                </a:lnTo>
                <a:lnTo>
                  <a:pt x="1158742" y="44763"/>
                </a:lnTo>
                <a:lnTo>
                  <a:pt x="1158179" y="45216"/>
                </a:lnTo>
                <a:lnTo>
                  <a:pt x="1157629" y="45671"/>
                </a:lnTo>
                <a:lnTo>
                  <a:pt x="1157092" y="46128"/>
                </a:lnTo>
                <a:lnTo>
                  <a:pt x="1156568" y="46587"/>
                </a:lnTo>
                <a:lnTo>
                  <a:pt x="1156058" y="47049"/>
                </a:lnTo>
                <a:lnTo>
                  <a:pt x="1155561" y="47513"/>
                </a:lnTo>
                <a:lnTo>
                  <a:pt x="1155078" y="47979"/>
                </a:lnTo>
                <a:lnTo>
                  <a:pt x="1154608" y="48447"/>
                </a:lnTo>
                <a:lnTo>
                  <a:pt x="1154151" y="48918"/>
                </a:lnTo>
                <a:lnTo>
                  <a:pt x="1153707" y="49390"/>
                </a:lnTo>
                <a:lnTo>
                  <a:pt x="1153277" y="49865"/>
                </a:lnTo>
                <a:lnTo>
                  <a:pt x="1152861" y="50343"/>
                </a:lnTo>
                <a:lnTo>
                  <a:pt x="1152457" y="50822"/>
                </a:lnTo>
                <a:lnTo>
                  <a:pt x="1152068" y="51304"/>
                </a:lnTo>
                <a:lnTo>
                  <a:pt x="1151691" y="51788"/>
                </a:lnTo>
                <a:lnTo>
                  <a:pt x="1151099" y="37287"/>
                </a:lnTo>
                <a:lnTo>
                  <a:pt x="1135316" y="37287"/>
                </a:lnTo>
                <a:lnTo>
                  <a:pt x="1135316" y="136324"/>
                </a:lnTo>
                <a:lnTo>
                  <a:pt x="1151790" y="136324"/>
                </a:lnTo>
                <a:lnTo>
                  <a:pt x="1151790" y="65613"/>
                </a:lnTo>
                <a:lnTo>
                  <a:pt x="1152164" y="65111"/>
                </a:lnTo>
                <a:lnTo>
                  <a:pt x="1152549" y="64612"/>
                </a:lnTo>
                <a:close/>
                <a:moveTo>
                  <a:pt x="977539" y="136324"/>
                </a:moveTo>
                <a:lnTo>
                  <a:pt x="994012" y="136324"/>
                </a:lnTo>
                <a:lnTo>
                  <a:pt x="994012" y="37287"/>
                </a:lnTo>
                <a:lnTo>
                  <a:pt x="977539" y="37287"/>
                </a:lnTo>
                <a:lnTo>
                  <a:pt x="977539" y="136324"/>
                </a:lnTo>
                <a:close/>
                <a:moveTo>
                  <a:pt x="1065824" y="137929"/>
                </a:moveTo>
                <a:lnTo>
                  <a:pt x="1066959" y="137833"/>
                </a:lnTo>
                <a:lnTo>
                  <a:pt x="1068079" y="137716"/>
                </a:lnTo>
                <a:lnTo>
                  <a:pt x="1069184" y="137577"/>
                </a:lnTo>
                <a:lnTo>
                  <a:pt x="1070275" y="137417"/>
                </a:lnTo>
                <a:lnTo>
                  <a:pt x="1071352" y="137236"/>
                </a:lnTo>
                <a:lnTo>
                  <a:pt x="1072413" y="137033"/>
                </a:lnTo>
                <a:lnTo>
                  <a:pt x="1073461" y="136809"/>
                </a:lnTo>
                <a:lnTo>
                  <a:pt x="1074493" y="136564"/>
                </a:lnTo>
                <a:lnTo>
                  <a:pt x="1075512" y="136297"/>
                </a:lnTo>
                <a:lnTo>
                  <a:pt x="1076515" y="136009"/>
                </a:lnTo>
                <a:lnTo>
                  <a:pt x="1077504" y="135700"/>
                </a:lnTo>
                <a:lnTo>
                  <a:pt x="1078479" y="135370"/>
                </a:lnTo>
                <a:lnTo>
                  <a:pt x="1079439" y="135018"/>
                </a:lnTo>
                <a:lnTo>
                  <a:pt x="1080384" y="134644"/>
                </a:lnTo>
                <a:lnTo>
                  <a:pt x="1081315" y="134250"/>
                </a:lnTo>
                <a:lnTo>
                  <a:pt x="1082231" y="133834"/>
                </a:lnTo>
                <a:lnTo>
                  <a:pt x="1083133" y="133396"/>
                </a:lnTo>
                <a:lnTo>
                  <a:pt x="1084020" y="132938"/>
                </a:lnTo>
                <a:lnTo>
                  <a:pt x="1084893" y="132458"/>
                </a:lnTo>
                <a:lnTo>
                  <a:pt x="1085751" y="131956"/>
                </a:lnTo>
                <a:lnTo>
                  <a:pt x="1086594" y="131435"/>
                </a:lnTo>
                <a:lnTo>
                  <a:pt x="1087420" y="130895"/>
                </a:lnTo>
                <a:lnTo>
                  <a:pt x="1088229" y="130337"/>
                </a:lnTo>
                <a:lnTo>
                  <a:pt x="1089023" y="129761"/>
                </a:lnTo>
                <a:lnTo>
                  <a:pt x="1089800" y="129166"/>
                </a:lnTo>
                <a:lnTo>
                  <a:pt x="1090560" y="128553"/>
                </a:lnTo>
                <a:lnTo>
                  <a:pt x="1091304" y="127922"/>
                </a:lnTo>
                <a:lnTo>
                  <a:pt x="1092031" y="127272"/>
                </a:lnTo>
                <a:lnTo>
                  <a:pt x="1092742" y="126604"/>
                </a:lnTo>
                <a:lnTo>
                  <a:pt x="1093437" y="125917"/>
                </a:lnTo>
                <a:lnTo>
                  <a:pt x="1094115" y="125213"/>
                </a:lnTo>
                <a:lnTo>
                  <a:pt x="1094777" y="124490"/>
                </a:lnTo>
                <a:lnTo>
                  <a:pt x="1095422" y="123748"/>
                </a:lnTo>
                <a:lnTo>
                  <a:pt x="1096051" y="122988"/>
                </a:lnTo>
                <a:lnTo>
                  <a:pt x="1096663" y="122210"/>
                </a:lnTo>
                <a:lnTo>
                  <a:pt x="1097259" y="121414"/>
                </a:lnTo>
                <a:lnTo>
                  <a:pt x="1097839" y="120599"/>
                </a:lnTo>
                <a:lnTo>
                  <a:pt x="1098402" y="119766"/>
                </a:lnTo>
                <a:lnTo>
                  <a:pt x="1098949" y="118915"/>
                </a:lnTo>
                <a:lnTo>
                  <a:pt x="1099479" y="118045"/>
                </a:lnTo>
                <a:lnTo>
                  <a:pt x="1099993" y="117157"/>
                </a:lnTo>
                <a:lnTo>
                  <a:pt x="1100490" y="116250"/>
                </a:lnTo>
                <a:lnTo>
                  <a:pt x="1100971" y="115326"/>
                </a:lnTo>
                <a:lnTo>
                  <a:pt x="1101435" y="114383"/>
                </a:lnTo>
                <a:lnTo>
                  <a:pt x="1101882" y="113423"/>
                </a:lnTo>
                <a:lnTo>
                  <a:pt x="1102310" y="112448"/>
                </a:lnTo>
                <a:lnTo>
                  <a:pt x="1102718" y="111458"/>
                </a:lnTo>
                <a:lnTo>
                  <a:pt x="1103108" y="110454"/>
                </a:lnTo>
                <a:lnTo>
                  <a:pt x="1103479" y="109434"/>
                </a:lnTo>
                <a:lnTo>
                  <a:pt x="1103830" y="108399"/>
                </a:lnTo>
                <a:lnTo>
                  <a:pt x="1104163" y="107349"/>
                </a:lnTo>
                <a:lnTo>
                  <a:pt x="1104477" y="106285"/>
                </a:lnTo>
                <a:lnTo>
                  <a:pt x="1104771" y="105205"/>
                </a:lnTo>
                <a:lnTo>
                  <a:pt x="1105047" y="104110"/>
                </a:lnTo>
                <a:lnTo>
                  <a:pt x="1105304" y="103000"/>
                </a:lnTo>
                <a:lnTo>
                  <a:pt x="1105541" y="101876"/>
                </a:lnTo>
                <a:lnTo>
                  <a:pt x="1105760" y="100736"/>
                </a:lnTo>
                <a:lnTo>
                  <a:pt x="1105960" y="99581"/>
                </a:lnTo>
                <a:lnTo>
                  <a:pt x="1106140" y="98412"/>
                </a:lnTo>
                <a:lnTo>
                  <a:pt x="1106302" y="97227"/>
                </a:lnTo>
                <a:lnTo>
                  <a:pt x="1106444" y="96027"/>
                </a:lnTo>
                <a:lnTo>
                  <a:pt x="1106568" y="94813"/>
                </a:lnTo>
                <a:lnTo>
                  <a:pt x="1106672" y="93583"/>
                </a:lnTo>
                <a:lnTo>
                  <a:pt x="1106758" y="92338"/>
                </a:lnTo>
                <a:lnTo>
                  <a:pt x="1106824" y="91079"/>
                </a:lnTo>
                <a:lnTo>
                  <a:pt x="1106872" y="89804"/>
                </a:lnTo>
                <a:lnTo>
                  <a:pt x="1106900" y="88514"/>
                </a:lnTo>
                <a:lnTo>
                  <a:pt x="1106910" y="87210"/>
                </a:lnTo>
                <a:lnTo>
                  <a:pt x="1106900" y="85872"/>
                </a:lnTo>
                <a:lnTo>
                  <a:pt x="1106872" y="84550"/>
                </a:lnTo>
                <a:lnTo>
                  <a:pt x="1106824" y="83244"/>
                </a:lnTo>
                <a:lnTo>
                  <a:pt x="1106758" y="81955"/>
                </a:lnTo>
                <a:lnTo>
                  <a:pt x="1106672" y="80681"/>
                </a:lnTo>
                <a:lnTo>
                  <a:pt x="1106568" y="79423"/>
                </a:lnTo>
                <a:lnTo>
                  <a:pt x="1106444" y="78182"/>
                </a:lnTo>
                <a:lnTo>
                  <a:pt x="1106302" y="76957"/>
                </a:lnTo>
                <a:lnTo>
                  <a:pt x="1106140" y="75747"/>
                </a:lnTo>
                <a:lnTo>
                  <a:pt x="1105960" y="74554"/>
                </a:lnTo>
                <a:lnTo>
                  <a:pt x="1105760" y="73376"/>
                </a:lnTo>
                <a:lnTo>
                  <a:pt x="1105541" y="72215"/>
                </a:lnTo>
                <a:lnTo>
                  <a:pt x="1105304" y="71070"/>
                </a:lnTo>
                <a:lnTo>
                  <a:pt x="1105047" y="69941"/>
                </a:lnTo>
                <a:lnTo>
                  <a:pt x="1104771" y="68827"/>
                </a:lnTo>
                <a:lnTo>
                  <a:pt x="1104477" y="67730"/>
                </a:lnTo>
                <a:lnTo>
                  <a:pt x="1104163" y="66649"/>
                </a:lnTo>
                <a:lnTo>
                  <a:pt x="1103830" y="65584"/>
                </a:lnTo>
                <a:lnTo>
                  <a:pt x="1103479" y="64535"/>
                </a:lnTo>
                <a:lnTo>
                  <a:pt x="1103108" y="63502"/>
                </a:lnTo>
                <a:lnTo>
                  <a:pt x="1102718" y="62485"/>
                </a:lnTo>
                <a:lnTo>
                  <a:pt x="1102310" y="61485"/>
                </a:lnTo>
                <a:lnTo>
                  <a:pt x="1101882" y="60500"/>
                </a:lnTo>
                <a:lnTo>
                  <a:pt x="1101435" y="59531"/>
                </a:lnTo>
                <a:lnTo>
                  <a:pt x="1100971" y="58579"/>
                </a:lnTo>
                <a:lnTo>
                  <a:pt x="1100490" y="57647"/>
                </a:lnTo>
                <a:lnTo>
                  <a:pt x="1099993" y="56732"/>
                </a:lnTo>
                <a:lnTo>
                  <a:pt x="1099479" y="55836"/>
                </a:lnTo>
                <a:lnTo>
                  <a:pt x="1098949" y="54959"/>
                </a:lnTo>
                <a:lnTo>
                  <a:pt x="1098402" y="54100"/>
                </a:lnTo>
                <a:lnTo>
                  <a:pt x="1097839" y="53259"/>
                </a:lnTo>
                <a:lnTo>
                  <a:pt x="1097259" y="52438"/>
                </a:lnTo>
                <a:lnTo>
                  <a:pt x="1096663" y="51634"/>
                </a:lnTo>
                <a:lnTo>
                  <a:pt x="1096051" y="50849"/>
                </a:lnTo>
                <a:lnTo>
                  <a:pt x="1095422" y="50083"/>
                </a:lnTo>
                <a:lnTo>
                  <a:pt x="1094777" y="49335"/>
                </a:lnTo>
                <a:lnTo>
                  <a:pt x="1094115" y="48606"/>
                </a:lnTo>
                <a:lnTo>
                  <a:pt x="1093437" y="47895"/>
                </a:lnTo>
                <a:lnTo>
                  <a:pt x="1092742" y="47203"/>
                </a:lnTo>
                <a:lnTo>
                  <a:pt x="1092031" y="46529"/>
                </a:lnTo>
                <a:lnTo>
                  <a:pt x="1091304" y="45874"/>
                </a:lnTo>
                <a:lnTo>
                  <a:pt x="1090560" y="45237"/>
                </a:lnTo>
                <a:lnTo>
                  <a:pt x="1089800" y="44619"/>
                </a:lnTo>
                <a:lnTo>
                  <a:pt x="1089023" y="44020"/>
                </a:lnTo>
                <a:lnTo>
                  <a:pt x="1088229" y="43438"/>
                </a:lnTo>
                <a:lnTo>
                  <a:pt x="1087420" y="42876"/>
                </a:lnTo>
                <a:lnTo>
                  <a:pt x="1086594" y="42332"/>
                </a:lnTo>
                <a:lnTo>
                  <a:pt x="1085751" y="41806"/>
                </a:lnTo>
                <a:lnTo>
                  <a:pt x="1084893" y="41301"/>
                </a:lnTo>
                <a:lnTo>
                  <a:pt x="1084020" y="40816"/>
                </a:lnTo>
                <a:lnTo>
                  <a:pt x="1083133" y="40354"/>
                </a:lnTo>
                <a:lnTo>
                  <a:pt x="1082231" y="39913"/>
                </a:lnTo>
                <a:lnTo>
                  <a:pt x="1081315" y="39493"/>
                </a:lnTo>
                <a:lnTo>
                  <a:pt x="1080384" y="39095"/>
                </a:lnTo>
                <a:lnTo>
                  <a:pt x="1079439" y="38719"/>
                </a:lnTo>
                <a:lnTo>
                  <a:pt x="1078479" y="38364"/>
                </a:lnTo>
                <a:lnTo>
                  <a:pt x="1077504" y="38030"/>
                </a:lnTo>
                <a:lnTo>
                  <a:pt x="1076515" y="37718"/>
                </a:lnTo>
                <a:lnTo>
                  <a:pt x="1075512" y="37428"/>
                </a:lnTo>
                <a:lnTo>
                  <a:pt x="1074493" y="37159"/>
                </a:lnTo>
                <a:lnTo>
                  <a:pt x="1073461" y="36912"/>
                </a:lnTo>
                <a:lnTo>
                  <a:pt x="1072413" y="36686"/>
                </a:lnTo>
                <a:lnTo>
                  <a:pt x="1071352" y="36481"/>
                </a:lnTo>
                <a:lnTo>
                  <a:pt x="1070275" y="36299"/>
                </a:lnTo>
                <a:lnTo>
                  <a:pt x="1069184" y="36137"/>
                </a:lnTo>
                <a:lnTo>
                  <a:pt x="1068079" y="35997"/>
                </a:lnTo>
                <a:lnTo>
                  <a:pt x="1066959" y="35879"/>
                </a:lnTo>
                <a:lnTo>
                  <a:pt x="1065824" y="35782"/>
                </a:lnTo>
                <a:lnTo>
                  <a:pt x="1064675" y="35707"/>
                </a:lnTo>
                <a:lnTo>
                  <a:pt x="1063511" y="35653"/>
                </a:lnTo>
                <a:lnTo>
                  <a:pt x="1062333" y="35621"/>
                </a:lnTo>
                <a:lnTo>
                  <a:pt x="1061140" y="35610"/>
                </a:lnTo>
                <a:lnTo>
                  <a:pt x="1059971" y="35621"/>
                </a:lnTo>
                <a:lnTo>
                  <a:pt x="1058817" y="35653"/>
                </a:lnTo>
                <a:lnTo>
                  <a:pt x="1057676" y="35707"/>
                </a:lnTo>
                <a:lnTo>
                  <a:pt x="1056550" y="35782"/>
                </a:lnTo>
                <a:lnTo>
                  <a:pt x="1055438" y="35879"/>
                </a:lnTo>
                <a:lnTo>
                  <a:pt x="1054340" y="35997"/>
                </a:lnTo>
                <a:lnTo>
                  <a:pt x="1053255" y="36137"/>
                </a:lnTo>
                <a:lnTo>
                  <a:pt x="1052185" y="36299"/>
                </a:lnTo>
                <a:lnTo>
                  <a:pt x="1051129" y="36481"/>
                </a:lnTo>
                <a:lnTo>
                  <a:pt x="1050087" y="36686"/>
                </a:lnTo>
                <a:lnTo>
                  <a:pt x="1049059" y="36912"/>
                </a:lnTo>
                <a:lnTo>
                  <a:pt x="1048045" y="37159"/>
                </a:lnTo>
                <a:lnTo>
                  <a:pt x="1047045" y="37428"/>
                </a:lnTo>
                <a:lnTo>
                  <a:pt x="1046059" y="37718"/>
                </a:lnTo>
                <a:lnTo>
                  <a:pt x="1045087" y="38030"/>
                </a:lnTo>
                <a:lnTo>
                  <a:pt x="1044129" y="38364"/>
                </a:lnTo>
                <a:lnTo>
                  <a:pt x="1043185" y="38719"/>
                </a:lnTo>
                <a:lnTo>
                  <a:pt x="1042256" y="39095"/>
                </a:lnTo>
                <a:lnTo>
                  <a:pt x="1041340" y="39493"/>
                </a:lnTo>
                <a:lnTo>
                  <a:pt x="1040438" y="39913"/>
                </a:lnTo>
                <a:lnTo>
                  <a:pt x="1039551" y="40354"/>
                </a:lnTo>
                <a:lnTo>
                  <a:pt x="1038677" y="40816"/>
                </a:lnTo>
                <a:lnTo>
                  <a:pt x="1037818" y="41301"/>
                </a:lnTo>
                <a:lnTo>
                  <a:pt x="1036972" y="41806"/>
                </a:lnTo>
                <a:lnTo>
                  <a:pt x="1036142" y="42332"/>
                </a:lnTo>
                <a:lnTo>
                  <a:pt x="1035328" y="42876"/>
                </a:lnTo>
                <a:lnTo>
                  <a:pt x="1034532" y="43438"/>
                </a:lnTo>
                <a:lnTo>
                  <a:pt x="1033751" y="44020"/>
                </a:lnTo>
                <a:lnTo>
                  <a:pt x="1032988" y="44619"/>
                </a:lnTo>
                <a:lnTo>
                  <a:pt x="1032240" y="45237"/>
                </a:lnTo>
                <a:lnTo>
                  <a:pt x="1031510" y="45874"/>
                </a:lnTo>
                <a:lnTo>
                  <a:pt x="1030796" y="46529"/>
                </a:lnTo>
                <a:lnTo>
                  <a:pt x="1030099" y="47203"/>
                </a:lnTo>
                <a:lnTo>
                  <a:pt x="1029418" y="47895"/>
                </a:lnTo>
                <a:lnTo>
                  <a:pt x="1028754" y="48606"/>
                </a:lnTo>
                <a:lnTo>
                  <a:pt x="1028107" y="49335"/>
                </a:lnTo>
                <a:lnTo>
                  <a:pt x="1027476" y="50083"/>
                </a:lnTo>
                <a:lnTo>
                  <a:pt x="1026862" y="50849"/>
                </a:lnTo>
                <a:lnTo>
                  <a:pt x="1026264" y="51634"/>
                </a:lnTo>
                <a:lnTo>
                  <a:pt x="1025683" y="52438"/>
                </a:lnTo>
                <a:lnTo>
                  <a:pt x="1025119" y="53259"/>
                </a:lnTo>
                <a:lnTo>
                  <a:pt x="1024571" y="54100"/>
                </a:lnTo>
                <a:lnTo>
                  <a:pt x="1024040" y="54959"/>
                </a:lnTo>
                <a:lnTo>
                  <a:pt x="1023525" y="55836"/>
                </a:lnTo>
                <a:lnTo>
                  <a:pt x="1023027" y="56732"/>
                </a:lnTo>
                <a:lnTo>
                  <a:pt x="1022546" y="57647"/>
                </a:lnTo>
                <a:lnTo>
                  <a:pt x="1022081" y="58579"/>
                </a:lnTo>
                <a:lnTo>
                  <a:pt x="1021633" y="59531"/>
                </a:lnTo>
                <a:lnTo>
                  <a:pt x="1021203" y="60500"/>
                </a:lnTo>
                <a:lnTo>
                  <a:pt x="1020790" y="61485"/>
                </a:lnTo>
                <a:lnTo>
                  <a:pt x="1020396" y="62485"/>
                </a:lnTo>
                <a:lnTo>
                  <a:pt x="1020021" y="63502"/>
                </a:lnTo>
                <a:lnTo>
                  <a:pt x="1019663" y="64535"/>
                </a:lnTo>
                <a:lnTo>
                  <a:pt x="1019324" y="65584"/>
                </a:lnTo>
                <a:lnTo>
                  <a:pt x="1019004" y="66649"/>
                </a:lnTo>
                <a:lnTo>
                  <a:pt x="1018701" y="67730"/>
                </a:lnTo>
                <a:lnTo>
                  <a:pt x="1018417" y="68827"/>
                </a:lnTo>
                <a:lnTo>
                  <a:pt x="1018152" y="69941"/>
                </a:lnTo>
                <a:lnTo>
                  <a:pt x="1017904" y="71070"/>
                </a:lnTo>
                <a:lnTo>
                  <a:pt x="1017675" y="72215"/>
                </a:lnTo>
                <a:lnTo>
                  <a:pt x="1017464" y="73376"/>
                </a:lnTo>
                <a:lnTo>
                  <a:pt x="1017272" y="74554"/>
                </a:lnTo>
                <a:lnTo>
                  <a:pt x="1017098" y="75747"/>
                </a:lnTo>
                <a:lnTo>
                  <a:pt x="1016942" y="76957"/>
                </a:lnTo>
                <a:lnTo>
                  <a:pt x="1016805" y="78182"/>
                </a:lnTo>
                <a:lnTo>
                  <a:pt x="1016686" y="79423"/>
                </a:lnTo>
                <a:lnTo>
                  <a:pt x="1016585" y="80681"/>
                </a:lnTo>
                <a:lnTo>
                  <a:pt x="1016502" y="81955"/>
                </a:lnTo>
                <a:lnTo>
                  <a:pt x="1016438" y="83244"/>
                </a:lnTo>
                <a:lnTo>
                  <a:pt x="1016392" y="84550"/>
                </a:lnTo>
                <a:lnTo>
                  <a:pt x="1016365" y="85872"/>
                </a:lnTo>
                <a:lnTo>
                  <a:pt x="1016356" y="87210"/>
                </a:lnTo>
                <a:lnTo>
                  <a:pt x="1016365" y="88514"/>
                </a:lnTo>
                <a:lnTo>
                  <a:pt x="1016392" y="89804"/>
                </a:lnTo>
                <a:lnTo>
                  <a:pt x="1016438" y="91079"/>
                </a:lnTo>
                <a:lnTo>
                  <a:pt x="1016502" y="92338"/>
                </a:lnTo>
                <a:lnTo>
                  <a:pt x="1016585" y="93583"/>
                </a:lnTo>
                <a:lnTo>
                  <a:pt x="1016686" y="94813"/>
                </a:lnTo>
                <a:lnTo>
                  <a:pt x="1016805" y="96027"/>
                </a:lnTo>
                <a:lnTo>
                  <a:pt x="1016942" y="97227"/>
                </a:lnTo>
                <a:lnTo>
                  <a:pt x="1017098" y="98412"/>
                </a:lnTo>
                <a:lnTo>
                  <a:pt x="1017272" y="99581"/>
                </a:lnTo>
                <a:lnTo>
                  <a:pt x="1017464" y="100736"/>
                </a:lnTo>
                <a:lnTo>
                  <a:pt x="1017675" y="101876"/>
                </a:lnTo>
                <a:lnTo>
                  <a:pt x="1017904" y="103000"/>
                </a:lnTo>
                <a:lnTo>
                  <a:pt x="1018152" y="104110"/>
                </a:lnTo>
                <a:lnTo>
                  <a:pt x="1018417" y="105205"/>
                </a:lnTo>
                <a:lnTo>
                  <a:pt x="1018701" y="106285"/>
                </a:lnTo>
                <a:lnTo>
                  <a:pt x="1019004" y="107349"/>
                </a:lnTo>
                <a:lnTo>
                  <a:pt x="1019324" y="108399"/>
                </a:lnTo>
                <a:lnTo>
                  <a:pt x="1019663" y="109434"/>
                </a:lnTo>
                <a:lnTo>
                  <a:pt x="1020021" y="110454"/>
                </a:lnTo>
                <a:lnTo>
                  <a:pt x="1020396" y="111458"/>
                </a:lnTo>
                <a:lnTo>
                  <a:pt x="1020790" y="112448"/>
                </a:lnTo>
                <a:lnTo>
                  <a:pt x="1021203" y="113423"/>
                </a:lnTo>
                <a:lnTo>
                  <a:pt x="1021633" y="114383"/>
                </a:lnTo>
                <a:lnTo>
                  <a:pt x="1022081" y="115326"/>
                </a:lnTo>
                <a:lnTo>
                  <a:pt x="1022546" y="116250"/>
                </a:lnTo>
                <a:lnTo>
                  <a:pt x="1023027" y="117157"/>
                </a:lnTo>
                <a:lnTo>
                  <a:pt x="1023525" y="118045"/>
                </a:lnTo>
                <a:lnTo>
                  <a:pt x="1024040" y="118915"/>
                </a:lnTo>
                <a:lnTo>
                  <a:pt x="1024571" y="119766"/>
                </a:lnTo>
                <a:lnTo>
                  <a:pt x="1025119" y="120599"/>
                </a:lnTo>
                <a:lnTo>
                  <a:pt x="1025683" y="121414"/>
                </a:lnTo>
                <a:lnTo>
                  <a:pt x="1026264" y="122210"/>
                </a:lnTo>
                <a:lnTo>
                  <a:pt x="1026862" y="122988"/>
                </a:lnTo>
                <a:lnTo>
                  <a:pt x="1027476" y="123748"/>
                </a:lnTo>
                <a:lnTo>
                  <a:pt x="1028107" y="124490"/>
                </a:lnTo>
                <a:lnTo>
                  <a:pt x="1028754" y="125213"/>
                </a:lnTo>
                <a:lnTo>
                  <a:pt x="1029418" y="125917"/>
                </a:lnTo>
                <a:lnTo>
                  <a:pt x="1030099" y="126604"/>
                </a:lnTo>
                <a:lnTo>
                  <a:pt x="1030796" y="127272"/>
                </a:lnTo>
                <a:lnTo>
                  <a:pt x="1031510" y="127922"/>
                </a:lnTo>
                <a:lnTo>
                  <a:pt x="1032240" y="128553"/>
                </a:lnTo>
                <a:lnTo>
                  <a:pt x="1032988" y="129166"/>
                </a:lnTo>
                <a:lnTo>
                  <a:pt x="1033751" y="129761"/>
                </a:lnTo>
                <a:lnTo>
                  <a:pt x="1034532" y="130337"/>
                </a:lnTo>
                <a:lnTo>
                  <a:pt x="1035328" y="130895"/>
                </a:lnTo>
                <a:lnTo>
                  <a:pt x="1036142" y="131435"/>
                </a:lnTo>
                <a:lnTo>
                  <a:pt x="1036972" y="131956"/>
                </a:lnTo>
                <a:lnTo>
                  <a:pt x="1037818" y="132458"/>
                </a:lnTo>
                <a:lnTo>
                  <a:pt x="1038677" y="132938"/>
                </a:lnTo>
                <a:lnTo>
                  <a:pt x="1039551" y="133396"/>
                </a:lnTo>
                <a:lnTo>
                  <a:pt x="1040438" y="133834"/>
                </a:lnTo>
                <a:lnTo>
                  <a:pt x="1041340" y="134250"/>
                </a:lnTo>
                <a:lnTo>
                  <a:pt x="1042256" y="134644"/>
                </a:lnTo>
                <a:lnTo>
                  <a:pt x="1043185" y="135018"/>
                </a:lnTo>
                <a:lnTo>
                  <a:pt x="1044129" y="135370"/>
                </a:lnTo>
                <a:lnTo>
                  <a:pt x="1045087" y="135700"/>
                </a:lnTo>
                <a:lnTo>
                  <a:pt x="1046059" y="136009"/>
                </a:lnTo>
                <a:lnTo>
                  <a:pt x="1047045" y="136297"/>
                </a:lnTo>
                <a:lnTo>
                  <a:pt x="1048045" y="136564"/>
                </a:lnTo>
                <a:lnTo>
                  <a:pt x="1049059" y="136809"/>
                </a:lnTo>
                <a:lnTo>
                  <a:pt x="1050087" y="137033"/>
                </a:lnTo>
                <a:lnTo>
                  <a:pt x="1051129" y="137236"/>
                </a:lnTo>
                <a:lnTo>
                  <a:pt x="1052185" y="137417"/>
                </a:lnTo>
                <a:lnTo>
                  <a:pt x="1053255" y="137577"/>
                </a:lnTo>
                <a:lnTo>
                  <a:pt x="1054340" y="137716"/>
                </a:lnTo>
                <a:lnTo>
                  <a:pt x="1055438" y="137833"/>
                </a:lnTo>
                <a:lnTo>
                  <a:pt x="1056550" y="137929"/>
                </a:lnTo>
                <a:lnTo>
                  <a:pt x="1057676" y="138004"/>
                </a:lnTo>
                <a:lnTo>
                  <a:pt x="1058817" y="138057"/>
                </a:lnTo>
                <a:lnTo>
                  <a:pt x="1059971" y="138089"/>
                </a:lnTo>
                <a:lnTo>
                  <a:pt x="1061140" y="138100"/>
                </a:lnTo>
                <a:lnTo>
                  <a:pt x="1062333" y="138089"/>
                </a:lnTo>
                <a:lnTo>
                  <a:pt x="1063511" y="138057"/>
                </a:lnTo>
                <a:lnTo>
                  <a:pt x="1064675" y="138004"/>
                </a:lnTo>
                <a:lnTo>
                  <a:pt x="1065824" y="137929"/>
                </a:lnTo>
                <a:close/>
                <a:moveTo>
                  <a:pt x="1057806" y="124845"/>
                </a:moveTo>
                <a:lnTo>
                  <a:pt x="1057010" y="124769"/>
                </a:lnTo>
                <a:lnTo>
                  <a:pt x="1056229" y="124676"/>
                </a:lnTo>
                <a:lnTo>
                  <a:pt x="1055463" y="124566"/>
                </a:lnTo>
                <a:lnTo>
                  <a:pt x="1054711" y="124439"/>
                </a:lnTo>
                <a:lnTo>
                  <a:pt x="1053975" y="124295"/>
                </a:lnTo>
                <a:lnTo>
                  <a:pt x="1053253" y="124134"/>
                </a:lnTo>
                <a:lnTo>
                  <a:pt x="1052547" y="123957"/>
                </a:lnTo>
                <a:lnTo>
                  <a:pt x="1051855" y="123762"/>
                </a:lnTo>
                <a:lnTo>
                  <a:pt x="1051178" y="123551"/>
                </a:lnTo>
                <a:lnTo>
                  <a:pt x="1050516" y="123322"/>
                </a:lnTo>
                <a:lnTo>
                  <a:pt x="1049869" y="123077"/>
                </a:lnTo>
                <a:lnTo>
                  <a:pt x="1049237" y="122814"/>
                </a:lnTo>
                <a:lnTo>
                  <a:pt x="1048620" y="122535"/>
                </a:lnTo>
                <a:lnTo>
                  <a:pt x="1048017" y="122239"/>
                </a:lnTo>
                <a:lnTo>
                  <a:pt x="1047430" y="121926"/>
                </a:lnTo>
                <a:lnTo>
                  <a:pt x="1046857" y="121596"/>
                </a:lnTo>
                <a:lnTo>
                  <a:pt x="1046299" y="121249"/>
                </a:lnTo>
                <a:lnTo>
                  <a:pt x="1045757" y="120885"/>
                </a:lnTo>
                <a:lnTo>
                  <a:pt x="1045229" y="120505"/>
                </a:lnTo>
                <a:lnTo>
                  <a:pt x="1044716" y="120107"/>
                </a:lnTo>
                <a:lnTo>
                  <a:pt x="1044216" y="119694"/>
                </a:lnTo>
                <a:lnTo>
                  <a:pt x="1043728" y="119269"/>
                </a:lnTo>
                <a:lnTo>
                  <a:pt x="1043252" y="118830"/>
                </a:lnTo>
                <a:lnTo>
                  <a:pt x="1042788" y="118379"/>
                </a:lnTo>
                <a:lnTo>
                  <a:pt x="1042336" y="117915"/>
                </a:lnTo>
                <a:lnTo>
                  <a:pt x="1041895" y="117438"/>
                </a:lnTo>
                <a:lnTo>
                  <a:pt x="1041466" y="116948"/>
                </a:lnTo>
                <a:lnTo>
                  <a:pt x="1041049" y="116446"/>
                </a:lnTo>
                <a:lnTo>
                  <a:pt x="1040644" y="115930"/>
                </a:lnTo>
                <a:lnTo>
                  <a:pt x="1040251" y="115402"/>
                </a:lnTo>
                <a:lnTo>
                  <a:pt x="1039870" y="114861"/>
                </a:lnTo>
                <a:lnTo>
                  <a:pt x="1039500" y="114307"/>
                </a:lnTo>
                <a:lnTo>
                  <a:pt x="1039142" y="113740"/>
                </a:lnTo>
                <a:lnTo>
                  <a:pt x="1038796" y="113161"/>
                </a:lnTo>
                <a:lnTo>
                  <a:pt x="1038462" y="112569"/>
                </a:lnTo>
                <a:lnTo>
                  <a:pt x="1038139" y="111963"/>
                </a:lnTo>
                <a:lnTo>
                  <a:pt x="1037829" y="111345"/>
                </a:lnTo>
                <a:lnTo>
                  <a:pt x="1037530" y="110715"/>
                </a:lnTo>
                <a:lnTo>
                  <a:pt x="1037243" y="110071"/>
                </a:lnTo>
                <a:lnTo>
                  <a:pt x="1036968" y="109415"/>
                </a:lnTo>
                <a:lnTo>
                  <a:pt x="1036705" y="108745"/>
                </a:lnTo>
                <a:lnTo>
                  <a:pt x="1036453" y="108063"/>
                </a:lnTo>
                <a:lnTo>
                  <a:pt x="1036214" y="107368"/>
                </a:lnTo>
                <a:lnTo>
                  <a:pt x="1035986" y="106661"/>
                </a:lnTo>
                <a:lnTo>
                  <a:pt x="1035768" y="105943"/>
                </a:lnTo>
                <a:lnTo>
                  <a:pt x="1035560" y="105216"/>
                </a:lnTo>
                <a:lnTo>
                  <a:pt x="1035362" y="104482"/>
                </a:lnTo>
                <a:lnTo>
                  <a:pt x="1035172" y="103740"/>
                </a:lnTo>
                <a:lnTo>
                  <a:pt x="1034992" y="102990"/>
                </a:lnTo>
                <a:lnTo>
                  <a:pt x="1034821" y="102232"/>
                </a:lnTo>
                <a:lnTo>
                  <a:pt x="1034659" y="101466"/>
                </a:lnTo>
                <a:lnTo>
                  <a:pt x="1034506" y="100691"/>
                </a:lnTo>
                <a:lnTo>
                  <a:pt x="1034363" y="99909"/>
                </a:lnTo>
                <a:lnTo>
                  <a:pt x="1034229" y="99119"/>
                </a:lnTo>
                <a:lnTo>
                  <a:pt x="1034104" y="98321"/>
                </a:lnTo>
                <a:lnTo>
                  <a:pt x="1033988" y="97515"/>
                </a:lnTo>
                <a:lnTo>
                  <a:pt x="1033882" y="96700"/>
                </a:lnTo>
                <a:lnTo>
                  <a:pt x="1033785" y="95878"/>
                </a:lnTo>
                <a:lnTo>
                  <a:pt x="1033697" y="95048"/>
                </a:lnTo>
                <a:lnTo>
                  <a:pt x="1033618" y="94210"/>
                </a:lnTo>
                <a:lnTo>
                  <a:pt x="1033549" y="93364"/>
                </a:lnTo>
                <a:lnTo>
                  <a:pt x="1033489" y="92509"/>
                </a:lnTo>
                <a:lnTo>
                  <a:pt x="1033438" y="91647"/>
                </a:lnTo>
                <a:lnTo>
                  <a:pt x="1033396" y="90777"/>
                </a:lnTo>
                <a:lnTo>
                  <a:pt x="1033364" y="89899"/>
                </a:lnTo>
                <a:lnTo>
                  <a:pt x="1033341" y="89012"/>
                </a:lnTo>
                <a:lnTo>
                  <a:pt x="1033327" y="88118"/>
                </a:lnTo>
                <a:lnTo>
                  <a:pt x="1033322" y="87216"/>
                </a:lnTo>
                <a:lnTo>
                  <a:pt x="1033327" y="86296"/>
                </a:lnTo>
                <a:lnTo>
                  <a:pt x="1033341" y="85385"/>
                </a:lnTo>
                <a:lnTo>
                  <a:pt x="1033364" y="84481"/>
                </a:lnTo>
                <a:lnTo>
                  <a:pt x="1033396" y="83586"/>
                </a:lnTo>
                <a:lnTo>
                  <a:pt x="1033438" y="82699"/>
                </a:lnTo>
                <a:lnTo>
                  <a:pt x="1033489" y="81821"/>
                </a:lnTo>
                <a:lnTo>
                  <a:pt x="1033549" y="80950"/>
                </a:lnTo>
                <a:lnTo>
                  <a:pt x="1033618" y="80088"/>
                </a:lnTo>
                <a:lnTo>
                  <a:pt x="1033697" y="79234"/>
                </a:lnTo>
                <a:lnTo>
                  <a:pt x="1033785" y="78388"/>
                </a:lnTo>
                <a:lnTo>
                  <a:pt x="1033882" y="77550"/>
                </a:lnTo>
                <a:lnTo>
                  <a:pt x="1033988" y="76721"/>
                </a:lnTo>
                <a:lnTo>
                  <a:pt x="1034104" y="75900"/>
                </a:lnTo>
                <a:lnTo>
                  <a:pt x="1034229" y="75087"/>
                </a:lnTo>
                <a:lnTo>
                  <a:pt x="1034363" y="74282"/>
                </a:lnTo>
                <a:lnTo>
                  <a:pt x="1034506" y="73485"/>
                </a:lnTo>
                <a:lnTo>
                  <a:pt x="1034659" y="72697"/>
                </a:lnTo>
                <a:lnTo>
                  <a:pt x="1034821" y="71916"/>
                </a:lnTo>
                <a:lnTo>
                  <a:pt x="1034992" y="71144"/>
                </a:lnTo>
                <a:lnTo>
                  <a:pt x="1035172" y="70380"/>
                </a:lnTo>
                <a:lnTo>
                  <a:pt x="1035362" y="69625"/>
                </a:lnTo>
                <a:lnTo>
                  <a:pt x="1035560" y="68877"/>
                </a:lnTo>
                <a:lnTo>
                  <a:pt x="1035768" y="68138"/>
                </a:lnTo>
                <a:lnTo>
                  <a:pt x="1035986" y="67407"/>
                </a:lnTo>
                <a:lnTo>
                  <a:pt x="1036214" y="66687"/>
                </a:lnTo>
                <a:lnTo>
                  <a:pt x="1036453" y="65979"/>
                </a:lnTo>
                <a:lnTo>
                  <a:pt x="1036705" y="65285"/>
                </a:lnTo>
                <a:lnTo>
                  <a:pt x="1036968" y="64603"/>
                </a:lnTo>
                <a:lnTo>
                  <a:pt x="1037243" y="63935"/>
                </a:lnTo>
                <a:lnTo>
                  <a:pt x="1037530" y="63279"/>
                </a:lnTo>
                <a:lnTo>
                  <a:pt x="1037829" y="62637"/>
                </a:lnTo>
                <a:lnTo>
                  <a:pt x="1038139" y="62008"/>
                </a:lnTo>
                <a:lnTo>
                  <a:pt x="1038462" y="61391"/>
                </a:lnTo>
                <a:lnTo>
                  <a:pt x="1038796" y="60788"/>
                </a:lnTo>
                <a:lnTo>
                  <a:pt x="1039142" y="60198"/>
                </a:lnTo>
                <a:lnTo>
                  <a:pt x="1039500" y="59620"/>
                </a:lnTo>
                <a:lnTo>
                  <a:pt x="1039870" y="59056"/>
                </a:lnTo>
                <a:lnTo>
                  <a:pt x="1040251" y="58505"/>
                </a:lnTo>
                <a:lnTo>
                  <a:pt x="1040644" y="57967"/>
                </a:lnTo>
                <a:lnTo>
                  <a:pt x="1041049" y="57441"/>
                </a:lnTo>
                <a:lnTo>
                  <a:pt x="1041466" y="56929"/>
                </a:lnTo>
                <a:lnTo>
                  <a:pt x="1041895" y="56430"/>
                </a:lnTo>
                <a:lnTo>
                  <a:pt x="1042336" y="55944"/>
                </a:lnTo>
                <a:lnTo>
                  <a:pt x="1042788" y="55471"/>
                </a:lnTo>
                <a:lnTo>
                  <a:pt x="1043252" y="55010"/>
                </a:lnTo>
                <a:lnTo>
                  <a:pt x="1043728" y="54563"/>
                </a:lnTo>
                <a:lnTo>
                  <a:pt x="1044216" y="54129"/>
                </a:lnTo>
                <a:lnTo>
                  <a:pt x="1044716" y="53708"/>
                </a:lnTo>
                <a:lnTo>
                  <a:pt x="1045229" y="53302"/>
                </a:lnTo>
                <a:lnTo>
                  <a:pt x="1045757" y="52913"/>
                </a:lnTo>
                <a:lnTo>
                  <a:pt x="1046299" y="52541"/>
                </a:lnTo>
                <a:lnTo>
                  <a:pt x="1046857" y="52187"/>
                </a:lnTo>
                <a:lnTo>
                  <a:pt x="1047430" y="51850"/>
                </a:lnTo>
                <a:lnTo>
                  <a:pt x="1048017" y="51530"/>
                </a:lnTo>
                <a:lnTo>
                  <a:pt x="1048620" y="51227"/>
                </a:lnTo>
                <a:lnTo>
                  <a:pt x="1049237" y="50942"/>
                </a:lnTo>
                <a:lnTo>
                  <a:pt x="1049869" y="50674"/>
                </a:lnTo>
                <a:lnTo>
                  <a:pt x="1050516" y="50424"/>
                </a:lnTo>
                <a:lnTo>
                  <a:pt x="1051178" y="50190"/>
                </a:lnTo>
                <a:lnTo>
                  <a:pt x="1051855" y="49974"/>
                </a:lnTo>
                <a:lnTo>
                  <a:pt x="1052547" y="49775"/>
                </a:lnTo>
                <a:lnTo>
                  <a:pt x="1053253" y="49594"/>
                </a:lnTo>
                <a:lnTo>
                  <a:pt x="1053975" y="49430"/>
                </a:lnTo>
                <a:lnTo>
                  <a:pt x="1054711" y="49283"/>
                </a:lnTo>
                <a:lnTo>
                  <a:pt x="1055463" y="49153"/>
                </a:lnTo>
                <a:lnTo>
                  <a:pt x="1056229" y="49041"/>
                </a:lnTo>
                <a:lnTo>
                  <a:pt x="1057010" y="48946"/>
                </a:lnTo>
                <a:lnTo>
                  <a:pt x="1057806" y="48868"/>
                </a:lnTo>
                <a:lnTo>
                  <a:pt x="1058617" y="48807"/>
                </a:lnTo>
                <a:lnTo>
                  <a:pt x="1059443" y="48764"/>
                </a:lnTo>
                <a:lnTo>
                  <a:pt x="1060284" y="48738"/>
                </a:lnTo>
                <a:lnTo>
                  <a:pt x="1061140" y="48730"/>
                </a:lnTo>
                <a:lnTo>
                  <a:pt x="1062020" y="48738"/>
                </a:lnTo>
                <a:lnTo>
                  <a:pt x="1062885" y="48764"/>
                </a:lnTo>
                <a:lnTo>
                  <a:pt x="1063735" y="48807"/>
                </a:lnTo>
                <a:lnTo>
                  <a:pt x="1064570" y="48868"/>
                </a:lnTo>
                <a:lnTo>
                  <a:pt x="1065390" y="48946"/>
                </a:lnTo>
                <a:lnTo>
                  <a:pt x="1066195" y="49041"/>
                </a:lnTo>
                <a:lnTo>
                  <a:pt x="1066985" y="49153"/>
                </a:lnTo>
                <a:lnTo>
                  <a:pt x="1067760" y="49283"/>
                </a:lnTo>
                <a:lnTo>
                  <a:pt x="1068519" y="49430"/>
                </a:lnTo>
                <a:lnTo>
                  <a:pt x="1069264" y="49594"/>
                </a:lnTo>
                <a:lnTo>
                  <a:pt x="1069994" y="49775"/>
                </a:lnTo>
                <a:lnTo>
                  <a:pt x="1070708" y="49974"/>
                </a:lnTo>
                <a:lnTo>
                  <a:pt x="1071407" y="50190"/>
                </a:lnTo>
                <a:lnTo>
                  <a:pt x="1072092" y="50424"/>
                </a:lnTo>
                <a:lnTo>
                  <a:pt x="1072761" y="50674"/>
                </a:lnTo>
                <a:lnTo>
                  <a:pt x="1073415" y="50942"/>
                </a:lnTo>
                <a:lnTo>
                  <a:pt x="1074054" y="51227"/>
                </a:lnTo>
                <a:lnTo>
                  <a:pt x="1074678" y="51530"/>
                </a:lnTo>
                <a:lnTo>
                  <a:pt x="1075287" y="51850"/>
                </a:lnTo>
                <a:lnTo>
                  <a:pt x="1075881" y="52187"/>
                </a:lnTo>
                <a:lnTo>
                  <a:pt x="1076460" y="52541"/>
                </a:lnTo>
                <a:lnTo>
                  <a:pt x="1077024" y="52913"/>
                </a:lnTo>
                <a:lnTo>
                  <a:pt x="1077573" y="53302"/>
                </a:lnTo>
                <a:lnTo>
                  <a:pt x="1078106" y="53708"/>
                </a:lnTo>
                <a:lnTo>
                  <a:pt x="1078626" y="54129"/>
                </a:lnTo>
                <a:lnTo>
                  <a:pt x="1079134" y="54563"/>
                </a:lnTo>
                <a:lnTo>
                  <a:pt x="1079629" y="55010"/>
                </a:lnTo>
                <a:lnTo>
                  <a:pt x="1080112" y="55471"/>
                </a:lnTo>
                <a:lnTo>
                  <a:pt x="1080583" y="55944"/>
                </a:lnTo>
                <a:lnTo>
                  <a:pt x="1081041" y="56430"/>
                </a:lnTo>
                <a:lnTo>
                  <a:pt x="1081487" y="56929"/>
                </a:lnTo>
                <a:lnTo>
                  <a:pt x="1081920" y="57441"/>
                </a:lnTo>
                <a:lnTo>
                  <a:pt x="1082342" y="57967"/>
                </a:lnTo>
                <a:lnTo>
                  <a:pt x="1082751" y="58505"/>
                </a:lnTo>
                <a:lnTo>
                  <a:pt x="1083147" y="59056"/>
                </a:lnTo>
                <a:lnTo>
                  <a:pt x="1083532" y="59620"/>
                </a:lnTo>
                <a:lnTo>
                  <a:pt x="1083904" y="60198"/>
                </a:lnTo>
                <a:lnTo>
                  <a:pt x="1084263" y="60788"/>
                </a:lnTo>
                <a:lnTo>
                  <a:pt x="1084611" y="61391"/>
                </a:lnTo>
                <a:lnTo>
                  <a:pt x="1084946" y="62008"/>
                </a:lnTo>
                <a:lnTo>
                  <a:pt x="1085268" y="62637"/>
                </a:lnTo>
                <a:lnTo>
                  <a:pt x="1085578" y="63279"/>
                </a:lnTo>
                <a:lnTo>
                  <a:pt x="1085876" y="63935"/>
                </a:lnTo>
                <a:lnTo>
                  <a:pt x="1086162" y="64603"/>
                </a:lnTo>
                <a:lnTo>
                  <a:pt x="1086435" y="65285"/>
                </a:lnTo>
                <a:lnTo>
                  <a:pt x="1086696" y="65979"/>
                </a:lnTo>
                <a:lnTo>
                  <a:pt x="1086945" y="66687"/>
                </a:lnTo>
                <a:lnTo>
                  <a:pt x="1087181" y="67407"/>
                </a:lnTo>
                <a:lnTo>
                  <a:pt x="1087407" y="68138"/>
                </a:lnTo>
                <a:lnTo>
                  <a:pt x="1087623" y="68877"/>
                </a:lnTo>
                <a:lnTo>
                  <a:pt x="1087829" y="69625"/>
                </a:lnTo>
                <a:lnTo>
                  <a:pt x="1088025" y="70380"/>
                </a:lnTo>
                <a:lnTo>
                  <a:pt x="1088212" y="71144"/>
                </a:lnTo>
                <a:lnTo>
                  <a:pt x="1088390" y="71916"/>
                </a:lnTo>
                <a:lnTo>
                  <a:pt x="1088558" y="72697"/>
                </a:lnTo>
                <a:lnTo>
                  <a:pt x="1088716" y="73485"/>
                </a:lnTo>
                <a:lnTo>
                  <a:pt x="1088865" y="74282"/>
                </a:lnTo>
                <a:lnTo>
                  <a:pt x="1089004" y="75087"/>
                </a:lnTo>
                <a:lnTo>
                  <a:pt x="1089133" y="75900"/>
                </a:lnTo>
                <a:lnTo>
                  <a:pt x="1089253" y="76721"/>
                </a:lnTo>
                <a:lnTo>
                  <a:pt x="1089363" y="77550"/>
                </a:lnTo>
                <a:lnTo>
                  <a:pt x="1089464" y="78388"/>
                </a:lnTo>
                <a:lnTo>
                  <a:pt x="1089555" y="79234"/>
                </a:lnTo>
                <a:lnTo>
                  <a:pt x="1089637" y="80088"/>
                </a:lnTo>
                <a:lnTo>
                  <a:pt x="1089708" y="80950"/>
                </a:lnTo>
                <a:lnTo>
                  <a:pt x="1089771" y="81821"/>
                </a:lnTo>
                <a:lnTo>
                  <a:pt x="1089824" y="82699"/>
                </a:lnTo>
                <a:lnTo>
                  <a:pt x="1089867" y="83586"/>
                </a:lnTo>
                <a:lnTo>
                  <a:pt x="1089900" y="84481"/>
                </a:lnTo>
                <a:lnTo>
                  <a:pt x="1089924" y="85385"/>
                </a:lnTo>
                <a:lnTo>
                  <a:pt x="1089939" y="86296"/>
                </a:lnTo>
                <a:lnTo>
                  <a:pt x="1089943" y="87216"/>
                </a:lnTo>
                <a:lnTo>
                  <a:pt x="1089939" y="88118"/>
                </a:lnTo>
                <a:lnTo>
                  <a:pt x="1089924" y="89012"/>
                </a:lnTo>
                <a:lnTo>
                  <a:pt x="1089900" y="89899"/>
                </a:lnTo>
                <a:lnTo>
                  <a:pt x="1089867" y="90777"/>
                </a:lnTo>
                <a:lnTo>
                  <a:pt x="1089824" y="91647"/>
                </a:lnTo>
                <a:lnTo>
                  <a:pt x="1089771" y="92509"/>
                </a:lnTo>
                <a:lnTo>
                  <a:pt x="1089708" y="93364"/>
                </a:lnTo>
                <a:lnTo>
                  <a:pt x="1089637" y="94210"/>
                </a:lnTo>
                <a:lnTo>
                  <a:pt x="1089555" y="95048"/>
                </a:lnTo>
                <a:lnTo>
                  <a:pt x="1089464" y="95878"/>
                </a:lnTo>
                <a:lnTo>
                  <a:pt x="1089363" y="96700"/>
                </a:lnTo>
                <a:lnTo>
                  <a:pt x="1089253" y="97515"/>
                </a:lnTo>
                <a:lnTo>
                  <a:pt x="1089133" y="98321"/>
                </a:lnTo>
                <a:lnTo>
                  <a:pt x="1089004" y="99119"/>
                </a:lnTo>
                <a:lnTo>
                  <a:pt x="1088865" y="99909"/>
                </a:lnTo>
                <a:lnTo>
                  <a:pt x="1088716" y="100691"/>
                </a:lnTo>
                <a:lnTo>
                  <a:pt x="1088558" y="101466"/>
                </a:lnTo>
                <a:lnTo>
                  <a:pt x="1088390" y="102232"/>
                </a:lnTo>
                <a:lnTo>
                  <a:pt x="1088212" y="102990"/>
                </a:lnTo>
                <a:lnTo>
                  <a:pt x="1088025" y="103740"/>
                </a:lnTo>
                <a:lnTo>
                  <a:pt x="1087829" y="104482"/>
                </a:lnTo>
                <a:lnTo>
                  <a:pt x="1087623" y="105216"/>
                </a:lnTo>
                <a:lnTo>
                  <a:pt x="1087407" y="105943"/>
                </a:lnTo>
                <a:lnTo>
                  <a:pt x="1087181" y="106661"/>
                </a:lnTo>
                <a:lnTo>
                  <a:pt x="1086945" y="107368"/>
                </a:lnTo>
                <a:lnTo>
                  <a:pt x="1086696" y="108063"/>
                </a:lnTo>
                <a:lnTo>
                  <a:pt x="1086435" y="108745"/>
                </a:lnTo>
                <a:lnTo>
                  <a:pt x="1086162" y="109415"/>
                </a:lnTo>
                <a:lnTo>
                  <a:pt x="1085876" y="110071"/>
                </a:lnTo>
                <a:lnTo>
                  <a:pt x="1085578" y="110715"/>
                </a:lnTo>
                <a:lnTo>
                  <a:pt x="1085268" y="111345"/>
                </a:lnTo>
                <a:lnTo>
                  <a:pt x="1084946" y="111963"/>
                </a:lnTo>
                <a:lnTo>
                  <a:pt x="1084611" y="112569"/>
                </a:lnTo>
                <a:lnTo>
                  <a:pt x="1084263" y="113161"/>
                </a:lnTo>
                <a:lnTo>
                  <a:pt x="1083904" y="113740"/>
                </a:lnTo>
                <a:lnTo>
                  <a:pt x="1083532" y="114307"/>
                </a:lnTo>
                <a:lnTo>
                  <a:pt x="1083147" y="114861"/>
                </a:lnTo>
                <a:lnTo>
                  <a:pt x="1082751" y="115402"/>
                </a:lnTo>
                <a:lnTo>
                  <a:pt x="1082342" y="115930"/>
                </a:lnTo>
                <a:lnTo>
                  <a:pt x="1081920" y="116446"/>
                </a:lnTo>
                <a:lnTo>
                  <a:pt x="1081487" y="116948"/>
                </a:lnTo>
                <a:lnTo>
                  <a:pt x="1081041" y="117438"/>
                </a:lnTo>
                <a:lnTo>
                  <a:pt x="1080583" y="117915"/>
                </a:lnTo>
                <a:lnTo>
                  <a:pt x="1080112" y="118379"/>
                </a:lnTo>
                <a:lnTo>
                  <a:pt x="1079629" y="118830"/>
                </a:lnTo>
                <a:lnTo>
                  <a:pt x="1079134" y="119269"/>
                </a:lnTo>
                <a:lnTo>
                  <a:pt x="1078626" y="119694"/>
                </a:lnTo>
                <a:lnTo>
                  <a:pt x="1078106" y="120107"/>
                </a:lnTo>
                <a:lnTo>
                  <a:pt x="1077573" y="120505"/>
                </a:lnTo>
                <a:lnTo>
                  <a:pt x="1077024" y="120885"/>
                </a:lnTo>
                <a:lnTo>
                  <a:pt x="1076460" y="121249"/>
                </a:lnTo>
                <a:lnTo>
                  <a:pt x="1075881" y="121596"/>
                </a:lnTo>
                <a:lnTo>
                  <a:pt x="1075287" y="121926"/>
                </a:lnTo>
                <a:lnTo>
                  <a:pt x="1074678" y="122239"/>
                </a:lnTo>
                <a:lnTo>
                  <a:pt x="1074054" y="122535"/>
                </a:lnTo>
                <a:lnTo>
                  <a:pt x="1073415" y="122814"/>
                </a:lnTo>
                <a:lnTo>
                  <a:pt x="1072761" y="123077"/>
                </a:lnTo>
                <a:lnTo>
                  <a:pt x="1072092" y="123322"/>
                </a:lnTo>
                <a:lnTo>
                  <a:pt x="1071407" y="123551"/>
                </a:lnTo>
                <a:lnTo>
                  <a:pt x="1070708" y="123762"/>
                </a:lnTo>
                <a:lnTo>
                  <a:pt x="1069994" y="123957"/>
                </a:lnTo>
                <a:lnTo>
                  <a:pt x="1069264" y="124134"/>
                </a:lnTo>
                <a:lnTo>
                  <a:pt x="1068519" y="124295"/>
                </a:lnTo>
                <a:lnTo>
                  <a:pt x="1067760" y="124439"/>
                </a:lnTo>
                <a:lnTo>
                  <a:pt x="1066985" y="124566"/>
                </a:lnTo>
                <a:lnTo>
                  <a:pt x="1066195" y="124676"/>
                </a:lnTo>
                <a:lnTo>
                  <a:pt x="1065390" y="124769"/>
                </a:lnTo>
                <a:lnTo>
                  <a:pt x="1064570" y="124845"/>
                </a:lnTo>
                <a:lnTo>
                  <a:pt x="1063735" y="124904"/>
                </a:lnTo>
                <a:lnTo>
                  <a:pt x="1062885" y="124947"/>
                </a:lnTo>
                <a:lnTo>
                  <a:pt x="1062020" y="124972"/>
                </a:lnTo>
                <a:lnTo>
                  <a:pt x="1061140" y="124981"/>
                </a:lnTo>
                <a:lnTo>
                  <a:pt x="1060284" y="124972"/>
                </a:lnTo>
                <a:lnTo>
                  <a:pt x="1059443" y="124947"/>
                </a:lnTo>
                <a:lnTo>
                  <a:pt x="1058617" y="124904"/>
                </a:lnTo>
                <a:lnTo>
                  <a:pt x="1057806" y="124845"/>
                </a:lnTo>
                <a:close/>
                <a:moveTo>
                  <a:pt x="1285549" y="138052"/>
                </a:moveTo>
                <a:lnTo>
                  <a:pt x="1286205" y="138025"/>
                </a:lnTo>
                <a:lnTo>
                  <a:pt x="1286858" y="137992"/>
                </a:lnTo>
                <a:lnTo>
                  <a:pt x="1287506" y="137953"/>
                </a:lnTo>
                <a:lnTo>
                  <a:pt x="1288151" y="137908"/>
                </a:lnTo>
                <a:lnTo>
                  <a:pt x="1288791" y="137857"/>
                </a:lnTo>
                <a:lnTo>
                  <a:pt x="1289428" y="137800"/>
                </a:lnTo>
                <a:lnTo>
                  <a:pt x="1290061" y="137737"/>
                </a:lnTo>
                <a:lnTo>
                  <a:pt x="1290689" y="137668"/>
                </a:lnTo>
                <a:lnTo>
                  <a:pt x="1291314" y="137594"/>
                </a:lnTo>
                <a:lnTo>
                  <a:pt x="1291935" y="137513"/>
                </a:lnTo>
                <a:lnTo>
                  <a:pt x="1292552" y="137426"/>
                </a:lnTo>
                <a:lnTo>
                  <a:pt x="1293165" y="137333"/>
                </a:lnTo>
                <a:lnTo>
                  <a:pt x="1293774" y="137234"/>
                </a:lnTo>
                <a:lnTo>
                  <a:pt x="1294379" y="137129"/>
                </a:lnTo>
                <a:lnTo>
                  <a:pt x="1294980" y="137018"/>
                </a:lnTo>
                <a:lnTo>
                  <a:pt x="1295578" y="136901"/>
                </a:lnTo>
                <a:lnTo>
                  <a:pt x="1296171" y="136778"/>
                </a:lnTo>
                <a:lnTo>
                  <a:pt x="1296760" y="136649"/>
                </a:lnTo>
                <a:lnTo>
                  <a:pt x="1297346" y="136515"/>
                </a:lnTo>
                <a:lnTo>
                  <a:pt x="1297927" y="136374"/>
                </a:lnTo>
                <a:lnTo>
                  <a:pt x="1298504" y="136227"/>
                </a:lnTo>
                <a:lnTo>
                  <a:pt x="1299074" y="136073"/>
                </a:lnTo>
                <a:lnTo>
                  <a:pt x="1299638" y="135913"/>
                </a:lnTo>
                <a:lnTo>
                  <a:pt x="1300196" y="135746"/>
                </a:lnTo>
                <a:lnTo>
                  <a:pt x="1300748" y="135573"/>
                </a:lnTo>
                <a:lnTo>
                  <a:pt x="1301293" y="135393"/>
                </a:lnTo>
                <a:lnTo>
                  <a:pt x="1301833" y="135207"/>
                </a:lnTo>
                <a:lnTo>
                  <a:pt x="1302366" y="135014"/>
                </a:lnTo>
                <a:lnTo>
                  <a:pt x="1302893" y="134815"/>
                </a:lnTo>
                <a:lnTo>
                  <a:pt x="1303414" y="134609"/>
                </a:lnTo>
                <a:lnTo>
                  <a:pt x="1303929" y="134396"/>
                </a:lnTo>
                <a:lnTo>
                  <a:pt x="1304438" y="134177"/>
                </a:lnTo>
                <a:lnTo>
                  <a:pt x="1304940" y="133952"/>
                </a:lnTo>
                <a:lnTo>
                  <a:pt x="1305436" y="133720"/>
                </a:lnTo>
                <a:lnTo>
                  <a:pt x="1305927" y="133481"/>
                </a:lnTo>
                <a:lnTo>
                  <a:pt x="1306411" y="133236"/>
                </a:lnTo>
                <a:lnTo>
                  <a:pt x="1306888" y="132985"/>
                </a:lnTo>
                <a:lnTo>
                  <a:pt x="1307360" y="132727"/>
                </a:lnTo>
                <a:lnTo>
                  <a:pt x="1307825" y="132462"/>
                </a:lnTo>
                <a:lnTo>
                  <a:pt x="1308285" y="132191"/>
                </a:lnTo>
                <a:lnTo>
                  <a:pt x="1308738" y="131913"/>
                </a:lnTo>
                <a:lnTo>
                  <a:pt x="1309185" y="131629"/>
                </a:lnTo>
                <a:lnTo>
                  <a:pt x="1309626" y="131338"/>
                </a:lnTo>
                <a:lnTo>
                  <a:pt x="1310060" y="131041"/>
                </a:lnTo>
                <a:lnTo>
                  <a:pt x="1310488" y="130737"/>
                </a:lnTo>
                <a:lnTo>
                  <a:pt x="1310908" y="130426"/>
                </a:lnTo>
                <a:lnTo>
                  <a:pt x="1311320" y="130107"/>
                </a:lnTo>
                <a:lnTo>
                  <a:pt x="1311724" y="129782"/>
                </a:lnTo>
                <a:lnTo>
                  <a:pt x="1312120" y="129450"/>
                </a:lnTo>
                <a:lnTo>
                  <a:pt x="1312508" y="129111"/>
                </a:lnTo>
                <a:lnTo>
                  <a:pt x="1312888" y="128764"/>
                </a:lnTo>
                <a:lnTo>
                  <a:pt x="1313261" y="128411"/>
                </a:lnTo>
                <a:lnTo>
                  <a:pt x="1313625" y="128050"/>
                </a:lnTo>
                <a:lnTo>
                  <a:pt x="1313982" y="127683"/>
                </a:lnTo>
                <a:lnTo>
                  <a:pt x="1314331" y="127308"/>
                </a:lnTo>
                <a:lnTo>
                  <a:pt x="1314672" y="126926"/>
                </a:lnTo>
                <a:lnTo>
                  <a:pt x="1315005" y="126538"/>
                </a:lnTo>
                <a:lnTo>
                  <a:pt x="1315330" y="126142"/>
                </a:lnTo>
                <a:lnTo>
                  <a:pt x="1315648" y="125739"/>
                </a:lnTo>
                <a:lnTo>
                  <a:pt x="1315957" y="125329"/>
                </a:lnTo>
                <a:lnTo>
                  <a:pt x="1316259" y="124912"/>
                </a:lnTo>
                <a:lnTo>
                  <a:pt x="1316552" y="124488"/>
                </a:lnTo>
                <a:lnTo>
                  <a:pt x="1316838" y="124057"/>
                </a:lnTo>
                <a:lnTo>
                  <a:pt x="1317116" y="123619"/>
                </a:lnTo>
                <a:lnTo>
                  <a:pt x="1317386" y="123174"/>
                </a:lnTo>
                <a:lnTo>
                  <a:pt x="1317648" y="122722"/>
                </a:lnTo>
                <a:lnTo>
                  <a:pt x="1317903" y="122263"/>
                </a:lnTo>
                <a:lnTo>
                  <a:pt x="1318149" y="121796"/>
                </a:lnTo>
                <a:lnTo>
                  <a:pt x="1318386" y="121323"/>
                </a:lnTo>
                <a:lnTo>
                  <a:pt x="1318614" y="120842"/>
                </a:lnTo>
                <a:lnTo>
                  <a:pt x="1318831" y="120354"/>
                </a:lnTo>
                <a:lnTo>
                  <a:pt x="1319038" y="119859"/>
                </a:lnTo>
                <a:lnTo>
                  <a:pt x="1319235" y="119357"/>
                </a:lnTo>
                <a:lnTo>
                  <a:pt x="1319422" y="118847"/>
                </a:lnTo>
                <a:lnTo>
                  <a:pt x="1319599" y="118330"/>
                </a:lnTo>
                <a:lnTo>
                  <a:pt x="1319766" y="117806"/>
                </a:lnTo>
                <a:lnTo>
                  <a:pt x="1319922" y="117275"/>
                </a:lnTo>
                <a:lnTo>
                  <a:pt x="1320069" y="116737"/>
                </a:lnTo>
                <a:lnTo>
                  <a:pt x="1320205" y="116191"/>
                </a:lnTo>
                <a:lnTo>
                  <a:pt x="1320332" y="115638"/>
                </a:lnTo>
                <a:lnTo>
                  <a:pt x="1320448" y="115078"/>
                </a:lnTo>
                <a:lnTo>
                  <a:pt x="1320554" y="114510"/>
                </a:lnTo>
                <a:lnTo>
                  <a:pt x="1320650" y="113936"/>
                </a:lnTo>
                <a:lnTo>
                  <a:pt x="1320736" y="113354"/>
                </a:lnTo>
                <a:lnTo>
                  <a:pt x="1320811" y="112765"/>
                </a:lnTo>
                <a:lnTo>
                  <a:pt x="1320877" y="112169"/>
                </a:lnTo>
                <a:lnTo>
                  <a:pt x="1320933" y="111565"/>
                </a:lnTo>
                <a:lnTo>
                  <a:pt x="1320978" y="110954"/>
                </a:lnTo>
                <a:lnTo>
                  <a:pt x="1321014" y="110337"/>
                </a:lnTo>
                <a:lnTo>
                  <a:pt x="1321039" y="109711"/>
                </a:lnTo>
                <a:lnTo>
                  <a:pt x="1321054" y="109079"/>
                </a:lnTo>
                <a:lnTo>
                  <a:pt x="1321059" y="108439"/>
                </a:lnTo>
                <a:lnTo>
                  <a:pt x="1321053" y="107700"/>
                </a:lnTo>
                <a:lnTo>
                  <a:pt x="1321033" y="106972"/>
                </a:lnTo>
                <a:lnTo>
                  <a:pt x="1321001" y="106255"/>
                </a:lnTo>
                <a:lnTo>
                  <a:pt x="1320956" y="105548"/>
                </a:lnTo>
                <a:lnTo>
                  <a:pt x="1320898" y="104854"/>
                </a:lnTo>
                <a:lnTo>
                  <a:pt x="1320828" y="104170"/>
                </a:lnTo>
                <a:lnTo>
                  <a:pt x="1320744" y="103497"/>
                </a:lnTo>
                <a:lnTo>
                  <a:pt x="1320648" y="102836"/>
                </a:lnTo>
                <a:lnTo>
                  <a:pt x="1320539" y="102185"/>
                </a:lnTo>
                <a:lnTo>
                  <a:pt x="1320417" y="101546"/>
                </a:lnTo>
                <a:lnTo>
                  <a:pt x="1320282" y="100918"/>
                </a:lnTo>
                <a:lnTo>
                  <a:pt x="1320134" y="100301"/>
                </a:lnTo>
                <a:lnTo>
                  <a:pt x="1319974" y="99695"/>
                </a:lnTo>
                <a:lnTo>
                  <a:pt x="1319800" y="99100"/>
                </a:lnTo>
                <a:lnTo>
                  <a:pt x="1319614" y="98516"/>
                </a:lnTo>
                <a:lnTo>
                  <a:pt x="1319415" y="97943"/>
                </a:lnTo>
                <a:lnTo>
                  <a:pt x="1319203" y="97382"/>
                </a:lnTo>
                <a:lnTo>
                  <a:pt x="1318978" y="96832"/>
                </a:lnTo>
                <a:lnTo>
                  <a:pt x="1318741" y="96292"/>
                </a:lnTo>
                <a:lnTo>
                  <a:pt x="1318490" y="95764"/>
                </a:lnTo>
                <a:lnTo>
                  <a:pt x="1318227" y="95247"/>
                </a:lnTo>
                <a:lnTo>
                  <a:pt x="1317951" y="94741"/>
                </a:lnTo>
                <a:lnTo>
                  <a:pt x="1317662" y="94247"/>
                </a:lnTo>
                <a:lnTo>
                  <a:pt x="1317360" y="93763"/>
                </a:lnTo>
                <a:lnTo>
                  <a:pt x="1317045" y="93288"/>
                </a:lnTo>
                <a:lnTo>
                  <a:pt x="1316718" y="92821"/>
                </a:lnTo>
                <a:lnTo>
                  <a:pt x="1316379" y="92361"/>
                </a:lnTo>
                <a:lnTo>
                  <a:pt x="1316027" y="91908"/>
                </a:lnTo>
                <a:lnTo>
                  <a:pt x="1315662" y="91462"/>
                </a:lnTo>
                <a:lnTo>
                  <a:pt x="1315285" y="91023"/>
                </a:lnTo>
                <a:lnTo>
                  <a:pt x="1314896" y="90592"/>
                </a:lnTo>
                <a:lnTo>
                  <a:pt x="1314494" y="90168"/>
                </a:lnTo>
                <a:lnTo>
                  <a:pt x="1314079" y="89751"/>
                </a:lnTo>
                <a:lnTo>
                  <a:pt x="1313652" y="89342"/>
                </a:lnTo>
                <a:lnTo>
                  <a:pt x="1313213" y="88939"/>
                </a:lnTo>
                <a:lnTo>
                  <a:pt x="1312761" y="88544"/>
                </a:lnTo>
                <a:lnTo>
                  <a:pt x="1312296" y="88156"/>
                </a:lnTo>
                <a:lnTo>
                  <a:pt x="1311819" y="87776"/>
                </a:lnTo>
                <a:lnTo>
                  <a:pt x="1311330" y="87402"/>
                </a:lnTo>
                <a:lnTo>
                  <a:pt x="1310828" y="87036"/>
                </a:lnTo>
                <a:lnTo>
                  <a:pt x="1310313" y="86677"/>
                </a:lnTo>
                <a:lnTo>
                  <a:pt x="1309786" y="86326"/>
                </a:lnTo>
                <a:lnTo>
                  <a:pt x="1309246" y="85981"/>
                </a:lnTo>
                <a:lnTo>
                  <a:pt x="1308694" y="85644"/>
                </a:lnTo>
                <a:lnTo>
                  <a:pt x="1308130" y="85314"/>
                </a:lnTo>
                <a:lnTo>
                  <a:pt x="1307553" y="84991"/>
                </a:lnTo>
                <a:lnTo>
                  <a:pt x="1306963" y="84676"/>
                </a:lnTo>
                <a:lnTo>
                  <a:pt x="1306361" y="84367"/>
                </a:lnTo>
                <a:lnTo>
                  <a:pt x="1305747" y="84064"/>
                </a:lnTo>
                <a:lnTo>
                  <a:pt x="1305121" y="83765"/>
                </a:lnTo>
                <a:lnTo>
                  <a:pt x="1304482" y="83469"/>
                </a:lnTo>
                <a:lnTo>
                  <a:pt x="1303832" y="83177"/>
                </a:lnTo>
                <a:lnTo>
                  <a:pt x="1303170" y="82888"/>
                </a:lnTo>
                <a:lnTo>
                  <a:pt x="1302496" y="82603"/>
                </a:lnTo>
                <a:lnTo>
                  <a:pt x="1301809" y="82321"/>
                </a:lnTo>
                <a:lnTo>
                  <a:pt x="1301111" y="82043"/>
                </a:lnTo>
                <a:lnTo>
                  <a:pt x="1300401" y="81768"/>
                </a:lnTo>
                <a:lnTo>
                  <a:pt x="1299679" y="81497"/>
                </a:lnTo>
                <a:lnTo>
                  <a:pt x="1298945" y="81229"/>
                </a:lnTo>
                <a:lnTo>
                  <a:pt x="1298199" y="80965"/>
                </a:lnTo>
                <a:lnTo>
                  <a:pt x="1297440" y="80704"/>
                </a:lnTo>
                <a:lnTo>
                  <a:pt x="1296670" y="80447"/>
                </a:lnTo>
                <a:lnTo>
                  <a:pt x="1295888" y="80194"/>
                </a:lnTo>
                <a:lnTo>
                  <a:pt x="1295094" y="79944"/>
                </a:lnTo>
                <a:lnTo>
                  <a:pt x="1294288" y="79697"/>
                </a:lnTo>
                <a:lnTo>
                  <a:pt x="1293470" y="79454"/>
                </a:lnTo>
                <a:lnTo>
                  <a:pt x="1292640" y="79214"/>
                </a:lnTo>
                <a:lnTo>
                  <a:pt x="1291798" y="78978"/>
                </a:lnTo>
                <a:lnTo>
                  <a:pt x="1290944" y="78746"/>
                </a:lnTo>
                <a:lnTo>
                  <a:pt x="1290078" y="78517"/>
                </a:lnTo>
                <a:lnTo>
                  <a:pt x="1289200" y="78292"/>
                </a:lnTo>
                <a:lnTo>
                  <a:pt x="1288310" y="78070"/>
                </a:lnTo>
                <a:lnTo>
                  <a:pt x="1287495" y="77867"/>
                </a:lnTo>
                <a:lnTo>
                  <a:pt x="1286694" y="77665"/>
                </a:lnTo>
                <a:lnTo>
                  <a:pt x="1285907" y="77464"/>
                </a:lnTo>
                <a:lnTo>
                  <a:pt x="1285134" y="77264"/>
                </a:lnTo>
                <a:lnTo>
                  <a:pt x="1284375" y="77065"/>
                </a:lnTo>
                <a:lnTo>
                  <a:pt x="1283630" y="76866"/>
                </a:lnTo>
                <a:lnTo>
                  <a:pt x="1282899" y="76669"/>
                </a:lnTo>
                <a:lnTo>
                  <a:pt x="1282183" y="76473"/>
                </a:lnTo>
                <a:lnTo>
                  <a:pt x="1281480" y="76277"/>
                </a:lnTo>
                <a:lnTo>
                  <a:pt x="1280791" y="76082"/>
                </a:lnTo>
                <a:lnTo>
                  <a:pt x="1280117" y="75888"/>
                </a:lnTo>
                <a:lnTo>
                  <a:pt x="1279456" y="75695"/>
                </a:lnTo>
                <a:lnTo>
                  <a:pt x="1278810" y="75503"/>
                </a:lnTo>
                <a:lnTo>
                  <a:pt x="1278177" y="75312"/>
                </a:lnTo>
                <a:lnTo>
                  <a:pt x="1277559" y="75122"/>
                </a:lnTo>
                <a:lnTo>
                  <a:pt x="1276955" y="74932"/>
                </a:lnTo>
                <a:lnTo>
                  <a:pt x="1276364" y="74744"/>
                </a:lnTo>
                <a:lnTo>
                  <a:pt x="1275788" y="74556"/>
                </a:lnTo>
                <a:lnTo>
                  <a:pt x="1275226" y="74369"/>
                </a:lnTo>
                <a:lnTo>
                  <a:pt x="1274678" y="74183"/>
                </a:lnTo>
                <a:lnTo>
                  <a:pt x="1274144" y="73998"/>
                </a:lnTo>
                <a:lnTo>
                  <a:pt x="1273623" y="73814"/>
                </a:lnTo>
                <a:lnTo>
                  <a:pt x="1273117" y="73631"/>
                </a:lnTo>
                <a:lnTo>
                  <a:pt x="1272625" y="73449"/>
                </a:lnTo>
                <a:lnTo>
                  <a:pt x="1272146" y="73266"/>
                </a:lnTo>
                <a:lnTo>
                  <a:pt x="1271679" y="73081"/>
                </a:lnTo>
                <a:lnTo>
                  <a:pt x="1271223" y="72894"/>
                </a:lnTo>
                <a:lnTo>
                  <a:pt x="1270779" y="72705"/>
                </a:lnTo>
                <a:lnTo>
                  <a:pt x="1270346" y="72514"/>
                </a:lnTo>
                <a:lnTo>
                  <a:pt x="1269925" y="72321"/>
                </a:lnTo>
                <a:lnTo>
                  <a:pt x="1269516" y="72126"/>
                </a:lnTo>
                <a:lnTo>
                  <a:pt x="1269118" y="71930"/>
                </a:lnTo>
                <a:lnTo>
                  <a:pt x="1268732" y="71731"/>
                </a:lnTo>
                <a:lnTo>
                  <a:pt x="1268358" y="71531"/>
                </a:lnTo>
                <a:lnTo>
                  <a:pt x="1267995" y="71328"/>
                </a:lnTo>
                <a:lnTo>
                  <a:pt x="1267644" y="71124"/>
                </a:lnTo>
                <a:lnTo>
                  <a:pt x="1267304" y="70917"/>
                </a:lnTo>
                <a:lnTo>
                  <a:pt x="1266977" y="70709"/>
                </a:lnTo>
                <a:lnTo>
                  <a:pt x="1266661" y="70499"/>
                </a:lnTo>
                <a:lnTo>
                  <a:pt x="1266356" y="70287"/>
                </a:lnTo>
                <a:lnTo>
                  <a:pt x="1266063" y="70073"/>
                </a:lnTo>
                <a:lnTo>
                  <a:pt x="1265782" y="69857"/>
                </a:lnTo>
                <a:lnTo>
                  <a:pt x="1265512" y="69639"/>
                </a:lnTo>
                <a:lnTo>
                  <a:pt x="1265255" y="69419"/>
                </a:lnTo>
                <a:lnTo>
                  <a:pt x="1265008" y="69197"/>
                </a:lnTo>
                <a:lnTo>
                  <a:pt x="1264774" y="68973"/>
                </a:lnTo>
                <a:lnTo>
                  <a:pt x="1264551" y="68747"/>
                </a:lnTo>
                <a:lnTo>
                  <a:pt x="1264339" y="68520"/>
                </a:lnTo>
                <a:lnTo>
                  <a:pt x="1264138" y="68289"/>
                </a:lnTo>
                <a:lnTo>
                  <a:pt x="1263945" y="68054"/>
                </a:lnTo>
                <a:lnTo>
                  <a:pt x="1263761" y="67815"/>
                </a:lnTo>
                <a:lnTo>
                  <a:pt x="1263586" y="67571"/>
                </a:lnTo>
                <a:lnTo>
                  <a:pt x="1263419" y="67324"/>
                </a:lnTo>
                <a:lnTo>
                  <a:pt x="1263260" y="67072"/>
                </a:lnTo>
                <a:lnTo>
                  <a:pt x="1263111" y="66816"/>
                </a:lnTo>
                <a:lnTo>
                  <a:pt x="1262969" y="66556"/>
                </a:lnTo>
                <a:lnTo>
                  <a:pt x="1262837" y="66291"/>
                </a:lnTo>
                <a:lnTo>
                  <a:pt x="1262712" y="66022"/>
                </a:lnTo>
                <a:lnTo>
                  <a:pt x="1262597" y="65749"/>
                </a:lnTo>
                <a:lnTo>
                  <a:pt x="1262490" y="65472"/>
                </a:lnTo>
                <a:lnTo>
                  <a:pt x="1262391" y="65190"/>
                </a:lnTo>
                <a:lnTo>
                  <a:pt x="1262301" y="64905"/>
                </a:lnTo>
                <a:lnTo>
                  <a:pt x="1262220" y="64615"/>
                </a:lnTo>
                <a:lnTo>
                  <a:pt x="1262147" y="64321"/>
                </a:lnTo>
                <a:lnTo>
                  <a:pt x="1262083" y="64022"/>
                </a:lnTo>
                <a:lnTo>
                  <a:pt x="1262027" y="63720"/>
                </a:lnTo>
                <a:lnTo>
                  <a:pt x="1261980" y="63413"/>
                </a:lnTo>
                <a:lnTo>
                  <a:pt x="1261942" y="63102"/>
                </a:lnTo>
                <a:lnTo>
                  <a:pt x="1261912" y="62786"/>
                </a:lnTo>
                <a:lnTo>
                  <a:pt x="1261890" y="62467"/>
                </a:lnTo>
                <a:lnTo>
                  <a:pt x="1261878" y="62143"/>
                </a:lnTo>
                <a:lnTo>
                  <a:pt x="1261873" y="61815"/>
                </a:lnTo>
                <a:lnTo>
                  <a:pt x="1261883" y="61230"/>
                </a:lnTo>
                <a:lnTo>
                  <a:pt x="1261912" y="60659"/>
                </a:lnTo>
                <a:lnTo>
                  <a:pt x="1261960" y="60100"/>
                </a:lnTo>
                <a:lnTo>
                  <a:pt x="1262027" y="59554"/>
                </a:lnTo>
                <a:lnTo>
                  <a:pt x="1262113" y="59022"/>
                </a:lnTo>
                <a:lnTo>
                  <a:pt x="1262219" y="58502"/>
                </a:lnTo>
                <a:lnTo>
                  <a:pt x="1262343" y="57995"/>
                </a:lnTo>
                <a:lnTo>
                  <a:pt x="1262487" y="57502"/>
                </a:lnTo>
                <a:lnTo>
                  <a:pt x="1262650" y="57022"/>
                </a:lnTo>
                <a:lnTo>
                  <a:pt x="1262832" y="56554"/>
                </a:lnTo>
                <a:lnTo>
                  <a:pt x="1263034" y="56100"/>
                </a:lnTo>
                <a:lnTo>
                  <a:pt x="1263254" y="55658"/>
                </a:lnTo>
                <a:lnTo>
                  <a:pt x="1263494" y="55230"/>
                </a:lnTo>
                <a:lnTo>
                  <a:pt x="1263753" y="54815"/>
                </a:lnTo>
                <a:lnTo>
                  <a:pt x="1264031" y="54413"/>
                </a:lnTo>
                <a:lnTo>
                  <a:pt x="1264328" y="54024"/>
                </a:lnTo>
                <a:lnTo>
                  <a:pt x="1264645" y="53648"/>
                </a:lnTo>
                <a:lnTo>
                  <a:pt x="1264981" y="53285"/>
                </a:lnTo>
                <a:lnTo>
                  <a:pt x="1265335" y="52935"/>
                </a:lnTo>
                <a:lnTo>
                  <a:pt x="1265709" y="52598"/>
                </a:lnTo>
                <a:lnTo>
                  <a:pt x="1266103" y="52274"/>
                </a:lnTo>
                <a:lnTo>
                  <a:pt x="1266515" y="51963"/>
                </a:lnTo>
                <a:lnTo>
                  <a:pt x="1266947" y="51665"/>
                </a:lnTo>
                <a:lnTo>
                  <a:pt x="1267397" y="51381"/>
                </a:lnTo>
                <a:lnTo>
                  <a:pt x="1267863" y="51108"/>
                </a:lnTo>
                <a:lnTo>
                  <a:pt x="1268341" y="50847"/>
                </a:lnTo>
                <a:lnTo>
                  <a:pt x="1268831" y="50597"/>
                </a:lnTo>
                <a:lnTo>
                  <a:pt x="1269332" y="50360"/>
                </a:lnTo>
                <a:lnTo>
                  <a:pt x="1269845" y="50133"/>
                </a:lnTo>
                <a:lnTo>
                  <a:pt x="1270369" y="49919"/>
                </a:lnTo>
                <a:lnTo>
                  <a:pt x="1270905" y="49716"/>
                </a:lnTo>
                <a:lnTo>
                  <a:pt x="1271453" y="49524"/>
                </a:lnTo>
                <a:lnTo>
                  <a:pt x="1272012" y="49344"/>
                </a:lnTo>
                <a:lnTo>
                  <a:pt x="1272583" y="49176"/>
                </a:lnTo>
                <a:lnTo>
                  <a:pt x="1273166" y="49019"/>
                </a:lnTo>
                <a:lnTo>
                  <a:pt x="1273760" y="48874"/>
                </a:lnTo>
                <a:lnTo>
                  <a:pt x="1274366" y="48741"/>
                </a:lnTo>
                <a:lnTo>
                  <a:pt x="1274983" y="48619"/>
                </a:lnTo>
                <a:lnTo>
                  <a:pt x="1275612" y="48509"/>
                </a:lnTo>
                <a:lnTo>
                  <a:pt x="1276253" y="48410"/>
                </a:lnTo>
                <a:lnTo>
                  <a:pt x="1276906" y="48323"/>
                </a:lnTo>
                <a:lnTo>
                  <a:pt x="1277570" y="48248"/>
                </a:lnTo>
                <a:lnTo>
                  <a:pt x="1278246" y="48184"/>
                </a:lnTo>
                <a:lnTo>
                  <a:pt x="1278933" y="48132"/>
                </a:lnTo>
                <a:lnTo>
                  <a:pt x="1279632" y="48091"/>
                </a:lnTo>
                <a:lnTo>
                  <a:pt x="1280343" y="48062"/>
                </a:lnTo>
                <a:lnTo>
                  <a:pt x="1281065" y="48045"/>
                </a:lnTo>
                <a:lnTo>
                  <a:pt x="1281799" y="48039"/>
                </a:lnTo>
                <a:lnTo>
                  <a:pt x="1282526" y="48047"/>
                </a:lnTo>
                <a:lnTo>
                  <a:pt x="1283244" y="48070"/>
                </a:lnTo>
                <a:lnTo>
                  <a:pt x="1283952" y="48109"/>
                </a:lnTo>
                <a:lnTo>
                  <a:pt x="1284652" y="48163"/>
                </a:lnTo>
                <a:lnTo>
                  <a:pt x="1285342" y="48232"/>
                </a:lnTo>
                <a:lnTo>
                  <a:pt x="1286022" y="48317"/>
                </a:lnTo>
                <a:lnTo>
                  <a:pt x="1286694" y="48418"/>
                </a:lnTo>
                <a:lnTo>
                  <a:pt x="1287356" y="48534"/>
                </a:lnTo>
                <a:lnTo>
                  <a:pt x="1288009" y="48665"/>
                </a:lnTo>
                <a:lnTo>
                  <a:pt x="1288653" y="48812"/>
                </a:lnTo>
                <a:lnTo>
                  <a:pt x="1289287" y="48974"/>
                </a:lnTo>
                <a:lnTo>
                  <a:pt x="1289913" y="49152"/>
                </a:lnTo>
                <a:lnTo>
                  <a:pt x="1290529" y="49345"/>
                </a:lnTo>
                <a:lnTo>
                  <a:pt x="1291135" y="49554"/>
                </a:lnTo>
                <a:lnTo>
                  <a:pt x="1291733" y="49778"/>
                </a:lnTo>
                <a:lnTo>
                  <a:pt x="1292321" y="50017"/>
                </a:lnTo>
                <a:lnTo>
                  <a:pt x="1292900" y="50272"/>
                </a:lnTo>
                <a:lnTo>
                  <a:pt x="1293470" y="50543"/>
                </a:lnTo>
                <a:lnTo>
                  <a:pt x="1294030" y="50829"/>
                </a:lnTo>
                <a:lnTo>
                  <a:pt x="1294582" y="51130"/>
                </a:lnTo>
                <a:lnTo>
                  <a:pt x="1295124" y="51447"/>
                </a:lnTo>
                <a:lnTo>
                  <a:pt x="1295656" y="51779"/>
                </a:lnTo>
                <a:lnTo>
                  <a:pt x="1296180" y="52127"/>
                </a:lnTo>
                <a:lnTo>
                  <a:pt x="1296694" y="52490"/>
                </a:lnTo>
                <a:lnTo>
                  <a:pt x="1297193" y="52872"/>
                </a:lnTo>
                <a:lnTo>
                  <a:pt x="1297671" y="53276"/>
                </a:lnTo>
                <a:lnTo>
                  <a:pt x="1298128" y="53702"/>
                </a:lnTo>
                <a:lnTo>
                  <a:pt x="1298563" y="54150"/>
                </a:lnTo>
                <a:lnTo>
                  <a:pt x="1298977" y="54619"/>
                </a:lnTo>
                <a:lnTo>
                  <a:pt x="1299370" y="55111"/>
                </a:lnTo>
                <a:lnTo>
                  <a:pt x="1299742" y="55624"/>
                </a:lnTo>
                <a:lnTo>
                  <a:pt x="1300092" y="56160"/>
                </a:lnTo>
                <a:lnTo>
                  <a:pt x="1300421" y="56717"/>
                </a:lnTo>
                <a:lnTo>
                  <a:pt x="1300729" y="57296"/>
                </a:lnTo>
                <a:lnTo>
                  <a:pt x="1301016" y="57898"/>
                </a:lnTo>
                <a:lnTo>
                  <a:pt x="1301281" y="58521"/>
                </a:lnTo>
                <a:lnTo>
                  <a:pt x="1301525" y="59166"/>
                </a:lnTo>
                <a:lnTo>
                  <a:pt x="1301748" y="59833"/>
                </a:lnTo>
                <a:lnTo>
                  <a:pt x="1301950" y="60522"/>
                </a:lnTo>
                <a:lnTo>
                  <a:pt x="1302131" y="61233"/>
                </a:lnTo>
                <a:lnTo>
                  <a:pt x="1302290" y="61965"/>
                </a:lnTo>
                <a:lnTo>
                  <a:pt x="1302428" y="62720"/>
                </a:lnTo>
                <a:lnTo>
                  <a:pt x="1302545" y="63497"/>
                </a:lnTo>
                <a:lnTo>
                  <a:pt x="1302640" y="64295"/>
                </a:lnTo>
                <a:lnTo>
                  <a:pt x="1302715" y="65116"/>
                </a:lnTo>
                <a:lnTo>
                  <a:pt x="1302768" y="65958"/>
                </a:lnTo>
                <a:lnTo>
                  <a:pt x="1302799" y="66823"/>
                </a:lnTo>
                <a:lnTo>
                  <a:pt x="1302810" y="67709"/>
                </a:lnTo>
                <a:lnTo>
                  <a:pt x="1318790" y="67709"/>
                </a:lnTo>
                <a:lnTo>
                  <a:pt x="1318785" y="67002"/>
                </a:lnTo>
                <a:lnTo>
                  <a:pt x="1318770" y="66304"/>
                </a:lnTo>
                <a:lnTo>
                  <a:pt x="1318744" y="65614"/>
                </a:lnTo>
                <a:lnTo>
                  <a:pt x="1318708" y="64933"/>
                </a:lnTo>
                <a:lnTo>
                  <a:pt x="1318662" y="64260"/>
                </a:lnTo>
                <a:lnTo>
                  <a:pt x="1318605" y="63595"/>
                </a:lnTo>
                <a:lnTo>
                  <a:pt x="1318538" y="62939"/>
                </a:lnTo>
                <a:lnTo>
                  <a:pt x="1318461" y="62292"/>
                </a:lnTo>
                <a:lnTo>
                  <a:pt x="1318374" y="61653"/>
                </a:lnTo>
                <a:lnTo>
                  <a:pt x="1318276" y="61022"/>
                </a:lnTo>
                <a:lnTo>
                  <a:pt x="1318169" y="60400"/>
                </a:lnTo>
                <a:lnTo>
                  <a:pt x="1318050" y="59786"/>
                </a:lnTo>
                <a:lnTo>
                  <a:pt x="1317922" y="59181"/>
                </a:lnTo>
                <a:lnTo>
                  <a:pt x="1317783" y="58584"/>
                </a:lnTo>
                <a:lnTo>
                  <a:pt x="1317634" y="57996"/>
                </a:lnTo>
                <a:lnTo>
                  <a:pt x="1317475" y="57416"/>
                </a:lnTo>
                <a:lnTo>
                  <a:pt x="1317305" y="56845"/>
                </a:lnTo>
                <a:lnTo>
                  <a:pt x="1317126" y="56282"/>
                </a:lnTo>
                <a:lnTo>
                  <a:pt x="1316936" y="55727"/>
                </a:lnTo>
                <a:lnTo>
                  <a:pt x="1316735" y="55181"/>
                </a:lnTo>
                <a:lnTo>
                  <a:pt x="1316525" y="54644"/>
                </a:lnTo>
                <a:lnTo>
                  <a:pt x="1316304" y="54115"/>
                </a:lnTo>
                <a:lnTo>
                  <a:pt x="1316072" y="53594"/>
                </a:lnTo>
                <a:lnTo>
                  <a:pt x="1315831" y="53082"/>
                </a:lnTo>
                <a:lnTo>
                  <a:pt x="1315581" y="52578"/>
                </a:lnTo>
                <a:lnTo>
                  <a:pt x="1315323" y="52082"/>
                </a:lnTo>
                <a:lnTo>
                  <a:pt x="1315058" y="51594"/>
                </a:lnTo>
                <a:lnTo>
                  <a:pt x="1314786" y="51113"/>
                </a:lnTo>
                <a:lnTo>
                  <a:pt x="1314506" y="50640"/>
                </a:lnTo>
                <a:lnTo>
                  <a:pt x="1314219" y="50175"/>
                </a:lnTo>
                <a:lnTo>
                  <a:pt x="1313924" y="49717"/>
                </a:lnTo>
                <a:lnTo>
                  <a:pt x="1313622" y="49268"/>
                </a:lnTo>
                <a:lnTo>
                  <a:pt x="1313313" y="48826"/>
                </a:lnTo>
                <a:lnTo>
                  <a:pt x="1312997" y="48392"/>
                </a:lnTo>
                <a:lnTo>
                  <a:pt x="1312673" y="47965"/>
                </a:lnTo>
                <a:lnTo>
                  <a:pt x="1312341" y="47547"/>
                </a:lnTo>
                <a:lnTo>
                  <a:pt x="1312003" y="47136"/>
                </a:lnTo>
                <a:lnTo>
                  <a:pt x="1311657" y="46733"/>
                </a:lnTo>
                <a:lnTo>
                  <a:pt x="1311303" y="46337"/>
                </a:lnTo>
                <a:lnTo>
                  <a:pt x="1310943" y="45950"/>
                </a:lnTo>
                <a:lnTo>
                  <a:pt x="1310575" y="45570"/>
                </a:lnTo>
                <a:lnTo>
                  <a:pt x="1310199" y="45198"/>
                </a:lnTo>
                <a:lnTo>
                  <a:pt x="1309816" y="44834"/>
                </a:lnTo>
                <a:lnTo>
                  <a:pt x="1309426" y="44477"/>
                </a:lnTo>
                <a:lnTo>
                  <a:pt x="1309028" y="44128"/>
                </a:lnTo>
                <a:lnTo>
                  <a:pt x="1308624" y="43787"/>
                </a:lnTo>
                <a:lnTo>
                  <a:pt x="1308211" y="43454"/>
                </a:lnTo>
                <a:lnTo>
                  <a:pt x="1307792" y="43129"/>
                </a:lnTo>
                <a:lnTo>
                  <a:pt x="1307365" y="42810"/>
                </a:lnTo>
                <a:lnTo>
                  <a:pt x="1306934" y="42499"/>
                </a:lnTo>
                <a:lnTo>
                  <a:pt x="1306497" y="42195"/>
                </a:lnTo>
                <a:lnTo>
                  <a:pt x="1306054" y="41898"/>
                </a:lnTo>
                <a:lnTo>
                  <a:pt x="1305606" y="41607"/>
                </a:lnTo>
                <a:lnTo>
                  <a:pt x="1305153" y="41324"/>
                </a:lnTo>
                <a:lnTo>
                  <a:pt x="1304694" y="41048"/>
                </a:lnTo>
                <a:lnTo>
                  <a:pt x="1304229" y="40780"/>
                </a:lnTo>
                <a:lnTo>
                  <a:pt x="1303760" y="40518"/>
                </a:lnTo>
                <a:lnTo>
                  <a:pt x="1303284" y="40263"/>
                </a:lnTo>
                <a:lnTo>
                  <a:pt x="1302803" y="40015"/>
                </a:lnTo>
                <a:lnTo>
                  <a:pt x="1302317" y="39775"/>
                </a:lnTo>
                <a:lnTo>
                  <a:pt x="1301825" y="39541"/>
                </a:lnTo>
                <a:lnTo>
                  <a:pt x="1301328" y="39315"/>
                </a:lnTo>
                <a:lnTo>
                  <a:pt x="1300825" y="39095"/>
                </a:lnTo>
                <a:lnTo>
                  <a:pt x="1300317" y="38883"/>
                </a:lnTo>
                <a:lnTo>
                  <a:pt x="1299803" y="38677"/>
                </a:lnTo>
                <a:lnTo>
                  <a:pt x="1299284" y="38479"/>
                </a:lnTo>
                <a:lnTo>
                  <a:pt x="1298759" y="38288"/>
                </a:lnTo>
                <a:lnTo>
                  <a:pt x="1298229" y="38104"/>
                </a:lnTo>
                <a:lnTo>
                  <a:pt x="1297693" y="37927"/>
                </a:lnTo>
                <a:lnTo>
                  <a:pt x="1297152" y="37757"/>
                </a:lnTo>
                <a:lnTo>
                  <a:pt x="1296605" y="37594"/>
                </a:lnTo>
                <a:lnTo>
                  <a:pt x="1296053" y="37438"/>
                </a:lnTo>
                <a:lnTo>
                  <a:pt x="1295497" y="37289"/>
                </a:lnTo>
                <a:lnTo>
                  <a:pt x="1294937" y="37146"/>
                </a:lnTo>
                <a:lnTo>
                  <a:pt x="1294374" y="37010"/>
                </a:lnTo>
                <a:lnTo>
                  <a:pt x="1293808" y="36880"/>
                </a:lnTo>
                <a:lnTo>
                  <a:pt x="1293238" y="36756"/>
                </a:lnTo>
                <a:lnTo>
                  <a:pt x="1292665" y="36638"/>
                </a:lnTo>
                <a:lnTo>
                  <a:pt x="1292089" y="36527"/>
                </a:lnTo>
                <a:lnTo>
                  <a:pt x="1291510" y="36423"/>
                </a:lnTo>
                <a:lnTo>
                  <a:pt x="1290927" y="36324"/>
                </a:lnTo>
                <a:lnTo>
                  <a:pt x="1290342" y="36232"/>
                </a:lnTo>
                <a:lnTo>
                  <a:pt x="1289753" y="36146"/>
                </a:lnTo>
                <a:lnTo>
                  <a:pt x="1289160" y="36067"/>
                </a:lnTo>
                <a:lnTo>
                  <a:pt x="1288565" y="35994"/>
                </a:lnTo>
                <a:lnTo>
                  <a:pt x="1287966" y="35927"/>
                </a:lnTo>
                <a:lnTo>
                  <a:pt x="1287364" y="35867"/>
                </a:lnTo>
                <a:lnTo>
                  <a:pt x="1286759" y="35813"/>
                </a:lnTo>
                <a:lnTo>
                  <a:pt x="1286150" y="35766"/>
                </a:lnTo>
                <a:lnTo>
                  <a:pt x="1285538" y="35724"/>
                </a:lnTo>
                <a:lnTo>
                  <a:pt x="1284923" y="35689"/>
                </a:lnTo>
                <a:lnTo>
                  <a:pt x="1284305" y="35661"/>
                </a:lnTo>
                <a:lnTo>
                  <a:pt x="1283683" y="35639"/>
                </a:lnTo>
                <a:lnTo>
                  <a:pt x="1283059" y="35623"/>
                </a:lnTo>
                <a:lnTo>
                  <a:pt x="1282430" y="35613"/>
                </a:lnTo>
                <a:lnTo>
                  <a:pt x="1281799" y="35610"/>
                </a:lnTo>
                <a:lnTo>
                  <a:pt x="1281160" y="35613"/>
                </a:lnTo>
                <a:lnTo>
                  <a:pt x="1280524" y="35622"/>
                </a:lnTo>
                <a:lnTo>
                  <a:pt x="1279893" y="35636"/>
                </a:lnTo>
                <a:lnTo>
                  <a:pt x="1279265" y="35657"/>
                </a:lnTo>
                <a:lnTo>
                  <a:pt x="1278640" y="35683"/>
                </a:lnTo>
                <a:lnTo>
                  <a:pt x="1278020" y="35715"/>
                </a:lnTo>
                <a:lnTo>
                  <a:pt x="1277403" y="35753"/>
                </a:lnTo>
                <a:lnTo>
                  <a:pt x="1276790" y="35796"/>
                </a:lnTo>
                <a:lnTo>
                  <a:pt x="1276181" y="35846"/>
                </a:lnTo>
                <a:lnTo>
                  <a:pt x="1275576" y="35901"/>
                </a:lnTo>
                <a:lnTo>
                  <a:pt x="1274974" y="35962"/>
                </a:lnTo>
                <a:lnTo>
                  <a:pt x="1274376" y="36029"/>
                </a:lnTo>
                <a:lnTo>
                  <a:pt x="1273782" y="36102"/>
                </a:lnTo>
                <a:lnTo>
                  <a:pt x="1273192" y="36181"/>
                </a:lnTo>
                <a:lnTo>
                  <a:pt x="1272605" y="36265"/>
                </a:lnTo>
                <a:lnTo>
                  <a:pt x="1272023" y="36355"/>
                </a:lnTo>
                <a:lnTo>
                  <a:pt x="1271444" y="36451"/>
                </a:lnTo>
                <a:lnTo>
                  <a:pt x="1270868" y="36553"/>
                </a:lnTo>
                <a:lnTo>
                  <a:pt x="1270297" y="36661"/>
                </a:lnTo>
                <a:lnTo>
                  <a:pt x="1269729" y="36775"/>
                </a:lnTo>
                <a:lnTo>
                  <a:pt x="1269165" y="36894"/>
                </a:lnTo>
                <a:lnTo>
                  <a:pt x="1268605" y="37019"/>
                </a:lnTo>
                <a:lnTo>
                  <a:pt x="1268049" y="37150"/>
                </a:lnTo>
                <a:lnTo>
                  <a:pt x="1267496" y="37287"/>
                </a:lnTo>
                <a:lnTo>
                  <a:pt x="1266948" y="37429"/>
                </a:lnTo>
                <a:lnTo>
                  <a:pt x="1266406" y="37578"/>
                </a:lnTo>
                <a:lnTo>
                  <a:pt x="1265871" y="37732"/>
                </a:lnTo>
                <a:lnTo>
                  <a:pt x="1265341" y="37892"/>
                </a:lnTo>
                <a:lnTo>
                  <a:pt x="1264817" y="38057"/>
                </a:lnTo>
                <a:lnTo>
                  <a:pt x="1264299" y="38229"/>
                </a:lnTo>
                <a:lnTo>
                  <a:pt x="1263787" y="38406"/>
                </a:lnTo>
                <a:lnTo>
                  <a:pt x="1263282" y="38590"/>
                </a:lnTo>
                <a:lnTo>
                  <a:pt x="1262782" y="38779"/>
                </a:lnTo>
                <a:lnTo>
                  <a:pt x="1262288" y="38974"/>
                </a:lnTo>
                <a:lnTo>
                  <a:pt x="1261800" y="39174"/>
                </a:lnTo>
                <a:lnTo>
                  <a:pt x="1261318" y="39381"/>
                </a:lnTo>
                <a:lnTo>
                  <a:pt x="1260843" y="39593"/>
                </a:lnTo>
                <a:lnTo>
                  <a:pt x="1260373" y="39811"/>
                </a:lnTo>
                <a:lnTo>
                  <a:pt x="1259909" y="40036"/>
                </a:lnTo>
                <a:lnTo>
                  <a:pt x="1259451" y="40265"/>
                </a:lnTo>
                <a:lnTo>
                  <a:pt x="1258999" y="40501"/>
                </a:lnTo>
                <a:lnTo>
                  <a:pt x="1258553" y="40743"/>
                </a:lnTo>
                <a:lnTo>
                  <a:pt x="1258113" y="40990"/>
                </a:lnTo>
                <a:lnTo>
                  <a:pt x="1257680" y="41243"/>
                </a:lnTo>
                <a:lnTo>
                  <a:pt x="1257252" y="41502"/>
                </a:lnTo>
                <a:lnTo>
                  <a:pt x="1256830" y="41767"/>
                </a:lnTo>
                <a:lnTo>
                  <a:pt x="1256414" y="42038"/>
                </a:lnTo>
                <a:lnTo>
                  <a:pt x="1256004" y="42315"/>
                </a:lnTo>
                <a:lnTo>
                  <a:pt x="1255601" y="42597"/>
                </a:lnTo>
                <a:lnTo>
                  <a:pt x="1255205" y="42885"/>
                </a:lnTo>
                <a:lnTo>
                  <a:pt x="1254817" y="43179"/>
                </a:lnTo>
                <a:lnTo>
                  <a:pt x="1254437" y="43478"/>
                </a:lnTo>
                <a:lnTo>
                  <a:pt x="1254064" y="43784"/>
                </a:lnTo>
                <a:lnTo>
                  <a:pt x="1253698" y="44095"/>
                </a:lnTo>
                <a:lnTo>
                  <a:pt x="1253340" y="44412"/>
                </a:lnTo>
                <a:lnTo>
                  <a:pt x="1252990" y="44735"/>
                </a:lnTo>
                <a:lnTo>
                  <a:pt x="1252647" y="45064"/>
                </a:lnTo>
                <a:lnTo>
                  <a:pt x="1252312" y="45398"/>
                </a:lnTo>
                <a:lnTo>
                  <a:pt x="1251984" y="45739"/>
                </a:lnTo>
                <a:lnTo>
                  <a:pt x="1251664" y="46085"/>
                </a:lnTo>
                <a:lnTo>
                  <a:pt x="1251351" y="46437"/>
                </a:lnTo>
                <a:lnTo>
                  <a:pt x="1251046" y="46795"/>
                </a:lnTo>
                <a:lnTo>
                  <a:pt x="1250748" y="47158"/>
                </a:lnTo>
                <a:lnTo>
                  <a:pt x="1250458" y="47528"/>
                </a:lnTo>
                <a:lnTo>
                  <a:pt x="1250176" y="47903"/>
                </a:lnTo>
                <a:lnTo>
                  <a:pt x="1249901" y="48284"/>
                </a:lnTo>
                <a:lnTo>
                  <a:pt x="1249633" y="48671"/>
                </a:lnTo>
                <a:lnTo>
                  <a:pt x="1249373" y="49064"/>
                </a:lnTo>
                <a:lnTo>
                  <a:pt x="1249121" y="49462"/>
                </a:lnTo>
                <a:lnTo>
                  <a:pt x="1248876" y="49867"/>
                </a:lnTo>
                <a:lnTo>
                  <a:pt x="1248638" y="50277"/>
                </a:lnTo>
                <a:lnTo>
                  <a:pt x="1248409" y="50693"/>
                </a:lnTo>
                <a:lnTo>
                  <a:pt x="1248187" y="51115"/>
                </a:lnTo>
                <a:lnTo>
                  <a:pt x="1247975" y="51542"/>
                </a:lnTo>
                <a:lnTo>
                  <a:pt x="1247773" y="51975"/>
                </a:lnTo>
                <a:lnTo>
                  <a:pt x="1247580" y="52413"/>
                </a:lnTo>
                <a:lnTo>
                  <a:pt x="1247396" y="52856"/>
                </a:lnTo>
                <a:lnTo>
                  <a:pt x="1247222" y="53305"/>
                </a:lnTo>
                <a:lnTo>
                  <a:pt x="1247057" y="53760"/>
                </a:lnTo>
                <a:lnTo>
                  <a:pt x="1246901" y="54220"/>
                </a:lnTo>
                <a:lnTo>
                  <a:pt x="1246756" y="54685"/>
                </a:lnTo>
                <a:lnTo>
                  <a:pt x="1246619" y="55156"/>
                </a:lnTo>
                <a:lnTo>
                  <a:pt x="1246492" y="55633"/>
                </a:lnTo>
                <a:lnTo>
                  <a:pt x="1246374" y="56115"/>
                </a:lnTo>
                <a:lnTo>
                  <a:pt x="1246266" y="56602"/>
                </a:lnTo>
                <a:lnTo>
                  <a:pt x="1246167" y="57095"/>
                </a:lnTo>
                <a:lnTo>
                  <a:pt x="1246077" y="57593"/>
                </a:lnTo>
                <a:lnTo>
                  <a:pt x="1245997" y="58097"/>
                </a:lnTo>
                <a:lnTo>
                  <a:pt x="1245927" y="58606"/>
                </a:lnTo>
                <a:lnTo>
                  <a:pt x="1245865" y="59121"/>
                </a:lnTo>
                <a:lnTo>
                  <a:pt x="1245814" y="59641"/>
                </a:lnTo>
                <a:lnTo>
                  <a:pt x="1245771" y="60167"/>
                </a:lnTo>
                <a:lnTo>
                  <a:pt x="1245738" y="60698"/>
                </a:lnTo>
                <a:lnTo>
                  <a:pt x="1245715" y="61234"/>
                </a:lnTo>
                <a:lnTo>
                  <a:pt x="1245701" y="61776"/>
                </a:lnTo>
                <a:lnTo>
                  <a:pt x="1245696" y="62324"/>
                </a:lnTo>
                <a:lnTo>
                  <a:pt x="1245703" y="63021"/>
                </a:lnTo>
                <a:lnTo>
                  <a:pt x="1245723" y="63709"/>
                </a:lnTo>
                <a:lnTo>
                  <a:pt x="1245756" y="64386"/>
                </a:lnTo>
                <a:lnTo>
                  <a:pt x="1245803" y="65054"/>
                </a:lnTo>
                <a:lnTo>
                  <a:pt x="1245863" y="65711"/>
                </a:lnTo>
                <a:lnTo>
                  <a:pt x="1245936" y="66358"/>
                </a:lnTo>
                <a:lnTo>
                  <a:pt x="1246023" y="66996"/>
                </a:lnTo>
                <a:lnTo>
                  <a:pt x="1246123" y="67623"/>
                </a:lnTo>
                <a:lnTo>
                  <a:pt x="1246237" y="68240"/>
                </a:lnTo>
                <a:lnTo>
                  <a:pt x="1246364" y="68847"/>
                </a:lnTo>
                <a:lnTo>
                  <a:pt x="1246504" y="69444"/>
                </a:lnTo>
                <a:lnTo>
                  <a:pt x="1246658" y="70031"/>
                </a:lnTo>
                <a:lnTo>
                  <a:pt x="1246825" y="70608"/>
                </a:lnTo>
                <a:lnTo>
                  <a:pt x="1247005" y="71175"/>
                </a:lnTo>
                <a:lnTo>
                  <a:pt x="1247199" y="71732"/>
                </a:lnTo>
                <a:lnTo>
                  <a:pt x="1247406" y="72279"/>
                </a:lnTo>
                <a:lnTo>
                  <a:pt x="1247626" y="72815"/>
                </a:lnTo>
                <a:lnTo>
                  <a:pt x="1247860" y="73342"/>
                </a:lnTo>
                <a:lnTo>
                  <a:pt x="1248107" y="73859"/>
                </a:lnTo>
                <a:lnTo>
                  <a:pt x="1248367" y="74365"/>
                </a:lnTo>
                <a:lnTo>
                  <a:pt x="1248641" y="74862"/>
                </a:lnTo>
                <a:lnTo>
                  <a:pt x="1248928" y="75348"/>
                </a:lnTo>
                <a:lnTo>
                  <a:pt x="1249229" y="75825"/>
                </a:lnTo>
                <a:lnTo>
                  <a:pt x="1249543" y="76291"/>
                </a:lnTo>
                <a:lnTo>
                  <a:pt x="1249870" y="76749"/>
                </a:lnTo>
                <a:lnTo>
                  <a:pt x="1250211" y="77200"/>
                </a:lnTo>
                <a:lnTo>
                  <a:pt x="1250565" y="77645"/>
                </a:lnTo>
                <a:lnTo>
                  <a:pt x="1250932" y="78083"/>
                </a:lnTo>
                <a:lnTo>
                  <a:pt x="1251313" y="78514"/>
                </a:lnTo>
                <a:lnTo>
                  <a:pt x="1251707" y="78939"/>
                </a:lnTo>
                <a:lnTo>
                  <a:pt x="1252114" y="79356"/>
                </a:lnTo>
                <a:lnTo>
                  <a:pt x="1252535" y="79767"/>
                </a:lnTo>
                <a:lnTo>
                  <a:pt x="1252969" y="80172"/>
                </a:lnTo>
                <a:lnTo>
                  <a:pt x="1253417" y="80570"/>
                </a:lnTo>
                <a:lnTo>
                  <a:pt x="1253878" y="80961"/>
                </a:lnTo>
                <a:lnTo>
                  <a:pt x="1254352" y="81345"/>
                </a:lnTo>
                <a:lnTo>
                  <a:pt x="1254839" y="81723"/>
                </a:lnTo>
                <a:lnTo>
                  <a:pt x="1255340" y="82093"/>
                </a:lnTo>
                <a:lnTo>
                  <a:pt x="1255855" y="82458"/>
                </a:lnTo>
                <a:lnTo>
                  <a:pt x="1256382" y="82815"/>
                </a:lnTo>
                <a:lnTo>
                  <a:pt x="1256923" y="83166"/>
                </a:lnTo>
                <a:lnTo>
                  <a:pt x="1257478" y="83510"/>
                </a:lnTo>
                <a:lnTo>
                  <a:pt x="1258045" y="83847"/>
                </a:lnTo>
                <a:lnTo>
                  <a:pt x="1258626" y="84178"/>
                </a:lnTo>
                <a:lnTo>
                  <a:pt x="1259221" y="84502"/>
                </a:lnTo>
                <a:lnTo>
                  <a:pt x="1259829" y="84819"/>
                </a:lnTo>
                <a:lnTo>
                  <a:pt x="1260450" y="85130"/>
                </a:lnTo>
                <a:lnTo>
                  <a:pt x="1261084" y="85434"/>
                </a:lnTo>
                <a:lnTo>
                  <a:pt x="1261731" y="85733"/>
                </a:lnTo>
                <a:lnTo>
                  <a:pt x="1262391" y="86029"/>
                </a:lnTo>
                <a:lnTo>
                  <a:pt x="1263063" y="86321"/>
                </a:lnTo>
                <a:lnTo>
                  <a:pt x="1263748" y="86611"/>
                </a:lnTo>
                <a:lnTo>
                  <a:pt x="1264444" y="86898"/>
                </a:lnTo>
                <a:lnTo>
                  <a:pt x="1265153" y="87182"/>
                </a:lnTo>
                <a:lnTo>
                  <a:pt x="1265874" y="87463"/>
                </a:lnTo>
                <a:lnTo>
                  <a:pt x="1266608" y="87741"/>
                </a:lnTo>
                <a:lnTo>
                  <a:pt x="1267354" y="88016"/>
                </a:lnTo>
                <a:lnTo>
                  <a:pt x="1268112" y="88288"/>
                </a:lnTo>
                <a:lnTo>
                  <a:pt x="1268883" y="88557"/>
                </a:lnTo>
                <a:lnTo>
                  <a:pt x="1269666" y="88823"/>
                </a:lnTo>
                <a:lnTo>
                  <a:pt x="1270461" y="89085"/>
                </a:lnTo>
                <a:lnTo>
                  <a:pt x="1271269" y="89345"/>
                </a:lnTo>
                <a:lnTo>
                  <a:pt x="1272089" y="89602"/>
                </a:lnTo>
                <a:lnTo>
                  <a:pt x="1272921" y="89856"/>
                </a:lnTo>
                <a:lnTo>
                  <a:pt x="1273766" y="90107"/>
                </a:lnTo>
                <a:lnTo>
                  <a:pt x="1274623" y="90356"/>
                </a:lnTo>
                <a:lnTo>
                  <a:pt x="1275492" y="90601"/>
                </a:lnTo>
                <a:lnTo>
                  <a:pt x="1276374" y="90843"/>
                </a:lnTo>
                <a:lnTo>
                  <a:pt x="1277268" y="91082"/>
                </a:lnTo>
                <a:lnTo>
                  <a:pt x="1278174" y="91318"/>
                </a:lnTo>
                <a:lnTo>
                  <a:pt x="1279093" y="91551"/>
                </a:lnTo>
                <a:lnTo>
                  <a:pt x="1280024" y="91781"/>
                </a:lnTo>
                <a:lnTo>
                  <a:pt x="1281160" y="92061"/>
                </a:lnTo>
                <a:lnTo>
                  <a:pt x="1282267" y="92341"/>
                </a:lnTo>
                <a:lnTo>
                  <a:pt x="1283346" y="92622"/>
                </a:lnTo>
                <a:lnTo>
                  <a:pt x="1284395" y="92904"/>
                </a:lnTo>
                <a:lnTo>
                  <a:pt x="1285416" y="93186"/>
                </a:lnTo>
                <a:lnTo>
                  <a:pt x="1286408" y="93469"/>
                </a:lnTo>
                <a:lnTo>
                  <a:pt x="1287370" y="93753"/>
                </a:lnTo>
                <a:lnTo>
                  <a:pt x="1288304" y="94038"/>
                </a:lnTo>
                <a:lnTo>
                  <a:pt x="1289209" y="94323"/>
                </a:lnTo>
                <a:lnTo>
                  <a:pt x="1290085" y="94609"/>
                </a:lnTo>
                <a:lnTo>
                  <a:pt x="1290932" y="94896"/>
                </a:lnTo>
                <a:lnTo>
                  <a:pt x="1291750" y="95183"/>
                </a:lnTo>
                <a:lnTo>
                  <a:pt x="1292539" y="95472"/>
                </a:lnTo>
                <a:lnTo>
                  <a:pt x="1293299" y="95761"/>
                </a:lnTo>
                <a:lnTo>
                  <a:pt x="1294030" y="96050"/>
                </a:lnTo>
                <a:lnTo>
                  <a:pt x="1294732" y="96341"/>
                </a:lnTo>
                <a:lnTo>
                  <a:pt x="1295406" y="96632"/>
                </a:lnTo>
                <a:lnTo>
                  <a:pt x="1296050" y="96923"/>
                </a:lnTo>
                <a:lnTo>
                  <a:pt x="1296665" y="97216"/>
                </a:lnTo>
                <a:lnTo>
                  <a:pt x="1297252" y="97509"/>
                </a:lnTo>
                <a:lnTo>
                  <a:pt x="1297809" y="97803"/>
                </a:lnTo>
                <a:lnTo>
                  <a:pt x="1298338" y="98098"/>
                </a:lnTo>
                <a:lnTo>
                  <a:pt x="1298838" y="98393"/>
                </a:lnTo>
                <a:lnTo>
                  <a:pt x="1299308" y="98689"/>
                </a:lnTo>
                <a:lnTo>
                  <a:pt x="1299755" y="98992"/>
                </a:lnTo>
                <a:lnTo>
                  <a:pt x="1300183" y="99308"/>
                </a:lnTo>
                <a:lnTo>
                  <a:pt x="1300591" y="99636"/>
                </a:lnTo>
                <a:lnTo>
                  <a:pt x="1300981" y="99978"/>
                </a:lnTo>
                <a:lnTo>
                  <a:pt x="1301352" y="100333"/>
                </a:lnTo>
                <a:lnTo>
                  <a:pt x="1301703" y="100701"/>
                </a:lnTo>
                <a:lnTo>
                  <a:pt x="1302036" y="101082"/>
                </a:lnTo>
                <a:lnTo>
                  <a:pt x="1302350" y="101476"/>
                </a:lnTo>
                <a:lnTo>
                  <a:pt x="1302644" y="101884"/>
                </a:lnTo>
                <a:lnTo>
                  <a:pt x="1302920" y="102304"/>
                </a:lnTo>
                <a:lnTo>
                  <a:pt x="1303177" y="102737"/>
                </a:lnTo>
                <a:lnTo>
                  <a:pt x="1303414" y="103184"/>
                </a:lnTo>
                <a:lnTo>
                  <a:pt x="1303633" y="103643"/>
                </a:lnTo>
                <a:lnTo>
                  <a:pt x="1303832" y="104115"/>
                </a:lnTo>
                <a:lnTo>
                  <a:pt x="1304013" y="104601"/>
                </a:lnTo>
                <a:lnTo>
                  <a:pt x="1304175" y="105100"/>
                </a:lnTo>
                <a:lnTo>
                  <a:pt x="1304317" y="105611"/>
                </a:lnTo>
                <a:lnTo>
                  <a:pt x="1304441" y="106136"/>
                </a:lnTo>
                <a:lnTo>
                  <a:pt x="1304545" y="106674"/>
                </a:lnTo>
                <a:lnTo>
                  <a:pt x="1304631" y="107224"/>
                </a:lnTo>
                <a:lnTo>
                  <a:pt x="1304697" y="107788"/>
                </a:lnTo>
                <a:lnTo>
                  <a:pt x="1304745" y="108365"/>
                </a:lnTo>
                <a:lnTo>
                  <a:pt x="1304773" y="108955"/>
                </a:lnTo>
                <a:lnTo>
                  <a:pt x="1304783" y="109558"/>
                </a:lnTo>
                <a:lnTo>
                  <a:pt x="1304772" y="110277"/>
                </a:lnTo>
                <a:lnTo>
                  <a:pt x="1304741" y="110979"/>
                </a:lnTo>
                <a:lnTo>
                  <a:pt x="1304688" y="111663"/>
                </a:lnTo>
                <a:lnTo>
                  <a:pt x="1304614" y="112330"/>
                </a:lnTo>
                <a:lnTo>
                  <a:pt x="1304520" y="112980"/>
                </a:lnTo>
                <a:lnTo>
                  <a:pt x="1304404" y="113613"/>
                </a:lnTo>
                <a:lnTo>
                  <a:pt x="1304267" y="114229"/>
                </a:lnTo>
                <a:lnTo>
                  <a:pt x="1304109" y="114828"/>
                </a:lnTo>
                <a:lnTo>
                  <a:pt x="1303930" y="115409"/>
                </a:lnTo>
                <a:lnTo>
                  <a:pt x="1303730" y="115974"/>
                </a:lnTo>
                <a:lnTo>
                  <a:pt x="1303509" y="116521"/>
                </a:lnTo>
                <a:lnTo>
                  <a:pt x="1303266" y="117051"/>
                </a:lnTo>
                <a:lnTo>
                  <a:pt x="1303003" y="117564"/>
                </a:lnTo>
                <a:lnTo>
                  <a:pt x="1302719" y="118060"/>
                </a:lnTo>
                <a:lnTo>
                  <a:pt x="1302413" y="118539"/>
                </a:lnTo>
                <a:lnTo>
                  <a:pt x="1302087" y="119001"/>
                </a:lnTo>
                <a:lnTo>
                  <a:pt x="1301739" y="119445"/>
                </a:lnTo>
                <a:lnTo>
                  <a:pt x="1301371" y="119872"/>
                </a:lnTo>
                <a:lnTo>
                  <a:pt x="1300981" y="120283"/>
                </a:lnTo>
                <a:lnTo>
                  <a:pt x="1300570" y="120676"/>
                </a:lnTo>
                <a:lnTo>
                  <a:pt x="1300138" y="121052"/>
                </a:lnTo>
                <a:lnTo>
                  <a:pt x="1299685" y="121411"/>
                </a:lnTo>
                <a:lnTo>
                  <a:pt x="1299211" y="121752"/>
                </a:lnTo>
                <a:lnTo>
                  <a:pt x="1298716" y="122077"/>
                </a:lnTo>
                <a:lnTo>
                  <a:pt x="1298205" y="122386"/>
                </a:lnTo>
                <a:lnTo>
                  <a:pt x="1297682" y="122682"/>
                </a:lnTo>
                <a:lnTo>
                  <a:pt x="1297148" y="122965"/>
                </a:lnTo>
                <a:lnTo>
                  <a:pt x="1296602" y="123235"/>
                </a:lnTo>
                <a:lnTo>
                  <a:pt x="1296045" y="123492"/>
                </a:lnTo>
                <a:lnTo>
                  <a:pt x="1295477" y="123736"/>
                </a:lnTo>
                <a:lnTo>
                  <a:pt x="1294896" y="123966"/>
                </a:lnTo>
                <a:lnTo>
                  <a:pt x="1294305" y="124183"/>
                </a:lnTo>
                <a:lnTo>
                  <a:pt x="1293702" y="124387"/>
                </a:lnTo>
                <a:lnTo>
                  <a:pt x="1293087" y="124578"/>
                </a:lnTo>
                <a:lnTo>
                  <a:pt x="1292461" y="124756"/>
                </a:lnTo>
                <a:lnTo>
                  <a:pt x="1291824" y="124920"/>
                </a:lnTo>
                <a:lnTo>
                  <a:pt x="1291175" y="125072"/>
                </a:lnTo>
                <a:lnTo>
                  <a:pt x="1290514" y="125210"/>
                </a:lnTo>
                <a:lnTo>
                  <a:pt x="1289842" y="125335"/>
                </a:lnTo>
                <a:lnTo>
                  <a:pt x="1289159" y="125447"/>
                </a:lnTo>
                <a:lnTo>
                  <a:pt x="1288464" y="125546"/>
                </a:lnTo>
                <a:lnTo>
                  <a:pt x="1287758" y="125631"/>
                </a:lnTo>
                <a:lnTo>
                  <a:pt x="1287040" y="125704"/>
                </a:lnTo>
                <a:lnTo>
                  <a:pt x="1286311" y="125763"/>
                </a:lnTo>
                <a:lnTo>
                  <a:pt x="1285570" y="125809"/>
                </a:lnTo>
                <a:lnTo>
                  <a:pt x="1284818" y="125842"/>
                </a:lnTo>
                <a:lnTo>
                  <a:pt x="1284054" y="125862"/>
                </a:lnTo>
                <a:lnTo>
                  <a:pt x="1283279" y="125868"/>
                </a:lnTo>
                <a:lnTo>
                  <a:pt x="1282414" y="125860"/>
                </a:lnTo>
                <a:lnTo>
                  <a:pt x="1281560" y="125835"/>
                </a:lnTo>
                <a:lnTo>
                  <a:pt x="1280719" y="125793"/>
                </a:lnTo>
                <a:lnTo>
                  <a:pt x="1279891" y="125735"/>
                </a:lnTo>
                <a:lnTo>
                  <a:pt x="1279074" y="125660"/>
                </a:lnTo>
                <a:lnTo>
                  <a:pt x="1278270" y="125568"/>
                </a:lnTo>
                <a:lnTo>
                  <a:pt x="1277477" y="125459"/>
                </a:lnTo>
                <a:lnTo>
                  <a:pt x="1276697" y="125334"/>
                </a:lnTo>
                <a:lnTo>
                  <a:pt x="1275929" y="125192"/>
                </a:lnTo>
                <a:lnTo>
                  <a:pt x="1275173" y="125034"/>
                </a:lnTo>
                <a:lnTo>
                  <a:pt x="1274430" y="124859"/>
                </a:lnTo>
                <a:lnTo>
                  <a:pt x="1273698" y="124667"/>
                </a:lnTo>
                <a:lnTo>
                  <a:pt x="1272979" y="124458"/>
                </a:lnTo>
                <a:lnTo>
                  <a:pt x="1272272" y="124233"/>
                </a:lnTo>
                <a:lnTo>
                  <a:pt x="1271577" y="123991"/>
                </a:lnTo>
                <a:lnTo>
                  <a:pt x="1270894" y="123732"/>
                </a:lnTo>
                <a:lnTo>
                  <a:pt x="1270223" y="123457"/>
                </a:lnTo>
                <a:lnTo>
                  <a:pt x="1269564" y="123165"/>
                </a:lnTo>
                <a:lnTo>
                  <a:pt x="1268918" y="122856"/>
                </a:lnTo>
                <a:lnTo>
                  <a:pt x="1268284" y="122531"/>
                </a:lnTo>
                <a:lnTo>
                  <a:pt x="1267662" y="122189"/>
                </a:lnTo>
                <a:lnTo>
                  <a:pt x="1267052" y="121830"/>
                </a:lnTo>
                <a:lnTo>
                  <a:pt x="1266454" y="121455"/>
                </a:lnTo>
                <a:lnTo>
                  <a:pt x="1265868" y="121063"/>
                </a:lnTo>
                <a:lnTo>
                  <a:pt x="1265301" y="120650"/>
                </a:lnTo>
                <a:lnTo>
                  <a:pt x="1264758" y="120213"/>
                </a:lnTo>
                <a:lnTo>
                  <a:pt x="1264238" y="119752"/>
                </a:lnTo>
                <a:lnTo>
                  <a:pt x="1263743" y="119267"/>
                </a:lnTo>
                <a:lnTo>
                  <a:pt x="1263273" y="118758"/>
                </a:lnTo>
                <a:lnTo>
                  <a:pt x="1262826" y="118224"/>
                </a:lnTo>
                <a:lnTo>
                  <a:pt x="1262403" y="117666"/>
                </a:lnTo>
                <a:lnTo>
                  <a:pt x="1262005" y="117084"/>
                </a:lnTo>
                <a:lnTo>
                  <a:pt x="1261631" y="116478"/>
                </a:lnTo>
                <a:lnTo>
                  <a:pt x="1261280" y="115847"/>
                </a:lnTo>
                <a:lnTo>
                  <a:pt x="1260954" y="115192"/>
                </a:lnTo>
                <a:lnTo>
                  <a:pt x="1260653" y="114514"/>
                </a:lnTo>
                <a:lnTo>
                  <a:pt x="1260375" y="113810"/>
                </a:lnTo>
                <a:lnTo>
                  <a:pt x="1260121" y="113083"/>
                </a:lnTo>
                <a:lnTo>
                  <a:pt x="1259892" y="112332"/>
                </a:lnTo>
                <a:lnTo>
                  <a:pt x="1259687" y="111556"/>
                </a:lnTo>
                <a:lnTo>
                  <a:pt x="1259506" y="110756"/>
                </a:lnTo>
                <a:lnTo>
                  <a:pt x="1259349" y="109932"/>
                </a:lnTo>
                <a:lnTo>
                  <a:pt x="1259216" y="109083"/>
                </a:lnTo>
                <a:lnTo>
                  <a:pt x="1259107" y="108211"/>
                </a:lnTo>
                <a:lnTo>
                  <a:pt x="1259023" y="107314"/>
                </a:lnTo>
                <a:lnTo>
                  <a:pt x="1258962" y="106393"/>
                </a:lnTo>
                <a:lnTo>
                  <a:pt x="1258926" y="105448"/>
                </a:lnTo>
                <a:lnTo>
                  <a:pt x="1258914" y="104478"/>
                </a:lnTo>
                <a:lnTo>
                  <a:pt x="1243033" y="104478"/>
                </a:lnTo>
                <a:lnTo>
                  <a:pt x="1243038" y="105235"/>
                </a:lnTo>
                <a:lnTo>
                  <a:pt x="1243054" y="105983"/>
                </a:lnTo>
                <a:lnTo>
                  <a:pt x="1243081" y="106722"/>
                </a:lnTo>
                <a:lnTo>
                  <a:pt x="1243119" y="107451"/>
                </a:lnTo>
                <a:lnTo>
                  <a:pt x="1243167" y="108171"/>
                </a:lnTo>
                <a:lnTo>
                  <a:pt x="1243227" y="108881"/>
                </a:lnTo>
                <a:lnTo>
                  <a:pt x="1243297" y="109583"/>
                </a:lnTo>
                <a:lnTo>
                  <a:pt x="1243378" y="110275"/>
                </a:lnTo>
                <a:lnTo>
                  <a:pt x="1243469" y="110957"/>
                </a:lnTo>
                <a:lnTo>
                  <a:pt x="1243572" y="111630"/>
                </a:lnTo>
                <a:lnTo>
                  <a:pt x="1243685" y="112294"/>
                </a:lnTo>
                <a:lnTo>
                  <a:pt x="1243809" y="112948"/>
                </a:lnTo>
                <a:lnTo>
                  <a:pt x="1243944" y="113594"/>
                </a:lnTo>
                <a:lnTo>
                  <a:pt x="1244090" y="114229"/>
                </a:lnTo>
                <a:lnTo>
                  <a:pt x="1244246" y="114856"/>
                </a:lnTo>
                <a:lnTo>
                  <a:pt x="1244414" y="115473"/>
                </a:lnTo>
                <a:lnTo>
                  <a:pt x="1244592" y="116081"/>
                </a:lnTo>
                <a:lnTo>
                  <a:pt x="1244780" y="116679"/>
                </a:lnTo>
                <a:lnTo>
                  <a:pt x="1244980" y="117268"/>
                </a:lnTo>
                <a:lnTo>
                  <a:pt x="1245190" y="117848"/>
                </a:lnTo>
                <a:lnTo>
                  <a:pt x="1245411" y="118418"/>
                </a:lnTo>
                <a:lnTo>
                  <a:pt x="1245643" y="118979"/>
                </a:lnTo>
                <a:lnTo>
                  <a:pt x="1245886" y="119531"/>
                </a:lnTo>
                <a:lnTo>
                  <a:pt x="1246140" y="120073"/>
                </a:lnTo>
                <a:lnTo>
                  <a:pt x="1246403" y="120606"/>
                </a:lnTo>
                <a:lnTo>
                  <a:pt x="1246674" y="121131"/>
                </a:lnTo>
                <a:lnTo>
                  <a:pt x="1246954" y="121646"/>
                </a:lnTo>
                <a:lnTo>
                  <a:pt x="1247243" y="122154"/>
                </a:lnTo>
                <a:lnTo>
                  <a:pt x="1247539" y="122652"/>
                </a:lnTo>
                <a:lnTo>
                  <a:pt x="1247844" y="123142"/>
                </a:lnTo>
                <a:lnTo>
                  <a:pt x="1248158" y="123623"/>
                </a:lnTo>
                <a:lnTo>
                  <a:pt x="1248480" y="124096"/>
                </a:lnTo>
                <a:lnTo>
                  <a:pt x="1248810" y="124560"/>
                </a:lnTo>
                <a:lnTo>
                  <a:pt x="1249149" y="125015"/>
                </a:lnTo>
                <a:lnTo>
                  <a:pt x="1249496" y="125462"/>
                </a:lnTo>
                <a:lnTo>
                  <a:pt x="1249851" y="125900"/>
                </a:lnTo>
                <a:lnTo>
                  <a:pt x="1250215" y="126329"/>
                </a:lnTo>
                <a:lnTo>
                  <a:pt x="1250587" y="126750"/>
                </a:lnTo>
                <a:lnTo>
                  <a:pt x="1250968" y="127162"/>
                </a:lnTo>
                <a:lnTo>
                  <a:pt x="1251357" y="127566"/>
                </a:lnTo>
                <a:lnTo>
                  <a:pt x="1251754" y="127961"/>
                </a:lnTo>
                <a:lnTo>
                  <a:pt x="1252160" y="128347"/>
                </a:lnTo>
                <a:lnTo>
                  <a:pt x="1252574" y="128724"/>
                </a:lnTo>
                <a:lnTo>
                  <a:pt x="1252997" y="129093"/>
                </a:lnTo>
                <a:lnTo>
                  <a:pt x="1253428" y="129454"/>
                </a:lnTo>
                <a:lnTo>
                  <a:pt x="1253867" y="129805"/>
                </a:lnTo>
                <a:lnTo>
                  <a:pt x="1254315" y="130149"/>
                </a:lnTo>
                <a:lnTo>
                  <a:pt x="1254771" y="130483"/>
                </a:lnTo>
                <a:lnTo>
                  <a:pt x="1255234" y="130809"/>
                </a:lnTo>
                <a:lnTo>
                  <a:pt x="1255704" y="131128"/>
                </a:lnTo>
                <a:lnTo>
                  <a:pt x="1256179" y="131440"/>
                </a:lnTo>
                <a:lnTo>
                  <a:pt x="1256660" y="131744"/>
                </a:lnTo>
                <a:lnTo>
                  <a:pt x="1257148" y="132041"/>
                </a:lnTo>
                <a:lnTo>
                  <a:pt x="1257641" y="132330"/>
                </a:lnTo>
                <a:lnTo>
                  <a:pt x="1258140" y="132612"/>
                </a:lnTo>
                <a:lnTo>
                  <a:pt x="1258645" y="132887"/>
                </a:lnTo>
                <a:lnTo>
                  <a:pt x="1259157" y="133154"/>
                </a:lnTo>
                <a:lnTo>
                  <a:pt x="1259674" y="133414"/>
                </a:lnTo>
                <a:lnTo>
                  <a:pt x="1260197" y="133666"/>
                </a:lnTo>
                <a:lnTo>
                  <a:pt x="1260727" y="133911"/>
                </a:lnTo>
                <a:lnTo>
                  <a:pt x="1261262" y="134148"/>
                </a:lnTo>
                <a:lnTo>
                  <a:pt x="1261803" y="134378"/>
                </a:lnTo>
                <a:lnTo>
                  <a:pt x="1262350" y="134601"/>
                </a:lnTo>
                <a:lnTo>
                  <a:pt x="1262904" y="134816"/>
                </a:lnTo>
                <a:lnTo>
                  <a:pt x="1263463" y="135024"/>
                </a:lnTo>
                <a:lnTo>
                  <a:pt x="1264028" y="135225"/>
                </a:lnTo>
                <a:lnTo>
                  <a:pt x="1264599" y="135418"/>
                </a:lnTo>
                <a:lnTo>
                  <a:pt x="1265176" y="135603"/>
                </a:lnTo>
                <a:lnTo>
                  <a:pt x="1265760" y="135782"/>
                </a:lnTo>
                <a:lnTo>
                  <a:pt x="1266349" y="135953"/>
                </a:lnTo>
                <a:lnTo>
                  <a:pt x="1266944" y="136116"/>
                </a:lnTo>
                <a:lnTo>
                  <a:pt x="1267545" y="136272"/>
                </a:lnTo>
                <a:lnTo>
                  <a:pt x="1268151" y="136421"/>
                </a:lnTo>
                <a:lnTo>
                  <a:pt x="1268759" y="136564"/>
                </a:lnTo>
                <a:lnTo>
                  <a:pt x="1269371" y="136700"/>
                </a:lnTo>
                <a:lnTo>
                  <a:pt x="1269985" y="136831"/>
                </a:lnTo>
                <a:lnTo>
                  <a:pt x="1270603" y="136954"/>
                </a:lnTo>
                <a:lnTo>
                  <a:pt x="1271223" y="137072"/>
                </a:lnTo>
                <a:lnTo>
                  <a:pt x="1271846" y="137183"/>
                </a:lnTo>
                <a:lnTo>
                  <a:pt x="1272472" y="137288"/>
                </a:lnTo>
                <a:lnTo>
                  <a:pt x="1273101" y="137386"/>
                </a:lnTo>
                <a:lnTo>
                  <a:pt x="1273733" y="137478"/>
                </a:lnTo>
                <a:lnTo>
                  <a:pt x="1274367" y="137564"/>
                </a:lnTo>
                <a:lnTo>
                  <a:pt x="1275005" y="137643"/>
                </a:lnTo>
                <a:lnTo>
                  <a:pt x="1275646" y="137716"/>
                </a:lnTo>
                <a:lnTo>
                  <a:pt x="1276289" y="137783"/>
                </a:lnTo>
                <a:lnTo>
                  <a:pt x="1276936" y="137843"/>
                </a:lnTo>
                <a:lnTo>
                  <a:pt x="1277585" y="137897"/>
                </a:lnTo>
                <a:lnTo>
                  <a:pt x="1278237" y="137945"/>
                </a:lnTo>
                <a:lnTo>
                  <a:pt x="1278892" y="137986"/>
                </a:lnTo>
                <a:lnTo>
                  <a:pt x="1279550" y="138021"/>
                </a:lnTo>
                <a:lnTo>
                  <a:pt x="1280211" y="138049"/>
                </a:lnTo>
                <a:lnTo>
                  <a:pt x="1280875" y="138071"/>
                </a:lnTo>
                <a:lnTo>
                  <a:pt x="1281542" y="138087"/>
                </a:lnTo>
                <a:lnTo>
                  <a:pt x="1282212" y="138097"/>
                </a:lnTo>
                <a:lnTo>
                  <a:pt x="1282884" y="138100"/>
                </a:lnTo>
                <a:lnTo>
                  <a:pt x="1283556" y="138097"/>
                </a:lnTo>
                <a:lnTo>
                  <a:pt x="1284224" y="138088"/>
                </a:lnTo>
                <a:lnTo>
                  <a:pt x="1284889" y="138073"/>
                </a:lnTo>
                <a:lnTo>
                  <a:pt x="1285549" y="138052"/>
                </a:lnTo>
                <a:close/>
                <a:moveTo>
                  <a:pt x="830509" y="137871"/>
                </a:moveTo>
                <a:lnTo>
                  <a:pt x="831487" y="137770"/>
                </a:lnTo>
                <a:lnTo>
                  <a:pt x="832451" y="137651"/>
                </a:lnTo>
                <a:lnTo>
                  <a:pt x="833399" y="137514"/>
                </a:lnTo>
                <a:lnTo>
                  <a:pt x="834333" y="137358"/>
                </a:lnTo>
                <a:lnTo>
                  <a:pt x="835252" y="137184"/>
                </a:lnTo>
                <a:lnTo>
                  <a:pt x="836156" y="136991"/>
                </a:lnTo>
                <a:lnTo>
                  <a:pt x="837045" y="136781"/>
                </a:lnTo>
                <a:lnTo>
                  <a:pt x="837919" y="136552"/>
                </a:lnTo>
                <a:lnTo>
                  <a:pt x="838779" y="136304"/>
                </a:lnTo>
                <a:lnTo>
                  <a:pt x="839623" y="136039"/>
                </a:lnTo>
                <a:lnTo>
                  <a:pt x="840452" y="135755"/>
                </a:lnTo>
                <a:lnTo>
                  <a:pt x="841267" y="135452"/>
                </a:lnTo>
                <a:lnTo>
                  <a:pt x="842067" y="135131"/>
                </a:lnTo>
                <a:lnTo>
                  <a:pt x="842851" y="134792"/>
                </a:lnTo>
                <a:lnTo>
                  <a:pt x="843621" y="134435"/>
                </a:lnTo>
                <a:lnTo>
                  <a:pt x="844376" y="134060"/>
                </a:lnTo>
                <a:lnTo>
                  <a:pt x="845116" y="133666"/>
                </a:lnTo>
                <a:lnTo>
                  <a:pt x="845842" y="133253"/>
                </a:lnTo>
                <a:lnTo>
                  <a:pt x="846552" y="132823"/>
                </a:lnTo>
                <a:lnTo>
                  <a:pt x="847248" y="132382"/>
                </a:lnTo>
                <a:lnTo>
                  <a:pt x="847931" y="131940"/>
                </a:lnTo>
                <a:lnTo>
                  <a:pt x="848601" y="131496"/>
                </a:lnTo>
                <a:lnTo>
                  <a:pt x="849258" y="131051"/>
                </a:lnTo>
                <a:lnTo>
                  <a:pt x="849901" y="130604"/>
                </a:lnTo>
                <a:lnTo>
                  <a:pt x="850531" y="130156"/>
                </a:lnTo>
                <a:lnTo>
                  <a:pt x="851149" y="129706"/>
                </a:lnTo>
                <a:lnTo>
                  <a:pt x="851752" y="129255"/>
                </a:lnTo>
                <a:lnTo>
                  <a:pt x="852343" y="128802"/>
                </a:lnTo>
                <a:lnTo>
                  <a:pt x="852921" y="128348"/>
                </a:lnTo>
                <a:lnTo>
                  <a:pt x="853485" y="127892"/>
                </a:lnTo>
                <a:lnTo>
                  <a:pt x="854036" y="127434"/>
                </a:lnTo>
                <a:lnTo>
                  <a:pt x="854574" y="126975"/>
                </a:lnTo>
                <a:lnTo>
                  <a:pt x="855099" y="126515"/>
                </a:lnTo>
                <a:lnTo>
                  <a:pt x="855611" y="126052"/>
                </a:lnTo>
                <a:lnTo>
                  <a:pt x="856109" y="125589"/>
                </a:lnTo>
                <a:lnTo>
                  <a:pt x="856594" y="125124"/>
                </a:lnTo>
                <a:lnTo>
                  <a:pt x="857067" y="124657"/>
                </a:lnTo>
                <a:lnTo>
                  <a:pt x="857525" y="124189"/>
                </a:lnTo>
                <a:lnTo>
                  <a:pt x="857971" y="123719"/>
                </a:lnTo>
                <a:lnTo>
                  <a:pt x="858404" y="123247"/>
                </a:lnTo>
                <a:lnTo>
                  <a:pt x="858823" y="122774"/>
                </a:lnTo>
                <a:lnTo>
                  <a:pt x="859229" y="122300"/>
                </a:lnTo>
                <a:lnTo>
                  <a:pt x="859622" y="121824"/>
                </a:lnTo>
                <a:lnTo>
                  <a:pt x="860115" y="136324"/>
                </a:lnTo>
                <a:lnTo>
                  <a:pt x="875997" y="136324"/>
                </a:lnTo>
                <a:lnTo>
                  <a:pt x="875997" y="37287"/>
                </a:lnTo>
                <a:lnTo>
                  <a:pt x="859425" y="37287"/>
                </a:lnTo>
                <a:lnTo>
                  <a:pt x="859425" y="108020"/>
                </a:lnTo>
                <a:lnTo>
                  <a:pt x="859050" y="108530"/>
                </a:lnTo>
                <a:lnTo>
                  <a:pt x="858665" y="109035"/>
                </a:lnTo>
                <a:lnTo>
                  <a:pt x="858270" y="109535"/>
                </a:lnTo>
                <a:lnTo>
                  <a:pt x="857866" y="110030"/>
                </a:lnTo>
                <a:lnTo>
                  <a:pt x="857451" y="110519"/>
                </a:lnTo>
                <a:lnTo>
                  <a:pt x="857026" y="111003"/>
                </a:lnTo>
                <a:lnTo>
                  <a:pt x="856592" y="111483"/>
                </a:lnTo>
                <a:lnTo>
                  <a:pt x="856148" y="111957"/>
                </a:lnTo>
                <a:lnTo>
                  <a:pt x="855693" y="112425"/>
                </a:lnTo>
                <a:lnTo>
                  <a:pt x="855229" y="112889"/>
                </a:lnTo>
                <a:lnTo>
                  <a:pt x="854755" y="113347"/>
                </a:lnTo>
                <a:lnTo>
                  <a:pt x="854271" y="113801"/>
                </a:lnTo>
                <a:lnTo>
                  <a:pt x="853777" y="114249"/>
                </a:lnTo>
                <a:lnTo>
                  <a:pt x="853273" y="114692"/>
                </a:lnTo>
                <a:lnTo>
                  <a:pt x="852759" y="115130"/>
                </a:lnTo>
                <a:lnTo>
                  <a:pt x="852235" y="115562"/>
                </a:lnTo>
                <a:lnTo>
                  <a:pt x="851701" y="115990"/>
                </a:lnTo>
                <a:lnTo>
                  <a:pt x="851157" y="116412"/>
                </a:lnTo>
                <a:lnTo>
                  <a:pt x="850604" y="116829"/>
                </a:lnTo>
                <a:lnTo>
                  <a:pt x="850040" y="117241"/>
                </a:lnTo>
                <a:lnTo>
                  <a:pt x="849466" y="117648"/>
                </a:lnTo>
                <a:lnTo>
                  <a:pt x="848883" y="118049"/>
                </a:lnTo>
                <a:lnTo>
                  <a:pt x="848290" y="118446"/>
                </a:lnTo>
                <a:lnTo>
                  <a:pt x="847686" y="118837"/>
                </a:lnTo>
                <a:lnTo>
                  <a:pt x="847072" y="119217"/>
                </a:lnTo>
                <a:lnTo>
                  <a:pt x="846445" y="119582"/>
                </a:lnTo>
                <a:lnTo>
                  <a:pt x="845806" y="119930"/>
                </a:lnTo>
                <a:lnTo>
                  <a:pt x="845154" y="120262"/>
                </a:lnTo>
                <a:lnTo>
                  <a:pt x="844491" y="120578"/>
                </a:lnTo>
                <a:lnTo>
                  <a:pt x="843814" y="120877"/>
                </a:lnTo>
                <a:lnTo>
                  <a:pt x="843126" y="121161"/>
                </a:lnTo>
                <a:lnTo>
                  <a:pt x="842425" y="121428"/>
                </a:lnTo>
                <a:lnTo>
                  <a:pt x="841712" y="121679"/>
                </a:lnTo>
                <a:lnTo>
                  <a:pt x="840987" y="121914"/>
                </a:lnTo>
                <a:lnTo>
                  <a:pt x="840249" y="122132"/>
                </a:lnTo>
                <a:lnTo>
                  <a:pt x="839499" y="122335"/>
                </a:lnTo>
                <a:lnTo>
                  <a:pt x="838736" y="122521"/>
                </a:lnTo>
                <a:lnTo>
                  <a:pt x="837962" y="122691"/>
                </a:lnTo>
                <a:lnTo>
                  <a:pt x="837175" y="122845"/>
                </a:lnTo>
                <a:lnTo>
                  <a:pt x="836375" y="122983"/>
                </a:lnTo>
                <a:lnTo>
                  <a:pt x="835563" y="123104"/>
                </a:lnTo>
                <a:lnTo>
                  <a:pt x="834739" y="123209"/>
                </a:lnTo>
                <a:lnTo>
                  <a:pt x="833903" y="123298"/>
                </a:lnTo>
                <a:lnTo>
                  <a:pt x="833054" y="123371"/>
                </a:lnTo>
                <a:lnTo>
                  <a:pt x="832193" y="123428"/>
                </a:lnTo>
                <a:lnTo>
                  <a:pt x="831320" y="123468"/>
                </a:lnTo>
                <a:lnTo>
                  <a:pt x="830434" y="123493"/>
                </a:lnTo>
                <a:lnTo>
                  <a:pt x="829536" y="123501"/>
                </a:lnTo>
                <a:lnTo>
                  <a:pt x="828893" y="123496"/>
                </a:lnTo>
                <a:lnTo>
                  <a:pt x="828262" y="123480"/>
                </a:lnTo>
                <a:lnTo>
                  <a:pt x="827645" y="123454"/>
                </a:lnTo>
                <a:lnTo>
                  <a:pt x="827040" y="123418"/>
                </a:lnTo>
                <a:lnTo>
                  <a:pt x="826447" y="123372"/>
                </a:lnTo>
                <a:lnTo>
                  <a:pt x="825868" y="123315"/>
                </a:lnTo>
                <a:lnTo>
                  <a:pt x="825301" y="123248"/>
                </a:lnTo>
                <a:lnTo>
                  <a:pt x="824746" y="123171"/>
                </a:lnTo>
                <a:lnTo>
                  <a:pt x="824205" y="123083"/>
                </a:lnTo>
                <a:lnTo>
                  <a:pt x="823676" y="122985"/>
                </a:lnTo>
                <a:lnTo>
                  <a:pt x="823159" y="122877"/>
                </a:lnTo>
                <a:lnTo>
                  <a:pt x="822656" y="122758"/>
                </a:lnTo>
                <a:lnTo>
                  <a:pt x="822165" y="122629"/>
                </a:lnTo>
                <a:lnTo>
                  <a:pt x="821686" y="122490"/>
                </a:lnTo>
                <a:lnTo>
                  <a:pt x="821221" y="122340"/>
                </a:lnTo>
                <a:lnTo>
                  <a:pt x="820768" y="122180"/>
                </a:lnTo>
                <a:lnTo>
                  <a:pt x="820327" y="122010"/>
                </a:lnTo>
                <a:lnTo>
                  <a:pt x="819900" y="121829"/>
                </a:lnTo>
                <a:lnTo>
                  <a:pt x="819485" y="121638"/>
                </a:lnTo>
                <a:lnTo>
                  <a:pt x="819083" y="121437"/>
                </a:lnTo>
                <a:lnTo>
                  <a:pt x="818693" y="121226"/>
                </a:lnTo>
                <a:lnTo>
                  <a:pt x="818316" y="121004"/>
                </a:lnTo>
                <a:lnTo>
                  <a:pt x="817952" y="120772"/>
                </a:lnTo>
                <a:lnTo>
                  <a:pt x="817600" y="120529"/>
                </a:lnTo>
                <a:lnTo>
                  <a:pt x="817260" y="120277"/>
                </a:lnTo>
                <a:lnTo>
                  <a:pt x="816928" y="120017"/>
                </a:lnTo>
                <a:lnTo>
                  <a:pt x="816606" y="119749"/>
                </a:lnTo>
                <a:lnTo>
                  <a:pt x="816293" y="119472"/>
                </a:lnTo>
                <a:lnTo>
                  <a:pt x="815989" y="119188"/>
                </a:lnTo>
                <a:lnTo>
                  <a:pt x="815695" y="118895"/>
                </a:lnTo>
                <a:lnTo>
                  <a:pt x="815410" y="118594"/>
                </a:lnTo>
                <a:lnTo>
                  <a:pt x="815134" y="118284"/>
                </a:lnTo>
                <a:lnTo>
                  <a:pt x="814867" y="117967"/>
                </a:lnTo>
                <a:lnTo>
                  <a:pt x="814610" y="117641"/>
                </a:lnTo>
                <a:lnTo>
                  <a:pt x="814362" y="117308"/>
                </a:lnTo>
                <a:lnTo>
                  <a:pt x="814123" y="116966"/>
                </a:lnTo>
                <a:lnTo>
                  <a:pt x="813893" y="116616"/>
                </a:lnTo>
                <a:lnTo>
                  <a:pt x="813673" y="116257"/>
                </a:lnTo>
                <a:lnTo>
                  <a:pt x="813462" y="115891"/>
                </a:lnTo>
                <a:lnTo>
                  <a:pt x="813260" y="115516"/>
                </a:lnTo>
                <a:lnTo>
                  <a:pt x="813067" y="115133"/>
                </a:lnTo>
                <a:lnTo>
                  <a:pt x="812884" y="114742"/>
                </a:lnTo>
                <a:lnTo>
                  <a:pt x="812710" y="114343"/>
                </a:lnTo>
                <a:lnTo>
                  <a:pt x="812545" y="113936"/>
                </a:lnTo>
                <a:lnTo>
                  <a:pt x="812389" y="113520"/>
                </a:lnTo>
                <a:lnTo>
                  <a:pt x="812243" y="113097"/>
                </a:lnTo>
                <a:lnTo>
                  <a:pt x="812105" y="112665"/>
                </a:lnTo>
                <a:lnTo>
                  <a:pt x="811977" y="112225"/>
                </a:lnTo>
                <a:lnTo>
                  <a:pt x="811857" y="111778"/>
                </a:lnTo>
                <a:lnTo>
                  <a:pt x="811741" y="111326"/>
                </a:lnTo>
                <a:lnTo>
                  <a:pt x="811631" y="110870"/>
                </a:lnTo>
                <a:lnTo>
                  <a:pt x="811525" y="110408"/>
                </a:lnTo>
                <a:lnTo>
                  <a:pt x="811425" y="109942"/>
                </a:lnTo>
                <a:lnTo>
                  <a:pt x="811330" y="109470"/>
                </a:lnTo>
                <a:lnTo>
                  <a:pt x="811240" y="108994"/>
                </a:lnTo>
                <a:lnTo>
                  <a:pt x="811155" y="108512"/>
                </a:lnTo>
                <a:lnTo>
                  <a:pt x="811076" y="108025"/>
                </a:lnTo>
                <a:lnTo>
                  <a:pt x="811001" y="107534"/>
                </a:lnTo>
                <a:lnTo>
                  <a:pt x="810932" y="107037"/>
                </a:lnTo>
                <a:lnTo>
                  <a:pt x="810868" y="106536"/>
                </a:lnTo>
                <a:lnTo>
                  <a:pt x="810809" y="106029"/>
                </a:lnTo>
                <a:lnTo>
                  <a:pt x="810755" y="105518"/>
                </a:lnTo>
                <a:lnTo>
                  <a:pt x="810706" y="105001"/>
                </a:lnTo>
                <a:lnTo>
                  <a:pt x="810662" y="104480"/>
                </a:lnTo>
                <a:lnTo>
                  <a:pt x="810624" y="103953"/>
                </a:lnTo>
                <a:lnTo>
                  <a:pt x="810590" y="103422"/>
                </a:lnTo>
                <a:lnTo>
                  <a:pt x="810562" y="102886"/>
                </a:lnTo>
                <a:lnTo>
                  <a:pt x="810539" y="102344"/>
                </a:lnTo>
                <a:lnTo>
                  <a:pt x="810521" y="101798"/>
                </a:lnTo>
                <a:lnTo>
                  <a:pt x="810508" y="101246"/>
                </a:lnTo>
                <a:lnTo>
                  <a:pt x="810500" y="100690"/>
                </a:lnTo>
                <a:lnTo>
                  <a:pt x="810498" y="100129"/>
                </a:lnTo>
                <a:lnTo>
                  <a:pt x="810498" y="37287"/>
                </a:lnTo>
                <a:lnTo>
                  <a:pt x="793926" y="37287"/>
                </a:lnTo>
                <a:lnTo>
                  <a:pt x="793926" y="102117"/>
                </a:lnTo>
                <a:lnTo>
                  <a:pt x="793939" y="103506"/>
                </a:lnTo>
                <a:lnTo>
                  <a:pt x="793977" y="104870"/>
                </a:lnTo>
                <a:lnTo>
                  <a:pt x="794041" y="106209"/>
                </a:lnTo>
                <a:lnTo>
                  <a:pt x="794131" y="107522"/>
                </a:lnTo>
                <a:lnTo>
                  <a:pt x="794247" y="108811"/>
                </a:lnTo>
                <a:lnTo>
                  <a:pt x="794388" y="110074"/>
                </a:lnTo>
                <a:lnTo>
                  <a:pt x="794555" y="111312"/>
                </a:lnTo>
                <a:lnTo>
                  <a:pt x="794748" y="112525"/>
                </a:lnTo>
                <a:lnTo>
                  <a:pt x="794966" y="113714"/>
                </a:lnTo>
                <a:lnTo>
                  <a:pt x="795210" y="114876"/>
                </a:lnTo>
                <a:lnTo>
                  <a:pt x="795480" y="116014"/>
                </a:lnTo>
                <a:lnTo>
                  <a:pt x="795775" y="117127"/>
                </a:lnTo>
                <a:lnTo>
                  <a:pt x="796096" y="118214"/>
                </a:lnTo>
                <a:lnTo>
                  <a:pt x="796443" y="119277"/>
                </a:lnTo>
                <a:lnTo>
                  <a:pt x="796816" y="120314"/>
                </a:lnTo>
                <a:lnTo>
                  <a:pt x="797214" y="121326"/>
                </a:lnTo>
                <a:lnTo>
                  <a:pt x="797638" y="122313"/>
                </a:lnTo>
                <a:lnTo>
                  <a:pt x="798087" y="123275"/>
                </a:lnTo>
                <a:lnTo>
                  <a:pt x="798563" y="124212"/>
                </a:lnTo>
                <a:lnTo>
                  <a:pt x="799063" y="125124"/>
                </a:lnTo>
                <a:lnTo>
                  <a:pt x="799590" y="126010"/>
                </a:lnTo>
                <a:lnTo>
                  <a:pt x="800142" y="126872"/>
                </a:lnTo>
                <a:lnTo>
                  <a:pt x="800720" y="127708"/>
                </a:lnTo>
                <a:lnTo>
                  <a:pt x="801324" y="128519"/>
                </a:lnTo>
                <a:lnTo>
                  <a:pt x="801957" y="129301"/>
                </a:lnTo>
                <a:lnTo>
                  <a:pt x="802621" y="130050"/>
                </a:lnTo>
                <a:lnTo>
                  <a:pt x="803318" y="130765"/>
                </a:lnTo>
                <a:lnTo>
                  <a:pt x="804048" y="131447"/>
                </a:lnTo>
                <a:lnTo>
                  <a:pt x="804809" y="132095"/>
                </a:lnTo>
                <a:lnTo>
                  <a:pt x="805603" y="132711"/>
                </a:lnTo>
                <a:lnTo>
                  <a:pt x="806428" y="133293"/>
                </a:lnTo>
                <a:lnTo>
                  <a:pt x="807286" y="133842"/>
                </a:lnTo>
                <a:lnTo>
                  <a:pt x="808177" y="134358"/>
                </a:lnTo>
                <a:lnTo>
                  <a:pt x="809099" y="134840"/>
                </a:lnTo>
                <a:lnTo>
                  <a:pt x="810054" y="135289"/>
                </a:lnTo>
                <a:lnTo>
                  <a:pt x="811040" y="135705"/>
                </a:lnTo>
                <a:lnTo>
                  <a:pt x="812059" y="136087"/>
                </a:lnTo>
                <a:lnTo>
                  <a:pt x="813111" y="136437"/>
                </a:lnTo>
                <a:lnTo>
                  <a:pt x="814194" y="136753"/>
                </a:lnTo>
                <a:lnTo>
                  <a:pt x="815309" y="137035"/>
                </a:lnTo>
                <a:lnTo>
                  <a:pt x="816457" y="137285"/>
                </a:lnTo>
                <a:lnTo>
                  <a:pt x="817637" y="137501"/>
                </a:lnTo>
                <a:lnTo>
                  <a:pt x="818849" y="137684"/>
                </a:lnTo>
                <a:lnTo>
                  <a:pt x="820094" y="137834"/>
                </a:lnTo>
                <a:lnTo>
                  <a:pt x="821370" y="137950"/>
                </a:lnTo>
                <a:lnTo>
                  <a:pt x="822679" y="138033"/>
                </a:lnTo>
                <a:lnTo>
                  <a:pt x="824020" y="138083"/>
                </a:lnTo>
                <a:lnTo>
                  <a:pt x="825393" y="138100"/>
                </a:lnTo>
                <a:lnTo>
                  <a:pt x="826446" y="138091"/>
                </a:lnTo>
                <a:lnTo>
                  <a:pt x="827484" y="138063"/>
                </a:lnTo>
                <a:lnTo>
                  <a:pt x="828507" y="138018"/>
                </a:lnTo>
                <a:lnTo>
                  <a:pt x="829515" y="137953"/>
                </a:lnTo>
                <a:lnTo>
                  <a:pt x="830509" y="137871"/>
                </a:lnTo>
                <a:close/>
                <a:moveTo>
                  <a:pt x="1358898" y="136168"/>
                </a:moveTo>
                <a:lnTo>
                  <a:pt x="1359314" y="136099"/>
                </a:lnTo>
                <a:lnTo>
                  <a:pt x="1359724" y="136018"/>
                </a:lnTo>
                <a:lnTo>
                  <a:pt x="1360128" y="135924"/>
                </a:lnTo>
                <a:lnTo>
                  <a:pt x="1360524" y="135818"/>
                </a:lnTo>
                <a:lnTo>
                  <a:pt x="1360915" y="135699"/>
                </a:lnTo>
                <a:lnTo>
                  <a:pt x="1361298" y="135568"/>
                </a:lnTo>
                <a:lnTo>
                  <a:pt x="1361676" y="135424"/>
                </a:lnTo>
                <a:lnTo>
                  <a:pt x="1362046" y="135268"/>
                </a:lnTo>
                <a:lnTo>
                  <a:pt x="1362411" y="135099"/>
                </a:lnTo>
                <a:lnTo>
                  <a:pt x="1362768" y="134918"/>
                </a:lnTo>
                <a:lnTo>
                  <a:pt x="1363120" y="134724"/>
                </a:lnTo>
                <a:lnTo>
                  <a:pt x="1363464" y="134518"/>
                </a:lnTo>
                <a:lnTo>
                  <a:pt x="1363803" y="134299"/>
                </a:lnTo>
                <a:lnTo>
                  <a:pt x="1364134" y="134068"/>
                </a:lnTo>
                <a:lnTo>
                  <a:pt x="1364460" y="133824"/>
                </a:lnTo>
                <a:lnTo>
                  <a:pt x="1364778" y="133568"/>
                </a:lnTo>
                <a:lnTo>
                  <a:pt x="1365091" y="133299"/>
                </a:lnTo>
                <a:lnTo>
                  <a:pt x="1365396" y="133018"/>
                </a:lnTo>
                <a:lnTo>
                  <a:pt x="1365695" y="132724"/>
                </a:lnTo>
                <a:lnTo>
                  <a:pt x="1365985" y="132421"/>
                </a:lnTo>
                <a:lnTo>
                  <a:pt x="1366263" y="132113"/>
                </a:lnTo>
                <a:lnTo>
                  <a:pt x="1366528" y="131798"/>
                </a:lnTo>
                <a:lnTo>
                  <a:pt x="1366780" y="131479"/>
                </a:lnTo>
                <a:lnTo>
                  <a:pt x="1367021" y="131153"/>
                </a:lnTo>
                <a:lnTo>
                  <a:pt x="1367249" y="130822"/>
                </a:lnTo>
                <a:lnTo>
                  <a:pt x="1367465" y="130485"/>
                </a:lnTo>
                <a:lnTo>
                  <a:pt x="1367668" y="130143"/>
                </a:lnTo>
                <a:lnTo>
                  <a:pt x="1367859" y="129795"/>
                </a:lnTo>
                <a:lnTo>
                  <a:pt x="1368038" y="129441"/>
                </a:lnTo>
                <a:lnTo>
                  <a:pt x="1368205" y="129082"/>
                </a:lnTo>
                <a:lnTo>
                  <a:pt x="1368359" y="128717"/>
                </a:lnTo>
                <a:lnTo>
                  <a:pt x="1368501" y="128346"/>
                </a:lnTo>
                <a:lnTo>
                  <a:pt x="1368630" y="127970"/>
                </a:lnTo>
                <a:lnTo>
                  <a:pt x="1368747" y="127588"/>
                </a:lnTo>
                <a:lnTo>
                  <a:pt x="1368852" y="127200"/>
                </a:lnTo>
                <a:lnTo>
                  <a:pt x="1368944" y="126807"/>
                </a:lnTo>
                <a:lnTo>
                  <a:pt x="1369025" y="126408"/>
                </a:lnTo>
                <a:lnTo>
                  <a:pt x="1369092" y="126003"/>
                </a:lnTo>
                <a:lnTo>
                  <a:pt x="1369148" y="125593"/>
                </a:lnTo>
                <a:lnTo>
                  <a:pt x="1369191" y="125177"/>
                </a:lnTo>
                <a:lnTo>
                  <a:pt x="1369222" y="124755"/>
                </a:lnTo>
                <a:lnTo>
                  <a:pt x="1369240" y="124328"/>
                </a:lnTo>
                <a:lnTo>
                  <a:pt x="1369247" y="123895"/>
                </a:lnTo>
                <a:lnTo>
                  <a:pt x="1369240" y="123447"/>
                </a:lnTo>
                <a:lnTo>
                  <a:pt x="1369222" y="123005"/>
                </a:lnTo>
                <a:lnTo>
                  <a:pt x="1369191" y="122569"/>
                </a:lnTo>
                <a:lnTo>
                  <a:pt x="1369148" y="122140"/>
                </a:lnTo>
                <a:lnTo>
                  <a:pt x="1369092" y="121718"/>
                </a:lnTo>
                <a:lnTo>
                  <a:pt x="1369025" y="121303"/>
                </a:lnTo>
                <a:lnTo>
                  <a:pt x="1368944" y="120894"/>
                </a:lnTo>
                <a:lnTo>
                  <a:pt x="1368852" y="120492"/>
                </a:lnTo>
                <a:lnTo>
                  <a:pt x="1368747" y="120097"/>
                </a:lnTo>
                <a:lnTo>
                  <a:pt x="1368630" y="119708"/>
                </a:lnTo>
                <a:lnTo>
                  <a:pt x="1368501" y="119326"/>
                </a:lnTo>
                <a:lnTo>
                  <a:pt x="1368359" y="118951"/>
                </a:lnTo>
                <a:lnTo>
                  <a:pt x="1368205" y="118582"/>
                </a:lnTo>
                <a:lnTo>
                  <a:pt x="1368038" y="118220"/>
                </a:lnTo>
                <a:lnTo>
                  <a:pt x="1367859" y="117865"/>
                </a:lnTo>
                <a:lnTo>
                  <a:pt x="1367668" y="117517"/>
                </a:lnTo>
                <a:lnTo>
                  <a:pt x="1367465" y="117175"/>
                </a:lnTo>
                <a:lnTo>
                  <a:pt x="1367249" y="116839"/>
                </a:lnTo>
                <a:lnTo>
                  <a:pt x="1367021" y="116511"/>
                </a:lnTo>
                <a:lnTo>
                  <a:pt x="1366780" y="116189"/>
                </a:lnTo>
                <a:lnTo>
                  <a:pt x="1366528" y="115874"/>
                </a:lnTo>
                <a:lnTo>
                  <a:pt x="1366263" y="115565"/>
                </a:lnTo>
                <a:lnTo>
                  <a:pt x="1365985" y="115263"/>
                </a:lnTo>
                <a:lnTo>
                  <a:pt x="1365695" y="114968"/>
                </a:lnTo>
                <a:lnTo>
                  <a:pt x="1365396" y="114683"/>
                </a:lnTo>
                <a:lnTo>
                  <a:pt x="1365091" y="114409"/>
                </a:lnTo>
                <a:lnTo>
                  <a:pt x="1364778" y="114148"/>
                </a:lnTo>
                <a:lnTo>
                  <a:pt x="1364460" y="113898"/>
                </a:lnTo>
                <a:lnTo>
                  <a:pt x="1364134" y="113661"/>
                </a:lnTo>
                <a:lnTo>
                  <a:pt x="1363803" y="113436"/>
                </a:lnTo>
                <a:lnTo>
                  <a:pt x="1363464" y="113223"/>
                </a:lnTo>
                <a:lnTo>
                  <a:pt x="1363120" y="113023"/>
                </a:lnTo>
                <a:lnTo>
                  <a:pt x="1362768" y="112834"/>
                </a:lnTo>
                <a:lnTo>
                  <a:pt x="1362411" y="112658"/>
                </a:lnTo>
                <a:lnTo>
                  <a:pt x="1362046" y="112494"/>
                </a:lnTo>
                <a:lnTo>
                  <a:pt x="1361676" y="112342"/>
                </a:lnTo>
                <a:lnTo>
                  <a:pt x="1361298" y="112202"/>
                </a:lnTo>
                <a:lnTo>
                  <a:pt x="1360915" y="112074"/>
                </a:lnTo>
                <a:lnTo>
                  <a:pt x="1360524" y="111959"/>
                </a:lnTo>
                <a:lnTo>
                  <a:pt x="1360128" y="111856"/>
                </a:lnTo>
                <a:lnTo>
                  <a:pt x="1359724" y="111764"/>
                </a:lnTo>
                <a:lnTo>
                  <a:pt x="1359314" y="111685"/>
                </a:lnTo>
                <a:lnTo>
                  <a:pt x="1358898" y="111618"/>
                </a:lnTo>
                <a:lnTo>
                  <a:pt x="1358475" y="111564"/>
                </a:lnTo>
                <a:lnTo>
                  <a:pt x="1358046" y="111521"/>
                </a:lnTo>
                <a:lnTo>
                  <a:pt x="1357610" y="111491"/>
                </a:lnTo>
                <a:lnTo>
                  <a:pt x="1357168" y="111473"/>
                </a:lnTo>
                <a:lnTo>
                  <a:pt x="1356719" y="111466"/>
                </a:lnTo>
                <a:lnTo>
                  <a:pt x="1356262" y="111473"/>
                </a:lnTo>
                <a:lnTo>
                  <a:pt x="1355811" y="111491"/>
                </a:lnTo>
                <a:lnTo>
                  <a:pt x="1355367" y="111521"/>
                </a:lnTo>
                <a:lnTo>
                  <a:pt x="1354930" y="111564"/>
                </a:lnTo>
                <a:lnTo>
                  <a:pt x="1354499" y="111618"/>
                </a:lnTo>
                <a:lnTo>
                  <a:pt x="1354074" y="111685"/>
                </a:lnTo>
                <a:lnTo>
                  <a:pt x="1353656" y="111764"/>
                </a:lnTo>
                <a:lnTo>
                  <a:pt x="1353244" y="111856"/>
                </a:lnTo>
                <a:lnTo>
                  <a:pt x="1352839" y="111959"/>
                </a:lnTo>
                <a:lnTo>
                  <a:pt x="1352441" y="112074"/>
                </a:lnTo>
                <a:lnTo>
                  <a:pt x="1352049" y="112202"/>
                </a:lnTo>
                <a:lnTo>
                  <a:pt x="1351663" y="112342"/>
                </a:lnTo>
                <a:lnTo>
                  <a:pt x="1351284" y="112494"/>
                </a:lnTo>
                <a:lnTo>
                  <a:pt x="1350912" y="112658"/>
                </a:lnTo>
                <a:lnTo>
                  <a:pt x="1350546" y="112834"/>
                </a:lnTo>
                <a:lnTo>
                  <a:pt x="1350187" y="113023"/>
                </a:lnTo>
                <a:lnTo>
                  <a:pt x="1349834" y="113223"/>
                </a:lnTo>
                <a:lnTo>
                  <a:pt x="1349487" y="113436"/>
                </a:lnTo>
                <a:lnTo>
                  <a:pt x="1349147" y="113661"/>
                </a:lnTo>
                <a:lnTo>
                  <a:pt x="1348814" y="113898"/>
                </a:lnTo>
                <a:lnTo>
                  <a:pt x="1348487" y="114148"/>
                </a:lnTo>
                <a:lnTo>
                  <a:pt x="1348166" y="114409"/>
                </a:lnTo>
                <a:lnTo>
                  <a:pt x="1347853" y="114683"/>
                </a:lnTo>
                <a:lnTo>
                  <a:pt x="1347545" y="114968"/>
                </a:lnTo>
                <a:lnTo>
                  <a:pt x="1347247" y="115263"/>
                </a:lnTo>
                <a:lnTo>
                  <a:pt x="1346962" y="115565"/>
                </a:lnTo>
                <a:lnTo>
                  <a:pt x="1346690" y="115874"/>
                </a:lnTo>
                <a:lnTo>
                  <a:pt x="1346430" y="116189"/>
                </a:lnTo>
                <a:lnTo>
                  <a:pt x="1346183" y="116511"/>
                </a:lnTo>
                <a:lnTo>
                  <a:pt x="1345948" y="116839"/>
                </a:lnTo>
                <a:lnTo>
                  <a:pt x="1345727" y="117175"/>
                </a:lnTo>
                <a:lnTo>
                  <a:pt x="1345517" y="117517"/>
                </a:lnTo>
                <a:lnTo>
                  <a:pt x="1345321" y="117865"/>
                </a:lnTo>
                <a:lnTo>
                  <a:pt x="1345137" y="118220"/>
                </a:lnTo>
                <a:lnTo>
                  <a:pt x="1344966" y="118582"/>
                </a:lnTo>
                <a:lnTo>
                  <a:pt x="1344808" y="118951"/>
                </a:lnTo>
                <a:lnTo>
                  <a:pt x="1344662" y="119326"/>
                </a:lnTo>
                <a:lnTo>
                  <a:pt x="1344529" y="119708"/>
                </a:lnTo>
                <a:lnTo>
                  <a:pt x="1344409" y="120097"/>
                </a:lnTo>
                <a:lnTo>
                  <a:pt x="1344301" y="120492"/>
                </a:lnTo>
                <a:lnTo>
                  <a:pt x="1344206" y="120894"/>
                </a:lnTo>
                <a:lnTo>
                  <a:pt x="1344123" y="121303"/>
                </a:lnTo>
                <a:lnTo>
                  <a:pt x="1344054" y="121718"/>
                </a:lnTo>
                <a:lnTo>
                  <a:pt x="1343997" y="122140"/>
                </a:lnTo>
                <a:lnTo>
                  <a:pt x="1343952" y="122569"/>
                </a:lnTo>
                <a:lnTo>
                  <a:pt x="1343921" y="123005"/>
                </a:lnTo>
                <a:lnTo>
                  <a:pt x="1343902" y="123447"/>
                </a:lnTo>
                <a:lnTo>
                  <a:pt x="1343895" y="123895"/>
                </a:lnTo>
                <a:lnTo>
                  <a:pt x="1343902" y="124328"/>
                </a:lnTo>
                <a:lnTo>
                  <a:pt x="1343921" y="124755"/>
                </a:lnTo>
                <a:lnTo>
                  <a:pt x="1343952" y="125177"/>
                </a:lnTo>
                <a:lnTo>
                  <a:pt x="1343997" y="125593"/>
                </a:lnTo>
                <a:lnTo>
                  <a:pt x="1344054" y="126003"/>
                </a:lnTo>
                <a:lnTo>
                  <a:pt x="1344123" y="126408"/>
                </a:lnTo>
                <a:lnTo>
                  <a:pt x="1344206" y="126807"/>
                </a:lnTo>
                <a:lnTo>
                  <a:pt x="1344301" y="127200"/>
                </a:lnTo>
                <a:lnTo>
                  <a:pt x="1344409" y="127588"/>
                </a:lnTo>
                <a:lnTo>
                  <a:pt x="1344529" y="127970"/>
                </a:lnTo>
                <a:lnTo>
                  <a:pt x="1344662" y="128346"/>
                </a:lnTo>
                <a:lnTo>
                  <a:pt x="1344808" y="128717"/>
                </a:lnTo>
                <a:lnTo>
                  <a:pt x="1344966" y="129082"/>
                </a:lnTo>
                <a:lnTo>
                  <a:pt x="1345137" y="129441"/>
                </a:lnTo>
                <a:lnTo>
                  <a:pt x="1345321" y="129795"/>
                </a:lnTo>
                <a:lnTo>
                  <a:pt x="1345517" y="130143"/>
                </a:lnTo>
                <a:lnTo>
                  <a:pt x="1345727" y="130485"/>
                </a:lnTo>
                <a:lnTo>
                  <a:pt x="1345948" y="130822"/>
                </a:lnTo>
                <a:lnTo>
                  <a:pt x="1346183" y="131153"/>
                </a:lnTo>
                <a:lnTo>
                  <a:pt x="1346430" y="131479"/>
                </a:lnTo>
                <a:lnTo>
                  <a:pt x="1346690" y="131798"/>
                </a:lnTo>
                <a:lnTo>
                  <a:pt x="1346962" y="132113"/>
                </a:lnTo>
                <a:lnTo>
                  <a:pt x="1347247" y="132421"/>
                </a:lnTo>
                <a:lnTo>
                  <a:pt x="1347545" y="132724"/>
                </a:lnTo>
                <a:lnTo>
                  <a:pt x="1347853" y="133018"/>
                </a:lnTo>
                <a:lnTo>
                  <a:pt x="1348166" y="133299"/>
                </a:lnTo>
                <a:lnTo>
                  <a:pt x="1348487" y="133568"/>
                </a:lnTo>
                <a:lnTo>
                  <a:pt x="1348814" y="133824"/>
                </a:lnTo>
                <a:lnTo>
                  <a:pt x="1349147" y="134068"/>
                </a:lnTo>
                <a:lnTo>
                  <a:pt x="1349487" y="134299"/>
                </a:lnTo>
                <a:lnTo>
                  <a:pt x="1349834" y="134518"/>
                </a:lnTo>
                <a:lnTo>
                  <a:pt x="1350187" y="134724"/>
                </a:lnTo>
                <a:lnTo>
                  <a:pt x="1350546" y="134918"/>
                </a:lnTo>
                <a:lnTo>
                  <a:pt x="1350912" y="135099"/>
                </a:lnTo>
                <a:lnTo>
                  <a:pt x="1351284" y="135268"/>
                </a:lnTo>
                <a:lnTo>
                  <a:pt x="1351663" y="135424"/>
                </a:lnTo>
                <a:lnTo>
                  <a:pt x="1352049" y="135568"/>
                </a:lnTo>
                <a:lnTo>
                  <a:pt x="1352441" y="135699"/>
                </a:lnTo>
                <a:lnTo>
                  <a:pt x="1352839" y="135818"/>
                </a:lnTo>
                <a:lnTo>
                  <a:pt x="1353244" y="135924"/>
                </a:lnTo>
                <a:lnTo>
                  <a:pt x="1353656" y="136018"/>
                </a:lnTo>
                <a:lnTo>
                  <a:pt x="1354074" y="136099"/>
                </a:lnTo>
                <a:lnTo>
                  <a:pt x="1354499" y="136168"/>
                </a:lnTo>
                <a:lnTo>
                  <a:pt x="1354930" y="136224"/>
                </a:lnTo>
                <a:lnTo>
                  <a:pt x="1355367" y="136268"/>
                </a:lnTo>
                <a:lnTo>
                  <a:pt x="1355811" y="136299"/>
                </a:lnTo>
                <a:lnTo>
                  <a:pt x="1356262" y="136318"/>
                </a:lnTo>
                <a:lnTo>
                  <a:pt x="1356719" y="136324"/>
                </a:lnTo>
                <a:lnTo>
                  <a:pt x="1357168" y="136318"/>
                </a:lnTo>
                <a:lnTo>
                  <a:pt x="1357610" y="136299"/>
                </a:lnTo>
                <a:lnTo>
                  <a:pt x="1358046" y="136268"/>
                </a:lnTo>
                <a:lnTo>
                  <a:pt x="1358475" y="136224"/>
                </a:lnTo>
                <a:lnTo>
                  <a:pt x="1358898" y="1361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" name="Text function">
            <a:extLst xmlns:a="http://schemas.openxmlformats.org/drawingml/2006/main">
              <a:ext uri="{FF2B5EF4-FFF2-40B4-BE49-F238E27FC236}">
                <a16:creationId xmlns:a16="http://schemas.microsoft.com/office/drawing/2014/main" id="{92018DC2-6BBC-4C27-BBB6-7B6A8E41A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52" y="5920494"/>
            <a:ext cx="711064" cy="137956"/>
          </a:xfrm>
          <a:custGeom xmlns:a="http://schemas.openxmlformats.org/drawingml/2006/main">
            <a:pathLst>
              <a:path w="711064" h="137956">
                <a:moveTo>
                  <a:pt x="16062" y="136183"/>
                </a:moveTo>
                <a:lnTo>
                  <a:pt x="16062" y="50551"/>
                </a:lnTo>
                <a:lnTo>
                  <a:pt x="0" y="50551"/>
                </a:lnTo>
                <a:lnTo>
                  <a:pt x="0" y="37248"/>
                </a:lnTo>
                <a:lnTo>
                  <a:pt x="16062" y="37248"/>
                </a:lnTo>
                <a:lnTo>
                  <a:pt x="16062" y="32176"/>
                </a:lnTo>
                <a:cubicBezTo>
                  <a:pt x="16062" y="27705"/>
                  <a:pt x="16473" y="23689"/>
                  <a:pt x="17294" y="20127"/>
                </a:cubicBezTo>
                <a:cubicBezTo>
                  <a:pt x="18115" y="16563"/>
                  <a:pt x="19560" y="13559"/>
                  <a:pt x="21630" y="11113"/>
                </a:cubicBezTo>
                <a:cubicBezTo>
                  <a:pt x="23699" y="8666"/>
                  <a:pt x="26589" y="6794"/>
                  <a:pt x="30301" y="5497"/>
                </a:cubicBezTo>
                <a:cubicBezTo>
                  <a:pt x="34013" y="4197"/>
                  <a:pt x="38825" y="3547"/>
                  <a:pt x="44737" y="3547"/>
                </a:cubicBezTo>
                <a:lnTo>
                  <a:pt x="54690" y="3547"/>
                </a:lnTo>
                <a:lnTo>
                  <a:pt x="54690" y="16456"/>
                </a:lnTo>
                <a:lnTo>
                  <a:pt x="45821" y="16456"/>
                </a:lnTo>
                <a:cubicBezTo>
                  <a:pt x="39974" y="16456"/>
                  <a:pt x="36279" y="17837"/>
                  <a:pt x="34735" y="20598"/>
                </a:cubicBezTo>
                <a:cubicBezTo>
                  <a:pt x="33192" y="23359"/>
                  <a:pt x="32420" y="27356"/>
                  <a:pt x="32420" y="32589"/>
                </a:cubicBezTo>
                <a:lnTo>
                  <a:pt x="32420" y="37248"/>
                </a:lnTo>
                <a:lnTo>
                  <a:pt x="54788" y="37248"/>
                </a:lnTo>
                <a:lnTo>
                  <a:pt x="54788" y="50551"/>
                </a:lnTo>
                <a:lnTo>
                  <a:pt x="32420" y="50551"/>
                </a:lnTo>
                <a:lnTo>
                  <a:pt x="32420" y="136183"/>
                </a:lnTo>
                <a:lnTo>
                  <a:pt x="16062" y="136183"/>
                </a:lnTo>
                <a:close/>
                <a:moveTo>
                  <a:pt x="106125" y="137956"/>
                </a:moveTo>
                <a:cubicBezTo>
                  <a:pt x="95023" y="137956"/>
                  <a:pt x="87009" y="134766"/>
                  <a:pt x="82082" y="128386"/>
                </a:cubicBezTo>
                <a:cubicBezTo>
                  <a:pt x="77155" y="122003"/>
                  <a:pt x="74691" y="113211"/>
                  <a:pt x="74691" y="102011"/>
                </a:cubicBezTo>
                <a:lnTo>
                  <a:pt x="74691" y="37248"/>
                </a:lnTo>
                <a:lnTo>
                  <a:pt x="91246" y="37248"/>
                </a:lnTo>
                <a:lnTo>
                  <a:pt x="91246" y="100024"/>
                </a:lnTo>
                <a:cubicBezTo>
                  <a:pt x="91246" y="104531"/>
                  <a:pt x="91738" y="108558"/>
                  <a:pt x="92724" y="112108"/>
                </a:cubicBezTo>
                <a:cubicBezTo>
                  <a:pt x="93709" y="115657"/>
                  <a:pt x="95582" y="118423"/>
                  <a:pt x="98341" y="120404"/>
                </a:cubicBezTo>
                <a:cubicBezTo>
                  <a:pt x="101100" y="122383"/>
                  <a:pt x="105074" y="123372"/>
                  <a:pt x="110264" y="123372"/>
                </a:cubicBezTo>
                <a:cubicBezTo>
                  <a:pt x="117490" y="123372"/>
                  <a:pt x="123534" y="121819"/>
                  <a:pt x="128395" y="118713"/>
                </a:cubicBezTo>
                <a:cubicBezTo>
                  <a:pt x="133257" y="115607"/>
                  <a:pt x="137166" y="112005"/>
                  <a:pt x="140122" y="107908"/>
                </a:cubicBezTo>
                <a:lnTo>
                  <a:pt x="140122" y="37248"/>
                </a:lnTo>
                <a:lnTo>
                  <a:pt x="156676" y="37248"/>
                </a:lnTo>
                <a:lnTo>
                  <a:pt x="156676" y="136183"/>
                </a:lnTo>
                <a:lnTo>
                  <a:pt x="140812" y="136183"/>
                </a:lnTo>
                <a:lnTo>
                  <a:pt x="140319" y="121697"/>
                </a:lnTo>
                <a:cubicBezTo>
                  <a:pt x="137231" y="125507"/>
                  <a:pt x="132879" y="129170"/>
                  <a:pt x="127262" y="132684"/>
                </a:cubicBezTo>
                <a:cubicBezTo>
                  <a:pt x="121645" y="136199"/>
                  <a:pt x="114600" y="137956"/>
                  <a:pt x="106125" y="137956"/>
                </a:cubicBezTo>
                <a:close/>
                <a:moveTo>
                  <a:pt x="189296" y="136183"/>
                </a:moveTo>
                <a:lnTo>
                  <a:pt x="189296" y="37248"/>
                </a:lnTo>
                <a:lnTo>
                  <a:pt x="205062" y="37248"/>
                </a:lnTo>
                <a:lnTo>
                  <a:pt x="205653" y="51734"/>
                </a:lnTo>
                <a:cubicBezTo>
                  <a:pt x="208610" y="47858"/>
                  <a:pt x="212847" y="44195"/>
                  <a:pt x="218365" y="40746"/>
                </a:cubicBezTo>
                <a:cubicBezTo>
                  <a:pt x="223883" y="37297"/>
                  <a:pt x="230945" y="35573"/>
                  <a:pt x="239551" y="35573"/>
                </a:cubicBezTo>
                <a:cubicBezTo>
                  <a:pt x="250062" y="35573"/>
                  <a:pt x="257716" y="38781"/>
                  <a:pt x="262511" y="45196"/>
                </a:cubicBezTo>
                <a:cubicBezTo>
                  <a:pt x="267307" y="51611"/>
                  <a:pt x="269705" y="60624"/>
                  <a:pt x="269705" y="72233"/>
                </a:cubicBezTo>
                <a:lnTo>
                  <a:pt x="269705" y="136183"/>
                </a:lnTo>
                <a:lnTo>
                  <a:pt x="253248" y="136183"/>
                </a:lnTo>
                <a:lnTo>
                  <a:pt x="253248" y="74349"/>
                </a:lnTo>
                <a:cubicBezTo>
                  <a:pt x="253248" y="69502"/>
                  <a:pt x="252756" y="65202"/>
                  <a:pt x="251770" y="61449"/>
                </a:cubicBezTo>
                <a:cubicBezTo>
                  <a:pt x="250785" y="57694"/>
                  <a:pt x="249028" y="54742"/>
                  <a:pt x="246498" y="52593"/>
                </a:cubicBezTo>
                <a:cubicBezTo>
                  <a:pt x="243969" y="50443"/>
                  <a:pt x="240307" y="49369"/>
                  <a:pt x="235511" y="49369"/>
                </a:cubicBezTo>
                <a:cubicBezTo>
                  <a:pt x="228351" y="49369"/>
                  <a:pt x="222340" y="51058"/>
                  <a:pt x="217478" y="54437"/>
                </a:cubicBezTo>
                <a:cubicBezTo>
                  <a:pt x="212617" y="57814"/>
                  <a:pt x="208708" y="61517"/>
                  <a:pt x="205752" y="65545"/>
                </a:cubicBezTo>
                <a:lnTo>
                  <a:pt x="205752" y="136183"/>
                </a:lnTo>
                <a:lnTo>
                  <a:pt x="189296" y="136183"/>
                </a:lnTo>
                <a:close/>
                <a:moveTo>
                  <a:pt x="335681" y="137956"/>
                </a:moveTo>
                <a:cubicBezTo>
                  <a:pt x="327009" y="137956"/>
                  <a:pt x="319323" y="136078"/>
                  <a:pt x="312622" y="132321"/>
                </a:cubicBezTo>
                <a:cubicBezTo>
                  <a:pt x="305922" y="128562"/>
                  <a:pt x="300683" y="122907"/>
                  <a:pt x="296905" y="115357"/>
                </a:cubicBezTo>
                <a:cubicBezTo>
                  <a:pt x="293128" y="107806"/>
                  <a:pt x="291239" y="98343"/>
                  <a:pt x="291239" y="86968"/>
                </a:cubicBezTo>
                <a:cubicBezTo>
                  <a:pt x="291239" y="75593"/>
                  <a:pt x="293095" y="66096"/>
                  <a:pt x="296807" y="58477"/>
                </a:cubicBezTo>
                <a:cubicBezTo>
                  <a:pt x="300518" y="50859"/>
                  <a:pt x="305708" y="45138"/>
                  <a:pt x="312376" y="41313"/>
                </a:cubicBezTo>
                <a:cubicBezTo>
                  <a:pt x="319044" y="37486"/>
                  <a:pt x="326812" y="35573"/>
                  <a:pt x="335681" y="35573"/>
                </a:cubicBezTo>
                <a:cubicBezTo>
                  <a:pt x="343104" y="35573"/>
                  <a:pt x="349788" y="36824"/>
                  <a:pt x="355734" y="39327"/>
                </a:cubicBezTo>
                <a:cubicBezTo>
                  <a:pt x="361679" y="41829"/>
                  <a:pt x="366425" y="45601"/>
                  <a:pt x="369973" y="50640"/>
                </a:cubicBezTo>
                <a:cubicBezTo>
                  <a:pt x="373520" y="55680"/>
                  <a:pt x="375393" y="62056"/>
                  <a:pt x="375590" y="69766"/>
                </a:cubicBezTo>
                <a:lnTo>
                  <a:pt x="359330" y="69766"/>
                </a:lnTo>
                <a:cubicBezTo>
                  <a:pt x="358936" y="63285"/>
                  <a:pt x="356703" y="58184"/>
                  <a:pt x="352630" y="54462"/>
                </a:cubicBezTo>
                <a:cubicBezTo>
                  <a:pt x="348557" y="50738"/>
                  <a:pt x="343006" y="48876"/>
                  <a:pt x="335976" y="48876"/>
                </a:cubicBezTo>
                <a:cubicBezTo>
                  <a:pt x="326648" y="48876"/>
                  <a:pt x="319684" y="52213"/>
                  <a:pt x="315086" y="58887"/>
                </a:cubicBezTo>
                <a:cubicBezTo>
                  <a:pt x="310487" y="65561"/>
                  <a:pt x="308188" y="74922"/>
                  <a:pt x="308188" y="86971"/>
                </a:cubicBezTo>
                <a:cubicBezTo>
                  <a:pt x="308188" y="94979"/>
                  <a:pt x="309206" y="101774"/>
                  <a:pt x="311243" y="107353"/>
                </a:cubicBezTo>
                <a:cubicBezTo>
                  <a:pt x="313279" y="112931"/>
                  <a:pt x="316367" y="117209"/>
                  <a:pt x="320506" y="120188"/>
                </a:cubicBezTo>
                <a:cubicBezTo>
                  <a:pt x="324644" y="123165"/>
                  <a:pt x="329801" y="124653"/>
                  <a:pt x="335976" y="124653"/>
                </a:cubicBezTo>
                <a:cubicBezTo>
                  <a:pt x="343006" y="124653"/>
                  <a:pt x="348721" y="122739"/>
                  <a:pt x="353122" y="118910"/>
                </a:cubicBezTo>
                <a:cubicBezTo>
                  <a:pt x="357524" y="115080"/>
                  <a:pt x="359823" y="109472"/>
                  <a:pt x="360020" y="102088"/>
                </a:cubicBezTo>
                <a:lnTo>
                  <a:pt x="376279" y="102088"/>
                </a:lnTo>
                <a:cubicBezTo>
                  <a:pt x="376082" y="110082"/>
                  <a:pt x="374194" y="116737"/>
                  <a:pt x="370613" y="122054"/>
                </a:cubicBezTo>
                <a:cubicBezTo>
                  <a:pt x="367033" y="127371"/>
                  <a:pt x="362205" y="131351"/>
                  <a:pt x="356128" y="133993"/>
                </a:cubicBezTo>
                <a:cubicBezTo>
                  <a:pt x="350051" y="136635"/>
                  <a:pt x="343236" y="137956"/>
                  <a:pt x="335681" y="137956"/>
                </a:cubicBezTo>
                <a:close/>
                <a:moveTo>
                  <a:pt x="435846" y="136183"/>
                </a:moveTo>
                <a:cubicBezTo>
                  <a:pt x="428094" y="136183"/>
                  <a:pt x="422148" y="134907"/>
                  <a:pt x="418010" y="132355"/>
                </a:cubicBezTo>
                <a:cubicBezTo>
                  <a:pt x="413871" y="129803"/>
                  <a:pt x="411030" y="126129"/>
                  <a:pt x="409486" y="121334"/>
                </a:cubicBezTo>
                <a:cubicBezTo>
                  <a:pt x="407942" y="116536"/>
                  <a:pt x="407170" y="110769"/>
                  <a:pt x="407170" y="104034"/>
                </a:cubicBezTo>
                <a:lnTo>
                  <a:pt x="407170" y="50551"/>
                </a:lnTo>
                <a:lnTo>
                  <a:pt x="391108" y="50551"/>
                </a:lnTo>
                <a:lnTo>
                  <a:pt x="391108" y="37248"/>
                </a:lnTo>
                <a:lnTo>
                  <a:pt x="407170" y="37248"/>
                </a:lnTo>
                <a:lnTo>
                  <a:pt x="407170" y="15274"/>
                </a:lnTo>
                <a:lnTo>
                  <a:pt x="423528" y="15274"/>
                </a:lnTo>
                <a:lnTo>
                  <a:pt x="423528" y="37248"/>
                </a:lnTo>
                <a:lnTo>
                  <a:pt x="447178" y="37248"/>
                </a:lnTo>
                <a:lnTo>
                  <a:pt x="447178" y="50551"/>
                </a:lnTo>
                <a:lnTo>
                  <a:pt x="423528" y="50551"/>
                </a:lnTo>
                <a:lnTo>
                  <a:pt x="423528" y="103566"/>
                </a:lnTo>
                <a:cubicBezTo>
                  <a:pt x="423528" y="109798"/>
                  <a:pt x="424300" y="114576"/>
                  <a:pt x="425844" y="117897"/>
                </a:cubicBezTo>
                <a:cubicBezTo>
                  <a:pt x="427388" y="121219"/>
                  <a:pt x="431083" y="122880"/>
                  <a:pt x="436930" y="122880"/>
                </a:cubicBezTo>
                <a:lnTo>
                  <a:pt x="447375" y="122880"/>
                </a:lnTo>
                <a:lnTo>
                  <a:pt x="447375" y="136183"/>
                </a:lnTo>
                <a:lnTo>
                  <a:pt x="435846" y="136183"/>
                </a:lnTo>
                <a:close/>
                <a:moveTo>
                  <a:pt x="466785" y="136183"/>
                </a:moveTo>
                <a:lnTo>
                  <a:pt x="466785" y="37248"/>
                </a:lnTo>
                <a:lnTo>
                  <a:pt x="483241" y="37248"/>
                </a:lnTo>
                <a:lnTo>
                  <a:pt x="483241" y="136183"/>
                </a:lnTo>
                <a:lnTo>
                  <a:pt x="466785" y="136183"/>
                </a:lnTo>
                <a:moveTo>
                  <a:pt x="474964" y="19117"/>
                </a:moveTo>
                <a:cubicBezTo>
                  <a:pt x="471876" y="19117"/>
                  <a:pt x="469396" y="18214"/>
                  <a:pt x="467524" y="16407"/>
                </a:cubicBezTo>
                <a:cubicBezTo>
                  <a:pt x="465652" y="14600"/>
                  <a:pt x="464716" y="12318"/>
                  <a:pt x="464716" y="9558"/>
                </a:cubicBezTo>
                <a:cubicBezTo>
                  <a:pt x="464716" y="6799"/>
                  <a:pt x="465652" y="4516"/>
                  <a:pt x="467524" y="2710"/>
                </a:cubicBezTo>
                <a:cubicBezTo>
                  <a:pt x="469396" y="903"/>
                  <a:pt x="471876" y="0"/>
                  <a:pt x="474964" y="0"/>
                </a:cubicBezTo>
                <a:cubicBezTo>
                  <a:pt x="478051" y="0"/>
                  <a:pt x="480548" y="903"/>
                  <a:pt x="482453" y="2710"/>
                </a:cubicBezTo>
                <a:cubicBezTo>
                  <a:pt x="484358" y="4516"/>
                  <a:pt x="485311" y="6799"/>
                  <a:pt x="485311" y="9558"/>
                </a:cubicBezTo>
                <a:cubicBezTo>
                  <a:pt x="485311" y="12318"/>
                  <a:pt x="484358" y="14600"/>
                  <a:pt x="482453" y="16407"/>
                </a:cubicBezTo>
                <a:cubicBezTo>
                  <a:pt x="480548" y="18214"/>
                  <a:pt x="478051" y="19117"/>
                  <a:pt x="474964" y="19117"/>
                </a:cubicBezTo>
                <a:close/>
                <a:moveTo>
                  <a:pt x="556353" y="137956"/>
                </a:moveTo>
                <a:cubicBezTo>
                  <a:pt x="546959" y="137956"/>
                  <a:pt x="538912" y="135911"/>
                  <a:pt x="532211" y="131819"/>
                </a:cubicBezTo>
                <a:cubicBezTo>
                  <a:pt x="525510" y="127726"/>
                  <a:pt x="520403" y="121874"/>
                  <a:pt x="516888" y="114264"/>
                </a:cubicBezTo>
                <a:cubicBezTo>
                  <a:pt x="513373" y="106653"/>
                  <a:pt x="511616" y="97605"/>
                  <a:pt x="511616" y="87119"/>
                </a:cubicBezTo>
                <a:cubicBezTo>
                  <a:pt x="511616" y="76364"/>
                  <a:pt x="513373" y="67147"/>
                  <a:pt x="516888" y="59469"/>
                </a:cubicBezTo>
                <a:cubicBezTo>
                  <a:pt x="520403" y="51791"/>
                  <a:pt x="525510" y="45889"/>
                  <a:pt x="532211" y="41763"/>
                </a:cubicBezTo>
                <a:cubicBezTo>
                  <a:pt x="538912" y="37636"/>
                  <a:pt x="546959" y="35573"/>
                  <a:pt x="556353" y="35573"/>
                </a:cubicBezTo>
                <a:cubicBezTo>
                  <a:pt x="565945" y="35573"/>
                  <a:pt x="574140" y="37636"/>
                  <a:pt x="580939" y="41763"/>
                </a:cubicBezTo>
                <a:cubicBezTo>
                  <a:pt x="587738" y="45889"/>
                  <a:pt x="592961" y="51791"/>
                  <a:pt x="596607" y="59469"/>
                </a:cubicBezTo>
                <a:cubicBezTo>
                  <a:pt x="600253" y="67147"/>
                  <a:pt x="602076" y="76364"/>
                  <a:pt x="602076" y="87119"/>
                </a:cubicBezTo>
                <a:cubicBezTo>
                  <a:pt x="602076" y="97605"/>
                  <a:pt x="600253" y="106653"/>
                  <a:pt x="596607" y="114264"/>
                </a:cubicBezTo>
                <a:cubicBezTo>
                  <a:pt x="592961" y="121874"/>
                  <a:pt x="587738" y="127726"/>
                  <a:pt x="580939" y="131819"/>
                </a:cubicBezTo>
                <a:cubicBezTo>
                  <a:pt x="574140" y="135911"/>
                  <a:pt x="565945" y="137956"/>
                  <a:pt x="556353" y="137956"/>
                </a:cubicBezTo>
                <a:moveTo>
                  <a:pt x="556353" y="124850"/>
                </a:moveTo>
                <a:cubicBezTo>
                  <a:pt x="563448" y="124850"/>
                  <a:pt x="569098" y="123228"/>
                  <a:pt x="573302" y="119982"/>
                </a:cubicBezTo>
                <a:cubicBezTo>
                  <a:pt x="577507" y="116734"/>
                  <a:pt x="580529" y="112257"/>
                  <a:pt x="582368" y="106550"/>
                </a:cubicBezTo>
                <a:cubicBezTo>
                  <a:pt x="584207" y="100843"/>
                  <a:pt x="585127" y="94368"/>
                  <a:pt x="585127" y="87125"/>
                </a:cubicBezTo>
                <a:cubicBezTo>
                  <a:pt x="585127" y="79743"/>
                  <a:pt x="584207" y="73147"/>
                  <a:pt x="582368" y="67337"/>
                </a:cubicBezTo>
                <a:cubicBezTo>
                  <a:pt x="580529" y="61527"/>
                  <a:pt x="577507" y="56965"/>
                  <a:pt x="573302" y="53652"/>
                </a:cubicBezTo>
                <a:cubicBezTo>
                  <a:pt x="569098" y="50337"/>
                  <a:pt x="563448" y="48679"/>
                  <a:pt x="556353" y="48679"/>
                </a:cubicBezTo>
                <a:cubicBezTo>
                  <a:pt x="549456" y="48679"/>
                  <a:pt x="543987" y="50337"/>
                  <a:pt x="539946" y="53652"/>
                </a:cubicBezTo>
                <a:cubicBezTo>
                  <a:pt x="535906" y="56965"/>
                  <a:pt x="532999" y="61527"/>
                  <a:pt x="531226" y="67337"/>
                </a:cubicBezTo>
                <a:cubicBezTo>
                  <a:pt x="529452" y="73147"/>
                  <a:pt x="528565" y="79743"/>
                  <a:pt x="528565" y="87125"/>
                </a:cubicBezTo>
                <a:cubicBezTo>
                  <a:pt x="528565" y="94368"/>
                  <a:pt x="529452" y="100843"/>
                  <a:pt x="531226" y="106550"/>
                </a:cubicBezTo>
                <a:cubicBezTo>
                  <a:pt x="532999" y="112257"/>
                  <a:pt x="535906" y="116734"/>
                  <a:pt x="539946" y="119982"/>
                </a:cubicBezTo>
                <a:cubicBezTo>
                  <a:pt x="543987" y="123228"/>
                  <a:pt x="549456" y="124850"/>
                  <a:pt x="556353" y="124850"/>
                </a:cubicBezTo>
                <a:close/>
                <a:moveTo>
                  <a:pt x="630655" y="136183"/>
                </a:moveTo>
                <a:lnTo>
                  <a:pt x="630655" y="37248"/>
                </a:lnTo>
                <a:lnTo>
                  <a:pt x="646421" y="37248"/>
                </a:lnTo>
                <a:lnTo>
                  <a:pt x="647013" y="51734"/>
                </a:lnTo>
                <a:cubicBezTo>
                  <a:pt x="649969" y="47858"/>
                  <a:pt x="654206" y="44195"/>
                  <a:pt x="659724" y="40746"/>
                </a:cubicBezTo>
                <a:cubicBezTo>
                  <a:pt x="665243" y="37297"/>
                  <a:pt x="672305" y="35573"/>
                  <a:pt x="680910" y="35573"/>
                </a:cubicBezTo>
                <a:cubicBezTo>
                  <a:pt x="691421" y="35573"/>
                  <a:pt x="699075" y="38781"/>
                  <a:pt x="703870" y="45196"/>
                </a:cubicBezTo>
                <a:cubicBezTo>
                  <a:pt x="708666" y="51611"/>
                  <a:pt x="711064" y="60624"/>
                  <a:pt x="711064" y="72233"/>
                </a:cubicBezTo>
                <a:lnTo>
                  <a:pt x="711064" y="136183"/>
                </a:lnTo>
                <a:lnTo>
                  <a:pt x="694608" y="136183"/>
                </a:lnTo>
                <a:lnTo>
                  <a:pt x="694608" y="74349"/>
                </a:lnTo>
                <a:cubicBezTo>
                  <a:pt x="694608" y="69502"/>
                  <a:pt x="694115" y="65202"/>
                  <a:pt x="693129" y="61449"/>
                </a:cubicBezTo>
                <a:cubicBezTo>
                  <a:pt x="692144" y="57694"/>
                  <a:pt x="690387" y="54742"/>
                  <a:pt x="687858" y="52593"/>
                </a:cubicBezTo>
                <a:cubicBezTo>
                  <a:pt x="685328" y="50443"/>
                  <a:pt x="681666" y="49369"/>
                  <a:pt x="676870" y="49369"/>
                </a:cubicBezTo>
                <a:cubicBezTo>
                  <a:pt x="669710" y="49369"/>
                  <a:pt x="663699" y="51058"/>
                  <a:pt x="658837" y="54437"/>
                </a:cubicBezTo>
                <a:cubicBezTo>
                  <a:pt x="653976" y="57814"/>
                  <a:pt x="650067" y="61517"/>
                  <a:pt x="647111" y="65545"/>
                </a:cubicBezTo>
                <a:lnTo>
                  <a:pt x="647111" y="136183"/>
                </a:lnTo>
                <a:lnTo>
                  <a:pt x="630655" y="13618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" name="Text intersect(quadTree1">
            <a:extLst xmlns:a="http://schemas.openxmlformats.org/drawingml/2006/main">
              <a:ext uri="{FF2B5EF4-FFF2-40B4-BE49-F238E27FC236}">
                <a16:creationId xmlns:a16="http://schemas.microsoft.com/office/drawing/2014/main" id="{E4F74600-3E8F-49BE-B04A-297E5CDD7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509" y="6166308"/>
            <a:ext cx="1697334" cy="171639"/>
          </a:xfrm>
          <a:custGeom xmlns:a="http://schemas.openxmlformats.org/drawingml/2006/main">
            <a:pathLst>
              <a:path w="1697334" h="171639">
                <a:moveTo>
                  <a:pt x="2071" y="136324"/>
                </a:moveTo>
                <a:lnTo>
                  <a:pt x="2071" y="37287"/>
                </a:lnTo>
                <a:lnTo>
                  <a:pt x="18545" y="37287"/>
                </a:lnTo>
                <a:lnTo>
                  <a:pt x="18545" y="136324"/>
                </a:lnTo>
                <a:lnTo>
                  <a:pt x="2071" y="136324"/>
                </a:lnTo>
                <a:moveTo>
                  <a:pt x="10259" y="19137"/>
                </a:moveTo>
                <a:cubicBezTo>
                  <a:pt x="7168" y="19137"/>
                  <a:pt x="4686" y="18232"/>
                  <a:pt x="2811" y="16424"/>
                </a:cubicBezTo>
                <a:cubicBezTo>
                  <a:pt x="937" y="14616"/>
                  <a:pt x="0" y="12330"/>
                  <a:pt x="0" y="9568"/>
                </a:cubicBezTo>
                <a:cubicBezTo>
                  <a:pt x="0" y="6806"/>
                  <a:pt x="937" y="4521"/>
                  <a:pt x="2811" y="2713"/>
                </a:cubicBezTo>
                <a:cubicBezTo>
                  <a:pt x="4686" y="904"/>
                  <a:pt x="7168" y="0"/>
                  <a:pt x="10259" y="0"/>
                </a:cubicBezTo>
                <a:cubicBezTo>
                  <a:pt x="13350" y="0"/>
                  <a:pt x="15849" y="904"/>
                  <a:pt x="17756" y="2713"/>
                </a:cubicBezTo>
                <a:cubicBezTo>
                  <a:pt x="19663" y="4521"/>
                  <a:pt x="20616" y="6806"/>
                  <a:pt x="20616" y="9568"/>
                </a:cubicBezTo>
                <a:cubicBezTo>
                  <a:pt x="20616" y="12330"/>
                  <a:pt x="19663" y="14616"/>
                  <a:pt x="17756" y="16424"/>
                </a:cubicBezTo>
                <a:cubicBezTo>
                  <a:pt x="15849" y="18232"/>
                  <a:pt x="13350" y="19137"/>
                  <a:pt x="10259" y="19137"/>
                </a:cubicBezTo>
                <a:close/>
                <a:moveTo>
                  <a:pt x="52375" y="136324"/>
                </a:moveTo>
                <a:lnTo>
                  <a:pt x="52375" y="37287"/>
                </a:lnTo>
                <a:lnTo>
                  <a:pt x="68158" y="37287"/>
                </a:lnTo>
                <a:lnTo>
                  <a:pt x="68749" y="51788"/>
                </a:lnTo>
                <a:cubicBezTo>
                  <a:pt x="71709" y="47908"/>
                  <a:pt x="75950" y="44241"/>
                  <a:pt x="81474" y="40789"/>
                </a:cubicBezTo>
                <a:cubicBezTo>
                  <a:pt x="86998" y="37336"/>
                  <a:pt x="94068" y="35610"/>
                  <a:pt x="102683" y="35610"/>
                </a:cubicBezTo>
                <a:cubicBezTo>
                  <a:pt x="113204" y="35610"/>
                  <a:pt x="120866" y="38821"/>
                  <a:pt x="125666" y="45243"/>
                </a:cubicBezTo>
                <a:cubicBezTo>
                  <a:pt x="130467" y="51665"/>
                  <a:pt x="132867" y="60687"/>
                  <a:pt x="132867" y="72308"/>
                </a:cubicBezTo>
                <a:lnTo>
                  <a:pt x="132867" y="136324"/>
                </a:lnTo>
                <a:lnTo>
                  <a:pt x="116394" y="136324"/>
                </a:lnTo>
                <a:lnTo>
                  <a:pt x="116394" y="74426"/>
                </a:lnTo>
                <a:cubicBezTo>
                  <a:pt x="116394" y="69574"/>
                  <a:pt x="115901" y="65270"/>
                  <a:pt x="114914" y="61513"/>
                </a:cubicBezTo>
                <a:cubicBezTo>
                  <a:pt x="113928" y="57754"/>
                  <a:pt x="112169" y="54799"/>
                  <a:pt x="109637" y="52648"/>
                </a:cubicBezTo>
                <a:cubicBezTo>
                  <a:pt x="107105" y="50496"/>
                  <a:pt x="103439" y="49420"/>
                  <a:pt x="98638" y="49420"/>
                </a:cubicBezTo>
                <a:cubicBezTo>
                  <a:pt x="91470" y="49420"/>
                  <a:pt x="85453" y="51111"/>
                  <a:pt x="80587" y="54494"/>
                </a:cubicBezTo>
                <a:cubicBezTo>
                  <a:pt x="75720" y="57875"/>
                  <a:pt x="71807" y="61581"/>
                  <a:pt x="68848" y="65613"/>
                </a:cubicBezTo>
                <a:lnTo>
                  <a:pt x="68848" y="136324"/>
                </a:lnTo>
                <a:lnTo>
                  <a:pt x="52375" y="136324"/>
                </a:lnTo>
                <a:close/>
                <a:moveTo>
                  <a:pt x="191909" y="136324"/>
                </a:moveTo>
                <a:cubicBezTo>
                  <a:pt x="184149" y="136324"/>
                  <a:pt x="178197" y="135047"/>
                  <a:pt x="174054" y="132493"/>
                </a:cubicBezTo>
                <a:cubicBezTo>
                  <a:pt x="169911" y="129938"/>
                  <a:pt x="167067" y="126261"/>
                  <a:pt x="165522" y="121460"/>
                </a:cubicBezTo>
                <a:cubicBezTo>
                  <a:pt x="163976" y="116658"/>
                  <a:pt x="163204" y="110885"/>
                  <a:pt x="163204" y="104142"/>
                </a:cubicBezTo>
                <a:lnTo>
                  <a:pt x="163204" y="50604"/>
                </a:lnTo>
                <a:lnTo>
                  <a:pt x="147125" y="50604"/>
                </a:lnTo>
                <a:lnTo>
                  <a:pt x="147125" y="37287"/>
                </a:lnTo>
                <a:lnTo>
                  <a:pt x="163204" y="37287"/>
                </a:lnTo>
                <a:lnTo>
                  <a:pt x="163204" y="15290"/>
                </a:lnTo>
                <a:lnTo>
                  <a:pt x="179578" y="15290"/>
                </a:lnTo>
                <a:lnTo>
                  <a:pt x="179578" y="37287"/>
                </a:lnTo>
                <a:lnTo>
                  <a:pt x="203253" y="37287"/>
                </a:lnTo>
                <a:lnTo>
                  <a:pt x="203253" y="50604"/>
                </a:lnTo>
                <a:lnTo>
                  <a:pt x="179578" y="50604"/>
                </a:lnTo>
                <a:lnTo>
                  <a:pt x="179578" y="103674"/>
                </a:lnTo>
                <a:cubicBezTo>
                  <a:pt x="179578" y="109913"/>
                  <a:pt x="180351" y="114695"/>
                  <a:pt x="181896" y="118020"/>
                </a:cubicBezTo>
                <a:cubicBezTo>
                  <a:pt x="183442" y="121345"/>
                  <a:pt x="187141" y="123008"/>
                  <a:pt x="192994" y="123008"/>
                </a:cubicBezTo>
                <a:lnTo>
                  <a:pt x="203450" y="123008"/>
                </a:lnTo>
                <a:lnTo>
                  <a:pt x="203450" y="136324"/>
                </a:lnTo>
                <a:lnTo>
                  <a:pt x="191909" y="136324"/>
                </a:lnTo>
                <a:close/>
                <a:moveTo>
                  <a:pt x="268891" y="138100"/>
                </a:moveTo>
                <a:cubicBezTo>
                  <a:pt x="258435" y="138100"/>
                  <a:pt x="249869" y="135849"/>
                  <a:pt x="243195" y="131346"/>
                </a:cubicBezTo>
                <a:cubicBezTo>
                  <a:pt x="236520" y="126841"/>
                  <a:pt x="231571" y="120713"/>
                  <a:pt x="228349" y="112961"/>
                </a:cubicBezTo>
                <a:cubicBezTo>
                  <a:pt x="225127" y="105208"/>
                  <a:pt x="223515" y="96489"/>
                  <a:pt x="223515" y="86806"/>
                </a:cubicBezTo>
                <a:cubicBezTo>
                  <a:pt x="223515" y="76715"/>
                  <a:pt x="225077" y="67827"/>
                  <a:pt x="228201" y="60141"/>
                </a:cubicBezTo>
                <a:cubicBezTo>
                  <a:pt x="231325" y="52455"/>
                  <a:pt x="236092" y="46445"/>
                  <a:pt x="242504" y="42111"/>
                </a:cubicBezTo>
                <a:cubicBezTo>
                  <a:pt x="248916" y="37777"/>
                  <a:pt x="257054" y="35610"/>
                  <a:pt x="266918" y="35610"/>
                </a:cubicBezTo>
                <a:cubicBezTo>
                  <a:pt x="280005" y="35610"/>
                  <a:pt x="290264" y="39668"/>
                  <a:pt x="297695" y="47783"/>
                </a:cubicBezTo>
                <a:cubicBezTo>
                  <a:pt x="305126" y="55897"/>
                  <a:pt x="308841" y="67561"/>
                  <a:pt x="308841" y="82777"/>
                </a:cubicBezTo>
                <a:cubicBezTo>
                  <a:pt x="308841" y="83792"/>
                  <a:pt x="308809" y="84993"/>
                  <a:pt x="308743" y="86380"/>
                </a:cubicBezTo>
                <a:cubicBezTo>
                  <a:pt x="308677" y="87765"/>
                  <a:pt x="308578" y="88762"/>
                  <a:pt x="308447" y="89370"/>
                </a:cubicBezTo>
                <a:lnTo>
                  <a:pt x="239989" y="89370"/>
                </a:lnTo>
                <a:cubicBezTo>
                  <a:pt x="240054" y="95885"/>
                  <a:pt x="241057" y="101868"/>
                  <a:pt x="242997" y="107320"/>
                </a:cubicBezTo>
                <a:cubicBezTo>
                  <a:pt x="244937" y="112772"/>
                  <a:pt x="248012" y="117145"/>
                  <a:pt x="252220" y="120437"/>
                </a:cubicBezTo>
                <a:cubicBezTo>
                  <a:pt x="256429" y="123729"/>
                  <a:pt x="261986" y="125375"/>
                  <a:pt x="268891" y="125375"/>
                </a:cubicBezTo>
                <a:cubicBezTo>
                  <a:pt x="276256" y="125375"/>
                  <a:pt x="282011" y="123560"/>
                  <a:pt x="286154" y="119931"/>
                </a:cubicBezTo>
                <a:cubicBezTo>
                  <a:pt x="290297" y="116302"/>
                  <a:pt x="292467" y="111066"/>
                  <a:pt x="292664" y="104222"/>
                </a:cubicBezTo>
                <a:lnTo>
                  <a:pt x="308940" y="104222"/>
                </a:lnTo>
                <a:cubicBezTo>
                  <a:pt x="308743" y="111208"/>
                  <a:pt x="307000" y="117227"/>
                  <a:pt x="303712" y="122280"/>
                </a:cubicBezTo>
                <a:cubicBezTo>
                  <a:pt x="300424" y="127334"/>
                  <a:pt x="295821" y="131234"/>
                  <a:pt x="289902" y="133982"/>
                </a:cubicBezTo>
                <a:cubicBezTo>
                  <a:pt x="283983" y="136727"/>
                  <a:pt x="276980" y="138100"/>
                  <a:pt x="268891" y="138100"/>
                </a:cubicBezTo>
                <a:moveTo>
                  <a:pt x="240087" y="77336"/>
                </a:moveTo>
                <a:lnTo>
                  <a:pt x="292565" y="77336"/>
                </a:lnTo>
                <a:cubicBezTo>
                  <a:pt x="292368" y="67914"/>
                  <a:pt x="290034" y="60709"/>
                  <a:pt x="285562" y="55721"/>
                </a:cubicBezTo>
                <a:cubicBezTo>
                  <a:pt x="281090" y="50731"/>
                  <a:pt x="274875" y="48236"/>
                  <a:pt x="266918" y="48236"/>
                </a:cubicBezTo>
                <a:cubicBezTo>
                  <a:pt x="258895" y="48236"/>
                  <a:pt x="252599" y="50714"/>
                  <a:pt x="248028" y="55668"/>
                </a:cubicBezTo>
                <a:cubicBezTo>
                  <a:pt x="243458" y="60621"/>
                  <a:pt x="240811" y="67844"/>
                  <a:pt x="240087" y="77336"/>
                </a:cubicBezTo>
                <a:close/>
                <a:moveTo>
                  <a:pt x="330153" y="136324"/>
                </a:moveTo>
                <a:lnTo>
                  <a:pt x="330153" y="37287"/>
                </a:lnTo>
                <a:lnTo>
                  <a:pt x="345640" y="37287"/>
                </a:lnTo>
                <a:lnTo>
                  <a:pt x="346232" y="53169"/>
                </a:lnTo>
                <a:cubicBezTo>
                  <a:pt x="348928" y="48171"/>
                  <a:pt x="352677" y="43995"/>
                  <a:pt x="357477" y="40641"/>
                </a:cubicBezTo>
                <a:cubicBezTo>
                  <a:pt x="362278" y="37287"/>
                  <a:pt x="368525" y="35610"/>
                  <a:pt x="376220" y="35610"/>
                </a:cubicBezTo>
                <a:lnTo>
                  <a:pt x="378192" y="35610"/>
                </a:lnTo>
                <a:lnTo>
                  <a:pt x="378192" y="50702"/>
                </a:lnTo>
                <a:lnTo>
                  <a:pt x="375924" y="50702"/>
                </a:lnTo>
                <a:cubicBezTo>
                  <a:pt x="371123" y="50702"/>
                  <a:pt x="366914" y="51354"/>
                  <a:pt x="363297" y="52657"/>
                </a:cubicBezTo>
                <a:cubicBezTo>
                  <a:pt x="359680" y="53958"/>
                  <a:pt x="356524" y="55756"/>
                  <a:pt x="353828" y="58051"/>
                </a:cubicBezTo>
                <a:cubicBezTo>
                  <a:pt x="351131" y="60347"/>
                  <a:pt x="348731" y="63002"/>
                  <a:pt x="346627" y="66017"/>
                </a:cubicBezTo>
                <a:lnTo>
                  <a:pt x="346627" y="136324"/>
                </a:lnTo>
                <a:lnTo>
                  <a:pt x="330153" y="136324"/>
                </a:lnTo>
                <a:close/>
                <a:moveTo>
                  <a:pt x="433276" y="138100"/>
                </a:moveTo>
                <a:cubicBezTo>
                  <a:pt x="427884" y="138100"/>
                  <a:pt x="422771" y="137491"/>
                  <a:pt x="417937" y="136272"/>
                </a:cubicBezTo>
                <a:cubicBezTo>
                  <a:pt x="413104" y="135053"/>
                  <a:pt x="408846" y="133124"/>
                  <a:pt x="405163" y="130483"/>
                </a:cubicBezTo>
                <a:cubicBezTo>
                  <a:pt x="401480" y="127842"/>
                  <a:pt x="398603" y="124372"/>
                  <a:pt x="396532" y="120073"/>
                </a:cubicBezTo>
                <a:cubicBezTo>
                  <a:pt x="394460" y="115772"/>
                  <a:pt x="393425" y="110574"/>
                  <a:pt x="393425" y="104478"/>
                </a:cubicBezTo>
                <a:lnTo>
                  <a:pt x="409306" y="104478"/>
                </a:lnTo>
                <a:cubicBezTo>
                  <a:pt x="409306" y="112331"/>
                  <a:pt x="411624" y="117859"/>
                  <a:pt x="416260" y="121063"/>
                </a:cubicBezTo>
                <a:cubicBezTo>
                  <a:pt x="420897" y="124266"/>
                  <a:pt x="426700" y="125868"/>
                  <a:pt x="433671" y="125868"/>
                </a:cubicBezTo>
                <a:cubicBezTo>
                  <a:pt x="439918" y="125868"/>
                  <a:pt x="445064" y="124604"/>
                  <a:pt x="449109" y="122077"/>
                </a:cubicBezTo>
                <a:cubicBezTo>
                  <a:pt x="453153" y="119549"/>
                  <a:pt x="455175" y="115376"/>
                  <a:pt x="455175" y="109558"/>
                </a:cubicBezTo>
                <a:cubicBezTo>
                  <a:pt x="455175" y="104682"/>
                  <a:pt x="453350" y="101059"/>
                  <a:pt x="449700" y="98689"/>
                </a:cubicBezTo>
                <a:cubicBezTo>
                  <a:pt x="446051" y="96318"/>
                  <a:pt x="439622" y="94015"/>
                  <a:pt x="430416" y="91781"/>
                </a:cubicBezTo>
                <a:cubicBezTo>
                  <a:pt x="422919" y="89952"/>
                  <a:pt x="416606" y="87836"/>
                  <a:pt x="411476" y="85434"/>
                </a:cubicBezTo>
                <a:cubicBezTo>
                  <a:pt x="406347" y="83030"/>
                  <a:pt x="402500" y="79982"/>
                  <a:pt x="399935" y="76291"/>
                </a:cubicBezTo>
                <a:cubicBezTo>
                  <a:pt x="397370" y="72600"/>
                  <a:pt x="396088" y="67944"/>
                  <a:pt x="396088" y="62324"/>
                </a:cubicBezTo>
                <a:cubicBezTo>
                  <a:pt x="396088" y="57922"/>
                  <a:pt x="396992" y="54045"/>
                  <a:pt x="398801" y="50693"/>
                </a:cubicBezTo>
                <a:cubicBezTo>
                  <a:pt x="400609" y="47341"/>
                  <a:pt x="403141" y="44549"/>
                  <a:pt x="406396" y="42315"/>
                </a:cubicBezTo>
                <a:cubicBezTo>
                  <a:pt x="409651" y="40079"/>
                  <a:pt x="413482" y="38403"/>
                  <a:pt x="417888" y="37287"/>
                </a:cubicBezTo>
                <a:cubicBezTo>
                  <a:pt x="422294" y="36169"/>
                  <a:pt x="427062" y="35610"/>
                  <a:pt x="432191" y="35610"/>
                </a:cubicBezTo>
                <a:cubicBezTo>
                  <a:pt x="437255" y="35610"/>
                  <a:pt x="442006" y="36219"/>
                  <a:pt x="446445" y="37438"/>
                </a:cubicBezTo>
                <a:cubicBezTo>
                  <a:pt x="450884" y="38657"/>
                  <a:pt x="454797" y="40554"/>
                  <a:pt x="458184" y="43129"/>
                </a:cubicBezTo>
                <a:cubicBezTo>
                  <a:pt x="461570" y="45701"/>
                  <a:pt x="464250" y="49019"/>
                  <a:pt x="466223" y="53082"/>
                </a:cubicBezTo>
                <a:cubicBezTo>
                  <a:pt x="468196" y="57145"/>
                  <a:pt x="469182" y="62021"/>
                  <a:pt x="469182" y="67709"/>
                </a:cubicBezTo>
                <a:lnTo>
                  <a:pt x="453202" y="67709"/>
                </a:lnTo>
                <a:cubicBezTo>
                  <a:pt x="453202" y="60531"/>
                  <a:pt x="451164" y="55458"/>
                  <a:pt x="447086" y="52490"/>
                </a:cubicBezTo>
                <a:cubicBezTo>
                  <a:pt x="443009" y="49523"/>
                  <a:pt x="438044" y="48039"/>
                  <a:pt x="432191" y="48039"/>
                </a:cubicBezTo>
                <a:cubicBezTo>
                  <a:pt x="426273" y="48039"/>
                  <a:pt x="421472" y="49153"/>
                  <a:pt x="417789" y="51381"/>
                </a:cubicBezTo>
                <a:cubicBezTo>
                  <a:pt x="414107" y="53606"/>
                  <a:pt x="412265" y="57084"/>
                  <a:pt x="412265" y="61815"/>
                </a:cubicBezTo>
                <a:cubicBezTo>
                  <a:pt x="412265" y="64456"/>
                  <a:pt x="413087" y="66691"/>
                  <a:pt x="414731" y="68520"/>
                </a:cubicBezTo>
                <a:cubicBezTo>
                  <a:pt x="416376" y="70349"/>
                  <a:pt x="419138" y="71992"/>
                  <a:pt x="423017" y="73449"/>
                </a:cubicBezTo>
                <a:cubicBezTo>
                  <a:pt x="426897" y="74904"/>
                  <a:pt x="432126" y="76444"/>
                  <a:pt x="438702" y="78070"/>
                </a:cubicBezTo>
                <a:cubicBezTo>
                  <a:pt x="445870" y="79831"/>
                  <a:pt x="451887" y="81930"/>
                  <a:pt x="456753" y="84367"/>
                </a:cubicBezTo>
                <a:cubicBezTo>
                  <a:pt x="461620" y="86805"/>
                  <a:pt x="465286" y="89937"/>
                  <a:pt x="467752" y="93763"/>
                </a:cubicBezTo>
                <a:cubicBezTo>
                  <a:pt x="470218" y="97588"/>
                  <a:pt x="471451" y="102480"/>
                  <a:pt x="471451" y="108439"/>
                </a:cubicBezTo>
                <a:cubicBezTo>
                  <a:pt x="471451" y="113585"/>
                  <a:pt x="470481" y="118037"/>
                  <a:pt x="468541" y="121796"/>
                </a:cubicBezTo>
                <a:cubicBezTo>
                  <a:pt x="466601" y="125555"/>
                  <a:pt x="463905" y="128636"/>
                  <a:pt x="460452" y="131041"/>
                </a:cubicBezTo>
                <a:cubicBezTo>
                  <a:pt x="457000" y="133445"/>
                  <a:pt x="452956" y="135223"/>
                  <a:pt x="448319" y="136374"/>
                </a:cubicBezTo>
                <a:cubicBezTo>
                  <a:pt x="443683" y="137525"/>
                  <a:pt x="438669" y="138100"/>
                  <a:pt x="433276" y="138100"/>
                </a:cubicBezTo>
                <a:close/>
                <a:moveTo>
                  <a:pt x="533942" y="138100"/>
                </a:moveTo>
                <a:cubicBezTo>
                  <a:pt x="523486" y="138100"/>
                  <a:pt x="514921" y="135849"/>
                  <a:pt x="508246" y="131346"/>
                </a:cubicBezTo>
                <a:cubicBezTo>
                  <a:pt x="501571" y="126841"/>
                  <a:pt x="496622" y="120713"/>
                  <a:pt x="493400" y="112961"/>
                </a:cubicBezTo>
                <a:cubicBezTo>
                  <a:pt x="490178" y="105208"/>
                  <a:pt x="488566" y="96489"/>
                  <a:pt x="488566" y="86806"/>
                </a:cubicBezTo>
                <a:cubicBezTo>
                  <a:pt x="488566" y="76715"/>
                  <a:pt x="490128" y="67827"/>
                  <a:pt x="493252" y="60141"/>
                </a:cubicBezTo>
                <a:cubicBezTo>
                  <a:pt x="496376" y="52455"/>
                  <a:pt x="501143" y="46445"/>
                  <a:pt x="507555" y="42111"/>
                </a:cubicBezTo>
                <a:cubicBezTo>
                  <a:pt x="513967" y="37777"/>
                  <a:pt x="522105" y="35610"/>
                  <a:pt x="531969" y="35610"/>
                </a:cubicBezTo>
                <a:cubicBezTo>
                  <a:pt x="545056" y="35610"/>
                  <a:pt x="555315" y="39668"/>
                  <a:pt x="562746" y="47783"/>
                </a:cubicBezTo>
                <a:cubicBezTo>
                  <a:pt x="570177" y="55897"/>
                  <a:pt x="573893" y="67561"/>
                  <a:pt x="573893" y="82777"/>
                </a:cubicBezTo>
                <a:cubicBezTo>
                  <a:pt x="573893" y="83792"/>
                  <a:pt x="573860" y="84993"/>
                  <a:pt x="573794" y="86380"/>
                </a:cubicBezTo>
                <a:cubicBezTo>
                  <a:pt x="573728" y="87765"/>
                  <a:pt x="573630" y="88762"/>
                  <a:pt x="573498" y="89370"/>
                </a:cubicBezTo>
                <a:lnTo>
                  <a:pt x="505040" y="89370"/>
                </a:lnTo>
                <a:cubicBezTo>
                  <a:pt x="505106" y="95885"/>
                  <a:pt x="506108" y="101868"/>
                  <a:pt x="508048" y="107320"/>
                </a:cubicBezTo>
                <a:cubicBezTo>
                  <a:pt x="509988" y="112772"/>
                  <a:pt x="513063" y="117145"/>
                  <a:pt x="517272" y="120437"/>
                </a:cubicBezTo>
                <a:cubicBezTo>
                  <a:pt x="521480" y="123729"/>
                  <a:pt x="527037" y="125375"/>
                  <a:pt x="533942" y="125375"/>
                </a:cubicBezTo>
                <a:cubicBezTo>
                  <a:pt x="541308" y="125375"/>
                  <a:pt x="547062" y="123560"/>
                  <a:pt x="551205" y="119931"/>
                </a:cubicBezTo>
                <a:cubicBezTo>
                  <a:pt x="555348" y="116302"/>
                  <a:pt x="557518" y="111066"/>
                  <a:pt x="557715" y="104222"/>
                </a:cubicBezTo>
                <a:lnTo>
                  <a:pt x="573991" y="104222"/>
                </a:lnTo>
                <a:cubicBezTo>
                  <a:pt x="573794" y="111208"/>
                  <a:pt x="572051" y="117227"/>
                  <a:pt x="568763" y="122280"/>
                </a:cubicBezTo>
                <a:cubicBezTo>
                  <a:pt x="565475" y="127334"/>
                  <a:pt x="560872" y="131234"/>
                  <a:pt x="554953" y="133982"/>
                </a:cubicBezTo>
                <a:cubicBezTo>
                  <a:pt x="549035" y="136727"/>
                  <a:pt x="542031" y="138100"/>
                  <a:pt x="533942" y="138100"/>
                </a:cubicBezTo>
                <a:moveTo>
                  <a:pt x="505138" y="77336"/>
                </a:moveTo>
                <a:lnTo>
                  <a:pt x="557616" y="77336"/>
                </a:lnTo>
                <a:cubicBezTo>
                  <a:pt x="557419" y="67914"/>
                  <a:pt x="555085" y="60709"/>
                  <a:pt x="550613" y="55721"/>
                </a:cubicBezTo>
                <a:cubicBezTo>
                  <a:pt x="546141" y="50731"/>
                  <a:pt x="539927" y="48236"/>
                  <a:pt x="531969" y="48236"/>
                </a:cubicBezTo>
                <a:cubicBezTo>
                  <a:pt x="523946" y="48236"/>
                  <a:pt x="517650" y="50714"/>
                  <a:pt x="513079" y="55668"/>
                </a:cubicBezTo>
                <a:cubicBezTo>
                  <a:pt x="508509" y="60621"/>
                  <a:pt x="505862" y="67844"/>
                  <a:pt x="505138" y="77336"/>
                </a:cubicBezTo>
                <a:close/>
                <a:moveTo>
                  <a:pt x="640328" y="138100"/>
                </a:moveTo>
                <a:cubicBezTo>
                  <a:pt x="631647" y="138100"/>
                  <a:pt x="623953" y="136220"/>
                  <a:pt x="617245" y="132459"/>
                </a:cubicBezTo>
                <a:cubicBezTo>
                  <a:pt x="610538" y="128696"/>
                  <a:pt x="605293" y="123035"/>
                  <a:pt x="601512" y="115477"/>
                </a:cubicBezTo>
                <a:cubicBezTo>
                  <a:pt x="597731" y="107918"/>
                  <a:pt x="595840" y="98446"/>
                  <a:pt x="595840" y="87058"/>
                </a:cubicBezTo>
                <a:cubicBezTo>
                  <a:pt x="595840" y="75671"/>
                  <a:pt x="597698" y="66165"/>
                  <a:pt x="601413" y="58538"/>
                </a:cubicBezTo>
                <a:cubicBezTo>
                  <a:pt x="605129" y="50912"/>
                  <a:pt x="610324" y="45185"/>
                  <a:pt x="616999" y="41356"/>
                </a:cubicBezTo>
                <a:cubicBezTo>
                  <a:pt x="623674" y="37525"/>
                  <a:pt x="631450" y="35610"/>
                  <a:pt x="640328" y="35610"/>
                </a:cubicBezTo>
                <a:cubicBezTo>
                  <a:pt x="647759" y="35610"/>
                  <a:pt x="654450" y="36863"/>
                  <a:pt x="660402" y="39368"/>
                </a:cubicBezTo>
                <a:cubicBezTo>
                  <a:pt x="666353" y="41873"/>
                  <a:pt x="671104" y="45648"/>
                  <a:pt x="674656" y="50693"/>
                </a:cubicBezTo>
                <a:cubicBezTo>
                  <a:pt x="678207" y="55738"/>
                  <a:pt x="680081" y="62120"/>
                  <a:pt x="680278" y="69839"/>
                </a:cubicBezTo>
                <a:lnTo>
                  <a:pt x="664002" y="69839"/>
                </a:lnTo>
                <a:cubicBezTo>
                  <a:pt x="663608" y="63351"/>
                  <a:pt x="661372" y="58245"/>
                  <a:pt x="657294" y="54519"/>
                </a:cubicBezTo>
                <a:cubicBezTo>
                  <a:pt x="653217" y="50791"/>
                  <a:pt x="647660" y="48927"/>
                  <a:pt x="640624" y="48927"/>
                </a:cubicBezTo>
                <a:cubicBezTo>
                  <a:pt x="631286" y="48927"/>
                  <a:pt x="624315" y="52267"/>
                  <a:pt x="619711" y="58948"/>
                </a:cubicBezTo>
                <a:cubicBezTo>
                  <a:pt x="615108" y="65629"/>
                  <a:pt x="612806" y="75000"/>
                  <a:pt x="612806" y="87062"/>
                </a:cubicBezTo>
                <a:cubicBezTo>
                  <a:pt x="612806" y="95078"/>
                  <a:pt x="613826" y="101880"/>
                  <a:pt x="615864" y="107465"/>
                </a:cubicBezTo>
                <a:cubicBezTo>
                  <a:pt x="617903" y="113049"/>
                  <a:pt x="620994" y="117332"/>
                  <a:pt x="625137" y="120313"/>
                </a:cubicBezTo>
                <a:cubicBezTo>
                  <a:pt x="629280" y="123293"/>
                  <a:pt x="634442" y="124783"/>
                  <a:pt x="640624" y="124783"/>
                </a:cubicBezTo>
                <a:cubicBezTo>
                  <a:pt x="647660" y="124783"/>
                  <a:pt x="653382" y="122867"/>
                  <a:pt x="657788" y="119034"/>
                </a:cubicBezTo>
                <a:cubicBezTo>
                  <a:pt x="662194" y="115199"/>
                  <a:pt x="664495" y="109586"/>
                  <a:pt x="664693" y="102194"/>
                </a:cubicBezTo>
                <a:lnTo>
                  <a:pt x="680969" y="102194"/>
                </a:lnTo>
                <a:cubicBezTo>
                  <a:pt x="680771" y="110196"/>
                  <a:pt x="678881" y="116859"/>
                  <a:pt x="675297" y="122182"/>
                </a:cubicBezTo>
                <a:cubicBezTo>
                  <a:pt x="671713" y="127504"/>
                  <a:pt x="666879" y="131488"/>
                  <a:pt x="660796" y="134133"/>
                </a:cubicBezTo>
                <a:cubicBezTo>
                  <a:pt x="654713" y="136778"/>
                  <a:pt x="647890" y="138100"/>
                  <a:pt x="640328" y="138100"/>
                </a:cubicBezTo>
                <a:close/>
                <a:moveTo>
                  <a:pt x="740597" y="136324"/>
                </a:moveTo>
                <a:cubicBezTo>
                  <a:pt x="732837" y="136324"/>
                  <a:pt x="726885" y="135047"/>
                  <a:pt x="722742" y="132493"/>
                </a:cubicBezTo>
                <a:cubicBezTo>
                  <a:pt x="718599" y="129938"/>
                  <a:pt x="715755" y="126261"/>
                  <a:pt x="714210" y="121460"/>
                </a:cubicBezTo>
                <a:cubicBezTo>
                  <a:pt x="712664" y="116658"/>
                  <a:pt x="711892" y="110885"/>
                  <a:pt x="711892" y="104142"/>
                </a:cubicBezTo>
                <a:lnTo>
                  <a:pt x="711892" y="50604"/>
                </a:lnTo>
                <a:lnTo>
                  <a:pt x="695813" y="50604"/>
                </a:lnTo>
                <a:lnTo>
                  <a:pt x="695813" y="37287"/>
                </a:lnTo>
                <a:lnTo>
                  <a:pt x="711892" y="37287"/>
                </a:lnTo>
                <a:lnTo>
                  <a:pt x="711892" y="15290"/>
                </a:lnTo>
                <a:lnTo>
                  <a:pt x="728266" y="15290"/>
                </a:lnTo>
                <a:lnTo>
                  <a:pt x="728266" y="37287"/>
                </a:lnTo>
                <a:lnTo>
                  <a:pt x="751941" y="37287"/>
                </a:lnTo>
                <a:lnTo>
                  <a:pt x="751941" y="50604"/>
                </a:lnTo>
                <a:lnTo>
                  <a:pt x="728266" y="50604"/>
                </a:lnTo>
                <a:lnTo>
                  <a:pt x="728266" y="103674"/>
                </a:lnTo>
                <a:cubicBezTo>
                  <a:pt x="728266" y="109913"/>
                  <a:pt x="729039" y="114695"/>
                  <a:pt x="730584" y="118020"/>
                </a:cubicBezTo>
                <a:cubicBezTo>
                  <a:pt x="732130" y="121345"/>
                  <a:pt x="735829" y="123008"/>
                  <a:pt x="741682" y="123008"/>
                </a:cubicBezTo>
                <a:lnTo>
                  <a:pt x="752138" y="123008"/>
                </a:lnTo>
                <a:lnTo>
                  <a:pt x="752138" y="136324"/>
                </a:lnTo>
                <a:lnTo>
                  <a:pt x="740597" y="136324"/>
                </a:lnTo>
                <a:close/>
                <a:moveTo>
                  <a:pt x="794059" y="171540"/>
                </a:moveTo>
                <a:cubicBezTo>
                  <a:pt x="788732" y="162333"/>
                  <a:pt x="784178" y="153406"/>
                  <a:pt x="780397" y="144758"/>
                </a:cubicBezTo>
                <a:cubicBezTo>
                  <a:pt x="776616" y="136111"/>
                  <a:pt x="773722" y="127184"/>
                  <a:pt x="771716" y="117977"/>
                </a:cubicBezTo>
                <a:cubicBezTo>
                  <a:pt x="769711" y="108770"/>
                  <a:pt x="768708" y="98807"/>
                  <a:pt x="768708" y="88088"/>
                </a:cubicBezTo>
                <a:cubicBezTo>
                  <a:pt x="768708" y="77566"/>
                  <a:pt x="769694" y="67488"/>
                  <a:pt x="771667" y="57854"/>
                </a:cubicBezTo>
                <a:cubicBezTo>
                  <a:pt x="773640" y="48220"/>
                  <a:pt x="776517" y="38832"/>
                  <a:pt x="780298" y="29691"/>
                </a:cubicBezTo>
                <a:cubicBezTo>
                  <a:pt x="784080" y="20551"/>
                  <a:pt x="788667" y="11574"/>
                  <a:pt x="794059" y="2762"/>
                </a:cubicBezTo>
                <a:lnTo>
                  <a:pt x="807573" y="2762"/>
                </a:lnTo>
                <a:cubicBezTo>
                  <a:pt x="799813" y="16046"/>
                  <a:pt x="794059" y="30201"/>
                  <a:pt x="790311" y="45228"/>
                </a:cubicBezTo>
                <a:cubicBezTo>
                  <a:pt x="786562" y="60254"/>
                  <a:pt x="784688" y="75593"/>
                  <a:pt x="784688" y="91245"/>
                </a:cubicBezTo>
                <a:cubicBezTo>
                  <a:pt x="784688" y="105186"/>
                  <a:pt x="786809" y="119128"/>
                  <a:pt x="791050" y="133069"/>
                </a:cubicBezTo>
                <a:cubicBezTo>
                  <a:pt x="795292" y="147011"/>
                  <a:pt x="800800" y="159834"/>
                  <a:pt x="807573" y="171540"/>
                </a:cubicBezTo>
                <a:lnTo>
                  <a:pt x="794059" y="171540"/>
                </a:lnTo>
                <a:close/>
                <a:moveTo>
                  <a:pt x="899501" y="171639"/>
                </a:moveTo>
                <a:lnTo>
                  <a:pt x="899501" y="121824"/>
                </a:lnTo>
                <a:cubicBezTo>
                  <a:pt x="896081" y="126756"/>
                  <a:pt x="891659" y="130702"/>
                  <a:pt x="886233" y="133661"/>
                </a:cubicBezTo>
                <a:cubicBezTo>
                  <a:pt x="880808" y="136620"/>
                  <a:pt x="874511" y="138100"/>
                  <a:pt x="867343" y="138100"/>
                </a:cubicBezTo>
                <a:cubicBezTo>
                  <a:pt x="859386" y="138100"/>
                  <a:pt x="852530" y="136172"/>
                  <a:pt x="846776" y="132317"/>
                </a:cubicBezTo>
                <a:cubicBezTo>
                  <a:pt x="841022" y="128460"/>
                  <a:pt x="836616" y="122676"/>
                  <a:pt x="833558" y="114965"/>
                </a:cubicBezTo>
                <a:cubicBezTo>
                  <a:pt x="830500" y="107253"/>
                  <a:pt x="828971" y="97747"/>
                  <a:pt x="828971" y="86448"/>
                </a:cubicBezTo>
                <a:cubicBezTo>
                  <a:pt x="828971" y="75287"/>
                  <a:pt x="830632" y="65952"/>
                  <a:pt x="833952" y="58443"/>
                </a:cubicBezTo>
                <a:cubicBezTo>
                  <a:pt x="837273" y="50934"/>
                  <a:pt x="841943" y="45251"/>
                  <a:pt x="847960" y="41396"/>
                </a:cubicBezTo>
                <a:cubicBezTo>
                  <a:pt x="853977" y="37539"/>
                  <a:pt x="861063" y="35610"/>
                  <a:pt x="869217" y="35610"/>
                </a:cubicBezTo>
                <a:cubicBezTo>
                  <a:pt x="876320" y="35610"/>
                  <a:pt x="882370" y="37139"/>
                  <a:pt x="887368" y="40197"/>
                </a:cubicBezTo>
                <a:cubicBezTo>
                  <a:pt x="892366" y="43255"/>
                  <a:pt x="896410" y="47283"/>
                  <a:pt x="899501" y="52281"/>
                </a:cubicBezTo>
                <a:lnTo>
                  <a:pt x="900093" y="37287"/>
                </a:lnTo>
                <a:lnTo>
                  <a:pt x="915974" y="37287"/>
                </a:lnTo>
                <a:lnTo>
                  <a:pt x="915974" y="171639"/>
                </a:lnTo>
                <a:lnTo>
                  <a:pt x="899501" y="171639"/>
                </a:lnTo>
                <a:moveTo>
                  <a:pt x="870302" y="124586"/>
                </a:moveTo>
                <a:cubicBezTo>
                  <a:pt x="877470" y="124586"/>
                  <a:pt x="883405" y="122826"/>
                  <a:pt x="888107" y="119305"/>
                </a:cubicBezTo>
                <a:cubicBezTo>
                  <a:pt x="892809" y="115785"/>
                  <a:pt x="896607" y="111496"/>
                  <a:pt x="899501" y="106439"/>
                </a:cubicBezTo>
                <a:lnTo>
                  <a:pt x="899501" y="68301"/>
                </a:lnTo>
                <a:cubicBezTo>
                  <a:pt x="896804" y="62900"/>
                  <a:pt x="893286" y="58354"/>
                  <a:pt x="888946" y="54664"/>
                </a:cubicBezTo>
                <a:cubicBezTo>
                  <a:pt x="884606" y="50973"/>
                  <a:pt x="879082" y="49093"/>
                  <a:pt x="872374" y="49026"/>
                </a:cubicBezTo>
                <a:cubicBezTo>
                  <a:pt x="863628" y="49026"/>
                  <a:pt x="856969" y="52290"/>
                  <a:pt x="852399" y="58819"/>
                </a:cubicBezTo>
                <a:cubicBezTo>
                  <a:pt x="847828" y="65346"/>
                  <a:pt x="845543" y="74556"/>
                  <a:pt x="845543" y="86448"/>
                </a:cubicBezTo>
                <a:cubicBezTo>
                  <a:pt x="845543" y="98887"/>
                  <a:pt x="847697" y="108354"/>
                  <a:pt x="852004" y="114848"/>
                </a:cubicBezTo>
                <a:cubicBezTo>
                  <a:pt x="856312" y="121340"/>
                  <a:pt x="862411" y="124586"/>
                  <a:pt x="870302" y="124586"/>
                </a:cubicBezTo>
                <a:close/>
                <a:moveTo>
                  <a:pt x="978210" y="138100"/>
                </a:moveTo>
                <a:cubicBezTo>
                  <a:pt x="967097" y="138100"/>
                  <a:pt x="959074" y="134906"/>
                  <a:pt x="954141" y="128519"/>
                </a:cubicBezTo>
                <a:cubicBezTo>
                  <a:pt x="949209" y="122130"/>
                  <a:pt x="946743" y="113329"/>
                  <a:pt x="946743" y="102117"/>
                </a:cubicBezTo>
                <a:lnTo>
                  <a:pt x="946743" y="37287"/>
                </a:lnTo>
                <a:lnTo>
                  <a:pt x="963315" y="37287"/>
                </a:lnTo>
                <a:lnTo>
                  <a:pt x="963315" y="100129"/>
                </a:lnTo>
                <a:cubicBezTo>
                  <a:pt x="963315" y="104640"/>
                  <a:pt x="963808" y="108672"/>
                  <a:pt x="964795" y="112225"/>
                </a:cubicBezTo>
                <a:cubicBezTo>
                  <a:pt x="965781" y="115778"/>
                  <a:pt x="967656" y="118546"/>
                  <a:pt x="970418" y="120529"/>
                </a:cubicBezTo>
                <a:cubicBezTo>
                  <a:pt x="973180" y="122510"/>
                  <a:pt x="977158" y="123501"/>
                  <a:pt x="982353" y="123501"/>
                </a:cubicBezTo>
                <a:cubicBezTo>
                  <a:pt x="989587" y="123501"/>
                  <a:pt x="995637" y="121946"/>
                  <a:pt x="1000504" y="118837"/>
                </a:cubicBezTo>
                <a:cubicBezTo>
                  <a:pt x="1005370" y="115728"/>
                  <a:pt x="1009283" y="112122"/>
                  <a:pt x="1012242" y="108020"/>
                </a:cubicBezTo>
                <a:lnTo>
                  <a:pt x="1012242" y="37287"/>
                </a:lnTo>
                <a:lnTo>
                  <a:pt x="1028814" y="37287"/>
                </a:lnTo>
                <a:lnTo>
                  <a:pt x="1028814" y="136324"/>
                </a:lnTo>
                <a:lnTo>
                  <a:pt x="1012933" y="136324"/>
                </a:lnTo>
                <a:lnTo>
                  <a:pt x="1012439" y="121824"/>
                </a:lnTo>
                <a:cubicBezTo>
                  <a:pt x="1009349" y="125638"/>
                  <a:pt x="1004992" y="129304"/>
                  <a:pt x="999369" y="132823"/>
                </a:cubicBezTo>
                <a:cubicBezTo>
                  <a:pt x="993747" y="136341"/>
                  <a:pt x="986694" y="138100"/>
                  <a:pt x="978210" y="138100"/>
                </a:cubicBezTo>
                <a:close/>
                <a:moveTo>
                  <a:pt x="1080368" y="138100"/>
                </a:moveTo>
                <a:cubicBezTo>
                  <a:pt x="1074844" y="138100"/>
                  <a:pt x="1069797" y="137022"/>
                  <a:pt x="1065227" y="134866"/>
                </a:cubicBezTo>
                <a:cubicBezTo>
                  <a:pt x="1060656" y="132711"/>
                  <a:pt x="1057006" y="129527"/>
                  <a:pt x="1054277" y="125317"/>
                </a:cubicBezTo>
                <a:cubicBezTo>
                  <a:pt x="1051548" y="121106"/>
                  <a:pt x="1050184" y="115901"/>
                  <a:pt x="1050184" y="109703"/>
                </a:cubicBezTo>
                <a:cubicBezTo>
                  <a:pt x="1050184" y="100879"/>
                  <a:pt x="1052880" y="94176"/>
                  <a:pt x="1058272" y="89595"/>
                </a:cubicBezTo>
                <a:cubicBezTo>
                  <a:pt x="1063665" y="85015"/>
                  <a:pt x="1071293" y="81899"/>
                  <a:pt x="1081157" y="80249"/>
                </a:cubicBezTo>
                <a:cubicBezTo>
                  <a:pt x="1091022" y="78599"/>
                  <a:pt x="1102563" y="77706"/>
                  <a:pt x="1115781" y="77570"/>
                </a:cubicBezTo>
                <a:lnTo>
                  <a:pt x="1115781" y="70502"/>
                </a:lnTo>
                <a:cubicBezTo>
                  <a:pt x="1115781" y="61840"/>
                  <a:pt x="1113742" y="55898"/>
                  <a:pt x="1109665" y="52675"/>
                </a:cubicBezTo>
                <a:cubicBezTo>
                  <a:pt x="1105588" y="49453"/>
                  <a:pt x="1100426" y="47842"/>
                  <a:pt x="1094178" y="47842"/>
                </a:cubicBezTo>
                <a:cubicBezTo>
                  <a:pt x="1087536" y="47842"/>
                  <a:pt x="1081947" y="49598"/>
                  <a:pt x="1077409" y="53110"/>
                </a:cubicBezTo>
                <a:cubicBezTo>
                  <a:pt x="1072871" y="56622"/>
                  <a:pt x="1070603" y="62166"/>
                  <a:pt x="1070603" y="69741"/>
                </a:cubicBezTo>
                <a:lnTo>
                  <a:pt x="1054622" y="69741"/>
                </a:lnTo>
                <a:cubicBezTo>
                  <a:pt x="1054622" y="61615"/>
                  <a:pt x="1056316" y="55047"/>
                  <a:pt x="1059703" y="50037"/>
                </a:cubicBezTo>
                <a:cubicBezTo>
                  <a:pt x="1063089" y="45024"/>
                  <a:pt x="1067758" y="41367"/>
                  <a:pt x="1073710" y="39066"/>
                </a:cubicBezTo>
                <a:cubicBezTo>
                  <a:pt x="1079661" y="36762"/>
                  <a:pt x="1086484" y="35610"/>
                  <a:pt x="1094178" y="35610"/>
                </a:cubicBezTo>
                <a:cubicBezTo>
                  <a:pt x="1099110" y="35610"/>
                  <a:pt x="1103829" y="36085"/>
                  <a:pt x="1108333" y="37034"/>
                </a:cubicBezTo>
                <a:cubicBezTo>
                  <a:pt x="1112838" y="37982"/>
                  <a:pt x="1116883" y="39709"/>
                  <a:pt x="1120467" y="42216"/>
                </a:cubicBezTo>
                <a:cubicBezTo>
                  <a:pt x="1124051" y="44723"/>
                  <a:pt x="1126895" y="48230"/>
                  <a:pt x="1128999" y="52737"/>
                </a:cubicBezTo>
                <a:cubicBezTo>
                  <a:pt x="1131104" y="57242"/>
                  <a:pt x="1132156" y="63050"/>
                  <a:pt x="1132156" y="70163"/>
                </a:cubicBezTo>
                <a:lnTo>
                  <a:pt x="1132156" y="136324"/>
                </a:lnTo>
                <a:lnTo>
                  <a:pt x="1116767" y="136324"/>
                </a:lnTo>
                <a:lnTo>
                  <a:pt x="1116077" y="121725"/>
                </a:lnTo>
                <a:cubicBezTo>
                  <a:pt x="1111671" y="126657"/>
                  <a:pt x="1106558" y="130620"/>
                  <a:pt x="1100738" y="133612"/>
                </a:cubicBezTo>
                <a:cubicBezTo>
                  <a:pt x="1094918" y="136604"/>
                  <a:pt x="1088128" y="138100"/>
                  <a:pt x="1080368" y="138100"/>
                </a:cubicBezTo>
                <a:moveTo>
                  <a:pt x="1084709" y="125474"/>
                </a:moveTo>
                <a:cubicBezTo>
                  <a:pt x="1091285" y="125474"/>
                  <a:pt x="1097203" y="123867"/>
                  <a:pt x="1102464" y="120653"/>
                </a:cubicBezTo>
                <a:cubicBezTo>
                  <a:pt x="1107725" y="117436"/>
                  <a:pt x="1112131" y="113366"/>
                  <a:pt x="1115682" y="108442"/>
                </a:cubicBezTo>
                <a:lnTo>
                  <a:pt x="1115682" y="88125"/>
                </a:lnTo>
                <a:cubicBezTo>
                  <a:pt x="1098190" y="88331"/>
                  <a:pt x="1085646" y="90041"/>
                  <a:pt x="1078050" y="93258"/>
                </a:cubicBezTo>
                <a:cubicBezTo>
                  <a:pt x="1070455" y="96472"/>
                  <a:pt x="1066657" y="101738"/>
                  <a:pt x="1066657" y="109056"/>
                </a:cubicBezTo>
                <a:cubicBezTo>
                  <a:pt x="1066657" y="114050"/>
                  <a:pt x="1068186" y="118034"/>
                  <a:pt x="1071244" y="121010"/>
                </a:cubicBezTo>
                <a:cubicBezTo>
                  <a:pt x="1074302" y="123986"/>
                  <a:pt x="1078790" y="125474"/>
                  <a:pt x="1084709" y="125474"/>
                </a:cubicBezTo>
                <a:close/>
                <a:moveTo>
                  <a:pt x="1195730" y="138100"/>
                </a:moveTo>
                <a:cubicBezTo>
                  <a:pt x="1187904" y="138100"/>
                  <a:pt x="1181131" y="136170"/>
                  <a:pt x="1175410" y="132311"/>
                </a:cubicBezTo>
                <a:cubicBezTo>
                  <a:pt x="1169688" y="128452"/>
                  <a:pt x="1165266" y="122679"/>
                  <a:pt x="1162142" y="114993"/>
                </a:cubicBezTo>
                <a:cubicBezTo>
                  <a:pt x="1159018" y="107307"/>
                  <a:pt x="1157457" y="97810"/>
                  <a:pt x="1157457" y="86501"/>
                </a:cubicBezTo>
                <a:cubicBezTo>
                  <a:pt x="1157457" y="75259"/>
                  <a:pt x="1159117" y="65881"/>
                  <a:pt x="1162438" y="58366"/>
                </a:cubicBezTo>
                <a:cubicBezTo>
                  <a:pt x="1165759" y="50848"/>
                  <a:pt x="1170445" y="45176"/>
                  <a:pt x="1176495" y="41350"/>
                </a:cubicBezTo>
                <a:cubicBezTo>
                  <a:pt x="1182545" y="37523"/>
                  <a:pt x="1189680" y="35610"/>
                  <a:pt x="1197900" y="35610"/>
                </a:cubicBezTo>
                <a:cubicBezTo>
                  <a:pt x="1204739" y="35610"/>
                  <a:pt x="1210691" y="37106"/>
                  <a:pt x="1215755" y="40098"/>
                </a:cubicBezTo>
                <a:cubicBezTo>
                  <a:pt x="1220818" y="43090"/>
                  <a:pt x="1224895" y="47151"/>
                  <a:pt x="1227986" y="52281"/>
                </a:cubicBezTo>
                <a:lnTo>
                  <a:pt x="1227986" y="3551"/>
                </a:lnTo>
                <a:lnTo>
                  <a:pt x="1244460" y="3551"/>
                </a:lnTo>
                <a:lnTo>
                  <a:pt x="1244460" y="136324"/>
                </a:lnTo>
                <a:lnTo>
                  <a:pt x="1228874" y="136324"/>
                </a:lnTo>
                <a:lnTo>
                  <a:pt x="1227986" y="122317"/>
                </a:lnTo>
                <a:cubicBezTo>
                  <a:pt x="1224567" y="126986"/>
                  <a:pt x="1220161" y="130784"/>
                  <a:pt x="1214768" y="133710"/>
                </a:cubicBezTo>
                <a:cubicBezTo>
                  <a:pt x="1209376" y="136637"/>
                  <a:pt x="1203030" y="138100"/>
                  <a:pt x="1195730" y="138100"/>
                </a:cubicBezTo>
                <a:moveTo>
                  <a:pt x="1199084" y="124586"/>
                </a:moveTo>
                <a:cubicBezTo>
                  <a:pt x="1206120" y="124586"/>
                  <a:pt x="1211973" y="122858"/>
                  <a:pt x="1216642" y="119401"/>
                </a:cubicBezTo>
                <a:cubicBezTo>
                  <a:pt x="1221311" y="115944"/>
                  <a:pt x="1225093" y="111787"/>
                  <a:pt x="1227986" y="106929"/>
                </a:cubicBezTo>
                <a:lnTo>
                  <a:pt x="1227986" y="68430"/>
                </a:lnTo>
                <a:cubicBezTo>
                  <a:pt x="1225290" y="62818"/>
                  <a:pt x="1221755" y="58181"/>
                  <a:pt x="1217382" y="54519"/>
                </a:cubicBezTo>
                <a:cubicBezTo>
                  <a:pt x="1213009" y="50857"/>
                  <a:pt x="1207501" y="49026"/>
                  <a:pt x="1200860" y="49026"/>
                </a:cubicBezTo>
                <a:cubicBezTo>
                  <a:pt x="1192113" y="49026"/>
                  <a:pt x="1185521" y="52277"/>
                  <a:pt x="1181082" y="58779"/>
                </a:cubicBezTo>
                <a:cubicBezTo>
                  <a:pt x="1176643" y="65281"/>
                  <a:pt x="1174423" y="74521"/>
                  <a:pt x="1174423" y="86497"/>
                </a:cubicBezTo>
                <a:cubicBezTo>
                  <a:pt x="1174423" y="98885"/>
                  <a:pt x="1176511" y="108330"/>
                  <a:pt x="1180687" y="114833"/>
                </a:cubicBezTo>
                <a:cubicBezTo>
                  <a:pt x="1184863" y="121335"/>
                  <a:pt x="1190995" y="124586"/>
                  <a:pt x="1199084" y="124586"/>
                </a:cubicBezTo>
                <a:close/>
                <a:moveTo>
                  <a:pt x="1299890" y="136324"/>
                </a:moveTo>
                <a:lnTo>
                  <a:pt x="1299890" y="18446"/>
                </a:lnTo>
                <a:lnTo>
                  <a:pt x="1262110" y="18446"/>
                </a:lnTo>
                <a:lnTo>
                  <a:pt x="1262110" y="3551"/>
                </a:lnTo>
                <a:lnTo>
                  <a:pt x="1355229" y="3551"/>
                </a:lnTo>
                <a:lnTo>
                  <a:pt x="1355229" y="18446"/>
                </a:lnTo>
                <a:lnTo>
                  <a:pt x="1317547" y="18446"/>
                </a:lnTo>
                <a:lnTo>
                  <a:pt x="1317547" y="136324"/>
                </a:lnTo>
                <a:lnTo>
                  <a:pt x="1299890" y="136324"/>
                </a:lnTo>
                <a:close/>
                <a:moveTo>
                  <a:pt x="1365307" y="136324"/>
                </a:moveTo>
                <a:lnTo>
                  <a:pt x="1365307" y="37287"/>
                </a:lnTo>
                <a:lnTo>
                  <a:pt x="1380794" y="37287"/>
                </a:lnTo>
                <a:lnTo>
                  <a:pt x="1381386" y="53169"/>
                </a:lnTo>
                <a:cubicBezTo>
                  <a:pt x="1384082" y="48171"/>
                  <a:pt x="1387830" y="43995"/>
                  <a:pt x="1392631" y="40641"/>
                </a:cubicBezTo>
                <a:cubicBezTo>
                  <a:pt x="1397432" y="37287"/>
                  <a:pt x="1403679" y="35610"/>
                  <a:pt x="1411373" y="35610"/>
                </a:cubicBezTo>
                <a:lnTo>
                  <a:pt x="1413346" y="35610"/>
                </a:lnTo>
                <a:lnTo>
                  <a:pt x="1413346" y="50702"/>
                </a:lnTo>
                <a:lnTo>
                  <a:pt x="1411077" y="50702"/>
                </a:lnTo>
                <a:cubicBezTo>
                  <a:pt x="1406277" y="50702"/>
                  <a:pt x="1402068" y="51354"/>
                  <a:pt x="1398451" y="52657"/>
                </a:cubicBezTo>
                <a:cubicBezTo>
                  <a:pt x="1394834" y="53958"/>
                  <a:pt x="1391678" y="55756"/>
                  <a:pt x="1388981" y="58051"/>
                </a:cubicBezTo>
                <a:cubicBezTo>
                  <a:pt x="1386285" y="60347"/>
                  <a:pt x="1383885" y="63002"/>
                  <a:pt x="1381780" y="66017"/>
                </a:cubicBezTo>
                <a:lnTo>
                  <a:pt x="1381780" y="136324"/>
                </a:lnTo>
                <a:lnTo>
                  <a:pt x="1365307" y="136324"/>
                </a:lnTo>
                <a:close/>
                <a:moveTo>
                  <a:pt x="1474348" y="138100"/>
                </a:moveTo>
                <a:cubicBezTo>
                  <a:pt x="1463892" y="138100"/>
                  <a:pt x="1455326" y="135849"/>
                  <a:pt x="1448652" y="131346"/>
                </a:cubicBezTo>
                <a:cubicBezTo>
                  <a:pt x="1441977" y="126841"/>
                  <a:pt x="1437028" y="120713"/>
                  <a:pt x="1433806" y="112961"/>
                </a:cubicBezTo>
                <a:cubicBezTo>
                  <a:pt x="1430583" y="105208"/>
                  <a:pt x="1428972" y="96489"/>
                  <a:pt x="1428972" y="86806"/>
                </a:cubicBezTo>
                <a:cubicBezTo>
                  <a:pt x="1428972" y="76715"/>
                  <a:pt x="1430534" y="67827"/>
                  <a:pt x="1433658" y="60141"/>
                </a:cubicBezTo>
                <a:cubicBezTo>
                  <a:pt x="1436782" y="52455"/>
                  <a:pt x="1441549" y="46445"/>
                  <a:pt x="1447961" y="42111"/>
                </a:cubicBezTo>
                <a:cubicBezTo>
                  <a:pt x="1454373" y="37777"/>
                  <a:pt x="1462511" y="35610"/>
                  <a:pt x="1472375" y="35610"/>
                </a:cubicBezTo>
                <a:cubicBezTo>
                  <a:pt x="1485462" y="35610"/>
                  <a:pt x="1495721" y="39668"/>
                  <a:pt x="1503152" y="47783"/>
                </a:cubicBezTo>
                <a:cubicBezTo>
                  <a:pt x="1510583" y="55897"/>
                  <a:pt x="1514298" y="67561"/>
                  <a:pt x="1514298" y="82777"/>
                </a:cubicBezTo>
                <a:cubicBezTo>
                  <a:pt x="1514298" y="83792"/>
                  <a:pt x="1514266" y="84993"/>
                  <a:pt x="1514200" y="86380"/>
                </a:cubicBezTo>
                <a:cubicBezTo>
                  <a:pt x="1514134" y="87765"/>
                  <a:pt x="1514035" y="88762"/>
                  <a:pt x="1513904" y="89370"/>
                </a:cubicBezTo>
                <a:lnTo>
                  <a:pt x="1445446" y="89370"/>
                </a:lnTo>
                <a:cubicBezTo>
                  <a:pt x="1445511" y="95885"/>
                  <a:pt x="1446514" y="101868"/>
                  <a:pt x="1448454" y="107320"/>
                </a:cubicBezTo>
                <a:cubicBezTo>
                  <a:pt x="1450394" y="112772"/>
                  <a:pt x="1453469" y="117145"/>
                  <a:pt x="1457677" y="120437"/>
                </a:cubicBezTo>
                <a:cubicBezTo>
                  <a:pt x="1461886" y="123729"/>
                  <a:pt x="1467443" y="125375"/>
                  <a:pt x="1474348" y="125375"/>
                </a:cubicBezTo>
                <a:cubicBezTo>
                  <a:pt x="1481713" y="125375"/>
                  <a:pt x="1487468" y="123560"/>
                  <a:pt x="1491611" y="119931"/>
                </a:cubicBezTo>
                <a:cubicBezTo>
                  <a:pt x="1495754" y="116302"/>
                  <a:pt x="1497924" y="111066"/>
                  <a:pt x="1498121" y="104222"/>
                </a:cubicBezTo>
                <a:lnTo>
                  <a:pt x="1514397" y="104222"/>
                </a:lnTo>
                <a:cubicBezTo>
                  <a:pt x="1514200" y="111208"/>
                  <a:pt x="1512457" y="117227"/>
                  <a:pt x="1509169" y="122280"/>
                </a:cubicBezTo>
                <a:cubicBezTo>
                  <a:pt x="1505881" y="127334"/>
                  <a:pt x="1501278" y="131234"/>
                  <a:pt x="1495359" y="133982"/>
                </a:cubicBezTo>
                <a:cubicBezTo>
                  <a:pt x="1489440" y="136727"/>
                  <a:pt x="1482437" y="138100"/>
                  <a:pt x="1474348" y="138100"/>
                </a:cubicBezTo>
                <a:moveTo>
                  <a:pt x="1445544" y="77336"/>
                </a:moveTo>
                <a:lnTo>
                  <a:pt x="1498022" y="77336"/>
                </a:lnTo>
                <a:cubicBezTo>
                  <a:pt x="1497825" y="67914"/>
                  <a:pt x="1495490" y="60709"/>
                  <a:pt x="1491019" y="55721"/>
                </a:cubicBezTo>
                <a:cubicBezTo>
                  <a:pt x="1486547" y="50731"/>
                  <a:pt x="1480332" y="48236"/>
                  <a:pt x="1472375" y="48236"/>
                </a:cubicBezTo>
                <a:cubicBezTo>
                  <a:pt x="1464352" y="48236"/>
                  <a:pt x="1458056" y="50714"/>
                  <a:pt x="1453485" y="55668"/>
                </a:cubicBezTo>
                <a:cubicBezTo>
                  <a:pt x="1448915" y="60621"/>
                  <a:pt x="1446268" y="67844"/>
                  <a:pt x="1445544" y="77336"/>
                </a:cubicBezTo>
                <a:close/>
                <a:moveTo>
                  <a:pt x="1575560" y="138100"/>
                </a:moveTo>
                <a:cubicBezTo>
                  <a:pt x="1565104" y="138100"/>
                  <a:pt x="1556538" y="135849"/>
                  <a:pt x="1549864" y="131346"/>
                </a:cubicBezTo>
                <a:cubicBezTo>
                  <a:pt x="1543189" y="126841"/>
                  <a:pt x="1538240" y="120713"/>
                  <a:pt x="1535018" y="112961"/>
                </a:cubicBezTo>
                <a:cubicBezTo>
                  <a:pt x="1531796" y="105208"/>
                  <a:pt x="1530184" y="96489"/>
                  <a:pt x="1530184" y="86806"/>
                </a:cubicBezTo>
                <a:cubicBezTo>
                  <a:pt x="1530184" y="76715"/>
                  <a:pt x="1531746" y="67827"/>
                  <a:pt x="1534870" y="60141"/>
                </a:cubicBezTo>
                <a:cubicBezTo>
                  <a:pt x="1537994" y="52455"/>
                  <a:pt x="1542761" y="46445"/>
                  <a:pt x="1549173" y="42111"/>
                </a:cubicBezTo>
                <a:cubicBezTo>
                  <a:pt x="1555585" y="37777"/>
                  <a:pt x="1563723" y="35610"/>
                  <a:pt x="1573587" y="35610"/>
                </a:cubicBezTo>
                <a:cubicBezTo>
                  <a:pt x="1586674" y="35610"/>
                  <a:pt x="1596933" y="39668"/>
                  <a:pt x="1604364" y="47783"/>
                </a:cubicBezTo>
                <a:cubicBezTo>
                  <a:pt x="1611795" y="55897"/>
                  <a:pt x="1615510" y="67561"/>
                  <a:pt x="1615510" y="82777"/>
                </a:cubicBezTo>
                <a:cubicBezTo>
                  <a:pt x="1615510" y="83792"/>
                  <a:pt x="1615478" y="84993"/>
                  <a:pt x="1615412" y="86380"/>
                </a:cubicBezTo>
                <a:cubicBezTo>
                  <a:pt x="1615346" y="87765"/>
                  <a:pt x="1615247" y="88762"/>
                  <a:pt x="1615116" y="89370"/>
                </a:cubicBezTo>
                <a:lnTo>
                  <a:pt x="1546658" y="89370"/>
                </a:lnTo>
                <a:cubicBezTo>
                  <a:pt x="1546724" y="95885"/>
                  <a:pt x="1547726" y="101868"/>
                  <a:pt x="1549666" y="107320"/>
                </a:cubicBezTo>
                <a:cubicBezTo>
                  <a:pt x="1551606" y="112772"/>
                  <a:pt x="1554681" y="117145"/>
                  <a:pt x="1558889" y="120437"/>
                </a:cubicBezTo>
                <a:cubicBezTo>
                  <a:pt x="1563098" y="123729"/>
                  <a:pt x="1568655" y="125375"/>
                  <a:pt x="1575560" y="125375"/>
                </a:cubicBezTo>
                <a:cubicBezTo>
                  <a:pt x="1582925" y="125375"/>
                  <a:pt x="1588680" y="123560"/>
                  <a:pt x="1592823" y="119931"/>
                </a:cubicBezTo>
                <a:cubicBezTo>
                  <a:pt x="1596966" y="116302"/>
                  <a:pt x="1599136" y="111066"/>
                  <a:pt x="1599333" y="104222"/>
                </a:cubicBezTo>
                <a:lnTo>
                  <a:pt x="1615609" y="104222"/>
                </a:lnTo>
                <a:cubicBezTo>
                  <a:pt x="1615412" y="111208"/>
                  <a:pt x="1613669" y="117227"/>
                  <a:pt x="1610381" y="122280"/>
                </a:cubicBezTo>
                <a:cubicBezTo>
                  <a:pt x="1607093" y="127334"/>
                  <a:pt x="1602490" y="131234"/>
                  <a:pt x="1596571" y="133982"/>
                </a:cubicBezTo>
                <a:cubicBezTo>
                  <a:pt x="1590652" y="136727"/>
                  <a:pt x="1583649" y="138100"/>
                  <a:pt x="1575560" y="138100"/>
                </a:cubicBezTo>
                <a:moveTo>
                  <a:pt x="1546756" y="77336"/>
                </a:moveTo>
                <a:lnTo>
                  <a:pt x="1599234" y="77336"/>
                </a:lnTo>
                <a:cubicBezTo>
                  <a:pt x="1599037" y="67914"/>
                  <a:pt x="1596703" y="60709"/>
                  <a:pt x="1592231" y="55721"/>
                </a:cubicBezTo>
                <a:cubicBezTo>
                  <a:pt x="1587759" y="50731"/>
                  <a:pt x="1581544" y="48236"/>
                  <a:pt x="1573587" y="48236"/>
                </a:cubicBezTo>
                <a:cubicBezTo>
                  <a:pt x="1565564" y="48236"/>
                  <a:pt x="1559268" y="50714"/>
                  <a:pt x="1554697" y="55668"/>
                </a:cubicBezTo>
                <a:cubicBezTo>
                  <a:pt x="1550127" y="60621"/>
                  <a:pt x="1547480" y="67844"/>
                  <a:pt x="1546756" y="77336"/>
                </a:cubicBezTo>
                <a:close/>
                <a:moveTo>
                  <a:pt x="1680072" y="136324"/>
                </a:moveTo>
                <a:lnTo>
                  <a:pt x="1680072" y="28902"/>
                </a:lnTo>
                <a:cubicBezTo>
                  <a:pt x="1678296" y="31319"/>
                  <a:pt x="1675781" y="33654"/>
                  <a:pt x="1672525" y="35906"/>
                </a:cubicBezTo>
                <a:cubicBezTo>
                  <a:pt x="1669270" y="38158"/>
                  <a:pt x="1665407" y="40166"/>
                  <a:pt x="1660935" y="41929"/>
                </a:cubicBezTo>
                <a:cubicBezTo>
                  <a:pt x="1656463" y="43693"/>
                  <a:pt x="1651465" y="44966"/>
                  <a:pt x="1645941" y="45749"/>
                </a:cubicBezTo>
                <a:lnTo>
                  <a:pt x="1645941" y="30163"/>
                </a:lnTo>
                <a:cubicBezTo>
                  <a:pt x="1651399" y="29247"/>
                  <a:pt x="1656479" y="27579"/>
                  <a:pt x="1661181" y="25160"/>
                </a:cubicBezTo>
                <a:cubicBezTo>
                  <a:pt x="1665883" y="22739"/>
                  <a:pt x="1670026" y="19959"/>
                  <a:pt x="1673610" y="16819"/>
                </a:cubicBezTo>
                <a:cubicBezTo>
                  <a:pt x="1677194" y="13678"/>
                  <a:pt x="1680006" y="10670"/>
                  <a:pt x="1682044" y="7793"/>
                </a:cubicBezTo>
                <a:lnTo>
                  <a:pt x="1697334" y="7793"/>
                </a:lnTo>
                <a:lnTo>
                  <a:pt x="1697334" y="136324"/>
                </a:lnTo>
                <a:lnTo>
                  <a:pt x="1680072" y="1363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" name="Text ,quadTree2):">
            <a:extLst xmlns:a="http://schemas.openxmlformats.org/drawingml/2006/main">
              <a:ext uri="{FF2B5EF4-FFF2-40B4-BE49-F238E27FC236}">
                <a16:creationId xmlns:a16="http://schemas.microsoft.com/office/drawing/2014/main" id="{2F7550DE-6077-49E4-9F6F-C326B181C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325" y="6408972"/>
            <a:ext cx="1108299" cy="168877"/>
          </a:xfrm>
          <a:custGeom xmlns:a="http://schemas.openxmlformats.org/drawingml/2006/main">
            <a:pathLst>
              <a:path w="1108299" h="168877">
                <a:moveTo>
                  <a:pt x="630956" y="15684"/>
                </a:moveTo>
                <a:lnTo>
                  <a:pt x="630956" y="789"/>
                </a:lnTo>
                <a:lnTo>
                  <a:pt x="537837" y="789"/>
                </a:lnTo>
                <a:lnTo>
                  <a:pt x="537837" y="15684"/>
                </a:lnTo>
                <a:lnTo>
                  <a:pt x="575618" y="15684"/>
                </a:lnTo>
                <a:lnTo>
                  <a:pt x="575618" y="133562"/>
                </a:lnTo>
                <a:lnTo>
                  <a:pt x="593275" y="133562"/>
                </a:lnTo>
                <a:lnTo>
                  <a:pt x="593275" y="15684"/>
                </a:lnTo>
                <a:lnTo>
                  <a:pt x="630956" y="15684"/>
                </a:lnTo>
                <a:close/>
                <a:moveTo>
                  <a:pt x="475028" y="135216"/>
                </a:moveTo>
                <a:lnTo>
                  <a:pt x="475895" y="135147"/>
                </a:lnTo>
                <a:lnTo>
                  <a:pt x="476753" y="135064"/>
                </a:lnTo>
                <a:lnTo>
                  <a:pt x="477601" y="134965"/>
                </a:lnTo>
                <a:lnTo>
                  <a:pt x="478439" y="134850"/>
                </a:lnTo>
                <a:lnTo>
                  <a:pt x="479267" y="134721"/>
                </a:lnTo>
                <a:lnTo>
                  <a:pt x="480085" y="134576"/>
                </a:lnTo>
                <a:lnTo>
                  <a:pt x="480893" y="134416"/>
                </a:lnTo>
                <a:lnTo>
                  <a:pt x="481692" y="134241"/>
                </a:lnTo>
                <a:lnTo>
                  <a:pt x="482480" y="134050"/>
                </a:lnTo>
                <a:lnTo>
                  <a:pt x="483258" y="133844"/>
                </a:lnTo>
                <a:lnTo>
                  <a:pt x="484027" y="133623"/>
                </a:lnTo>
                <a:lnTo>
                  <a:pt x="484785" y="133387"/>
                </a:lnTo>
                <a:lnTo>
                  <a:pt x="485534" y="133136"/>
                </a:lnTo>
                <a:lnTo>
                  <a:pt x="486272" y="132869"/>
                </a:lnTo>
                <a:lnTo>
                  <a:pt x="487001" y="132587"/>
                </a:lnTo>
                <a:lnTo>
                  <a:pt x="487720" y="132290"/>
                </a:lnTo>
                <a:lnTo>
                  <a:pt x="488429" y="131977"/>
                </a:lnTo>
                <a:lnTo>
                  <a:pt x="489128" y="131650"/>
                </a:lnTo>
                <a:lnTo>
                  <a:pt x="489816" y="131307"/>
                </a:lnTo>
                <a:lnTo>
                  <a:pt x="490495" y="130948"/>
                </a:lnTo>
                <a:lnTo>
                  <a:pt x="491164" y="130578"/>
                </a:lnTo>
                <a:lnTo>
                  <a:pt x="491823" y="130199"/>
                </a:lnTo>
                <a:lnTo>
                  <a:pt x="492471" y="129810"/>
                </a:lnTo>
                <a:lnTo>
                  <a:pt x="493110" y="129413"/>
                </a:lnTo>
                <a:lnTo>
                  <a:pt x="493737" y="129006"/>
                </a:lnTo>
                <a:lnTo>
                  <a:pt x="494355" y="128590"/>
                </a:lnTo>
                <a:lnTo>
                  <a:pt x="494962" y="128165"/>
                </a:lnTo>
                <a:lnTo>
                  <a:pt x="495559" y="127732"/>
                </a:lnTo>
                <a:lnTo>
                  <a:pt x="496146" y="127289"/>
                </a:lnTo>
                <a:lnTo>
                  <a:pt x="496722" y="126837"/>
                </a:lnTo>
                <a:lnTo>
                  <a:pt x="497288" y="126375"/>
                </a:lnTo>
                <a:lnTo>
                  <a:pt x="497844" y="125905"/>
                </a:lnTo>
                <a:lnTo>
                  <a:pt x="498390" y="125426"/>
                </a:lnTo>
                <a:lnTo>
                  <a:pt x="498925" y="124938"/>
                </a:lnTo>
                <a:lnTo>
                  <a:pt x="499450" y="124440"/>
                </a:lnTo>
                <a:lnTo>
                  <a:pt x="499965" y="123934"/>
                </a:lnTo>
                <a:lnTo>
                  <a:pt x="500470" y="123418"/>
                </a:lnTo>
                <a:lnTo>
                  <a:pt x="500964" y="122894"/>
                </a:lnTo>
                <a:lnTo>
                  <a:pt x="501448" y="122360"/>
                </a:lnTo>
                <a:lnTo>
                  <a:pt x="501922" y="121817"/>
                </a:lnTo>
                <a:lnTo>
                  <a:pt x="502385" y="121265"/>
                </a:lnTo>
                <a:lnTo>
                  <a:pt x="502838" y="120704"/>
                </a:lnTo>
                <a:lnTo>
                  <a:pt x="503281" y="120134"/>
                </a:lnTo>
                <a:lnTo>
                  <a:pt x="503714" y="119555"/>
                </a:lnTo>
                <a:lnTo>
                  <a:pt x="504601" y="133562"/>
                </a:lnTo>
                <a:lnTo>
                  <a:pt x="520187" y="133562"/>
                </a:lnTo>
                <a:lnTo>
                  <a:pt x="520187" y="789"/>
                </a:lnTo>
                <a:lnTo>
                  <a:pt x="503714" y="789"/>
                </a:lnTo>
                <a:lnTo>
                  <a:pt x="503714" y="49519"/>
                </a:lnTo>
                <a:lnTo>
                  <a:pt x="503322" y="48883"/>
                </a:lnTo>
                <a:lnTo>
                  <a:pt x="502920" y="48259"/>
                </a:lnTo>
                <a:lnTo>
                  <a:pt x="502508" y="47645"/>
                </a:lnTo>
                <a:lnTo>
                  <a:pt x="502086" y="47043"/>
                </a:lnTo>
                <a:lnTo>
                  <a:pt x="501653" y="46452"/>
                </a:lnTo>
                <a:lnTo>
                  <a:pt x="501211" y="45872"/>
                </a:lnTo>
                <a:lnTo>
                  <a:pt x="500757" y="45303"/>
                </a:lnTo>
                <a:lnTo>
                  <a:pt x="500294" y="44745"/>
                </a:lnTo>
                <a:lnTo>
                  <a:pt x="499820" y="44199"/>
                </a:lnTo>
                <a:lnTo>
                  <a:pt x="499336" y="43664"/>
                </a:lnTo>
                <a:lnTo>
                  <a:pt x="498842" y="43139"/>
                </a:lnTo>
                <a:lnTo>
                  <a:pt x="498338" y="42626"/>
                </a:lnTo>
                <a:lnTo>
                  <a:pt x="497823" y="42124"/>
                </a:lnTo>
                <a:lnTo>
                  <a:pt x="497298" y="41633"/>
                </a:lnTo>
                <a:lnTo>
                  <a:pt x="496762" y="41153"/>
                </a:lnTo>
                <a:lnTo>
                  <a:pt x="496217" y="40685"/>
                </a:lnTo>
                <a:lnTo>
                  <a:pt x="495661" y="40227"/>
                </a:lnTo>
                <a:lnTo>
                  <a:pt x="495095" y="39781"/>
                </a:lnTo>
                <a:lnTo>
                  <a:pt x="494518" y="39346"/>
                </a:lnTo>
                <a:lnTo>
                  <a:pt x="493932" y="38921"/>
                </a:lnTo>
                <a:lnTo>
                  <a:pt x="493335" y="38508"/>
                </a:lnTo>
                <a:lnTo>
                  <a:pt x="492727" y="38107"/>
                </a:lnTo>
                <a:lnTo>
                  <a:pt x="492110" y="37716"/>
                </a:lnTo>
                <a:lnTo>
                  <a:pt x="491482" y="37336"/>
                </a:lnTo>
                <a:lnTo>
                  <a:pt x="490844" y="36970"/>
                </a:lnTo>
                <a:lnTo>
                  <a:pt x="490198" y="36619"/>
                </a:lnTo>
                <a:lnTo>
                  <a:pt x="489541" y="36284"/>
                </a:lnTo>
                <a:lnTo>
                  <a:pt x="488876" y="35965"/>
                </a:lnTo>
                <a:lnTo>
                  <a:pt x="488202" y="35661"/>
                </a:lnTo>
                <a:lnTo>
                  <a:pt x="487518" y="35373"/>
                </a:lnTo>
                <a:lnTo>
                  <a:pt x="486825" y="35100"/>
                </a:lnTo>
                <a:lnTo>
                  <a:pt x="486122" y="34843"/>
                </a:lnTo>
                <a:lnTo>
                  <a:pt x="485411" y="34601"/>
                </a:lnTo>
                <a:lnTo>
                  <a:pt x="484690" y="34375"/>
                </a:lnTo>
                <a:lnTo>
                  <a:pt x="483960" y="34165"/>
                </a:lnTo>
                <a:lnTo>
                  <a:pt x="483221" y="33970"/>
                </a:lnTo>
                <a:lnTo>
                  <a:pt x="482472" y="33791"/>
                </a:lnTo>
                <a:lnTo>
                  <a:pt x="481714" y="33627"/>
                </a:lnTo>
                <a:lnTo>
                  <a:pt x="480947" y="33479"/>
                </a:lnTo>
                <a:lnTo>
                  <a:pt x="480171" y="33347"/>
                </a:lnTo>
                <a:lnTo>
                  <a:pt x="479385" y="33230"/>
                </a:lnTo>
                <a:lnTo>
                  <a:pt x="478591" y="33129"/>
                </a:lnTo>
                <a:lnTo>
                  <a:pt x="477786" y="33043"/>
                </a:lnTo>
                <a:lnTo>
                  <a:pt x="476973" y="32973"/>
                </a:lnTo>
                <a:lnTo>
                  <a:pt x="476151" y="32918"/>
                </a:lnTo>
                <a:lnTo>
                  <a:pt x="475319" y="32879"/>
                </a:lnTo>
                <a:lnTo>
                  <a:pt x="474478" y="32856"/>
                </a:lnTo>
                <a:lnTo>
                  <a:pt x="473628" y="32848"/>
                </a:lnTo>
                <a:lnTo>
                  <a:pt x="472606" y="32858"/>
                </a:lnTo>
                <a:lnTo>
                  <a:pt x="471595" y="32888"/>
                </a:lnTo>
                <a:lnTo>
                  <a:pt x="470596" y="32938"/>
                </a:lnTo>
                <a:lnTo>
                  <a:pt x="469608" y="33008"/>
                </a:lnTo>
                <a:lnTo>
                  <a:pt x="468631" y="33097"/>
                </a:lnTo>
                <a:lnTo>
                  <a:pt x="467666" y="33207"/>
                </a:lnTo>
                <a:lnTo>
                  <a:pt x="466712" y="33336"/>
                </a:lnTo>
                <a:lnTo>
                  <a:pt x="465769" y="33486"/>
                </a:lnTo>
                <a:lnTo>
                  <a:pt x="464838" y="33655"/>
                </a:lnTo>
                <a:lnTo>
                  <a:pt x="463917" y="33845"/>
                </a:lnTo>
                <a:lnTo>
                  <a:pt x="463009" y="34054"/>
                </a:lnTo>
                <a:lnTo>
                  <a:pt x="462111" y="34283"/>
                </a:lnTo>
                <a:lnTo>
                  <a:pt x="461225" y="34532"/>
                </a:lnTo>
                <a:lnTo>
                  <a:pt x="460350" y="34801"/>
                </a:lnTo>
                <a:lnTo>
                  <a:pt x="459486" y="35090"/>
                </a:lnTo>
                <a:lnTo>
                  <a:pt x="458634" y="35399"/>
                </a:lnTo>
                <a:lnTo>
                  <a:pt x="457793" y="35728"/>
                </a:lnTo>
                <a:lnTo>
                  <a:pt x="456963" y="36077"/>
                </a:lnTo>
                <a:lnTo>
                  <a:pt x="456145" y="36445"/>
                </a:lnTo>
                <a:lnTo>
                  <a:pt x="455338" y="36834"/>
                </a:lnTo>
                <a:lnTo>
                  <a:pt x="454542" y="37243"/>
                </a:lnTo>
                <a:lnTo>
                  <a:pt x="453757" y="37671"/>
                </a:lnTo>
                <a:lnTo>
                  <a:pt x="452984" y="38120"/>
                </a:lnTo>
                <a:lnTo>
                  <a:pt x="452222" y="38588"/>
                </a:lnTo>
                <a:lnTo>
                  <a:pt x="451473" y="39076"/>
                </a:lnTo>
                <a:lnTo>
                  <a:pt x="450738" y="39583"/>
                </a:lnTo>
                <a:lnTo>
                  <a:pt x="450017" y="40109"/>
                </a:lnTo>
                <a:lnTo>
                  <a:pt x="449311" y="40655"/>
                </a:lnTo>
                <a:lnTo>
                  <a:pt x="448618" y="41220"/>
                </a:lnTo>
                <a:lnTo>
                  <a:pt x="447940" y="41804"/>
                </a:lnTo>
                <a:lnTo>
                  <a:pt x="447276" y="42407"/>
                </a:lnTo>
                <a:lnTo>
                  <a:pt x="446627" y="43030"/>
                </a:lnTo>
                <a:lnTo>
                  <a:pt x="445991" y="43671"/>
                </a:lnTo>
                <a:lnTo>
                  <a:pt x="445370" y="44332"/>
                </a:lnTo>
                <a:lnTo>
                  <a:pt x="444763" y="45012"/>
                </a:lnTo>
                <a:lnTo>
                  <a:pt x="444170" y="45712"/>
                </a:lnTo>
                <a:lnTo>
                  <a:pt x="443592" y="46430"/>
                </a:lnTo>
                <a:lnTo>
                  <a:pt x="443027" y="47168"/>
                </a:lnTo>
                <a:lnTo>
                  <a:pt x="442477" y="47925"/>
                </a:lnTo>
                <a:lnTo>
                  <a:pt x="441941" y="48701"/>
                </a:lnTo>
                <a:lnTo>
                  <a:pt x="441420" y="49497"/>
                </a:lnTo>
                <a:lnTo>
                  <a:pt x="440912" y="50312"/>
                </a:lnTo>
                <a:lnTo>
                  <a:pt x="440419" y="51146"/>
                </a:lnTo>
                <a:lnTo>
                  <a:pt x="439940" y="51999"/>
                </a:lnTo>
                <a:lnTo>
                  <a:pt x="439475" y="52871"/>
                </a:lnTo>
                <a:lnTo>
                  <a:pt x="439024" y="53763"/>
                </a:lnTo>
                <a:lnTo>
                  <a:pt x="438588" y="54674"/>
                </a:lnTo>
                <a:lnTo>
                  <a:pt x="438165" y="55604"/>
                </a:lnTo>
                <a:lnTo>
                  <a:pt x="437759" y="56553"/>
                </a:lnTo>
                <a:lnTo>
                  <a:pt x="437370" y="57521"/>
                </a:lnTo>
                <a:lnTo>
                  <a:pt x="436998" y="58509"/>
                </a:lnTo>
                <a:lnTo>
                  <a:pt x="436643" y="59517"/>
                </a:lnTo>
                <a:lnTo>
                  <a:pt x="436306" y="60543"/>
                </a:lnTo>
                <a:lnTo>
                  <a:pt x="435986" y="61590"/>
                </a:lnTo>
                <a:lnTo>
                  <a:pt x="435683" y="62655"/>
                </a:lnTo>
                <a:lnTo>
                  <a:pt x="435398" y="63740"/>
                </a:lnTo>
                <a:lnTo>
                  <a:pt x="435130" y="64844"/>
                </a:lnTo>
                <a:lnTo>
                  <a:pt x="434879" y="65968"/>
                </a:lnTo>
                <a:lnTo>
                  <a:pt x="434646" y="67111"/>
                </a:lnTo>
                <a:lnTo>
                  <a:pt x="434429" y="68274"/>
                </a:lnTo>
                <a:lnTo>
                  <a:pt x="434230" y="69456"/>
                </a:lnTo>
                <a:lnTo>
                  <a:pt x="434049" y="70657"/>
                </a:lnTo>
                <a:lnTo>
                  <a:pt x="433885" y="71878"/>
                </a:lnTo>
                <a:lnTo>
                  <a:pt x="433737" y="73118"/>
                </a:lnTo>
                <a:lnTo>
                  <a:pt x="433608" y="74378"/>
                </a:lnTo>
                <a:lnTo>
                  <a:pt x="433495" y="75657"/>
                </a:lnTo>
                <a:lnTo>
                  <a:pt x="433400" y="76955"/>
                </a:lnTo>
                <a:lnTo>
                  <a:pt x="433322" y="78273"/>
                </a:lnTo>
                <a:lnTo>
                  <a:pt x="433262" y="79610"/>
                </a:lnTo>
                <a:lnTo>
                  <a:pt x="433219" y="80967"/>
                </a:lnTo>
                <a:lnTo>
                  <a:pt x="433193" y="82343"/>
                </a:lnTo>
                <a:lnTo>
                  <a:pt x="433184" y="83739"/>
                </a:lnTo>
                <a:lnTo>
                  <a:pt x="433192" y="85143"/>
                </a:lnTo>
                <a:lnTo>
                  <a:pt x="433217" y="86528"/>
                </a:lnTo>
                <a:lnTo>
                  <a:pt x="433257" y="87894"/>
                </a:lnTo>
                <a:lnTo>
                  <a:pt x="433314" y="89242"/>
                </a:lnTo>
                <a:lnTo>
                  <a:pt x="433387" y="90571"/>
                </a:lnTo>
                <a:lnTo>
                  <a:pt x="433477" y="91881"/>
                </a:lnTo>
                <a:lnTo>
                  <a:pt x="433583" y="93172"/>
                </a:lnTo>
                <a:lnTo>
                  <a:pt x="433705" y="94444"/>
                </a:lnTo>
                <a:lnTo>
                  <a:pt x="433843" y="95697"/>
                </a:lnTo>
                <a:lnTo>
                  <a:pt x="433997" y="96931"/>
                </a:lnTo>
                <a:lnTo>
                  <a:pt x="434168" y="98147"/>
                </a:lnTo>
                <a:lnTo>
                  <a:pt x="434355" y="99343"/>
                </a:lnTo>
                <a:lnTo>
                  <a:pt x="434559" y="100521"/>
                </a:lnTo>
                <a:lnTo>
                  <a:pt x="434778" y="101680"/>
                </a:lnTo>
                <a:lnTo>
                  <a:pt x="435014" y="102820"/>
                </a:lnTo>
                <a:lnTo>
                  <a:pt x="435266" y="103941"/>
                </a:lnTo>
                <a:lnTo>
                  <a:pt x="435535" y="105043"/>
                </a:lnTo>
                <a:lnTo>
                  <a:pt x="435820" y="106127"/>
                </a:lnTo>
                <a:lnTo>
                  <a:pt x="436121" y="107191"/>
                </a:lnTo>
                <a:lnTo>
                  <a:pt x="436438" y="108237"/>
                </a:lnTo>
                <a:lnTo>
                  <a:pt x="436771" y="109264"/>
                </a:lnTo>
                <a:lnTo>
                  <a:pt x="437121" y="110272"/>
                </a:lnTo>
                <a:lnTo>
                  <a:pt x="437487" y="111261"/>
                </a:lnTo>
                <a:lnTo>
                  <a:pt x="437870" y="112231"/>
                </a:lnTo>
                <a:lnTo>
                  <a:pt x="438267" y="113182"/>
                </a:lnTo>
                <a:lnTo>
                  <a:pt x="438678" y="114113"/>
                </a:lnTo>
                <a:lnTo>
                  <a:pt x="439102" y="115023"/>
                </a:lnTo>
                <a:lnTo>
                  <a:pt x="439540" y="115914"/>
                </a:lnTo>
                <a:lnTo>
                  <a:pt x="439991" y="116785"/>
                </a:lnTo>
                <a:lnTo>
                  <a:pt x="440456" y="117637"/>
                </a:lnTo>
                <a:lnTo>
                  <a:pt x="440934" y="118468"/>
                </a:lnTo>
                <a:lnTo>
                  <a:pt x="441426" y="119279"/>
                </a:lnTo>
                <a:lnTo>
                  <a:pt x="441932" y="120070"/>
                </a:lnTo>
                <a:lnTo>
                  <a:pt x="442451" y="120842"/>
                </a:lnTo>
                <a:lnTo>
                  <a:pt x="442983" y="121593"/>
                </a:lnTo>
                <a:lnTo>
                  <a:pt x="443529" y="122325"/>
                </a:lnTo>
                <a:lnTo>
                  <a:pt x="444089" y="123036"/>
                </a:lnTo>
                <a:lnTo>
                  <a:pt x="444662" y="123728"/>
                </a:lnTo>
                <a:lnTo>
                  <a:pt x="445248" y="124400"/>
                </a:lnTo>
                <a:lnTo>
                  <a:pt x="445849" y="125052"/>
                </a:lnTo>
                <a:lnTo>
                  <a:pt x="446462" y="125684"/>
                </a:lnTo>
                <a:lnTo>
                  <a:pt x="447090" y="126296"/>
                </a:lnTo>
                <a:lnTo>
                  <a:pt x="447730" y="126888"/>
                </a:lnTo>
                <a:lnTo>
                  <a:pt x="448385" y="127460"/>
                </a:lnTo>
                <a:lnTo>
                  <a:pt x="449052" y="128012"/>
                </a:lnTo>
                <a:lnTo>
                  <a:pt x="449734" y="128544"/>
                </a:lnTo>
                <a:lnTo>
                  <a:pt x="450429" y="129057"/>
                </a:lnTo>
                <a:lnTo>
                  <a:pt x="451137" y="129549"/>
                </a:lnTo>
                <a:lnTo>
                  <a:pt x="451858" y="130021"/>
                </a:lnTo>
                <a:lnTo>
                  <a:pt x="452589" y="130474"/>
                </a:lnTo>
                <a:lnTo>
                  <a:pt x="453332" y="130906"/>
                </a:lnTo>
                <a:lnTo>
                  <a:pt x="454085" y="131318"/>
                </a:lnTo>
                <a:lnTo>
                  <a:pt x="454850" y="131710"/>
                </a:lnTo>
                <a:lnTo>
                  <a:pt x="455625" y="132082"/>
                </a:lnTo>
                <a:lnTo>
                  <a:pt x="456412" y="132433"/>
                </a:lnTo>
                <a:lnTo>
                  <a:pt x="457209" y="132765"/>
                </a:lnTo>
                <a:lnTo>
                  <a:pt x="458017" y="133077"/>
                </a:lnTo>
                <a:lnTo>
                  <a:pt x="458837" y="133368"/>
                </a:lnTo>
                <a:lnTo>
                  <a:pt x="459667" y="133639"/>
                </a:lnTo>
                <a:lnTo>
                  <a:pt x="460508" y="133891"/>
                </a:lnTo>
                <a:lnTo>
                  <a:pt x="461360" y="134122"/>
                </a:lnTo>
                <a:lnTo>
                  <a:pt x="462223" y="134333"/>
                </a:lnTo>
                <a:lnTo>
                  <a:pt x="463097" y="134524"/>
                </a:lnTo>
                <a:lnTo>
                  <a:pt x="463982" y="134695"/>
                </a:lnTo>
                <a:lnTo>
                  <a:pt x="464878" y="134846"/>
                </a:lnTo>
                <a:lnTo>
                  <a:pt x="465785" y="134976"/>
                </a:lnTo>
                <a:lnTo>
                  <a:pt x="466703" y="135087"/>
                </a:lnTo>
                <a:lnTo>
                  <a:pt x="467632" y="135177"/>
                </a:lnTo>
                <a:lnTo>
                  <a:pt x="468572" y="135248"/>
                </a:lnTo>
                <a:lnTo>
                  <a:pt x="469523" y="135298"/>
                </a:lnTo>
                <a:lnTo>
                  <a:pt x="470485" y="135328"/>
                </a:lnTo>
                <a:lnTo>
                  <a:pt x="471457" y="135338"/>
                </a:lnTo>
                <a:lnTo>
                  <a:pt x="472365" y="135330"/>
                </a:lnTo>
                <a:lnTo>
                  <a:pt x="473262" y="135308"/>
                </a:lnTo>
                <a:lnTo>
                  <a:pt x="474150" y="135269"/>
                </a:lnTo>
                <a:lnTo>
                  <a:pt x="475028" y="135216"/>
                </a:lnTo>
                <a:close/>
                <a:moveTo>
                  <a:pt x="470930" y="121553"/>
                </a:moveTo>
                <a:lnTo>
                  <a:pt x="470011" y="121401"/>
                </a:lnTo>
                <a:lnTo>
                  <a:pt x="469112" y="121214"/>
                </a:lnTo>
                <a:lnTo>
                  <a:pt x="468233" y="120994"/>
                </a:lnTo>
                <a:lnTo>
                  <a:pt x="467375" y="120740"/>
                </a:lnTo>
                <a:lnTo>
                  <a:pt x="466537" y="120452"/>
                </a:lnTo>
                <a:lnTo>
                  <a:pt x="465719" y="120131"/>
                </a:lnTo>
                <a:lnTo>
                  <a:pt x="464922" y="119775"/>
                </a:lnTo>
                <a:lnTo>
                  <a:pt x="464146" y="119386"/>
                </a:lnTo>
                <a:lnTo>
                  <a:pt x="463389" y="118962"/>
                </a:lnTo>
                <a:lnTo>
                  <a:pt x="462653" y="118505"/>
                </a:lnTo>
                <a:lnTo>
                  <a:pt x="461938" y="118014"/>
                </a:lnTo>
                <a:lnTo>
                  <a:pt x="461242" y="117489"/>
                </a:lnTo>
                <a:lnTo>
                  <a:pt x="460568" y="116930"/>
                </a:lnTo>
                <a:lnTo>
                  <a:pt x="459913" y="116338"/>
                </a:lnTo>
                <a:lnTo>
                  <a:pt x="459279" y="115711"/>
                </a:lnTo>
                <a:lnTo>
                  <a:pt x="458665" y="115051"/>
                </a:lnTo>
                <a:lnTo>
                  <a:pt x="458072" y="114357"/>
                </a:lnTo>
                <a:lnTo>
                  <a:pt x="457499" y="113628"/>
                </a:lnTo>
                <a:lnTo>
                  <a:pt x="456947" y="112866"/>
                </a:lnTo>
                <a:lnTo>
                  <a:pt x="456414" y="112071"/>
                </a:lnTo>
                <a:lnTo>
                  <a:pt x="455903" y="111243"/>
                </a:lnTo>
                <a:lnTo>
                  <a:pt x="455414" y="110384"/>
                </a:lnTo>
                <a:lnTo>
                  <a:pt x="454946" y="109494"/>
                </a:lnTo>
                <a:lnTo>
                  <a:pt x="454500" y="108574"/>
                </a:lnTo>
                <a:lnTo>
                  <a:pt x="454076" y="107624"/>
                </a:lnTo>
                <a:lnTo>
                  <a:pt x="453674" y="106642"/>
                </a:lnTo>
                <a:lnTo>
                  <a:pt x="453293" y="105630"/>
                </a:lnTo>
                <a:lnTo>
                  <a:pt x="452934" y="104587"/>
                </a:lnTo>
                <a:lnTo>
                  <a:pt x="452597" y="103514"/>
                </a:lnTo>
                <a:lnTo>
                  <a:pt x="452282" y="102410"/>
                </a:lnTo>
                <a:lnTo>
                  <a:pt x="451988" y="101275"/>
                </a:lnTo>
                <a:lnTo>
                  <a:pt x="451717" y="100110"/>
                </a:lnTo>
                <a:lnTo>
                  <a:pt x="451466" y="98914"/>
                </a:lnTo>
                <a:lnTo>
                  <a:pt x="451238" y="97688"/>
                </a:lnTo>
                <a:lnTo>
                  <a:pt x="451031" y="96430"/>
                </a:lnTo>
                <a:lnTo>
                  <a:pt x="450847" y="95142"/>
                </a:lnTo>
                <a:lnTo>
                  <a:pt x="450683" y="93824"/>
                </a:lnTo>
                <a:lnTo>
                  <a:pt x="450542" y="92475"/>
                </a:lnTo>
                <a:lnTo>
                  <a:pt x="450422" y="91095"/>
                </a:lnTo>
                <a:lnTo>
                  <a:pt x="450325" y="89684"/>
                </a:lnTo>
                <a:lnTo>
                  <a:pt x="450248" y="88243"/>
                </a:lnTo>
                <a:lnTo>
                  <a:pt x="450194" y="86771"/>
                </a:lnTo>
                <a:lnTo>
                  <a:pt x="450161" y="85269"/>
                </a:lnTo>
                <a:lnTo>
                  <a:pt x="450151" y="83735"/>
                </a:lnTo>
                <a:lnTo>
                  <a:pt x="450162" y="82253"/>
                </a:lnTo>
                <a:lnTo>
                  <a:pt x="450197" y="80798"/>
                </a:lnTo>
                <a:lnTo>
                  <a:pt x="450255" y="79372"/>
                </a:lnTo>
                <a:lnTo>
                  <a:pt x="450336" y="77975"/>
                </a:lnTo>
                <a:lnTo>
                  <a:pt x="450440" y="76606"/>
                </a:lnTo>
                <a:lnTo>
                  <a:pt x="450567" y="75266"/>
                </a:lnTo>
                <a:lnTo>
                  <a:pt x="450717" y="73954"/>
                </a:lnTo>
                <a:lnTo>
                  <a:pt x="450890" y="72671"/>
                </a:lnTo>
                <a:lnTo>
                  <a:pt x="451087" y="71416"/>
                </a:lnTo>
                <a:lnTo>
                  <a:pt x="451307" y="70190"/>
                </a:lnTo>
                <a:lnTo>
                  <a:pt x="451549" y="68992"/>
                </a:lnTo>
                <a:lnTo>
                  <a:pt x="451815" y="67823"/>
                </a:lnTo>
                <a:lnTo>
                  <a:pt x="452104" y="66682"/>
                </a:lnTo>
                <a:lnTo>
                  <a:pt x="452416" y="65570"/>
                </a:lnTo>
                <a:lnTo>
                  <a:pt x="452751" y="64487"/>
                </a:lnTo>
                <a:lnTo>
                  <a:pt x="453110" y="63431"/>
                </a:lnTo>
                <a:lnTo>
                  <a:pt x="453491" y="62405"/>
                </a:lnTo>
                <a:lnTo>
                  <a:pt x="453896" y="61407"/>
                </a:lnTo>
                <a:lnTo>
                  <a:pt x="454324" y="60437"/>
                </a:lnTo>
                <a:lnTo>
                  <a:pt x="454774" y="59496"/>
                </a:lnTo>
                <a:lnTo>
                  <a:pt x="455248" y="58583"/>
                </a:lnTo>
                <a:lnTo>
                  <a:pt x="455745" y="57699"/>
                </a:lnTo>
                <a:lnTo>
                  <a:pt x="456266" y="56844"/>
                </a:lnTo>
                <a:lnTo>
                  <a:pt x="456809" y="56017"/>
                </a:lnTo>
                <a:lnTo>
                  <a:pt x="457375" y="55221"/>
                </a:lnTo>
                <a:lnTo>
                  <a:pt x="457964" y="54459"/>
                </a:lnTo>
                <a:lnTo>
                  <a:pt x="458575" y="53731"/>
                </a:lnTo>
                <a:lnTo>
                  <a:pt x="459208" y="53037"/>
                </a:lnTo>
                <a:lnTo>
                  <a:pt x="459864" y="52376"/>
                </a:lnTo>
                <a:lnTo>
                  <a:pt x="460542" y="51750"/>
                </a:lnTo>
                <a:lnTo>
                  <a:pt x="461243" y="51157"/>
                </a:lnTo>
                <a:lnTo>
                  <a:pt x="461966" y="50598"/>
                </a:lnTo>
                <a:lnTo>
                  <a:pt x="462711" y="50073"/>
                </a:lnTo>
                <a:lnTo>
                  <a:pt x="463479" y="49582"/>
                </a:lnTo>
                <a:lnTo>
                  <a:pt x="464270" y="49125"/>
                </a:lnTo>
                <a:lnTo>
                  <a:pt x="465083" y="48702"/>
                </a:lnTo>
                <a:lnTo>
                  <a:pt x="465918" y="48312"/>
                </a:lnTo>
                <a:lnTo>
                  <a:pt x="466776" y="47957"/>
                </a:lnTo>
                <a:lnTo>
                  <a:pt x="467656" y="47635"/>
                </a:lnTo>
                <a:lnTo>
                  <a:pt x="468558" y="47347"/>
                </a:lnTo>
                <a:lnTo>
                  <a:pt x="469483" y="47093"/>
                </a:lnTo>
                <a:lnTo>
                  <a:pt x="470431" y="46873"/>
                </a:lnTo>
                <a:lnTo>
                  <a:pt x="471401" y="46687"/>
                </a:lnTo>
                <a:lnTo>
                  <a:pt x="472393" y="46534"/>
                </a:lnTo>
                <a:lnTo>
                  <a:pt x="473408" y="46416"/>
                </a:lnTo>
                <a:lnTo>
                  <a:pt x="474445" y="46331"/>
                </a:lnTo>
                <a:lnTo>
                  <a:pt x="475505" y="46280"/>
                </a:lnTo>
                <a:lnTo>
                  <a:pt x="476587" y="46264"/>
                </a:lnTo>
                <a:lnTo>
                  <a:pt x="477411" y="46273"/>
                </a:lnTo>
                <a:lnTo>
                  <a:pt x="478224" y="46302"/>
                </a:lnTo>
                <a:lnTo>
                  <a:pt x="479024" y="46349"/>
                </a:lnTo>
                <a:lnTo>
                  <a:pt x="479813" y="46416"/>
                </a:lnTo>
                <a:lnTo>
                  <a:pt x="480590" y="46502"/>
                </a:lnTo>
                <a:lnTo>
                  <a:pt x="481356" y="46607"/>
                </a:lnTo>
                <a:lnTo>
                  <a:pt x="482109" y="46731"/>
                </a:lnTo>
                <a:lnTo>
                  <a:pt x="482851" y="46874"/>
                </a:lnTo>
                <a:lnTo>
                  <a:pt x="483580" y="47036"/>
                </a:lnTo>
                <a:lnTo>
                  <a:pt x="484298" y="47217"/>
                </a:lnTo>
                <a:lnTo>
                  <a:pt x="485005" y="47417"/>
                </a:lnTo>
                <a:lnTo>
                  <a:pt x="485699" y="47637"/>
                </a:lnTo>
                <a:lnTo>
                  <a:pt x="486382" y="47875"/>
                </a:lnTo>
                <a:lnTo>
                  <a:pt x="487052" y="48133"/>
                </a:lnTo>
                <a:lnTo>
                  <a:pt x="487711" y="48409"/>
                </a:lnTo>
                <a:lnTo>
                  <a:pt x="488358" y="48705"/>
                </a:lnTo>
                <a:lnTo>
                  <a:pt x="488993" y="49020"/>
                </a:lnTo>
                <a:lnTo>
                  <a:pt x="489617" y="49353"/>
                </a:lnTo>
                <a:lnTo>
                  <a:pt x="490229" y="49706"/>
                </a:lnTo>
                <a:lnTo>
                  <a:pt x="490828" y="50078"/>
                </a:lnTo>
                <a:lnTo>
                  <a:pt x="491416" y="50469"/>
                </a:lnTo>
                <a:lnTo>
                  <a:pt x="491993" y="50879"/>
                </a:lnTo>
                <a:lnTo>
                  <a:pt x="492557" y="51308"/>
                </a:lnTo>
                <a:lnTo>
                  <a:pt x="493110" y="51757"/>
                </a:lnTo>
                <a:lnTo>
                  <a:pt x="493652" y="52220"/>
                </a:lnTo>
                <a:lnTo>
                  <a:pt x="494185" y="52693"/>
                </a:lnTo>
                <a:lnTo>
                  <a:pt x="494710" y="53176"/>
                </a:lnTo>
                <a:lnTo>
                  <a:pt x="495226" y="53669"/>
                </a:lnTo>
                <a:lnTo>
                  <a:pt x="495734" y="54172"/>
                </a:lnTo>
                <a:lnTo>
                  <a:pt x="496232" y="54686"/>
                </a:lnTo>
                <a:lnTo>
                  <a:pt x="496722" y="55210"/>
                </a:lnTo>
                <a:lnTo>
                  <a:pt x="497203" y="55744"/>
                </a:lnTo>
                <a:lnTo>
                  <a:pt x="497676" y="56288"/>
                </a:lnTo>
                <a:lnTo>
                  <a:pt x="498139" y="56842"/>
                </a:lnTo>
                <a:lnTo>
                  <a:pt x="498594" y="57407"/>
                </a:lnTo>
                <a:lnTo>
                  <a:pt x="499040" y="57981"/>
                </a:lnTo>
                <a:lnTo>
                  <a:pt x="499478" y="58566"/>
                </a:lnTo>
                <a:lnTo>
                  <a:pt x="499907" y="59161"/>
                </a:lnTo>
                <a:lnTo>
                  <a:pt x="500327" y="59766"/>
                </a:lnTo>
                <a:lnTo>
                  <a:pt x="500738" y="60381"/>
                </a:lnTo>
                <a:lnTo>
                  <a:pt x="501140" y="61006"/>
                </a:lnTo>
                <a:lnTo>
                  <a:pt x="501534" y="61642"/>
                </a:lnTo>
                <a:lnTo>
                  <a:pt x="501919" y="62288"/>
                </a:lnTo>
                <a:lnTo>
                  <a:pt x="502296" y="62943"/>
                </a:lnTo>
                <a:lnTo>
                  <a:pt x="502663" y="63609"/>
                </a:lnTo>
                <a:lnTo>
                  <a:pt x="503022" y="64286"/>
                </a:lnTo>
                <a:lnTo>
                  <a:pt x="503372" y="64972"/>
                </a:lnTo>
                <a:lnTo>
                  <a:pt x="503714" y="65668"/>
                </a:lnTo>
                <a:lnTo>
                  <a:pt x="503714" y="104167"/>
                </a:lnTo>
                <a:lnTo>
                  <a:pt x="503347" y="104770"/>
                </a:lnTo>
                <a:lnTo>
                  <a:pt x="502972" y="105367"/>
                </a:lnTo>
                <a:lnTo>
                  <a:pt x="502587" y="105956"/>
                </a:lnTo>
                <a:lnTo>
                  <a:pt x="502193" y="106538"/>
                </a:lnTo>
                <a:lnTo>
                  <a:pt x="501790" y="107112"/>
                </a:lnTo>
                <a:lnTo>
                  <a:pt x="501377" y="107679"/>
                </a:lnTo>
                <a:lnTo>
                  <a:pt x="500955" y="108239"/>
                </a:lnTo>
                <a:lnTo>
                  <a:pt x="500524" y="108791"/>
                </a:lnTo>
                <a:lnTo>
                  <a:pt x="500084" y="109337"/>
                </a:lnTo>
                <a:lnTo>
                  <a:pt x="499634" y="109875"/>
                </a:lnTo>
                <a:lnTo>
                  <a:pt x="499176" y="110405"/>
                </a:lnTo>
                <a:lnTo>
                  <a:pt x="498708" y="110929"/>
                </a:lnTo>
                <a:lnTo>
                  <a:pt x="498230" y="111445"/>
                </a:lnTo>
                <a:lnTo>
                  <a:pt x="497744" y="111953"/>
                </a:lnTo>
                <a:lnTo>
                  <a:pt x="497248" y="112455"/>
                </a:lnTo>
                <a:lnTo>
                  <a:pt x="496743" y="112949"/>
                </a:lnTo>
                <a:lnTo>
                  <a:pt x="496229" y="113436"/>
                </a:lnTo>
                <a:lnTo>
                  <a:pt x="495705" y="113915"/>
                </a:lnTo>
                <a:lnTo>
                  <a:pt x="495172" y="114387"/>
                </a:lnTo>
                <a:lnTo>
                  <a:pt x="494630" y="114852"/>
                </a:lnTo>
                <a:lnTo>
                  <a:pt x="494079" y="115310"/>
                </a:lnTo>
                <a:lnTo>
                  <a:pt x="493518" y="115760"/>
                </a:lnTo>
                <a:lnTo>
                  <a:pt x="492949" y="116203"/>
                </a:lnTo>
                <a:lnTo>
                  <a:pt x="492370" y="116639"/>
                </a:lnTo>
                <a:lnTo>
                  <a:pt x="491780" y="117062"/>
                </a:lnTo>
                <a:lnTo>
                  <a:pt x="491178" y="117467"/>
                </a:lnTo>
                <a:lnTo>
                  <a:pt x="490563" y="117854"/>
                </a:lnTo>
                <a:lnTo>
                  <a:pt x="489937" y="118223"/>
                </a:lnTo>
                <a:lnTo>
                  <a:pt x="489297" y="118574"/>
                </a:lnTo>
                <a:lnTo>
                  <a:pt x="488646" y="118907"/>
                </a:lnTo>
                <a:lnTo>
                  <a:pt x="487982" y="119222"/>
                </a:lnTo>
                <a:lnTo>
                  <a:pt x="487306" y="119520"/>
                </a:lnTo>
                <a:lnTo>
                  <a:pt x="486618" y="119799"/>
                </a:lnTo>
                <a:lnTo>
                  <a:pt x="485917" y="120060"/>
                </a:lnTo>
                <a:lnTo>
                  <a:pt x="485204" y="120303"/>
                </a:lnTo>
                <a:lnTo>
                  <a:pt x="484478" y="120528"/>
                </a:lnTo>
                <a:lnTo>
                  <a:pt x="483741" y="120735"/>
                </a:lnTo>
                <a:lnTo>
                  <a:pt x="482990" y="120924"/>
                </a:lnTo>
                <a:lnTo>
                  <a:pt x="482228" y="121095"/>
                </a:lnTo>
                <a:lnTo>
                  <a:pt x="481453" y="121248"/>
                </a:lnTo>
                <a:lnTo>
                  <a:pt x="480666" y="121383"/>
                </a:lnTo>
                <a:lnTo>
                  <a:pt x="479867" y="121500"/>
                </a:lnTo>
                <a:lnTo>
                  <a:pt x="479055" y="121599"/>
                </a:lnTo>
                <a:lnTo>
                  <a:pt x="478231" y="121680"/>
                </a:lnTo>
                <a:lnTo>
                  <a:pt x="477394" y="121743"/>
                </a:lnTo>
                <a:lnTo>
                  <a:pt x="476546" y="121788"/>
                </a:lnTo>
                <a:lnTo>
                  <a:pt x="475685" y="121815"/>
                </a:lnTo>
                <a:lnTo>
                  <a:pt x="474811" y="121824"/>
                </a:lnTo>
                <a:lnTo>
                  <a:pt x="473810" y="121807"/>
                </a:lnTo>
                <a:lnTo>
                  <a:pt x="472830" y="121756"/>
                </a:lnTo>
                <a:lnTo>
                  <a:pt x="471870" y="121672"/>
                </a:lnTo>
                <a:lnTo>
                  <a:pt x="470930" y="121553"/>
                </a:lnTo>
                <a:close/>
                <a:moveTo>
                  <a:pt x="359895" y="135213"/>
                </a:moveTo>
                <a:lnTo>
                  <a:pt x="360820" y="135143"/>
                </a:lnTo>
                <a:lnTo>
                  <a:pt x="361734" y="135057"/>
                </a:lnTo>
                <a:lnTo>
                  <a:pt x="362639" y="134956"/>
                </a:lnTo>
                <a:lnTo>
                  <a:pt x="363533" y="134839"/>
                </a:lnTo>
                <a:lnTo>
                  <a:pt x="364417" y="134707"/>
                </a:lnTo>
                <a:lnTo>
                  <a:pt x="365291" y="134559"/>
                </a:lnTo>
                <a:lnTo>
                  <a:pt x="366155" y="134395"/>
                </a:lnTo>
                <a:lnTo>
                  <a:pt x="367009" y="134216"/>
                </a:lnTo>
                <a:lnTo>
                  <a:pt x="367852" y="134021"/>
                </a:lnTo>
                <a:lnTo>
                  <a:pt x="368686" y="133811"/>
                </a:lnTo>
                <a:lnTo>
                  <a:pt x="369509" y="133585"/>
                </a:lnTo>
                <a:lnTo>
                  <a:pt x="370323" y="133343"/>
                </a:lnTo>
                <a:lnTo>
                  <a:pt x="371126" y="133086"/>
                </a:lnTo>
                <a:lnTo>
                  <a:pt x="371919" y="132813"/>
                </a:lnTo>
                <a:lnTo>
                  <a:pt x="372702" y="132525"/>
                </a:lnTo>
                <a:lnTo>
                  <a:pt x="373475" y="132221"/>
                </a:lnTo>
                <a:lnTo>
                  <a:pt x="374238" y="131902"/>
                </a:lnTo>
                <a:lnTo>
                  <a:pt x="374991" y="131567"/>
                </a:lnTo>
                <a:lnTo>
                  <a:pt x="375733" y="131216"/>
                </a:lnTo>
                <a:lnTo>
                  <a:pt x="376466" y="130850"/>
                </a:lnTo>
                <a:lnTo>
                  <a:pt x="377190" y="130471"/>
                </a:lnTo>
                <a:lnTo>
                  <a:pt x="377906" y="130082"/>
                </a:lnTo>
                <a:lnTo>
                  <a:pt x="378615" y="129682"/>
                </a:lnTo>
                <a:lnTo>
                  <a:pt x="379317" y="129273"/>
                </a:lnTo>
                <a:lnTo>
                  <a:pt x="380011" y="128853"/>
                </a:lnTo>
                <a:lnTo>
                  <a:pt x="380698" y="128424"/>
                </a:lnTo>
                <a:lnTo>
                  <a:pt x="381378" y="127984"/>
                </a:lnTo>
                <a:lnTo>
                  <a:pt x="382050" y="127534"/>
                </a:lnTo>
                <a:lnTo>
                  <a:pt x="382715" y="127074"/>
                </a:lnTo>
                <a:lnTo>
                  <a:pt x="383373" y="126604"/>
                </a:lnTo>
                <a:lnTo>
                  <a:pt x="384023" y="126124"/>
                </a:lnTo>
                <a:lnTo>
                  <a:pt x="384666" y="125634"/>
                </a:lnTo>
                <a:lnTo>
                  <a:pt x="385301" y="125134"/>
                </a:lnTo>
                <a:lnTo>
                  <a:pt x="385929" y="124623"/>
                </a:lnTo>
                <a:lnTo>
                  <a:pt x="386550" y="124103"/>
                </a:lnTo>
                <a:lnTo>
                  <a:pt x="387163" y="123572"/>
                </a:lnTo>
                <a:lnTo>
                  <a:pt x="387769" y="123031"/>
                </a:lnTo>
                <a:lnTo>
                  <a:pt x="388368" y="122481"/>
                </a:lnTo>
                <a:lnTo>
                  <a:pt x="388959" y="121920"/>
                </a:lnTo>
                <a:lnTo>
                  <a:pt x="389543" y="121349"/>
                </a:lnTo>
                <a:lnTo>
                  <a:pt x="390119" y="120767"/>
                </a:lnTo>
                <a:lnTo>
                  <a:pt x="390689" y="120176"/>
                </a:lnTo>
                <a:lnTo>
                  <a:pt x="391250" y="119575"/>
                </a:lnTo>
                <a:lnTo>
                  <a:pt x="391805" y="118963"/>
                </a:lnTo>
                <a:lnTo>
                  <a:pt x="392495" y="133562"/>
                </a:lnTo>
                <a:lnTo>
                  <a:pt x="407884" y="133562"/>
                </a:lnTo>
                <a:lnTo>
                  <a:pt x="407884" y="67401"/>
                </a:lnTo>
                <a:lnTo>
                  <a:pt x="407878" y="66519"/>
                </a:lnTo>
                <a:lnTo>
                  <a:pt x="407862" y="65650"/>
                </a:lnTo>
                <a:lnTo>
                  <a:pt x="407834" y="64795"/>
                </a:lnTo>
                <a:lnTo>
                  <a:pt x="407796" y="63953"/>
                </a:lnTo>
                <a:lnTo>
                  <a:pt x="407747" y="63125"/>
                </a:lnTo>
                <a:lnTo>
                  <a:pt x="407686" y="62311"/>
                </a:lnTo>
                <a:lnTo>
                  <a:pt x="407615" y="61510"/>
                </a:lnTo>
                <a:lnTo>
                  <a:pt x="407533" y="60723"/>
                </a:lnTo>
                <a:lnTo>
                  <a:pt x="407440" y="59949"/>
                </a:lnTo>
                <a:lnTo>
                  <a:pt x="407336" y="59189"/>
                </a:lnTo>
                <a:lnTo>
                  <a:pt x="407221" y="58443"/>
                </a:lnTo>
                <a:lnTo>
                  <a:pt x="407095" y="57710"/>
                </a:lnTo>
                <a:lnTo>
                  <a:pt x="406958" y="56991"/>
                </a:lnTo>
                <a:lnTo>
                  <a:pt x="406810" y="56285"/>
                </a:lnTo>
                <a:lnTo>
                  <a:pt x="406651" y="55593"/>
                </a:lnTo>
                <a:lnTo>
                  <a:pt x="406481" y="54914"/>
                </a:lnTo>
                <a:lnTo>
                  <a:pt x="406300" y="54249"/>
                </a:lnTo>
                <a:lnTo>
                  <a:pt x="406108" y="53598"/>
                </a:lnTo>
                <a:lnTo>
                  <a:pt x="405905" y="52960"/>
                </a:lnTo>
                <a:lnTo>
                  <a:pt x="405692" y="52336"/>
                </a:lnTo>
                <a:lnTo>
                  <a:pt x="405467" y="51725"/>
                </a:lnTo>
                <a:lnTo>
                  <a:pt x="405231" y="51128"/>
                </a:lnTo>
                <a:lnTo>
                  <a:pt x="404985" y="50545"/>
                </a:lnTo>
                <a:lnTo>
                  <a:pt x="404727" y="49975"/>
                </a:lnTo>
                <a:lnTo>
                  <a:pt x="404460" y="49417"/>
                </a:lnTo>
                <a:lnTo>
                  <a:pt x="404186" y="48869"/>
                </a:lnTo>
                <a:lnTo>
                  <a:pt x="403903" y="48332"/>
                </a:lnTo>
                <a:lnTo>
                  <a:pt x="403613" y="47805"/>
                </a:lnTo>
                <a:lnTo>
                  <a:pt x="403316" y="47288"/>
                </a:lnTo>
                <a:lnTo>
                  <a:pt x="403010" y="46782"/>
                </a:lnTo>
                <a:lnTo>
                  <a:pt x="402697" y="46287"/>
                </a:lnTo>
                <a:lnTo>
                  <a:pt x="402376" y="45801"/>
                </a:lnTo>
                <a:lnTo>
                  <a:pt x="402048" y="45327"/>
                </a:lnTo>
                <a:lnTo>
                  <a:pt x="401711" y="44862"/>
                </a:lnTo>
                <a:lnTo>
                  <a:pt x="401367" y="44408"/>
                </a:lnTo>
                <a:lnTo>
                  <a:pt x="401016" y="43965"/>
                </a:lnTo>
                <a:lnTo>
                  <a:pt x="400656" y="43531"/>
                </a:lnTo>
                <a:lnTo>
                  <a:pt x="400289" y="43109"/>
                </a:lnTo>
                <a:lnTo>
                  <a:pt x="399914" y="42696"/>
                </a:lnTo>
                <a:lnTo>
                  <a:pt x="399532" y="42294"/>
                </a:lnTo>
                <a:lnTo>
                  <a:pt x="399142" y="41903"/>
                </a:lnTo>
                <a:lnTo>
                  <a:pt x="398744" y="41522"/>
                </a:lnTo>
                <a:lnTo>
                  <a:pt x="398338" y="41151"/>
                </a:lnTo>
                <a:lnTo>
                  <a:pt x="397925" y="40791"/>
                </a:lnTo>
                <a:lnTo>
                  <a:pt x="397504" y="40441"/>
                </a:lnTo>
                <a:lnTo>
                  <a:pt x="397075" y="40102"/>
                </a:lnTo>
                <a:lnTo>
                  <a:pt x="396639" y="39773"/>
                </a:lnTo>
                <a:lnTo>
                  <a:pt x="396194" y="39454"/>
                </a:lnTo>
                <a:lnTo>
                  <a:pt x="395744" y="39145"/>
                </a:lnTo>
                <a:lnTo>
                  <a:pt x="395289" y="38844"/>
                </a:lnTo>
                <a:lnTo>
                  <a:pt x="394829" y="38550"/>
                </a:lnTo>
                <a:lnTo>
                  <a:pt x="394364" y="38265"/>
                </a:lnTo>
                <a:lnTo>
                  <a:pt x="393895" y="37989"/>
                </a:lnTo>
                <a:lnTo>
                  <a:pt x="393420" y="37720"/>
                </a:lnTo>
                <a:lnTo>
                  <a:pt x="392941" y="37459"/>
                </a:lnTo>
                <a:lnTo>
                  <a:pt x="392457" y="37207"/>
                </a:lnTo>
                <a:lnTo>
                  <a:pt x="391968" y="36963"/>
                </a:lnTo>
                <a:lnTo>
                  <a:pt x="391475" y="36726"/>
                </a:lnTo>
                <a:lnTo>
                  <a:pt x="390976" y="36498"/>
                </a:lnTo>
                <a:lnTo>
                  <a:pt x="390473" y="36278"/>
                </a:lnTo>
                <a:lnTo>
                  <a:pt x="389965" y="36066"/>
                </a:lnTo>
                <a:lnTo>
                  <a:pt x="389453" y="35863"/>
                </a:lnTo>
                <a:lnTo>
                  <a:pt x="388935" y="35667"/>
                </a:lnTo>
                <a:lnTo>
                  <a:pt x="388413" y="35480"/>
                </a:lnTo>
                <a:lnTo>
                  <a:pt x="387886" y="35300"/>
                </a:lnTo>
                <a:lnTo>
                  <a:pt x="387354" y="35129"/>
                </a:lnTo>
                <a:lnTo>
                  <a:pt x="386817" y="34966"/>
                </a:lnTo>
                <a:lnTo>
                  <a:pt x="386275" y="34811"/>
                </a:lnTo>
                <a:lnTo>
                  <a:pt x="385729" y="34664"/>
                </a:lnTo>
                <a:lnTo>
                  <a:pt x="385178" y="34525"/>
                </a:lnTo>
                <a:lnTo>
                  <a:pt x="384622" y="34395"/>
                </a:lnTo>
                <a:lnTo>
                  <a:pt x="384061" y="34272"/>
                </a:lnTo>
                <a:lnTo>
                  <a:pt x="383497" y="34156"/>
                </a:lnTo>
                <a:lnTo>
                  <a:pt x="382931" y="34045"/>
                </a:lnTo>
                <a:lnTo>
                  <a:pt x="382362" y="33938"/>
                </a:lnTo>
                <a:lnTo>
                  <a:pt x="381791" y="33837"/>
                </a:lnTo>
                <a:lnTo>
                  <a:pt x="381218" y="33741"/>
                </a:lnTo>
                <a:lnTo>
                  <a:pt x="380643" y="33649"/>
                </a:lnTo>
                <a:lnTo>
                  <a:pt x="380065" y="33563"/>
                </a:lnTo>
                <a:lnTo>
                  <a:pt x="379485" y="33481"/>
                </a:lnTo>
                <a:lnTo>
                  <a:pt x="378903" y="33404"/>
                </a:lnTo>
                <a:lnTo>
                  <a:pt x="378319" y="33333"/>
                </a:lnTo>
                <a:lnTo>
                  <a:pt x="377733" y="33266"/>
                </a:lnTo>
                <a:lnTo>
                  <a:pt x="377144" y="33204"/>
                </a:lnTo>
                <a:lnTo>
                  <a:pt x="376553" y="33147"/>
                </a:lnTo>
                <a:lnTo>
                  <a:pt x="375960" y="33095"/>
                </a:lnTo>
                <a:lnTo>
                  <a:pt x="375365" y="33048"/>
                </a:lnTo>
                <a:lnTo>
                  <a:pt x="374767" y="33006"/>
                </a:lnTo>
                <a:lnTo>
                  <a:pt x="374167" y="32969"/>
                </a:lnTo>
                <a:lnTo>
                  <a:pt x="373565" y="32937"/>
                </a:lnTo>
                <a:lnTo>
                  <a:pt x="372961" y="32910"/>
                </a:lnTo>
                <a:lnTo>
                  <a:pt x="372354" y="32888"/>
                </a:lnTo>
                <a:lnTo>
                  <a:pt x="371746" y="32870"/>
                </a:lnTo>
                <a:lnTo>
                  <a:pt x="371135" y="32858"/>
                </a:lnTo>
                <a:lnTo>
                  <a:pt x="370522" y="32851"/>
                </a:lnTo>
                <a:lnTo>
                  <a:pt x="369906" y="32848"/>
                </a:lnTo>
                <a:lnTo>
                  <a:pt x="368949" y="32854"/>
                </a:lnTo>
                <a:lnTo>
                  <a:pt x="368001" y="32872"/>
                </a:lnTo>
                <a:lnTo>
                  <a:pt x="367062" y="32902"/>
                </a:lnTo>
                <a:lnTo>
                  <a:pt x="366132" y="32944"/>
                </a:lnTo>
                <a:lnTo>
                  <a:pt x="365211" y="32998"/>
                </a:lnTo>
                <a:lnTo>
                  <a:pt x="364299" y="33064"/>
                </a:lnTo>
                <a:lnTo>
                  <a:pt x="363396" y="33142"/>
                </a:lnTo>
                <a:lnTo>
                  <a:pt x="362502" y="33232"/>
                </a:lnTo>
                <a:lnTo>
                  <a:pt x="361618" y="33334"/>
                </a:lnTo>
                <a:lnTo>
                  <a:pt x="360742" y="33448"/>
                </a:lnTo>
                <a:lnTo>
                  <a:pt x="359876" y="33574"/>
                </a:lnTo>
                <a:lnTo>
                  <a:pt x="359018" y="33712"/>
                </a:lnTo>
                <a:lnTo>
                  <a:pt x="358170" y="33862"/>
                </a:lnTo>
                <a:lnTo>
                  <a:pt x="357331" y="34024"/>
                </a:lnTo>
                <a:lnTo>
                  <a:pt x="356501" y="34198"/>
                </a:lnTo>
                <a:lnTo>
                  <a:pt x="355680" y="34384"/>
                </a:lnTo>
                <a:lnTo>
                  <a:pt x="354868" y="34582"/>
                </a:lnTo>
                <a:lnTo>
                  <a:pt x="354065" y="34792"/>
                </a:lnTo>
                <a:lnTo>
                  <a:pt x="353271" y="35014"/>
                </a:lnTo>
                <a:lnTo>
                  <a:pt x="352486" y="35248"/>
                </a:lnTo>
                <a:lnTo>
                  <a:pt x="351710" y="35494"/>
                </a:lnTo>
                <a:lnTo>
                  <a:pt x="350944" y="35752"/>
                </a:lnTo>
                <a:lnTo>
                  <a:pt x="350186" y="36022"/>
                </a:lnTo>
                <a:lnTo>
                  <a:pt x="349438" y="36304"/>
                </a:lnTo>
                <a:lnTo>
                  <a:pt x="348701" y="36598"/>
                </a:lnTo>
                <a:lnTo>
                  <a:pt x="347977" y="36907"/>
                </a:lnTo>
                <a:lnTo>
                  <a:pt x="347266" y="37230"/>
                </a:lnTo>
                <a:lnTo>
                  <a:pt x="346569" y="37567"/>
                </a:lnTo>
                <a:lnTo>
                  <a:pt x="345885" y="37919"/>
                </a:lnTo>
                <a:lnTo>
                  <a:pt x="345215" y="38284"/>
                </a:lnTo>
                <a:lnTo>
                  <a:pt x="344558" y="38663"/>
                </a:lnTo>
                <a:lnTo>
                  <a:pt x="343914" y="39057"/>
                </a:lnTo>
                <a:lnTo>
                  <a:pt x="343283" y="39465"/>
                </a:lnTo>
                <a:lnTo>
                  <a:pt x="342666" y="39887"/>
                </a:lnTo>
                <a:lnTo>
                  <a:pt x="342063" y="40323"/>
                </a:lnTo>
                <a:lnTo>
                  <a:pt x="341472" y="40773"/>
                </a:lnTo>
                <a:lnTo>
                  <a:pt x="340895" y="41237"/>
                </a:lnTo>
                <a:lnTo>
                  <a:pt x="340332" y="41715"/>
                </a:lnTo>
                <a:lnTo>
                  <a:pt x="339782" y="42208"/>
                </a:lnTo>
                <a:lnTo>
                  <a:pt x="339245" y="42714"/>
                </a:lnTo>
                <a:lnTo>
                  <a:pt x="338721" y="43235"/>
                </a:lnTo>
                <a:lnTo>
                  <a:pt x="338211" y="43769"/>
                </a:lnTo>
                <a:lnTo>
                  <a:pt x="337714" y="44318"/>
                </a:lnTo>
                <a:lnTo>
                  <a:pt x="337231" y="44881"/>
                </a:lnTo>
                <a:lnTo>
                  <a:pt x="336761" y="45459"/>
                </a:lnTo>
                <a:lnTo>
                  <a:pt x="336304" y="46050"/>
                </a:lnTo>
                <a:lnTo>
                  <a:pt x="335860" y="46655"/>
                </a:lnTo>
                <a:lnTo>
                  <a:pt x="335430" y="47275"/>
                </a:lnTo>
                <a:lnTo>
                  <a:pt x="335016" y="47909"/>
                </a:lnTo>
                <a:lnTo>
                  <a:pt x="334619" y="48560"/>
                </a:lnTo>
                <a:lnTo>
                  <a:pt x="334240" y="49226"/>
                </a:lnTo>
                <a:lnTo>
                  <a:pt x="333878" y="49910"/>
                </a:lnTo>
                <a:lnTo>
                  <a:pt x="333534" y="50609"/>
                </a:lnTo>
                <a:lnTo>
                  <a:pt x="333208" y="51324"/>
                </a:lnTo>
                <a:lnTo>
                  <a:pt x="332899" y="52056"/>
                </a:lnTo>
                <a:lnTo>
                  <a:pt x="332608" y="52804"/>
                </a:lnTo>
                <a:lnTo>
                  <a:pt x="332335" y="53568"/>
                </a:lnTo>
                <a:lnTo>
                  <a:pt x="332079" y="54349"/>
                </a:lnTo>
                <a:lnTo>
                  <a:pt x="331841" y="55145"/>
                </a:lnTo>
                <a:lnTo>
                  <a:pt x="331620" y="55958"/>
                </a:lnTo>
                <a:lnTo>
                  <a:pt x="331418" y="56787"/>
                </a:lnTo>
                <a:lnTo>
                  <a:pt x="331232" y="57633"/>
                </a:lnTo>
                <a:lnTo>
                  <a:pt x="331065" y="58494"/>
                </a:lnTo>
                <a:lnTo>
                  <a:pt x="330915" y="59372"/>
                </a:lnTo>
                <a:lnTo>
                  <a:pt x="330783" y="60266"/>
                </a:lnTo>
                <a:lnTo>
                  <a:pt x="330668" y="61176"/>
                </a:lnTo>
                <a:lnTo>
                  <a:pt x="330571" y="62103"/>
                </a:lnTo>
                <a:lnTo>
                  <a:pt x="330491" y="63045"/>
                </a:lnTo>
                <a:lnTo>
                  <a:pt x="330430" y="64004"/>
                </a:lnTo>
                <a:lnTo>
                  <a:pt x="330386" y="64980"/>
                </a:lnTo>
                <a:lnTo>
                  <a:pt x="330359" y="65971"/>
                </a:lnTo>
                <a:lnTo>
                  <a:pt x="330350" y="66979"/>
                </a:lnTo>
                <a:lnTo>
                  <a:pt x="346331" y="66979"/>
                </a:lnTo>
                <a:lnTo>
                  <a:pt x="346342" y="66042"/>
                </a:lnTo>
                <a:lnTo>
                  <a:pt x="346378" y="65127"/>
                </a:lnTo>
                <a:lnTo>
                  <a:pt x="346437" y="64233"/>
                </a:lnTo>
                <a:lnTo>
                  <a:pt x="346520" y="63360"/>
                </a:lnTo>
                <a:lnTo>
                  <a:pt x="346626" y="62509"/>
                </a:lnTo>
                <a:lnTo>
                  <a:pt x="346756" y="61678"/>
                </a:lnTo>
                <a:lnTo>
                  <a:pt x="346910" y="60869"/>
                </a:lnTo>
                <a:lnTo>
                  <a:pt x="347087" y="60081"/>
                </a:lnTo>
                <a:lnTo>
                  <a:pt x="347288" y="59314"/>
                </a:lnTo>
                <a:lnTo>
                  <a:pt x="347512" y="58568"/>
                </a:lnTo>
                <a:lnTo>
                  <a:pt x="347760" y="57843"/>
                </a:lnTo>
                <a:lnTo>
                  <a:pt x="348032" y="57140"/>
                </a:lnTo>
                <a:lnTo>
                  <a:pt x="348328" y="56457"/>
                </a:lnTo>
                <a:lnTo>
                  <a:pt x="348647" y="55796"/>
                </a:lnTo>
                <a:lnTo>
                  <a:pt x="348989" y="55156"/>
                </a:lnTo>
                <a:lnTo>
                  <a:pt x="349356" y="54537"/>
                </a:lnTo>
                <a:lnTo>
                  <a:pt x="349746" y="53939"/>
                </a:lnTo>
                <a:lnTo>
                  <a:pt x="350159" y="53363"/>
                </a:lnTo>
                <a:lnTo>
                  <a:pt x="350596" y="52808"/>
                </a:lnTo>
                <a:lnTo>
                  <a:pt x="351057" y="52273"/>
                </a:lnTo>
                <a:lnTo>
                  <a:pt x="351542" y="51760"/>
                </a:lnTo>
                <a:lnTo>
                  <a:pt x="352050" y="51268"/>
                </a:lnTo>
                <a:lnTo>
                  <a:pt x="352581" y="50798"/>
                </a:lnTo>
                <a:lnTo>
                  <a:pt x="353137" y="50348"/>
                </a:lnTo>
                <a:lnTo>
                  <a:pt x="353710" y="49918"/>
                </a:lnTo>
                <a:lnTo>
                  <a:pt x="354293" y="49506"/>
                </a:lnTo>
                <a:lnTo>
                  <a:pt x="354888" y="49113"/>
                </a:lnTo>
                <a:lnTo>
                  <a:pt x="355493" y="48738"/>
                </a:lnTo>
                <a:lnTo>
                  <a:pt x="356110" y="48382"/>
                </a:lnTo>
                <a:lnTo>
                  <a:pt x="356737" y="48043"/>
                </a:lnTo>
                <a:lnTo>
                  <a:pt x="357376" y="47723"/>
                </a:lnTo>
                <a:lnTo>
                  <a:pt x="358025" y="47421"/>
                </a:lnTo>
                <a:lnTo>
                  <a:pt x="358686" y="47138"/>
                </a:lnTo>
                <a:lnTo>
                  <a:pt x="359357" y="46872"/>
                </a:lnTo>
                <a:lnTo>
                  <a:pt x="360039" y="46625"/>
                </a:lnTo>
                <a:lnTo>
                  <a:pt x="360732" y="46397"/>
                </a:lnTo>
                <a:lnTo>
                  <a:pt x="361437" y="46186"/>
                </a:lnTo>
                <a:lnTo>
                  <a:pt x="362152" y="45994"/>
                </a:lnTo>
                <a:lnTo>
                  <a:pt x="362878" y="45821"/>
                </a:lnTo>
                <a:lnTo>
                  <a:pt x="363615" y="45665"/>
                </a:lnTo>
                <a:lnTo>
                  <a:pt x="364363" y="45528"/>
                </a:lnTo>
                <a:lnTo>
                  <a:pt x="365122" y="45409"/>
                </a:lnTo>
                <a:lnTo>
                  <a:pt x="365892" y="45308"/>
                </a:lnTo>
                <a:lnTo>
                  <a:pt x="366673" y="45226"/>
                </a:lnTo>
                <a:lnTo>
                  <a:pt x="367465" y="45162"/>
                </a:lnTo>
                <a:lnTo>
                  <a:pt x="368268" y="45116"/>
                </a:lnTo>
                <a:lnTo>
                  <a:pt x="369081" y="45089"/>
                </a:lnTo>
                <a:lnTo>
                  <a:pt x="369906" y="45080"/>
                </a:lnTo>
                <a:lnTo>
                  <a:pt x="370681" y="45088"/>
                </a:lnTo>
                <a:lnTo>
                  <a:pt x="371445" y="45113"/>
                </a:lnTo>
                <a:lnTo>
                  <a:pt x="372198" y="45155"/>
                </a:lnTo>
                <a:lnTo>
                  <a:pt x="372939" y="45214"/>
                </a:lnTo>
                <a:lnTo>
                  <a:pt x="373669" y="45290"/>
                </a:lnTo>
                <a:lnTo>
                  <a:pt x="374388" y="45382"/>
                </a:lnTo>
                <a:lnTo>
                  <a:pt x="375096" y="45491"/>
                </a:lnTo>
                <a:lnTo>
                  <a:pt x="375792" y="45617"/>
                </a:lnTo>
                <a:lnTo>
                  <a:pt x="376477" y="45759"/>
                </a:lnTo>
                <a:lnTo>
                  <a:pt x="377150" y="45919"/>
                </a:lnTo>
                <a:lnTo>
                  <a:pt x="377812" y="46095"/>
                </a:lnTo>
                <a:lnTo>
                  <a:pt x="378463" y="46288"/>
                </a:lnTo>
                <a:lnTo>
                  <a:pt x="379103" y="46498"/>
                </a:lnTo>
                <a:lnTo>
                  <a:pt x="379731" y="46725"/>
                </a:lnTo>
                <a:lnTo>
                  <a:pt x="380348" y="46968"/>
                </a:lnTo>
                <a:lnTo>
                  <a:pt x="380954" y="47228"/>
                </a:lnTo>
                <a:lnTo>
                  <a:pt x="381549" y="47505"/>
                </a:lnTo>
                <a:lnTo>
                  <a:pt x="382132" y="47799"/>
                </a:lnTo>
                <a:lnTo>
                  <a:pt x="382704" y="48109"/>
                </a:lnTo>
                <a:lnTo>
                  <a:pt x="383264" y="48436"/>
                </a:lnTo>
                <a:lnTo>
                  <a:pt x="383813" y="48780"/>
                </a:lnTo>
                <a:lnTo>
                  <a:pt x="384351" y="49141"/>
                </a:lnTo>
                <a:lnTo>
                  <a:pt x="384878" y="49519"/>
                </a:lnTo>
                <a:lnTo>
                  <a:pt x="385393" y="49913"/>
                </a:lnTo>
                <a:lnTo>
                  <a:pt x="385892" y="50330"/>
                </a:lnTo>
                <a:lnTo>
                  <a:pt x="386370" y="50776"/>
                </a:lnTo>
                <a:lnTo>
                  <a:pt x="386826" y="51249"/>
                </a:lnTo>
                <a:lnTo>
                  <a:pt x="387262" y="51751"/>
                </a:lnTo>
                <a:lnTo>
                  <a:pt x="387676" y="52281"/>
                </a:lnTo>
                <a:lnTo>
                  <a:pt x="388069" y="52840"/>
                </a:lnTo>
                <a:lnTo>
                  <a:pt x="388440" y="53427"/>
                </a:lnTo>
                <a:lnTo>
                  <a:pt x="388791" y="54042"/>
                </a:lnTo>
                <a:lnTo>
                  <a:pt x="389120" y="54686"/>
                </a:lnTo>
                <a:lnTo>
                  <a:pt x="389428" y="55358"/>
                </a:lnTo>
                <a:lnTo>
                  <a:pt x="389715" y="56058"/>
                </a:lnTo>
                <a:lnTo>
                  <a:pt x="389980" y="56787"/>
                </a:lnTo>
                <a:lnTo>
                  <a:pt x="390224" y="57544"/>
                </a:lnTo>
                <a:lnTo>
                  <a:pt x="390447" y="58329"/>
                </a:lnTo>
                <a:lnTo>
                  <a:pt x="390649" y="59143"/>
                </a:lnTo>
                <a:lnTo>
                  <a:pt x="390829" y="59984"/>
                </a:lnTo>
                <a:lnTo>
                  <a:pt x="390989" y="60855"/>
                </a:lnTo>
                <a:lnTo>
                  <a:pt x="391127" y="61753"/>
                </a:lnTo>
                <a:lnTo>
                  <a:pt x="391243" y="62680"/>
                </a:lnTo>
                <a:lnTo>
                  <a:pt x="391339" y="63636"/>
                </a:lnTo>
                <a:lnTo>
                  <a:pt x="391413" y="64619"/>
                </a:lnTo>
                <a:lnTo>
                  <a:pt x="391466" y="65631"/>
                </a:lnTo>
                <a:lnTo>
                  <a:pt x="391498" y="66671"/>
                </a:lnTo>
                <a:lnTo>
                  <a:pt x="391509" y="67740"/>
                </a:lnTo>
                <a:lnTo>
                  <a:pt x="391509" y="74808"/>
                </a:lnTo>
                <a:lnTo>
                  <a:pt x="389865" y="74829"/>
                </a:lnTo>
                <a:lnTo>
                  <a:pt x="388239" y="74858"/>
                </a:lnTo>
                <a:lnTo>
                  <a:pt x="386631" y="74895"/>
                </a:lnTo>
                <a:lnTo>
                  <a:pt x="385040" y="74939"/>
                </a:lnTo>
                <a:lnTo>
                  <a:pt x="383466" y="74992"/>
                </a:lnTo>
                <a:lnTo>
                  <a:pt x="381910" y="75052"/>
                </a:lnTo>
                <a:lnTo>
                  <a:pt x="380371" y="75120"/>
                </a:lnTo>
                <a:lnTo>
                  <a:pt x="378850" y="75196"/>
                </a:lnTo>
                <a:lnTo>
                  <a:pt x="377346" y="75280"/>
                </a:lnTo>
                <a:lnTo>
                  <a:pt x="375860" y="75372"/>
                </a:lnTo>
                <a:lnTo>
                  <a:pt x="374391" y="75472"/>
                </a:lnTo>
                <a:lnTo>
                  <a:pt x="372939" y="75580"/>
                </a:lnTo>
                <a:lnTo>
                  <a:pt x="371506" y="75695"/>
                </a:lnTo>
                <a:lnTo>
                  <a:pt x="370089" y="75819"/>
                </a:lnTo>
                <a:lnTo>
                  <a:pt x="368690" y="75950"/>
                </a:lnTo>
                <a:lnTo>
                  <a:pt x="367309" y="76089"/>
                </a:lnTo>
                <a:lnTo>
                  <a:pt x="365945" y="76236"/>
                </a:lnTo>
                <a:lnTo>
                  <a:pt x="364598" y="76391"/>
                </a:lnTo>
                <a:lnTo>
                  <a:pt x="363269" y="76554"/>
                </a:lnTo>
                <a:lnTo>
                  <a:pt x="361957" y="76725"/>
                </a:lnTo>
                <a:lnTo>
                  <a:pt x="360663" y="76904"/>
                </a:lnTo>
                <a:lnTo>
                  <a:pt x="359386" y="77090"/>
                </a:lnTo>
                <a:lnTo>
                  <a:pt x="358127" y="77285"/>
                </a:lnTo>
                <a:lnTo>
                  <a:pt x="356885" y="77487"/>
                </a:lnTo>
                <a:lnTo>
                  <a:pt x="355664" y="77701"/>
                </a:lnTo>
                <a:lnTo>
                  <a:pt x="354466" y="77930"/>
                </a:lnTo>
                <a:lnTo>
                  <a:pt x="353291" y="78175"/>
                </a:lnTo>
                <a:lnTo>
                  <a:pt x="352139" y="78434"/>
                </a:lnTo>
                <a:lnTo>
                  <a:pt x="351011" y="78709"/>
                </a:lnTo>
                <a:lnTo>
                  <a:pt x="349906" y="78999"/>
                </a:lnTo>
                <a:lnTo>
                  <a:pt x="348825" y="79305"/>
                </a:lnTo>
                <a:lnTo>
                  <a:pt x="347766" y="79626"/>
                </a:lnTo>
                <a:lnTo>
                  <a:pt x="346731" y="79962"/>
                </a:lnTo>
                <a:lnTo>
                  <a:pt x="345719" y="80313"/>
                </a:lnTo>
                <a:lnTo>
                  <a:pt x="344731" y="80680"/>
                </a:lnTo>
                <a:lnTo>
                  <a:pt x="343766" y="81061"/>
                </a:lnTo>
                <a:lnTo>
                  <a:pt x="342824" y="81458"/>
                </a:lnTo>
                <a:lnTo>
                  <a:pt x="341905" y="81871"/>
                </a:lnTo>
                <a:lnTo>
                  <a:pt x="341010" y="82298"/>
                </a:lnTo>
                <a:lnTo>
                  <a:pt x="340138" y="82741"/>
                </a:lnTo>
                <a:lnTo>
                  <a:pt x="339289" y="83199"/>
                </a:lnTo>
                <a:lnTo>
                  <a:pt x="338464" y="83673"/>
                </a:lnTo>
                <a:lnTo>
                  <a:pt x="337662" y="84161"/>
                </a:lnTo>
                <a:lnTo>
                  <a:pt x="336883" y="84665"/>
                </a:lnTo>
                <a:lnTo>
                  <a:pt x="336127" y="85184"/>
                </a:lnTo>
                <a:lnTo>
                  <a:pt x="335395" y="85719"/>
                </a:lnTo>
                <a:lnTo>
                  <a:pt x="334686" y="86269"/>
                </a:lnTo>
                <a:lnTo>
                  <a:pt x="334000" y="86833"/>
                </a:lnTo>
                <a:lnTo>
                  <a:pt x="333340" y="87417"/>
                </a:lnTo>
                <a:lnTo>
                  <a:pt x="332708" y="88023"/>
                </a:lnTo>
                <a:lnTo>
                  <a:pt x="332104" y="88651"/>
                </a:lnTo>
                <a:lnTo>
                  <a:pt x="331529" y="89301"/>
                </a:lnTo>
                <a:lnTo>
                  <a:pt x="330981" y="89973"/>
                </a:lnTo>
                <a:lnTo>
                  <a:pt x="330461" y="90667"/>
                </a:lnTo>
                <a:lnTo>
                  <a:pt x="329970" y="91383"/>
                </a:lnTo>
                <a:lnTo>
                  <a:pt x="329506" y="92121"/>
                </a:lnTo>
                <a:lnTo>
                  <a:pt x="329071" y="92882"/>
                </a:lnTo>
                <a:lnTo>
                  <a:pt x="328664" y="93664"/>
                </a:lnTo>
                <a:lnTo>
                  <a:pt x="328285" y="94469"/>
                </a:lnTo>
                <a:lnTo>
                  <a:pt x="327934" y="95296"/>
                </a:lnTo>
                <a:lnTo>
                  <a:pt x="327611" y="96145"/>
                </a:lnTo>
                <a:lnTo>
                  <a:pt x="327316" y="97016"/>
                </a:lnTo>
                <a:lnTo>
                  <a:pt x="327049" y="97909"/>
                </a:lnTo>
                <a:lnTo>
                  <a:pt x="326810" y="98824"/>
                </a:lnTo>
                <a:lnTo>
                  <a:pt x="326600" y="99761"/>
                </a:lnTo>
                <a:lnTo>
                  <a:pt x="326417" y="100721"/>
                </a:lnTo>
                <a:lnTo>
                  <a:pt x="326263" y="101702"/>
                </a:lnTo>
                <a:lnTo>
                  <a:pt x="326136" y="102706"/>
                </a:lnTo>
                <a:lnTo>
                  <a:pt x="326038" y="103731"/>
                </a:lnTo>
                <a:lnTo>
                  <a:pt x="325968" y="104779"/>
                </a:lnTo>
                <a:lnTo>
                  <a:pt x="325925" y="105849"/>
                </a:lnTo>
                <a:lnTo>
                  <a:pt x="325911" y="106941"/>
                </a:lnTo>
                <a:lnTo>
                  <a:pt x="325919" y="107711"/>
                </a:lnTo>
                <a:lnTo>
                  <a:pt x="325940" y="108470"/>
                </a:lnTo>
                <a:lnTo>
                  <a:pt x="325975" y="109219"/>
                </a:lnTo>
                <a:lnTo>
                  <a:pt x="326025" y="109957"/>
                </a:lnTo>
                <a:lnTo>
                  <a:pt x="326089" y="110686"/>
                </a:lnTo>
                <a:lnTo>
                  <a:pt x="326167" y="111403"/>
                </a:lnTo>
                <a:lnTo>
                  <a:pt x="326260" y="112111"/>
                </a:lnTo>
                <a:lnTo>
                  <a:pt x="326366" y="112808"/>
                </a:lnTo>
                <a:lnTo>
                  <a:pt x="326487" y="113495"/>
                </a:lnTo>
                <a:lnTo>
                  <a:pt x="326622" y="114171"/>
                </a:lnTo>
                <a:lnTo>
                  <a:pt x="326771" y="114837"/>
                </a:lnTo>
                <a:lnTo>
                  <a:pt x="326935" y="115493"/>
                </a:lnTo>
                <a:lnTo>
                  <a:pt x="327113" y="116138"/>
                </a:lnTo>
                <a:lnTo>
                  <a:pt x="327304" y="116773"/>
                </a:lnTo>
                <a:lnTo>
                  <a:pt x="327511" y="117398"/>
                </a:lnTo>
                <a:lnTo>
                  <a:pt x="327731" y="118012"/>
                </a:lnTo>
                <a:lnTo>
                  <a:pt x="327965" y="118616"/>
                </a:lnTo>
                <a:lnTo>
                  <a:pt x="328214" y="119210"/>
                </a:lnTo>
                <a:lnTo>
                  <a:pt x="328477" y="119793"/>
                </a:lnTo>
                <a:lnTo>
                  <a:pt x="328754" y="120366"/>
                </a:lnTo>
                <a:lnTo>
                  <a:pt x="329046" y="120929"/>
                </a:lnTo>
                <a:lnTo>
                  <a:pt x="329351" y="121481"/>
                </a:lnTo>
                <a:lnTo>
                  <a:pt x="329671" y="122023"/>
                </a:lnTo>
                <a:lnTo>
                  <a:pt x="330005" y="122555"/>
                </a:lnTo>
                <a:lnTo>
                  <a:pt x="330351" y="123076"/>
                </a:lnTo>
                <a:lnTo>
                  <a:pt x="330707" y="123586"/>
                </a:lnTo>
                <a:lnTo>
                  <a:pt x="331072" y="124085"/>
                </a:lnTo>
                <a:lnTo>
                  <a:pt x="331446" y="124574"/>
                </a:lnTo>
                <a:lnTo>
                  <a:pt x="331831" y="125052"/>
                </a:lnTo>
                <a:lnTo>
                  <a:pt x="332225" y="125520"/>
                </a:lnTo>
                <a:lnTo>
                  <a:pt x="332628" y="125977"/>
                </a:lnTo>
                <a:lnTo>
                  <a:pt x="333041" y="126423"/>
                </a:lnTo>
                <a:lnTo>
                  <a:pt x="333464" y="126858"/>
                </a:lnTo>
                <a:lnTo>
                  <a:pt x="333896" y="127283"/>
                </a:lnTo>
                <a:lnTo>
                  <a:pt x="334338" y="127697"/>
                </a:lnTo>
                <a:lnTo>
                  <a:pt x="334789" y="128100"/>
                </a:lnTo>
                <a:lnTo>
                  <a:pt x="335250" y="128493"/>
                </a:lnTo>
                <a:lnTo>
                  <a:pt x="335721" y="128875"/>
                </a:lnTo>
                <a:lnTo>
                  <a:pt x="336201" y="129246"/>
                </a:lnTo>
                <a:lnTo>
                  <a:pt x="336691" y="129606"/>
                </a:lnTo>
                <a:lnTo>
                  <a:pt x="337190" y="129956"/>
                </a:lnTo>
                <a:lnTo>
                  <a:pt x="337699" y="130295"/>
                </a:lnTo>
                <a:lnTo>
                  <a:pt x="338218" y="130623"/>
                </a:lnTo>
                <a:lnTo>
                  <a:pt x="338746" y="130941"/>
                </a:lnTo>
                <a:lnTo>
                  <a:pt x="339284" y="131248"/>
                </a:lnTo>
                <a:lnTo>
                  <a:pt x="339831" y="131544"/>
                </a:lnTo>
                <a:lnTo>
                  <a:pt x="340388" y="131830"/>
                </a:lnTo>
                <a:lnTo>
                  <a:pt x="340954" y="132104"/>
                </a:lnTo>
                <a:lnTo>
                  <a:pt x="341528" y="132368"/>
                </a:lnTo>
                <a:lnTo>
                  <a:pt x="342107" y="132621"/>
                </a:lnTo>
                <a:lnTo>
                  <a:pt x="342691" y="132862"/>
                </a:lnTo>
                <a:lnTo>
                  <a:pt x="343279" y="133092"/>
                </a:lnTo>
                <a:lnTo>
                  <a:pt x="343873" y="133311"/>
                </a:lnTo>
                <a:lnTo>
                  <a:pt x="344472" y="133519"/>
                </a:lnTo>
                <a:lnTo>
                  <a:pt x="345075" y="133716"/>
                </a:lnTo>
                <a:lnTo>
                  <a:pt x="345684" y="133901"/>
                </a:lnTo>
                <a:lnTo>
                  <a:pt x="346297" y="134075"/>
                </a:lnTo>
                <a:lnTo>
                  <a:pt x="346916" y="134238"/>
                </a:lnTo>
                <a:lnTo>
                  <a:pt x="347539" y="134389"/>
                </a:lnTo>
                <a:lnTo>
                  <a:pt x="348168" y="134530"/>
                </a:lnTo>
                <a:lnTo>
                  <a:pt x="348801" y="134659"/>
                </a:lnTo>
                <a:lnTo>
                  <a:pt x="349439" y="134777"/>
                </a:lnTo>
                <a:lnTo>
                  <a:pt x="350083" y="134883"/>
                </a:lnTo>
                <a:lnTo>
                  <a:pt x="350731" y="134979"/>
                </a:lnTo>
                <a:lnTo>
                  <a:pt x="351384" y="135063"/>
                </a:lnTo>
                <a:lnTo>
                  <a:pt x="352043" y="135136"/>
                </a:lnTo>
                <a:lnTo>
                  <a:pt x="352706" y="135198"/>
                </a:lnTo>
                <a:lnTo>
                  <a:pt x="353374" y="135248"/>
                </a:lnTo>
                <a:lnTo>
                  <a:pt x="354047" y="135287"/>
                </a:lnTo>
                <a:lnTo>
                  <a:pt x="354725" y="135316"/>
                </a:lnTo>
                <a:lnTo>
                  <a:pt x="355408" y="135332"/>
                </a:lnTo>
                <a:lnTo>
                  <a:pt x="356096" y="135338"/>
                </a:lnTo>
                <a:lnTo>
                  <a:pt x="357061" y="135330"/>
                </a:lnTo>
                <a:lnTo>
                  <a:pt x="358016" y="135307"/>
                </a:lnTo>
                <a:lnTo>
                  <a:pt x="358961" y="135268"/>
                </a:lnTo>
                <a:lnTo>
                  <a:pt x="359895" y="135213"/>
                </a:lnTo>
                <a:close/>
                <a:moveTo>
                  <a:pt x="357596" y="122588"/>
                </a:moveTo>
                <a:lnTo>
                  <a:pt x="356924" y="122518"/>
                </a:lnTo>
                <a:lnTo>
                  <a:pt x="356266" y="122433"/>
                </a:lnTo>
                <a:lnTo>
                  <a:pt x="355623" y="122332"/>
                </a:lnTo>
                <a:lnTo>
                  <a:pt x="354995" y="122216"/>
                </a:lnTo>
                <a:lnTo>
                  <a:pt x="354381" y="122084"/>
                </a:lnTo>
                <a:lnTo>
                  <a:pt x="353783" y="121937"/>
                </a:lnTo>
                <a:lnTo>
                  <a:pt x="353200" y="121774"/>
                </a:lnTo>
                <a:lnTo>
                  <a:pt x="352631" y="121596"/>
                </a:lnTo>
                <a:lnTo>
                  <a:pt x="352078" y="121402"/>
                </a:lnTo>
                <a:lnTo>
                  <a:pt x="351539" y="121193"/>
                </a:lnTo>
                <a:lnTo>
                  <a:pt x="351015" y="120968"/>
                </a:lnTo>
                <a:lnTo>
                  <a:pt x="350506" y="120728"/>
                </a:lnTo>
                <a:lnTo>
                  <a:pt x="350012" y="120472"/>
                </a:lnTo>
                <a:lnTo>
                  <a:pt x="349533" y="120201"/>
                </a:lnTo>
                <a:lnTo>
                  <a:pt x="349069" y="119914"/>
                </a:lnTo>
                <a:lnTo>
                  <a:pt x="348620" y="119612"/>
                </a:lnTo>
                <a:lnTo>
                  <a:pt x="348185" y="119294"/>
                </a:lnTo>
                <a:lnTo>
                  <a:pt x="347766" y="118961"/>
                </a:lnTo>
                <a:lnTo>
                  <a:pt x="347361" y="118612"/>
                </a:lnTo>
                <a:lnTo>
                  <a:pt x="346972" y="118248"/>
                </a:lnTo>
                <a:lnTo>
                  <a:pt x="346597" y="117871"/>
                </a:lnTo>
                <a:lnTo>
                  <a:pt x="346239" y="117483"/>
                </a:lnTo>
                <a:lnTo>
                  <a:pt x="345897" y="117085"/>
                </a:lnTo>
                <a:lnTo>
                  <a:pt x="345570" y="116676"/>
                </a:lnTo>
                <a:lnTo>
                  <a:pt x="345260" y="116257"/>
                </a:lnTo>
                <a:lnTo>
                  <a:pt x="344965" y="115827"/>
                </a:lnTo>
                <a:lnTo>
                  <a:pt x="344686" y="115387"/>
                </a:lnTo>
                <a:lnTo>
                  <a:pt x="344423" y="114936"/>
                </a:lnTo>
                <a:lnTo>
                  <a:pt x="344177" y="114475"/>
                </a:lnTo>
                <a:lnTo>
                  <a:pt x="343946" y="114003"/>
                </a:lnTo>
                <a:lnTo>
                  <a:pt x="343731" y="113521"/>
                </a:lnTo>
                <a:lnTo>
                  <a:pt x="343532" y="113028"/>
                </a:lnTo>
                <a:lnTo>
                  <a:pt x="343348" y="112524"/>
                </a:lnTo>
                <a:lnTo>
                  <a:pt x="343181" y="112011"/>
                </a:lnTo>
                <a:lnTo>
                  <a:pt x="343030" y="111486"/>
                </a:lnTo>
                <a:lnTo>
                  <a:pt x="342894" y="110951"/>
                </a:lnTo>
                <a:lnTo>
                  <a:pt x="342775" y="110406"/>
                </a:lnTo>
                <a:lnTo>
                  <a:pt x="342671" y="109850"/>
                </a:lnTo>
                <a:lnTo>
                  <a:pt x="342584" y="109284"/>
                </a:lnTo>
                <a:lnTo>
                  <a:pt x="342512" y="108707"/>
                </a:lnTo>
                <a:lnTo>
                  <a:pt x="342456" y="108119"/>
                </a:lnTo>
                <a:lnTo>
                  <a:pt x="342417" y="107521"/>
                </a:lnTo>
                <a:lnTo>
                  <a:pt x="342393" y="106913"/>
                </a:lnTo>
                <a:lnTo>
                  <a:pt x="342385" y="106294"/>
                </a:lnTo>
                <a:lnTo>
                  <a:pt x="342405" y="105390"/>
                </a:lnTo>
                <a:lnTo>
                  <a:pt x="342464" y="104507"/>
                </a:lnTo>
                <a:lnTo>
                  <a:pt x="342563" y="103646"/>
                </a:lnTo>
                <a:lnTo>
                  <a:pt x="342701" y="102806"/>
                </a:lnTo>
                <a:lnTo>
                  <a:pt x="342879" y="101987"/>
                </a:lnTo>
                <a:lnTo>
                  <a:pt x="343097" y="101190"/>
                </a:lnTo>
                <a:lnTo>
                  <a:pt x="343354" y="100414"/>
                </a:lnTo>
                <a:lnTo>
                  <a:pt x="343651" y="99660"/>
                </a:lnTo>
                <a:lnTo>
                  <a:pt x="343987" y="98927"/>
                </a:lnTo>
                <a:lnTo>
                  <a:pt x="344363" y="98215"/>
                </a:lnTo>
                <a:lnTo>
                  <a:pt x="344778" y="97525"/>
                </a:lnTo>
                <a:lnTo>
                  <a:pt x="345233" y="96856"/>
                </a:lnTo>
                <a:lnTo>
                  <a:pt x="345728" y="96208"/>
                </a:lnTo>
                <a:lnTo>
                  <a:pt x="346262" y="95582"/>
                </a:lnTo>
                <a:lnTo>
                  <a:pt x="346835" y="94977"/>
                </a:lnTo>
                <a:lnTo>
                  <a:pt x="347448" y="94394"/>
                </a:lnTo>
                <a:lnTo>
                  <a:pt x="348101" y="93832"/>
                </a:lnTo>
                <a:lnTo>
                  <a:pt x="348793" y="93291"/>
                </a:lnTo>
                <a:lnTo>
                  <a:pt x="349525" y="92772"/>
                </a:lnTo>
                <a:lnTo>
                  <a:pt x="350297" y="92274"/>
                </a:lnTo>
                <a:lnTo>
                  <a:pt x="351108" y="91797"/>
                </a:lnTo>
                <a:lnTo>
                  <a:pt x="351958" y="91342"/>
                </a:lnTo>
                <a:lnTo>
                  <a:pt x="352848" y="90908"/>
                </a:lnTo>
                <a:lnTo>
                  <a:pt x="353778" y="90496"/>
                </a:lnTo>
                <a:lnTo>
                  <a:pt x="354753" y="90101"/>
                </a:lnTo>
                <a:lnTo>
                  <a:pt x="355780" y="89723"/>
                </a:lnTo>
                <a:lnTo>
                  <a:pt x="356858" y="89360"/>
                </a:lnTo>
                <a:lnTo>
                  <a:pt x="357988" y="89013"/>
                </a:lnTo>
                <a:lnTo>
                  <a:pt x="359170" y="88681"/>
                </a:lnTo>
                <a:lnTo>
                  <a:pt x="360403" y="88366"/>
                </a:lnTo>
                <a:lnTo>
                  <a:pt x="361687" y="88066"/>
                </a:lnTo>
                <a:lnTo>
                  <a:pt x="363023" y="87781"/>
                </a:lnTo>
                <a:lnTo>
                  <a:pt x="364411" y="87512"/>
                </a:lnTo>
                <a:lnTo>
                  <a:pt x="365850" y="87259"/>
                </a:lnTo>
                <a:lnTo>
                  <a:pt x="367340" y="87022"/>
                </a:lnTo>
                <a:lnTo>
                  <a:pt x="368883" y="86800"/>
                </a:lnTo>
                <a:lnTo>
                  <a:pt x="370477" y="86594"/>
                </a:lnTo>
                <a:lnTo>
                  <a:pt x="372122" y="86404"/>
                </a:lnTo>
                <a:lnTo>
                  <a:pt x="373819" y="86229"/>
                </a:lnTo>
                <a:lnTo>
                  <a:pt x="375567" y="86070"/>
                </a:lnTo>
                <a:lnTo>
                  <a:pt x="377367" y="85927"/>
                </a:lnTo>
                <a:lnTo>
                  <a:pt x="379219" y="85799"/>
                </a:lnTo>
                <a:lnTo>
                  <a:pt x="381122" y="85688"/>
                </a:lnTo>
                <a:lnTo>
                  <a:pt x="383076" y="85591"/>
                </a:lnTo>
                <a:lnTo>
                  <a:pt x="385083" y="85511"/>
                </a:lnTo>
                <a:lnTo>
                  <a:pt x="387140" y="85446"/>
                </a:lnTo>
                <a:lnTo>
                  <a:pt x="389249" y="85397"/>
                </a:lnTo>
                <a:lnTo>
                  <a:pt x="391410" y="85363"/>
                </a:lnTo>
                <a:lnTo>
                  <a:pt x="391410" y="105680"/>
                </a:lnTo>
                <a:lnTo>
                  <a:pt x="390962" y="106291"/>
                </a:lnTo>
                <a:lnTo>
                  <a:pt x="390505" y="106894"/>
                </a:lnTo>
                <a:lnTo>
                  <a:pt x="390039" y="107487"/>
                </a:lnTo>
                <a:lnTo>
                  <a:pt x="389563" y="108071"/>
                </a:lnTo>
                <a:lnTo>
                  <a:pt x="389080" y="108647"/>
                </a:lnTo>
                <a:lnTo>
                  <a:pt x="388587" y="109213"/>
                </a:lnTo>
                <a:lnTo>
                  <a:pt x="388085" y="109771"/>
                </a:lnTo>
                <a:lnTo>
                  <a:pt x="387574" y="110320"/>
                </a:lnTo>
                <a:lnTo>
                  <a:pt x="387055" y="110860"/>
                </a:lnTo>
                <a:lnTo>
                  <a:pt x="386526" y="111391"/>
                </a:lnTo>
                <a:lnTo>
                  <a:pt x="385989" y="111913"/>
                </a:lnTo>
                <a:lnTo>
                  <a:pt x="385442" y="112426"/>
                </a:lnTo>
                <a:lnTo>
                  <a:pt x="384887" y="112930"/>
                </a:lnTo>
                <a:lnTo>
                  <a:pt x="384323" y="113426"/>
                </a:lnTo>
                <a:lnTo>
                  <a:pt x="383750" y="113912"/>
                </a:lnTo>
                <a:lnTo>
                  <a:pt x="383168" y="114390"/>
                </a:lnTo>
                <a:lnTo>
                  <a:pt x="382577" y="114858"/>
                </a:lnTo>
                <a:lnTo>
                  <a:pt x="381978" y="115318"/>
                </a:lnTo>
                <a:lnTo>
                  <a:pt x="381369" y="115769"/>
                </a:lnTo>
                <a:lnTo>
                  <a:pt x="380751" y="116211"/>
                </a:lnTo>
                <a:lnTo>
                  <a:pt x="380125" y="116644"/>
                </a:lnTo>
                <a:lnTo>
                  <a:pt x="379490" y="117069"/>
                </a:lnTo>
                <a:lnTo>
                  <a:pt x="378845" y="117484"/>
                </a:lnTo>
                <a:lnTo>
                  <a:pt x="378192" y="117891"/>
                </a:lnTo>
                <a:lnTo>
                  <a:pt x="377531" y="118284"/>
                </a:lnTo>
                <a:lnTo>
                  <a:pt x="376863" y="118661"/>
                </a:lnTo>
                <a:lnTo>
                  <a:pt x="376188" y="119021"/>
                </a:lnTo>
                <a:lnTo>
                  <a:pt x="375507" y="119364"/>
                </a:lnTo>
                <a:lnTo>
                  <a:pt x="374818" y="119690"/>
                </a:lnTo>
                <a:lnTo>
                  <a:pt x="374123" y="120000"/>
                </a:lnTo>
                <a:lnTo>
                  <a:pt x="373421" y="120293"/>
                </a:lnTo>
                <a:lnTo>
                  <a:pt x="372712" y="120569"/>
                </a:lnTo>
                <a:lnTo>
                  <a:pt x="371996" y="120828"/>
                </a:lnTo>
                <a:lnTo>
                  <a:pt x="371273" y="121071"/>
                </a:lnTo>
                <a:lnTo>
                  <a:pt x="370544" y="121297"/>
                </a:lnTo>
                <a:lnTo>
                  <a:pt x="369808" y="121506"/>
                </a:lnTo>
                <a:lnTo>
                  <a:pt x="369064" y="121699"/>
                </a:lnTo>
                <a:lnTo>
                  <a:pt x="368314" y="121875"/>
                </a:lnTo>
                <a:lnTo>
                  <a:pt x="367557" y="122034"/>
                </a:lnTo>
                <a:lnTo>
                  <a:pt x="366793" y="122176"/>
                </a:lnTo>
                <a:lnTo>
                  <a:pt x="366023" y="122302"/>
                </a:lnTo>
                <a:lnTo>
                  <a:pt x="365245" y="122410"/>
                </a:lnTo>
                <a:lnTo>
                  <a:pt x="364461" y="122502"/>
                </a:lnTo>
                <a:lnTo>
                  <a:pt x="363670" y="122578"/>
                </a:lnTo>
                <a:lnTo>
                  <a:pt x="362872" y="122636"/>
                </a:lnTo>
                <a:lnTo>
                  <a:pt x="362067" y="122678"/>
                </a:lnTo>
                <a:lnTo>
                  <a:pt x="361255" y="122703"/>
                </a:lnTo>
                <a:lnTo>
                  <a:pt x="360436" y="122712"/>
                </a:lnTo>
                <a:lnTo>
                  <a:pt x="359704" y="122704"/>
                </a:lnTo>
                <a:lnTo>
                  <a:pt x="358987" y="122681"/>
                </a:lnTo>
                <a:lnTo>
                  <a:pt x="358284" y="122642"/>
                </a:lnTo>
                <a:lnTo>
                  <a:pt x="357596" y="122588"/>
                </a:lnTo>
                <a:close/>
                <a:moveTo>
                  <a:pt x="252000" y="135191"/>
                </a:moveTo>
                <a:lnTo>
                  <a:pt x="252993" y="135109"/>
                </a:lnTo>
                <a:lnTo>
                  <a:pt x="253972" y="135008"/>
                </a:lnTo>
                <a:lnTo>
                  <a:pt x="254935" y="134889"/>
                </a:lnTo>
                <a:lnTo>
                  <a:pt x="255884" y="134752"/>
                </a:lnTo>
                <a:lnTo>
                  <a:pt x="256818" y="134596"/>
                </a:lnTo>
                <a:lnTo>
                  <a:pt x="257737" y="134422"/>
                </a:lnTo>
                <a:lnTo>
                  <a:pt x="258641" y="134229"/>
                </a:lnTo>
                <a:lnTo>
                  <a:pt x="259530" y="134019"/>
                </a:lnTo>
                <a:lnTo>
                  <a:pt x="260404" y="133790"/>
                </a:lnTo>
                <a:lnTo>
                  <a:pt x="261263" y="133542"/>
                </a:lnTo>
                <a:lnTo>
                  <a:pt x="262107" y="133277"/>
                </a:lnTo>
                <a:lnTo>
                  <a:pt x="262937" y="132992"/>
                </a:lnTo>
                <a:lnTo>
                  <a:pt x="263752" y="132690"/>
                </a:lnTo>
                <a:lnTo>
                  <a:pt x="264551" y="132369"/>
                </a:lnTo>
                <a:lnTo>
                  <a:pt x="265336" y="132030"/>
                </a:lnTo>
                <a:lnTo>
                  <a:pt x="266106" y="131673"/>
                </a:lnTo>
                <a:lnTo>
                  <a:pt x="266861" y="131298"/>
                </a:lnTo>
                <a:lnTo>
                  <a:pt x="267601" y="130904"/>
                </a:lnTo>
                <a:lnTo>
                  <a:pt x="268326" y="130491"/>
                </a:lnTo>
                <a:lnTo>
                  <a:pt x="269036" y="130061"/>
                </a:lnTo>
                <a:lnTo>
                  <a:pt x="269733" y="129620"/>
                </a:lnTo>
                <a:lnTo>
                  <a:pt x="270416" y="129178"/>
                </a:lnTo>
                <a:lnTo>
                  <a:pt x="271086" y="128734"/>
                </a:lnTo>
                <a:lnTo>
                  <a:pt x="271742" y="128289"/>
                </a:lnTo>
                <a:lnTo>
                  <a:pt x="272386" y="127842"/>
                </a:lnTo>
                <a:lnTo>
                  <a:pt x="273016" y="127394"/>
                </a:lnTo>
                <a:lnTo>
                  <a:pt x="273633" y="126944"/>
                </a:lnTo>
                <a:lnTo>
                  <a:pt x="274237" y="126493"/>
                </a:lnTo>
                <a:lnTo>
                  <a:pt x="274828" y="126040"/>
                </a:lnTo>
                <a:lnTo>
                  <a:pt x="275405" y="125586"/>
                </a:lnTo>
                <a:lnTo>
                  <a:pt x="275970" y="125130"/>
                </a:lnTo>
                <a:lnTo>
                  <a:pt x="276521" y="124672"/>
                </a:lnTo>
                <a:lnTo>
                  <a:pt x="277059" y="124213"/>
                </a:lnTo>
                <a:lnTo>
                  <a:pt x="277584" y="123753"/>
                </a:lnTo>
                <a:lnTo>
                  <a:pt x="278095" y="123290"/>
                </a:lnTo>
                <a:lnTo>
                  <a:pt x="278594" y="122827"/>
                </a:lnTo>
                <a:lnTo>
                  <a:pt x="279079" y="122362"/>
                </a:lnTo>
                <a:lnTo>
                  <a:pt x="279551" y="121895"/>
                </a:lnTo>
                <a:lnTo>
                  <a:pt x="280010" y="121427"/>
                </a:lnTo>
                <a:lnTo>
                  <a:pt x="280456" y="120957"/>
                </a:lnTo>
                <a:lnTo>
                  <a:pt x="280888" y="120485"/>
                </a:lnTo>
                <a:lnTo>
                  <a:pt x="281307" y="120012"/>
                </a:lnTo>
                <a:lnTo>
                  <a:pt x="281714" y="119538"/>
                </a:lnTo>
                <a:lnTo>
                  <a:pt x="282107" y="119062"/>
                </a:lnTo>
                <a:lnTo>
                  <a:pt x="282600" y="133562"/>
                </a:lnTo>
                <a:lnTo>
                  <a:pt x="298481" y="133562"/>
                </a:lnTo>
                <a:lnTo>
                  <a:pt x="298481" y="34525"/>
                </a:lnTo>
                <a:lnTo>
                  <a:pt x="281909" y="34525"/>
                </a:lnTo>
                <a:lnTo>
                  <a:pt x="281909" y="105258"/>
                </a:lnTo>
                <a:lnTo>
                  <a:pt x="281534" y="105768"/>
                </a:lnTo>
                <a:lnTo>
                  <a:pt x="281150" y="106273"/>
                </a:lnTo>
                <a:lnTo>
                  <a:pt x="280755" y="106773"/>
                </a:lnTo>
                <a:lnTo>
                  <a:pt x="280350" y="107268"/>
                </a:lnTo>
                <a:lnTo>
                  <a:pt x="279936" y="107757"/>
                </a:lnTo>
                <a:lnTo>
                  <a:pt x="279511" y="108241"/>
                </a:lnTo>
                <a:lnTo>
                  <a:pt x="279077" y="108721"/>
                </a:lnTo>
                <a:lnTo>
                  <a:pt x="278632" y="109195"/>
                </a:lnTo>
                <a:lnTo>
                  <a:pt x="278178" y="109663"/>
                </a:lnTo>
                <a:lnTo>
                  <a:pt x="277714" y="110127"/>
                </a:lnTo>
                <a:lnTo>
                  <a:pt x="277239" y="110585"/>
                </a:lnTo>
                <a:lnTo>
                  <a:pt x="276755" y="111039"/>
                </a:lnTo>
                <a:lnTo>
                  <a:pt x="276261" y="111487"/>
                </a:lnTo>
                <a:lnTo>
                  <a:pt x="275757" y="111930"/>
                </a:lnTo>
                <a:lnTo>
                  <a:pt x="275243" y="112368"/>
                </a:lnTo>
                <a:lnTo>
                  <a:pt x="274719" y="112800"/>
                </a:lnTo>
                <a:lnTo>
                  <a:pt x="274185" y="113228"/>
                </a:lnTo>
                <a:lnTo>
                  <a:pt x="273642" y="113650"/>
                </a:lnTo>
                <a:lnTo>
                  <a:pt x="273088" y="114067"/>
                </a:lnTo>
                <a:lnTo>
                  <a:pt x="272524" y="114479"/>
                </a:lnTo>
                <a:lnTo>
                  <a:pt x="271951" y="114886"/>
                </a:lnTo>
                <a:lnTo>
                  <a:pt x="271367" y="115287"/>
                </a:lnTo>
                <a:lnTo>
                  <a:pt x="270774" y="115684"/>
                </a:lnTo>
                <a:lnTo>
                  <a:pt x="270171" y="116075"/>
                </a:lnTo>
                <a:lnTo>
                  <a:pt x="269556" y="116455"/>
                </a:lnTo>
                <a:lnTo>
                  <a:pt x="268930" y="116820"/>
                </a:lnTo>
                <a:lnTo>
                  <a:pt x="268290" y="117168"/>
                </a:lnTo>
                <a:lnTo>
                  <a:pt x="267639" y="117500"/>
                </a:lnTo>
                <a:lnTo>
                  <a:pt x="266975" y="117816"/>
                </a:lnTo>
                <a:lnTo>
                  <a:pt x="266299" y="118115"/>
                </a:lnTo>
                <a:lnTo>
                  <a:pt x="265611" y="118399"/>
                </a:lnTo>
                <a:lnTo>
                  <a:pt x="264910" y="118666"/>
                </a:lnTo>
                <a:lnTo>
                  <a:pt x="264197" y="118917"/>
                </a:lnTo>
                <a:lnTo>
                  <a:pt x="263471" y="119152"/>
                </a:lnTo>
                <a:lnTo>
                  <a:pt x="262734" y="119370"/>
                </a:lnTo>
                <a:lnTo>
                  <a:pt x="261983" y="119573"/>
                </a:lnTo>
                <a:lnTo>
                  <a:pt x="261221" y="119759"/>
                </a:lnTo>
                <a:lnTo>
                  <a:pt x="260446" y="119929"/>
                </a:lnTo>
                <a:lnTo>
                  <a:pt x="259659" y="120083"/>
                </a:lnTo>
                <a:lnTo>
                  <a:pt x="258860" y="120221"/>
                </a:lnTo>
                <a:lnTo>
                  <a:pt x="258048" y="120342"/>
                </a:lnTo>
                <a:lnTo>
                  <a:pt x="257224" y="120447"/>
                </a:lnTo>
                <a:lnTo>
                  <a:pt x="256387" y="120536"/>
                </a:lnTo>
                <a:lnTo>
                  <a:pt x="255539" y="120609"/>
                </a:lnTo>
                <a:lnTo>
                  <a:pt x="254678" y="120666"/>
                </a:lnTo>
                <a:lnTo>
                  <a:pt x="253804" y="120706"/>
                </a:lnTo>
                <a:lnTo>
                  <a:pt x="252919" y="120731"/>
                </a:lnTo>
                <a:lnTo>
                  <a:pt x="252020" y="120739"/>
                </a:lnTo>
                <a:lnTo>
                  <a:pt x="251377" y="120734"/>
                </a:lnTo>
                <a:lnTo>
                  <a:pt x="250747" y="120718"/>
                </a:lnTo>
                <a:lnTo>
                  <a:pt x="250129" y="120692"/>
                </a:lnTo>
                <a:lnTo>
                  <a:pt x="249524" y="120656"/>
                </a:lnTo>
                <a:lnTo>
                  <a:pt x="248932" y="120610"/>
                </a:lnTo>
                <a:lnTo>
                  <a:pt x="248352" y="120553"/>
                </a:lnTo>
                <a:lnTo>
                  <a:pt x="247785" y="120486"/>
                </a:lnTo>
                <a:lnTo>
                  <a:pt x="247231" y="120409"/>
                </a:lnTo>
                <a:lnTo>
                  <a:pt x="246689" y="120321"/>
                </a:lnTo>
                <a:lnTo>
                  <a:pt x="246160" y="120223"/>
                </a:lnTo>
                <a:lnTo>
                  <a:pt x="245644" y="120115"/>
                </a:lnTo>
                <a:lnTo>
                  <a:pt x="245140" y="119996"/>
                </a:lnTo>
                <a:lnTo>
                  <a:pt x="244649" y="119867"/>
                </a:lnTo>
                <a:lnTo>
                  <a:pt x="244171" y="119728"/>
                </a:lnTo>
                <a:lnTo>
                  <a:pt x="243705" y="119578"/>
                </a:lnTo>
                <a:lnTo>
                  <a:pt x="243252" y="119418"/>
                </a:lnTo>
                <a:lnTo>
                  <a:pt x="242812" y="119248"/>
                </a:lnTo>
                <a:lnTo>
                  <a:pt x="242384" y="119067"/>
                </a:lnTo>
                <a:lnTo>
                  <a:pt x="241969" y="118876"/>
                </a:lnTo>
                <a:lnTo>
                  <a:pt x="241567" y="118675"/>
                </a:lnTo>
                <a:lnTo>
                  <a:pt x="241177" y="118464"/>
                </a:lnTo>
                <a:lnTo>
                  <a:pt x="240801" y="118242"/>
                </a:lnTo>
                <a:lnTo>
                  <a:pt x="240436" y="118010"/>
                </a:lnTo>
                <a:lnTo>
                  <a:pt x="240085" y="117767"/>
                </a:lnTo>
                <a:lnTo>
                  <a:pt x="239744" y="117515"/>
                </a:lnTo>
                <a:lnTo>
                  <a:pt x="239413" y="117255"/>
                </a:lnTo>
                <a:lnTo>
                  <a:pt x="239091" y="116987"/>
                </a:lnTo>
                <a:lnTo>
                  <a:pt x="238778" y="116710"/>
                </a:lnTo>
                <a:lnTo>
                  <a:pt x="238474" y="116426"/>
                </a:lnTo>
                <a:lnTo>
                  <a:pt x="238180" y="116133"/>
                </a:lnTo>
                <a:lnTo>
                  <a:pt x="237895" y="115832"/>
                </a:lnTo>
                <a:lnTo>
                  <a:pt x="237619" y="115522"/>
                </a:lnTo>
                <a:lnTo>
                  <a:pt x="237352" y="115205"/>
                </a:lnTo>
                <a:lnTo>
                  <a:pt x="237095" y="114879"/>
                </a:lnTo>
                <a:lnTo>
                  <a:pt x="236846" y="114546"/>
                </a:lnTo>
                <a:lnTo>
                  <a:pt x="236608" y="114204"/>
                </a:lnTo>
                <a:lnTo>
                  <a:pt x="236378" y="113854"/>
                </a:lnTo>
                <a:lnTo>
                  <a:pt x="236157" y="113495"/>
                </a:lnTo>
                <a:lnTo>
                  <a:pt x="235946" y="113129"/>
                </a:lnTo>
                <a:lnTo>
                  <a:pt x="235744" y="112754"/>
                </a:lnTo>
                <a:lnTo>
                  <a:pt x="235552" y="112371"/>
                </a:lnTo>
                <a:lnTo>
                  <a:pt x="235368" y="111980"/>
                </a:lnTo>
                <a:lnTo>
                  <a:pt x="235194" y="111581"/>
                </a:lnTo>
                <a:lnTo>
                  <a:pt x="235029" y="111174"/>
                </a:lnTo>
                <a:lnTo>
                  <a:pt x="234874" y="110758"/>
                </a:lnTo>
                <a:lnTo>
                  <a:pt x="234727" y="110335"/>
                </a:lnTo>
                <a:lnTo>
                  <a:pt x="234590" y="109903"/>
                </a:lnTo>
                <a:lnTo>
                  <a:pt x="234462" y="109463"/>
                </a:lnTo>
                <a:lnTo>
                  <a:pt x="234341" y="109016"/>
                </a:lnTo>
                <a:lnTo>
                  <a:pt x="234226" y="108564"/>
                </a:lnTo>
                <a:lnTo>
                  <a:pt x="234115" y="108108"/>
                </a:lnTo>
                <a:lnTo>
                  <a:pt x="234010" y="107646"/>
                </a:lnTo>
                <a:lnTo>
                  <a:pt x="233910" y="107180"/>
                </a:lnTo>
                <a:lnTo>
                  <a:pt x="233815" y="106708"/>
                </a:lnTo>
                <a:lnTo>
                  <a:pt x="233725" y="106232"/>
                </a:lnTo>
                <a:lnTo>
                  <a:pt x="233640" y="105750"/>
                </a:lnTo>
                <a:lnTo>
                  <a:pt x="233560" y="105263"/>
                </a:lnTo>
                <a:lnTo>
                  <a:pt x="233486" y="104772"/>
                </a:lnTo>
                <a:lnTo>
                  <a:pt x="233417" y="104275"/>
                </a:lnTo>
                <a:lnTo>
                  <a:pt x="233352" y="103774"/>
                </a:lnTo>
                <a:lnTo>
                  <a:pt x="233293" y="103267"/>
                </a:lnTo>
                <a:lnTo>
                  <a:pt x="233239" y="102756"/>
                </a:lnTo>
                <a:lnTo>
                  <a:pt x="233190" y="102239"/>
                </a:lnTo>
                <a:lnTo>
                  <a:pt x="233147" y="101718"/>
                </a:lnTo>
                <a:lnTo>
                  <a:pt x="233108" y="101191"/>
                </a:lnTo>
                <a:lnTo>
                  <a:pt x="233075" y="100660"/>
                </a:lnTo>
                <a:lnTo>
                  <a:pt x="233047" y="100124"/>
                </a:lnTo>
                <a:lnTo>
                  <a:pt x="233024" y="99582"/>
                </a:lnTo>
                <a:lnTo>
                  <a:pt x="233006" y="99036"/>
                </a:lnTo>
                <a:lnTo>
                  <a:pt x="232993" y="98484"/>
                </a:lnTo>
                <a:lnTo>
                  <a:pt x="232985" y="97928"/>
                </a:lnTo>
                <a:lnTo>
                  <a:pt x="232982" y="97367"/>
                </a:lnTo>
                <a:lnTo>
                  <a:pt x="232982" y="34525"/>
                </a:lnTo>
                <a:lnTo>
                  <a:pt x="216410" y="34525"/>
                </a:lnTo>
                <a:lnTo>
                  <a:pt x="216410" y="99355"/>
                </a:lnTo>
                <a:lnTo>
                  <a:pt x="216423" y="100744"/>
                </a:lnTo>
                <a:lnTo>
                  <a:pt x="216462" y="102108"/>
                </a:lnTo>
                <a:lnTo>
                  <a:pt x="216526" y="103447"/>
                </a:lnTo>
                <a:lnTo>
                  <a:pt x="216616" y="104760"/>
                </a:lnTo>
                <a:lnTo>
                  <a:pt x="216732" y="106049"/>
                </a:lnTo>
                <a:lnTo>
                  <a:pt x="216873" y="107312"/>
                </a:lnTo>
                <a:lnTo>
                  <a:pt x="217040" y="108550"/>
                </a:lnTo>
                <a:lnTo>
                  <a:pt x="217232" y="109763"/>
                </a:lnTo>
                <a:lnTo>
                  <a:pt x="217451" y="110951"/>
                </a:lnTo>
                <a:lnTo>
                  <a:pt x="217695" y="112114"/>
                </a:lnTo>
                <a:lnTo>
                  <a:pt x="217965" y="113252"/>
                </a:lnTo>
                <a:lnTo>
                  <a:pt x="218260" y="114365"/>
                </a:lnTo>
                <a:lnTo>
                  <a:pt x="218581" y="115452"/>
                </a:lnTo>
                <a:lnTo>
                  <a:pt x="218928" y="116515"/>
                </a:lnTo>
                <a:lnTo>
                  <a:pt x="219300" y="117552"/>
                </a:lnTo>
                <a:lnTo>
                  <a:pt x="219699" y="118564"/>
                </a:lnTo>
                <a:lnTo>
                  <a:pt x="220122" y="119551"/>
                </a:lnTo>
                <a:lnTo>
                  <a:pt x="220572" y="120513"/>
                </a:lnTo>
                <a:lnTo>
                  <a:pt x="221047" y="121450"/>
                </a:lnTo>
                <a:lnTo>
                  <a:pt x="221548" y="122362"/>
                </a:lnTo>
                <a:lnTo>
                  <a:pt x="222075" y="123248"/>
                </a:lnTo>
                <a:lnTo>
                  <a:pt x="222627" y="124110"/>
                </a:lnTo>
                <a:lnTo>
                  <a:pt x="223205" y="124946"/>
                </a:lnTo>
                <a:lnTo>
                  <a:pt x="223809" y="125757"/>
                </a:lnTo>
                <a:lnTo>
                  <a:pt x="224441" y="126539"/>
                </a:lnTo>
                <a:lnTo>
                  <a:pt x="225106" y="127288"/>
                </a:lnTo>
                <a:lnTo>
                  <a:pt x="225803" y="128003"/>
                </a:lnTo>
                <a:lnTo>
                  <a:pt x="226532" y="128685"/>
                </a:lnTo>
                <a:lnTo>
                  <a:pt x="227294" y="129333"/>
                </a:lnTo>
                <a:lnTo>
                  <a:pt x="228087" y="129949"/>
                </a:lnTo>
                <a:lnTo>
                  <a:pt x="228913" y="130531"/>
                </a:lnTo>
                <a:lnTo>
                  <a:pt x="229771" y="131080"/>
                </a:lnTo>
                <a:lnTo>
                  <a:pt x="230661" y="131596"/>
                </a:lnTo>
                <a:lnTo>
                  <a:pt x="231584" y="132078"/>
                </a:lnTo>
                <a:lnTo>
                  <a:pt x="232538" y="132527"/>
                </a:lnTo>
                <a:lnTo>
                  <a:pt x="233525" y="132943"/>
                </a:lnTo>
                <a:lnTo>
                  <a:pt x="234544" y="133325"/>
                </a:lnTo>
                <a:lnTo>
                  <a:pt x="235595" y="133675"/>
                </a:lnTo>
                <a:lnTo>
                  <a:pt x="236678" y="133991"/>
                </a:lnTo>
                <a:lnTo>
                  <a:pt x="237794" y="134273"/>
                </a:lnTo>
                <a:lnTo>
                  <a:pt x="238942" y="134523"/>
                </a:lnTo>
                <a:lnTo>
                  <a:pt x="240122" y="134739"/>
                </a:lnTo>
                <a:lnTo>
                  <a:pt x="241334" y="134922"/>
                </a:lnTo>
                <a:lnTo>
                  <a:pt x="242578" y="135072"/>
                </a:lnTo>
                <a:lnTo>
                  <a:pt x="243855" y="135188"/>
                </a:lnTo>
                <a:lnTo>
                  <a:pt x="245163" y="135271"/>
                </a:lnTo>
                <a:lnTo>
                  <a:pt x="246504" y="135321"/>
                </a:lnTo>
                <a:lnTo>
                  <a:pt x="247877" y="135338"/>
                </a:lnTo>
                <a:lnTo>
                  <a:pt x="248930" y="135329"/>
                </a:lnTo>
                <a:lnTo>
                  <a:pt x="249969" y="135301"/>
                </a:lnTo>
                <a:lnTo>
                  <a:pt x="250992" y="135256"/>
                </a:lnTo>
                <a:lnTo>
                  <a:pt x="252000" y="135191"/>
                </a:lnTo>
                <a:close/>
                <a:moveTo>
                  <a:pt x="169168" y="49519"/>
                </a:moveTo>
                <a:lnTo>
                  <a:pt x="168777" y="48899"/>
                </a:lnTo>
                <a:lnTo>
                  <a:pt x="168375" y="48289"/>
                </a:lnTo>
                <a:lnTo>
                  <a:pt x="167964" y="47690"/>
                </a:lnTo>
                <a:lnTo>
                  <a:pt x="167543" y="47101"/>
                </a:lnTo>
                <a:lnTo>
                  <a:pt x="167112" y="46521"/>
                </a:lnTo>
                <a:lnTo>
                  <a:pt x="166671" y="45952"/>
                </a:lnTo>
                <a:lnTo>
                  <a:pt x="166220" y="45393"/>
                </a:lnTo>
                <a:lnTo>
                  <a:pt x="165759" y="44844"/>
                </a:lnTo>
                <a:lnTo>
                  <a:pt x="165288" y="44305"/>
                </a:lnTo>
                <a:lnTo>
                  <a:pt x="164808" y="43777"/>
                </a:lnTo>
                <a:lnTo>
                  <a:pt x="164317" y="43258"/>
                </a:lnTo>
                <a:lnTo>
                  <a:pt x="163816" y="42749"/>
                </a:lnTo>
                <a:lnTo>
                  <a:pt x="163306" y="42251"/>
                </a:lnTo>
                <a:lnTo>
                  <a:pt x="162785" y="41763"/>
                </a:lnTo>
                <a:lnTo>
                  <a:pt x="162255" y="41284"/>
                </a:lnTo>
                <a:lnTo>
                  <a:pt x="161715" y="40816"/>
                </a:lnTo>
                <a:lnTo>
                  <a:pt x="161165" y="40358"/>
                </a:lnTo>
                <a:lnTo>
                  <a:pt x="160604" y="39910"/>
                </a:lnTo>
                <a:lnTo>
                  <a:pt x="160034" y="39472"/>
                </a:lnTo>
                <a:lnTo>
                  <a:pt x="159454" y="39045"/>
                </a:lnTo>
                <a:lnTo>
                  <a:pt x="158864" y="38627"/>
                </a:lnTo>
                <a:lnTo>
                  <a:pt x="158264" y="38220"/>
                </a:lnTo>
                <a:lnTo>
                  <a:pt x="157655" y="37822"/>
                </a:lnTo>
                <a:lnTo>
                  <a:pt x="157035" y="37435"/>
                </a:lnTo>
                <a:lnTo>
                  <a:pt x="156405" y="37061"/>
                </a:lnTo>
                <a:lnTo>
                  <a:pt x="155763" y="36702"/>
                </a:lnTo>
                <a:lnTo>
                  <a:pt x="155111" y="36360"/>
                </a:lnTo>
                <a:lnTo>
                  <a:pt x="154448" y="36033"/>
                </a:lnTo>
                <a:lnTo>
                  <a:pt x="153774" y="35723"/>
                </a:lnTo>
                <a:lnTo>
                  <a:pt x="153089" y="35428"/>
                </a:lnTo>
                <a:lnTo>
                  <a:pt x="152393" y="35149"/>
                </a:lnTo>
                <a:lnTo>
                  <a:pt x="151686" y="34887"/>
                </a:lnTo>
                <a:lnTo>
                  <a:pt x="150968" y="34640"/>
                </a:lnTo>
                <a:lnTo>
                  <a:pt x="150239" y="34409"/>
                </a:lnTo>
                <a:lnTo>
                  <a:pt x="149500" y="34194"/>
                </a:lnTo>
                <a:lnTo>
                  <a:pt x="148749" y="33995"/>
                </a:lnTo>
                <a:lnTo>
                  <a:pt x="147987" y="33812"/>
                </a:lnTo>
                <a:lnTo>
                  <a:pt x="147214" y="33644"/>
                </a:lnTo>
                <a:lnTo>
                  <a:pt x="146431" y="33493"/>
                </a:lnTo>
                <a:lnTo>
                  <a:pt x="145636" y="33358"/>
                </a:lnTo>
                <a:lnTo>
                  <a:pt x="144830" y="33238"/>
                </a:lnTo>
                <a:lnTo>
                  <a:pt x="144014" y="33135"/>
                </a:lnTo>
                <a:lnTo>
                  <a:pt x="143186" y="33047"/>
                </a:lnTo>
                <a:lnTo>
                  <a:pt x="142348" y="32975"/>
                </a:lnTo>
                <a:lnTo>
                  <a:pt x="141498" y="32920"/>
                </a:lnTo>
                <a:lnTo>
                  <a:pt x="140638" y="32880"/>
                </a:lnTo>
                <a:lnTo>
                  <a:pt x="139767" y="32856"/>
                </a:lnTo>
                <a:lnTo>
                  <a:pt x="138884" y="32848"/>
                </a:lnTo>
                <a:lnTo>
                  <a:pt x="137871" y="32858"/>
                </a:lnTo>
                <a:lnTo>
                  <a:pt x="136868" y="32888"/>
                </a:lnTo>
                <a:lnTo>
                  <a:pt x="135877" y="32938"/>
                </a:lnTo>
                <a:lnTo>
                  <a:pt x="134896" y="33009"/>
                </a:lnTo>
                <a:lnTo>
                  <a:pt x="133927" y="33099"/>
                </a:lnTo>
                <a:lnTo>
                  <a:pt x="132969" y="33210"/>
                </a:lnTo>
                <a:lnTo>
                  <a:pt x="132022" y="33340"/>
                </a:lnTo>
                <a:lnTo>
                  <a:pt x="131086" y="33491"/>
                </a:lnTo>
                <a:lnTo>
                  <a:pt x="130162" y="33662"/>
                </a:lnTo>
                <a:lnTo>
                  <a:pt x="129248" y="33853"/>
                </a:lnTo>
                <a:lnTo>
                  <a:pt x="128346" y="34064"/>
                </a:lnTo>
                <a:lnTo>
                  <a:pt x="127454" y="34295"/>
                </a:lnTo>
                <a:lnTo>
                  <a:pt x="126574" y="34546"/>
                </a:lnTo>
                <a:lnTo>
                  <a:pt x="125705" y="34817"/>
                </a:lnTo>
                <a:lnTo>
                  <a:pt x="124847" y="35108"/>
                </a:lnTo>
                <a:lnTo>
                  <a:pt x="124000" y="35420"/>
                </a:lnTo>
                <a:lnTo>
                  <a:pt x="123165" y="35751"/>
                </a:lnTo>
                <a:lnTo>
                  <a:pt x="122340" y="36103"/>
                </a:lnTo>
                <a:lnTo>
                  <a:pt x="121527" y="36474"/>
                </a:lnTo>
                <a:lnTo>
                  <a:pt x="120725" y="36866"/>
                </a:lnTo>
                <a:lnTo>
                  <a:pt x="119933" y="37278"/>
                </a:lnTo>
                <a:lnTo>
                  <a:pt x="119153" y="37710"/>
                </a:lnTo>
                <a:lnTo>
                  <a:pt x="118385" y="38162"/>
                </a:lnTo>
                <a:lnTo>
                  <a:pt x="117627" y="38634"/>
                </a:lnTo>
                <a:lnTo>
                  <a:pt x="116882" y="39126"/>
                </a:lnTo>
                <a:lnTo>
                  <a:pt x="116151" y="39636"/>
                </a:lnTo>
                <a:lnTo>
                  <a:pt x="115434" y="40165"/>
                </a:lnTo>
                <a:lnTo>
                  <a:pt x="114731" y="40714"/>
                </a:lnTo>
                <a:lnTo>
                  <a:pt x="114042" y="41282"/>
                </a:lnTo>
                <a:lnTo>
                  <a:pt x="113367" y="41868"/>
                </a:lnTo>
                <a:lnTo>
                  <a:pt x="112706" y="42474"/>
                </a:lnTo>
                <a:lnTo>
                  <a:pt x="112059" y="43098"/>
                </a:lnTo>
                <a:lnTo>
                  <a:pt x="111426" y="43742"/>
                </a:lnTo>
                <a:lnTo>
                  <a:pt x="110808" y="44405"/>
                </a:lnTo>
                <a:lnTo>
                  <a:pt x="110203" y="45086"/>
                </a:lnTo>
                <a:lnTo>
                  <a:pt x="109612" y="45787"/>
                </a:lnTo>
                <a:lnTo>
                  <a:pt x="109036" y="46507"/>
                </a:lnTo>
                <a:lnTo>
                  <a:pt x="108473" y="47246"/>
                </a:lnTo>
                <a:lnTo>
                  <a:pt x="107924" y="48004"/>
                </a:lnTo>
                <a:lnTo>
                  <a:pt x="107390" y="48781"/>
                </a:lnTo>
                <a:lnTo>
                  <a:pt x="106870" y="49577"/>
                </a:lnTo>
                <a:lnTo>
                  <a:pt x="106363" y="50391"/>
                </a:lnTo>
                <a:lnTo>
                  <a:pt x="105871" y="51225"/>
                </a:lnTo>
                <a:lnTo>
                  <a:pt x="105392" y="52078"/>
                </a:lnTo>
                <a:lnTo>
                  <a:pt x="104928" y="52951"/>
                </a:lnTo>
                <a:lnTo>
                  <a:pt x="104478" y="53842"/>
                </a:lnTo>
                <a:lnTo>
                  <a:pt x="104042" y="54752"/>
                </a:lnTo>
                <a:lnTo>
                  <a:pt x="103620" y="55681"/>
                </a:lnTo>
                <a:lnTo>
                  <a:pt x="103213" y="56629"/>
                </a:lnTo>
                <a:lnTo>
                  <a:pt x="102824" y="57596"/>
                </a:lnTo>
                <a:lnTo>
                  <a:pt x="102452" y="58582"/>
                </a:lnTo>
                <a:lnTo>
                  <a:pt x="102098" y="59588"/>
                </a:lnTo>
                <a:lnTo>
                  <a:pt x="101760" y="60612"/>
                </a:lnTo>
                <a:lnTo>
                  <a:pt x="101440" y="61655"/>
                </a:lnTo>
                <a:lnTo>
                  <a:pt x="101138" y="62717"/>
                </a:lnTo>
                <a:lnTo>
                  <a:pt x="100852" y="63799"/>
                </a:lnTo>
                <a:lnTo>
                  <a:pt x="100584" y="64899"/>
                </a:lnTo>
                <a:lnTo>
                  <a:pt x="100333" y="66018"/>
                </a:lnTo>
                <a:lnTo>
                  <a:pt x="100100" y="67157"/>
                </a:lnTo>
                <a:lnTo>
                  <a:pt x="99884" y="68314"/>
                </a:lnTo>
                <a:lnTo>
                  <a:pt x="99685" y="69490"/>
                </a:lnTo>
                <a:lnTo>
                  <a:pt x="99503" y="70686"/>
                </a:lnTo>
                <a:lnTo>
                  <a:pt x="99339" y="71900"/>
                </a:lnTo>
                <a:lnTo>
                  <a:pt x="99192" y="73134"/>
                </a:lnTo>
                <a:lnTo>
                  <a:pt x="99062" y="74386"/>
                </a:lnTo>
                <a:lnTo>
                  <a:pt x="98950" y="75658"/>
                </a:lnTo>
                <a:lnTo>
                  <a:pt x="98854" y="76948"/>
                </a:lnTo>
                <a:lnTo>
                  <a:pt x="98777" y="78258"/>
                </a:lnTo>
                <a:lnTo>
                  <a:pt x="98716" y="79586"/>
                </a:lnTo>
                <a:lnTo>
                  <a:pt x="98673" y="80934"/>
                </a:lnTo>
                <a:lnTo>
                  <a:pt x="98647" y="82301"/>
                </a:lnTo>
                <a:lnTo>
                  <a:pt x="98638" y="83686"/>
                </a:lnTo>
                <a:lnTo>
                  <a:pt x="98646" y="85089"/>
                </a:lnTo>
                <a:lnTo>
                  <a:pt x="98670" y="86473"/>
                </a:lnTo>
                <a:lnTo>
                  <a:pt x="98710" y="87839"/>
                </a:lnTo>
                <a:lnTo>
                  <a:pt x="98766" y="89186"/>
                </a:lnTo>
                <a:lnTo>
                  <a:pt x="98837" y="90514"/>
                </a:lnTo>
                <a:lnTo>
                  <a:pt x="98925" y="91824"/>
                </a:lnTo>
                <a:lnTo>
                  <a:pt x="99028" y="93115"/>
                </a:lnTo>
                <a:lnTo>
                  <a:pt x="99148" y="94387"/>
                </a:lnTo>
                <a:lnTo>
                  <a:pt x="99283" y="95641"/>
                </a:lnTo>
                <a:lnTo>
                  <a:pt x="99435" y="96876"/>
                </a:lnTo>
                <a:lnTo>
                  <a:pt x="99602" y="98092"/>
                </a:lnTo>
                <a:lnTo>
                  <a:pt x="99785" y="99289"/>
                </a:lnTo>
                <a:lnTo>
                  <a:pt x="99984" y="100468"/>
                </a:lnTo>
                <a:lnTo>
                  <a:pt x="100199" y="101628"/>
                </a:lnTo>
                <a:lnTo>
                  <a:pt x="100430" y="102770"/>
                </a:lnTo>
                <a:lnTo>
                  <a:pt x="100677" y="103893"/>
                </a:lnTo>
                <a:lnTo>
                  <a:pt x="100940" y="104997"/>
                </a:lnTo>
                <a:lnTo>
                  <a:pt x="101218" y="106082"/>
                </a:lnTo>
                <a:lnTo>
                  <a:pt x="101513" y="107149"/>
                </a:lnTo>
                <a:lnTo>
                  <a:pt x="101824" y="108197"/>
                </a:lnTo>
                <a:lnTo>
                  <a:pt x="102150" y="109227"/>
                </a:lnTo>
                <a:lnTo>
                  <a:pt x="102492" y="110238"/>
                </a:lnTo>
                <a:lnTo>
                  <a:pt x="102851" y="111230"/>
                </a:lnTo>
                <a:lnTo>
                  <a:pt x="103225" y="112203"/>
                </a:lnTo>
                <a:lnTo>
                  <a:pt x="103614" y="113157"/>
                </a:lnTo>
                <a:lnTo>
                  <a:pt x="104018" y="114091"/>
                </a:lnTo>
                <a:lnTo>
                  <a:pt x="104435" y="115004"/>
                </a:lnTo>
                <a:lnTo>
                  <a:pt x="104866" y="115898"/>
                </a:lnTo>
                <a:lnTo>
                  <a:pt x="105312" y="116771"/>
                </a:lnTo>
                <a:lnTo>
                  <a:pt x="105771" y="117625"/>
                </a:lnTo>
                <a:lnTo>
                  <a:pt x="106245" y="118458"/>
                </a:lnTo>
                <a:lnTo>
                  <a:pt x="106732" y="119272"/>
                </a:lnTo>
                <a:lnTo>
                  <a:pt x="107234" y="120065"/>
                </a:lnTo>
                <a:lnTo>
                  <a:pt x="107750" y="120838"/>
                </a:lnTo>
                <a:lnTo>
                  <a:pt x="108279" y="121591"/>
                </a:lnTo>
                <a:lnTo>
                  <a:pt x="108823" y="122324"/>
                </a:lnTo>
                <a:lnTo>
                  <a:pt x="109381" y="123037"/>
                </a:lnTo>
                <a:lnTo>
                  <a:pt x="109953" y="123730"/>
                </a:lnTo>
                <a:lnTo>
                  <a:pt x="110539" y="124403"/>
                </a:lnTo>
                <a:lnTo>
                  <a:pt x="111138" y="125056"/>
                </a:lnTo>
                <a:lnTo>
                  <a:pt x="111752" y="125688"/>
                </a:lnTo>
                <a:lnTo>
                  <a:pt x="112380" y="126301"/>
                </a:lnTo>
                <a:lnTo>
                  <a:pt x="113022" y="126893"/>
                </a:lnTo>
                <a:lnTo>
                  <a:pt x="113678" y="127466"/>
                </a:lnTo>
                <a:lnTo>
                  <a:pt x="114349" y="128018"/>
                </a:lnTo>
                <a:lnTo>
                  <a:pt x="115033" y="128551"/>
                </a:lnTo>
                <a:lnTo>
                  <a:pt x="115731" y="129063"/>
                </a:lnTo>
                <a:lnTo>
                  <a:pt x="116443" y="129555"/>
                </a:lnTo>
                <a:lnTo>
                  <a:pt x="117168" y="130027"/>
                </a:lnTo>
                <a:lnTo>
                  <a:pt x="117905" y="130479"/>
                </a:lnTo>
                <a:lnTo>
                  <a:pt x="118653" y="130910"/>
                </a:lnTo>
                <a:lnTo>
                  <a:pt x="119412" y="131322"/>
                </a:lnTo>
                <a:lnTo>
                  <a:pt x="120183" y="131714"/>
                </a:lnTo>
                <a:lnTo>
                  <a:pt x="120965" y="132085"/>
                </a:lnTo>
                <a:lnTo>
                  <a:pt x="121759" y="132436"/>
                </a:lnTo>
                <a:lnTo>
                  <a:pt x="122565" y="132768"/>
                </a:lnTo>
                <a:lnTo>
                  <a:pt x="123381" y="133079"/>
                </a:lnTo>
                <a:lnTo>
                  <a:pt x="124210" y="133370"/>
                </a:lnTo>
                <a:lnTo>
                  <a:pt x="125049" y="133641"/>
                </a:lnTo>
                <a:lnTo>
                  <a:pt x="125901" y="133892"/>
                </a:lnTo>
                <a:lnTo>
                  <a:pt x="126763" y="134123"/>
                </a:lnTo>
                <a:lnTo>
                  <a:pt x="127637" y="134334"/>
                </a:lnTo>
                <a:lnTo>
                  <a:pt x="128523" y="134525"/>
                </a:lnTo>
                <a:lnTo>
                  <a:pt x="129420" y="134695"/>
                </a:lnTo>
                <a:lnTo>
                  <a:pt x="130329" y="134846"/>
                </a:lnTo>
                <a:lnTo>
                  <a:pt x="131249" y="134977"/>
                </a:lnTo>
                <a:lnTo>
                  <a:pt x="132180" y="135087"/>
                </a:lnTo>
                <a:lnTo>
                  <a:pt x="133123" y="135177"/>
                </a:lnTo>
                <a:lnTo>
                  <a:pt x="134078" y="135248"/>
                </a:lnTo>
                <a:lnTo>
                  <a:pt x="135044" y="135298"/>
                </a:lnTo>
                <a:lnTo>
                  <a:pt x="136021" y="135328"/>
                </a:lnTo>
                <a:lnTo>
                  <a:pt x="137010" y="135338"/>
                </a:lnTo>
                <a:lnTo>
                  <a:pt x="137902" y="135330"/>
                </a:lnTo>
                <a:lnTo>
                  <a:pt x="138784" y="135307"/>
                </a:lnTo>
                <a:lnTo>
                  <a:pt x="139657" y="135269"/>
                </a:lnTo>
                <a:lnTo>
                  <a:pt x="140522" y="135215"/>
                </a:lnTo>
                <a:lnTo>
                  <a:pt x="141377" y="135145"/>
                </a:lnTo>
                <a:lnTo>
                  <a:pt x="142223" y="135061"/>
                </a:lnTo>
                <a:lnTo>
                  <a:pt x="143060" y="134960"/>
                </a:lnTo>
                <a:lnTo>
                  <a:pt x="143888" y="134845"/>
                </a:lnTo>
                <a:lnTo>
                  <a:pt x="144707" y="134714"/>
                </a:lnTo>
                <a:lnTo>
                  <a:pt x="145516" y="134567"/>
                </a:lnTo>
                <a:lnTo>
                  <a:pt x="146317" y="134406"/>
                </a:lnTo>
                <a:lnTo>
                  <a:pt x="147109" y="134228"/>
                </a:lnTo>
                <a:lnTo>
                  <a:pt x="147891" y="134036"/>
                </a:lnTo>
                <a:lnTo>
                  <a:pt x="148665" y="133828"/>
                </a:lnTo>
                <a:lnTo>
                  <a:pt x="149429" y="133604"/>
                </a:lnTo>
                <a:lnTo>
                  <a:pt x="150185" y="133365"/>
                </a:lnTo>
                <a:lnTo>
                  <a:pt x="150931" y="133111"/>
                </a:lnTo>
                <a:lnTo>
                  <a:pt x="151668" y="132841"/>
                </a:lnTo>
                <a:lnTo>
                  <a:pt x="152396" y="132556"/>
                </a:lnTo>
                <a:lnTo>
                  <a:pt x="153115" y="132255"/>
                </a:lnTo>
                <a:lnTo>
                  <a:pt x="153825" y="131939"/>
                </a:lnTo>
                <a:lnTo>
                  <a:pt x="154526" y="131608"/>
                </a:lnTo>
                <a:lnTo>
                  <a:pt x="155218" y="131261"/>
                </a:lnTo>
                <a:lnTo>
                  <a:pt x="155900" y="130899"/>
                </a:lnTo>
                <a:lnTo>
                  <a:pt x="156573" y="130524"/>
                </a:lnTo>
                <a:lnTo>
                  <a:pt x="157236" y="130139"/>
                </a:lnTo>
                <a:lnTo>
                  <a:pt x="157888" y="129743"/>
                </a:lnTo>
                <a:lnTo>
                  <a:pt x="158529" y="129337"/>
                </a:lnTo>
                <a:lnTo>
                  <a:pt x="159161" y="128921"/>
                </a:lnTo>
                <a:lnTo>
                  <a:pt x="159781" y="128495"/>
                </a:lnTo>
                <a:lnTo>
                  <a:pt x="160392" y="128058"/>
                </a:lnTo>
                <a:lnTo>
                  <a:pt x="160991" y="127611"/>
                </a:lnTo>
                <a:lnTo>
                  <a:pt x="161581" y="127154"/>
                </a:lnTo>
                <a:lnTo>
                  <a:pt x="162160" y="126686"/>
                </a:lnTo>
                <a:lnTo>
                  <a:pt x="162728" y="126208"/>
                </a:lnTo>
                <a:lnTo>
                  <a:pt x="163286" y="125720"/>
                </a:lnTo>
                <a:lnTo>
                  <a:pt x="163834" y="125222"/>
                </a:lnTo>
                <a:lnTo>
                  <a:pt x="164371" y="124713"/>
                </a:lnTo>
                <a:lnTo>
                  <a:pt x="164898" y="124194"/>
                </a:lnTo>
                <a:lnTo>
                  <a:pt x="165414" y="123665"/>
                </a:lnTo>
                <a:lnTo>
                  <a:pt x="165920" y="123126"/>
                </a:lnTo>
                <a:lnTo>
                  <a:pt x="166415" y="122576"/>
                </a:lnTo>
                <a:lnTo>
                  <a:pt x="166900" y="122016"/>
                </a:lnTo>
                <a:lnTo>
                  <a:pt x="167374" y="121446"/>
                </a:lnTo>
                <a:lnTo>
                  <a:pt x="167838" y="120865"/>
                </a:lnTo>
                <a:lnTo>
                  <a:pt x="168292" y="120274"/>
                </a:lnTo>
                <a:lnTo>
                  <a:pt x="168735" y="119673"/>
                </a:lnTo>
                <a:lnTo>
                  <a:pt x="169168" y="119062"/>
                </a:lnTo>
                <a:lnTo>
                  <a:pt x="169168" y="168877"/>
                </a:lnTo>
                <a:lnTo>
                  <a:pt x="185641" y="168877"/>
                </a:lnTo>
                <a:lnTo>
                  <a:pt x="185641" y="34525"/>
                </a:lnTo>
                <a:lnTo>
                  <a:pt x="169760" y="34525"/>
                </a:lnTo>
                <a:lnTo>
                  <a:pt x="169168" y="49519"/>
                </a:lnTo>
                <a:close/>
                <a:moveTo>
                  <a:pt x="136173" y="121553"/>
                </a:moveTo>
                <a:lnTo>
                  <a:pt x="135271" y="121401"/>
                </a:lnTo>
                <a:lnTo>
                  <a:pt x="134387" y="121215"/>
                </a:lnTo>
                <a:lnTo>
                  <a:pt x="133522" y="120996"/>
                </a:lnTo>
                <a:lnTo>
                  <a:pt x="132675" y="120742"/>
                </a:lnTo>
                <a:lnTo>
                  <a:pt x="131848" y="120455"/>
                </a:lnTo>
                <a:lnTo>
                  <a:pt x="131039" y="120133"/>
                </a:lnTo>
                <a:lnTo>
                  <a:pt x="130248" y="119778"/>
                </a:lnTo>
                <a:lnTo>
                  <a:pt x="129476" y="119389"/>
                </a:lnTo>
                <a:lnTo>
                  <a:pt x="128723" y="118967"/>
                </a:lnTo>
                <a:lnTo>
                  <a:pt x="127989" y="118510"/>
                </a:lnTo>
                <a:lnTo>
                  <a:pt x="127273" y="118020"/>
                </a:lnTo>
                <a:lnTo>
                  <a:pt x="126576" y="117496"/>
                </a:lnTo>
                <a:lnTo>
                  <a:pt x="125898" y="116938"/>
                </a:lnTo>
                <a:lnTo>
                  <a:pt x="125238" y="116346"/>
                </a:lnTo>
                <a:lnTo>
                  <a:pt x="124597" y="115721"/>
                </a:lnTo>
                <a:lnTo>
                  <a:pt x="123974" y="115062"/>
                </a:lnTo>
                <a:lnTo>
                  <a:pt x="123371" y="114368"/>
                </a:lnTo>
                <a:lnTo>
                  <a:pt x="122785" y="113641"/>
                </a:lnTo>
                <a:lnTo>
                  <a:pt x="122219" y="112881"/>
                </a:lnTo>
                <a:lnTo>
                  <a:pt x="121671" y="112086"/>
                </a:lnTo>
                <a:lnTo>
                  <a:pt x="121144" y="111259"/>
                </a:lnTo>
                <a:lnTo>
                  <a:pt x="120639" y="110401"/>
                </a:lnTo>
                <a:lnTo>
                  <a:pt x="120157" y="109511"/>
                </a:lnTo>
                <a:lnTo>
                  <a:pt x="119697" y="108591"/>
                </a:lnTo>
                <a:lnTo>
                  <a:pt x="119260" y="107640"/>
                </a:lnTo>
                <a:lnTo>
                  <a:pt x="118845" y="106658"/>
                </a:lnTo>
                <a:lnTo>
                  <a:pt x="118452" y="105645"/>
                </a:lnTo>
                <a:lnTo>
                  <a:pt x="118082" y="104601"/>
                </a:lnTo>
                <a:lnTo>
                  <a:pt x="117734" y="103526"/>
                </a:lnTo>
                <a:lnTo>
                  <a:pt x="117409" y="102420"/>
                </a:lnTo>
                <a:lnTo>
                  <a:pt x="117106" y="101283"/>
                </a:lnTo>
                <a:lnTo>
                  <a:pt x="116825" y="100116"/>
                </a:lnTo>
                <a:lnTo>
                  <a:pt x="116567" y="98917"/>
                </a:lnTo>
                <a:lnTo>
                  <a:pt x="116332" y="97687"/>
                </a:lnTo>
                <a:lnTo>
                  <a:pt x="116119" y="96426"/>
                </a:lnTo>
                <a:lnTo>
                  <a:pt x="115928" y="95135"/>
                </a:lnTo>
                <a:lnTo>
                  <a:pt x="115760" y="93812"/>
                </a:lnTo>
                <a:lnTo>
                  <a:pt x="115614" y="92458"/>
                </a:lnTo>
                <a:lnTo>
                  <a:pt x="115491" y="91074"/>
                </a:lnTo>
                <a:lnTo>
                  <a:pt x="115390" y="89658"/>
                </a:lnTo>
                <a:lnTo>
                  <a:pt x="115311" y="88212"/>
                </a:lnTo>
                <a:lnTo>
                  <a:pt x="115255" y="86734"/>
                </a:lnTo>
                <a:lnTo>
                  <a:pt x="115221" y="85226"/>
                </a:lnTo>
                <a:lnTo>
                  <a:pt x="115210" y="83686"/>
                </a:lnTo>
                <a:lnTo>
                  <a:pt x="115222" y="82214"/>
                </a:lnTo>
                <a:lnTo>
                  <a:pt x="115258" y="80769"/>
                </a:lnTo>
                <a:lnTo>
                  <a:pt x="115317" y="79352"/>
                </a:lnTo>
                <a:lnTo>
                  <a:pt x="115401" y="77963"/>
                </a:lnTo>
                <a:lnTo>
                  <a:pt x="115508" y="76603"/>
                </a:lnTo>
                <a:lnTo>
                  <a:pt x="115639" y="75270"/>
                </a:lnTo>
                <a:lnTo>
                  <a:pt x="115793" y="73965"/>
                </a:lnTo>
                <a:lnTo>
                  <a:pt x="115972" y="72688"/>
                </a:lnTo>
                <a:lnTo>
                  <a:pt x="116174" y="71439"/>
                </a:lnTo>
                <a:lnTo>
                  <a:pt x="116400" y="70218"/>
                </a:lnTo>
                <a:lnTo>
                  <a:pt x="116650" y="69025"/>
                </a:lnTo>
                <a:lnTo>
                  <a:pt x="116924" y="67859"/>
                </a:lnTo>
                <a:lnTo>
                  <a:pt x="117222" y="66722"/>
                </a:lnTo>
                <a:lnTo>
                  <a:pt x="117543" y="65613"/>
                </a:lnTo>
                <a:lnTo>
                  <a:pt x="117888" y="64531"/>
                </a:lnTo>
                <a:lnTo>
                  <a:pt x="118257" y="63478"/>
                </a:lnTo>
                <a:lnTo>
                  <a:pt x="118650" y="62453"/>
                </a:lnTo>
                <a:lnTo>
                  <a:pt x="119066" y="61455"/>
                </a:lnTo>
                <a:lnTo>
                  <a:pt x="119507" y="60486"/>
                </a:lnTo>
                <a:lnTo>
                  <a:pt x="119971" y="59544"/>
                </a:lnTo>
                <a:lnTo>
                  <a:pt x="120459" y="58630"/>
                </a:lnTo>
                <a:lnTo>
                  <a:pt x="120971" y="57744"/>
                </a:lnTo>
                <a:lnTo>
                  <a:pt x="121506" y="56887"/>
                </a:lnTo>
                <a:lnTo>
                  <a:pt x="122066" y="56057"/>
                </a:lnTo>
                <a:lnTo>
                  <a:pt x="122648" y="55258"/>
                </a:lnTo>
                <a:lnTo>
                  <a:pt x="123252" y="54493"/>
                </a:lnTo>
                <a:lnTo>
                  <a:pt x="123878" y="53762"/>
                </a:lnTo>
                <a:lnTo>
                  <a:pt x="124525" y="53064"/>
                </a:lnTo>
                <a:lnTo>
                  <a:pt x="125194" y="52401"/>
                </a:lnTo>
                <a:lnTo>
                  <a:pt x="125885" y="51772"/>
                </a:lnTo>
                <a:lnTo>
                  <a:pt x="126598" y="51177"/>
                </a:lnTo>
                <a:lnTo>
                  <a:pt x="127332" y="50616"/>
                </a:lnTo>
                <a:lnTo>
                  <a:pt x="128088" y="50089"/>
                </a:lnTo>
                <a:lnTo>
                  <a:pt x="128866" y="49596"/>
                </a:lnTo>
                <a:lnTo>
                  <a:pt x="129666" y="49137"/>
                </a:lnTo>
                <a:lnTo>
                  <a:pt x="130487" y="48712"/>
                </a:lnTo>
                <a:lnTo>
                  <a:pt x="131331" y="48321"/>
                </a:lnTo>
                <a:lnTo>
                  <a:pt x="132196" y="47964"/>
                </a:lnTo>
                <a:lnTo>
                  <a:pt x="133082" y="47641"/>
                </a:lnTo>
                <a:lnTo>
                  <a:pt x="133991" y="47352"/>
                </a:lnTo>
                <a:lnTo>
                  <a:pt x="134921" y="47097"/>
                </a:lnTo>
                <a:lnTo>
                  <a:pt x="135873" y="46876"/>
                </a:lnTo>
                <a:lnTo>
                  <a:pt x="136846" y="46689"/>
                </a:lnTo>
                <a:lnTo>
                  <a:pt x="137842" y="46536"/>
                </a:lnTo>
                <a:lnTo>
                  <a:pt x="138859" y="46417"/>
                </a:lnTo>
                <a:lnTo>
                  <a:pt x="139898" y="46332"/>
                </a:lnTo>
                <a:lnTo>
                  <a:pt x="140959" y="46281"/>
                </a:lnTo>
                <a:lnTo>
                  <a:pt x="142041" y="46264"/>
                </a:lnTo>
                <a:lnTo>
                  <a:pt x="142873" y="46281"/>
                </a:lnTo>
                <a:lnTo>
                  <a:pt x="143693" y="46318"/>
                </a:lnTo>
                <a:lnTo>
                  <a:pt x="144501" y="46374"/>
                </a:lnTo>
                <a:lnTo>
                  <a:pt x="145296" y="46448"/>
                </a:lnTo>
                <a:lnTo>
                  <a:pt x="146079" y="46542"/>
                </a:lnTo>
                <a:lnTo>
                  <a:pt x="146850" y="46654"/>
                </a:lnTo>
                <a:lnTo>
                  <a:pt x="147608" y="46785"/>
                </a:lnTo>
                <a:lnTo>
                  <a:pt x="148354" y="46935"/>
                </a:lnTo>
                <a:lnTo>
                  <a:pt x="149088" y="47104"/>
                </a:lnTo>
                <a:lnTo>
                  <a:pt x="149809" y="47292"/>
                </a:lnTo>
                <a:lnTo>
                  <a:pt x="150518" y="47498"/>
                </a:lnTo>
                <a:lnTo>
                  <a:pt x="151215" y="47724"/>
                </a:lnTo>
                <a:lnTo>
                  <a:pt x="151899" y="47968"/>
                </a:lnTo>
                <a:lnTo>
                  <a:pt x="152571" y="48231"/>
                </a:lnTo>
                <a:lnTo>
                  <a:pt x="153231" y="48514"/>
                </a:lnTo>
                <a:lnTo>
                  <a:pt x="153878" y="48815"/>
                </a:lnTo>
                <a:lnTo>
                  <a:pt x="154513" y="49134"/>
                </a:lnTo>
                <a:lnTo>
                  <a:pt x="155136" y="49473"/>
                </a:lnTo>
                <a:lnTo>
                  <a:pt x="155746" y="49831"/>
                </a:lnTo>
                <a:lnTo>
                  <a:pt x="156344" y="50207"/>
                </a:lnTo>
                <a:lnTo>
                  <a:pt x="156930" y="50602"/>
                </a:lnTo>
                <a:lnTo>
                  <a:pt x="157503" y="51017"/>
                </a:lnTo>
                <a:lnTo>
                  <a:pt x="158064" y="51450"/>
                </a:lnTo>
                <a:lnTo>
                  <a:pt x="158613" y="51902"/>
                </a:lnTo>
                <a:lnTo>
                  <a:pt x="159151" y="52367"/>
                </a:lnTo>
                <a:lnTo>
                  <a:pt x="159681" y="52842"/>
                </a:lnTo>
                <a:lnTo>
                  <a:pt x="160202" y="53326"/>
                </a:lnTo>
                <a:lnTo>
                  <a:pt x="160715" y="53818"/>
                </a:lnTo>
                <a:lnTo>
                  <a:pt x="161219" y="54320"/>
                </a:lnTo>
                <a:lnTo>
                  <a:pt x="161714" y="54830"/>
                </a:lnTo>
                <a:lnTo>
                  <a:pt x="162201" y="55349"/>
                </a:lnTo>
                <a:lnTo>
                  <a:pt x="162679" y="55877"/>
                </a:lnTo>
                <a:lnTo>
                  <a:pt x="163149" y="56414"/>
                </a:lnTo>
                <a:lnTo>
                  <a:pt x="163610" y="56960"/>
                </a:lnTo>
                <a:lnTo>
                  <a:pt x="164063" y="57515"/>
                </a:lnTo>
                <a:lnTo>
                  <a:pt x="164507" y="58079"/>
                </a:lnTo>
                <a:lnTo>
                  <a:pt x="164942" y="58652"/>
                </a:lnTo>
                <a:lnTo>
                  <a:pt x="165369" y="59233"/>
                </a:lnTo>
                <a:lnTo>
                  <a:pt x="165788" y="59824"/>
                </a:lnTo>
                <a:lnTo>
                  <a:pt x="166198" y="60423"/>
                </a:lnTo>
                <a:lnTo>
                  <a:pt x="166599" y="61032"/>
                </a:lnTo>
                <a:lnTo>
                  <a:pt x="166992" y="61649"/>
                </a:lnTo>
                <a:lnTo>
                  <a:pt x="167376" y="62275"/>
                </a:lnTo>
                <a:lnTo>
                  <a:pt x="167751" y="62910"/>
                </a:lnTo>
                <a:lnTo>
                  <a:pt x="168118" y="63554"/>
                </a:lnTo>
                <a:lnTo>
                  <a:pt x="168477" y="64207"/>
                </a:lnTo>
                <a:lnTo>
                  <a:pt x="168827" y="64868"/>
                </a:lnTo>
                <a:lnTo>
                  <a:pt x="169168" y="65539"/>
                </a:lnTo>
                <a:lnTo>
                  <a:pt x="169168" y="103677"/>
                </a:lnTo>
                <a:lnTo>
                  <a:pt x="168801" y="104305"/>
                </a:lnTo>
                <a:lnTo>
                  <a:pt x="168426" y="104925"/>
                </a:lnTo>
                <a:lnTo>
                  <a:pt x="168040" y="105537"/>
                </a:lnTo>
                <a:lnTo>
                  <a:pt x="167646" y="106141"/>
                </a:lnTo>
                <a:lnTo>
                  <a:pt x="167242" y="106738"/>
                </a:lnTo>
                <a:lnTo>
                  <a:pt x="166828" y="107326"/>
                </a:lnTo>
                <a:lnTo>
                  <a:pt x="166405" y="107906"/>
                </a:lnTo>
                <a:lnTo>
                  <a:pt x="165973" y="108478"/>
                </a:lnTo>
                <a:lnTo>
                  <a:pt x="165531" y="109042"/>
                </a:lnTo>
                <a:lnTo>
                  <a:pt x="165080" y="109598"/>
                </a:lnTo>
                <a:lnTo>
                  <a:pt x="164619" y="110146"/>
                </a:lnTo>
                <a:lnTo>
                  <a:pt x="164149" y="110687"/>
                </a:lnTo>
                <a:lnTo>
                  <a:pt x="163670" y="111219"/>
                </a:lnTo>
                <a:lnTo>
                  <a:pt x="163181" y="111743"/>
                </a:lnTo>
                <a:lnTo>
                  <a:pt x="162683" y="112259"/>
                </a:lnTo>
                <a:lnTo>
                  <a:pt x="162175" y="112767"/>
                </a:lnTo>
                <a:lnTo>
                  <a:pt x="161658" y="113267"/>
                </a:lnTo>
                <a:lnTo>
                  <a:pt x="161132" y="113759"/>
                </a:lnTo>
                <a:lnTo>
                  <a:pt x="160596" y="114243"/>
                </a:lnTo>
                <a:lnTo>
                  <a:pt x="160050" y="114719"/>
                </a:lnTo>
                <a:lnTo>
                  <a:pt x="159495" y="115187"/>
                </a:lnTo>
                <a:lnTo>
                  <a:pt x="158931" y="115647"/>
                </a:lnTo>
                <a:lnTo>
                  <a:pt x="158358" y="116099"/>
                </a:lnTo>
                <a:lnTo>
                  <a:pt x="157775" y="116543"/>
                </a:lnTo>
                <a:lnTo>
                  <a:pt x="157180" y="116974"/>
                </a:lnTo>
                <a:lnTo>
                  <a:pt x="156573" y="117387"/>
                </a:lnTo>
                <a:lnTo>
                  <a:pt x="155954" y="117781"/>
                </a:lnTo>
                <a:lnTo>
                  <a:pt x="155321" y="118157"/>
                </a:lnTo>
                <a:lnTo>
                  <a:pt x="154675" y="118514"/>
                </a:lnTo>
                <a:lnTo>
                  <a:pt x="154017" y="118854"/>
                </a:lnTo>
                <a:lnTo>
                  <a:pt x="153346" y="119175"/>
                </a:lnTo>
                <a:lnTo>
                  <a:pt x="152662" y="119477"/>
                </a:lnTo>
                <a:lnTo>
                  <a:pt x="151965" y="119761"/>
                </a:lnTo>
                <a:lnTo>
                  <a:pt x="151255" y="120027"/>
                </a:lnTo>
                <a:lnTo>
                  <a:pt x="150532" y="120275"/>
                </a:lnTo>
                <a:lnTo>
                  <a:pt x="149797" y="120504"/>
                </a:lnTo>
                <a:lnTo>
                  <a:pt x="149049" y="120715"/>
                </a:lnTo>
                <a:lnTo>
                  <a:pt x="148287" y="120907"/>
                </a:lnTo>
                <a:lnTo>
                  <a:pt x="147513" y="121081"/>
                </a:lnTo>
                <a:lnTo>
                  <a:pt x="146727" y="121237"/>
                </a:lnTo>
                <a:lnTo>
                  <a:pt x="145927" y="121375"/>
                </a:lnTo>
                <a:lnTo>
                  <a:pt x="145114" y="121494"/>
                </a:lnTo>
                <a:lnTo>
                  <a:pt x="144289" y="121595"/>
                </a:lnTo>
                <a:lnTo>
                  <a:pt x="143451" y="121677"/>
                </a:lnTo>
                <a:lnTo>
                  <a:pt x="142600" y="121741"/>
                </a:lnTo>
                <a:lnTo>
                  <a:pt x="141736" y="121787"/>
                </a:lnTo>
                <a:lnTo>
                  <a:pt x="140859" y="121815"/>
                </a:lnTo>
                <a:lnTo>
                  <a:pt x="139970" y="121824"/>
                </a:lnTo>
                <a:lnTo>
                  <a:pt x="138992" y="121807"/>
                </a:lnTo>
                <a:lnTo>
                  <a:pt x="138034" y="121756"/>
                </a:lnTo>
                <a:lnTo>
                  <a:pt x="137094" y="121672"/>
                </a:lnTo>
                <a:lnTo>
                  <a:pt x="136173" y="121553"/>
                </a:lnTo>
                <a:close/>
                <a:moveTo>
                  <a:pt x="14770" y="135134"/>
                </a:moveTo>
                <a:lnTo>
                  <a:pt x="14630" y="135628"/>
                </a:lnTo>
                <a:lnTo>
                  <a:pt x="14478" y="136116"/>
                </a:lnTo>
                <a:lnTo>
                  <a:pt x="14314" y="136598"/>
                </a:lnTo>
                <a:lnTo>
                  <a:pt x="14138" y="137075"/>
                </a:lnTo>
                <a:lnTo>
                  <a:pt x="13950" y="137546"/>
                </a:lnTo>
                <a:lnTo>
                  <a:pt x="13751" y="138011"/>
                </a:lnTo>
                <a:lnTo>
                  <a:pt x="13539" y="138470"/>
                </a:lnTo>
                <a:lnTo>
                  <a:pt x="13315" y="138923"/>
                </a:lnTo>
                <a:lnTo>
                  <a:pt x="13079" y="139371"/>
                </a:lnTo>
                <a:lnTo>
                  <a:pt x="12831" y="139812"/>
                </a:lnTo>
                <a:lnTo>
                  <a:pt x="12571" y="140248"/>
                </a:lnTo>
                <a:lnTo>
                  <a:pt x="12300" y="140678"/>
                </a:lnTo>
                <a:lnTo>
                  <a:pt x="12016" y="141102"/>
                </a:lnTo>
                <a:lnTo>
                  <a:pt x="11720" y="141521"/>
                </a:lnTo>
                <a:lnTo>
                  <a:pt x="11412" y="141933"/>
                </a:lnTo>
                <a:lnTo>
                  <a:pt x="11093" y="142340"/>
                </a:lnTo>
                <a:lnTo>
                  <a:pt x="10761" y="142741"/>
                </a:lnTo>
                <a:lnTo>
                  <a:pt x="10417" y="143136"/>
                </a:lnTo>
                <a:lnTo>
                  <a:pt x="10062" y="143525"/>
                </a:lnTo>
                <a:lnTo>
                  <a:pt x="9697" y="143908"/>
                </a:lnTo>
                <a:lnTo>
                  <a:pt x="9329" y="144284"/>
                </a:lnTo>
                <a:lnTo>
                  <a:pt x="8955" y="144652"/>
                </a:lnTo>
                <a:lnTo>
                  <a:pt x="8576" y="145013"/>
                </a:lnTo>
                <a:lnTo>
                  <a:pt x="8193" y="145367"/>
                </a:lnTo>
                <a:lnTo>
                  <a:pt x="7805" y="145714"/>
                </a:lnTo>
                <a:lnTo>
                  <a:pt x="7412" y="146054"/>
                </a:lnTo>
                <a:lnTo>
                  <a:pt x="7015" y="146386"/>
                </a:lnTo>
                <a:lnTo>
                  <a:pt x="6612" y="146711"/>
                </a:lnTo>
                <a:lnTo>
                  <a:pt x="6205" y="147029"/>
                </a:lnTo>
                <a:lnTo>
                  <a:pt x="5793" y="147340"/>
                </a:lnTo>
                <a:lnTo>
                  <a:pt x="5376" y="147644"/>
                </a:lnTo>
                <a:lnTo>
                  <a:pt x="4954" y="147940"/>
                </a:lnTo>
                <a:lnTo>
                  <a:pt x="4528" y="148229"/>
                </a:lnTo>
                <a:lnTo>
                  <a:pt x="4097" y="148511"/>
                </a:lnTo>
                <a:lnTo>
                  <a:pt x="3661" y="148786"/>
                </a:lnTo>
                <a:lnTo>
                  <a:pt x="3220" y="149054"/>
                </a:lnTo>
                <a:lnTo>
                  <a:pt x="2774" y="149314"/>
                </a:lnTo>
                <a:lnTo>
                  <a:pt x="2324" y="149568"/>
                </a:lnTo>
                <a:lnTo>
                  <a:pt x="1869" y="149814"/>
                </a:lnTo>
                <a:lnTo>
                  <a:pt x="1409" y="150053"/>
                </a:lnTo>
                <a:lnTo>
                  <a:pt x="944" y="150284"/>
                </a:lnTo>
                <a:lnTo>
                  <a:pt x="474" y="150509"/>
                </a:lnTo>
                <a:lnTo>
                  <a:pt x="0" y="150726"/>
                </a:lnTo>
                <a:lnTo>
                  <a:pt x="4143" y="159999"/>
                </a:lnTo>
                <a:lnTo>
                  <a:pt x="4724" y="159741"/>
                </a:lnTo>
                <a:lnTo>
                  <a:pt x="5300" y="159477"/>
                </a:lnTo>
                <a:lnTo>
                  <a:pt x="5872" y="159208"/>
                </a:lnTo>
                <a:lnTo>
                  <a:pt x="6438" y="158933"/>
                </a:lnTo>
                <a:lnTo>
                  <a:pt x="6999" y="158652"/>
                </a:lnTo>
                <a:lnTo>
                  <a:pt x="7555" y="158365"/>
                </a:lnTo>
                <a:lnTo>
                  <a:pt x="8107" y="158072"/>
                </a:lnTo>
                <a:lnTo>
                  <a:pt x="8653" y="157774"/>
                </a:lnTo>
                <a:lnTo>
                  <a:pt x="9195" y="157469"/>
                </a:lnTo>
                <a:lnTo>
                  <a:pt x="9731" y="157159"/>
                </a:lnTo>
                <a:lnTo>
                  <a:pt x="10263" y="156843"/>
                </a:lnTo>
                <a:lnTo>
                  <a:pt x="10789" y="156522"/>
                </a:lnTo>
                <a:lnTo>
                  <a:pt x="11311" y="156194"/>
                </a:lnTo>
                <a:lnTo>
                  <a:pt x="11827" y="155861"/>
                </a:lnTo>
                <a:lnTo>
                  <a:pt x="12339" y="155521"/>
                </a:lnTo>
                <a:lnTo>
                  <a:pt x="12845" y="155176"/>
                </a:lnTo>
                <a:lnTo>
                  <a:pt x="13347" y="154825"/>
                </a:lnTo>
                <a:lnTo>
                  <a:pt x="13844" y="154469"/>
                </a:lnTo>
                <a:lnTo>
                  <a:pt x="14336" y="154106"/>
                </a:lnTo>
                <a:lnTo>
                  <a:pt x="14822" y="153738"/>
                </a:lnTo>
                <a:lnTo>
                  <a:pt x="15304" y="153363"/>
                </a:lnTo>
                <a:lnTo>
                  <a:pt x="15781" y="152983"/>
                </a:lnTo>
                <a:lnTo>
                  <a:pt x="16253" y="152598"/>
                </a:lnTo>
                <a:lnTo>
                  <a:pt x="16720" y="152206"/>
                </a:lnTo>
                <a:lnTo>
                  <a:pt x="17180" y="151808"/>
                </a:lnTo>
                <a:lnTo>
                  <a:pt x="17633" y="151402"/>
                </a:lnTo>
                <a:lnTo>
                  <a:pt x="18078" y="150989"/>
                </a:lnTo>
                <a:lnTo>
                  <a:pt x="18515" y="150569"/>
                </a:lnTo>
                <a:lnTo>
                  <a:pt x="18944" y="150141"/>
                </a:lnTo>
                <a:lnTo>
                  <a:pt x="19365" y="149706"/>
                </a:lnTo>
                <a:lnTo>
                  <a:pt x="19778" y="149264"/>
                </a:lnTo>
                <a:lnTo>
                  <a:pt x="20183" y="148814"/>
                </a:lnTo>
                <a:lnTo>
                  <a:pt x="20581" y="148357"/>
                </a:lnTo>
                <a:lnTo>
                  <a:pt x="20971" y="147892"/>
                </a:lnTo>
                <a:lnTo>
                  <a:pt x="21352" y="147420"/>
                </a:lnTo>
                <a:lnTo>
                  <a:pt x="21726" y="146941"/>
                </a:lnTo>
                <a:lnTo>
                  <a:pt x="22092" y="146454"/>
                </a:lnTo>
                <a:lnTo>
                  <a:pt x="22450" y="145960"/>
                </a:lnTo>
                <a:lnTo>
                  <a:pt x="22800" y="145459"/>
                </a:lnTo>
                <a:lnTo>
                  <a:pt x="23143" y="144950"/>
                </a:lnTo>
                <a:lnTo>
                  <a:pt x="23477" y="144434"/>
                </a:lnTo>
                <a:lnTo>
                  <a:pt x="23804" y="143911"/>
                </a:lnTo>
                <a:lnTo>
                  <a:pt x="24122" y="143380"/>
                </a:lnTo>
                <a:lnTo>
                  <a:pt x="24433" y="142842"/>
                </a:lnTo>
                <a:lnTo>
                  <a:pt x="24736" y="142296"/>
                </a:lnTo>
                <a:lnTo>
                  <a:pt x="25031" y="141743"/>
                </a:lnTo>
                <a:lnTo>
                  <a:pt x="25319" y="141183"/>
                </a:lnTo>
                <a:lnTo>
                  <a:pt x="25598" y="140615"/>
                </a:lnTo>
                <a:lnTo>
                  <a:pt x="25867" y="140040"/>
                </a:lnTo>
                <a:lnTo>
                  <a:pt x="26126" y="139455"/>
                </a:lnTo>
                <a:lnTo>
                  <a:pt x="26372" y="138862"/>
                </a:lnTo>
                <a:lnTo>
                  <a:pt x="26608" y="138260"/>
                </a:lnTo>
                <a:lnTo>
                  <a:pt x="26831" y="137650"/>
                </a:lnTo>
                <a:lnTo>
                  <a:pt x="27044" y="137030"/>
                </a:lnTo>
                <a:lnTo>
                  <a:pt x="27244" y="136402"/>
                </a:lnTo>
                <a:lnTo>
                  <a:pt x="27434" y="135765"/>
                </a:lnTo>
                <a:lnTo>
                  <a:pt x="27612" y="135120"/>
                </a:lnTo>
                <a:lnTo>
                  <a:pt x="27778" y="134466"/>
                </a:lnTo>
                <a:lnTo>
                  <a:pt x="27933" y="133803"/>
                </a:lnTo>
                <a:lnTo>
                  <a:pt x="28076" y="133131"/>
                </a:lnTo>
                <a:lnTo>
                  <a:pt x="28208" y="132450"/>
                </a:lnTo>
                <a:lnTo>
                  <a:pt x="28329" y="131761"/>
                </a:lnTo>
                <a:lnTo>
                  <a:pt x="28438" y="131063"/>
                </a:lnTo>
                <a:lnTo>
                  <a:pt x="28535" y="130357"/>
                </a:lnTo>
                <a:lnTo>
                  <a:pt x="28621" y="129641"/>
                </a:lnTo>
                <a:lnTo>
                  <a:pt x="28696" y="128917"/>
                </a:lnTo>
                <a:lnTo>
                  <a:pt x="28759" y="128184"/>
                </a:lnTo>
                <a:lnTo>
                  <a:pt x="28811" y="127442"/>
                </a:lnTo>
                <a:lnTo>
                  <a:pt x="28851" y="126692"/>
                </a:lnTo>
                <a:lnTo>
                  <a:pt x="28879" y="125933"/>
                </a:lnTo>
                <a:lnTo>
                  <a:pt x="28897" y="125165"/>
                </a:lnTo>
                <a:lnTo>
                  <a:pt x="28902" y="124389"/>
                </a:lnTo>
                <a:lnTo>
                  <a:pt x="28896" y="123730"/>
                </a:lnTo>
                <a:lnTo>
                  <a:pt x="28878" y="123086"/>
                </a:lnTo>
                <a:lnTo>
                  <a:pt x="28847" y="122456"/>
                </a:lnTo>
                <a:lnTo>
                  <a:pt x="28804" y="121840"/>
                </a:lnTo>
                <a:lnTo>
                  <a:pt x="28748" y="121239"/>
                </a:lnTo>
                <a:lnTo>
                  <a:pt x="28680" y="120653"/>
                </a:lnTo>
                <a:lnTo>
                  <a:pt x="28600" y="120080"/>
                </a:lnTo>
                <a:lnTo>
                  <a:pt x="28508" y="119522"/>
                </a:lnTo>
                <a:lnTo>
                  <a:pt x="28403" y="118979"/>
                </a:lnTo>
                <a:lnTo>
                  <a:pt x="28286" y="118450"/>
                </a:lnTo>
                <a:lnTo>
                  <a:pt x="28156" y="117935"/>
                </a:lnTo>
                <a:lnTo>
                  <a:pt x="28015" y="117434"/>
                </a:lnTo>
                <a:lnTo>
                  <a:pt x="27860" y="116948"/>
                </a:lnTo>
                <a:lnTo>
                  <a:pt x="27694" y="116477"/>
                </a:lnTo>
                <a:lnTo>
                  <a:pt x="27515" y="116019"/>
                </a:lnTo>
                <a:lnTo>
                  <a:pt x="27324" y="115577"/>
                </a:lnTo>
                <a:lnTo>
                  <a:pt x="27121" y="115148"/>
                </a:lnTo>
                <a:lnTo>
                  <a:pt x="26905" y="114734"/>
                </a:lnTo>
                <a:lnTo>
                  <a:pt x="26677" y="114334"/>
                </a:lnTo>
                <a:lnTo>
                  <a:pt x="26436" y="113949"/>
                </a:lnTo>
                <a:lnTo>
                  <a:pt x="26184" y="113578"/>
                </a:lnTo>
                <a:lnTo>
                  <a:pt x="25918" y="113221"/>
                </a:lnTo>
                <a:lnTo>
                  <a:pt x="25641" y="112879"/>
                </a:lnTo>
                <a:lnTo>
                  <a:pt x="25351" y="112552"/>
                </a:lnTo>
                <a:lnTo>
                  <a:pt x="25052" y="112238"/>
                </a:lnTo>
                <a:lnTo>
                  <a:pt x="24746" y="111937"/>
                </a:lnTo>
                <a:lnTo>
                  <a:pt x="24434" y="111650"/>
                </a:lnTo>
                <a:lnTo>
                  <a:pt x="24115" y="111376"/>
                </a:lnTo>
                <a:lnTo>
                  <a:pt x="23790" y="111116"/>
                </a:lnTo>
                <a:lnTo>
                  <a:pt x="23459" y="110868"/>
                </a:lnTo>
                <a:lnTo>
                  <a:pt x="23120" y="110635"/>
                </a:lnTo>
                <a:lnTo>
                  <a:pt x="22776" y="110414"/>
                </a:lnTo>
                <a:lnTo>
                  <a:pt x="22424" y="110207"/>
                </a:lnTo>
                <a:lnTo>
                  <a:pt x="22067" y="110014"/>
                </a:lnTo>
                <a:lnTo>
                  <a:pt x="21702" y="109833"/>
                </a:lnTo>
                <a:lnTo>
                  <a:pt x="21332" y="109666"/>
                </a:lnTo>
                <a:lnTo>
                  <a:pt x="20954" y="109513"/>
                </a:lnTo>
                <a:lnTo>
                  <a:pt x="20570" y="109372"/>
                </a:lnTo>
                <a:lnTo>
                  <a:pt x="20180" y="109245"/>
                </a:lnTo>
                <a:lnTo>
                  <a:pt x="19783" y="109132"/>
                </a:lnTo>
                <a:lnTo>
                  <a:pt x="19380" y="109032"/>
                </a:lnTo>
                <a:lnTo>
                  <a:pt x="18970" y="108945"/>
                </a:lnTo>
                <a:lnTo>
                  <a:pt x="18554" y="108871"/>
                </a:lnTo>
                <a:lnTo>
                  <a:pt x="18131" y="108811"/>
                </a:lnTo>
                <a:lnTo>
                  <a:pt x="17702" y="108765"/>
                </a:lnTo>
                <a:lnTo>
                  <a:pt x="17266" y="108731"/>
                </a:lnTo>
                <a:lnTo>
                  <a:pt x="16824" y="108711"/>
                </a:lnTo>
                <a:lnTo>
                  <a:pt x="16375" y="108704"/>
                </a:lnTo>
                <a:lnTo>
                  <a:pt x="15918" y="108711"/>
                </a:lnTo>
                <a:lnTo>
                  <a:pt x="15467" y="108729"/>
                </a:lnTo>
                <a:lnTo>
                  <a:pt x="15023" y="108759"/>
                </a:lnTo>
                <a:lnTo>
                  <a:pt x="14585" y="108802"/>
                </a:lnTo>
                <a:lnTo>
                  <a:pt x="14154" y="108856"/>
                </a:lnTo>
                <a:lnTo>
                  <a:pt x="13730" y="108923"/>
                </a:lnTo>
                <a:lnTo>
                  <a:pt x="13312" y="109002"/>
                </a:lnTo>
                <a:lnTo>
                  <a:pt x="12900" y="109094"/>
                </a:lnTo>
                <a:lnTo>
                  <a:pt x="12495" y="109197"/>
                </a:lnTo>
                <a:lnTo>
                  <a:pt x="12097" y="109312"/>
                </a:lnTo>
                <a:lnTo>
                  <a:pt x="11705" y="109440"/>
                </a:lnTo>
                <a:lnTo>
                  <a:pt x="11319" y="109580"/>
                </a:lnTo>
                <a:lnTo>
                  <a:pt x="10940" y="109732"/>
                </a:lnTo>
                <a:lnTo>
                  <a:pt x="10568" y="109896"/>
                </a:lnTo>
                <a:lnTo>
                  <a:pt x="10202" y="110072"/>
                </a:lnTo>
                <a:lnTo>
                  <a:pt x="9842" y="110261"/>
                </a:lnTo>
                <a:lnTo>
                  <a:pt x="9489" y="110461"/>
                </a:lnTo>
                <a:lnTo>
                  <a:pt x="9143" y="110674"/>
                </a:lnTo>
                <a:lnTo>
                  <a:pt x="8803" y="110899"/>
                </a:lnTo>
                <a:lnTo>
                  <a:pt x="8470" y="111136"/>
                </a:lnTo>
                <a:lnTo>
                  <a:pt x="8143" y="111386"/>
                </a:lnTo>
                <a:lnTo>
                  <a:pt x="7822" y="111647"/>
                </a:lnTo>
                <a:lnTo>
                  <a:pt x="7508" y="111921"/>
                </a:lnTo>
                <a:lnTo>
                  <a:pt x="7201" y="112206"/>
                </a:lnTo>
                <a:lnTo>
                  <a:pt x="6903" y="112501"/>
                </a:lnTo>
                <a:lnTo>
                  <a:pt x="6618" y="112803"/>
                </a:lnTo>
                <a:lnTo>
                  <a:pt x="6346" y="113112"/>
                </a:lnTo>
                <a:lnTo>
                  <a:pt x="6086" y="113427"/>
                </a:lnTo>
                <a:lnTo>
                  <a:pt x="5839" y="113749"/>
                </a:lnTo>
                <a:lnTo>
                  <a:pt x="5604" y="114077"/>
                </a:lnTo>
                <a:lnTo>
                  <a:pt x="5382" y="114413"/>
                </a:lnTo>
                <a:lnTo>
                  <a:pt x="5173" y="114755"/>
                </a:lnTo>
                <a:lnTo>
                  <a:pt x="4977" y="115103"/>
                </a:lnTo>
                <a:lnTo>
                  <a:pt x="4793" y="115458"/>
                </a:lnTo>
                <a:lnTo>
                  <a:pt x="4622" y="115820"/>
                </a:lnTo>
                <a:lnTo>
                  <a:pt x="4464" y="116189"/>
                </a:lnTo>
                <a:lnTo>
                  <a:pt x="4318" y="116564"/>
                </a:lnTo>
                <a:lnTo>
                  <a:pt x="4185" y="116946"/>
                </a:lnTo>
                <a:lnTo>
                  <a:pt x="4064" y="117335"/>
                </a:lnTo>
                <a:lnTo>
                  <a:pt x="3957" y="117730"/>
                </a:lnTo>
                <a:lnTo>
                  <a:pt x="3862" y="118132"/>
                </a:lnTo>
                <a:lnTo>
                  <a:pt x="3779" y="118541"/>
                </a:lnTo>
                <a:lnTo>
                  <a:pt x="3710" y="118956"/>
                </a:lnTo>
                <a:lnTo>
                  <a:pt x="3653" y="119378"/>
                </a:lnTo>
                <a:lnTo>
                  <a:pt x="3608" y="119807"/>
                </a:lnTo>
                <a:lnTo>
                  <a:pt x="3576" y="120243"/>
                </a:lnTo>
                <a:lnTo>
                  <a:pt x="3557" y="120685"/>
                </a:lnTo>
                <a:lnTo>
                  <a:pt x="3551" y="121133"/>
                </a:lnTo>
                <a:lnTo>
                  <a:pt x="3557" y="121566"/>
                </a:lnTo>
                <a:lnTo>
                  <a:pt x="3576" y="121993"/>
                </a:lnTo>
                <a:lnTo>
                  <a:pt x="3608" y="122415"/>
                </a:lnTo>
                <a:lnTo>
                  <a:pt x="3653" y="122831"/>
                </a:lnTo>
                <a:lnTo>
                  <a:pt x="3710" y="123241"/>
                </a:lnTo>
                <a:lnTo>
                  <a:pt x="3779" y="123646"/>
                </a:lnTo>
                <a:lnTo>
                  <a:pt x="3862" y="124045"/>
                </a:lnTo>
                <a:lnTo>
                  <a:pt x="3957" y="124438"/>
                </a:lnTo>
                <a:lnTo>
                  <a:pt x="4064" y="124826"/>
                </a:lnTo>
                <a:lnTo>
                  <a:pt x="4185" y="125208"/>
                </a:lnTo>
                <a:lnTo>
                  <a:pt x="4318" y="125584"/>
                </a:lnTo>
                <a:lnTo>
                  <a:pt x="4464" y="125955"/>
                </a:lnTo>
                <a:lnTo>
                  <a:pt x="4622" y="126320"/>
                </a:lnTo>
                <a:lnTo>
                  <a:pt x="4793" y="126679"/>
                </a:lnTo>
                <a:lnTo>
                  <a:pt x="4977" y="127033"/>
                </a:lnTo>
                <a:lnTo>
                  <a:pt x="5173" y="127381"/>
                </a:lnTo>
                <a:lnTo>
                  <a:pt x="5382" y="127723"/>
                </a:lnTo>
                <a:lnTo>
                  <a:pt x="5604" y="128060"/>
                </a:lnTo>
                <a:lnTo>
                  <a:pt x="5839" y="128391"/>
                </a:lnTo>
                <a:lnTo>
                  <a:pt x="6086" y="128717"/>
                </a:lnTo>
                <a:lnTo>
                  <a:pt x="6346" y="129036"/>
                </a:lnTo>
                <a:lnTo>
                  <a:pt x="6618" y="129351"/>
                </a:lnTo>
                <a:lnTo>
                  <a:pt x="6903" y="129659"/>
                </a:lnTo>
                <a:lnTo>
                  <a:pt x="7201" y="129962"/>
                </a:lnTo>
                <a:lnTo>
                  <a:pt x="7508" y="130256"/>
                </a:lnTo>
                <a:lnTo>
                  <a:pt x="7822" y="130537"/>
                </a:lnTo>
                <a:lnTo>
                  <a:pt x="8143" y="130806"/>
                </a:lnTo>
                <a:lnTo>
                  <a:pt x="8470" y="131062"/>
                </a:lnTo>
                <a:lnTo>
                  <a:pt x="8803" y="131306"/>
                </a:lnTo>
                <a:lnTo>
                  <a:pt x="9143" y="131537"/>
                </a:lnTo>
                <a:lnTo>
                  <a:pt x="9489" y="131756"/>
                </a:lnTo>
                <a:lnTo>
                  <a:pt x="9842" y="131962"/>
                </a:lnTo>
                <a:lnTo>
                  <a:pt x="10202" y="132156"/>
                </a:lnTo>
                <a:lnTo>
                  <a:pt x="10568" y="132337"/>
                </a:lnTo>
                <a:lnTo>
                  <a:pt x="10940" y="132506"/>
                </a:lnTo>
                <a:lnTo>
                  <a:pt x="11319" y="132662"/>
                </a:lnTo>
                <a:lnTo>
                  <a:pt x="11705" y="132806"/>
                </a:lnTo>
                <a:lnTo>
                  <a:pt x="12097" y="132937"/>
                </a:lnTo>
                <a:lnTo>
                  <a:pt x="12495" y="133056"/>
                </a:lnTo>
                <a:lnTo>
                  <a:pt x="12900" y="133162"/>
                </a:lnTo>
                <a:lnTo>
                  <a:pt x="13312" y="133256"/>
                </a:lnTo>
                <a:lnTo>
                  <a:pt x="13730" y="133337"/>
                </a:lnTo>
                <a:lnTo>
                  <a:pt x="14154" y="133406"/>
                </a:lnTo>
                <a:lnTo>
                  <a:pt x="14585" y="133462"/>
                </a:lnTo>
                <a:lnTo>
                  <a:pt x="15023" y="133506"/>
                </a:lnTo>
                <a:lnTo>
                  <a:pt x="15136" y="133514"/>
                </a:lnTo>
                <a:lnTo>
                  <a:pt x="15118" y="133617"/>
                </a:lnTo>
                <a:lnTo>
                  <a:pt x="15014" y="134128"/>
                </a:lnTo>
                <a:lnTo>
                  <a:pt x="14898" y="134634"/>
                </a:lnTo>
                <a:lnTo>
                  <a:pt x="14770" y="135134"/>
                </a:lnTo>
                <a:close/>
                <a:moveTo>
                  <a:pt x="1097099" y="61300"/>
                </a:moveTo>
                <a:lnTo>
                  <a:pt x="1097528" y="61256"/>
                </a:lnTo>
                <a:lnTo>
                  <a:pt x="1097951" y="61200"/>
                </a:lnTo>
                <a:lnTo>
                  <a:pt x="1098367" y="61131"/>
                </a:lnTo>
                <a:lnTo>
                  <a:pt x="1098777" y="61050"/>
                </a:lnTo>
                <a:lnTo>
                  <a:pt x="1099180" y="60956"/>
                </a:lnTo>
                <a:lnTo>
                  <a:pt x="1099577" y="60850"/>
                </a:lnTo>
                <a:lnTo>
                  <a:pt x="1099967" y="60731"/>
                </a:lnTo>
                <a:lnTo>
                  <a:pt x="1100351" y="60600"/>
                </a:lnTo>
                <a:lnTo>
                  <a:pt x="1100728" y="60456"/>
                </a:lnTo>
                <a:lnTo>
                  <a:pt x="1101099" y="60299"/>
                </a:lnTo>
                <a:lnTo>
                  <a:pt x="1101463" y="60131"/>
                </a:lnTo>
                <a:lnTo>
                  <a:pt x="1101821" y="59949"/>
                </a:lnTo>
                <a:lnTo>
                  <a:pt x="1102172" y="59756"/>
                </a:lnTo>
                <a:lnTo>
                  <a:pt x="1102517" y="59549"/>
                </a:lnTo>
                <a:lnTo>
                  <a:pt x="1102855" y="59331"/>
                </a:lnTo>
                <a:lnTo>
                  <a:pt x="1103187" y="59099"/>
                </a:lnTo>
                <a:lnTo>
                  <a:pt x="1103512" y="58856"/>
                </a:lnTo>
                <a:lnTo>
                  <a:pt x="1103831" y="58599"/>
                </a:lnTo>
                <a:lnTo>
                  <a:pt x="1104143" y="58330"/>
                </a:lnTo>
                <a:lnTo>
                  <a:pt x="1104449" y="58049"/>
                </a:lnTo>
                <a:lnTo>
                  <a:pt x="1104748" y="57755"/>
                </a:lnTo>
                <a:lnTo>
                  <a:pt x="1105038" y="57453"/>
                </a:lnTo>
                <a:lnTo>
                  <a:pt x="1105315" y="57144"/>
                </a:lnTo>
                <a:lnTo>
                  <a:pt x="1105580" y="56830"/>
                </a:lnTo>
                <a:lnTo>
                  <a:pt x="1105833" y="56510"/>
                </a:lnTo>
                <a:lnTo>
                  <a:pt x="1106074" y="56185"/>
                </a:lnTo>
                <a:lnTo>
                  <a:pt x="1106302" y="55853"/>
                </a:lnTo>
                <a:lnTo>
                  <a:pt x="1106518" y="55517"/>
                </a:lnTo>
                <a:lnTo>
                  <a:pt x="1106721" y="55174"/>
                </a:lnTo>
                <a:lnTo>
                  <a:pt x="1106912" y="54826"/>
                </a:lnTo>
                <a:lnTo>
                  <a:pt x="1107091" y="54472"/>
                </a:lnTo>
                <a:lnTo>
                  <a:pt x="1107257" y="54113"/>
                </a:lnTo>
                <a:lnTo>
                  <a:pt x="1107411" y="53748"/>
                </a:lnTo>
                <a:lnTo>
                  <a:pt x="1107553" y="53377"/>
                </a:lnTo>
                <a:lnTo>
                  <a:pt x="1107683" y="53001"/>
                </a:lnTo>
                <a:lnTo>
                  <a:pt x="1107800" y="52619"/>
                </a:lnTo>
                <a:lnTo>
                  <a:pt x="1107905" y="52231"/>
                </a:lnTo>
                <a:lnTo>
                  <a:pt x="1107997" y="51838"/>
                </a:lnTo>
                <a:lnTo>
                  <a:pt x="1108077" y="51439"/>
                </a:lnTo>
                <a:lnTo>
                  <a:pt x="1108145" y="51035"/>
                </a:lnTo>
                <a:lnTo>
                  <a:pt x="1108201" y="50624"/>
                </a:lnTo>
                <a:lnTo>
                  <a:pt x="1108244" y="50208"/>
                </a:lnTo>
                <a:lnTo>
                  <a:pt x="1108275" y="49787"/>
                </a:lnTo>
                <a:lnTo>
                  <a:pt x="1108293" y="49360"/>
                </a:lnTo>
                <a:lnTo>
                  <a:pt x="1108299" y="48927"/>
                </a:lnTo>
                <a:lnTo>
                  <a:pt x="1108293" y="48478"/>
                </a:lnTo>
                <a:lnTo>
                  <a:pt x="1108275" y="48036"/>
                </a:lnTo>
                <a:lnTo>
                  <a:pt x="1108244" y="47601"/>
                </a:lnTo>
                <a:lnTo>
                  <a:pt x="1108201" y="47172"/>
                </a:lnTo>
                <a:lnTo>
                  <a:pt x="1108145" y="46750"/>
                </a:lnTo>
                <a:lnTo>
                  <a:pt x="1108077" y="46334"/>
                </a:lnTo>
                <a:lnTo>
                  <a:pt x="1107997" y="45926"/>
                </a:lnTo>
                <a:lnTo>
                  <a:pt x="1107905" y="45524"/>
                </a:lnTo>
                <a:lnTo>
                  <a:pt x="1107800" y="45128"/>
                </a:lnTo>
                <a:lnTo>
                  <a:pt x="1107683" y="44740"/>
                </a:lnTo>
                <a:lnTo>
                  <a:pt x="1107553" y="44358"/>
                </a:lnTo>
                <a:lnTo>
                  <a:pt x="1107411" y="43982"/>
                </a:lnTo>
                <a:lnTo>
                  <a:pt x="1107257" y="43614"/>
                </a:lnTo>
                <a:lnTo>
                  <a:pt x="1107091" y="43252"/>
                </a:lnTo>
                <a:lnTo>
                  <a:pt x="1106912" y="42897"/>
                </a:lnTo>
                <a:lnTo>
                  <a:pt x="1106721" y="42548"/>
                </a:lnTo>
                <a:lnTo>
                  <a:pt x="1106518" y="42206"/>
                </a:lnTo>
                <a:lnTo>
                  <a:pt x="1106302" y="41871"/>
                </a:lnTo>
                <a:lnTo>
                  <a:pt x="1106074" y="41542"/>
                </a:lnTo>
                <a:lnTo>
                  <a:pt x="1105833" y="41220"/>
                </a:lnTo>
                <a:lnTo>
                  <a:pt x="1105580" y="40905"/>
                </a:lnTo>
                <a:lnTo>
                  <a:pt x="1105315" y="40597"/>
                </a:lnTo>
                <a:lnTo>
                  <a:pt x="1105038" y="40295"/>
                </a:lnTo>
                <a:lnTo>
                  <a:pt x="1104748" y="40000"/>
                </a:lnTo>
                <a:lnTo>
                  <a:pt x="1104449" y="39714"/>
                </a:lnTo>
                <a:lnTo>
                  <a:pt x="1104143" y="39440"/>
                </a:lnTo>
                <a:lnTo>
                  <a:pt x="1103831" y="39179"/>
                </a:lnTo>
                <a:lnTo>
                  <a:pt x="1103512" y="38930"/>
                </a:lnTo>
                <a:lnTo>
                  <a:pt x="1103187" y="38693"/>
                </a:lnTo>
                <a:lnTo>
                  <a:pt x="1102855" y="38468"/>
                </a:lnTo>
                <a:lnTo>
                  <a:pt x="1102517" y="38255"/>
                </a:lnTo>
                <a:lnTo>
                  <a:pt x="1102172" y="38054"/>
                </a:lnTo>
                <a:lnTo>
                  <a:pt x="1101821" y="37866"/>
                </a:lnTo>
                <a:lnTo>
                  <a:pt x="1101463" y="37689"/>
                </a:lnTo>
                <a:lnTo>
                  <a:pt x="1101099" y="37525"/>
                </a:lnTo>
                <a:lnTo>
                  <a:pt x="1100728" y="37373"/>
                </a:lnTo>
                <a:lnTo>
                  <a:pt x="1100351" y="37233"/>
                </a:lnTo>
                <a:lnTo>
                  <a:pt x="1099967" y="37106"/>
                </a:lnTo>
                <a:lnTo>
                  <a:pt x="1099577" y="36990"/>
                </a:lnTo>
                <a:lnTo>
                  <a:pt x="1099180" y="36887"/>
                </a:lnTo>
                <a:lnTo>
                  <a:pt x="1098777" y="36796"/>
                </a:lnTo>
                <a:lnTo>
                  <a:pt x="1098367" y="36717"/>
                </a:lnTo>
                <a:lnTo>
                  <a:pt x="1097951" y="36650"/>
                </a:lnTo>
                <a:lnTo>
                  <a:pt x="1097528" y="36595"/>
                </a:lnTo>
                <a:lnTo>
                  <a:pt x="1097099" y="36553"/>
                </a:lnTo>
                <a:lnTo>
                  <a:pt x="1096663" y="36522"/>
                </a:lnTo>
                <a:lnTo>
                  <a:pt x="1096220" y="36504"/>
                </a:lnTo>
                <a:lnTo>
                  <a:pt x="1095772" y="36498"/>
                </a:lnTo>
                <a:lnTo>
                  <a:pt x="1095315" y="36504"/>
                </a:lnTo>
                <a:lnTo>
                  <a:pt x="1094864" y="36522"/>
                </a:lnTo>
                <a:lnTo>
                  <a:pt x="1094420" y="36553"/>
                </a:lnTo>
                <a:lnTo>
                  <a:pt x="1093982" y="36595"/>
                </a:lnTo>
                <a:lnTo>
                  <a:pt x="1093551" y="36650"/>
                </a:lnTo>
                <a:lnTo>
                  <a:pt x="1093127" y="36717"/>
                </a:lnTo>
                <a:lnTo>
                  <a:pt x="1092709" y="36796"/>
                </a:lnTo>
                <a:lnTo>
                  <a:pt x="1092297" y="36887"/>
                </a:lnTo>
                <a:lnTo>
                  <a:pt x="1091892" y="36990"/>
                </a:lnTo>
                <a:lnTo>
                  <a:pt x="1091494" y="37106"/>
                </a:lnTo>
                <a:lnTo>
                  <a:pt x="1091102" y="37233"/>
                </a:lnTo>
                <a:lnTo>
                  <a:pt x="1090716" y="37373"/>
                </a:lnTo>
                <a:lnTo>
                  <a:pt x="1090337" y="37525"/>
                </a:lnTo>
                <a:lnTo>
                  <a:pt x="1089965" y="37689"/>
                </a:lnTo>
                <a:lnTo>
                  <a:pt x="1089599" y="37866"/>
                </a:lnTo>
                <a:lnTo>
                  <a:pt x="1089239" y="38054"/>
                </a:lnTo>
                <a:lnTo>
                  <a:pt x="1088886" y="38255"/>
                </a:lnTo>
                <a:lnTo>
                  <a:pt x="1088540" y="38468"/>
                </a:lnTo>
                <a:lnTo>
                  <a:pt x="1088200" y="38693"/>
                </a:lnTo>
                <a:lnTo>
                  <a:pt x="1087866" y="38930"/>
                </a:lnTo>
                <a:lnTo>
                  <a:pt x="1087540" y="39179"/>
                </a:lnTo>
                <a:lnTo>
                  <a:pt x="1087219" y="39440"/>
                </a:lnTo>
                <a:lnTo>
                  <a:pt x="1086905" y="39714"/>
                </a:lnTo>
                <a:lnTo>
                  <a:pt x="1086598" y="40000"/>
                </a:lnTo>
                <a:lnTo>
                  <a:pt x="1086300" y="40295"/>
                </a:lnTo>
                <a:lnTo>
                  <a:pt x="1086015" y="40597"/>
                </a:lnTo>
                <a:lnTo>
                  <a:pt x="1085742" y="40905"/>
                </a:lnTo>
                <a:lnTo>
                  <a:pt x="1085483" y="41220"/>
                </a:lnTo>
                <a:lnTo>
                  <a:pt x="1085236" y="41542"/>
                </a:lnTo>
                <a:lnTo>
                  <a:pt x="1085001" y="41871"/>
                </a:lnTo>
                <a:lnTo>
                  <a:pt x="1084779" y="42206"/>
                </a:lnTo>
                <a:lnTo>
                  <a:pt x="1084570" y="42548"/>
                </a:lnTo>
                <a:lnTo>
                  <a:pt x="1084374" y="42897"/>
                </a:lnTo>
                <a:lnTo>
                  <a:pt x="1084190" y="43252"/>
                </a:lnTo>
                <a:lnTo>
                  <a:pt x="1084019" y="43614"/>
                </a:lnTo>
                <a:lnTo>
                  <a:pt x="1083860" y="43982"/>
                </a:lnTo>
                <a:lnTo>
                  <a:pt x="1083715" y="44358"/>
                </a:lnTo>
                <a:lnTo>
                  <a:pt x="1083582" y="44740"/>
                </a:lnTo>
                <a:lnTo>
                  <a:pt x="1083461" y="45128"/>
                </a:lnTo>
                <a:lnTo>
                  <a:pt x="1083354" y="45524"/>
                </a:lnTo>
                <a:lnTo>
                  <a:pt x="1083259" y="45926"/>
                </a:lnTo>
                <a:lnTo>
                  <a:pt x="1083176" y="46334"/>
                </a:lnTo>
                <a:lnTo>
                  <a:pt x="1083106" y="46750"/>
                </a:lnTo>
                <a:lnTo>
                  <a:pt x="1083049" y="47172"/>
                </a:lnTo>
                <a:lnTo>
                  <a:pt x="1083005" y="47601"/>
                </a:lnTo>
                <a:lnTo>
                  <a:pt x="1082973" y="48036"/>
                </a:lnTo>
                <a:lnTo>
                  <a:pt x="1082954" y="48478"/>
                </a:lnTo>
                <a:lnTo>
                  <a:pt x="1082948" y="48927"/>
                </a:lnTo>
                <a:lnTo>
                  <a:pt x="1082954" y="49360"/>
                </a:lnTo>
                <a:lnTo>
                  <a:pt x="1082973" y="49787"/>
                </a:lnTo>
                <a:lnTo>
                  <a:pt x="1083005" y="50208"/>
                </a:lnTo>
                <a:lnTo>
                  <a:pt x="1083049" y="50624"/>
                </a:lnTo>
                <a:lnTo>
                  <a:pt x="1083106" y="51035"/>
                </a:lnTo>
                <a:lnTo>
                  <a:pt x="1083176" y="51439"/>
                </a:lnTo>
                <a:lnTo>
                  <a:pt x="1083259" y="51838"/>
                </a:lnTo>
                <a:lnTo>
                  <a:pt x="1083354" y="52231"/>
                </a:lnTo>
                <a:lnTo>
                  <a:pt x="1083461" y="52619"/>
                </a:lnTo>
                <a:lnTo>
                  <a:pt x="1083582" y="53001"/>
                </a:lnTo>
                <a:lnTo>
                  <a:pt x="1083715" y="53377"/>
                </a:lnTo>
                <a:lnTo>
                  <a:pt x="1083860" y="53748"/>
                </a:lnTo>
                <a:lnTo>
                  <a:pt x="1084019" y="54113"/>
                </a:lnTo>
                <a:lnTo>
                  <a:pt x="1084190" y="54472"/>
                </a:lnTo>
                <a:lnTo>
                  <a:pt x="1084374" y="54826"/>
                </a:lnTo>
                <a:lnTo>
                  <a:pt x="1084570" y="55174"/>
                </a:lnTo>
                <a:lnTo>
                  <a:pt x="1084779" y="55517"/>
                </a:lnTo>
                <a:lnTo>
                  <a:pt x="1085001" y="55853"/>
                </a:lnTo>
                <a:lnTo>
                  <a:pt x="1085236" y="56185"/>
                </a:lnTo>
                <a:lnTo>
                  <a:pt x="1085483" y="56510"/>
                </a:lnTo>
                <a:lnTo>
                  <a:pt x="1085742" y="56830"/>
                </a:lnTo>
                <a:lnTo>
                  <a:pt x="1086015" y="57144"/>
                </a:lnTo>
                <a:lnTo>
                  <a:pt x="1086300" y="57453"/>
                </a:lnTo>
                <a:lnTo>
                  <a:pt x="1086598" y="57755"/>
                </a:lnTo>
                <a:lnTo>
                  <a:pt x="1086905" y="58049"/>
                </a:lnTo>
                <a:lnTo>
                  <a:pt x="1087219" y="58330"/>
                </a:lnTo>
                <a:lnTo>
                  <a:pt x="1087540" y="58599"/>
                </a:lnTo>
                <a:lnTo>
                  <a:pt x="1087866" y="58856"/>
                </a:lnTo>
                <a:lnTo>
                  <a:pt x="1088200" y="59099"/>
                </a:lnTo>
                <a:lnTo>
                  <a:pt x="1088540" y="59331"/>
                </a:lnTo>
                <a:lnTo>
                  <a:pt x="1088886" y="59549"/>
                </a:lnTo>
                <a:lnTo>
                  <a:pt x="1089239" y="59756"/>
                </a:lnTo>
                <a:lnTo>
                  <a:pt x="1089599" y="59949"/>
                </a:lnTo>
                <a:lnTo>
                  <a:pt x="1089965" y="60131"/>
                </a:lnTo>
                <a:lnTo>
                  <a:pt x="1090337" y="60299"/>
                </a:lnTo>
                <a:lnTo>
                  <a:pt x="1090716" y="60456"/>
                </a:lnTo>
                <a:lnTo>
                  <a:pt x="1091102" y="60600"/>
                </a:lnTo>
                <a:lnTo>
                  <a:pt x="1091494" y="60731"/>
                </a:lnTo>
                <a:lnTo>
                  <a:pt x="1091892" y="60850"/>
                </a:lnTo>
                <a:lnTo>
                  <a:pt x="1092297" y="60956"/>
                </a:lnTo>
                <a:lnTo>
                  <a:pt x="1092709" y="61050"/>
                </a:lnTo>
                <a:lnTo>
                  <a:pt x="1093127" y="61131"/>
                </a:lnTo>
                <a:lnTo>
                  <a:pt x="1093551" y="61200"/>
                </a:lnTo>
                <a:lnTo>
                  <a:pt x="1093982" y="61256"/>
                </a:lnTo>
                <a:lnTo>
                  <a:pt x="1094420" y="61300"/>
                </a:lnTo>
                <a:lnTo>
                  <a:pt x="1094864" y="61331"/>
                </a:lnTo>
                <a:lnTo>
                  <a:pt x="1095315" y="61350"/>
                </a:lnTo>
                <a:lnTo>
                  <a:pt x="1095772" y="61356"/>
                </a:lnTo>
                <a:lnTo>
                  <a:pt x="1096220" y="61350"/>
                </a:lnTo>
                <a:lnTo>
                  <a:pt x="1096663" y="61331"/>
                </a:lnTo>
                <a:lnTo>
                  <a:pt x="1097099" y="61300"/>
                </a:lnTo>
                <a:close/>
                <a:moveTo>
                  <a:pt x="961966" y="88606"/>
                </a:moveTo>
                <a:lnTo>
                  <a:pt x="962630" y="88006"/>
                </a:lnTo>
                <a:lnTo>
                  <a:pt x="963288" y="87406"/>
                </a:lnTo>
                <a:lnTo>
                  <a:pt x="963942" y="86806"/>
                </a:lnTo>
                <a:lnTo>
                  <a:pt x="964591" y="86205"/>
                </a:lnTo>
                <a:lnTo>
                  <a:pt x="965235" y="85604"/>
                </a:lnTo>
                <a:lnTo>
                  <a:pt x="965875" y="85002"/>
                </a:lnTo>
                <a:lnTo>
                  <a:pt x="966510" y="84401"/>
                </a:lnTo>
                <a:lnTo>
                  <a:pt x="967139" y="83798"/>
                </a:lnTo>
                <a:lnTo>
                  <a:pt x="967765" y="83196"/>
                </a:lnTo>
                <a:lnTo>
                  <a:pt x="968385" y="82593"/>
                </a:lnTo>
                <a:lnTo>
                  <a:pt x="969000" y="81990"/>
                </a:lnTo>
                <a:lnTo>
                  <a:pt x="969611" y="81387"/>
                </a:lnTo>
                <a:lnTo>
                  <a:pt x="970217" y="80783"/>
                </a:lnTo>
                <a:lnTo>
                  <a:pt x="970818" y="80178"/>
                </a:lnTo>
                <a:lnTo>
                  <a:pt x="971414" y="79574"/>
                </a:lnTo>
                <a:lnTo>
                  <a:pt x="972006" y="78969"/>
                </a:lnTo>
                <a:lnTo>
                  <a:pt x="972593" y="78364"/>
                </a:lnTo>
                <a:lnTo>
                  <a:pt x="973174" y="77758"/>
                </a:lnTo>
                <a:lnTo>
                  <a:pt x="973752" y="77152"/>
                </a:lnTo>
                <a:lnTo>
                  <a:pt x="974324" y="76546"/>
                </a:lnTo>
                <a:lnTo>
                  <a:pt x="974891" y="75940"/>
                </a:lnTo>
                <a:lnTo>
                  <a:pt x="975454" y="75333"/>
                </a:lnTo>
                <a:lnTo>
                  <a:pt x="976012" y="74725"/>
                </a:lnTo>
                <a:lnTo>
                  <a:pt x="976565" y="74118"/>
                </a:lnTo>
                <a:lnTo>
                  <a:pt x="977111" y="73508"/>
                </a:lnTo>
                <a:lnTo>
                  <a:pt x="977648" y="72895"/>
                </a:lnTo>
                <a:lnTo>
                  <a:pt x="978175" y="72279"/>
                </a:lnTo>
                <a:lnTo>
                  <a:pt x="978693" y="71659"/>
                </a:lnTo>
                <a:lnTo>
                  <a:pt x="979201" y="71036"/>
                </a:lnTo>
                <a:lnTo>
                  <a:pt x="979700" y="70410"/>
                </a:lnTo>
                <a:lnTo>
                  <a:pt x="980190" y="69780"/>
                </a:lnTo>
                <a:lnTo>
                  <a:pt x="980670" y="69146"/>
                </a:lnTo>
                <a:lnTo>
                  <a:pt x="981141" y="68509"/>
                </a:lnTo>
                <a:lnTo>
                  <a:pt x="981602" y="67869"/>
                </a:lnTo>
                <a:lnTo>
                  <a:pt x="982054" y="67226"/>
                </a:lnTo>
                <a:lnTo>
                  <a:pt x="982496" y="66579"/>
                </a:lnTo>
                <a:lnTo>
                  <a:pt x="982929" y="65928"/>
                </a:lnTo>
                <a:lnTo>
                  <a:pt x="983353" y="65274"/>
                </a:lnTo>
                <a:lnTo>
                  <a:pt x="983767" y="64617"/>
                </a:lnTo>
                <a:lnTo>
                  <a:pt x="984172" y="63956"/>
                </a:lnTo>
                <a:lnTo>
                  <a:pt x="984567" y="63292"/>
                </a:lnTo>
                <a:lnTo>
                  <a:pt x="984953" y="62625"/>
                </a:lnTo>
                <a:lnTo>
                  <a:pt x="985330" y="61954"/>
                </a:lnTo>
                <a:lnTo>
                  <a:pt x="985697" y="61279"/>
                </a:lnTo>
                <a:lnTo>
                  <a:pt x="986054" y="60601"/>
                </a:lnTo>
                <a:lnTo>
                  <a:pt x="986403" y="59920"/>
                </a:lnTo>
                <a:lnTo>
                  <a:pt x="986741" y="59236"/>
                </a:lnTo>
                <a:lnTo>
                  <a:pt x="987071" y="58548"/>
                </a:lnTo>
                <a:lnTo>
                  <a:pt x="987389" y="57855"/>
                </a:lnTo>
                <a:lnTo>
                  <a:pt x="987693" y="57155"/>
                </a:lnTo>
                <a:lnTo>
                  <a:pt x="987984" y="56450"/>
                </a:lnTo>
                <a:lnTo>
                  <a:pt x="988261" y="55738"/>
                </a:lnTo>
                <a:lnTo>
                  <a:pt x="988525" y="55021"/>
                </a:lnTo>
                <a:lnTo>
                  <a:pt x="988775" y="54297"/>
                </a:lnTo>
                <a:lnTo>
                  <a:pt x="989012" y="53567"/>
                </a:lnTo>
                <a:lnTo>
                  <a:pt x="989235" y="52831"/>
                </a:lnTo>
                <a:lnTo>
                  <a:pt x="989445" y="52088"/>
                </a:lnTo>
                <a:lnTo>
                  <a:pt x="989641" y="51340"/>
                </a:lnTo>
                <a:lnTo>
                  <a:pt x="989824" y="50585"/>
                </a:lnTo>
                <a:lnTo>
                  <a:pt x="989993" y="49825"/>
                </a:lnTo>
                <a:lnTo>
                  <a:pt x="990149" y="49058"/>
                </a:lnTo>
                <a:lnTo>
                  <a:pt x="990291" y="48285"/>
                </a:lnTo>
                <a:lnTo>
                  <a:pt x="990419" y="47505"/>
                </a:lnTo>
                <a:lnTo>
                  <a:pt x="990534" y="46720"/>
                </a:lnTo>
                <a:lnTo>
                  <a:pt x="990636" y="45929"/>
                </a:lnTo>
                <a:lnTo>
                  <a:pt x="990724" y="45131"/>
                </a:lnTo>
                <a:lnTo>
                  <a:pt x="990798" y="44327"/>
                </a:lnTo>
                <a:lnTo>
                  <a:pt x="990859" y="43517"/>
                </a:lnTo>
                <a:lnTo>
                  <a:pt x="990906" y="42701"/>
                </a:lnTo>
                <a:lnTo>
                  <a:pt x="990940" y="41879"/>
                </a:lnTo>
                <a:lnTo>
                  <a:pt x="990960" y="41050"/>
                </a:lnTo>
                <a:lnTo>
                  <a:pt x="990967" y="40215"/>
                </a:lnTo>
                <a:lnTo>
                  <a:pt x="990959" y="39284"/>
                </a:lnTo>
                <a:lnTo>
                  <a:pt x="990935" y="38363"/>
                </a:lnTo>
                <a:lnTo>
                  <a:pt x="990894" y="37453"/>
                </a:lnTo>
                <a:lnTo>
                  <a:pt x="990837" y="36552"/>
                </a:lnTo>
                <a:lnTo>
                  <a:pt x="990764" y="35662"/>
                </a:lnTo>
                <a:lnTo>
                  <a:pt x="990674" y="34782"/>
                </a:lnTo>
                <a:lnTo>
                  <a:pt x="990569" y="33913"/>
                </a:lnTo>
                <a:lnTo>
                  <a:pt x="990447" y="33053"/>
                </a:lnTo>
                <a:lnTo>
                  <a:pt x="990308" y="32204"/>
                </a:lnTo>
                <a:lnTo>
                  <a:pt x="990154" y="31365"/>
                </a:lnTo>
                <a:lnTo>
                  <a:pt x="989983" y="30537"/>
                </a:lnTo>
                <a:lnTo>
                  <a:pt x="989796" y="29718"/>
                </a:lnTo>
                <a:lnTo>
                  <a:pt x="989592" y="28910"/>
                </a:lnTo>
                <a:lnTo>
                  <a:pt x="989373" y="28113"/>
                </a:lnTo>
                <a:lnTo>
                  <a:pt x="989137" y="27325"/>
                </a:lnTo>
                <a:lnTo>
                  <a:pt x="988885" y="26548"/>
                </a:lnTo>
                <a:lnTo>
                  <a:pt x="988616" y="25781"/>
                </a:lnTo>
                <a:lnTo>
                  <a:pt x="988332" y="25024"/>
                </a:lnTo>
                <a:lnTo>
                  <a:pt x="988031" y="24278"/>
                </a:lnTo>
                <a:lnTo>
                  <a:pt x="987713" y="23542"/>
                </a:lnTo>
                <a:lnTo>
                  <a:pt x="987380" y="22816"/>
                </a:lnTo>
                <a:lnTo>
                  <a:pt x="987030" y="22100"/>
                </a:lnTo>
                <a:lnTo>
                  <a:pt x="986664" y="21395"/>
                </a:lnTo>
                <a:lnTo>
                  <a:pt x="986282" y="20700"/>
                </a:lnTo>
                <a:lnTo>
                  <a:pt x="985884" y="20016"/>
                </a:lnTo>
                <a:lnTo>
                  <a:pt x="985471" y="19345"/>
                </a:lnTo>
                <a:lnTo>
                  <a:pt x="985043" y="18687"/>
                </a:lnTo>
                <a:lnTo>
                  <a:pt x="984601" y="18042"/>
                </a:lnTo>
                <a:lnTo>
                  <a:pt x="984143" y="17410"/>
                </a:lnTo>
                <a:lnTo>
                  <a:pt x="983671" y="16791"/>
                </a:lnTo>
                <a:lnTo>
                  <a:pt x="983183" y="16184"/>
                </a:lnTo>
                <a:lnTo>
                  <a:pt x="982681" y="15591"/>
                </a:lnTo>
                <a:lnTo>
                  <a:pt x="982164" y="15010"/>
                </a:lnTo>
                <a:lnTo>
                  <a:pt x="981632" y="14442"/>
                </a:lnTo>
                <a:lnTo>
                  <a:pt x="981085" y="13887"/>
                </a:lnTo>
                <a:lnTo>
                  <a:pt x="980523" y="13345"/>
                </a:lnTo>
                <a:lnTo>
                  <a:pt x="979947" y="12815"/>
                </a:lnTo>
                <a:lnTo>
                  <a:pt x="979355" y="12299"/>
                </a:lnTo>
                <a:lnTo>
                  <a:pt x="978749" y="11795"/>
                </a:lnTo>
                <a:lnTo>
                  <a:pt x="978127" y="11304"/>
                </a:lnTo>
                <a:lnTo>
                  <a:pt x="977491" y="10826"/>
                </a:lnTo>
                <a:lnTo>
                  <a:pt x="976840" y="10361"/>
                </a:lnTo>
                <a:lnTo>
                  <a:pt x="976174" y="9908"/>
                </a:lnTo>
                <a:lnTo>
                  <a:pt x="975493" y="9469"/>
                </a:lnTo>
                <a:lnTo>
                  <a:pt x="974797" y="9042"/>
                </a:lnTo>
                <a:lnTo>
                  <a:pt x="974086" y="8628"/>
                </a:lnTo>
                <a:lnTo>
                  <a:pt x="973360" y="8227"/>
                </a:lnTo>
                <a:lnTo>
                  <a:pt x="972620" y="7839"/>
                </a:lnTo>
                <a:lnTo>
                  <a:pt x="971865" y="7465"/>
                </a:lnTo>
                <a:lnTo>
                  <a:pt x="971097" y="7107"/>
                </a:lnTo>
                <a:lnTo>
                  <a:pt x="970315" y="6765"/>
                </a:lnTo>
                <a:lnTo>
                  <a:pt x="969521" y="6438"/>
                </a:lnTo>
                <a:lnTo>
                  <a:pt x="968712" y="6128"/>
                </a:lnTo>
                <a:lnTo>
                  <a:pt x="967891" y="5834"/>
                </a:lnTo>
                <a:lnTo>
                  <a:pt x="967056" y="5555"/>
                </a:lnTo>
                <a:lnTo>
                  <a:pt x="966208" y="5292"/>
                </a:lnTo>
                <a:lnTo>
                  <a:pt x="965346" y="5046"/>
                </a:lnTo>
                <a:lnTo>
                  <a:pt x="964471" y="4815"/>
                </a:lnTo>
                <a:lnTo>
                  <a:pt x="963583" y="4600"/>
                </a:lnTo>
                <a:lnTo>
                  <a:pt x="962681" y="4401"/>
                </a:lnTo>
                <a:lnTo>
                  <a:pt x="961766" y="4218"/>
                </a:lnTo>
                <a:lnTo>
                  <a:pt x="960838" y="4051"/>
                </a:lnTo>
                <a:lnTo>
                  <a:pt x="959896" y="3900"/>
                </a:lnTo>
                <a:lnTo>
                  <a:pt x="958941" y="3765"/>
                </a:lnTo>
                <a:lnTo>
                  <a:pt x="957973" y="3645"/>
                </a:lnTo>
                <a:lnTo>
                  <a:pt x="956991" y="3542"/>
                </a:lnTo>
                <a:lnTo>
                  <a:pt x="955996" y="3454"/>
                </a:lnTo>
                <a:lnTo>
                  <a:pt x="954987" y="3383"/>
                </a:lnTo>
                <a:lnTo>
                  <a:pt x="953965" y="3327"/>
                </a:lnTo>
                <a:lnTo>
                  <a:pt x="952930" y="3287"/>
                </a:lnTo>
                <a:lnTo>
                  <a:pt x="951882" y="3263"/>
                </a:lnTo>
                <a:lnTo>
                  <a:pt x="950820" y="3255"/>
                </a:lnTo>
                <a:lnTo>
                  <a:pt x="949660" y="3264"/>
                </a:lnTo>
                <a:lnTo>
                  <a:pt x="948517" y="3289"/>
                </a:lnTo>
                <a:lnTo>
                  <a:pt x="947389" y="3332"/>
                </a:lnTo>
                <a:lnTo>
                  <a:pt x="946278" y="3392"/>
                </a:lnTo>
                <a:lnTo>
                  <a:pt x="945182" y="3469"/>
                </a:lnTo>
                <a:lnTo>
                  <a:pt x="944103" y="3563"/>
                </a:lnTo>
                <a:lnTo>
                  <a:pt x="943039" y="3674"/>
                </a:lnTo>
                <a:lnTo>
                  <a:pt x="941991" y="3802"/>
                </a:lnTo>
                <a:lnTo>
                  <a:pt x="940959" y="3947"/>
                </a:lnTo>
                <a:lnTo>
                  <a:pt x="939943" y="4109"/>
                </a:lnTo>
                <a:lnTo>
                  <a:pt x="938943" y="4289"/>
                </a:lnTo>
                <a:lnTo>
                  <a:pt x="937959" y="4485"/>
                </a:lnTo>
                <a:lnTo>
                  <a:pt x="936991" y="4699"/>
                </a:lnTo>
                <a:lnTo>
                  <a:pt x="936039" y="4929"/>
                </a:lnTo>
                <a:lnTo>
                  <a:pt x="935102" y="5177"/>
                </a:lnTo>
                <a:lnTo>
                  <a:pt x="934182" y="5442"/>
                </a:lnTo>
                <a:lnTo>
                  <a:pt x="933277" y="5724"/>
                </a:lnTo>
                <a:lnTo>
                  <a:pt x="932389" y="6023"/>
                </a:lnTo>
                <a:lnTo>
                  <a:pt x="931516" y="6339"/>
                </a:lnTo>
                <a:lnTo>
                  <a:pt x="930659" y="6672"/>
                </a:lnTo>
                <a:lnTo>
                  <a:pt x="929819" y="7022"/>
                </a:lnTo>
                <a:lnTo>
                  <a:pt x="928994" y="7389"/>
                </a:lnTo>
                <a:lnTo>
                  <a:pt x="928185" y="7774"/>
                </a:lnTo>
                <a:lnTo>
                  <a:pt x="927392" y="8175"/>
                </a:lnTo>
                <a:lnTo>
                  <a:pt x="926615" y="8592"/>
                </a:lnTo>
                <a:lnTo>
                  <a:pt x="925855" y="9023"/>
                </a:lnTo>
                <a:lnTo>
                  <a:pt x="925111" y="9468"/>
                </a:lnTo>
                <a:lnTo>
                  <a:pt x="924383" y="9927"/>
                </a:lnTo>
                <a:lnTo>
                  <a:pt x="923672" y="10400"/>
                </a:lnTo>
                <a:lnTo>
                  <a:pt x="922978" y="10887"/>
                </a:lnTo>
                <a:lnTo>
                  <a:pt x="922299" y="11388"/>
                </a:lnTo>
                <a:lnTo>
                  <a:pt x="921638" y="11903"/>
                </a:lnTo>
                <a:lnTo>
                  <a:pt x="920992" y="12432"/>
                </a:lnTo>
                <a:lnTo>
                  <a:pt x="920364" y="12975"/>
                </a:lnTo>
                <a:lnTo>
                  <a:pt x="919751" y="13533"/>
                </a:lnTo>
                <a:lnTo>
                  <a:pt x="919155" y="14104"/>
                </a:lnTo>
                <a:lnTo>
                  <a:pt x="918576" y="14689"/>
                </a:lnTo>
                <a:lnTo>
                  <a:pt x="918013" y="15288"/>
                </a:lnTo>
                <a:lnTo>
                  <a:pt x="917466" y="15901"/>
                </a:lnTo>
                <a:lnTo>
                  <a:pt x="916936" y="16528"/>
                </a:lnTo>
                <a:lnTo>
                  <a:pt x="916422" y="17169"/>
                </a:lnTo>
                <a:lnTo>
                  <a:pt x="915925" y="17824"/>
                </a:lnTo>
                <a:lnTo>
                  <a:pt x="915444" y="18494"/>
                </a:lnTo>
                <a:lnTo>
                  <a:pt x="914979" y="19177"/>
                </a:lnTo>
                <a:lnTo>
                  <a:pt x="914531" y="19874"/>
                </a:lnTo>
                <a:lnTo>
                  <a:pt x="914100" y="20585"/>
                </a:lnTo>
                <a:lnTo>
                  <a:pt x="913685" y="21311"/>
                </a:lnTo>
                <a:lnTo>
                  <a:pt x="913286" y="22050"/>
                </a:lnTo>
                <a:lnTo>
                  <a:pt x="912904" y="22801"/>
                </a:lnTo>
                <a:lnTo>
                  <a:pt x="912538" y="23563"/>
                </a:lnTo>
                <a:lnTo>
                  <a:pt x="912188" y="24336"/>
                </a:lnTo>
                <a:lnTo>
                  <a:pt x="911854" y="25119"/>
                </a:lnTo>
                <a:lnTo>
                  <a:pt x="911537" y="25913"/>
                </a:lnTo>
                <a:lnTo>
                  <a:pt x="911236" y="26718"/>
                </a:lnTo>
                <a:lnTo>
                  <a:pt x="910951" y="27533"/>
                </a:lnTo>
                <a:lnTo>
                  <a:pt x="910683" y="28358"/>
                </a:lnTo>
                <a:lnTo>
                  <a:pt x="910431" y="29195"/>
                </a:lnTo>
                <a:lnTo>
                  <a:pt x="910195" y="30041"/>
                </a:lnTo>
                <a:lnTo>
                  <a:pt x="909975" y="30899"/>
                </a:lnTo>
                <a:lnTo>
                  <a:pt x="909772" y="31767"/>
                </a:lnTo>
                <a:lnTo>
                  <a:pt x="909585" y="32645"/>
                </a:lnTo>
                <a:lnTo>
                  <a:pt x="909414" y="33535"/>
                </a:lnTo>
                <a:lnTo>
                  <a:pt x="909259" y="34434"/>
                </a:lnTo>
                <a:lnTo>
                  <a:pt x="909121" y="35345"/>
                </a:lnTo>
                <a:lnTo>
                  <a:pt x="908999" y="36266"/>
                </a:lnTo>
                <a:lnTo>
                  <a:pt x="908893" y="37197"/>
                </a:lnTo>
                <a:lnTo>
                  <a:pt x="908804" y="38139"/>
                </a:lnTo>
                <a:lnTo>
                  <a:pt x="908731" y="39092"/>
                </a:lnTo>
                <a:lnTo>
                  <a:pt x="908674" y="40055"/>
                </a:lnTo>
                <a:lnTo>
                  <a:pt x="908633" y="41029"/>
                </a:lnTo>
                <a:lnTo>
                  <a:pt x="908609" y="42013"/>
                </a:lnTo>
                <a:lnTo>
                  <a:pt x="908600" y="43008"/>
                </a:lnTo>
                <a:lnTo>
                  <a:pt x="925074" y="43008"/>
                </a:lnTo>
                <a:lnTo>
                  <a:pt x="925084" y="42114"/>
                </a:lnTo>
                <a:lnTo>
                  <a:pt x="925115" y="41233"/>
                </a:lnTo>
                <a:lnTo>
                  <a:pt x="925167" y="40364"/>
                </a:lnTo>
                <a:lnTo>
                  <a:pt x="925240" y="39508"/>
                </a:lnTo>
                <a:lnTo>
                  <a:pt x="925333" y="38665"/>
                </a:lnTo>
                <a:lnTo>
                  <a:pt x="925447" y="37835"/>
                </a:lnTo>
                <a:lnTo>
                  <a:pt x="925581" y="37017"/>
                </a:lnTo>
                <a:lnTo>
                  <a:pt x="925737" y="36213"/>
                </a:lnTo>
                <a:lnTo>
                  <a:pt x="925913" y="35421"/>
                </a:lnTo>
                <a:lnTo>
                  <a:pt x="926110" y="34642"/>
                </a:lnTo>
                <a:lnTo>
                  <a:pt x="926327" y="33875"/>
                </a:lnTo>
                <a:lnTo>
                  <a:pt x="926566" y="33122"/>
                </a:lnTo>
                <a:lnTo>
                  <a:pt x="926825" y="32381"/>
                </a:lnTo>
                <a:lnTo>
                  <a:pt x="927105" y="31653"/>
                </a:lnTo>
                <a:lnTo>
                  <a:pt x="927405" y="30938"/>
                </a:lnTo>
                <a:lnTo>
                  <a:pt x="927726" y="30235"/>
                </a:lnTo>
                <a:lnTo>
                  <a:pt x="928068" y="29546"/>
                </a:lnTo>
                <a:lnTo>
                  <a:pt x="928431" y="28869"/>
                </a:lnTo>
                <a:lnTo>
                  <a:pt x="928814" y="28205"/>
                </a:lnTo>
                <a:lnTo>
                  <a:pt x="929218" y="27554"/>
                </a:lnTo>
                <a:lnTo>
                  <a:pt x="929643" y="26915"/>
                </a:lnTo>
                <a:lnTo>
                  <a:pt x="930088" y="26290"/>
                </a:lnTo>
                <a:lnTo>
                  <a:pt x="930555" y="25677"/>
                </a:lnTo>
                <a:lnTo>
                  <a:pt x="931042" y="25077"/>
                </a:lnTo>
                <a:lnTo>
                  <a:pt x="931553" y="24496"/>
                </a:lnTo>
                <a:lnTo>
                  <a:pt x="932091" y="23939"/>
                </a:lnTo>
                <a:lnTo>
                  <a:pt x="932656" y="23407"/>
                </a:lnTo>
                <a:lnTo>
                  <a:pt x="933249" y="22900"/>
                </a:lnTo>
                <a:lnTo>
                  <a:pt x="933869" y="22418"/>
                </a:lnTo>
                <a:lnTo>
                  <a:pt x="934516" y="21960"/>
                </a:lnTo>
                <a:lnTo>
                  <a:pt x="935190" y="21527"/>
                </a:lnTo>
                <a:lnTo>
                  <a:pt x="935892" y="21119"/>
                </a:lnTo>
                <a:lnTo>
                  <a:pt x="936620" y="20736"/>
                </a:lnTo>
                <a:lnTo>
                  <a:pt x="937376" y="20377"/>
                </a:lnTo>
                <a:lnTo>
                  <a:pt x="938160" y="20043"/>
                </a:lnTo>
                <a:lnTo>
                  <a:pt x="938970" y="19734"/>
                </a:lnTo>
                <a:lnTo>
                  <a:pt x="939808" y="19450"/>
                </a:lnTo>
                <a:lnTo>
                  <a:pt x="940673" y="19190"/>
                </a:lnTo>
                <a:lnTo>
                  <a:pt x="941565" y="18955"/>
                </a:lnTo>
                <a:lnTo>
                  <a:pt x="942484" y="18745"/>
                </a:lnTo>
                <a:lnTo>
                  <a:pt x="943431" y="18559"/>
                </a:lnTo>
                <a:lnTo>
                  <a:pt x="944405" y="18398"/>
                </a:lnTo>
                <a:lnTo>
                  <a:pt x="945406" y="18262"/>
                </a:lnTo>
                <a:lnTo>
                  <a:pt x="946434" y="18151"/>
                </a:lnTo>
                <a:lnTo>
                  <a:pt x="947490" y="18064"/>
                </a:lnTo>
                <a:lnTo>
                  <a:pt x="948572" y="18002"/>
                </a:lnTo>
                <a:lnTo>
                  <a:pt x="949682" y="17965"/>
                </a:lnTo>
                <a:lnTo>
                  <a:pt x="950820" y="17953"/>
                </a:lnTo>
                <a:lnTo>
                  <a:pt x="951827" y="17964"/>
                </a:lnTo>
                <a:lnTo>
                  <a:pt x="952811" y="17998"/>
                </a:lnTo>
                <a:lnTo>
                  <a:pt x="953770" y="18054"/>
                </a:lnTo>
                <a:lnTo>
                  <a:pt x="954706" y="18132"/>
                </a:lnTo>
                <a:lnTo>
                  <a:pt x="955619" y="18233"/>
                </a:lnTo>
                <a:lnTo>
                  <a:pt x="956507" y="18356"/>
                </a:lnTo>
                <a:lnTo>
                  <a:pt x="957372" y="18502"/>
                </a:lnTo>
                <a:lnTo>
                  <a:pt x="958212" y="18670"/>
                </a:lnTo>
                <a:lnTo>
                  <a:pt x="959029" y="18861"/>
                </a:lnTo>
                <a:lnTo>
                  <a:pt x="959822" y="19074"/>
                </a:lnTo>
                <a:lnTo>
                  <a:pt x="960592" y="19309"/>
                </a:lnTo>
                <a:lnTo>
                  <a:pt x="961337" y="19567"/>
                </a:lnTo>
                <a:lnTo>
                  <a:pt x="962059" y="19847"/>
                </a:lnTo>
                <a:lnTo>
                  <a:pt x="962757" y="20149"/>
                </a:lnTo>
                <a:lnTo>
                  <a:pt x="963431" y="20474"/>
                </a:lnTo>
                <a:lnTo>
                  <a:pt x="964082" y="20822"/>
                </a:lnTo>
                <a:lnTo>
                  <a:pt x="964708" y="21192"/>
                </a:lnTo>
                <a:lnTo>
                  <a:pt x="965311" y="21584"/>
                </a:lnTo>
                <a:lnTo>
                  <a:pt x="965890" y="21999"/>
                </a:lnTo>
                <a:lnTo>
                  <a:pt x="966445" y="22436"/>
                </a:lnTo>
                <a:lnTo>
                  <a:pt x="966976" y="22895"/>
                </a:lnTo>
                <a:lnTo>
                  <a:pt x="967484" y="23377"/>
                </a:lnTo>
                <a:lnTo>
                  <a:pt x="967967" y="23881"/>
                </a:lnTo>
                <a:lnTo>
                  <a:pt x="968427" y="24408"/>
                </a:lnTo>
                <a:lnTo>
                  <a:pt x="968866" y="24952"/>
                </a:lnTo>
                <a:lnTo>
                  <a:pt x="969286" y="25509"/>
                </a:lnTo>
                <a:lnTo>
                  <a:pt x="969687" y="26078"/>
                </a:lnTo>
                <a:lnTo>
                  <a:pt x="970070" y="26660"/>
                </a:lnTo>
                <a:lnTo>
                  <a:pt x="970434" y="27254"/>
                </a:lnTo>
                <a:lnTo>
                  <a:pt x="970779" y="27860"/>
                </a:lnTo>
                <a:lnTo>
                  <a:pt x="971106" y="28479"/>
                </a:lnTo>
                <a:lnTo>
                  <a:pt x="971414" y="29111"/>
                </a:lnTo>
                <a:lnTo>
                  <a:pt x="971703" y="29755"/>
                </a:lnTo>
                <a:lnTo>
                  <a:pt x="971974" y="30412"/>
                </a:lnTo>
                <a:lnTo>
                  <a:pt x="972226" y="31081"/>
                </a:lnTo>
                <a:lnTo>
                  <a:pt x="972459" y="31762"/>
                </a:lnTo>
                <a:lnTo>
                  <a:pt x="972674" y="32456"/>
                </a:lnTo>
                <a:lnTo>
                  <a:pt x="972870" y="33163"/>
                </a:lnTo>
                <a:lnTo>
                  <a:pt x="973047" y="33882"/>
                </a:lnTo>
                <a:lnTo>
                  <a:pt x="973206" y="34613"/>
                </a:lnTo>
                <a:lnTo>
                  <a:pt x="973346" y="35357"/>
                </a:lnTo>
                <a:lnTo>
                  <a:pt x="973467" y="36114"/>
                </a:lnTo>
                <a:lnTo>
                  <a:pt x="973570" y="36883"/>
                </a:lnTo>
                <a:lnTo>
                  <a:pt x="973654" y="37664"/>
                </a:lnTo>
                <a:lnTo>
                  <a:pt x="973719" y="38458"/>
                </a:lnTo>
                <a:lnTo>
                  <a:pt x="973766" y="39265"/>
                </a:lnTo>
                <a:lnTo>
                  <a:pt x="973794" y="40084"/>
                </a:lnTo>
                <a:lnTo>
                  <a:pt x="973803" y="40915"/>
                </a:lnTo>
                <a:lnTo>
                  <a:pt x="973794" y="41718"/>
                </a:lnTo>
                <a:lnTo>
                  <a:pt x="973766" y="42519"/>
                </a:lnTo>
                <a:lnTo>
                  <a:pt x="973720" y="43316"/>
                </a:lnTo>
                <a:lnTo>
                  <a:pt x="973655" y="44110"/>
                </a:lnTo>
                <a:lnTo>
                  <a:pt x="973572" y="44901"/>
                </a:lnTo>
                <a:lnTo>
                  <a:pt x="973470" y="45689"/>
                </a:lnTo>
                <a:lnTo>
                  <a:pt x="973350" y="46473"/>
                </a:lnTo>
                <a:lnTo>
                  <a:pt x="973211" y="47255"/>
                </a:lnTo>
                <a:lnTo>
                  <a:pt x="973054" y="48034"/>
                </a:lnTo>
                <a:lnTo>
                  <a:pt x="972879" y="48809"/>
                </a:lnTo>
                <a:lnTo>
                  <a:pt x="972684" y="49582"/>
                </a:lnTo>
                <a:lnTo>
                  <a:pt x="972472" y="50351"/>
                </a:lnTo>
                <a:lnTo>
                  <a:pt x="972240" y="51117"/>
                </a:lnTo>
                <a:lnTo>
                  <a:pt x="971991" y="51880"/>
                </a:lnTo>
                <a:lnTo>
                  <a:pt x="971723" y="52641"/>
                </a:lnTo>
                <a:lnTo>
                  <a:pt x="971436" y="53398"/>
                </a:lnTo>
                <a:lnTo>
                  <a:pt x="971131" y="54152"/>
                </a:lnTo>
                <a:lnTo>
                  <a:pt x="970807" y="54902"/>
                </a:lnTo>
                <a:lnTo>
                  <a:pt x="970465" y="55650"/>
                </a:lnTo>
                <a:lnTo>
                  <a:pt x="970104" y="56395"/>
                </a:lnTo>
                <a:lnTo>
                  <a:pt x="969725" y="57137"/>
                </a:lnTo>
                <a:lnTo>
                  <a:pt x="969327" y="57875"/>
                </a:lnTo>
                <a:lnTo>
                  <a:pt x="968911" y="58611"/>
                </a:lnTo>
                <a:lnTo>
                  <a:pt x="968477" y="59343"/>
                </a:lnTo>
                <a:lnTo>
                  <a:pt x="968021" y="60077"/>
                </a:lnTo>
                <a:lnTo>
                  <a:pt x="967544" y="60818"/>
                </a:lnTo>
                <a:lnTo>
                  <a:pt x="967043" y="61566"/>
                </a:lnTo>
                <a:lnTo>
                  <a:pt x="966520" y="62321"/>
                </a:lnTo>
                <a:lnTo>
                  <a:pt x="965975" y="63083"/>
                </a:lnTo>
                <a:lnTo>
                  <a:pt x="965406" y="63851"/>
                </a:lnTo>
                <a:lnTo>
                  <a:pt x="964816" y="64627"/>
                </a:lnTo>
                <a:lnTo>
                  <a:pt x="964202" y="65409"/>
                </a:lnTo>
                <a:lnTo>
                  <a:pt x="963566" y="66198"/>
                </a:lnTo>
                <a:lnTo>
                  <a:pt x="962907" y="66994"/>
                </a:lnTo>
                <a:lnTo>
                  <a:pt x="962226" y="67796"/>
                </a:lnTo>
                <a:lnTo>
                  <a:pt x="961522" y="68606"/>
                </a:lnTo>
                <a:lnTo>
                  <a:pt x="960796" y="69423"/>
                </a:lnTo>
                <a:lnTo>
                  <a:pt x="960047" y="70246"/>
                </a:lnTo>
                <a:lnTo>
                  <a:pt x="959275" y="71076"/>
                </a:lnTo>
                <a:lnTo>
                  <a:pt x="958481" y="71913"/>
                </a:lnTo>
                <a:lnTo>
                  <a:pt x="957664" y="72757"/>
                </a:lnTo>
                <a:lnTo>
                  <a:pt x="956824" y="73608"/>
                </a:lnTo>
                <a:lnTo>
                  <a:pt x="955962" y="74465"/>
                </a:lnTo>
                <a:lnTo>
                  <a:pt x="955078" y="75330"/>
                </a:lnTo>
                <a:lnTo>
                  <a:pt x="954170" y="76201"/>
                </a:lnTo>
                <a:lnTo>
                  <a:pt x="953240" y="77079"/>
                </a:lnTo>
                <a:lnTo>
                  <a:pt x="952288" y="77964"/>
                </a:lnTo>
                <a:lnTo>
                  <a:pt x="951313" y="78856"/>
                </a:lnTo>
                <a:lnTo>
                  <a:pt x="905641" y="120542"/>
                </a:lnTo>
                <a:lnTo>
                  <a:pt x="905641" y="133562"/>
                </a:lnTo>
                <a:lnTo>
                  <a:pt x="994716" y="133562"/>
                </a:lnTo>
                <a:lnTo>
                  <a:pt x="994716" y="118963"/>
                </a:lnTo>
                <a:lnTo>
                  <a:pt x="928132" y="118963"/>
                </a:lnTo>
                <a:lnTo>
                  <a:pt x="961966" y="88606"/>
                </a:lnTo>
                <a:close/>
                <a:moveTo>
                  <a:pt x="651777" y="62509"/>
                </a:moveTo>
                <a:lnTo>
                  <a:pt x="652048" y="62141"/>
                </a:lnTo>
                <a:lnTo>
                  <a:pt x="652322" y="61777"/>
                </a:lnTo>
                <a:lnTo>
                  <a:pt x="652599" y="61417"/>
                </a:lnTo>
                <a:lnTo>
                  <a:pt x="652879" y="61061"/>
                </a:lnTo>
                <a:lnTo>
                  <a:pt x="653162" y="60709"/>
                </a:lnTo>
                <a:lnTo>
                  <a:pt x="653448" y="60360"/>
                </a:lnTo>
                <a:lnTo>
                  <a:pt x="653737" y="60015"/>
                </a:lnTo>
                <a:lnTo>
                  <a:pt x="654030" y="59674"/>
                </a:lnTo>
                <a:lnTo>
                  <a:pt x="654325" y="59336"/>
                </a:lnTo>
                <a:lnTo>
                  <a:pt x="654623" y="59002"/>
                </a:lnTo>
                <a:lnTo>
                  <a:pt x="654925" y="58672"/>
                </a:lnTo>
                <a:lnTo>
                  <a:pt x="655230" y="58346"/>
                </a:lnTo>
                <a:lnTo>
                  <a:pt x="655537" y="58023"/>
                </a:lnTo>
                <a:lnTo>
                  <a:pt x="655848" y="57705"/>
                </a:lnTo>
                <a:lnTo>
                  <a:pt x="656162" y="57390"/>
                </a:lnTo>
                <a:lnTo>
                  <a:pt x="656479" y="57078"/>
                </a:lnTo>
                <a:lnTo>
                  <a:pt x="656799" y="56771"/>
                </a:lnTo>
                <a:lnTo>
                  <a:pt x="657122" y="56467"/>
                </a:lnTo>
                <a:lnTo>
                  <a:pt x="657449" y="56167"/>
                </a:lnTo>
                <a:lnTo>
                  <a:pt x="657778" y="55871"/>
                </a:lnTo>
                <a:lnTo>
                  <a:pt x="658110" y="55578"/>
                </a:lnTo>
                <a:lnTo>
                  <a:pt x="658446" y="55289"/>
                </a:lnTo>
                <a:lnTo>
                  <a:pt x="658785" y="55005"/>
                </a:lnTo>
                <a:lnTo>
                  <a:pt x="659130" y="54726"/>
                </a:lnTo>
                <a:lnTo>
                  <a:pt x="659479" y="54452"/>
                </a:lnTo>
                <a:lnTo>
                  <a:pt x="659832" y="54183"/>
                </a:lnTo>
                <a:lnTo>
                  <a:pt x="660191" y="53919"/>
                </a:lnTo>
                <a:lnTo>
                  <a:pt x="660554" y="53661"/>
                </a:lnTo>
                <a:lnTo>
                  <a:pt x="660923" y="53408"/>
                </a:lnTo>
                <a:lnTo>
                  <a:pt x="661296" y="53160"/>
                </a:lnTo>
                <a:lnTo>
                  <a:pt x="661673" y="52917"/>
                </a:lnTo>
                <a:lnTo>
                  <a:pt x="662056" y="52679"/>
                </a:lnTo>
                <a:lnTo>
                  <a:pt x="662443" y="52446"/>
                </a:lnTo>
                <a:lnTo>
                  <a:pt x="662835" y="52219"/>
                </a:lnTo>
                <a:lnTo>
                  <a:pt x="663232" y="51997"/>
                </a:lnTo>
                <a:lnTo>
                  <a:pt x="663634" y="51780"/>
                </a:lnTo>
                <a:lnTo>
                  <a:pt x="664041" y="51568"/>
                </a:lnTo>
                <a:lnTo>
                  <a:pt x="664452" y="51361"/>
                </a:lnTo>
                <a:lnTo>
                  <a:pt x="664868" y="51160"/>
                </a:lnTo>
                <a:lnTo>
                  <a:pt x="665289" y="50964"/>
                </a:lnTo>
                <a:lnTo>
                  <a:pt x="665715" y="50773"/>
                </a:lnTo>
                <a:lnTo>
                  <a:pt x="666145" y="50587"/>
                </a:lnTo>
                <a:lnTo>
                  <a:pt x="666581" y="50406"/>
                </a:lnTo>
                <a:lnTo>
                  <a:pt x="667021" y="50230"/>
                </a:lnTo>
                <a:lnTo>
                  <a:pt x="667466" y="50060"/>
                </a:lnTo>
                <a:lnTo>
                  <a:pt x="667916" y="49895"/>
                </a:lnTo>
                <a:lnTo>
                  <a:pt x="668371" y="49735"/>
                </a:lnTo>
                <a:lnTo>
                  <a:pt x="668832" y="49583"/>
                </a:lnTo>
                <a:lnTo>
                  <a:pt x="669300" y="49437"/>
                </a:lnTo>
                <a:lnTo>
                  <a:pt x="669773" y="49298"/>
                </a:lnTo>
                <a:lnTo>
                  <a:pt x="670253" y="49165"/>
                </a:lnTo>
                <a:lnTo>
                  <a:pt x="670739" y="49040"/>
                </a:lnTo>
                <a:lnTo>
                  <a:pt x="671231" y="48921"/>
                </a:lnTo>
                <a:lnTo>
                  <a:pt x="671730" y="48809"/>
                </a:lnTo>
                <a:lnTo>
                  <a:pt x="672234" y="48704"/>
                </a:lnTo>
                <a:lnTo>
                  <a:pt x="672745" y="48605"/>
                </a:lnTo>
                <a:lnTo>
                  <a:pt x="673262" y="48514"/>
                </a:lnTo>
                <a:lnTo>
                  <a:pt x="673785" y="48429"/>
                </a:lnTo>
                <a:lnTo>
                  <a:pt x="674314" y="48351"/>
                </a:lnTo>
                <a:lnTo>
                  <a:pt x="674849" y="48280"/>
                </a:lnTo>
                <a:lnTo>
                  <a:pt x="675391" y="48215"/>
                </a:lnTo>
                <a:lnTo>
                  <a:pt x="675939" y="48158"/>
                </a:lnTo>
                <a:lnTo>
                  <a:pt x="676492" y="48107"/>
                </a:lnTo>
                <a:lnTo>
                  <a:pt x="677052" y="48063"/>
                </a:lnTo>
                <a:lnTo>
                  <a:pt x="677619" y="48025"/>
                </a:lnTo>
                <a:lnTo>
                  <a:pt x="678191" y="47995"/>
                </a:lnTo>
                <a:lnTo>
                  <a:pt x="678769" y="47971"/>
                </a:lnTo>
                <a:lnTo>
                  <a:pt x="679354" y="47954"/>
                </a:lnTo>
                <a:lnTo>
                  <a:pt x="679945" y="47944"/>
                </a:lnTo>
                <a:lnTo>
                  <a:pt x="680542" y="47940"/>
                </a:lnTo>
                <a:lnTo>
                  <a:pt x="682811" y="47940"/>
                </a:lnTo>
                <a:lnTo>
                  <a:pt x="682811" y="32848"/>
                </a:lnTo>
                <a:lnTo>
                  <a:pt x="680838" y="32848"/>
                </a:lnTo>
                <a:lnTo>
                  <a:pt x="679884" y="32857"/>
                </a:lnTo>
                <a:lnTo>
                  <a:pt x="678944" y="32883"/>
                </a:lnTo>
                <a:lnTo>
                  <a:pt x="678020" y="32927"/>
                </a:lnTo>
                <a:lnTo>
                  <a:pt x="677111" y="32988"/>
                </a:lnTo>
                <a:lnTo>
                  <a:pt x="676217" y="33066"/>
                </a:lnTo>
                <a:lnTo>
                  <a:pt x="675338" y="33162"/>
                </a:lnTo>
                <a:lnTo>
                  <a:pt x="674475" y="33276"/>
                </a:lnTo>
                <a:lnTo>
                  <a:pt x="673626" y="33407"/>
                </a:lnTo>
                <a:lnTo>
                  <a:pt x="672792" y="33556"/>
                </a:lnTo>
                <a:lnTo>
                  <a:pt x="671974" y="33721"/>
                </a:lnTo>
                <a:lnTo>
                  <a:pt x="671170" y="33905"/>
                </a:lnTo>
                <a:lnTo>
                  <a:pt x="670382" y="34106"/>
                </a:lnTo>
                <a:lnTo>
                  <a:pt x="669608" y="34324"/>
                </a:lnTo>
                <a:lnTo>
                  <a:pt x="668850" y="34560"/>
                </a:lnTo>
                <a:lnTo>
                  <a:pt x="668107" y="34813"/>
                </a:lnTo>
                <a:lnTo>
                  <a:pt x="667379" y="35084"/>
                </a:lnTo>
                <a:lnTo>
                  <a:pt x="666665" y="35372"/>
                </a:lnTo>
                <a:lnTo>
                  <a:pt x="665967" y="35678"/>
                </a:lnTo>
                <a:lnTo>
                  <a:pt x="665284" y="36001"/>
                </a:lnTo>
                <a:lnTo>
                  <a:pt x="664617" y="36342"/>
                </a:lnTo>
                <a:lnTo>
                  <a:pt x="663964" y="36700"/>
                </a:lnTo>
                <a:lnTo>
                  <a:pt x="663326" y="37075"/>
                </a:lnTo>
                <a:lnTo>
                  <a:pt x="662703" y="37468"/>
                </a:lnTo>
                <a:lnTo>
                  <a:pt x="662096" y="37879"/>
                </a:lnTo>
                <a:lnTo>
                  <a:pt x="661501" y="38302"/>
                </a:lnTo>
                <a:lnTo>
                  <a:pt x="660917" y="38734"/>
                </a:lnTo>
                <a:lnTo>
                  <a:pt x="660345" y="39175"/>
                </a:lnTo>
                <a:lnTo>
                  <a:pt x="659783" y="39624"/>
                </a:lnTo>
                <a:lnTo>
                  <a:pt x="659232" y="40082"/>
                </a:lnTo>
                <a:lnTo>
                  <a:pt x="658692" y="40548"/>
                </a:lnTo>
                <a:lnTo>
                  <a:pt x="658164" y="41023"/>
                </a:lnTo>
                <a:lnTo>
                  <a:pt x="657646" y="41507"/>
                </a:lnTo>
                <a:lnTo>
                  <a:pt x="657139" y="41999"/>
                </a:lnTo>
                <a:lnTo>
                  <a:pt x="656643" y="42499"/>
                </a:lnTo>
                <a:lnTo>
                  <a:pt x="656158" y="43008"/>
                </a:lnTo>
                <a:lnTo>
                  <a:pt x="655684" y="43526"/>
                </a:lnTo>
                <a:lnTo>
                  <a:pt x="655221" y="44052"/>
                </a:lnTo>
                <a:lnTo>
                  <a:pt x="654769" y="44587"/>
                </a:lnTo>
                <a:lnTo>
                  <a:pt x="654328" y="45131"/>
                </a:lnTo>
                <a:lnTo>
                  <a:pt x="653897" y="45683"/>
                </a:lnTo>
                <a:lnTo>
                  <a:pt x="653478" y="46243"/>
                </a:lnTo>
                <a:lnTo>
                  <a:pt x="653070" y="46812"/>
                </a:lnTo>
                <a:lnTo>
                  <a:pt x="652673" y="47390"/>
                </a:lnTo>
                <a:lnTo>
                  <a:pt x="652286" y="47976"/>
                </a:lnTo>
                <a:lnTo>
                  <a:pt x="651911" y="48571"/>
                </a:lnTo>
                <a:lnTo>
                  <a:pt x="651546" y="49174"/>
                </a:lnTo>
                <a:lnTo>
                  <a:pt x="651193" y="49786"/>
                </a:lnTo>
                <a:lnTo>
                  <a:pt x="650850" y="50406"/>
                </a:lnTo>
                <a:lnTo>
                  <a:pt x="650259" y="34525"/>
                </a:lnTo>
                <a:lnTo>
                  <a:pt x="634772" y="34525"/>
                </a:lnTo>
                <a:lnTo>
                  <a:pt x="634772" y="133562"/>
                </a:lnTo>
                <a:lnTo>
                  <a:pt x="651245" y="133562"/>
                </a:lnTo>
                <a:lnTo>
                  <a:pt x="651245" y="63255"/>
                </a:lnTo>
                <a:lnTo>
                  <a:pt x="651510" y="62880"/>
                </a:lnTo>
                <a:lnTo>
                  <a:pt x="651777" y="62509"/>
                </a:lnTo>
                <a:close/>
                <a:moveTo>
                  <a:pt x="747767" y="135224"/>
                </a:moveTo>
                <a:lnTo>
                  <a:pt x="748728" y="135159"/>
                </a:lnTo>
                <a:lnTo>
                  <a:pt x="749677" y="135081"/>
                </a:lnTo>
                <a:lnTo>
                  <a:pt x="750614" y="134988"/>
                </a:lnTo>
                <a:lnTo>
                  <a:pt x="751540" y="134880"/>
                </a:lnTo>
                <a:lnTo>
                  <a:pt x="752455" y="134759"/>
                </a:lnTo>
                <a:lnTo>
                  <a:pt x="753359" y="134623"/>
                </a:lnTo>
                <a:lnTo>
                  <a:pt x="754252" y="134473"/>
                </a:lnTo>
                <a:lnTo>
                  <a:pt x="755133" y="134308"/>
                </a:lnTo>
                <a:lnTo>
                  <a:pt x="756003" y="134130"/>
                </a:lnTo>
                <a:lnTo>
                  <a:pt x="756861" y="133937"/>
                </a:lnTo>
                <a:lnTo>
                  <a:pt x="757708" y="133729"/>
                </a:lnTo>
                <a:lnTo>
                  <a:pt x="758544" y="133508"/>
                </a:lnTo>
                <a:lnTo>
                  <a:pt x="759369" y="133272"/>
                </a:lnTo>
                <a:lnTo>
                  <a:pt x="760182" y="133021"/>
                </a:lnTo>
                <a:lnTo>
                  <a:pt x="760984" y="132757"/>
                </a:lnTo>
                <a:lnTo>
                  <a:pt x="761775" y="132478"/>
                </a:lnTo>
                <a:lnTo>
                  <a:pt x="762554" y="132185"/>
                </a:lnTo>
                <a:lnTo>
                  <a:pt x="763322" y="131877"/>
                </a:lnTo>
                <a:lnTo>
                  <a:pt x="764079" y="131556"/>
                </a:lnTo>
                <a:lnTo>
                  <a:pt x="764824" y="131220"/>
                </a:lnTo>
                <a:lnTo>
                  <a:pt x="765557" y="130870"/>
                </a:lnTo>
                <a:lnTo>
                  <a:pt x="766277" y="130509"/>
                </a:lnTo>
                <a:lnTo>
                  <a:pt x="766982" y="130135"/>
                </a:lnTo>
                <a:lnTo>
                  <a:pt x="767674" y="129750"/>
                </a:lnTo>
                <a:lnTo>
                  <a:pt x="768352" y="129352"/>
                </a:lnTo>
                <a:lnTo>
                  <a:pt x="769017" y="128943"/>
                </a:lnTo>
                <a:lnTo>
                  <a:pt x="769667" y="128521"/>
                </a:lnTo>
                <a:lnTo>
                  <a:pt x="770305" y="128088"/>
                </a:lnTo>
                <a:lnTo>
                  <a:pt x="770928" y="127642"/>
                </a:lnTo>
                <a:lnTo>
                  <a:pt x="771538" y="127185"/>
                </a:lnTo>
                <a:lnTo>
                  <a:pt x="772134" y="126715"/>
                </a:lnTo>
                <a:lnTo>
                  <a:pt x="772716" y="126234"/>
                </a:lnTo>
                <a:lnTo>
                  <a:pt x="773284" y="125740"/>
                </a:lnTo>
                <a:lnTo>
                  <a:pt x="773839" y="125234"/>
                </a:lnTo>
                <a:lnTo>
                  <a:pt x="774380" y="124717"/>
                </a:lnTo>
                <a:lnTo>
                  <a:pt x="774908" y="124187"/>
                </a:lnTo>
                <a:lnTo>
                  <a:pt x="775422" y="123646"/>
                </a:lnTo>
                <a:lnTo>
                  <a:pt x="775922" y="123092"/>
                </a:lnTo>
                <a:lnTo>
                  <a:pt x="776408" y="122526"/>
                </a:lnTo>
                <a:lnTo>
                  <a:pt x="776881" y="121949"/>
                </a:lnTo>
                <a:lnTo>
                  <a:pt x="777340" y="121359"/>
                </a:lnTo>
                <a:lnTo>
                  <a:pt x="777785" y="120757"/>
                </a:lnTo>
                <a:lnTo>
                  <a:pt x="778216" y="120144"/>
                </a:lnTo>
                <a:lnTo>
                  <a:pt x="778634" y="119518"/>
                </a:lnTo>
                <a:lnTo>
                  <a:pt x="779037" y="118881"/>
                </a:lnTo>
                <a:lnTo>
                  <a:pt x="779424" y="118235"/>
                </a:lnTo>
                <a:lnTo>
                  <a:pt x="779795" y="117578"/>
                </a:lnTo>
                <a:lnTo>
                  <a:pt x="780150" y="116911"/>
                </a:lnTo>
                <a:lnTo>
                  <a:pt x="780488" y="116234"/>
                </a:lnTo>
                <a:lnTo>
                  <a:pt x="780811" y="115547"/>
                </a:lnTo>
                <a:lnTo>
                  <a:pt x="781117" y="114850"/>
                </a:lnTo>
                <a:lnTo>
                  <a:pt x="781407" y="114143"/>
                </a:lnTo>
                <a:lnTo>
                  <a:pt x="781681" y="113426"/>
                </a:lnTo>
                <a:lnTo>
                  <a:pt x="781940" y="112698"/>
                </a:lnTo>
                <a:lnTo>
                  <a:pt x="782182" y="111961"/>
                </a:lnTo>
                <a:lnTo>
                  <a:pt x="782407" y="111214"/>
                </a:lnTo>
                <a:lnTo>
                  <a:pt x="782617" y="110456"/>
                </a:lnTo>
                <a:lnTo>
                  <a:pt x="782811" y="109689"/>
                </a:lnTo>
                <a:lnTo>
                  <a:pt x="782989" y="108911"/>
                </a:lnTo>
                <a:lnTo>
                  <a:pt x="783150" y="108124"/>
                </a:lnTo>
                <a:lnTo>
                  <a:pt x="783295" y="107326"/>
                </a:lnTo>
                <a:lnTo>
                  <a:pt x="783425" y="106518"/>
                </a:lnTo>
                <a:lnTo>
                  <a:pt x="783538" y="105700"/>
                </a:lnTo>
                <a:lnTo>
                  <a:pt x="783635" y="104872"/>
                </a:lnTo>
                <a:lnTo>
                  <a:pt x="783716" y="104035"/>
                </a:lnTo>
                <a:lnTo>
                  <a:pt x="783781" y="103187"/>
                </a:lnTo>
                <a:lnTo>
                  <a:pt x="783830" y="102328"/>
                </a:lnTo>
                <a:lnTo>
                  <a:pt x="783862" y="101460"/>
                </a:lnTo>
                <a:lnTo>
                  <a:pt x="767586" y="101460"/>
                </a:lnTo>
                <a:lnTo>
                  <a:pt x="767551" y="102307"/>
                </a:lnTo>
                <a:lnTo>
                  <a:pt x="767496" y="103138"/>
                </a:lnTo>
                <a:lnTo>
                  <a:pt x="767420" y="103951"/>
                </a:lnTo>
                <a:lnTo>
                  <a:pt x="767323" y="104748"/>
                </a:lnTo>
                <a:lnTo>
                  <a:pt x="767206" y="105528"/>
                </a:lnTo>
                <a:lnTo>
                  <a:pt x="767068" y="106292"/>
                </a:lnTo>
                <a:lnTo>
                  <a:pt x="766910" y="107038"/>
                </a:lnTo>
                <a:lnTo>
                  <a:pt x="766731" y="107768"/>
                </a:lnTo>
                <a:lnTo>
                  <a:pt x="766532" y="108481"/>
                </a:lnTo>
                <a:lnTo>
                  <a:pt x="766312" y="109178"/>
                </a:lnTo>
                <a:lnTo>
                  <a:pt x="766072" y="109857"/>
                </a:lnTo>
                <a:lnTo>
                  <a:pt x="765811" y="110520"/>
                </a:lnTo>
                <a:lnTo>
                  <a:pt x="765529" y="111166"/>
                </a:lnTo>
                <a:lnTo>
                  <a:pt x="765227" y="111796"/>
                </a:lnTo>
                <a:lnTo>
                  <a:pt x="764905" y="112408"/>
                </a:lnTo>
                <a:lnTo>
                  <a:pt x="764561" y="113004"/>
                </a:lnTo>
                <a:lnTo>
                  <a:pt x="764198" y="113584"/>
                </a:lnTo>
                <a:lnTo>
                  <a:pt x="763813" y="114146"/>
                </a:lnTo>
                <a:lnTo>
                  <a:pt x="763408" y="114692"/>
                </a:lnTo>
                <a:lnTo>
                  <a:pt x="762983" y="115221"/>
                </a:lnTo>
                <a:lnTo>
                  <a:pt x="762537" y="115733"/>
                </a:lnTo>
                <a:lnTo>
                  <a:pt x="762071" y="116228"/>
                </a:lnTo>
                <a:lnTo>
                  <a:pt x="761584" y="116707"/>
                </a:lnTo>
                <a:lnTo>
                  <a:pt x="761076" y="117169"/>
                </a:lnTo>
                <a:lnTo>
                  <a:pt x="760550" y="117613"/>
                </a:lnTo>
                <a:lnTo>
                  <a:pt x="760007" y="118039"/>
                </a:lnTo>
                <a:lnTo>
                  <a:pt x="759447" y="118445"/>
                </a:lnTo>
                <a:lnTo>
                  <a:pt x="758870" y="118833"/>
                </a:lnTo>
                <a:lnTo>
                  <a:pt x="758277" y="119201"/>
                </a:lnTo>
                <a:lnTo>
                  <a:pt x="757667" y="119551"/>
                </a:lnTo>
                <a:lnTo>
                  <a:pt x="757040" y="119882"/>
                </a:lnTo>
                <a:lnTo>
                  <a:pt x="756396" y="120194"/>
                </a:lnTo>
                <a:lnTo>
                  <a:pt x="755735" y="120487"/>
                </a:lnTo>
                <a:lnTo>
                  <a:pt x="755058" y="120761"/>
                </a:lnTo>
                <a:lnTo>
                  <a:pt x="754364" y="121016"/>
                </a:lnTo>
                <a:lnTo>
                  <a:pt x="753653" y="121252"/>
                </a:lnTo>
                <a:lnTo>
                  <a:pt x="752925" y="121469"/>
                </a:lnTo>
                <a:lnTo>
                  <a:pt x="752181" y="121668"/>
                </a:lnTo>
                <a:lnTo>
                  <a:pt x="751420" y="121848"/>
                </a:lnTo>
                <a:lnTo>
                  <a:pt x="750642" y="122008"/>
                </a:lnTo>
                <a:lnTo>
                  <a:pt x="749847" y="122150"/>
                </a:lnTo>
                <a:lnTo>
                  <a:pt x="749035" y="122273"/>
                </a:lnTo>
                <a:lnTo>
                  <a:pt x="748207" y="122377"/>
                </a:lnTo>
                <a:lnTo>
                  <a:pt x="747362" y="122462"/>
                </a:lnTo>
                <a:lnTo>
                  <a:pt x="746500" y="122528"/>
                </a:lnTo>
                <a:lnTo>
                  <a:pt x="745621" y="122575"/>
                </a:lnTo>
                <a:lnTo>
                  <a:pt x="744726" y="122604"/>
                </a:lnTo>
                <a:lnTo>
                  <a:pt x="743813" y="122613"/>
                </a:lnTo>
                <a:lnTo>
                  <a:pt x="742957" y="122605"/>
                </a:lnTo>
                <a:lnTo>
                  <a:pt x="742115" y="122579"/>
                </a:lnTo>
                <a:lnTo>
                  <a:pt x="741287" y="122536"/>
                </a:lnTo>
                <a:lnTo>
                  <a:pt x="740473" y="122476"/>
                </a:lnTo>
                <a:lnTo>
                  <a:pt x="739673" y="122399"/>
                </a:lnTo>
                <a:lnTo>
                  <a:pt x="738887" y="122304"/>
                </a:lnTo>
                <a:lnTo>
                  <a:pt x="738116" y="122193"/>
                </a:lnTo>
                <a:lnTo>
                  <a:pt x="737358" y="122064"/>
                </a:lnTo>
                <a:lnTo>
                  <a:pt x="736614" y="121919"/>
                </a:lnTo>
                <a:lnTo>
                  <a:pt x="735884" y="121756"/>
                </a:lnTo>
                <a:lnTo>
                  <a:pt x="735169" y="121576"/>
                </a:lnTo>
                <a:lnTo>
                  <a:pt x="734467" y="121379"/>
                </a:lnTo>
                <a:lnTo>
                  <a:pt x="733779" y="121164"/>
                </a:lnTo>
                <a:lnTo>
                  <a:pt x="733106" y="120933"/>
                </a:lnTo>
                <a:lnTo>
                  <a:pt x="732446" y="120684"/>
                </a:lnTo>
                <a:lnTo>
                  <a:pt x="731801" y="120418"/>
                </a:lnTo>
                <a:lnTo>
                  <a:pt x="731169" y="120135"/>
                </a:lnTo>
                <a:lnTo>
                  <a:pt x="730552" y="119835"/>
                </a:lnTo>
                <a:lnTo>
                  <a:pt x="729949" y="119518"/>
                </a:lnTo>
                <a:lnTo>
                  <a:pt x="729360" y="119184"/>
                </a:lnTo>
                <a:lnTo>
                  <a:pt x="728784" y="118832"/>
                </a:lnTo>
                <a:lnTo>
                  <a:pt x="728223" y="118464"/>
                </a:lnTo>
                <a:lnTo>
                  <a:pt x="727676" y="118078"/>
                </a:lnTo>
                <a:lnTo>
                  <a:pt x="727143" y="117675"/>
                </a:lnTo>
                <a:lnTo>
                  <a:pt x="726623" y="117258"/>
                </a:lnTo>
                <a:lnTo>
                  <a:pt x="726114" y="116829"/>
                </a:lnTo>
                <a:lnTo>
                  <a:pt x="725618" y="116390"/>
                </a:lnTo>
                <a:lnTo>
                  <a:pt x="725133" y="115939"/>
                </a:lnTo>
                <a:lnTo>
                  <a:pt x="724660" y="115477"/>
                </a:lnTo>
                <a:lnTo>
                  <a:pt x="724199" y="115003"/>
                </a:lnTo>
                <a:lnTo>
                  <a:pt x="723750" y="114518"/>
                </a:lnTo>
                <a:lnTo>
                  <a:pt x="723312" y="114023"/>
                </a:lnTo>
                <a:lnTo>
                  <a:pt x="722886" y="113515"/>
                </a:lnTo>
                <a:lnTo>
                  <a:pt x="722473" y="112997"/>
                </a:lnTo>
                <a:lnTo>
                  <a:pt x="722071" y="112467"/>
                </a:lnTo>
                <a:lnTo>
                  <a:pt x="721680" y="111927"/>
                </a:lnTo>
                <a:lnTo>
                  <a:pt x="721302" y="111374"/>
                </a:lnTo>
                <a:lnTo>
                  <a:pt x="720935" y="110811"/>
                </a:lnTo>
                <a:lnTo>
                  <a:pt x="720581" y="110236"/>
                </a:lnTo>
                <a:lnTo>
                  <a:pt x="720238" y="109650"/>
                </a:lnTo>
                <a:lnTo>
                  <a:pt x="719907" y="109053"/>
                </a:lnTo>
                <a:lnTo>
                  <a:pt x="719587" y="108445"/>
                </a:lnTo>
                <a:lnTo>
                  <a:pt x="719280" y="107825"/>
                </a:lnTo>
                <a:lnTo>
                  <a:pt x="718984" y="107194"/>
                </a:lnTo>
                <a:lnTo>
                  <a:pt x="718700" y="106552"/>
                </a:lnTo>
                <a:lnTo>
                  <a:pt x="718428" y="105899"/>
                </a:lnTo>
                <a:lnTo>
                  <a:pt x="718168" y="105234"/>
                </a:lnTo>
                <a:lnTo>
                  <a:pt x="717920" y="104558"/>
                </a:lnTo>
                <a:lnTo>
                  <a:pt x="717682" y="103874"/>
                </a:lnTo>
                <a:lnTo>
                  <a:pt x="717454" y="103184"/>
                </a:lnTo>
                <a:lnTo>
                  <a:pt x="717236" y="102489"/>
                </a:lnTo>
                <a:lnTo>
                  <a:pt x="717028" y="101788"/>
                </a:lnTo>
                <a:lnTo>
                  <a:pt x="716829" y="101082"/>
                </a:lnTo>
                <a:lnTo>
                  <a:pt x="716640" y="100370"/>
                </a:lnTo>
                <a:lnTo>
                  <a:pt x="716461" y="99652"/>
                </a:lnTo>
                <a:lnTo>
                  <a:pt x="716292" y="98929"/>
                </a:lnTo>
                <a:lnTo>
                  <a:pt x="716133" y="98201"/>
                </a:lnTo>
                <a:lnTo>
                  <a:pt x="715983" y="97467"/>
                </a:lnTo>
                <a:lnTo>
                  <a:pt x="715843" y="96727"/>
                </a:lnTo>
                <a:lnTo>
                  <a:pt x="715713" y="95982"/>
                </a:lnTo>
                <a:lnTo>
                  <a:pt x="715592" y="95231"/>
                </a:lnTo>
                <a:lnTo>
                  <a:pt x="715481" y="94475"/>
                </a:lnTo>
                <a:lnTo>
                  <a:pt x="715380" y="93713"/>
                </a:lnTo>
                <a:lnTo>
                  <a:pt x="715289" y="92946"/>
                </a:lnTo>
                <a:lnTo>
                  <a:pt x="715208" y="92173"/>
                </a:lnTo>
                <a:lnTo>
                  <a:pt x="715136" y="91395"/>
                </a:lnTo>
                <a:lnTo>
                  <a:pt x="715074" y="90611"/>
                </a:lnTo>
                <a:lnTo>
                  <a:pt x="715022" y="89821"/>
                </a:lnTo>
                <a:lnTo>
                  <a:pt x="714980" y="89026"/>
                </a:lnTo>
                <a:lnTo>
                  <a:pt x="714947" y="88226"/>
                </a:lnTo>
                <a:lnTo>
                  <a:pt x="714924" y="87420"/>
                </a:lnTo>
                <a:lnTo>
                  <a:pt x="714911" y="86608"/>
                </a:lnTo>
                <a:lnTo>
                  <a:pt x="783369" y="86608"/>
                </a:lnTo>
                <a:lnTo>
                  <a:pt x="783385" y="86530"/>
                </a:lnTo>
                <a:lnTo>
                  <a:pt x="783401" y="86448"/>
                </a:lnTo>
                <a:lnTo>
                  <a:pt x="783417" y="86362"/>
                </a:lnTo>
                <a:lnTo>
                  <a:pt x="783432" y="86272"/>
                </a:lnTo>
                <a:lnTo>
                  <a:pt x="783447" y="86178"/>
                </a:lnTo>
                <a:lnTo>
                  <a:pt x="783462" y="86079"/>
                </a:lnTo>
                <a:lnTo>
                  <a:pt x="783476" y="85977"/>
                </a:lnTo>
                <a:lnTo>
                  <a:pt x="783490" y="85871"/>
                </a:lnTo>
                <a:lnTo>
                  <a:pt x="783503" y="85760"/>
                </a:lnTo>
                <a:lnTo>
                  <a:pt x="783516" y="85646"/>
                </a:lnTo>
                <a:lnTo>
                  <a:pt x="783529" y="85527"/>
                </a:lnTo>
                <a:lnTo>
                  <a:pt x="783542" y="85405"/>
                </a:lnTo>
                <a:lnTo>
                  <a:pt x="783554" y="85278"/>
                </a:lnTo>
                <a:lnTo>
                  <a:pt x="783566" y="85147"/>
                </a:lnTo>
                <a:lnTo>
                  <a:pt x="783577" y="85013"/>
                </a:lnTo>
                <a:lnTo>
                  <a:pt x="783588" y="84874"/>
                </a:lnTo>
                <a:lnTo>
                  <a:pt x="783599" y="84731"/>
                </a:lnTo>
                <a:lnTo>
                  <a:pt x="783610" y="84584"/>
                </a:lnTo>
                <a:lnTo>
                  <a:pt x="783620" y="84433"/>
                </a:lnTo>
                <a:lnTo>
                  <a:pt x="783630" y="84279"/>
                </a:lnTo>
                <a:lnTo>
                  <a:pt x="783639" y="84120"/>
                </a:lnTo>
                <a:lnTo>
                  <a:pt x="783648" y="83957"/>
                </a:lnTo>
                <a:lnTo>
                  <a:pt x="783657" y="83789"/>
                </a:lnTo>
                <a:lnTo>
                  <a:pt x="783665" y="83618"/>
                </a:lnTo>
                <a:lnTo>
                  <a:pt x="783673" y="83446"/>
                </a:lnTo>
                <a:lnTo>
                  <a:pt x="783681" y="83275"/>
                </a:lnTo>
                <a:lnTo>
                  <a:pt x="783688" y="83107"/>
                </a:lnTo>
                <a:lnTo>
                  <a:pt x="783695" y="82940"/>
                </a:lnTo>
                <a:lnTo>
                  <a:pt x="783702" y="82776"/>
                </a:lnTo>
                <a:lnTo>
                  <a:pt x="783708" y="82613"/>
                </a:lnTo>
                <a:lnTo>
                  <a:pt x="783714" y="82452"/>
                </a:lnTo>
                <a:lnTo>
                  <a:pt x="783720" y="82293"/>
                </a:lnTo>
                <a:lnTo>
                  <a:pt x="783725" y="82136"/>
                </a:lnTo>
                <a:lnTo>
                  <a:pt x="783730" y="81981"/>
                </a:lnTo>
                <a:lnTo>
                  <a:pt x="783735" y="81828"/>
                </a:lnTo>
                <a:lnTo>
                  <a:pt x="783739" y="81677"/>
                </a:lnTo>
                <a:lnTo>
                  <a:pt x="783743" y="81528"/>
                </a:lnTo>
                <a:lnTo>
                  <a:pt x="783747" y="81381"/>
                </a:lnTo>
                <a:lnTo>
                  <a:pt x="783750" y="81235"/>
                </a:lnTo>
                <a:lnTo>
                  <a:pt x="783753" y="81092"/>
                </a:lnTo>
                <a:lnTo>
                  <a:pt x="783755" y="80951"/>
                </a:lnTo>
                <a:lnTo>
                  <a:pt x="783758" y="80811"/>
                </a:lnTo>
                <a:lnTo>
                  <a:pt x="783760" y="80673"/>
                </a:lnTo>
                <a:lnTo>
                  <a:pt x="783761" y="80538"/>
                </a:lnTo>
                <a:lnTo>
                  <a:pt x="783762" y="80404"/>
                </a:lnTo>
                <a:lnTo>
                  <a:pt x="783763" y="80272"/>
                </a:lnTo>
                <a:lnTo>
                  <a:pt x="783764" y="80143"/>
                </a:lnTo>
                <a:lnTo>
                  <a:pt x="783764" y="80015"/>
                </a:lnTo>
                <a:lnTo>
                  <a:pt x="783744" y="78131"/>
                </a:lnTo>
                <a:lnTo>
                  <a:pt x="783686" y="76285"/>
                </a:lnTo>
                <a:lnTo>
                  <a:pt x="783590" y="74475"/>
                </a:lnTo>
                <a:lnTo>
                  <a:pt x="783454" y="72703"/>
                </a:lnTo>
                <a:lnTo>
                  <a:pt x="783280" y="70967"/>
                </a:lnTo>
                <a:lnTo>
                  <a:pt x="783067" y="69269"/>
                </a:lnTo>
                <a:lnTo>
                  <a:pt x="782816" y="67607"/>
                </a:lnTo>
                <a:lnTo>
                  <a:pt x="782525" y="65983"/>
                </a:lnTo>
                <a:lnTo>
                  <a:pt x="782196" y="64395"/>
                </a:lnTo>
                <a:lnTo>
                  <a:pt x="781829" y="62845"/>
                </a:lnTo>
                <a:lnTo>
                  <a:pt x="781422" y="61331"/>
                </a:lnTo>
                <a:lnTo>
                  <a:pt x="780977" y="59855"/>
                </a:lnTo>
                <a:lnTo>
                  <a:pt x="780493" y="58415"/>
                </a:lnTo>
                <a:lnTo>
                  <a:pt x="779971" y="57012"/>
                </a:lnTo>
                <a:lnTo>
                  <a:pt x="779410" y="55647"/>
                </a:lnTo>
                <a:lnTo>
                  <a:pt x="778810" y="54318"/>
                </a:lnTo>
                <a:lnTo>
                  <a:pt x="778171" y="53027"/>
                </a:lnTo>
                <a:lnTo>
                  <a:pt x="777494" y="51772"/>
                </a:lnTo>
                <a:lnTo>
                  <a:pt x="776778" y="50554"/>
                </a:lnTo>
                <a:lnTo>
                  <a:pt x="776023" y="49374"/>
                </a:lnTo>
                <a:lnTo>
                  <a:pt x="775230" y="48230"/>
                </a:lnTo>
                <a:lnTo>
                  <a:pt x="774398" y="47124"/>
                </a:lnTo>
                <a:lnTo>
                  <a:pt x="773527" y="46054"/>
                </a:lnTo>
                <a:lnTo>
                  <a:pt x="772617" y="45021"/>
                </a:lnTo>
                <a:lnTo>
                  <a:pt x="771674" y="44028"/>
                </a:lnTo>
                <a:lnTo>
                  <a:pt x="770700" y="43077"/>
                </a:lnTo>
                <a:lnTo>
                  <a:pt x="769698" y="42168"/>
                </a:lnTo>
                <a:lnTo>
                  <a:pt x="768666" y="41302"/>
                </a:lnTo>
                <a:lnTo>
                  <a:pt x="767605" y="40477"/>
                </a:lnTo>
                <a:lnTo>
                  <a:pt x="766514" y="39695"/>
                </a:lnTo>
                <a:lnTo>
                  <a:pt x="765393" y="38956"/>
                </a:lnTo>
                <a:lnTo>
                  <a:pt x="764243" y="38258"/>
                </a:lnTo>
                <a:lnTo>
                  <a:pt x="763064" y="37603"/>
                </a:lnTo>
                <a:lnTo>
                  <a:pt x="761855" y="36990"/>
                </a:lnTo>
                <a:lnTo>
                  <a:pt x="760617" y="36420"/>
                </a:lnTo>
                <a:lnTo>
                  <a:pt x="759350" y="35891"/>
                </a:lnTo>
                <a:lnTo>
                  <a:pt x="758053" y="35405"/>
                </a:lnTo>
                <a:lnTo>
                  <a:pt x="756726" y="34961"/>
                </a:lnTo>
                <a:lnTo>
                  <a:pt x="755370" y="34560"/>
                </a:lnTo>
                <a:lnTo>
                  <a:pt x="753985" y="34201"/>
                </a:lnTo>
                <a:lnTo>
                  <a:pt x="752570" y="33884"/>
                </a:lnTo>
                <a:lnTo>
                  <a:pt x="751125" y="33609"/>
                </a:lnTo>
                <a:lnTo>
                  <a:pt x="749652" y="33376"/>
                </a:lnTo>
                <a:lnTo>
                  <a:pt x="748148" y="33186"/>
                </a:lnTo>
                <a:lnTo>
                  <a:pt x="746616" y="33038"/>
                </a:lnTo>
                <a:lnTo>
                  <a:pt x="745053" y="32933"/>
                </a:lnTo>
                <a:lnTo>
                  <a:pt x="743462" y="32869"/>
                </a:lnTo>
                <a:lnTo>
                  <a:pt x="741841" y="32848"/>
                </a:lnTo>
                <a:lnTo>
                  <a:pt x="740617" y="32859"/>
                </a:lnTo>
                <a:lnTo>
                  <a:pt x="739410" y="32893"/>
                </a:lnTo>
                <a:lnTo>
                  <a:pt x="738222" y="32950"/>
                </a:lnTo>
                <a:lnTo>
                  <a:pt x="737052" y="33029"/>
                </a:lnTo>
                <a:lnTo>
                  <a:pt x="735900" y="33130"/>
                </a:lnTo>
                <a:lnTo>
                  <a:pt x="734766" y="33254"/>
                </a:lnTo>
                <a:lnTo>
                  <a:pt x="733650" y="33401"/>
                </a:lnTo>
                <a:lnTo>
                  <a:pt x="732552" y="33570"/>
                </a:lnTo>
                <a:lnTo>
                  <a:pt x="731472" y="33762"/>
                </a:lnTo>
                <a:lnTo>
                  <a:pt x="730409" y="33977"/>
                </a:lnTo>
                <a:lnTo>
                  <a:pt x="729365" y="34214"/>
                </a:lnTo>
                <a:lnTo>
                  <a:pt x="728339" y="34473"/>
                </a:lnTo>
                <a:lnTo>
                  <a:pt x="727331" y="34756"/>
                </a:lnTo>
                <a:lnTo>
                  <a:pt x="726340" y="35060"/>
                </a:lnTo>
                <a:lnTo>
                  <a:pt x="725368" y="35388"/>
                </a:lnTo>
                <a:lnTo>
                  <a:pt x="724414" y="35737"/>
                </a:lnTo>
                <a:lnTo>
                  <a:pt x="723477" y="36110"/>
                </a:lnTo>
                <a:lnTo>
                  <a:pt x="722559" y="36505"/>
                </a:lnTo>
                <a:lnTo>
                  <a:pt x="721659" y="36923"/>
                </a:lnTo>
                <a:lnTo>
                  <a:pt x="720776" y="37363"/>
                </a:lnTo>
                <a:lnTo>
                  <a:pt x="719912" y="37826"/>
                </a:lnTo>
                <a:lnTo>
                  <a:pt x="719065" y="38311"/>
                </a:lnTo>
                <a:lnTo>
                  <a:pt x="718237" y="38819"/>
                </a:lnTo>
                <a:lnTo>
                  <a:pt x="717426" y="39349"/>
                </a:lnTo>
                <a:lnTo>
                  <a:pt x="716634" y="39900"/>
                </a:lnTo>
                <a:lnTo>
                  <a:pt x="715858" y="40468"/>
                </a:lnTo>
                <a:lnTo>
                  <a:pt x="715099" y="41053"/>
                </a:lnTo>
                <a:lnTo>
                  <a:pt x="714358" y="41656"/>
                </a:lnTo>
                <a:lnTo>
                  <a:pt x="713633" y="42276"/>
                </a:lnTo>
                <a:lnTo>
                  <a:pt x="712926" y="42914"/>
                </a:lnTo>
                <a:lnTo>
                  <a:pt x="712236" y="43569"/>
                </a:lnTo>
                <a:lnTo>
                  <a:pt x="711563" y="44242"/>
                </a:lnTo>
                <a:lnTo>
                  <a:pt x="710907" y="44932"/>
                </a:lnTo>
                <a:lnTo>
                  <a:pt x="710268" y="45640"/>
                </a:lnTo>
                <a:lnTo>
                  <a:pt x="709646" y="46365"/>
                </a:lnTo>
                <a:lnTo>
                  <a:pt x="709042" y="47107"/>
                </a:lnTo>
                <a:lnTo>
                  <a:pt x="708454" y="47867"/>
                </a:lnTo>
                <a:lnTo>
                  <a:pt x="707884" y="48645"/>
                </a:lnTo>
                <a:lnTo>
                  <a:pt x="707331" y="49440"/>
                </a:lnTo>
                <a:lnTo>
                  <a:pt x="706795" y="50252"/>
                </a:lnTo>
                <a:lnTo>
                  <a:pt x="706276" y="51082"/>
                </a:lnTo>
                <a:lnTo>
                  <a:pt x="705774" y="51929"/>
                </a:lnTo>
                <a:lnTo>
                  <a:pt x="705290" y="52794"/>
                </a:lnTo>
                <a:lnTo>
                  <a:pt x="704822" y="53676"/>
                </a:lnTo>
                <a:lnTo>
                  <a:pt x="704372" y="54576"/>
                </a:lnTo>
                <a:lnTo>
                  <a:pt x="703938" y="55493"/>
                </a:lnTo>
                <a:lnTo>
                  <a:pt x="703522" y="56427"/>
                </a:lnTo>
                <a:lnTo>
                  <a:pt x="703123" y="57379"/>
                </a:lnTo>
                <a:lnTo>
                  <a:pt x="702741" y="58346"/>
                </a:lnTo>
                <a:lnTo>
                  <a:pt x="702375" y="59326"/>
                </a:lnTo>
                <a:lnTo>
                  <a:pt x="702025" y="60318"/>
                </a:lnTo>
                <a:lnTo>
                  <a:pt x="701692" y="61322"/>
                </a:lnTo>
                <a:lnTo>
                  <a:pt x="701374" y="62340"/>
                </a:lnTo>
                <a:lnTo>
                  <a:pt x="701073" y="63369"/>
                </a:lnTo>
                <a:lnTo>
                  <a:pt x="700789" y="64411"/>
                </a:lnTo>
                <a:lnTo>
                  <a:pt x="700520" y="65466"/>
                </a:lnTo>
                <a:lnTo>
                  <a:pt x="700268" y="66533"/>
                </a:lnTo>
                <a:lnTo>
                  <a:pt x="700032" y="67613"/>
                </a:lnTo>
                <a:lnTo>
                  <a:pt x="699812" y="68705"/>
                </a:lnTo>
                <a:lnTo>
                  <a:pt x="699609" y="69810"/>
                </a:lnTo>
                <a:lnTo>
                  <a:pt x="699422" y="70927"/>
                </a:lnTo>
                <a:lnTo>
                  <a:pt x="699251" y="72057"/>
                </a:lnTo>
                <a:lnTo>
                  <a:pt x="699097" y="73199"/>
                </a:lnTo>
                <a:lnTo>
                  <a:pt x="698958" y="74354"/>
                </a:lnTo>
                <a:lnTo>
                  <a:pt x="698836" y="75521"/>
                </a:lnTo>
                <a:lnTo>
                  <a:pt x="698731" y="76701"/>
                </a:lnTo>
                <a:lnTo>
                  <a:pt x="698641" y="77894"/>
                </a:lnTo>
                <a:lnTo>
                  <a:pt x="698568" y="79099"/>
                </a:lnTo>
                <a:lnTo>
                  <a:pt x="698511" y="80316"/>
                </a:lnTo>
                <a:lnTo>
                  <a:pt x="698470" y="81546"/>
                </a:lnTo>
                <a:lnTo>
                  <a:pt x="698446" y="82789"/>
                </a:lnTo>
                <a:lnTo>
                  <a:pt x="698438" y="84044"/>
                </a:lnTo>
                <a:lnTo>
                  <a:pt x="698446" y="85249"/>
                </a:lnTo>
                <a:lnTo>
                  <a:pt x="698471" y="86444"/>
                </a:lnTo>
                <a:lnTo>
                  <a:pt x="698513" y="87630"/>
                </a:lnTo>
                <a:lnTo>
                  <a:pt x="698572" y="88805"/>
                </a:lnTo>
                <a:lnTo>
                  <a:pt x="698647" y="89970"/>
                </a:lnTo>
                <a:lnTo>
                  <a:pt x="698740" y="91125"/>
                </a:lnTo>
                <a:lnTo>
                  <a:pt x="698849" y="92270"/>
                </a:lnTo>
                <a:lnTo>
                  <a:pt x="698975" y="93406"/>
                </a:lnTo>
                <a:lnTo>
                  <a:pt x="699117" y="94531"/>
                </a:lnTo>
                <a:lnTo>
                  <a:pt x="699277" y="95645"/>
                </a:lnTo>
                <a:lnTo>
                  <a:pt x="699453" y="96750"/>
                </a:lnTo>
                <a:lnTo>
                  <a:pt x="699646" y="97845"/>
                </a:lnTo>
                <a:lnTo>
                  <a:pt x="699856" y="98930"/>
                </a:lnTo>
                <a:lnTo>
                  <a:pt x="700082" y="100005"/>
                </a:lnTo>
                <a:lnTo>
                  <a:pt x="700326" y="101069"/>
                </a:lnTo>
                <a:lnTo>
                  <a:pt x="700586" y="102124"/>
                </a:lnTo>
                <a:lnTo>
                  <a:pt x="700863" y="103169"/>
                </a:lnTo>
                <a:lnTo>
                  <a:pt x="701157" y="104203"/>
                </a:lnTo>
                <a:lnTo>
                  <a:pt x="701467" y="105228"/>
                </a:lnTo>
                <a:lnTo>
                  <a:pt x="701794" y="106242"/>
                </a:lnTo>
                <a:lnTo>
                  <a:pt x="702138" y="107247"/>
                </a:lnTo>
                <a:lnTo>
                  <a:pt x="702499" y="108241"/>
                </a:lnTo>
                <a:lnTo>
                  <a:pt x="702877" y="109225"/>
                </a:lnTo>
                <a:lnTo>
                  <a:pt x="703271" y="110199"/>
                </a:lnTo>
                <a:lnTo>
                  <a:pt x="703683" y="111160"/>
                </a:lnTo>
                <a:lnTo>
                  <a:pt x="704113" y="112104"/>
                </a:lnTo>
                <a:lnTo>
                  <a:pt x="704561" y="113030"/>
                </a:lnTo>
                <a:lnTo>
                  <a:pt x="705026" y="113940"/>
                </a:lnTo>
                <a:lnTo>
                  <a:pt x="705510" y="114833"/>
                </a:lnTo>
                <a:lnTo>
                  <a:pt x="706012" y="115709"/>
                </a:lnTo>
                <a:lnTo>
                  <a:pt x="706531" y="116568"/>
                </a:lnTo>
                <a:lnTo>
                  <a:pt x="707069" y="117410"/>
                </a:lnTo>
                <a:lnTo>
                  <a:pt x="707625" y="118235"/>
                </a:lnTo>
                <a:lnTo>
                  <a:pt x="708198" y="119044"/>
                </a:lnTo>
                <a:lnTo>
                  <a:pt x="708790" y="119835"/>
                </a:lnTo>
                <a:lnTo>
                  <a:pt x="709399" y="120609"/>
                </a:lnTo>
                <a:lnTo>
                  <a:pt x="710027" y="121367"/>
                </a:lnTo>
                <a:lnTo>
                  <a:pt x="710673" y="122108"/>
                </a:lnTo>
                <a:lnTo>
                  <a:pt x="711336" y="122831"/>
                </a:lnTo>
                <a:lnTo>
                  <a:pt x="712018" y="123538"/>
                </a:lnTo>
                <a:lnTo>
                  <a:pt x="712717" y="124228"/>
                </a:lnTo>
                <a:lnTo>
                  <a:pt x="713435" y="124901"/>
                </a:lnTo>
                <a:lnTo>
                  <a:pt x="714170" y="125557"/>
                </a:lnTo>
                <a:lnTo>
                  <a:pt x="714923" y="126196"/>
                </a:lnTo>
                <a:lnTo>
                  <a:pt x="715695" y="126819"/>
                </a:lnTo>
                <a:lnTo>
                  <a:pt x="716484" y="127424"/>
                </a:lnTo>
                <a:lnTo>
                  <a:pt x="717292" y="128013"/>
                </a:lnTo>
                <a:lnTo>
                  <a:pt x="718117" y="128584"/>
                </a:lnTo>
                <a:lnTo>
                  <a:pt x="718961" y="129135"/>
                </a:lnTo>
                <a:lnTo>
                  <a:pt x="719825" y="129663"/>
                </a:lnTo>
                <a:lnTo>
                  <a:pt x="720709" y="130167"/>
                </a:lnTo>
                <a:lnTo>
                  <a:pt x="721612" y="130648"/>
                </a:lnTo>
                <a:lnTo>
                  <a:pt x="722535" y="131105"/>
                </a:lnTo>
                <a:lnTo>
                  <a:pt x="723478" y="131539"/>
                </a:lnTo>
                <a:lnTo>
                  <a:pt x="724440" y="131949"/>
                </a:lnTo>
                <a:lnTo>
                  <a:pt x="725422" y="132336"/>
                </a:lnTo>
                <a:lnTo>
                  <a:pt x="726424" y="132700"/>
                </a:lnTo>
                <a:lnTo>
                  <a:pt x="727445" y="133040"/>
                </a:lnTo>
                <a:lnTo>
                  <a:pt x="728486" y="133356"/>
                </a:lnTo>
                <a:lnTo>
                  <a:pt x="729547" y="133650"/>
                </a:lnTo>
                <a:lnTo>
                  <a:pt x="730628" y="133919"/>
                </a:lnTo>
                <a:lnTo>
                  <a:pt x="731728" y="134165"/>
                </a:lnTo>
                <a:lnTo>
                  <a:pt x="732848" y="134388"/>
                </a:lnTo>
                <a:lnTo>
                  <a:pt x="733988" y="134588"/>
                </a:lnTo>
                <a:lnTo>
                  <a:pt x="735147" y="134763"/>
                </a:lnTo>
                <a:lnTo>
                  <a:pt x="736326" y="134916"/>
                </a:lnTo>
                <a:lnTo>
                  <a:pt x="737525" y="135045"/>
                </a:lnTo>
                <a:lnTo>
                  <a:pt x="738743" y="135150"/>
                </a:lnTo>
                <a:lnTo>
                  <a:pt x="739981" y="135232"/>
                </a:lnTo>
                <a:lnTo>
                  <a:pt x="741239" y="135291"/>
                </a:lnTo>
                <a:lnTo>
                  <a:pt x="742516" y="135326"/>
                </a:lnTo>
                <a:lnTo>
                  <a:pt x="743813" y="135338"/>
                </a:lnTo>
                <a:lnTo>
                  <a:pt x="744819" y="135331"/>
                </a:lnTo>
                <a:lnTo>
                  <a:pt x="745813" y="135309"/>
                </a:lnTo>
                <a:lnTo>
                  <a:pt x="746796" y="135274"/>
                </a:lnTo>
                <a:lnTo>
                  <a:pt x="747767" y="135224"/>
                </a:lnTo>
                <a:close/>
                <a:moveTo>
                  <a:pt x="715532" y="70017"/>
                </a:moveTo>
                <a:lnTo>
                  <a:pt x="715712" y="68937"/>
                </a:lnTo>
                <a:lnTo>
                  <a:pt x="715913" y="67880"/>
                </a:lnTo>
                <a:lnTo>
                  <a:pt x="716134" y="66847"/>
                </a:lnTo>
                <a:lnTo>
                  <a:pt x="716374" y="65838"/>
                </a:lnTo>
                <a:lnTo>
                  <a:pt x="716635" y="64853"/>
                </a:lnTo>
                <a:lnTo>
                  <a:pt x="716916" y="63891"/>
                </a:lnTo>
                <a:lnTo>
                  <a:pt x="717217" y="62953"/>
                </a:lnTo>
                <a:lnTo>
                  <a:pt x="717537" y="62038"/>
                </a:lnTo>
                <a:lnTo>
                  <a:pt x="717878" y="61147"/>
                </a:lnTo>
                <a:lnTo>
                  <a:pt x="718239" y="60280"/>
                </a:lnTo>
                <a:lnTo>
                  <a:pt x="718620" y="59436"/>
                </a:lnTo>
                <a:lnTo>
                  <a:pt x="719021" y="58616"/>
                </a:lnTo>
                <a:lnTo>
                  <a:pt x="719442" y="57819"/>
                </a:lnTo>
                <a:lnTo>
                  <a:pt x="719883" y="57047"/>
                </a:lnTo>
                <a:lnTo>
                  <a:pt x="720344" y="56297"/>
                </a:lnTo>
                <a:lnTo>
                  <a:pt x="720826" y="55572"/>
                </a:lnTo>
                <a:lnTo>
                  <a:pt x="721327" y="54870"/>
                </a:lnTo>
                <a:lnTo>
                  <a:pt x="721848" y="54192"/>
                </a:lnTo>
                <a:lnTo>
                  <a:pt x="722389" y="53537"/>
                </a:lnTo>
                <a:lnTo>
                  <a:pt x="722950" y="52906"/>
                </a:lnTo>
                <a:lnTo>
                  <a:pt x="723531" y="52300"/>
                </a:lnTo>
                <a:lnTo>
                  <a:pt x="724129" y="51719"/>
                </a:lnTo>
                <a:lnTo>
                  <a:pt x="724745" y="51165"/>
                </a:lnTo>
                <a:lnTo>
                  <a:pt x="725380" y="50636"/>
                </a:lnTo>
                <a:lnTo>
                  <a:pt x="726032" y="50132"/>
                </a:lnTo>
                <a:lnTo>
                  <a:pt x="726702" y="49655"/>
                </a:lnTo>
                <a:lnTo>
                  <a:pt x="727390" y="49203"/>
                </a:lnTo>
                <a:lnTo>
                  <a:pt x="728096" y="48778"/>
                </a:lnTo>
                <a:lnTo>
                  <a:pt x="728820" y="48378"/>
                </a:lnTo>
                <a:lnTo>
                  <a:pt x="729563" y="48003"/>
                </a:lnTo>
                <a:lnTo>
                  <a:pt x="730323" y="47655"/>
                </a:lnTo>
                <a:lnTo>
                  <a:pt x="731101" y="47332"/>
                </a:lnTo>
                <a:lnTo>
                  <a:pt x="731897" y="47036"/>
                </a:lnTo>
                <a:lnTo>
                  <a:pt x="732711" y="46765"/>
                </a:lnTo>
                <a:lnTo>
                  <a:pt x="733543" y="46519"/>
                </a:lnTo>
                <a:lnTo>
                  <a:pt x="734393" y="46300"/>
                </a:lnTo>
                <a:lnTo>
                  <a:pt x="735261" y="46107"/>
                </a:lnTo>
                <a:lnTo>
                  <a:pt x="736147" y="45939"/>
                </a:lnTo>
                <a:lnTo>
                  <a:pt x="737051" y="45797"/>
                </a:lnTo>
                <a:lnTo>
                  <a:pt x="737973" y="45681"/>
                </a:lnTo>
                <a:lnTo>
                  <a:pt x="738913" y="45590"/>
                </a:lnTo>
                <a:lnTo>
                  <a:pt x="739871" y="45526"/>
                </a:lnTo>
                <a:lnTo>
                  <a:pt x="740847" y="45487"/>
                </a:lnTo>
                <a:lnTo>
                  <a:pt x="741841" y="45474"/>
                </a:lnTo>
                <a:lnTo>
                  <a:pt x="742826" y="45487"/>
                </a:lnTo>
                <a:lnTo>
                  <a:pt x="743794" y="45526"/>
                </a:lnTo>
                <a:lnTo>
                  <a:pt x="744743" y="45591"/>
                </a:lnTo>
                <a:lnTo>
                  <a:pt x="745674" y="45682"/>
                </a:lnTo>
                <a:lnTo>
                  <a:pt x="746587" y="45799"/>
                </a:lnTo>
                <a:lnTo>
                  <a:pt x="747482" y="45942"/>
                </a:lnTo>
                <a:lnTo>
                  <a:pt x="748358" y="46111"/>
                </a:lnTo>
                <a:lnTo>
                  <a:pt x="749217" y="46306"/>
                </a:lnTo>
                <a:lnTo>
                  <a:pt x="750057" y="46527"/>
                </a:lnTo>
                <a:lnTo>
                  <a:pt x="750879" y="46774"/>
                </a:lnTo>
                <a:lnTo>
                  <a:pt x="751683" y="47047"/>
                </a:lnTo>
                <a:lnTo>
                  <a:pt x="752469" y="47345"/>
                </a:lnTo>
                <a:lnTo>
                  <a:pt x="753237" y="47670"/>
                </a:lnTo>
                <a:lnTo>
                  <a:pt x="753987" y="48021"/>
                </a:lnTo>
                <a:lnTo>
                  <a:pt x="754718" y="48398"/>
                </a:lnTo>
                <a:lnTo>
                  <a:pt x="755431" y="48801"/>
                </a:lnTo>
                <a:lnTo>
                  <a:pt x="756126" y="49230"/>
                </a:lnTo>
                <a:lnTo>
                  <a:pt x="756803" y="49684"/>
                </a:lnTo>
                <a:lnTo>
                  <a:pt x="757462" y="50165"/>
                </a:lnTo>
                <a:lnTo>
                  <a:pt x="758103" y="50672"/>
                </a:lnTo>
                <a:lnTo>
                  <a:pt x="758725" y="51205"/>
                </a:lnTo>
                <a:lnTo>
                  <a:pt x="759330" y="51763"/>
                </a:lnTo>
                <a:lnTo>
                  <a:pt x="759916" y="52348"/>
                </a:lnTo>
                <a:lnTo>
                  <a:pt x="760484" y="52959"/>
                </a:lnTo>
                <a:lnTo>
                  <a:pt x="761032" y="53594"/>
                </a:lnTo>
                <a:lnTo>
                  <a:pt x="761557" y="54252"/>
                </a:lnTo>
                <a:lnTo>
                  <a:pt x="762061" y="54933"/>
                </a:lnTo>
                <a:lnTo>
                  <a:pt x="762542" y="55637"/>
                </a:lnTo>
                <a:lnTo>
                  <a:pt x="763001" y="56365"/>
                </a:lnTo>
                <a:lnTo>
                  <a:pt x="763437" y="57115"/>
                </a:lnTo>
                <a:lnTo>
                  <a:pt x="763851" y="57889"/>
                </a:lnTo>
                <a:lnTo>
                  <a:pt x="764243" y="58686"/>
                </a:lnTo>
                <a:lnTo>
                  <a:pt x="764613" y="59505"/>
                </a:lnTo>
                <a:lnTo>
                  <a:pt x="764961" y="60348"/>
                </a:lnTo>
                <a:lnTo>
                  <a:pt x="765286" y="61214"/>
                </a:lnTo>
                <a:lnTo>
                  <a:pt x="765589" y="62103"/>
                </a:lnTo>
                <a:lnTo>
                  <a:pt x="765870" y="63016"/>
                </a:lnTo>
                <a:lnTo>
                  <a:pt x="766128" y="63951"/>
                </a:lnTo>
                <a:lnTo>
                  <a:pt x="766364" y="64909"/>
                </a:lnTo>
                <a:lnTo>
                  <a:pt x="766578" y="65891"/>
                </a:lnTo>
                <a:lnTo>
                  <a:pt x="766770" y="66895"/>
                </a:lnTo>
                <a:lnTo>
                  <a:pt x="766939" y="67923"/>
                </a:lnTo>
                <a:lnTo>
                  <a:pt x="767086" y="68974"/>
                </a:lnTo>
                <a:lnTo>
                  <a:pt x="767211" y="70048"/>
                </a:lnTo>
                <a:lnTo>
                  <a:pt x="767314" y="71145"/>
                </a:lnTo>
                <a:lnTo>
                  <a:pt x="767394" y="72265"/>
                </a:lnTo>
                <a:lnTo>
                  <a:pt x="767452" y="73408"/>
                </a:lnTo>
                <a:lnTo>
                  <a:pt x="767488" y="74574"/>
                </a:lnTo>
                <a:lnTo>
                  <a:pt x="715010" y="74574"/>
                </a:lnTo>
                <a:lnTo>
                  <a:pt x="715110" y="73399"/>
                </a:lnTo>
                <a:lnTo>
                  <a:pt x="715231" y="72248"/>
                </a:lnTo>
                <a:lnTo>
                  <a:pt x="715371" y="71121"/>
                </a:lnTo>
                <a:lnTo>
                  <a:pt x="715532" y="70017"/>
                </a:lnTo>
                <a:close/>
                <a:moveTo>
                  <a:pt x="848980" y="135224"/>
                </a:moveTo>
                <a:lnTo>
                  <a:pt x="849940" y="135159"/>
                </a:lnTo>
                <a:lnTo>
                  <a:pt x="850889" y="135081"/>
                </a:lnTo>
                <a:lnTo>
                  <a:pt x="851826" y="134988"/>
                </a:lnTo>
                <a:lnTo>
                  <a:pt x="852753" y="134880"/>
                </a:lnTo>
                <a:lnTo>
                  <a:pt x="853668" y="134759"/>
                </a:lnTo>
                <a:lnTo>
                  <a:pt x="854572" y="134623"/>
                </a:lnTo>
                <a:lnTo>
                  <a:pt x="855464" y="134473"/>
                </a:lnTo>
                <a:lnTo>
                  <a:pt x="856345" y="134308"/>
                </a:lnTo>
                <a:lnTo>
                  <a:pt x="857215" y="134130"/>
                </a:lnTo>
                <a:lnTo>
                  <a:pt x="858073" y="133937"/>
                </a:lnTo>
                <a:lnTo>
                  <a:pt x="858921" y="133729"/>
                </a:lnTo>
                <a:lnTo>
                  <a:pt x="859756" y="133508"/>
                </a:lnTo>
                <a:lnTo>
                  <a:pt x="860581" y="133272"/>
                </a:lnTo>
                <a:lnTo>
                  <a:pt x="861394" y="133021"/>
                </a:lnTo>
                <a:lnTo>
                  <a:pt x="862196" y="132757"/>
                </a:lnTo>
                <a:lnTo>
                  <a:pt x="862987" y="132478"/>
                </a:lnTo>
                <a:lnTo>
                  <a:pt x="863766" y="132185"/>
                </a:lnTo>
                <a:lnTo>
                  <a:pt x="864534" y="131877"/>
                </a:lnTo>
                <a:lnTo>
                  <a:pt x="865291" y="131556"/>
                </a:lnTo>
                <a:lnTo>
                  <a:pt x="866037" y="131220"/>
                </a:lnTo>
                <a:lnTo>
                  <a:pt x="866770" y="130870"/>
                </a:lnTo>
                <a:lnTo>
                  <a:pt x="867489" y="130509"/>
                </a:lnTo>
                <a:lnTo>
                  <a:pt x="868195" y="130135"/>
                </a:lnTo>
                <a:lnTo>
                  <a:pt x="868886" y="129750"/>
                </a:lnTo>
                <a:lnTo>
                  <a:pt x="869565" y="129352"/>
                </a:lnTo>
                <a:lnTo>
                  <a:pt x="870229" y="128943"/>
                </a:lnTo>
                <a:lnTo>
                  <a:pt x="870880" y="128521"/>
                </a:lnTo>
                <a:lnTo>
                  <a:pt x="871517" y="128088"/>
                </a:lnTo>
                <a:lnTo>
                  <a:pt x="872140" y="127642"/>
                </a:lnTo>
                <a:lnTo>
                  <a:pt x="872750" y="127185"/>
                </a:lnTo>
                <a:lnTo>
                  <a:pt x="873346" y="126715"/>
                </a:lnTo>
                <a:lnTo>
                  <a:pt x="873928" y="126234"/>
                </a:lnTo>
                <a:lnTo>
                  <a:pt x="874497" y="125740"/>
                </a:lnTo>
                <a:lnTo>
                  <a:pt x="875052" y="125234"/>
                </a:lnTo>
                <a:lnTo>
                  <a:pt x="875593" y="124717"/>
                </a:lnTo>
                <a:lnTo>
                  <a:pt x="876120" y="124187"/>
                </a:lnTo>
                <a:lnTo>
                  <a:pt x="876634" y="123646"/>
                </a:lnTo>
                <a:lnTo>
                  <a:pt x="877134" y="123092"/>
                </a:lnTo>
                <a:lnTo>
                  <a:pt x="877620" y="122526"/>
                </a:lnTo>
                <a:lnTo>
                  <a:pt x="878093" y="121949"/>
                </a:lnTo>
                <a:lnTo>
                  <a:pt x="878552" y="121359"/>
                </a:lnTo>
                <a:lnTo>
                  <a:pt x="878997" y="120757"/>
                </a:lnTo>
                <a:lnTo>
                  <a:pt x="879429" y="120144"/>
                </a:lnTo>
                <a:lnTo>
                  <a:pt x="879847" y="119518"/>
                </a:lnTo>
                <a:lnTo>
                  <a:pt x="880250" y="118881"/>
                </a:lnTo>
                <a:lnTo>
                  <a:pt x="880637" y="118235"/>
                </a:lnTo>
                <a:lnTo>
                  <a:pt x="881007" y="117578"/>
                </a:lnTo>
                <a:lnTo>
                  <a:pt x="881362" y="116911"/>
                </a:lnTo>
                <a:lnTo>
                  <a:pt x="881701" y="116234"/>
                </a:lnTo>
                <a:lnTo>
                  <a:pt x="882023" y="115547"/>
                </a:lnTo>
                <a:lnTo>
                  <a:pt x="882329" y="114850"/>
                </a:lnTo>
                <a:lnTo>
                  <a:pt x="882620" y="114143"/>
                </a:lnTo>
                <a:lnTo>
                  <a:pt x="882894" y="113426"/>
                </a:lnTo>
                <a:lnTo>
                  <a:pt x="883152" y="112698"/>
                </a:lnTo>
                <a:lnTo>
                  <a:pt x="883394" y="111961"/>
                </a:lnTo>
                <a:lnTo>
                  <a:pt x="883620" y="111214"/>
                </a:lnTo>
                <a:lnTo>
                  <a:pt x="883830" y="110456"/>
                </a:lnTo>
                <a:lnTo>
                  <a:pt x="884023" y="109689"/>
                </a:lnTo>
                <a:lnTo>
                  <a:pt x="884201" y="108911"/>
                </a:lnTo>
                <a:lnTo>
                  <a:pt x="884362" y="108124"/>
                </a:lnTo>
                <a:lnTo>
                  <a:pt x="884508" y="107326"/>
                </a:lnTo>
                <a:lnTo>
                  <a:pt x="884637" y="106518"/>
                </a:lnTo>
                <a:lnTo>
                  <a:pt x="884750" y="105700"/>
                </a:lnTo>
                <a:lnTo>
                  <a:pt x="884847" y="104872"/>
                </a:lnTo>
                <a:lnTo>
                  <a:pt x="884928" y="104035"/>
                </a:lnTo>
                <a:lnTo>
                  <a:pt x="884993" y="103187"/>
                </a:lnTo>
                <a:lnTo>
                  <a:pt x="885042" y="102328"/>
                </a:lnTo>
                <a:lnTo>
                  <a:pt x="885075" y="101460"/>
                </a:lnTo>
                <a:lnTo>
                  <a:pt x="868799" y="101460"/>
                </a:lnTo>
                <a:lnTo>
                  <a:pt x="868764" y="102307"/>
                </a:lnTo>
                <a:lnTo>
                  <a:pt x="868708" y="103138"/>
                </a:lnTo>
                <a:lnTo>
                  <a:pt x="868632" y="103951"/>
                </a:lnTo>
                <a:lnTo>
                  <a:pt x="868536" y="104748"/>
                </a:lnTo>
                <a:lnTo>
                  <a:pt x="868419" y="105528"/>
                </a:lnTo>
                <a:lnTo>
                  <a:pt x="868281" y="106292"/>
                </a:lnTo>
                <a:lnTo>
                  <a:pt x="868123" y="107038"/>
                </a:lnTo>
                <a:lnTo>
                  <a:pt x="867944" y="107768"/>
                </a:lnTo>
                <a:lnTo>
                  <a:pt x="867744" y="108481"/>
                </a:lnTo>
                <a:lnTo>
                  <a:pt x="867525" y="109178"/>
                </a:lnTo>
                <a:lnTo>
                  <a:pt x="867284" y="109857"/>
                </a:lnTo>
                <a:lnTo>
                  <a:pt x="867023" y="110520"/>
                </a:lnTo>
                <a:lnTo>
                  <a:pt x="866742" y="111166"/>
                </a:lnTo>
                <a:lnTo>
                  <a:pt x="866440" y="111796"/>
                </a:lnTo>
                <a:lnTo>
                  <a:pt x="866117" y="112408"/>
                </a:lnTo>
                <a:lnTo>
                  <a:pt x="865774" y="113004"/>
                </a:lnTo>
                <a:lnTo>
                  <a:pt x="865410" y="113584"/>
                </a:lnTo>
                <a:lnTo>
                  <a:pt x="865026" y="114146"/>
                </a:lnTo>
                <a:lnTo>
                  <a:pt x="864621" y="114692"/>
                </a:lnTo>
                <a:lnTo>
                  <a:pt x="864195" y="115221"/>
                </a:lnTo>
                <a:lnTo>
                  <a:pt x="863749" y="115733"/>
                </a:lnTo>
                <a:lnTo>
                  <a:pt x="863283" y="116228"/>
                </a:lnTo>
                <a:lnTo>
                  <a:pt x="862796" y="116707"/>
                </a:lnTo>
                <a:lnTo>
                  <a:pt x="862288" y="117169"/>
                </a:lnTo>
                <a:lnTo>
                  <a:pt x="861762" y="117613"/>
                </a:lnTo>
                <a:lnTo>
                  <a:pt x="861219" y="118039"/>
                </a:lnTo>
                <a:lnTo>
                  <a:pt x="860659" y="118445"/>
                </a:lnTo>
                <a:lnTo>
                  <a:pt x="860083" y="118833"/>
                </a:lnTo>
                <a:lnTo>
                  <a:pt x="859489" y="119201"/>
                </a:lnTo>
                <a:lnTo>
                  <a:pt x="858879" y="119551"/>
                </a:lnTo>
                <a:lnTo>
                  <a:pt x="858252" y="119882"/>
                </a:lnTo>
                <a:lnTo>
                  <a:pt x="857608" y="120194"/>
                </a:lnTo>
                <a:lnTo>
                  <a:pt x="856948" y="120487"/>
                </a:lnTo>
                <a:lnTo>
                  <a:pt x="856270" y="120761"/>
                </a:lnTo>
                <a:lnTo>
                  <a:pt x="855576" y="121016"/>
                </a:lnTo>
                <a:lnTo>
                  <a:pt x="854865" y="121252"/>
                </a:lnTo>
                <a:lnTo>
                  <a:pt x="854138" y="121469"/>
                </a:lnTo>
                <a:lnTo>
                  <a:pt x="853393" y="121668"/>
                </a:lnTo>
                <a:lnTo>
                  <a:pt x="852632" y="121848"/>
                </a:lnTo>
                <a:lnTo>
                  <a:pt x="851854" y="122008"/>
                </a:lnTo>
                <a:lnTo>
                  <a:pt x="851059" y="122150"/>
                </a:lnTo>
                <a:lnTo>
                  <a:pt x="850248" y="122273"/>
                </a:lnTo>
                <a:lnTo>
                  <a:pt x="849419" y="122377"/>
                </a:lnTo>
                <a:lnTo>
                  <a:pt x="848574" y="122462"/>
                </a:lnTo>
                <a:lnTo>
                  <a:pt x="847712" y="122528"/>
                </a:lnTo>
                <a:lnTo>
                  <a:pt x="846834" y="122575"/>
                </a:lnTo>
                <a:lnTo>
                  <a:pt x="845938" y="122604"/>
                </a:lnTo>
                <a:lnTo>
                  <a:pt x="845026" y="122613"/>
                </a:lnTo>
                <a:lnTo>
                  <a:pt x="844170" y="122605"/>
                </a:lnTo>
                <a:lnTo>
                  <a:pt x="843328" y="122579"/>
                </a:lnTo>
                <a:lnTo>
                  <a:pt x="842500" y="122536"/>
                </a:lnTo>
                <a:lnTo>
                  <a:pt x="841686" y="122476"/>
                </a:lnTo>
                <a:lnTo>
                  <a:pt x="840886" y="122399"/>
                </a:lnTo>
                <a:lnTo>
                  <a:pt x="840100" y="122304"/>
                </a:lnTo>
                <a:lnTo>
                  <a:pt x="839328" y="122193"/>
                </a:lnTo>
                <a:lnTo>
                  <a:pt x="838570" y="122064"/>
                </a:lnTo>
                <a:lnTo>
                  <a:pt x="837826" y="121919"/>
                </a:lnTo>
                <a:lnTo>
                  <a:pt x="837097" y="121756"/>
                </a:lnTo>
                <a:lnTo>
                  <a:pt x="836381" y="121576"/>
                </a:lnTo>
                <a:lnTo>
                  <a:pt x="835679" y="121379"/>
                </a:lnTo>
                <a:lnTo>
                  <a:pt x="834992" y="121164"/>
                </a:lnTo>
                <a:lnTo>
                  <a:pt x="834318" y="120933"/>
                </a:lnTo>
                <a:lnTo>
                  <a:pt x="833659" y="120684"/>
                </a:lnTo>
                <a:lnTo>
                  <a:pt x="833013" y="120418"/>
                </a:lnTo>
                <a:lnTo>
                  <a:pt x="832382" y="120135"/>
                </a:lnTo>
                <a:lnTo>
                  <a:pt x="831764" y="119835"/>
                </a:lnTo>
                <a:lnTo>
                  <a:pt x="831161" y="119518"/>
                </a:lnTo>
                <a:lnTo>
                  <a:pt x="830572" y="119184"/>
                </a:lnTo>
                <a:lnTo>
                  <a:pt x="829997" y="118832"/>
                </a:lnTo>
                <a:lnTo>
                  <a:pt x="829435" y="118464"/>
                </a:lnTo>
                <a:lnTo>
                  <a:pt x="828888" y="118078"/>
                </a:lnTo>
                <a:lnTo>
                  <a:pt x="828355" y="117675"/>
                </a:lnTo>
                <a:lnTo>
                  <a:pt x="827835" y="117258"/>
                </a:lnTo>
                <a:lnTo>
                  <a:pt x="827327" y="116829"/>
                </a:lnTo>
                <a:lnTo>
                  <a:pt x="826830" y="116390"/>
                </a:lnTo>
                <a:lnTo>
                  <a:pt x="826345" y="115939"/>
                </a:lnTo>
                <a:lnTo>
                  <a:pt x="825872" y="115477"/>
                </a:lnTo>
                <a:lnTo>
                  <a:pt x="825411" y="115003"/>
                </a:lnTo>
                <a:lnTo>
                  <a:pt x="824962" y="114518"/>
                </a:lnTo>
                <a:lnTo>
                  <a:pt x="824525" y="114023"/>
                </a:lnTo>
                <a:lnTo>
                  <a:pt x="824099" y="113515"/>
                </a:lnTo>
                <a:lnTo>
                  <a:pt x="823685" y="112997"/>
                </a:lnTo>
                <a:lnTo>
                  <a:pt x="823283" y="112467"/>
                </a:lnTo>
                <a:lnTo>
                  <a:pt x="822893" y="111927"/>
                </a:lnTo>
                <a:lnTo>
                  <a:pt x="822514" y="111374"/>
                </a:lnTo>
                <a:lnTo>
                  <a:pt x="822148" y="110811"/>
                </a:lnTo>
                <a:lnTo>
                  <a:pt x="821793" y="110236"/>
                </a:lnTo>
                <a:lnTo>
                  <a:pt x="821450" y="109650"/>
                </a:lnTo>
                <a:lnTo>
                  <a:pt x="821119" y="109053"/>
                </a:lnTo>
                <a:lnTo>
                  <a:pt x="820800" y="108445"/>
                </a:lnTo>
                <a:lnTo>
                  <a:pt x="820492" y="107825"/>
                </a:lnTo>
                <a:lnTo>
                  <a:pt x="820197" y="107194"/>
                </a:lnTo>
                <a:lnTo>
                  <a:pt x="819913" y="106552"/>
                </a:lnTo>
                <a:lnTo>
                  <a:pt x="819641" y="105899"/>
                </a:lnTo>
                <a:lnTo>
                  <a:pt x="819380" y="105234"/>
                </a:lnTo>
                <a:lnTo>
                  <a:pt x="819132" y="104558"/>
                </a:lnTo>
                <a:lnTo>
                  <a:pt x="818894" y="103874"/>
                </a:lnTo>
                <a:lnTo>
                  <a:pt x="818667" y="103184"/>
                </a:lnTo>
                <a:lnTo>
                  <a:pt x="818448" y="102489"/>
                </a:lnTo>
                <a:lnTo>
                  <a:pt x="818240" y="101788"/>
                </a:lnTo>
                <a:lnTo>
                  <a:pt x="818042" y="101082"/>
                </a:lnTo>
                <a:lnTo>
                  <a:pt x="817853" y="100370"/>
                </a:lnTo>
                <a:lnTo>
                  <a:pt x="817674" y="99652"/>
                </a:lnTo>
                <a:lnTo>
                  <a:pt x="817504" y="98929"/>
                </a:lnTo>
                <a:lnTo>
                  <a:pt x="817345" y="98201"/>
                </a:lnTo>
                <a:lnTo>
                  <a:pt x="817195" y="97467"/>
                </a:lnTo>
                <a:lnTo>
                  <a:pt x="817055" y="96727"/>
                </a:lnTo>
                <a:lnTo>
                  <a:pt x="816925" y="95982"/>
                </a:lnTo>
                <a:lnTo>
                  <a:pt x="816804" y="95231"/>
                </a:lnTo>
                <a:lnTo>
                  <a:pt x="816694" y="94475"/>
                </a:lnTo>
                <a:lnTo>
                  <a:pt x="816593" y="93713"/>
                </a:lnTo>
                <a:lnTo>
                  <a:pt x="816502" y="92946"/>
                </a:lnTo>
                <a:lnTo>
                  <a:pt x="816420" y="92173"/>
                </a:lnTo>
                <a:lnTo>
                  <a:pt x="816348" y="91395"/>
                </a:lnTo>
                <a:lnTo>
                  <a:pt x="816287" y="90611"/>
                </a:lnTo>
                <a:lnTo>
                  <a:pt x="816234" y="89821"/>
                </a:lnTo>
                <a:lnTo>
                  <a:pt x="816192" y="89026"/>
                </a:lnTo>
                <a:lnTo>
                  <a:pt x="816159" y="88226"/>
                </a:lnTo>
                <a:lnTo>
                  <a:pt x="816137" y="87420"/>
                </a:lnTo>
                <a:lnTo>
                  <a:pt x="816123" y="86608"/>
                </a:lnTo>
                <a:lnTo>
                  <a:pt x="884582" y="86608"/>
                </a:lnTo>
                <a:lnTo>
                  <a:pt x="884598" y="86530"/>
                </a:lnTo>
                <a:lnTo>
                  <a:pt x="884614" y="86448"/>
                </a:lnTo>
                <a:lnTo>
                  <a:pt x="884629" y="86362"/>
                </a:lnTo>
                <a:lnTo>
                  <a:pt x="884645" y="86272"/>
                </a:lnTo>
                <a:lnTo>
                  <a:pt x="884659" y="86178"/>
                </a:lnTo>
                <a:lnTo>
                  <a:pt x="884674" y="86079"/>
                </a:lnTo>
                <a:lnTo>
                  <a:pt x="884688" y="85977"/>
                </a:lnTo>
                <a:lnTo>
                  <a:pt x="884702" y="85871"/>
                </a:lnTo>
                <a:lnTo>
                  <a:pt x="884716" y="85760"/>
                </a:lnTo>
                <a:lnTo>
                  <a:pt x="884729" y="85646"/>
                </a:lnTo>
                <a:lnTo>
                  <a:pt x="884742" y="85527"/>
                </a:lnTo>
                <a:lnTo>
                  <a:pt x="884754" y="85405"/>
                </a:lnTo>
                <a:lnTo>
                  <a:pt x="884766" y="85278"/>
                </a:lnTo>
                <a:lnTo>
                  <a:pt x="884778" y="85147"/>
                </a:lnTo>
                <a:lnTo>
                  <a:pt x="884790" y="85013"/>
                </a:lnTo>
                <a:lnTo>
                  <a:pt x="884801" y="84874"/>
                </a:lnTo>
                <a:lnTo>
                  <a:pt x="884812" y="84731"/>
                </a:lnTo>
                <a:lnTo>
                  <a:pt x="884822" y="84584"/>
                </a:lnTo>
                <a:lnTo>
                  <a:pt x="884832" y="84433"/>
                </a:lnTo>
                <a:lnTo>
                  <a:pt x="884842" y="84279"/>
                </a:lnTo>
                <a:lnTo>
                  <a:pt x="884851" y="84120"/>
                </a:lnTo>
                <a:lnTo>
                  <a:pt x="884860" y="83957"/>
                </a:lnTo>
                <a:lnTo>
                  <a:pt x="884869" y="83789"/>
                </a:lnTo>
                <a:lnTo>
                  <a:pt x="884878" y="83618"/>
                </a:lnTo>
                <a:lnTo>
                  <a:pt x="884886" y="83446"/>
                </a:lnTo>
                <a:lnTo>
                  <a:pt x="884893" y="83275"/>
                </a:lnTo>
                <a:lnTo>
                  <a:pt x="884901" y="83107"/>
                </a:lnTo>
                <a:lnTo>
                  <a:pt x="884908" y="82940"/>
                </a:lnTo>
                <a:lnTo>
                  <a:pt x="884914" y="82776"/>
                </a:lnTo>
                <a:lnTo>
                  <a:pt x="884921" y="82613"/>
                </a:lnTo>
                <a:lnTo>
                  <a:pt x="884927" y="82452"/>
                </a:lnTo>
                <a:lnTo>
                  <a:pt x="884932" y="82293"/>
                </a:lnTo>
                <a:lnTo>
                  <a:pt x="884938" y="82136"/>
                </a:lnTo>
                <a:lnTo>
                  <a:pt x="884943" y="81981"/>
                </a:lnTo>
                <a:lnTo>
                  <a:pt x="884947" y="81828"/>
                </a:lnTo>
                <a:lnTo>
                  <a:pt x="884951" y="81677"/>
                </a:lnTo>
                <a:lnTo>
                  <a:pt x="884955" y="81528"/>
                </a:lnTo>
                <a:lnTo>
                  <a:pt x="884959" y="81381"/>
                </a:lnTo>
                <a:lnTo>
                  <a:pt x="884962" y="81235"/>
                </a:lnTo>
                <a:lnTo>
                  <a:pt x="884965" y="81092"/>
                </a:lnTo>
                <a:lnTo>
                  <a:pt x="884968" y="80951"/>
                </a:lnTo>
                <a:lnTo>
                  <a:pt x="884970" y="80811"/>
                </a:lnTo>
                <a:lnTo>
                  <a:pt x="884972" y="80673"/>
                </a:lnTo>
                <a:lnTo>
                  <a:pt x="884973" y="80538"/>
                </a:lnTo>
                <a:lnTo>
                  <a:pt x="884975" y="80404"/>
                </a:lnTo>
                <a:lnTo>
                  <a:pt x="884975" y="80272"/>
                </a:lnTo>
                <a:lnTo>
                  <a:pt x="884976" y="80143"/>
                </a:lnTo>
                <a:lnTo>
                  <a:pt x="884976" y="80015"/>
                </a:lnTo>
                <a:lnTo>
                  <a:pt x="884957" y="78131"/>
                </a:lnTo>
                <a:lnTo>
                  <a:pt x="884899" y="76285"/>
                </a:lnTo>
                <a:lnTo>
                  <a:pt x="884802" y="74475"/>
                </a:lnTo>
                <a:lnTo>
                  <a:pt x="884667" y="72703"/>
                </a:lnTo>
                <a:lnTo>
                  <a:pt x="884492" y="70967"/>
                </a:lnTo>
                <a:lnTo>
                  <a:pt x="884279" y="69269"/>
                </a:lnTo>
                <a:lnTo>
                  <a:pt x="884028" y="67607"/>
                </a:lnTo>
                <a:lnTo>
                  <a:pt x="883738" y="65983"/>
                </a:lnTo>
                <a:lnTo>
                  <a:pt x="883409" y="64395"/>
                </a:lnTo>
                <a:lnTo>
                  <a:pt x="883041" y="62845"/>
                </a:lnTo>
                <a:lnTo>
                  <a:pt x="882635" y="61331"/>
                </a:lnTo>
                <a:lnTo>
                  <a:pt x="882189" y="59855"/>
                </a:lnTo>
                <a:lnTo>
                  <a:pt x="881706" y="58415"/>
                </a:lnTo>
                <a:lnTo>
                  <a:pt x="881183" y="57012"/>
                </a:lnTo>
                <a:lnTo>
                  <a:pt x="880622" y="55647"/>
                </a:lnTo>
                <a:lnTo>
                  <a:pt x="880022" y="54318"/>
                </a:lnTo>
                <a:lnTo>
                  <a:pt x="879383" y="53027"/>
                </a:lnTo>
                <a:lnTo>
                  <a:pt x="878706" y="51772"/>
                </a:lnTo>
                <a:lnTo>
                  <a:pt x="877990" y="50554"/>
                </a:lnTo>
                <a:lnTo>
                  <a:pt x="877235" y="49374"/>
                </a:lnTo>
                <a:lnTo>
                  <a:pt x="876442" y="48230"/>
                </a:lnTo>
                <a:lnTo>
                  <a:pt x="875610" y="47124"/>
                </a:lnTo>
                <a:lnTo>
                  <a:pt x="874739" y="46054"/>
                </a:lnTo>
                <a:lnTo>
                  <a:pt x="873830" y="45021"/>
                </a:lnTo>
                <a:lnTo>
                  <a:pt x="872886" y="44028"/>
                </a:lnTo>
                <a:lnTo>
                  <a:pt x="871913" y="43077"/>
                </a:lnTo>
                <a:lnTo>
                  <a:pt x="870910" y="42168"/>
                </a:lnTo>
                <a:lnTo>
                  <a:pt x="869878" y="41302"/>
                </a:lnTo>
                <a:lnTo>
                  <a:pt x="868817" y="40477"/>
                </a:lnTo>
                <a:lnTo>
                  <a:pt x="867726" y="39695"/>
                </a:lnTo>
                <a:lnTo>
                  <a:pt x="866606" y="38956"/>
                </a:lnTo>
                <a:lnTo>
                  <a:pt x="865456" y="38258"/>
                </a:lnTo>
                <a:lnTo>
                  <a:pt x="864277" y="37603"/>
                </a:lnTo>
                <a:lnTo>
                  <a:pt x="863068" y="36990"/>
                </a:lnTo>
                <a:lnTo>
                  <a:pt x="861830" y="36420"/>
                </a:lnTo>
                <a:lnTo>
                  <a:pt x="860562" y="35891"/>
                </a:lnTo>
                <a:lnTo>
                  <a:pt x="859265" y="35405"/>
                </a:lnTo>
                <a:lnTo>
                  <a:pt x="857938" y="34961"/>
                </a:lnTo>
                <a:lnTo>
                  <a:pt x="856582" y="34560"/>
                </a:lnTo>
                <a:lnTo>
                  <a:pt x="855197" y="34201"/>
                </a:lnTo>
                <a:lnTo>
                  <a:pt x="853782" y="33884"/>
                </a:lnTo>
                <a:lnTo>
                  <a:pt x="852338" y="33609"/>
                </a:lnTo>
                <a:lnTo>
                  <a:pt x="850864" y="33376"/>
                </a:lnTo>
                <a:lnTo>
                  <a:pt x="849361" y="33186"/>
                </a:lnTo>
                <a:lnTo>
                  <a:pt x="847828" y="33038"/>
                </a:lnTo>
                <a:lnTo>
                  <a:pt x="846266" y="32933"/>
                </a:lnTo>
                <a:lnTo>
                  <a:pt x="844674" y="32869"/>
                </a:lnTo>
                <a:lnTo>
                  <a:pt x="843053" y="32848"/>
                </a:lnTo>
                <a:lnTo>
                  <a:pt x="841829" y="32859"/>
                </a:lnTo>
                <a:lnTo>
                  <a:pt x="840623" y="32893"/>
                </a:lnTo>
                <a:lnTo>
                  <a:pt x="839435" y="32950"/>
                </a:lnTo>
                <a:lnTo>
                  <a:pt x="838265" y="33029"/>
                </a:lnTo>
                <a:lnTo>
                  <a:pt x="837113" y="33130"/>
                </a:lnTo>
                <a:lnTo>
                  <a:pt x="835978" y="33254"/>
                </a:lnTo>
                <a:lnTo>
                  <a:pt x="834862" y="33401"/>
                </a:lnTo>
                <a:lnTo>
                  <a:pt x="833764" y="33570"/>
                </a:lnTo>
                <a:lnTo>
                  <a:pt x="832684" y="33762"/>
                </a:lnTo>
                <a:lnTo>
                  <a:pt x="831622" y="33977"/>
                </a:lnTo>
                <a:lnTo>
                  <a:pt x="830577" y="34214"/>
                </a:lnTo>
                <a:lnTo>
                  <a:pt x="829551" y="34473"/>
                </a:lnTo>
                <a:lnTo>
                  <a:pt x="828543" y="34756"/>
                </a:lnTo>
                <a:lnTo>
                  <a:pt x="827553" y="35060"/>
                </a:lnTo>
                <a:lnTo>
                  <a:pt x="826580" y="35388"/>
                </a:lnTo>
                <a:lnTo>
                  <a:pt x="825626" y="35737"/>
                </a:lnTo>
                <a:lnTo>
                  <a:pt x="824690" y="36110"/>
                </a:lnTo>
                <a:lnTo>
                  <a:pt x="823771" y="36505"/>
                </a:lnTo>
                <a:lnTo>
                  <a:pt x="822871" y="36923"/>
                </a:lnTo>
                <a:lnTo>
                  <a:pt x="821989" y="37363"/>
                </a:lnTo>
                <a:lnTo>
                  <a:pt x="821124" y="37826"/>
                </a:lnTo>
                <a:lnTo>
                  <a:pt x="820278" y="38311"/>
                </a:lnTo>
                <a:lnTo>
                  <a:pt x="819449" y="38819"/>
                </a:lnTo>
                <a:lnTo>
                  <a:pt x="818639" y="39349"/>
                </a:lnTo>
                <a:lnTo>
                  <a:pt x="817846" y="39900"/>
                </a:lnTo>
                <a:lnTo>
                  <a:pt x="817070" y="40468"/>
                </a:lnTo>
                <a:lnTo>
                  <a:pt x="816311" y="41053"/>
                </a:lnTo>
                <a:lnTo>
                  <a:pt x="815570" y="41656"/>
                </a:lnTo>
                <a:lnTo>
                  <a:pt x="814846" y="42276"/>
                </a:lnTo>
                <a:lnTo>
                  <a:pt x="814138" y="42914"/>
                </a:lnTo>
                <a:lnTo>
                  <a:pt x="813448" y="43569"/>
                </a:lnTo>
                <a:lnTo>
                  <a:pt x="812775" y="44242"/>
                </a:lnTo>
                <a:lnTo>
                  <a:pt x="812119" y="44932"/>
                </a:lnTo>
                <a:lnTo>
                  <a:pt x="811480" y="45640"/>
                </a:lnTo>
                <a:lnTo>
                  <a:pt x="810859" y="46365"/>
                </a:lnTo>
                <a:lnTo>
                  <a:pt x="810254" y="47107"/>
                </a:lnTo>
                <a:lnTo>
                  <a:pt x="809667" y="47867"/>
                </a:lnTo>
                <a:lnTo>
                  <a:pt x="809096" y="48645"/>
                </a:lnTo>
                <a:lnTo>
                  <a:pt x="808543" y="49440"/>
                </a:lnTo>
                <a:lnTo>
                  <a:pt x="808007" y="50252"/>
                </a:lnTo>
                <a:lnTo>
                  <a:pt x="807488" y="51082"/>
                </a:lnTo>
                <a:lnTo>
                  <a:pt x="806987" y="51929"/>
                </a:lnTo>
                <a:lnTo>
                  <a:pt x="806502" y="52794"/>
                </a:lnTo>
                <a:lnTo>
                  <a:pt x="806034" y="53676"/>
                </a:lnTo>
                <a:lnTo>
                  <a:pt x="805584" y="54576"/>
                </a:lnTo>
                <a:lnTo>
                  <a:pt x="805151" y="55493"/>
                </a:lnTo>
                <a:lnTo>
                  <a:pt x="804735" y="56427"/>
                </a:lnTo>
                <a:lnTo>
                  <a:pt x="804336" y="57379"/>
                </a:lnTo>
                <a:lnTo>
                  <a:pt x="803953" y="58346"/>
                </a:lnTo>
                <a:lnTo>
                  <a:pt x="803587" y="59326"/>
                </a:lnTo>
                <a:lnTo>
                  <a:pt x="803237" y="60318"/>
                </a:lnTo>
                <a:lnTo>
                  <a:pt x="802904" y="61322"/>
                </a:lnTo>
                <a:lnTo>
                  <a:pt x="802587" y="62340"/>
                </a:lnTo>
                <a:lnTo>
                  <a:pt x="802286" y="63369"/>
                </a:lnTo>
                <a:lnTo>
                  <a:pt x="802001" y="64411"/>
                </a:lnTo>
                <a:lnTo>
                  <a:pt x="801733" y="65466"/>
                </a:lnTo>
                <a:lnTo>
                  <a:pt x="801480" y="66533"/>
                </a:lnTo>
                <a:lnTo>
                  <a:pt x="801244" y="67613"/>
                </a:lnTo>
                <a:lnTo>
                  <a:pt x="801025" y="68705"/>
                </a:lnTo>
                <a:lnTo>
                  <a:pt x="800821" y="69810"/>
                </a:lnTo>
                <a:lnTo>
                  <a:pt x="800634" y="70927"/>
                </a:lnTo>
                <a:lnTo>
                  <a:pt x="800464" y="72057"/>
                </a:lnTo>
                <a:lnTo>
                  <a:pt x="800309" y="73199"/>
                </a:lnTo>
                <a:lnTo>
                  <a:pt x="800171" y="74354"/>
                </a:lnTo>
                <a:lnTo>
                  <a:pt x="800049" y="75521"/>
                </a:lnTo>
                <a:lnTo>
                  <a:pt x="799943" y="76701"/>
                </a:lnTo>
                <a:lnTo>
                  <a:pt x="799853" y="77894"/>
                </a:lnTo>
                <a:lnTo>
                  <a:pt x="799780" y="79099"/>
                </a:lnTo>
                <a:lnTo>
                  <a:pt x="799723" y="80316"/>
                </a:lnTo>
                <a:lnTo>
                  <a:pt x="799683" y="81546"/>
                </a:lnTo>
                <a:lnTo>
                  <a:pt x="799658" y="82789"/>
                </a:lnTo>
                <a:lnTo>
                  <a:pt x="799650" y="84044"/>
                </a:lnTo>
                <a:lnTo>
                  <a:pt x="799658" y="85249"/>
                </a:lnTo>
                <a:lnTo>
                  <a:pt x="799684" y="86444"/>
                </a:lnTo>
                <a:lnTo>
                  <a:pt x="799726" y="87630"/>
                </a:lnTo>
                <a:lnTo>
                  <a:pt x="799784" y="88805"/>
                </a:lnTo>
                <a:lnTo>
                  <a:pt x="799860" y="89970"/>
                </a:lnTo>
                <a:lnTo>
                  <a:pt x="799952" y="91125"/>
                </a:lnTo>
                <a:lnTo>
                  <a:pt x="800061" y="92270"/>
                </a:lnTo>
                <a:lnTo>
                  <a:pt x="800187" y="93406"/>
                </a:lnTo>
                <a:lnTo>
                  <a:pt x="800330" y="94531"/>
                </a:lnTo>
                <a:lnTo>
                  <a:pt x="800489" y="95645"/>
                </a:lnTo>
                <a:lnTo>
                  <a:pt x="800665" y="96750"/>
                </a:lnTo>
                <a:lnTo>
                  <a:pt x="800858" y="97845"/>
                </a:lnTo>
                <a:lnTo>
                  <a:pt x="801068" y="98930"/>
                </a:lnTo>
                <a:lnTo>
                  <a:pt x="801295" y="100005"/>
                </a:lnTo>
                <a:lnTo>
                  <a:pt x="801538" y="101069"/>
                </a:lnTo>
                <a:lnTo>
                  <a:pt x="801798" y="102124"/>
                </a:lnTo>
                <a:lnTo>
                  <a:pt x="802075" y="103169"/>
                </a:lnTo>
                <a:lnTo>
                  <a:pt x="802369" y="104203"/>
                </a:lnTo>
                <a:lnTo>
                  <a:pt x="802679" y="105228"/>
                </a:lnTo>
                <a:lnTo>
                  <a:pt x="803007" y="106242"/>
                </a:lnTo>
                <a:lnTo>
                  <a:pt x="803351" y="107247"/>
                </a:lnTo>
                <a:lnTo>
                  <a:pt x="803712" y="108241"/>
                </a:lnTo>
                <a:lnTo>
                  <a:pt x="804089" y="109225"/>
                </a:lnTo>
                <a:lnTo>
                  <a:pt x="804484" y="110199"/>
                </a:lnTo>
                <a:lnTo>
                  <a:pt x="804895" y="111160"/>
                </a:lnTo>
                <a:lnTo>
                  <a:pt x="805325" y="112104"/>
                </a:lnTo>
                <a:lnTo>
                  <a:pt x="805773" y="113030"/>
                </a:lnTo>
                <a:lnTo>
                  <a:pt x="806239" y="113940"/>
                </a:lnTo>
                <a:lnTo>
                  <a:pt x="806722" y="114833"/>
                </a:lnTo>
                <a:lnTo>
                  <a:pt x="807224" y="115709"/>
                </a:lnTo>
                <a:lnTo>
                  <a:pt x="807744" y="116568"/>
                </a:lnTo>
                <a:lnTo>
                  <a:pt x="808281" y="117410"/>
                </a:lnTo>
                <a:lnTo>
                  <a:pt x="808837" y="118235"/>
                </a:lnTo>
                <a:lnTo>
                  <a:pt x="809411" y="119044"/>
                </a:lnTo>
                <a:lnTo>
                  <a:pt x="810002" y="119835"/>
                </a:lnTo>
                <a:lnTo>
                  <a:pt x="810612" y="120609"/>
                </a:lnTo>
                <a:lnTo>
                  <a:pt x="811239" y="121367"/>
                </a:lnTo>
                <a:lnTo>
                  <a:pt x="811885" y="122108"/>
                </a:lnTo>
                <a:lnTo>
                  <a:pt x="812548" y="122831"/>
                </a:lnTo>
                <a:lnTo>
                  <a:pt x="813230" y="123538"/>
                </a:lnTo>
                <a:lnTo>
                  <a:pt x="813929" y="124228"/>
                </a:lnTo>
                <a:lnTo>
                  <a:pt x="814647" y="124901"/>
                </a:lnTo>
                <a:lnTo>
                  <a:pt x="815382" y="125557"/>
                </a:lnTo>
                <a:lnTo>
                  <a:pt x="816136" y="126196"/>
                </a:lnTo>
                <a:lnTo>
                  <a:pt x="816907" y="126819"/>
                </a:lnTo>
                <a:lnTo>
                  <a:pt x="817697" y="127424"/>
                </a:lnTo>
                <a:lnTo>
                  <a:pt x="818504" y="128013"/>
                </a:lnTo>
                <a:lnTo>
                  <a:pt x="819329" y="128584"/>
                </a:lnTo>
                <a:lnTo>
                  <a:pt x="820174" y="129135"/>
                </a:lnTo>
                <a:lnTo>
                  <a:pt x="821037" y="129663"/>
                </a:lnTo>
                <a:lnTo>
                  <a:pt x="821921" y="130167"/>
                </a:lnTo>
                <a:lnTo>
                  <a:pt x="822824" y="130648"/>
                </a:lnTo>
                <a:lnTo>
                  <a:pt x="823747" y="131105"/>
                </a:lnTo>
                <a:lnTo>
                  <a:pt x="824690" y="131539"/>
                </a:lnTo>
                <a:lnTo>
                  <a:pt x="825652" y="131949"/>
                </a:lnTo>
                <a:lnTo>
                  <a:pt x="826634" y="132336"/>
                </a:lnTo>
                <a:lnTo>
                  <a:pt x="827636" y="132700"/>
                </a:lnTo>
                <a:lnTo>
                  <a:pt x="828658" y="133040"/>
                </a:lnTo>
                <a:lnTo>
                  <a:pt x="829699" y="133356"/>
                </a:lnTo>
                <a:lnTo>
                  <a:pt x="830760" y="133650"/>
                </a:lnTo>
                <a:lnTo>
                  <a:pt x="831840" y="133919"/>
                </a:lnTo>
                <a:lnTo>
                  <a:pt x="832940" y="134165"/>
                </a:lnTo>
                <a:lnTo>
                  <a:pt x="834060" y="134388"/>
                </a:lnTo>
                <a:lnTo>
                  <a:pt x="835200" y="134588"/>
                </a:lnTo>
                <a:lnTo>
                  <a:pt x="836359" y="134763"/>
                </a:lnTo>
                <a:lnTo>
                  <a:pt x="837538" y="134916"/>
                </a:lnTo>
                <a:lnTo>
                  <a:pt x="838737" y="135045"/>
                </a:lnTo>
                <a:lnTo>
                  <a:pt x="839955" y="135150"/>
                </a:lnTo>
                <a:lnTo>
                  <a:pt x="841193" y="135232"/>
                </a:lnTo>
                <a:lnTo>
                  <a:pt x="842451" y="135291"/>
                </a:lnTo>
                <a:lnTo>
                  <a:pt x="843729" y="135326"/>
                </a:lnTo>
                <a:lnTo>
                  <a:pt x="845026" y="135338"/>
                </a:lnTo>
                <a:lnTo>
                  <a:pt x="846031" y="135331"/>
                </a:lnTo>
                <a:lnTo>
                  <a:pt x="847025" y="135309"/>
                </a:lnTo>
                <a:lnTo>
                  <a:pt x="848008" y="135274"/>
                </a:lnTo>
                <a:lnTo>
                  <a:pt x="848980" y="135224"/>
                </a:lnTo>
                <a:close/>
                <a:moveTo>
                  <a:pt x="816744" y="70017"/>
                </a:moveTo>
                <a:lnTo>
                  <a:pt x="816925" y="68937"/>
                </a:lnTo>
                <a:lnTo>
                  <a:pt x="817125" y="67880"/>
                </a:lnTo>
                <a:lnTo>
                  <a:pt x="817346" y="66847"/>
                </a:lnTo>
                <a:lnTo>
                  <a:pt x="817587" y="65838"/>
                </a:lnTo>
                <a:lnTo>
                  <a:pt x="817847" y="64853"/>
                </a:lnTo>
                <a:lnTo>
                  <a:pt x="818128" y="63891"/>
                </a:lnTo>
                <a:lnTo>
                  <a:pt x="818429" y="62953"/>
                </a:lnTo>
                <a:lnTo>
                  <a:pt x="818750" y="62038"/>
                </a:lnTo>
                <a:lnTo>
                  <a:pt x="819091" y="61147"/>
                </a:lnTo>
                <a:lnTo>
                  <a:pt x="819452" y="60280"/>
                </a:lnTo>
                <a:lnTo>
                  <a:pt x="819833" y="59436"/>
                </a:lnTo>
                <a:lnTo>
                  <a:pt x="820234" y="58616"/>
                </a:lnTo>
                <a:lnTo>
                  <a:pt x="820655" y="57819"/>
                </a:lnTo>
                <a:lnTo>
                  <a:pt x="821096" y="57047"/>
                </a:lnTo>
                <a:lnTo>
                  <a:pt x="821557" y="56297"/>
                </a:lnTo>
                <a:lnTo>
                  <a:pt x="822038" y="55572"/>
                </a:lnTo>
                <a:lnTo>
                  <a:pt x="822539" y="54870"/>
                </a:lnTo>
                <a:lnTo>
                  <a:pt x="823060" y="54192"/>
                </a:lnTo>
                <a:lnTo>
                  <a:pt x="823602" y="53537"/>
                </a:lnTo>
                <a:lnTo>
                  <a:pt x="824163" y="52906"/>
                </a:lnTo>
                <a:lnTo>
                  <a:pt x="824743" y="52300"/>
                </a:lnTo>
                <a:lnTo>
                  <a:pt x="825341" y="51719"/>
                </a:lnTo>
                <a:lnTo>
                  <a:pt x="825958" y="51165"/>
                </a:lnTo>
                <a:lnTo>
                  <a:pt x="826592" y="50636"/>
                </a:lnTo>
                <a:lnTo>
                  <a:pt x="827244" y="50132"/>
                </a:lnTo>
                <a:lnTo>
                  <a:pt x="827914" y="49655"/>
                </a:lnTo>
                <a:lnTo>
                  <a:pt x="828603" y="49203"/>
                </a:lnTo>
                <a:lnTo>
                  <a:pt x="829309" y="48778"/>
                </a:lnTo>
                <a:lnTo>
                  <a:pt x="830033" y="48378"/>
                </a:lnTo>
                <a:lnTo>
                  <a:pt x="830775" y="48003"/>
                </a:lnTo>
                <a:lnTo>
                  <a:pt x="831535" y="47655"/>
                </a:lnTo>
                <a:lnTo>
                  <a:pt x="832313" y="47332"/>
                </a:lnTo>
                <a:lnTo>
                  <a:pt x="833109" y="47036"/>
                </a:lnTo>
                <a:lnTo>
                  <a:pt x="833923" y="46765"/>
                </a:lnTo>
                <a:lnTo>
                  <a:pt x="834755" y="46519"/>
                </a:lnTo>
                <a:lnTo>
                  <a:pt x="835605" y="46300"/>
                </a:lnTo>
                <a:lnTo>
                  <a:pt x="836473" y="46107"/>
                </a:lnTo>
                <a:lnTo>
                  <a:pt x="837359" y="45939"/>
                </a:lnTo>
                <a:lnTo>
                  <a:pt x="838263" y="45797"/>
                </a:lnTo>
                <a:lnTo>
                  <a:pt x="839185" y="45681"/>
                </a:lnTo>
                <a:lnTo>
                  <a:pt x="840125" y="45590"/>
                </a:lnTo>
                <a:lnTo>
                  <a:pt x="841083" y="45526"/>
                </a:lnTo>
                <a:lnTo>
                  <a:pt x="842059" y="45487"/>
                </a:lnTo>
                <a:lnTo>
                  <a:pt x="843053" y="45474"/>
                </a:lnTo>
                <a:lnTo>
                  <a:pt x="844039" y="45487"/>
                </a:lnTo>
                <a:lnTo>
                  <a:pt x="845006" y="45526"/>
                </a:lnTo>
                <a:lnTo>
                  <a:pt x="845955" y="45591"/>
                </a:lnTo>
                <a:lnTo>
                  <a:pt x="846886" y="45682"/>
                </a:lnTo>
                <a:lnTo>
                  <a:pt x="847799" y="45799"/>
                </a:lnTo>
                <a:lnTo>
                  <a:pt x="848694" y="45942"/>
                </a:lnTo>
                <a:lnTo>
                  <a:pt x="849571" y="46111"/>
                </a:lnTo>
                <a:lnTo>
                  <a:pt x="850429" y="46306"/>
                </a:lnTo>
                <a:lnTo>
                  <a:pt x="851270" y="46527"/>
                </a:lnTo>
                <a:lnTo>
                  <a:pt x="852092" y="46774"/>
                </a:lnTo>
                <a:lnTo>
                  <a:pt x="852896" y="47047"/>
                </a:lnTo>
                <a:lnTo>
                  <a:pt x="853682" y="47345"/>
                </a:lnTo>
                <a:lnTo>
                  <a:pt x="854449" y="47670"/>
                </a:lnTo>
                <a:lnTo>
                  <a:pt x="855199" y="48021"/>
                </a:lnTo>
                <a:lnTo>
                  <a:pt x="855930" y="48398"/>
                </a:lnTo>
                <a:lnTo>
                  <a:pt x="856644" y="48801"/>
                </a:lnTo>
                <a:lnTo>
                  <a:pt x="857339" y="49230"/>
                </a:lnTo>
                <a:lnTo>
                  <a:pt x="858016" y="49684"/>
                </a:lnTo>
                <a:lnTo>
                  <a:pt x="858675" y="50165"/>
                </a:lnTo>
                <a:lnTo>
                  <a:pt x="859315" y="50672"/>
                </a:lnTo>
                <a:lnTo>
                  <a:pt x="859938" y="51205"/>
                </a:lnTo>
                <a:lnTo>
                  <a:pt x="860542" y="51763"/>
                </a:lnTo>
                <a:lnTo>
                  <a:pt x="861128" y="52348"/>
                </a:lnTo>
                <a:lnTo>
                  <a:pt x="861696" y="52959"/>
                </a:lnTo>
                <a:lnTo>
                  <a:pt x="862244" y="53594"/>
                </a:lnTo>
                <a:lnTo>
                  <a:pt x="862770" y="54252"/>
                </a:lnTo>
                <a:lnTo>
                  <a:pt x="863273" y="54933"/>
                </a:lnTo>
                <a:lnTo>
                  <a:pt x="863754" y="55637"/>
                </a:lnTo>
                <a:lnTo>
                  <a:pt x="864213" y="56365"/>
                </a:lnTo>
                <a:lnTo>
                  <a:pt x="864650" y="57115"/>
                </a:lnTo>
                <a:lnTo>
                  <a:pt x="865064" y="57889"/>
                </a:lnTo>
                <a:lnTo>
                  <a:pt x="865456" y="58686"/>
                </a:lnTo>
                <a:lnTo>
                  <a:pt x="865826" y="59505"/>
                </a:lnTo>
                <a:lnTo>
                  <a:pt x="866173" y="60348"/>
                </a:lnTo>
                <a:lnTo>
                  <a:pt x="866498" y="61214"/>
                </a:lnTo>
                <a:lnTo>
                  <a:pt x="866801" y="62103"/>
                </a:lnTo>
                <a:lnTo>
                  <a:pt x="867082" y="63016"/>
                </a:lnTo>
                <a:lnTo>
                  <a:pt x="867340" y="63951"/>
                </a:lnTo>
                <a:lnTo>
                  <a:pt x="867576" y="64909"/>
                </a:lnTo>
                <a:lnTo>
                  <a:pt x="867790" y="65891"/>
                </a:lnTo>
                <a:lnTo>
                  <a:pt x="867982" y="66895"/>
                </a:lnTo>
                <a:lnTo>
                  <a:pt x="868151" y="67923"/>
                </a:lnTo>
                <a:lnTo>
                  <a:pt x="868298" y="68974"/>
                </a:lnTo>
                <a:lnTo>
                  <a:pt x="868423" y="70048"/>
                </a:lnTo>
                <a:lnTo>
                  <a:pt x="868526" y="71145"/>
                </a:lnTo>
                <a:lnTo>
                  <a:pt x="868606" y="72265"/>
                </a:lnTo>
                <a:lnTo>
                  <a:pt x="868664" y="73408"/>
                </a:lnTo>
                <a:lnTo>
                  <a:pt x="868700" y="74574"/>
                </a:lnTo>
                <a:lnTo>
                  <a:pt x="816222" y="74574"/>
                </a:lnTo>
                <a:lnTo>
                  <a:pt x="816323" y="73399"/>
                </a:lnTo>
                <a:lnTo>
                  <a:pt x="816443" y="72248"/>
                </a:lnTo>
                <a:lnTo>
                  <a:pt x="816584" y="71121"/>
                </a:lnTo>
                <a:lnTo>
                  <a:pt x="816744" y="70017"/>
                </a:lnTo>
                <a:close/>
                <a:moveTo>
                  <a:pt x="1027069" y="165443"/>
                </a:moveTo>
                <a:lnTo>
                  <a:pt x="1027721" y="164328"/>
                </a:lnTo>
                <a:lnTo>
                  <a:pt x="1028364" y="163212"/>
                </a:lnTo>
                <a:lnTo>
                  <a:pt x="1028998" y="162095"/>
                </a:lnTo>
                <a:lnTo>
                  <a:pt x="1029624" y="160976"/>
                </a:lnTo>
                <a:lnTo>
                  <a:pt x="1030240" y="159856"/>
                </a:lnTo>
                <a:lnTo>
                  <a:pt x="1030848" y="158735"/>
                </a:lnTo>
                <a:lnTo>
                  <a:pt x="1031448" y="157612"/>
                </a:lnTo>
                <a:lnTo>
                  <a:pt x="1032038" y="156488"/>
                </a:lnTo>
                <a:lnTo>
                  <a:pt x="1032620" y="155363"/>
                </a:lnTo>
                <a:lnTo>
                  <a:pt x="1033193" y="154236"/>
                </a:lnTo>
                <a:lnTo>
                  <a:pt x="1033758" y="153107"/>
                </a:lnTo>
                <a:lnTo>
                  <a:pt x="1034313" y="151978"/>
                </a:lnTo>
                <a:lnTo>
                  <a:pt x="1034860" y="150847"/>
                </a:lnTo>
                <a:lnTo>
                  <a:pt x="1035398" y="149715"/>
                </a:lnTo>
                <a:lnTo>
                  <a:pt x="1035928" y="148581"/>
                </a:lnTo>
                <a:lnTo>
                  <a:pt x="1036448" y="147446"/>
                </a:lnTo>
                <a:lnTo>
                  <a:pt x="1036960" y="146309"/>
                </a:lnTo>
                <a:lnTo>
                  <a:pt x="1037464" y="145171"/>
                </a:lnTo>
                <a:lnTo>
                  <a:pt x="1037958" y="144032"/>
                </a:lnTo>
                <a:lnTo>
                  <a:pt x="1038444" y="142892"/>
                </a:lnTo>
                <a:lnTo>
                  <a:pt x="1038921" y="141750"/>
                </a:lnTo>
                <a:lnTo>
                  <a:pt x="1039389" y="140606"/>
                </a:lnTo>
                <a:lnTo>
                  <a:pt x="1039848" y="139459"/>
                </a:lnTo>
                <a:lnTo>
                  <a:pt x="1040297" y="138310"/>
                </a:lnTo>
                <a:lnTo>
                  <a:pt x="1040738" y="137157"/>
                </a:lnTo>
                <a:lnTo>
                  <a:pt x="1041169" y="136002"/>
                </a:lnTo>
                <a:lnTo>
                  <a:pt x="1041590" y="134845"/>
                </a:lnTo>
                <a:lnTo>
                  <a:pt x="1042003" y="133684"/>
                </a:lnTo>
                <a:lnTo>
                  <a:pt x="1042406" y="132521"/>
                </a:lnTo>
                <a:lnTo>
                  <a:pt x="1042800" y="131355"/>
                </a:lnTo>
                <a:lnTo>
                  <a:pt x="1043185" y="130187"/>
                </a:lnTo>
                <a:lnTo>
                  <a:pt x="1043561" y="129015"/>
                </a:lnTo>
                <a:lnTo>
                  <a:pt x="1043927" y="127841"/>
                </a:lnTo>
                <a:lnTo>
                  <a:pt x="1044284" y="126664"/>
                </a:lnTo>
                <a:lnTo>
                  <a:pt x="1044632" y="125485"/>
                </a:lnTo>
                <a:lnTo>
                  <a:pt x="1044970" y="124302"/>
                </a:lnTo>
                <a:lnTo>
                  <a:pt x="1045300" y="123117"/>
                </a:lnTo>
                <a:lnTo>
                  <a:pt x="1045620" y="121929"/>
                </a:lnTo>
                <a:lnTo>
                  <a:pt x="1045931" y="120739"/>
                </a:lnTo>
                <a:lnTo>
                  <a:pt x="1046232" y="119546"/>
                </a:lnTo>
                <a:lnTo>
                  <a:pt x="1046525" y="118350"/>
                </a:lnTo>
                <a:lnTo>
                  <a:pt x="1046808" y="117151"/>
                </a:lnTo>
                <a:lnTo>
                  <a:pt x="1047081" y="115949"/>
                </a:lnTo>
                <a:lnTo>
                  <a:pt x="1047346" y="114745"/>
                </a:lnTo>
                <a:lnTo>
                  <a:pt x="1047601" y="113538"/>
                </a:lnTo>
                <a:lnTo>
                  <a:pt x="1047847" y="112327"/>
                </a:lnTo>
                <a:lnTo>
                  <a:pt x="1048082" y="111112"/>
                </a:lnTo>
                <a:lnTo>
                  <a:pt x="1048307" y="109893"/>
                </a:lnTo>
                <a:lnTo>
                  <a:pt x="1048521" y="108669"/>
                </a:lnTo>
                <a:lnTo>
                  <a:pt x="1048724" y="107440"/>
                </a:lnTo>
                <a:lnTo>
                  <a:pt x="1048918" y="106208"/>
                </a:lnTo>
                <a:lnTo>
                  <a:pt x="1049101" y="104970"/>
                </a:lnTo>
                <a:lnTo>
                  <a:pt x="1049273" y="103728"/>
                </a:lnTo>
                <a:lnTo>
                  <a:pt x="1049435" y="102482"/>
                </a:lnTo>
                <a:lnTo>
                  <a:pt x="1049586" y="101232"/>
                </a:lnTo>
                <a:lnTo>
                  <a:pt x="1049727" y="99976"/>
                </a:lnTo>
                <a:lnTo>
                  <a:pt x="1049858" y="98717"/>
                </a:lnTo>
                <a:lnTo>
                  <a:pt x="1049978" y="97453"/>
                </a:lnTo>
                <a:lnTo>
                  <a:pt x="1050088" y="96184"/>
                </a:lnTo>
                <a:lnTo>
                  <a:pt x="1050187" y="94911"/>
                </a:lnTo>
                <a:lnTo>
                  <a:pt x="1050276" y="93634"/>
                </a:lnTo>
                <a:lnTo>
                  <a:pt x="1050354" y="92352"/>
                </a:lnTo>
                <a:lnTo>
                  <a:pt x="1050422" y="91066"/>
                </a:lnTo>
                <a:lnTo>
                  <a:pt x="1050479" y="89775"/>
                </a:lnTo>
                <a:lnTo>
                  <a:pt x="1050526" y="88480"/>
                </a:lnTo>
                <a:lnTo>
                  <a:pt x="1050563" y="87180"/>
                </a:lnTo>
                <a:lnTo>
                  <a:pt x="1050589" y="85876"/>
                </a:lnTo>
                <a:lnTo>
                  <a:pt x="1050605" y="84568"/>
                </a:lnTo>
                <a:lnTo>
                  <a:pt x="1050610" y="83255"/>
                </a:lnTo>
                <a:lnTo>
                  <a:pt x="1050605" y="81919"/>
                </a:lnTo>
                <a:lnTo>
                  <a:pt x="1050589" y="80591"/>
                </a:lnTo>
                <a:lnTo>
                  <a:pt x="1050563" y="79270"/>
                </a:lnTo>
                <a:lnTo>
                  <a:pt x="1050526" y="77958"/>
                </a:lnTo>
                <a:lnTo>
                  <a:pt x="1050479" y="76654"/>
                </a:lnTo>
                <a:lnTo>
                  <a:pt x="1050422" y="75357"/>
                </a:lnTo>
                <a:lnTo>
                  <a:pt x="1050354" y="74068"/>
                </a:lnTo>
                <a:lnTo>
                  <a:pt x="1050276" y="72787"/>
                </a:lnTo>
                <a:lnTo>
                  <a:pt x="1050187" y="71515"/>
                </a:lnTo>
                <a:lnTo>
                  <a:pt x="1050088" y="70249"/>
                </a:lnTo>
                <a:lnTo>
                  <a:pt x="1049978" y="68992"/>
                </a:lnTo>
                <a:lnTo>
                  <a:pt x="1049858" y="67743"/>
                </a:lnTo>
                <a:lnTo>
                  <a:pt x="1049727" y="66502"/>
                </a:lnTo>
                <a:lnTo>
                  <a:pt x="1049586" y="65268"/>
                </a:lnTo>
                <a:lnTo>
                  <a:pt x="1049435" y="64042"/>
                </a:lnTo>
                <a:lnTo>
                  <a:pt x="1049273" y="62825"/>
                </a:lnTo>
                <a:lnTo>
                  <a:pt x="1049101" y="61615"/>
                </a:lnTo>
                <a:lnTo>
                  <a:pt x="1048918" y="60413"/>
                </a:lnTo>
                <a:lnTo>
                  <a:pt x="1048724" y="59218"/>
                </a:lnTo>
                <a:lnTo>
                  <a:pt x="1048521" y="58032"/>
                </a:lnTo>
                <a:lnTo>
                  <a:pt x="1048307" y="56854"/>
                </a:lnTo>
                <a:lnTo>
                  <a:pt x="1048082" y="55683"/>
                </a:lnTo>
                <a:lnTo>
                  <a:pt x="1047847" y="54521"/>
                </a:lnTo>
                <a:lnTo>
                  <a:pt x="1047601" y="53366"/>
                </a:lnTo>
                <a:lnTo>
                  <a:pt x="1047346" y="52216"/>
                </a:lnTo>
                <a:lnTo>
                  <a:pt x="1047081" y="51070"/>
                </a:lnTo>
                <a:lnTo>
                  <a:pt x="1046807" y="49926"/>
                </a:lnTo>
                <a:lnTo>
                  <a:pt x="1046523" y="48786"/>
                </a:lnTo>
                <a:lnTo>
                  <a:pt x="1046230" y="47648"/>
                </a:lnTo>
                <a:lnTo>
                  <a:pt x="1045928" y="46513"/>
                </a:lnTo>
                <a:lnTo>
                  <a:pt x="1045616" y="45381"/>
                </a:lnTo>
                <a:lnTo>
                  <a:pt x="1045294" y="44252"/>
                </a:lnTo>
                <a:lnTo>
                  <a:pt x="1044964" y="43126"/>
                </a:lnTo>
                <a:lnTo>
                  <a:pt x="1044623" y="42003"/>
                </a:lnTo>
                <a:lnTo>
                  <a:pt x="1044274" y="40883"/>
                </a:lnTo>
                <a:lnTo>
                  <a:pt x="1043915" y="39765"/>
                </a:lnTo>
                <a:lnTo>
                  <a:pt x="1043546" y="38651"/>
                </a:lnTo>
                <a:lnTo>
                  <a:pt x="1043168" y="37539"/>
                </a:lnTo>
                <a:lnTo>
                  <a:pt x="1042781" y="36431"/>
                </a:lnTo>
                <a:lnTo>
                  <a:pt x="1042384" y="35325"/>
                </a:lnTo>
                <a:lnTo>
                  <a:pt x="1041978" y="34222"/>
                </a:lnTo>
                <a:lnTo>
                  <a:pt x="1041563" y="33122"/>
                </a:lnTo>
                <a:lnTo>
                  <a:pt x="1041138" y="32025"/>
                </a:lnTo>
                <a:lnTo>
                  <a:pt x="1040703" y="30931"/>
                </a:lnTo>
                <a:lnTo>
                  <a:pt x="1040259" y="29840"/>
                </a:lnTo>
                <a:lnTo>
                  <a:pt x="1039806" y="28752"/>
                </a:lnTo>
                <a:lnTo>
                  <a:pt x="1039344" y="27667"/>
                </a:lnTo>
                <a:lnTo>
                  <a:pt x="1038872" y="26584"/>
                </a:lnTo>
                <a:lnTo>
                  <a:pt x="1038391" y="25502"/>
                </a:lnTo>
                <a:lnTo>
                  <a:pt x="1037902" y="24418"/>
                </a:lnTo>
                <a:lnTo>
                  <a:pt x="1037404" y="23331"/>
                </a:lnTo>
                <a:lnTo>
                  <a:pt x="1036899" y="22243"/>
                </a:lnTo>
                <a:lnTo>
                  <a:pt x="1036385" y="21152"/>
                </a:lnTo>
                <a:lnTo>
                  <a:pt x="1035863" y="20058"/>
                </a:lnTo>
                <a:lnTo>
                  <a:pt x="1035333" y="18963"/>
                </a:lnTo>
                <a:lnTo>
                  <a:pt x="1034794" y="17865"/>
                </a:lnTo>
                <a:lnTo>
                  <a:pt x="1034248" y="16765"/>
                </a:lnTo>
                <a:lnTo>
                  <a:pt x="1033693" y="15663"/>
                </a:lnTo>
                <a:lnTo>
                  <a:pt x="1033130" y="14559"/>
                </a:lnTo>
                <a:lnTo>
                  <a:pt x="1032558" y="13452"/>
                </a:lnTo>
                <a:lnTo>
                  <a:pt x="1031979" y="12344"/>
                </a:lnTo>
                <a:lnTo>
                  <a:pt x="1031391" y="11233"/>
                </a:lnTo>
                <a:lnTo>
                  <a:pt x="1030795" y="10119"/>
                </a:lnTo>
                <a:lnTo>
                  <a:pt x="1030191" y="9004"/>
                </a:lnTo>
                <a:lnTo>
                  <a:pt x="1029579" y="7886"/>
                </a:lnTo>
                <a:lnTo>
                  <a:pt x="1028958" y="6766"/>
                </a:lnTo>
                <a:lnTo>
                  <a:pt x="1028329" y="5644"/>
                </a:lnTo>
                <a:lnTo>
                  <a:pt x="1027692" y="4520"/>
                </a:lnTo>
                <a:lnTo>
                  <a:pt x="1027047" y="3393"/>
                </a:lnTo>
                <a:lnTo>
                  <a:pt x="1026393" y="2264"/>
                </a:lnTo>
                <a:lnTo>
                  <a:pt x="1025731" y="1133"/>
                </a:lnTo>
                <a:lnTo>
                  <a:pt x="1025062" y="0"/>
                </a:lnTo>
                <a:lnTo>
                  <a:pt x="1011646" y="0"/>
                </a:lnTo>
                <a:lnTo>
                  <a:pt x="1012486" y="1469"/>
                </a:lnTo>
                <a:lnTo>
                  <a:pt x="1013313" y="2949"/>
                </a:lnTo>
                <a:lnTo>
                  <a:pt x="1014128" y="4440"/>
                </a:lnTo>
                <a:lnTo>
                  <a:pt x="1014929" y="5943"/>
                </a:lnTo>
                <a:lnTo>
                  <a:pt x="1015717" y="7457"/>
                </a:lnTo>
                <a:lnTo>
                  <a:pt x="1016492" y="8983"/>
                </a:lnTo>
                <a:lnTo>
                  <a:pt x="1017254" y="10519"/>
                </a:lnTo>
                <a:lnTo>
                  <a:pt x="1018003" y="12067"/>
                </a:lnTo>
                <a:lnTo>
                  <a:pt x="1018739" y="13627"/>
                </a:lnTo>
                <a:lnTo>
                  <a:pt x="1019462" y="15197"/>
                </a:lnTo>
                <a:lnTo>
                  <a:pt x="1020172" y="16779"/>
                </a:lnTo>
                <a:lnTo>
                  <a:pt x="1020869" y="18372"/>
                </a:lnTo>
                <a:lnTo>
                  <a:pt x="1021553" y="19977"/>
                </a:lnTo>
                <a:lnTo>
                  <a:pt x="1022224" y="21593"/>
                </a:lnTo>
                <a:lnTo>
                  <a:pt x="1022882" y="23220"/>
                </a:lnTo>
                <a:lnTo>
                  <a:pt x="1023527" y="24858"/>
                </a:lnTo>
                <a:lnTo>
                  <a:pt x="1024159" y="26508"/>
                </a:lnTo>
                <a:lnTo>
                  <a:pt x="1024778" y="28169"/>
                </a:lnTo>
                <a:lnTo>
                  <a:pt x="1025384" y="29841"/>
                </a:lnTo>
                <a:lnTo>
                  <a:pt x="1025977" y="31525"/>
                </a:lnTo>
                <a:lnTo>
                  <a:pt x="1026557" y="33220"/>
                </a:lnTo>
                <a:lnTo>
                  <a:pt x="1027123" y="34926"/>
                </a:lnTo>
                <a:lnTo>
                  <a:pt x="1027677" y="36643"/>
                </a:lnTo>
                <a:lnTo>
                  <a:pt x="1028218" y="38372"/>
                </a:lnTo>
                <a:lnTo>
                  <a:pt x="1028741" y="40107"/>
                </a:lnTo>
                <a:lnTo>
                  <a:pt x="1029242" y="41842"/>
                </a:lnTo>
                <a:lnTo>
                  <a:pt x="1029721" y="43577"/>
                </a:lnTo>
                <a:lnTo>
                  <a:pt x="1030177" y="45313"/>
                </a:lnTo>
                <a:lnTo>
                  <a:pt x="1030611" y="47049"/>
                </a:lnTo>
                <a:lnTo>
                  <a:pt x="1031023" y="48785"/>
                </a:lnTo>
                <a:lnTo>
                  <a:pt x="1031413" y="50522"/>
                </a:lnTo>
                <a:lnTo>
                  <a:pt x="1031780" y="52259"/>
                </a:lnTo>
                <a:lnTo>
                  <a:pt x="1032125" y="53996"/>
                </a:lnTo>
                <a:lnTo>
                  <a:pt x="1032448" y="55734"/>
                </a:lnTo>
                <a:lnTo>
                  <a:pt x="1032749" y="57472"/>
                </a:lnTo>
                <a:lnTo>
                  <a:pt x="1033027" y="59210"/>
                </a:lnTo>
                <a:lnTo>
                  <a:pt x="1033283" y="60949"/>
                </a:lnTo>
                <a:lnTo>
                  <a:pt x="1033517" y="62688"/>
                </a:lnTo>
                <a:lnTo>
                  <a:pt x="1033728" y="64428"/>
                </a:lnTo>
                <a:lnTo>
                  <a:pt x="1033917" y="66167"/>
                </a:lnTo>
                <a:lnTo>
                  <a:pt x="1034084" y="67908"/>
                </a:lnTo>
                <a:lnTo>
                  <a:pt x="1034229" y="69648"/>
                </a:lnTo>
                <a:lnTo>
                  <a:pt x="1034352" y="71389"/>
                </a:lnTo>
                <a:lnTo>
                  <a:pt x="1034452" y="73130"/>
                </a:lnTo>
                <a:lnTo>
                  <a:pt x="1034530" y="74871"/>
                </a:lnTo>
                <a:lnTo>
                  <a:pt x="1034585" y="76613"/>
                </a:lnTo>
                <a:lnTo>
                  <a:pt x="1034619" y="78355"/>
                </a:lnTo>
                <a:lnTo>
                  <a:pt x="1034630" y="80098"/>
                </a:lnTo>
                <a:lnTo>
                  <a:pt x="1034620" y="82061"/>
                </a:lnTo>
                <a:lnTo>
                  <a:pt x="1034591" y="84020"/>
                </a:lnTo>
                <a:lnTo>
                  <a:pt x="1034542" y="85976"/>
                </a:lnTo>
                <a:lnTo>
                  <a:pt x="1034474" y="87928"/>
                </a:lnTo>
                <a:lnTo>
                  <a:pt x="1034386" y="89876"/>
                </a:lnTo>
                <a:lnTo>
                  <a:pt x="1034278" y="91821"/>
                </a:lnTo>
                <a:lnTo>
                  <a:pt x="1034152" y="93762"/>
                </a:lnTo>
                <a:lnTo>
                  <a:pt x="1034005" y="95700"/>
                </a:lnTo>
                <a:lnTo>
                  <a:pt x="1033839" y="97634"/>
                </a:lnTo>
                <a:lnTo>
                  <a:pt x="1033654" y="99565"/>
                </a:lnTo>
                <a:lnTo>
                  <a:pt x="1033449" y="101491"/>
                </a:lnTo>
                <a:lnTo>
                  <a:pt x="1033224" y="103415"/>
                </a:lnTo>
                <a:lnTo>
                  <a:pt x="1032980" y="105334"/>
                </a:lnTo>
                <a:lnTo>
                  <a:pt x="1032717" y="107250"/>
                </a:lnTo>
                <a:lnTo>
                  <a:pt x="1032434" y="109163"/>
                </a:lnTo>
                <a:lnTo>
                  <a:pt x="1032131" y="111072"/>
                </a:lnTo>
                <a:lnTo>
                  <a:pt x="1031809" y="112977"/>
                </a:lnTo>
                <a:lnTo>
                  <a:pt x="1031467" y="114879"/>
                </a:lnTo>
                <a:lnTo>
                  <a:pt x="1031106" y="116777"/>
                </a:lnTo>
                <a:lnTo>
                  <a:pt x="1030725" y="118671"/>
                </a:lnTo>
                <a:lnTo>
                  <a:pt x="1030325" y="120562"/>
                </a:lnTo>
                <a:lnTo>
                  <a:pt x="1029905" y="122450"/>
                </a:lnTo>
                <a:lnTo>
                  <a:pt x="1029466" y="124333"/>
                </a:lnTo>
                <a:lnTo>
                  <a:pt x="1029007" y="126214"/>
                </a:lnTo>
                <a:lnTo>
                  <a:pt x="1028528" y="128088"/>
                </a:lnTo>
                <a:lnTo>
                  <a:pt x="1028028" y="129953"/>
                </a:lnTo>
                <a:lnTo>
                  <a:pt x="1027506" y="131809"/>
                </a:lnTo>
                <a:lnTo>
                  <a:pt x="1026963" y="133657"/>
                </a:lnTo>
                <a:lnTo>
                  <a:pt x="1026399" y="135496"/>
                </a:lnTo>
                <a:lnTo>
                  <a:pt x="1025814" y="137326"/>
                </a:lnTo>
                <a:lnTo>
                  <a:pt x="1025207" y="139148"/>
                </a:lnTo>
                <a:lnTo>
                  <a:pt x="1024579" y="140961"/>
                </a:lnTo>
                <a:lnTo>
                  <a:pt x="1023930" y="142765"/>
                </a:lnTo>
                <a:lnTo>
                  <a:pt x="1023260" y="144560"/>
                </a:lnTo>
                <a:lnTo>
                  <a:pt x="1022568" y="146347"/>
                </a:lnTo>
                <a:lnTo>
                  <a:pt x="1021856" y="148125"/>
                </a:lnTo>
                <a:lnTo>
                  <a:pt x="1021122" y="149894"/>
                </a:lnTo>
                <a:lnTo>
                  <a:pt x="1020366" y="151654"/>
                </a:lnTo>
                <a:lnTo>
                  <a:pt x="1019590" y="153406"/>
                </a:lnTo>
                <a:lnTo>
                  <a:pt x="1018792" y="155149"/>
                </a:lnTo>
                <a:lnTo>
                  <a:pt x="1017973" y="156883"/>
                </a:lnTo>
                <a:lnTo>
                  <a:pt x="1017133" y="158608"/>
                </a:lnTo>
                <a:lnTo>
                  <a:pt x="1016272" y="160325"/>
                </a:lnTo>
                <a:lnTo>
                  <a:pt x="1015389" y="162033"/>
                </a:lnTo>
                <a:lnTo>
                  <a:pt x="1014485" y="163733"/>
                </a:lnTo>
                <a:lnTo>
                  <a:pt x="1013560" y="165423"/>
                </a:lnTo>
                <a:lnTo>
                  <a:pt x="1012614" y="167105"/>
                </a:lnTo>
                <a:lnTo>
                  <a:pt x="1011646" y="168778"/>
                </a:lnTo>
                <a:lnTo>
                  <a:pt x="1025062" y="168778"/>
                </a:lnTo>
                <a:lnTo>
                  <a:pt x="1025739" y="167668"/>
                </a:lnTo>
                <a:lnTo>
                  <a:pt x="1026409" y="166556"/>
                </a:lnTo>
                <a:lnTo>
                  <a:pt x="1027069" y="165443"/>
                </a:lnTo>
                <a:close/>
                <a:moveTo>
                  <a:pt x="1097528" y="133462"/>
                </a:moveTo>
                <a:lnTo>
                  <a:pt x="1097951" y="133406"/>
                </a:lnTo>
                <a:lnTo>
                  <a:pt x="1098367" y="133337"/>
                </a:lnTo>
                <a:lnTo>
                  <a:pt x="1098777" y="133256"/>
                </a:lnTo>
                <a:lnTo>
                  <a:pt x="1099180" y="133162"/>
                </a:lnTo>
                <a:lnTo>
                  <a:pt x="1099577" y="133056"/>
                </a:lnTo>
                <a:lnTo>
                  <a:pt x="1099967" y="132937"/>
                </a:lnTo>
                <a:lnTo>
                  <a:pt x="1100351" y="132806"/>
                </a:lnTo>
                <a:lnTo>
                  <a:pt x="1100728" y="132662"/>
                </a:lnTo>
                <a:lnTo>
                  <a:pt x="1101099" y="132506"/>
                </a:lnTo>
                <a:lnTo>
                  <a:pt x="1101463" y="132337"/>
                </a:lnTo>
                <a:lnTo>
                  <a:pt x="1101821" y="132156"/>
                </a:lnTo>
                <a:lnTo>
                  <a:pt x="1102172" y="131962"/>
                </a:lnTo>
                <a:lnTo>
                  <a:pt x="1102517" y="131756"/>
                </a:lnTo>
                <a:lnTo>
                  <a:pt x="1102855" y="131537"/>
                </a:lnTo>
                <a:lnTo>
                  <a:pt x="1103187" y="131306"/>
                </a:lnTo>
                <a:lnTo>
                  <a:pt x="1103512" y="131062"/>
                </a:lnTo>
                <a:lnTo>
                  <a:pt x="1103831" y="130806"/>
                </a:lnTo>
                <a:lnTo>
                  <a:pt x="1104143" y="130537"/>
                </a:lnTo>
                <a:lnTo>
                  <a:pt x="1104449" y="130256"/>
                </a:lnTo>
                <a:lnTo>
                  <a:pt x="1104748" y="129962"/>
                </a:lnTo>
                <a:lnTo>
                  <a:pt x="1105038" y="129659"/>
                </a:lnTo>
                <a:lnTo>
                  <a:pt x="1105315" y="129351"/>
                </a:lnTo>
                <a:lnTo>
                  <a:pt x="1105580" y="129036"/>
                </a:lnTo>
                <a:lnTo>
                  <a:pt x="1105833" y="128717"/>
                </a:lnTo>
                <a:lnTo>
                  <a:pt x="1106074" y="128391"/>
                </a:lnTo>
                <a:lnTo>
                  <a:pt x="1106302" y="128060"/>
                </a:lnTo>
                <a:lnTo>
                  <a:pt x="1106518" y="127723"/>
                </a:lnTo>
                <a:lnTo>
                  <a:pt x="1106721" y="127381"/>
                </a:lnTo>
                <a:lnTo>
                  <a:pt x="1106912" y="127033"/>
                </a:lnTo>
                <a:lnTo>
                  <a:pt x="1107091" y="126679"/>
                </a:lnTo>
                <a:lnTo>
                  <a:pt x="1107257" y="126320"/>
                </a:lnTo>
                <a:lnTo>
                  <a:pt x="1107411" y="125955"/>
                </a:lnTo>
                <a:lnTo>
                  <a:pt x="1107553" y="125584"/>
                </a:lnTo>
                <a:lnTo>
                  <a:pt x="1107683" y="125208"/>
                </a:lnTo>
                <a:lnTo>
                  <a:pt x="1107800" y="124826"/>
                </a:lnTo>
                <a:lnTo>
                  <a:pt x="1107905" y="124438"/>
                </a:lnTo>
                <a:lnTo>
                  <a:pt x="1107997" y="124045"/>
                </a:lnTo>
                <a:lnTo>
                  <a:pt x="1108077" y="123646"/>
                </a:lnTo>
                <a:lnTo>
                  <a:pt x="1108145" y="123241"/>
                </a:lnTo>
                <a:lnTo>
                  <a:pt x="1108201" y="122831"/>
                </a:lnTo>
                <a:lnTo>
                  <a:pt x="1108244" y="122415"/>
                </a:lnTo>
                <a:lnTo>
                  <a:pt x="1108275" y="121993"/>
                </a:lnTo>
                <a:lnTo>
                  <a:pt x="1108293" y="121566"/>
                </a:lnTo>
                <a:lnTo>
                  <a:pt x="1108299" y="121133"/>
                </a:lnTo>
                <a:lnTo>
                  <a:pt x="1108293" y="120685"/>
                </a:lnTo>
                <a:lnTo>
                  <a:pt x="1108275" y="120243"/>
                </a:lnTo>
                <a:lnTo>
                  <a:pt x="1108244" y="119807"/>
                </a:lnTo>
                <a:lnTo>
                  <a:pt x="1108201" y="119378"/>
                </a:lnTo>
                <a:lnTo>
                  <a:pt x="1108145" y="118956"/>
                </a:lnTo>
                <a:lnTo>
                  <a:pt x="1108077" y="118541"/>
                </a:lnTo>
                <a:lnTo>
                  <a:pt x="1107997" y="118132"/>
                </a:lnTo>
                <a:lnTo>
                  <a:pt x="1107905" y="117730"/>
                </a:lnTo>
                <a:lnTo>
                  <a:pt x="1107800" y="117335"/>
                </a:lnTo>
                <a:lnTo>
                  <a:pt x="1107683" y="116946"/>
                </a:lnTo>
                <a:lnTo>
                  <a:pt x="1107553" y="116564"/>
                </a:lnTo>
                <a:lnTo>
                  <a:pt x="1107411" y="116189"/>
                </a:lnTo>
                <a:lnTo>
                  <a:pt x="1107257" y="115820"/>
                </a:lnTo>
                <a:lnTo>
                  <a:pt x="1107091" y="115458"/>
                </a:lnTo>
                <a:lnTo>
                  <a:pt x="1106912" y="115103"/>
                </a:lnTo>
                <a:lnTo>
                  <a:pt x="1106721" y="114755"/>
                </a:lnTo>
                <a:lnTo>
                  <a:pt x="1106518" y="114413"/>
                </a:lnTo>
                <a:lnTo>
                  <a:pt x="1106302" y="114077"/>
                </a:lnTo>
                <a:lnTo>
                  <a:pt x="1106074" y="113749"/>
                </a:lnTo>
                <a:lnTo>
                  <a:pt x="1105833" y="113427"/>
                </a:lnTo>
                <a:lnTo>
                  <a:pt x="1105580" y="113112"/>
                </a:lnTo>
                <a:lnTo>
                  <a:pt x="1105315" y="112803"/>
                </a:lnTo>
                <a:lnTo>
                  <a:pt x="1105038" y="112501"/>
                </a:lnTo>
                <a:lnTo>
                  <a:pt x="1104748" y="112206"/>
                </a:lnTo>
                <a:lnTo>
                  <a:pt x="1104449" y="111921"/>
                </a:lnTo>
                <a:lnTo>
                  <a:pt x="1104143" y="111647"/>
                </a:lnTo>
                <a:lnTo>
                  <a:pt x="1103831" y="111386"/>
                </a:lnTo>
                <a:lnTo>
                  <a:pt x="1103512" y="111136"/>
                </a:lnTo>
                <a:lnTo>
                  <a:pt x="1103187" y="110899"/>
                </a:lnTo>
                <a:lnTo>
                  <a:pt x="1102855" y="110674"/>
                </a:lnTo>
                <a:lnTo>
                  <a:pt x="1102517" y="110461"/>
                </a:lnTo>
                <a:lnTo>
                  <a:pt x="1102172" y="110261"/>
                </a:lnTo>
                <a:lnTo>
                  <a:pt x="1101821" y="110072"/>
                </a:lnTo>
                <a:lnTo>
                  <a:pt x="1101463" y="109896"/>
                </a:lnTo>
                <a:lnTo>
                  <a:pt x="1101099" y="109732"/>
                </a:lnTo>
                <a:lnTo>
                  <a:pt x="1100728" y="109580"/>
                </a:lnTo>
                <a:lnTo>
                  <a:pt x="1100351" y="109440"/>
                </a:lnTo>
                <a:lnTo>
                  <a:pt x="1099967" y="109312"/>
                </a:lnTo>
                <a:lnTo>
                  <a:pt x="1099577" y="109197"/>
                </a:lnTo>
                <a:lnTo>
                  <a:pt x="1099180" y="109094"/>
                </a:lnTo>
                <a:lnTo>
                  <a:pt x="1098777" y="109002"/>
                </a:lnTo>
                <a:lnTo>
                  <a:pt x="1098367" y="108923"/>
                </a:lnTo>
                <a:lnTo>
                  <a:pt x="1097951" y="108856"/>
                </a:lnTo>
                <a:lnTo>
                  <a:pt x="1097528" y="108802"/>
                </a:lnTo>
                <a:lnTo>
                  <a:pt x="1097099" y="108759"/>
                </a:lnTo>
                <a:lnTo>
                  <a:pt x="1096663" y="108729"/>
                </a:lnTo>
                <a:lnTo>
                  <a:pt x="1096220" y="108711"/>
                </a:lnTo>
                <a:lnTo>
                  <a:pt x="1095772" y="108704"/>
                </a:lnTo>
                <a:lnTo>
                  <a:pt x="1095315" y="108711"/>
                </a:lnTo>
                <a:lnTo>
                  <a:pt x="1094864" y="108729"/>
                </a:lnTo>
                <a:lnTo>
                  <a:pt x="1094420" y="108759"/>
                </a:lnTo>
                <a:lnTo>
                  <a:pt x="1093982" y="108802"/>
                </a:lnTo>
                <a:lnTo>
                  <a:pt x="1093551" y="108856"/>
                </a:lnTo>
                <a:lnTo>
                  <a:pt x="1093127" y="108923"/>
                </a:lnTo>
                <a:lnTo>
                  <a:pt x="1092709" y="109002"/>
                </a:lnTo>
                <a:lnTo>
                  <a:pt x="1092297" y="109094"/>
                </a:lnTo>
                <a:lnTo>
                  <a:pt x="1091892" y="109197"/>
                </a:lnTo>
                <a:lnTo>
                  <a:pt x="1091494" y="109312"/>
                </a:lnTo>
                <a:lnTo>
                  <a:pt x="1091102" y="109440"/>
                </a:lnTo>
                <a:lnTo>
                  <a:pt x="1090716" y="109580"/>
                </a:lnTo>
                <a:lnTo>
                  <a:pt x="1090337" y="109732"/>
                </a:lnTo>
                <a:lnTo>
                  <a:pt x="1089965" y="109896"/>
                </a:lnTo>
                <a:lnTo>
                  <a:pt x="1089599" y="110072"/>
                </a:lnTo>
                <a:lnTo>
                  <a:pt x="1089239" y="110261"/>
                </a:lnTo>
                <a:lnTo>
                  <a:pt x="1088886" y="110461"/>
                </a:lnTo>
                <a:lnTo>
                  <a:pt x="1088540" y="110674"/>
                </a:lnTo>
                <a:lnTo>
                  <a:pt x="1088200" y="110899"/>
                </a:lnTo>
                <a:lnTo>
                  <a:pt x="1087866" y="111136"/>
                </a:lnTo>
                <a:lnTo>
                  <a:pt x="1087540" y="111386"/>
                </a:lnTo>
                <a:lnTo>
                  <a:pt x="1087219" y="111647"/>
                </a:lnTo>
                <a:lnTo>
                  <a:pt x="1086905" y="111921"/>
                </a:lnTo>
                <a:lnTo>
                  <a:pt x="1086598" y="112206"/>
                </a:lnTo>
                <a:lnTo>
                  <a:pt x="1086300" y="112501"/>
                </a:lnTo>
                <a:lnTo>
                  <a:pt x="1086015" y="112803"/>
                </a:lnTo>
                <a:lnTo>
                  <a:pt x="1085742" y="113112"/>
                </a:lnTo>
                <a:lnTo>
                  <a:pt x="1085483" y="113427"/>
                </a:lnTo>
                <a:lnTo>
                  <a:pt x="1085236" y="113749"/>
                </a:lnTo>
                <a:lnTo>
                  <a:pt x="1085001" y="114077"/>
                </a:lnTo>
                <a:lnTo>
                  <a:pt x="1084779" y="114413"/>
                </a:lnTo>
                <a:lnTo>
                  <a:pt x="1084570" y="114755"/>
                </a:lnTo>
                <a:lnTo>
                  <a:pt x="1084374" y="115103"/>
                </a:lnTo>
                <a:lnTo>
                  <a:pt x="1084190" y="115458"/>
                </a:lnTo>
                <a:lnTo>
                  <a:pt x="1084019" y="115820"/>
                </a:lnTo>
                <a:lnTo>
                  <a:pt x="1083860" y="116189"/>
                </a:lnTo>
                <a:lnTo>
                  <a:pt x="1083715" y="116564"/>
                </a:lnTo>
                <a:lnTo>
                  <a:pt x="1083582" y="116946"/>
                </a:lnTo>
                <a:lnTo>
                  <a:pt x="1083461" y="117335"/>
                </a:lnTo>
                <a:lnTo>
                  <a:pt x="1083354" y="117730"/>
                </a:lnTo>
                <a:lnTo>
                  <a:pt x="1083259" y="118132"/>
                </a:lnTo>
                <a:lnTo>
                  <a:pt x="1083176" y="118541"/>
                </a:lnTo>
                <a:lnTo>
                  <a:pt x="1083106" y="118956"/>
                </a:lnTo>
                <a:lnTo>
                  <a:pt x="1083049" y="119378"/>
                </a:lnTo>
                <a:lnTo>
                  <a:pt x="1083005" y="119807"/>
                </a:lnTo>
                <a:lnTo>
                  <a:pt x="1082973" y="120243"/>
                </a:lnTo>
                <a:lnTo>
                  <a:pt x="1082954" y="120685"/>
                </a:lnTo>
                <a:lnTo>
                  <a:pt x="1082948" y="121133"/>
                </a:lnTo>
                <a:lnTo>
                  <a:pt x="1082954" y="121566"/>
                </a:lnTo>
                <a:lnTo>
                  <a:pt x="1082973" y="121993"/>
                </a:lnTo>
                <a:lnTo>
                  <a:pt x="1083005" y="122415"/>
                </a:lnTo>
                <a:lnTo>
                  <a:pt x="1083049" y="122831"/>
                </a:lnTo>
                <a:lnTo>
                  <a:pt x="1083106" y="123241"/>
                </a:lnTo>
                <a:lnTo>
                  <a:pt x="1083176" y="123646"/>
                </a:lnTo>
                <a:lnTo>
                  <a:pt x="1083259" y="124045"/>
                </a:lnTo>
                <a:lnTo>
                  <a:pt x="1083354" y="124438"/>
                </a:lnTo>
                <a:lnTo>
                  <a:pt x="1083461" y="124826"/>
                </a:lnTo>
                <a:lnTo>
                  <a:pt x="1083582" y="125208"/>
                </a:lnTo>
                <a:lnTo>
                  <a:pt x="1083715" y="125584"/>
                </a:lnTo>
                <a:lnTo>
                  <a:pt x="1083860" y="125955"/>
                </a:lnTo>
                <a:lnTo>
                  <a:pt x="1084019" y="126320"/>
                </a:lnTo>
                <a:lnTo>
                  <a:pt x="1084190" y="126679"/>
                </a:lnTo>
                <a:lnTo>
                  <a:pt x="1084374" y="127033"/>
                </a:lnTo>
                <a:lnTo>
                  <a:pt x="1084570" y="127381"/>
                </a:lnTo>
                <a:lnTo>
                  <a:pt x="1084779" y="127723"/>
                </a:lnTo>
                <a:lnTo>
                  <a:pt x="1085001" y="128060"/>
                </a:lnTo>
                <a:lnTo>
                  <a:pt x="1085236" y="128391"/>
                </a:lnTo>
                <a:lnTo>
                  <a:pt x="1085483" y="128717"/>
                </a:lnTo>
                <a:lnTo>
                  <a:pt x="1085742" y="129036"/>
                </a:lnTo>
                <a:lnTo>
                  <a:pt x="1086015" y="129351"/>
                </a:lnTo>
                <a:lnTo>
                  <a:pt x="1086300" y="129659"/>
                </a:lnTo>
                <a:lnTo>
                  <a:pt x="1086598" y="129962"/>
                </a:lnTo>
                <a:lnTo>
                  <a:pt x="1086905" y="130256"/>
                </a:lnTo>
                <a:lnTo>
                  <a:pt x="1087219" y="130537"/>
                </a:lnTo>
                <a:lnTo>
                  <a:pt x="1087540" y="130806"/>
                </a:lnTo>
                <a:lnTo>
                  <a:pt x="1087866" y="131062"/>
                </a:lnTo>
                <a:lnTo>
                  <a:pt x="1088200" y="131306"/>
                </a:lnTo>
                <a:lnTo>
                  <a:pt x="1088540" y="131537"/>
                </a:lnTo>
                <a:lnTo>
                  <a:pt x="1088886" y="131756"/>
                </a:lnTo>
                <a:lnTo>
                  <a:pt x="1089239" y="131962"/>
                </a:lnTo>
                <a:lnTo>
                  <a:pt x="1089599" y="132156"/>
                </a:lnTo>
                <a:lnTo>
                  <a:pt x="1089965" y="132337"/>
                </a:lnTo>
                <a:lnTo>
                  <a:pt x="1090337" y="132506"/>
                </a:lnTo>
                <a:lnTo>
                  <a:pt x="1090716" y="132662"/>
                </a:lnTo>
                <a:lnTo>
                  <a:pt x="1091102" y="132806"/>
                </a:lnTo>
                <a:lnTo>
                  <a:pt x="1091494" y="132937"/>
                </a:lnTo>
                <a:lnTo>
                  <a:pt x="1091892" y="133056"/>
                </a:lnTo>
                <a:lnTo>
                  <a:pt x="1092297" y="133162"/>
                </a:lnTo>
                <a:lnTo>
                  <a:pt x="1092709" y="133256"/>
                </a:lnTo>
                <a:lnTo>
                  <a:pt x="1093127" y="133337"/>
                </a:lnTo>
                <a:lnTo>
                  <a:pt x="1093551" y="133406"/>
                </a:lnTo>
                <a:lnTo>
                  <a:pt x="1093982" y="133462"/>
                </a:lnTo>
                <a:lnTo>
                  <a:pt x="1094420" y="133506"/>
                </a:lnTo>
                <a:lnTo>
                  <a:pt x="1094864" y="133537"/>
                </a:lnTo>
                <a:lnTo>
                  <a:pt x="1095315" y="133556"/>
                </a:lnTo>
                <a:lnTo>
                  <a:pt x="1095772" y="133562"/>
                </a:lnTo>
                <a:lnTo>
                  <a:pt x="1096220" y="133556"/>
                </a:lnTo>
                <a:lnTo>
                  <a:pt x="1096663" y="133537"/>
                </a:lnTo>
                <a:lnTo>
                  <a:pt x="1097099" y="133506"/>
                </a:lnTo>
                <a:lnTo>
                  <a:pt x="1097528" y="1334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" name="Text ifquadTree1.isLeaf:">
            <a:extLst xmlns:a="http://schemas.openxmlformats.org/drawingml/2006/main">
              <a:ext uri="{FF2B5EF4-FFF2-40B4-BE49-F238E27FC236}">
                <a16:creationId xmlns:a16="http://schemas.microsoft.com/office/drawing/2014/main" id="{1FC49D62-14EB-47F8-9D48-8DEE6B425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495" y="6652476"/>
            <a:ext cx="1680920" cy="171460"/>
          </a:xfrm>
          <a:custGeom xmlns:a="http://schemas.openxmlformats.org/drawingml/2006/main">
            <a:pathLst>
              <a:path w="1680920" h="171460">
                <a:moveTo>
                  <a:pt x="2069" y="136183"/>
                </a:moveTo>
                <a:lnTo>
                  <a:pt x="2069" y="37248"/>
                </a:lnTo>
                <a:lnTo>
                  <a:pt x="18526" y="37248"/>
                </a:lnTo>
                <a:lnTo>
                  <a:pt x="18526" y="136183"/>
                </a:lnTo>
                <a:lnTo>
                  <a:pt x="2069" y="136183"/>
                </a:lnTo>
                <a:moveTo>
                  <a:pt x="10248" y="19117"/>
                </a:moveTo>
                <a:cubicBezTo>
                  <a:pt x="7161" y="19117"/>
                  <a:pt x="4681" y="18214"/>
                  <a:pt x="2808" y="16407"/>
                </a:cubicBezTo>
                <a:cubicBezTo>
                  <a:pt x="936" y="14600"/>
                  <a:pt x="0" y="12318"/>
                  <a:pt x="0" y="9558"/>
                </a:cubicBezTo>
                <a:cubicBezTo>
                  <a:pt x="0" y="6799"/>
                  <a:pt x="936" y="4516"/>
                  <a:pt x="2808" y="2710"/>
                </a:cubicBezTo>
                <a:cubicBezTo>
                  <a:pt x="4681" y="903"/>
                  <a:pt x="7161" y="0"/>
                  <a:pt x="10248" y="0"/>
                </a:cubicBezTo>
                <a:cubicBezTo>
                  <a:pt x="13336" y="0"/>
                  <a:pt x="15832" y="903"/>
                  <a:pt x="17737" y="2710"/>
                </a:cubicBezTo>
                <a:cubicBezTo>
                  <a:pt x="19642" y="4516"/>
                  <a:pt x="20595" y="6799"/>
                  <a:pt x="20595" y="9558"/>
                </a:cubicBezTo>
                <a:cubicBezTo>
                  <a:pt x="20595" y="12318"/>
                  <a:pt x="19642" y="14600"/>
                  <a:pt x="17737" y="16407"/>
                </a:cubicBezTo>
                <a:cubicBezTo>
                  <a:pt x="15832" y="18214"/>
                  <a:pt x="13336" y="19117"/>
                  <a:pt x="10248" y="19117"/>
                </a:cubicBezTo>
                <a:close/>
                <a:moveTo>
                  <a:pt x="55671" y="136183"/>
                </a:moveTo>
                <a:lnTo>
                  <a:pt x="55671" y="50551"/>
                </a:lnTo>
                <a:lnTo>
                  <a:pt x="39609" y="50551"/>
                </a:lnTo>
                <a:lnTo>
                  <a:pt x="39609" y="37248"/>
                </a:lnTo>
                <a:lnTo>
                  <a:pt x="55671" y="37248"/>
                </a:lnTo>
                <a:lnTo>
                  <a:pt x="55671" y="32176"/>
                </a:lnTo>
                <a:cubicBezTo>
                  <a:pt x="55671" y="27705"/>
                  <a:pt x="56081" y="23689"/>
                  <a:pt x="56902" y="20127"/>
                </a:cubicBezTo>
                <a:cubicBezTo>
                  <a:pt x="57723" y="16563"/>
                  <a:pt x="59169" y="13559"/>
                  <a:pt x="61238" y="11113"/>
                </a:cubicBezTo>
                <a:cubicBezTo>
                  <a:pt x="63307" y="8666"/>
                  <a:pt x="66198" y="6794"/>
                  <a:pt x="69910" y="5497"/>
                </a:cubicBezTo>
                <a:cubicBezTo>
                  <a:pt x="73621" y="4197"/>
                  <a:pt x="78433" y="3547"/>
                  <a:pt x="84346" y="3547"/>
                </a:cubicBezTo>
                <a:lnTo>
                  <a:pt x="94298" y="3547"/>
                </a:lnTo>
                <a:lnTo>
                  <a:pt x="94298" y="16456"/>
                </a:lnTo>
                <a:lnTo>
                  <a:pt x="85430" y="16456"/>
                </a:lnTo>
                <a:cubicBezTo>
                  <a:pt x="79583" y="16456"/>
                  <a:pt x="75888" y="17837"/>
                  <a:pt x="74344" y="20598"/>
                </a:cubicBezTo>
                <a:cubicBezTo>
                  <a:pt x="72800" y="23359"/>
                  <a:pt x="72028" y="27356"/>
                  <a:pt x="72028" y="32589"/>
                </a:cubicBezTo>
                <a:lnTo>
                  <a:pt x="72028" y="37248"/>
                </a:lnTo>
                <a:lnTo>
                  <a:pt x="94397" y="37248"/>
                </a:lnTo>
                <a:lnTo>
                  <a:pt x="94397" y="50551"/>
                </a:lnTo>
                <a:lnTo>
                  <a:pt x="72028" y="50551"/>
                </a:lnTo>
                <a:lnTo>
                  <a:pt x="72028" y="136183"/>
                </a:lnTo>
                <a:lnTo>
                  <a:pt x="55671" y="136183"/>
                </a:lnTo>
                <a:close/>
                <a:moveTo>
                  <a:pt x="218060" y="171460"/>
                </a:moveTo>
                <a:lnTo>
                  <a:pt x="218060" y="121697"/>
                </a:lnTo>
                <a:cubicBezTo>
                  <a:pt x="214644" y="126624"/>
                  <a:pt x="210227" y="130566"/>
                  <a:pt x="204807" y="133522"/>
                </a:cubicBezTo>
                <a:cubicBezTo>
                  <a:pt x="199387" y="136478"/>
                  <a:pt x="193097" y="137956"/>
                  <a:pt x="185936" y="137956"/>
                </a:cubicBezTo>
                <a:cubicBezTo>
                  <a:pt x="177987" y="137956"/>
                  <a:pt x="171139" y="136031"/>
                  <a:pt x="165391" y="132179"/>
                </a:cubicBezTo>
                <a:cubicBezTo>
                  <a:pt x="159643" y="128326"/>
                  <a:pt x="155241" y="122548"/>
                  <a:pt x="152186" y="114846"/>
                </a:cubicBezTo>
                <a:cubicBezTo>
                  <a:pt x="149132" y="107141"/>
                  <a:pt x="147604" y="97645"/>
                  <a:pt x="147604" y="86358"/>
                </a:cubicBezTo>
                <a:cubicBezTo>
                  <a:pt x="147604" y="75209"/>
                  <a:pt x="149263" y="65883"/>
                  <a:pt x="152580" y="58382"/>
                </a:cubicBezTo>
                <a:cubicBezTo>
                  <a:pt x="155898" y="50881"/>
                  <a:pt x="160562" y="45204"/>
                  <a:pt x="166573" y="41353"/>
                </a:cubicBezTo>
                <a:cubicBezTo>
                  <a:pt x="172584" y="37500"/>
                  <a:pt x="179663" y="35573"/>
                  <a:pt x="187809" y="35573"/>
                </a:cubicBezTo>
                <a:cubicBezTo>
                  <a:pt x="194904" y="35573"/>
                  <a:pt x="200947" y="37100"/>
                  <a:pt x="205940" y="40155"/>
                </a:cubicBezTo>
                <a:cubicBezTo>
                  <a:pt x="210933" y="43210"/>
                  <a:pt x="214973" y="47234"/>
                  <a:pt x="218060" y="52226"/>
                </a:cubicBezTo>
                <a:lnTo>
                  <a:pt x="218652" y="37248"/>
                </a:lnTo>
                <a:lnTo>
                  <a:pt x="234517" y="37248"/>
                </a:lnTo>
                <a:lnTo>
                  <a:pt x="234517" y="171460"/>
                </a:lnTo>
                <a:lnTo>
                  <a:pt x="218060" y="171460"/>
                </a:lnTo>
                <a:moveTo>
                  <a:pt x="188893" y="124456"/>
                </a:moveTo>
                <a:cubicBezTo>
                  <a:pt x="196053" y="124456"/>
                  <a:pt x="201982" y="122698"/>
                  <a:pt x="206679" y="119181"/>
                </a:cubicBezTo>
                <a:cubicBezTo>
                  <a:pt x="211376" y="115665"/>
                  <a:pt x="215170" y="111380"/>
                  <a:pt x="218060" y="106328"/>
                </a:cubicBezTo>
                <a:lnTo>
                  <a:pt x="218060" y="68230"/>
                </a:lnTo>
                <a:cubicBezTo>
                  <a:pt x="215367" y="62835"/>
                  <a:pt x="211852" y="58294"/>
                  <a:pt x="207517" y="54607"/>
                </a:cubicBezTo>
                <a:cubicBezTo>
                  <a:pt x="203181" y="50920"/>
                  <a:pt x="197663" y="49042"/>
                  <a:pt x="190962" y="48974"/>
                </a:cubicBezTo>
                <a:cubicBezTo>
                  <a:pt x="182225" y="48974"/>
                  <a:pt x="175573" y="52236"/>
                  <a:pt x="171008" y="58758"/>
                </a:cubicBezTo>
                <a:cubicBezTo>
                  <a:pt x="166442" y="65278"/>
                  <a:pt x="164159" y="74478"/>
                  <a:pt x="164159" y="86358"/>
                </a:cubicBezTo>
                <a:cubicBezTo>
                  <a:pt x="164159" y="98785"/>
                  <a:pt x="166310" y="108241"/>
                  <a:pt x="170613" y="114729"/>
                </a:cubicBezTo>
                <a:cubicBezTo>
                  <a:pt x="174916" y="121214"/>
                  <a:pt x="181009" y="124456"/>
                  <a:pt x="188893" y="124456"/>
                </a:cubicBezTo>
                <a:close/>
                <a:moveTo>
                  <a:pt x="296688" y="137956"/>
                </a:moveTo>
                <a:cubicBezTo>
                  <a:pt x="285586" y="137956"/>
                  <a:pt x="277572" y="134766"/>
                  <a:pt x="272645" y="128386"/>
                </a:cubicBezTo>
                <a:cubicBezTo>
                  <a:pt x="267718" y="122003"/>
                  <a:pt x="265254" y="113211"/>
                  <a:pt x="265254" y="102011"/>
                </a:cubicBezTo>
                <a:lnTo>
                  <a:pt x="265254" y="37248"/>
                </a:lnTo>
                <a:lnTo>
                  <a:pt x="281809" y="37248"/>
                </a:lnTo>
                <a:lnTo>
                  <a:pt x="281809" y="100024"/>
                </a:lnTo>
                <a:cubicBezTo>
                  <a:pt x="281809" y="104531"/>
                  <a:pt x="282302" y="108558"/>
                  <a:pt x="283287" y="112108"/>
                </a:cubicBezTo>
                <a:cubicBezTo>
                  <a:pt x="284272" y="115657"/>
                  <a:pt x="286145" y="118423"/>
                  <a:pt x="288904" y="120404"/>
                </a:cubicBezTo>
                <a:cubicBezTo>
                  <a:pt x="291663" y="122383"/>
                  <a:pt x="295637" y="123372"/>
                  <a:pt x="300827" y="123372"/>
                </a:cubicBezTo>
                <a:cubicBezTo>
                  <a:pt x="308053" y="123372"/>
                  <a:pt x="314097" y="121819"/>
                  <a:pt x="318959" y="118713"/>
                </a:cubicBezTo>
                <a:cubicBezTo>
                  <a:pt x="323820" y="115607"/>
                  <a:pt x="327729" y="112005"/>
                  <a:pt x="330685" y="107908"/>
                </a:cubicBezTo>
                <a:lnTo>
                  <a:pt x="330685" y="37248"/>
                </a:lnTo>
                <a:lnTo>
                  <a:pt x="347240" y="37248"/>
                </a:lnTo>
                <a:lnTo>
                  <a:pt x="347240" y="136183"/>
                </a:lnTo>
                <a:lnTo>
                  <a:pt x="331375" y="136183"/>
                </a:lnTo>
                <a:lnTo>
                  <a:pt x="330882" y="121697"/>
                </a:lnTo>
                <a:cubicBezTo>
                  <a:pt x="327794" y="125507"/>
                  <a:pt x="323442" y="129170"/>
                  <a:pt x="317825" y="132684"/>
                </a:cubicBezTo>
                <a:cubicBezTo>
                  <a:pt x="312209" y="136199"/>
                  <a:pt x="305163" y="137956"/>
                  <a:pt x="296688" y="137956"/>
                </a:cubicBezTo>
                <a:close/>
                <a:moveTo>
                  <a:pt x="404996" y="137956"/>
                </a:moveTo>
                <a:cubicBezTo>
                  <a:pt x="399477" y="137956"/>
                  <a:pt x="394435" y="136880"/>
                  <a:pt x="389870" y="134726"/>
                </a:cubicBezTo>
                <a:cubicBezTo>
                  <a:pt x="385304" y="132573"/>
                  <a:pt x="381658" y="129393"/>
                  <a:pt x="378932" y="125186"/>
                </a:cubicBezTo>
                <a:cubicBezTo>
                  <a:pt x="376205" y="120980"/>
                  <a:pt x="374842" y="115781"/>
                  <a:pt x="374842" y="109589"/>
                </a:cubicBezTo>
                <a:cubicBezTo>
                  <a:pt x="374842" y="100774"/>
                  <a:pt x="377536" y="94078"/>
                  <a:pt x="382923" y="89502"/>
                </a:cubicBezTo>
                <a:cubicBezTo>
                  <a:pt x="388309" y="84926"/>
                  <a:pt x="395930" y="81814"/>
                  <a:pt x="405784" y="80166"/>
                </a:cubicBezTo>
                <a:cubicBezTo>
                  <a:pt x="415638" y="78517"/>
                  <a:pt x="427167" y="77625"/>
                  <a:pt x="440372" y="77490"/>
                </a:cubicBezTo>
                <a:lnTo>
                  <a:pt x="440372" y="70429"/>
                </a:lnTo>
                <a:cubicBezTo>
                  <a:pt x="440372" y="61775"/>
                  <a:pt x="438335" y="55839"/>
                  <a:pt x="434262" y="52620"/>
                </a:cubicBezTo>
                <a:cubicBezTo>
                  <a:pt x="430189" y="49401"/>
                  <a:pt x="425032" y="47792"/>
                  <a:pt x="418791" y="47792"/>
                </a:cubicBezTo>
                <a:cubicBezTo>
                  <a:pt x="412156" y="47792"/>
                  <a:pt x="406572" y="49546"/>
                  <a:pt x="402039" y="53055"/>
                </a:cubicBezTo>
                <a:cubicBezTo>
                  <a:pt x="397507" y="56563"/>
                  <a:pt x="395240" y="62101"/>
                  <a:pt x="395240" y="69668"/>
                </a:cubicBezTo>
                <a:lnTo>
                  <a:pt x="379277" y="69668"/>
                </a:lnTo>
                <a:cubicBezTo>
                  <a:pt x="379277" y="61551"/>
                  <a:pt x="380968" y="54990"/>
                  <a:pt x="384351" y="49985"/>
                </a:cubicBezTo>
                <a:cubicBezTo>
                  <a:pt x="387735" y="44977"/>
                  <a:pt x="392399" y="41324"/>
                  <a:pt x="398344" y="39025"/>
                </a:cubicBezTo>
                <a:cubicBezTo>
                  <a:pt x="404289" y="36724"/>
                  <a:pt x="411105" y="35573"/>
                  <a:pt x="418791" y="35573"/>
                </a:cubicBezTo>
                <a:cubicBezTo>
                  <a:pt x="423718" y="35573"/>
                  <a:pt x="428432" y="36047"/>
                  <a:pt x="432932" y="36996"/>
                </a:cubicBezTo>
                <a:cubicBezTo>
                  <a:pt x="437432" y="37942"/>
                  <a:pt x="441472" y="39668"/>
                  <a:pt x="445052" y="42172"/>
                </a:cubicBezTo>
                <a:cubicBezTo>
                  <a:pt x="448633" y="44677"/>
                  <a:pt x="451474" y="48180"/>
                  <a:pt x="453576" y="52682"/>
                </a:cubicBezTo>
                <a:cubicBezTo>
                  <a:pt x="455678" y="57182"/>
                  <a:pt x="456729" y="62985"/>
                  <a:pt x="456729" y="70090"/>
                </a:cubicBezTo>
                <a:lnTo>
                  <a:pt x="456729" y="136183"/>
                </a:lnTo>
                <a:lnTo>
                  <a:pt x="441357" y="136183"/>
                </a:lnTo>
                <a:lnTo>
                  <a:pt x="440667" y="121599"/>
                </a:lnTo>
                <a:cubicBezTo>
                  <a:pt x="436266" y="126526"/>
                  <a:pt x="431158" y="130484"/>
                  <a:pt x="425344" y="133473"/>
                </a:cubicBezTo>
                <a:cubicBezTo>
                  <a:pt x="419530" y="136462"/>
                  <a:pt x="412747" y="137956"/>
                  <a:pt x="404996" y="137956"/>
                </a:cubicBezTo>
                <a:moveTo>
                  <a:pt x="409331" y="125343"/>
                </a:moveTo>
                <a:cubicBezTo>
                  <a:pt x="415901" y="125343"/>
                  <a:pt x="421813" y="123738"/>
                  <a:pt x="427069" y="120527"/>
                </a:cubicBezTo>
                <a:cubicBezTo>
                  <a:pt x="432324" y="117314"/>
                  <a:pt x="436726" y="113248"/>
                  <a:pt x="440273" y="108330"/>
                </a:cubicBezTo>
                <a:lnTo>
                  <a:pt x="440273" y="88033"/>
                </a:lnTo>
                <a:cubicBezTo>
                  <a:pt x="422799" y="88239"/>
                  <a:pt x="410268" y="89948"/>
                  <a:pt x="402680" y="93161"/>
                </a:cubicBezTo>
                <a:cubicBezTo>
                  <a:pt x="395092" y="96371"/>
                  <a:pt x="391299" y="101632"/>
                  <a:pt x="391299" y="108942"/>
                </a:cubicBezTo>
                <a:cubicBezTo>
                  <a:pt x="391299" y="113931"/>
                  <a:pt x="392826" y="117912"/>
                  <a:pt x="395881" y="120884"/>
                </a:cubicBezTo>
                <a:cubicBezTo>
                  <a:pt x="398935" y="123857"/>
                  <a:pt x="403419" y="125343"/>
                  <a:pt x="409331" y="125343"/>
                </a:cubicBezTo>
                <a:close/>
                <a:moveTo>
                  <a:pt x="520238" y="137956"/>
                </a:moveTo>
                <a:cubicBezTo>
                  <a:pt x="512420" y="137956"/>
                  <a:pt x="505654" y="136029"/>
                  <a:pt x="499938" y="132173"/>
                </a:cubicBezTo>
                <a:cubicBezTo>
                  <a:pt x="494223" y="128318"/>
                  <a:pt x="489805" y="122551"/>
                  <a:pt x="486685" y="114873"/>
                </a:cubicBezTo>
                <a:cubicBezTo>
                  <a:pt x="483564" y="107195"/>
                  <a:pt x="482004" y="97708"/>
                  <a:pt x="482004" y="86411"/>
                </a:cubicBezTo>
                <a:cubicBezTo>
                  <a:pt x="482004" y="75181"/>
                  <a:pt x="483663" y="65813"/>
                  <a:pt x="486980" y="58305"/>
                </a:cubicBezTo>
                <a:cubicBezTo>
                  <a:pt x="490298" y="50795"/>
                  <a:pt x="494978" y="45129"/>
                  <a:pt x="501022" y="41307"/>
                </a:cubicBezTo>
                <a:cubicBezTo>
                  <a:pt x="507066" y="37484"/>
                  <a:pt x="514194" y="35573"/>
                  <a:pt x="522405" y="35573"/>
                </a:cubicBezTo>
                <a:cubicBezTo>
                  <a:pt x="529238" y="35573"/>
                  <a:pt x="535183" y="37068"/>
                  <a:pt x="540241" y="40057"/>
                </a:cubicBezTo>
                <a:cubicBezTo>
                  <a:pt x="545300" y="43046"/>
                  <a:pt x="549373" y="47102"/>
                  <a:pt x="552460" y="52226"/>
                </a:cubicBezTo>
                <a:lnTo>
                  <a:pt x="552460" y="3547"/>
                </a:lnTo>
                <a:lnTo>
                  <a:pt x="568916" y="3547"/>
                </a:lnTo>
                <a:lnTo>
                  <a:pt x="568916" y="136183"/>
                </a:lnTo>
                <a:lnTo>
                  <a:pt x="553347" y="136183"/>
                </a:lnTo>
                <a:lnTo>
                  <a:pt x="552460" y="122190"/>
                </a:lnTo>
                <a:cubicBezTo>
                  <a:pt x="549044" y="126854"/>
                  <a:pt x="544643" y="130648"/>
                  <a:pt x="539256" y="133571"/>
                </a:cubicBezTo>
                <a:cubicBezTo>
                  <a:pt x="533869" y="136495"/>
                  <a:pt x="527530" y="137956"/>
                  <a:pt x="520238" y="137956"/>
                </a:cubicBezTo>
                <a:moveTo>
                  <a:pt x="523588" y="124456"/>
                </a:moveTo>
                <a:cubicBezTo>
                  <a:pt x="530617" y="124456"/>
                  <a:pt x="536464" y="122730"/>
                  <a:pt x="541128" y="119277"/>
                </a:cubicBezTo>
                <a:cubicBezTo>
                  <a:pt x="545792" y="115824"/>
                  <a:pt x="549570" y="111671"/>
                  <a:pt x="552460" y="106818"/>
                </a:cubicBezTo>
                <a:lnTo>
                  <a:pt x="552460" y="68359"/>
                </a:lnTo>
                <a:cubicBezTo>
                  <a:pt x="549767" y="62753"/>
                  <a:pt x="546236" y="58120"/>
                  <a:pt x="541867" y="54462"/>
                </a:cubicBezTo>
                <a:cubicBezTo>
                  <a:pt x="537499" y="50804"/>
                  <a:pt x="531997" y="48974"/>
                  <a:pt x="525362" y="48974"/>
                </a:cubicBezTo>
                <a:cubicBezTo>
                  <a:pt x="516624" y="48974"/>
                  <a:pt x="510039" y="52222"/>
                  <a:pt x="505604" y="58718"/>
                </a:cubicBezTo>
                <a:cubicBezTo>
                  <a:pt x="501170" y="65213"/>
                  <a:pt x="498953" y="74443"/>
                  <a:pt x="498953" y="86407"/>
                </a:cubicBezTo>
                <a:cubicBezTo>
                  <a:pt x="498953" y="98782"/>
                  <a:pt x="501039" y="108218"/>
                  <a:pt x="505210" y="114713"/>
                </a:cubicBezTo>
                <a:cubicBezTo>
                  <a:pt x="509382" y="121209"/>
                  <a:pt x="515508" y="124456"/>
                  <a:pt x="523588" y="124456"/>
                </a:cubicBezTo>
                <a:close/>
                <a:moveTo>
                  <a:pt x="624894" y="136183"/>
                </a:moveTo>
                <a:lnTo>
                  <a:pt x="624894" y="18427"/>
                </a:lnTo>
                <a:lnTo>
                  <a:pt x="587154" y="18427"/>
                </a:lnTo>
                <a:lnTo>
                  <a:pt x="587154" y="3547"/>
                </a:lnTo>
                <a:lnTo>
                  <a:pt x="680176" y="3547"/>
                </a:lnTo>
                <a:lnTo>
                  <a:pt x="680176" y="18427"/>
                </a:lnTo>
                <a:lnTo>
                  <a:pt x="642533" y="18427"/>
                </a:lnTo>
                <a:lnTo>
                  <a:pt x="642533" y="136183"/>
                </a:lnTo>
                <a:lnTo>
                  <a:pt x="624894" y="136183"/>
                </a:lnTo>
                <a:close/>
                <a:moveTo>
                  <a:pt x="689839" y="136183"/>
                </a:moveTo>
                <a:lnTo>
                  <a:pt x="689839" y="37248"/>
                </a:lnTo>
                <a:lnTo>
                  <a:pt x="705310" y="37248"/>
                </a:lnTo>
                <a:lnTo>
                  <a:pt x="705901" y="53113"/>
                </a:lnTo>
                <a:cubicBezTo>
                  <a:pt x="708595" y="48120"/>
                  <a:pt x="712339" y="43949"/>
                  <a:pt x="717135" y="40599"/>
                </a:cubicBezTo>
                <a:cubicBezTo>
                  <a:pt x="721930" y="37248"/>
                  <a:pt x="728171" y="35573"/>
                  <a:pt x="735857" y="35573"/>
                </a:cubicBezTo>
                <a:lnTo>
                  <a:pt x="737828" y="35573"/>
                </a:lnTo>
                <a:lnTo>
                  <a:pt x="737828" y="50650"/>
                </a:lnTo>
                <a:lnTo>
                  <a:pt x="735562" y="50650"/>
                </a:lnTo>
                <a:cubicBezTo>
                  <a:pt x="730766" y="50650"/>
                  <a:pt x="726562" y="51300"/>
                  <a:pt x="722949" y="52602"/>
                </a:cubicBezTo>
                <a:cubicBezTo>
                  <a:pt x="719335" y="53902"/>
                  <a:pt x="716182" y="55698"/>
                  <a:pt x="713489" y="57991"/>
                </a:cubicBezTo>
                <a:cubicBezTo>
                  <a:pt x="710795" y="60284"/>
                  <a:pt x="708397" y="62936"/>
                  <a:pt x="706295" y="65948"/>
                </a:cubicBezTo>
                <a:lnTo>
                  <a:pt x="706295" y="136183"/>
                </a:lnTo>
                <a:lnTo>
                  <a:pt x="689839" y="136183"/>
                </a:lnTo>
                <a:close/>
                <a:moveTo>
                  <a:pt x="792914" y="137956"/>
                </a:moveTo>
                <a:cubicBezTo>
                  <a:pt x="782469" y="137956"/>
                  <a:pt x="773912" y="135707"/>
                  <a:pt x="767245" y="131209"/>
                </a:cubicBezTo>
                <a:cubicBezTo>
                  <a:pt x="760577" y="126709"/>
                  <a:pt x="755633" y="120588"/>
                  <a:pt x="752414" y="112844"/>
                </a:cubicBezTo>
                <a:cubicBezTo>
                  <a:pt x="749195" y="105098"/>
                  <a:pt x="747586" y="96389"/>
                  <a:pt x="747586" y="86715"/>
                </a:cubicBezTo>
                <a:cubicBezTo>
                  <a:pt x="747586" y="76636"/>
                  <a:pt x="749146" y="67757"/>
                  <a:pt x="752266" y="60079"/>
                </a:cubicBezTo>
                <a:cubicBezTo>
                  <a:pt x="755387" y="52401"/>
                  <a:pt x="760150" y="46397"/>
                  <a:pt x="766555" y="42067"/>
                </a:cubicBezTo>
                <a:cubicBezTo>
                  <a:pt x="772960" y="37738"/>
                  <a:pt x="781089" y="35573"/>
                  <a:pt x="790943" y="35573"/>
                </a:cubicBezTo>
                <a:cubicBezTo>
                  <a:pt x="804016" y="35573"/>
                  <a:pt x="814265" y="39627"/>
                  <a:pt x="821688" y="47733"/>
                </a:cubicBezTo>
                <a:cubicBezTo>
                  <a:pt x="829111" y="55838"/>
                  <a:pt x="832823" y="67491"/>
                  <a:pt x="832823" y="82691"/>
                </a:cubicBezTo>
                <a:cubicBezTo>
                  <a:pt x="832823" y="83705"/>
                  <a:pt x="832790" y="84905"/>
                  <a:pt x="832725" y="86290"/>
                </a:cubicBezTo>
                <a:cubicBezTo>
                  <a:pt x="832659" y="87674"/>
                  <a:pt x="832560" y="88670"/>
                  <a:pt x="832429" y="89277"/>
                </a:cubicBezTo>
                <a:lnTo>
                  <a:pt x="764042" y="89277"/>
                </a:lnTo>
                <a:cubicBezTo>
                  <a:pt x="764108" y="95785"/>
                  <a:pt x="765110" y="101762"/>
                  <a:pt x="767047" y="107209"/>
                </a:cubicBezTo>
                <a:cubicBezTo>
                  <a:pt x="768985" y="112655"/>
                  <a:pt x="772057" y="117023"/>
                  <a:pt x="776261" y="120311"/>
                </a:cubicBezTo>
                <a:cubicBezTo>
                  <a:pt x="780465" y="123600"/>
                  <a:pt x="786016" y="125245"/>
                  <a:pt x="792914" y="125245"/>
                </a:cubicBezTo>
                <a:cubicBezTo>
                  <a:pt x="800272" y="125245"/>
                  <a:pt x="806020" y="123432"/>
                  <a:pt x="810159" y="119806"/>
                </a:cubicBezTo>
                <a:cubicBezTo>
                  <a:pt x="814298" y="116181"/>
                  <a:pt x="816465" y="110950"/>
                  <a:pt x="816662" y="104114"/>
                </a:cubicBezTo>
                <a:lnTo>
                  <a:pt x="832922" y="104114"/>
                </a:lnTo>
                <a:cubicBezTo>
                  <a:pt x="832725" y="111092"/>
                  <a:pt x="830984" y="117105"/>
                  <a:pt x="827699" y="122153"/>
                </a:cubicBezTo>
                <a:cubicBezTo>
                  <a:pt x="824414" y="127201"/>
                  <a:pt x="819816" y="131097"/>
                  <a:pt x="813903" y="133842"/>
                </a:cubicBezTo>
                <a:cubicBezTo>
                  <a:pt x="807991" y="136585"/>
                  <a:pt x="800995" y="137956"/>
                  <a:pt x="792914" y="137956"/>
                </a:cubicBezTo>
                <a:moveTo>
                  <a:pt x="764141" y="77256"/>
                </a:moveTo>
                <a:lnTo>
                  <a:pt x="816564" y="77256"/>
                </a:lnTo>
                <a:cubicBezTo>
                  <a:pt x="816367" y="67843"/>
                  <a:pt x="814035" y="60645"/>
                  <a:pt x="809568" y="55663"/>
                </a:cubicBezTo>
                <a:cubicBezTo>
                  <a:pt x="805100" y="50678"/>
                  <a:pt x="798892" y="48186"/>
                  <a:pt x="790943" y="48186"/>
                </a:cubicBezTo>
                <a:cubicBezTo>
                  <a:pt x="782929" y="48186"/>
                  <a:pt x="776639" y="50661"/>
                  <a:pt x="772073" y="55611"/>
                </a:cubicBezTo>
                <a:cubicBezTo>
                  <a:pt x="767507" y="60558"/>
                  <a:pt x="764863" y="67773"/>
                  <a:pt x="764141" y="77256"/>
                </a:cubicBezTo>
                <a:close/>
                <a:moveTo>
                  <a:pt x="900076" y="137956"/>
                </a:moveTo>
                <a:cubicBezTo>
                  <a:pt x="889631" y="137956"/>
                  <a:pt x="881074" y="135707"/>
                  <a:pt x="874406" y="131209"/>
                </a:cubicBezTo>
                <a:cubicBezTo>
                  <a:pt x="867738" y="126709"/>
                  <a:pt x="862795" y="120588"/>
                  <a:pt x="859576" y="112844"/>
                </a:cubicBezTo>
                <a:cubicBezTo>
                  <a:pt x="856357" y="105098"/>
                  <a:pt x="854747" y="96389"/>
                  <a:pt x="854747" y="86715"/>
                </a:cubicBezTo>
                <a:cubicBezTo>
                  <a:pt x="854747" y="76636"/>
                  <a:pt x="856308" y="67757"/>
                  <a:pt x="859428" y="60079"/>
                </a:cubicBezTo>
                <a:cubicBezTo>
                  <a:pt x="862549" y="52401"/>
                  <a:pt x="867311" y="46397"/>
                  <a:pt x="873716" y="42067"/>
                </a:cubicBezTo>
                <a:cubicBezTo>
                  <a:pt x="880122" y="37738"/>
                  <a:pt x="888251" y="35573"/>
                  <a:pt x="898105" y="35573"/>
                </a:cubicBezTo>
                <a:cubicBezTo>
                  <a:pt x="911178" y="35573"/>
                  <a:pt x="921426" y="39627"/>
                  <a:pt x="928850" y="47733"/>
                </a:cubicBezTo>
                <a:cubicBezTo>
                  <a:pt x="936273" y="55838"/>
                  <a:pt x="939985" y="67491"/>
                  <a:pt x="939985" y="82691"/>
                </a:cubicBezTo>
                <a:cubicBezTo>
                  <a:pt x="939985" y="83705"/>
                  <a:pt x="939952" y="84905"/>
                  <a:pt x="939886" y="86290"/>
                </a:cubicBezTo>
                <a:cubicBezTo>
                  <a:pt x="939821" y="87674"/>
                  <a:pt x="939722" y="88670"/>
                  <a:pt x="939591" y="89277"/>
                </a:cubicBezTo>
                <a:lnTo>
                  <a:pt x="871204" y="89277"/>
                </a:lnTo>
                <a:cubicBezTo>
                  <a:pt x="871269" y="95785"/>
                  <a:pt x="872271" y="101762"/>
                  <a:pt x="874209" y="107209"/>
                </a:cubicBezTo>
                <a:cubicBezTo>
                  <a:pt x="876147" y="112655"/>
                  <a:pt x="879218" y="117023"/>
                  <a:pt x="883423" y="120311"/>
                </a:cubicBezTo>
                <a:cubicBezTo>
                  <a:pt x="887627" y="123600"/>
                  <a:pt x="893178" y="125245"/>
                  <a:pt x="900076" y="125245"/>
                </a:cubicBezTo>
                <a:cubicBezTo>
                  <a:pt x="907434" y="125245"/>
                  <a:pt x="913182" y="123432"/>
                  <a:pt x="917320" y="119806"/>
                </a:cubicBezTo>
                <a:cubicBezTo>
                  <a:pt x="921459" y="116181"/>
                  <a:pt x="923627" y="110950"/>
                  <a:pt x="923824" y="104114"/>
                </a:cubicBezTo>
                <a:lnTo>
                  <a:pt x="940083" y="104114"/>
                </a:lnTo>
                <a:cubicBezTo>
                  <a:pt x="939886" y="111092"/>
                  <a:pt x="938145" y="117105"/>
                  <a:pt x="934861" y="122153"/>
                </a:cubicBezTo>
                <a:cubicBezTo>
                  <a:pt x="931576" y="127201"/>
                  <a:pt x="926977" y="131097"/>
                  <a:pt x="921065" y="133842"/>
                </a:cubicBezTo>
                <a:cubicBezTo>
                  <a:pt x="915153" y="136585"/>
                  <a:pt x="908156" y="137956"/>
                  <a:pt x="900076" y="137956"/>
                </a:cubicBezTo>
                <a:moveTo>
                  <a:pt x="871302" y="77256"/>
                </a:moveTo>
                <a:lnTo>
                  <a:pt x="923726" y="77256"/>
                </a:lnTo>
                <a:cubicBezTo>
                  <a:pt x="923529" y="67843"/>
                  <a:pt x="921196" y="60645"/>
                  <a:pt x="916729" y="55663"/>
                </a:cubicBezTo>
                <a:cubicBezTo>
                  <a:pt x="912262" y="50678"/>
                  <a:pt x="906054" y="48186"/>
                  <a:pt x="898105" y="48186"/>
                </a:cubicBezTo>
                <a:cubicBezTo>
                  <a:pt x="890091" y="48186"/>
                  <a:pt x="883800" y="50661"/>
                  <a:pt x="879235" y="55611"/>
                </a:cubicBezTo>
                <a:cubicBezTo>
                  <a:pt x="874669" y="60558"/>
                  <a:pt x="872025" y="67773"/>
                  <a:pt x="871302" y="77256"/>
                </a:cubicBezTo>
                <a:close/>
                <a:moveTo>
                  <a:pt x="998424" y="136183"/>
                </a:moveTo>
                <a:lnTo>
                  <a:pt x="998424" y="28872"/>
                </a:lnTo>
                <a:cubicBezTo>
                  <a:pt x="996650" y="31287"/>
                  <a:pt x="994137" y="33619"/>
                  <a:pt x="990885" y="35869"/>
                </a:cubicBezTo>
                <a:cubicBezTo>
                  <a:pt x="987634" y="38119"/>
                  <a:pt x="983774" y="40124"/>
                  <a:pt x="979307" y="41886"/>
                </a:cubicBezTo>
                <a:cubicBezTo>
                  <a:pt x="974840" y="43647"/>
                  <a:pt x="969847" y="44919"/>
                  <a:pt x="964329" y="45701"/>
                </a:cubicBezTo>
                <a:lnTo>
                  <a:pt x="964329" y="30132"/>
                </a:lnTo>
                <a:cubicBezTo>
                  <a:pt x="969781" y="29216"/>
                  <a:pt x="974856" y="27550"/>
                  <a:pt x="979553" y="25134"/>
                </a:cubicBezTo>
                <a:cubicBezTo>
                  <a:pt x="984250" y="22716"/>
                  <a:pt x="988389" y="19938"/>
                  <a:pt x="991969" y="16801"/>
                </a:cubicBezTo>
                <a:cubicBezTo>
                  <a:pt x="995550" y="13664"/>
                  <a:pt x="998358" y="10659"/>
                  <a:pt x="1000395" y="7785"/>
                </a:cubicBezTo>
                <a:lnTo>
                  <a:pt x="1015668" y="7785"/>
                </a:lnTo>
                <a:lnTo>
                  <a:pt x="1015668" y="136183"/>
                </a:lnTo>
                <a:lnTo>
                  <a:pt x="998424" y="136183"/>
                </a:lnTo>
                <a:close/>
                <a:moveTo>
                  <a:pt x="1087999" y="136183"/>
                </a:moveTo>
                <a:cubicBezTo>
                  <a:pt x="1084320" y="136183"/>
                  <a:pt x="1081265" y="134984"/>
                  <a:pt x="1078834" y="132586"/>
                </a:cubicBezTo>
                <a:cubicBezTo>
                  <a:pt x="1076404" y="130188"/>
                  <a:pt x="1075188" y="127248"/>
                  <a:pt x="1075188" y="123767"/>
                </a:cubicBezTo>
                <a:cubicBezTo>
                  <a:pt x="1075188" y="120153"/>
                  <a:pt x="1076404" y="117181"/>
                  <a:pt x="1078834" y="114849"/>
                </a:cubicBezTo>
                <a:cubicBezTo>
                  <a:pt x="1081265" y="112517"/>
                  <a:pt x="1084320" y="111350"/>
                  <a:pt x="1087999" y="111350"/>
                </a:cubicBezTo>
                <a:cubicBezTo>
                  <a:pt x="1091612" y="111350"/>
                  <a:pt x="1094601" y="112517"/>
                  <a:pt x="1096966" y="114849"/>
                </a:cubicBezTo>
                <a:cubicBezTo>
                  <a:pt x="1099331" y="117181"/>
                  <a:pt x="1100513" y="120153"/>
                  <a:pt x="1100513" y="123767"/>
                </a:cubicBezTo>
                <a:cubicBezTo>
                  <a:pt x="1100513" y="127248"/>
                  <a:pt x="1099331" y="130188"/>
                  <a:pt x="1096966" y="132586"/>
                </a:cubicBezTo>
                <a:cubicBezTo>
                  <a:pt x="1094601" y="134984"/>
                  <a:pt x="1091612" y="136183"/>
                  <a:pt x="1087999" y="136183"/>
                </a:cubicBezTo>
                <a:close/>
                <a:moveTo>
                  <a:pt x="1131602" y="136183"/>
                </a:moveTo>
                <a:lnTo>
                  <a:pt x="1131602" y="37248"/>
                </a:lnTo>
                <a:lnTo>
                  <a:pt x="1148058" y="37248"/>
                </a:lnTo>
                <a:lnTo>
                  <a:pt x="1148058" y="136183"/>
                </a:lnTo>
                <a:lnTo>
                  <a:pt x="1131602" y="136183"/>
                </a:lnTo>
                <a:moveTo>
                  <a:pt x="1139780" y="19117"/>
                </a:moveTo>
                <a:cubicBezTo>
                  <a:pt x="1136693" y="19117"/>
                  <a:pt x="1134213" y="18214"/>
                  <a:pt x="1132341" y="16407"/>
                </a:cubicBezTo>
                <a:cubicBezTo>
                  <a:pt x="1130468" y="14600"/>
                  <a:pt x="1129532" y="12318"/>
                  <a:pt x="1129532" y="9558"/>
                </a:cubicBezTo>
                <a:cubicBezTo>
                  <a:pt x="1129532" y="6799"/>
                  <a:pt x="1130468" y="4516"/>
                  <a:pt x="1132341" y="2710"/>
                </a:cubicBezTo>
                <a:cubicBezTo>
                  <a:pt x="1134213" y="903"/>
                  <a:pt x="1136693" y="0"/>
                  <a:pt x="1139780" y="0"/>
                </a:cubicBezTo>
                <a:cubicBezTo>
                  <a:pt x="1142868" y="0"/>
                  <a:pt x="1145364" y="903"/>
                  <a:pt x="1147270" y="2710"/>
                </a:cubicBezTo>
                <a:cubicBezTo>
                  <a:pt x="1149175" y="4516"/>
                  <a:pt x="1150127" y="6799"/>
                  <a:pt x="1150127" y="9558"/>
                </a:cubicBezTo>
                <a:cubicBezTo>
                  <a:pt x="1150127" y="12318"/>
                  <a:pt x="1149175" y="14600"/>
                  <a:pt x="1147270" y="16407"/>
                </a:cubicBezTo>
                <a:cubicBezTo>
                  <a:pt x="1145364" y="18214"/>
                  <a:pt x="1142868" y="19117"/>
                  <a:pt x="1139780" y="19117"/>
                </a:cubicBezTo>
                <a:close/>
                <a:moveTo>
                  <a:pt x="1209795" y="137956"/>
                </a:moveTo>
                <a:cubicBezTo>
                  <a:pt x="1204408" y="137956"/>
                  <a:pt x="1199300" y="137348"/>
                  <a:pt x="1194472" y="136130"/>
                </a:cubicBezTo>
                <a:cubicBezTo>
                  <a:pt x="1189643" y="134913"/>
                  <a:pt x="1185390" y="132985"/>
                  <a:pt x="1181711" y="130347"/>
                </a:cubicBezTo>
                <a:cubicBezTo>
                  <a:pt x="1178032" y="127709"/>
                  <a:pt x="1175158" y="124243"/>
                  <a:pt x="1173088" y="119948"/>
                </a:cubicBezTo>
                <a:cubicBezTo>
                  <a:pt x="1171019" y="115651"/>
                  <a:pt x="1169984" y="110458"/>
                  <a:pt x="1169984" y="104369"/>
                </a:cubicBezTo>
                <a:lnTo>
                  <a:pt x="1185849" y="104369"/>
                </a:lnTo>
                <a:cubicBezTo>
                  <a:pt x="1185849" y="112214"/>
                  <a:pt x="1188165" y="117736"/>
                  <a:pt x="1192797" y="120937"/>
                </a:cubicBezTo>
                <a:cubicBezTo>
                  <a:pt x="1197428" y="124137"/>
                  <a:pt x="1203225" y="125737"/>
                  <a:pt x="1210189" y="125737"/>
                </a:cubicBezTo>
                <a:cubicBezTo>
                  <a:pt x="1216430" y="125737"/>
                  <a:pt x="1221570" y="124475"/>
                  <a:pt x="1225610" y="121950"/>
                </a:cubicBezTo>
                <a:cubicBezTo>
                  <a:pt x="1229651" y="119425"/>
                  <a:pt x="1231671" y="115256"/>
                  <a:pt x="1231671" y="109444"/>
                </a:cubicBezTo>
                <a:cubicBezTo>
                  <a:pt x="1231671" y="104573"/>
                  <a:pt x="1229848" y="100953"/>
                  <a:pt x="1226202" y="98586"/>
                </a:cubicBezTo>
                <a:cubicBezTo>
                  <a:pt x="1222556" y="96217"/>
                  <a:pt x="1216134" y="93917"/>
                  <a:pt x="1206937" y="91686"/>
                </a:cubicBezTo>
                <a:cubicBezTo>
                  <a:pt x="1199448" y="89858"/>
                  <a:pt x="1193141" y="87745"/>
                  <a:pt x="1188017" y="85345"/>
                </a:cubicBezTo>
                <a:cubicBezTo>
                  <a:pt x="1182893" y="82943"/>
                  <a:pt x="1179050" y="79899"/>
                  <a:pt x="1176488" y="76212"/>
                </a:cubicBezTo>
                <a:cubicBezTo>
                  <a:pt x="1173926" y="72525"/>
                  <a:pt x="1172645" y="67874"/>
                  <a:pt x="1172645" y="62259"/>
                </a:cubicBezTo>
                <a:cubicBezTo>
                  <a:pt x="1172645" y="57862"/>
                  <a:pt x="1173548" y="53989"/>
                  <a:pt x="1175355" y="50640"/>
                </a:cubicBezTo>
                <a:cubicBezTo>
                  <a:pt x="1177161" y="47292"/>
                  <a:pt x="1179691" y="44502"/>
                  <a:pt x="1182942" y="42271"/>
                </a:cubicBezTo>
                <a:cubicBezTo>
                  <a:pt x="1186194" y="40037"/>
                  <a:pt x="1190021" y="38363"/>
                  <a:pt x="1194422" y="37248"/>
                </a:cubicBezTo>
                <a:cubicBezTo>
                  <a:pt x="1198824" y="36131"/>
                  <a:pt x="1203587" y="35573"/>
                  <a:pt x="1208711" y="35573"/>
                </a:cubicBezTo>
                <a:cubicBezTo>
                  <a:pt x="1213769" y="35573"/>
                  <a:pt x="1218516" y="36182"/>
                  <a:pt x="1222950" y="37399"/>
                </a:cubicBezTo>
                <a:cubicBezTo>
                  <a:pt x="1227384" y="38616"/>
                  <a:pt x="1231293" y="40511"/>
                  <a:pt x="1234676" y="43084"/>
                </a:cubicBezTo>
                <a:cubicBezTo>
                  <a:pt x="1238059" y="45654"/>
                  <a:pt x="1240736" y="48968"/>
                  <a:pt x="1242707" y="53027"/>
                </a:cubicBezTo>
                <a:cubicBezTo>
                  <a:pt x="1244678" y="57086"/>
                  <a:pt x="1245663" y="61956"/>
                  <a:pt x="1245663" y="67639"/>
                </a:cubicBezTo>
                <a:lnTo>
                  <a:pt x="1229700" y="67639"/>
                </a:lnTo>
                <a:cubicBezTo>
                  <a:pt x="1229700" y="60468"/>
                  <a:pt x="1227663" y="55400"/>
                  <a:pt x="1223590" y="52436"/>
                </a:cubicBezTo>
                <a:cubicBezTo>
                  <a:pt x="1219517" y="49471"/>
                  <a:pt x="1214557" y="47989"/>
                  <a:pt x="1208711" y="47989"/>
                </a:cubicBezTo>
                <a:cubicBezTo>
                  <a:pt x="1202798" y="47989"/>
                  <a:pt x="1198003" y="49102"/>
                  <a:pt x="1194324" y="51327"/>
                </a:cubicBezTo>
                <a:cubicBezTo>
                  <a:pt x="1190645" y="53550"/>
                  <a:pt x="1188806" y="57025"/>
                  <a:pt x="1188806" y="61751"/>
                </a:cubicBezTo>
                <a:cubicBezTo>
                  <a:pt x="1188806" y="64389"/>
                  <a:pt x="1189627" y="66621"/>
                  <a:pt x="1191269" y="68449"/>
                </a:cubicBezTo>
                <a:cubicBezTo>
                  <a:pt x="1192911" y="70276"/>
                  <a:pt x="1195671" y="71917"/>
                  <a:pt x="1199547" y="73372"/>
                </a:cubicBezTo>
                <a:cubicBezTo>
                  <a:pt x="1203422" y="74826"/>
                  <a:pt x="1208645" y="76365"/>
                  <a:pt x="1215214" y="77988"/>
                </a:cubicBezTo>
                <a:cubicBezTo>
                  <a:pt x="1222375" y="79748"/>
                  <a:pt x="1228386" y="81845"/>
                  <a:pt x="1233247" y="84280"/>
                </a:cubicBezTo>
                <a:cubicBezTo>
                  <a:pt x="1238109" y="86714"/>
                  <a:pt x="1241771" y="89843"/>
                  <a:pt x="1244235" y="93666"/>
                </a:cubicBezTo>
                <a:cubicBezTo>
                  <a:pt x="1246698" y="97486"/>
                  <a:pt x="1247930" y="102373"/>
                  <a:pt x="1247930" y="108326"/>
                </a:cubicBezTo>
                <a:cubicBezTo>
                  <a:pt x="1247930" y="113467"/>
                  <a:pt x="1246961" y="117915"/>
                  <a:pt x="1245023" y="121669"/>
                </a:cubicBezTo>
                <a:cubicBezTo>
                  <a:pt x="1243085" y="125424"/>
                  <a:pt x="1240391" y="128503"/>
                  <a:pt x="1236943" y="130905"/>
                </a:cubicBezTo>
                <a:cubicBezTo>
                  <a:pt x="1233494" y="133306"/>
                  <a:pt x="1229453" y="135082"/>
                  <a:pt x="1224822" y="136232"/>
                </a:cubicBezTo>
                <a:cubicBezTo>
                  <a:pt x="1220191" y="137381"/>
                  <a:pt x="1215182" y="137956"/>
                  <a:pt x="1209795" y="137956"/>
                </a:cubicBezTo>
                <a:close/>
                <a:moveTo>
                  <a:pt x="1278182" y="136183"/>
                </a:moveTo>
                <a:lnTo>
                  <a:pt x="1278182" y="3547"/>
                </a:lnTo>
                <a:lnTo>
                  <a:pt x="1295919" y="3547"/>
                </a:lnTo>
                <a:lnTo>
                  <a:pt x="1295919" y="120909"/>
                </a:lnTo>
                <a:lnTo>
                  <a:pt x="1357901" y="120909"/>
                </a:lnTo>
                <a:lnTo>
                  <a:pt x="1357901" y="136183"/>
                </a:lnTo>
                <a:lnTo>
                  <a:pt x="1278182" y="136183"/>
                </a:lnTo>
                <a:close/>
                <a:moveTo>
                  <a:pt x="1417517" y="137956"/>
                </a:moveTo>
                <a:cubicBezTo>
                  <a:pt x="1407072" y="137956"/>
                  <a:pt x="1398515" y="135707"/>
                  <a:pt x="1391847" y="131209"/>
                </a:cubicBezTo>
                <a:cubicBezTo>
                  <a:pt x="1385180" y="126709"/>
                  <a:pt x="1380236" y="120588"/>
                  <a:pt x="1377017" y="112844"/>
                </a:cubicBezTo>
                <a:cubicBezTo>
                  <a:pt x="1373798" y="105098"/>
                  <a:pt x="1372189" y="96389"/>
                  <a:pt x="1372189" y="86715"/>
                </a:cubicBezTo>
                <a:cubicBezTo>
                  <a:pt x="1372189" y="76636"/>
                  <a:pt x="1373749" y="67757"/>
                  <a:pt x="1376869" y="60079"/>
                </a:cubicBezTo>
                <a:cubicBezTo>
                  <a:pt x="1379990" y="52401"/>
                  <a:pt x="1384753" y="46397"/>
                  <a:pt x="1391158" y="42067"/>
                </a:cubicBezTo>
                <a:cubicBezTo>
                  <a:pt x="1397563" y="37738"/>
                  <a:pt x="1405692" y="35573"/>
                  <a:pt x="1415546" y="35573"/>
                </a:cubicBezTo>
                <a:cubicBezTo>
                  <a:pt x="1428619" y="35573"/>
                  <a:pt x="1438868" y="39627"/>
                  <a:pt x="1446291" y="47733"/>
                </a:cubicBezTo>
                <a:cubicBezTo>
                  <a:pt x="1453714" y="55838"/>
                  <a:pt x="1457426" y="67491"/>
                  <a:pt x="1457426" y="82691"/>
                </a:cubicBezTo>
                <a:cubicBezTo>
                  <a:pt x="1457426" y="83705"/>
                  <a:pt x="1457393" y="84905"/>
                  <a:pt x="1457327" y="86290"/>
                </a:cubicBezTo>
                <a:cubicBezTo>
                  <a:pt x="1457262" y="87674"/>
                  <a:pt x="1457163" y="88670"/>
                  <a:pt x="1457032" y="89277"/>
                </a:cubicBezTo>
                <a:lnTo>
                  <a:pt x="1388645" y="89277"/>
                </a:lnTo>
                <a:cubicBezTo>
                  <a:pt x="1388711" y="95785"/>
                  <a:pt x="1389712" y="101762"/>
                  <a:pt x="1391650" y="107209"/>
                </a:cubicBezTo>
                <a:cubicBezTo>
                  <a:pt x="1393588" y="112655"/>
                  <a:pt x="1396660" y="117023"/>
                  <a:pt x="1400864" y="120311"/>
                </a:cubicBezTo>
                <a:cubicBezTo>
                  <a:pt x="1405068" y="123600"/>
                  <a:pt x="1410619" y="125245"/>
                  <a:pt x="1417517" y="125245"/>
                </a:cubicBezTo>
                <a:cubicBezTo>
                  <a:pt x="1424875" y="125245"/>
                  <a:pt x="1430623" y="123432"/>
                  <a:pt x="1434762" y="119806"/>
                </a:cubicBezTo>
                <a:cubicBezTo>
                  <a:pt x="1438900" y="116181"/>
                  <a:pt x="1441068" y="110950"/>
                  <a:pt x="1441265" y="104114"/>
                </a:cubicBezTo>
                <a:lnTo>
                  <a:pt x="1457525" y="104114"/>
                </a:lnTo>
                <a:cubicBezTo>
                  <a:pt x="1457327" y="111092"/>
                  <a:pt x="1455587" y="117105"/>
                  <a:pt x="1452302" y="122153"/>
                </a:cubicBezTo>
                <a:cubicBezTo>
                  <a:pt x="1449017" y="127201"/>
                  <a:pt x="1444419" y="131097"/>
                  <a:pt x="1438506" y="133842"/>
                </a:cubicBezTo>
                <a:cubicBezTo>
                  <a:pt x="1432594" y="136585"/>
                  <a:pt x="1425597" y="137956"/>
                  <a:pt x="1417517" y="137956"/>
                </a:cubicBezTo>
                <a:moveTo>
                  <a:pt x="1388743" y="77256"/>
                </a:moveTo>
                <a:lnTo>
                  <a:pt x="1441167" y="77256"/>
                </a:lnTo>
                <a:cubicBezTo>
                  <a:pt x="1440970" y="67843"/>
                  <a:pt x="1438638" y="60645"/>
                  <a:pt x="1434170" y="55663"/>
                </a:cubicBezTo>
                <a:cubicBezTo>
                  <a:pt x="1429703" y="50678"/>
                  <a:pt x="1423495" y="48186"/>
                  <a:pt x="1415546" y="48186"/>
                </a:cubicBezTo>
                <a:cubicBezTo>
                  <a:pt x="1407532" y="48186"/>
                  <a:pt x="1401242" y="50661"/>
                  <a:pt x="1396676" y="55611"/>
                </a:cubicBezTo>
                <a:cubicBezTo>
                  <a:pt x="1392110" y="60558"/>
                  <a:pt x="1389466" y="67773"/>
                  <a:pt x="1388743" y="77256"/>
                </a:cubicBezTo>
                <a:close/>
                <a:moveTo>
                  <a:pt x="1509706" y="137956"/>
                </a:moveTo>
                <a:cubicBezTo>
                  <a:pt x="1504187" y="137956"/>
                  <a:pt x="1499145" y="136880"/>
                  <a:pt x="1494580" y="134726"/>
                </a:cubicBezTo>
                <a:cubicBezTo>
                  <a:pt x="1490014" y="132573"/>
                  <a:pt x="1486368" y="129393"/>
                  <a:pt x="1483642" y="125186"/>
                </a:cubicBezTo>
                <a:cubicBezTo>
                  <a:pt x="1480916" y="120980"/>
                  <a:pt x="1479552" y="115781"/>
                  <a:pt x="1479552" y="109589"/>
                </a:cubicBezTo>
                <a:cubicBezTo>
                  <a:pt x="1479552" y="100774"/>
                  <a:pt x="1482246" y="94078"/>
                  <a:pt x="1487633" y="89502"/>
                </a:cubicBezTo>
                <a:cubicBezTo>
                  <a:pt x="1493020" y="84926"/>
                  <a:pt x="1500640" y="81814"/>
                  <a:pt x="1510494" y="80166"/>
                </a:cubicBezTo>
                <a:cubicBezTo>
                  <a:pt x="1520348" y="78517"/>
                  <a:pt x="1531877" y="77625"/>
                  <a:pt x="1545082" y="77490"/>
                </a:cubicBezTo>
                <a:lnTo>
                  <a:pt x="1545082" y="70429"/>
                </a:lnTo>
                <a:cubicBezTo>
                  <a:pt x="1545082" y="61775"/>
                  <a:pt x="1543045" y="55839"/>
                  <a:pt x="1538972" y="52620"/>
                </a:cubicBezTo>
                <a:cubicBezTo>
                  <a:pt x="1534899" y="49401"/>
                  <a:pt x="1529742" y="47792"/>
                  <a:pt x="1523501" y="47792"/>
                </a:cubicBezTo>
                <a:cubicBezTo>
                  <a:pt x="1516866" y="47792"/>
                  <a:pt x="1511282" y="49546"/>
                  <a:pt x="1506750" y="53055"/>
                </a:cubicBezTo>
                <a:cubicBezTo>
                  <a:pt x="1502217" y="56563"/>
                  <a:pt x="1499950" y="62101"/>
                  <a:pt x="1499950" y="69668"/>
                </a:cubicBezTo>
                <a:lnTo>
                  <a:pt x="1483987" y="69668"/>
                </a:lnTo>
                <a:cubicBezTo>
                  <a:pt x="1483987" y="61551"/>
                  <a:pt x="1485678" y="54990"/>
                  <a:pt x="1489062" y="49985"/>
                </a:cubicBezTo>
                <a:cubicBezTo>
                  <a:pt x="1492445" y="44977"/>
                  <a:pt x="1497109" y="41324"/>
                  <a:pt x="1503054" y="39025"/>
                </a:cubicBezTo>
                <a:cubicBezTo>
                  <a:pt x="1509000" y="36724"/>
                  <a:pt x="1515815" y="35573"/>
                  <a:pt x="1523501" y="35573"/>
                </a:cubicBezTo>
                <a:cubicBezTo>
                  <a:pt x="1528428" y="35573"/>
                  <a:pt x="1533142" y="36047"/>
                  <a:pt x="1537642" y="36996"/>
                </a:cubicBezTo>
                <a:cubicBezTo>
                  <a:pt x="1542142" y="37942"/>
                  <a:pt x="1546182" y="39668"/>
                  <a:pt x="1549762" y="42172"/>
                </a:cubicBezTo>
                <a:cubicBezTo>
                  <a:pt x="1553343" y="44677"/>
                  <a:pt x="1556184" y="48180"/>
                  <a:pt x="1558286" y="52682"/>
                </a:cubicBezTo>
                <a:cubicBezTo>
                  <a:pt x="1560388" y="57182"/>
                  <a:pt x="1561439" y="62985"/>
                  <a:pt x="1561439" y="70090"/>
                </a:cubicBezTo>
                <a:lnTo>
                  <a:pt x="1561439" y="136183"/>
                </a:lnTo>
                <a:lnTo>
                  <a:pt x="1546067" y="136183"/>
                </a:lnTo>
                <a:lnTo>
                  <a:pt x="1545377" y="121599"/>
                </a:lnTo>
                <a:cubicBezTo>
                  <a:pt x="1540976" y="126526"/>
                  <a:pt x="1535868" y="130484"/>
                  <a:pt x="1530054" y="133473"/>
                </a:cubicBezTo>
                <a:cubicBezTo>
                  <a:pt x="1524240" y="136462"/>
                  <a:pt x="1517458" y="137956"/>
                  <a:pt x="1509706" y="137956"/>
                </a:cubicBezTo>
                <a:moveTo>
                  <a:pt x="1514041" y="125343"/>
                </a:moveTo>
                <a:cubicBezTo>
                  <a:pt x="1520611" y="125343"/>
                  <a:pt x="1526523" y="123738"/>
                  <a:pt x="1531779" y="120527"/>
                </a:cubicBezTo>
                <a:cubicBezTo>
                  <a:pt x="1537034" y="117314"/>
                  <a:pt x="1541436" y="113248"/>
                  <a:pt x="1544983" y="108330"/>
                </a:cubicBezTo>
                <a:lnTo>
                  <a:pt x="1544983" y="88033"/>
                </a:lnTo>
                <a:cubicBezTo>
                  <a:pt x="1527509" y="88239"/>
                  <a:pt x="1514978" y="89948"/>
                  <a:pt x="1507390" y="93161"/>
                </a:cubicBezTo>
                <a:cubicBezTo>
                  <a:pt x="1499802" y="96371"/>
                  <a:pt x="1496009" y="101632"/>
                  <a:pt x="1496009" y="108942"/>
                </a:cubicBezTo>
                <a:cubicBezTo>
                  <a:pt x="1496009" y="113931"/>
                  <a:pt x="1497536" y="117912"/>
                  <a:pt x="1500591" y="120884"/>
                </a:cubicBezTo>
                <a:cubicBezTo>
                  <a:pt x="1503645" y="123857"/>
                  <a:pt x="1508129" y="125343"/>
                  <a:pt x="1514041" y="125343"/>
                </a:cubicBezTo>
                <a:close/>
                <a:moveTo>
                  <a:pt x="1595484" y="136183"/>
                </a:moveTo>
                <a:lnTo>
                  <a:pt x="1595484" y="50551"/>
                </a:lnTo>
                <a:lnTo>
                  <a:pt x="1579422" y="50551"/>
                </a:lnTo>
                <a:lnTo>
                  <a:pt x="1579422" y="37248"/>
                </a:lnTo>
                <a:lnTo>
                  <a:pt x="1595484" y="37248"/>
                </a:lnTo>
                <a:lnTo>
                  <a:pt x="1595484" y="32176"/>
                </a:lnTo>
                <a:cubicBezTo>
                  <a:pt x="1595484" y="27705"/>
                  <a:pt x="1595895" y="23689"/>
                  <a:pt x="1596716" y="20127"/>
                </a:cubicBezTo>
                <a:cubicBezTo>
                  <a:pt x="1597537" y="16563"/>
                  <a:pt x="1598982" y="13559"/>
                  <a:pt x="1601052" y="11113"/>
                </a:cubicBezTo>
                <a:cubicBezTo>
                  <a:pt x="1603121" y="8666"/>
                  <a:pt x="1606012" y="6794"/>
                  <a:pt x="1609723" y="5497"/>
                </a:cubicBezTo>
                <a:cubicBezTo>
                  <a:pt x="1613435" y="4197"/>
                  <a:pt x="1618247" y="3547"/>
                  <a:pt x="1624159" y="3547"/>
                </a:cubicBezTo>
                <a:lnTo>
                  <a:pt x="1634112" y="3547"/>
                </a:lnTo>
                <a:lnTo>
                  <a:pt x="1634112" y="16456"/>
                </a:lnTo>
                <a:lnTo>
                  <a:pt x="1625243" y="16456"/>
                </a:lnTo>
                <a:cubicBezTo>
                  <a:pt x="1619397" y="16456"/>
                  <a:pt x="1615701" y="17837"/>
                  <a:pt x="1614158" y="20598"/>
                </a:cubicBezTo>
                <a:cubicBezTo>
                  <a:pt x="1612614" y="23359"/>
                  <a:pt x="1611842" y="27356"/>
                  <a:pt x="1611842" y="32589"/>
                </a:cubicBezTo>
                <a:lnTo>
                  <a:pt x="1611842" y="37248"/>
                </a:lnTo>
                <a:lnTo>
                  <a:pt x="1634210" y="37248"/>
                </a:lnTo>
                <a:lnTo>
                  <a:pt x="1634210" y="50551"/>
                </a:lnTo>
                <a:lnTo>
                  <a:pt x="1611842" y="50551"/>
                </a:lnTo>
                <a:lnTo>
                  <a:pt x="1611842" y="136183"/>
                </a:lnTo>
                <a:lnTo>
                  <a:pt x="1595484" y="136183"/>
                </a:lnTo>
                <a:close/>
                <a:moveTo>
                  <a:pt x="1668406" y="136183"/>
                </a:moveTo>
                <a:cubicBezTo>
                  <a:pt x="1664727" y="136183"/>
                  <a:pt x="1661672" y="134984"/>
                  <a:pt x="1659241" y="132586"/>
                </a:cubicBezTo>
                <a:cubicBezTo>
                  <a:pt x="1656811" y="130188"/>
                  <a:pt x="1655595" y="127248"/>
                  <a:pt x="1655595" y="123767"/>
                </a:cubicBezTo>
                <a:cubicBezTo>
                  <a:pt x="1655595" y="120153"/>
                  <a:pt x="1656811" y="117181"/>
                  <a:pt x="1659241" y="114849"/>
                </a:cubicBezTo>
                <a:cubicBezTo>
                  <a:pt x="1661672" y="112517"/>
                  <a:pt x="1664727" y="111350"/>
                  <a:pt x="1668406" y="111350"/>
                </a:cubicBezTo>
                <a:cubicBezTo>
                  <a:pt x="1672019" y="111350"/>
                  <a:pt x="1675008" y="112517"/>
                  <a:pt x="1677373" y="114849"/>
                </a:cubicBezTo>
                <a:cubicBezTo>
                  <a:pt x="1679738" y="117181"/>
                  <a:pt x="1680920" y="120153"/>
                  <a:pt x="1680920" y="123767"/>
                </a:cubicBezTo>
                <a:cubicBezTo>
                  <a:pt x="1680920" y="127248"/>
                  <a:pt x="1679738" y="130188"/>
                  <a:pt x="1677373" y="132586"/>
                </a:cubicBezTo>
                <a:cubicBezTo>
                  <a:pt x="1675008" y="134984"/>
                  <a:pt x="1672019" y="136183"/>
                  <a:pt x="1668406" y="136183"/>
                </a:cubicBezTo>
                <a:moveTo>
                  <a:pt x="1668406" y="64051"/>
                </a:moveTo>
                <a:cubicBezTo>
                  <a:pt x="1664727" y="64051"/>
                  <a:pt x="1661672" y="62852"/>
                  <a:pt x="1659241" y="60454"/>
                </a:cubicBezTo>
                <a:cubicBezTo>
                  <a:pt x="1656811" y="58057"/>
                  <a:pt x="1655595" y="55117"/>
                  <a:pt x="1655595" y="51635"/>
                </a:cubicBezTo>
                <a:cubicBezTo>
                  <a:pt x="1655595" y="48022"/>
                  <a:pt x="1656811" y="45049"/>
                  <a:pt x="1659241" y="42717"/>
                </a:cubicBezTo>
                <a:cubicBezTo>
                  <a:pt x="1661672" y="40385"/>
                  <a:pt x="1664727" y="39219"/>
                  <a:pt x="1668406" y="39219"/>
                </a:cubicBezTo>
                <a:cubicBezTo>
                  <a:pt x="1672019" y="39219"/>
                  <a:pt x="1675008" y="40385"/>
                  <a:pt x="1677373" y="42717"/>
                </a:cubicBezTo>
                <a:cubicBezTo>
                  <a:pt x="1679738" y="45049"/>
                  <a:pt x="1680920" y="48022"/>
                  <a:pt x="1680920" y="51635"/>
                </a:cubicBezTo>
                <a:cubicBezTo>
                  <a:pt x="1680920" y="55117"/>
                  <a:pt x="1679738" y="58057"/>
                  <a:pt x="1677373" y="60454"/>
                </a:cubicBezTo>
                <a:cubicBezTo>
                  <a:pt x="1675008" y="62852"/>
                  <a:pt x="1672019" y="64051"/>
                  <a:pt x="1668406" y="640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" name="Text ifquadTree1.val:">
            <a:extLst xmlns:a="http://schemas.openxmlformats.org/drawingml/2006/main">
              <a:ext uri="{FF2B5EF4-FFF2-40B4-BE49-F238E27FC236}">
                <a16:creationId xmlns:a16="http://schemas.microsoft.com/office/drawing/2014/main" id="{06CA571F-A145-4531-B66B-1A63D9BB9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7703" y="6892379"/>
            <a:ext cx="1388700" cy="171460"/>
          </a:xfrm>
          <a:custGeom xmlns:a="http://schemas.openxmlformats.org/drawingml/2006/main">
            <a:pathLst>
              <a:path w="1388700" h="171460">
                <a:moveTo>
                  <a:pt x="2069" y="136183"/>
                </a:moveTo>
                <a:lnTo>
                  <a:pt x="2069" y="37248"/>
                </a:lnTo>
                <a:lnTo>
                  <a:pt x="18526" y="37248"/>
                </a:lnTo>
                <a:lnTo>
                  <a:pt x="18526" y="136183"/>
                </a:lnTo>
                <a:lnTo>
                  <a:pt x="2069" y="136183"/>
                </a:lnTo>
                <a:moveTo>
                  <a:pt x="10248" y="19117"/>
                </a:moveTo>
                <a:cubicBezTo>
                  <a:pt x="7161" y="19117"/>
                  <a:pt x="4681" y="18214"/>
                  <a:pt x="2808" y="16407"/>
                </a:cubicBezTo>
                <a:cubicBezTo>
                  <a:pt x="936" y="14600"/>
                  <a:pt x="0" y="12318"/>
                  <a:pt x="0" y="9558"/>
                </a:cubicBezTo>
                <a:cubicBezTo>
                  <a:pt x="0" y="6799"/>
                  <a:pt x="936" y="4516"/>
                  <a:pt x="2808" y="2710"/>
                </a:cubicBezTo>
                <a:cubicBezTo>
                  <a:pt x="4681" y="903"/>
                  <a:pt x="7161" y="0"/>
                  <a:pt x="10248" y="0"/>
                </a:cubicBezTo>
                <a:cubicBezTo>
                  <a:pt x="13336" y="0"/>
                  <a:pt x="15832" y="903"/>
                  <a:pt x="17737" y="2710"/>
                </a:cubicBezTo>
                <a:cubicBezTo>
                  <a:pt x="19642" y="4516"/>
                  <a:pt x="20595" y="6799"/>
                  <a:pt x="20595" y="9558"/>
                </a:cubicBezTo>
                <a:cubicBezTo>
                  <a:pt x="20595" y="12318"/>
                  <a:pt x="19642" y="14600"/>
                  <a:pt x="17737" y="16407"/>
                </a:cubicBezTo>
                <a:cubicBezTo>
                  <a:pt x="15832" y="18214"/>
                  <a:pt x="13336" y="19117"/>
                  <a:pt x="10248" y="19117"/>
                </a:cubicBezTo>
                <a:close/>
                <a:moveTo>
                  <a:pt x="55671" y="136183"/>
                </a:moveTo>
                <a:lnTo>
                  <a:pt x="55671" y="50551"/>
                </a:lnTo>
                <a:lnTo>
                  <a:pt x="39609" y="50551"/>
                </a:lnTo>
                <a:lnTo>
                  <a:pt x="39609" y="37248"/>
                </a:lnTo>
                <a:lnTo>
                  <a:pt x="55671" y="37248"/>
                </a:lnTo>
                <a:lnTo>
                  <a:pt x="55671" y="32176"/>
                </a:lnTo>
                <a:cubicBezTo>
                  <a:pt x="55671" y="27705"/>
                  <a:pt x="56081" y="23689"/>
                  <a:pt x="56903" y="20127"/>
                </a:cubicBezTo>
                <a:cubicBezTo>
                  <a:pt x="57724" y="16563"/>
                  <a:pt x="59169" y="13559"/>
                  <a:pt x="61238" y="11113"/>
                </a:cubicBezTo>
                <a:cubicBezTo>
                  <a:pt x="63308" y="8666"/>
                  <a:pt x="66198" y="6794"/>
                  <a:pt x="69910" y="5497"/>
                </a:cubicBezTo>
                <a:cubicBezTo>
                  <a:pt x="73622" y="4197"/>
                  <a:pt x="78434" y="3547"/>
                  <a:pt x="84346" y="3547"/>
                </a:cubicBezTo>
                <a:lnTo>
                  <a:pt x="94299" y="3547"/>
                </a:lnTo>
                <a:lnTo>
                  <a:pt x="94299" y="16456"/>
                </a:lnTo>
                <a:lnTo>
                  <a:pt x="85430" y="16456"/>
                </a:lnTo>
                <a:cubicBezTo>
                  <a:pt x="79583" y="16456"/>
                  <a:pt x="75888" y="17837"/>
                  <a:pt x="74344" y="20598"/>
                </a:cubicBezTo>
                <a:cubicBezTo>
                  <a:pt x="72800" y="23359"/>
                  <a:pt x="72029" y="27356"/>
                  <a:pt x="72029" y="32589"/>
                </a:cubicBezTo>
                <a:lnTo>
                  <a:pt x="72029" y="37248"/>
                </a:lnTo>
                <a:lnTo>
                  <a:pt x="94397" y="37248"/>
                </a:lnTo>
                <a:lnTo>
                  <a:pt x="94397" y="50551"/>
                </a:lnTo>
                <a:lnTo>
                  <a:pt x="72029" y="50551"/>
                </a:lnTo>
                <a:lnTo>
                  <a:pt x="72029" y="136183"/>
                </a:lnTo>
                <a:lnTo>
                  <a:pt x="55671" y="136183"/>
                </a:lnTo>
                <a:close/>
                <a:moveTo>
                  <a:pt x="218060" y="171460"/>
                </a:moveTo>
                <a:lnTo>
                  <a:pt x="218060" y="121697"/>
                </a:lnTo>
                <a:cubicBezTo>
                  <a:pt x="214644" y="126624"/>
                  <a:pt x="210226" y="130566"/>
                  <a:pt x="204807" y="133522"/>
                </a:cubicBezTo>
                <a:cubicBezTo>
                  <a:pt x="199387" y="136478"/>
                  <a:pt x="193097" y="137956"/>
                  <a:pt x="185936" y="137956"/>
                </a:cubicBezTo>
                <a:cubicBezTo>
                  <a:pt x="177987" y="137956"/>
                  <a:pt x="171139" y="136031"/>
                  <a:pt x="165390" y="132179"/>
                </a:cubicBezTo>
                <a:cubicBezTo>
                  <a:pt x="159642" y="128326"/>
                  <a:pt x="155241" y="122548"/>
                  <a:pt x="152186" y="114846"/>
                </a:cubicBezTo>
                <a:cubicBezTo>
                  <a:pt x="149131" y="107141"/>
                  <a:pt x="147604" y="97645"/>
                  <a:pt x="147604" y="86358"/>
                </a:cubicBezTo>
                <a:cubicBezTo>
                  <a:pt x="147604" y="75209"/>
                  <a:pt x="149263" y="65883"/>
                  <a:pt x="152580" y="58382"/>
                </a:cubicBezTo>
                <a:cubicBezTo>
                  <a:pt x="155898" y="50881"/>
                  <a:pt x="160562" y="45204"/>
                  <a:pt x="166573" y="41353"/>
                </a:cubicBezTo>
                <a:cubicBezTo>
                  <a:pt x="172584" y="37500"/>
                  <a:pt x="179662" y="35573"/>
                  <a:pt x="187808" y="35573"/>
                </a:cubicBezTo>
                <a:cubicBezTo>
                  <a:pt x="194903" y="35573"/>
                  <a:pt x="200947" y="37100"/>
                  <a:pt x="205940" y="40155"/>
                </a:cubicBezTo>
                <a:cubicBezTo>
                  <a:pt x="210932" y="43210"/>
                  <a:pt x="214973" y="47234"/>
                  <a:pt x="218060" y="52226"/>
                </a:cubicBezTo>
                <a:lnTo>
                  <a:pt x="218651" y="37248"/>
                </a:lnTo>
                <a:lnTo>
                  <a:pt x="234516" y="37248"/>
                </a:lnTo>
                <a:lnTo>
                  <a:pt x="234516" y="171460"/>
                </a:lnTo>
                <a:lnTo>
                  <a:pt x="218060" y="171460"/>
                </a:lnTo>
                <a:moveTo>
                  <a:pt x="188892" y="124456"/>
                </a:moveTo>
                <a:cubicBezTo>
                  <a:pt x="196053" y="124456"/>
                  <a:pt x="201982" y="122698"/>
                  <a:pt x="206679" y="119181"/>
                </a:cubicBezTo>
                <a:cubicBezTo>
                  <a:pt x="211376" y="115665"/>
                  <a:pt x="215170" y="111380"/>
                  <a:pt x="218060" y="106328"/>
                </a:cubicBezTo>
                <a:lnTo>
                  <a:pt x="218060" y="68230"/>
                </a:lnTo>
                <a:cubicBezTo>
                  <a:pt x="215367" y="62835"/>
                  <a:pt x="211852" y="58294"/>
                  <a:pt x="207516" y="54607"/>
                </a:cubicBezTo>
                <a:cubicBezTo>
                  <a:pt x="203181" y="50920"/>
                  <a:pt x="197662" y="49042"/>
                  <a:pt x="190962" y="48974"/>
                </a:cubicBezTo>
                <a:cubicBezTo>
                  <a:pt x="182224" y="48974"/>
                  <a:pt x="175573" y="52236"/>
                  <a:pt x="171007" y="58758"/>
                </a:cubicBezTo>
                <a:cubicBezTo>
                  <a:pt x="166442" y="65278"/>
                  <a:pt x="164159" y="74478"/>
                  <a:pt x="164159" y="86358"/>
                </a:cubicBezTo>
                <a:cubicBezTo>
                  <a:pt x="164159" y="98785"/>
                  <a:pt x="166310" y="108241"/>
                  <a:pt x="170613" y="114729"/>
                </a:cubicBezTo>
                <a:cubicBezTo>
                  <a:pt x="174916" y="121214"/>
                  <a:pt x="181009" y="124456"/>
                  <a:pt x="188892" y="124456"/>
                </a:cubicBezTo>
                <a:close/>
                <a:moveTo>
                  <a:pt x="296688" y="137956"/>
                </a:moveTo>
                <a:cubicBezTo>
                  <a:pt x="285586" y="137956"/>
                  <a:pt x="277572" y="134766"/>
                  <a:pt x="272645" y="128386"/>
                </a:cubicBezTo>
                <a:cubicBezTo>
                  <a:pt x="267718" y="122003"/>
                  <a:pt x="265254" y="113211"/>
                  <a:pt x="265254" y="102011"/>
                </a:cubicBezTo>
                <a:lnTo>
                  <a:pt x="265254" y="37248"/>
                </a:lnTo>
                <a:lnTo>
                  <a:pt x="281809" y="37248"/>
                </a:lnTo>
                <a:lnTo>
                  <a:pt x="281809" y="100024"/>
                </a:lnTo>
                <a:cubicBezTo>
                  <a:pt x="281809" y="104531"/>
                  <a:pt x="282302" y="108558"/>
                  <a:pt x="283287" y="112108"/>
                </a:cubicBezTo>
                <a:cubicBezTo>
                  <a:pt x="284272" y="115657"/>
                  <a:pt x="286145" y="118423"/>
                  <a:pt x="288904" y="120404"/>
                </a:cubicBezTo>
                <a:cubicBezTo>
                  <a:pt x="291663" y="122383"/>
                  <a:pt x="295637" y="123372"/>
                  <a:pt x="300827" y="123372"/>
                </a:cubicBezTo>
                <a:cubicBezTo>
                  <a:pt x="308053" y="123372"/>
                  <a:pt x="314097" y="121819"/>
                  <a:pt x="318959" y="118713"/>
                </a:cubicBezTo>
                <a:cubicBezTo>
                  <a:pt x="323820" y="115607"/>
                  <a:pt x="327729" y="112005"/>
                  <a:pt x="330685" y="107908"/>
                </a:cubicBezTo>
                <a:lnTo>
                  <a:pt x="330685" y="37248"/>
                </a:lnTo>
                <a:lnTo>
                  <a:pt x="347240" y="37248"/>
                </a:lnTo>
                <a:lnTo>
                  <a:pt x="347240" y="136183"/>
                </a:lnTo>
                <a:lnTo>
                  <a:pt x="331375" y="136183"/>
                </a:lnTo>
                <a:lnTo>
                  <a:pt x="330882" y="121697"/>
                </a:lnTo>
                <a:cubicBezTo>
                  <a:pt x="327794" y="125507"/>
                  <a:pt x="323442" y="129170"/>
                  <a:pt x="317825" y="132684"/>
                </a:cubicBezTo>
                <a:cubicBezTo>
                  <a:pt x="312209" y="136199"/>
                  <a:pt x="305163" y="137956"/>
                  <a:pt x="296688" y="137956"/>
                </a:cubicBezTo>
                <a:close/>
                <a:moveTo>
                  <a:pt x="404592" y="137956"/>
                </a:moveTo>
                <a:cubicBezTo>
                  <a:pt x="399074" y="137956"/>
                  <a:pt x="394032" y="136880"/>
                  <a:pt x="389467" y="134726"/>
                </a:cubicBezTo>
                <a:cubicBezTo>
                  <a:pt x="384901" y="132573"/>
                  <a:pt x="381255" y="129393"/>
                  <a:pt x="378529" y="125186"/>
                </a:cubicBezTo>
                <a:cubicBezTo>
                  <a:pt x="375802" y="120980"/>
                  <a:pt x="374439" y="115781"/>
                  <a:pt x="374439" y="109589"/>
                </a:cubicBezTo>
                <a:cubicBezTo>
                  <a:pt x="374439" y="100774"/>
                  <a:pt x="377133" y="94078"/>
                  <a:pt x="382519" y="89502"/>
                </a:cubicBezTo>
                <a:cubicBezTo>
                  <a:pt x="387906" y="84926"/>
                  <a:pt x="395527" y="81814"/>
                  <a:pt x="405381" y="80166"/>
                </a:cubicBezTo>
                <a:cubicBezTo>
                  <a:pt x="415235" y="78517"/>
                  <a:pt x="426764" y="77625"/>
                  <a:pt x="439968" y="77490"/>
                </a:cubicBezTo>
                <a:lnTo>
                  <a:pt x="439968" y="70429"/>
                </a:lnTo>
                <a:cubicBezTo>
                  <a:pt x="439968" y="61775"/>
                  <a:pt x="437932" y="55839"/>
                  <a:pt x="433859" y="52620"/>
                </a:cubicBezTo>
                <a:cubicBezTo>
                  <a:pt x="429786" y="49401"/>
                  <a:pt x="424629" y="47792"/>
                  <a:pt x="418388" y="47792"/>
                </a:cubicBezTo>
                <a:cubicBezTo>
                  <a:pt x="411753" y="47792"/>
                  <a:pt x="406169" y="49546"/>
                  <a:pt x="401636" y="53055"/>
                </a:cubicBezTo>
                <a:cubicBezTo>
                  <a:pt x="397103" y="56563"/>
                  <a:pt x="394837" y="62101"/>
                  <a:pt x="394837" y="69668"/>
                </a:cubicBezTo>
                <a:lnTo>
                  <a:pt x="378873" y="69668"/>
                </a:lnTo>
                <a:cubicBezTo>
                  <a:pt x="378873" y="61551"/>
                  <a:pt x="380565" y="54990"/>
                  <a:pt x="383948" y="49985"/>
                </a:cubicBezTo>
                <a:cubicBezTo>
                  <a:pt x="387331" y="44977"/>
                  <a:pt x="391996" y="41324"/>
                  <a:pt x="397941" y="39025"/>
                </a:cubicBezTo>
                <a:cubicBezTo>
                  <a:pt x="403886" y="36724"/>
                  <a:pt x="410702" y="35573"/>
                  <a:pt x="418388" y="35573"/>
                </a:cubicBezTo>
                <a:cubicBezTo>
                  <a:pt x="423315" y="35573"/>
                  <a:pt x="428029" y="36047"/>
                  <a:pt x="432529" y="36996"/>
                </a:cubicBezTo>
                <a:cubicBezTo>
                  <a:pt x="437029" y="37942"/>
                  <a:pt x="441069" y="39668"/>
                  <a:pt x="444649" y="42172"/>
                </a:cubicBezTo>
                <a:cubicBezTo>
                  <a:pt x="448229" y="44677"/>
                  <a:pt x="451071" y="48180"/>
                  <a:pt x="453173" y="52682"/>
                </a:cubicBezTo>
                <a:cubicBezTo>
                  <a:pt x="455275" y="57182"/>
                  <a:pt x="456326" y="62985"/>
                  <a:pt x="456326" y="70090"/>
                </a:cubicBezTo>
                <a:lnTo>
                  <a:pt x="456326" y="136183"/>
                </a:lnTo>
                <a:lnTo>
                  <a:pt x="440954" y="136183"/>
                </a:lnTo>
                <a:lnTo>
                  <a:pt x="440264" y="121599"/>
                </a:lnTo>
                <a:cubicBezTo>
                  <a:pt x="435863" y="126526"/>
                  <a:pt x="430755" y="130484"/>
                  <a:pt x="424941" y="133473"/>
                </a:cubicBezTo>
                <a:cubicBezTo>
                  <a:pt x="419127" y="136462"/>
                  <a:pt x="412344" y="137956"/>
                  <a:pt x="404592" y="137956"/>
                </a:cubicBezTo>
                <a:moveTo>
                  <a:pt x="408928" y="125343"/>
                </a:moveTo>
                <a:cubicBezTo>
                  <a:pt x="415498" y="125343"/>
                  <a:pt x="421410" y="123738"/>
                  <a:pt x="426665" y="120527"/>
                </a:cubicBezTo>
                <a:cubicBezTo>
                  <a:pt x="431921" y="117314"/>
                  <a:pt x="436322" y="113248"/>
                  <a:pt x="439870" y="108330"/>
                </a:cubicBezTo>
                <a:lnTo>
                  <a:pt x="439870" y="88033"/>
                </a:lnTo>
                <a:cubicBezTo>
                  <a:pt x="422395" y="88239"/>
                  <a:pt x="409864" y="89948"/>
                  <a:pt x="402277" y="93161"/>
                </a:cubicBezTo>
                <a:cubicBezTo>
                  <a:pt x="394689" y="96371"/>
                  <a:pt x="390895" y="101632"/>
                  <a:pt x="390895" y="108942"/>
                </a:cubicBezTo>
                <a:cubicBezTo>
                  <a:pt x="390895" y="113931"/>
                  <a:pt x="392423" y="117912"/>
                  <a:pt x="395477" y="120884"/>
                </a:cubicBezTo>
                <a:cubicBezTo>
                  <a:pt x="398532" y="123857"/>
                  <a:pt x="403016" y="125343"/>
                  <a:pt x="408928" y="125343"/>
                </a:cubicBezTo>
                <a:close/>
                <a:moveTo>
                  <a:pt x="519834" y="137956"/>
                </a:moveTo>
                <a:cubicBezTo>
                  <a:pt x="512017" y="137956"/>
                  <a:pt x="505250" y="136029"/>
                  <a:pt x="499535" y="132173"/>
                </a:cubicBezTo>
                <a:cubicBezTo>
                  <a:pt x="493820" y="128318"/>
                  <a:pt x="489402" y="122551"/>
                  <a:pt x="486281" y="114873"/>
                </a:cubicBezTo>
                <a:cubicBezTo>
                  <a:pt x="483161" y="107195"/>
                  <a:pt x="481601" y="97708"/>
                  <a:pt x="481601" y="86411"/>
                </a:cubicBezTo>
                <a:cubicBezTo>
                  <a:pt x="481601" y="75181"/>
                  <a:pt x="483259" y="65813"/>
                  <a:pt x="486577" y="58305"/>
                </a:cubicBezTo>
                <a:cubicBezTo>
                  <a:pt x="489894" y="50795"/>
                  <a:pt x="494575" y="45129"/>
                  <a:pt x="500619" y="41307"/>
                </a:cubicBezTo>
                <a:cubicBezTo>
                  <a:pt x="506663" y="37484"/>
                  <a:pt x="513790" y="35573"/>
                  <a:pt x="522002" y="35573"/>
                </a:cubicBezTo>
                <a:cubicBezTo>
                  <a:pt x="528834" y="35573"/>
                  <a:pt x="534779" y="37068"/>
                  <a:pt x="539838" y="40057"/>
                </a:cubicBezTo>
                <a:cubicBezTo>
                  <a:pt x="544896" y="43046"/>
                  <a:pt x="548969" y="47102"/>
                  <a:pt x="552057" y="52226"/>
                </a:cubicBezTo>
                <a:lnTo>
                  <a:pt x="552057" y="3547"/>
                </a:lnTo>
                <a:lnTo>
                  <a:pt x="568513" y="3547"/>
                </a:lnTo>
                <a:lnTo>
                  <a:pt x="568513" y="136183"/>
                </a:lnTo>
                <a:lnTo>
                  <a:pt x="552944" y="136183"/>
                </a:lnTo>
                <a:lnTo>
                  <a:pt x="552057" y="122190"/>
                </a:lnTo>
                <a:cubicBezTo>
                  <a:pt x="548641" y="126854"/>
                  <a:pt x="544239" y="130648"/>
                  <a:pt x="538852" y="133571"/>
                </a:cubicBezTo>
                <a:cubicBezTo>
                  <a:pt x="533466" y="136495"/>
                  <a:pt x="527126" y="137956"/>
                  <a:pt x="519834" y="137956"/>
                </a:cubicBezTo>
                <a:moveTo>
                  <a:pt x="523185" y="124456"/>
                </a:moveTo>
                <a:cubicBezTo>
                  <a:pt x="530214" y="124456"/>
                  <a:pt x="536060" y="122730"/>
                  <a:pt x="540725" y="119277"/>
                </a:cubicBezTo>
                <a:cubicBezTo>
                  <a:pt x="545389" y="115824"/>
                  <a:pt x="549166" y="111671"/>
                  <a:pt x="552057" y="106818"/>
                </a:cubicBezTo>
                <a:lnTo>
                  <a:pt x="552057" y="68359"/>
                </a:lnTo>
                <a:cubicBezTo>
                  <a:pt x="549363" y="62753"/>
                  <a:pt x="545832" y="58120"/>
                  <a:pt x="541464" y="54462"/>
                </a:cubicBezTo>
                <a:cubicBezTo>
                  <a:pt x="537095" y="50804"/>
                  <a:pt x="531593" y="48974"/>
                  <a:pt x="524958" y="48974"/>
                </a:cubicBezTo>
                <a:cubicBezTo>
                  <a:pt x="516221" y="48974"/>
                  <a:pt x="509635" y="52222"/>
                  <a:pt x="505201" y="58718"/>
                </a:cubicBezTo>
                <a:cubicBezTo>
                  <a:pt x="500767" y="65213"/>
                  <a:pt x="498549" y="74443"/>
                  <a:pt x="498549" y="86407"/>
                </a:cubicBezTo>
                <a:cubicBezTo>
                  <a:pt x="498549" y="98782"/>
                  <a:pt x="500635" y="108218"/>
                  <a:pt x="504807" y="114713"/>
                </a:cubicBezTo>
                <a:cubicBezTo>
                  <a:pt x="508978" y="121209"/>
                  <a:pt x="515104" y="124456"/>
                  <a:pt x="523185" y="124456"/>
                </a:cubicBezTo>
                <a:close/>
                <a:moveTo>
                  <a:pt x="623885" y="136183"/>
                </a:moveTo>
                <a:lnTo>
                  <a:pt x="623885" y="18427"/>
                </a:lnTo>
                <a:lnTo>
                  <a:pt x="586145" y="18427"/>
                </a:lnTo>
                <a:lnTo>
                  <a:pt x="586145" y="3547"/>
                </a:lnTo>
                <a:lnTo>
                  <a:pt x="679167" y="3547"/>
                </a:lnTo>
                <a:lnTo>
                  <a:pt x="679167" y="18427"/>
                </a:lnTo>
                <a:lnTo>
                  <a:pt x="641524" y="18427"/>
                </a:lnTo>
                <a:lnTo>
                  <a:pt x="641524" y="136183"/>
                </a:lnTo>
                <a:lnTo>
                  <a:pt x="623885" y="136183"/>
                </a:lnTo>
                <a:close/>
                <a:moveTo>
                  <a:pt x="688830" y="136183"/>
                </a:moveTo>
                <a:lnTo>
                  <a:pt x="688830" y="37248"/>
                </a:lnTo>
                <a:lnTo>
                  <a:pt x="704301" y="37248"/>
                </a:lnTo>
                <a:lnTo>
                  <a:pt x="704892" y="53113"/>
                </a:lnTo>
                <a:cubicBezTo>
                  <a:pt x="707585" y="48120"/>
                  <a:pt x="711330" y="43949"/>
                  <a:pt x="716125" y="40599"/>
                </a:cubicBezTo>
                <a:cubicBezTo>
                  <a:pt x="720921" y="37248"/>
                  <a:pt x="727162" y="35573"/>
                  <a:pt x="734848" y="35573"/>
                </a:cubicBezTo>
                <a:lnTo>
                  <a:pt x="736819" y="35573"/>
                </a:lnTo>
                <a:lnTo>
                  <a:pt x="736819" y="50650"/>
                </a:lnTo>
                <a:lnTo>
                  <a:pt x="734552" y="50650"/>
                </a:lnTo>
                <a:cubicBezTo>
                  <a:pt x="729757" y="50650"/>
                  <a:pt x="725552" y="51300"/>
                  <a:pt x="721939" y="52602"/>
                </a:cubicBezTo>
                <a:cubicBezTo>
                  <a:pt x="718326" y="53902"/>
                  <a:pt x="715173" y="55698"/>
                  <a:pt x="712479" y="57991"/>
                </a:cubicBezTo>
                <a:cubicBezTo>
                  <a:pt x="709786" y="60284"/>
                  <a:pt x="707388" y="62936"/>
                  <a:pt x="705286" y="65948"/>
                </a:cubicBezTo>
                <a:lnTo>
                  <a:pt x="705286" y="136183"/>
                </a:lnTo>
                <a:lnTo>
                  <a:pt x="688830" y="136183"/>
                </a:lnTo>
                <a:close/>
                <a:moveTo>
                  <a:pt x="791906" y="137956"/>
                </a:moveTo>
                <a:cubicBezTo>
                  <a:pt x="781460" y="137956"/>
                  <a:pt x="772904" y="135707"/>
                  <a:pt x="766236" y="131209"/>
                </a:cubicBezTo>
                <a:cubicBezTo>
                  <a:pt x="759568" y="126709"/>
                  <a:pt x="754625" y="120588"/>
                  <a:pt x="751406" y="112844"/>
                </a:cubicBezTo>
                <a:cubicBezTo>
                  <a:pt x="748187" y="105098"/>
                  <a:pt x="746577" y="96389"/>
                  <a:pt x="746577" y="86715"/>
                </a:cubicBezTo>
                <a:cubicBezTo>
                  <a:pt x="746577" y="76636"/>
                  <a:pt x="748137" y="67757"/>
                  <a:pt x="751258" y="60079"/>
                </a:cubicBezTo>
                <a:cubicBezTo>
                  <a:pt x="754378" y="52401"/>
                  <a:pt x="759141" y="46397"/>
                  <a:pt x="765546" y="42067"/>
                </a:cubicBezTo>
                <a:cubicBezTo>
                  <a:pt x="771951" y="37738"/>
                  <a:pt x="780081" y="35573"/>
                  <a:pt x="789935" y="35573"/>
                </a:cubicBezTo>
                <a:cubicBezTo>
                  <a:pt x="803008" y="35573"/>
                  <a:pt x="813256" y="39627"/>
                  <a:pt x="820679" y="47733"/>
                </a:cubicBezTo>
                <a:cubicBezTo>
                  <a:pt x="828103" y="55838"/>
                  <a:pt x="831814" y="67491"/>
                  <a:pt x="831814" y="82691"/>
                </a:cubicBezTo>
                <a:cubicBezTo>
                  <a:pt x="831814" y="83705"/>
                  <a:pt x="831782" y="84905"/>
                  <a:pt x="831716" y="86290"/>
                </a:cubicBezTo>
                <a:cubicBezTo>
                  <a:pt x="831650" y="87674"/>
                  <a:pt x="831552" y="88670"/>
                  <a:pt x="831420" y="89277"/>
                </a:cubicBezTo>
                <a:lnTo>
                  <a:pt x="763033" y="89277"/>
                </a:lnTo>
                <a:cubicBezTo>
                  <a:pt x="763099" y="95785"/>
                  <a:pt x="764101" y="101762"/>
                  <a:pt x="766039" y="107209"/>
                </a:cubicBezTo>
                <a:cubicBezTo>
                  <a:pt x="767977" y="112655"/>
                  <a:pt x="771048" y="117023"/>
                  <a:pt x="775252" y="120311"/>
                </a:cubicBezTo>
                <a:cubicBezTo>
                  <a:pt x="779457" y="123600"/>
                  <a:pt x="785008" y="125245"/>
                  <a:pt x="791906" y="125245"/>
                </a:cubicBezTo>
                <a:cubicBezTo>
                  <a:pt x="799263" y="125245"/>
                  <a:pt x="805011" y="123432"/>
                  <a:pt x="809150" y="119806"/>
                </a:cubicBezTo>
                <a:cubicBezTo>
                  <a:pt x="813289" y="116181"/>
                  <a:pt x="815457" y="110950"/>
                  <a:pt x="815654" y="104114"/>
                </a:cubicBezTo>
                <a:lnTo>
                  <a:pt x="831913" y="104114"/>
                </a:lnTo>
                <a:cubicBezTo>
                  <a:pt x="831716" y="111092"/>
                  <a:pt x="829975" y="117105"/>
                  <a:pt x="826690" y="122153"/>
                </a:cubicBezTo>
                <a:cubicBezTo>
                  <a:pt x="823406" y="127201"/>
                  <a:pt x="818807" y="131097"/>
                  <a:pt x="812895" y="133842"/>
                </a:cubicBezTo>
                <a:cubicBezTo>
                  <a:pt x="806982" y="136585"/>
                  <a:pt x="799986" y="137956"/>
                  <a:pt x="791906" y="137956"/>
                </a:cubicBezTo>
                <a:moveTo>
                  <a:pt x="763132" y="77256"/>
                </a:moveTo>
                <a:lnTo>
                  <a:pt x="815555" y="77256"/>
                </a:lnTo>
                <a:cubicBezTo>
                  <a:pt x="815358" y="67843"/>
                  <a:pt x="813026" y="60645"/>
                  <a:pt x="808559" y="55663"/>
                </a:cubicBezTo>
                <a:cubicBezTo>
                  <a:pt x="804092" y="50678"/>
                  <a:pt x="797884" y="48186"/>
                  <a:pt x="789935" y="48186"/>
                </a:cubicBezTo>
                <a:cubicBezTo>
                  <a:pt x="781920" y="48186"/>
                  <a:pt x="775630" y="50661"/>
                  <a:pt x="771064" y="55611"/>
                </a:cubicBezTo>
                <a:cubicBezTo>
                  <a:pt x="766499" y="60558"/>
                  <a:pt x="763854" y="67773"/>
                  <a:pt x="763132" y="77256"/>
                </a:cubicBezTo>
                <a:close/>
                <a:moveTo>
                  <a:pt x="898865" y="137956"/>
                </a:moveTo>
                <a:cubicBezTo>
                  <a:pt x="888420" y="137956"/>
                  <a:pt x="879863" y="135707"/>
                  <a:pt x="873195" y="131209"/>
                </a:cubicBezTo>
                <a:cubicBezTo>
                  <a:pt x="866527" y="126709"/>
                  <a:pt x="861584" y="120588"/>
                  <a:pt x="858365" y="112844"/>
                </a:cubicBezTo>
                <a:cubicBezTo>
                  <a:pt x="855146" y="105098"/>
                  <a:pt x="853536" y="96389"/>
                  <a:pt x="853536" y="86715"/>
                </a:cubicBezTo>
                <a:cubicBezTo>
                  <a:pt x="853536" y="76636"/>
                  <a:pt x="855097" y="67757"/>
                  <a:pt x="858217" y="60079"/>
                </a:cubicBezTo>
                <a:cubicBezTo>
                  <a:pt x="861338" y="52401"/>
                  <a:pt x="866100" y="46397"/>
                  <a:pt x="872505" y="42067"/>
                </a:cubicBezTo>
                <a:cubicBezTo>
                  <a:pt x="878911" y="37738"/>
                  <a:pt x="887040" y="35573"/>
                  <a:pt x="896894" y="35573"/>
                </a:cubicBezTo>
                <a:cubicBezTo>
                  <a:pt x="909967" y="35573"/>
                  <a:pt x="920215" y="39627"/>
                  <a:pt x="927639" y="47733"/>
                </a:cubicBezTo>
                <a:cubicBezTo>
                  <a:pt x="935062" y="55838"/>
                  <a:pt x="938774" y="67491"/>
                  <a:pt x="938774" y="82691"/>
                </a:cubicBezTo>
                <a:cubicBezTo>
                  <a:pt x="938774" y="83705"/>
                  <a:pt x="938741" y="84905"/>
                  <a:pt x="938675" y="86290"/>
                </a:cubicBezTo>
                <a:cubicBezTo>
                  <a:pt x="938609" y="87674"/>
                  <a:pt x="938511" y="88670"/>
                  <a:pt x="938380" y="89277"/>
                </a:cubicBezTo>
                <a:lnTo>
                  <a:pt x="869993" y="89277"/>
                </a:lnTo>
                <a:cubicBezTo>
                  <a:pt x="870058" y="95785"/>
                  <a:pt x="871060" y="101762"/>
                  <a:pt x="872998" y="107209"/>
                </a:cubicBezTo>
                <a:cubicBezTo>
                  <a:pt x="874936" y="112655"/>
                  <a:pt x="878007" y="117023"/>
                  <a:pt x="882212" y="120311"/>
                </a:cubicBezTo>
                <a:cubicBezTo>
                  <a:pt x="886416" y="123600"/>
                  <a:pt x="891967" y="125245"/>
                  <a:pt x="898865" y="125245"/>
                </a:cubicBezTo>
                <a:cubicBezTo>
                  <a:pt x="906223" y="125245"/>
                  <a:pt x="911971" y="123432"/>
                  <a:pt x="916109" y="119806"/>
                </a:cubicBezTo>
                <a:cubicBezTo>
                  <a:pt x="920248" y="116181"/>
                  <a:pt x="922416" y="110950"/>
                  <a:pt x="922613" y="104114"/>
                </a:cubicBezTo>
                <a:lnTo>
                  <a:pt x="938872" y="104114"/>
                </a:lnTo>
                <a:cubicBezTo>
                  <a:pt x="938675" y="111092"/>
                  <a:pt x="936934" y="117105"/>
                  <a:pt x="933650" y="122153"/>
                </a:cubicBezTo>
                <a:cubicBezTo>
                  <a:pt x="930365" y="127201"/>
                  <a:pt x="925766" y="131097"/>
                  <a:pt x="919854" y="133842"/>
                </a:cubicBezTo>
                <a:cubicBezTo>
                  <a:pt x="913942" y="136585"/>
                  <a:pt x="906945" y="137956"/>
                  <a:pt x="898865" y="137956"/>
                </a:cubicBezTo>
                <a:moveTo>
                  <a:pt x="870091" y="77256"/>
                </a:moveTo>
                <a:lnTo>
                  <a:pt x="922515" y="77256"/>
                </a:lnTo>
                <a:cubicBezTo>
                  <a:pt x="922318" y="67843"/>
                  <a:pt x="919985" y="60645"/>
                  <a:pt x="915518" y="55663"/>
                </a:cubicBezTo>
                <a:cubicBezTo>
                  <a:pt x="911051" y="50678"/>
                  <a:pt x="904843" y="48186"/>
                  <a:pt x="896894" y="48186"/>
                </a:cubicBezTo>
                <a:cubicBezTo>
                  <a:pt x="888880" y="48186"/>
                  <a:pt x="882589" y="50661"/>
                  <a:pt x="878024" y="55611"/>
                </a:cubicBezTo>
                <a:cubicBezTo>
                  <a:pt x="873458" y="60558"/>
                  <a:pt x="870814" y="67773"/>
                  <a:pt x="870091" y="77256"/>
                </a:cubicBezTo>
                <a:close/>
                <a:moveTo>
                  <a:pt x="997011" y="136183"/>
                </a:moveTo>
                <a:lnTo>
                  <a:pt x="997011" y="28872"/>
                </a:lnTo>
                <a:cubicBezTo>
                  <a:pt x="995238" y="31287"/>
                  <a:pt x="992725" y="33619"/>
                  <a:pt x="989473" y="35869"/>
                </a:cubicBezTo>
                <a:cubicBezTo>
                  <a:pt x="986221" y="38119"/>
                  <a:pt x="982362" y="40124"/>
                  <a:pt x="977894" y="41886"/>
                </a:cubicBezTo>
                <a:cubicBezTo>
                  <a:pt x="973427" y="43647"/>
                  <a:pt x="968435" y="44919"/>
                  <a:pt x="962916" y="45701"/>
                </a:cubicBezTo>
                <a:lnTo>
                  <a:pt x="962916" y="30132"/>
                </a:lnTo>
                <a:cubicBezTo>
                  <a:pt x="968369" y="29216"/>
                  <a:pt x="973444" y="27550"/>
                  <a:pt x="978141" y="25134"/>
                </a:cubicBezTo>
                <a:cubicBezTo>
                  <a:pt x="982838" y="22716"/>
                  <a:pt x="986977" y="19938"/>
                  <a:pt x="990557" y="16801"/>
                </a:cubicBezTo>
                <a:cubicBezTo>
                  <a:pt x="994137" y="13664"/>
                  <a:pt x="996946" y="10659"/>
                  <a:pt x="998982" y="7785"/>
                </a:cubicBezTo>
                <a:lnTo>
                  <a:pt x="1014256" y="7785"/>
                </a:lnTo>
                <a:lnTo>
                  <a:pt x="1014256" y="136183"/>
                </a:lnTo>
                <a:lnTo>
                  <a:pt x="997011" y="136183"/>
                </a:lnTo>
                <a:close/>
                <a:moveTo>
                  <a:pt x="1086385" y="136183"/>
                </a:moveTo>
                <a:cubicBezTo>
                  <a:pt x="1082706" y="136183"/>
                  <a:pt x="1079651" y="134984"/>
                  <a:pt x="1077221" y="132586"/>
                </a:cubicBezTo>
                <a:cubicBezTo>
                  <a:pt x="1074790" y="130188"/>
                  <a:pt x="1073575" y="127248"/>
                  <a:pt x="1073575" y="123767"/>
                </a:cubicBezTo>
                <a:cubicBezTo>
                  <a:pt x="1073575" y="120153"/>
                  <a:pt x="1074790" y="117181"/>
                  <a:pt x="1077221" y="114849"/>
                </a:cubicBezTo>
                <a:cubicBezTo>
                  <a:pt x="1079651" y="112517"/>
                  <a:pt x="1082706" y="111350"/>
                  <a:pt x="1086385" y="111350"/>
                </a:cubicBezTo>
                <a:cubicBezTo>
                  <a:pt x="1089998" y="111350"/>
                  <a:pt x="1092987" y="112517"/>
                  <a:pt x="1095352" y="114849"/>
                </a:cubicBezTo>
                <a:cubicBezTo>
                  <a:pt x="1097717" y="117181"/>
                  <a:pt x="1098899" y="120153"/>
                  <a:pt x="1098899" y="123767"/>
                </a:cubicBezTo>
                <a:cubicBezTo>
                  <a:pt x="1098899" y="127248"/>
                  <a:pt x="1097717" y="130188"/>
                  <a:pt x="1095352" y="132586"/>
                </a:cubicBezTo>
                <a:cubicBezTo>
                  <a:pt x="1092987" y="134984"/>
                  <a:pt x="1089998" y="136183"/>
                  <a:pt x="1086385" y="136183"/>
                </a:cubicBezTo>
                <a:close/>
                <a:moveTo>
                  <a:pt x="1132006" y="136183"/>
                </a:moveTo>
                <a:lnTo>
                  <a:pt x="1095152" y="37248"/>
                </a:lnTo>
                <a:lnTo>
                  <a:pt x="1112594" y="37248"/>
                </a:lnTo>
                <a:lnTo>
                  <a:pt x="1140974" y="119523"/>
                </a:lnTo>
                <a:lnTo>
                  <a:pt x="1169649" y="37248"/>
                </a:lnTo>
                <a:lnTo>
                  <a:pt x="1186401" y="37248"/>
                </a:lnTo>
                <a:lnTo>
                  <a:pt x="1150138" y="136183"/>
                </a:lnTo>
                <a:lnTo>
                  <a:pt x="1132006" y="136183"/>
                </a:lnTo>
                <a:close/>
                <a:moveTo>
                  <a:pt x="1230198" y="137956"/>
                </a:moveTo>
                <a:cubicBezTo>
                  <a:pt x="1224680" y="137956"/>
                  <a:pt x="1219638" y="136880"/>
                  <a:pt x="1215072" y="134726"/>
                </a:cubicBezTo>
                <a:cubicBezTo>
                  <a:pt x="1210507" y="132573"/>
                  <a:pt x="1206861" y="129393"/>
                  <a:pt x="1204134" y="125186"/>
                </a:cubicBezTo>
                <a:cubicBezTo>
                  <a:pt x="1201408" y="120980"/>
                  <a:pt x="1200045" y="115781"/>
                  <a:pt x="1200045" y="109589"/>
                </a:cubicBezTo>
                <a:cubicBezTo>
                  <a:pt x="1200045" y="100774"/>
                  <a:pt x="1202738" y="94078"/>
                  <a:pt x="1208125" y="89502"/>
                </a:cubicBezTo>
                <a:cubicBezTo>
                  <a:pt x="1213512" y="84926"/>
                  <a:pt x="1221133" y="81814"/>
                  <a:pt x="1230987" y="80166"/>
                </a:cubicBezTo>
                <a:cubicBezTo>
                  <a:pt x="1240841" y="78517"/>
                  <a:pt x="1252370" y="77625"/>
                  <a:pt x="1265574" y="77490"/>
                </a:cubicBezTo>
                <a:lnTo>
                  <a:pt x="1265574" y="70429"/>
                </a:lnTo>
                <a:cubicBezTo>
                  <a:pt x="1265574" y="61775"/>
                  <a:pt x="1263538" y="55839"/>
                  <a:pt x="1259465" y="52620"/>
                </a:cubicBezTo>
                <a:cubicBezTo>
                  <a:pt x="1255392" y="49401"/>
                  <a:pt x="1250235" y="47792"/>
                  <a:pt x="1243994" y="47792"/>
                </a:cubicBezTo>
                <a:cubicBezTo>
                  <a:pt x="1237359" y="47792"/>
                  <a:pt x="1231775" y="49546"/>
                  <a:pt x="1227242" y="53055"/>
                </a:cubicBezTo>
                <a:cubicBezTo>
                  <a:pt x="1222709" y="56563"/>
                  <a:pt x="1220443" y="62101"/>
                  <a:pt x="1220443" y="69668"/>
                </a:cubicBezTo>
                <a:lnTo>
                  <a:pt x="1204479" y="69668"/>
                </a:lnTo>
                <a:cubicBezTo>
                  <a:pt x="1204479" y="61551"/>
                  <a:pt x="1206171" y="54990"/>
                  <a:pt x="1209554" y="49985"/>
                </a:cubicBezTo>
                <a:cubicBezTo>
                  <a:pt x="1212937" y="44977"/>
                  <a:pt x="1217601" y="41324"/>
                  <a:pt x="1223547" y="39025"/>
                </a:cubicBezTo>
                <a:cubicBezTo>
                  <a:pt x="1229492" y="36724"/>
                  <a:pt x="1236308" y="35573"/>
                  <a:pt x="1243994" y="35573"/>
                </a:cubicBezTo>
                <a:cubicBezTo>
                  <a:pt x="1248921" y="35573"/>
                  <a:pt x="1253634" y="36047"/>
                  <a:pt x="1258134" y="36996"/>
                </a:cubicBezTo>
                <a:cubicBezTo>
                  <a:pt x="1262634" y="37942"/>
                  <a:pt x="1266675" y="39668"/>
                  <a:pt x="1270255" y="42172"/>
                </a:cubicBezTo>
                <a:cubicBezTo>
                  <a:pt x="1273835" y="44677"/>
                  <a:pt x="1276676" y="48180"/>
                  <a:pt x="1278779" y="52682"/>
                </a:cubicBezTo>
                <a:cubicBezTo>
                  <a:pt x="1280881" y="57182"/>
                  <a:pt x="1281932" y="62985"/>
                  <a:pt x="1281932" y="70090"/>
                </a:cubicBezTo>
                <a:lnTo>
                  <a:pt x="1281932" y="136183"/>
                </a:lnTo>
                <a:lnTo>
                  <a:pt x="1266560" y="136183"/>
                </a:lnTo>
                <a:lnTo>
                  <a:pt x="1265870" y="121599"/>
                </a:lnTo>
                <a:cubicBezTo>
                  <a:pt x="1261468" y="126526"/>
                  <a:pt x="1256361" y="130484"/>
                  <a:pt x="1250547" y="133473"/>
                </a:cubicBezTo>
                <a:cubicBezTo>
                  <a:pt x="1244733" y="136462"/>
                  <a:pt x="1237950" y="137956"/>
                  <a:pt x="1230198" y="137956"/>
                </a:cubicBezTo>
                <a:moveTo>
                  <a:pt x="1234534" y="125343"/>
                </a:moveTo>
                <a:cubicBezTo>
                  <a:pt x="1241103" y="125343"/>
                  <a:pt x="1247016" y="123738"/>
                  <a:pt x="1252271" y="120527"/>
                </a:cubicBezTo>
                <a:cubicBezTo>
                  <a:pt x="1257527" y="117314"/>
                  <a:pt x="1261928" y="113248"/>
                  <a:pt x="1265476" y="108330"/>
                </a:cubicBezTo>
                <a:lnTo>
                  <a:pt x="1265476" y="88033"/>
                </a:lnTo>
                <a:cubicBezTo>
                  <a:pt x="1248001" y="88239"/>
                  <a:pt x="1235470" y="89948"/>
                  <a:pt x="1227883" y="93161"/>
                </a:cubicBezTo>
                <a:cubicBezTo>
                  <a:pt x="1220295" y="96371"/>
                  <a:pt x="1216501" y="101632"/>
                  <a:pt x="1216501" y="108942"/>
                </a:cubicBezTo>
                <a:cubicBezTo>
                  <a:pt x="1216501" y="113931"/>
                  <a:pt x="1218028" y="117912"/>
                  <a:pt x="1221083" y="120884"/>
                </a:cubicBezTo>
                <a:cubicBezTo>
                  <a:pt x="1224138" y="123857"/>
                  <a:pt x="1228622" y="125343"/>
                  <a:pt x="1234534" y="125343"/>
                </a:cubicBezTo>
                <a:close/>
                <a:moveTo>
                  <a:pt x="1340218" y="136183"/>
                </a:moveTo>
                <a:cubicBezTo>
                  <a:pt x="1332400" y="136183"/>
                  <a:pt x="1326422" y="134951"/>
                  <a:pt x="1322283" y="132487"/>
                </a:cubicBezTo>
                <a:cubicBezTo>
                  <a:pt x="1318145" y="130024"/>
                  <a:pt x="1315320" y="126476"/>
                  <a:pt x="1313809" y="121845"/>
                </a:cubicBezTo>
                <a:cubicBezTo>
                  <a:pt x="1312298" y="117214"/>
                  <a:pt x="1311542" y="111646"/>
                  <a:pt x="1311542" y="105142"/>
                </a:cubicBezTo>
                <a:lnTo>
                  <a:pt x="1311542" y="3547"/>
                </a:lnTo>
                <a:lnTo>
                  <a:pt x="1327900" y="3547"/>
                </a:lnTo>
                <a:lnTo>
                  <a:pt x="1327900" y="104354"/>
                </a:lnTo>
                <a:cubicBezTo>
                  <a:pt x="1327900" y="110332"/>
                  <a:pt x="1328672" y="114898"/>
                  <a:pt x="1330216" y="118051"/>
                </a:cubicBezTo>
                <a:cubicBezTo>
                  <a:pt x="1331760" y="121204"/>
                  <a:pt x="1335455" y="122781"/>
                  <a:pt x="1341301" y="122781"/>
                </a:cubicBezTo>
                <a:lnTo>
                  <a:pt x="1345736" y="122781"/>
                </a:lnTo>
                <a:lnTo>
                  <a:pt x="1345736" y="136183"/>
                </a:lnTo>
                <a:lnTo>
                  <a:pt x="1340218" y="136183"/>
                </a:lnTo>
                <a:close/>
                <a:moveTo>
                  <a:pt x="1376185" y="136183"/>
                </a:moveTo>
                <a:cubicBezTo>
                  <a:pt x="1372506" y="136183"/>
                  <a:pt x="1369451" y="134984"/>
                  <a:pt x="1367021" y="132586"/>
                </a:cubicBezTo>
                <a:cubicBezTo>
                  <a:pt x="1364590" y="130188"/>
                  <a:pt x="1363375" y="127248"/>
                  <a:pt x="1363375" y="123767"/>
                </a:cubicBezTo>
                <a:cubicBezTo>
                  <a:pt x="1363375" y="120153"/>
                  <a:pt x="1364590" y="117181"/>
                  <a:pt x="1367021" y="114849"/>
                </a:cubicBezTo>
                <a:cubicBezTo>
                  <a:pt x="1369451" y="112517"/>
                  <a:pt x="1372506" y="111350"/>
                  <a:pt x="1376185" y="111350"/>
                </a:cubicBezTo>
                <a:cubicBezTo>
                  <a:pt x="1379798" y="111350"/>
                  <a:pt x="1382787" y="112517"/>
                  <a:pt x="1385152" y="114849"/>
                </a:cubicBezTo>
                <a:cubicBezTo>
                  <a:pt x="1387517" y="117181"/>
                  <a:pt x="1388700" y="120153"/>
                  <a:pt x="1388700" y="123767"/>
                </a:cubicBezTo>
                <a:cubicBezTo>
                  <a:pt x="1388700" y="127248"/>
                  <a:pt x="1387517" y="130188"/>
                  <a:pt x="1385152" y="132586"/>
                </a:cubicBezTo>
                <a:cubicBezTo>
                  <a:pt x="1382787" y="134984"/>
                  <a:pt x="1379798" y="136183"/>
                  <a:pt x="1376185" y="136183"/>
                </a:cubicBezTo>
                <a:moveTo>
                  <a:pt x="1376185" y="64051"/>
                </a:moveTo>
                <a:cubicBezTo>
                  <a:pt x="1372506" y="64051"/>
                  <a:pt x="1369451" y="62852"/>
                  <a:pt x="1367021" y="60454"/>
                </a:cubicBezTo>
                <a:cubicBezTo>
                  <a:pt x="1364590" y="58057"/>
                  <a:pt x="1363375" y="55117"/>
                  <a:pt x="1363375" y="51635"/>
                </a:cubicBezTo>
                <a:cubicBezTo>
                  <a:pt x="1363375" y="48022"/>
                  <a:pt x="1364590" y="45049"/>
                  <a:pt x="1367021" y="42717"/>
                </a:cubicBezTo>
                <a:cubicBezTo>
                  <a:pt x="1369451" y="40385"/>
                  <a:pt x="1372506" y="39219"/>
                  <a:pt x="1376185" y="39219"/>
                </a:cubicBezTo>
                <a:cubicBezTo>
                  <a:pt x="1379798" y="39219"/>
                  <a:pt x="1382787" y="40385"/>
                  <a:pt x="1385152" y="42717"/>
                </a:cubicBezTo>
                <a:cubicBezTo>
                  <a:pt x="1387517" y="45049"/>
                  <a:pt x="1388700" y="48022"/>
                  <a:pt x="1388700" y="51635"/>
                </a:cubicBezTo>
                <a:cubicBezTo>
                  <a:pt x="1388700" y="55117"/>
                  <a:pt x="1387517" y="58057"/>
                  <a:pt x="1385152" y="60454"/>
                </a:cubicBezTo>
                <a:cubicBezTo>
                  <a:pt x="1382787" y="62852"/>
                  <a:pt x="1379798" y="64051"/>
                  <a:pt x="1376185" y="640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" name="Text returnquadTree1">
            <a:extLst xmlns:a="http://schemas.openxmlformats.org/drawingml/2006/main">
              <a:ext uri="{FF2B5EF4-FFF2-40B4-BE49-F238E27FC236}">
                <a16:creationId xmlns:a16="http://schemas.microsoft.com/office/drawing/2014/main" id="{4F679AC4-52A4-417B-A8B0-BB40CBB98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580" y="7135438"/>
            <a:ext cx="1436273" cy="168087"/>
          </a:xfrm>
          <a:custGeom xmlns:a="http://schemas.openxmlformats.org/drawingml/2006/main">
            <a:pathLst>
              <a:path w="1436273" h="168087">
                <a:moveTo>
                  <a:pt x="0" y="132773"/>
                </a:moveTo>
                <a:lnTo>
                  <a:pt x="0" y="33736"/>
                </a:lnTo>
                <a:lnTo>
                  <a:pt x="15487" y="33736"/>
                </a:lnTo>
                <a:lnTo>
                  <a:pt x="16079" y="49617"/>
                </a:lnTo>
                <a:cubicBezTo>
                  <a:pt x="18775" y="44619"/>
                  <a:pt x="22523" y="40444"/>
                  <a:pt x="27324" y="37090"/>
                </a:cubicBezTo>
                <a:cubicBezTo>
                  <a:pt x="32125" y="33736"/>
                  <a:pt x="38372" y="32059"/>
                  <a:pt x="46066" y="32059"/>
                </a:cubicBezTo>
                <a:lnTo>
                  <a:pt x="48039" y="32059"/>
                </a:lnTo>
                <a:lnTo>
                  <a:pt x="48039" y="47151"/>
                </a:lnTo>
                <a:lnTo>
                  <a:pt x="45770" y="47151"/>
                </a:lnTo>
                <a:cubicBezTo>
                  <a:pt x="40970" y="47151"/>
                  <a:pt x="36761" y="47803"/>
                  <a:pt x="33144" y="49106"/>
                </a:cubicBezTo>
                <a:cubicBezTo>
                  <a:pt x="29527" y="50407"/>
                  <a:pt x="26371" y="52205"/>
                  <a:pt x="23674" y="54500"/>
                </a:cubicBezTo>
                <a:cubicBezTo>
                  <a:pt x="20978" y="56796"/>
                  <a:pt x="18578" y="59451"/>
                  <a:pt x="16473" y="62466"/>
                </a:cubicBezTo>
                <a:lnTo>
                  <a:pt x="16473" y="132773"/>
                </a:lnTo>
                <a:lnTo>
                  <a:pt x="0" y="132773"/>
                </a:lnTo>
                <a:close/>
                <a:moveTo>
                  <a:pt x="102981" y="134549"/>
                </a:moveTo>
                <a:cubicBezTo>
                  <a:pt x="92524" y="134549"/>
                  <a:pt x="83959" y="132298"/>
                  <a:pt x="77284" y="127795"/>
                </a:cubicBezTo>
                <a:cubicBezTo>
                  <a:pt x="70609" y="123290"/>
                  <a:pt x="65661" y="117162"/>
                  <a:pt x="62438" y="109410"/>
                </a:cubicBezTo>
                <a:cubicBezTo>
                  <a:pt x="59216" y="101657"/>
                  <a:pt x="57605" y="92938"/>
                  <a:pt x="57605" y="83255"/>
                </a:cubicBezTo>
                <a:cubicBezTo>
                  <a:pt x="57605" y="73164"/>
                  <a:pt x="59167" y="64276"/>
                  <a:pt x="62290" y="56590"/>
                </a:cubicBezTo>
                <a:cubicBezTo>
                  <a:pt x="65414" y="48904"/>
                  <a:pt x="70182" y="42894"/>
                  <a:pt x="76594" y="38560"/>
                </a:cubicBezTo>
                <a:cubicBezTo>
                  <a:pt x="83005" y="34226"/>
                  <a:pt x="91143" y="32059"/>
                  <a:pt x="101008" y="32059"/>
                </a:cubicBezTo>
                <a:cubicBezTo>
                  <a:pt x="114094" y="32059"/>
                  <a:pt x="124353" y="36117"/>
                  <a:pt x="131784" y="44232"/>
                </a:cubicBezTo>
                <a:cubicBezTo>
                  <a:pt x="139215" y="52345"/>
                  <a:pt x="142931" y="64010"/>
                  <a:pt x="142931" y="79226"/>
                </a:cubicBezTo>
                <a:cubicBezTo>
                  <a:pt x="142931" y="80241"/>
                  <a:pt x="142898" y="81442"/>
                  <a:pt x="142832" y="82829"/>
                </a:cubicBezTo>
                <a:cubicBezTo>
                  <a:pt x="142766" y="84214"/>
                  <a:pt x="142668" y="85211"/>
                  <a:pt x="142536" y="85819"/>
                </a:cubicBezTo>
                <a:lnTo>
                  <a:pt x="74078" y="85819"/>
                </a:lnTo>
                <a:cubicBezTo>
                  <a:pt x="74144" y="92334"/>
                  <a:pt x="75147" y="98317"/>
                  <a:pt x="77087" y="103769"/>
                </a:cubicBezTo>
                <a:cubicBezTo>
                  <a:pt x="79027" y="109221"/>
                  <a:pt x="82101" y="113593"/>
                  <a:pt x="86310" y="116886"/>
                </a:cubicBezTo>
                <a:cubicBezTo>
                  <a:pt x="90519" y="120178"/>
                  <a:pt x="96076" y="121824"/>
                  <a:pt x="102981" y="121824"/>
                </a:cubicBezTo>
                <a:cubicBezTo>
                  <a:pt x="110346" y="121824"/>
                  <a:pt x="116100" y="120009"/>
                  <a:pt x="120243" y="116380"/>
                </a:cubicBezTo>
                <a:cubicBezTo>
                  <a:pt x="124386" y="112751"/>
                  <a:pt x="126556" y="107515"/>
                  <a:pt x="126753" y="100671"/>
                </a:cubicBezTo>
                <a:lnTo>
                  <a:pt x="143030" y="100671"/>
                </a:lnTo>
                <a:cubicBezTo>
                  <a:pt x="142832" y="107656"/>
                  <a:pt x="141090" y="113676"/>
                  <a:pt x="137801" y="118729"/>
                </a:cubicBezTo>
                <a:cubicBezTo>
                  <a:pt x="134513" y="123782"/>
                  <a:pt x="129910" y="127683"/>
                  <a:pt x="123991" y="130431"/>
                </a:cubicBezTo>
                <a:cubicBezTo>
                  <a:pt x="118073" y="133176"/>
                  <a:pt x="111069" y="134549"/>
                  <a:pt x="102981" y="134549"/>
                </a:cubicBezTo>
                <a:moveTo>
                  <a:pt x="74177" y="73785"/>
                </a:moveTo>
                <a:lnTo>
                  <a:pt x="126655" y="73785"/>
                </a:lnTo>
                <a:cubicBezTo>
                  <a:pt x="126458" y="64362"/>
                  <a:pt x="124123" y="57157"/>
                  <a:pt x="119651" y="52170"/>
                </a:cubicBezTo>
                <a:cubicBezTo>
                  <a:pt x="115179" y="47180"/>
                  <a:pt x="108965" y="44685"/>
                  <a:pt x="101008" y="44685"/>
                </a:cubicBezTo>
                <a:cubicBezTo>
                  <a:pt x="92985" y="44685"/>
                  <a:pt x="86688" y="47163"/>
                  <a:pt x="82118" y="52117"/>
                </a:cubicBezTo>
                <a:cubicBezTo>
                  <a:pt x="77547" y="57070"/>
                  <a:pt x="74900" y="64293"/>
                  <a:pt x="74177" y="73785"/>
                </a:cubicBezTo>
                <a:close/>
                <a:moveTo>
                  <a:pt x="202363" y="132773"/>
                </a:moveTo>
                <a:cubicBezTo>
                  <a:pt x="194603" y="132773"/>
                  <a:pt x="188651" y="131496"/>
                  <a:pt x="184508" y="128942"/>
                </a:cubicBezTo>
                <a:cubicBezTo>
                  <a:pt x="180365" y="126387"/>
                  <a:pt x="177521" y="122710"/>
                  <a:pt x="175976" y="117909"/>
                </a:cubicBezTo>
                <a:cubicBezTo>
                  <a:pt x="174430" y="113106"/>
                  <a:pt x="173658" y="107334"/>
                  <a:pt x="173658" y="100591"/>
                </a:cubicBezTo>
                <a:lnTo>
                  <a:pt x="173658" y="47053"/>
                </a:lnTo>
                <a:lnTo>
                  <a:pt x="157579" y="47053"/>
                </a:lnTo>
                <a:lnTo>
                  <a:pt x="157579" y="33736"/>
                </a:lnTo>
                <a:lnTo>
                  <a:pt x="173658" y="33736"/>
                </a:lnTo>
                <a:lnTo>
                  <a:pt x="173658" y="11739"/>
                </a:lnTo>
                <a:lnTo>
                  <a:pt x="190032" y="11739"/>
                </a:lnTo>
                <a:lnTo>
                  <a:pt x="190032" y="33736"/>
                </a:lnTo>
                <a:lnTo>
                  <a:pt x="213707" y="33736"/>
                </a:lnTo>
                <a:lnTo>
                  <a:pt x="213707" y="47053"/>
                </a:lnTo>
                <a:lnTo>
                  <a:pt x="190032" y="47053"/>
                </a:lnTo>
                <a:lnTo>
                  <a:pt x="190032" y="100123"/>
                </a:lnTo>
                <a:cubicBezTo>
                  <a:pt x="190032" y="106362"/>
                  <a:pt x="190805" y="111144"/>
                  <a:pt x="192351" y="114469"/>
                </a:cubicBezTo>
                <a:cubicBezTo>
                  <a:pt x="193896" y="117794"/>
                  <a:pt x="197595" y="119457"/>
                  <a:pt x="203448" y="119457"/>
                </a:cubicBezTo>
                <a:lnTo>
                  <a:pt x="213904" y="119457"/>
                </a:lnTo>
                <a:lnTo>
                  <a:pt x="213904" y="132773"/>
                </a:lnTo>
                <a:lnTo>
                  <a:pt x="202363" y="132773"/>
                </a:lnTo>
                <a:close/>
                <a:moveTo>
                  <a:pt x="263815" y="134549"/>
                </a:moveTo>
                <a:cubicBezTo>
                  <a:pt x="252701" y="134549"/>
                  <a:pt x="244678" y="131355"/>
                  <a:pt x="239746" y="124968"/>
                </a:cubicBezTo>
                <a:cubicBezTo>
                  <a:pt x="234814" y="118579"/>
                  <a:pt x="232348" y="109778"/>
                  <a:pt x="232348" y="98566"/>
                </a:cubicBezTo>
                <a:lnTo>
                  <a:pt x="232348" y="33736"/>
                </a:lnTo>
                <a:lnTo>
                  <a:pt x="248920" y="33736"/>
                </a:lnTo>
                <a:lnTo>
                  <a:pt x="248920" y="96578"/>
                </a:lnTo>
                <a:cubicBezTo>
                  <a:pt x="248920" y="101088"/>
                  <a:pt x="249413" y="105120"/>
                  <a:pt x="250399" y="108674"/>
                </a:cubicBezTo>
                <a:cubicBezTo>
                  <a:pt x="251386" y="112227"/>
                  <a:pt x="253260" y="114995"/>
                  <a:pt x="256022" y="116978"/>
                </a:cubicBezTo>
                <a:cubicBezTo>
                  <a:pt x="258784" y="118959"/>
                  <a:pt x="262762" y="119950"/>
                  <a:pt x="267958" y="119950"/>
                </a:cubicBezTo>
                <a:cubicBezTo>
                  <a:pt x="275191" y="119950"/>
                  <a:pt x="281242" y="118395"/>
                  <a:pt x="286108" y="115286"/>
                </a:cubicBezTo>
                <a:cubicBezTo>
                  <a:pt x="290974" y="112176"/>
                  <a:pt x="294887" y="108571"/>
                  <a:pt x="297846" y="104469"/>
                </a:cubicBezTo>
                <a:lnTo>
                  <a:pt x="297846" y="33736"/>
                </a:lnTo>
                <a:lnTo>
                  <a:pt x="314418" y="33736"/>
                </a:lnTo>
                <a:lnTo>
                  <a:pt x="314418" y="132773"/>
                </a:lnTo>
                <a:lnTo>
                  <a:pt x="298537" y="132773"/>
                </a:lnTo>
                <a:lnTo>
                  <a:pt x="298044" y="118273"/>
                </a:lnTo>
                <a:cubicBezTo>
                  <a:pt x="294953" y="122087"/>
                  <a:pt x="290596" y="125753"/>
                  <a:pt x="284974" y="129271"/>
                </a:cubicBezTo>
                <a:cubicBezTo>
                  <a:pt x="279351" y="132790"/>
                  <a:pt x="272298" y="134549"/>
                  <a:pt x="263815" y="134549"/>
                </a:cubicBezTo>
                <a:close/>
                <a:moveTo>
                  <a:pt x="346870" y="132773"/>
                </a:moveTo>
                <a:lnTo>
                  <a:pt x="346870" y="33736"/>
                </a:lnTo>
                <a:lnTo>
                  <a:pt x="362357" y="33736"/>
                </a:lnTo>
                <a:lnTo>
                  <a:pt x="362949" y="49617"/>
                </a:lnTo>
                <a:cubicBezTo>
                  <a:pt x="365645" y="44619"/>
                  <a:pt x="369393" y="40444"/>
                  <a:pt x="374194" y="37090"/>
                </a:cubicBezTo>
                <a:cubicBezTo>
                  <a:pt x="378995" y="33736"/>
                  <a:pt x="385242" y="32059"/>
                  <a:pt x="392936" y="32059"/>
                </a:cubicBezTo>
                <a:lnTo>
                  <a:pt x="394909" y="32059"/>
                </a:lnTo>
                <a:lnTo>
                  <a:pt x="394909" y="47151"/>
                </a:lnTo>
                <a:lnTo>
                  <a:pt x="392640" y="47151"/>
                </a:lnTo>
                <a:cubicBezTo>
                  <a:pt x="387840" y="47151"/>
                  <a:pt x="383631" y="47803"/>
                  <a:pt x="380014" y="49106"/>
                </a:cubicBezTo>
                <a:cubicBezTo>
                  <a:pt x="376397" y="50407"/>
                  <a:pt x="373240" y="52205"/>
                  <a:pt x="370544" y="54500"/>
                </a:cubicBezTo>
                <a:cubicBezTo>
                  <a:pt x="367848" y="56796"/>
                  <a:pt x="365448" y="59451"/>
                  <a:pt x="363343" y="62466"/>
                </a:cubicBezTo>
                <a:lnTo>
                  <a:pt x="363343" y="132773"/>
                </a:lnTo>
                <a:lnTo>
                  <a:pt x="346870" y="132773"/>
                </a:lnTo>
                <a:close/>
                <a:moveTo>
                  <a:pt x="415961" y="132773"/>
                </a:moveTo>
                <a:lnTo>
                  <a:pt x="415961" y="33736"/>
                </a:lnTo>
                <a:lnTo>
                  <a:pt x="431744" y="33736"/>
                </a:lnTo>
                <a:lnTo>
                  <a:pt x="432336" y="48236"/>
                </a:lnTo>
                <a:cubicBezTo>
                  <a:pt x="435295" y="44356"/>
                  <a:pt x="439536" y="40690"/>
                  <a:pt x="445060" y="37238"/>
                </a:cubicBezTo>
                <a:cubicBezTo>
                  <a:pt x="450584" y="33785"/>
                  <a:pt x="457654" y="32059"/>
                  <a:pt x="466269" y="32059"/>
                </a:cubicBezTo>
                <a:cubicBezTo>
                  <a:pt x="476791" y="32059"/>
                  <a:pt x="484452" y="35270"/>
                  <a:pt x="489252" y="41692"/>
                </a:cubicBezTo>
                <a:cubicBezTo>
                  <a:pt x="494053" y="48114"/>
                  <a:pt x="496453" y="57136"/>
                  <a:pt x="496453" y="68757"/>
                </a:cubicBezTo>
                <a:lnTo>
                  <a:pt x="496453" y="132773"/>
                </a:lnTo>
                <a:lnTo>
                  <a:pt x="479980" y="132773"/>
                </a:lnTo>
                <a:lnTo>
                  <a:pt x="479980" y="70875"/>
                </a:lnTo>
                <a:cubicBezTo>
                  <a:pt x="479980" y="66023"/>
                  <a:pt x="479487" y="61719"/>
                  <a:pt x="478500" y="57962"/>
                </a:cubicBezTo>
                <a:cubicBezTo>
                  <a:pt x="477514" y="54203"/>
                  <a:pt x="475755" y="51248"/>
                  <a:pt x="473223" y="49096"/>
                </a:cubicBezTo>
                <a:cubicBezTo>
                  <a:pt x="470691" y="46945"/>
                  <a:pt x="467025" y="45869"/>
                  <a:pt x="462224" y="45869"/>
                </a:cubicBezTo>
                <a:cubicBezTo>
                  <a:pt x="455056" y="45869"/>
                  <a:pt x="449039" y="47560"/>
                  <a:pt x="444173" y="50943"/>
                </a:cubicBezTo>
                <a:cubicBezTo>
                  <a:pt x="439306" y="54323"/>
                  <a:pt x="435393" y="58030"/>
                  <a:pt x="432434" y="62062"/>
                </a:cubicBezTo>
                <a:lnTo>
                  <a:pt x="432434" y="132773"/>
                </a:lnTo>
                <a:lnTo>
                  <a:pt x="415961" y="132773"/>
                </a:lnTo>
                <a:close/>
                <a:moveTo>
                  <a:pt x="632379" y="168087"/>
                </a:moveTo>
                <a:lnTo>
                  <a:pt x="632379" y="118273"/>
                </a:lnTo>
                <a:cubicBezTo>
                  <a:pt x="628959" y="123205"/>
                  <a:pt x="624537" y="127151"/>
                  <a:pt x="619111" y="130110"/>
                </a:cubicBezTo>
                <a:cubicBezTo>
                  <a:pt x="613686" y="133069"/>
                  <a:pt x="607389" y="134549"/>
                  <a:pt x="600221" y="134549"/>
                </a:cubicBezTo>
                <a:cubicBezTo>
                  <a:pt x="592264" y="134549"/>
                  <a:pt x="585408" y="132621"/>
                  <a:pt x="579654" y="128766"/>
                </a:cubicBezTo>
                <a:cubicBezTo>
                  <a:pt x="573900" y="124909"/>
                  <a:pt x="569494" y="119125"/>
                  <a:pt x="566436" y="111414"/>
                </a:cubicBezTo>
                <a:cubicBezTo>
                  <a:pt x="563378" y="103701"/>
                  <a:pt x="561849" y="94196"/>
                  <a:pt x="561849" y="82897"/>
                </a:cubicBezTo>
                <a:cubicBezTo>
                  <a:pt x="561849" y="71736"/>
                  <a:pt x="563510" y="62401"/>
                  <a:pt x="566831" y="54892"/>
                </a:cubicBezTo>
                <a:cubicBezTo>
                  <a:pt x="570152" y="47382"/>
                  <a:pt x="574821" y="41700"/>
                  <a:pt x="580838" y="37845"/>
                </a:cubicBezTo>
                <a:cubicBezTo>
                  <a:pt x="586855" y="33988"/>
                  <a:pt x="593941" y="32059"/>
                  <a:pt x="602096" y="32059"/>
                </a:cubicBezTo>
                <a:cubicBezTo>
                  <a:pt x="609198" y="32059"/>
                  <a:pt x="615248" y="33588"/>
                  <a:pt x="620246" y="36646"/>
                </a:cubicBezTo>
                <a:cubicBezTo>
                  <a:pt x="625244" y="39704"/>
                  <a:pt x="629288" y="43732"/>
                  <a:pt x="632379" y="48730"/>
                </a:cubicBezTo>
                <a:lnTo>
                  <a:pt x="632971" y="33736"/>
                </a:lnTo>
                <a:lnTo>
                  <a:pt x="648852" y="33736"/>
                </a:lnTo>
                <a:lnTo>
                  <a:pt x="648852" y="168087"/>
                </a:lnTo>
                <a:lnTo>
                  <a:pt x="632379" y="168087"/>
                </a:lnTo>
                <a:moveTo>
                  <a:pt x="603181" y="121035"/>
                </a:moveTo>
                <a:cubicBezTo>
                  <a:pt x="610349" y="121035"/>
                  <a:pt x="616284" y="119275"/>
                  <a:pt x="620986" y="115754"/>
                </a:cubicBezTo>
                <a:cubicBezTo>
                  <a:pt x="625688" y="112234"/>
                  <a:pt x="629485" y="107945"/>
                  <a:pt x="632379" y="102888"/>
                </a:cubicBezTo>
                <a:lnTo>
                  <a:pt x="632379" y="64750"/>
                </a:lnTo>
                <a:cubicBezTo>
                  <a:pt x="629683" y="59349"/>
                  <a:pt x="626164" y="54803"/>
                  <a:pt x="621824" y="51112"/>
                </a:cubicBezTo>
                <a:cubicBezTo>
                  <a:pt x="617484" y="47422"/>
                  <a:pt x="611960" y="45542"/>
                  <a:pt x="605252" y="45474"/>
                </a:cubicBezTo>
                <a:cubicBezTo>
                  <a:pt x="596506" y="45474"/>
                  <a:pt x="589847" y="48739"/>
                  <a:pt x="585277" y="55268"/>
                </a:cubicBezTo>
                <a:cubicBezTo>
                  <a:pt x="580706" y="61795"/>
                  <a:pt x="578421" y="71004"/>
                  <a:pt x="578421" y="82897"/>
                </a:cubicBezTo>
                <a:cubicBezTo>
                  <a:pt x="578421" y="95336"/>
                  <a:pt x="580575" y="104803"/>
                  <a:pt x="584882" y="111297"/>
                </a:cubicBezTo>
                <a:cubicBezTo>
                  <a:pt x="589190" y="117789"/>
                  <a:pt x="595289" y="121035"/>
                  <a:pt x="603181" y="121035"/>
                </a:cubicBezTo>
                <a:close/>
                <a:moveTo>
                  <a:pt x="711089" y="134549"/>
                </a:moveTo>
                <a:cubicBezTo>
                  <a:pt x="699975" y="134549"/>
                  <a:pt x="691952" y="131355"/>
                  <a:pt x="687020" y="124968"/>
                </a:cubicBezTo>
                <a:cubicBezTo>
                  <a:pt x="682088" y="118579"/>
                  <a:pt x="679621" y="109778"/>
                  <a:pt x="679621" y="98566"/>
                </a:cubicBezTo>
                <a:lnTo>
                  <a:pt x="679621" y="33736"/>
                </a:lnTo>
                <a:lnTo>
                  <a:pt x="696193" y="33736"/>
                </a:lnTo>
                <a:lnTo>
                  <a:pt x="696193" y="96578"/>
                </a:lnTo>
                <a:cubicBezTo>
                  <a:pt x="696193" y="101088"/>
                  <a:pt x="696687" y="105120"/>
                  <a:pt x="697673" y="108674"/>
                </a:cubicBezTo>
                <a:cubicBezTo>
                  <a:pt x="698660" y="112227"/>
                  <a:pt x="700534" y="114995"/>
                  <a:pt x="703296" y="116978"/>
                </a:cubicBezTo>
                <a:cubicBezTo>
                  <a:pt x="706058" y="118959"/>
                  <a:pt x="710036" y="119950"/>
                  <a:pt x="715232" y="119950"/>
                </a:cubicBezTo>
                <a:cubicBezTo>
                  <a:pt x="722465" y="119950"/>
                  <a:pt x="728515" y="118395"/>
                  <a:pt x="733382" y="115286"/>
                </a:cubicBezTo>
                <a:cubicBezTo>
                  <a:pt x="738248" y="112176"/>
                  <a:pt x="742161" y="108571"/>
                  <a:pt x="745120" y="104469"/>
                </a:cubicBezTo>
                <a:lnTo>
                  <a:pt x="745120" y="33736"/>
                </a:lnTo>
                <a:lnTo>
                  <a:pt x="761692" y="33736"/>
                </a:lnTo>
                <a:lnTo>
                  <a:pt x="761692" y="132773"/>
                </a:lnTo>
                <a:lnTo>
                  <a:pt x="745811" y="132773"/>
                </a:lnTo>
                <a:lnTo>
                  <a:pt x="745318" y="118273"/>
                </a:lnTo>
                <a:cubicBezTo>
                  <a:pt x="742227" y="122087"/>
                  <a:pt x="737870" y="125753"/>
                  <a:pt x="732247" y="129271"/>
                </a:cubicBezTo>
                <a:cubicBezTo>
                  <a:pt x="726625" y="132790"/>
                  <a:pt x="719572" y="134549"/>
                  <a:pt x="711089" y="134549"/>
                </a:cubicBezTo>
                <a:close/>
                <a:moveTo>
                  <a:pt x="819307" y="134549"/>
                </a:moveTo>
                <a:cubicBezTo>
                  <a:pt x="813783" y="134549"/>
                  <a:pt x="808736" y="133471"/>
                  <a:pt x="804166" y="131315"/>
                </a:cubicBezTo>
                <a:cubicBezTo>
                  <a:pt x="799595" y="129159"/>
                  <a:pt x="795945" y="125976"/>
                  <a:pt x="793216" y="121765"/>
                </a:cubicBezTo>
                <a:cubicBezTo>
                  <a:pt x="790487" y="117555"/>
                  <a:pt x="789123" y="112350"/>
                  <a:pt x="789123" y="106152"/>
                </a:cubicBezTo>
                <a:cubicBezTo>
                  <a:pt x="789123" y="97328"/>
                  <a:pt x="791819" y="90625"/>
                  <a:pt x="797211" y="86044"/>
                </a:cubicBezTo>
                <a:cubicBezTo>
                  <a:pt x="802604" y="81464"/>
                  <a:pt x="810232" y="78348"/>
                  <a:pt x="820096" y="76698"/>
                </a:cubicBezTo>
                <a:cubicBezTo>
                  <a:pt x="829961" y="75048"/>
                  <a:pt x="841502" y="74155"/>
                  <a:pt x="854720" y="74019"/>
                </a:cubicBezTo>
                <a:lnTo>
                  <a:pt x="854720" y="66951"/>
                </a:lnTo>
                <a:cubicBezTo>
                  <a:pt x="854720" y="58289"/>
                  <a:pt x="852681" y="52346"/>
                  <a:pt x="848604" y="49124"/>
                </a:cubicBezTo>
                <a:cubicBezTo>
                  <a:pt x="844527" y="45902"/>
                  <a:pt x="839365" y="44291"/>
                  <a:pt x="833117" y="44291"/>
                </a:cubicBezTo>
                <a:cubicBezTo>
                  <a:pt x="826475" y="44291"/>
                  <a:pt x="820886" y="46047"/>
                  <a:pt x="816348" y="49559"/>
                </a:cubicBezTo>
                <a:cubicBezTo>
                  <a:pt x="811810" y="53071"/>
                  <a:pt x="809542" y="58614"/>
                  <a:pt x="809542" y="66189"/>
                </a:cubicBezTo>
                <a:lnTo>
                  <a:pt x="793561" y="66189"/>
                </a:lnTo>
                <a:cubicBezTo>
                  <a:pt x="793561" y="58064"/>
                  <a:pt x="795255" y="51496"/>
                  <a:pt x="798642" y="46485"/>
                </a:cubicBezTo>
                <a:cubicBezTo>
                  <a:pt x="802028" y="41473"/>
                  <a:pt x="806697" y="37816"/>
                  <a:pt x="812649" y="35515"/>
                </a:cubicBezTo>
                <a:cubicBezTo>
                  <a:pt x="818600" y="33211"/>
                  <a:pt x="825423" y="32059"/>
                  <a:pt x="833117" y="32059"/>
                </a:cubicBezTo>
                <a:cubicBezTo>
                  <a:pt x="838049" y="32059"/>
                  <a:pt x="842768" y="32534"/>
                  <a:pt x="847272" y="33483"/>
                </a:cubicBezTo>
                <a:cubicBezTo>
                  <a:pt x="851777" y="34430"/>
                  <a:pt x="855822" y="36158"/>
                  <a:pt x="859406" y="38665"/>
                </a:cubicBezTo>
                <a:cubicBezTo>
                  <a:pt x="862990" y="41172"/>
                  <a:pt x="865834" y="44679"/>
                  <a:pt x="867938" y="49186"/>
                </a:cubicBezTo>
                <a:cubicBezTo>
                  <a:pt x="870043" y="53690"/>
                  <a:pt x="871095" y="59499"/>
                  <a:pt x="871095" y="66612"/>
                </a:cubicBezTo>
                <a:lnTo>
                  <a:pt x="871095" y="132773"/>
                </a:lnTo>
                <a:lnTo>
                  <a:pt x="855706" y="132773"/>
                </a:lnTo>
                <a:lnTo>
                  <a:pt x="855016" y="118174"/>
                </a:lnTo>
                <a:cubicBezTo>
                  <a:pt x="850610" y="123106"/>
                  <a:pt x="845497" y="127068"/>
                  <a:pt x="839677" y="130061"/>
                </a:cubicBezTo>
                <a:cubicBezTo>
                  <a:pt x="833857" y="133053"/>
                  <a:pt x="827067" y="134549"/>
                  <a:pt x="819307" y="134549"/>
                </a:cubicBezTo>
                <a:moveTo>
                  <a:pt x="823648" y="121923"/>
                </a:moveTo>
                <a:cubicBezTo>
                  <a:pt x="830224" y="121923"/>
                  <a:pt x="836142" y="120316"/>
                  <a:pt x="841403" y="117101"/>
                </a:cubicBezTo>
                <a:cubicBezTo>
                  <a:pt x="846664" y="113885"/>
                  <a:pt x="851070" y="109815"/>
                  <a:pt x="854621" y="104891"/>
                </a:cubicBezTo>
                <a:lnTo>
                  <a:pt x="854621" y="84574"/>
                </a:lnTo>
                <a:cubicBezTo>
                  <a:pt x="837129" y="84779"/>
                  <a:pt x="824585" y="86490"/>
                  <a:pt x="816989" y="89706"/>
                </a:cubicBezTo>
                <a:cubicBezTo>
                  <a:pt x="809394" y="92921"/>
                  <a:pt x="805596" y="98187"/>
                  <a:pt x="805596" y="105505"/>
                </a:cubicBezTo>
                <a:cubicBezTo>
                  <a:pt x="805596" y="110499"/>
                  <a:pt x="807125" y="114483"/>
                  <a:pt x="810183" y="117459"/>
                </a:cubicBezTo>
                <a:cubicBezTo>
                  <a:pt x="813241" y="120435"/>
                  <a:pt x="817729" y="121923"/>
                  <a:pt x="823648" y="121923"/>
                </a:cubicBezTo>
                <a:close/>
                <a:moveTo>
                  <a:pt x="934669" y="134549"/>
                </a:moveTo>
                <a:cubicBezTo>
                  <a:pt x="926843" y="134549"/>
                  <a:pt x="920070" y="132619"/>
                  <a:pt x="914349" y="128760"/>
                </a:cubicBezTo>
                <a:cubicBezTo>
                  <a:pt x="908627" y="124900"/>
                  <a:pt x="904205" y="119128"/>
                  <a:pt x="901081" y="111442"/>
                </a:cubicBezTo>
                <a:cubicBezTo>
                  <a:pt x="897957" y="103756"/>
                  <a:pt x="896396" y="94258"/>
                  <a:pt x="896396" y="82949"/>
                </a:cubicBezTo>
                <a:cubicBezTo>
                  <a:pt x="896396" y="71708"/>
                  <a:pt x="898056" y="62330"/>
                  <a:pt x="901377" y="54815"/>
                </a:cubicBezTo>
                <a:cubicBezTo>
                  <a:pt x="904698" y="47297"/>
                  <a:pt x="909384" y="41625"/>
                  <a:pt x="915434" y="37799"/>
                </a:cubicBezTo>
                <a:cubicBezTo>
                  <a:pt x="921484" y="33972"/>
                  <a:pt x="928619" y="32059"/>
                  <a:pt x="936839" y="32059"/>
                </a:cubicBezTo>
                <a:cubicBezTo>
                  <a:pt x="943678" y="32059"/>
                  <a:pt x="949630" y="33555"/>
                  <a:pt x="954694" y="36547"/>
                </a:cubicBezTo>
                <a:cubicBezTo>
                  <a:pt x="959757" y="39539"/>
                  <a:pt x="963834" y="43600"/>
                  <a:pt x="966925" y="48730"/>
                </a:cubicBezTo>
                <a:lnTo>
                  <a:pt x="966925" y="0"/>
                </a:lnTo>
                <a:lnTo>
                  <a:pt x="983399" y="0"/>
                </a:lnTo>
                <a:lnTo>
                  <a:pt x="983399" y="132773"/>
                </a:lnTo>
                <a:lnTo>
                  <a:pt x="967813" y="132773"/>
                </a:lnTo>
                <a:lnTo>
                  <a:pt x="966925" y="118766"/>
                </a:lnTo>
                <a:cubicBezTo>
                  <a:pt x="963506" y="123435"/>
                  <a:pt x="959100" y="127233"/>
                  <a:pt x="953707" y="130159"/>
                </a:cubicBezTo>
                <a:cubicBezTo>
                  <a:pt x="948315" y="133086"/>
                  <a:pt x="941969" y="134549"/>
                  <a:pt x="934669" y="134549"/>
                </a:cubicBezTo>
                <a:moveTo>
                  <a:pt x="938023" y="121035"/>
                </a:moveTo>
                <a:cubicBezTo>
                  <a:pt x="945059" y="121035"/>
                  <a:pt x="950912" y="119306"/>
                  <a:pt x="955581" y="115850"/>
                </a:cubicBezTo>
                <a:cubicBezTo>
                  <a:pt x="960250" y="112393"/>
                  <a:pt x="964032" y="108236"/>
                  <a:pt x="966925" y="103378"/>
                </a:cubicBezTo>
                <a:lnTo>
                  <a:pt x="966925" y="64879"/>
                </a:lnTo>
                <a:cubicBezTo>
                  <a:pt x="964229" y="59267"/>
                  <a:pt x="960694" y="54630"/>
                  <a:pt x="956321" y="50968"/>
                </a:cubicBezTo>
                <a:cubicBezTo>
                  <a:pt x="951948" y="47305"/>
                  <a:pt x="946440" y="45474"/>
                  <a:pt x="939799" y="45474"/>
                </a:cubicBezTo>
                <a:cubicBezTo>
                  <a:pt x="931052" y="45474"/>
                  <a:pt x="924460" y="48725"/>
                  <a:pt x="920021" y="55228"/>
                </a:cubicBezTo>
                <a:cubicBezTo>
                  <a:pt x="915582" y="61730"/>
                  <a:pt x="913362" y="70969"/>
                  <a:pt x="913362" y="82946"/>
                </a:cubicBezTo>
                <a:cubicBezTo>
                  <a:pt x="913362" y="95334"/>
                  <a:pt x="915450" y="104779"/>
                  <a:pt x="919626" y="111281"/>
                </a:cubicBezTo>
                <a:cubicBezTo>
                  <a:pt x="923802" y="117784"/>
                  <a:pt x="929934" y="121035"/>
                  <a:pt x="938023" y="121035"/>
                </a:cubicBezTo>
                <a:close/>
                <a:moveTo>
                  <a:pt x="1038828" y="132773"/>
                </a:moveTo>
                <a:lnTo>
                  <a:pt x="1038828" y="14895"/>
                </a:lnTo>
                <a:lnTo>
                  <a:pt x="1001048" y="14895"/>
                </a:lnTo>
                <a:lnTo>
                  <a:pt x="1001048" y="0"/>
                </a:lnTo>
                <a:lnTo>
                  <a:pt x="1094167" y="0"/>
                </a:lnTo>
                <a:lnTo>
                  <a:pt x="1094167" y="14895"/>
                </a:lnTo>
                <a:lnTo>
                  <a:pt x="1056485" y="14895"/>
                </a:lnTo>
                <a:lnTo>
                  <a:pt x="1056485" y="132773"/>
                </a:lnTo>
                <a:lnTo>
                  <a:pt x="1038828" y="132773"/>
                </a:lnTo>
                <a:close/>
                <a:moveTo>
                  <a:pt x="1104246" y="132773"/>
                </a:moveTo>
                <a:lnTo>
                  <a:pt x="1104246" y="33736"/>
                </a:lnTo>
                <a:lnTo>
                  <a:pt x="1119733" y="33736"/>
                </a:lnTo>
                <a:lnTo>
                  <a:pt x="1120325" y="49617"/>
                </a:lnTo>
                <a:cubicBezTo>
                  <a:pt x="1123021" y="44619"/>
                  <a:pt x="1126769" y="40444"/>
                  <a:pt x="1131570" y="37090"/>
                </a:cubicBezTo>
                <a:cubicBezTo>
                  <a:pt x="1136370" y="33736"/>
                  <a:pt x="1142618" y="32059"/>
                  <a:pt x="1150312" y="32059"/>
                </a:cubicBezTo>
                <a:lnTo>
                  <a:pt x="1152285" y="32059"/>
                </a:lnTo>
                <a:lnTo>
                  <a:pt x="1152285" y="47151"/>
                </a:lnTo>
                <a:lnTo>
                  <a:pt x="1150016" y="47151"/>
                </a:lnTo>
                <a:cubicBezTo>
                  <a:pt x="1145215" y="47151"/>
                  <a:pt x="1141007" y="47803"/>
                  <a:pt x="1137390" y="49106"/>
                </a:cubicBezTo>
                <a:cubicBezTo>
                  <a:pt x="1133773" y="50407"/>
                  <a:pt x="1130616" y="52205"/>
                  <a:pt x="1127920" y="54500"/>
                </a:cubicBezTo>
                <a:cubicBezTo>
                  <a:pt x="1125224" y="56796"/>
                  <a:pt x="1122823" y="59451"/>
                  <a:pt x="1120719" y="62466"/>
                </a:cubicBezTo>
                <a:lnTo>
                  <a:pt x="1120719" y="132773"/>
                </a:lnTo>
                <a:lnTo>
                  <a:pt x="1104246" y="132773"/>
                </a:lnTo>
                <a:close/>
                <a:moveTo>
                  <a:pt x="1207226" y="134549"/>
                </a:moveTo>
                <a:cubicBezTo>
                  <a:pt x="1196770" y="134549"/>
                  <a:pt x="1188205" y="132298"/>
                  <a:pt x="1181530" y="127795"/>
                </a:cubicBezTo>
                <a:cubicBezTo>
                  <a:pt x="1174855" y="123290"/>
                  <a:pt x="1169906" y="117162"/>
                  <a:pt x="1166684" y="109410"/>
                </a:cubicBezTo>
                <a:cubicBezTo>
                  <a:pt x="1163462" y="101657"/>
                  <a:pt x="1161851" y="92938"/>
                  <a:pt x="1161851" y="83255"/>
                </a:cubicBezTo>
                <a:cubicBezTo>
                  <a:pt x="1161851" y="73164"/>
                  <a:pt x="1163412" y="64276"/>
                  <a:pt x="1166536" y="56590"/>
                </a:cubicBezTo>
                <a:cubicBezTo>
                  <a:pt x="1169660" y="48904"/>
                  <a:pt x="1174427" y="42894"/>
                  <a:pt x="1180839" y="38560"/>
                </a:cubicBezTo>
                <a:cubicBezTo>
                  <a:pt x="1187251" y="34226"/>
                  <a:pt x="1195389" y="32059"/>
                  <a:pt x="1205253" y="32059"/>
                </a:cubicBezTo>
                <a:cubicBezTo>
                  <a:pt x="1218340" y="32059"/>
                  <a:pt x="1228599" y="36117"/>
                  <a:pt x="1236030" y="44232"/>
                </a:cubicBezTo>
                <a:cubicBezTo>
                  <a:pt x="1243461" y="52345"/>
                  <a:pt x="1247177" y="64010"/>
                  <a:pt x="1247177" y="79226"/>
                </a:cubicBezTo>
                <a:cubicBezTo>
                  <a:pt x="1247177" y="80241"/>
                  <a:pt x="1247144" y="81442"/>
                  <a:pt x="1247078" y="82829"/>
                </a:cubicBezTo>
                <a:cubicBezTo>
                  <a:pt x="1247012" y="84214"/>
                  <a:pt x="1246914" y="85211"/>
                  <a:pt x="1246782" y="85819"/>
                </a:cubicBezTo>
                <a:lnTo>
                  <a:pt x="1178324" y="85819"/>
                </a:lnTo>
                <a:cubicBezTo>
                  <a:pt x="1178390" y="92334"/>
                  <a:pt x="1179393" y="98317"/>
                  <a:pt x="1181332" y="103769"/>
                </a:cubicBezTo>
                <a:cubicBezTo>
                  <a:pt x="1183272" y="109221"/>
                  <a:pt x="1186347" y="113593"/>
                  <a:pt x="1190556" y="116886"/>
                </a:cubicBezTo>
                <a:cubicBezTo>
                  <a:pt x="1194764" y="120178"/>
                  <a:pt x="1200321" y="121824"/>
                  <a:pt x="1207226" y="121824"/>
                </a:cubicBezTo>
                <a:cubicBezTo>
                  <a:pt x="1214592" y="121824"/>
                  <a:pt x="1220346" y="120009"/>
                  <a:pt x="1224489" y="116380"/>
                </a:cubicBezTo>
                <a:cubicBezTo>
                  <a:pt x="1228632" y="112751"/>
                  <a:pt x="1230802" y="107515"/>
                  <a:pt x="1230999" y="100671"/>
                </a:cubicBezTo>
                <a:lnTo>
                  <a:pt x="1247275" y="100671"/>
                </a:lnTo>
                <a:cubicBezTo>
                  <a:pt x="1247078" y="107656"/>
                  <a:pt x="1245335" y="113676"/>
                  <a:pt x="1242047" y="118729"/>
                </a:cubicBezTo>
                <a:cubicBezTo>
                  <a:pt x="1238759" y="123782"/>
                  <a:pt x="1234156" y="127683"/>
                  <a:pt x="1228237" y="130431"/>
                </a:cubicBezTo>
                <a:cubicBezTo>
                  <a:pt x="1222319" y="133176"/>
                  <a:pt x="1215315" y="134549"/>
                  <a:pt x="1207226" y="134549"/>
                </a:cubicBezTo>
                <a:moveTo>
                  <a:pt x="1178423" y="73785"/>
                </a:moveTo>
                <a:lnTo>
                  <a:pt x="1230901" y="73785"/>
                </a:lnTo>
                <a:cubicBezTo>
                  <a:pt x="1230703" y="64362"/>
                  <a:pt x="1228369" y="57157"/>
                  <a:pt x="1223897" y="52170"/>
                </a:cubicBezTo>
                <a:cubicBezTo>
                  <a:pt x="1219425" y="47180"/>
                  <a:pt x="1213211" y="44685"/>
                  <a:pt x="1205253" y="44685"/>
                </a:cubicBezTo>
                <a:cubicBezTo>
                  <a:pt x="1197230" y="44685"/>
                  <a:pt x="1190934" y="47163"/>
                  <a:pt x="1186363" y="52117"/>
                </a:cubicBezTo>
                <a:cubicBezTo>
                  <a:pt x="1181793" y="57070"/>
                  <a:pt x="1179146" y="64293"/>
                  <a:pt x="1178423" y="73785"/>
                </a:cubicBezTo>
                <a:close/>
                <a:moveTo>
                  <a:pt x="1314499" y="134549"/>
                </a:moveTo>
                <a:cubicBezTo>
                  <a:pt x="1304043" y="134549"/>
                  <a:pt x="1295477" y="132298"/>
                  <a:pt x="1288803" y="127795"/>
                </a:cubicBezTo>
                <a:cubicBezTo>
                  <a:pt x="1282128" y="123290"/>
                  <a:pt x="1277179" y="117162"/>
                  <a:pt x="1273957" y="109410"/>
                </a:cubicBezTo>
                <a:cubicBezTo>
                  <a:pt x="1270735" y="101657"/>
                  <a:pt x="1269123" y="92938"/>
                  <a:pt x="1269123" y="83255"/>
                </a:cubicBezTo>
                <a:cubicBezTo>
                  <a:pt x="1269123" y="73164"/>
                  <a:pt x="1270685" y="64276"/>
                  <a:pt x="1273809" y="56590"/>
                </a:cubicBezTo>
                <a:cubicBezTo>
                  <a:pt x="1276933" y="48904"/>
                  <a:pt x="1281700" y="42894"/>
                  <a:pt x="1288112" y="38560"/>
                </a:cubicBezTo>
                <a:cubicBezTo>
                  <a:pt x="1294524" y="34226"/>
                  <a:pt x="1302662" y="32059"/>
                  <a:pt x="1312526" y="32059"/>
                </a:cubicBezTo>
                <a:cubicBezTo>
                  <a:pt x="1325613" y="32059"/>
                  <a:pt x="1335872" y="36117"/>
                  <a:pt x="1343303" y="44232"/>
                </a:cubicBezTo>
                <a:cubicBezTo>
                  <a:pt x="1350734" y="52345"/>
                  <a:pt x="1354449" y="64010"/>
                  <a:pt x="1354449" y="79226"/>
                </a:cubicBezTo>
                <a:cubicBezTo>
                  <a:pt x="1354449" y="80241"/>
                  <a:pt x="1354417" y="81442"/>
                  <a:pt x="1354351" y="82829"/>
                </a:cubicBezTo>
                <a:cubicBezTo>
                  <a:pt x="1354285" y="84214"/>
                  <a:pt x="1354186" y="85211"/>
                  <a:pt x="1354055" y="85819"/>
                </a:cubicBezTo>
                <a:lnTo>
                  <a:pt x="1285597" y="85819"/>
                </a:lnTo>
                <a:cubicBezTo>
                  <a:pt x="1285662" y="92334"/>
                  <a:pt x="1286665" y="98317"/>
                  <a:pt x="1288605" y="103769"/>
                </a:cubicBezTo>
                <a:cubicBezTo>
                  <a:pt x="1290545" y="109221"/>
                  <a:pt x="1293620" y="113593"/>
                  <a:pt x="1297828" y="116886"/>
                </a:cubicBezTo>
                <a:cubicBezTo>
                  <a:pt x="1302037" y="120178"/>
                  <a:pt x="1307594" y="121824"/>
                  <a:pt x="1314499" y="121824"/>
                </a:cubicBezTo>
                <a:cubicBezTo>
                  <a:pt x="1321864" y="121824"/>
                  <a:pt x="1327619" y="120009"/>
                  <a:pt x="1331762" y="116380"/>
                </a:cubicBezTo>
                <a:cubicBezTo>
                  <a:pt x="1335905" y="112751"/>
                  <a:pt x="1338075" y="107515"/>
                  <a:pt x="1338272" y="100671"/>
                </a:cubicBezTo>
                <a:lnTo>
                  <a:pt x="1354548" y="100671"/>
                </a:lnTo>
                <a:cubicBezTo>
                  <a:pt x="1354351" y="107656"/>
                  <a:pt x="1352608" y="113676"/>
                  <a:pt x="1349320" y="118729"/>
                </a:cubicBezTo>
                <a:cubicBezTo>
                  <a:pt x="1346032" y="123782"/>
                  <a:pt x="1341429" y="127683"/>
                  <a:pt x="1335510" y="130431"/>
                </a:cubicBezTo>
                <a:cubicBezTo>
                  <a:pt x="1329591" y="133176"/>
                  <a:pt x="1322588" y="134549"/>
                  <a:pt x="1314499" y="134549"/>
                </a:cubicBezTo>
                <a:moveTo>
                  <a:pt x="1285695" y="73785"/>
                </a:moveTo>
                <a:lnTo>
                  <a:pt x="1338173" y="73785"/>
                </a:lnTo>
                <a:cubicBezTo>
                  <a:pt x="1337976" y="64362"/>
                  <a:pt x="1335642" y="57157"/>
                  <a:pt x="1331170" y="52170"/>
                </a:cubicBezTo>
                <a:cubicBezTo>
                  <a:pt x="1326698" y="47180"/>
                  <a:pt x="1320483" y="44685"/>
                  <a:pt x="1312526" y="44685"/>
                </a:cubicBezTo>
                <a:cubicBezTo>
                  <a:pt x="1304503" y="44685"/>
                  <a:pt x="1298207" y="47163"/>
                  <a:pt x="1293636" y="52117"/>
                </a:cubicBezTo>
                <a:cubicBezTo>
                  <a:pt x="1289066" y="57070"/>
                  <a:pt x="1286419" y="64293"/>
                  <a:pt x="1285695" y="73785"/>
                </a:cubicBezTo>
                <a:close/>
                <a:moveTo>
                  <a:pt x="1419010" y="132773"/>
                </a:moveTo>
                <a:lnTo>
                  <a:pt x="1419010" y="25351"/>
                </a:lnTo>
                <a:cubicBezTo>
                  <a:pt x="1417235" y="27768"/>
                  <a:pt x="1414720" y="30103"/>
                  <a:pt x="1411464" y="32355"/>
                </a:cubicBezTo>
                <a:cubicBezTo>
                  <a:pt x="1408209" y="34607"/>
                  <a:pt x="1404346" y="36615"/>
                  <a:pt x="1399874" y="38378"/>
                </a:cubicBezTo>
                <a:cubicBezTo>
                  <a:pt x="1395402" y="40141"/>
                  <a:pt x="1390404" y="41415"/>
                  <a:pt x="1384880" y="42198"/>
                </a:cubicBezTo>
                <a:lnTo>
                  <a:pt x="1384880" y="26612"/>
                </a:lnTo>
                <a:cubicBezTo>
                  <a:pt x="1390338" y="25695"/>
                  <a:pt x="1395418" y="24028"/>
                  <a:pt x="1400120" y="21609"/>
                </a:cubicBezTo>
                <a:cubicBezTo>
                  <a:pt x="1404822" y="19188"/>
                  <a:pt x="1408965" y="16408"/>
                  <a:pt x="1412549" y="13267"/>
                </a:cubicBezTo>
                <a:cubicBezTo>
                  <a:pt x="1416133" y="10127"/>
                  <a:pt x="1418945" y="7119"/>
                  <a:pt x="1420983" y="4242"/>
                </a:cubicBezTo>
                <a:lnTo>
                  <a:pt x="1436273" y="4242"/>
                </a:lnTo>
                <a:lnTo>
                  <a:pt x="1436273" y="132773"/>
                </a:lnTo>
                <a:lnTo>
                  <a:pt x="1419010" y="13277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" name="Text …">
            <a:extLst xmlns:a="http://schemas.openxmlformats.org/drawingml/2006/main">
              <a:ext uri="{FF2B5EF4-FFF2-40B4-BE49-F238E27FC236}">
                <a16:creationId xmlns:a16="http://schemas.microsoft.com/office/drawing/2014/main" id="{8EA0AA6B-FE09-4093-8DD7-339210F5C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876" y="7489478"/>
            <a:ext cx="132872" cy="24858"/>
          </a:xfrm>
          <a:custGeom xmlns:a="http://schemas.openxmlformats.org/drawingml/2006/main">
            <a:pathLst>
              <a:path w="132872" h="24858">
                <a:moveTo>
                  <a:pt x="66683" y="24858"/>
                </a:moveTo>
                <a:cubicBezTo>
                  <a:pt x="63000" y="24858"/>
                  <a:pt x="59942" y="23658"/>
                  <a:pt x="57509" y="21258"/>
                </a:cubicBezTo>
                <a:cubicBezTo>
                  <a:pt x="55076" y="18857"/>
                  <a:pt x="53859" y="15914"/>
                  <a:pt x="53859" y="12429"/>
                </a:cubicBezTo>
                <a:cubicBezTo>
                  <a:pt x="53859" y="8812"/>
                  <a:pt x="55076" y="5836"/>
                  <a:pt x="57509" y="3502"/>
                </a:cubicBezTo>
                <a:cubicBezTo>
                  <a:pt x="59942" y="1167"/>
                  <a:pt x="63000" y="0"/>
                  <a:pt x="66683" y="0"/>
                </a:cubicBezTo>
                <a:cubicBezTo>
                  <a:pt x="70299" y="0"/>
                  <a:pt x="73292" y="1167"/>
                  <a:pt x="75659" y="3502"/>
                </a:cubicBezTo>
                <a:cubicBezTo>
                  <a:pt x="78027" y="5836"/>
                  <a:pt x="79210" y="8812"/>
                  <a:pt x="79210" y="12429"/>
                </a:cubicBezTo>
                <a:cubicBezTo>
                  <a:pt x="79210" y="15914"/>
                  <a:pt x="78027" y="18857"/>
                  <a:pt x="75659" y="21258"/>
                </a:cubicBezTo>
                <a:cubicBezTo>
                  <a:pt x="73292" y="23658"/>
                  <a:pt x="70299" y="24858"/>
                  <a:pt x="66683" y="24858"/>
                </a:cubicBezTo>
                <a:moveTo>
                  <a:pt x="12824" y="24858"/>
                </a:moveTo>
                <a:cubicBezTo>
                  <a:pt x="9141" y="24858"/>
                  <a:pt x="6083" y="23658"/>
                  <a:pt x="3650" y="21258"/>
                </a:cubicBezTo>
                <a:cubicBezTo>
                  <a:pt x="1217" y="18857"/>
                  <a:pt x="0" y="15914"/>
                  <a:pt x="0" y="12429"/>
                </a:cubicBezTo>
                <a:cubicBezTo>
                  <a:pt x="0" y="8812"/>
                  <a:pt x="1217" y="5836"/>
                  <a:pt x="3650" y="3502"/>
                </a:cubicBezTo>
                <a:cubicBezTo>
                  <a:pt x="6083" y="1167"/>
                  <a:pt x="9141" y="0"/>
                  <a:pt x="12824" y="0"/>
                </a:cubicBezTo>
                <a:cubicBezTo>
                  <a:pt x="16440" y="0"/>
                  <a:pt x="19433" y="1167"/>
                  <a:pt x="21800" y="3502"/>
                </a:cubicBezTo>
                <a:cubicBezTo>
                  <a:pt x="24168" y="5836"/>
                  <a:pt x="25351" y="8812"/>
                  <a:pt x="25351" y="12429"/>
                </a:cubicBezTo>
                <a:cubicBezTo>
                  <a:pt x="25351" y="15914"/>
                  <a:pt x="24168" y="18857"/>
                  <a:pt x="21800" y="21258"/>
                </a:cubicBezTo>
                <a:cubicBezTo>
                  <a:pt x="19433" y="23658"/>
                  <a:pt x="16440" y="24858"/>
                  <a:pt x="12824" y="24858"/>
                </a:cubicBezTo>
                <a:moveTo>
                  <a:pt x="120344" y="24858"/>
                </a:moveTo>
                <a:cubicBezTo>
                  <a:pt x="116662" y="24858"/>
                  <a:pt x="113604" y="23658"/>
                  <a:pt x="111171" y="21258"/>
                </a:cubicBezTo>
                <a:cubicBezTo>
                  <a:pt x="108737" y="18857"/>
                  <a:pt x="107521" y="15914"/>
                  <a:pt x="107521" y="12429"/>
                </a:cubicBezTo>
                <a:cubicBezTo>
                  <a:pt x="107521" y="8812"/>
                  <a:pt x="108737" y="5836"/>
                  <a:pt x="111171" y="3502"/>
                </a:cubicBezTo>
                <a:cubicBezTo>
                  <a:pt x="113604" y="1167"/>
                  <a:pt x="116662" y="0"/>
                  <a:pt x="120344" y="0"/>
                </a:cubicBezTo>
                <a:cubicBezTo>
                  <a:pt x="123961" y="0"/>
                  <a:pt x="126953" y="1167"/>
                  <a:pt x="129321" y="3502"/>
                </a:cubicBezTo>
                <a:cubicBezTo>
                  <a:pt x="131688" y="5836"/>
                  <a:pt x="132872" y="8812"/>
                  <a:pt x="132872" y="12429"/>
                </a:cubicBezTo>
                <a:cubicBezTo>
                  <a:pt x="132872" y="15914"/>
                  <a:pt x="131688" y="18857"/>
                  <a:pt x="129321" y="21258"/>
                </a:cubicBezTo>
                <a:cubicBezTo>
                  <a:pt x="126953" y="23658"/>
                  <a:pt x="123961" y="24858"/>
                  <a:pt x="120344" y="2485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BEBC5-1457-4FD5-B846-5627E279B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7822" y="4374208"/>
            <a:ext cx="737869" cy="737911"/>
          </a:xfrm>
          <a:custGeom xmlns:a="http://schemas.openxmlformats.org/drawingml/2006/main">
            <a:pathLst>
              <a:path w="737869" h="737911">
                <a:moveTo>
                  <a:pt x="0" y="737911"/>
                </a:moveTo>
                <a:lnTo>
                  <a:pt x="0" y="0"/>
                </a:lnTo>
                <a:lnTo>
                  <a:pt x="737869" y="0"/>
                </a:lnTo>
                <a:lnTo>
                  <a:pt x="737869" y="737911"/>
                </a:lnTo>
                <a:lnTo>
                  <a:pt x="0" y="73791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pic>
        <p:nvPicPr>
          <p:cNvPr id="256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ae3ac60e80d41b2"/>
          <a:stretch xmlns:a="http://schemas.openxmlformats.org/drawingml/2006/main"/>
        </p:blipFill>
        <p:spPr>
          <a:xfrm xmlns:a="http://schemas.openxmlformats.org/drawingml/2006/main">
            <a:off x="5887822" y="4374149"/>
            <a:ext cx="737869" cy="737869"/>
          </a:xfrm>
          <a:prstGeom xmlns:a="http://schemas.openxmlformats.org/drawingml/2006/main" prst="rect">
            <a:avLst/>
          </a:prstGeom>
        </p:spPr>
      </p:pic>
      <p:sp>
        <p:nvSpPr>
          <p:cNvPr id="109" name="Text Implementation">
            <a:extLst xmlns:a="http://schemas.openxmlformats.org/drawingml/2006/main">
              <a:ext uri="{FF2B5EF4-FFF2-40B4-BE49-F238E27FC236}">
                <a16:creationId xmlns:a16="http://schemas.microsoft.com/office/drawing/2014/main" id="{105EDB8A-01F6-418D-9381-4D8E01421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1301" y="8002105"/>
            <a:ext cx="1586322" cy="198429"/>
          </a:xfrm>
          <a:custGeom xmlns:a="http://schemas.openxmlformats.org/drawingml/2006/main">
            <a:pathLst>
              <a:path w="1586322" h="198429">
                <a:moveTo>
                  <a:pt x="0" y="157603"/>
                </a:moveTo>
                <a:lnTo>
                  <a:pt x="20527" y="157603"/>
                </a:lnTo>
                <a:lnTo>
                  <a:pt x="20527" y="4105"/>
                </a:lnTo>
                <a:lnTo>
                  <a:pt x="0" y="4105"/>
                </a:lnTo>
                <a:lnTo>
                  <a:pt x="0" y="157603"/>
                </a:lnTo>
                <a:close/>
                <a:moveTo>
                  <a:pt x="427683" y="142084"/>
                </a:moveTo>
                <a:lnTo>
                  <a:pt x="426876" y="142056"/>
                </a:lnTo>
                <a:lnTo>
                  <a:pt x="426095" y="142008"/>
                </a:lnTo>
                <a:lnTo>
                  <a:pt x="425340" y="141942"/>
                </a:lnTo>
                <a:lnTo>
                  <a:pt x="424611" y="141856"/>
                </a:lnTo>
                <a:lnTo>
                  <a:pt x="423908" y="141751"/>
                </a:lnTo>
                <a:lnTo>
                  <a:pt x="423231" y="141628"/>
                </a:lnTo>
                <a:lnTo>
                  <a:pt x="422580" y="141485"/>
                </a:lnTo>
                <a:lnTo>
                  <a:pt x="421954" y="141324"/>
                </a:lnTo>
                <a:lnTo>
                  <a:pt x="421355" y="141143"/>
                </a:lnTo>
                <a:lnTo>
                  <a:pt x="420781" y="140944"/>
                </a:lnTo>
                <a:lnTo>
                  <a:pt x="420234" y="140725"/>
                </a:lnTo>
                <a:lnTo>
                  <a:pt x="419712" y="140487"/>
                </a:lnTo>
                <a:lnTo>
                  <a:pt x="419217" y="140231"/>
                </a:lnTo>
                <a:lnTo>
                  <a:pt x="418747" y="139955"/>
                </a:lnTo>
                <a:lnTo>
                  <a:pt x="418303" y="139661"/>
                </a:lnTo>
                <a:lnTo>
                  <a:pt x="417885" y="139347"/>
                </a:lnTo>
                <a:lnTo>
                  <a:pt x="417493" y="139014"/>
                </a:lnTo>
                <a:lnTo>
                  <a:pt x="417127" y="138663"/>
                </a:lnTo>
                <a:lnTo>
                  <a:pt x="416787" y="138292"/>
                </a:lnTo>
                <a:lnTo>
                  <a:pt x="416473" y="137903"/>
                </a:lnTo>
                <a:lnTo>
                  <a:pt x="416185" y="137494"/>
                </a:lnTo>
                <a:lnTo>
                  <a:pt x="415923" y="137066"/>
                </a:lnTo>
                <a:lnTo>
                  <a:pt x="415687" y="136620"/>
                </a:lnTo>
                <a:lnTo>
                  <a:pt x="415468" y="136155"/>
                </a:lnTo>
                <a:lnTo>
                  <a:pt x="415259" y="135673"/>
                </a:lnTo>
                <a:lnTo>
                  <a:pt x="415058" y="135175"/>
                </a:lnTo>
                <a:lnTo>
                  <a:pt x="414868" y="134659"/>
                </a:lnTo>
                <a:lnTo>
                  <a:pt x="414686" y="134126"/>
                </a:lnTo>
                <a:lnTo>
                  <a:pt x="414514" y="133576"/>
                </a:lnTo>
                <a:lnTo>
                  <a:pt x="414351" y="133009"/>
                </a:lnTo>
                <a:lnTo>
                  <a:pt x="414198" y="132426"/>
                </a:lnTo>
                <a:lnTo>
                  <a:pt x="414053" y="131825"/>
                </a:lnTo>
                <a:lnTo>
                  <a:pt x="413919" y="131207"/>
                </a:lnTo>
                <a:lnTo>
                  <a:pt x="413793" y="130572"/>
                </a:lnTo>
                <a:lnTo>
                  <a:pt x="413677" y="129920"/>
                </a:lnTo>
                <a:lnTo>
                  <a:pt x="413570" y="129251"/>
                </a:lnTo>
                <a:lnTo>
                  <a:pt x="413472" y="128565"/>
                </a:lnTo>
                <a:lnTo>
                  <a:pt x="413383" y="127862"/>
                </a:lnTo>
                <a:lnTo>
                  <a:pt x="413304" y="127142"/>
                </a:lnTo>
                <a:lnTo>
                  <a:pt x="413235" y="126405"/>
                </a:lnTo>
                <a:lnTo>
                  <a:pt x="413174" y="125650"/>
                </a:lnTo>
                <a:lnTo>
                  <a:pt x="413123" y="124879"/>
                </a:lnTo>
                <a:lnTo>
                  <a:pt x="413081" y="124091"/>
                </a:lnTo>
                <a:lnTo>
                  <a:pt x="413048" y="123286"/>
                </a:lnTo>
                <a:lnTo>
                  <a:pt x="413025" y="122464"/>
                </a:lnTo>
                <a:lnTo>
                  <a:pt x="413011" y="121624"/>
                </a:lnTo>
                <a:lnTo>
                  <a:pt x="413007" y="120768"/>
                </a:lnTo>
                <a:lnTo>
                  <a:pt x="413007" y="4105"/>
                </a:lnTo>
                <a:lnTo>
                  <a:pt x="394076" y="4105"/>
                </a:lnTo>
                <a:lnTo>
                  <a:pt x="394076" y="121680"/>
                </a:lnTo>
                <a:lnTo>
                  <a:pt x="394081" y="122616"/>
                </a:lnTo>
                <a:lnTo>
                  <a:pt x="394094" y="123540"/>
                </a:lnTo>
                <a:lnTo>
                  <a:pt x="394117" y="124452"/>
                </a:lnTo>
                <a:lnTo>
                  <a:pt x="394149" y="125353"/>
                </a:lnTo>
                <a:lnTo>
                  <a:pt x="394190" y="126244"/>
                </a:lnTo>
                <a:lnTo>
                  <a:pt x="394240" y="127122"/>
                </a:lnTo>
                <a:lnTo>
                  <a:pt x="394299" y="127990"/>
                </a:lnTo>
                <a:lnTo>
                  <a:pt x="394367" y="128846"/>
                </a:lnTo>
                <a:lnTo>
                  <a:pt x="394445" y="129691"/>
                </a:lnTo>
                <a:lnTo>
                  <a:pt x="394531" y="130524"/>
                </a:lnTo>
                <a:lnTo>
                  <a:pt x="394627" y="131347"/>
                </a:lnTo>
                <a:lnTo>
                  <a:pt x="394732" y="132158"/>
                </a:lnTo>
                <a:lnTo>
                  <a:pt x="394846" y="132958"/>
                </a:lnTo>
                <a:lnTo>
                  <a:pt x="394969" y="133746"/>
                </a:lnTo>
                <a:lnTo>
                  <a:pt x="395101" y="134523"/>
                </a:lnTo>
                <a:lnTo>
                  <a:pt x="395242" y="135289"/>
                </a:lnTo>
                <a:lnTo>
                  <a:pt x="395392" y="136044"/>
                </a:lnTo>
                <a:lnTo>
                  <a:pt x="395551" y="136787"/>
                </a:lnTo>
                <a:lnTo>
                  <a:pt x="395720" y="137519"/>
                </a:lnTo>
                <a:lnTo>
                  <a:pt x="395897" y="138240"/>
                </a:lnTo>
                <a:lnTo>
                  <a:pt x="396084" y="138949"/>
                </a:lnTo>
                <a:lnTo>
                  <a:pt x="396280" y="139648"/>
                </a:lnTo>
                <a:lnTo>
                  <a:pt x="396485" y="140335"/>
                </a:lnTo>
                <a:lnTo>
                  <a:pt x="396699" y="141010"/>
                </a:lnTo>
                <a:lnTo>
                  <a:pt x="396925" y="141674"/>
                </a:lnTo>
                <a:lnTo>
                  <a:pt x="397168" y="142324"/>
                </a:lnTo>
                <a:lnTo>
                  <a:pt x="397426" y="142961"/>
                </a:lnTo>
                <a:lnTo>
                  <a:pt x="397700" y="143586"/>
                </a:lnTo>
                <a:lnTo>
                  <a:pt x="397990" y="144197"/>
                </a:lnTo>
                <a:lnTo>
                  <a:pt x="398295" y="144795"/>
                </a:lnTo>
                <a:lnTo>
                  <a:pt x="398617" y="145380"/>
                </a:lnTo>
                <a:lnTo>
                  <a:pt x="398954" y="145952"/>
                </a:lnTo>
                <a:lnTo>
                  <a:pt x="399308" y="146511"/>
                </a:lnTo>
                <a:lnTo>
                  <a:pt x="399677" y="147057"/>
                </a:lnTo>
                <a:lnTo>
                  <a:pt x="400062" y="147589"/>
                </a:lnTo>
                <a:lnTo>
                  <a:pt x="400462" y="148109"/>
                </a:lnTo>
                <a:lnTo>
                  <a:pt x="400879" y="148616"/>
                </a:lnTo>
                <a:lnTo>
                  <a:pt x="401311" y="149109"/>
                </a:lnTo>
                <a:lnTo>
                  <a:pt x="401759" y="149590"/>
                </a:lnTo>
                <a:lnTo>
                  <a:pt x="402224" y="150057"/>
                </a:lnTo>
                <a:lnTo>
                  <a:pt x="402703" y="150512"/>
                </a:lnTo>
                <a:lnTo>
                  <a:pt x="403199" y="150953"/>
                </a:lnTo>
                <a:lnTo>
                  <a:pt x="403711" y="151381"/>
                </a:lnTo>
                <a:lnTo>
                  <a:pt x="404238" y="151796"/>
                </a:lnTo>
                <a:lnTo>
                  <a:pt x="404782" y="152199"/>
                </a:lnTo>
                <a:lnTo>
                  <a:pt x="405341" y="152588"/>
                </a:lnTo>
                <a:lnTo>
                  <a:pt x="405916" y="152964"/>
                </a:lnTo>
                <a:lnTo>
                  <a:pt x="406506" y="153326"/>
                </a:lnTo>
                <a:lnTo>
                  <a:pt x="407116" y="153675"/>
                </a:lnTo>
                <a:lnTo>
                  <a:pt x="407748" y="154010"/>
                </a:lnTo>
                <a:lnTo>
                  <a:pt x="408402" y="154329"/>
                </a:lnTo>
                <a:lnTo>
                  <a:pt x="409079" y="154633"/>
                </a:lnTo>
                <a:lnTo>
                  <a:pt x="409777" y="154923"/>
                </a:lnTo>
                <a:lnTo>
                  <a:pt x="410498" y="155197"/>
                </a:lnTo>
                <a:lnTo>
                  <a:pt x="411241" y="155457"/>
                </a:lnTo>
                <a:lnTo>
                  <a:pt x="412006" y="155702"/>
                </a:lnTo>
                <a:lnTo>
                  <a:pt x="412793" y="155932"/>
                </a:lnTo>
                <a:lnTo>
                  <a:pt x="413602" y="156148"/>
                </a:lnTo>
                <a:lnTo>
                  <a:pt x="414434" y="156348"/>
                </a:lnTo>
                <a:lnTo>
                  <a:pt x="415287" y="156534"/>
                </a:lnTo>
                <a:lnTo>
                  <a:pt x="416163" y="156705"/>
                </a:lnTo>
                <a:lnTo>
                  <a:pt x="417061" y="156861"/>
                </a:lnTo>
                <a:lnTo>
                  <a:pt x="417982" y="157002"/>
                </a:lnTo>
                <a:lnTo>
                  <a:pt x="418924" y="157128"/>
                </a:lnTo>
                <a:lnTo>
                  <a:pt x="419889" y="157239"/>
                </a:lnTo>
                <a:lnTo>
                  <a:pt x="420875" y="157336"/>
                </a:lnTo>
                <a:lnTo>
                  <a:pt x="421884" y="157417"/>
                </a:lnTo>
                <a:lnTo>
                  <a:pt x="422915" y="157484"/>
                </a:lnTo>
                <a:lnTo>
                  <a:pt x="423969" y="157536"/>
                </a:lnTo>
                <a:lnTo>
                  <a:pt x="425044" y="157573"/>
                </a:lnTo>
                <a:lnTo>
                  <a:pt x="426142" y="157596"/>
                </a:lnTo>
                <a:lnTo>
                  <a:pt x="427262" y="157603"/>
                </a:lnTo>
                <a:lnTo>
                  <a:pt x="433648" y="157603"/>
                </a:lnTo>
                <a:lnTo>
                  <a:pt x="433648" y="142094"/>
                </a:lnTo>
                <a:lnTo>
                  <a:pt x="428516" y="142094"/>
                </a:lnTo>
                <a:lnTo>
                  <a:pt x="427683" y="142084"/>
                </a:lnTo>
                <a:close/>
                <a:moveTo>
                  <a:pt x="147615" y="57413"/>
                </a:moveTo>
                <a:lnTo>
                  <a:pt x="147067" y="56342"/>
                </a:lnTo>
                <a:lnTo>
                  <a:pt x="146490" y="55302"/>
                </a:lnTo>
                <a:lnTo>
                  <a:pt x="145886" y="54293"/>
                </a:lnTo>
                <a:lnTo>
                  <a:pt x="145253" y="53314"/>
                </a:lnTo>
                <a:lnTo>
                  <a:pt x="144593" y="52366"/>
                </a:lnTo>
                <a:lnTo>
                  <a:pt x="143900" y="51452"/>
                </a:lnTo>
                <a:lnTo>
                  <a:pt x="143171" y="50577"/>
                </a:lnTo>
                <a:lnTo>
                  <a:pt x="142406" y="49741"/>
                </a:lnTo>
                <a:lnTo>
                  <a:pt x="141605" y="48944"/>
                </a:lnTo>
                <a:lnTo>
                  <a:pt x="140769" y="48186"/>
                </a:lnTo>
                <a:lnTo>
                  <a:pt x="139896" y="47467"/>
                </a:lnTo>
                <a:lnTo>
                  <a:pt x="138987" y="46786"/>
                </a:lnTo>
                <a:lnTo>
                  <a:pt x="138042" y="46145"/>
                </a:lnTo>
                <a:lnTo>
                  <a:pt x="137061" y="45542"/>
                </a:lnTo>
                <a:lnTo>
                  <a:pt x="136044" y="44979"/>
                </a:lnTo>
                <a:lnTo>
                  <a:pt x="134991" y="44454"/>
                </a:lnTo>
                <a:lnTo>
                  <a:pt x="133901" y="43968"/>
                </a:lnTo>
                <a:lnTo>
                  <a:pt x="132776" y="43521"/>
                </a:lnTo>
                <a:lnTo>
                  <a:pt x="131615" y="43112"/>
                </a:lnTo>
                <a:lnTo>
                  <a:pt x="130418" y="42743"/>
                </a:lnTo>
                <a:lnTo>
                  <a:pt x="129185" y="42413"/>
                </a:lnTo>
                <a:lnTo>
                  <a:pt x="127915" y="42121"/>
                </a:lnTo>
                <a:lnTo>
                  <a:pt x="126610" y="41868"/>
                </a:lnTo>
                <a:lnTo>
                  <a:pt x="125269" y="41654"/>
                </a:lnTo>
                <a:lnTo>
                  <a:pt x="123891" y="41479"/>
                </a:lnTo>
                <a:lnTo>
                  <a:pt x="122478" y="41343"/>
                </a:lnTo>
                <a:lnTo>
                  <a:pt x="121028" y="41246"/>
                </a:lnTo>
                <a:lnTo>
                  <a:pt x="119543" y="41188"/>
                </a:lnTo>
                <a:lnTo>
                  <a:pt x="118021" y="41168"/>
                </a:lnTo>
                <a:lnTo>
                  <a:pt x="116851" y="41179"/>
                </a:lnTo>
                <a:lnTo>
                  <a:pt x="115697" y="41210"/>
                </a:lnTo>
                <a:lnTo>
                  <a:pt x="114559" y="41262"/>
                </a:lnTo>
                <a:lnTo>
                  <a:pt x="113438" y="41335"/>
                </a:lnTo>
                <a:lnTo>
                  <a:pt x="112332" y="41428"/>
                </a:lnTo>
                <a:lnTo>
                  <a:pt x="111243" y="41543"/>
                </a:lnTo>
                <a:lnTo>
                  <a:pt x="110170" y="41678"/>
                </a:lnTo>
                <a:lnTo>
                  <a:pt x="109114" y="41834"/>
                </a:lnTo>
                <a:lnTo>
                  <a:pt x="108073" y="42010"/>
                </a:lnTo>
                <a:lnTo>
                  <a:pt x="107049" y="42208"/>
                </a:lnTo>
                <a:lnTo>
                  <a:pt x="106041" y="42426"/>
                </a:lnTo>
                <a:lnTo>
                  <a:pt x="105049" y="42665"/>
                </a:lnTo>
                <a:lnTo>
                  <a:pt x="104074" y="42925"/>
                </a:lnTo>
                <a:lnTo>
                  <a:pt x="103115" y="43206"/>
                </a:lnTo>
                <a:lnTo>
                  <a:pt x="102172" y="43507"/>
                </a:lnTo>
                <a:lnTo>
                  <a:pt x="101245" y="43829"/>
                </a:lnTo>
                <a:lnTo>
                  <a:pt x="100334" y="44172"/>
                </a:lnTo>
                <a:lnTo>
                  <a:pt x="99440" y="44536"/>
                </a:lnTo>
                <a:lnTo>
                  <a:pt x="98562" y="44921"/>
                </a:lnTo>
                <a:lnTo>
                  <a:pt x="97700" y="45326"/>
                </a:lnTo>
                <a:lnTo>
                  <a:pt x="96855" y="45752"/>
                </a:lnTo>
                <a:lnTo>
                  <a:pt x="96025" y="46199"/>
                </a:lnTo>
                <a:lnTo>
                  <a:pt x="95212" y="46667"/>
                </a:lnTo>
                <a:lnTo>
                  <a:pt x="94415" y="47155"/>
                </a:lnTo>
                <a:lnTo>
                  <a:pt x="93634" y="47656"/>
                </a:lnTo>
                <a:lnTo>
                  <a:pt x="92869" y="48158"/>
                </a:lnTo>
                <a:lnTo>
                  <a:pt x="92120" y="48664"/>
                </a:lnTo>
                <a:lnTo>
                  <a:pt x="91387" y="49172"/>
                </a:lnTo>
                <a:lnTo>
                  <a:pt x="90669" y="49682"/>
                </a:lnTo>
                <a:lnTo>
                  <a:pt x="89968" y="50195"/>
                </a:lnTo>
                <a:lnTo>
                  <a:pt x="89282" y="50711"/>
                </a:lnTo>
                <a:lnTo>
                  <a:pt x="88612" y="51229"/>
                </a:lnTo>
                <a:lnTo>
                  <a:pt x="87958" y="51750"/>
                </a:lnTo>
                <a:lnTo>
                  <a:pt x="87319" y="52273"/>
                </a:lnTo>
                <a:lnTo>
                  <a:pt x="86697" y="52799"/>
                </a:lnTo>
                <a:lnTo>
                  <a:pt x="86090" y="53328"/>
                </a:lnTo>
                <a:lnTo>
                  <a:pt x="85499" y="53859"/>
                </a:lnTo>
                <a:lnTo>
                  <a:pt x="84925" y="54393"/>
                </a:lnTo>
                <a:lnTo>
                  <a:pt x="84365" y="54929"/>
                </a:lnTo>
                <a:lnTo>
                  <a:pt x="83822" y="55468"/>
                </a:lnTo>
                <a:lnTo>
                  <a:pt x="83295" y="56009"/>
                </a:lnTo>
                <a:lnTo>
                  <a:pt x="82783" y="56553"/>
                </a:lnTo>
                <a:lnTo>
                  <a:pt x="82287" y="57100"/>
                </a:lnTo>
                <a:lnTo>
                  <a:pt x="81807" y="57649"/>
                </a:lnTo>
                <a:lnTo>
                  <a:pt x="81343" y="58200"/>
                </a:lnTo>
                <a:lnTo>
                  <a:pt x="80895" y="58755"/>
                </a:lnTo>
                <a:lnTo>
                  <a:pt x="80463" y="59311"/>
                </a:lnTo>
                <a:lnTo>
                  <a:pt x="80046" y="59871"/>
                </a:lnTo>
                <a:lnTo>
                  <a:pt x="79362" y="43107"/>
                </a:lnTo>
                <a:lnTo>
                  <a:pt x="61116" y="43107"/>
                </a:lnTo>
                <a:lnTo>
                  <a:pt x="61116" y="157603"/>
                </a:lnTo>
                <a:lnTo>
                  <a:pt x="80160" y="157603"/>
                </a:lnTo>
                <a:lnTo>
                  <a:pt x="80160" y="75854"/>
                </a:lnTo>
                <a:lnTo>
                  <a:pt x="80574" y="75274"/>
                </a:lnTo>
                <a:lnTo>
                  <a:pt x="81000" y="74697"/>
                </a:lnTo>
                <a:lnTo>
                  <a:pt x="81436" y="74124"/>
                </a:lnTo>
                <a:lnTo>
                  <a:pt x="81883" y="73555"/>
                </a:lnTo>
                <a:lnTo>
                  <a:pt x="82342" y="72990"/>
                </a:lnTo>
                <a:lnTo>
                  <a:pt x="82812" y="72429"/>
                </a:lnTo>
                <a:lnTo>
                  <a:pt x="83292" y="71872"/>
                </a:lnTo>
                <a:lnTo>
                  <a:pt x="83784" y="71318"/>
                </a:lnTo>
                <a:lnTo>
                  <a:pt x="84287" y="70769"/>
                </a:lnTo>
                <a:lnTo>
                  <a:pt x="84801" y="70224"/>
                </a:lnTo>
                <a:lnTo>
                  <a:pt x="85326" y="69682"/>
                </a:lnTo>
                <a:lnTo>
                  <a:pt x="85862" y="69145"/>
                </a:lnTo>
                <a:lnTo>
                  <a:pt x="86409" y="68611"/>
                </a:lnTo>
                <a:lnTo>
                  <a:pt x="86968" y="68081"/>
                </a:lnTo>
                <a:lnTo>
                  <a:pt x="87537" y="67555"/>
                </a:lnTo>
                <a:lnTo>
                  <a:pt x="88118" y="67034"/>
                </a:lnTo>
                <a:lnTo>
                  <a:pt x="88709" y="66516"/>
                </a:lnTo>
                <a:lnTo>
                  <a:pt x="89312" y="66002"/>
                </a:lnTo>
                <a:lnTo>
                  <a:pt x="89926" y="65492"/>
                </a:lnTo>
                <a:lnTo>
                  <a:pt x="90550" y="64985"/>
                </a:lnTo>
                <a:lnTo>
                  <a:pt x="91186" y="64483"/>
                </a:lnTo>
                <a:lnTo>
                  <a:pt x="91833" y="63985"/>
                </a:lnTo>
                <a:lnTo>
                  <a:pt x="92492" y="63490"/>
                </a:lnTo>
                <a:lnTo>
                  <a:pt x="93161" y="63000"/>
                </a:lnTo>
                <a:lnTo>
                  <a:pt x="93842" y="62521"/>
                </a:lnTo>
                <a:lnTo>
                  <a:pt x="94536" y="62063"/>
                </a:lnTo>
                <a:lnTo>
                  <a:pt x="95242" y="61625"/>
                </a:lnTo>
                <a:lnTo>
                  <a:pt x="95961" y="61207"/>
                </a:lnTo>
                <a:lnTo>
                  <a:pt x="96693" y="60810"/>
                </a:lnTo>
                <a:lnTo>
                  <a:pt x="97437" y="60434"/>
                </a:lnTo>
                <a:lnTo>
                  <a:pt x="98194" y="60077"/>
                </a:lnTo>
                <a:lnTo>
                  <a:pt x="98964" y="59741"/>
                </a:lnTo>
                <a:lnTo>
                  <a:pt x="99747" y="59425"/>
                </a:lnTo>
                <a:lnTo>
                  <a:pt x="100542" y="59130"/>
                </a:lnTo>
                <a:lnTo>
                  <a:pt x="101349" y="58855"/>
                </a:lnTo>
                <a:lnTo>
                  <a:pt x="102170" y="58600"/>
                </a:lnTo>
                <a:lnTo>
                  <a:pt x="103003" y="58366"/>
                </a:lnTo>
                <a:lnTo>
                  <a:pt x="103849" y="58152"/>
                </a:lnTo>
                <a:lnTo>
                  <a:pt x="104707" y="57959"/>
                </a:lnTo>
                <a:lnTo>
                  <a:pt x="105578" y="57786"/>
                </a:lnTo>
                <a:lnTo>
                  <a:pt x="106462" y="57633"/>
                </a:lnTo>
                <a:lnTo>
                  <a:pt x="107359" y="57501"/>
                </a:lnTo>
                <a:lnTo>
                  <a:pt x="108268" y="57389"/>
                </a:lnTo>
                <a:lnTo>
                  <a:pt x="109190" y="57297"/>
                </a:lnTo>
                <a:lnTo>
                  <a:pt x="110124" y="57226"/>
                </a:lnTo>
                <a:lnTo>
                  <a:pt x="111071" y="57175"/>
                </a:lnTo>
                <a:lnTo>
                  <a:pt x="112031" y="57144"/>
                </a:lnTo>
                <a:lnTo>
                  <a:pt x="113004" y="57134"/>
                </a:lnTo>
                <a:lnTo>
                  <a:pt x="113691" y="57140"/>
                </a:lnTo>
                <a:lnTo>
                  <a:pt x="114364" y="57160"/>
                </a:lnTo>
                <a:lnTo>
                  <a:pt x="115024" y="57192"/>
                </a:lnTo>
                <a:lnTo>
                  <a:pt x="115671" y="57238"/>
                </a:lnTo>
                <a:lnTo>
                  <a:pt x="116304" y="57296"/>
                </a:lnTo>
                <a:lnTo>
                  <a:pt x="116924" y="57367"/>
                </a:lnTo>
                <a:lnTo>
                  <a:pt x="117530" y="57451"/>
                </a:lnTo>
                <a:lnTo>
                  <a:pt x="118123" y="57549"/>
                </a:lnTo>
                <a:lnTo>
                  <a:pt x="118702" y="57659"/>
                </a:lnTo>
                <a:lnTo>
                  <a:pt x="119268" y="57782"/>
                </a:lnTo>
                <a:lnTo>
                  <a:pt x="119820" y="57918"/>
                </a:lnTo>
                <a:lnTo>
                  <a:pt x="120359" y="58067"/>
                </a:lnTo>
                <a:lnTo>
                  <a:pt x="120885" y="58229"/>
                </a:lnTo>
                <a:lnTo>
                  <a:pt x="121397" y="58404"/>
                </a:lnTo>
                <a:lnTo>
                  <a:pt x="121895" y="58591"/>
                </a:lnTo>
                <a:lnTo>
                  <a:pt x="122380" y="58792"/>
                </a:lnTo>
                <a:lnTo>
                  <a:pt x="122852" y="59006"/>
                </a:lnTo>
                <a:lnTo>
                  <a:pt x="123310" y="59233"/>
                </a:lnTo>
                <a:lnTo>
                  <a:pt x="123755" y="59472"/>
                </a:lnTo>
                <a:lnTo>
                  <a:pt x="124186" y="59725"/>
                </a:lnTo>
                <a:lnTo>
                  <a:pt x="124604" y="59991"/>
                </a:lnTo>
                <a:lnTo>
                  <a:pt x="125008" y="60269"/>
                </a:lnTo>
                <a:lnTo>
                  <a:pt x="125399" y="60561"/>
                </a:lnTo>
                <a:lnTo>
                  <a:pt x="125776" y="60865"/>
                </a:lnTo>
                <a:lnTo>
                  <a:pt x="126142" y="61181"/>
                </a:lnTo>
                <a:lnTo>
                  <a:pt x="126498" y="61506"/>
                </a:lnTo>
                <a:lnTo>
                  <a:pt x="126844" y="61842"/>
                </a:lnTo>
                <a:lnTo>
                  <a:pt x="127181" y="62186"/>
                </a:lnTo>
                <a:lnTo>
                  <a:pt x="127508" y="62541"/>
                </a:lnTo>
                <a:lnTo>
                  <a:pt x="127825" y="62905"/>
                </a:lnTo>
                <a:lnTo>
                  <a:pt x="128133" y="63279"/>
                </a:lnTo>
                <a:lnTo>
                  <a:pt x="128431" y="63662"/>
                </a:lnTo>
                <a:lnTo>
                  <a:pt x="128719" y="64055"/>
                </a:lnTo>
                <a:lnTo>
                  <a:pt x="128997" y="64458"/>
                </a:lnTo>
                <a:lnTo>
                  <a:pt x="129266" y="64871"/>
                </a:lnTo>
                <a:lnTo>
                  <a:pt x="129525" y="65293"/>
                </a:lnTo>
                <a:lnTo>
                  <a:pt x="129775" y="65725"/>
                </a:lnTo>
                <a:lnTo>
                  <a:pt x="130014" y="66167"/>
                </a:lnTo>
                <a:lnTo>
                  <a:pt x="130244" y="66618"/>
                </a:lnTo>
                <a:lnTo>
                  <a:pt x="130464" y="67079"/>
                </a:lnTo>
                <a:lnTo>
                  <a:pt x="130675" y="67549"/>
                </a:lnTo>
                <a:lnTo>
                  <a:pt x="130876" y="68030"/>
                </a:lnTo>
                <a:lnTo>
                  <a:pt x="131067" y="68520"/>
                </a:lnTo>
                <a:lnTo>
                  <a:pt x="131248" y="69019"/>
                </a:lnTo>
                <a:lnTo>
                  <a:pt x="131420" y="69529"/>
                </a:lnTo>
                <a:lnTo>
                  <a:pt x="131582" y="70047"/>
                </a:lnTo>
                <a:lnTo>
                  <a:pt x="131735" y="70576"/>
                </a:lnTo>
                <a:lnTo>
                  <a:pt x="131877" y="71114"/>
                </a:lnTo>
                <a:lnTo>
                  <a:pt x="132012" y="71661"/>
                </a:lnTo>
                <a:lnTo>
                  <a:pt x="132141" y="72213"/>
                </a:lnTo>
                <a:lnTo>
                  <a:pt x="132265" y="72773"/>
                </a:lnTo>
                <a:lnTo>
                  <a:pt x="132382" y="73339"/>
                </a:lnTo>
                <a:lnTo>
                  <a:pt x="132494" y="73911"/>
                </a:lnTo>
                <a:lnTo>
                  <a:pt x="132601" y="74490"/>
                </a:lnTo>
                <a:lnTo>
                  <a:pt x="132701" y="75076"/>
                </a:lnTo>
                <a:lnTo>
                  <a:pt x="132796" y="75669"/>
                </a:lnTo>
                <a:lnTo>
                  <a:pt x="132885" y="76267"/>
                </a:lnTo>
                <a:lnTo>
                  <a:pt x="132968" y="76873"/>
                </a:lnTo>
                <a:lnTo>
                  <a:pt x="133046" y="77485"/>
                </a:lnTo>
                <a:lnTo>
                  <a:pt x="133117" y="78104"/>
                </a:lnTo>
                <a:lnTo>
                  <a:pt x="133183" y="78729"/>
                </a:lnTo>
                <a:lnTo>
                  <a:pt x="133244" y="79361"/>
                </a:lnTo>
                <a:lnTo>
                  <a:pt x="133298" y="80000"/>
                </a:lnTo>
                <a:lnTo>
                  <a:pt x="133347" y="80645"/>
                </a:lnTo>
                <a:lnTo>
                  <a:pt x="133390" y="81296"/>
                </a:lnTo>
                <a:lnTo>
                  <a:pt x="133427" y="81955"/>
                </a:lnTo>
                <a:lnTo>
                  <a:pt x="133459" y="82620"/>
                </a:lnTo>
                <a:lnTo>
                  <a:pt x="133485" y="83291"/>
                </a:lnTo>
                <a:lnTo>
                  <a:pt x="133505" y="83969"/>
                </a:lnTo>
                <a:lnTo>
                  <a:pt x="133519" y="84654"/>
                </a:lnTo>
                <a:lnTo>
                  <a:pt x="133528" y="85345"/>
                </a:lnTo>
                <a:lnTo>
                  <a:pt x="133531" y="86043"/>
                </a:lnTo>
                <a:lnTo>
                  <a:pt x="133531" y="157603"/>
                </a:lnTo>
                <a:lnTo>
                  <a:pt x="152689" y="157603"/>
                </a:lnTo>
                <a:lnTo>
                  <a:pt x="152689" y="83595"/>
                </a:lnTo>
                <a:lnTo>
                  <a:pt x="152675" y="81940"/>
                </a:lnTo>
                <a:lnTo>
                  <a:pt x="152633" y="80317"/>
                </a:lnTo>
                <a:lnTo>
                  <a:pt x="152563" y="78724"/>
                </a:lnTo>
                <a:lnTo>
                  <a:pt x="152465" y="77162"/>
                </a:lnTo>
                <a:lnTo>
                  <a:pt x="152338" y="75630"/>
                </a:lnTo>
                <a:lnTo>
                  <a:pt x="152235" y="74633"/>
                </a:lnTo>
                <a:lnTo>
                  <a:pt x="152447" y="74366"/>
                </a:lnTo>
                <a:lnTo>
                  <a:pt x="152899" y="73811"/>
                </a:lnTo>
                <a:lnTo>
                  <a:pt x="153361" y="73261"/>
                </a:lnTo>
                <a:lnTo>
                  <a:pt x="153833" y="72715"/>
                </a:lnTo>
                <a:lnTo>
                  <a:pt x="154315" y="72173"/>
                </a:lnTo>
                <a:lnTo>
                  <a:pt x="154806" y="71635"/>
                </a:lnTo>
                <a:lnTo>
                  <a:pt x="155308" y="71101"/>
                </a:lnTo>
                <a:lnTo>
                  <a:pt x="155819" y="70572"/>
                </a:lnTo>
                <a:lnTo>
                  <a:pt x="156341" y="70046"/>
                </a:lnTo>
                <a:lnTo>
                  <a:pt x="156872" y="69525"/>
                </a:lnTo>
                <a:lnTo>
                  <a:pt x="157413" y="69008"/>
                </a:lnTo>
                <a:lnTo>
                  <a:pt x="157964" y="68495"/>
                </a:lnTo>
                <a:lnTo>
                  <a:pt x="158525" y="67986"/>
                </a:lnTo>
                <a:lnTo>
                  <a:pt x="159096" y="67482"/>
                </a:lnTo>
                <a:lnTo>
                  <a:pt x="159676" y="66981"/>
                </a:lnTo>
                <a:lnTo>
                  <a:pt x="160267" y="66485"/>
                </a:lnTo>
                <a:lnTo>
                  <a:pt x="160867" y="65993"/>
                </a:lnTo>
                <a:lnTo>
                  <a:pt x="161478" y="65505"/>
                </a:lnTo>
                <a:lnTo>
                  <a:pt x="162098" y="65021"/>
                </a:lnTo>
                <a:lnTo>
                  <a:pt x="162728" y="64542"/>
                </a:lnTo>
                <a:lnTo>
                  <a:pt x="163368" y="64066"/>
                </a:lnTo>
                <a:lnTo>
                  <a:pt x="164018" y="63595"/>
                </a:lnTo>
                <a:lnTo>
                  <a:pt x="164678" y="63128"/>
                </a:lnTo>
                <a:lnTo>
                  <a:pt x="165348" y="62665"/>
                </a:lnTo>
                <a:lnTo>
                  <a:pt x="166029" y="62214"/>
                </a:lnTo>
                <a:lnTo>
                  <a:pt x="166724" y="61781"/>
                </a:lnTo>
                <a:lnTo>
                  <a:pt x="167431" y="61369"/>
                </a:lnTo>
                <a:lnTo>
                  <a:pt x="168151" y="60975"/>
                </a:lnTo>
                <a:lnTo>
                  <a:pt x="168885" y="60600"/>
                </a:lnTo>
                <a:lnTo>
                  <a:pt x="169632" y="60245"/>
                </a:lnTo>
                <a:lnTo>
                  <a:pt x="170391" y="59909"/>
                </a:lnTo>
                <a:lnTo>
                  <a:pt x="171164" y="59592"/>
                </a:lnTo>
                <a:lnTo>
                  <a:pt x="171950" y="59294"/>
                </a:lnTo>
                <a:lnTo>
                  <a:pt x="172749" y="59016"/>
                </a:lnTo>
                <a:lnTo>
                  <a:pt x="173561" y="58757"/>
                </a:lnTo>
                <a:lnTo>
                  <a:pt x="174386" y="58517"/>
                </a:lnTo>
                <a:lnTo>
                  <a:pt x="175224" y="58296"/>
                </a:lnTo>
                <a:lnTo>
                  <a:pt x="176075" y="58094"/>
                </a:lnTo>
                <a:lnTo>
                  <a:pt x="176939" y="57912"/>
                </a:lnTo>
                <a:lnTo>
                  <a:pt x="177816" y="57748"/>
                </a:lnTo>
                <a:lnTo>
                  <a:pt x="178707" y="57604"/>
                </a:lnTo>
                <a:lnTo>
                  <a:pt x="179610" y="57480"/>
                </a:lnTo>
                <a:lnTo>
                  <a:pt x="180526" y="57374"/>
                </a:lnTo>
                <a:lnTo>
                  <a:pt x="181456" y="57288"/>
                </a:lnTo>
                <a:lnTo>
                  <a:pt x="182399" y="57220"/>
                </a:lnTo>
                <a:lnTo>
                  <a:pt x="183354" y="57172"/>
                </a:lnTo>
                <a:lnTo>
                  <a:pt x="184323" y="57144"/>
                </a:lnTo>
                <a:lnTo>
                  <a:pt x="185305" y="57134"/>
                </a:lnTo>
                <a:lnTo>
                  <a:pt x="185983" y="57140"/>
                </a:lnTo>
                <a:lnTo>
                  <a:pt x="186647" y="57160"/>
                </a:lnTo>
                <a:lnTo>
                  <a:pt x="187299" y="57192"/>
                </a:lnTo>
                <a:lnTo>
                  <a:pt x="187937" y="57238"/>
                </a:lnTo>
                <a:lnTo>
                  <a:pt x="188563" y="57296"/>
                </a:lnTo>
                <a:lnTo>
                  <a:pt x="189175" y="57367"/>
                </a:lnTo>
                <a:lnTo>
                  <a:pt x="189774" y="57451"/>
                </a:lnTo>
                <a:lnTo>
                  <a:pt x="190361" y="57549"/>
                </a:lnTo>
                <a:lnTo>
                  <a:pt x="190934" y="57659"/>
                </a:lnTo>
                <a:lnTo>
                  <a:pt x="191494" y="57782"/>
                </a:lnTo>
                <a:lnTo>
                  <a:pt x="192041" y="57918"/>
                </a:lnTo>
                <a:lnTo>
                  <a:pt x="192575" y="58067"/>
                </a:lnTo>
                <a:lnTo>
                  <a:pt x="193096" y="58229"/>
                </a:lnTo>
                <a:lnTo>
                  <a:pt x="193604" y="58404"/>
                </a:lnTo>
                <a:lnTo>
                  <a:pt x="194098" y="58591"/>
                </a:lnTo>
                <a:lnTo>
                  <a:pt x="194580" y="58792"/>
                </a:lnTo>
                <a:lnTo>
                  <a:pt x="195049" y="59006"/>
                </a:lnTo>
                <a:lnTo>
                  <a:pt x="195504" y="59233"/>
                </a:lnTo>
                <a:lnTo>
                  <a:pt x="195947" y="59472"/>
                </a:lnTo>
                <a:lnTo>
                  <a:pt x="196376" y="59725"/>
                </a:lnTo>
                <a:lnTo>
                  <a:pt x="196793" y="59991"/>
                </a:lnTo>
                <a:lnTo>
                  <a:pt x="197196" y="60269"/>
                </a:lnTo>
                <a:lnTo>
                  <a:pt x="197586" y="60561"/>
                </a:lnTo>
                <a:lnTo>
                  <a:pt x="197963" y="60865"/>
                </a:lnTo>
                <a:lnTo>
                  <a:pt x="198329" y="61181"/>
                </a:lnTo>
                <a:lnTo>
                  <a:pt x="198685" y="61506"/>
                </a:lnTo>
                <a:lnTo>
                  <a:pt x="199032" y="61842"/>
                </a:lnTo>
                <a:lnTo>
                  <a:pt x="199368" y="62186"/>
                </a:lnTo>
                <a:lnTo>
                  <a:pt x="199695" y="62541"/>
                </a:lnTo>
                <a:lnTo>
                  <a:pt x="200012" y="62905"/>
                </a:lnTo>
                <a:lnTo>
                  <a:pt x="200320" y="63279"/>
                </a:lnTo>
                <a:lnTo>
                  <a:pt x="200618" y="63662"/>
                </a:lnTo>
                <a:lnTo>
                  <a:pt x="200906" y="64055"/>
                </a:lnTo>
                <a:lnTo>
                  <a:pt x="201184" y="64458"/>
                </a:lnTo>
                <a:lnTo>
                  <a:pt x="201453" y="64871"/>
                </a:lnTo>
                <a:lnTo>
                  <a:pt x="201712" y="65293"/>
                </a:lnTo>
                <a:lnTo>
                  <a:pt x="201962" y="65725"/>
                </a:lnTo>
                <a:lnTo>
                  <a:pt x="202201" y="66167"/>
                </a:lnTo>
                <a:lnTo>
                  <a:pt x="202431" y="66618"/>
                </a:lnTo>
                <a:lnTo>
                  <a:pt x="202652" y="67079"/>
                </a:lnTo>
                <a:lnTo>
                  <a:pt x="202862" y="67549"/>
                </a:lnTo>
                <a:lnTo>
                  <a:pt x="203063" y="68030"/>
                </a:lnTo>
                <a:lnTo>
                  <a:pt x="203254" y="68520"/>
                </a:lnTo>
                <a:lnTo>
                  <a:pt x="203436" y="69019"/>
                </a:lnTo>
                <a:lnTo>
                  <a:pt x="203607" y="69529"/>
                </a:lnTo>
                <a:lnTo>
                  <a:pt x="203769" y="70047"/>
                </a:lnTo>
                <a:lnTo>
                  <a:pt x="203922" y="70576"/>
                </a:lnTo>
                <a:lnTo>
                  <a:pt x="204064" y="71114"/>
                </a:lnTo>
                <a:lnTo>
                  <a:pt x="204199" y="71661"/>
                </a:lnTo>
                <a:lnTo>
                  <a:pt x="204329" y="72213"/>
                </a:lnTo>
                <a:lnTo>
                  <a:pt x="204452" y="72773"/>
                </a:lnTo>
                <a:lnTo>
                  <a:pt x="204570" y="73339"/>
                </a:lnTo>
                <a:lnTo>
                  <a:pt x="204682" y="73911"/>
                </a:lnTo>
                <a:lnTo>
                  <a:pt x="204788" y="74490"/>
                </a:lnTo>
                <a:lnTo>
                  <a:pt x="204888" y="75076"/>
                </a:lnTo>
                <a:lnTo>
                  <a:pt x="204983" y="75669"/>
                </a:lnTo>
                <a:lnTo>
                  <a:pt x="205072" y="76267"/>
                </a:lnTo>
                <a:lnTo>
                  <a:pt x="205155" y="76873"/>
                </a:lnTo>
                <a:lnTo>
                  <a:pt x="205233" y="77485"/>
                </a:lnTo>
                <a:lnTo>
                  <a:pt x="205305" y="78104"/>
                </a:lnTo>
                <a:lnTo>
                  <a:pt x="205371" y="78729"/>
                </a:lnTo>
                <a:lnTo>
                  <a:pt x="205431" y="79361"/>
                </a:lnTo>
                <a:lnTo>
                  <a:pt x="205485" y="80000"/>
                </a:lnTo>
                <a:lnTo>
                  <a:pt x="205534" y="80645"/>
                </a:lnTo>
                <a:lnTo>
                  <a:pt x="205577" y="81296"/>
                </a:lnTo>
                <a:lnTo>
                  <a:pt x="205615" y="81955"/>
                </a:lnTo>
                <a:lnTo>
                  <a:pt x="205646" y="82620"/>
                </a:lnTo>
                <a:lnTo>
                  <a:pt x="205672" y="83291"/>
                </a:lnTo>
                <a:lnTo>
                  <a:pt x="205692" y="83969"/>
                </a:lnTo>
                <a:lnTo>
                  <a:pt x="205706" y="84654"/>
                </a:lnTo>
                <a:lnTo>
                  <a:pt x="205715" y="85345"/>
                </a:lnTo>
                <a:lnTo>
                  <a:pt x="205718" y="86043"/>
                </a:lnTo>
                <a:lnTo>
                  <a:pt x="205718" y="157603"/>
                </a:lnTo>
                <a:lnTo>
                  <a:pt x="224763" y="157603"/>
                </a:lnTo>
                <a:lnTo>
                  <a:pt x="224763" y="83595"/>
                </a:lnTo>
                <a:lnTo>
                  <a:pt x="224749" y="81940"/>
                </a:lnTo>
                <a:lnTo>
                  <a:pt x="224706" y="80317"/>
                </a:lnTo>
                <a:lnTo>
                  <a:pt x="224636" y="78724"/>
                </a:lnTo>
                <a:lnTo>
                  <a:pt x="224538" y="77162"/>
                </a:lnTo>
                <a:lnTo>
                  <a:pt x="224411" y="75630"/>
                </a:lnTo>
                <a:lnTo>
                  <a:pt x="224257" y="74130"/>
                </a:lnTo>
                <a:lnTo>
                  <a:pt x="224074" y="72660"/>
                </a:lnTo>
                <a:lnTo>
                  <a:pt x="223863" y="71220"/>
                </a:lnTo>
                <a:lnTo>
                  <a:pt x="223624" y="69812"/>
                </a:lnTo>
                <a:lnTo>
                  <a:pt x="223357" y="68434"/>
                </a:lnTo>
                <a:lnTo>
                  <a:pt x="223062" y="67086"/>
                </a:lnTo>
                <a:lnTo>
                  <a:pt x="222738" y="65770"/>
                </a:lnTo>
                <a:lnTo>
                  <a:pt x="222387" y="64484"/>
                </a:lnTo>
                <a:lnTo>
                  <a:pt x="222007" y="63229"/>
                </a:lnTo>
                <a:lnTo>
                  <a:pt x="221600" y="62004"/>
                </a:lnTo>
                <a:lnTo>
                  <a:pt x="221164" y="60811"/>
                </a:lnTo>
                <a:lnTo>
                  <a:pt x="220700" y="59647"/>
                </a:lnTo>
                <a:lnTo>
                  <a:pt x="220208" y="58515"/>
                </a:lnTo>
                <a:lnTo>
                  <a:pt x="219688" y="57413"/>
                </a:lnTo>
                <a:lnTo>
                  <a:pt x="219140" y="56342"/>
                </a:lnTo>
                <a:lnTo>
                  <a:pt x="218563" y="55302"/>
                </a:lnTo>
                <a:lnTo>
                  <a:pt x="217959" y="54293"/>
                </a:lnTo>
                <a:lnTo>
                  <a:pt x="217326" y="53314"/>
                </a:lnTo>
                <a:lnTo>
                  <a:pt x="216666" y="52366"/>
                </a:lnTo>
                <a:lnTo>
                  <a:pt x="215973" y="51452"/>
                </a:lnTo>
                <a:lnTo>
                  <a:pt x="215244" y="50577"/>
                </a:lnTo>
                <a:lnTo>
                  <a:pt x="214479" y="49741"/>
                </a:lnTo>
                <a:lnTo>
                  <a:pt x="213679" y="48944"/>
                </a:lnTo>
                <a:lnTo>
                  <a:pt x="212842" y="48186"/>
                </a:lnTo>
                <a:lnTo>
                  <a:pt x="211969" y="47467"/>
                </a:lnTo>
                <a:lnTo>
                  <a:pt x="211060" y="46786"/>
                </a:lnTo>
                <a:lnTo>
                  <a:pt x="210115" y="46145"/>
                </a:lnTo>
                <a:lnTo>
                  <a:pt x="209134" y="45542"/>
                </a:lnTo>
                <a:lnTo>
                  <a:pt x="208117" y="44979"/>
                </a:lnTo>
                <a:lnTo>
                  <a:pt x="207064" y="44454"/>
                </a:lnTo>
                <a:lnTo>
                  <a:pt x="205975" y="43968"/>
                </a:lnTo>
                <a:lnTo>
                  <a:pt x="204849" y="43521"/>
                </a:lnTo>
                <a:lnTo>
                  <a:pt x="203688" y="43112"/>
                </a:lnTo>
                <a:lnTo>
                  <a:pt x="202491" y="42743"/>
                </a:lnTo>
                <a:lnTo>
                  <a:pt x="201258" y="42413"/>
                </a:lnTo>
                <a:lnTo>
                  <a:pt x="199988" y="42121"/>
                </a:lnTo>
                <a:lnTo>
                  <a:pt x="198683" y="41868"/>
                </a:lnTo>
                <a:lnTo>
                  <a:pt x="197342" y="41654"/>
                </a:lnTo>
                <a:lnTo>
                  <a:pt x="195964" y="41479"/>
                </a:lnTo>
                <a:lnTo>
                  <a:pt x="194551" y="41343"/>
                </a:lnTo>
                <a:lnTo>
                  <a:pt x="193102" y="41246"/>
                </a:lnTo>
                <a:lnTo>
                  <a:pt x="191616" y="41188"/>
                </a:lnTo>
                <a:lnTo>
                  <a:pt x="190095" y="41168"/>
                </a:lnTo>
                <a:lnTo>
                  <a:pt x="188923" y="41179"/>
                </a:lnTo>
                <a:lnTo>
                  <a:pt x="187766" y="41212"/>
                </a:lnTo>
                <a:lnTo>
                  <a:pt x="186623" y="41266"/>
                </a:lnTo>
                <a:lnTo>
                  <a:pt x="185493" y="41343"/>
                </a:lnTo>
                <a:lnTo>
                  <a:pt x="184378" y="41441"/>
                </a:lnTo>
                <a:lnTo>
                  <a:pt x="183277" y="41560"/>
                </a:lnTo>
                <a:lnTo>
                  <a:pt x="182190" y="41702"/>
                </a:lnTo>
                <a:lnTo>
                  <a:pt x="181117" y="41865"/>
                </a:lnTo>
                <a:lnTo>
                  <a:pt x="180058" y="42050"/>
                </a:lnTo>
                <a:lnTo>
                  <a:pt x="179013" y="42257"/>
                </a:lnTo>
                <a:lnTo>
                  <a:pt x="177982" y="42486"/>
                </a:lnTo>
                <a:lnTo>
                  <a:pt x="176966" y="42736"/>
                </a:lnTo>
                <a:lnTo>
                  <a:pt x="175963" y="43009"/>
                </a:lnTo>
                <a:lnTo>
                  <a:pt x="174974" y="43303"/>
                </a:lnTo>
                <a:lnTo>
                  <a:pt x="174000" y="43618"/>
                </a:lnTo>
                <a:lnTo>
                  <a:pt x="173039" y="43956"/>
                </a:lnTo>
                <a:lnTo>
                  <a:pt x="172093" y="44315"/>
                </a:lnTo>
                <a:lnTo>
                  <a:pt x="171160" y="44696"/>
                </a:lnTo>
                <a:lnTo>
                  <a:pt x="170242" y="45099"/>
                </a:lnTo>
                <a:lnTo>
                  <a:pt x="169338" y="45524"/>
                </a:lnTo>
                <a:lnTo>
                  <a:pt x="168447" y="45970"/>
                </a:lnTo>
                <a:lnTo>
                  <a:pt x="167571" y="46439"/>
                </a:lnTo>
                <a:lnTo>
                  <a:pt x="166709" y="46929"/>
                </a:lnTo>
                <a:lnTo>
                  <a:pt x="165861" y="47441"/>
                </a:lnTo>
                <a:lnTo>
                  <a:pt x="165026" y="47965"/>
                </a:lnTo>
                <a:lnTo>
                  <a:pt x="164203" y="48493"/>
                </a:lnTo>
                <a:lnTo>
                  <a:pt x="163392" y="49025"/>
                </a:lnTo>
                <a:lnTo>
                  <a:pt x="162594" y="49560"/>
                </a:lnTo>
                <a:lnTo>
                  <a:pt x="161807" y="50099"/>
                </a:lnTo>
                <a:lnTo>
                  <a:pt x="161032" y="50641"/>
                </a:lnTo>
                <a:lnTo>
                  <a:pt x="160270" y="51187"/>
                </a:lnTo>
                <a:lnTo>
                  <a:pt x="159519" y="51736"/>
                </a:lnTo>
                <a:lnTo>
                  <a:pt x="158781" y="52289"/>
                </a:lnTo>
                <a:lnTo>
                  <a:pt x="158054" y="52846"/>
                </a:lnTo>
                <a:lnTo>
                  <a:pt x="157340" y="53406"/>
                </a:lnTo>
                <a:lnTo>
                  <a:pt x="156638" y="53969"/>
                </a:lnTo>
                <a:lnTo>
                  <a:pt x="155948" y="54537"/>
                </a:lnTo>
                <a:lnTo>
                  <a:pt x="155270" y="55107"/>
                </a:lnTo>
                <a:lnTo>
                  <a:pt x="154604" y="55682"/>
                </a:lnTo>
                <a:lnTo>
                  <a:pt x="153950" y="56260"/>
                </a:lnTo>
                <a:lnTo>
                  <a:pt x="153308" y="56841"/>
                </a:lnTo>
                <a:lnTo>
                  <a:pt x="152679" y="57426"/>
                </a:lnTo>
                <a:lnTo>
                  <a:pt x="152061" y="58015"/>
                </a:lnTo>
                <a:lnTo>
                  <a:pt x="151456" y="58607"/>
                </a:lnTo>
                <a:lnTo>
                  <a:pt x="150862" y="59203"/>
                </a:lnTo>
                <a:lnTo>
                  <a:pt x="150281" y="59802"/>
                </a:lnTo>
                <a:lnTo>
                  <a:pt x="149711" y="60405"/>
                </a:lnTo>
                <a:lnTo>
                  <a:pt x="149161" y="61004"/>
                </a:lnTo>
                <a:lnTo>
                  <a:pt x="149091" y="60811"/>
                </a:lnTo>
                <a:lnTo>
                  <a:pt x="148627" y="59647"/>
                </a:lnTo>
                <a:lnTo>
                  <a:pt x="148135" y="58515"/>
                </a:lnTo>
                <a:lnTo>
                  <a:pt x="147615" y="57413"/>
                </a:lnTo>
                <a:close/>
                <a:moveTo>
                  <a:pt x="664703" y="57413"/>
                </a:moveTo>
                <a:lnTo>
                  <a:pt x="664154" y="56342"/>
                </a:lnTo>
                <a:lnTo>
                  <a:pt x="663578" y="55302"/>
                </a:lnTo>
                <a:lnTo>
                  <a:pt x="662974" y="54293"/>
                </a:lnTo>
                <a:lnTo>
                  <a:pt x="662341" y="53314"/>
                </a:lnTo>
                <a:lnTo>
                  <a:pt x="661680" y="52366"/>
                </a:lnTo>
                <a:lnTo>
                  <a:pt x="660988" y="51452"/>
                </a:lnTo>
                <a:lnTo>
                  <a:pt x="660259" y="50577"/>
                </a:lnTo>
                <a:lnTo>
                  <a:pt x="659494" y="49741"/>
                </a:lnTo>
                <a:lnTo>
                  <a:pt x="658693" y="48944"/>
                </a:lnTo>
                <a:lnTo>
                  <a:pt x="657856" y="48186"/>
                </a:lnTo>
                <a:lnTo>
                  <a:pt x="656983" y="47467"/>
                </a:lnTo>
                <a:lnTo>
                  <a:pt x="656074" y="46786"/>
                </a:lnTo>
                <a:lnTo>
                  <a:pt x="655129" y="46145"/>
                </a:lnTo>
                <a:lnTo>
                  <a:pt x="654148" y="45542"/>
                </a:lnTo>
                <a:lnTo>
                  <a:pt x="653131" y="44979"/>
                </a:lnTo>
                <a:lnTo>
                  <a:pt x="652078" y="44454"/>
                </a:lnTo>
                <a:lnTo>
                  <a:pt x="650989" y="43968"/>
                </a:lnTo>
                <a:lnTo>
                  <a:pt x="649864" y="43521"/>
                </a:lnTo>
                <a:lnTo>
                  <a:pt x="648703" y="43112"/>
                </a:lnTo>
                <a:lnTo>
                  <a:pt x="647506" y="42743"/>
                </a:lnTo>
                <a:lnTo>
                  <a:pt x="646272" y="42413"/>
                </a:lnTo>
                <a:lnTo>
                  <a:pt x="645003" y="42121"/>
                </a:lnTo>
                <a:lnTo>
                  <a:pt x="643698" y="41868"/>
                </a:lnTo>
                <a:lnTo>
                  <a:pt x="642356" y="41654"/>
                </a:lnTo>
                <a:lnTo>
                  <a:pt x="640979" y="41479"/>
                </a:lnTo>
                <a:lnTo>
                  <a:pt x="639566" y="41343"/>
                </a:lnTo>
                <a:lnTo>
                  <a:pt x="638116" y="41246"/>
                </a:lnTo>
                <a:lnTo>
                  <a:pt x="636631" y="41188"/>
                </a:lnTo>
                <a:lnTo>
                  <a:pt x="635109" y="41168"/>
                </a:lnTo>
                <a:lnTo>
                  <a:pt x="633939" y="41179"/>
                </a:lnTo>
                <a:lnTo>
                  <a:pt x="632785" y="41210"/>
                </a:lnTo>
                <a:lnTo>
                  <a:pt x="631647" y="41262"/>
                </a:lnTo>
                <a:lnTo>
                  <a:pt x="630525" y="41335"/>
                </a:lnTo>
                <a:lnTo>
                  <a:pt x="629420" y="41428"/>
                </a:lnTo>
                <a:lnTo>
                  <a:pt x="628331" y="41543"/>
                </a:lnTo>
                <a:lnTo>
                  <a:pt x="627258" y="41678"/>
                </a:lnTo>
                <a:lnTo>
                  <a:pt x="626201" y="41834"/>
                </a:lnTo>
                <a:lnTo>
                  <a:pt x="625161" y="42010"/>
                </a:lnTo>
                <a:lnTo>
                  <a:pt x="624137" y="42208"/>
                </a:lnTo>
                <a:lnTo>
                  <a:pt x="623129" y="42426"/>
                </a:lnTo>
                <a:lnTo>
                  <a:pt x="622137" y="42665"/>
                </a:lnTo>
                <a:lnTo>
                  <a:pt x="621162" y="42925"/>
                </a:lnTo>
                <a:lnTo>
                  <a:pt x="620202" y="43206"/>
                </a:lnTo>
                <a:lnTo>
                  <a:pt x="619259" y="43507"/>
                </a:lnTo>
                <a:lnTo>
                  <a:pt x="618333" y="43829"/>
                </a:lnTo>
                <a:lnTo>
                  <a:pt x="617422" y="44172"/>
                </a:lnTo>
                <a:lnTo>
                  <a:pt x="616528" y="44536"/>
                </a:lnTo>
                <a:lnTo>
                  <a:pt x="615650" y="44921"/>
                </a:lnTo>
                <a:lnTo>
                  <a:pt x="614788" y="45326"/>
                </a:lnTo>
                <a:lnTo>
                  <a:pt x="613942" y="45752"/>
                </a:lnTo>
                <a:lnTo>
                  <a:pt x="613113" y="46199"/>
                </a:lnTo>
                <a:lnTo>
                  <a:pt x="612300" y="46667"/>
                </a:lnTo>
                <a:lnTo>
                  <a:pt x="611503" y="47155"/>
                </a:lnTo>
                <a:lnTo>
                  <a:pt x="610722" y="47656"/>
                </a:lnTo>
                <a:lnTo>
                  <a:pt x="609957" y="48158"/>
                </a:lnTo>
                <a:lnTo>
                  <a:pt x="609208" y="48664"/>
                </a:lnTo>
                <a:lnTo>
                  <a:pt x="608475" y="49172"/>
                </a:lnTo>
                <a:lnTo>
                  <a:pt x="607757" y="49682"/>
                </a:lnTo>
                <a:lnTo>
                  <a:pt x="607055" y="50195"/>
                </a:lnTo>
                <a:lnTo>
                  <a:pt x="606370" y="50711"/>
                </a:lnTo>
                <a:lnTo>
                  <a:pt x="605700" y="51229"/>
                </a:lnTo>
                <a:lnTo>
                  <a:pt x="605045" y="51750"/>
                </a:lnTo>
                <a:lnTo>
                  <a:pt x="604407" y="52273"/>
                </a:lnTo>
                <a:lnTo>
                  <a:pt x="603785" y="52799"/>
                </a:lnTo>
                <a:lnTo>
                  <a:pt x="603178" y="53328"/>
                </a:lnTo>
                <a:lnTo>
                  <a:pt x="602587" y="53859"/>
                </a:lnTo>
                <a:lnTo>
                  <a:pt x="602012" y="54393"/>
                </a:lnTo>
                <a:lnTo>
                  <a:pt x="601453" y="54929"/>
                </a:lnTo>
                <a:lnTo>
                  <a:pt x="600910" y="55468"/>
                </a:lnTo>
                <a:lnTo>
                  <a:pt x="600382" y="56009"/>
                </a:lnTo>
                <a:lnTo>
                  <a:pt x="599871" y="56553"/>
                </a:lnTo>
                <a:lnTo>
                  <a:pt x="599375" y="57100"/>
                </a:lnTo>
                <a:lnTo>
                  <a:pt x="598895" y="57649"/>
                </a:lnTo>
                <a:lnTo>
                  <a:pt x="598431" y="58200"/>
                </a:lnTo>
                <a:lnTo>
                  <a:pt x="597983" y="58755"/>
                </a:lnTo>
                <a:lnTo>
                  <a:pt x="597550" y="59311"/>
                </a:lnTo>
                <a:lnTo>
                  <a:pt x="597134" y="59871"/>
                </a:lnTo>
                <a:lnTo>
                  <a:pt x="596450" y="43107"/>
                </a:lnTo>
                <a:lnTo>
                  <a:pt x="578203" y="43107"/>
                </a:lnTo>
                <a:lnTo>
                  <a:pt x="578203" y="157603"/>
                </a:lnTo>
                <a:lnTo>
                  <a:pt x="597248" y="157603"/>
                </a:lnTo>
                <a:lnTo>
                  <a:pt x="597248" y="75854"/>
                </a:lnTo>
                <a:lnTo>
                  <a:pt x="597662" y="75274"/>
                </a:lnTo>
                <a:lnTo>
                  <a:pt x="598087" y="74697"/>
                </a:lnTo>
                <a:lnTo>
                  <a:pt x="598524" y="74124"/>
                </a:lnTo>
                <a:lnTo>
                  <a:pt x="598971" y="73555"/>
                </a:lnTo>
                <a:lnTo>
                  <a:pt x="599430" y="72990"/>
                </a:lnTo>
                <a:lnTo>
                  <a:pt x="599899" y="72429"/>
                </a:lnTo>
                <a:lnTo>
                  <a:pt x="600380" y="71872"/>
                </a:lnTo>
                <a:lnTo>
                  <a:pt x="600872" y="71318"/>
                </a:lnTo>
                <a:lnTo>
                  <a:pt x="601375" y="70769"/>
                </a:lnTo>
                <a:lnTo>
                  <a:pt x="601889" y="70224"/>
                </a:lnTo>
                <a:lnTo>
                  <a:pt x="602414" y="69682"/>
                </a:lnTo>
                <a:lnTo>
                  <a:pt x="602950" y="69145"/>
                </a:lnTo>
                <a:lnTo>
                  <a:pt x="603497" y="68611"/>
                </a:lnTo>
                <a:lnTo>
                  <a:pt x="604055" y="68081"/>
                </a:lnTo>
                <a:lnTo>
                  <a:pt x="604625" y="67555"/>
                </a:lnTo>
                <a:lnTo>
                  <a:pt x="605205" y="67034"/>
                </a:lnTo>
                <a:lnTo>
                  <a:pt x="605797" y="66516"/>
                </a:lnTo>
                <a:lnTo>
                  <a:pt x="606400" y="66002"/>
                </a:lnTo>
                <a:lnTo>
                  <a:pt x="607013" y="65492"/>
                </a:lnTo>
                <a:lnTo>
                  <a:pt x="607638" y="64985"/>
                </a:lnTo>
                <a:lnTo>
                  <a:pt x="608274" y="64483"/>
                </a:lnTo>
                <a:lnTo>
                  <a:pt x="608921" y="63985"/>
                </a:lnTo>
                <a:lnTo>
                  <a:pt x="609579" y="63490"/>
                </a:lnTo>
                <a:lnTo>
                  <a:pt x="610248" y="63000"/>
                </a:lnTo>
                <a:lnTo>
                  <a:pt x="610930" y="62521"/>
                </a:lnTo>
                <a:lnTo>
                  <a:pt x="611623" y="62063"/>
                </a:lnTo>
                <a:lnTo>
                  <a:pt x="612330" y="61625"/>
                </a:lnTo>
                <a:lnTo>
                  <a:pt x="613049" y="61207"/>
                </a:lnTo>
                <a:lnTo>
                  <a:pt x="613781" y="60810"/>
                </a:lnTo>
                <a:lnTo>
                  <a:pt x="614525" y="60434"/>
                </a:lnTo>
                <a:lnTo>
                  <a:pt x="615282" y="60077"/>
                </a:lnTo>
                <a:lnTo>
                  <a:pt x="616052" y="59741"/>
                </a:lnTo>
                <a:lnTo>
                  <a:pt x="616834" y="59425"/>
                </a:lnTo>
                <a:lnTo>
                  <a:pt x="617629" y="59130"/>
                </a:lnTo>
                <a:lnTo>
                  <a:pt x="618437" y="58855"/>
                </a:lnTo>
                <a:lnTo>
                  <a:pt x="619258" y="58600"/>
                </a:lnTo>
                <a:lnTo>
                  <a:pt x="620091" y="58366"/>
                </a:lnTo>
                <a:lnTo>
                  <a:pt x="620937" y="58152"/>
                </a:lnTo>
                <a:lnTo>
                  <a:pt x="621795" y="57959"/>
                </a:lnTo>
                <a:lnTo>
                  <a:pt x="622666" y="57786"/>
                </a:lnTo>
                <a:lnTo>
                  <a:pt x="623550" y="57633"/>
                </a:lnTo>
                <a:lnTo>
                  <a:pt x="624446" y="57501"/>
                </a:lnTo>
                <a:lnTo>
                  <a:pt x="625356" y="57389"/>
                </a:lnTo>
                <a:lnTo>
                  <a:pt x="626277" y="57297"/>
                </a:lnTo>
                <a:lnTo>
                  <a:pt x="627212" y="57226"/>
                </a:lnTo>
                <a:lnTo>
                  <a:pt x="628159" y="57175"/>
                </a:lnTo>
                <a:lnTo>
                  <a:pt x="629119" y="57144"/>
                </a:lnTo>
                <a:lnTo>
                  <a:pt x="630091" y="57134"/>
                </a:lnTo>
                <a:lnTo>
                  <a:pt x="630778" y="57140"/>
                </a:lnTo>
                <a:lnTo>
                  <a:pt x="631452" y="57160"/>
                </a:lnTo>
                <a:lnTo>
                  <a:pt x="632112" y="57192"/>
                </a:lnTo>
                <a:lnTo>
                  <a:pt x="632759" y="57238"/>
                </a:lnTo>
                <a:lnTo>
                  <a:pt x="633392" y="57296"/>
                </a:lnTo>
                <a:lnTo>
                  <a:pt x="634012" y="57367"/>
                </a:lnTo>
                <a:lnTo>
                  <a:pt x="634618" y="57451"/>
                </a:lnTo>
                <a:lnTo>
                  <a:pt x="635211" y="57549"/>
                </a:lnTo>
                <a:lnTo>
                  <a:pt x="635790" y="57659"/>
                </a:lnTo>
                <a:lnTo>
                  <a:pt x="636356" y="57782"/>
                </a:lnTo>
                <a:lnTo>
                  <a:pt x="636908" y="57918"/>
                </a:lnTo>
                <a:lnTo>
                  <a:pt x="637447" y="58067"/>
                </a:lnTo>
                <a:lnTo>
                  <a:pt x="637972" y="58229"/>
                </a:lnTo>
                <a:lnTo>
                  <a:pt x="638484" y="58404"/>
                </a:lnTo>
                <a:lnTo>
                  <a:pt x="638983" y="58591"/>
                </a:lnTo>
                <a:lnTo>
                  <a:pt x="639468" y="58792"/>
                </a:lnTo>
                <a:lnTo>
                  <a:pt x="639940" y="59006"/>
                </a:lnTo>
                <a:lnTo>
                  <a:pt x="640398" y="59233"/>
                </a:lnTo>
                <a:lnTo>
                  <a:pt x="640842" y="59472"/>
                </a:lnTo>
                <a:lnTo>
                  <a:pt x="641274" y="59725"/>
                </a:lnTo>
                <a:lnTo>
                  <a:pt x="641691" y="59991"/>
                </a:lnTo>
                <a:lnTo>
                  <a:pt x="642096" y="60269"/>
                </a:lnTo>
                <a:lnTo>
                  <a:pt x="642487" y="60561"/>
                </a:lnTo>
                <a:lnTo>
                  <a:pt x="642864" y="60865"/>
                </a:lnTo>
                <a:lnTo>
                  <a:pt x="643230" y="61181"/>
                </a:lnTo>
                <a:lnTo>
                  <a:pt x="643586" y="61506"/>
                </a:lnTo>
                <a:lnTo>
                  <a:pt x="643932" y="61842"/>
                </a:lnTo>
                <a:lnTo>
                  <a:pt x="644269" y="62186"/>
                </a:lnTo>
                <a:lnTo>
                  <a:pt x="644596" y="62541"/>
                </a:lnTo>
                <a:lnTo>
                  <a:pt x="644913" y="62905"/>
                </a:lnTo>
                <a:lnTo>
                  <a:pt x="645221" y="63279"/>
                </a:lnTo>
                <a:lnTo>
                  <a:pt x="645518" y="63662"/>
                </a:lnTo>
                <a:lnTo>
                  <a:pt x="645807" y="64055"/>
                </a:lnTo>
                <a:lnTo>
                  <a:pt x="646085" y="64458"/>
                </a:lnTo>
                <a:lnTo>
                  <a:pt x="646354" y="64871"/>
                </a:lnTo>
                <a:lnTo>
                  <a:pt x="646613" y="65293"/>
                </a:lnTo>
                <a:lnTo>
                  <a:pt x="646862" y="65725"/>
                </a:lnTo>
                <a:lnTo>
                  <a:pt x="647102" y="66167"/>
                </a:lnTo>
                <a:lnTo>
                  <a:pt x="647332" y="66618"/>
                </a:lnTo>
                <a:lnTo>
                  <a:pt x="647552" y="67079"/>
                </a:lnTo>
                <a:lnTo>
                  <a:pt x="647763" y="67549"/>
                </a:lnTo>
                <a:lnTo>
                  <a:pt x="647964" y="68030"/>
                </a:lnTo>
                <a:lnTo>
                  <a:pt x="648155" y="68520"/>
                </a:lnTo>
                <a:lnTo>
                  <a:pt x="648336" y="69019"/>
                </a:lnTo>
                <a:lnTo>
                  <a:pt x="648508" y="69529"/>
                </a:lnTo>
                <a:lnTo>
                  <a:pt x="648670" y="70047"/>
                </a:lnTo>
                <a:lnTo>
                  <a:pt x="648822" y="70576"/>
                </a:lnTo>
                <a:lnTo>
                  <a:pt x="648965" y="71114"/>
                </a:lnTo>
                <a:lnTo>
                  <a:pt x="649100" y="71661"/>
                </a:lnTo>
                <a:lnTo>
                  <a:pt x="649229" y="72213"/>
                </a:lnTo>
                <a:lnTo>
                  <a:pt x="649353" y="72773"/>
                </a:lnTo>
                <a:lnTo>
                  <a:pt x="649470" y="73339"/>
                </a:lnTo>
                <a:lnTo>
                  <a:pt x="649582" y="73911"/>
                </a:lnTo>
                <a:lnTo>
                  <a:pt x="649688" y="74490"/>
                </a:lnTo>
                <a:lnTo>
                  <a:pt x="649789" y="75076"/>
                </a:lnTo>
                <a:lnTo>
                  <a:pt x="649884" y="75669"/>
                </a:lnTo>
                <a:lnTo>
                  <a:pt x="649973" y="76267"/>
                </a:lnTo>
                <a:lnTo>
                  <a:pt x="650056" y="76873"/>
                </a:lnTo>
                <a:lnTo>
                  <a:pt x="650133" y="77485"/>
                </a:lnTo>
                <a:lnTo>
                  <a:pt x="650205" y="78104"/>
                </a:lnTo>
                <a:lnTo>
                  <a:pt x="650271" y="78729"/>
                </a:lnTo>
                <a:lnTo>
                  <a:pt x="650331" y="79361"/>
                </a:lnTo>
                <a:lnTo>
                  <a:pt x="650386" y="80000"/>
                </a:lnTo>
                <a:lnTo>
                  <a:pt x="650435" y="80645"/>
                </a:lnTo>
                <a:lnTo>
                  <a:pt x="650478" y="81296"/>
                </a:lnTo>
                <a:lnTo>
                  <a:pt x="650515" y="81955"/>
                </a:lnTo>
                <a:lnTo>
                  <a:pt x="650547" y="82620"/>
                </a:lnTo>
                <a:lnTo>
                  <a:pt x="650573" y="83291"/>
                </a:lnTo>
                <a:lnTo>
                  <a:pt x="650593" y="83969"/>
                </a:lnTo>
                <a:lnTo>
                  <a:pt x="650607" y="84654"/>
                </a:lnTo>
                <a:lnTo>
                  <a:pt x="650616" y="85345"/>
                </a:lnTo>
                <a:lnTo>
                  <a:pt x="650619" y="86043"/>
                </a:lnTo>
                <a:lnTo>
                  <a:pt x="650619" y="157603"/>
                </a:lnTo>
                <a:lnTo>
                  <a:pt x="669777" y="157603"/>
                </a:lnTo>
                <a:lnTo>
                  <a:pt x="669777" y="83595"/>
                </a:lnTo>
                <a:lnTo>
                  <a:pt x="669763" y="81940"/>
                </a:lnTo>
                <a:lnTo>
                  <a:pt x="669721" y="80317"/>
                </a:lnTo>
                <a:lnTo>
                  <a:pt x="669651" y="78724"/>
                </a:lnTo>
                <a:lnTo>
                  <a:pt x="669552" y="77162"/>
                </a:lnTo>
                <a:lnTo>
                  <a:pt x="669426" y="75630"/>
                </a:lnTo>
                <a:lnTo>
                  <a:pt x="669323" y="74633"/>
                </a:lnTo>
                <a:lnTo>
                  <a:pt x="669535" y="74366"/>
                </a:lnTo>
                <a:lnTo>
                  <a:pt x="669987" y="73811"/>
                </a:lnTo>
                <a:lnTo>
                  <a:pt x="670449" y="73261"/>
                </a:lnTo>
                <a:lnTo>
                  <a:pt x="670921" y="72715"/>
                </a:lnTo>
                <a:lnTo>
                  <a:pt x="671403" y="72173"/>
                </a:lnTo>
                <a:lnTo>
                  <a:pt x="671894" y="71635"/>
                </a:lnTo>
                <a:lnTo>
                  <a:pt x="672396" y="71101"/>
                </a:lnTo>
                <a:lnTo>
                  <a:pt x="672907" y="70572"/>
                </a:lnTo>
                <a:lnTo>
                  <a:pt x="673428" y="70046"/>
                </a:lnTo>
                <a:lnTo>
                  <a:pt x="673959" y="69525"/>
                </a:lnTo>
                <a:lnTo>
                  <a:pt x="674501" y="69008"/>
                </a:lnTo>
                <a:lnTo>
                  <a:pt x="675052" y="68495"/>
                </a:lnTo>
                <a:lnTo>
                  <a:pt x="675612" y="67986"/>
                </a:lnTo>
                <a:lnTo>
                  <a:pt x="676183" y="67482"/>
                </a:lnTo>
                <a:lnTo>
                  <a:pt x="676764" y="66981"/>
                </a:lnTo>
                <a:lnTo>
                  <a:pt x="677355" y="66485"/>
                </a:lnTo>
                <a:lnTo>
                  <a:pt x="677955" y="65993"/>
                </a:lnTo>
                <a:lnTo>
                  <a:pt x="678565" y="65505"/>
                </a:lnTo>
                <a:lnTo>
                  <a:pt x="679186" y="65021"/>
                </a:lnTo>
                <a:lnTo>
                  <a:pt x="679816" y="64542"/>
                </a:lnTo>
                <a:lnTo>
                  <a:pt x="680456" y="64066"/>
                </a:lnTo>
                <a:lnTo>
                  <a:pt x="681106" y="63595"/>
                </a:lnTo>
                <a:lnTo>
                  <a:pt x="681766" y="63128"/>
                </a:lnTo>
                <a:lnTo>
                  <a:pt x="682436" y="62665"/>
                </a:lnTo>
                <a:lnTo>
                  <a:pt x="683117" y="62214"/>
                </a:lnTo>
                <a:lnTo>
                  <a:pt x="683811" y="61781"/>
                </a:lnTo>
                <a:lnTo>
                  <a:pt x="684519" y="61369"/>
                </a:lnTo>
                <a:lnTo>
                  <a:pt x="685239" y="60975"/>
                </a:lnTo>
                <a:lnTo>
                  <a:pt x="685973" y="60600"/>
                </a:lnTo>
                <a:lnTo>
                  <a:pt x="686719" y="60245"/>
                </a:lnTo>
                <a:lnTo>
                  <a:pt x="687479" y="59909"/>
                </a:lnTo>
                <a:lnTo>
                  <a:pt x="688252" y="59592"/>
                </a:lnTo>
                <a:lnTo>
                  <a:pt x="689038" y="59294"/>
                </a:lnTo>
                <a:lnTo>
                  <a:pt x="689836" y="59016"/>
                </a:lnTo>
                <a:lnTo>
                  <a:pt x="690648" y="58757"/>
                </a:lnTo>
                <a:lnTo>
                  <a:pt x="691473" y="58517"/>
                </a:lnTo>
                <a:lnTo>
                  <a:pt x="692311" y="58296"/>
                </a:lnTo>
                <a:lnTo>
                  <a:pt x="693163" y="58094"/>
                </a:lnTo>
                <a:lnTo>
                  <a:pt x="694027" y="57912"/>
                </a:lnTo>
                <a:lnTo>
                  <a:pt x="694904" y="57748"/>
                </a:lnTo>
                <a:lnTo>
                  <a:pt x="695794" y="57604"/>
                </a:lnTo>
                <a:lnTo>
                  <a:pt x="696698" y="57480"/>
                </a:lnTo>
                <a:lnTo>
                  <a:pt x="697614" y="57374"/>
                </a:lnTo>
                <a:lnTo>
                  <a:pt x="698544" y="57288"/>
                </a:lnTo>
                <a:lnTo>
                  <a:pt x="699486" y="57220"/>
                </a:lnTo>
                <a:lnTo>
                  <a:pt x="700442" y="57172"/>
                </a:lnTo>
                <a:lnTo>
                  <a:pt x="701411" y="57144"/>
                </a:lnTo>
                <a:lnTo>
                  <a:pt x="702393" y="57134"/>
                </a:lnTo>
                <a:lnTo>
                  <a:pt x="703070" y="57140"/>
                </a:lnTo>
                <a:lnTo>
                  <a:pt x="703735" y="57160"/>
                </a:lnTo>
                <a:lnTo>
                  <a:pt x="704387" y="57192"/>
                </a:lnTo>
                <a:lnTo>
                  <a:pt x="705025" y="57238"/>
                </a:lnTo>
                <a:lnTo>
                  <a:pt x="705650" y="57296"/>
                </a:lnTo>
                <a:lnTo>
                  <a:pt x="706263" y="57367"/>
                </a:lnTo>
                <a:lnTo>
                  <a:pt x="706862" y="57451"/>
                </a:lnTo>
                <a:lnTo>
                  <a:pt x="707448" y="57549"/>
                </a:lnTo>
                <a:lnTo>
                  <a:pt x="708022" y="57659"/>
                </a:lnTo>
                <a:lnTo>
                  <a:pt x="708582" y="57782"/>
                </a:lnTo>
                <a:lnTo>
                  <a:pt x="709129" y="57918"/>
                </a:lnTo>
                <a:lnTo>
                  <a:pt x="709663" y="58067"/>
                </a:lnTo>
                <a:lnTo>
                  <a:pt x="710184" y="58229"/>
                </a:lnTo>
                <a:lnTo>
                  <a:pt x="710691" y="58404"/>
                </a:lnTo>
                <a:lnTo>
                  <a:pt x="711186" y="58591"/>
                </a:lnTo>
                <a:lnTo>
                  <a:pt x="711668" y="58792"/>
                </a:lnTo>
                <a:lnTo>
                  <a:pt x="712136" y="59006"/>
                </a:lnTo>
                <a:lnTo>
                  <a:pt x="712592" y="59233"/>
                </a:lnTo>
                <a:lnTo>
                  <a:pt x="713035" y="59472"/>
                </a:lnTo>
                <a:lnTo>
                  <a:pt x="713464" y="59725"/>
                </a:lnTo>
                <a:lnTo>
                  <a:pt x="713880" y="59991"/>
                </a:lnTo>
                <a:lnTo>
                  <a:pt x="714284" y="60269"/>
                </a:lnTo>
                <a:lnTo>
                  <a:pt x="714674" y="60561"/>
                </a:lnTo>
                <a:lnTo>
                  <a:pt x="715051" y="60865"/>
                </a:lnTo>
                <a:lnTo>
                  <a:pt x="715417" y="61181"/>
                </a:lnTo>
                <a:lnTo>
                  <a:pt x="715773" y="61506"/>
                </a:lnTo>
                <a:lnTo>
                  <a:pt x="716119" y="61842"/>
                </a:lnTo>
                <a:lnTo>
                  <a:pt x="716456" y="62186"/>
                </a:lnTo>
                <a:lnTo>
                  <a:pt x="716783" y="62541"/>
                </a:lnTo>
                <a:lnTo>
                  <a:pt x="717100" y="62905"/>
                </a:lnTo>
                <a:lnTo>
                  <a:pt x="717408" y="63279"/>
                </a:lnTo>
                <a:lnTo>
                  <a:pt x="717706" y="63662"/>
                </a:lnTo>
                <a:lnTo>
                  <a:pt x="717994" y="64055"/>
                </a:lnTo>
                <a:lnTo>
                  <a:pt x="718272" y="64458"/>
                </a:lnTo>
                <a:lnTo>
                  <a:pt x="718541" y="64871"/>
                </a:lnTo>
                <a:lnTo>
                  <a:pt x="718800" y="65293"/>
                </a:lnTo>
                <a:lnTo>
                  <a:pt x="719049" y="65725"/>
                </a:lnTo>
                <a:lnTo>
                  <a:pt x="719289" y="66167"/>
                </a:lnTo>
                <a:lnTo>
                  <a:pt x="719519" y="66618"/>
                </a:lnTo>
                <a:lnTo>
                  <a:pt x="719739" y="67079"/>
                </a:lnTo>
                <a:lnTo>
                  <a:pt x="719950" y="67549"/>
                </a:lnTo>
                <a:lnTo>
                  <a:pt x="720151" y="68030"/>
                </a:lnTo>
                <a:lnTo>
                  <a:pt x="720342" y="68520"/>
                </a:lnTo>
                <a:lnTo>
                  <a:pt x="720523" y="69019"/>
                </a:lnTo>
                <a:lnTo>
                  <a:pt x="720695" y="69529"/>
                </a:lnTo>
                <a:lnTo>
                  <a:pt x="720857" y="70047"/>
                </a:lnTo>
                <a:lnTo>
                  <a:pt x="721010" y="70576"/>
                </a:lnTo>
                <a:lnTo>
                  <a:pt x="721152" y="71114"/>
                </a:lnTo>
                <a:lnTo>
                  <a:pt x="721287" y="71661"/>
                </a:lnTo>
                <a:lnTo>
                  <a:pt x="721416" y="72213"/>
                </a:lnTo>
                <a:lnTo>
                  <a:pt x="721540" y="72773"/>
                </a:lnTo>
                <a:lnTo>
                  <a:pt x="721657" y="73339"/>
                </a:lnTo>
                <a:lnTo>
                  <a:pt x="721769" y="73911"/>
                </a:lnTo>
                <a:lnTo>
                  <a:pt x="721876" y="74490"/>
                </a:lnTo>
                <a:lnTo>
                  <a:pt x="721976" y="75076"/>
                </a:lnTo>
                <a:lnTo>
                  <a:pt x="722071" y="75669"/>
                </a:lnTo>
                <a:lnTo>
                  <a:pt x="722160" y="76267"/>
                </a:lnTo>
                <a:lnTo>
                  <a:pt x="722243" y="76873"/>
                </a:lnTo>
                <a:lnTo>
                  <a:pt x="722321" y="77485"/>
                </a:lnTo>
                <a:lnTo>
                  <a:pt x="722392" y="78104"/>
                </a:lnTo>
                <a:lnTo>
                  <a:pt x="722458" y="78729"/>
                </a:lnTo>
                <a:lnTo>
                  <a:pt x="722519" y="79361"/>
                </a:lnTo>
                <a:lnTo>
                  <a:pt x="722573" y="80000"/>
                </a:lnTo>
                <a:lnTo>
                  <a:pt x="722622" y="80645"/>
                </a:lnTo>
                <a:lnTo>
                  <a:pt x="722665" y="81296"/>
                </a:lnTo>
                <a:lnTo>
                  <a:pt x="722702" y="81955"/>
                </a:lnTo>
                <a:lnTo>
                  <a:pt x="722734" y="82620"/>
                </a:lnTo>
                <a:lnTo>
                  <a:pt x="722760" y="83291"/>
                </a:lnTo>
                <a:lnTo>
                  <a:pt x="722780" y="83969"/>
                </a:lnTo>
                <a:lnTo>
                  <a:pt x="722794" y="84654"/>
                </a:lnTo>
                <a:lnTo>
                  <a:pt x="722803" y="85345"/>
                </a:lnTo>
                <a:lnTo>
                  <a:pt x="722806" y="86043"/>
                </a:lnTo>
                <a:lnTo>
                  <a:pt x="722806" y="157603"/>
                </a:lnTo>
                <a:lnTo>
                  <a:pt x="741850" y="157603"/>
                </a:lnTo>
                <a:lnTo>
                  <a:pt x="741850" y="83595"/>
                </a:lnTo>
                <a:lnTo>
                  <a:pt x="741836" y="81940"/>
                </a:lnTo>
                <a:lnTo>
                  <a:pt x="741794" y="80317"/>
                </a:lnTo>
                <a:lnTo>
                  <a:pt x="741724" y="78724"/>
                </a:lnTo>
                <a:lnTo>
                  <a:pt x="741625" y="77162"/>
                </a:lnTo>
                <a:lnTo>
                  <a:pt x="741499" y="75630"/>
                </a:lnTo>
                <a:lnTo>
                  <a:pt x="741344" y="74130"/>
                </a:lnTo>
                <a:lnTo>
                  <a:pt x="741162" y="72660"/>
                </a:lnTo>
                <a:lnTo>
                  <a:pt x="740951" y="71220"/>
                </a:lnTo>
                <a:lnTo>
                  <a:pt x="740712" y="69812"/>
                </a:lnTo>
                <a:lnTo>
                  <a:pt x="740445" y="68434"/>
                </a:lnTo>
                <a:lnTo>
                  <a:pt x="740149" y="67086"/>
                </a:lnTo>
                <a:lnTo>
                  <a:pt x="739826" y="65770"/>
                </a:lnTo>
                <a:lnTo>
                  <a:pt x="739475" y="64484"/>
                </a:lnTo>
                <a:lnTo>
                  <a:pt x="739095" y="63229"/>
                </a:lnTo>
                <a:lnTo>
                  <a:pt x="738688" y="62004"/>
                </a:lnTo>
                <a:lnTo>
                  <a:pt x="738252" y="60811"/>
                </a:lnTo>
                <a:lnTo>
                  <a:pt x="737788" y="59647"/>
                </a:lnTo>
                <a:lnTo>
                  <a:pt x="737296" y="58515"/>
                </a:lnTo>
                <a:lnTo>
                  <a:pt x="736776" y="57413"/>
                </a:lnTo>
                <a:lnTo>
                  <a:pt x="736228" y="56342"/>
                </a:lnTo>
                <a:lnTo>
                  <a:pt x="735651" y="55302"/>
                </a:lnTo>
                <a:lnTo>
                  <a:pt x="735047" y="54293"/>
                </a:lnTo>
                <a:lnTo>
                  <a:pt x="734414" y="53314"/>
                </a:lnTo>
                <a:lnTo>
                  <a:pt x="733754" y="52366"/>
                </a:lnTo>
                <a:lnTo>
                  <a:pt x="733061" y="51452"/>
                </a:lnTo>
                <a:lnTo>
                  <a:pt x="732332" y="50577"/>
                </a:lnTo>
                <a:lnTo>
                  <a:pt x="731567" y="49741"/>
                </a:lnTo>
                <a:lnTo>
                  <a:pt x="730766" y="48944"/>
                </a:lnTo>
                <a:lnTo>
                  <a:pt x="729929" y="48186"/>
                </a:lnTo>
                <a:lnTo>
                  <a:pt x="729057" y="47467"/>
                </a:lnTo>
                <a:lnTo>
                  <a:pt x="728148" y="46786"/>
                </a:lnTo>
                <a:lnTo>
                  <a:pt x="727203" y="46145"/>
                </a:lnTo>
                <a:lnTo>
                  <a:pt x="726222" y="45542"/>
                </a:lnTo>
                <a:lnTo>
                  <a:pt x="725205" y="44979"/>
                </a:lnTo>
                <a:lnTo>
                  <a:pt x="724151" y="44454"/>
                </a:lnTo>
                <a:lnTo>
                  <a:pt x="723062" y="43968"/>
                </a:lnTo>
                <a:lnTo>
                  <a:pt x="721937" y="43521"/>
                </a:lnTo>
                <a:lnTo>
                  <a:pt x="720776" y="43112"/>
                </a:lnTo>
                <a:lnTo>
                  <a:pt x="719579" y="42743"/>
                </a:lnTo>
                <a:lnTo>
                  <a:pt x="718346" y="42413"/>
                </a:lnTo>
                <a:lnTo>
                  <a:pt x="717076" y="42121"/>
                </a:lnTo>
                <a:lnTo>
                  <a:pt x="715771" y="41868"/>
                </a:lnTo>
                <a:lnTo>
                  <a:pt x="714430" y="41654"/>
                </a:lnTo>
                <a:lnTo>
                  <a:pt x="713052" y="41479"/>
                </a:lnTo>
                <a:lnTo>
                  <a:pt x="711639" y="41343"/>
                </a:lnTo>
                <a:lnTo>
                  <a:pt x="710189" y="41246"/>
                </a:lnTo>
                <a:lnTo>
                  <a:pt x="708704" y="41188"/>
                </a:lnTo>
                <a:lnTo>
                  <a:pt x="707182" y="41168"/>
                </a:lnTo>
                <a:lnTo>
                  <a:pt x="706011" y="41179"/>
                </a:lnTo>
                <a:lnTo>
                  <a:pt x="704854" y="41212"/>
                </a:lnTo>
                <a:lnTo>
                  <a:pt x="703710" y="41266"/>
                </a:lnTo>
                <a:lnTo>
                  <a:pt x="702581" y="41343"/>
                </a:lnTo>
                <a:lnTo>
                  <a:pt x="701466" y="41441"/>
                </a:lnTo>
                <a:lnTo>
                  <a:pt x="700365" y="41560"/>
                </a:lnTo>
                <a:lnTo>
                  <a:pt x="699278" y="41702"/>
                </a:lnTo>
                <a:lnTo>
                  <a:pt x="698205" y="41865"/>
                </a:lnTo>
                <a:lnTo>
                  <a:pt x="697146" y="42050"/>
                </a:lnTo>
                <a:lnTo>
                  <a:pt x="696101" y="42257"/>
                </a:lnTo>
                <a:lnTo>
                  <a:pt x="695070" y="42486"/>
                </a:lnTo>
                <a:lnTo>
                  <a:pt x="694053" y="42736"/>
                </a:lnTo>
                <a:lnTo>
                  <a:pt x="693051" y="43009"/>
                </a:lnTo>
                <a:lnTo>
                  <a:pt x="692062" y="43303"/>
                </a:lnTo>
                <a:lnTo>
                  <a:pt x="691088" y="43618"/>
                </a:lnTo>
                <a:lnTo>
                  <a:pt x="690127" y="43956"/>
                </a:lnTo>
                <a:lnTo>
                  <a:pt x="689181" y="44315"/>
                </a:lnTo>
                <a:lnTo>
                  <a:pt x="688248" y="44696"/>
                </a:lnTo>
                <a:lnTo>
                  <a:pt x="687330" y="45099"/>
                </a:lnTo>
                <a:lnTo>
                  <a:pt x="686425" y="45524"/>
                </a:lnTo>
                <a:lnTo>
                  <a:pt x="685535" y="45970"/>
                </a:lnTo>
                <a:lnTo>
                  <a:pt x="684659" y="46439"/>
                </a:lnTo>
                <a:lnTo>
                  <a:pt x="683797" y="46929"/>
                </a:lnTo>
                <a:lnTo>
                  <a:pt x="682949" y="47441"/>
                </a:lnTo>
                <a:lnTo>
                  <a:pt x="682114" y="47965"/>
                </a:lnTo>
                <a:lnTo>
                  <a:pt x="681291" y="48493"/>
                </a:lnTo>
                <a:lnTo>
                  <a:pt x="680480" y="49025"/>
                </a:lnTo>
                <a:lnTo>
                  <a:pt x="679681" y="49560"/>
                </a:lnTo>
                <a:lnTo>
                  <a:pt x="678895" y="50099"/>
                </a:lnTo>
                <a:lnTo>
                  <a:pt x="678120" y="50641"/>
                </a:lnTo>
                <a:lnTo>
                  <a:pt x="677357" y="51187"/>
                </a:lnTo>
                <a:lnTo>
                  <a:pt x="676607" y="51736"/>
                </a:lnTo>
                <a:lnTo>
                  <a:pt x="675869" y="52289"/>
                </a:lnTo>
                <a:lnTo>
                  <a:pt x="675142" y="52846"/>
                </a:lnTo>
                <a:lnTo>
                  <a:pt x="674428" y="53406"/>
                </a:lnTo>
                <a:lnTo>
                  <a:pt x="673726" y="53969"/>
                </a:lnTo>
                <a:lnTo>
                  <a:pt x="673036" y="54537"/>
                </a:lnTo>
                <a:lnTo>
                  <a:pt x="672358" y="55107"/>
                </a:lnTo>
                <a:lnTo>
                  <a:pt x="671692" y="55682"/>
                </a:lnTo>
                <a:lnTo>
                  <a:pt x="671038" y="56260"/>
                </a:lnTo>
                <a:lnTo>
                  <a:pt x="670396" y="56841"/>
                </a:lnTo>
                <a:lnTo>
                  <a:pt x="669767" y="57426"/>
                </a:lnTo>
                <a:lnTo>
                  <a:pt x="669149" y="58015"/>
                </a:lnTo>
                <a:lnTo>
                  <a:pt x="668543" y="58607"/>
                </a:lnTo>
                <a:lnTo>
                  <a:pt x="667950" y="59203"/>
                </a:lnTo>
                <a:lnTo>
                  <a:pt x="667369" y="59802"/>
                </a:lnTo>
                <a:lnTo>
                  <a:pt x="666799" y="60405"/>
                </a:lnTo>
                <a:lnTo>
                  <a:pt x="666249" y="61004"/>
                </a:lnTo>
                <a:lnTo>
                  <a:pt x="666179" y="60811"/>
                </a:lnTo>
                <a:lnTo>
                  <a:pt x="665715" y="59647"/>
                </a:lnTo>
                <a:lnTo>
                  <a:pt x="665223" y="58515"/>
                </a:lnTo>
                <a:lnTo>
                  <a:pt x="664703" y="57413"/>
                </a:lnTo>
                <a:close/>
                <a:moveTo>
                  <a:pt x="503951" y="159449"/>
                </a:moveTo>
                <a:lnTo>
                  <a:pt x="505048" y="159358"/>
                </a:lnTo>
                <a:lnTo>
                  <a:pt x="506132" y="159251"/>
                </a:lnTo>
                <a:lnTo>
                  <a:pt x="507203" y="159127"/>
                </a:lnTo>
                <a:lnTo>
                  <a:pt x="508261" y="158986"/>
                </a:lnTo>
                <a:lnTo>
                  <a:pt x="509306" y="158829"/>
                </a:lnTo>
                <a:lnTo>
                  <a:pt x="510337" y="158656"/>
                </a:lnTo>
                <a:lnTo>
                  <a:pt x="511356" y="158465"/>
                </a:lnTo>
                <a:lnTo>
                  <a:pt x="512362" y="158259"/>
                </a:lnTo>
                <a:lnTo>
                  <a:pt x="513354" y="158036"/>
                </a:lnTo>
                <a:lnTo>
                  <a:pt x="514334" y="157796"/>
                </a:lnTo>
                <a:lnTo>
                  <a:pt x="515300" y="157540"/>
                </a:lnTo>
                <a:lnTo>
                  <a:pt x="516253" y="157267"/>
                </a:lnTo>
                <a:lnTo>
                  <a:pt x="517193" y="156978"/>
                </a:lnTo>
                <a:lnTo>
                  <a:pt x="518121" y="156672"/>
                </a:lnTo>
                <a:lnTo>
                  <a:pt x="519035" y="156349"/>
                </a:lnTo>
                <a:lnTo>
                  <a:pt x="519936" y="156010"/>
                </a:lnTo>
                <a:lnTo>
                  <a:pt x="520824" y="155655"/>
                </a:lnTo>
                <a:lnTo>
                  <a:pt x="521699" y="155283"/>
                </a:lnTo>
                <a:lnTo>
                  <a:pt x="522560" y="154895"/>
                </a:lnTo>
                <a:lnTo>
                  <a:pt x="523408" y="154491"/>
                </a:lnTo>
                <a:lnTo>
                  <a:pt x="524239" y="154073"/>
                </a:lnTo>
                <a:lnTo>
                  <a:pt x="525055" y="153641"/>
                </a:lnTo>
                <a:lnTo>
                  <a:pt x="525855" y="153195"/>
                </a:lnTo>
                <a:lnTo>
                  <a:pt x="526639" y="152736"/>
                </a:lnTo>
                <a:lnTo>
                  <a:pt x="527407" y="152262"/>
                </a:lnTo>
                <a:lnTo>
                  <a:pt x="528159" y="151775"/>
                </a:lnTo>
                <a:lnTo>
                  <a:pt x="528896" y="151274"/>
                </a:lnTo>
                <a:lnTo>
                  <a:pt x="529617" y="150759"/>
                </a:lnTo>
                <a:lnTo>
                  <a:pt x="530321" y="150230"/>
                </a:lnTo>
                <a:lnTo>
                  <a:pt x="531010" y="149687"/>
                </a:lnTo>
                <a:lnTo>
                  <a:pt x="531684" y="149130"/>
                </a:lnTo>
                <a:lnTo>
                  <a:pt x="532341" y="148560"/>
                </a:lnTo>
                <a:lnTo>
                  <a:pt x="532982" y="147975"/>
                </a:lnTo>
                <a:lnTo>
                  <a:pt x="533608" y="147377"/>
                </a:lnTo>
                <a:lnTo>
                  <a:pt x="534218" y="146764"/>
                </a:lnTo>
                <a:lnTo>
                  <a:pt x="534812" y="146138"/>
                </a:lnTo>
                <a:lnTo>
                  <a:pt x="535390" y="145498"/>
                </a:lnTo>
                <a:lnTo>
                  <a:pt x="535952" y="144844"/>
                </a:lnTo>
                <a:lnTo>
                  <a:pt x="536499" y="144177"/>
                </a:lnTo>
                <a:lnTo>
                  <a:pt x="537029" y="143495"/>
                </a:lnTo>
                <a:lnTo>
                  <a:pt x="537544" y="142799"/>
                </a:lnTo>
                <a:lnTo>
                  <a:pt x="538043" y="142090"/>
                </a:lnTo>
                <a:lnTo>
                  <a:pt x="538526" y="141367"/>
                </a:lnTo>
                <a:lnTo>
                  <a:pt x="538992" y="140630"/>
                </a:lnTo>
                <a:lnTo>
                  <a:pt x="539439" y="139883"/>
                </a:lnTo>
                <a:lnTo>
                  <a:pt x="539868" y="139123"/>
                </a:lnTo>
                <a:lnTo>
                  <a:pt x="540278" y="138352"/>
                </a:lnTo>
                <a:lnTo>
                  <a:pt x="540669" y="137570"/>
                </a:lnTo>
                <a:lnTo>
                  <a:pt x="541042" y="136776"/>
                </a:lnTo>
                <a:lnTo>
                  <a:pt x="541396" y="135970"/>
                </a:lnTo>
                <a:lnTo>
                  <a:pt x="541732" y="135152"/>
                </a:lnTo>
                <a:lnTo>
                  <a:pt x="542049" y="134323"/>
                </a:lnTo>
                <a:lnTo>
                  <a:pt x="542347" y="133482"/>
                </a:lnTo>
                <a:lnTo>
                  <a:pt x="542627" y="132630"/>
                </a:lnTo>
                <a:lnTo>
                  <a:pt x="542888" y="131766"/>
                </a:lnTo>
                <a:lnTo>
                  <a:pt x="543131" y="130890"/>
                </a:lnTo>
                <a:lnTo>
                  <a:pt x="543354" y="130003"/>
                </a:lnTo>
                <a:lnTo>
                  <a:pt x="543560" y="129104"/>
                </a:lnTo>
                <a:lnTo>
                  <a:pt x="543746" y="128193"/>
                </a:lnTo>
                <a:lnTo>
                  <a:pt x="543915" y="127271"/>
                </a:lnTo>
                <a:lnTo>
                  <a:pt x="544064" y="126337"/>
                </a:lnTo>
                <a:lnTo>
                  <a:pt x="544195" y="125392"/>
                </a:lnTo>
                <a:lnTo>
                  <a:pt x="544307" y="124435"/>
                </a:lnTo>
                <a:lnTo>
                  <a:pt x="544401" y="123466"/>
                </a:lnTo>
                <a:lnTo>
                  <a:pt x="544476" y="122486"/>
                </a:lnTo>
                <a:lnTo>
                  <a:pt x="544532" y="121494"/>
                </a:lnTo>
                <a:lnTo>
                  <a:pt x="544570" y="120490"/>
                </a:lnTo>
                <a:lnTo>
                  <a:pt x="525754" y="120490"/>
                </a:lnTo>
                <a:lnTo>
                  <a:pt x="525713" y="121469"/>
                </a:lnTo>
                <a:lnTo>
                  <a:pt x="525649" y="122429"/>
                </a:lnTo>
                <a:lnTo>
                  <a:pt x="525561" y="123370"/>
                </a:lnTo>
                <a:lnTo>
                  <a:pt x="525449" y="124291"/>
                </a:lnTo>
                <a:lnTo>
                  <a:pt x="525314" y="125193"/>
                </a:lnTo>
                <a:lnTo>
                  <a:pt x="525155" y="126075"/>
                </a:lnTo>
                <a:lnTo>
                  <a:pt x="524972" y="126939"/>
                </a:lnTo>
                <a:lnTo>
                  <a:pt x="524765" y="127782"/>
                </a:lnTo>
                <a:lnTo>
                  <a:pt x="524535" y="128607"/>
                </a:lnTo>
                <a:lnTo>
                  <a:pt x="524281" y="129412"/>
                </a:lnTo>
                <a:lnTo>
                  <a:pt x="524003" y="130198"/>
                </a:lnTo>
                <a:lnTo>
                  <a:pt x="523701" y="130964"/>
                </a:lnTo>
                <a:lnTo>
                  <a:pt x="523375" y="131711"/>
                </a:lnTo>
                <a:lnTo>
                  <a:pt x="523026" y="132439"/>
                </a:lnTo>
                <a:lnTo>
                  <a:pt x="522653" y="133147"/>
                </a:lnTo>
                <a:lnTo>
                  <a:pt x="522256" y="133836"/>
                </a:lnTo>
                <a:lnTo>
                  <a:pt x="521836" y="134506"/>
                </a:lnTo>
                <a:lnTo>
                  <a:pt x="521392" y="135156"/>
                </a:lnTo>
                <a:lnTo>
                  <a:pt x="520923" y="135787"/>
                </a:lnTo>
                <a:lnTo>
                  <a:pt x="520432" y="136398"/>
                </a:lnTo>
                <a:lnTo>
                  <a:pt x="519916" y="136990"/>
                </a:lnTo>
                <a:lnTo>
                  <a:pt x="519377" y="137563"/>
                </a:lnTo>
                <a:lnTo>
                  <a:pt x="518814" y="138117"/>
                </a:lnTo>
                <a:lnTo>
                  <a:pt x="518227" y="138651"/>
                </a:lnTo>
                <a:lnTo>
                  <a:pt x="517618" y="139165"/>
                </a:lnTo>
                <a:lnTo>
                  <a:pt x="516991" y="139656"/>
                </a:lnTo>
                <a:lnTo>
                  <a:pt x="516343" y="140126"/>
                </a:lnTo>
                <a:lnTo>
                  <a:pt x="515677" y="140574"/>
                </a:lnTo>
                <a:lnTo>
                  <a:pt x="514991" y="141000"/>
                </a:lnTo>
                <a:lnTo>
                  <a:pt x="514285" y="141404"/>
                </a:lnTo>
                <a:lnTo>
                  <a:pt x="513561" y="141787"/>
                </a:lnTo>
                <a:lnTo>
                  <a:pt x="512816" y="142147"/>
                </a:lnTo>
                <a:lnTo>
                  <a:pt x="512053" y="142486"/>
                </a:lnTo>
                <a:lnTo>
                  <a:pt x="511270" y="142803"/>
                </a:lnTo>
                <a:lnTo>
                  <a:pt x="510467" y="143098"/>
                </a:lnTo>
                <a:lnTo>
                  <a:pt x="509645" y="143371"/>
                </a:lnTo>
                <a:lnTo>
                  <a:pt x="508804" y="143622"/>
                </a:lnTo>
                <a:lnTo>
                  <a:pt x="507944" y="143852"/>
                </a:lnTo>
                <a:lnTo>
                  <a:pt x="507063" y="144060"/>
                </a:lnTo>
                <a:lnTo>
                  <a:pt x="506164" y="144245"/>
                </a:lnTo>
                <a:lnTo>
                  <a:pt x="505245" y="144409"/>
                </a:lnTo>
                <a:lnTo>
                  <a:pt x="504307" y="144551"/>
                </a:lnTo>
                <a:lnTo>
                  <a:pt x="503349" y="144671"/>
                </a:lnTo>
                <a:lnTo>
                  <a:pt x="502372" y="144770"/>
                </a:lnTo>
                <a:lnTo>
                  <a:pt x="501376" y="144846"/>
                </a:lnTo>
                <a:lnTo>
                  <a:pt x="500360" y="144901"/>
                </a:lnTo>
                <a:lnTo>
                  <a:pt x="499325" y="144934"/>
                </a:lnTo>
                <a:lnTo>
                  <a:pt x="498270" y="144945"/>
                </a:lnTo>
                <a:lnTo>
                  <a:pt x="497280" y="144935"/>
                </a:lnTo>
                <a:lnTo>
                  <a:pt x="496307" y="144905"/>
                </a:lnTo>
                <a:lnTo>
                  <a:pt x="495349" y="144855"/>
                </a:lnTo>
                <a:lnTo>
                  <a:pt x="494408" y="144786"/>
                </a:lnTo>
                <a:lnTo>
                  <a:pt x="493484" y="144697"/>
                </a:lnTo>
                <a:lnTo>
                  <a:pt x="492575" y="144588"/>
                </a:lnTo>
                <a:lnTo>
                  <a:pt x="491683" y="144459"/>
                </a:lnTo>
                <a:lnTo>
                  <a:pt x="490807" y="144310"/>
                </a:lnTo>
                <a:lnTo>
                  <a:pt x="489947" y="144142"/>
                </a:lnTo>
                <a:lnTo>
                  <a:pt x="489103" y="143953"/>
                </a:lnTo>
                <a:lnTo>
                  <a:pt x="488276" y="143745"/>
                </a:lnTo>
                <a:lnTo>
                  <a:pt x="487465" y="143517"/>
                </a:lnTo>
                <a:lnTo>
                  <a:pt x="486670" y="143269"/>
                </a:lnTo>
                <a:lnTo>
                  <a:pt x="485891" y="143002"/>
                </a:lnTo>
                <a:lnTo>
                  <a:pt x="485129" y="142714"/>
                </a:lnTo>
                <a:lnTo>
                  <a:pt x="484382" y="142407"/>
                </a:lnTo>
                <a:lnTo>
                  <a:pt x="483652" y="142080"/>
                </a:lnTo>
                <a:lnTo>
                  <a:pt x="482939" y="141733"/>
                </a:lnTo>
                <a:lnTo>
                  <a:pt x="482241" y="141366"/>
                </a:lnTo>
                <a:lnTo>
                  <a:pt x="481560" y="140980"/>
                </a:lnTo>
                <a:lnTo>
                  <a:pt x="480895" y="140574"/>
                </a:lnTo>
                <a:lnTo>
                  <a:pt x="480246" y="140147"/>
                </a:lnTo>
                <a:lnTo>
                  <a:pt x="479614" y="139701"/>
                </a:lnTo>
                <a:lnTo>
                  <a:pt x="478997" y="139235"/>
                </a:lnTo>
                <a:lnTo>
                  <a:pt x="478396" y="138753"/>
                </a:lnTo>
                <a:lnTo>
                  <a:pt x="477808" y="138258"/>
                </a:lnTo>
                <a:lnTo>
                  <a:pt x="477234" y="137750"/>
                </a:lnTo>
                <a:lnTo>
                  <a:pt x="476674" y="137228"/>
                </a:lnTo>
                <a:lnTo>
                  <a:pt x="476127" y="136694"/>
                </a:lnTo>
                <a:lnTo>
                  <a:pt x="475594" y="136147"/>
                </a:lnTo>
                <a:lnTo>
                  <a:pt x="475074" y="135586"/>
                </a:lnTo>
                <a:lnTo>
                  <a:pt x="474569" y="135013"/>
                </a:lnTo>
                <a:lnTo>
                  <a:pt x="474077" y="134427"/>
                </a:lnTo>
                <a:lnTo>
                  <a:pt x="473598" y="133828"/>
                </a:lnTo>
                <a:lnTo>
                  <a:pt x="473133" y="133215"/>
                </a:lnTo>
                <a:lnTo>
                  <a:pt x="472682" y="132590"/>
                </a:lnTo>
                <a:lnTo>
                  <a:pt x="472245" y="131952"/>
                </a:lnTo>
                <a:lnTo>
                  <a:pt x="471821" y="131300"/>
                </a:lnTo>
                <a:lnTo>
                  <a:pt x="471411" y="130636"/>
                </a:lnTo>
                <a:lnTo>
                  <a:pt x="471014" y="129959"/>
                </a:lnTo>
                <a:lnTo>
                  <a:pt x="470632" y="129268"/>
                </a:lnTo>
                <a:lnTo>
                  <a:pt x="470262" y="128565"/>
                </a:lnTo>
                <a:lnTo>
                  <a:pt x="469907" y="127849"/>
                </a:lnTo>
                <a:lnTo>
                  <a:pt x="469565" y="127119"/>
                </a:lnTo>
                <a:lnTo>
                  <a:pt x="469237" y="126377"/>
                </a:lnTo>
                <a:lnTo>
                  <a:pt x="468923" y="125621"/>
                </a:lnTo>
                <a:lnTo>
                  <a:pt x="468622" y="124853"/>
                </a:lnTo>
                <a:lnTo>
                  <a:pt x="468335" y="124072"/>
                </a:lnTo>
                <a:lnTo>
                  <a:pt x="468060" y="123281"/>
                </a:lnTo>
                <a:lnTo>
                  <a:pt x="467796" y="122483"/>
                </a:lnTo>
                <a:lnTo>
                  <a:pt x="467544" y="121679"/>
                </a:lnTo>
                <a:lnTo>
                  <a:pt x="467303" y="120869"/>
                </a:lnTo>
                <a:lnTo>
                  <a:pt x="467074" y="120052"/>
                </a:lnTo>
                <a:lnTo>
                  <a:pt x="466856" y="119229"/>
                </a:lnTo>
                <a:lnTo>
                  <a:pt x="466649" y="118400"/>
                </a:lnTo>
                <a:lnTo>
                  <a:pt x="466453" y="117564"/>
                </a:lnTo>
                <a:lnTo>
                  <a:pt x="466268" y="116722"/>
                </a:lnTo>
                <a:lnTo>
                  <a:pt x="466095" y="115873"/>
                </a:lnTo>
                <a:lnTo>
                  <a:pt x="465933" y="115018"/>
                </a:lnTo>
                <a:lnTo>
                  <a:pt x="465783" y="114156"/>
                </a:lnTo>
                <a:lnTo>
                  <a:pt x="465644" y="113289"/>
                </a:lnTo>
                <a:lnTo>
                  <a:pt x="465516" y="112414"/>
                </a:lnTo>
                <a:lnTo>
                  <a:pt x="465399" y="111534"/>
                </a:lnTo>
                <a:lnTo>
                  <a:pt x="465293" y="110647"/>
                </a:lnTo>
                <a:lnTo>
                  <a:pt x="465199" y="109753"/>
                </a:lnTo>
                <a:lnTo>
                  <a:pt x="465116" y="108853"/>
                </a:lnTo>
                <a:lnTo>
                  <a:pt x="465045" y="107947"/>
                </a:lnTo>
                <a:lnTo>
                  <a:pt x="464985" y="107035"/>
                </a:lnTo>
                <a:lnTo>
                  <a:pt x="464936" y="106116"/>
                </a:lnTo>
                <a:lnTo>
                  <a:pt x="464898" y="105190"/>
                </a:lnTo>
                <a:lnTo>
                  <a:pt x="464871" y="104258"/>
                </a:lnTo>
                <a:lnTo>
                  <a:pt x="464856" y="103320"/>
                </a:lnTo>
                <a:lnTo>
                  <a:pt x="544000" y="103320"/>
                </a:lnTo>
                <a:lnTo>
                  <a:pt x="544019" y="103230"/>
                </a:lnTo>
                <a:lnTo>
                  <a:pt x="544037" y="103135"/>
                </a:lnTo>
                <a:lnTo>
                  <a:pt x="544055" y="103035"/>
                </a:lnTo>
                <a:lnTo>
                  <a:pt x="544073" y="102931"/>
                </a:lnTo>
                <a:lnTo>
                  <a:pt x="544090" y="102822"/>
                </a:lnTo>
                <a:lnTo>
                  <a:pt x="544107" y="102708"/>
                </a:lnTo>
                <a:lnTo>
                  <a:pt x="544123" y="102590"/>
                </a:lnTo>
                <a:lnTo>
                  <a:pt x="544139" y="102467"/>
                </a:lnTo>
                <a:lnTo>
                  <a:pt x="544155" y="102339"/>
                </a:lnTo>
                <a:lnTo>
                  <a:pt x="544170" y="102207"/>
                </a:lnTo>
                <a:lnTo>
                  <a:pt x="544185" y="102070"/>
                </a:lnTo>
                <a:lnTo>
                  <a:pt x="544199" y="101928"/>
                </a:lnTo>
                <a:lnTo>
                  <a:pt x="544214" y="101782"/>
                </a:lnTo>
                <a:lnTo>
                  <a:pt x="544227" y="101631"/>
                </a:lnTo>
                <a:lnTo>
                  <a:pt x="544240" y="101475"/>
                </a:lnTo>
                <a:lnTo>
                  <a:pt x="544253" y="101315"/>
                </a:lnTo>
                <a:lnTo>
                  <a:pt x="544266" y="101150"/>
                </a:lnTo>
                <a:lnTo>
                  <a:pt x="544278" y="100980"/>
                </a:lnTo>
                <a:lnTo>
                  <a:pt x="544290" y="100806"/>
                </a:lnTo>
                <a:lnTo>
                  <a:pt x="544301" y="100626"/>
                </a:lnTo>
                <a:lnTo>
                  <a:pt x="544312" y="100443"/>
                </a:lnTo>
                <a:lnTo>
                  <a:pt x="544322" y="100254"/>
                </a:lnTo>
                <a:lnTo>
                  <a:pt x="544332" y="100061"/>
                </a:lnTo>
                <a:lnTo>
                  <a:pt x="544342" y="99863"/>
                </a:lnTo>
                <a:lnTo>
                  <a:pt x="544351" y="99664"/>
                </a:lnTo>
                <a:lnTo>
                  <a:pt x="544360" y="99467"/>
                </a:lnTo>
                <a:lnTo>
                  <a:pt x="544369" y="99272"/>
                </a:lnTo>
                <a:lnTo>
                  <a:pt x="544377" y="99079"/>
                </a:lnTo>
                <a:lnTo>
                  <a:pt x="544385" y="98889"/>
                </a:lnTo>
                <a:lnTo>
                  <a:pt x="544392" y="98701"/>
                </a:lnTo>
                <a:lnTo>
                  <a:pt x="544399" y="98515"/>
                </a:lnTo>
                <a:lnTo>
                  <a:pt x="544405" y="98331"/>
                </a:lnTo>
                <a:lnTo>
                  <a:pt x="544412" y="98150"/>
                </a:lnTo>
                <a:lnTo>
                  <a:pt x="544417" y="97971"/>
                </a:lnTo>
                <a:lnTo>
                  <a:pt x="544423" y="97794"/>
                </a:lnTo>
                <a:lnTo>
                  <a:pt x="544428" y="97619"/>
                </a:lnTo>
                <a:lnTo>
                  <a:pt x="544432" y="97446"/>
                </a:lnTo>
                <a:lnTo>
                  <a:pt x="544436" y="97276"/>
                </a:lnTo>
                <a:lnTo>
                  <a:pt x="544440" y="97108"/>
                </a:lnTo>
                <a:lnTo>
                  <a:pt x="544443" y="96943"/>
                </a:lnTo>
                <a:lnTo>
                  <a:pt x="544446" y="96779"/>
                </a:lnTo>
                <a:lnTo>
                  <a:pt x="544449" y="96618"/>
                </a:lnTo>
                <a:lnTo>
                  <a:pt x="544451" y="96459"/>
                </a:lnTo>
                <a:lnTo>
                  <a:pt x="544453" y="96302"/>
                </a:lnTo>
                <a:lnTo>
                  <a:pt x="544454" y="96147"/>
                </a:lnTo>
                <a:lnTo>
                  <a:pt x="544455" y="95995"/>
                </a:lnTo>
                <a:lnTo>
                  <a:pt x="544456" y="95845"/>
                </a:lnTo>
                <a:lnTo>
                  <a:pt x="544456" y="95697"/>
                </a:lnTo>
                <a:lnTo>
                  <a:pt x="544434" y="93520"/>
                </a:lnTo>
                <a:lnTo>
                  <a:pt x="544367" y="91385"/>
                </a:lnTo>
                <a:lnTo>
                  <a:pt x="544255" y="89293"/>
                </a:lnTo>
                <a:lnTo>
                  <a:pt x="544098" y="87244"/>
                </a:lnTo>
                <a:lnTo>
                  <a:pt x="543897" y="85238"/>
                </a:lnTo>
                <a:lnTo>
                  <a:pt x="543651" y="83274"/>
                </a:lnTo>
                <a:lnTo>
                  <a:pt x="543360" y="81353"/>
                </a:lnTo>
                <a:lnTo>
                  <a:pt x="543024" y="79475"/>
                </a:lnTo>
                <a:lnTo>
                  <a:pt x="542644" y="77640"/>
                </a:lnTo>
                <a:lnTo>
                  <a:pt x="542219" y="75847"/>
                </a:lnTo>
                <a:lnTo>
                  <a:pt x="541749" y="74097"/>
                </a:lnTo>
                <a:lnTo>
                  <a:pt x="541234" y="72390"/>
                </a:lnTo>
                <a:lnTo>
                  <a:pt x="540675" y="70726"/>
                </a:lnTo>
                <a:lnTo>
                  <a:pt x="540071" y="69105"/>
                </a:lnTo>
                <a:lnTo>
                  <a:pt x="539422" y="67526"/>
                </a:lnTo>
                <a:lnTo>
                  <a:pt x="538729" y="65990"/>
                </a:lnTo>
                <a:lnTo>
                  <a:pt x="537990" y="64497"/>
                </a:lnTo>
                <a:lnTo>
                  <a:pt x="537207" y="63046"/>
                </a:lnTo>
                <a:lnTo>
                  <a:pt x="536380" y="61638"/>
                </a:lnTo>
                <a:lnTo>
                  <a:pt x="535507" y="60274"/>
                </a:lnTo>
                <a:lnTo>
                  <a:pt x="534590" y="58951"/>
                </a:lnTo>
                <a:lnTo>
                  <a:pt x="533628" y="57672"/>
                </a:lnTo>
                <a:lnTo>
                  <a:pt x="532621" y="56435"/>
                </a:lnTo>
                <a:lnTo>
                  <a:pt x="531570" y="55242"/>
                </a:lnTo>
                <a:lnTo>
                  <a:pt x="530479" y="54093"/>
                </a:lnTo>
                <a:lnTo>
                  <a:pt x="529354" y="52994"/>
                </a:lnTo>
                <a:lnTo>
                  <a:pt x="528195" y="51943"/>
                </a:lnTo>
                <a:lnTo>
                  <a:pt x="527002" y="50941"/>
                </a:lnTo>
                <a:lnTo>
                  <a:pt x="525775" y="49989"/>
                </a:lnTo>
                <a:lnTo>
                  <a:pt x="524513" y="49085"/>
                </a:lnTo>
                <a:lnTo>
                  <a:pt x="523218" y="48229"/>
                </a:lnTo>
                <a:lnTo>
                  <a:pt x="521889" y="47423"/>
                </a:lnTo>
                <a:lnTo>
                  <a:pt x="520526" y="46666"/>
                </a:lnTo>
                <a:lnTo>
                  <a:pt x="519128" y="45957"/>
                </a:lnTo>
                <a:lnTo>
                  <a:pt x="517697" y="45297"/>
                </a:lnTo>
                <a:lnTo>
                  <a:pt x="516231" y="44687"/>
                </a:lnTo>
                <a:lnTo>
                  <a:pt x="514732" y="44125"/>
                </a:lnTo>
                <a:lnTo>
                  <a:pt x="513198" y="43612"/>
                </a:lnTo>
                <a:lnTo>
                  <a:pt x="511630" y="43147"/>
                </a:lnTo>
                <a:lnTo>
                  <a:pt x="510029" y="42732"/>
                </a:lnTo>
                <a:lnTo>
                  <a:pt x="508393" y="42366"/>
                </a:lnTo>
                <a:lnTo>
                  <a:pt x="506723" y="42048"/>
                </a:lnTo>
                <a:lnTo>
                  <a:pt x="505019" y="41779"/>
                </a:lnTo>
                <a:lnTo>
                  <a:pt x="503281" y="41559"/>
                </a:lnTo>
                <a:lnTo>
                  <a:pt x="501509" y="41388"/>
                </a:lnTo>
                <a:lnTo>
                  <a:pt x="499703" y="41266"/>
                </a:lnTo>
                <a:lnTo>
                  <a:pt x="497863" y="41193"/>
                </a:lnTo>
                <a:lnTo>
                  <a:pt x="495989" y="41168"/>
                </a:lnTo>
                <a:lnTo>
                  <a:pt x="494574" y="41181"/>
                </a:lnTo>
                <a:lnTo>
                  <a:pt x="493180" y="41221"/>
                </a:lnTo>
                <a:lnTo>
                  <a:pt x="491806" y="41286"/>
                </a:lnTo>
                <a:lnTo>
                  <a:pt x="490453" y="41377"/>
                </a:lnTo>
                <a:lnTo>
                  <a:pt x="489122" y="41495"/>
                </a:lnTo>
                <a:lnTo>
                  <a:pt x="487810" y="41638"/>
                </a:lnTo>
                <a:lnTo>
                  <a:pt x="486520" y="41808"/>
                </a:lnTo>
                <a:lnTo>
                  <a:pt x="485250" y="42003"/>
                </a:lnTo>
                <a:lnTo>
                  <a:pt x="484002" y="42225"/>
                </a:lnTo>
                <a:lnTo>
                  <a:pt x="482774" y="42473"/>
                </a:lnTo>
                <a:lnTo>
                  <a:pt x="481566" y="42747"/>
                </a:lnTo>
                <a:lnTo>
                  <a:pt x="480380" y="43047"/>
                </a:lnTo>
                <a:lnTo>
                  <a:pt x="479214" y="43374"/>
                </a:lnTo>
                <a:lnTo>
                  <a:pt x="478069" y="43726"/>
                </a:lnTo>
                <a:lnTo>
                  <a:pt x="476945" y="44104"/>
                </a:lnTo>
                <a:lnTo>
                  <a:pt x="475842" y="44509"/>
                </a:lnTo>
                <a:lnTo>
                  <a:pt x="474760" y="44939"/>
                </a:lnTo>
                <a:lnTo>
                  <a:pt x="473698" y="45396"/>
                </a:lnTo>
                <a:lnTo>
                  <a:pt x="472657" y="45879"/>
                </a:lnTo>
                <a:lnTo>
                  <a:pt x="471637" y="46388"/>
                </a:lnTo>
                <a:lnTo>
                  <a:pt x="470638" y="46923"/>
                </a:lnTo>
                <a:lnTo>
                  <a:pt x="469659" y="47484"/>
                </a:lnTo>
                <a:lnTo>
                  <a:pt x="468701" y="48071"/>
                </a:lnTo>
                <a:lnTo>
                  <a:pt x="467764" y="48684"/>
                </a:lnTo>
                <a:lnTo>
                  <a:pt x="466848" y="49321"/>
                </a:lnTo>
                <a:lnTo>
                  <a:pt x="465951" y="49977"/>
                </a:lnTo>
                <a:lnTo>
                  <a:pt x="465074" y="50654"/>
                </a:lnTo>
                <a:lnTo>
                  <a:pt x="464216" y="51351"/>
                </a:lnTo>
                <a:lnTo>
                  <a:pt x="463379" y="52068"/>
                </a:lnTo>
                <a:lnTo>
                  <a:pt x="462561" y="52806"/>
                </a:lnTo>
                <a:lnTo>
                  <a:pt x="461763" y="53563"/>
                </a:lnTo>
                <a:lnTo>
                  <a:pt x="460985" y="54341"/>
                </a:lnTo>
                <a:lnTo>
                  <a:pt x="460227" y="55139"/>
                </a:lnTo>
                <a:lnTo>
                  <a:pt x="459489" y="55957"/>
                </a:lnTo>
                <a:lnTo>
                  <a:pt x="458770" y="56795"/>
                </a:lnTo>
                <a:lnTo>
                  <a:pt x="458071" y="57653"/>
                </a:lnTo>
                <a:lnTo>
                  <a:pt x="457392" y="58532"/>
                </a:lnTo>
                <a:lnTo>
                  <a:pt x="456733" y="59431"/>
                </a:lnTo>
                <a:lnTo>
                  <a:pt x="456093" y="60350"/>
                </a:lnTo>
                <a:lnTo>
                  <a:pt x="455473" y="61289"/>
                </a:lnTo>
                <a:lnTo>
                  <a:pt x="454873" y="62248"/>
                </a:lnTo>
                <a:lnTo>
                  <a:pt x="454293" y="63228"/>
                </a:lnTo>
                <a:lnTo>
                  <a:pt x="453733" y="64227"/>
                </a:lnTo>
                <a:lnTo>
                  <a:pt x="453193" y="65247"/>
                </a:lnTo>
                <a:lnTo>
                  <a:pt x="452672" y="66287"/>
                </a:lnTo>
                <a:lnTo>
                  <a:pt x="452171" y="67348"/>
                </a:lnTo>
                <a:lnTo>
                  <a:pt x="451690" y="68428"/>
                </a:lnTo>
                <a:lnTo>
                  <a:pt x="451229" y="69529"/>
                </a:lnTo>
                <a:lnTo>
                  <a:pt x="450787" y="70647"/>
                </a:lnTo>
                <a:lnTo>
                  <a:pt x="450363" y="71779"/>
                </a:lnTo>
                <a:lnTo>
                  <a:pt x="449959" y="72926"/>
                </a:lnTo>
                <a:lnTo>
                  <a:pt x="449573" y="74087"/>
                </a:lnTo>
                <a:lnTo>
                  <a:pt x="449207" y="75263"/>
                </a:lnTo>
                <a:lnTo>
                  <a:pt x="448859" y="76453"/>
                </a:lnTo>
                <a:lnTo>
                  <a:pt x="448529" y="77658"/>
                </a:lnTo>
                <a:lnTo>
                  <a:pt x="448219" y="78878"/>
                </a:lnTo>
                <a:lnTo>
                  <a:pt x="447928" y="80111"/>
                </a:lnTo>
                <a:lnTo>
                  <a:pt x="447655" y="81360"/>
                </a:lnTo>
                <a:lnTo>
                  <a:pt x="447401" y="82622"/>
                </a:lnTo>
                <a:lnTo>
                  <a:pt x="447166" y="83899"/>
                </a:lnTo>
                <a:lnTo>
                  <a:pt x="446950" y="85191"/>
                </a:lnTo>
                <a:lnTo>
                  <a:pt x="446752" y="86497"/>
                </a:lnTo>
                <a:lnTo>
                  <a:pt x="446573" y="87818"/>
                </a:lnTo>
                <a:lnTo>
                  <a:pt x="446414" y="89153"/>
                </a:lnTo>
                <a:lnTo>
                  <a:pt x="446272" y="90503"/>
                </a:lnTo>
                <a:lnTo>
                  <a:pt x="446150" y="91867"/>
                </a:lnTo>
                <a:lnTo>
                  <a:pt x="446047" y="93245"/>
                </a:lnTo>
                <a:lnTo>
                  <a:pt x="445962" y="94638"/>
                </a:lnTo>
                <a:lnTo>
                  <a:pt x="445896" y="96046"/>
                </a:lnTo>
                <a:lnTo>
                  <a:pt x="445849" y="97468"/>
                </a:lnTo>
                <a:lnTo>
                  <a:pt x="445821" y="98904"/>
                </a:lnTo>
                <a:lnTo>
                  <a:pt x="445812" y="100355"/>
                </a:lnTo>
                <a:lnTo>
                  <a:pt x="445821" y="101749"/>
                </a:lnTo>
                <a:lnTo>
                  <a:pt x="445850" y="103130"/>
                </a:lnTo>
                <a:lnTo>
                  <a:pt x="445899" y="104501"/>
                </a:lnTo>
                <a:lnTo>
                  <a:pt x="445967" y="105859"/>
                </a:lnTo>
                <a:lnTo>
                  <a:pt x="446054" y="107207"/>
                </a:lnTo>
                <a:lnTo>
                  <a:pt x="446161" y="108542"/>
                </a:lnTo>
                <a:lnTo>
                  <a:pt x="446287" y="109866"/>
                </a:lnTo>
                <a:lnTo>
                  <a:pt x="446433" y="111178"/>
                </a:lnTo>
                <a:lnTo>
                  <a:pt x="446597" y="112479"/>
                </a:lnTo>
                <a:lnTo>
                  <a:pt x="446782" y="113768"/>
                </a:lnTo>
                <a:lnTo>
                  <a:pt x="446986" y="115045"/>
                </a:lnTo>
                <a:lnTo>
                  <a:pt x="447209" y="116311"/>
                </a:lnTo>
                <a:lnTo>
                  <a:pt x="447451" y="117565"/>
                </a:lnTo>
                <a:lnTo>
                  <a:pt x="447713" y="118807"/>
                </a:lnTo>
                <a:lnTo>
                  <a:pt x="447994" y="120038"/>
                </a:lnTo>
                <a:lnTo>
                  <a:pt x="448295" y="121258"/>
                </a:lnTo>
                <a:lnTo>
                  <a:pt x="448615" y="122465"/>
                </a:lnTo>
                <a:lnTo>
                  <a:pt x="448955" y="123661"/>
                </a:lnTo>
                <a:lnTo>
                  <a:pt x="449314" y="124846"/>
                </a:lnTo>
                <a:lnTo>
                  <a:pt x="449692" y="126018"/>
                </a:lnTo>
                <a:lnTo>
                  <a:pt x="450090" y="127180"/>
                </a:lnTo>
                <a:lnTo>
                  <a:pt x="450507" y="128329"/>
                </a:lnTo>
                <a:lnTo>
                  <a:pt x="450944" y="129467"/>
                </a:lnTo>
                <a:lnTo>
                  <a:pt x="451400" y="130593"/>
                </a:lnTo>
                <a:lnTo>
                  <a:pt x="451876" y="131704"/>
                </a:lnTo>
                <a:lnTo>
                  <a:pt x="452372" y="132795"/>
                </a:lnTo>
                <a:lnTo>
                  <a:pt x="452890" y="133866"/>
                </a:lnTo>
                <a:lnTo>
                  <a:pt x="453429" y="134918"/>
                </a:lnTo>
                <a:lnTo>
                  <a:pt x="453988" y="135950"/>
                </a:lnTo>
                <a:lnTo>
                  <a:pt x="454568" y="136963"/>
                </a:lnTo>
                <a:lnTo>
                  <a:pt x="455169" y="137956"/>
                </a:lnTo>
                <a:lnTo>
                  <a:pt x="455790" y="138929"/>
                </a:lnTo>
                <a:lnTo>
                  <a:pt x="456432" y="139883"/>
                </a:lnTo>
                <a:lnTo>
                  <a:pt x="457096" y="140818"/>
                </a:lnTo>
                <a:lnTo>
                  <a:pt x="457780" y="141733"/>
                </a:lnTo>
                <a:lnTo>
                  <a:pt x="458484" y="142628"/>
                </a:lnTo>
                <a:lnTo>
                  <a:pt x="459210" y="143504"/>
                </a:lnTo>
                <a:lnTo>
                  <a:pt x="459956" y="144360"/>
                </a:lnTo>
                <a:lnTo>
                  <a:pt x="460723" y="145197"/>
                </a:lnTo>
                <a:lnTo>
                  <a:pt x="461511" y="146014"/>
                </a:lnTo>
                <a:lnTo>
                  <a:pt x="462320" y="146812"/>
                </a:lnTo>
                <a:lnTo>
                  <a:pt x="463149" y="147590"/>
                </a:lnTo>
                <a:lnTo>
                  <a:pt x="464000" y="148348"/>
                </a:lnTo>
                <a:lnTo>
                  <a:pt x="464871" y="149087"/>
                </a:lnTo>
                <a:lnTo>
                  <a:pt x="465762" y="149807"/>
                </a:lnTo>
                <a:lnTo>
                  <a:pt x="466675" y="150506"/>
                </a:lnTo>
                <a:lnTo>
                  <a:pt x="467608" y="151187"/>
                </a:lnTo>
                <a:lnTo>
                  <a:pt x="468563" y="151848"/>
                </a:lnTo>
                <a:lnTo>
                  <a:pt x="469539" y="152485"/>
                </a:lnTo>
                <a:lnTo>
                  <a:pt x="470537" y="153095"/>
                </a:lnTo>
                <a:lnTo>
                  <a:pt x="471559" y="153678"/>
                </a:lnTo>
                <a:lnTo>
                  <a:pt x="472603" y="154233"/>
                </a:lnTo>
                <a:lnTo>
                  <a:pt x="473670" y="154762"/>
                </a:lnTo>
                <a:lnTo>
                  <a:pt x="474760" y="155264"/>
                </a:lnTo>
                <a:lnTo>
                  <a:pt x="475873" y="155738"/>
                </a:lnTo>
                <a:lnTo>
                  <a:pt x="477008" y="156185"/>
                </a:lnTo>
                <a:lnTo>
                  <a:pt x="478166" y="156606"/>
                </a:lnTo>
                <a:lnTo>
                  <a:pt x="479347" y="156999"/>
                </a:lnTo>
                <a:lnTo>
                  <a:pt x="480551" y="157365"/>
                </a:lnTo>
                <a:lnTo>
                  <a:pt x="481777" y="157704"/>
                </a:lnTo>
                <a:lnTo>
                  <a:pt x="483026" y="158015"/>
                </a:lnTo>
                <a:lnTo>
                  <a:pt x="484298" y="158300"/>
                </a:lnTo>
                <a:lnTo>
                  <a:pt x="485593" y="158558"/>
                </a:lnTo>
                <a:lnTo>
                  <a:pt x="486910" y="158788"/>
                </a:lnTo>
                <a:lnTo>
                  <a:pt x="488251" y="158991"/>
                </a:lnTo>
                <a:lnTo>
                  <a:pt x="489614" y="159168"/>
                </a:lnTo>
                <a:lnTo>
                  <a:pt x="490999" y="159317"/>
                </a:lnTo>
                <a:lnTo>
                  <a:pt x="492408" y="159439"/>
                </a:lnTo>
                <a:lnTo>
                  <a:pt x="493839" y="159534"/>
                </a:lnTo>
                <a:lnTo>
                  <a:pt x="495293" y="159601"/>
                </a:lnTo>
                <a:lnTo>
                  <a:pt x="496770" y="159642"/>
                </a:lnTo>
                <a:lnTo>
                  <a:pt x="498270" y="159656"/>
                </a:lnTo>
                <a:lnTo>
                  <a:pt x="499432" y="159647"/>
                </a:lnTo>
                <a:lnTo>
                  <a:pt x="500582" y="159623"/>
                </a:lnTo>
                <a:lnTo>
                  <a:pt x="501718" y="159581"/>
                </a:lnTo>
                <a:lnTo>
                  <a:pt x="502841" y="159523"/>
                </a:lnTo>
                <a:lnTo>
                  <a:pt x="503951" y="159449"/>
                </a:lnTo>
                <a:close/>
                <a:moveTo>
                  <a:pt x="465783" y="82890"/>
                </a:moveTo>
                <a:lnTo>
                  <a:pt x="466015" y="81669"/>
                </a:lnTo>
                <a:lnTo>
                  <a:pt x="466270" y="80475"/>
                </a:lnTo>
                <a:lnTo>
                  <a:pt x="466548" y="79308"/>
                </a:lnTo>
                <a:lnTo>
                  <a:pt x="466849" y="78169"/>
                </a:lnTo>
                <a:lnTo>
                  <a:pt x="467174" y="77056"/>
                </a:lnTo>
                <a:lnTo>
                  <a:pt x="467522" y="75972"/>
                </a:lnTo>
                <a:lnTo>
                  <a:pt x="467893" y="74914"/>
                </a:lnTo>
                <a:lnTo>
                  <a:pt x="468287" y="73884"/>
                </a:lnTo>
                <a:lnTo>
                  <a:pt x="468704" y="72882"/>
                </a:lnTo>
                <a:lnTo>
                  <a:pt x="469144" y="71906"/>
                </a:lnTo>
                <a:lnTo>
                  <a:pt x="469608" y="70958"/>
                </a:lnTo>
                <a:lnTo>
                  <a:pt x="470095" y="70037"/>
                </a:lnTo>
                <a:lnTo>
                  <a:pt x="470605" y="69144"/>
                </a:lnTo>
                <a:lnTo>
                  <a:pt x="471138" y="68278"/>
                </a:lnTo>
                <a:lnTo>
                  <a:pt x="471694" y="67439"/>
                </a:lnTo>
                <a:lnTo>
                  <a:pt x="472273" y="66628"/>
                </a:lnTo>
                <a:lnTo>
                  <a:pt x="472876" y="65844"/>
                </a:lnTo>
                <a:lnTo>
                  <a:pt x="473502" y="65087"/>
                </a:lnTo>
                <a:lnTo>
                  <a:pt x="474151" y="64358"/>
                </a:lnTo>
                <a:lnTo>
                  <a:pt x="474821" y="63657"/>
                </a:lnTo>
                <a:lnTo>
                  <a:pt x="475513" y="62985"/>
                </a:lnTo>
                <a:lnTo>
                  <a:pt x="476226" y="62344"/>
                </a:lnTo>
                <a:lnTo>
                  <a:pt x="476959" y="61732"/>
                </a:lnTo>
                <a:lnTo>
                  <a:pt x="477713" y="61150"/>
                </a:lnTo>
                <a:lnTo>
                  <a:pt x="478488" y="60599"/>
                </a:lnTo>
                <a:lnTo>
                  <a:pt x="479283" y="60076"/>
                </a:lnTo>
                <a:lnTo>
                  <a:pt x="480100" y="59584"/>
                </a:lnTo>
                <a:lnTo>
                  <a:pt x="480937" y="59122"/>
                </a:lnTo>
                <a:lnTo>
                  <a:pt x="481795" y="58689"/>
                </a:lnTo>
                <a:lnTo>
                  <a:pt x="482674" y="58286"/>
                </a:lnTo>
                <a:lnTo>
                  <a:pt x="483573" y="57913"/>
                </a:lnTo>
                <a:lnTo>
                  <a:pt x="484493" y="57570"/>
                </a:lnTo>
                <a:lnTo>
                  <a:pt x="485435" y="57257"/>
                </a:lnTo>
                <a:lnTo>
                  <a:pt x="486396" y="56974"/>
                </a:lnTo>
                <a:lnTo>
                  <a:pt x="487379" y="56720"/>
                </a:lnTo>
                <a:lnTo>
                  <a:pt x="488383" y="56496"/>
                </a:lnTo>
                <a:lnTo>
                  <a:pt x="489407" y="56302"/>
                </a:lnTo>
                <a:lnTo>
                  <a:pt x="490452" y="56138"/>
                </a:lnTo>
                <a:lnTo>
                  <a:pt x="491518" y="56004"/>
                </a:lnTo>
                <a:lnTo>
                  <a:pt x="492604" y="55900"/>
                </a:lnTo>
                <a:lnTo>
                  <a:pt x="493712" y="55825"/>
                </a:lnTo>
                <a:lnTo>
                  <a:pt x="494840" y="55780"/>
                </a:lnTo>
                <a:lnTo>
                  <a:pt x="495989" y="55765"/>
                </a:lnTo>
                <a:lnTo>
                  <a:pt x="497129" y="55780"/>
                </a:lnTo>
                <a:lnTo>
                  <a:pt x="498247" y="55826"/>
                </a:lnTo>
                <a:lnTo>
                  <a:pt x="499344" y="55901"/>
                </a:lnTo>
                <a:lnTo>
                  <a:pt x="500421" y="56006"/>
                </a:lnTo>
                <a:lnTo>
                  <a:pt x="501476" y="56141"/>
                </a:lnTo>
                <a:lnTo>
                  <a:pt x="502511" y="56306"/>
                </a:lnTo>
                <a:lnTo>
                  <a:pt x="503524" y="56502"/>
                </a:lnTo>
                <a:lnTo>
                  <a:pt x="504517" y="56727"/>
                </a:lnTo>
                <a:lnTo>
                  <a:pt x="505488" y="56982"/>
                </a:lnTo>
                <a:lnTo>
                  <a:pt x="506439" y="57268"/>
                </a:lnTo>
                <a:lnTo>
                  <a:pt x="507368" y="57583"/>
                </a:lnTo>
                <a:lnTo>
                  <a:pt x="508277" y="57929"/>
                </a:lnTo>
                <a:lnTo>
                  <a:pt x="509165" y="58304"/>
                </a:lnTo>
                <a:lnTo>
                  <a:pt x="510031" y="58710"/>
                </a:lnTo>
                <a:lnTo>
                  <a:pt x="510877" y="59145"/>
                </a:lnTo>
                <a:lnTo>
                  <a:pt x="511701" y="59611"/>
                </a:lnTo>
                <a:lnTo>
                  <a:pt x="512505" y="60107"/>
                </a:lnTo>
                <a:lnTo>
                  <a:pt x="513288" y="60633"/>
                </a:lnTo>
                <a:lnTo>
                  <a:pt x="514049" y="61188"/>
                </a:lnTo>
                <a:lnTo>
                  <a:pt x="514790" y="61774"/>
                </a:lnTo>
                <a:lnTo>
                  <a:pt x="515510" y="62390"/>
                </a:lnTo>
                <a:lnTo>
                  <a:pt x="516208" y="63036"/>
                </a:lnTo>
                <a:lnTo>
                  <a:pt x="516886" y="63712"/>
                </a:lnTo>
                <a:lnTo>
                  <a:pt x="517543" y="64418"/>
                </a:lnTo>
                <a:lnTo>
                  <a:pt x="518176" y="65152"/>
                </a:lnTo>
                <a:lnTo>
                  <a:pt x="518784" y="65913"/>
                </a:lnTo>
                <a:lnTo>
                  <a:pt x="519366" y="66701"/>
                </a:lnTo>
                <a:lnTo>
                  <a:pt x="519922" y="67515"/>
                </a:lnTo>
                <a:lnTo>
                  <a:pt x="520452" y="68356"/>
                </a:lnTo>
                <a:lnTo>
                  <a:pt x="520957" y="69223"/>
                </a:lnTo>
                <a:lnTo>
                  <a:pt x="521436" y="70118"/>
                </a:lnTo>
                <a:lnTo>
                  <a:pt x="521889" y="71039"/>
                </a:lnTo>
                <a:lnTo>
                  <a:pt x="522316" y="71987"/>
                </a:lnTo>
                <a:lnTo>
                  <a:pt x="522718" y="72961"/>
                </a:lnTo>
                <a:lnTo>
                  <a:pt x="523094" y="73962"/>
                </a:lnTo>
                <a:lnTo>
                  <a:pt x="523444" y="74990"/>
                </a:lnTo>
                <a:lnTo>
                  <a:pt x="523769" y="76045"/>
                </a:lnTo>
                <a:lnTo>
                  <a:pt x="524067" y="77126"/>
                </a:lnTo>
                <a:lnTo>
                  <a:pt x="524341" y="78234"/>
                </a:lnTo>
                <a:lnTo>
                  <a:pt x="524588" y="79369"/>
                </a:lnTo>
                <a:lnTo>
                  <a:pt x="524809" y="80530"/>
                </a:lnTo>
                <a:lnTo>
                  <a:pt x="525005" y="81718"/>
                </a:lnTo>
                <a:lnTo>
                  <a:pt x="525175" y="82933"/>
                </a:lnTo>
                <a:lnTo>
                  <a:pt x="525320" y="84174"/>
                </a:lnTo>
                <a:lnTo>
                  <a:pt x="525438" y="85442"/>
                </a:lnTo>
                <a:lnTo>
                  <a:pt x="525531" y="86737"/>
                </a:lnTo>
                <a:lnTo>
                  <a:pt x="525598" y="88059"/>
                </a:lnTo>
                <a:lnTo>
                  <a:pt x="525639" y="89407"/>
                </a:lnTo>
                <a:lnTo>
                  <a:pt x="464970" y="89407"/>
                </a:lnTo>
                <a:lnTo>
                  <a:pt x="465086" y="88049"/>
                </a:lnTo>
                <a:lnTo>
                  <a:pt x="465226" y="86718"/>
                </a:lnTo>
                <a:lnTo>
                  <a:pt x="465388" y="85415"/>
                </a:lnTo>
                <a:lnTo>
                  <a:pt x="465574" y="84139"/>
                </a:lnTo>
                <a:lnTo>
                  <a:pt x="465783" y="82890"/>
                </a:lnTo>
                <a:close/>
                <a:moveTo>
                  <a:pt x="282754" y="143324"/>
                </a:moveTo>
                <a:lnTo>
                  <a:pt x="283232" y="143978"/>
                </a:lnTo>
                <a:lnTo>
                  <a:pt x="283721" y="144620"/>
                </a:lnTo>
                <a:lnTo>
                  <a:pt x="284223" y="145250"/>
                </a:lnTo>
                <a:lnTo>
                  <a:pt x="284737" y="145868"/>
                </a:lnTo>
                <a:lnTo>
                  <a:pt x="285264" y="146473"/>
                </a:lnTo>
                <a:lnTo>
                  <a:pt x="285803" y="147067"/>
                </a:lnTo>
                <a:lnTo>
                  <a:pt x="286354" y="147649"/>
                </a:lnTo>
                <a:lnTo>
                  <a:pt x="286917" y="148218"/>
                </a:lnTo>
                <a:lnTo>
                  <a:pt x="287492" y="148775"/>
                </a:lnTo>
                <a:lnTo>
                  <a:pt x="288080" y="149321"/>
                </a:lnTo>
                <a:lnTo>
                  <a:pt x="288680" y="149854"/>
                </a:lnTo>
                <a:lnTo>
                  <a:pt x="289293" y="150375"/>
                </a:lnTo>
                <a:lnTo>
                  <a:pt x="289917" y="150884"/>
                </a:lnTo>
                <a:lnTo>
                  <a:pt x="290554" y="151381"/>
                </a:lnTo>
                <a:lnTo>
                  <a:pt x="291203" y="151866"/>
                </a:lnTo>
                <a:lnTo>
                  <a:pt x="291865" y="152339"/>
                </a:lnTo>
                <a:lnTo>
                  <a:pt x="292539" y="152800"/>
                </a:lnTo>
                <a:lnTo>
                  <a:pt x="293225" y="153249"/>
                </a:lnTo>
                <a:lnTo>
                  <a:pt x="293923" y="153686"/>
                </a:lnTo>
                <a:lnTo>
                  <a:pt x="294634" y="154110"/>
                </a:lnTo>
                <a:lnTo>
                  <a:pt x="295356" y="154523"/>
                </a:lnTo>
                <a:lnTo>
                  <a:pt x="296091" y="154923"/>
                </a:lnTo>
                <a:lnTo>
                  <a:pt x="296838" y="155309"/>
                </a:lnTo>
                <a:lnTo>
                  <a:pt x="297595" y="155679"/>
                </a:lnTo>
                <a:lnTo>
                  <a:pt x="298362" y="156032"/>
                </a:lnTo>
                <a:lnTo>
                  <a:pt x="299139" y="156369"/>
                </a:lnTo>
                <a:lnTo>
                  <a:pt x="299926" y="156690"/>
                </a:lnTo>
                <a:lnTo>
                  <a:pt x="300724" y="156994"/>
                </a:lnTo>
                <a:lnTo>
                  <a:pt x="301533" y="157281"/>
                </a:lnTo>
                <a:lnTo>
                  <a:pt x="302351" y="157552"/>
                </a:lnTo>
                <a:lnTo>
                  <a:pt x="303180" y="157807"/>
                </a:lnTo>
                <a:lnTo>
                  <a:pt x="304019" y="158045"/>
                </a:lnTo>
                <a:lnTo>
                  <a:pt x="304868" y="158267"/>
                </a:lnTo>
                <a:lnTo>
                  <a:pt x="305728" y="158473"/>
                </a:lnTo>
                <a:lnTo>
                  <a:pt x="306598" y="158661"/>
                </a:lnTo>
                <a:lnTo>
                  <a:pt x="307478" y="158834"/>
                </a:lnTo>
                <a:lnTo>
                  <a:pt x="308369" y="158990"/>
                </a:lnTo>
                <a:lnTo>
                  <a:pt x="309269" y="159130"/>
                </a:lnTo>
                <a:lnTo>
                  <a:pt x="310181" y="159253"/>
                </a:lnTo>
                <a:lnTo>
                  <a:pt x="311102" y="159360"/>
                </a:lnTo>
                <a:lnTo>
                  <a:pt x="312034" y="159450"/>
                </a:lnTo>
                <a:lnTo>
                  <a:pt x="312976" y="159524"/>
                </a:lnTo>
                <a:lnTo>
                  <a:pt x="313928" y="159582"/>
                </a:lnTo>
                <a:lnTo>
                  <a:pt x="314891" y="159623"/>
                </a:lnTo>
                <a:lnTo>
                  <a:pt x="315864" y="159647"/>
                </a:lnTo>
                <a:lnTo>
                  <a:pt x="316847" y="159656"/>
                </a:lnTo>
                <a:lnTo>
                  <a:pt x="318019" y="159644"/>
                </a:lnTo>
                <a:lnTo>
                  <a:pt x="319178" y="159609"/>
                </a:lnTo>
                <a:lnTo>
                  <a:pt x="320325" y="159550"/>
                </a:lnTo>
                <a:lnTo>
                  <a:pt x="321459" y="159468"/>
                </a:lnTo>
                <a:lnTo>
                  <a:pt x="322580" y="159363"/>
                </a:lnTo>
                <a:lnTo>
                  <a:pt x="323689" y="159234"/>
                </a:lnTo>
                <a:lnTo>
                  <a:pt x="324785" y="159081"/>
                </a:lnTo>
                <a:lnTo>
                  <a:pt x="325869" y="158906"/>
                </a:lnTo>
                <a:lnTo>
                  <a:pt x="326939" y="158706"/>
                </a:lnTo>
                <a:lnTo>
                  <a:pt x="327997" y="158484"/>
                </a:lnTo>
                <a:lnTo>
                  <a:pt x="329043" y="158238"/>
                </a:lnTo>
                <a:lnTo>
                  <a:pt x="330075" y="157968"/>
                </a:lnTo>
                <a:lnTo>
                  <a:pt x="331095" y="157675"/>
                </a:lnTo>
                <a:lnTo>
                  <a:pt x="332103" y="157359"/>
                </a:lnTo>
                <a:lnTo>
                  <a:pt x="333097" y="157019"/>
                </a:lnTo>
                <a:lnTo>
                  <a:pt x="334079" y="156656"/>
                </a:lnTo>
                <a:lnTo>
                  <a:pt x="335049" y="156269"/>
                </a:lnTo>
                <a:lnTo>
                  <a:pt x="336005" y="155859"/>
                </a:lnTo>
                <a:lnTo>
                  <a:pt x="336949" y="155425"/>
                </a:lnTo>
                <a:lnTo>
                  <a:pt x="337881" y="154968"/>
                </a:lnTo>
                <a:lnTo>
                  <a:pt x="338799" y="154488"/>
                </a:lnTo>
                <a:lnTo>
                  <a:pt x="339705" y="153984"/>
                </a:lnTo>
                <a:lnTo>
                  <a:pt x="340599" y="153457"/>
                </a:lnTo>
                <a:lnTo>
                  <a:pt x="341479" y="152906"/>
                </a:lnTo>
                <a:lnTo>
                  <a:pt x="342345" y="152332"/>
                </a:lnTo>
                <a:lnTo>
                  <a:pt x="343195" y="151736"/>
                </a:lnTo>
                <a:lnTo>
                  <a:pt x="344028" y="151117"/>
                </a:lnTo>
                <a:lnTo>
                  <a:pt x="344845" y="150475"/>
                </a:lnTo>
                <a:lnTo>
                  <a:pt x="345645" y="149812"/>
                </a:lnTo>
                <a:lnTo>
                  <a:pt x="346429" y="149126"/>
                </a:lnTo>
                <a:lnTo>
                  <a:pt x="347197" y="148417"/>
                </a:lnTo>
                <a:lnTo>
                  <a:pt x="347948" y="147686"/>
                </a:lnTo>
                <a:lnTo>
                  <a:pt x="348683" y="146933"/>
                </a:lnTo>
                <a:lnTo>
                  <a:pt x="349401" y="146157"/>
                </a:lnTo>
                <a:lnTo>
                  <a:pt x="350102" y="145359"/>
                </a:lnTo>
                <a:lnTo>
                  <a:pt x="350788" y="144538"/>
                </a:lnTo>
                <a:lnTo>
                  <a:pt x="351457" y="143695"/>
                </a:lnTo>
                <a:lnTo>
                  <a:pt x="352109" y="142830"/>
                </a:lnTo>
                <a:lnTo>
                  <a:pt x="352745" y="141942"/>
                </a:lnTo>
                <a:lnTo>
                  <a:pt x="353365" y="141032"/>
                </a:lnTo>
                <a:lnTo>
                  <a:pt x="353968" y="140099"/>
                </a:lnTo>
                <a:lnTo>
                  <a:pt x="354555" y="139144"/>
                </a:lnTo>
                <a:lnTo>
                  <a:pt x="355125" y="138166"/>
                </a:lnTo>
                <a:lnTo>
                  <a:pt x="355679" y="137166"/>
                </a:lnTo>
                <a:lnTo>
                  <a:pt x="356216" y="136144"/>
                </a:lnTo>
                <a:lnTo>
                  <a:pt x="356737" y="135099"/>
                </a:lnTo>
                <a:lnTo>
                  <a:pt x="357242" y="134032"/>
                </a:lnTo>
                <a:lnTo>
                  <a:pt x="357730" y="132942"/>
                </a:lnTo>
                <a:lnTo>
                  <a:pt x="358200" y="131830"/>
                </a:lnTo>
                <a:lnTo>
                  <a:pt x="358650" y="130697"/>
                </a:lnTo>
                <a:lnTo>
                  <a:pt x="359080" y="129543"/>
                </a:lnTo>
                <a:lnTo>
                  <a:pt x="359490" y="128367"/>
                </a:lnTo>
                <a:lnTo>
                  <a:pt x="359880" y="127170"/>
                </a:lnTo>
                <a:lnTo>
                  <a:pt x="360250" y="125951"/>
                </a:lnTo>
                <a:lnTo>
                  <a:pt x="360599" y="124711"/>
                </a:lnTo>
                <a:lnTo>
                  <a:pt x="360929" y="123450"/>
                </a:lnTo>
                <a:lnTo>
                  <a:pt x="361239" y="122167"/>
                </a:lnTo>
                <a:lnTo>
                  <a:pt x="361529" y="120863"/>
                </a:lnTo>
                <a:lnTo>
                  <a:pt x="361799" y="119537"/>
                </a:lnTo>
                <a:lnTo>
                  <a:pt x="362049" y="118190"/>
                </a:lnTo>
                <a:lnTo>
                  <a:pt x="362279" y="116821"/>
                </a:lnTo>
                <a:lnTo>
                  <a:pt x="362489" y="115431"/>
                </a:lnTo>
                <a:lnTo>
                  <a:pt x="362679" y="114020"/>
                </a:lnTo>
                <a:lnTo>
                  <a:pt x="362849" y="112587"/>
                </a:lnTo>
                <a:lnTo>
                  <a:pt x="362999" y="111133"/>
                </a:lnTo>
                <a:lnTo>
                  <a:pt x="363129" y="109658"/>
                </a:lnTo>
                <a:lnTo>
                  <a:pt x="363239" y="108161"/>
                </a:lnTo>
                <a:lnTo>
                  <a:pt x="363329" y="106642"/>
                </a:lnTo>
                <a:lnTo>
                  <a:pt x="363399" y="105103"/>
                </a:lnTo>
                <a:lnTo>
                  <a:pt x="363449" y="103542"/>
                </a:lnTo>
                <a:lnTo>
                  <a:pt x="363479" y="101959"/>
                </a:lnTo>
                <a:lnTo>
                  <a:pt x="363489" y="100355"/>
                </a:lnTo>
                <a:lnTo>
                  <a:pt x="363480" y="98732"/>
                </a:lnTo>
                <a:lnTo>
                  <a:pt x="363451" y="97131"/>
                </a:lnTo>
                <a:lnTo>
                  <a:pt x="363404" y="95553"/>
                </a:lnTo>
                <a:lnTo>
                  <a:pt x="363339" y="93997"/>
                </a:lnTo>
                <a:lnTo>
                  <a:pt x="363254" y="92464"/>
                </a:lnTo>
                <a:lnTo>
                  <a:pt x="363150" y="90953"/>
                </a:lnTo>
                <a:lnTo>
                  <a:pt x="363028" y="89465"/>
                </a:lnTo>
                <a:lnTo>
                  <a:pt x="362887" y="87999"/>
                </a:lnTo>
                <a:lnTo>
                  <a:pt x="362727" y="86555"/>
                </a:lnTo>
                <a:lnTo>
                  <a:pt x="362549" y="85134"/>
                </a:lnTo>
                <a:lnTo>
                  <a:pt x="362351" y="83735"/>
                </a:lnTo>
                <a:lnTo>
                  <a:pt x="362135" y="82359"/>
                </a:lnTo>
                <a:lnTo>
                  <a:pt x="361900" y="81005"/>
                </a:lnTo>
                <a:lnTo>
                  <a:pt x="361646" y="79674"/>
                </a:lnTo>
                <a:lnTo>
                  <a:pt x="361373" y="78365"/>
                </a:lnTo>
                <a:lnTo>
                  <a:pt x="361081" y="77078"/>
                </a:lnTo>
                <a:lnTo>
                  <a:pt x="360771" y="75814"/>
                </a:lnTo>
                <a:lnTo>
                  <a:pt x="360442" y="74572"/>
                </a:lnTo>
                <a:lnTo>
                  <a:pt x="360094" y="73353"/>
                </a:lnTo>
                <a:lnTo>
                  <a:pt x="359727" y="72156"/>
                </a:lnTo>
                <a:lnTo>
                  <a:pt x="359342" y="70982"/>
                </a:lnTo>
                <a:lnTo>
                  <a:pt x="358937" y="69830"/>
                </a:lnTo>
                <a:lnTo>
                  <a:pt x="358514" y="68701"/>
                </a:lnTo>
                <a:lnTo>
                  <a:pt x="358072" y="67594"/>
                </a:lnTo>
                <a:lnTo>
                  <a:pt x="357613" y="66509"/>
                </a:lnTo>
                <a:lnTo>
                  <a:pt x="357138" y="65446"/>
                </a:lnTo>
                <a:lnTo>
                  <a:pt x="356647" y="64407"/>
                </a:lnTo>
                <a:lnTo>
                  <a:pt x="356141" y="63390"/>
                </a:lnTo>
                <a:lnTo>
                  <a:pt x="355620" y="62396"/>
                </a:lnTo>
                <a:lnTo>
                  <a:pt x="355082" y="61424"/>
                </a:lnTo>
                <a:lnTo>
                  <a:pt x="354529" y="60475"/>
                </a:lnTo>
                <a:lnTo>
                  <a:pt x="353960" y="59549"/>
                </a:lnTo>
                <a:lnTo>
                  <a:pt x="353376" y="58645"/>
                </a:lnTo>
                <a:lnTo>
                  <a:pt x="352776" y="57764"/>
                </a:lnTo>
                <a:lnTo>
                  <a:pt x="352160" y="56905"/>
                </a:lnTo>
                <a:lnTo>
                  <a:pt x="351529" y="56069"/>
                </a:lnTo>
                <a:lnTo>
                  <a:pt x="350882" y="55256"/>
                </a:lnTo>
                <a:lnTo>
                  <a:pt x="350220" y="54465"/>
                </a:lnTo>
                <a:lnTo>
                  <a:pt x="349541" y="53697"/>
                </a:lnTo>
                <a:lnTo>
                  <a:pt x="348848" y="52952"/>
                </a:lnTo>
                <a:lnTo>
                  <a:pt x="348138" y="52229"/>
                </a:lnTo>
                <a:lnTo>
                  <a:pt x="347413" y="51529"/>
                </a:lnTo>
                <a:lnTo>
                  <a:pt x="346672" y="50852"/>
                </a:lnTo>
                <a:lnTo>
                  <a:pt x="345916" y="50197"/>
                </a:lnTo>
                <a:lnTo>
                  <a:pt x="345144" y="49565"/>
                </a:lnTo>
                <a:lnTo>
                  <a:pt x="344356" y="48955"/>
                </a:lnTo>
                <a:lnTo>
                  <a:pt x="343553" y="48368"/>
                </a:lnTo>
                <a:lnTo>
                  <a:pt x="342734" y="47804"/>
                </a:lnTo>
                <a:lnTo>
                  <a:pt x="341900" y="47263"/>
                </a:lnTo>
                <a:lnTo>
                  <a:pt x="341054" y="46744"/>
                </a:lnTo>
                <a:lnTo>
                  <a:pt x="340195" y="46249"/>
                </a:lnTo>
                <a:lnTo>
                  <a:pt x="339322" y="45776"/>
                </a:lnTo>
                <a:lnTo>
                  <a:pt x="338436" y="45327"/>
                </a:lnTo>
                <a:lnTo>
                  <a:pt x="337538" y="44901"/>
                </a:lnTo>
                <a:lnTo>
                  <a:pt x="336626" y="44498"/>
                </a:lnTo>
                <a:lnTo>
                  <a:pt x="335701" y="44118"/>
                </a:lnTo>
                <a:lnTo>
                  <a:pt x="334763" y="43760"/>
                </a:lnTo>
                <a:lnTo>
                  <a:pt x="333813" y="43426"/>
                </a:lnTo>
                <a:lnTo>
                  <a:pt x="332849" y="43115"/>
                </a:lnTo>
                <a:lnTo>
                  <a:pt x="331871" y="42827"/>
                </a:lnTo>
                <a:lnTo>
                  <a:pt x="330881" y="42562"/>
                </a:lnTo>
                <a:lnTo>
                  <a:pt x="329878" y="42320"/>
                </a:lnTo>
                <a:lnTo>
                  <a:pt x="328862" y="42102"/>
                </a:lnTo>
                <a:lnTo>
                  <a:pt x="327833" y="41906"/>
                </a:lnTo>
                <a:lnTo>
                  <a:pt x="326790" y="41733"/>
                </a:lnTo>
                <a:lnTo>
                  <a:pt x="325735" y="41583"/>
                </a:lnTo>
                <a:lnTo>
                  <a:pt x="324666" y="41456"/>
                </a:lnTo>
                <a:lnTo>
                  <a:pt x="323585" y="41353"/>
                </a:lnTo>
                <a:lnTo>
                  <a:pt x="322490" y="41272"/>
                </a:lnTo>
                <a:lnTo>
                  <a:pt x="321382" y="41214"/>
                </a:lnTo>
                <a:lnTo>
                  <a:pt x="320261" y="41180"/>
                </a:lnTo>
                <a:lnTo>
                  <a:pt x="319128" y="41168"/>
                </a:lnTo>
                <a:lnTo>
                  <a:pt x="318097" y="41178"/>
                </a:lnTo>
                <a:lnTo>
                  <a:pt x="317077" y="41207"/>
                </a:lnTo>
                <a:lnTo>
                  <a:pt x="316067" y="41256"/>
                </a:lnTo>
                <a:lnTo>
                  <a:pt x="315068" y="41324"/>
                </a:lnTo>
                <a:lnTo>
                  <a:pt x="314079" y="41411"/>
                </a:lnTo>
                <a:lnTo>
                  <a:pt x="313101" y="41518"/>
                </a:lnTo>
                <a:lnTo>
                  <a:pt x="312134" y="41644"/>
                </a:lnTo>
                <a:lnTo>
                  <a:pt x="311176" y="41789"/>
                </a:lnTo>
                <a:lnTo>
                  <a:pt x="310230" y="41954"/>
                </a:lnTo>
                <a:lnTo>
                  <a:pt x="309294" y="42138"/>
                </a:lnTo>
                <a:lnTo>
                  <a:pt x="308368" y="42342"/>
                </a:lnTo>
                <a:lnTo>
                  <a:pt x="307453" y="42565"/>
                </a:lnTo>
                <a:lnTo>
                  <a:pt x="306548" y="42808"/>
                </a:lnTo>
                <a:lnTo>
                  <a:pt x="305654" y="43070"/>
                </a:lnTo>
                <a:lnTo>
                  <a:pt x="304770" y="43351"/>
                </a:lnTo>
                <a:lnTo>
                  <a:pt x="303897" y="43652"/>
                </a:lnTo>
                <a:lnTo>
                  <a:pt x="303034" y="43972"/>
                </a:lnTo>
                <a:lnTo>
                  <a:pt x="302182" y="44312"/>
                </a:lnTo>
                <a:lnTo>
                  <a:pt x="301340" y="44671"/>
                </a:lnTo>
                <a:lnTo>
                  <a:pt x="300509" y="45049"/>
                </a:lnTo>
                <a:lnTo>
                  <a:pt x="299688" y="45447"/>
                </a:lnTo>
                <a:lnTo>
                  <a:pt x="298878" y="45864"/>
                </a:lnTo>
                <a:lnTo>
                  <a:pt x="298078" y="46300"/>
                </a:lnTo>
                <a:lnTo>
                  <a:pt x="297289" y="46756"/>
                </a:lnTo>
                <a:lnTo>
                  <a:pt x="296511" y="47228"/>
                </a:lnTo>
                <a:lnTo>
                  <a:pt x="295745" y="47711"/>
                </a:lnTo>
                <a:lnTo>
                  <a:pt x="294991" y="48205"/>
                </a:lnTo>
                <a:lnTo>
                  <a:pt x="294249" y="48711"/>
                </a:lnTo>
                <a:lnTo>
                  <a:pt x="293520" y="49228"/>
                </a:lnTo>
                <a:lnTo>
                  <a:pt x="292802" y="49757"/>
                </a:lnTo>
                <a:lnTo>
                  <a:pt x="292097" y="50297"/>
                </a:lnTo>
                <a:lnTo>
                  <a:pt x="291403" y="50849"/>
                </a:lnTo>
                <a:lnTo>
                  <a:pt x="290722" y="51412"/>
                </a:lnTo>
                <a:lnTo>
                  <a:pt x="290053" y="51987"/>
                </a:lnTo>
                <a:lnTo>
                  <a:pt x="289395" y="52573"/>
                </a:lnTo>
                <a:lnTo>
                  <a:pt x="288750" y="53171"/>
                </a:lnTo>
                <a:lnTo>
                  <a:pt x="288117" y="53780"/>
                </a:lnTo>
                <a:lnTo>
                  <a:pt x="287496" y="54401"/>
                </a:lnTo>
                <a:lnTo>
                  <a:pt x="286887" y="55033"/>
                </a:lnTo>
                <a:lnTo>
                  <a:pt x="286290" y="55677"/>
                </a:lnTo>
                <a:lnTo>
                  <a:pt x="285706" y="56332"/>
                </a:lnTo>
                <a:lnTo>
                  <a:pt x="285133" y="56999"/>
                </a:lnTo>
                <a:lnTo>
                  <a:pt x="284572" y="57677"/>
                </a:lnTo>
                <a:lnTo>
                  <a:pt x="284024" y="58366"/>
                </a:lnTo>
                <a:lnTo>
                  <a:pt x="283487" y="59067"/>
                </a:lnTo>
                <a:lnTo>
                  <a:pt x="282963" y="59780"/>
                </a:lnTo>
                <a:lnTo>
                  <a:pt x="282451" y="60504"/>
                </a:lnTo>
                <a:lnTo>
                  <a:pt x="281951" y="61239"/>
                </a:lnTo>
                <a:lnTo>
                  <a:pt x="281380" y="43107"/>
                </a:lnTo>
                <a:lnTo>
                  <a:pt x="262906" y="43107"/>
                </a:lnTo>
                <a:lnTo>
                  <a:pt x="262906" y="198429"/>
                </a:lnTo>
                <a:lnTo>
                  <a:pt x="281837" y="198429"/>
                </a:lnTo>
                <a:lnTo>
                  <a:pt x="281837" y="141980"/>
                </a:lnTo>
                <a:lnTo>
                  <a:pt x="282289" y="142658"/>
                </a:lnTo>
                <a:lnTo>
                  <a:pt x="282754" y="143324"/>
                </a:lnTo>
                <a:close/>
                <a:moveTo>
                  <a:pt x="309646" y="143876"/>
                </a:moveTo>
                <a:lnTo>
                  <a:pt x="308761" y="143788"/>
                </a:lnTo>
                <a:lnTo>
                  <a:pt x="307887" y="143680"/>
                </a:lnTo>
                <a:lnTo>
                  <a:pt x="307026" y="143553"/>
                </a:lnTo>
                <a:lnTo>
                  <a:pt x="306178" y="143406"/>
                </a:lnTo>
                <a:lnTo>
                  <a:pt x="305341" y="143239"/>
                </a:lnTo>
                <a:lnTo>
                  <a:pt x="304517" y="143053"/>
                </a:lnTo>
                <a:lnTo>
                  <a:pt x="303705" y="142848"/>
                </a:lnTo>
                <a:lnTo>
                  <a:pt x="302905" y="142623"/>
                </a:lnTo>
                <a:lnTo>
                  <a:pt x="302118" y="142378"/>
                </a:lnTo>
                <a:lnTo>
                  <a:pt x="301343" y="142114"/>
                </a:lnTo>
                <a:lnTo>
                  <a:pt x="300580" y="141830"/>
                </a:lnTo>
                <a:lnTo>
                  <a:pt x="299829" y="141527"/>
                </a:lnTo>
                <a:lnTo>
                  <a:pt x="299091" y="141204"/>
                </a:lnTo>
                <a:lnTo>
                  <a:pt x="298365" y="140861"/>
                </a:lnTo>
                <a:lnTo>
                  <a:pt x="297651" y="140499"/>
                </a:lnTo>
                <a:lnTo>
                  <a:pt x="296950" y="140117"/>
                </a:lnTo>
                <a:lnTo>
                  <a:pt x="296261" y="139716"/>
                </a:lnTo>
                <a:lnTo>
                  <a:pt x="295584" y="139295"/>
                </a:lnTo>
                <a:lnTo>
                  <a:pt x="294919" y="138854"/>
                </a:lnTo>
                <a:lnTo>
                  <a:pt x="294267" y="138394"/>
                </a:lnTo>
                <a:lnTo>
                  <a:pt x="293626" y="137919"/>
                </a:lnTo>
                <a:lnTo>
                  <a:pt x="292997" y="137431"/>
                </a:lnTo>
                <a:lnTo>
                  <a:pt x="292378" y="136932"/>
                </a:lnTo>
                <a:lnTo>
                  <a:pt x="291771" y="136421"/>
                </a:lnTo>
                <a:lnTo>
                  <a:pt x="291174" y="135899"/>
                </a:lnTo>
                <a:lnTo>
                  <a:pt x="290589" y="135364"/>
                </a:lnTo>
                <a:lnTo>
                  <a:pt x="290015" y="134818"/>
                </a:lnTo>
                <a:lnTo>
                  <a:pt x="289452" y="134260"/>
                </a:lnTo>
                <a:lnTo>
                  <a:pt x="288900" y="133690"/>
                </a:lnTo>
                <a:lnTo>
                  <a:pt x="288359" y="133109"/>
                </a:lnTo>
                <a:lnTo>
                  <a:pt x="287829" y="132516"/>
                </a:lnTo>
                <a:lnTo>
                  <a:pt x="287310" y="131911"/>
                </a:lnTo>
                <a:lnTo>
                  <a:pt x="286803" y="131294"/>
                </a:lnTo>
                <a:lnTo>
                  <a:pt x="286306" y="130666"/>
                </a:lnTo>
                <a:lnTo>
                  <a:pt x="285821" y="130026"/>
                </a:lnTo>
                <a:lnTo>
                  <a:pt x="285346" y="129374"/>
                </a:lnTo>
                <a:lnTo>
                  <a:pt x="284883" y="128711"/>
                </a:lnTo>
                <a:lnTo>
                  <a:pt x="284431" y="128035"/>
                </a:lnTo>
                <a:lnTo>
                  <a:pt x="283990" y="127348"/>
                </a:lnTo>
                <a:lnTo>
                  <a:pt x="283560" y="126649"/>
                </a:lnTo>
                <a:lnTo>
                  <a:pt x="283141" y="125939"/>
                </a:lnTo>
                <a:lnTo>
                  <a:pt x="282733" y="125217"/>
                </a:lnTo>
                <a:lnTo>
                  <a:pt x="282336" y="124482"/>
                </a:lnTo>
                <a:lnTo>
                  <a:pt x="281951" y="123737"/>
                </a:lnTo>
                <a:lnTo>
                  <a:pt x="281951" y="79112"/>
                </a:lnTo>
                <a:lnTo>
                  <a:pt x="282347" y="78364"/>
                </a:lnTo>
                <a:lnTo>
                  <a:pt x="282756" y="77624"/>
                </a:lnTo>
                <a:lnTo>
                  <a:pt x="283177" y="76892"/>
                </a:lnTo>
                <a:lnTo>
                  <a:pt x="283612" y="76168"/>
                </a:lnTo>
                <a:lnTo>
                  <a:pt x="284060" y="75451"/>
                </a:lnTo>
                <a:lnTo>
                  <a:pt x="284520" y="74743"/>
                </a:lnTo>
                <a:lnTo>
                  <a:pt x="284993" y="74042"/>
                </a:lnTo>
                <a:lnTo>
                  <a:pt x="285479" y="73349"/>
                </a:lnTo>
                <a:lnTo>
                  <a:pt x="285978" y="72664"/>
                </a:lnTo>
                <a:lnTo>
                  <a:pt x="286490" y="71987"/>
                </a:lnTo>
                <a:lnTo>
                  <a:pt x="287015" y="71317"/>
                </a:lnTo>
                <a:lnTo>
                  <a:pt x="287553" y="70656"/>
                </a:lnTo>
                <a:lnTo>
                  <a:pt x="288103" y="70002"/>
                </a:lnTo>
                <a:lnTo>
                  <a:pt x="288667" y="69356"/>
                </a:lnTo>
                <a:lnTo>
                  <a:pt x="289243" y="68718"/>
                </a:lnTo>
                <a:lnTo>
                  <a:pt x="289832" y="68088"/>
                </a:lnTo>
                <a:lnTo>
                  <a:pt x="290434" y="67465"/>
                </a:lnTo>
                <a:lnTo>
                  <a:pt x="291049" y="66851"/>
                </a:lnTo>
                <a:lnTo>
                  <a:pt x="291676" y="66244"/>
                </a:lnTo>
                <a:lnTo>
                  <a:pt x="292317" y="65645"/>
                </a:lnTo>
                <a:lnTo>
                  <a:pt x="292971" y="65054"/>
                </a:lnTo>
                <a:lnTo>
                  <a:pt x="293637" y="64471"/>
                </a:lnTo>
                <a:lnTo>
                  <a:pt x="294316" y="63895"/>
                </a:lnTo>
                <a:lnTo>
                  <a:pt x="295008" y="63328"/>
                </a:lnTo>
                <a:lnTo>
                  <a:pt x="295713" y="62776"/>
                </a:lnTo>
                <a:lnTo>
                  <a:pt x="296432" y="62247"/>
                </a:lnTo>
                <a:lnTo>
                  <a:pt x="297163" y="61742"/>
                </a:lnTo>
                <a:lnTo>
                  <a:pt x="297908" y="61261"/>
                </a:lnTo>
                <a:lnTo>
                  <a:pt x="298666" y="60803"/>
                </a:lnTo>
                <a:lnTo>
                  <a:pt x="299438" y="60368"/>
                </a:lnTo>
                <a:lnTo>
                  <a:pt x="300223" y="59957"/>
                </a:lnTo>
                <a:lnTo>
                  <a:pt x="301021" y="59570"/>
                </a:lnTo>
                <a:lnTo>
                  <a:pt x="301832" y="59206"/>
                </a:lnTo>
                <a:lnTo>
                  <a:pt x="302656" y="58865"/>
                </a:lnTo>
                <a:lnTo>
                  <a:pt x="303494" y="58548"/>
                </a:lnTo>
                <a:lnTo>
                  <a:pt x="304345" y="58255"/>
                </a:lnTo>
                <a:lnTo>
                  <a:pt x="305209" y="57985"/>
                </a:lnTo>
                <a:lnTo>
                  <a:pt x="306087" y="57738"/>
                </a:lnTo>
                <a:lnTo>
                  <a:pt x="306978" y="57515"/>
                </a:lnTo>
                <a:lnTo>
                  <a:pt x="307882" y="57315"/>
                </a:lnTo>
                <a:lnTo>
                  <a:pt x="308799" y="57139"/>
                </a:lnTo>
                <a:lnTo>
                  <a:pt x="309730" y="56986"/>
                </a:lnTo>
                <a:lnTo>
                  <a:pt x="310674" y="56857"/>
                </a:lnTo>
                <a:lnTo>
                  <a:pt x="311631" y="56752"/>
                </a:lnTo>
                <a:lnTo>
                  <a:pt x="312601" y="56669"/>
                </a:lnTo>
                <a:lnTo>
                  <a:pt x="313585" y="56611"/>
                </a:lnTo>
                <a:lnTo>
                  <a:pt x="314582" y="56575"/>
                </a:lnTo>
                <a:lnTo>
                  <a:pt x="315592" y="56564"/>
                </a:lnTo>
                <a:lnTo>
                  <a:pt x="316740" y="56583"/>
                </a:lnTo>
                <a:lnTo>
                  <a:pt x="317864" y="56642"/>
                </a:lnTo>
                <a:lnTo>
                  <a:pt x="318965" y="56740"/>
                </a:lnTo>
                <a:lnTo>
                  <a:pt x="320043" y="56877"/>
                </a:lnTo>
                <a:lnTo>
                  <a:pt x="321097" y="57053"/>
                </a:lnTo>
                <a:lnTo>
                  <a:pt x="322128" y="57268"/>
                </a:lnTo>
                <a:lnTo>
                  <a:pt x="323136" y="57523"/>
                </a:lnTo>
                <a:lnTo>
                  <a:pt x="324120" y="57817"/>
                </a:lnTo>
                <a:lnTo>
                  <a:pt x="325081" y="58149"/>
                </a:lnTo>
                <a:lnTo>
                  <a:pt x="326018" y="58521"/>
                </a:lnTo>
                <a:lnTo>
                  <a:pt x="326932" y="58932"/>
                </a:lnTo>
                <a:lnTo>
                  <a:pt x="327823" y="59383"/>
                </a:lnTo>
                <a:lnTo>
                  <a:pt x="328690" y="59872"/>
                </a:lnTo>
                <a:lnTo>
                  <a:pt x="329534" y="60401"/>
                </a:lnTo>
                <a:lnTo>
                  <a:pt x="330355" y="60968"/>
                </a:lnTo>
                <a:lnTo>
                  <a:pt x="331152" y="61575"/>
                </a:lnTo>
                <a:lnTo>
                  <a:pt x="331926" y="62221"/>
                </a:lnTo>
                <a:lnTo>
                  <a:pt x="332677" y="62906"/>
                </a:lnTo>
                <a:lnTo>
                  <a:pt x="333404" y="63631"/>
                </a:lnTo>
                <a:lnTo>
                  <a:pt x="334108" y="64394"/>
                </a:lnTo>
                <a:lnTo>
                  <a:pt x="334788" y="65197"/>
                </a:lnTo>
                <a:lnTo>
                  <a:pt x="335445" y="66038"/>
                </a:lnTo>
                <a:lnTo>
                  <a:pt x="336079" y="66919"/>
                </a:lnTo>
                <a:lnTo>
                  <a:pt x="336690" y="67839"/>
                </a:lnTo>
                <a:lnTo>
                  <a:pt x="337276" y="68796"/>
                </a:lnTo>
                <a:lnTo>
                  <a:pt x="337837" y="69787"/>
                </a:lnTo>
                <a:lnTo>
                  <a:pt x="338374" y="70813"/>
                </a:lnTo>
                <a:lnTo>
                  <a:pt x="338885" y="71874"/>
                </a:lnTo>
                <a:lnTo>
                  <a:pt x="339371" y="72969"/>
                </a:lnTo>
                <a:lnTo>
                  <a:pt x="339833" y="74099"/>
                </a:lnTo>
                <a:lnTo>
                  <a:pt x="340269" y="75263"/>
                </a:lnTo>
                <a:lnTo>
                  <a:pt x="340681" y="76462"/>
                </a:lnTo>
                <a:lnTo>
                  <a:pt x="341068" y="77696"/>
                </a:lnTo>
                <a:lnTo>
                  <a:pt x="341429" y="78965"/>
                </a:lnTo>
                <a:lnTo>
                  <a:pt x="341766" y="80268"/>
                </a:lnTo>
                <a:lnTo>
                  <a:pt x="342078" y="81605"/>
                </a:lnTo>
                <a:lnTo>
                  <a:pt x="342365" y="82978"/>
                </a:lnTo>
                <a:lnTo>
                  <a:pt x="342627" y="84384"/>
                </a:lnTo>
                <a:lnTo>
                  <a:pt x="342864" y="85826"/>
                </a:lnTo>
                <a:lnTo>
                  <a:pt x="343076" y="87302"/>
                </a:lnTo>
                <a:lnTo>
                  <a:pt x="343263" y="88813"/>
                </a:lnTo>
                <a:lnTo>
                  <a:pt x="343425" y="90358"/>
                </a:lnTo>
                <a:lnTo>
                  <a:pt x="343562" y="91939"/>
                </a:lnTo>
                <a:lnTo>
                  <a:pt x="343675" y="93553"/>
                </a:lnTo>
                <a:lnTo>
                  <a:pt x="343762" y="95203"/>
                </a:lnTo>
                <a:lnTo>
                  <a:pt x="343824" y="96887"/>
                </a:lnTo>
                <a:lnTo>
                  <a:pt x="343862" y="98605"/>
                </a:lnTo>
                <a:lnTo>
                  <a:pt x="343874" y="100359"/>
                </a:lnTo>
                <a:lnTo>
                  <a:pt x="343861" y="102092"/>
                </a:lnTo>
                <a:lnTo>
                  <a:pt x="343821" y="103792"/>
                </a:lnTo>
                <a:lnTo>
                  <a:pt x="343754" y="105459"/>
                </a:lnTo>
                <a:lnTo>
                  <a:pt x="343660" y="107092"/>
                </a:lnTo>
                <a:lnTo>
                  <a:pt x="343540" y="108691"/>
                </a:lnTo>
                <a:lnTo>
                  <a:pt x="343393" y="110257"/>
                </a:lnTo>
                <a:lnTo>
                  <a:pt x="343219" y="111789"/>
                </a:lnTo>
                <a:lnTo>
                  <a:pt x="343019" y="113287"/>
                </a:lnTo>
                <a:lnTo>
                  <a:pt x="342792" y="114752"/>
                </a:lnTo>
                <a:lnTo>
                  <a:pt x="342538" y="116184"/>
                </a:lnTo>
                <a:lnTo>
                  <a:pt x="342257" y="117582"/>
                </a:lnTo>
                <a:lnTo>
                  <a:pt x="341950" y="118946"/>
                </a:lnTo>
                <a:lnTo>
                  <a:pt x="341616" y="120277"/>
                </a:lnTo>
                <a:lnTo>
                  <a:pt x="341255" y="121574"/>
                </a:lnTo>
                <a:lnTo>
                  <a:pt x="340867" y="122838"/>
                </a:lnTo>
                <a:lnTo>
                  <a:pt x="340453" y="124068"/>
                </a:lnTo>
                <a:lnTo>
                  <a:pt x="340012" y="125264"/>
                </a:lnTo>
                <a:lnTo>
                  <a:pt x="339544" y="126427"/>
                </a:lnTo>
                <a:lnTo>
                  <a:pt x="339050" y="127556"/>
                </a:lnTo>
                <a:lnTo>
                  <a:pt x="338529" y="128652"/>
                </a:lnTo>
                <a:lnTo>
                  <a:pt x="337981" y="129714"/>
                </a:lnTo>
                <a:lnTo>
                  <a:pt x="337406" y="130743"/>
                </a:lnTo>
                <a:lnTo>
                  <a:pt x="336805" y="131738"/>
                </a:lnTo>
                <a:lnTo>
                  <a:pt x="336176" y="132700"/>
                </a:lnTo>
                <a:lnTo>
                  <a:pt x="335522" y="133624"/>
                </a:lnTo>
                <a:lnTo>
                  <a:pt x="334842" y="134510"/>
                </a:lnTo>
                <a:lnTo>
                  <a:pt x="334135" y="135356"/>
                </a:lnTo>
                <a:lnTo>
                  <a:pt x="333403" y="136162"/>
                </a:lnTo>
                <a:lnTo>
                  <a:pt x="332645" y="136930"/>
                </a:lnTo>
                <a:lnTo>
                  <a:pt x="331861" y="137658"/>
                </a:lnTo>
                <a:lnTo>
                  <a:pt x="331051" y="138346"/>
                </a:lnTo>
                <a:lnTo>
                  <a:pt x="330215" y="138995"/>
                </a:lnTo>
                <a:lnTo>
                  <a:pt x="329353" y="139605"/>
                </a:lnTo>
                <a:lnTo>
                  <a:pt x="328465" y="140176"/>
                </a:lnTo>
                <a:lnTo>
                  <a:pt x="327551" y="140707"/>
                </a:lnTo>
                <a:lnTo>
                  <a:pt x="326611" y="141199"/>
                </a:lnTo>
                <a:lnTo>
                  <a:pt x="325646" y="141652"/>
                </a:lnTo>
                <a:lnTo>
                  <a:pt x="324654" y="142065"/>
                </a:lnTo>
                <a:lnTo>
                  <a:pt x="323637" y="142439"/>
                </a:lnTo>
                <a:lnTo>
                  <a:pt x="322593" y="142773"/>
                </a:lnTo>
                <a:lnTo>
                  <a:pt x="321524" y="143068"/>
                </a:lnTo>
                <a:lnTo>
                  <a:pt x="320428" y="143324"/>
                </a:lnTo>
                <a:lnTo>
                  <a:pt x="319307" y="143540"/>
                </a:lnTo>
                <a:lnTo>
                  <a:pt x="318160" y="143717"/>
                </a:lnTo>
                <a:lnTo>
                  <a:pt x="316987" y="143855"/>
                </a:lnTo>
                <a:lnTo>
                  <a:pt x="315787" y="143954"/>
                </a:lnTo>
                <a:lnTo>
                  <a:pt x="314562" y="144013"/>
                </a:lnTo>
                <a:lnTo>
                  <a:pt x="313311" y="144032"/>
                </a:lnTo>
                <a:lnTo>
                  <a:pt x="312377" y="144022"/>
                </a:lnTo>
                <a:lnTo>
                  <a:pt x="311454" y="143993"/>
                </a:lnTo>
                <a:lnTo>
                  <a:pt x="310544" y="143944"/>
                </a:lnTo>
                <a:lnTo>
                  <a:pt x="309646" y="143876"/>
                </a:lnTo>
                <a:close/>
                <a:moveTo>
                  <a:pt x="1315049" y="22037"/>
                </a:moveTo>
                <a:lnTo>
                  <a:pt x="1315463" y="21988"/>
                </a:lnTo>
                <a:lnTo>
                  <a:pt x="1315871" y="21928"/>
                </a:lnTo>
                <a:lnTo>
                  <a:pt x="1316271" y="21857"/>
                </a:lnTo>
                <a:lnTo>
                  <a:pt x="1316664" y="21775"/>
                </a:lnTo>
                <a:lnTo>
                  <a:pt x="1317051" y="21683"/>
                </a:lnTo>
                <a:lnTo>
                  <a:pt x="1317429" y="21579"/>
                </a:lnTo>
                <a:lnTo>
                  <a:pt x="1317801" y="21465"/>
                </a:lnTo>
                <a:lnTo>
                  <a:pt x="1318166" y="21340"/>
                </a:lnTo>
                <a:lnTo>
                  <a:pt x="1318524" y="21204"/>
                </a:lnTo>
                <a:lnTo>
                  <a:pt x="1318874" y="21057"/>
                </a:lnTo>
                <a:lnTo>
                  <a:pt x="1319217" y="20899"/>
                </a:lnTo>
                <a:lnTo>
                  <a:pt x="1319553" y="20730"/>
                </a:lnTo>
                <a:lnTo>
                  <a:pt x="1319883" y="20550"/>
                </a:lnTo>
                <a:lnTo>
                  <a:pt x="1320204" y="20360"/>
                </a:lnTo>
                <a:lnTo>
                  <a:pt x="1320519" y="20158"/>
                </a:lnTo>
                <a:lnTo>
                  <a:pt x="1320827" y="19946"/>
                </a:lnTo>
                <a:lnTo>
                  <a:pt x="1321127" y="19723"/>
                </a:lnTo>
                <a:lnTo>
                  <a:pt x="1321421" y="19489"/>
                </a:lnTo>
                <a:lnTo>
                  <a:pt x="1321707" y="19244"/>
                </a:lnTo>
                <a:lnTo>
                  <a:pt x="1321986" y="18988"/>
                </a:lnTo>
                <a:lnTo>
                  <a:pt x="1322256" y="18723"/>
                </a:lnTo>
                <a:lnTo>
                  <a:pt x="1322515" y="18453"/>
                </a:lnTo>
                <a:lnTo>
                  <a:pt x="1322761" y="18178"/>
                </a:lnTo>
                <a:lnTo>
                  <a:pt x="1322997" y="17896"/>
                </a:lnTo>
                <a:lnTo>
                  <a:pt x="1323221" y="17609"/>
                </a:lnTo>
                <a:lnTo>
                  <a:pt x="1323433" y="17316"/>
                </a:lnTo>
                <a:lnTo>
                  <a:pt x="1323634" y="17018"/>
                </a:lnTo>
                <a:lnTo>
                  <a:pt x="1323824" y="16713"/>
                </a:lnTo>
                <a:lnTo>
                  <a:pt x="1324002" y="16403"/>
                </a:lnTo>
                <a:lnTo>
                  <a:pt x="1324168" y="16087"/>
                </a:lnTo>
                <a:lnTo>
                  <a:pt x="1324323" y="15766"/>
                </a:lnTo>
                <a:lnTo>
                  <a:pt x="1324467" y="15438"/>
                </a:lnTo>
                <a:lnTo>
                  <a:pt x="1324599" y="15105"/>
                </a:lnTo>
                <a:lnTo>
                  <a:pt x="1324719" y="14766"/>
                </a:lnTo>
                <a:lnTo>
                  <a:pt x="1324828" y="14422"/>
                </a:lnTo>
                <a:lnTo>
                  <a:pt x="1324926" y="14071"/>
                </a:lnTo>
                <a:lnTo>
                  <a:pt x="1325012" y="13715"/>
                </a:lnTo>
                <a:lnTo>
                  <a:pt x="1325087" y="13353"/>
                </a:lnTo>
                <a:lnTo>
                  <a:pt x="1325150" y="12986"/>
                </a:lnTo>
                <a:lnTo>
                  <a:pt x="1325202" y="12612"/>
                </a:lnTo>
                <a:lnTo>
                  <a:pt x="1325242" y="12233"/>
                </a:lnTo>
                <a:lnTo>
                  <a:pt x="1325271" y="11849"/>
                </a:lnTo>
                <a:lnTo>
                  <a:pt x="1325288" y="11458"/>
                </a:lnTo>
                <a:lnTo>
                  <a:pt x="1325293" y="11062"/>
                </a:lnTo>
                <a:lnTo>
                  <a:pt x="1325288" y="10666"/>
                </a:lnTo>
                <a:lnTo>
                  <a:pt x="1325271" y="10275"/>
                </a:lnTo>
                <a:lnTo>
                  <a:pt x="1325242" y="9890"/>
                </a:lnTo>
                <a:lnTo>
                  <a:pt x="1325202" y="9511"/>
                </a:lnTo>
                <a:lnTo>
                  <a:pt x="1325150" y="9138"/>
                </a:lnTo>
                <a:lnTo>
                  <a:pt x="1325087" y="8770"/>
                </a:lnTo>
                <a:lnTo>
                  <a:pt x="1325012" y="8409"/>
                </a:lnTo>
                <a:lnTo>
                  <a:pt x="1324926" y="8052"/>
                </a:lnTo>
                <a:lnTo>
                  <a:pt x="1324828" y="7702"/>
                </a:lnTo>
                <a:lnTo>
                  <a:pt x="1324719" y="7358"/>
                </a:lnTo>
                <a:lnTo>
                  <a:pt x="1324599" y="7019"/>
                </a:lnTo>
                <a:lnTo>
                  <a:pt x="1324467" y="6686"/>
                </a:lnTo>
                <a:lnTo>
                  <a:pt x="1324323" y="6358"/>
                </a:lnTo>
                <a:lnTo>
                  <a:pt x="1324168" y="6037"/>
                </a:lnTo>
                <a:lnTo>
                  <a:pt x="1324002" y="5721"/>
                </a:lnTo>
                <a:lnTo>
                  <a:pt x="1323824" y="5411"/>
                </a:lnTo>
                <a:lnTo>
                  <a:pt x="1323634" y="5106"/>
                </a:lnTo>
                <a:lnTo>
                  <a:pt x="1323433" y="4807"/>
                </a:lnTo>
                <a:lnTo>
                  <a:pt x="1323221" y="4515"/>
                </a:lnTo>
                <a:lnTo>
                  <a:pt x="1322997" y="4227"/>
                </a:lnTo>
                <a:lnTo>
                  <a:pt x="1322761" y="3946"/>
                </a:lnTo>
                <a:lnTo>
                  <a:pt x="1322515" y="3670"/>
                </a:lnTo>
                <a:lnTo>
                  <a:pt x="1322256" y="3400"/>
                </a:lnTo>
                <a:lnTo>
                  <a:pt x="1321986" y="3136"/>
                </a:lnTo>
                <a:lnTo>
                  <a:pt x="1321707" y="2880"/>
                </a:lnTo>
                <a:lnTo>
                  <a:pt x="1321421" y="2635"/>
                </a:lnTo>
                <a:lnTo>
                  <a:pt x="1321127" y="2401"/>
                </a:lnTo>
                <a:lnTo>
                  <a:pt x="1320827" y="2178"/>
                </a:lnTo>
                <a:lnTo>
                  <a:pt x="1320519" y="1966"/>
                </a:lnTo>
                <a:lnTo>
                  <a:pt x="1320204" y="1764"/>
                </a:lnTo>
                <a:lnTo>
                  <a:pt x="1319883" y="1573"/>
                </a:lnTo>
                <a:lnTo>
                  <a:pt x="1319553" y="1394"/>
                </a:lnTo>
                <a:lnTo>
                  <a:pt x="1319217" y="1225"/>
                </a:lnTo>
                <a:lnTo>
                  <a:pt x="1318874" y="1067"/>
                </a:lnTo>
                <a:lnTo>
                  <a:pt x="1318524" y="920"/>
                </a:lnTo>
                <a:lnTo>
                  <a:pt x="1318166" y="784"/>
                </a:lnTo>
                <a:lnTo>
                  <a:pt x="1317801" y="659"/>
                </a:lnTo>
                <a:lnTo>
                  <a:pt x="1317429" y="544"/>
                </a:lnTo>
                <a:lnTo>
                  <a:pt x="1317051" y="441"/>
                </a:lnTo>
                <a:lnTo>
                  <a:pt x="1316664" y="348"/>
                </a:lnTo>
                <a:lnTo>
                  <a:pt x="1316271" y="267"/>
                </a:lnTo>
                <a:lnTo>
                  <a:pt x="1315871" y="196"/>
                </a:lnTo>
                <a:lnTo>
                  <a:pt x="1315463" y="136"/>
                </a:lnTo>
                <a:lnTo>
                  <a:pt x="1315049" y="87"/>
                </a:lnTo>
                <a:lnTo>
                  <a:pt x="1314627" y="49"/>
                </a:lnTo>
                <a:lnTo>
                  <a:pt x="1314198" y="22"/>
                </a:lnTo>
                <a:lnTo>
                  <a:pt x="1313762" y="5"/>
                </a:lnTo>
                <a:lnTo>
                  <a:pt x="1313319" y="0"/>
                </a:lnTo>
                <a:lnTo>
                  <a:pt x="1312876" y="5"/>
                </a:lnTo>
                <a:lnTo>
                  <a:pt x="1312441" y="22"/>
                </a:lnTo>
                <a:lnTo>
                  <a:pt x="1312012" y="49"/>
                </a:lnTo>
                <a:lnTo>
                  <a:pt x="1311591" y="87"/>
                </a:lnTo>
                <a:lnTo>
                  <a:pt x="1311178" y="136"/>
                </a:lnTo>
                <a:lnTo>
                  <a:pt x="1310771" y="196"/>
                </a:lnTo>
                <a:lnTo>
                  <a:pt x="1310372" y="267"/>
                </a:lnTo>
                <a:lnTo>
                  <a:pt x="1309980" y="348"/>
                </a:lnTo>
                <a:lnTo>
                  <a:pt x="1309596" y="441"/>
                </a:lnTo>
                <a:lnTo>
                  <a:pt x="1309219" y="544"/>
                </a:lnTo>
                <a:lnTo>
                  <a:pt x="1308849" y="659"/>
                </a:lnTo>
                <a:lnTo>
                  <a:pt x="1308487" y="784"/>
                </a:lnTo>
                <a:lnTo>
                  <a:pt x="1308132" y="920"/>
                </a:lnTo>
                <a:lnTo>
                  <a:pt x="1307784" y="1067"/>
                </a:lnTo>
                <a:lnTo>
                  <a:pt x="1307444" y="1225"/>
                </a:lnTo>
                <a:lnTo>
                  <a:pt x="1307110" y="1394"/>
                </a:lnTo>
                <a:lnTo>
                  <a:pt x="1306785" y="1573"/>
                </a:lnTo>
                <a:lnTo>
                  <a:pt x="1306466" y="1764"/>
                </a:lnTo>
                <a:lnTo>
                  <a:pt x="1306155" y="1966"/>
                </a:lnTo>
                <a:lnTo>
                  <a:pt x="1305851" y="2178"/>
                </a:lnTo>
                <a:lnTo>
                  <a:pt x="1305555" y="2401"/>
                </a:lnTo>
                <a:lnTo>
                  <a:pt x="1305266" y="2635"/>
                </a:lnTo>
                <a:lnTo>
                  <a:pt x="1304984" y="2880"/>
                </a:lnTo>
                <a:lnTo>
                  <a:pt x="1304709" y="3136"/>
                </a:lnTo>
                <a:lnTo>
                  <a:pt x="1304444" y="3400"/>
                </a:lnTo>
                <a:lnTo>
                  <a:pt x="1304190" y="3670"/>
                </a:lnTo>
                <a:lnTo>
                  <a:pt x="1303948" y="3946"/>
                </a:lnTo>
                <a:lnTo>
                  <a:pt x="1303716" y="4227"/>
                </a:lnTo>
                <a:lnTo>
                  <a:pt x="1303496" y="4515"/>
                </a:lnTo>
                <a:lnTo>
                  <a:pt x="1303287" y="4807"/>
                </a:lnTo>
                <a:lnTo>
                  <a:pt x="1303090" y="5106"/>
                </a:lnTo>
                <a:lnTo>
                  <a:pt x="1302904" y="5411"/>
                </a:lnTo>
                <a:lnTo>
                  <a:pt x="1302729" y="5721"/>
                </a:lnTo>
                <a:lnTo>
                  <a:pt x="1302565" y="6037"/>
                </a:lnTo>
                <a:lnTo>
                  <a:pt x="1302413" y="6358"/>
                </a:lnTo>
                <a:lnTo>
                  <a:pt x="1302272" y="6686"/>
                </a:lnTo>
                <a:lnTo>
                  <a:pt x="1302142" y="7019"/>
                </a:lnTo>
                <a:lnTo>
                  <a:pt x="1302023" y="7358"/>
                </a:lnTo>
                <a:lnTo>
                  <a:pt x="1301916" y="7702"/>
                </a:lnTo>
                <a:lnTo>
                  <a:pt x="1301820" y="8052"/>
                </a:lnTo>
                <a:lnTo>
                  <a:pt x="1301736" y="8409"/>
                </a:lnTo>
                <a:lnTo>
                  <a:pt x="1301662" y="8770"/>
                </a:lnTo>
                <a:lnTo>
                  <a:pt x="1301600" y="9138"/>
                </a:lnTo>
                <a:lnTo>
                  <a:pt x="1301549" y="9511"/>
                </a:lnTo>
                <a:lnTo>
                  <a:pt x="1301510" y="9890"/>
                </a:lnTo>
                <a:lnTo>
                  <a:pt x="1301482" y="10275"/>
                </a:lnTo>
                <a:lnTo>
                  <a:pt x="1301465" y="10666"/>
                </a:lnTo>
                <a:lnTo>
                  <a:pt x="1301459" y="11062"/>
                </a:lnTo>
                <a:lnTo>
                  <a:pt x="1301465" y="11458"/>
                </a:lnTo>
                <a:lnTo>
                  <a:pt x="1301482" y="11849"/>
                </a:lnTo>
                <a:lnTo>
                  <a:pt x="1301510" y="12233"/>
                </a:lnTo>
                <a:lnTo>
                  <a:pt x="1301549" y="12612"/>
                </a:lnTo>
                <a:lnTo>
                  <a:pt x="1301600" y="12986"/>
                </a:lnTo>
                <a:lnTo>
                  <a:pt x="1301662" y="13353"/>
                </a:lnTo>
                <a:lnTo>
                  <a:pt x="1301736" y="13715"/>
                </a:lnTo>
                <a:lnTo>
                  <a:pt x="1301820" y="14071"/>
                </a:lnTo>
                <a:lnTo>
                  <a:pt x="1301916" y="14422"/>
                </a:lnTo>
                <a:lnTo>
                  <a:pt x="1302023" y="14766"/>
                </a:lnTo>
                <a:lnTo>
                  <a:pt x="1302142" y="15105"/>
                </a:lnTo>
                <a:lnTo>
                  <a:pt x="1302272" y="15438"/>
                </a:lnTo>
                <a:lnTo>
                  <a:pt x="1302413" y="15766"/>
                </a:lnTo>
                <a:lnTo>
                  <a:pt x="1302565" y="16087"/>
                </a:lnTo>
                <a:lnTo>
                  <a:pt x="1302729" y="16403"/>
                </a:lnTo>
                <a:lnTo>
                  <a:pt x="1302904" y="16713"/>
                </a:lnTo>
                <a:lnTo>
                  <a:pt x="1303090" y="17018"/>
                </a:lnTo>
                <a:lnTo>
                  <a:pt x="1303287" y="17316"/>
                </a:lnTo>
                <a:lnTo>
                  <a:pt x="1303496" y="17609"/>
                </a:lnTo>
                <a:lnTo>
                  <a:pt x="1303716" y="17896"/>
                </a:lnTo>
                <a:lnTo>
                  <a:pt x="1303948" y="18178"/>
                </a:lnTo>
                <a:lnTo>
                  <a:pt x="1304190" y="18453"/>
                </a:lnTo>
                <a:lnTo>
                  <a:pt x="1304444" y="18723"/>
                </a:lnTo>
                <a:lnTo>
                  <a:pt x="1304709" y="18988"/>
                </a:lnTo>
                <a:lnTo>
                  <a:pt x="1304984" y="19244"/>
                </a:lnTo>
                <a:lnTo>
                  <a:pt x="1305266" y="19489"/>
                </a:lnTo>
                <a:lnTo>
                  <a:pt x="1305555" y="19723"/>
                </a:lnTo>
                <a:lnTo>
                  <a:pt x="1305851" y="19946"/>
                </a:lnTo>
                <a:lnTo>
                  <a:pt x="1306155" y="20158"/>
                </a:lnTo>
                <a:lnTo>
                  <a:pt x="1306466" y="20360"/>
                </a:lnTo>
                <a:lnTo>
                  <a:pt x="1306785" y="20550"/>
                </a:lnTo>
                <a:lnTo>
                  <a:pt x="1307110" y="20730"/>
                </a:lnTo>
                <a:lnTo>
                  <a:pt x="1307444" y="20899"/>
                </a:lnTo>
                <a:lnTo>
                  <a:pt x="1307784" y="21057"/>
                </a:lnTo>
                <a:lnTo>
                  <a:pt x="1308132" y="21204"/>
                </a:lnTo>
                <a:lnTo>
                  <a:pt x="1308487" y="21340"/>
                </a:lnTo>
                <a:lnTo>
                  <a:pt x="1308849" y="21465"/>
                </a:lnTo>
                <a:lnTo>
                  <a:pt x="1309219" y="21579"/>
                </a:lnTo>
                <a:lnTo>
                  <a:pt x="1309596" y="21683"/>
                </a:lnTo>
                <a:lnTo>
                  <a:pt x="1309980" y="21775"/>
                </a:lnTo>
                <a:lnTo>
                  <a:pt x="1310372" y="21857"/>
                </a:lnTo>
                <a:lnTo>
                  <a:pt x="1310771" y="21928"/>
                </a:lnTo>
                <a:lnTo>
                  <a:pt x="1311178" y="21988"/>
                </a:lnTo>
                <a:lnTo>
                  <a:pt x="1311591" y="22037"/>
                </a:lnTo>
                <a:lnTo>
                  <a:pt x="1312012" y="22075"/>
                </a:lnTo>
                <a:lnTo>
                  <a:pt x="1312441" y="22102"/>
                </a:lnTo>
                <a:lnTo>
                  <a:pt x="1312876" y="22118"/>
                </a:lnTo>
                <a:lnTo>
                  <a:pt x="1313319" y="22124"/>
                </a:lnTo>
                <a:lnTo>
                  <a:pt x="1313762" y="22118"/>
                </a:lnTo>
                <a:lnTo>
                  <a:pt x="1314198" y="22102"/>
                </a:lnTo>
                <a:lnTo>
                  <a:pt x="1314627" y="22075"/>
                </a:lnTo>
                <a:lnTo>
                  <a:pt x="1315049" y="22037"/>
                </a:lnTo>
                <a:close/>
                <a:moveTo>
                  <a:pt x="1069949" y="142198"/>
                </a:moveTo>
                <a:lnTo>
                  <a:pt x="1069143" y="142168"/>
                </a:lnTo>
                <a:lnTo>
                  <a:pt x="1068362" y="142117"/>
                </a:lnTo>
                <a:lnTo>
                  <a:pt x="1067607" y="142047"/>
                </a:lnTo>
                <a:lnTo>
                  <a:pt x="1066878" y="141957"/>
                </a:lnTo>
                <a:lnTo>
                  <a:pt x="1066174" y="141847"/>
                </a:lnTo>
                <a:lnTo>
                  <a:pt x="1065497" y="141717"/>
                </a:lnTo>
                <a:lnTo>
                  <a:pt x="1064846" y="141567"/>
                </a:lnTo>
                <a:lnTo>
                  <a:pt x="1064221" y="141397"/>
                </a:lnTo>
                <a:lnTo>
                  <a:pt x="1063621" y="141207"/>
                </a:lnTo>
                <a:lnTo>
                  <a:pt x="1063048" y="140996"/>
                </a:lnTo>
                <a:lnTo>
                  <a:pt x="1062500" y="140766"/>
                </a:lnTo>
                <a:lnTo>
                  <a:pt x="1061979" y="140516"/>
                </a:lnTo>
                <a:lnTo>
                  <a:pt x="1061483" y="140246"/>
                </a:lnTo>
                <a:lnTo>
                  <a:pt x="1061013" y="139955"/>
                </a:lnTo>
                <a:lnTo>
                  <a:pt x="1060569" y="139645"/>
                </a:lnTo>
                <a:lnTo>
                  <a:pt x="1060152" y="139315"/>
                </a:lnTo>
                <a:lnTo>
                  <a:pt x="1059760" y="138964"/>
                </a:lnTo>
                <a:lnTo>
                  <a:pt x="1059394" y="138594"/>
                </a:lnTo>
                <a:lnTo>
                  <a:pt x="1059054" y="138203"/>
                </a:lnTo>
                <a:lnTo>
                  <a:pt x="1058740" y="137793"/>
                </a:lnTo>
                <a:lnTo>
                  <a:pt x="1058451" y="137362"/>
                </a:lnTo>
                <a:lnTo>
                  <a:pt x="1058189" y="136912"/>
                </a:lnTo>
                <a:lnTo>
                  <a:pt x="1057953" y="136441"/>
                </a:lnTo>
                <a:lnTo>
                  <a:pt x="1057734" y="135952"/>
                </a:lnTo>
                <a:lnTo>
                  <a:pt x="1057525" y="135445"/>
                </a:lnTo>
                <a:lnTo>
                  <a:pt x="1057325" y="134921"/>
                </a:lnTo>
                <a:lnTo>
                  <a:pt x="1057134" y="134379"/>
                </a:lnTo>
                <a:lnTo>
                  <a:pt x="1056953" y="133820"/>
                </a:lnTo>
                <a:lnTo>
                  <a:pt x="1056780" y="133243"/>
                </a:lnTo>
                <a:lnTo>
                  <a:pt x="1056618" y="132648"/>
                </a:lnTo>
                <a:lnTo>
                  <a:pt x="1056464" y="132036"/>
                </a:lnTo>
                <a:lnTo>
                  <a:pt x="1056320" y="131406"/>
                </a:lnTo>
                <a:lnTo>
                  <a:pt x="1056185" y="130759"/>
                </a:lnTo>
                <a:lnTo>
                  <a:pt x="1056059" y="130094"/>
                </a:lnTo>
                <a:lnTo>
                  <a:pt x="1055943" y="129412"/>
                </a:lnTo>
                <a:lnTo>
                  <a:pt x="1055836" y="128712"/>
                </a:lnTo>
                <a:lnTo>
                  <a:pt x="1055738" y="127995"/>
                </a:lnTo>
                <a:lnTo>
                  <a:pt x="1055650" y="127260"/>
                </a:lnTo>
                <a:lnTo>
                  <a:pt x="1055571" y="126507"/>
                </a:lnTo>
                <a:lnTo>
                  <a:pt x="1055501" y="125737"/>
                </a:lnTo>
                <a:lnTo>
                  <a:pt x="1055440" y="124950"/>
                </a:lnTo>
                <a:lnTo>
                  <a:pt x="1055389" y="124145"/>
                </a:lnTo>
                <a:lnTo>
                  <a:pt x="1055347" y="123322"/>
                </a:lnTo>
                <a:lnTo>
                  <a:pt x="1055315" y="122482"/>
                </a:lnTo>
                <a:lnTo>
                  <a:pt x="1055292" y="121624"/>
                </a:lnTo>
                <a:lnTo>
                  <a:pt x="1055278" y="120749"/>
                </a:lnTo>
                <a:lnTo>
                  <a:pt x="1055273" y="119856"/>
                </a:lnTo>
                <a:lnTo>
                  <a:pt x="1055273" y="58502"/>
                </a:lnTo>
                <a:lnTo>
                  <a:pt x="1082642" y="58502"/>
                </a:lnTo>
                <a:lnTo>
                  <a:pt x="1082642" y="43107"/>
                </a:lnTo>
                <a:lnTo>
                  <a:pt x="1055273" y="43107"/>
                </a:lnTo>
                <a:lnTo>
                  <a:pt x="1055273" y="17676"/>
                </a:lnTo>
                <a:lnTo>
                  <a:pt x="1036342" y="17676"/>
                </a:lnTo>
                <a:lnTo>
                  <a:pt x="1036342" y="43107"/>
                </a:lnTo>
                <a:lnTo>
                  <a:pt x="1017754" y="43107"/>
                </a:lnTo>
                <a:lnTo>
                  <a:pt x="1017754" y="58502"/>
                </a:lnTo>
                <a:lnTo>
                  <a:pt x="1036342" y="58502"/>
                </a:lnTo>
                <a:lnTo>
                  <a:pt x="1036342" y="120397"/>
                </a:lnTo>
                <a:lnTo>
                  <a:pt x="1036347" y="121366"/>
                </a:lnTo>
                <a:lnTo>
                  <a:pt x="1036361" y="122323"/>
                </a:lnTo>
                <a:lnTo>
                  <a:pt x="1036384" y="123268"/>
                </a:lnTo>
                <a:lnTo>
                  <a:pt x="1036417" y="124202"/>
                </a:lnTo>
                <a:lnTo>
                  <a:pt x="1036459" y="125123"/>
                </a:lnTo>
                <a:lnTo>
                  <a:pt x="1036510" y="126034"/>
                </a:lnTo>
                <a:lnTo>
                  <a:pt x="1036570" y="126932"/>
                </a:lnTo>
                <a:lnTo>
                  <a:pt x="1036640" y="127819"/>
                </a:lnTo>
                <a:lnTo>
                  <a:pt x="1036719" y="128694"/>
                </a:lnTo>
                <a:lnTo>
                  <a:pt x="1036808" y="129557"/>
                </a:lnTo>
                <a:lnTo>
                  <a:pt x="1036905" y="130409"/>
                </a:lnTo>
                <a:lnTo>
                  <a:pt x="1037012" y="131249"/>
                </a:lnTo>
                <a:lnTo>
                  <a:pt x="1037129" y="132077"/>
                </a:lnTo>
                <a:lnTo>
                  <a:pt x="1037254" y="132894"/>
                </a:lnTo>
                <a:lnTo>
                  <a:pt x="1037389" y="133699"/>
                </a:lnTo>
                <a:lnTo>
                  <a:pt x="1037533" y="134492"/>
                </a:lnTo>
                <a:lnTo>
                  <a:pt x="1037687" y="135274"/>
                </a:lnTo>
                <a:lnTo>
                  <a:pt x="1037850" y="136044"/>
                </a:lnTo>
                <a:lnTo>
                  <a:pt x="1038022" y="136802"/>
                </a:lnTo>
                <a:lnTo>
                  <a:pt x="1038203" y="137549"/>
                </a:lnTo>
                <a:lnTo>
                  <a:pt x="1038394" y="138284"/>
                </a:lnTo>
                <a:lnTo>
                  <a:pt x="1038594" y="139007"/>
                </a:lnTo>
                <a:lnTo>
                  <a:pt x="1038804" y="139719"/>
                </a:lnTo>
                <a:lnTo>
                  <a:pt x="1039022" y="140419"/>
                </a:lnTo>
                <a:lnTo>
                  <a:pt x="1039253" y="141106"/>
                </a:lnTo>
                <a:lnTo>
                  <a:pt x="1039500" y="141779"/>
                </a:lnTo>
                <a:lnTo>
                  <a:pt x="1039763" y="142439"/>
                </a:lnTo>
                <a:lnTo>
                  <a:pt x="1040041" y="143085"/>
                </a:lnTo>
                <a:lnTo>
                  <a:pt x="1040334" y="143718"/>
                </a:lnTo>
                <a:lnTo>
                  <a:pt x="1040644" y="144338"/>
                </a:lnTo>
                <a:lnTo>
                  <a:pt x="1040969" y="144943"/>
                </a:lnTo>
                <a:lnTo>
                  <a:pt x="1041309" y="145536"/>
                </a:lnTo>
                <a:lnTo>
                  <a:pt x="1041666" y="146115"/>
                </a:lnTo>
                <a:lnTo>
                  <a:pt x="1042038" y="146680"/>
                </a:lnTo>
                <a:lnTo>
                  <a:pt x="1042425" y="147232"/>
                </a:lnTo>
                <a:lnTo>
                  <a:pt x="1042828" y="147770"/>
                </a:lnTo>
                <a:lnTo>
                  <a:pt x="1043247" y="148294"/>
                </a:lnTo>
                <a:lnTo>
                  <a:pt x="1043682" y="148806"/>
                </a:lnTo>
                <a:lnTo>
                  <a:pt x="1044132" y="149303"/>
                </a:lnTo>
                <a:lnTo>
                  <a:pt x="1044598" y="149787"/>
                </a:lnTo>
                <a:lnTo>
                  <a:pt x="1045079" y="150258"/>
                </a:lnTo>
                <a:lnTo>
                  <a:pt x="1045576" y="150715"/>
                </a:lnTo>
                <a:lnTo>
                  <a:pt x="1046089" y="151158"/>
                </a:lnTo>
                <a:lnTo>
                  <a:pt x="1046617" y="151588"/>
                </a:lnTo>
                <a:lnTo>
                  <a:pt x="1047161" y="152005"/>
                </a:lnTo>
                <a:lnTo>
                  <a:pt x="1047721" y="152408"/>
                </a:lnTo>
                <a:lnTo>
                  <a:pt x="1048296" y="152797"/>
                </a:lnTo>
                <a:lnTo>
                  <a:pt x="1048887" y="153173"/>
                </a:lnTo>
                <a:lnTo>
                  <a:pt x="1049496" y="153535"/>
                </a:lnTo>
                <a:lnTo>
                  <a:pt x="1050128" y="153881"/>
                </a:lnTo>
                <a:lnTo>
                  <a:pt x="1050781" y="154211"/>
                </a:lnTo>
                <a:lnTo>
                  <a:pt x="1051456" y="154527"/>
                </a:lnTo>
                <a:lnTo>
                  <a:pt x="1052152" y="154827"/>
                </a:lnTo>
                <a:lnTo>
                  <a:pt x="1052871" y="155111"/>
                </a:lnTo>
                <a:lnTo>
                  <a:pt x="1053611" y="155380"/>
                </a:lnTo>
                <a:lnTo>
                  <a:pt x="1054373" y="155634"/>
                </a:lnTo>
                <a:lnTo>
                  <a:pt x="1055157" y="155873"/>
                </a:lnTo>
                <a:lnTo>
                  <a:pt x="1055963" y="156096"/>
                </a:lnTo>
                <a:lnTo>
                  <a:pt x="1056790" y="156303"/>
                </a:lnTo>
                <a:lnTo>
                  <a:pt x="1057639" y="156496"/>
                </a:lnTo>
                <a:lnTo>
                  <a:pt x="1058510" y="156672"/>
                </a:lnTo>
                <a:lnTo>
                  <a:pt x="1059403" y="156834"/>
                </a:lnTo>
                <a:lnTo>
                  <a:pt x="1060317" y="156980"/>
                </a:lnTo>
                <a:lnTo>
                  <a:pt x="1061254" y="157111"/>
                </a:lnTo>
                <a:lnTo>
                  <a:pt x="1062212" y="157226"/>
                </a:lnTo>
                <a:lnTo>
                  <a:pt x="1063192" y="157326"/>
                </a:lnTo>
                <a:lnTo>
                  <a:pt x="1064193" y="157411"/>
                </a:lnTo>
                <a:lnTo>
                  <a:pt x="1065217" y="157480"/>
                </a:lnTo>
                <a:lnTo>
                  <a:pt x="1066262" y="157534"/>
                </a:lnTo>
                <a:lnTo>
                  <a:pt x="1067329" y="157572"/>
                </a:lnTo>
                <a:lnTo>
                  <a:pt x="1068417" y="157595"/>
                </a:lnTo>
                <a:lnTo>
                  <a:pt x="1069528" y="157603"/>
                </a:lnTo>
                <a:lnTo>
                  <a:pt x="1082871" y="157603"/>
                </a:lnTo>
                <a:lnTo>
                  <a:pt x="1082871" y="142208"/>
                </a:lnTo>
                <a:lnTo>
                  <a:pt x="1070782" y="142208"/>
                </a:lnTo>
                <a:lnTo>
                  <a:pt x="1069949" y="142198"/>
                </a:lnTo>
                <a:close/>
                <a:moveTo>
                  <a:pt x="1265094" y="142168"/>
                </a:moveTo>
                <a:lnTo>
                  <a:pt x="1264313" y="142117"/>
                </a:lnTo>
                <a:lnTo>
                  <a:pt x="1263558" y="142047"/>
                </a:lnTo>
                <a:lnTo>
                  <a:pt x="1262829" y="141957"/>
                </a:lnTo>
                <a:lnTo>
                  <a:pt x="1262126" y="141847"/>
                </a:lnTo>
                <a:lnTo>
                  <a:pt x="1261449" y="141717"/>
                </a:lnTo>
                <a:lnTo>
                  <a:pt x="1260798" y="141567"/>
                </a:lnTo>
                <a:lnTo>
                  <a:pt x="1260172" y="141397"/>
                </a:lnTo>
                <a:lnTo>
                  <a:pt x="1259573" y="141207"/>
                </a:lnTo>
                <a:lnTo>
                  <a:pt x="1258999" y="140996"/>
                </a:lnTo>
                <a:lnTo>
                  <a:pt x="1258452" y="140766"/>
                </a:lnTo>
                <a:lnTo>
                  <a:pt x="1257930" y="140516"/>
                </a:lnTo>
                <a:lnTo>
                  <a:pt x="1257435" y="140246"/>
                </a:lnTo>
                <a:lnTo>
                  <a:pt x="1256965" y="139955"/>
                </a:lnTo>
                <a:lnTo>
                  <a:pt x="1256521" y="139645"/>
                </a:lnTo>
                <a:lnTo>
                  <a:pt x="1256103" y="139315"/>
                </a:lnTo>
                <a:lnTo>
                  <a:pt x="1255711" y="138964"/>
                </a:lnTo>
                <a:lnTo>
                  <a:pt x="1255345" y="138594"/>
                </a:lnTo>
                <a:lnTo>
                  <a:pt x="1255005" y="138203"/>
                </a:lnTo>
                <a:lnTo>
                  <a:pt x="1254691" y="137793"/>
                </a:lnTo>
                <a:lnTo>
                  <a:pt x="1254403" y="137362"/>
                </a:lnTo>
                <a:lnTo>
                  <a:pt x="1254141" y="136912"/>
                </a:lnTo>
                <a:lnTo>
                  <a:pt x="1253904" y="136441"/>
                </a:lnTo>
                <a:lnTo>
                  <a:pt x="1253686" y="135952"/>
                </a:lnTo>
                <a:lnTo>
                  <a:pt x="1253476" y="135445"/>
                </a:lnTo>
                <a:lnTo>
                  <a:pt x="1253276" y="134921"/>
                </a:lnTo>
                <a:lnTo>
                  <a:pt x="1253086" y="134379"/>
                </a:lnTo>
                <a:lnTo>
                  <a:pt x="1252904" y="133820"/>
                </a:lnTo>
                <a:lnTo>
                  <a:pt x="1252732" y="133243"/>
                </a:lnTo>
                <a:lnTo>
                  <a:pt x="1252569" y="132648"/>
                </a:lnTo>
                <a:lnTo>
                  <a:pt x="1252416" y="132036"/>
                </a:lnTo>
                <a:lnTo>
                  <a:pt x="1252271" y="131406"/>
                </a:lnTo>
                <a:lnTo>
                  <a:pt x="1252136" y="130759"/>
                </a:lnTo>
                <a:lnTo>
                  <a:pt x="1252011" y="130094"/>
                </a:lnTo>
                <a:lnTo>
                  <a:pt x="1251895" y="129412"/>
                </a:lnTo>
                <a:lnTo>
                  <a:pt x="1251788" y="128712"/>
                </a:lnTo>
                <a:lnTo>
                  <a:pt x="1251690" y="127995"/>
                </a:lnTo>
                <a:lnTo>
                  <a:pt x="1251601" y="127260"/>
                </a:lnTo>
                <a:lnTo>
                  <a:pt x="1251522" y="126507"/>
                </a:lnTo>
                <a:lnTo>
                  <a:pt x="1251453" y="125737"/>
                </a:lnTo>
                <a:lnTo>
                  <a:pt x="1251392" y="124950"/>
                </a:lnTo>
                <a:lnTo>
                  <a:pt x="1251341" y="124145"/>
                </a:lnTo>
                <a:lnTo>
                  <a:pt x="1251299" y="123322"/>
                </a:lnTo>
                <a:lnTo>
                  <a:pt x="1251266" y="122482"/>
                </a:lnTo>
                <a:lnTo>
                  <a:pt x="1251243" y="121624"/>
                </a:lnTo>
                <a:lnTo>
                  <a:pt x="1251229" y="120749"/>
                </a:lnTo>
                <a:lnTo>
                  <a:pt x="1251225" y="119856"/>
                </a:lnTo>
                <a:lnTo>
                  <a:pt x="1251225" y="58502"/>
                </a:lnTo>
                <a:lnTo>
                  <a:pt x="1278594" y="58502"/>
                </a:lnTo>
                <a:lnTo>
                  <a:pt x="1278594" y="43107"/>
                </a:lnTo>
                <a:lnTo>
                  <a:pt x="1251225" y="43107"/>
                </a:lnTo>
                <a:lnTo>
                  <a:pt x="1251225" y="17676"/>
                </a:lnTo>
                <a:lnTo>
                  <a:pt x="1232294" y="17676"/>
                </a:lnTo>
                <a:lnTo>
                  <a:pt x="1232294" y="43107"/>
                </a:lnTo>
                <a:lnTo>
                  <a:pt x="1213705" y="43107"/>
                </a:lnTo>
                <a:lnTo>
                  <a:pt x="1213705" y="58502"/>
                </a:lnTo>
                <a:lnTo>
                  <a:pt x="1232294" y="58502"/>
                </a:lnTo>
                <a:lnTo>
                  <a:pt x="1232294" y="120397"/>
                </a:lnTo>
                <a:lnTo>
                  <a:pt x="1232299" y="121366"/>
                </a:lnTo>
                <a:lnTo>
                  <a:pt x="1232313" y="122323"/>
                </a:lnTo>
                <a:lnTo>
                  <a:pt x="1232336" y="123268"/>
                </a:lnTo>
                <a:lnTo>
                  <a:pt x="1232368" y="124202"/>
                </a:lnTo>
                <a:lnTo>
                  <a:pt x="1232410" y="125123"/>
                </a:lnTo>
                <a:lnTo>
                  <a:pt x="1232461" y="126034"/>
                </a:lnTo>
                <a:lnTo>
                  <a:pt x="1232522" y="126932"/>
                </a:lnTo>
                <a:lnTo>
                  <a:pt x="1232592" y="127819"/>
                </a:lnTo>
                <a:lnTo>
                  <a:pt x="1232671" y="128694"/>
                </a:lnTo>
                <a:lnTo>
                  <a:pt x="1232759" y="129557"/>
                </a:lnTo>
                <a:lnTo>
                  <a:pt x="1232857" y="130409"/>
                </a:lnTo>
                <a:lnTo>
                  <a:pt x="1232964" y="131249"/>
                </a:lnTo>
                <a:lnTo>
                  <a:pt x="1233080" y="132077"/>
                </a:lnTo>
                <a:lnTo>
                  <a:pt x="1233206" y="132894"/>
                </a:lnTo>
                <a:lnTo>
                  <a:pt x="1233341" y="133699"/>
                </a:lnTo>
                <a:lnTo>
                  <a:pt x="1233485" y="134492"/>
                </a:lnTo>
                <a:lnTo>
                  <a:pt x="1233639" y="135274"/>
                </a:lnTo>
                <a:lnTo>
                  <a:pt x="1233801" y="136044"/>
                </a:lnTo>
                <a:lnTo>
                  <a:pt x="1233974" y="136802"/>
                </a:lnTo>
                <a:lnTo>
                  <a:pt x="1234155" y="137549"/>
                </a:lnTo>
                <a:lnTo>
                  <a:pt x="1234346" y="138284"/>
                </a:lnTo>
                <a:lnTo>
                  <a:pt x="1234546" y="139007"/>
                </a:lnTo>
                <a:lnTo>
                  <a:pt x="1234755" y="139719"/>
                </a:lnTo>
                <a:lnTo>
                  <a:pt x="1234974" y="140419"/>
                </a:lnTo>
                <a:lnTo>
                  <a:pt x="1235205" y="141106"/>
                </a:lnTo>
                <a:lnTo>
                  <a:pt x="1235452" y="141779"/>
                </a:lnTo>
                <a:lnTo>
                  <a:pt x="1235714" y="142439"/>
                </a:lnTo>
                <a:lnTo>
                  <a:pt x="1235992" y="143085"/>
                </a:lnTo>
                <a:lnTo>
                  <a:pt x="1236286" y="143718"/>
                </a:lnTo>
                <a:lnTo>
                  <a:pt x="1236595" y="144338"/>
                </a:lnTo>
                <a:lnTo>
                  <a:pt x="1236920" y="144943"/>
                </a:lnTo>
                <a:lnTo>
                  <a:pt x="1237261" y="145536"/>
                </a:lnTo>
                <a:lnTo>
                  <a:pt x="1237617" y="146115"/>
                </a:lnTo>
                <a:lnTo>
                  <a:pt x="1237989" y="146680"/>
                </a:lnTo>
                <a:lnTo>
                  <a:pt x="1238377" y="147232"/>
                </a:lnTo>
                <a:lnTo>
                  <a:pt x="1238780" y="147770"/>
                </a:lnTo>
                <a:lnTo>
                  <a:pt x="1239199" y="148294"/>
                </a:lnTo>
                <a:lnTo>
                  <a:pt x="1239633" y="148806"/>
                </a:lnTo>
                <a:lnTo>
                  <a:pt x="1240083" y="149303"/>
                </a:lnTo>
                <a:lnTo>
                  <a:pt x="1240549" y="149787"/>
                </a:lnTo>
                <a:lnTo>
                  <a:pt x="1241031" y="150258"/>
                </a:lnTo>
                <a:lnTo>
                  <a:pt x="1241528" y="150715"/>
                </a:lnTo>
                <a:lnTo>
                  <a:pt x="1242040" y="151158"/>
                </a:lnTo>
                <a:lnTo>
                  <a:pt x="1242569" y="151588"/>
                </a:lnTo>
                <a:lnTo>
                  <a:pt x="1243113" y="152005"/>
                </a:lnTo>
                <a:lnTo>
                  <a:pt x="1243672" y="152408"/>
                </a:lnTo>
                <a:lnTo>
                  <a:pt x="1244247" y="152797"/>
                </a:lnTo>
                <a:lnTo>
                  <a:pt x="1244838" y="153173"/>
                </a:lnTo>
                <a:lnTo>
                  <a:pt x="1245448" y="153535"/>
                </a:lnTo>
                <a:lnTo>
                  <a:pt x="1246079" y="153881"/>
                </a:lnTo>
                <a:lnTo>
                  <a:pt x="1246732" y="154211"/>
                </a:lnTo>
                <a:lnTo>
                  <a:pt x="1247407" y="154527"/>
                </a:lnTo>
                <a:lnTo>
                  <a:pt x="1248104" y="154827"/>
                </a:lnTo>
                <a:lnTo>
                  <a:pt x="1248823" y="155111"/>
                </a:lnTo>
                <a:lnTo>
                  <a:pt x="1249563" y="155380"/>
                </a:lnTo>
                <a:lnTo>
                  <a:pt x="1250325" y="155634"/>
                </a:lnTo>
                <a:lnTo>
                  <a:pt x="1251109" y="155873"/>
                </a:lnTo>
                <a:lnTo>
                  <a:pt x="1251914" y="156096"/>
                </a:lnTo>
                <a:lnTo>
                  <a:pt x="1252742" y="156303"/>
                </a:lnTo>
                <a:lnTo>
                  <a:pt x="1253591" y="156496"/>
                </a:lnTo>
                <a:lnTo>
                  <a:pt x="1254462" y="156672"/>
                </a:lnTo>
                <a:lnTo>
                  <a:pt x="1255355" y="156834"/>
                </a:lnTo>
                <a:lnTo>
                  <a:pt x="1256269" y="156980"/>
                </a:lnTo>
                <a:lnTo>
                  <a:pt x="1257205" y="157111"/>
                </a:lnTo>
                <a:lnTo>
                  <a:pt x="1258163" y="157226"/>
                </a:lnTo>
                <a:lnTo>
                  <a:pt x="1259143" y="157326"/>
                </a:lnTo>
                <a:lnTo>
                  <a:pt x="1260145" y="157411"/>
                </a:lnTo>
                <a:lnTo>
                  <a:pt x="1261168" y="157480"/>
                </a:lnTo>
                <a:lnTo>
                  <a:pt x="1262213" y="157534"/>
                </a:lnTo>
                <a:lnTo>
                  <a:pt x="1263280" y="157572"/>
                </a:lnTo>
                <a:lnTo>
                  <a:pt x="1264369" y="157595"/>
                </a:lnTo>
                <a:lnTo>
                  <a:pt x="1265480" y="157603"/>
                </a:lnTo>
                <a:lnTo>
                  <a:pt x="1278822" y="157603"/>
                </a:lnTo>
                <a:lnTo>
                  <a:pt x="1278822" y="142208"/>
                </a:lnTo>
                <a:lnTo>
                  <a:pt x="1266734" y="142208"/>
                </a:lnTo>
                <a:lnTo>
                  <a:pt x="1265901" y="142198"/>
                </a:lnTo>
                <a:lnTo>
                  <a:pt x="1265094" y="142168"/>
                </a:lnTo>
                <a:close/>
                <a:moveTo>
                  <a:pt x="920420" y="74124"/>
                </a:moveTo>
                <a:lnTo>
                  <a:pt x="920887" y="73555"/>
                </a:lnTo>
                <a:lnTo>
                  <a:pt x="921367" y="72990"/>
                </a:lnTo>
                <a:lnTo>
                  <a:pt x="921858" y="72429"/>
                </a:lnTo>
                <a:lnTo>
                  <a:pt x="922360" y="71872"/>
                </a:lnTo>
                <a:lnTo>
                  <a:pt x="922874" y="71318"/>
                </a:lnTo>
                <a:lnTo>
                  <a:pt x="923399" y="70769"/>
                </a:lnTo>
                <a:lnTo>
                  <a:pt x="923936" y="70224"/>
                </a:lnTo>
                <a:lnTo>
                  <a:pt x="924484" y="69682"/>
                </a:lnTo>
                <a:lnTo>
                  <a:pt x="925044" y="69145"/>
                </a:lnTo>
                <a:lnTo>
                  <a:pt x="925615" y="68611"/>
                </a:lnTo>
                <a:lnTo>
                  <a:pt x="926197" y="68081"/>
                </a:lnTo>
                <a:lnTo>
                  <a:pt x="926792" y="67555"/>
                </a:lnTo>
                <a:lnTo>
                  <a:pt x="927397" y="67034"/>
                </a:lnTo>
                <a:lnTo>
                  <a:pt x="928014" y="66516"/>
                </a:lnTo>
                <a:lnTo>
                  <a:pt x="928643" y="66002"/>
                </a:lnTo>
                <a:lnTo>
                  <a:pt x="929283" y="65492"/>
                </a:lnTo>
                <a:lnTo>
                  <a:pt x="929935" y="64985"/>
                </a:lnTo>
                <a:lnTo>
                  <a:pt x="930598" y="64483"/>
                </a:lnTo>
                <a:lnTo>
                  <a:pt x="931272" y="63985"/>
                </a:lnTo>
                <a:lnTo>
                  <a:pt x="931958" y="63490"/>
                </a:lnTo>
                <a:lnTo>
                  <a:pt x="932656" y="63000"/>
                </a:lnTo>
                <a:lnTo>
                  <a:pt x="933366" y="62521"/>
                </a:lnTo>
                <a:lnTo>
                  <a:pt x="934090" y="62063"/>
                </a:lnTo>
                <a:lnTo>
                  <a:pt x="934828" y="61625"/>
                </a:lnTo>
                <a:lnTo>
                  <a:pt x="935580" y="61207"/>
                </a:lnTo>
                <a:lnTo>
                  <a:pt x="936345" y="60810"/>
                </a:lnTo>
                <a:lnTo>
                  <a:pt x="937125" y="60434"/>
                </a:lnTo>
                <a:lnTo>
                  <a:pt x="937918" y="60077"/>
                </a:lnTo>
                <a:lnTo>
                  <a:pt x="938725" y="59741"/>
                </a:lnTo>
                <a:lnTo>
                  <a:pt x="939546" y="59425"/>
                </a:lnTo>
                <a:lnTo>
                  <a:pt x="940381" y="59130"/>
                </a:lnTo>
                <a:lnTo>
                  <a:pt x="941230" y="58855"/>
                </a:lnTo>
                <a:lnTo>
                  <a:pt x="942093" y="58600"/>
                </a:lnTo>
                <a:lnTo>
                  <a:pt x="942969" y="58366"/>
                </a:lnTo>
                <a:lnTo>
                  <a:pt x="943859" y="58152"/>
                </a:lnTo>
                <a:lnTo>
                  <a:pt x="944764" y="57959"/>
                </a:lnTo>
                <a:lnTo>
                  <a:pt x="945682" y="57786"/>
                </a:lnTo>
                <a:lnTo>
                  <a:pt x="946614" y="57633"/>
                </a:lnTo>
                <a:lnTo>
                  <a:pt x="947559" y="57501"/>
                </a:lnTo>
                <a:lnTo>
                  <a:pt x="948519" y="57389"/>
                </a:lnTo>
                <a:lnTo>
                  <a:pt x="949492" y="57297"/>
                </a:lnTo>
                <a:lnTo>
                  <a:pt x="950480" y="57226"/>
                </a:lnTo>
                <a:lnTo>
                  <a:pt x="951481" y="57175"/>
                </a:lnTo>
                <a:lnTo>
                  <a:pt x="952496" y="57144"/>
                </a:lnTo>
                <a:lnTo>
                  <a:pt x="953525" y="57134"/>
                </a:lnTo>
                <a:lnTo>
                  <a:pt x="954212" y="57140"/>
                </a:lnTo>
                <a:lnTo>
                  <a:pt x="954885" y="57160"/>
                </a:lnTo>
                <a:lnTo>
                  <a:pt x="955545" y="57192"/>
                </a:lnTo>
                <a:lnTo>
                  <a:pt x="956191" y="57238"/>
                </a:lnTo>
                <a:lnTo>
                  <a:pt x="956823" y="57296"/>
                </a:lnTo>
                <a:lnTo>
                  <a:pt x="957442" y="57367"/>
                </a:lnTo>
                <a:lnTo>
                  <a:pt x="958047" y="57451"/>
                </a:lnTo>
                <a:lnTo>
                  <a:pt x="958638" y="57549"/>
                </a:lnTo>
                <a:lnTo>
                  <a:pt x="959215" y="57659"/>
                </a:lnTo>
                <a:lnTo>
                  <a:pt x="959779" y="57782"/>
                </a:lnTo>
                <a:lnTo>
                  <a:pt x="960330" y="57918"/>
                </a:lnTo>
                <a:lnTo>
                  <a:pt x="960866" y="58067"/>
                </a:lnTo>
                <a:lnTo>
                  <a:pt x="961389" y="58229"/>
                </a:lnTo>
                <a:lnTo>
                  <a:pt x="961899" y="58404"/>
                </a:lnTo>
                <a:lnTo>
                  <a:pt x="962394" y="58591"/>
                </a:lnTo>
                <a:lnTo>
                  <a:pt x="962876" y="58792"/>
                </a:lnTo>
                <a:lnTo>
                  <a:pt x="963345" y="59006"/>
                </a:lnTo>
                <a:lnTo>
                  <a:pt x="963799" y="59233"/>
                </a:lnTo>
                <a:lnTo>
                  <a:pt x="964240" y="59472"/>
                </a:lnTo>
                <a:lnTo>
                  <a:pt x="964668" y="59725"/>
                </a:lnTo>
                <a:lnTo>
                  <a:pt x="965081" y="59991"/>
                </a:lnTo>
                <a:lnTo>
                  <a:pt x="965481" y="60269"/>
                </a:lnTo>
                <a:lnTo>
                  <a:pt x="965868" y="60561"/>
                </a:lnTo>
                <a:lnTo>
                  <a:pt x="966240" y="60865"/>
                </a:lnTo>
                <a:lnTo>
                  <a:pt x="966602" y="61181"/>
                </a:lnTo>
                <a:lnTo>
                  <a:pt x="966954" y="61506"/>
                </a:lnTo>
                <a:lnTo>
                  <a:pt x="967296" y="61842"/>
                </a:lnTo>
                <a:lnTo>
                  <a:pt x="967630" y="62186"/>
                </a:lnTo>
                <a:lnTo>
                  <a:pt x="967954" y="62541"/>
                </a:lnTo>
                <a:lnTo>
                  <a:pt x="968268" y="62905"/>
                </a:lnTo>
                <a:lnTo>
                  <a:pt x="968574" y="63279"/>
                </a:lnTo>
                <a:lnTo>
                  <a:pt x="968870" y="63662"/>
                </a:lnTo>
                <a:lnTo>
                  <a:pt x="969157" y="64055"/>
                </a:lnTo>
                <a:lnTo>
                  <a:pt x="969434" y="64458"/>
                </a:lnTo>
                <a:lnTo>
                  <a:pt x="969702" y="64871"/>
                </a:lnTo>
                <a:lnTo>
                  <a:pt x="969961" y="65293"/>
                </a:lnTo>
                <a:lnTo>
                  <a:pt x="970211" y="65725"/>
                </a:lnTo>
                <a:lnTo>
                  <a:pt x="970451" y="66167"/>
                </a:lnTo>
                <a:lnTo>
                  <a:pt x="970682" y="66618"/>
                </a:lnTo>
                <a:lnTo>
                  <a:pt x="970903" y="67079"/>
                </a:lnTo>
                <a:lnTo>
                  <a:pt x="971116" y="67549"/>
                </a:lnTo>
                <a:lnTo>
                  <a:pt x="971319" y="68030"/>
                </a:lnTo>
                <a:lnTo>
                  <a:pt x="971513" y="68520"/>
                </a:lnTo>
                <a:lnTo>
                  <a:pt x="971697" y="69019"/>
                </a:lnTo>
                <a:lnTo>
                  <a:pt x="971872" y="69529"/>
                </a:lnTo>
                <a:lnTo>
                  <a:pt x="972038" y="70047"/>
                </a:lnTo>
                <a:lnTo>
                  <a:pt x="972194" y="70576"/>
                </a:lnTo>
                <a:lnTo>
                  <a:pt x="972342" y="71114"/>
                </a:lnTo>
                <a:lnTo>
                  <a:pt x="972481" y="71661"/>
                </a:lnTo>
                <a:lnTo>
                  <a:pt x="972615" y="72213"/>
                </a:lnTo>
                <a:lnTo>
                  <a:pt x="972743" y="72773"/>
                </a:lnTo>
                <a:lnTo>
                  <a:pt x="972864" y="73339"/>
                </a:lnTo>
                <a:lnTo>
                  <a:pt x="972980" y="73911"/>
                </a:lnTo>
                <a:lnTo>
                  <a:pt x="973090" y="74490"/>
                </a:lnTo>
                <a:lnTo>
                  <a:pt x="973194" y="75076"/>
                </a:lnTo>
                <a:lnTo>
                  <a:pt x="973292" y="75669"/>
                </a:lnTo>
                <a:lnTo>
                  <a:pt x="973384" y="76267"/>
                </a:lnTo>
                <a:lnTo>
                  <a:pt x="973470" y="76873"/>
                </a:lnTo>
                <a:lnTo>
                  <a:pt x="973550" y="77485"/>
                </a:lnTo>
                <a:lnTo>
                  <a:pt x="973625" y="78104"/>
                </a:lnTo>
                <a:lnTo>
                  <a:pt x="973693" y="78729"/>
                </a:lnTo>
                <a:lnTo>
                  <a:pt x="973755" y="79361"/>
                </a:lnTo>
                <a:lnTo>
                  <a:pt x="973812" y="80000"/>
                </a:lnTo>
                <a:lnTo>
                  <a:pt x="973862" y="80645"/>
                </a:lnTo>
                <a:lnTo>
                  <a:pt x="973907" y="81296"/>
                </a:lnTo>
                <a:lnTo>
                  <a:pt x="973945" y="81955"/>
                </a:lnTo>
                <a:lnTo>
                  <a:pt x="973978" y="82620"/>
                </a:lnTo>
                <a:lnTo>
                  <a:pt x="974005" y="83291"/>
                </a:lnTo>
                <a:lnTo>
                  <a:pt x="974025" y="83969"/>
                </a:lnTo>
                <a:lnTo>
                  <a:pt x="974040" y="84654"/>
                </a:lnTo>
                <a:lnTo>
                  <a:pt x="974049" y="85345"/>
                </a:lnTo>
                <a:lnTo>
                  <a:pt x="974052" y="86043"/>
                </a:lnTo>
                <a:lnTo>
                  <a:pt x="974052" y="157603"/>
                </a:lnTo>
                <a:lnTo>
                  <a:pt x="993097" y="157603"/>
                </a:lnTo>
                <a:lnTo>
                  <a:pt x="993097" y="83595"/>
                </a:lnTo>
                <a:lnTo>
                  <a:pt x="993082" y="81931"/>
                </a:lnTo>
                <a:lnTo>
                  <a:pt x="993039" y="80299"/>
                </a:lnTo>
                <a:lnTo>
                  <a:pt x="992967" y="78697"/>
                </a:lnTo>
                <a:lnTo>
                  <a:pt x="992866" y="77128"/>
                </a:lnTo>
                <a:lnTo>
                  <a:pt x="992736" y="75589"/>
                </a:lnTo>
                <a:lnTo>
                  <a:pt x="992577" y="74082"/>
                </a:lnTo>
                <a:lnTo>
                  <a:pt x="992389" y="72606"/>
                </a:lnTo>
                <a:lnTo>
                  <a:pt x="992172" y="71161"/>
                </a:lnTo>
                <a:lnTo>
                  <a:pt x="991926" y="69748"/>
                </a:lnTo>
                <a:lnTo>
                  <a:pt x="991652" y="68366"/>
                </a:lnTo>
                <a:lnTo>
                  <a:pt x="991348" y="67015"/>
                </a:lnTo>
                <a:lnTo>
                  <a:pt x="991016" y="65696"/>
                </a:lnTo>
                <a:lnTo>
                  <a:pt x="990654" y="64408"/>
                </a:lnTo>
                <a:lnTo>
                  <a:pt x="990264" y="63151"/>
                </a:lnTo>
                <a:lnTo>
                  <a:pt x="989845" y="61925"/>
                </a:lnTo>
                <a:lnTo>
                  <a:pt x="989397" y="60731"/>
                </a:lnTo>
                <a:lnTo>
                  <a:pt x="988920" y="59568"/>
                </a:lnTo>
                <a:lnTo>
                  <a:pt x="988414" y="58437"/>
                </a:lnTo>
                <a:lnTo>
                  <a:pt x="987879" y="57337"/>
                </a:lnTo>
                <a:lnTo>
                  <a:pt x="987316" y="56268"/>
                </a:lnTo>
                <a:lnTo>
                  <a:pt x="986723" y="55230"/>
                </a:lnTo>
                <a:lnTo>
                  <a:pt x="986102" y="54224"/>
                </a:lnTo>
                <a:lnTo>
                  <a:pt x="985451" y="53249"/>
                </a:lnTo>
                <a:lnTo>
                  <a:pt x="984772" y="52305"/>
                </a:lnTo>
                <a:lnTo>
                  <a:pt x="984061" y="51396"/>
                </a:lnTo>
                <a:lnTo>
                  <a:pt x="983316" y="50526"/>
                </a:lnTo>
                <a:lnTo>
                  <a:pt x="982536" y="49695"/>
                </a:lnTo>
                <a:lnTo>
                  <a:pt x="981721" y="48902"/>
                </a:lnTo>
                <a:lnTo>
                  <a:pt x="980873" y="48148"/>
                </a:lnTo>
                <a:lnTo>
                  <a:pt x="979989" y="47433"/>
                </a:lnTo>
                <a:lnTo>
                  <a:pt x="979072" y="46756"/>
                </a:lnTo>
                <a:lnTo>
                  <a:pt x="978120" y="46118"/>
                </a:lnTo>
                <a:lnTo>
                  <a:pt x="977133" y="45519"/>
                </a:lnTo>
                <a:lnTo>
                  <a:pt x="976112" y="44958"/>
                </a:lnTo>
                <a:lnTo>
                  <a:pt x="975057" y="44436"/>
                </a:lnTo>
                <a:lnTo>
                  <a:pt x="973967" y="43953"/>
                </a:lnTo>
                <a:lnTo>
                  <a:pt x="972842" y="43508"/>
                </a:lnTo>
                <a:lnTo>
                  <a:pt x="971684" y="43102"/>
                </a:lnTo>
                <a:lnTo>
                  <a:pt x="970490" y="42734"/>
                </a:lnTo>
                <a:lnTo>
                  <a:pt x="969263" y="42406"/>
                </a:lnTo>
                <a:lnTo>
                  <a:pt x="968000" y="42116"/>
                </a:lnTo>
                <a:lnTo>
                  <a:pt x="966704" y="41864"/>
                </a:lnTo>
                <a:lnTo>
                  <a:pt x="965373" y="41652"/>
                </a:lnTo>
                <a:lnTo>
                  <a:pt x="964007" y="41478"/>
                </a:lnTo>
                <a:lnTo>
                  <a:pt x="962607" y="41342"/>
                </a:lnTo>
                <a:lnTo>
                  <a:pt x="961173" y="41246"/>
                </a:lnTo>
                <a:lnTo>
                  <a:pt x="959704" y="41188"/>
                </a:lnTo>
                <a:lnTo>
                  <a:pt x="958201" y="41168"/>
                </a:lnTo>
                <a:lnTo>
                  <a:pt x="956965" y="41179"/>
                </a:lnTo>
                <a:lnTo>
                  <a:pt x="955748" y="41210"/>
                </a:lnTo>
                <a:lnTo>
                  <a:pt x="954550" y="41262"/>
                </a:lnTo>
                <a:lnTo>
                  <a:pt x="953370" y="41335"/>
                </a:lnTo>
                <a:lnTo>
                  <a:pt x="952209" y="41428"/>
                </a:lnTo>
                <a:lnTo>
                  <a:pt x="951066" y="41543"/>
                </a:lnTo>
                <a:lnTo>
                  <a:pt x="949942" y="41678"/>
                </a:lnTo>
                <a:lnTo>
                  <a:pt x="948837" y="41834"/>
                </a:lnTo>
                <a:lnTo>
                  <a:pt x="947750" y="42010"/>
                </a:lnTo>
                <a:lnTo>
                  <a:pt x="946682" y="42208"/>
                </a:lnTo>
                <a:lnTo>
                  <a:pt x="945632" y="42426"/>
                </a:lnTo>
                <a:lnTo>
                  <a:pt x="944601" y="42665"/>
                </a:lnTo>
                <a:lnTo>
                  <a:pt x="943589" y="42925"/>
                </a:lnTo>
                <a:lnTo>
                  <a:pt x="942595" y="43206"/>
                </a:lnTo>
                <a:lnTo>
                  <a:pt x="941620" y="43507"/>
                </a:lnTo>
                <a:lnTo>
                  <a:pt x="940664" y="43829"/>
                </a:lnTo>
                <a:lnTo>
                  <a:pt x="939726" y="44172"/>
                </a:lnTo>
                <a:lnTo>
                  <a:pt x="938807" y="44536"/>
                </a:lnTo>
                <a:lnTo>
                  <a:pt x="937906" y="44921"/>
                </a:lnTo>
                <a:lnTo>
                  <a:pt x="937024" y="45326"/>
                </a:lnTo>
                <a:lnTo>
                  <a:pt x="936161" y="45752"/>
                </a:lnTo>
                <a:lnTo>
                  <a:pt x="935316" y="46199"/>
                </a:lnTo>
                <a:lnTo>
                  <a:pt x="934490" y="46667"/>
                </a:lnTo>
                <a:lnTo>
                  <a:pt x="933682" y="47155"/>
                </a:lnTo>
                <a:lnTo>
                  <a:pt x="932892" y="47656"/>
                </a:lnTo>
                <a:lnTo>
                  <a:pt x="932116" y="48158"/>
                </a:lnTo>
                <a:lnTo>
                  <a:pt x="931357" y="48664"/>
                </a:lnTo>
                <a:lnTo>
                  <a:pt x="930613" y="49172"/>
                </a:lnTo>
                <a:lnTo>
                  <a:pt x="929884" y="49682"/>
                </a:lnTo>
                <a:lnTo>
                  <a:pt x="929170" y="50195"/>
                </a:lnTo>
                <a:lnTo>
                  <a:pt x="928473" y="50711"/>
                </a:lnTo>
                <a:lnTo>
                  <a:pt x="927790" y="51229"/>
                </a:lnTo>
                <a:lnTo>
                  <a:pt x="927123" y="51750"/>
                </a:lnTo>
                <a:lnTo>
                  <a:pt x="926471" y="52273"/>
                </a:lnTo>
                <a:lnTo>
                  <a:pt x="925835" y="52799"/>
                </a:lnTo>
                <a:lnTo>
                  <a:pt x="925215" y="53328"/>
                </a:lnTo>
                <a:lnTo>
                  <a:pt x="924609" y="53859"/>
                </a:lnTo>
                <a:lnTo>
                  <a:pt x="924020" y="54393"/>
                </a:lnTo>
                <a:lnTo>
                  <a:pt x="923445" y="54929"/>
                </a:lnTo>
                <a:lnTo>
                  <a:pt x="922886" y="55468"/>
                </a:lnTo>
                <a:lnTo>
                  <a:pt x="922343" y="56009"/>
                </a:lnTo>
                <a:lnTo>
                  <a:pt x="921815" y="56553"/>
                </a:lnTo>
                <a:lnTo>
                  <a:pt x="921302" y="57100"/>
                </a:lnTo>
                <a:lnTo>
                  <a:pt x="920805" y="57649"/>
                </a:lnTo>
                <a:lnTo>
                  <a:pt x="920323" y="58200"/>
                </a:lnTo>
                <a:lnTo>
                  <a:pt x="919857" y="58755"/>
                </a:lnTo>
                <a:lnTo>
                  <a:pt x="919406" y="59311"/>
                </a:lnTo>
                <a:lnTo>
                  <a:pt x="918971" y="59871"/>
                </a:lnTo>
                <a:lnTo>
                  <a:pt x="918287" y="43107"/>
                </a:lnTo>
                <a:lnTo>
                  <a:pt x="900040" y="43107"/>
                </a:lnTo>
                <a:lnTo>
                  <a:pt x="900040" y="157603"/>
                </a:lnTo>
                <a:lnTo>
                  <a:pt x="919085" y="157603"/>
                </a:lnTo>
                <a:lnTo>
                  <a:pt x="919085" y="75854"/>
                </a:lnTo>
                <a:lnTo>
                  <a:pt x="919518" y="75274"/>
                </a:lnTo>
                <a:lnTo>
                  <a:pt x="919963" y="74697"/>
                </a:lnTo>
                <a:lnTo>
                  <a:pt x="920420" y="74124"/>
                </a:lnTo>
                <a:close/>
                <a:moveTo>
                  <a:pt x="1513188" y="74697"/>
                </a:moveTo>
                <a:lnTo>
                  <a:pt x="1513645" y="74124"/>
                </a:lnTo>
                <a:lnTo>
                  <a:pt x="1514112" y="73555"/>
                </a:lnTo>
                <a:lnTo>
                  <a:pt x="1514592" y="72990"/>
                </a:lnTo>
                <a:lnTo>
                  <a:pt x="1515083" y="72429"/>
                </a:lnTo>
                <a:lnTo>
                  <a:pt x="1515585" y="71872"/>
                </a:lnTo>
                <a:lnTo>
                  <a:pt x="1516099" y="71318"/>
                </a:lnTo>
                <a:lnTo>
                  <a:pt x="1516624" y="70769"/>
                </a:lnTo>
                <a:lnTo>
                  <a:pt x="1517161" y="70224"/>
                </a:lnTo>
                <a:lnTo>
                  <a:pt x="1517709" y="69682"/>
                </a:lnTo>
                <a:lnTo>
                  <a:pt x="1518269" y="69145"/>
                </a:lnTo>
                <a:lnTo>
                  <a:pt x="1518840" y="68611"/>
                </a:lnTo>
                <a:lnTo>
                  <a:pt x="1519422" y="68081"/>
                </a:lnTo>
                <a:lnTo>
                  <a:pt x="1520017" y="67555"/>
                </a:lnTo>
                <a:lnTo>
                  <a:pt x="1520622" y="67034"/>
                </a:lnTo>
                <a:lnTo>
                  <a:pt x="1521239" y="66516"/>
                </a:lnTo>
                <a:lnTo>
                  <a:pt x="1521868" y="66002"/>
                </a:lnTo>
                <a:lnTo>
                  <a:pt x="1522508" y="65492"/>
                </a:lnTo>
                <a:lnTo>
                  <a:pt x="1523160" y="64985"/>
                </a:lnTo>
                <a:lnTo>
                  <a:pt x="1523823" y="64483"/>
                </a:lnTo>
                <a:lnTo>
                  <a:pt x="1524497" y="63985"/>
                </a:lnTo>
                <a:lnTo>
                  <a:pt x="1525183" y="63490"/>
                </a:lnTo>
                <a:lnTo>
                  <a:pt x="1525881" y="63000"/>
                </a:lnTo>
                <a:lnTo>
                  <a:pt x="1526591" y="62521"/>
                </a:lnTo>
                <a:lnTo>
                  <a:pt x="1527315" y="62063"/>
                </a:lnTo>
                <a:lnTo>
                  <a:pt x="1528053" y="61625"/>
                </a:lnTo>
                <a:lnTo>
                  <a:pt x="1528805" y="61207"/>
                </a:lnTo>
                <a:lnTo>
                  <a:pt x="1529570" y="60810"/>
                </a:lnTo>
                <a:lnTo>
                  <a:pt x="1530350" y="60434"/>
                </a:lnTo>
                <a:lnTo>
                  <a:pt x="1531143" y="60077"/>
                </a:lnTo>
                <a:lnTo>
                  <a:pt x="1531950" y="59741"/>
                </a:lnTo>
                <a:lnTo>
                  <a:pt x="1532771" y="59425"/>
                </a:lnTo>
                <a:lnTo>
                  <a:pt x="1533606" y="59130"/>
                </a:lnTo>
                <a:lnTo>
                  <a:pt x="1534455" y="58855"/>
                </a:lnTo>
                <a:lnTo>
                  <a:pt x="1535318" y="58600"/>
                </a:lnTo>
                <a:lnTo>
                  <a:pt x="1536194" y="58366"/>
                </a:lnTo>
                <a:lnTo>
                  <a:pt x="1537084" y="58152"/>
                </a:lnTo>
                <a:lnTo>
                  <a:pt x="1537989" y="57959"/>
                </a:lnTo>
                <a:lnTo>
                  <a:pt x="1538907" y="57786"/>
                </a:lnTo>
                <a:lnTo>
                  <a:pt x="1539839" y="57633"/>
                </a:lnTo>
                <a:lnTo>
                  <a:pt x="1540784" y="57501"/>
                </a:lnTo>
                <a:lnTo>
                  <a:pt x="1541744" y="57389"/>
                </a:lnTo>
                <a:lnTo>
                  <a:pt x="1542717" y="57297"/>
                </a:lnTo>
                <a:lnTo>
                  <a:pt x="1543705" y="57226"/>
                </a:lnTo>
                <a:lnTo>
                  <a:pt x="1544706" y="57175"/>
                </a:lnTo>
                <a:lnTo>
                  <a:pt x="1545721" y="57144"/>
                </a:lnTo>
                <a:lnTo>
                  <a:pt x="1546750" y="57134"/>
                </a:lnTo>
                <a:lnTo>
                  <a:pt x="1547437" y="57140"/>
                </a:lnTo>
                <a:lnTo>
                  <a:pt x="1548110" y="57160"/>
                </a:lnTo>
                <a:lnTo>
                  <a:pt x="1548770" y="57192"/>
                </a:lnTo>
                <a:lnTo>
                  <a:pt x="1549416" y="57238"/>
                </a:lnTo>
                <a:lnTo>
                  <a:pt x="1550048" y="57296"/>
                </a:lnTo>
                <a:lnTo>
                  <a:pt x="1550667" y="57367"/>
                </a:lnTo>
                <a:lnTo>
                  <a:pt x="1551272" y="57451"/>
                </a:lnTo>
                <a:lnTo>
                  <a:pt x="1551863" y="57549"/>
                </a:lnTo>
                <a:lnTo>
                  <a:pt x="1552440" y="57659"/>
                </a:lnTo>
                <a:lnTo>
                  <a:pt x="1553004" y="57782"/>
                </a:lnTo>
                <a:lnTo>
                  <a:pt x="1553555" y="57918"/>
                </a:lnTo>
                <a:lnTo>
                  <a:pt x="1554091" y="58067"/>
                </a:lnTo>
                <a:lnTo>
                  <a:pt x="1554614" y="58229"/>
                </a:lnTo>
                <a:lnTo>
                  <a:pt x="1555124" y="58404"/>
                </a:lnTo>
                <a:lnTo>
                  <a:pt x="1555619" y="58591"/>
                </a:lnTo>
                <a:lnTo>
                  <a:pt x="1556101" y="58792"/>
                </a:lnTo>
                <a:lnTo>
                  <a:pt x="1556570" y="59006"/>
                </a:lnTo>
                <a:lnTo>
                  <a:pt x="1557024" y="59233"/>
                </a:lnTo>
                <a:lnTo>
                  <a:pt x="1557465" y="59472"/>
                </a:lnTo>
                <a:lnTo>
                  <a:pt x="1557893" y="59725"/>
                </a:lnTo>
                <a:lnTo>
                  <a:pt x="1558306" y="59991"/>
                </a:lnTo>
                <a:lnTo>
                  <a:pt x="1558706" y="60269"/>
                </a:lnTo>
                <a:lnTo>
                  <a:pt x="1559093" y="60561"/>
                </a:lnTo>
                <a:lnTo>
                  <a:pt x="1559465" y="60865"/>
                </a:lnTo>
                <a:lnTo>
                  <a:pt x="1559827" y="61181"/>
                </a:lnTo>
                <a:lnTo>
                  <a:pt x="1560179" y="61506"/>
                </a:lnTo>
                <a:lnTo>
                  <a:pt x="1560521" y="61842"/>
                </a:lnTo>
                <a:lnTo>
                  <a:pt x="1560855" y="62186"/>
                </a:lnTo>
                <a:lnTo>
                  <a:pt x="1561179" y="62541"/>
                </a:lnTo>
                <a:lnTo>
                  <a:pt x="1561493" y="62905"/>
                </a:lnTo>
                <a:lnTo>
                  <a:pt x="1561799" y="63279"/>
                </a:lnTo>
                <a:lnTo>
                  <a:pt x="1562095" y="63662"/>
                </a:lnTo>
                <a:lnTo>
                  <a:pt x="1562382" y="64055"/>
                </a:lnTo>
                <a:lnTo>
                  <a:pt x="1562659" y="64458"/>
                </a:lnTo>
                <a:lnTo>
                  <a:pt x="1562927" y="64871"/>
                </a:lnTo>
                <a:lnTo>
                  <a:pt x="1563186" y="65293"/>
                </a:lnTo>
                <a:lnTo>
                  <a:pt x="1563436" y="65725"/>
                </a:lnTo>
                <a:lnTo>
                  <a:pt x="1563676" y="66167"/>
                </a:lnTo>
                <a:lnTo>
                  <a:pt x="1563907" y="66618"/>
                </a:lnTo>
                <a:lnTo>
                  <a:pt x="1564128" y="67079"/>
                </a:lnTo>
                <a:lnTo>
                  <a:pt x="1564341" y="67549"/>
                </a:lnTo>
                <a:lnTo>
                  <a:pt x="1564544" y="68030"/>
                </a:lnTo>
                <a:lnTo>
                  <a:pt x="1564738" y="68520"/>
                </a:lnTo>
                <a:lnTo>
                  <a:pt x="1564922" y="69019"/>
                </a:lnTo>
                <a:lnTo>
                  <a:pt x="1565097" y="69529"/>
                </a:lnTo>
                <a:lnTo>
                  <a:pt x="1565263" y="70047"/>
                </a:lnTo>
                <a:lnTo>
                  <a:pt x="1565419" y="70576"/>
                </a:lnTo>
                <a:lnTo>
                  <a:pt x="1565567" y="71114"/>
                </a:lnTo>
                <a:lnTo>
                  <a:pt x="1565706" y="71661"/>
                </a:lnTo>
                <a:lnTo>
                  <a:pt x="1565840" y="72213"/>
                </a:lnTo>
                <a:lnTo>
                  <a:pt x="1565968" y="72773"/>
                </a:lnTo>
                <a:lnTo>
                  <a:pt x="1566089" y="73339"/>
                </a:lnTo>
                <a:lnTo>
                  <a:pt x="1566205" y="73911"/>
                </a:lnTo>
                <a:lnTo>
                  <a:pt x="1566315" y="74490"/>
                </a:lnTo>
                <a:lnTo>
                  <a:pt x="1566419" y="75076"/>
                </a:lnTo>
                <a:lnTo>
                  <a:pt x="1566517" y="75669"/>
                </a:lnTo>
                <a:lnTo>
                  <a:pt x="1566609" y="76267"/>
                </a:lnTo>
                <a:lnTo>
                  <a:pt x="1566695" y="76873"/>
                </a:lnTo>
                <a:lnTo>
                  <a:pt x="1566775" y="77485"/>
                </a:lnTo>
                <a:lnTo>
                  <a:pt x="1566850" y="78104"/>
                </a:lnTo>
                <a:lnTo>
                  <a:pt x="1566918" y="78729"/>
                </a:lnTo>
                <a:lnTo>
                  <a:pt x="1566980" y="79361"/>
                </a:lnTo>
                <a:lnTo>
                  <a:pt x="1567037" y="80000"/>
                </a:lnTo>
                <a:lnTo>
                  <a:pt x="1567087" y="80645"/>
                </a:lnTo>
                <a:lnTo>
                  <a:pt x="1567132" y="81296"/>
                </a:lnTo>
                <a:lnTo>
                  <a:pt x="1567170" y="81955"/>
                </a:lnTo>
                <a:lnTo>
                  <a:pt x="1567203" y="82620"/>
                </a:lnTo>
                <a:lnTo>
                  <a:pt x="1567230" y="83291"/>
                </a:lnTo>
                <a:lnTo>
                  <a:pt x="1567250" y="83969"/>
                </a:lnTo>
                <a:lnTo>
                  <a:pt x="1567265" y="84654"/>
                </a:lnTo>
                <a:lnTo>
                  <a:pt x="1567274" y="85345"/>
                </a:lnTo>
                <a:lnTo>
                  <a:pt x="1567277" y="86043"/>
                </a:lnTo>
                <a:lnTo>
                  <a:pt x="1567277" y="157603"/>
                </a:lnTo>
                <a:lnTo>
                  <a:pt x="1586322" y="157603"/>
                </a:lnTo>
                <a:lnTo>
                  <a:pt x="1586322" y="83595"/>
                </a:lnTo>
                <a:lnTo>
                  <a:pt x="1586307" y="81931"/>
                </a:lnTo>
                <a:lnTo>
                  <a:pt x="1586264" y="80299"/>
                </a:lnTo>
                <a:lnTo>
                  <a:pt x="1586192" y="78697"/>
                </a:lnTo>
                <a:lnTo>
                  <a:pt x="1586091" y="77128"/>
                </a:lnTo>
                <a:lnTo>
                  <a:pt x="1585961" y="75589"/>
                </a:lnTo>
                <a:lnTo>
                  <a:pt x="1585802" y="74082"/>
                </a:lnTo>
                <a:lnTo>
                  <a:pt x="1585614" y="72606"/>
                </a:lnTo>
                <a:lnTo>
                  <a:pt x="1585397" y="71161"/>
                </a:lnTo>
                <a:lnTo>
                  <a:pt x="1585151" y="69748"/>
                </a:lnTo>
                <a:lnTo>
                  <a:pt x="1584877" y="68366"/>
                </a:lnTo>
                <a:lnTo>
                  <a:pt x="1584573" y="67015"/>
                </a:lnTo>
                <a:lnTo>
                  <a:pt x="1584241" y="65696"/>
                </a:lnTo>
                <a:lnTo>
                  <a:pt x="1583879" y="64408"/>
                </a:lnTo>
                <a:lnTo>
                  <a:pt x="1583489" y="63151"/>
                </a:lnTo>
                <a:lnTo>
                  <a:pt x="1583070" y="61925"/>
                </a:lnTo>
                <a:lnTo>
                  <a:pt x="1582622" y="60731"/>
                </a:lnTo>
                <a:lnTo>
                  <a:pt x="1582145" y="59568"/>
                </a:lnTo>
                <a:lnTo>
                  <a:pt x="1581639" y="58437"/>
                </a:lnTo>
                <a:lnTo>
                  <a:pt x="1581104" y="57337"/>
                </a:lnTo>
                <a:lnTo>
                  <a:pt x="1580541" y="56268"/>
                </a:lnTo>
                <a:lnTo>
                  <a:pt x="1579948" y="55230"/>
                </a:lnTo>
                <a:lnTo>
                  <a:pt x="1579327" y="54224"/>
                </a:lnTo>
                <a:lnTo>
                  <a:pt x="1578676" y="53249"/>
                </a:lnTo>
                <a:lnTo>
                  <a:pt x="1577997" y="52305"/>
                </a:lnTo>
                <a:lnTo>
                  <a:pt x="1577286" y="51396"/>
                </a:lnTo>
                <a:lnTo>
                  <a:pt x="1576541" y="50526"/>
                </a:lnTo>
                <a:lnTo>
                  <a:pt x="1575761" y="49695"/>
                </a:lnTo>
                <a:lnTo>
                  <a:pt x="1574946" y="48902"/>
                </a:lnTo>
                <a:lnTo>
                  <a:pt x="1574098" y="48148"/>
                </a:lnTo>
                <a:lnTo>
                  <a:pt x="1573214" y="47433"/>
                </a:lnTo>
                <a:lnTo>
                  <a:pt x="1572297" y="46756"/>
                </a:lnTo>
                <a:lnTo>
                  <a:pt x="1571345" y="46118"/>
                </a:lnTo>
                <a:lnTo>
                  <a:pt x="1570358" y="45519"/>
                </a:lnTo>
                <a:lnTo>
                  <a:pt x="1569337" y="44958"/>
                </a:lnTo>
                <a:lnTo>
                  <a:pt x="1568282" y="44436"/>
                </a:lnTo>
                <a:lnTo>
                  <a:pt x="1567192" y="43953"/>
                </a:lnTo>
                <a:lnTo>
                  <a:pt x="1566067" y="43508"/>
                </a:lnTo>
                <a:lnTo>
                  <a:pt x="1564909" y="43102"/>
                </a:lnTo>
                <a:lnTo>
                  <a:pt x="1563715" y="42734"/>
                </a:lnTo>
                <a:lnTo>
                  <a:pt x="1562488" y="42406"/>
                </a:lnTo>
                <a:lnTo>
                  <a:pt x="1561225" y="42116"/>
                </a:lnTo>
                <a:lnTo>
                  <a:pt x="1559929" y="41864"/>
                </a:lnTo>
                <a:lnTo>
                  <a:pt x="1558598" y="41652"/>
                </a:lnTo>
                <a:lnTo>
                  <a:pt x="1557232" y="41478"/>
                </a:lnTo>
                <a:lnTo>
                  <a:pt x="1555832" y="41342"/>
                </a:lnTo>
                <a:lnTo>
                  <a:pt x="1554398" y="41246"/>
                </a:lnTo>
                <a:lnTo>
                  <a:pt x="1552929" y="41188"/>
                </a:lnTo>
                <a:lnTo>
                  <a:pt x="1551426" y="41168"/>
                </a:lnTo>
                <a:lnTo>
                  <a:pt x="1550190" y="41179"/>
                </a:lnTo>
                <a:lnTo>
                  <a:pt x="1548973" y="41210"/>
                </a:lnTo>
                <a:lnTo>
                  <a:pt x="1547775" y="41262"/>
                </a:lnTo>
                <a:lnTo>
                  <a:pt x="1546595" y="41335"/>
                </a:lnTo>
                <a:lnTo>
                  <a:pt x="1545434" y="41428"/>
                </a:lnTo>
                <a:lnTo>
                  <a:pt x="1544291" y="41543"/>
                </a:lnTo>
                <a:lnTo>
                  <a:pt x="1543167" y="41678"/>
                </a:lnTo>
                <a:lnTo>
                  <a:pt x="1542062" y="41834"/>
                </a:lnTo>
                <a:lnTo>
                  <a:pt x="1540975" y="42010"/>
                </a:lnTo>
                <a:lnTo>
                  <a:pt x="1539907" y="42208"/>
                </a:lnTo>
                <a:lnTo>
                  <a:pt x="1538857" y="42426"/>
                </a:lnTo>
                <a:lnTo>
                  <a:pt x="1537826" y="42665"/>
                </a:lnTo>
                <a:lnTo>
                  <a:pt x="1536814" y="42925"/>
                </a:lnTo>
                <a:lnTo>
                  <a:pt x="1535820" y="43206"/>
                </a:lnTo>
                <a:lnTo>
                  <a:pt x="1534845" y="43507"/>
                </a:lnTo>
                <a:lnTo>
                  <a:pt x="1533889" y="43829"/>
                </a:lnTo>
                <a:lnTo>
                  <a:pt x="1532951" y="44172"/>
                </a:lnTo>
                <a:lnTo>
                  <a:pt x="1532032" y="44536"/>
                </a:lnTo>
                <a:lnTo>
                  <a:pt x="1531131" y="44921"/>
                </a:lnTo>
                <a:lnTo>
                  <a:pt x="1530249" y="45326"/>
                </a:lnTo>
                <a:lnTo>
                  <a:pt x="1529386" y="45752"/>
                </a:lnTo>
                <a:lnTo>
                  <a:pt x="1528541" y="46199"/>
                </a:lnTo>
                <a:lnTo>
                  <a:pt x="1527715" y="46667"/>
                </a:lnTo>
                <a:lnTo>
                  <a:pt x="1526907" y="47155"/>
                </a:lnTo>
                <a:lnTo>
                  <a:pt x="1526117" y="47656"/>
                </a:lnTo>
                <a:lnTo>
                  <a:pt x="1525341" y="48158"/>
                </a:lnTo>
                <a:lnTo>
                  <a:pt x="1524582" y="48664"/>
                </a:lnTo>
                <a:lnTo>
                  <a:pt x="1523838" y="49172"/>
                </a:lnTo>
                <a:lnTo>
                  <a:pt x="1523109" y="49682"/>
                </a:lnTo>
                <a:lnTo>
                  <a:pt x="1522395" y="50195"/>
                </a:lnTo>
                <a:lnTo>
                  <a:pt x="1521698" y="50711"/>
                </a:lnTo>
                <a:lnTo>
                  <a:pt x="1521015" y="51229"/>
                </a:lnTo>
                <a:lnTo>
                  <a:pt x="1520348" y="51750"/>
                </a:lnTo>
                <a:lnTo>
                  <a:pt x="1519696" y="52273"/>
                </a:lnTo>
                <a:lnTo>
                  <a:pt x="1519060" y="52799"/>
                </a:lnTo>
                <a:lnTo>
                  <a:pt x="1518440" y="53328"/>
                </a:lnTo>
                <a:lnTo>
                  <a:pt x="1517834" y="53859"/>
                </a:lnTo>
                <a:lnTo>
                  <a:pt x="1517245" y="54393"/>
                </a:lnTo>
                <a:lnTo>
                  <a:pt x="1516670" y="54929"/>
                </a:lnTo>
                <a:lnTo>
                  <a:pt x="1516111" y="55468"/>
                </a:lnTo>
                <a:lnTo>
                  <a:pt x="1515568" y="56009"/>
                </a:lnTo>
                <a:lnTo>
                  <a:pt x="1515040" y="56553"/>
                </a:lnTo>
                <a:lnTo>
                  <a:pt x="1514527" y="57100"/>
                </a:lnTo>
                <a:lnTo>
                  <a:pt x="1514030" y="57649"/>
                </a:lnTo>
                <a:lnTo>
                  <a:pt x="1513548" y="58200"/>
                </a:lnTo>
                <a:lnTo>
                  <a:pt x="1513082" y="58755"/>
                </a:lnTo>
                <a:lnTo>
                  <a:pt x="1512631" y="59311"/>
                </a:lnTo>
                <a:lnTo>
                  <a:pt x="1512196" y="59871"/>
                </a:lnTo>
                <a:lnTo>
                  <a:pt x="1511512" y="43107"/>
                </a:lnTo>
                <a:lnTo>
                  <a:pt x="1493265" y="43107"/>
                </a:lnTo>
                <a:lnTo>
                  <a:pt x="1493265" y="157603"/>
                </a:lnTo>
                <a:lnTo>
                  <a:pt x="1512310" y="157603"/>
                </a:lnTo>
                <a:lnTo>
                  <a:pt x="1512310" y="75854"/>
                </a:lnTo>
                <a:lnTo>
                  <a:pt x="1512743" y="75274"/>
                </a:lnTo>
                <a:lnTo>
                  <a:pt x="1513188" y="74697"/>
                </a:lnTo>
                <a:close/>
                <a:moveTo>
                  <a:pt x="1303854" y="157603"/>
                </a:moveTo>
                <a:lnTo>
                  <a:pt x="1322899" y="157603"/>
                </a:lnTo>
                <a:lnTo>
                  <a:pt x="1322899" y="43107"/>
                </a:lnTo>
                <a:lnTo>
                  <a:pt x="1303854" y="43107"/>
                </a:lnTo>
                <a:lnTo>
                  <a:pt x="1303854" y="157603"/>
                </a:lnTo>
                <a:close/>
                <a:moveTo>
                  <a:pt x="830751" y="159523"/>
                </a:moveTo>
                <a:lnTo>
                  <a:pt x="831861" y="159449"/>
                </a:lnTo>
                <a:lnTo>
                  <a:pt x="832958" y="159358"/>
                </a:lnTo>
                <a:lnTo>
                  <a:pt x="834042" y="159251"/>
                </a:lnTo>
                <a:lnTo>
                  <a:pt x="835113" y="159127"/>
                </a:lnTo>
                <a:lnTo>
                  <a:pt x="836170" y="158986"/>
                </a:lnTo>
                <a:lnTo>
                  <a:pt x="837215" y="158829"/>
                </a:lnTo>
                <a:lnTo>
                  <a:pt x="838247" y="158656"/>
                </a:lnTo>
                <a:lnTo>
                  <a:pt x="839266" y="158465"/>
                </a:lnTo>
                <a:lnTo>
                  <a:pt x="840271" y="158259"/>
                </a:lnTo>
                <a:lnTo>
                  <a:pt x="841264" y="158036"/>
                </a:lnTo>
                <a:lnTo>
                  <a:pt x="842243" y="157796"/>
                </a:lnTo>
                <a:lnTo>
                  <a:pt x="843209" y="157540"/>
                </a:lnTo>
                <a:lnTo>
                  <a:pt x="844163" y="157267"/>
                </a:lnTo>
                <a:lnTo>
                  <a:pt x="845103" y="156978"/>
                </a:lnTo>
                <a:lnTo>
                  <a:pt x="846030" y="156672"/>
                </a:lnTo>
                <a:lnTo>
                  <a:pt x="846944" y="156349"/>
                </a:lnTo>
                <a:lnTo>
                  <a:pt x="847845" y="156010"/>
                </a:lnTo>
                <a:lnTo>
                  <a:pt x="848733" y="155655"/>
                </a:lnTo>
                <a:lnTo>
                  <a:pt x="849608" y="155283"/>
                </a:lnTo>
                <a:lnTo>
                  <a:pt x="850470" y="154895"/>
                </a:lnTo>
                <a:lnTo>
                  <a:pt x="851317" y="154491"/>
                </a:lnTo>
                <a:lnTo>
                  <a:pt x="852149" y="154073"/>
                </a:lnTo>
                <a:lnTo>
                  <a:pt x="852965" y="153641"/>
                </a:lnTo>
                <a:lnTo>
                  <a:pt x="853764" y="153195"/>
                </a:lnTo>
                <a:lnTo>
                  <a:pt x="854548" y="152736"/>
                </a:lnTo>
                <a:lnTo>
                  <a:pt x="855317" y="152262"/>
                </a:lnTo>
                <a:lnTo>
                  <a:pt x="856069" y="151775"/>
                </a:lnTo>
                <a:lnTo>
                  <a:pt x="856806" y="151274"/>
                </a:lnTo>
                <a:lnTo>
                  <a:pt x="857526" y="150759"/>
                </a:lnTo>
                <a:lnTo>
                  <a:pt x="858231" y="150230"/>
                </a:lnTo>
                <a:lnTo>
                  <a:pt x="858920" y="149687"/>
                </a:lnTo>
                <a:lnTo>
                  <a:pt x="859593" y="149130"/>
                </a:lnTo>
                <a:lnTo>
                  <a:pt x="860250" y="148560"/>
                </a:lnTo>
                <a:lnTo>
                  <a:pt x="860892" y="147975"/>
                </a:lnTo>
                <a:lnTo>
                  <a:pt x="861518" y="147377"/>
                </a:lnTo>
                <a:lnTo>
                  <a:pt x="862127" y="146764"/>
                </a:lnTo>
                <a:lnTo>
                  <a:pt x="862721" y="146138"/>
                </a:lnTo>
                <a:lnTo>
                  <a:pt x="863299" y="145498"/>
                </a:lnTo>
                <a:lnTo>
                  <a:pt x="863862" y="144844"/>
                </a:lnTo>
                <a:lnTo>
                  <a:pt x="864408" y="144177"/>
                </a:lnTo>
                <a:lnTo>
                  <a:pt x="864939" y="143495"/>
                </a:lnTo>
                <a:lnTo>
                  <a:pt x="865454" y="142799"/>
                </a:lnTo>
                <a:lnTo>
                  <a:pt x="865952" y="142090"/>
                </a:lnTo>
                <a:lnTo>
                  <a:pt x="866436" y="141367"/>
                </a:lnTo>
                <a:lnTo>
                  <a:pt x="866901" y="140630"/>
                </a:lnTo>
                <a:lnTo>
                  <a:pt x="867349" y="139883"/>
                </a:lnTo>
                <a:lnTo>
                  <a:pt x="867777" y="139123"/>
                </a:lnTo>
                <a:lnTo>
                  <a:pt x="868187" y="138352"/>
                </a:lnTo>
                <a:lnTo>
                  <a:pt x="868579" y="137570"/>
                </a:lnTo>
                <a:lnTo>
                  <a:pt x="868952" y="136776"/>
                </a:lnTo>
                <a:lnTo>
                  <a:pt x="869306" y="135970"/>
                </a:lnTo>
                <a:lnTo>
                  <a:pt x="869641" y="135152"/>
                </a:lnTo>
                <a:lnTo>
                  <a:pt x="869958" y="134323"/>
                </a:lnTo>
                <a:lnTo>
                  <a:pt x="870257" y="133482"/>
                </a:lnTo>
                <a:lnTo>
                  <a:pt x="870536" y="132630"/>
                </a:lnTo>
                <a:lnTo>
                  <a:pt x="870798" y="131766"/>
                </a:lnTo>
                <a:lnTo>
                  <a:pt x="871040" y="130890"/>
                </a:lnTo>
                <a:lnTo>
                  <a:pt x="871264" y="130003"/>
                </a:lnTo>
                <a:lnTo>
                  <a:pt x="871469" y="129104"/>
                </a:lnTo>
                <a:lnTo>
                  <a:pt x="871656" y="128193"/>
                </a:lnTo>
                <a:lnTo>
                  <a:pt x="871824" y="127271"/>
                </a:lnTo>
                <a:lnTo>
                  <a:pt x="871974" y="126337"/>
                </a:lnTo>
                <a:lnTo>
                  <a:pt x="872104" y="125392"/>
                </a:lnTo>
                <a:lnTo>
                  <a:pt x="872217" y="124435"/>
                </a:lnTo>
                <a:lnTo>
                  <a:pt x="872310" y="123466"/>
                </a:lnTo>
                <a:lnTo>
                  <a:pt x="872385" y="122486"/>
                </a:lnTo>
                <a:lnTo>
                  <a:pt x="872442" y="121494"/>
                </a:lnTo>
                <a:lnTo>
                  <a:pt x="872480" y="120490"/>
                </a:lnTo>
                <a:lnTo>
                  <a:pt x="853663" y="120490"/>
                </a:lnTo>
                <a:lnTo>
                  <a:pt x="853623" y="121469"/>
                </a:lnTo>
                <a:lnTo>
                  <a:pt x="853559" y="122429"/>
                </a:lnTo>
                <a:lnTo>
                  <a:pt x="853471" y="123370"/>
                </a:lnTo>
                <a:lnTo>
                  <a:pt x="853359" y="124291"/>
                </a:lnTo>
                <a:lnTo>
                  <a:pt x="853224" y="125193"/>
                </a:lnTo>
                <a:lnTo>
                  <a:pt x="853064" y="126075"/>
                </a:lnTo>
                <a:lnTo>
                  <a:pt x="852881" y="126939"/>
                </a:lnTo>
                <a:lnTo>
                  <a:pt x="852675" y="127782"/>
                </a:lnTo>
                <a:lnTo>
                  <a:pt x="852444" y="128607"/>
                </a:lnTo>
                <a:lnTo>
                  <a:pt x="852190" y="129412"/>
                </a:lnTo>
                <a:lnTo>
                  <a:pt x="851912" y="130198"/>
                </a:lnTo>
                <a:lnTo>
                  <a:pt x="851610" y="130964"/>
                </a:lnTo>
                <a:lnTo>
                  <a:pt x="851285" y="131711"/>
                </a:lnTo>
                <a:lnTo>
                  <a:pt x="850936" y="132439"/>
                </a:lnTo>
                <a:lnTo>
                  <a:pt x="850563" y="133147"/>
                </a:lnTo>
                <a:lnTo>
                  <a:pt x="850166" y="133836"/>
                </a:lnTo>
                <a:lnTo>
                  <a:pt x="849745" y="134506"/>
                </a:lnTo>
                <a:lnTo>
                  <a:pt x="849301" y="135156"/>
                </a:lnTo>
                <a:lnTo>
                  <a:pt x="848833" y="135787"/>
                </a:lnTo>
                <a:lnTo>
                  <a:pt x="848341" y="136398"/>
                </a:lnTo>
                <a:lnTo>
                  <a:pt x="847826" y="136990"/>
                </a:lnTo>
                <a:lnTo>
                  <a:pt x="847286" y="137563"/>
                </a:lnTo>
                <a:lnTo>
                  <a:pt x="846723" y="138117"/>
                </a:lnTo>
                <a:lnTo>
                  <a:pt x="846136" y="138651"/>
                </a:lnTo>
                <a:lnTo>
                  <a:pt x="845528" y="139165"/>
                </a:lnTo>
                <a:lnTo>
                  <a:pt x="844900" y="139656"/>
                </a:lnTo>
                <a:lnTo>
                  <a:pt x="844253" y="140126"/>
                </a:lnTo>
                <a:lnTo>
                  <a:pt x="843586" y="140574"/>
                </a:lnTo>
                <a:lnTo>
                  <a:pt x="842900" y="141000"/>
                </a:lnTo>
                <a:lnTo>
                  <a:pt x="842195" y="141404"/>
                </a:lnTo>
                <a:lnTo>
                  <a:pt x="841470" y="141787"/>
                </a:lnTo>
                <a:lnTo>
                  <a:pt x="840726" y="142147"/>
                </a:lnTo>
                <a:lnTo>
                  <a:pt x="839962" y="142486"/>
                </a:lnTo>
                <a:lnTo>
                  <a:pt x="839179" y="142803"/>
                </a:lnTo>
                <a:lnTo>
                  <a:pt x="838377" y="143098"/>
                </a:lnTo>
                <a:lnTo>
                  <a:pt x="837555" y="143371"/>
                </a:lnTo>
                <a:lnTo>
                  <a:pt x="836714" y="143622"/>
                </a:lnTo>
                <a:lnTo>
                  <a:pt x="835853" y="143852"/>
                </a:lnTo>
                <a:lnTo>
                  <a:pt x="834973" y="144060"/>
                </a:lnTo>
                <a:lnTo>
                  <a:pt x="834074" y="144245"/>
                </a:lnTo>
                <a:lnTo>
                  <a:pt x="833155" y="144409"/>
                </a:lnTo>
                <a:lnTo>
                  <a:pt x="832216" y="144551"/>
                </a:lnTo>
                <a:lnTo>
                  <a:pt x="831259" y="144671"/>
                </a:lnTo>
                <a:lnTo>
                  <a:pt x="830282" y="144770"/>
                </a:lnTo>
                <a:lnTo>
                  <a:pt x="829285" y="144846"/>
                </a:lnTo>
                <a:lnTo>
                  <a:pt x="828269" y="144901"/>
                </a:lnTo>
                <a:lnTo>
                  <a:pt x="827234" y="144934"/>
                </a:lnTo>
                <a:lnTo>
                  <a:pt x="826179" y="144945"/>
                </a:lnTo>
                <a:lnTo>
                  <a:pt x="825190" y="144935"/>
                </a:lnTo>
                <a:lnTo>
                  <a:pt x="824216" y="144905"/>
                </a:lnTo>
                <a:lnTo>
                  <a:pt x="823259" y="144855"/>
                </a:lnTo>
                <a:lnTo>
                  <a:pt x="822318" y="144786"/>
                </a:lnTo>
                <a:lnTo>
                  <a:pt x="821393" y="144697"/>
                </a:lnTo>
                <a:lnTo>
                  <a:pt x="820485" y="144588"/>
                </a:lnTo>
                <a:lnTo>
                  <a:pt x="819592" y="144459"/>
                </a:lnTo>
                <a:lnTo>
                  <a:pt x="818716" y="144310"/>
                </a:lnTo>
                <a:lnTo>
                  <a:pt x="817856" y="144142"/>
                </a:lnTo>
                <a:lnTo>
                  <a:pt x="817013" y="143953"/>
                </a:lnTo>
                <a:lnTo>
                  <a:pt x="816185" y="143745"/>
                </a:lnTo>
                <a:lnTo>
                  <a:pt x="815374" y="143517"/>
                </a:lnTo>
                <a:lnTo>
                  <a:pt x="814579" y="143269"/>
                </a:lnTo>
                <a:lnTo>
                  <a:pt x="813801" y="143002"/>
                </a:lnTo>
                <a:lnTo>
                  <a:pt x="813038" y="142714"/>
                </a:lnTo>
                <a:lnTo>
                  <a:pt x="812292" y="142407"/>
                </a:lnTo>
                <a:lnTo>
                  <a:pt x="811562" y="142080"/>
                </a:lnTo>
                <a:lnTo>
                  <a:pt x="810848" y="141733"/>
                </a:lnTo>
                <a:lnTo>
                  <a:pt x="810151" y="141366"/>
                </a:lnTo>
                <a:lnTo>
                  <a:pt x="809470" y="140980"/>
                </a:lnTo>
                <a:lnTo>
                  <a:pt x="808804" y="140574"/>
                </a:lnTo>
                <a:lnTo>
                  <a:pt x="808156" y="140147"/>
                </a:lnTo>
                <a:lnTo>
                  <a:pt x="807523" y="139701"/>
                </a:lnTo>
                <a:lnTo>
                  <a:pt x="806907" y="139235"/>
                </a:lnTo>
                <a:lnTo>
                  <a:pt x="806305" y="138753"/>
                </a:lnTo>
                <a:lnTo>
                  <a:pt x="805718" y="138258"/>
                </a:lnTo>
                <a:lnTo>
                  <a:pt x="805144" y="137750"/>
                </a:lnTo>
                <a:lnTo>
                  <a:pt x="804583" y="137228"/>
                </a:lnTo>
                <a:lnTo>
                  <a:pt x="804036" y="136694"/>
                </a:lnTo>
                <a:lnTo>
                  <a:pt x="803503" y="136147"/>
                </a:lnTo>
                <a:lnTo>
                  <a:pt x="802984" y="135586"/>
                </a:lnTo>
                <a:lnTo>
                  <a:pt x="802478" y="135013"/>
                </a:lnTo>
                <a:lnTo>
                  <a:pt x="801986" y="134427"/>
                </a:lnTo>
                <a:lnTo>
                  <a:pt x="801508" y="133828"/>
                </a:lnTo>
                <a:lnTo>
                  <a:pt x="801043" y="133215"/>
                </a:lnTo>
                <a:lnTo>
                  <a:pt x="800592" y="132590"/>
                </a:lnTo>
                <a:lnTo>
                  <a:pt x="800154" y="131952"/>
                </a:lnTo>
                <a:lnTo>
                  <a:pt x="799731" y="131300"/>
                </a:lnTo>
                <a:lnTo>
                  <a:pt x="799320" y="130636"/>
                </a:lnTo>
                <a:lnTo>
                  <a:pt x="798924" y="129959"/>
                </a:lnTo>
                <a:lnTo>
                  <a:pt x="798541" y="129268"/>
                </a:lnTo>
                <a:lnTo>
                  <a:pt x="798172" y="128565"/>
                </a:lnTo>
                <a:lnTo>
                  <a:pt x="797817" y="127849"/>
                </a:lnTo>
                <a:lnTo>
                  <a:pt x="797475" y="127119"/>
                </a:lnTo>
                <a:lnTo>
                  <a:pt x="797147" y="126377"/>
                </a:lnTo>
                <a:lnTo>
                  <a:pt x="796832" y="125621"/>
                </a:lnTo>
                <a:lnTo>
                  <a:pt x="796531" y="124853"/>
                </a:lnTo>
                <a:lnTo>
                  <a:pt x="796244" y="124072"/>
                </a:lnTo>
                <a:lnTo>
                  <a:pt x="795969" y="123281"/>
                </a:lnTo>
                <a:lnTo>
                  <a:pt x="795706" y="122483"/>
                </a:lnTo>
                <a:lnTo>
                  <a:pt x="795454" y="121679"/>
                </a:lnTo>
                <a:lnTo>
                  <a:pt x="795213" y="120869"/>
                </a:lnTo>
                <a:lnTo>
                  <a:pt x="794983" y="120052"/>
                </a:lnTo>
                <a:lnTo>
                  <a:pt x="794765" y="119229"/>
                </a:lnTo>
                <a:lnTo>
                  <a:pt x="794558" y="118400"/>
                </a:lnTo>
                <a:lnTo>
                  <a:pt x="794362" y="117564"/>
                </a:lnTo>
                <a:lnTo>
                  <a:pt x="794178" y="116722"/>
                </a:lnTo>
                <a:lnTo>
                  <a:pt x="794005" y="115873"/>
                </a:lnTo>
                <a:lnTo>
                  <a:pt x="793843" y="115018"/>
                </a:lnTo>
                <a:lnTo>
                  <a:pt x="793692" y="114156"/>
                </a:lnTo>
                <a:lnTo>
                  <a:pt x="793553" y="113289"/>
                </a:lnTo>
                <a:lnTo>
                  <a:pt x="793425" y="112414"/>
                </a:lnTo>
                <a:lnTo>
                  <a:pt x="793308" y="111534"/>
                </a:lnTo>
                <a:lnTo>
                  <a:pt x="793203" y="110647"/>
                </a:lnTo>
                <a:lnTo>
                  <a:pt x="793109" y="109753"/>
                </a:lnTo>
                <a:lnTo>
                  <a:pt x="793026" y="108853"/>
                </a:lnTo>
                <a:lnTo>
                  <a:pt x="792954" y="107947"/>
                </a:lnTo>
                <a:lnTo>
                  <a:pt x="792894" y="107035"/>
                </a:lnTo>
                <a:lnTo>
                  <a:pt x="792845" y="106116"/>
                </a:lnTo>
                <a:lnTo>
                  <a:pt x="792807" y="105190"/>
                </a:lnTo>
                <a:lnTo>
                  <a:pt x="792781" y="104258"/>
                </a:lnTo>
                <a:lnTo>
                  <a:pt x="792766" y="103320"/>
                </a:lnTo>
                <a:lnTo>
                  <a:pt x="871909" y="103320"/>
                </a:lnTo>
                <a:lnTo>
                  <a:pt x="871928" y="103230"/>
                </a:lnTo>
                <a:lnTo>
                  <a:pt x="871947" y="103135"/>
                </a:lnTo>
                <a:lnTo>
                  <a:pt x="871965" y="103035"/>
                </a:lnTo>
                <a:lnTo>
                  <a:pt x="871982" y="102931"/>
                </a:lnTo>
                <a:lnTo>
                  <a:pt x="872000" y="102822"/>
                </a:lnTo>
                <a:lnTo>
                  <a:pt x="872016" y="102708"/>
                </a:lnTo>
                <a:lnTo>
                  <a:pt x="872033" y="102590"/>
                </a:lnTo>
                <a:lnTo>
                  <a:pt x="872049" y="102467"/>
                </a:lnTo>
                <a:lnTo>
                  <a:pt x="872064" y="102339"/>
                </a:lnTo>
                <a:lnTo>
                  <a:pt x="872080" y="102207"/>
                </a:lnTo>
                <a:lnTo>
                  <a:pt x="872095" y="102070"/>
                </a:lnTo>
                <a:lnTo>
                  <a:pt x="872109" y="101928"/>
                </a:lnTo>
                <a:lnTo>
                  <a:pt x="872123" y="101782"/>
                </a:lnTo>
                <a:lnTo>
                  <a:pt x="872137" y="101631"/>
                </a:lnTo>
                <a:lnTo>
                  <a:pt x="872150" y="101475"/>
                </a:lnTo>
                <a:lnTo>
                  <a:pt x="872163" y="101315"/>
                </a:lnTo>
                <a:lnTo>
                  <a:pt x="872175" y="101150"/>
                </a:lnTo>
                <a:lnTo>
                  <a:pt x="872187" y="100980"/>
                </a:lnTo>
                <a:lnTo>
                  <a:pt x="872199" y="100806"/>
                </a:lnTo>
                <a:lnTo>
                  <a:pt x="872210" y="100626"/>
                </a:lnTo>
                <a:lnTo>
                  <a:pt x="872221" y="100443"/>
                </a:lnTo>
                <a:lnTo>
                  <a:pt x="872232" y="100254"/>
                </a:lnTo>
                <a:lnTo>
                  <a:pt x="872242" y="100061"/>
                </a:lnTo>
                <a:lnTo>
                  <a:pt x="872252" y="99863"/>
                </a:lnTo>
                <a:lnTo>
                  <a:pt x="872261" y="99664"/>
                </a:lnTo>
                <a:lnTo>
                  <a:pt x="872270" y="99467"/>
                </a:lnTo>
                <a:lnTo>
                  <a:pt x="872278" y="99272"/>
                </a:lnTo>
                <a:lnTo>
                  <a:pt x="872286" y="99079"/>
                </a:lnTo>
                <a:lnTo>
                  <a:pt x="872294" y="98889"/>
                </a:lnTo>
                <a:lnTo>
                  <a:pt x="872301" y="98701"/>
                </a:lnTo>
                <a:lnTo>
                  <a:pt x="872308" y="98515"/>
                </a:lnTo>
                <a:lnTo>
                  <a:pt x="872315" y="98331"/>
                </a:lnTo>
                <a:lnTo>
                  <a:pt x="872321" y="98150"/>
                </a:lnTo>
                <a:lnTo>
                  <a:pt x="872327" y="97971"/>
                </a:lnTo>
                <a:lnTo>
                  <a:pt x="872332" y="97794"/>
                </a:lnTo>
                <a:lnTo>
                  <a:pt x="872337" y="97619"/>
                </a:lnTo>
                <a:lnTo>
                  <a:pt x="872342" y="97446"/>
                </a:lnTo>
                <a:lnTo>
                  <a:pt x="872346" y="97276"/>
                </a:lnTo>
                <a:lnTo>
                  <a:pt x="872350" y="97108"/>
                </a:lnTo>
                <a:lnTo>
                  <a:pt x="872353" y="96943"/>
                </a:lnTo>
                <a:lnTo>
                  <a:pt x="872356" y="96779"/>
                </a:lnTo>
                <a:lnTo>
                  <a:pt x="872358" y="96618"/>
                </a:lnTo>
                <a:lnTo>
                  <a:pt x="872361" y="96459"/>
                </a:lnTo>
                <a:lnTo>
                  <a:pt x="872362" y="96302"/>
                </a:lnTo>
                <a:lnTo>
                  <a:pt x="872364" y="96147"/>
                </a:lnTo>
                <a:lnTo>
                  <a:pt x="872365" y="95995"/>
                </a:lnTo>
                <a:lnTo>
                  <a:pt x="872365" y="95845"/>
                </a:lnTo>
                <a:lnTo>
                  <a:pt x="872366" y="95697"/>
                </a:lnTo>
                <a:lnTo>
                  <a:pt x="872343" y="93520"/>
                </a:lnTo>
                <a:lnTo>
                  <a:pt x="872276" y="91385"/>
                </a:lnTo>
                <a:lnTo>
                  <a:pt x="872164" y="89293"/>
                </a:lnTo>
                <a:lnTo>
                  <a:pt x="872008" y="87244"/>
                </a:lnTo>
                <a:lnTo>
                  <a:pt x="871806" y="85238"/>
                </a:lnTo>
                <a:lnTo>
                  <a:pt x="871560" y="83274"/>
                </a:lnTo>
                <a:lnTo>
                  <a:pt x="871269" y="81353"/>
                </a:lnTo>
                <a:lnTo>
                  <a:pt x="870934" y="79475"/>
                </a:lnTo>
                <a:lnTo>
                  <a:pt x="870553" y="77640"/>
                </a:lnTo>
                <a:lnTo>
                  <a:pt x="870128" y="75847"/>
                </a:lnTo>
                <a:lnTo>
                  <a:pt x="869659" y="74097"/>
                </a:lnTo>
                <a:lnTo>
                  <a:pt x="869144" y="72390"/>
                </a:lnTo>
                <a:lnTo>
                  <a:pt x="868585" y="70726"/>
                </a:lnTo>
                <a:lnTo>
                  <a:pt x="867981" y="69105"/>
                </a:lnTo>
                <a:lnTo>
                  <a:pt x="867332" y="67526"/>
                </a:lnTo>
                <a:lnTo>
                  <a:pt x="866638" y="65990"/>
                </a:lnTo>
                <a:lnTo>
                  <a:pt x="865900" y="64497"/>
                </a:lnTo>
                <a:lnTo>
                  <a:pt x="865117" y="63046"/>
                </a:lnTo>
                <a:lnTo>
                  <a:pt x="864289" y="61638"/>
                </a:lnTo>
                <a:lnTo>
                  <a:pt x="863417" y="60274"/>
                </a:lnTo>
                <a:lnTo>
                  <a:pt x="862499" y="58951"/>
                </a:lnTo>
                <a:lnTo>
                  <a:pt x="861537" y="57672"/>
                </a:lnTo>
                <a:lnTo>
                  <a:pt x="860531" y="56435"/>
                </a:lnTo>
                <a:lnTo>
                  <a:pt x="859479" y="55242"/>
                </a:lnTo>
                <a:lnTo>
                  <a:pt x="858388" y="54093"/>
                </a:lnTo>
                <a:lnTo>
                  <a:pt x="857263" y="52994"/>
                </a:lnTo>
                <a:lnTo>
                  <a:pt x="856104" y="51943"/>
                </a:lnTo>
                <a:lnTo>
                  <a:pt x="854911" y="50941"/>
                </a:lnTo>
                <a:lnTo>
                  <a:pt x="853684" y="49989"/>
                </a:lnTo>
                <a:lnTo>
                  <a:pt x="852423" y="49085"/>
                </a:lnTo>
                <a:lnTo>
                  <a:pt x="851128" y="48229"/>
                </a:lnTo>
                <a:lnTo>
                  <a:pt x="849798" y="47423"/>
                </a:lnTo>
                <a:lnTo>
                  <a:pt x="848435" y="46666"/>
                </a:lnTo>
                <a:lnTo>
                  <a:pt x="847038" y="45957"/>
                </a:lnTo>
                <a:lnTo>
                  <a:pt x="845606" y="45297"/>
                </a:lnTo>
                <a:lnTo>
                  <a:pt x="844141" y="44687"/>
                </a:lnTo>
                <a:lnTo>
                  <a:pt x="842641" y="44125"/>
                </a:lnTo>
                <a:lnTo>
                  <a:pt x="841108" y="43612"/>
                </a:lnTo>
                <a:lnTo>
                  <a:pt x="839540" y="43147"/>
                </a:lnTo>
                <a:lnTo>
                  <a:pt x="837938" y="42732"/>
                </a:lnTo>
                <a:lnTo>
                  <a:pt x="836303" y="42366"/>
                </a:lnTo>
                <a:lnTo>
                  <a:pt x="834633" y="42048"/>
                </a:lnTo>
                <a:lnTo>
                  <a:pt x="832929" y="41779"/>
                </a:lnTo>
                <a:lnTo>
                  <a:pt x="831191" y="41559"/>
                </a:lnTo>
                <a:lnTo>
                  <a:pt x="829419" y="41388"/>
                </a:lnTo>
                <a:lnTo>
                  <a:pt x="827613" y="41266"/>
                </a:lnTo>
                <a:lnTo>
                  <a:pt x="825773" y="41193"/>
                </a:lnTo>
                <a:lnTo>
                  <a:pt x="823899" y="41168"/>
                </a:lnTo>
                <a:lnTo>
                  <a:pt x="822484" y="41181"/>
                </a:lnTo>
                <a:lnTo>
                  <a:pt x="821089" y="41221"/>
                </a:lnTo>
                <a:lnTo>
                  <a:pt x="819716" y="41286"/>
                </a:lnTo>
                <a:lnTo>
                  <a:pt x="818363" y="41377"/>
                </a:lnTo>
                <a:lnTo>
                  <a:pt x="817031" y="41495"/>
                </a:lnTo>
                <a:lnTo>
                  <a:pt x="815720" y="41638"/>
                </a:lnTo>
                <a:lnTo>
                  <a:pt x="814430" y="41808"/>
                </a:lnTo>
                <a:lnTo>
                  <a:pt x="813160" y="42003"/>
                </a:lnTo>
                <a:lnTo>
                  <a:pt x="811911" y="42225"/>
                </a:lnTo>
                <a:lnTo>
                  <a:pt x="810683" y="42473"/>
                </a:lnTo>
                <a:lnTo>
                  <a:pt x="809476" y="42747"/>
                </a:lnTo>
                <a:lnTo>
                  <a:pt x="808290" y="43047"/>
                </a:lnTo>
                <a:lnTo>
                  <a:pt x="807124" y="43374"/>
                </a:lnTo>
                <a:lnTo>
                  <a:pt x="805979" y="43726"/>
                </a:lnTo>
                <a:lnTo>
                  <a:pt x="804855" y="44104"/>
                </a:lnTo>
                <a:lnTo>
                  <a:pt x="803752" y="44509"/>
                </a:lnTo>
                <a:lnTo>
                  <a:pt x="802669" y="44939"/>
                </a:lnTo>
                <a:lnTo>
                  <a:pt x="801607" y="45396"/>
                </a:lnTo>
                <a:lnTo>
                  <a:pt x="800567" y="45879"/>
                </a:lnTo>
                <a:lnTo>
                  <a:pt x="799546" y="46388"/>
                </a:lnTo>
                <a:lnTo>
                  <a:pt x="798547" y="46923"/>
                </a:lnTo>
                <a:lnTo>
                  <a:pt x="797569" y="47484"/>
                </a:lnTo>
                <a:lnTo>
                  <a:pt x="796611" y="48071"/>
                </a:lnTo>
                <a:lnTo>
                  <a:pt x="795674" y="48684"/>
                </a:lnTo>
                <a:lnTo>
                  <a:pt x="794757" y="49321"/>
                </a:lnTo>
                <a:lnTo>
                  <a:pt x="793860" y="49977"/>
                </a:lnTo>
                <a:lnTo>
                  <a:pt x="792983" y="50654"/>
                </a:lnTo>
                <a:lnTo>
                  <a:pt x="792126" y="51351"/>
                </a:lnTo>
                <a:lnTo>
                  <a:pt x="791288" y="52068"/>
                </a:lnTo>
                <a:lnTo>
                  <a:pt x="790471" y="52806"/>
                </a:lnTo>
                <a:lnTo>
                  <a:pt x="789673" y="53563"/>
                </a:lnTo>
                <a:lnTo>
                  <a:pt x="788895" y="54341"/>
                </a:lnTo>
                <a:lnTo>
                  <a:pt x="788137" y="55139"/>
                </a:lnTo>
                <a:lnTo>
                  <a:pt x="787398" y="55957"/>
                </a:lnTo>
                <a:lnTo>
                  <a:pt x="786679" y="56795"/>
                </a:lnTo>
                <a:lnTo>
                  <a:pt x="785980" y="57653"/>
                </a:lnTo>
                <a:lnTo>
                  <a:pt x="785301" y="58532"/>
                </a:lnTo>
                <a:lnTo>
                  <a:pt x="784642" y="59431"/>
                </a:lnTo>
                <a:lnTo>
                  <a:pt x="784003" y="60350"/>
                </a:lnTo>
                <a:lnTo>
                  <a:pt x="783383" y="61289"/>
                </a:lnTo>
                <a:lnTo>
                  <a:pt x="782783" y="62248"/>
                </a:lnTo>
                <a:lnTo>
                  <a:pt x="782203" y="63228"/>
                </a:lnTo>
                <a:lnTo>
                  <a:pt x="781643" y="64227"/>
                </a:lnTo>
                <a:lnTo>
                  <a:pt x="781102" y="65247"/>
                </a:lnTo>
                <a:lnTo>
                  <a:pt x="780581" y="66287"/>
                </a:lnTo>
                <a:lnTo>
                  <a:pt x="780081" y="67348"/>
                </a:lnTo>
                <a:lnTo>
                  <a:pt x="779599" y="68428"/>
                </a:lnTo>
                <a:lnTo>
                  <a:pt x="779138" y="69529"/>
                </a:lnTo>
                <a:lnTo>
                  <a:pt x="778696" y="70647"/>
                </a:lnTo>
                <a:lnTo>
                  <a:pt x="778273" y="71779"/>
                </a:lnTo>
                <a:lnTo>
                  <a:pt x="777869" y="72926"/>
                </a:lnTo>
                <a:lnTo>
                  <a:pt x="777483" y="74087"/>
                </a:lnTo>
                <a:lnTo>
                  <a:pt x="777116" y="75263"/>
                </a:lnTo>
                <a:lnTo>
                  <a:pt x="776768" y="76453"/>
                </a:lnTo>
                <a:lnTo>
                  <a:pt x="776439" y="77658"/>
                </a:lnTo>
                <a:lnTo>
                  <a:pt x="776129" y="78878"/>
                </a:lnTo>
                <a:lnTo>
                  <a:pt x="775837" y="80111"/>
                </a:lnTo>
                <a:lnTo>
                  <a:pt x="775564" y="81360"/>
                </a:lnTo>
                <a:lnTo>
                  <a:pt x="775311" y="82622"/>
                </a:lnTo>
                <a:lnTo>
                  <a:pt x="775075" y="83899"/>
                </a:lnTo>
                <a:lnTo>
                  <a:pt x="774859" y="85191"/>
                </a:lnTo>
                <a:lnTo>
                  <a:pt x="774662" y="86497"/>
                </a:lnTo>
                <a:lnTo>
                  <a:pt x="774483" y="87818"/>
                </a:lnTo>
                <a:lnTo>
                  <a:pt x="774323" y="89153"/>
                </a:lnTo>
                <a:lnTo>
                  <a:pt x="774182" y="90503"/>
                </a:lnTo>
                <a:lnTo>
                  <a:pt x="774060" y="91867"/>
                </a:lnTo>
                <a:lnTo>
                  <a:pt x="773956" y="93245"/>
                </a:lnTo>
                <a:lnTo>
                  <a:pt x="773872" y="94638"/>
                </a:lnTo>
                <a:lnTo>
                  <a:pt x="773806" y="96046"/>
                </a:lnTo>
                <a:lnTo>
                  <a:pt x="773759" y="97468"/>
                </a:lnTo>
                <a:lnTo>
                  <a:pt x="773731" y="98904"/>
                </a:lnTo>
                <a:lnTo>
                  <a:pt x="773721" y="100355"/>
                </a:lnTo>
                <a:lnTo>
                  <a:pt x="773731" y="101749"/>
                </a:lnTo>
                <a:lnTo>
                  <a:pt x="773760" y="103130"/>
                </a:lnTo>
                <a:lnTo>
                  <a:pt x="773809" y="104501"/>
                </a:lnTo>
                <a:lnTo>
                  <a:pt x="773876" y="105859"/>
                </a:lnTo>
                <a:lnTo>
                  <a:pt x="773964" y="107207"/>
                </a:lnTo>
                <a:lnTo>
                  <a:pt x="774070" y="108542"/>
                </a:lnTo>
                <a:lnTo>
                  <a:pt x="774197" y="109866"/>
                </a:lnTo>
                <a:lnTo>
                  <a:pt x="774342" y="111178"/>
                </a:lnTo>
                <a:lnTo>
                  <a:pt x="774507" y="112479"/>
                </a:lnTo>
                <a:lnTo>
                  <a:pt x="774691" y="113768"/>
                </a:lnTo>
                <a:lnTo>
                  <a:pt x="774895" y="115045"/>
                </a:lnTo>
                <a:lnTo>
                  <a:pt x="775118" y="116311"/>
                </a:lnTo>
                <a:lnTo>
                  <a:pt x="775361" y="117565"/>
                </a:lnTo>
                <a:lnTo>
                  <a:pt x="775623" y="118807"/>
                </a:lnTo>
                <a:lnTo>
                  <a:pt x="775904" y="120038"/>
                </a:lnTo>
                <a:lnTo>
                  <a:pt x="776205" y="121258"/>
                </a:lnTo>
                <a:lnTo>
                  <a:pt x="776525" y="122465"/>
                </a:lnTo>
                <a:lnTo>
                  <a:pt x="776864" y="123661"/>
                </a:lnTo>
                <a:lnTo>
                  <a:pt x="777223" y="124846"/>
                </a:lnTo>
                <a:lnTo>
                  <a:pt x="777602" y="126018"/>
                </a:lnTo>
                <a:lnTo>
                  <a:pt x="777999" y="127180"/>
                </a:lnTo>
                <a:lnTo>
                  <a:pt x="778417" y="128329"/>
                </a:lnTo>
                <a:lnTo>
                  <a:pt x="778853" y="129467"/>
                </a:lnTo>
                <a:lnTo>
                  <a:pt x="779309" y="130593"/>
                </a:lnTo>
                <a:lnTo>
                  <a:pt x="779785" y="131704"/>
                </a:lnTo>
                <a:lnTo>
                  <a:pt x="780282" y="132795"/>
                </a:lnTo>
                <a:lnTo>
                  <a:pt x="780800" y="133866"/>
                </a:lnTo>
                <a:lnTo>
                  <a:pt x="781338" y="134918"/>
                </a:lnTo>
                <a:lnTo>
                  <a:pt x="781897" y="135950"/>
                </a:lnTo>
                <a:lnTo>
                  <a:pt x="782477" y="136963"/>
                </a:lnTo>
                <a:lnTo>
                  <a:pt x="783078" y="137956"/>
                </a:lnTo>
                <a:lnTo>
                  <a:pt x="783700" y="138929"/>
                </a:lnTo>
                <a:lnTo>
                  <a:pt x="784342" y="139883"/>
                </a:lnTo>
                <a:lnTo>
                  <a:pt x="785005" y="140818"/>
                </a:lnTo>
                <a:lnTo>
                  <a:pt x="785689" y="141733"/>
                </a:lnTo>
                <a:lnTo>
                  <a:pt x="786394" y="142628"/>
                </a:lnTo>
                <a:lnTo>
                  <a:pt x="787119" y="143504"/>
                </a:lnTo>
                <a:lnTo>
                  <a:pt x="787866" y="144360"/>
                </a:lnTo>
                <a:lnTo>
                  <a:pt x="788633" y="145197"/>
                </a:lnTo>
                <a:lnTo>
                  <a:pt x="789421" y="146014"/>
                </a:lnTo>
                <a:lnTo>
                  <a:pt x="790229" y="146812"/>
                </a:lnTo>
                <a:lnTo>
                  <a:pt x="791059" y="147590"/>
                </a:lnTo>
                <a:lnTo>
                  <a:pt x="791909" y="148348"/>
                </a:lnTo>
                <a:lnTo>
                  <a:pt x="792780" y="149087"/>
                </a:lnTo>
                <a:lnTo>
                  <a:pt x="793672" y="149807"/>
                </a:lnTo>
                <a:lnTo>
                  <a:pt x="794585" y="150506"/>
                </a:lnTo>
                <a:lnTo>
                  <a:pt x="795518" y="151187"/>
                </a:lnTo>
                <a:lnTo>
                  <a:pt x="796472" y="151848"/>
                </a:lnTo>
                <a:lnTo>
                  <a:pt x="797448" y="152485"/>
                </a:lnTo>
                <a:lnTo>
                  <a:pt x="798447" y="153095"/>
                </a:lnTo>
                <a:lnTo>
                  <a:pt x="799468" y="153678"/>
                </a:lnTo>
                <a:lnTo>
                  <a:pt x="800513" y="154233"/>
                </a:lnTo>
                <a:lnTo>
                  <a:pt x="801580" y="154762"/>
                </a:lnTo>
                <a:lnTo>
                  <a:pt x="802669" y="155264"/>
                </a:lnTo>
                <a:lnTo>
                  <a:pt x="803782" y="155738"/>
                </a:lnTo>
                <a:lnTo>
                  <a:pt x="804917" y="156185"/>
                </a:lnTo>
                <a:lnTo>
                  <a:pt x="806076" y="156606"/>
                </a:lnTo>
                <a:lnTo>
                  <a:pt x="807256" y="156999"/>
                </a:lnTo>
                <a:lnTo>
                  <a:pt x="808460" y="157365"/>
                </a:lnTo>
                <a:lnTo>
                  <a:pt x="809686" y="157704"/>
                </a:lnTo>
                <a:lnTo>
                  <a:pt x="810936" y="158015"/>
                </a:lnTo>
                <a:lnTo>
                  <a:pt x="812208" y="158300"/>
                </a:lnTo>
                <a:lnTo>
                  <a:pt x="813502" y="158558"/>
                </a:lnTo>
                <a:lnTo>
                  <a:pt x="814820" y="158788"/>
                </a:lnTo>
                <a:lnTo>
                  <a:pt x="816160" y="158991"/>
                </a:lnTo>
                <a:lnTo>
                  <a:pt x="817523" y="159168"/>
                </a:lnTo>
                <a:lnTo>
                  <a:pt x="818909" y="159317"/>
                </a:lnTo>
                <a:lnTo>
                  <a:pt x="820318" y="159439"/>
                </a:lnTo>
                <a:lnTo>
                  <a:pt x="821749" y="159534"/>
                </a:lnTo>
                <a:lnTo>
                  <a:pt x="823203" y="159601"/>
                </a:lnTo>
                <a:lnTo>
                  <a:pt x="824680" y="159642"/>
                </a:lnTo>
                <a:lnTo>
                  <a:pt x="826179" y="159656"/>
                </a:lnTo>
                <a:lnTo>
                  <a:pt x="827342" y="159647"/>
                </a:lnTo>
                <a:lnTo>
                  <a:pt x="828491" y="159623"/>
                </a:lnTo>
                <a:lnTo>
                  <a:pt x="829627" y="159581"/>
                </a:lnTo>
                <a:lnTo>
                  <a:pt x="830751" y="159523"/>
                </a:lnTo>
                <a:close/>
                <a:moveTo>
                  <a:pt x="793483" y="84139"/>
                </a:moveTo>
                <a:lnTo>
                  <a:pt x="793692" y="82890"/>
                </a:lnTo>
                <a:lnTo>
                  <a:pt x="793924" y="81669"/>
                </a:lnTo>
                <a:lnTo>
                  <a:pt x="794179" y="80475"/>
                </a:lnTo>
                <a:lnTo>
                  <a:pt x="794457" y="79308"/>
                </a:lnTo>
                <a:lnTo>
                  <a:pt x="794759" y="78169"/>
                </a:lnTo>
                <a:lnTo>
                  <a:pt x="795083" y="77056"/>
                </a:lnTo>
                <a:lnTo>
                  <a:pt x="795431" y="75972"/>
                </a:lnTo>
                <a:lnTo>
                  <a:pt x="795802" y="74914"/>
                </a:lnTo>
                <a:lnTo>
                  <a:pt x="796196" y="73884"/>
                </a:lnTo>
                <a:lnTo>
                  <a:pt x="796613" y="72882"/>
                </a:lnTo>
                <a:lnTo>
                  <a:pt x="797054" y="71906"/>
                </a:lnTo>
                <a:lnTo>
                  <a:pt x="797518" y="70958"/>
                </a:lnTo>
                <a:lnTo>
                  <a:pt x="798004" y="70037"/>
                </a:lnTo>
                <a:lnTo>
                  <a:pt x="798514" y="69144"/>
                </a:lnTo>
                <a:lnTo>
                  <a:pt x="799047" y="68278"/>
                </a:lnTo>
                <a:lnTo>
                  <a:pt x="799603" y="67439"/>
                </a:lnTo>
                <a:lnTo>
                  <a:pt x="800183" y="66628"/>
                </a:lnTo>
                <a:lnTo>
                  <a:pt x="800785" y="65844"/>
                </a:lnTo>
                <a:lnTo>
                  <a:pt x="801411" y="65087"/>
                </a:lnTo>
                <a:lnTo>
                  <a:pt x="802060" y="64358"/>
                </a:lnTo>
                <a:lnTo>
                  <a:pt x="802731" y="63657"/>
                </a:lnTo>
                <a:lnTo>
                  <a:pt x="803423" y="62985"/>
                </a:lnTo>
                <a:lnTo>
                  <a:pt x="804135" y="62344"/>
                </a:lnTo>
                <a:lnTo>
                  <a:pt x="804868" y="61732"/>
                </a:lnTo>
                <a:lnTo>
                  <a:pt x="805622" y="61150"/>
                </a:lnTo>
                <a:lnTo>
                  <a:pt x="806397" y="60599"/>
                </a:lnTo>
                <a:lnTo>
                  <a:pt x="807193" y="60076"/>
                </a:lnTo>
                <a:lnTo>
                  <a:pt x="808009" y="59584"/>
                </a:lnTo>
                <a:lnTo>
                  <a:pt x="808846" y="59122"/>
                </a:lnTo>
                <a:lnTo>
                  <a:pt x="809704" y="58689"/>
                </a:lnTo>
                <a:lnTo>
                  <a:pt x="810583" y="58286"/>
                </a:lnTo>
                <a:lnTo>
                  <a:pt x="811483" y="57913"/>
                </a:lnTo>
                <a:lnTo>
                  <a:pt x="812403" y="57570"/>
                </a:lnTo>
                <a:lnTo>
                  <a:pt x="813344" y="57257"/>
                </a:lnTo>
                <a:lnTo>
                  <a:pt x="814306" y="56974"/>
                </a:lnTo>
                <a:lnTo>
                  <a:pt x="815289" y="56720"/>
                </a:lnTo>
                <a:lnTo>
                  <a:pt x="816292" y="56496"/>
                </a:lnTo>
                <a:lnTo>
                  <a:pt x="817316" y="56302"/>
                </a:lnTo>
                <a:lnTo>
                  <a:pt x="818362" y="56138"/>
                </a:lnTo>
                <a:lnTo>
                  <a:pt x="819427" y="56004"/>
                </a:lnTo>
                <a:lnTo>
                  <a:pt x="820514" y="55900"/>
                </a:lnTo>
                <a:lnTo>
                  <a:pt x="821621" y="55825"/>
                </a:lnTo>
                <a:lnTo>
                  <a:pt x="822750" y="55780"/>
                </a:lnTo>
                <a:lnTo>
                  <a:pt x="823899" y="55765"/>
                </a:lnTo>
                <a:lnTo>
                  <a:pt x="825038" y="55780"/>
                </a:lnTo>
                <a:lnTo>
                  <a:pt x="826157" y="55826"/>
                </a:lnTo>
                <a:lnTo>
                  <a:pt x="827254" y="55901"/>
                </a:lnTo>
                <a:lnTo>
                  <a:pt x="828330" y="56006"/>
                </a:lnTo>
                <a:lnTo>
                  <a:pt x="829386" y="56141"/>
                </a:lnTo>
                <a:lnTo>
                  <a:pt x="830420" y="56306"/>
                </a:lnTo>
                <a:lnTo>
                  <a:pt x="831434" y="56502"/>
                </a:lnTo>
                <a:lnTo>
                  <a:pt x="832426" y="56727"/>
                </a:lnTo>
                <a:lnTo>
                  <a:pt x="833398" y="56982"/>
                </a:lnTo>
                <a:lnTo>
                  <a:pt x="834348" y="57268"/>
                </a:lnTo>
                <a:lnTo>
                  <a:pt x="835278" y="57583"/>
                </a:lnTo>
                <a:lnTo>
                  <a:pt x="836186" y="57929"/>
                </a:lnTo>
                <a:lnTo>
                  <a:pt x="837074" y="58304"/>
                </a:lnTo>
                <a:lnTo>
                  <a:pt x="837941" y="58710"/>
                </a:lnTo>
                <a:lnTo>
                  <a:pt x="838786" y="59145"/>
                </a:lnTo>
                <a:lnTo>
                  <a:pt x="839611" y="59611"/>
                </a:lnTo>
                <a:lnTo>
                  <a:pt x="840414" y="60107"/>
                </a:lnTo>
                <a:lnTo>
                  <a:pt x="841197" y="60633"/>
                </a:lnTo>
                <a:lnTo>
                  <a:pt x="841959" y="61188"/>
                </a:lnTo>
                <a:lnTo>
                  <a:pt x="842699" y="61774"/>
                </a:lnTo>
                <a:lnTo>
                  <a:pt x="843419" y="62390"/>
                </a:lnTo>
                <a:lnTo>
                  <a:pt x="844118" y="63036"/>
                </a:lnTo>
                <a:lnTo>
                  <a:pt x="844796" y="63712"/>
                </a:lnTo>
                <a:lnTo>
                  <a:pt x="845452" y="64418"/>
                </a:lnTo>
                <a:lnTo>
                  <a:pt x="846086" y="65152"/>
                </a:lnTo>
                <a:lnTo>
                  <a:pt x="846693" y="65913"/>
                </a:lnTo>
                <a:lnTo>
                  <a:pt x="847275" y="66701"/>
                </a:lnTo>
                <a:lnTo>
                  <a:pt x="847831" y="67515"/>
                </a:lnTo>
                <a:lnTo>
                  <a:pt x="848362" y="68356"/>
                </a:lnTo>
                <a:lnTo>
                  <a:pt x="848866" y="69223"/>
                </a:lnTo>
                <a:lnTo>
                  <a:pt x="849345" y="70118"/>
                </a:lnTo>
                <a:lnTo>
                  <a:pt x="849798" y="71039"/>
                </a:lnTo>
                <a:lnTo>
                  <a:pt x="850226" y="71987"/>
                </a:lnTo>
                <a:lnTo>
                  <a:pt x="850628" y="72961"/>
                </a:lnTo>
                <a:lnTo>
                  <a:pt x="851004" y="73962"/>
                </a:lnTo>
                <a:lnTo>
                  <a:pt x="851354" y="74990"/>
                </a:lnTo>
                <a:lnTo>
                  <a:pt x="851678" y="76045"/>
                </a:lnTo>
                <a:lnTo>
                  <a:pt x="851977" y="77126"/>
                </a:lnTo>
                <a:lnTo>
                  <a:pt x="852250" y="78234"/>
                </a:lnTo>
                <a:lnTo>
                  <a:pt x="852497" y="79369"/>
                </a:lnTo>
                <a:lnTo>
                  <a:pt x="852719" y="80530"/>
                </a:lnTo>
                <a:lnTo>
                  <a:pt x="852915" y="81718"/>
                </a:lnTo>
                <a:lnTo>
                  <a:pt x="853085" y="82933"/>
                </a:lnTo>
                <a:lnTo>
                  <a:pt x="853229" y="84174"/>
                </a:lnTo>
                <a:lnTo>
                  <a:pt x="853348" y="85442"/>
                </a:lnTo>
                <a:lnTo>
                  <a:pt x="853441" y="86737"/>
                </a:lnTo>
                <a:lnTo>
                  <a:pt x="853508" y="88059"/>
                </a:lnTo>
                <a:lnTo>
                  <a:pt x="853549" y="89407"/>
                </a:lnTo>
                <a:lnTo>
                  <a:pt x="792880" y="89407"/>
                </a:lnTo>
                <a:lnTo>
                  <a:pt x="792996" y="88049"/>
                </a:lnTo>
                <a:lnTo>
                  <a:pt x="793135" y="86718"/>
                </a:lnTo>
                <a:lnTo>
                  <a:pt x="793298" y="85415"/>
                </a:lnTo>
                <a:lnTo>
                  <a:pt x="793483" y="84139"/>
                </a:lnTo>
                <a:close/>
                <a:moveTo>
                  <a:pt x="1141987" y="159430"/>
                </a:moveTo>
                <a:lnTo>
                  <a:pt x="1143044" y="159331"/>
                </a:lnTo>
                <a:lnTo>
                  <a:pt x="1144090" y="159214"/>
                </a:lnTo>
                <a:lnTo>
                  <a:pt x="1145124" y="159079"/>
                </a:lnTo>
                <a:lnTo>
                  <a:pt x="1146146" y="158926"/>
                </a:lnTo>
                <a:lnTo>
                  <a:pt x="1147156" y="158755"/>
                </a:lnTo>
                <a:lnTo>
                  <a:pt x="1148155" y="158566"/>
                </a:lnTo>
                <a:lnTo>
                  <a:pt x="1149142" y="158358"/>
                </a:lnTo>
                <a:lnTo>
                  <a:pt x="1150117" y="158133"/>
                </a:lnTo>
                <a:lnTo>
                  <a:pt x="1151081" y="157890"/>
                </a:lnTo>
                <a:lnTo>
                  <a:pt x="1152033" y="157629"/>
                </a:lnTo>
                <a:lnTo>
                  <a:pt x="1152973" y="157350"/>
                </a:lnTo>
                <a:lnTo>
                  <a:pt x="1153902" y="157052"/>
                </a:lnTo>
                <a:lnTo>
                  <a:pt x="1154819" y="156737"/>
                </a:lnTo>
                <a:lnTo>
                  <a:pt x="1155724" y="156404"/>
                </a:lnTo>
                <a:lnTo>
                  <a:pt x="1156618" y="156052"/>
                </a:lnTo>
                <a:lnTo>
                  <a:pt x="1157500" y="155683"/>
                </a:lnTo>
                <a:lnTo>
                  <a:pt x="1158370" y="155296"/>
                </a:lnTo>
                <a:lnTo>
                  <a:pt x="1159229" y="154890"/>
                </a:lnTo>
                <a:lnTo>
                  <a:pt x="1160076" y="154467"/>
                </a:lnTo>
                <a:lnTo>
                  <a:pt x="1160912" y="154029"/>
                </a:lnTo>
                <a:lnTo>
                  <a:pt x="1161741" y="153579"/>
                </a:lnTo>
                <a:lnTo>
                  <a:pt x="1162560" y="153117"/>
                </a:lnTo>
                <a:lnTo>
                  <a:pt x="1163372" y="152644"/>
                </a:lnTo>
                <a:lnTo>
                  <a:pt x="1164174" y="152159"/>
                </a:lnTo>
                <a:lnTo>
                  <a:pt x="1164969" y="151662"/>
                </a:lnTo>
                <a:lnTo>
                  <a:pt x="1165754" y="151154"/>
                </a:lnTo>
                <a:lnTo>
                  <a:pt x="1166531" y="150634"/>
                </a:lnTo>
                <a:lnTo>
                  <a:pt x="1167300" y="150102"/>
                </a:lnTo>
                <a:lnTo>
                  <a:pt x="1168060" y="149559"/>
                </a:lnTo>
                <a:lnTo>
                  <a:pt x="1168812" y="149004"/>
                </a:lnTo>
                <a:lnTo>
                  <a:pt x="1169555" y="148437"/>
                </a:lnTo>
                <a:lnTo>
                  <a:pt x="1170290" y="147859"/>
                </a:lnTo>
                <a:lnTo>
                  <a:pt x="1171016" y="147269"/>
                </a:lnTo>
                <a:lnTo>
                  <a:pt x="1171733" y="146667"/>
                </a:lnTo>
                <a:lnTo>
                  <a:pt x="1172443" y="146053"/>
                </a:lnTo>
                <a:lnTo>
                  <a:pt x="1173143" y="145428"/>
                </a:lnTo>
                <a:lnTo>
                  <a:pt x="1173835" y="144791"/>
                </a:lnTo>
                <a:lnTo>
                  <a:pt x="1174519" y="144143"/>
                </a:lnTo>
                <a:lnTo>
                  <a:pt x="1175194" y="143483"/>
                </a:lnTo>
                <a:lnTo>
                  <a:pt x="1175860" y="142811"/>
                </a:lnTo>
                <a:lnTo>
                  <a:pt x="1176518" y="142127"/>
                </a:lnTo>
                <a:lnTo>
                  <a:pt x="1177168" y="141432"/>
                </a:lnTo>
                <a:lnTo>
                  <a:pt x="1177809" y="140725"/>
                </a:lnTo>
                <a:lnTo>
                  <a:pt x="1178607" y="157603"/>
                </a:lnTo>
                <a:lnTo>
                  <a:pt x="1196397" y="157603"/>
                </a:lnTo>
                <a:lnTo>
                  <a:pt x="1196397" y="81114"/>
                </a:lnTo>
                <a:lnTo>
                  <a:pt x="1196391" y="80094"/>
                </a:lnTo>
                <a:lnTo>
                  <a:pt x="1196372" y="79090"/>
                </a:lnTo>
                <a:lnTo>
                  <a:pt x="1196340" y="78101"/>
                </a:lnTo>
                <a:lnTo>
                  <a:pt x="1196296" y="77129"/>
                </a:lnTo>
                <a:lnTo>
                  <a:pt x="1196239" y="76171"/>
                </a:lnTo>
                <a:lnTo>
                  <a:pt x="1196169" y="75230"/>
                </a:lnTo>
                <a:lnTo>
                  <a:pt x="1196087" y="74304"/>
                </a:lnTo>
                <a:lnTo>
                  <a:pt x="1195992" y="73394"/>
                </a:lnTo>
                <a:lnTo>
                  <a:pt x="1195884" y="72500"/>
                </a:lnTo>
                <a:lnTo>
                  <a:pt x="1195764" y="71621"/>
                </a:lnTo>
                <a:lnTo>
                  <a:pt x="1195631" y="70758"/>
                </a:lnTo>
                <a:lnTo>
                  <a:pt x="1195485" y="69911"/>
                </a:lnTo>
                <a:lnTo>
                  <a:pt x="1195327" y="69079"/>
                </a:lnTo>
                <a:lnTo>
                  <a:pt x="1195155" y="68263"/>
                </a:lnTo>
                <a:lnTo>
                  <a:pt x="1194972" y="67463"/>
                </a:lnTo>
                <a:lnTo>
                  <a:pt x="1194775" y="66679"/>
                </a:lnTo>
                <a:lnTo>
                  <a:pt x="1194566" y="65910"/>
                </a:lnTo>
                <a:lnTo>
                  <a:pt x="1194345" y="65157"/>
                </a:lnTo>
                <a:lnTo>
                  <a:pt x="1194110" y="64420"/>
                </a:lnTo>
                <a:lnTo>
                  <a:pt x="1193863" y="63698"/>
                </a:lnTo>
                <a:lnTo>
                  <a:pt x="1193603" y="62992"/>
                </a:lnTo>
                <a:lnTo>
                  <a:pt x="1193331" y="62302"/>
                </a:lnTo>
                <a:lnTo>
                  <a:pt x="1193046" y="61627"/>
                </a:lnTo>
                <a:lnTo>
                  <a:pt x="1192748" y="60969"/>
                </a:lnTo>
                <a:lnTo>
                  <a:pt x="1192439" y="60323"/>
                </a:lnTo>
                <a:lnTo>
                  <a:pt x="1192122" y="59690"/>
                </a:lnTo>
                <a:lnTo>
                  <a:pt x="1191796" y="59069"/>
                </a:lnTo>
                <a:lnTo>
                  <a:pt x="1191460" y="58460"/>
                </a:lnTo>
                <a:lnTo>
                  <a:pt x="1191116" y="57863"/>
                </a:lnTo>
                <a:lnTo>
                  <a:pt x="1190763" y="57278"/>
                </a:lnTo>
                <a:lnTo>
                  <a:pt x="1190401" y="56705"/>
                </a:lnTo>
                <a:lnTo>
                  <a:pt x="1190030" y="56144"/>
                </a:lnTo>
                <a:lnTo>
                  <a:pt x="1189650" y="55595"/>
                </a:lnTo>
                <a:lnTo>
                  <a:pt x="1189261" y="55058"/>
                </a:lnTo>
                <a:lnTo>
                  <a:pt x="1188864" y="54533"/>
                </a:lnTo>
                <a:lnTo>
                  <a:pt x="1188457" y="54020"/>
                </a:lnTo>
                <a:lnTo>
                  <a:pt x="1188042" y="53519"/>
                </a:lnTo>
                <a:lnTo>
                  <a:pt x="1187617" y="53031"/>
                </a:lnTo>
                <a:lnTo>
                  <a:pt x="1187184" y="52554"/>
                </a:lnTo>
                <a:lnTo>
                  <a:pt x="1186742" y="52089"/>
                </a:lnTo>
                <a:lnTo>
                  <a:pt x="1186291" y="51637"/>
                </a:lnTo>
                <a:lnTo>
                  <a:pt x="1185831" y="51196"/>
                </a:lnTo>
                <a:lnTo>
                  <a:pt x="1185362" y="50768"/>
                </a:lnTo>
                <a:lnTo>
                  <a:pt x="1184884" y="50351"/>
                </a:lnTo>
                <a:lnTo>
                  <a:pt x="1184397" y="49947"/>
                </a:lnTo>
                <a:lnTo>
                  <a:pt x="1183902" y="49554"/>
                </a:lnTo>
                <a:lnTo>
                  <a:pt x="1183397" y="49174"/>
                </a:lnTo>
                <a:lnTo>
                  <a:pt x="1182884" y="48805"/>
                </a:lnTo>
                <a:lnTo>
                  <a:pt x="1182363" y="48448"/>
                </a:lnTo>
                <a:lnTo>
                  <a:pt x="1181837" y="48100"/>
                </a:lnTo>
                <a:lnTo>
                  <a:pt x="1181305" y="47761"/>
                </a:lnTo>
                <a:lnTo>
                  <a:pt x="1180767" y="47431"/>
                </a:lnTo>
                <a:lnTo>
                  <a:pt x="1180225" y="47111"/>
                </a:lnTo>
                <a:lnTo>
                  <a:pt x="1179676" y="46801"/>
                </a:lnTo>
                <a:lnTo>
                  <a:pt x="1179122" y="46499"/>
                </a:lnTo>
                <a:lnTo>
                  <a:pt x="1178563" y="46207"/>
                </a:lnTo>
                <a:lnTo>
                  <a:pt x="1177998" y="45925"/>
                </a:lnTo>
                <a:lnTo>
                  <a:pt x="1177427" y="45652"/>
                </a:lnTo>
                <a:lnTo>
                  <a:pt x="1176851" y="45388"/>
                </a:lnTo>
                <a:lnTo>
                  <a:pt x="1176269" y="45134"/>
                </a:lnTo>
                <a:lnTo>
                  <a:pt x="1175682" y="44889"/>
                </a:lnTo>
                <a:lnTo>
                  <a:pt x="1175089" y="44653"/>
                </a:lnTo>
                <a:lnTo>
                  <a:pt x="1174491" y="44427"/>
                </a:lnTo>
                <a:lnTo>
                  <a:pt x="1173887" y="44211"/>
                </a:lnTo>
                <a:lnTo>
                  <a:pt x="1173278" y="44003"/>
                </a:lnTo>
                <a:lnTo>
                  <a:pt x="1172663" y="43805"/>
                </a:lnTo>
                <a:lnTo>
                  <a:pt x="1172042" y="43617"/>
                </a:lnTo>
                <a:lnTo>
                  <a:pt x="1171416" y="43438"/>
                </a:lnTo>
                <a:lnTo>
                  <a:pt x="1170785" y="43268"/>
                </a:lnTo>
                <a:lnTo>
                  <a:pt x="1170147" y="43107"/>
                </a:lnTo>
                <a:lnTo>
                  <a:pt x="1169505" y="42956"/>
                </a:lnTo>
                <a:lnTo>
                  <a:pt x="1168857" y="42815"/>
                </a:lnTo>
                <a:lnTo>
                  <a:pt x="1168204" y="42680"/>
                </a:lnTo>
                <a:lnTo>
                  <a:pt x="1167550" y="42552"/>
                </a:lnTo>
                <a:lnTo>
                  <a:pt x="1166892" y="42429"/>
                </a:lnTo>
                <a:lnTo>
                  <a:pt x="1166232" y="42312"/>
                </a:lnTo>
                <a:lnTo>
                  <a:pt x="1165570" y="42200"/>
                </a:lnTo>
                <a:lnTo>
                  <a:pt x="1164904" y="42094"/>
                </a:lnTo>
                <a:lnTo>
                  <a:pt x="1164237" y="41994"/>
                </a:lnTo>
                <a:lnTo>
                  <a:pt x="1163566" y="41900"/>
                </a:lnTo>
                <a:lnTo>
                  <a:pt x="1162894" y="41812"/>
                </a:lnTo>
                <a:lnTo>
                  <a:pt x="1162218" y="41729"/>
                </a:lnTo>
                <a:lnTo>
                  <a:pt x="1161540" y="41651"/>
                </a:lnTo>
                <a:lnTo>
                  <a:pt x="1160860" y="41580"/>
                </a:lnTo>
                <a:lnTo>
                  <a:pt x="1160176" y="41514"/>
                </a:lnTo>
                <a:lnTo>
                  <a:pt x="1159491" y="41454"/>
                </a:lnTo>
                <a:lnTo>
                  <a:pt x="1158802" y="41400"/>
                </a:lnTo>
                <a:lnTo>
                  <a:pt x="1158112" y="41351"/>
                </a:lnTo>
                <a:lnTo>
                  <a:pt x="1157418" y="41308"/>
                </a:lnTo>
                <a:lnTo>
                  <a:pt x="1156722" y="41271"/>
                </a:lnTo>
                <a:lnTo>
                  <a:pt x="1156023" y="41240"/>
                </a:lnTo>
                <a:lnTo>
                  <a:pt x="1155322" y="41214"/>
                </a:lnTo>
                <a:lnTo>
                  <a:pt x="1154619" y="41194"/>
                </a:lnTo>
                <a:lnTo>
                  <a:pt x="1153912" y="41180"/>
                </a:lnTo>
                <a:lnTo>
                  <a:pt x="1153203" y="41171"/>
                </a:lnTo>
                <a:lnTo>
                  <a:pt x="1152492" y="41168"/>
                </a:lnTo>
                <a:lnTo>
                  <a:pt x="1151385" y="41175"/>
                </a:lnTo>
                <a:lnTo>
                  <a:pt x="1150289" y="41196"/>
                </a:lnTo>
                <a:lnTo>
                  <a:pt x="1149203" y="41231"/>
                </a:lnTo>
                <a:lnTo>
                  <a:pt x="1148128" y="41279"/>
                </a:lnTo>
                <a:lnTo>
                  <a:pt x="1147064" y="41342"/>
                </a:lnTo>
                <a:lnTo>
                  <a:pt x="1146009" y="41418"/>
                </a:lnTo>
                <a:lnTo>
                  <a:pt x="1144966" y="41508"/>
                </a:lnTo>
                <a:lnTo>
                  <a:pt x="1143933" y="41612"/>
                </a:lnTo>
                <a:lnTo>
                  <a:pt x="1142910" y="41730"/>
                </a:lnTo>
                <a:lnTo>
                  <a:pt x="1141898" y="41862"/>
                </a:lnTo>
                <a:lnTo>
                  <a:pt x="1140896" y="42008"/>
                </a:lnTo>
                <a:lnTo>
                  <a:pt x="1139905" y="42167"/>
                </a:lnTo>
                <a:lnTo>
                  <a:pt x="1138924" y="42340"/>
                </a:lnTo>
                <a:lnTo>
                  <a:pt x="1137954" y="42528"/>
                </a:lnTo>
                <a:lnTo>
                  <a:pt x="1136994" y="42729"/>
                </a:lnTo>
                <a:lnTo>
                  <a:pt x="1136045" y="42944"/>
                </a:lnTo>
                <a:lnTo>
                  <a:pt x="1135106" y="43173"/>
                </a:lnTo>
                <a:lnTo>
                  <a:pt x="1134178" y="43416"/>
                </a:lnTo>
                <a:lnTo>
                  <a:pt x="1133260" y="43672"/>
                </a:lnTo>
                <a:lnTo>
                  <a:pt x="1132353" y="43943"/>
                </a:lnTo>
                <a:lnTo>
                  <a:pt x="1131456" y="44227"/>
                </a:lnTo>
                <a:lnTo>
                  <a:pt x="1130570" y="44525"/>
                </a:lnTo>
                <a:lnTo>
                  <a:pt x="1129694" y="44837"/>
                </a:lnTo>
                <a:lnTo>
                  <a:pt x="1128829" y="45163"/>
                </a:lnTo>
                <a:lnTo>
                  <a:pt x="1127976" y="45504"/>
                </a:lnTo>
                <a:lnTo>
                  <a:pt x="1127139" y="45861"/>
                </a:lnTo>
                <a:lnTo>
                  <a:pt x="1126318" y="46235"/>
                </a:lnTo>
                <a:lnTo>
                  <a:pt x="1125512" y="46624"/>
                </a:lnTo>
                <a:lnTo>
                  <a:pt x="1124721" y="47030"/>
                </a:lnTo>
                <a:lnTo>
                  <a:pt x="1123946" y="47453"/>
                </a:lnTo>
                <a:lnTo>
                  <a:pt x="1123187" y="47892"/>
                </a:lnTo>
                <a:lnTo>
                  <a:pt x="1122442" y="48347"/>
                </a:lnTo>
                <a:lnTo>
                  <a:pt x="1121714" y="48818"/>
                </a:lnTo>
                <a:lnTo>
                  <a:pt x="1121000" y="49306"/>
                </a:lnTo>
                <a:lnTo>
                  <a:pt x="1120302" y="49810"/>
                </a:lnTo>
                <a:lnTo>
                  <a:pt x="1119620" y="50330"/>
                </a:lnTo>
                <a:lnTo>
                  <a:pt x="1118953" y="50866"/>
                </a:lnTo>
                <a:lnTo>
                  <a:pt x="1118301" y="51419"/>
                </a:lnTo>
                <a:lnTo>
                  <a:pt x="1117665" y="51989"/>
                </a:lnTo>
                <a:lnTo>
                  <a:pt x="1117045" y="52574"/>
                </a:lnTo>
                <a:lnTo>
                  <a:pt x="1116439" y="53176"/>
                </a:lnTo>
                <a:lnTo>
                  <a:pt x="1115850" y="53794"/>
                </a:lnTo>
                <a:lnTo>
                  <a:pt x="1115275" y="54429"/>
                </a:lnTo>
                <a:lnTo>
                  <a:pt x="1114716" y="55080"/>
                </a:lnTo>
                <a:lnTo>
                  <a:pt x="1114173" y="55747"/>
                </a:lnTo>
                <a:lnTo>
                  <a:pt x="1113645" y="56431"/>
                </a:lnTo>
                <a:lnTo>
                  <a:pt x="1113132" y="57131"/>
                </a:lnTo>
                <a:lnTo>
                  <a:pt x="1112635" y="57847"/>
                </a:lnTo>
                <a:lnTo>
                  <a:pt x="1112156" y="58580"/>
                </a:lnTo>
                <a:lnTo>
                  <a:pt x="1111697" y="59332"/>
                </a:lnTo>
                <a:lnTo>
                  <a:pt x="1111259" y="60103"/>
                </a:lnTo>
                <a:lnTo>
                  <a:pt x="1110840" y="60893"/>
                </a:lnTo>
                <a:lnTo>
                  <a:pt x="1110443" y="61701"/>
                </a:lnTo>
                <a:lnTo>
                  <a:pt x="1110066" y="62529"/>
                </a:lnTo>
                <a:lnTo>
                  <a:pt x="1109709" y="63375"/>
                </a:lnTo>
                <a:lnTo>
                  <a:pt x="1109372" y="64239"/>
                </a:lnTo>
                <a:lnTo>
                  <a:pt x="1109056" y="65123"/>
                </a:lnTo>
                <a:lnTo>
                  <a:pt x="1108760" y="66025"/>
                </a:lnTo>
                <a:lnTo>
                  <a:pt x="1108485" y="66946"/>
                </a:lnTo>
                <a:lnTo>
                  <a:pt x="1108230" y="67886"/>
                </a:lnTo>
                <a:lnTo>
                  <a:pt x="1107996" y="68844"/>
                </a:lnTo>
                <a:lnTo>
                  <a:pt x="1107782" y="69822"/>
                </a:lnTo>
                <a:lnTo>
                  <a:pt x="1107588" y="70818"/>
                </a:lnTo>
                <a:lnTo>
                  <a:pt x="1107415" y="71832"/>
                </a:lnTo>
                <a:lnTo>
                  <a:pt x="1107262" y="72866"/>
                </a:lnTo>
                <a:lnTo>
                  <a:pt x="1107129" y="73918"/>
                </a:lnTo>
                <a:lnTo>
                  <a:pt x="1107017" y="74989"/>
                </a:lnTo>
                <a:lnTo>
                  <a:pt x="1106925" y="76079"/>
                </a:lnTo>
                <a:lnTo>
                  <a:pt x="1106854" y="77188"/>
                </a:lnTo>
                <a:lnTo>
                  <a:pt x="1106803" y="78315"/>
                </a:lnTo>
                <a:lnTo>
                  <a:pt x="1106772" y="79461"/>
                </a:lnTo>
                <a:lnTo>
                  <a:pt x="1106762" y="80626"/>
                </a:lnTo>
                <a:lnTo>
                  <a:pt x="1125236" y="80626"/>
                </a:lnTo>
                <a:lnTo>
                  <a:pt x="1125250" y="79544"/>
                </a:lnTo>
                <a:lnTo>
                  <a:pt x="1125291" y="78486"/>
                </a:lnTo>
                <a:lnTo>
                  <a:pt x="1125359" y="77452"/>
                </a:lnTo>
                <a:lnTo>
                  <a:pt x="1125455" y="76443"/>
                </a:lnTo>
                <a:lnTo>
                  <a:pt x="1125578" y="75459"/>
                </a:lnTo>
                <a:lnTo>
                  <a:pt x="1125728" y="74498"/>
                </a:lnTo>
                <a:lnTo>
                  <a:pt x="1125906" y="73563"/>
                </a:lnTo>
                <a:lnTo>
                  <a:pt x="1126111" y="72652"/>
                </a:lnTo>
                <a:lnTo>
                  <a:pt x="1126343" y="71765"/>
                </a:lnTo>
                <a:lnTo>
                  <a:pt x="1126603" y="70903"/>
                </a:lnTo>
                <a:lnTo>
                  <a:pt x="1126889" y="70065"/>
                </a:lnTo>
                <a:lnTo>
                  <a:pt x="1127204" y="69252"/>
                </a:lnTo>
                <a:lnTo>
                  <a:pt x="1127545" y="68463"/>
                </a:lnTo>
                <a:lnTo>
                  <a:pt x="1127914" y="67698"/>
                </a:lnTo>
                <a:lnTo>
                  <a:pt x="1128310" y="66958"/>
                </a:lnTo>
                <a:lnTo>
                  <a:pt x="1128734" y="66243"/>
                </a:lnTo>
                <a:lnTo>
                  <a:pt x="1129184" y="65552"/>
                </a:lnTo>
                <a:lnTo>
                  <a:pt x="1129663" y="64885"/>
                </a:lnTo>
                <a:lnTo>
                  <a:pt x="1130168" y="64243"/>
                </a:lnTo>
                <a:lnTo>
                  <a:pt x="1130701" y="63626"/>
                </a:lnTo>
                <a:lnTo>
                  <a:pt x="1131261" y="63032"/>
                </a:lnTo>
                <a:lnTo>
                  <a:pt x="1131848" y="62464"/>
                </a:lnTo>
                <a:lnTo>
                  <a:pt x="1132463" y="61919"/>
                </a:lnTo>
                <a:lnTo>
                  <a:pt x="1133105" y="61400"/>
                </a:lnTo>
                <a:lnTo>
                  <a:pt x="1133767" y="60903"/>
                </a:lnTo>
                <a:lnTo>
                  <a:pt x="1134442" y="60427"/>
                </a:lnTo>
                <a:lnTo>
                  <a:pt x="1135129" y="59972"/>
                </a:lnTo>
                <a:lnTo>
                  <a:pt x="1135829" y="59539"/>
                </a:lnTo>
                <a:lnTo>
                  <a:pt x="1136542" y="59126"/>
                </a:lnTo>
                <a:lnTo>
                  <a:pt x="1137268" y="58735"/>
                </a:lnTo>
                <a:lnTo>
                  <a:pt x="1138006" y="58365"/>
                </a:lnTo>
                <a:lnTo>
                  <a:pt x="1138756" y="58016"/>
                </a:lnTo>
                <a:lnTo>
                  <a:pt x="1139520" y="57688"/>
                </a:lnTo>
                <a:lnTo>
                  <a:pt x="1140296" y="57382"/>
                </a:lnTo>
                <a:lnTo>
                  <a:pt x="1141085" y="57096"/>
                </a:lnTo>
                <a:lnTo>
                  <a:pt x="1141886" y="56832"/>
                </a:lnTo>
                <a:lnTo>
                  <a:pt x="1142700" y="56589"/>
                </a:lnTo>
                <a:lnTo>
                  <a:pt x="1143527" y="56367"/>
                </a:lnTo>
                <a:lnTo>
                  <a:pt x="1144367" y="56166"/>
                </a:lnTo>
                <a:lnTo>
                  <a:pt x="1145219" y="55986"/>
                </a:lnTo>
                <a:lnTo>
                  <a:pt x="1146084" y="55827"/>
                </a:lnTo>
                <a:lnTo>
                  <a:pt x="1146961" y="55690"/>
                </a:lnTo>
                <a:lnTo>
                  <a:pt x="1147851" y="55574"/>
                </a:lnTo>
                <a:lnTo>
                  <a:pt x="1148754" y="55478"/>
                </a:lnTo>
                <a:lnTo>
                  <a:pt x="1149669" y="55404"/>
                </a:lnTo>
                <a:lnTo>
                  <a:pt x="1150598" y="55352"/>
                </a:lnTo>
                <a:lnTo>
                  <a:pt x="1151538" y="55320"/>
                </a:lnTo>
                <a:lnTo>
                  <a:pt x="1152492" y="55309"/>
                </a:lnTo>
                <a:lnTo>
                  <a:pt x="1153388" y="55319"/>
                </a:lnTo>
                <a:lnTo>
                  <a:pt x="1154271" y="55348"/>
                </a:lnTo>
                <a:lnTo>
                  <a:pt x="1155142" y="55397"/>
                </a:lnTo>
                <a:lnTo>
                  <a:pt x="1155999" y="55465"/>
                </a:lnTo>
                <a:lnTo>
                  <a:pt x="1156843" y="55552"/>
                </a:lnTo>
                <a:lnTo>
                  <a:pt x="1157674" y="55659"/>
                </a:lnTo>
                <a:lnTo>
                  <a:pt x="1158491" y="55785"/>
                </a:lnTo>
                <a:lnTo>
                  <a:pt x="1159296" y="55930"/>
                </a:lnTo>
                <a:lnTo>
                  <a:pt x="1160088" y="56095"/>
                </a:lnTo>
                <a:lnTo>
                  <a:pt x="1160867" y="56279"/>
                </a:lnTo>
                <a:lnTo>
                  <a:pt x="1161632" y="56483"/>
                </a:lnTo>
                <a:lnTo>
                  <a:pt x="1162385" y="56706"/>
                </a:lnTo>
                <a:lnTo>
                  <a:pt x="1163124" y="56949"/>
                </a:lnTo>
                <a:lnTo>
                  <a:pt x="1163851" y="57211"/>
                </a:lnTo>
                <a:lnTo>
                  <a:pt x="1164564" y="57492"/>
                </a:lnTo>
                <a:lnTo>
                  <a:pt x="1165264" y="57793"/>
                </a:lnTo>
                <a:lnTo>
                  <a:pt x="1165952" y="58113"/>
                </a:lnTo>
                <a:lnTo>
                  <a:pt x="1166626" y="58453"/>
                </a:lnTo>
                <a:lnTo>
                  <a:pt x="1167287" y="58811"/>
                </a:lnTo>
                <a:lnTo>
                  <a:pt x="1167935" y="59190"/>
                </a:lnTo>
                <a:lnTo>
                  <a:pt x="1168570" y="59588"/>
                </a:lnTo>
                <a:lnTo>
                  <a:pt x="1169192" y="60005"/>
                </a:lnTo>
                <a:lnTo>
                  <a:pt x="1169800" y="60441"/>
                </a:lnTo>
                <a:lnTo>
                  <a:pt x="1170396" y="60897"/>
                </a:lnTo>
                <a:lnTo>
                  <a:pt x="1170973" y="61379"/>
                </a:lnTo>
                <a:lnTo>
                  <a:pt x="1171525" y="61894"/>
                </a:lnTo>
                <a:lnTo>
                  <a:pt x="1172053" y="62442"/>
                </a:lnTo>
                <a:lnTo>
                  <a:pt x="1172557" y="63022"/>
                </a:lnTo>
                <a:lnTo>
                  <a:pt x="1173035" y="63635"/>
                </a:lnTo>
                <a:lnTo>
                  <a:pt x="1173489" y="64281"/>
                </a:lnTo>
                <a:lnTo>
                  <a:pt x="1173919" y="64959"/>
                </a:lnTo>
                <a:lnTo>
                  <a:pt x="1174324" y="65671"/>
                </a:lnTo>
                <a:lnTo>
                  <a:pt x="1174705" y="66415"/>
                </a:lnTo>
                <a:lnTo>
                  <a:pt x="1175061" y="67192"/>
                </a:lnTo>
                <a:lnTo>
                  <a:pt x="1175392" y="68001"/>
                </a:lnTo>
                <a:lnTo>
                  <a:pt x="1175699" y="68843"/>
                </a:lnTo>
                <a:lnTo>
                  <a:pt x="1175981" y="69719"/>
                </a:lnTo>
                <a:lnTo>
                  <a:pt x="1176239" y="70626"/>
                </a:lnTo>
                <a:lnTo>
                  <a:pt x="1176472" y="71567"/>
                </a:lnTo>
                <a:lnTo>
                  <a:pt x="1176681" y="72540"/>
                </a:lnTo>
                <a:lnTo>
                  <a:pt x="1176865" y="73546"/>
                </a:lnTo>
                <a:lnTo>
                  <a:pt x="1177025" y="74585"/>
                </a:lnTo>
                <a:lnTo>
                  <a:pt x="1177160" y="75657"/>
                </a:lnTo>
                <a:lnTo>
                  <a:pt x="1177270" y="76761"/>
                </a:lnTo>
                <a:lnTo>
                  <a:pt x="1177356" y="77898"/>
                </a:lnTo>
                <a:lnTo>
                  <a:pt x="1177418" y="79068"/>
                </a:lnTo>
                <a:lnTo>
                  <a:pt x="1177454" y="80271"/>
                </a:lnTo>
                <a:lnTo>
                  <a:pt x="1177467" y="81506"/>
                </a:lnTo>
                <a:lnTo>
                  <a:pt x="1177467" y="89678"/>
                </a:lnTo>
                <a:lnTo>
                  <a:pt x="1175567" y="89702"/>
                </a:lnTo>
                <a:lnTo>
                  <a:pt x="1173687" y="89735"/>
                </a:lnTo>
                <a:lnTo>
                  <a:pt x="1171827" y="89778"/>
                </a:lnTo>
                <a:lnTo>
                  <a:pt x="1169988" y="89829"/>
                </a:lnTo>
                <a:lnTo>
                  <a:pt x="1168168" y="89890"/>
                </a:lnTo>
                <a:lnTo>
                  <a:pt x="1166369" y="89960"/>
                </a:lnTo>
                <a:lnTo>
                  <a:pt x="1164590" y="90039"/>
                </a:lnTo>
                <a:lnTo>
                  <a:pt x="1162832" y="90127"/>
                </a:lnTo>
                <a:lnTo>
                  <a:pt x="1161093" y="90224"/>
                </a:lnTo>
                <a:lnTo>
                  <a:pt x="1159375" y="90330"/>
                </a:lnTo>
                <a:lnTo>
                  <a:pt x="1157677" y="90445"/>
                </a:lnTo>
                <a:lnTo>
                  <a:pt x="1155999" y="90570"/>
                </a:lnTo>
                <a:lnTo>
                  <a:pt x="1154341" y="90703"/>
                </a:lnTo>
                <a:lnTo>
                  <a:pt x="1152703" y="90846"/>
                </a:lnTo>
                <a:lnTo>
                  <a:pt x="1151086" y="90998"/>
                </a:lnTo>
                <a:lnTo>
                  <a:pt x="1149489" y="91159"/>
                </a:lnTo>
                <a:lnTo>
                  <a:pt x="1147912" y="91329"/>
                </a:lnTo>
                <a:lnTo>
                  <a:pt x="1146355" y="91508"/>
                </a:lnTo>
                <a:lnTo>
                  <a:pt x="1144819" y="91697"/>
                </a:lnTo>
                <a:lnTo>
                  <a:pt x="1143302" y="91894"/>
                </a:lnTo>
                <a:lnTo>
                  <a:pt x="1141806" y="92101"/>
                </a:lnTo>
                <a:lnTo>
                  <a:pt x="1140330" y="92316"/>
                </a:lnTo>
                <a:lnTo>
                  <a:pt x="1138874" y="92541"/>
                </a:lnTo>
                <a:lnTo>
                  <a:pt x="1137439" y="92775"/>
                </a:lnTo>
                <a:lnTo>
                  <a:pt x="1136027" y="93022"/>
                </a:lnTo>
                <a:lnTo>
                  <a:pt x="1134642" y="93287"/>
                </a:lnTo>
                <a:lnTo>
                  <a:pt x="1133283" y="93570"/>
                </a:lnTo>
                <a:lnTo>
                  <a:pt x="1131952" y="93870"/>
                </a:lnTo>
                <a:lnTo>
                  <a:pt x="1130648" y="94188"/>
                </a:lnTo>
                <a:lnTo>
                  <a:pt x="1129370" y="94523"/>
                </a:lnTo>
                <a:lnTo>
                  <a:pt x="1128120" y="94877"/>
                </a:lnTo>
                <a:lnTo>
                  <a:pt x="1126896" y="95247"/>
                </a:lnTo>
                <a:lnTo>
                  <a:pt x="1125700" y="95636"/>
                </a:lnTo>
                <a:lnTo>
                  <a:pt x="1124530" y="96042"/>
                </a:lnTo>
                <a:lnTo>
                  <a:pt x="1123387" y="96466"/>
                </a:lnTo>
                <a:lnTo>
                  <a:pt x="1122271" y="96907"/>
                </a:lnTo>
                <a:lnTo>
                  <a:pt x="1121182" y="97366"/>
                </a:lnTo>
                <a:lnTo>
                  <a:pt x="1120120" y="97843"/>
                </a:lnTo>
                <a:lnTo>
                  <a:pt x="1119085" y="98337"/>
                </a:lnTo>
                <a:lnTo>
                  <a:pt x="1118077" y="98849"/>
                </a:lnTo>
                <a:lnTo>
                  <a:pt x="1117096" y="99379"/>
                </a:lnTo>
                <a:lnTo>
                  <a:pt x="1116142" y="99926"/>
                </a:lnTo>
                <a:lnTo>
                  <a:pt x="1115214" y="100491"/>
                </a:lnTo>
                <a:lnTo>
                  <a:pt x="1114314" y="101073"/>
                </a:lnTo>
                <a:lnTo>
                  <a:pt x="1113440" y="101674"/>
                </a:lnTo>
                <a:lnTo>
                  <a:pt x="1112594" y="102292"/>
                </a:lnTo>
                <a:lnTo>
                  <a:pt x="1111774" y="102927"/>
                </a:lnTo>
                <a:lnTo>
                  <a:pt x="1110981" y="103580"/>
                </a:lnTo>
                <a:lnTo>
                  <a:pt x="1110218" y="104255"/>
                </a:lnTo>
                <a:lnTo>
                  <a:pt x="1109488" y="104955"/>
                </a:lnTo>
                <a:lnTo>
                  <a:pt x="1108790" y="105681"/>
                </a:lnTo>
                <a:lnTo>
                  <a:pt x="1108124" y="106432"/>
                </a:lnTo>
                <a:lnTo>
                  <a:pt x="1107491" y="107209"/>
                </a:lnTo>
                <a:lnTo>
                  <a:pt x="1106890" y="108012"/>
                </a:lnTo>
                <a:lnTo>
                  <a:pt x="1106322" y="108840"/>
                </a:lnTo>
                <a:lnTo>
                  <a:pt x="1105786" y="109694"/>
                </a:lnTo>
                <a:lnTo>
                  <a:pt x="1105283" y="110573"/>
                </a:lnTo>
                <a:lnTo>
                  <a:pt x="1104812" y="111477"/>
                </a:lnTo>
                <a:lnTo>
                  <a:pt x="1104374" y="112408"/>
                </a:lnTo>
                <a:lnTo>
                  <a:pt x="1103968" y="113364"/>
                </a:lnTo>
                <a:lnTo>
                  <a:pt x="1103595" y="114345"/>
                </a:lnTo>
                <a:lnTo>
                  <a:pt x="1103254" y="115352"/>
                </a:lnTo>
                <a:lnTo>
                  <a:pt x="1102945" y="116384"/>
                </a:lnTo>
                <a:lnTo>
                  <a:pt x="1102669" y="117442"/>
                </a:lnTo>
                <a:lnTo>
                  <a:pt x="1102426" y="118526"/>
                </a:lnTo>
                <a:lnTo>
                  <a:pt x="1102215" y="119635"/>
                </a:lnTo>
                <a:lnTo>
                  <a:pt x="1102036" y="120770"/>
                </a:lnTo>
                <a:lnTo>
                  <a:pt x="1101890" y="121930"/>
                </a:lnTo>
                <a:lnTo>
                  <a:pt x="1101776" y="123116"/>
                </a:lnTo>
                <a:lnTo>
                  <a:pt x="1101695" y="124327"/>
                </a:lnTo>
                <a:lnTo>
                  <a:pt x="1101646" y="125564"/>
                </a:lnTo>
                <a:lnTo>
                  <a:pt x="1101630" y="126826"/>
                </a:lnTo>
                <a:lnTo>
                  <a:pt x="1101638" y="127716"/>
                </a:lnTo>
                <a:lnTo>
                  <a:pt x="1101663" y="128594"/>
                </a:lnTo>
                <a:lnTo>
                  <a:pt x="1101704" y="129460"/>
                </a:lnTo>
                <a:lnTo>
                  <a:pt x="1101762" y="130314"/>
                </a:lnTo>
                <a:lnTo>
                  <a:pt x="1101836" y="131155"/>
                </a:lnTo>
                <a:lnTo>
                  <a:pt x="1101926" y="131985"/>
                </a:lnTo>
                <a:lnTo>
                  <a:pt x="1102033" y="132803"/>
                </a:lnTo>
                <a:lnTo>
                  <a:pt x="1102156" y="133609"/>
                </a:lnTo>
                <a:lnTo>
                  <a:pt x="1102296" y="134403"/>
                </a:lnTo>
                <a:lnTo>
                  <a:pt x="1102452" y="135185"/>
                </a:lnTo>
                <a:lnTo>
                  <a:pt x="1102624" y="135955"/>
                </a:lnTo>
                <a:lnTo>
                  <a:pt x="1102813" y="136713"/>
                </a:lnTo>
                <a:lnTo>
                  <a:pt x="1103019" y="137459"/>
                </a:lnTo>
                <a:lnTo>
                  <a:pt x="1103241" y="138193"/>
                </a:lnTo>
                <a:lnTo>
                  <a:pt x="1103479" y="138916"/>
                </a:lnTo>
                <a:lnTo>
                  <a:pt x="1103734" y="139626"/>
                </a:lnTo>
                <a:lnTo>
                  <a:pt x="1104005" y="140324"/>
                </a:lnTo>
                <a:lnTo>
                  <a:pt x="1104292" y="141010"/>
                </a:lnTo>
                <a:lnTo>
                  <a:pt x="1104596" y="141685"/>
                </a:lnTo>
                <a:lnTo>
                  <a:pt x="1104917" y="142347"/>
                </a:lnTo>
                <a:lnTo>
                  <a:pt x="1105254" y="142997"/>
                </a:lnTo>
                <a:lnTo>
                  <a:pt x="1105607" y="143636"/>
                </a:lnTo>
                <a:lnTo>
                  <a:pt x="1105977" y="144262"/>
                </a:lnTo>
                <a:lnTo>
                  <a:pt x="1106363" y="144877"/>
                </a:lnTo>
                <a:lnTo>
                  <a:pt x="1106763" y="145479"/>
                </a:lnTo>
                <a:lnTo>
                  <a:pt x="1107174" y="146069"/>
                </a:lnTo>
                <a:lnTo>
                  <a:pt x="1107596" y="146647"/>
                </a:lnTo>
                <a:lnTo>
                  <a:pt x="1108029" y="147212"/>
                </a:lnTo>
                <a:lnTo>
                  <a:pt x="1108473" y="147765"/>
                </a:lnTo>
                <a:lnTo>
                  <a:pt x="1108929" y="148305"/>
                </a:lnTo>
                <a:lnTo>
                  <a:pt x="1109395" y="148833"/>
                </a:lnTo>
                <a:lnTo>
                  <a:pt x="1109873" y="149349"/>
                </a:lnTo>
                <a:lnTo>
                  <a:pt x="1110361" y="149852"/>
                </a:lnTo>
                <a:lnTo>
                  <a:pt x="1110861" y="150343"/>
                </a:lnTo>
                <a:lnTo>
                  <a:pt x="1111372" y="150822"/>
                </a:lnTo>
                <a:lnTo>
                  <a:pt x="1111894" y="151288"/>
                </a:lnTo>
                <a:lnTo>
                  <a:pt x="1112427" y="151742"/>
                </a:lnTo>
                <a:lnTo>
                  <a:pt x="1112971" y="152183"/>
                </a:lnTo>
                <a:lnTo>
                  <a:pt x="1113526" y="152612"/>
                </a:lnTo>
                <a:lnTo>
                  <a:pt x="1114092" y="153029"/>
                </a:lnTo>
                <a:lnTo>
                  <a:pt x="1114670" y="153433"/>
                </a:lnTo>
                <a:lnTo>
                  <a:pt x="1115258" y="153825"/>
                </a:lnTo>
                <a:lnTo>
                  <a:pt x="1115857" y="154205"/>
                </a:lnTo>
                <a:lnTo>
                  <a:pt x="1116468" y="154572"/>
                </a:lnTo>
                <a:lnTo>
                  <a:pt x="1117090" y="154927"/>
                </a:lnTo>
                <a:lnTo>
                  <a:pt x="1117722" y="155270"/>
                </a:lnTo>
                <a:lnTo>
                  <a:pt x="1118366" y="155600"/>
                </a:lnTo>
                <a:lnTo>
                  <a:pt x="1119021" y="155917"/>
                </a:lnTo>
                <a:lnTo>
                  <a:pt x="1119685" y="156222"/>
                </a:lnTo>
                <a:lnTo>
                  <a:pt x="1120354" y="156514"/>
                </a:lnTo>
                <a:lnTo>
                  <a:pt x="1121029" y="156793"/>
                </a:lnTo>
                <a:lnTo>
                  <a:pt x="1121709" y="157060"/>
                </a:lnTo>
                <a:lnTo>
                  <a:pt x="1122395" y="157313"/>
                </a:lnTo>
                <a:lnTo>
                  <a:pt x="1123087" y="157553"/>
                </a:lnTo>
                <a:lnTo>
                  <a:pt x="1123785" y="157780"/>
                </a:lnTo>
                <a:lnTo>
                  <a:pt x="1124489" y="157994"/>
                </a:lnTo>
                <a:lnTo>
                  <a:pt x="1125198" y="158195"/>
                </a:lnTo>
                <a:lnTo>
                  <a:pt x="1125913" y="158384"/>
                </a:lnTo>
                <a:lnTo>
                  <a:pt x="1126634" y="158559"/>
                </a:lnTo>
                <a:lnTo>
                  <a:pt x="1127360" y="158721"/>
                </a:lnTo>
                <a:lnTo>
                  <a:pt x="1128093" y="158870"/>
                </a:lnTo>
                <a:lnTo>
                  <a:pt x="1128831" y="159007"/>
                </a:lnTo>
                <a:lnTo>
                  <a:pt x="1129574" y="159130"/>
                </a:lnTo>
                <a:lnTo>
                  <a:pt x="1130324" y="159240"/>
                </a:lnTo>
                <a:lnTo>
                  <a:pt x="1131079" y="159338"/>
                </a:lnTo>
                <a:lnTo>
                  <a:pt x="1131840" y="159422"/>
                </a:lnTo>
                <a:lnTo>
                  <a:pt x="1132607" y="159493"/>
                </a:lnTo>
                <a:lnTo>
                  <a:pt x="1133379" y="159552"/>
                </a:lnTo>
                <a:lnTo>
                  <a:pt x="1134157" y="159597"/>
                </a:lnTo>
                <a:lnTo>
                  <a:pt x="1134941" y="159630"/>
                </a:lnTo>
                <a:lnTo>
                  <a:pt x="1135731" y="159649"/>
                </a:lnTo>
                <a:lnTo>
                  <a:pt x="1136526" y="159656"/>
                </a:lnTo>
                <a:lnTo>
                  <a:pt x="1137642" y="159647"/>
                </a:lnTo>
                <a:lnTo>
                  <a:pt x="1138746" y="159620"/>
                </a:lnTo>
                <a:lnTo>
                  <a:pt x="1139838" y="159575"/>
                </a:lnTo>
                <a:lnTo>
                  <a:pt x="1140918" y="159512"/>
                </a:lnTo>
                <a:lnTo>
                  <a:pt x="1141987" y="159430"/>
                </a:lnTo>
                <a:close/>
                <a:moveTo>
                  <a:pt x="1137483" y="144835"/>
                </a:moveTo>
                <a:lnTo>
                  <a:pt x="1136722" y="144736"/>
                </a:lnTo>
                <a:lnTo>
                  <a:pt x="1135979" y="144620"/>
                </a:lnTo>
                <a:lnTo>
                  <a:pt x="1135253" y="144485"/>
                </a:lnTo>
                <a:lnTo>
                  <a:pt x="1134544" y="144333"/>
                </a:lnTo>
                <a:lnTo>
                  <a:pt x="1133852" y="144163"/>
                </a:lnTo>
                <a:lnTo>
                  <a:pt x="1133178" y="143975"/>
                </a:lnTo>
                <a:lnTo>
                  <a:pt x="1132521" y="143769"/>
                </a:lnTo>
                <a:lnTo>
                  <a:pt x="1131881" y="143545"/>
                </a:lnTo>
                <a:lnTo>
                  <a:pt x="1131258" y="143303"/>
                </a:lnTo>
                <a:lnTo>
                  <a:pt x="1130652" y="143043"/>
                </a:lnTo>
                <a:lnTo>
                  <a:pt x="1130064" y="142765"/>
                </a:lnTo>
                <a:lnTo>
                  <a:pt x="1129493" y="142469"/>
                </a:lnTo>
                <a:lnTo>
                  <a:pt x="1128939" y="142156"/>
                </a:lnTo>
                <a:lnTo>
                  <a:pt x="1128403" y="141824"/>
                </a:lnTo>
                <a:lnTo>
                  <a:pt x="1127883" y="141475"/>
                </a:lnTo>
                <a:lnTo>
                  <a:pt x="1127381" y="141108"/>
                </a:lnTo>
                <a:lnTo>
                  <a:pt x="1126896" y="140723"/>
                </a:lnTo>
                <a:lnTo>
                  <a:pt x="1126428" y="140319"/>
                </a:lnTo>
                <a:lnTo>
                  <a:pt x="1125978" y="139898"/>
                </a:lnTo>
                <a:lnTo>
                  <a:pt x="1125545" y="139462"/>
                </a:lnTo>
                <a:lnTo>
                  <a:pt x="1125131" y="139014"/>
                </a:lnTo>
                <a:lnTo>
                  <a:pt x="1124735" y="138554"/>
                </a:lnTo>
                <a:lnTo>
                  <a:pt x="1124357" y="138081"/>
                </a:lnTo>
                <a:lnTo>
                  <a:pt x="1123998" y="137596"/>
                </a:lnTo>
                <a:lnTo>
                  <a:pt x="1123658" y="137099"/>
                </a:lnTo>
                <a:lnTo>
                  <a:pt x="1123335" y="136590"/>
                </a:lnTo>
                <a:lnTo>
                  <a:pt x="1123032" y="136069"/>
                </a:lnTo>
                <a:lnTo>
                  <a:pt x="1122746" y="135536"/>
                </a:lnTo>
                <a:lnTo>
                  <a:pt x="1122479" y="134990"/>
                </a:lnTo>
                <a:lnTo>
                  <a:pt x="1122231" y="134433"/>
                </a:lnTo>
                <a:lnTo>
                  <a:pt x="1122001" y="133863"/>
                </a:lnTo>
                <a:lnTo>
                  <a:pt x="1121789" y="133281"/>
                </a:lnTo>
                <a:lnTo>
                  <a:pt x="1121595" y="132687"/>
                </a:lnTo>
                <a:lnTo>
                  <a:pt x="1121421" y="132081"/>
                </a:lnTo>
                <a:lnTo>
                  <a:pt x="1121264" y="131463"/>
                </a:lnTo>
                <a:lnTo>
                  <a:pt x="1121126" y="130832"/>
                </a:lnTo>
                <a:lnTo>
                  <a:pt x="1121006" y="130189"/>
                </a:lnTo>
                <a:lnTo>
                  <a:pt x="1120905" y="129534"/>
                </a:lnTo>
                <a:lnTo>
                  <a:pt x="1120822" y="128868"/>
                </a:lnTo>
                <a:lnTo>
                  <a:pt x="1120758" y="128188"/>
                </a:lnTo>
                <a:lnTo>
                  <a:pt x="1120712" y="127497"/>
                </a:lnTo>
                <a:lnTo>
                  <a:pt x="1120684" y="126794"/>
                </a:lnTo>
                <a:lnTo>
                  <a:pt x="1120675" y="126078"/>
                </a:lnTo>
                <a:lnTo>
                  <a:pt x="1120698" y="125033"/>
                </a:lnTo>
                <a:lnTo>
                  <a:pt x="1120766" y="124012"/>
                </a:lnTo>
                <a:lnTo>
                  <a:pt x="1120881" y="123017"/>
                </a:lnTo>
                <a:lnTo>
                  <a:pt x="1121041" y="122046"/>
                </a:lnTo>
                <a:lnTo>
                  <a:pt x="1121247" y="121099"/>
                </a:lnTo>
                <a:lnTo>
                  <a:pt x="1121498" y="120178"/>
                </a:lnTo>
                <a:lnTo>
                  <a:pt x="1121795" y="119281"/>
                </a:lnTo>
                <a:lnTo>
                  <a:pt x="1122138" y="118409"/>
                </a:lnTo>
                <a:lnTo>
                  <a:pt x="1122527" y="117561"/>
                </a:lnTo>
                <a:lnTo>
                  <a:pt x="1122962" y="116738"/>
                </a:lnTo>
                <a:lnTo>
                  <a:pt x="1123442" y="115940"/>
                </a:lnTo>
                <a:lnTo>
                  <a:pt x="1123968" y="115167"/>
                </a:lnTo>
                <a:lnTo>
                  <a:pt x="1124539" y="114418"/>
                </a:lnTo>
                <a:lnTo>
                  <a:pt x="1125157" y="113694"/>
                </a:lnTo>
                <a:lnTo>
                  <a:pt x="1125820" y="112995"/>
                </a:lnTo>
                <a:lnTo>
                  <a:pt x="1126529" y="112320"/>
                </a:lnTo>
                <a:lnTo>
                  <a:pt x="1127283" y="111671"/>
                </a:lnTo>
                <a:lnTo>
                  <a:pt x="1128084" y="111046"/>
                </a:lnTo>
                <a:lnTo>
                  <a:pt x="1128930" y="110445"/>
                </a:lnTo>
                <a:lnTo>
                  <a:pt x="1129822" y="109870"/>
                </a:lnTo>
                <a:lnTo>
                  <a:pt x="1130759" y="109319"/>
                </a:lnTo>
                <a:lnTo>
                  <a:pt x="1131743" y="108792"/>
                </a:lnTo>
                <a:lnTo>
                  <a:pt x="1132772" y="108291"/>
                </a:lnTo>
                <a:lnTo>
                  <a:pt x="1133846" y="107814"/>
                </a:lnTo>
                <a:lnTo>
                  <a:pt x="1134974" y="107358"/>
                </a:lnTo>
                <a:lnTo>
                  <a:pt x="1136161" y="106921"/>
                </a:lnTo>
                <a:lnTo>
                  <a:pt x="1137407" y="106501"/>
                </a:lnTo>
                <a:lnTo>
                  <a:pt x="1138714" y="106100"/>
                </a:lnTo>
                <a:lnTo>
                  <a:pt x="1140080" y="105717"/>
                </a:lnTo>
                <a:lnTo>
                  <a:pt x="1141505" y="105352"/>
                </a:lnTo>
                <a:lnTo>
                  <a:pt x="1142990" y="105005"/>
                </a:lnTo>
                <a:lnTo>
                  <a:pt x="1144534" y="104676"/>
                </a:lnTo>
                <a:lnTo>
                  <a:pt x="1146139" y="104365"/>
                </a:lnTo>
                <a:lnTo>
                  <a:pt x="1147802" y="104073"/>
                </a:lnTo>
                <a:lnTo>
                  <a:pt x="1149526" y="103798"/>
                </a:lnTo>
                <a:lnTo>
                  <a:pt x="1151309" y="103542"/>
                </a:lnTo>
                <a:lnTo>
                  <a:pt x="1153151" y="103304"/>
                </a:lnTo>
                <a:lnTo>
                  <a:pt x="1155053" y="103084"/>
                </a:lnTo>
                <a:lnTo>
                  <a:pt x="1157015" y="102882"/>
                </a:lnTo>
                <a:lnTo>
                  <a:pt x="1159037" y="102698"/>
                </a:lnTo>
                <a:lnTo>
                  <a:pt x="1161117" y="102532"/>
                </a:lnTo>
                <a:lnTo>
                  <a:pt x="1163258" y="102385"/>
                </a:lnTo>
                <a:lnTo>
                  <a:pt x="1165458" y="102255"/>
                </a:lnTo>
                <a:lnTo>
                  <a:pt x="1167718" y="102144"/>
                </a:lnTo>
                <a:lnTo>
                  <a:pt x="1170037" y="102051"/>
                </a:lnTo>
                <a:lnTo>
                  <a:pt x="1172416" y="101976"/>
                </a:lnTo>
                <a:lnTo>
                  <a:pt x="1174855" y="101919"/>
                </a:lnTo>
                <a:lnTo>
                  <a:pt x="1177353" y="101880"/>
                </a:lnTo>
                <a:lnTo>
                  <a:pt x="1177353" y="125369"/>
                </a:lnTo>
                <a:lnTo>
                  <a:pt x="1176834" y="126075"/>
                </a:lnTo>
                <a:lnTo>
                  <a:pt x="1176306" y="126771"/>
                </a:lnTo>
                <a:lnTo>
                  <a:pt x="1175767" y="127457"/>
                </a:lnTo>
                <a:lnTo>
                  <a:pt x="1175218" y="128133"/>
                </a:lnTo>
                <a:lnTo>
                  <a:pt x="1174658" y="128798"/>
                </a:lnTo>
                <a:lnTo>
                  <a:pt x="1174088" y="129453"/>
                </a:lnTo>
                <a:lnTo>
                  <a:pt x="1173508" y="130098"/>
                </a:lnTo>
                <a:lnTo>
                  <a:pt x="1172918" y="130732"/>
                </a:lnTo>
                <a:lnTo>
                  <a:pt x="1172317" y="131356"/>
                </a:lnTo>
                <a:lnTo>
                  <a:pt x="1171706" y="131970"/>
                </a:lnTo>
                <a:lnTo>
                  <a:pt x="1171085" y="132574"/>
                </a:lnTo>
                <a:lnTo>
                  <a:pt x="1170453" y="133167"/>
                </a:lnTo>
                <a:lnTo>
                  <a:pt x="1169811" y="133750"/>
                </a:lnTo>
                <a:lnTo>
                  <a:pt x="1169159" y="134323"/>
                </a:lnTo>
                <a:lnTo>
                  <a:pt x="1168497" y="134885"/>
                </a:lnTo>
                <a:lnTo>
                  <a:pt x="1167824" y="135438"/>
                </a:lnTo>
                <a:lnTo>
                  <a:pt x="1167141" y="135980"/>
                </a:lnTo>
                <a:lnTo>
                  <a:pt x="1166448" y="136511"/>
                </a:lnTo>
                <a:lnTo>
                  <a:pt x="1165744" y="137033"/>
                </a:lnTo>
                <a:lnTo>
                  <a:pt x="1165030" y="137544"/>
                </a:lnTo>
                <a:lnTo>
                  <a:pt x="1164306" y="138044"/>
                </a:lnTo>
                <a:lnTo>
                  <a:pt x="1163571" y="138535"/>
                </a:lnTo>
                <a:lnTo>
                  <a:pt x="1162826" y="139015"/>
                </a:lnTo>
                <a:lnTo>
                  <a:pt x="1162071" y="139485"/>
                </a:lnTo>
                <a:lnTo>
                  <a:pt x="1161307" y="139940"/>
                </a:lnTo>
                <a:lnTo>
                  <a:pt x="1160535" y="140375"/>
                </a:lnTo>
                <a:lnTo>
                  <a:pt x="1159755" y="140791"/>
                </a:lnTo>
                <a:lnTo>
                  <a:pt x="1158967" y="141188"/>
                </a:lnTo>
                <a:lnTo>
                  <a:pt x="1158171" y="141565"/>
                </a:lnTo>
                <a:lnTo>
                  <a:pt x="1157367" y="141923"/>
                </a:lnTo>
                <a:lnTo>
                  <a:pt x="1156555" y="142262"/>
                </a:lnTo>
                <a:lnTo>
                  <a:pt x="1155736" y="142581"/>
                </a:lnTo>
                <a:lnTo>
                  <a:pt x="1154908" y="142881"/>
                </a:lnTo>
                <a:lnTo>
                  <a:pt x="1154073" y="143162"/>
                </a:lnTo>
                <a:lnTo>
                  <a:pt x="1153229" y="143423"/>
                </a:lnTo>
                <a:lnTo>
                  <a:pt x="1152378" y="143665"/>
                </a:lnTo>
                <a:lnTo>
                  <a:pt x="1151519" y="143888"/>
                </a:lnTo>
                <a:lnTo>
                  <a:pt x="1150651" y="144091"/>
                </a:lnTo>
                <a:lnTo>
                  <a:pt x="1149776" y="144275"/>
                </a:lnTo>
                <a:lnTo>
                  <a:pt x="1148893" y="144439"/>
                </a:lnTo>
                <a:lnTo>
                  <a:pt x="1148002" y="144584"/>
                </a:lnTo>
                <a:lnTo>
                  <a:pt x="1147104" y="144710"/>
                </a:lnTo>
                <a:lnTo>
                  <a:pt x="1146197" y="144817"/>
                </a:lnTo>
                <a:lnTo>
                  <a:pt x="1145282" y="144904"/>
                </a:lnTo>
                <a:lnTo>
                  <a:pt x="1144359" y="144972"/>
                </a:lnTo>
                <a:lnTo>
                  <a:pt x="1143429" y="145020"/>
                </a:lnTo>
                <a:lnTo>
                  <a:pt x="1142490" y="145049"/>
                </a:lnTo>
                <a:lnTo>
                  <a:pt x="1141544" y="145059"/>
                </a:lnTo>
                <a:lnTo>
                  <a:pt x="1140697" y="145050"/>
                </a:lnTo>
                <a:lnTo>
                  <a:pt x="1139868" y="145023"/>
                </a:lnTo>
                <a:lnTo>
                  <a:pt x="1139056" y="144978"/>
                </a:lnTo>
                <a:lnTo>
                  <a:pt x="1138261" y="144915"/>
                </a:lnTo>
                <a:lnTo>
                  <a:pt x="1137483" y="144835"/>
                </a:lnTo>
                <a:close/>
                <a:moveTo>
                  <a:pt x="1413070" y="159347"/>
                </a:moveTo>
                <a:lnTo>
                  <a:pt x="1414365" y="159212"/>
                </a:lnTo>
                <a:lnTo>
                  <a:pt x="1415643" y="159051"/>
                </a:lnTo>
                <a:lnTo>
                  <a:pt x="1416904" y="158867"/>
                </a:lnTo>
                <a:lnTo>
                  <a:pt x="1418149" y="158657"/>
                </a:lnTo>
                <a:lnTo>
                  <a:pt x="1419376" y="158423"/>
                </a:lnTo>
                <a:lnTo>
                  <a:pt x="1420587" y="158164"/>
                </a:lnTo>
                <a:lnTo>
                  <a:pt x="1421781" y="157880"/>
                </a:lnTo>
                <a:lnTo>
                  <a:pt x="1422958" y="157572"/>
                </a:lnTo>
                <a:lnTo>
                  <a:pt x="1424119" y="157239"/>
                </a:lnTo>
                <a:lnTo>
                  <a:pt x="1425262" y="156881"/>
                </a:lnTo>
                <a:lnTo>
                  <a:pt x="1426389" y="156499"/>
                </a:lnTo>
                <a:lnTo>
                  <a:pt x="1427498" y="156092"/>
                </a:lnTo>
                <a:lnTo>
                  <a:pt x="1428591" y="155661"/>
                </a:lnTo>
                <a:lnTo>
                  <a:pt x="1429668" y="155204"/>
                </a:lnTo>
                <a:lnTo>
                  <a:pt x="1430727" y="154723"/>
                </a:lnTo>
                <a:lnTo>
                  <a:pt x="1431769" y="154218"/>
                </a:lnTo>
                <a:lnTo>
                  <a:pt x="1432795" y="153688"/>
                </a:lnTo>
                <a:lnTo>
                  <a:pt x="1433804" y="153133"/>
                </a:lnTo>
                <a:lnTo>
                  <a:pt x="1434796" y="152553"/>
                </a:lnTo>
                <a:lnTo>
                  <a:pt x="1435770" y="151950"/>
                </a:lnTo>
                <a:lnTo>
                  <a:pt x="1436725" y="151326"/>
                </a:lnTo>
                <a:lnTo>
                  <a:pt x="1437661" y="150681"/>
                </a:lnTo>
                <a:lnTo>
                  <a:pt x="1438578" y="150015"/>
                </a:lnTo>
                <a:lnTo>
                  <a:pt x="1439476" y="149327"/>
                </a:lnTo>
                <a:lnTo>
                  <a:pt x="1440355" y="148619"/>
                </a:lnTo>
                <a:lnTo>
                  <a:pt x="1441215" y="147889"/>
                </a:lnTo>
                <a:lnTo>
                  <a:pt x="1442056" y="147137"/>
                </a:lnTo>
                <a:lnTo>
                  <a:pt x="1442878" y="146365"/>
                </a:lnTo>
                <a:lnTo>
                  <a:pt x="1443682" y="145572"/>
                </a:lnTo>
                <a:lnTo>
                  <a:pt x="1444466" y="144757"/>
                </a:lnTo>
                <a:lnTo>
                  <a:pt x="1445231" y="143921"/>
                </a:lnTo>
                <a:lnTo>
                  <a:pt x="1445977" y="143064"/>
                </a:lnTo>
                <a:lnTo>
                  <a:pt x="1446704" y="142185"/>
                </a:lnTo>
                <a:lnTo>
                  <a:pt x="1447412" y="141286"/>
                </a:lnTo>
                <a:lnTo>
                  <a:pt x="1448101" y="140365"/>
                </a:lnTo>
                <a:lnTo>
                  <a:pt x="1448771" y="139423"/>
                </a:lnTo>
                <a:lnTo>
                  <a:pt x="1449422" y="138460"/>
                </a:lnTo>
                <a:lnTo>
                  <a:pt x="1450053" y="137476"/>
                </a:lnTo>
                <a:lnTo>
                  <a:pt x="1450666" y="136470"/>
                </a:lnTo>
                <a:lnTo>
                  <a:pt x="1451260" y="135444"/>
                </a:lnTo>
                <a:lnTo>
                  <a:pt x="1451835" y="134396"/>
                </a:lnTo>
                <a:lnTo>
                  <a:pt x="1452391" y="133327"/>
                </a:lnTo>
                <a:lnTo>
                  <a:pt x="1452928" y="132236"/>
                </a:lnTo>
                <a:lnTo>
                  <a:pt x="1453445" y="131127"/>
                </a:lnTo>
                <a:lnTo>
                  <a:pt x="1453939" y="130000"/>
                </a:lnTo>
                <a:lnTo>
                  <a:pt x="1454412" y="128856"/>
                </a:lnTo>
                <a:lnTo>
                  <a:pt x="1454862" y="127694"/>
                </a:lnTo>
                <a:lnTo>
                  <a:pt x="1455291" y="126515"/>
                </a:lnTo>
                <a:lnTo>
                  <a:pt x="1455697" y="125319"/>
                </a:lnTo>
                <a:lnTo>
                  <a:pt x="1456082" y="124105"/>
                </a:lnTo>
                <a:lnTo>
                  <a:pt x="1456444" y="122874"/>
                </a:lnTo>
                <a:lnTo>
                  <a:pt x="1456785" y="121626"/>
                </a:lnTo>
                <a:lnTo>
                  <a:pt x="1457104" y="120360"/>
                </a:lnTo>
                <a:lnTo>
                  <a:pt x="1457400" y="119078"/>
                </a:lnTo>
                <a:lnTo>
                  <a:pt x="1457675" y="117777"/>
                </a:lnTo>
                <a:lnTo>
                  <a:pt x="1457928" y="116460"/>
                </a:lnTo>
                <a:lnTo>
                  <a:pt x="1458159" y="115125"/>
                </a:lnTo>
                <a:lnTo>
                  <a:pt x="1458367" y="113772"/>
                </a:lnTo>
                <a:lnTo>
                  <a:pt x="1458554" y="112403"/>
                </a:lnTo>
                <a:lnTo>
                  <a:pt x="1458719" y="111016"/>
                </a:lnTo>
                <a:lnTo>
                  <a:pt x="1458862" y="109612"/>
                </a:lnTo>
                <a:lnTo>
                  <a:pt x="1458983" y="108190"/>
                </a:lnTo>
                <a:lnTo>
                  <a:pt x="1459082" y="106751"/>
                </a:lnTo>
                <a:lnTo>
                  <a:pt x="1459159" y="105295"/>
                </a:lnTo>
                <a:lnTo>
                  <a:pt x="1459213" y="103821"/>
                </a:lnTo>
                <a:lnTo>
                  <a:pt x="1459246" y="102330"/>
                </a:lnTo>
                <a:lnTo>
                  <a:pt x="1459257" y="100822"/>
                </a:lnTo>
                <a:lnTo>
                  <a:pt x="1459246" y="99275"/>
                </a:lnTo>
                <a:lnTo>
                  <a:pt x="1459213" y="97747"/>
                </a:lnTo>
                <a:lnTo>
                  <a:pt x="1459159" y="96238"/>
                </a:lnTo>
                <a:lnTo>
                  <a:pt x="1459082" y="94747"/>
                </a:lnTo>
                <a:lnTo>
                  <a:pt x="1458983" y="93274"/>
                </a:lnTo>
                <a:lnTo>
                  <a:pt x="1458862" y="91821"/>
                </a:lnTo>
                <a:lnTo>
                  <a:pt x="1458719" y="90385"/>
                </a:lnTo>
                <a:lnTo>
                  <a:pt x="1458554" y="88968"/>
                </a:lnTo>
                <a:lnTo>
                  <a:pt x="1458367" y="87570"/>
                </a:lnTo>
                <a:lnTo>
                  <a:pt x="1458159" y="86191"/>
                </a:lnTo>
                <a:lnTo>
                  <a:pt x="1457928" y="84829"/>
                </a:lnTo>
                <a:lnTo>
                  <a:pt x="1457675" y="83487"/>
                </a:lnTo>
                <a:lnTo>
                  <a:pt x="1457400" y="82163"/>
                </a:lnTo>
                <a:lnTo>
                  <a:pt x="1457104" y="80857"/>
                </a:lnTo>
                <a:lnTo>
                  <a:pt x="1456785" y="79571"/>
                </a:lnTo>
                <a:lnTo>
                  <a:pt x="1456444" y="78302"/>
                </a:lnTo>
                <a:lnTo>
                  <a:pt x="1456082" y="77052"/>
                </a:lnTo>
                <a:lnTo>
                  <a:pt x="1455697" y="75821"/>
                </a:lnTo>
                <a:lnTo>
                  <a:pt x="1455291" y="74608"/>
                </a:lnTo>
                <a:lnTo>
                  <a:pt x="1454862" y="73414"/>
                </a:lnTo>
                <a:lnTo>
                  <a:pt x="1454412" y="72239"/>
                </a:lnTo>
                <a:lnTo>
                  <a:pt x="1453939" y="71082"/>
                </a:lnTo>
                <a:lnTo>
                  <a:pt x="1453445" y="69943"/>
                </a:lnTo>
                <a:lnTo>
                  <a:pt x="1452928" y="68823"/>
                </a:lnTo>
                <a:lnTo>
                  <a:pt x="1452391" y="67723"/>
                </a:lnTo>
                <a:lnTo>
                  <a:pt x="1451835" y="66644"/>
                </a:lnTo>
                <a:lnTo>
                  <a:pt x="1451260" y="65587"/>
                </a:lnTo>
                <a:lnTo>
                  <a:pt x="1450666" y="64551"/>
                </a:lnTo>
                <a:lnTo>
                  <a:pt x="1450053" y="63537"/>
                </a:lnTo>
                <a:lnTo>
                  <a:pt x="1449422" y="62544"/>
                </a:lnTo>
                <a:lnTo>
                  <a:pt x="1448771" y="61573"/>
                </a:lnTo>
                <a:lnTo>
                  <a:pt x="1448101" y="60622"/>
                </a:lnTo>
                <a:lnTo>
                  <a:pt x="1447412" y="59694"/>
                </a:lnTo>
                <a:lnTo>
                  <a:pt x="1446704" y="58786"/>
                </a:lnTo>
                <a:lnTo>
                  <a:pt x="1445977" y="57900"/>
                </a:lnTo>
                <a:lnTo>
                  <a:pt x="1445231" y="57036"/>
                </a:lnTo>
                <a:lnTo>
                  <a:pt x="1444466" y="56193"/>
                </a:lnTo>
                <a:lnTo>
                  <a:pt x="1443682" y="55371"/>
                </a:lnTo>
                <a:lnTo>
                  <a:pt x="1442878" y="54571"/>
                </a:lnTo>
                <a:lnTo>
                  <a:pt x="1442056" y="53792"/>
                </a:lnTo>
                <a:lnTo>
                  <a:pt x="1441215" y="53034"/>
                </a:lnTo>
                <a:lnTo>
                  <a:pt x="1440355" y="52298"/>
                </a:lnTo>
                <a:lnTo>
                  <a:pt x="1439476" y="51584"/>
                </a:lnTo>
                <a:lnTo>
                  <a:pt x="1438578" y="50890"/>
                </a:lnTo>
                <a:lnTo>
                  <a:pt x="1437661" y="50219"/>
                </a:lnTo>
                <a:lnTo>
                  <a:pt x="1436725" y="49568"/>
                </a:lnTo>
                <a:lnTo>
                  <a:pt x="1435770" y="48939"/>
                </a:lnTo>
                <a:lnTo>
                  <a:pt x="1434796" y="48331"/>
                </a:lnTo>
                <a:lnTo>
                  <a:pt x="1433804" y="47747"/>
                </a:lnTo>
                <a:lnTo>
                  <a:pt x="1432795" y="47187"/>
                </a:lnTo>
                <a:lnTo>
                  <a:pt x="1431769" y="46653"/>
                </a:lnTo>
                <a:lnTo>
                  <a:pt x="1430727" y="46143"/>
                </a:lnTo>
                <a:lnTo>
                  <a:pt x="1429668" y="45658"/>
                </a:lnTo>
                <a:lnTo>
                  <a:pt x="1428591" y="45198"/>
                </a:lnTo>
                <a:lnTo>
                  <a:pt x="1427498" y="44762"/>
                </a:lnTo>
                <a:lnTo>
                  <a:pt x="1426389" y="44352"/>
                </a:lnTo>
                <a:lnTo>
                  <a:pt x="1425262" y="43966"/>
                </a:lnTo>
                <a:lnTo>
                  <a:pt x="1424119" y="43606"/>
                </a:lnTo>
                <a:lnTo>
                  <a:pt x="1422958" y="43270"/>
                </a:lnTo>
                <a:lnTo>
                  <a:pt x="1421781" y="42959"/>
                </a:lnTo>
                <a:lnTo>
                  <a:pt x="1420587" y="42673"/>
                </a:lnTo>
                <a:lnTo>
                  <a:pt x="1419376" y="42412"/>
                </a:lnTo>
                <a:lnTo>
                  <a:pt x="1418149" y="42176"/>
                </a:lnTo>
                <a:lnTo>
                  <a:pt x="1416904" y="41964"/>
                </a:lnTo>
                <a:lnTo>
                  <a:pt x="1415643" y="41778"/>
                </a:lnTo>
                <a:lnTo>
                  <a:pt x="1414365" y="41616"/>
                </a:lnTo>
                <a:lnTo>
                  <a:pt x="1413070" y="41479"/>
                </a:lnTo>
                <a:lnTo>
                  <a:pt x="1411758" y="41367"/>
                </a:lnTo>
                <a:lnTo>
                  <a:pt x="1410430" y="41280"/>
                </a:lnTo>
                <a:lnTo>
                  <a:pt x="1409084" y="41218"/>
                </a:lnTo>
                <a:lnTo>
                  <a:pt x="1407722" y="41181"/>
                </a:lnTo>
                <a:lnTo>
                  <a:pt x="1406343" y="41168"/>
                </a:lnTo>
                <a:lnTo>
                  <a:pt x="1404992" y="41181"/>
                </a:lnTo>
                <a:lnTo>
                  <a:pt x="1403658" y="41218"/>
                </a:lnTo>
                <a:lnTo>
                  <a:pt x="1402339" y="41280"/>
                </a:lnTo>
                <a:lnTo>
                  <a:pt x="1401037" y="41367"/>
                </a:lnTo>
                <a:lnTo>
                  <a:pt x="1399751" y="41479"/>
                </a:lnTo>
                <a:lnTo>
                  <a:pt x="1398481" y="41616"/>
                </a:lnTo>
                <a:lnTo>
                  <a:pt x="1397228" y="41778"/>
                </a:lnTo>
                <a:lnTo>
                  <a:pt x="1395991" y="41964"/>
                </a:lnTo>
                <a:lnTo>
                  <a:pt x="1394770" y="42176"/>
                </a:lnTo>
                <a:lnTo>
                  <a:pt x="1393565" y="42412"/>
                </a:lnTo>
                <a:lnTo>
                  <a:pt x="1392376" y="42673"/>
                </a:lnTo>
                <a:lnTo>
                  <a:pt x="1391204" y="42959"/>
                </a:lnTo>
                <a:lnTo>
                  <a:pt x="1390048" y="43270"/>
                </a:lnTo>
                <a:lnTo>
                  <a:pt x="1388908" y="43606"/>
                </a:lnTo>
                <a:lnTo>
                  <a:pt x="1387785" y="43966"/>
                </a:lnTo>
                <a:lnTo>
                  <a:pt x="1386677" y="44352"/>
                </a:lnTo>
                <a:lnTo>
                  <a:pt x="1385586" y="44762"/>
                </a:lnTo>
                <a:lnTo>
                  <a:pt x="1384512" y="45198"/>
                </a:lnTo>
                <a:lnTo>
                  <a:pt x="1383453" y="45658"/>
                </a:lnTo>
                <a:lnTo>
                  <a:pt x="1382410" y="46143"/>
                </a:lnTo>
                <a:lnTo>
                  <a:pt x="1381384" y="46653"/>
                </a:lnTo>
                <a:lnTo>
                  <a:pt x="1380374" y="47187"/>
                </a:lnTo>
                <a:lnTo>
                  <a:pt x="1379381" y="47747"/>
                </a:lnTo>
                <a:lnTo>
                  <a:pt x="1378403" y="48331"/>
                </a:lnTo>
                <a:lnTo>
                  <a:pt x="1377444" y="48939"/>
                </a:lnTo>
                <a:lnTo>
                  <a:pt x="1376503" y="49568"/>
                </a:lnTo>
                <a:lnTo>
                  <a:pt x="1375582" y="50219"/>
                </a:lnTo>
                <a:lnTo>
                  <a:pt x="1374680" y="50890"/>
                </a:lnTo>
                <a:lnTo>
                  <a:pt x="1373797" y="51584"/>
                </a:lnTo>
                <a:lnTo>
                  <a:pt x="1372933" y="52298"/>
                </a:lnTo>
                <a:lnTo>
                  <a:pt x="1372088" y="53034"/>
                </a:lnTo>
                <a:lnTo>
                  <a:pt x="1371263" y="53792"/>
                </a:lnTo>
                <a:lnTo>
                  <a:pt x="1370457" y="54571"/>
                </a:lnTo>
                <a:lnTo>
                  <a:pt x="1369670" y="55371"/>
                </a:lnTo>
                <a:lnTo>
                  <a:pt x="1368902" y="56193"/>
                </a:lnTo>
                <a:lnTo>
                  <a:pt x="1368154" y="57036"/>
                </a:lnTo>
                <a:lnTo>
                  <a:pt x="1367425" y="57900"/>
                </a:lnTo>
                <a:lnTo>
                  <a:pt x="1366715" y="58786"/>
                </a:lnTo>
                <a:lnTo>
                  <a:pt x="1366024" y="59694"/>
                </a:lnTo>
                <a:lnTo>
                  <a:pt x="1365352" y="60622"/>
                </a:lnTo>
                <a:lnTo>
                  <a:pt x="1364700" y="61573"/>
                </a:lnTo>
                <a:lnTo>
                  <a:pt x="1364066" y="62544"/>
                </a:lnTo>
                <a:lnTo>
                  <a:pt x="1363452" y="63537"/>
                </a:lnTo>
                <a:lnTo>
                  <a:pt x="1362857" y="64551"/>
                </a:lnTo>
                <a:lnTo>
                  <a:pt x="1362282" y="65587"/>
                </a:lnTo>
                <a:lnTo>
                  <a:pt x="1361725" y="66644"/>
                </a:lnTo>
                <a:lnTo>
                  <a:pt x="1361188" y="67723"/>
                </a:lnTo>
                <a:lnTo>
                  <a:pt x="1360670" y="68823"/>
                </a:lnTo>
                <a:lnTo>
                  <a:pt x="1360172" y="69943"/>
                </a:lnTo>
                <a:lnTo>
                  <a:pt x="1359696" y="71082"/>
                </a:lnTo>
                <a:lnTo>
                  <a:pt x="1359240" y="72239"/>
                </a:lnTo>
                <a:lnTo>
                  <a:pt x="1358806" y="73414"/>
                </a:lnTo>
                <a:lnTo>
                  <a:pt x="1358393" y="74608"/>
                </a:lnTo>
                <a:lnTo>
                  <a:pt x="1358001" y="75821"/>
                </a:lnTo>
                <a:lnTo>
                  <a:pt x="1357630" y="77052"/>
                </a:lnTo>
                <a:lnTo>
                  <a:pt x="1357281" y="78302"/>
                </a:lnTo>
                <a:lnTo>
                  <a:pt x="1356952" y="79571"/>
                </a:lnTo>
                <a:lnTo>
                  <a:pt x="1356645" y="80857"/>
                </a:lnTo>
                <a:lnTo>
                  <a:pt x="1356359" y="82163"/>
                </a:lnTo>
                <a:lnTo>
                  <a:pt x="1356094" y="83487"/>
                </a:lnTo>
                <a:lnTo>
                  <a:pt x="1355851" y="84829"/>
                </a:lnTo>
                <a:lnTo>
                  <a:pt x="1355628" y="86191"/>
                </a:lnTo>
                <a:lnTo>
                  <a:pt x="1355427" y="87570"/>
                </a:lnTo>
                <a:lnTo>
                  <a:pt x="1355247" y="88968"/>
                </a:lnTo>
                <a:lnTo>
                  <a:pt x="1355088" y="90385"/>
                </a:lnTo>
                <a:lnTo>
                  <a:pt x="1354950" y="91821"/>
                </a:lnTo>
                <a:lnTo>
                  <a:pt x="1354834" y="93274"/>
                </a:lnTo>
                <a:lnTo>
                  <a:pt x="1354738" y="94747"/>
                </a:lnTo>
                <a:lnTo>
                  <a:pt x="1354664" y="96238"/>
                </a:lnTo>
                <a:lnTo>
                  <a:pt x="1354611" y="97747"/>
                </a:lnTo>
                <a:lnTo>
                  <a:pt x="1354580" y="99275"/>
                </a:lnTo>
                <a:lnTo>
                  <a:pt x="1354569" y="100822"/>
                </a:lnTo>
                <a:lnTo>
                  <a:pt x="1354580" y="102330"/>
                </a:lnTo>
                <a:lnTo>
                  <a:pt x="1354611" y="103821"/>
                </a:lnTo>
                <a:lnTo>
                  <a:pt x="1354664" y="105295"/>
                </a:lnTo>
                <a:lnTo>
                  <a:pt x="1354738" y="106751"/>
                </a:lnTo>
                <a:lnTo>
                  <a:pt x="1354834" y="108190"/>
                </a:lnTo>
                <a:lnTo>
                  <a:pt x="1354950" y="109612"/>
                </a:lnTo>
                <a:lnTo>
                  <a:pt x="1355088" y="111016"/>
                </a:lnTo>
                <a:lnTo>
                  <a:pt x="1355247" y="112403"/>
                </a:lnTo>
                <a:lnTo>
                  <a:pt x="1355427" y="113772"/>
                </a:lnTo>
                <a:lnTo>
                  <a:pt x="1355628" y="115125"/>
                </a:lnTo>
                <a:lnTo>
                  <a:pt x="1355851" y="116460"/>
                </a:lnTo>
                <a:lnTo>
                  <a:pt x="1356094" y="117777"/>
                </a:lnTo>
                <a:lnTo>
                  <a:pt x="1356359" y="119078"/>
                </a:lnTo>
                <a:lnTo>
                  <a:pt x="1356645" y="120360"/>
                </a:lnTo>
                <a:lnTo>
                  <a:pt x="1356952" y="121626"/>
                </a:lnTo>
                <a:lnTo>
                  <a:pt x="1357281" y="122874"/>
                </a:lnTo>
                <a:lnTo>
                  <a:pt x="1357630" y="124105"/>
                </a:lnTo>
                <a:lnTo>
                  <a:pt x="1358001" y="125319"/>
                </a:lnTo>
                <a:lnTo>
                  <a:pt x="1358393" y="126515"/>
                </a:lnTo>
                <a:lnTo>
                  <a:pt x="1358806" y="127694"/>
                </a:lnTo>
                <a:lnTo>
                  <a:pt x="1359240" y="128856"/>
                </a:lnTo>
                <a:lnTo>
                  <a:pt x="1359696" y="130000"/>
                </a:lnTo>
                <a:lnTo>
                  <a:pt x="1360172" y="131127"/>
                </a:lnTo>
                <a:lnTo>
                  <a:pt x="1360670" y="132236"/>
                </a:lnTo>
                <a:lnTo>
                  <a:pt x="1361188" y="133327"/>
                </a:lnTo>
                <a:lnTo>
                  <a:pt x="1361725" y="134396"/>
                </a:lnTo>
                <a:lnTo>
                  <a:pt x="1362282" y="135444"/>
                </a:lnTo>
                <a:lnTo>
                  <a:pt x="1362857" y="136470"/>
                </a:lnTo>
                <a:lnTo>
                  <a:pt x="1363452" y="137476"/>
                </a:lnTo>
                <a:lnTo>
                  <a:pt x="1364066" y="138460"/>
                </a:lnTo>
                <a:lnTo>
                  <a:pt x="1364700" y="139423"/>
                </a:lnTo>
                <a:lnTo>
                  <a:pt x="1365352" y="140365"/>
                </a:lnTo>
                <a:lnTo>
                  <a:pt x="1366024" y="141286"/>
                </a:lnTo>
                <a:lnTo>
                  <a:pt x="1366715" y="142185"/>
                </a:lnTo>
                <a:lnTo>
                  <a:pt x="1367425" y="143064"/>
                </a:lnTo>
                <a:lnTo>
                  <a:pt x="1368154" y="143921"/>
                </a:lnTo>
                <a:lnTo>
                  <a:pt x="1368902" y="144757"/>
                </a:lnTo>
                <a:lnTo>
                  <a:pt x="1369670" y="145572"/>
                </a:lnTo>
                <a:lnTo>
                  <a:pt x="1370457" y="146365"/>
                </a:lnTo>
                <a:lnTo>
                  <a:pt x="1371263" y="147137"/>
                </a:lnTo>
                <a:lnTo>
                  <a:pt x="1372088" y="147889"/>
                </a:lnTo>
                <a:lnTo>
                  <a:pt x="1372933" y="148619"/>
                </a:lnTo>
                <a:lnTo>
                  <a:pt x="1373797" y="149327"/>
                </a:lnTo>
                <a:lnTo>
                  <a:pt x="1374680" y="150015"/>
                </a:lnTo>
                <a:lnTo>
                  <a:pt x="1375582" y="150681"/>
                </a:lnTo>
                <a:lnTo>
                  <a:pt x="1376503" y="151326"/>
                </a:lnTo>
                <a:lnTo>
                  <a:pt x="1377444" y="151950"/>
                </a:lnTo>
                <a:lnTo>
                  <a:pt x="1378403" y="152553"/>
                </a:lnTo>
                <a:lnTo>
                  <a:pt x="1379381" y="153133"/>
                </a:lnTo>
                <a:lnTo>
                  <a:pt x="1380374" y="153688"/>
                </a:lnTo>
                <a:lnTo>
                  <a:pt x="1381384" y="154218"/>
                </a:lnTo>
                <a:lnTo>
                  <a:pt x="1382410" y="154723"/>
                </a:lnTo>
                <a:lnTo>
                  <a:pt x="1383453" y="155204"/>
                </a:lnTo>
                <a:lnTo>
                  <a:pt x="1384512" y="155661"/>
                </a:lnTo>
                <a:lnTo>
                  <a:pt x="1385586" y="156092"/>
                </a:lnTo>
                <a:lnTo>
                  <a:pt x="1386677" y="156499"/>
                </a:lnTo>
                <a:lnTo>
                  <a:pt x="1387785" y="156881"/>
                </a:lnTo>
                <a:lnTo>
                  <a:pt x="1388908" y="157239"/>
                </a:lnTo>
                <a:lnTo>
                  <a:pt x="1390048" y="157572"/>
                </a:lnTo>
                <a:lnTo>
                  <a:pt x="1391204" y="157880"/>
                </a:lnTo>
                <a:lnTo>
                  <a:pt x="1392376" y="158164"/>
                </a:lnTo>
                <a:lnTo>
                  <a:pt x="1393565" y="158423"/>
                </a:lnTo>
                <a:lnTo>
                  <a:pt x="1394770" y="158657"/>
                </a:lnTo>
                <a:lnTo>
                  <a:pt x="1395991" y="158867"/>
                </a:lnTo>
                <a:lnTo>
                  <a:pt x="1397228" y="159051"/>
                </a:lnTo>
                <a:lnTo>
                  <a:pt x="1398481" y="159212"/>
                </a:lnTo>
                <a:lnTo>
                  <a:pt x="1399751" y="159347"/>
                </a:lnTo>
                <a:lnTo>
                  <a:pt x="1401037" y="159458"/>
                </a:lnTo>
                <a:lnTo>
                  <a:pt x="1402339" y="159545"/>
                </a:lnTo>
                <a:lnTo>
                  <a:pt x="1403658" y="159606"/>
                </a:lnTo>
                <a:lnTo>
                  <a:pt x="1404992" y="159643"/>
                </a:lnTo>
                <a:lnTo>
                  <a:pt x="1406343" y="159656"/>
                </a:lnTo>
                <a:lnTo>
                  <a:pt x="1407722" y="159643"/>
                </a:lnTo>
                <a:lnTo>
                  <a:pt x="1409084" y="159606"/>
                </a:lnTo>
                <a:lnTo>
                  <a:pt x="1410430" y="159545"/>
                </a:lnTo>
                <a:lnTo>
                  <a:pt x="1411758" y="159458"/>
                </a:lnTo>
                <a:lnTo>
                  <a:pt x="1413070" y="159347"/>
                </a:lnTo>
                <a:close/>
                <a:moveTo>
                  <a:pt x="1401569" y="144244"/>
                </a:moveTo>
                <a:lnTo>
                  <a:pt x="1400666" y="144136"/>
                </a:lnTo>
                <a:lnTo>
                  <a:pt x="1399780" y="144009"/>
                </a:lnTo>
                <a:lnTo>
                  <a:pt x="1398911" y="143862"/>
                </a:lnTo>
                <a:lnTo>
                  <a:pt x="1398060" y="143696"/>
                </a:lnTo>
                <a:lnTo>
                  <a:pt x="1397226" y="143510"/>
                </a:lnTo>
                <a:lnTo>
                  <a:pt x="1396409" y="143305"/>
                </a:lnTo>
                <a:lnTo>
                  <a:pt x="1395609" y="143080"/>
                </a:lnTo>
                <a:lnTo>
                  <a:pt x="1394826" y="142835"/>
                </a:lnTo>
                <a:lnTo>
                  <a:pt x="1394061" y="142571"/>
                </a:lnTo>
                <a:lnTo>
                  <a:pt x="1393313" y="142288"/>
                </a:lnTo>
                <a:lnTo>
                  <a:pt x="1392582" y="141984"/>
                </a:lnTo>
                <a:lnTo>
                  <a:pt x="1391869" y="141661"/>
                </a:lnTo>
                <a:lnTo>
                  <a:pt x="1391172" y="141319"/>
                </a:lnTo>
                <a:lnTo>
                  <a:pt x="1390493" y="140957"/>
                </a:lnTo>
                <a:lnTo>
                  <a:pt x="1389831" y="140576"/>
                </a:lnTo>
                <a:lnTo>
                  <a:pt x="1389186" y="140175"/>
                </a:lnTo>
                <a:lnTo>
                  <a:pt x="1388559" y="139754"/>
                </a:lnTo>
                <a:lnTo>
                  <a:pt x="1387948" y="139314"/>
                </a:lnTo>
                <a:lnTo>
                  <a:pt x="1387355" y="138854"/>
                </a:lnTo>
                <a:lnTo>
                  <a:pt x="1386778" y="138377"/>
                </a:lnTo>
                <a:lnTo>
                  <a:pt x="1386214" y="137885"/>
                </a:lnTo>
                <a:lnTo>
                  <a:pt x="1385663" y="137378"/>
                </a:lnTo>
                <a:lnTo>
                  <a:pt x="1385127" y="136856"/>
                </a:lnTo>
                <a:lnTo>
                  <a:pt x="1384604" y="136320"/>
                </a:lnTo>
                <a:lnTo>
                  <a:pt x="1384095" y="135768"/>
                </a:lnTo>
                <a:lnTo>
                  <a:pt x="1383599" y="135202"/>
                </a:lnTo>
                <a:lnTo>
                  <a:pt x="1383117" y="134621"/>
                </a:lnTo>
                <a:lnTo>
                  <a:pt x="1382649" y="134025"/>
                </a:lnTo>
                <a:lnTo>
                  <a:pt x="1382194" y="133415"/>
                </a:lnTo>
                <a:lnTo>
                  <a:pt x="1381753" y="132789"/>
                </a:lnTo>
                <a:lnTo>
                  <a:pt x="1381326" y="132149"/>
                </a:lnTo>
                <a:lnTo>
                  <a:pt x="1380912" y="131494"/>
                </a:lnTo>
                <a:lnTo>
                  <a:pt x="1380512" y="130824"/>
                </a:lnTo>
                <a:lnTo>
                  <a:pt x="1380125" y="130139"/>
                </a:lnTo>
                <a:lnTo>
                  <a:pt x="1379753" y="129439"/>
                </a:lnTo>
                <a:lnTo>
                  <a:pt x="1379394" y="128725"/>
                </a:lnTo>
                <a:lnTo>
                  <a:pt x="1379048" y="127996"/>
                </a:lnTo>
                <a:lnTo>
                  <a:pt x="1378717" y="127252"/>
                </a:lnTo>
                <a:lnTo>
                  <a:pt x="1378399" y="126493"/>
                </a:lnTo>
                <a:lnTo>
                  <a:pt x="1378094" y="125719"/>
                </a:lnTo>
                <a:lnTo>
                  <a:pt x="1377803" y="124931"/>
                </a:lnTo>
                <a:lnTo>
                  <a:pt x="1377526" y="124127"/>
                </a:lnTo>
                <a:lnTo>
                  <a:pt x="1377263" y="123309"/>
                </a:lnTo>
                <a:lnTo>
                  <a:pt x="1377012" y="122479"/>
                </a:lnTo>
                <a:lnTo>
                  <a:pt x="1376771" y="121639"/>
                </a:lnTo>
                <a:lnTo>
                  <a:pt x="1376541" y="120791"/>
                </a:lnTo>
                <a:lnTo>
                  <a:pt x="1376322" y="119933"/>
                </a:lnTo>
                <a:lnTo>
                  <a:pt x="1376114" y="119065"/>
                </a:lnTo>
                <a:lnTo>
                  <a:pt x="1375916" y="118189"/>
                </a:lnTo>
                <a:lnTo>
                  <a:pt x="1375729" y="117303"/>
                </a:lnTo>
                <a:lnTo>
                  <a:pt x="1375552" y="116408"/>
                </a:lnTo>
                <a:lnTo>
                  <a:pt x="1375387" y="115504"/>
                </a:lnTo>
                <a:lnTo>
                  <a:pt x="1375232" y="114590"/>
                </a:lnTo>
                <a:lnTo>
                  <a:pt x="1375087" y="113667"/>
                </a:lnTo>
                <a:lnTo>
                  <a:pt x="1374954" y="112735"/>
                </a:lnTo>
                <a:lnTo>
                  <a:pt x="1374831" y="111794"/>
                </a:lnTo>
                <a:lnTo>
                  <a:pt x="1374718" y="110844"/>
                </a:lnTo>
                <a:lnTo>
                  <a:pt x="1374617" y="109884"/>
                </a:lnTo>
                <a:lnTo>
                  <a:pt x="1374526" y="108915"/>
                </a:lnTo>
                <a:lnTo>
                  <a:pt x="1374446" y="107936"/>
                </a:lnTo>
                <a:lnTo>
                  <a:pt x="1374376" y="106949"/>
                </a:lnTo>
                <a:lnTo>
                  <a:pt x="1374317" y="105952"/>
                </a:lnTo>
                <a:lnTo>
                  <a:pt x="1374269" y="104946"/>
                </a:lnTo>
                <a:lnTo>
                  <a:pt x="1374232" y="103931"/>
                </a:lnTo>
                <a:lnTo>
                  <a:pt x="1374205" y="102906"/>
                </a:lnTo>
                <a:lnTo>
                  <a:pt x="1374189" y="101872"/>
                </a:lnTo>
                <a:lnTo>
                  <a:pt x="1374184" y="100829"/>
                </a:lnTo>
                <a:lnTo>
                  <a:pt x="1374189" y="99766"/>
                </a:lnTo>
                <a:lnTo>
                  <a:pt x="1374205" y="98712"/>
                </a:lnTo>
                <a:lnTo>
                  <a:pt x="1374232" y="97668"/>
                </a:lnTo>
                <a:lnTo>
                  <a:pt x="1374269" y="96633"/>
                </a:lnTo>
                <a:lnTo>
                  <a:pt x="1374317" y="95608"/>
                </a:lnTo>
                <a:lnTo>
                  <a:pt x="1374376" y="94592"/>
                </a:lnTo>
                <a:lnTo>
                  <a:pt x="1374446" y="93586"/>
                </a:lnTo>
                <a:lnTo>
                  <a:pt x="1374526" y="92589"/>
                </a:lnTo>
                <a:lnTo>
                  <a:pt x="1374617" y="91601"/>
                </a:lnTo>
                <a:lnTo>
                  <a:pt x="1374718" y="90624"/>
                </a:lnTo>
                <a:lnTo>
                  <a:pt x="1374831" y="89655"/>
                </a:lnTo>
                <a:lnTo>
                  <a:pt x="1374954" y="88696"/>
                </a:lnTo>
                <a:lnTo>
                  <a:pt x="1375087" y="87747"/>
                </a:lnTo>
                <a:lnTo>
                  <a:pt x="1375232" y="86807"/>
                </a:lnTo>
                <a:lnTo>
                  <a:pt x="1375387" y="85876"/>
                </a:lnTo>
                <a:lnTo>
                  <a:pt x="1375552" y="84955"/>
                </a:lnTo>
                <a:lnTo>
                  <a:pt x="1375729" y="84044"/>
                </a:lnTo>
                <a:lnTo>
                  <a:pt x="1375916" y="83142"/>
                </a:lnTo>
                <a:lnTo>
                  <a:pt x="1376114" y="82249"/>
                </a:lnTo>
                <a:lnTo>
                  <a:pt x="1376322" y="81366"/>
                </a:lnTo>
                <a:lnTo>
                  <a:pt x="1376541" y="80492"/>
                </a:lnTo>
                <a:lnTo>
                  <a:pt x="1376771" y="79628"/>
                </a:lnTo>
                <a:lnTo>
                  <a:pt x="1377012" y="78774"/>
                </a:lnTo>
                <a:lnTo>
                  <a:pt x="1377263" y="77928"/>
                </a:lnTo>
                <a:lnTo>
                  <a:pt x="1377526" y="77095"/>
                </a:lnTo>
                <a:lnTo>
                  <a:pt x="1377803" y="76278"/>
                </a:lnTo>
                <a:lnTo>
                  <a:pt x="1378094" y="75475"/>
                </a:lnTo>
                <a:lnTo>
                  <a:pt x="1378399" y="74687"/>
                </a:lnTo>
                <a:lnTo>
                  <a:pt x="1378717" y="73914"/>
                </a:lnTo>
                <a:lnTo>
                  <a:pt x="1379048" y="73157"/>
                </a:lnTo>
                <a:lnTo>
                  <a:pt x="1379394" y="72414"/>
                </a:lnTo>
                <a:lnTo>
                  <a:pt x="1379753" y="71686"/>
                </a:lnTo>
                <a:lnTo>
                  <a:pt x="1380125" y="70974"/>
                </a:lnTo>
                <a:lnTo>
                  <a:pt x="1380512" y="70276"/>
                </a:lnTo>
                <a:lnTo>
                  <a:pt x="1380912" y="69594"/>
                </a:lnTo>
                <a:lnTo>
                  <a:pt x="1381326" y="68926"/>
                </a:lnTo>
                <a:lnTo>
                  <a:pt x="1381753" y="68274"/>
                </a:lnTo>
                <a:lnTo>
                  <a:pt x="1382194" y="67637"/>
                </a:lnTo>
                <a:lnTo>
                  <a:pt x="1382649" y="67014"/>
                </a:lnTo>
                <a:lnTo>
                  <a:pt x="1383117" y="66407"/>
                </a:lnTo>
                <a:lnTo>
                  <a:pt x="1383599" y="65815"/>
                </a:lnTo>
                <a:lnTo>
                  <a:pt x="1384095" y="65238"/>
                </a:lnTo>
                <a:lnTo>
                  <a:pt x="1384604" y="64676"/>
                </a:lnTo>
                <a:lnTo>
                  <a:pt x="1385127" y="64129"/>
                </a:lnTo>
                <a:lnTo>
                  <a:pt x="1385663" y="63597"/>
                </a:lnTo>
                <a:lnTo>
                  <a:pt x="1386214" y="63080"/>
                </a:lnTo>
                <a:lnTo>
                  <a:pt x="1386778" y="62578"/>
                </a:lnTo>
                <a:lnTo>
                  <a:pt x="1387355" y="62091"/>
                </a:lnTo>
                <a:lnTo>
                  <a:pt x="1387948" y="61621"/>
                </a:lnTo>
                <a:lnTo>
                  <a:pt x="1388559" y="61172"/>
                </a:lnTo>
                <a:lnTo>
                  <a:pt x="1389186" y="60742"/>
                </a:lnTo>
                <a:lnTo>
                  <a:pt x="1389831" y="60332"/>
                </a:lnTo>
                <a:lnTo>
                  <a:pt x="1390493" y="59943"/>
                </a:lnTo>
                <a:lnTo>
                  <a:pt x="1391172" y="59573"/>
                </a:lnTo>
                <a:lnTo>
                  <a:pt x="1391869" y="59223"/>
                </a:lnTo>
                <a:lnTo>
                  <a:pt x="1392582" y="58894"/>
                </a:lnTo>
                <a:lnTo>
                  <a:pt x="1393313" y="58584"/>
                </a:lnTo>
                <a:lnTo>
                  <a:pt x="1394061" y="58294"/>
                </a:lnTo>
                <a:lnTo>
                  <a:pt x="1394826" y="58024"/>
                </a:lnTo>
                <a:lnTo>
                  <a:pt x="1395609" y="57775"/>
                </a:lnTo>
                <a:lnTo>
                  <a:pt x="1396409" y="57545"/>
                </a:lnTo>
                <a:lnTo>
                  <a:pt x="1397226" y="57335"/>
                </a:lnTo>
                <a:lnTo>
                  <a:pt x="1398060" y="57145"/>
                </a:lnTo>
                <a:lnTo>
                  <a:pt x="1398911" y="56975"/>
                </a:lnTo>
                <a:lnTo>
                  <a:pt x="1399780" y="56825"/>
                </a:lnTo>
                <a:lnTo>
                  <a:pt x="1400666" y="56695"/>
                </a:lnTo>
                <a:lnTo>
                  <a:pt x="1401569" y="56585"/>
                </a:lnTo>
                <a:lnTo>
                  <a:pt x="1402489" y="56496"/>
                </a:lnTo>
                <a:lnTo>
                  <a:pt x="1403427" y="56426"/>
                </a:lnTo>
                <a:lnTo>
                  <a:pt x="1404382" y="56376"/>
                </a:lnTo>
                <a:lnTo>
                  <a:pt x="1405354" y="56346"/>
                </a:lnTo>
                <a:lnTo>
                  <a:pt x="1406343" y="56336"/>
                </a:lnTo>
                <a:lnTo>
                  <a:pt x="1407361" y="56346"/>
                </a:lnTo>
                <a:lnTo>
                  <a:pt x="1408361" y="56376"/>
                </a:lnTo>
                <a:lnTo>
                  <a:pt x="1409344" y="56426"/>
                </a:lnTo>
                <a:lnTo>
                  <a:pt x="1410309" y="56496"/>
                </a:lnTo>
                <a:lnTo>
                  <a:pt x="1411257" y="56585"/>
                </a:lnTo>
                <a:lnTo>
                  <a:pt x="1412188" y="56695"/>
                </a:lnTo>
                <a:lnTo>
                  <a:pt x="1413101" y="56825"/>
                </a:lnTo>
                <a:lnTo>
                  <a:pt x="1413996" y="56975"/>
                </a:lnTo>
                <a:lnTo>
                  <a:pt x="1414875" y="57145"/>
                </a:lnTo>
                <a:lnTo>
                  <a:pt x="1415735" y="57335"/>
                </a:lnTo>
                <a:lnTo>
                  <a:pt x="1416579" y="57545"/>
                </a:lnTo>
                <a:lnTo>
                  <a:pt x="1417405" y="57775"/>
                </a:lnTo>
                <a:lnTo>
                  <a:pt x="1418213" y="58024"/>
                </a:lnTo>
                <a:lnTo>
                  <a:pt x="1419005" y="58294"/>
                </a:lnTo>
                <a:lnTo>
                  <a:pt x="1419778" y="58584"/>
                </a:lnTo>
                <a:lnTo>
                  <a:pt x="1420535" y="58894"/>
                </a:lnTo>
                <a:lnTo>
                  <a:pt x="1421273" y="59223"/>
                </a:lnTo>
                <a:lnTo>
                  <a:pt x="1421995" y="59573"/>
                </a:lnTo>
                <a:lnTo>
                  <a:pt x="1422699" y="59943"/>
                </a:lnTo>
                <a:lnTo>
                  <a:pt x="1423386" y="60332"/>
                </a:lnTo>
                <a:lnTo>
                  <a:pt x="1424055" y="60742"/>
                </a:lnTo>
                <a:lnTo>
                  <a:pt x="1424707" y="61172"/>
                </a:lnTo>
                <a:lnTo>
                  <a:pt x="1425341" y="61621"/>
                </a:lnTo>
                <a:lnTo>
                  <a:pt x="1425958" y="62091"/>
                </a:lnTo>
                <a:lnTo>
                  <a:pt x="1426559" y="62578"/>
                </a:lnTo>
                <a:lnTo>
                  <a:pt x="1427146" y="63080"/>
                </a:lnTo>
                <a:lnTo>
                  <a:pt x="1427718" y="63597"/>
                </a:lnTo>
                <a:lnTo>
                  <a:pt x="1428277" y="64129"/>
                </a:lnTo>
                <a:lnTo>
                  <a:pt x="1428821" y="64676"/>
                </a:lnTo>
                <a:lnTo>
                  <a:pt x="1429351" y="65238"/>
                </a:lnTo>
                <a:lnTo>
                  <a:pt x="1429866" y="65815"/>
                </a:lnTo>
                <a:lnTo>
                  <a:pt x="1430367" y="66407"/>
                </a:lnTo>
                <a:lnTo>
                  <a:pt x="1430854" y="67014"/>
                </a:lnTo>
                <a:lnTo>
                  <a:pt x="1431327" y="67637"/>
                </a:lnTo>
                <a:lnTo>
                  <a:pt x="1431786" y="68274"/>
                </a:lnTo>
                <a:lnTo>
                  <a:pt x="1432230" y="68926"/>
                </a:lnTo>
                <a:lnTo>
                  <a:pt x="1432660" y="69594"/>
                </a:lnTo>
                <a:lnTo>
                  <a:pt x="1433076" y="70276"/>
                </a:lnTo>
                <a:lnTo>
                  <a:pt x="1433477" y="70974"/>
                </a:lnTo>
                <a:lnTo>
                  <a:pt x="1433865" y="71686"/>
                </a:lnTo>
                <a:lnTo>
                  <a:pt x="1434238" y="72414"/>
                </a:lnTo>
                <a:lnTo>
                  <a:pt x="1434596" y="73157"/>
                </a:lnTo>
                <a:lnTo>
                  <a:pt x="1434941" y="73914"/>
                </a:lnTo>
                <a:lnTo>
                  <a:pt x="1435271" y="74687"/>
                </a:lnTo>
                <a:lnTo>
                  <a:pt x="1435587" y="75475"/>
                </a:lnTo>
                <a:lnTo>
                  <a:pt x="1435889" y="76278"/>
                </a:lnTo>
                <a:lnTo>
                  <a:pt x="1436176" y="77095"/>
                </a:lnTo>
                <a:lnTo>
                  <a:pt x="1436449" y="77928"/>
                </a:lnTo>
                <a:lnTo>
                  <a:pt x="1436710" y="78774"/>
                </a:lnTo>
                <a:lnTo>
                  <a:pt x="1436960" y="79628"/>
                </a:lnTo>
                <a:lnTo>
                  <a:pt x="1437198" y="80492"/>
                </a:lnTo>
                <a:lnTo>
                  <a:pt x="1437425" y="81366"/>
                </a:lnTo>
                <a:lnTo>
                  <a:pt x="1437641" y="82249"/>
                </a:lnTo>
                <a:lnTo>
                  <a:pt x="1437846" y="83142"/>
                </a:lnTo>
                <a:lnTo>
                  <a:pt x="1438041" y="84044"/>
                </a:lnTo>
                <a:lnTo>
                  <a:pt x="1438223" y="84955"/>
                </a:lnTo>
                <a:lnTo>
                  <a:pt x="1438395" y="85876"/>
                </a:lnTo>
                <a:lnTo>
                  <a:pt x="1438556" y="86807"/>
                </a:lnTo>
                <a:lnTo>
                  <a:pt x="1438706" y="87747"/>
                </a:lnTo>
                <a:lnTo>
                  <a:pt x="1438844" y="88696"/>
                </a:lnTo>
                <a:lnTo>
                  <a:pt x="1438972" y="89655"/>
                </a:lnTo>
                <a:lnTo>
                  <a:pt x="1439088" y="90624"/>
                </a:lnTo>
                <a:lnTo>
                  <a:pt x="1439194" y="91601"/>
                </a:lnTo>
                <a:lnTo>
                  <a:pt x="1439288" y="92589"/>
                </a:lnTo>
                <a:lnTo>
                  <a:pt x="1439371" y="93586"/>
                </a:lnTo>
                <a:lnTo>
                  <a:pt x="1439443" y="94592"/>
                </a:lnTo>
                <a:lnTo>
                  <a:pt x="1439504" y="95608"/>
                </a:lnTo>
                <a:lnTo>
                  <a:pt x="1439554" y="96633"/>
                </a:lnTo>
                <a:lnTo>
                  <a:pt x="1439593" y="97668"/>
                </a:lnTo>
                <a:lnTo>
                  <a:pt x="1439620" y="98712"/>
                </a:lnTo>
                <a:lnTo>
                  <a:pt x="1439637" y="99766"/>
                </a:lnTo>
                <a:lnTo>
                  <a:pt x="1439643" y="100829"/>
                </a:lnTo>
                <a:lnTo>
                  <a:pt x="1439637" y="101872"/>
                </a:lnTo>
                <a:lnTo>
                  <a:pt x="1439620" y="102906"/>
                </a:lnTo>
                <a:lnTo>
                  <a:pt x="1439593" y="103931"/>
                </a:lnTo>
                <a:lnTo>
                  <a:pt x="1439554" y="104946"/>
                </a:lnTo>
                <a:lnTo>
                  <a:pt x="1439504" y="105952"/>
                </a:lnTo>
                <a:lnTo>
                  <a:pt x="1439443" y="106949"/>
                </a:lnTo>
                <a:lnTo>
                  <a:pt x="1439371" y="107936"/>
                </a:lnTo>
                <a:lnTo>
                  <a:pt x="1439288" y="108915"/>
                </a:lnTo>
                <a:lnTo>
                  <a:pt x="1439194" y="109884"/>
                </a:lnTo>
                <a:lnTo>
                  <a:pt x="1439088" y="110844"/>
                </a:lnTo>
                <a:lnTo>
                  <a:pt x="1438972" y="111794"/>
                </a:lnTo>
                <a:lnTo>
                  <a:pt x="1438844" y="112735"/>
                </a:lnTo>
                <a:lnTo>
                  <a:pt x="1438706" y="113667"/>
                </a:lnTo>
                <a:lnTo>
                  <a:pt x="1438556" y="114590"/>
                </a:lnTo>
                <a:lnTo>
                  <a:pt x="1438395" y="115504"/>
                </a:lnTo>
                <a:lnTo>
                  <a:pt x="1438223" y="116408"/>
                </a:lnTo>
                <a:lnTo>
                  <a:pt x="1438041" y="117303"/>
                </a:lnTo>
                <a:lnTo>
                  <a:pt x="1437846" y="118189"/>
                </a:lnTo>
                <a:lnTo>
                  <a:pt x="1437641" y="119065"/>
                </a:lnTo>
                <a:lnTo>
                  <a:pt x="1437425" y="119933"/>
                </a:lnTo>
                <a:lnTo>
                  <a:pt x="1437198" y="120791"/>
                </a:lnTo>
                <a:lnTo>
                  <a:pt x="1436960" y="121639"/>
                </a:lnTo>
                <a:lnTo>
                  <a:pt x="1436710" y="122479"/>
                </a:lnTo>
                <a:lnTo>
                  <a:pt x="1436449" y="123309"/>
                </a:lnTo>
                <a:lnTo>
                  <a:pt x="1436176" y="124127"/>
                </a:lnTo>
                <a:lnTo>
                  <a:pt x="1435889" y="124931"/>
                </a:lnTo>
                <a:lnTo>
                  <a:pt x="1435587" y="125719"/>
                </a:lnTo>
                <a:lnTo>
                  <a:pt x="1435271" y="126493"/>
                </a:lnTo>
                <a:lnTo>
                  <a:pt x="1434941" y="127252"/>
                </a:lnTo>
                <a:lnTo>
                  <a:pt x="1434596" y="127996"/>
                </a:lnTo>
                <a:lnTo>
                  <a:pt x="1434238" y="128725"/>
                </a:lnTo>
                <a:lnTo>
                  <a:pt x="1433865" y="129439"/>
                </a:lnTo>
                <a:lnTo>
                  <a:pt x="1433477" y="130139"/>
                </a:lnTo>
                <a:lnTo>
                  <a:pt x="1433076" y="130824"/>
                </a:lnTo>
                <a:lnTo>
                  <a:pt x="1432660" y="131494"/>
                </a:lnTo>
                <a:lnTo>
                  <a:pt x="1432230" y="132149"/>
                </a:lnTo>
                <a:lnTo>
                  <a:pt x="1431786" y="132789"/>
                </a:lnTo>
                <a:lnTo>
                  <a:pt x="1431327" y="133415"/>
                </a:lnTo>
                <a:lnTo>
                  <a:pt x="1430854" y="134025"/>
                </a:lnTo>
                <a:lnTo>
                  <a:pt x="1430367" y="134621"/>
                </a:lnTo>
                <a:lnTo>
                  <a:pt x="1429866" y="135202"/>
                </a:lnTo>
                <a:lnTo>
                  <a:pt x="1429351" y="135768"/>
                </a:lnTo>
                <a:lnTo>
                  <a:pt x="1428821" y="136320"/>
                </a:lnTo>
                <a:lnTo>
                  <a:pt x="1428277" y="136856"/>
                </a:lnTo>
                <a:lnTo>
                  <a:pt x="1427718" y="137378"/>
                </a:lnTo>
                <a:lnTo>
                  <a:pt x="1427146" y="137885"/>
                </a:lnTo>
                <a:lnTo>
                  <a:pt x="1426559" y="138377"/>
                </a:lnTo>
                <a:lnTo>
                  <a:pt x="1425958" y="138854"/>
                </a:lnTo>
                <a:lnTo>
                  <a:pt x="1425341" y="139314"/>
                </a:lnTo>
                <a:lnTo>
                  <a:pt x="1424707" y="139754"/>
                </a:lnTo>
                <a:lnTo>
                  <a:pt x="1424055" y="140175"/>
                </a:lnTo>
                <a:lnTo>
                  <a:pt x="1423386" y="140576"/>
                </a:lnTo>
                <a:lnTo>
                  <a:pt x="1422699" y="140957"/>
                </a:lnTo>
                <a:lnTo>
                  <a:pt x="1421995" y="141319"/>
                </a:lnTo>
                <a:lnTo>
                  <a:pt x="1421273" y="141661"/>
                </a:lnTo>
                <a:lnTo>
                  <a:pt x="1420535" y="141984"/>
                </a:lnTo>
                <a:lnTo>
                  <a:pt x="1419778" y="142288"/>
                </a:lnTo>
                <a:lnTo>
                  <a:pt x="1419005" y="142571"/>
                </a:lnTo>
                <a:lnTo>
                  <a:pt x="1418213" y="142835"/>
                </a:lnTo>
                <a:lnTo>
                  <a:pt x="1417405" y="143080"/>
                </a:lnTo>
                <a:lnTo>
                  <a:pt x="1416579" y="143305"/>
                </a:lnTo>
                <a:lnTo>
                  <a:pt x="1415735" y="143510"/>
                </a:lnTo>
                <a:lnTo>
                  <a:pt x="1414875" y="143696"/>
                </a:lnTo>
                <a:lnTo>
                  <a:pt x="1413996" y="143862"/>
                </a:lnTo>
                <a:lnTo>
                  <a:pt x="1413101" y="144009"/>
                </a:lnTo>
                <a:lnTo>
                  <a:pt x="1412188" y="144136"/>
                </a:lnTo>
                <a:lnTo>
                  <a:pt x="1411257" y="144244"/>
                </a:lnTo>
                <a:lnTo>
                  <a:pt x="1410309" y="144332"/>
                </a:lnTo>
                <a:lnTo>
                  <a:pt x="1409344" y="144400"/>
                </a:lnTo>
                <a:lnTo>
                  <a:pt x="1408361" y="144449"/>
                </a:lnTo>
                <a:lnTo>
                  <a:pt x="1407361" y="144479"/>
                </a:lnTo>
                <a:lnTo>
                  <a:pt x="1406343" y="144488"/>
                </a:lnTo>
                <a:lnTo>
                  <a:pt x="1405354" y="144479"/>
                </a:lnTo>
                <a:lnTo>
                  <a:pt x="1404382" y="144449"/>
                </a:lnTo>
                <a:lnTo>
                  <a:pt x="1403427" y="144400"/>
                </a:lnTo>
                <a:lnTo>
                  <a:pt x="1402489" y="144332"/>
                </a:lnTo>
                <a:lnTo>
                  <a:pt x="1401569" y="14424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F8B77E-DA05-443E-B874-2221313AD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99" y="9063314"/>
            <a:ext cx="11417632" cy="10"/>
          </a:xfrm>
          <a:custGeom xmlns:a="http://schemas.openxmlformats.org/drawingml/2006/main">
            <a:pathLst>
              <a:path w="11417632" h="1" fill="none">
                <a:moveTo>
                  <a:pt x="0" y="0"/>
                </a:moveTo>
                <a:lnTo>
                  <a:pt x="1141763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437" cap="flat">
            <a:solidFill>
              <a:srgbClr val="000000"/>
            </a:solidFill>
            <a:custDash>
              <a:ds d="400006" sp="299997"/>
              <a:ds d="100000" sp="299997"/>
            </a:custDash>
            <a:miter/>
          </a:ln>
        </p:spPr>
      </p:sp>
      <p:sp>
        <p:nvSpPr>
          <p:cNvPr id="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D1401-04ED-411B-BCCB-6C1C0C484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3805" y="8738542"/>
            <a:ext cx="6716501" cy="579422"/>
          </a:xfrm>
          <a:custGeom xmlns:a="http://schemas.openxmlformats.org/drawingml/2006/main">
            <a:pathLst>
              <a:path w="6716501" h="579422">
                <a:moveTo>
                  <a:pt x="6716501" y="0"/>
                </a:moveTo>
                <a:lnTo>
                  <a:pt x="6716501" y="579422"/>
                </a:lnTo>
                <a:lnTo>
                  <a:pt x="0" y="579422"/>
                </a:lnTo>
                <a:lnTo>
                  <a:pt x="0" y="0"/>
                </a:lnTo>
                <a:lnTo>
                  <a:pt x="6716501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" name="Text GeneratingReasoningChainforChallengingCodeProblemsfollowing">
            <a:extLst xmlns:a="http://schemas.openxmlformats.org/drawingml/2006/main">
              <a:ext uri="{FF2B5EF4-FFF2-40B4-BE49-F238E27FC236}">
                <a16:creationId xmlns:a16="http://schemas.microsoft.com/office/drawing/2014/main" id="{57D87CE9-C28D-4AE7-A97B-0E1838999F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7795" y="8834826"/>
            <a:ext cx="6545953" cy="200596"/>
          </a:xfrm>
          <a:custGeom xmlns:a="http://schemas.openxmlformats.org/drawingml/2006/main">
            <a:pathLst>
              <a:path w="6545953" h="200596">
                <a:moveTo>
                  <a:pt x="778777" y="21928"/>
                </a:moveTo>
                <a:lnTo>
                  <a:pt x="779177" y="21857"/>
                </a:lnTo>
                <a:lnTo>
                  <a:pt x="779571" y="21775"/>
                </a:lnTo>
                <a:lnTo>
                  <a:pt x="779957" y="21683"/>
                </a:lnTo>
                <a:lnTo>
                  <a:pt x="780336" y="21579"/>
                </a:lnTo>
                <a:lnTo>
                  <a:pt x="780707" y="21465"/>
                </a:lnTo>
                <a:lnTo>
                  <a:pt x="781072" y="21340"/>
                </a:lnTo>
                <a:lnTo>
                  <a:pt x="781430" y="21204"/>
                </a:lnTo>
                <a:lnTo>
                  <a:pt x="781780" y="21057"/>
                </a:lnTo>
                <a:lnTo>
                  <a:pt x="782123" y="20899"/>
                </a:lnTo>
                <a:lnTo>
                  <a:pt x="782460" y="20730"/>
                </a:lnTo>
                <a:lnTo>
                  <a:pt x="782789" y="20550"/>
                </a:lnTo>
                <a:lnTo>
                  <a:pt x="783111" y="20360"/>
                </a:lnTo>
                <a:lnTo>
                  <a:pt x="783425" y="20158"/>
                </a:lnTo>
                <a:lnTo>
                  <a:pt x="783733" y="19946"/>
                </a:lnTo>
                <a:lnTo>
                  <a:pt x="784034" y="19723"/>
                </a:lnTo>
                <a:lnTo>
                  <a:pt x="784327" y="19489"/>
                </a:lnTo>
                <a:lnTo>
                  <a:pt x="784613" y="19244"/>
                </a:lnTo>
                <a:lnTo>
                  <a:pt x="784892" y="18988"/>
                </a:lnTo>
                <a:lnTo>
                  <a:pt x="785162" y="18723"/>
                </a:lnTo>
                <a:lnTo>
                  <a:pt x="785421" y="18453"/>
                </a:lnTo>
                <a:lnTo>
                  <a:pt x="785668" y="18178"/>
                </a:lnTo>
                <a:lnTo>
                  <a:pt x="785903" y="17896"/>
                </a:lnTo>
                <a:lnTo>
                  <a:pt x="786127" y="17609"/>
                </a:lnTo>
                <a:lnTo>
                  <a:pt x="786339" y="17316"/>
                </a:lnTo>
                <a:lnTo>
                  <a:pt x="786540" y="17018"/>
                </a:lnTo>
                <a:lnTo>
                  <a:pt x="786730" y="16713"/>
                </a:lnTo>
                <a:lnTo>
                  <a:pt x="786908" y="16403"/>
                </a:lnTo>
                <a:lnTo>
                  <a:pt x="787074" y="16087"/>
                </a:lnTo>
                <a:lnTo>
                  <a:pt x="787229" y="15766"/>
                </a:lnTo>
                <a:lnTo>
                  <a:pt x="787373" y="15438"/>
                </a:lnTo>
                <a:lnTo>
                  <a:pt x="787505" y="15105"/>
                </a:lnTo>
                <a:lnTo>
                  <a:pt x="787625" y="14766"/>
                </a:lnTo>
                <a:lnTo>
                  <a:pt x="787734" y="14422"/>
                </a:lnTo>
                <a:lnTo>
                  <a:pt x="787832" y="14071"/>
                </a:lnTo>
                <a:lnTo>
                  <a:pt x="787918" y="13715"/>
                </a:lnTo>
                <a:lnTo>
                  <a:pt x="787993" y="13353"/>
                </a:lnTo>
                <a:lnTo>
                  <a:pt x="788056" y="12986"/>
                </a:lnTo>
                <a:lnTo>
                  <a:pt x="788108" y="12612"/>
                </a:lnTo>
                <a:lnTo>
                  <a:pt x="788148" y="12233"/>
                </a:lnTo>
                <a:lnTo>
                  <a:pt x="788177" y="11849"/>
                </a:lnTo>
                <a:lnTo>
                  <a:pt x="788194" y="11458"/>
                </a:lnTo>
                <a:lnTo>
                  <a:pt x="788200" y="11062"/>
                </a:lnTo>
                <a:lnTo>
                  <a:pt x="788194" y="10666"/>
                </a:lnTo>
                <a:lnTo>
                  <a:pt x="788177" y="10275"/>
                </a:lnTo>
                <a:lnTo>
                  <a:pt x="788148" y="9890"/>
                </a:lnTo>
                <a:lnTo>
                  <a:pt x="788108" y="9511"/>
                </a:lnTo>
                <a:lnTo>
                  <a:pt x="788056" y="9138"/>
                </a:lnTo>
                <a:lnTo>
                  <a:pt x="787993" y="8770"/>
                </a:lnTo>
                <a:lnTo>
                  <a:pt x="787918" y="8409"/>
                </a:lnTo>
                <a:lnTo>
                  <a:pt x="787832" y="8052"/>
                </a:lnTo>
                <a:lnTo>
                  <a:pt x="787734" y="7702"/>
                </a:lnTo>
                <a:lnTo>
                  <a:pt x="787625" y="7358"/>
                </a:lnTo>
                <a:lnTo>
                  <a:pt x="787505" y="7019"/>
                </a:lnTo>
                <a:lnTo>
                  <a:pt x="787373" y="6686"/>
                </a:lnTo>
                <a:lnTo>
                  <a:pt x="787229" y="6358"/>
                </a:lnTo>
                <a:lnTo>
                  <a:pt x="787074" y="6037"/>
                </a:lnTo>
                <a:lnTo>
                  <a:pt x="786908" y="5721"/>
                </a:lnTo>
                <a:lnTo>
                  <a:pt x="786730" y="5411"/>
                </a:lnTo>
                <a:lnTo>
                  <a:pt x="786540" y="5106"/>
                </a:lnTo>
                <a:lnTo>
                  <a:pt x="786339" y="4807"/>
                </a:lnTo>
                <a:lnTo>
                  <a:pt x="786127" y="4515"/>
                </a:lnTo>
                <a:lnTo>
                  <a:pt x="785903" y="4227"/>
                </a:lnTo>
                <a:lnTo>
                  <a:pt x="785668" y="3946"/>
                </a:lnTo>
                <a:lnTo>
                  <a:pt x="785421" y="3670"/>
                </a:lnTo>
                <a:lnTo>
                  <a:pt x="785162" y="3400"/>
                </a:lnTo>
                <a:lnTo>
                  <a:pt x="784892" y="3136"/>
                </a:lnTo>
                <a:lnTo>
                  <a:pt x="784613" y="2880"/>
                </a:lnTo>
                <a:lnTo>
                  <a:pt x="784327" y="2635"/>
                </a:lnTo>
                <a:lnTo>
                  <a:pt x="784034" y="2401"/>
                </a:lnTo>
                <a:lnTo>
                  <a:pt x="783733" y="2178"/>
                </a:lnTo>
                <a:lnTo>
                  <a:pt x="783425" y="1966"/>
                </a:lnTo>
                <a:lnTo>
                  <a:pt x="783111" y="1764"/>
                </a:lnTo>
                <a:lnTo>
                  <a:pt x="782789" y="1573"/>
                </a:lnTo>
                <a:lnTo>
                  <a:pt x="782460" y="1394"/>
                </a:lnTo>
                <a:lnTo>
                  <a:pt x="782123" y="1225"/>
                </a:lnTo>
                <a:lnTo>
                  <a:pt x="781780" y="1067"/>
                </a:lnTo>
                <a:lnTo>
                  <a:pt x="781430" y="920"/>
                </a:lnTo>
                <a:lnTo>
                  <a:pt x="781072" y="784"/>
                </a:lnTo>
                <a:lnTo>
                  <a:pt x="780707" y="659"/>
                </a:lnTo>
                <a:lnTo>
                  <a:pt x="780336" y="544"/>
                </a:lnTo>
                <a:lnTo>
                  <a:pt x="779957" y="441"/>
                </a:lnTo>
                <a:lnTo>
                  <a:pt x="779571" y="348"/>
                </a:lnTo>
                <a:lnTo>
                  <a:pt x="779177" y="267"/>
                </a:lnTo>
                <a:lnTo>
                  <a:pt x="778777" y="196"/>
                </a:lnTo>
                <a:lnTo>
                  <a:pt x="778370" y="136"/>
                </a:lnTo>
                <a:lnTo>
                  <a:pt x="777955" y="87"/>
                </a:lnTo>
                <a:lnTo>
                  <a:pt x="777533" y="49"/>
                </a:lnTo>
                <a:lnTo>
                  <a:pt x="777104" y="22"/>
                </a:lnTo>
                <a:lnTo>
                  <a:pt x="776668" y="5"/>
                </a:lnTo>
                <a:lnTo>
                  <a:pt x="776225" y="0"/>
                </a:lnTo>
                <a:lnTo>
                  <a:pt x="775773" y="5"/>
                </a:lnTo>
                <a:lnTo>
                  <a:pt x="775329" y="22"/>
                </a:lnTo>
                <a:lnTo>
                  <a:pt x="774893" y="49"/>
                </a:lnTo>
                <a:lnTo>
                  <a:pt x="774464" y="87"/>
                </a:lnTo>
                <a:lnTo>
                  <a:pt x="774044" y="136"/>
                </a:lnTo>
                <a:lnTo>
                  <a:pt x="773631" y="196"/>
                </a:lnTo>
                <a:lnTo>
                  <a:pt x="773226" y="267"/>
                </a:lnTo>
                <a:lnTo>
                  <a:pt x="772830" y="348"/>
                </a:lnTo>
                <a:lnTo>
                  <a:pt x="772441" y="441"/>
                </a:lnTo>
                <a:lnTo>
                  <a:pt x="772060" y="544"/>
                </a:lnTo>
                <a:lnTo>
                  <a:pt x="771687" y="659"/>
                </a:lnTo>
                <a:lnTo>
                  <a:pt x="771322" y="784"/>
                </a:lnTo>
                <a:lnTo>
                  <a:pt x="770965" y="920"/>
                </a:lnTo>
                <a:lnTo>
                  <a:pt x="770615" y="1067"/>
                </a:lnTo>
                <a:lnTo>
                  <a:pt x="770274" y="1225"/>
                </a:lnTo>
                <a:lnTo>
                  <a:pt x="769941" y="1394"/>
                </a:lnTo>
                <a:lnTo>
                  <a:pt x="769615" y="1573"/>
                </a:lnTo>
                <a:lnTo>
                  <a:pt x="769297" y="1764"/>
                </a:lnTo>
                <a:lnTo>
                  <a:pt x="768988" y="1966"/>
                </a:lnTo>
                <a:lnTo>
                  <a:pt x="768686" y="2178"/>
                </a:lnTo>
                <a:lnTo>
                  <a:pt x="768392" y="2401"/>
                </a:lnTo>
                <a:lnTo>
                  <a:pt x="768106" y="2635"/>
                </a:lnTo>
                <a:lnTo>
                  <a:pt x="767828" y="2880"/>
                </a:lnTo>
                <a:lnTo>
                  <a:pt x="767558" y="3136"/>
                </a:lnTo>
                <a:lnTo>
                  <a:pt x="767298" y="3400"/>
                </a:lnTo>
                <a:lnTo>
                  <a:pt x="767048" y="3670"/>
                </a:lnTo>
                <a:lnTo>
                  <a:pt x="766810" y="3946"/>
                </a:lnTo>
                <a:lnTo>
                  <a:pt x="766583" y="4227"/>
                </a:lnTo>
                <a:lnTo>
                  <a:pt x="766366" y="4515"/>
                </a:lnTo>
                <a:lnTo>
                  <a:pt x="766161" y="4807"/>
                </a:lnTo>
                <a:lnTo>
                  <a:pt x="765967" y="5106"/>
                </a:lnTo>
                <a:lnTo>
                  <a:pt x="765784" y="5411"/>
                </a:lnTo>
                <a:lnTo>
                  <a:pt x="765613" y="5721"/>
                </a:lnTo>
                <a:lnTo>
                  <a:pt x="765452" y="6037"/>
                </a:lnTo>
                <a:lnTo>
                  <a:pt x="765302" y="6358"/>
                </a:lnTo>
                <a:lnTo>
                  <a:pt x="765164" y="6686"/>
                </a:lnTo>
                <a:lnTo>
                  <a:pt x="765036" y="7019"/>
                </a:lnTo>
                <a:lnTo>
                  <a:pt x="764920" y="7358"/>
                </a:lnTo>
                <a:lnTo>
                  <a:pt x="764814" y="7702"/>
                </a:lnTo>
                <a:lnTo>
                  <a:pt x="764720" y="8052"/>
                </a:lnTo>
                <a:lnTo>
                  <a:pt x="764637" y="8409"/>
                </a:lnTo>
                <a:lnTo>
                  <a:pt x="764565" y="8770"/>
                </a:lnTo>
                <a:lnTo>
                  <a:pt x="764504" y="9138"/>
                </a:lnTo>
                <a:lnTo>
                  <a:pt x="764454" y="9511"/>
                </a:lnTo>
                <a:lnTo>
                  <a:pt x="764415" y="9890"/>
                </a:lnTo>
                <a:lnTo>
                  <a:pt x="764387" y="10275"/>
                </a:lnTo>
                <a:lnTo>
                  <a:pt x="764371" y="10666"/>
                </a:lnTo>
                <a:lnTo>
                  <a:pt x="764365" y="11062"/>
                </a:lnTo>
                <a:lnTo>
                  <a:pt x="764371" y="11458"/>
                </a:lnTo>
                <a:lnTo>
                  <a:pt x="764387" y="11849"/>
                </a:lnTo>
                <a:lnTo>
                  <a:pt x="764415" y="12233"/>
                </a:lnTo>
                <a:lnTo>
                  <a:pt x="764454" y="12612"/>
                </a:lnTo>
                <a:lnTo>
                  <a:pt x="764504" y="12986"/>
                </a:lnTo>
                <a:lnTo>
                  <a:pt x="764565" y="13353"/>
                </a:lnTo>
                <a:lnTo>
                  <a:pt x="764637" y="13715"/>
                </a:lnTo>
                <a:lnTo>
                  <a:pt x="764720" y="14071"/>
                </a:lnTo>
                <a:lnTo>
                  <a:pt x="764814" y="14422"/>
                </a:lnTo>
                <a:lnTo>
                  <a:pt x="764920" y="14766"/>
                </a:lnTo>
                <a:lnTo>
                  <a:pt x="765036" y="15105"/>
                </a:lnTo>
                <a:lnTo>
                  <a:pt x="765164" y="15438"/>
                </a:lnTo>
                <a:lnTo>
                  <a:pt x="765302" y="15766"/>
                </a:lnTo>
                <a:lnTo>
                  <a:pt x="765452" y="16087"/>
                </a:lnTo>
                <a:lnTo>
                  <a:pt x="765613" y="16403"/>
                </a:lnTo>
                <a:lnTo>
                  <a:pt x="765784" y="16713"/>
                </a:lnTo>
                <a:lnTo>
                  <a:pt x="765967" y="17018"/>
                </a:lnTo>
                <a:lnTo>
                  <a:pt x="766161" y="17316"/>
                </a:lnTo>
                <a:lnTo>
                  <a:pt x="766366" y="17609"/>
                </a:lnTo>
                <a:lnTo>
                  <a:pt x="766583" y="17896"/>
                </a:lnTo>
                <a:lnTo>
                  <a:pt x="766810" y="18178"/>
                </a:lnTo>
                <a:lnTo>
                  <a:pt x="767048" y="18453"/>
                </a:lnTo>
                <a:lnTo>
                  <a:pt x="767298" y="18723"/>
                </a:lnTo>
                <a:lnTo>
                  <a:pt x="767558" y="18988"/>
                </a:lnTo>
                <a:lnTo>
                  <a:pt x="767828" y="19244"/>
                </a:lnTo>
                <a:lnTo>
                  <a:pt x="768106" y="19489"/>
                </a:lnTo>
                <a:lnTo>
                  <a:pt x="768392" y="19723"/>
                </a:lnTo>
                <a:lnTo>
                  <a:pt x="768686" y="19946"/>
                </a:lnTo>
                <a:lnTo>
                  <a:pt x="768988" y="20158"/>
                </a:lnTo>
                <a:lnTo>
                  <a:pt x="769297" y="20360"/>
                </a:lnTo>
                <a:lnTo>
                  <a:pt x="769615" y="20550"/>
                </a:lnTo>
                <a:lnTo>
                  <a:pt x="769941" y="20730"/>
                </a:lnTo>
                <a:lnTo>
                  <a:pt x="770274" y="20899"/>
                </a:lnTo>
                <a:lnTo>
                  <a:pt x="770615" y="21057"/>
                </a:lnTo>
                <a:lnTo>
                  <a:pt x="770965" y="21204"/>
                </a:lnTo>
                <a:lnTo>
                  <a:pt x="771322" y="21340"/>
                </a:lnTo>
                <a:lnTo>
                  <a:pt x="771687" y="21465"/>
                </a:lnTo>
                <a:lnTo>
                  <a:pt x="772060" y="21579"/>
                </a:lnTo>
                <a:lnTo>
                  <a:pt x="772441" y="21683"/>
                </a:lnTo>
                <a:lnTo>
                  <a:pt x="772830" y="21775"/>
                </a:lnTo>
                <a:lnTo>
                  <a:pt x="773226" y="21857"/>
                </a:lnTo>
                <a:lnTo>
                  <a:pt x="773631" y="21928"/>
                </a:lnTo>
                <a:lnTo>
                  <a:pt x="774044" y="21988"/>
                </a:lnTo>
                <a:lnTo>
                  <a:pt x="774464" y="22037"/>
                </a:lnTo>
                <a:lnTo>
                  <a:pt x="774893" y="22075"/>
                </a:lnTo>
                <a:lnTo>
                  <a:pt x="775329" y="22102"/>
                </a:lnTo>
                <a:lnTo>
                  <a:pt x="775773" y="22118"/>
                </a:lnTo>
                <a:lnTo>
                  <a:pt x="776225" y="22124"/>
                </a:lnTo>
                <a:lnTo>
                  <a:pt x="776668" y="22118"/>
                </a:lnTo>
                <a:lnTo>
                  <a:pt x="777104" y="22102"/>
                </a:lnTo>
                <a:lnTo>
                  <a:pt x="777533" y="22075"/>
                </a:lnTo>
                <a:lnTo>
                  <a:pt x="777955" y="22037"/>
                </a:lnTo>
                <a:lnTo>
                  <a:pt x="778370" y="21988"/>
                </a:lnTo>
                <a:lnTo>
                  <a:pt x="778777" y="21928"/>
                </a:lnTo>
                <a:close/>
                <a:moveTo>
                  <a:pt x="996886" y="50659"/>
                </a:moveTo>
                <a:lnTo>
                  <a:pt x="997307" y="50288"/>
                </a:lnTo>
                <a:lnTo>
                  <a:pt x="997736" y="49935"/>
                </a:lnTo>
                <a:lnTo>
                  <a:pt x="998172" y="49599"/>
                </a:lnTo>
                <a:lnTo>
                  <a:pt x="998616" y="49281"/>
                </a:lnTo>
                <a:lnTo>
                  <a:pt x="999067" y="48979"/>
                </a:lnTo>
                <a:lnTo>
                  <a:pt x="999526" y="48695"/>
                </a:lnTo>
                <a:lnTo>
                  <a:pt x="999992" y="48428"/>
                </a:lnTo>
                <a:lnTo>
                  <a:pt x="1000466" y="48178"/>
                </a:lnTo>
                <a:lnTo>
                  <a:pt x="1000947" y="47946"/>
                </a:lnTo>
                <a:lnTo>
                  <a:pt x="1001436" y="47730"/>
                </a:lnTo>
                <a:lnTo>
                  <a:pt x="1001932" y="47532"/>
                </a:lnTo>
                <a:lnTo>
                  <a:pt x="1002436" y="47351"/>
                </a:lnTo>
                <a:lnTo>
                  <a:pt x="1002948" y="47188"/>
                </a:lnTo>
                <a:lnTo>
                  <a:pt x="1003467" y="47041"/>
                </a:lnTo>
                <a:lnTo>
                  <a:pt x="1003991" y="46906"/>
                </a:lnTo>
                <a:lnTo>
                  <a:pt x="1004521" y="46777"/>
                </a:lnTo>
                <a:lnTo>
                  <a:pt x="1005054" y="46654"/>
                </a:lnTo>
                <a:lnTo>
                  <a:pt x="1005592" y="46536"/>
                </a:lnTo>
                <a:lnTo>
                  <a:pt x="1006134" y="46424"/>
                </a:lnTo>
                <a:lnTo>
                  <a:pt x="1006681" y="46318"/>
                </a:lnTo>
                <a:lnTo>
                  <a:pt x="1007232" y="46217"/>
                </a:lnTo>
                <a:lnTo>
                  <a:pt x="1007787" y="46123"/>
                </a:lnTo>
                <a:lnTo>
                  <a:pt x="1008347" y="46034"/>
                </a:lnTo>
                <a:lnTo>
                  <a:pt x="1008911" y="45951"/>
                </a:lnTo>
                <a:lnTo>
                  <a:pt x="1009480" y="45873"/>
                </a:lnTo>
                <a:lnTo>
                  <a:pt x="1010052" y="45801"/>
                </a:lnTo>
                <a:lnTo>
                  <a:pt x="1010629" y="45735"/>
                </a:lnTo>
                <a:lnTo>
                  <a:pt x="1011211" y="45675"/>
                </a:lnTo>
                <a:lnTo>
                  <a:pt x="1011797" y="45620"/>
                </a:lnTo>
                <a:lnTo>
                  <a:pt x="1012387" y="45572"/>
                </a:lnTo>
                <a:lnTo>
                  <a:pt x="1012982" y="45528"/>
                </a:lnTo>
                <a:lnTo>
                  <a:pt x="1013580" y="45491"/>
                </a:lnTo>
                <a:lnTo>
                  <a:pt x="1014184" y="45460"/>
                </a:lnTo>
                <a:lnTo>
                  <a:pt x="1014791" y="45434"/>
                </a:lnTo>
                <a:lnTo>
                  <a:pt x="1015403" y="45414"/>
                </a:lnTo>
                <a:lnTo>
                  <a:pt x="1016020" y="45399"/>
                </a:lnTo>
                <a:lnTo>
                  <a:pt x="1016640" y="45391"/>
                </a:lnTo>
                <a:lnTo>
                  <a:pt x="1017265" y="45388"/>
                </a:lnTo>
                <a:lnTo>
                  <a:pt x="1017265" y="29308"/>
                </a:lnTo>
                <a:lnTo>
                  <a:pt x="1016275" y="29343"/>
                </a:lnTo>
                <a:lnTo>
                  <a:pt x="1015299" y="29390"/>
                </a:lnTo>
                <a:lnTo>
                  <a:pt x="1014337" y="29449"/>
                </a:lnTo>
                <a:lnTo>
                  <a:pt x="1013390" y="29520"/>
                </a:lnTo>
                <a:lnTo>
                  <a:pt x="1012457" y="29604"/>
                </a:lnTo>
                <a:lnTo>
                  <a:pt x="1011538" y="29700"/>
                </a:lnTo>
                <a:lnTo>
                  <a:pt x="1010635" y="29809"/>
                </a:lnTo>
                <a:lnTo>
                  <a:pt x="1009745" y="29929"/>
                </a:lnTo>
                <a:lnTo>
                  <a:pt x="1008870" y="30062"/>
                </a:lnTo>
                <a:lnTo>
                  <a:pt x="1008010" y="30207"/>
                </a:lnTo>
                <a:lnTo>
                  <a:pt x="1007163" y="30364"/>
                </a:lnTo>
                <a:lnTo>
                  <a:pt x="1006332" y="30534"/>
                </a:lnTo>
                <a:lnTo>
                  <a:pt x="1005515" y="30716"/>
                </a:lnTo>
                <a:lnTo>
                  <a:pt x="1004712" y="30910"/>
                </a:lnTo>
                <a:lnTo>
                  <a:pt x="1003924" y="31117"/>
                </a:lnTo>
                <a:lnTo>
                  <a:pt x="1003150" y="31336"/>
                </a:lnTo>
                <a:lnTo>
                  <a:pt x="1002390" y="31567"/>
                </a:lnTo>
                <a:lnTo>
                  <a:pt x="1001645" y="31810"/>
                </a:lnTo>
                <a:lnTo>
                  <a:pt x="1000915" y="32066"/>
                </a:lnTo>
                <a:lnTo>
                  <a:pt x="1000199" y="32333"/>
                </a:lnTo>
                <a:lnTo>
                  <a:pt x="999497" y="32614"/>
                </a:lnTo>
                <a:lnTo>
                  <a:pt x="998810" y="32906"/>
                </a:lnTo>
                <a:lnTo>
                  <a:pt x="998138" y="33211"/>
                </a:lnTo>
                <a:lnTo>
                  <a:pt x="997479" y="33528"/>
                </a:lnTo>
                <a:lnTo>
                  <a:pt x="996835" y="33863"/>
                </a:lnTo>
                <a:lnTo>
                  <a:pt x="996202" y="34221"/>
                </a:lnTo>
                <a:lnTo>
                  <a:pt x="995583" y="34604"/>
                </a:lnTo>
                <a:lnTo>
                  <a:pt x="994975" y="35010"/>
                </a:lnTo>
                <a:lnTo>
                  <a:pt x="994381" y="35440"/>
                </a:lnTo>
                <a:lnTo>
                  <a:pt x="993798" y="35894"/>
                </a:lnTo>
                <a:lnTo>
                  <a:pt x="993228" y="36372"/>
                </a:lnTo>
                <a:lnTo>
                  <a:pt x="992671" y="36873"/>
                </a:lnTo>
                <a:lnTo>
                  <a:pt x="992126" y="37398"/>
                </a:lnTo>
                <a:lnTo>
                  <a:pt x="991593" y="37947"/>
                </a:lnTo>
                <a:lnTo>
                  <a:pt x="991073" y="38519"/>
                </a:lnTo>
                <a:lnTo>
                  <a:pt x="990566" y="39116"/>
                </a:lnTo>
                <a:lnTo>
                  <a:pt x="990071" y="39736"/>
                </a:lnTo>
                <a:lnTo>
                  <a:pt x="989588" y="40380"/>
                </a:lnTo>
                <a:lnTo>
                  <a:pt x="989118" y="41047"/>
                </a:lnTo>
                <a:lnTo>
                  <a:pt x="988660" y="41739"/>
                </a:lnTo>
                <a:lnTo>
                  <a:pt x="988215" y="42454"/>
                </a:lnTo>
                <a:lnTo>
                  <a:pt x="987783" y="43193"/>
                </a:lnTo>
                <a:lnTo>
                  <a:pt x="987362" y="43955"/>
                </a:lnTo>
                <a:lnTo>
                  <a:pt x="986955" y="44742"/>
                </a:lnTo>
                <a:lnTo>
                  <a:pt x="986559" y="45552"/>
                </a:lnTo>
                <a:lnTo>
                  <a:pt x="986176" y="46386"/>
                </a:lnTo>
                <a:lnTo>
                  <a:pt x="985806" y="47243"/>
                </a:lnTo>
                <a:lnTo>
                  <a:pt x="985780" y="47309"/>
                </a:lnTo>
                <a:lnTo>
                  <a:pt x="985362" y="47102"/>
                </a:lnTo>
                <a:lnTo>
                  <a:pt x="984560" y="46730"/>
                </a:lnTo>
                <a:lnTo>
                  <a:pt x="983742" y="46377"/>
                </a:lnTo>
                <a:lnTo>
                  <a:pt x="982907" y="46042"/>
                </a:lnTo>
                <a:lnTo>
                  <a:pt x="982057" y="45725"/>
                </a:lnTo>
                <a:lnTo>
                  <a:pt x="981191" y="45426"/>
                </a:lnTo>
                <a:lnTo>
                  <a:pt x="980308" y="45145"/>
                </a:lnTo>
                <a:lnTo>
                  <a:pt x="979410" y="44882"/>
                </a:lnTo>
                <a:lnTo>
                  <a:pt x="978496" y="44638"/>
                </a:lnTo>
                <a:lnTo>
                  <a:pt x="977565" y="44411"/>
                </a:lnTo>
                <a:lnTo>
                  <a:pt x="976619" y="44203"/>
                </a:lnTo>
                <a:lnTo>
                  <a:pt x="975656" y="44013"/>
                </a:lnTo>
                <a:lnTo>
                  <a:pt x="974678" y="43841"/>
                </a:lnTo>
                <a:lnTo>
                  <a:pt x="973683" y="43687"/>
                </a:lnTo>
                <a:lnTo>
                  <a:pt x="972673" y="43551"/>
                </a:lnTo>
                <a:lnTo>
                  <a:pt x="971646" y="43433"/>
                </a:lnTo>
                <a:lnTo>
                  <a:pt x="970603" y="43333"/>
                </a:lnTo>
                <a:lnTo>
                  <a:pt x="969544" y="43252"/>
                </a:lnTo>
                <a:lnTo>
                  <a:pt x="968470" y="43189"/>
                </a:lnTo>
                <a:lnTo>
                  <a:pt x="967379" y="43143"/>
                </a:lnTo>
                <a:lnTo>
                  <a:pt x="966272" y="43116"/>
                </a:lnTo>
                <a:lnTo>
                  <a:pt x="965149" y="43107"/>
                </a:lnTo>
                <a:lnTo>
                  <a:pt x="964054" y="43116"/>
                </a:lnTo>
                <a:lnTo>
                  <a:pt x="962973" y="43143"/>
                </a:lnTo>
                <a:lnTo>
                  <a:pt x="961907" y="43189"/>
                </a:lnTo>
                <a:lnTo>
                  <a:pt x="960855" y="43252"/>
                </a:lnTo>
                <a:lnTo>
                  <a:pt x="959818" y="43333"/>
                </a:lnTo>
                <a:lnTo>
                  <a:pt x="958795" y="43433"/>
                </a:lnTo>
                <a:lnTo>
                  <a:pt x="957787" y="43551"/>
                </a:lnTo>
                <a:lnTo>
                  <a:pt x="956793" y="43687"/>
                </a:lnTo>
                <a:lnTo>
                  <a:pt x="955813" y="43841"/>
                </a:lnTo>
                <a:lnTo>
                  <a:pt x="954848" y="44013"/>
                </a:lnTo>
                <a:lnTo>
                  <a:pt x="953897" y="44203"/>
                </a:lnTo>
                <a:lnTo>
                  <a:pt x="952961" y="44411"/>
                </a:lnTo>
                <a:lnTo>
                  <a:pt x="952039" y="44638"/>
                </a:lnTo>
                <a:lnTo>
                  <a:pt x="951132" y="44882"/>
                </a:lnTo>
                <a:lnTo>
                  <a:pt x="950239" y="45145"/>
                </a:lnTo>
                <a:lnTo>
                  <a:pt x="949361" y="45426"/>
                </a:lnTo>
                <a:lnTo>
                  <a:pt x="948497" y="45725"/>
                </a:lnTo>
                <a:lnTo>
                  <a:pt x="947648" y="46042"/>
                </a:lnTo>
                <a:lnTo>
                  <a:pt x="946813" y="46377"/>
                </a:lnTo>
                <a:lnTo>
                  <a:pt x="945992" y="46730"/>
                </a:lnTo>
                <a:lnTo>
                  <a:pt x="945186" y="47102"/>
                </a:lnTo>
                <a:lnTo>
                  <a:pt x="944394" y="47491"/>
                </a:lnTo>
                <a:lnTo>
                  <a:pt x="943617" y="47899"/>
                </a:lnTo>
                <a:lnTo>
                  <a:pt x="942854" y="48324"/>
                </a:lnTo>
                <a:lnTo>
                  <a:pt x="942106" y="48765"/>
                </a:lnTo>
                <a:lnTo>
                  <a:pt x="941373" y="49218"/>
                </a:lnTo>
                <a:lnTo>
                  <a:pt x="940656" y="49684"/>
                </a:lnTo>
                <a:lnTo>
                  <a:pt x="939953" y="50162"/>
                </a:lnTo>
                <a:lnTo>
                  <a:pt x="939265" y="50653"/>
                </a:lnTo>
                <a:lnTo>
                  <a:pt x="938592" y="51156"/>
                </a:lnTo>
                <a:lnTo>
                  <a:pt x="937934" y="51672"/>
                </a:lnTo>
                <a:lnTo>
                  <a:pt x="937292" y="52200"/>
                </a:lnTo>
                <a:lnTo>
                  <a:pt x="936664" y="52741"/>
                </a:lnTo>
                <a:lnTo>
                  <a:pt x="936052" y="53294"/>
                </a:lnTo>
                <a:lnTo>
                  <a:pt x="935454" y="53860"/>
                </a:lnTo>
                <a:lnTo>
                  <a:pt x="934872" y="54438"/>
                </a:lnTo>
                <a:lnTo>
                  <a:pt x="934304" y="55029"/>
                </a:lnTo>
                <a:lnTo>
                  <a:pt x="933752" y="55632"/>
                </a:lnTo>
                <a:lnTo>
                  <a:pt x="933215" y="56248"/>
                </a:lnTo>
                <a:lnTo>
                  <a:pt x="932692" y="56876"/>
                </a:lnTo>
                <a:lnTo>
                  <a:pt x="932185" y="57516"/>
                </a:lnTo>
                <a:lnTo>
                  <a:pt x="931693" y="58170"/>
                </a:lnTo>
                <a:lnTo>
                  <a:pt x="931216" y="58835"/>
                </a:lnTo>
                <a:lnTo>
                  <a:pt x="930754" y="59514"/>
                </a:lnTo>
                <a:lnTo>
                  <a:pt x="930306" y="60204"/>
                </a:lnTo>
                <a:lnTo>
                  <a:pt x="929874" y="60907"/>
                </a:lnTo>
                <a:lnTo>
                  <a:pt x="929458" y="61623"/>
                </a:lnTo>
                <a:lnTo>
                  <a:pt x="929056" y="62351"/>
                </a:lnTo>
                <a:lnTo>
                  <a:pt x="928669" y="63089"/>
                </a:lnTo>
                <a:lnTo>
                  <a:pt x="928300" y="63833"/>
                </a:lnTo>
                <a:lnTo>
                  <a:pt x="927946" y="64584"/>
                </a:lnTo>
                <a:lnTo>
                  <a:pt x="927610" y="65343"/>
                </a:lnTo>
                <a:lnTo>
                  <a:pt x="927289" y="66107"/>
                </a:lnTo>
                <a:lnTo>
                  <a:pt x="926985" y="66879"/>
                </a:lnTo>
                <a:lnTo>
                  <a:pt x="926698" y="67658"/>
                </a:lnTo>
                <a:lnTo>
                  <a:pt x="926426" y="68443"/>
                </a:lnTo>
                <a:lnTo>
                  <a:pt x="926172" y="69236"/>
                </a:lnTo>
                <a:lnTo>
                  <a:pt x="925933" y="70035"/>
                </a:lnTo>
                <a:lnTo>
                  <a:pt x="925712" y="70841"/>
                </a:lnTo>
                <a:lnTo>
                  <a:pt x="925506" y="71654"/>
                </a:lnTo>
                <a:lnTo>
                  <a:pt x="925317" y="72473"/>
                </a:lnTo>
                <a:lnTo>
                  <a:pt x="925145" y="73300"/>
                </a:lnTo>
                <a:lnTo>
                  <a:pt x="924988" y="74133"/>
                </a:lnTo>
                <a:lnTo>
                  <a:pt x="924849" y="74973"/>
                </a:lnTo>
                <a:lnTo>
                  <a:pt x="924726" y="75820"/>
                </a:lnTo>
                <a:lnTo>
                  <a:pt x="924619" y="76674"/>
                </a:lnTo>
                <a:lnTo>
                  <a:pt x="924528" y="77535"/>
                </a:lnTo>
                <a:lnTo>
                  <a:pt x="924454" y="78402"/>
                </a:lnTo>
                <a:lnTo>
                  <a:pt x="924397" y="79277"/>
                </a:lnTo>
                <a:lnTo>
                  <a:pt x="924356" y="80158"/>
                </a:lnTo>
                <a:lnTo>
                  <a:pt x="924331" y="81046"/>
                </a:lnTo>
                <a:lnTo>
                  <a:pt x="924323" y="81941"/>
                </a:lnTo>
                <a:lnTo>
                  <a:pt x="924331" y="82789"/>
                </a:lnTo>
                <a:lnTo>
                  <a:pt x="924355" y="83631"/>
                </a:lnTo>
                <a:lnTo>
                  <a:pt x="924396" y="84469"/>
                </a:lnTo>
                <a:lnTo>
                  <a:pt x="924453" y="85302"/>
                </a:lnTo>
                <a:lnTo>
                  <a:pt x="924526" y="86131"/>
                </a:lnTo>
                <a:lnTo>
                  <a:pt x="924615" y="86954"/>
                </a:lnTo>
                <a:lnTo>
                  <a:pt x="924721" y="87773"/>
                </a:lnTo>
                <a:lnTo>
                  <a:pt x="924842" y="88586"/>
                </a:lnTo>
                <a:lnTo>
                  <a:pt x="924980" y="89395"/>
                </a:lnTo>
                <a:lnTo>
                  <a:pt x="925135" y="90199"/>
                </a:lnTo>
                <a:lnTo>
                  <a:pt x="925305" y="90999"/>
                </a:lnTo>
                <a:lnTo>
                  <a:pt x="925492" y="91793"/>
                </a:lnTo>
                <a:lnTo>
                  <a:pt x="925695" y="92583"/>
                </a:lnTo>
                <a:lnTo>
                  <a:pt x="925914" y="93368"/>
                </a:lnTo>
                <a:lnTo>
                  <a:pt x="926149" y="94148"/>
                </a:lnTo>
                <a:lnTo>
                  <a:pt x="926401" y="94923"/>
                </a:lnTo>
                <a:lnTo>
                  <a:pt x="926669" y="95693"/>
                </a:lnTo>
                <a:lnTo>
                  <a:pt x="926953" y="96458"/>
                </a:lnTo>
                <a:lnTo>
                  <a:pt x="927253" y="97219"/>
                </a:lnTo>
                <a:lnTo>
                  <a:pt x="927570" y="97975"/>
                </a:lnTo>
                <a:lnTo>
                  <a:pt x="927903" y="98726"/>
                </a:lnTo>
                <a:lnTo>
                  <a:pt x="928252" y="99472"/>
                </a:lnTo>
                <a:lnTo>
                  <a:pt x="928617" y="100214"/>
                </a:lnTo>
                <a:lnTo>
                  <a:pt x="928999" y="100950"/>
                </a:lnTo>
                <a:lnTo>
                  <a:pt x="929396" y="101678"/>
                </a:lnTo>
                <a:lnTo>
                  <a:pt x="929809" y="102394"/>
                </a:lnTo>
                <a:lnTo>
                  <a:pt x="930237" y="103098"/>
                </a:lnTo>
                <a:lnTo>
                  <a:pt x="930681" y="103790"/>
                </a:lnTo>
                <a:lnTo>
                  <a:pt x="931140" y="104470"/>
                </a:lnTo>
                <a:lnTo>
                  <a:pt x="931614" y="105138"/>
                </a:lnTo>
                <a:lnTo>
                  <a:pt x="932104" y="105793"/>
                </a:lnTo>
                <a:lnTo>
                  <a:pt x="932610" y="106437"/>
                </a:lnTo>
                <a:lnTo>
                  <a:pt x="933131" y="107069"/>
                </a:lnTo>
                <a:lnTo>
                  <a:pt x="933667" y="107688"/>
                </a:lnTo>
                <a:lnTo>
                  <a:pt x="934219" y="108296"/>
                </a:lnTo>
                <a:lnTo>
                  <a:pt x="934786" y="108891"/>
                </a:lnTo>
                <a:lnTo>
                  <a:pt x="935369" y="109474"/>
                </a:lnTo>
                <a:lnTo>
                  <a:pt x="935967" y="110046"/>
                </a:lnTo>
                <a:lnTo>
                  <a:pt x="936580" y="110605"/>
                </a:lnTo>
                <a:lnTo>
                  <a:pt x="937209" y="111152"/>
                </a:lnTo>
                <a:lnTo>
                  <a:pt x="937854" y="111687"/>
                </a:lnTo>
                <a:lnTo>
                  <a:pt x="938514" y="112210"/>
                </a:lnTo>
                <a:lnTo>
                  <a:pt x="939090" y="112646"/>
                </a:lnTo>
                <a:lnTo>
                  <a:pt x="938699" y="112805"/>
                </a:lnTo>
                <a:lnTo>
                  <a:pt x="937970" y="113119"/>
                </a:lnTo>
                <a:lnTo>
                  <a:pt x="937260" y="113439"/>
                </a:lnTo>
                <a:lnTo>
                  <a:pt x="936570" y="113767"/>
                </a:lnTo>
                <a:lnTo>
                  <a:pt x="935899" y="114102"/>
                </a:lnTo>
                <a:lnTo>
                  <a:pt x="935247" y="114444"/>
                </a:lnTo>
                <a:lnTo>
                  <a:pt x="934615" y="114794"/>
                </a:lnTo>
                <a:lnTo>
                  <a:pt x="934002" y="115150"/>
                </a:lnTo>
                <a:lnTo>
                  <a:pt x="933409" y="115513"/>
                </a:lnTo>
                <a:lnTo>
                  <a:pt x="932835" y="115884"/>
                </a:lnTo>
                <a:lnTo>
                  <a:pt x="932280" y="116262"/>
                </a:lnTo>
                <a:lnTo>
                  <a:pt x="931745" y="116647"/>
                </a:lnTo>
                <a:lnTo>
                  <a:pt x="931229" y="117039"/>
                </a:lnTo>
                <a:lnTo>
                  <a:pt x="930733" y="117438"/>
                </a:lnTo>
                <a:lnTo>
                  <a:pt x="930256" y="117845"/>
                </a:lnTo>
                <a:lnTo>
                  <a:pt x="929799" y="118258"/>
                </a:lnTo>
                <a:lnTo>
                  <a:pt x="929361" y="118679"/>
                </a:lnTo>
                <a:lnTo>
                  <a:pt x="928942" y="119107"/>
                </a:lnTo>
                <a:lnTo>
                  <a:pt x="928542" y="119542"/>
                </a:lnTo>
                <a:lnTo>
                  <a:pt x="928161" y="119981"/>
                </a:lnTo>
                <a:lnTo>
                  <a:pt x="927796" y="120419"/>
                </a:lnTo>
                <a:lnTo>
                  <a:pt x="927447" y="120857"/>
                </a:lnTo>
                <a:lnTo>
                  <a:pt x="927114" y="121296"/>
                </a:lnTo>
                <a:lnTo>
                  <a:pt x="926797" y="121734"/>
                </a:lnTo>
                <a:lnTo>
                  <a:pt x="926497" y="122172"/>
                </a:lnTo>
                <a:lnTo>
                  <a:pt x="926213" y="122611"/>
                </a:lnTo>
                <a:lnTo>
                  <a:pt x="925945" y="123049"/>
                </a:lnTo>
                <a:lnTo>
                  <a:pt x="925693" y="123487"/>
                </a:lnTo>
                <a:lnTo>
                  <a:pt x="925458" y="123926"/>
                </a:lnTo>
                <a:lnTo>
                  <a:pt x="925239" y="124364"/>
                </a:lnTo>
                <a:lnTo>
                  <a:pt x="925036" y="124802"/>
                </a:lnTo>
                <a:lnTo>
                  <a:pt x="924849" y="125241"/>
                </a:lnTo>
                <a:lnTo>
                  <a:pt x="924679" y="125679"/>
                </a:lnTo>
                <a:lnTo>
                  <a:pt x="924524" y="126117"/>
                </a:lnTo>
                <a:lnTo>
                  <a:pt x="924386" y="126556"/>
                </a:lnTo>
                <a:lnTo>
                  <a:pt x="924265" y="126994"/>
                </a:lnTo>
                <a:lnTo>
                  <a:pt x="924159" y="127432"/>
                </a:lnTo>
                <a:lnTo>
                  <a:pt x="924070" y="127871"/>
                </a:lnTo>
                <a:lnTo>
                  <a:pt x="923997" y="128309"/>
                </a:lnTo>
                <a:lnTo>
                  <a:pt x="923940" y="128747"/>
                </a:lnTo>
                <a:lnTo>
                  <a:pt x="923899" y="129186"/>
                </a:lnTo>
                <a:lnTo>
                  <a:pt x="923875" y="129624"/>
                </a:lnTo>
                <a:lnTo>
                  <a:pt x="923867" y="130062"/>
                </a:lnTo>
                <a:lnTo>
                  <a:pt x="923871" y="130359"/>
                </a:lnTo>
                <a:lnTo>
                  <a:pt x="923885" y="130658"/>
                </a:lnTo>
                <a:lnTo>
                  <a:pt x="923908" y="130959"/>
                </a:lnTo>
                <a:lnTo>
                  <a:pt x="923940" y="131262"/>
                </a:lnTo>
                <a:lnTo>
                  <a:pt x="923981" y="131567"/>
                </a:lnTo>
                <a:lnTo>
                  <a:pt x="924031" y="131875"/>
                </a:lnTo>
                <a:lnTo>
                  <a:pt x="924090" y="132184"/>
                </a:lnTo>
                <a:lnTo>
                  <a:pt x="924158" y="132496"/>
                </a:lnTo>
                <a:lnTo>
                  <a:pt x="924236" y="132811"/>
                </a:lnTo>
                <a:lnTo>
                  <a:pt x="924322" y="133127"/>
                </a:lnTo>
                <a:lnTo>
                  <a:pt x="924418" y="133445"/>
                </a:lnTo>
                <a:lnTo>
                  <a:pt x="924523" y="133766"/>
                </a:lnTo>
                <a:lnTo>
                  <a:pt x="924636" y="134089"/>
                </a:lnTo>
                <a:lnTo>
                  <a:pt x="924759" y="134414"/>
                </a:lnTo>
                <a:lnTo>
                  <a:pt x="924891" y="134741"/>
                </a:lnTo>
                <a:lnTo>
                  <a:pt x="925033" y="135071"/>
                </a:lnTo>
                <a:lnTo>
                  <a:pt x="925183" y="135402"/>
                </a:lnTo>
                <a:lnTo>
                  <a:pt x="925342" y="135736"/>
                </a:lnTo>
                <a:lnTo>
                  <a:pt x="925511" y="136072"/>
                </a:lnTo>
                <a:lnTo>
                  <a:pt x="925688" y="136410"/>
                </a:lnTo>
                <a:lnTo>
                  <a:pt x="925875" y="136751"/>
                </a:lnTo>
                <a:lnTo>
                  <a:pt x="926071" y="137093"/>
                </a:lnTo>
                <a:lnTo>
                  <a:pt x="926276" y="137438"/>
                </a:lnTo>
                <a:lnTo>
                  <a:pt x="926490" y="137785"/>
                </a:lnTo>
                <a:lnTo>
                  <a:pt x="926715" y="138131"/>
                </a:lnTo>
                <a:lnTo>
                  <a:pt x="926952" y="138473"/>
                </a:lnTo>
                <a:lnTo>
                  <a:pt x="927202" y="138811"/>
                </a:lnTo>
                <a:lnTo>
                  <a:pt x="927465" y="139146"/>
                </a:lnTo>
                <a:lnTo>
                  <a:pt x="927741" y="139477"/>
                </a:lnTo>
                <a:lnTo>
                  <a:pt x="928029" y="139804"/>
                </a:lnTo>
                <a:lnTo>
                  <a:pt x="928330" y="140127"/>
                </a:lnTo>
                <a:lnTo>
                  <a:pt x="928644" y="140447"/>
                </a:lnTo>
                <a:lnTo>
                  <a:pt x="928970" y="140762"/>
                </a:lnTo>
                <a:lnTo>
                  <a:pt x="929309" y="141075"/>
                </a:lnTo>
                <a:lnTo>
                  <a:pt x="929661" y="141383"/>
                </a:lnTo>
                <a:lnTo>
                  <a:pt x="930025" y="141687"/>
                </a:lnTo>
                <a:lnTo>
                  <a:pt x="930402" y="141988"/>
                </a:lnTo>
                <a:lnTo>
                  <a:pt x="930792" y="142285"/>
                </a:lnTo>
                <a:lnTo>
                  <a:pt x="931194" y="142578"/>
                </a:lnTo>
                <a:lnTo>
                  <a:pt x="931609" y="142868"/>
                </a:lnTo>
                <a:lnTo>
                  <a:pt x="932036" y="143153"/>
                </a:lnTo>
                <a:lnTo>
                  <a:pt x="932477" y="143435"/>
                </a:lnTo>
                <a:lnTo>
                  <a:pt x="932930" y="143713"/>
                </a:lnTo>
                <a:lnTo>
                  <a:pt x="933395" y="143988"/>
                </a:lnTo>
                <a:lnTo>
                  <a:pt x="933874" y="144259"/>
                </a:lnTo>
                <a:lnTo>
                  <a:pt x="934365" y="144525"/>
                </a:lnTo>
                <a:lnTo>
                  <a:pt x="934868" y="144789"/>
                </a:lnTo>
                <a:lnTo>
                  <a:pt x="935385" y="145048"/>
                </a:lnTo>
                <a:lnTo>
                  <a:pt x="935916" y="145301"/>
                </a:lnTo>
                <a:lnTo>
                  <a:pt x="936463" y="145545"/>
                </a:lnTo>
                <a:lnTo>
                  <a:pt x="937028" y="145779"/>
                </a:lnTo>
                <a:lnTo>
                  <a:pt x="937609" y="146005"/>
                </a:lnTo>
                <a:lnTo>
                  <a:pt x="937914" y="146115"/>
                </a:lnTo>
                <a:lnTo>
                  <a:pt x="937879" y="146129"/>
                </a:lnTo>
                <a:lnTo>
                  <a:pt x="936828" y="146587"/>
                </a:lnTo>
                <a:lnTo>
                  <a:pt x="935809" y="147061"/>
                </a:lnTo>
                <a:lnTo>
                  <a:pt x="934821" y="147550"/>
                </a:lnTo>
                <a:lnTo>
                  <a:pt x="933864" y="148055"/>
                </a:lnTo>
                <a:lnTo>
                  <a:pt x="932939" y="148576"/>
                </a:lnTo>
                <a:lnTo>
                  <a:pt x="932046" y="149112"/>
                </a:lnTo>
                <a:lnTo>
                  <a:pt x="931183" y="149664"/>
                </a:lnTo>
                <a:lnTo>
                  <a:pt x="930353" y="150232"/>
                </a:lnTo>
                <a:lnTo>
                  <a:pt x="929554" y="150815"/>
                </a:lnTo>
                <a:lnTo>
                  <a:pt x="928786" y="151414"/>
                </a:lnTo>
                <a:lnTo>
                  <a:pt x="928050" y="152029"/>
                </a:lnTo>
                <a:lnTo>
                  <a:pt x="927345" y="152660"/>
                </a:lnTo>
                <a:lnTo>
                  <a:pt x="926670" y="153302"/>
                </a:lnTo>
                <a:lnTo>
                  <a:pt x="926024" y="153952"/>
                </a:lnTo>
                <a:lnTo>
                  <a:pt x="925407" y="154609"/>
                </a:lnTo>
                <a:lnTo>
                  <a:pt x="924819" y="155274"/>
                </a:lnTo>
                <a:lnTo>
                  <a:pt x="924259" y="155947"/>
                </a:lnTo>
                <a:lnTo>
                  <a:pt x="923728" y="156627"/>
                </a:lnTo>
                <a:lnTo>
                  <a:pt x="923225" y="157315"/>
                </a:lnTo>
                <a:lnTo>
                  <a:pt x="922752" y="158011"/>
                </a:lnTo>
                <a:lnTo>
                  <a:pt x="922307" y="158715"/>
                </a:lnTo>
                <a:lnTo>
                  <a:pt x="921891" y="159426"/>
                </a:lnTo>
                <a:lnTo>
                  <a:pt x="921503" y="160144"/>
                </a:lnTo>
                <a:lnTo>
                  <a:pt x="921144" y="160871"/>
                </a:lnTo>
                <a:lnTo>
                  <a:pt x="920814" y="161605"/>
                </a:lnTo>
                <a:lnTo>
                  <a:pt x="920513" y="162347"/>
                </a:lnTo>
                <a:lnTo>
                  <a:pt x="920240" y="163096"/>
                </a:lnTo>
                <a:lnTo>
                  <a:pt x="919996" y="163853"/>
                </a:lnTo>
                <a:lnTo>
                  <a:pt x="919780" y="164618"/>
                </a:lnTo>
                <a:lnTo>
                  <a:pt x="919594" y="165391"/>
                </a:lnTo>
                <a:lnTo>
                  <a:pt x="919436" y="166171"/>
                </a:lnTo>
                <a:lnTo>
                  <a:pt x="919307" y="166959"/>
                </a:lnTo>
                <a:lnTo>
                  <a:pt x="919206" y="167754"/>
                </a:lnTo>
                <a:lnTo>
                  <a:pt x="919135" y="168557"/>
                </a:lnTo>
                <a:lnTo>
                  <a:pt x="919091" y="169368"/>
                </a:lnTo>
                <a:lnTo>
                  <a:pt x="919077" y="170187"/>
                </a:lnTo>
                <a:lnTo>
                  <a:pt x="919085" y="170861"/>
                </a:lnTo>
                <a:lnTo>
                  <a:pt x="919109" y="171532"/>
                </a:lnTo>
                <a:lnTo>
                  <a:pt x="919149" y="172199"/>
                </a:lnTo>
                <a:lnTo>
                  <a:pt x="919205" y="172862"/>
                </a:lnTo>
                <a:lnTo>
                  <a:pt x="919278" y="173520"/>
                </a:lnTo>
                <a:lnTo>
                  <a:pt x="919366" y="174175"/>
                </a:lnTo>
                <a:lnTo>
                  <a:pt x="919470" y="174826"/>
                </a:lnTo>
                <a:lnTo>
                  <a:pt x="919590" y="175472"/>
                </a:lnTo>
                <a:lnTo>
                  <a:pt x="919727" y="176115"/>
                </a:lnTo>
                <a:lnTo>
                  <a:pt x="919879" y="176754"/>
                </a:lnTo>
                <a:lnTo>
                  <a:pt x="920047" y="177388"/>
                </a:lnTo>
                <a:lnTo>
                  <a:pt x="920232" y="178019"/>
                </a:lnTo>
                <a:lnTo>
                  <a:pt x="920432" y="178645"/>
                </a:lnTo>
                <a:lnTo>
                  <a:pt x="920649" y="179268"/>
                </a:lnTo>
                <a:lnTo>
                  <a:pt x="920881" y="179886"/>
                </a:lnTo>
                <a:lnTo>
                  <a:pt x="921130" y="180501"/>
                </a:lnTo>
                <a:lnTo>
                  <a:pt x="921394" y="181111"/>
                </a:lnTo>
                <a:lnTo>
                  <a:pt x="921675" y="181718"/>
                </a:lnTo>
                <a:lnTo>
                  <a:pt x="921972" y="182320"/>
                </a:lnTo>
                <a:lnTo>
                  <a:pt x="922285" y="182919"/>
                </a:lnTo>
                <a:lnTo>
                  <a:pt x="922613" y="183513"/>
                </a:lnTo>
                <a:lnTo>
                  <a:pt x="922958" y="184103"/>
                </a:lnTo>
                <a:lnTo>
                  <a:pt x="923319" y="184690"/>
                </a:lnTo>
                <a:lnTo>
                  <a:pt x="923696" y="185272"/>
                </a:lnTo>
                <a:lnTo>
                  <a:pt x="924091" y="185848"/>
                </a:lnTo>
                <a:lnTo>
                  <a:pt x="924506" y="186414"/>
                </a:lnTo>
                <a:lnTo>
                  <a:pt x="924940" y="186970"/>
                </a:lnTo>
                <a:lnTo>
                  <a:pt x="925395" y="187517"/>
                </a:lnTo>
                <a:lnTo>
                  <a:pt x="925870" y="188054"/>
                </a:lnTo>
                <a:lnTo>
                  <a:pt x="926365" y="188581"/>
                </a:lnTo>
                <a:lnTo>
                  <a:pt x="926880" y="189099"/>
                </a:lnTo>
                <a:lnTo>
                  <a:pt x="927415" y="189607"/>
                </a:lnTo>
                <a:lnTo>
                  <a:pt x="927970" y="190105"/>
                </a:lnTo>
                <a:lnTo>
                  <a:pt x="928544" y="190593"/>
                </a:lnTo>
                <a:lnTo>
                  <a:pt x="929139" y="191072"/>
                </a:lnTo>
                <a:lnTo>
                  <a:pt x="929754" y="191541"/>
                </a:lnTo>
                <a:lnTo>
                  <a:pt x="930389" y="192001"/>
                </a:lnTo>
                <a:lnTo>
                  <a:pt x="931044" y="192451"/>
                </a:lnTo>
                <a:lnTo>
                  <a:pt x="931719" y="192891"/>
                </a:lnTo>
                <a:lnTo>
                  <a:pt x="932413" y="193321"/>
                </a:lnTo>
                <a:lnTo>
                  <a:pt x="933128" y="193742"/>
                </a:lnTo>
                <a:lnTo>
                  <a:pt x="933863" y="194153"/>
                </a:lnTo>
                <a:lnTo>
                  <a:pt x="934618" y="194554"/>
                </a:lnTo>
                <a:lnTo>
                  <a:pt x="935393" y="194946"/>
                </a:lnTo>
                <a:lnTo>
                  <a:pt x="936188" y="195328"/>
                </a:lnTo>
                <a:lnTo>
                  <a:pt x="937002" y="195700"/>
                </a:lnTo>
                <a:lnTo>
                  <a:pt x="937837" y="196063"/>
                </a:lnTo>
                <a:lnTo>
                  <a:pt x="938692" y="196416"/>
                </a:lnTo>
                <a:lnTo>
                  <a:pt x="939569" y="196757"/>
                </a:lnTo>
                <a:lnTo>
                  <a:pt x="940469" y="197083"/>
                </a:lnTo>
                <a:lnTo>
                  <a:pt x="941393" y="197395"/>
                </a:lnTo>
                <a:lnTo>
                  <a:pt x="942341" y="197693"/>
                </a:lnTo>
                <a:lnTo>
                  <a:pt x="943313" y="197976"/>
                </a:lnTo>
                <a:lnTo>
                  <a:pt x="944308" y="198245"/>
                </a:lnTo>
                <a:lnTo>
                  <a:pt x="945328" y="198499"/>
                </a:lnTo>
                <a:lnTo>
                  <a:pt x="946371" y="198738"/>
                </a:lnTo>
                <a:lnTo>
                  <a:pt x="947437" y="198963"/>
                </a:lnTo>
                <a:lnTo>
                  <a:pt x="948528" y="199174"/>
                </a:lnTo>
                <a:lnTo>
                  <a:pt x="949642" y="199369"/>
                </a:lnTo>
                <a:lnTo>
                  <a:pt x="950780" y="199551"/>
                </a:lnTo>
                <a:lnTo>
                  <a:pt x="951942" y="199718"/>
                </a:lnTo>
                <a:lnTo>
                  <a:pt x="953128" y="199870"/>
                </a:lnTo>
                <a:lnTo>
                  <a:pt x="954337" y="200008"/>
                </a:lnTo>
                <a:lnTo>
                  <a:pt x="955570" y="200131"/>
                </a:lnTo>
                <a:lnTo>
                  <a:pt x="956827" y="200240"/>
                </a:lnTo>
                <a:lnTo>
                  <a:pt x="958107" y="200335"/>
                </a:lnTo>
                <a:lnTo>
                  <a:pt x="959412" y="200415"/>
                </a:lnTo>
                <a:lnTo>
                  <a:pt x="960740" y="200480"/>
                </a:lnTo>
                <a:lnTo>
                  <a:pt x="962092" y="200531"/>
                </a:lnTo>
                <a:lnTo>
                  <a:pt x="963467" y="200567"/>
                </a:lnTo>
                <a:lnTo>
                  <a:pt x="964866" y="200589"/>
                </a:lnTo>
                <a:lnTo>
                  <a:pt x="966290" y="200596"/>
                </a:lnTo>
                <a:lnTo>
                  <a:pt x="968350" y="200579"/>
                </a:lnTo>
                <a:lnTo>
                  <a:pt x="970369" y="200528"/>
                </a:lnTo>
                <a:lnTo>
                  <a:pt x="972346" y="200443"/>
                </a:lnTo>
                <a:lnTo>
                  <a:pt x="974282" y="200324"/>
                </a:lnTo>
                <a:lnTo>
                  <a:pt x="976176" y="200170"/>
                </a:lnTo>
                <a:lnTo>
                  <a:pt x="978029" y="199983"/>
                </a:lnTo>
                <a:lnTo>
                  <a:pt x="979840" y="199762"/>
                </a:lnTo>
                <a:lnTo>
                  <a:pt x="981609" y="199506"/>
                </a:lnTo>
                <a:lnTo>
                  <a:pt x="983337" y="199217"/>
                </a:lnTo>
                <a:lnTo>
                  <a:pt x="985023" y="198893"/>
                </a:lnTo>
                <a:lnTo>
                  <a:pt x="986668" y="198536"/>
                </a:lnTo>
                <a:lnTo>
                  <a:pt x="988271" y="198144"/>
                </a:lnTo>
                <a:lnTo>
                  <a:pt x="989832" y="197718"/>
                </a:lnTo>
                <a:lnTo>
                  <a:pt x="991352" y="197259"/>
                </a:lnTo>
                <a:lnTo>
                  <a:pt x="992831" y="196765"/>
                </a:lnTo>
                <a:lnTo>
                  <a:pt x="994267" y="196237"/>
                </a:lnTo>
                <a:lnTo>
                  <a:pt x="995663" y="195675"/>
                </a:lnTo>
                <a:lnTo>
                  <a:pt x="997016" y="195079"/>
                </a:lnTo>
                <a:lnTo>
                  <a:pt x="998328" y="194449"/>
                </a:lnTo>
                <a:lnTo>
                  <a:pt x="999599" y="193785"/>
                </a:lnTo>
                <a:lnTo>
                  <a:pt x="1000828" y="193087"/>
                </a:lnTo>
                <a:lnTo>
                  <a:pt x="1002015" y="192355"/>
                </a:lnTo>
                <a:lnTo>
                  <a:pt x="1003161" y="191589"/>
                </a:lnTo>
                <a:lnTo>
                  <a:pt x="1004265" y="190789"/>
                </a:lnTo>
                <a:lnTo>
                  <a:pt x="1005326" y="189962"/>
                </a:lnTo>
                <a:lnTo>
                  <a:pt x="1006341" y="189116"/>
                </a:lnTo>
                <a:lnTo>
                  <a:pt x="1007312" y="188250"/>
                </a:lnTo>
                <a:lnTo>
                  <a:pt x="1008237" y="187366"/>
                </a:lnTo>
                <a:lnTo>
                  <a:pt x="1009117" y="186463"/>
                </a:lnTo>
                <a:lnTo>
                  <a:pt x="1009953" y="185540"/>
                </a:lnTo>
                <a:lnTo>
                  <a:pt x="1010743" y="184598"/>
                </a:lnTo>
                <a:lnTo>
                  <a:pt x="1011487" y="183637"/>
                </a:lnTo>
                <a:lnTo>
                  <a:pt x="1012187" y="182657"/>
                </a:lnTo>
                <a:lnTo>
                  <a:pt x="1012842" y="181658"/>
                </a:lnTo>
                <a:lnTo>
                  <a:pt x="1013451" y="180640"/>
                </a:lnTo>
                <a:lnTo>
                  <a:pt x="1014015" y="179602"/>
                </a:lnTo>
                <a:lnTo>
                  <a:pt x="1014534" y="178545"/>
                </a:lnTo>
                <a:lnTo>
                  <a:pt x="1015008" y="177469"/>
                </a:lnTo>
                <a:lnTo>
                  <a:pt x="1015437" y="176374"/>
                </a:lnTo>
                <a:lnTo>
                  <a:pt x="1015821" y="175260"/>
                </a:lnTo>
                <a:lnTo>
                  <a:pt x="1016159" y="174127"/>
                </a:lnTo>
                <a:lnTo>
                  <a:pt x="1016453" y="172974"/>
                </a:lnTo>
                <a:lnTo>
                  <a:pt x="1016701" y="171803"/>
                </a:lnTo>
                <a:lnTo>
                  <a:pt x="1016904" y="170612"/>
                </a:lnTo>
                <a:lnTo>
                  <a:pt x="1017062" y="169402"/>
                </a:lnTo>
                <a:lnTo>
                  <a:pt x="1017175" y="168173"/>
                </a:lnTo>
                <a:lnTo>
                  <a:pt x="1017243" y="166924"/>
                </a:lnTo>
                <a:lnTo>
                  <a:pt x="1017265" y="165657"/>
                </a:lnTo>
                <a:lnTo>
                  <a:pt x="1017246" y="164385"/>
                </a:lnTo>
                <a:lnTo>
                  <a:pt x="1017188" y="163140"/>
                </a:lnTo>
                <a:lnTo>
                  <a:pt x="1017092" y="161924"/>
                </a:lnTo>
                <a:lnTo>
                  <a:pt x="1016957" y="160735"/>
                </a:lnTo>
                <a:lnTo>
                  <a:pt x="1016783" y="159575"/>
                </a:lnTo>
                <a:lnTo>
                  <a:pt x="1016570" y="158442"/>
                </a:lnTo>
                <a:lnTo>
                  <a:pt x="1016320" y="157338"/>
                </a:lnTo>
                <a:lnTo>
                  <a:pt x="1016030" y="156261"/>
                </a:lnTo>
                <a:lnTo>
                  <a:pt x="1015702" y="155213"/>
                </a:lnTo>
                <a:lnTo>
                  <a:pt x="1015335" y="154193"/>
                </a:lnTo>
                <a:lnTo>
                  <a:pt x="1014930" y="153200"/>
                </a:lnTo>
                <a:lnTo>
                  <a:pt x="1014486" y="152236"/>
                </a:lnTo>
                <a:lnTo>
                  <a:pt x="1014003" y="151300"/>
                </a:lnTo>
                <a:lnTo>
                  <a:pt x="1013482" y="150391"/>
                </a:lnTo>
                <a:lnTo>
                  <a:pt x="1012922" y="149511"/>
                </a:lnTo>
                <a:lnTo>
                  <a:pt x="1012324" y="148659"/>
                </a:lnTo>
                <a:lnTo>
                  <a:pt x="1011687" y="147834"/>
                </a:lnTo>
                <a:lnTo>
                  <a:pt x="1011011" y="147038"/>
                </a:lnTo>
                <a:lnTo>
                  <a:pt x="1010297" y="146270"/>
                </a:lnTo>
                <a:lnTo>
                  <a:pt x="1009544" y="145530"/>
                </a:lnTo>
                <a:lnTo>
                  <a:pt x="1008752" y="144818"/>
                </a:lnTo>
                <a:lnTo>
                  <a:pt x="1007922" y="144133"/>
                </a:lnTo>
                <a:lnTo>
                  <a:pt x="1007054" y="143477"/>
                </a:lnTo>
                <a:lnTo>
                  <a:pt x="1006147" y="142849"/>
                </a:lnTo>
                <a:lnTo>
                  <a:pt x="1005194" y="142248"/>
                </a:lnTo>
                <a:lnTo>
                  <a:pt x="1004191" y="141672"/>
                </a:lnTo>
                <a:lnTo>
                  <a:pt x="1003136" y="141122"/>
                </a:lnTo>
                <a:lnTo>
                  <a:pt x="1002030" y="140597"/>
                </a:lnTo>
                <a:lnTo>
                  <a:pt x="1000873" y="140098"/>
                </a:lnTo>
                <a:lnTo>
                  <a:pt x="999664" y="139625"/>
                </a:lnTo>
                <a:lnTo>
                  <a:pt x="998404" y="139177"/>
                </a:lnTo>
                <a:lnTo>
                  <a:pt x="997093" y="138755"/>
                </a:lnTo>
                <a:lnTo>
                  <a:pt x="995731" y="138358"/>
                </a:lnTo>
                <a:lnTo>
                  <a:pt x="994317" y="137987"/>
                </a:lnTo>
                <a:lnTo>
                  <a:pt x="992852" y="137642"/>
                </a:lnTo>
                <a:lnTo>
                  <a:pt x="991336" y="137322"/>
                </a:lnTo>
                <a:lnTo>
                  <a:pt x="989768" y="137027"/>
                </a:lnTo>
                <a:lnTo>
                  <a:pt x="988149" y="136759"/>
                </a:lnTo>
                <a:lnTo>
                  <a:pt x="986479" y="136516"/>
                </a:lnTo>
                <a:lnTo>
                  <a:pt x="984758" y="136298"/>
                </a:lnTo>
                <a:lnTo>
                  <a:pt x="982985" y="136106"/>
                </a:lnTo>
                <a:lnTo>
                  <a:pt x="981161" y="135940"/>
                </a:lnTo>
                <a:lnTo>
                  <a:pt x="979286" y="135799"/>
                </a:lnTo>
                <a:lnTo>
                  <a:pt x="977359" y="135684"/>
                </a:lnTo>
                <a:lnTo>
                  <a:pt x="975382" y="135594"/>
                </a:lnTo>
                <a:lnTo>
                  <a:pt x="973353" y="135530"/>
                </a:lnTo>
                <a:lnTo>
                  <a:pt x="971272" y="135492"/>
                </a:lnTo>
                <a:lnTo>
                  <a:pt x="969141" y="135479"/>
                </a:lnTo>
                <a:lnTo>
                  <a:pt x="962868" y="135479"/>
                </a:lnTo>
                <a:lnTo>
                  <a:pt x="962152" y="135468"/>
                </a:lnTo>
                <a:lnTo>
                  <a:pt x="961449" y="135454"/>
                </a:lnTo>
                <a:lnTo>
                  <a:pt x="960759" y="135436"/>
                </a:lnTo>
                <a:lnTo>
                  <a:pt x="960081" y="135416"/>
                </a:lnTo>
                <a:lnTo>
                  <a:pt x="959416" y="135392"/>
                </a:lnTo>
                <a:lnTo>
                  <a:pt x="958763" y="135365"/>
                </a:lnTo>
                <a:lnTo>
                  <a:pt x="958123" y="135335"/>
                </a:lnTo>
                <a:lnTo>
                  <a:pt x="957496" y="135301"/>
                </a:lnTo>
                <a:lnTo>
                  <a:pt x="956881" y="135264"/>
                </a:lnTo>
                <a:lnTo>
                  <a:pt x="956279" y="135225"/>
                </a:lnTo>
                <a:lnTo>
                  <a:pt x="955690" y="135182"/>
                </a:lnTo>
                <a:lnTo>
                  <a:pt x="955114" y="135135"/>
                </a:lnTo>
                <a:lnTo>
                  <a:pt x="954550" y="135086"/>
                </a:lnTo>
                <a:lnTo>
                  <a:pt x="953999" y="135033"/>
                </a:lnTo>
                <a:lnTo>
                  <a:pt x="953460" y="134978"/>
                </a:lnTo>
                <a:lnTo>
                  <a:pt x="952934" y="134919"/>
                </a:lnTo>
                <a:lnTo>
                  <a:pt x="952421" y="134856"/>
                </a:lnTo>
                <a:lnTo>
                  <a:pt x="951921" y="134791"/>
                </a:lnTo>
                <a:lnTo>
                  <a:pt x="951433" y="134722"/>
                </a:lnTo>
                <a:lnTo>
                  <a:pt x="950958" y="134651"/>
                </a:lnTo>
                <a:lnTo>
                  <a:pt x="950495" y="134576"/>
                </a:lnTo>
                <a:lnTo>
                  <a:pt x="950045" y="134498"/>
                </a:lnTo>
                <a:lnTo>
                  <a:pt x="949608" y="134416"/>
                </a:lnTo>
                <a:lnTo>
                  <a:pt x="949184" y="134332"/>
                </a:lnTo>
                <a:lnTo>
                  <a:pt x="948771" y="134244"/>
                </a:lnTo>
                <a:lnTo>
                  <a:pt x="948368" y="134154"/>
                </a:lnTo>
                <a:lnTo>
                  <a:pt x="947976" y="134062"/>
                </a:lnTo>
                <a:lnTo>
                  <a:pt x="947593" y="133967"/>
                </a:lnTo>
                <a:lnTo>
                  <a:pt x="947222" y="133869"/>
                </a:lnTo>
                <a:lnTo>
                  <a:pt x="946860" y="133768"/>
                </a:lnTo>
                <a:lnTo>
                  <a:pt x="946509" y="133665"/>
                </a:lnTo>
                <a:lnTo>
                  <a:pt x="946168" y="133560"/>
                </a:lnTo>
                <a:lnTo>
                  <a:pt x="945837" y="133452"/>
                </a:lnTo>
                <a:lnTo>
                  <a:pt x="945517" y="133341"/>
                </a:lnTo>
                <a:lnTo>
                  <a:pt x="945207" y="133228"/>
                </a:lnTo>
                <a:lnTo>
                  <a:pt x="944907" y="133112"/>
                </a:lnTo>
                <a:lnTo>
                  <a:pt x="944618" y="132994"/>
                </a:lnTo>
                <a:lnTo>
                  <a:pt x="944339" y="132873"/>
                </a:lnTo>
                <a:lnTo>
                  <a:pt x="944070" y="132749"/>
                </a:lnTo>
                <a:lnTo>
                  <a:pt x="943811" y="132623"/>
                </a:lnTo>
                <a:lnTo>
                  <a:pt x="943563" y="132494"/>
                </a:lnTo>
                <a:lnTo>
                  <a:pt x="943325" y="132363"/>
                </a:lnTo>
                <a:lnTo>
                  <a:pt x="943097" y="132229"/>
                </a:lnTo>
                <a:lnTo>
                  <a:pt x="942880" y="132092"/>
                </a:lnTo>
                <a:lnTo>
                  <a:pt x="942673" y="131953"/>
                </a:lnTo>
                <a:lnTo>
                  <a:pt x="942476" y="131811"/>
                </a:lnTo>
                <a:lnTo>
                  <a:pt x="942289" y="131667"/>
                </a:lnTo>
                <a:lnTo>
                  <a:pt x="942113" y="131520"/>
                </a:lnTo>
                <a:lnTo>
                  <a:pt x="941946" y="131371"/>
                </a:lnTo>
                <a:lnTo>
                  <a:pt x="941785" y="131221"/>
                </a:lnTo>
                <a:lnTo>
                  <a:pt x="941632" y="131069"/>
                </a:lnTo>
                <a:lnTo>
                  <a:pt x="941486" y="130916"/>
                </a:lnTo>
                <a:lnTo>
                  <a:pt x="941347" y="130761"/>
                </a:lnTo>
                <a:lnTo>
                  <a:pt x="941215" y="130606"/>
                </a:lnTo>
                <a:lnTo>
                  <a:pt x="941090" y="130448"/>
                </a:lnTo>
                <a:lnTo>
                  <a:pt x="940973" y="130290"/>
                </a:lnTo>
                <a:lnTo>
                  <a:pt x="940862" y="130130"/>
                </a:lnTo>
                <a:lnTo>
                  <a:pt x="940759" y="129968"/>
                </a:lnTo>
                <a:lnTo>
                  <a:pt x="940663" y="129805"/>
                </a:lnTo>
                <a:lnTo>
                  <a:pt x="940574" y="129641"/>
                </a:lnTo>
                <a:lnTo>
                  <a:pt x="940492" y="129475"/>
                </a:lnTo>
                <a:lnTo>
                  <a:pt x="940417" y="129308"/>
                </a:lnTo>
                <a:lnTo>
                  <a:pt x="940349" y="129140"/>
                </a:lnTo>
                <a:lnTo>
                  <a:pt x="940289" y="128970"/>
                </a:lnTo>
                <a:lnTo>
                  <a:pt x="940235" y="128799"/>
                </a:lnTo>
                <a:lnTo>
                  <a:pt x="940189" y="128626"/>
                </a:lnTo>
                <a:lnTo>
                  <a:pt x="940150" y="128452"/>
                </a:lnTo>
                <a:lnTo>
                  <a:pt x="940117" y="128276"/>
                </a:lnTo>
                <a:lnTo>
                  <a:pt x="940093" y="128100"/>
                </a:lnTo>
                <a:lnTo>
                  <a:pt x="940075" y="127921"/>
                </a:lnTo>
                <a:lnTo>
                  <a:pt x="940064" y="127742"/>
                </a:lnTo>
                <a:lnTo>
                  <a:pt x="940060" y="127561"/>
                </a:lnTo>
                <a:lnTo>
                  <a:pt x="940066" y="127303"/>
                </a:lnTo>
                <a:lnTo>
                  <a:pt x="940084" y="127046"/>
                </a:lnTo>
                <a:lnTo>
                  <a:pt x="940114" y="126790"/>
                </a:lnTo>
                <a:lnTo>
                  <a:pt x="940155" y="126535"/>
                </a:lnTo>
                <a:lnTo>
                  <a:pt x="940209" y="126280"/>
                </a:lnTo>
                <a:lnTo>
                  <a:pt x="940274" y="126026"/>
                </a:lnTo>
                <a:lnTo>
                  <a:pt x="940351" y="125773"/>
                </a:lnTo>
                <a:lnTo>
                  <a:pt x="940441" y="125521"/>
                </a:lnTo>
                <a:lnTo>
                  <a:pt x="940542" y="125270"/>
                </a:lnTo>
                <a:lnTo>
                  <a:pt x="940654" y="125019"/>
                </a:lnTo>
                <a:lnTo>
                  <a:pt x="940779" y="124770"/>
                </a:lnTo>
                <a:lnTo>
                  <a:pt x="940916" y="124521"/>
                </a:lnTo>
                <a:lnTo>
                  <a:pt x="941064" y="124273"/>
                </a:lnTo>
                <a:lnTo>
                  <a:pt x="941225" y="124025"/>
                </a:lnTo>
                <a:lnTo>
                  <a:pt x="941397" y="123779"/>
                </a:lnTo>
                <a:lnTo>
                  <a:pt x="941581" y="123533"/>
                </a:lnTo>
                <a:lnTo>
                  <a:pt x="941777" y="123288"/>
                </a:lnTo>
                <a:lnTo>
                  <a:pt x="941985" y="123044"/>
                </a:lnTo>
                <a:lnTo>
                  <a:pt x="942205" y="122800"/>
                </a:lnTo>
                <a:lnTo>
                  <a:pt x="942436" y="122558"/>
                </a:lnTo>
                <a:lnTo>
                  <a:pt x="942680" y="122316"/>
                </a:lnTo>
                <a:lnTo>
                  <a:pt x="942935" y="122075"/>
                </a:lnTo>
                <a:lnTo>
                  <a:pt x="943202" y="121834"/>
                </a:lnTo>
                <a:lnTo>
                  <a:pt x="943482" y="121595"/>
                </a:lnTo>
                <a:lnTo>
                  <a:pt x="943772" y="121358"/>
                </a:lnTo>
                <a:lnTo>
                  <a:pt x="944072" y="121127"/>
                </a:lnTo>
                <a:lnTo>
                  <a:pt x="944381" y="120900"/>
                </a:lnTo>
                <a:lnTo>
                  <a:pt x="944701" y="120679"/>
                </a:lnTo>
                <a:lnTo>
                  <a:pt x="945031" y="120463"/>
                </a:lnTo>
                <a:lnTo>
                  <a:pt x="945370" y="120252"/>
                </a:lnTo>
                <a:lnTo>
                  <a:pt x="945720" y="120047"/>
                </a:lnTo>
                <a:lnTo>
                  <a:pt x="946079" y="119846"/>
                </a:lnTo>
                <a:lnTo>
                  <a:pt x="946448" y="119651"/>
                </a:lnTo>
                <a:lnTo>
                  <a:pt x="946828" y="119461"/>
                </a:lnTo>
                <a:lnTo>
                  <a:pt x="947217" y="119276"/>
                </a:lnTo>
                <a:lnTo>
                  <a:pt x="947616" y="119097"/>
                </a:lnTo>
                <a:lnTo>
                  <a:pt x="948024" y="118922"/>
                </a:lnTo>
                <a:lnTo>
                  <a:pt x="948443" y="118753"/>
                </a:lnTo>
                <a:lnTo>
                  <a:pt x="948872" y="118589"/>
                </a:lnTo>
                <a:lnTo>
                  <a:pt x="949310" y="118430"/>
                </a:lnTo>
                <a:lnTo>
                  <a:pt x="949759" y="118277"/>
                </a:lnTo>
                <a:lnTo>
                  <a:pt x="949878" y="118238"/>
                </a:lnTo>
                <a:lnTo>
                  <a:pt x="950201" y="118343"/>
                </a:lnTo>
                <a:lnTo>
                  <a:pt x="951093" y="118612"/>
                </a:lnTo>
                <a:lnTo>
                  <a:pt x="951999" y="118862"/>
                </a:lnTo>
                <a:lnTo>
                  <a:pt x="952918" y="119093"/>
                </a:lnTo>
                <a:lnTo>
                  <a:pt x="953852" y="119306"/>
                </a:lnTo>
                <a:lnTo>
                  <a:pt x="954799" y="119500"/>
                </a:lnTo>
                <a:lnTo>
                  <a:pt x="955761" y="119676"/>
                </a:lnTo>
                <a:lnTo>
                  <a:pt x="956736" y="119834"/>
                </a:lnTo>
                <a:lnTo>
                  <a:pt x="957725" y="119972"/>
                </a:lnTo>
                <a:lnTo>
                  <a:pt x="958727" y="120093"/>
                </a:lnTo>
                <a:lnTo>
                  <a:pt x="959744" y="120195"/>
                </a:lnTo>
                <a:lnTo>
                  <a:pt x="960775" y="120278"/>
                </a:lnTo>
                <a:lnTo>
                  <a:pt x="961819" y="120343"/>
                </a:lnTo>
                <a:lnTo>
                  <a:pt x="962877" y="120389"/>
                </a:lnTo>
                <a:lnTo>
                  <a:pt x="963949" y="120417"/>
                </a:lnTo>
                <a:lnTo>
                  <a:pt x="965035" y="120426"/>
                </a:lnTo>
                <a:lnTo>
                  <a:pt x="966158" y="120417"/>
                </a:lnTo>
                <a:lnTo>
                  <a:pt x="967265" y="120389"/>
                </a:lnTo>
                <a:lnTo>
                  <a:pt x="968356" y="120344"/>
                </a:lnTo>
                <a:lnTo>
                  <a:pt x="969430" y="120279"/>
                </a:lnTo>
                <a:lnTo>
                  <a:pt x="970489" y="120197"/>
                </a:lnTo>
                <a:lnTo>
                  <a:pt x="971532" y="120096"/>
                </a:lnTo>
                <a:lnTo>
                  <a:pt x="972559" y="119977"/>
                </a:lnTo>
                <a:lnTo>
                  <a:pt x="973569" y="119840"/>
                </a:lnTo>
                <a:lnTo>
                  <a:pt x="974564" y="119684"/>
                </a:lnTo>
                <a:lnTo>
                  <a:pt x="975542" y="119510"/>
                </a:lnTo>
                <a:lnTo>
                  <a:pt x="976505" y="119318"/>
                </a:lnTo>
                <a:lnTo>
                  <a:pt x="977451" y="119107"/>
                </a:lnTo>
                <a:lnTo>
                  <a:pt x="978382" y="118878"/>
                </a:lnTo>
                <a:lnTo>
                  <a:pt x="979296" y="118631"/>
                </a:lnTo>
                <a:lnTo>
                  <a:pt x="980194" y="118366"/>
                </a:lnTo>
                <a:lnTo>
                  <a:pt x="981077" y="118082"/>
                </a:lnTo>
                <a:lnTo>
                  <a:pt x="981943" y="117780"/>
                </a:lnTo>
                <a:lnTo>
                  <a:pt x="982793" y="117459"/>
                </a:lnTo>
                <a:lnTo>
                  <a:pt x="983628" y="117120"/>
                </a:lnTo>
                <a:lnTo>
                  <a:pt x="984446" y="116763"/>
                </a:lnTo>
                <a:lnTo>
                  <a:pt x="985248" y="116388"/>
                </a:lnTo>
                <a:lnTo>
                  <a:pt x="986034" y="115994"/>
                </a:lnTo>
                <a:lnTo>
                  <a:pt x="986804" y="115582"/>
                </a:lnTo>
                <a:lnTo>
                  <a:pt x="987558" y="115152"/>
                </a:lnTo>
                <a:lnTo>
                  <a:pt x="988296" y="114706"/>
                </a:lnTo>
                <a:lnTo>
                  <a:pt x="989020" y="114248"/>
                </a:lnTo>
                <a:lnTo>
                  <a:pt x="989727" y="113779"/>
                </a:lnTo>
                <a:lnTo>
                  <a:pt x="990420" y="113297"/>
                </a:lnTo>
                <a:lnTo>
                  <a:pt x="991098" y="112803"/>
                </a:lnTo>
                <a:lnTo>
                  <a:pt x="991760" y="112297"/>
                </a:lnTo>
                <a:lnTo>
                  <a:pt x="992407" y="111779"/>
                </a:lnTo>
                <a:lnTo>
                  <a:pt x="993038" y="111249"/>
                </a:lnTo>
                <a:lnTo>
                  <a:pt x="993655" y="110707"/>
                </a:lnTo>
                <a:lnTo>
                  <a:pt x="994256" y="110153"/>
                </a:lnTo>
                <a:lnTo>
                  <a:pt x="994842" y="109586"/>
                </a:lnTo>
                <a:lnTo>
                  <a:pt x="995413" y="109008"/>
                </a:lnTo>
                <a:lnTo>
                  <a:pt x="995968" y="108417"/>
                </a:lnTo>
                <a:lnTo>
                  <a:pt x="996508" y="107815"/>
                </a:lnTo>
                <a:lnTo>
                  <a:pt x="997033" y="107200"/>
                </a:lnTo>
                <a:lnTo>
                  <a:pt x="997543" y="106573"/>
                </a:lnTo>
                <a:lnTo>
                  <a:pt x="998037" y="105935"/>
                </a:lnTo>
                <a:lnTo>
                  <a:pt x="998517" y="105284"/>
                </a:lnTo>
                <a:lnTo>
                  <a:pt x="998981" y="104621"/>
                </a:lnTo>
                <a:lnTo>
                  <a:pt x="999429" y="103946"/>
                </a:lnTo>
                <a:lnTo>
                  <a:pt x="999863" y="103259"/>
                </a:lnTo>
                <a:lnTo>
                  <a:pt x="1000281" y="102559"/>
                </a:lnTo>
                <a:lnTo>
                  <a:pt x="1000684" y="101848"/>
                </a:lnTo>
                <a:lnTo>
                  <a:pt x="1001072" y="101125"/>
                </a:lnTo>
                <a:lnTo>
                  <a:pt x="1001444" y="100392"/>
                </a:lnTo>
                <a:lnTo>
                  <a:pt x="1001800" y="99654"/>
                </a:lnTo>
                <a:lnTo>
                  <a:pt x="1002141" y="98910"/>
                </a:lnTo>
                <a:lnTo>
                  <a:pt x="1002466" y="98161"/>
                </a:lnTo>
                <a:lnTo>
                  <a:pt x="1002774" y="97405"/>
                </a:lnTo>
                <a:lnTo>
                  <a:pt x="1003067" y="96644"/>
                </a:lnTo>
                <a:lnTo>
                  <a:pt x="1003345" y="95876"/>
                </a:lnTo>
                <a:lnTo>
                  <a:pt x="1003606" y="95103"/>
                </a:lnTo>
                <a:lnTo>
                  <a:pt x="1003851" y="94324"/>
                </a:lnTo>
                <a:lnTo>
                  <a:pt x="1004081" y="93540"/>
                </a:lnTo>
                <a:lnTo>
                  <a:pt x="1004295" y="92749"/>
                </a:lnTo>
                <a:lnTo>
                  <a:pt x="1004493" y="91953"/>
                </a:lnTo>
                <a:lnTo>
                  <a:pt x="1004675" y="91150"/>
                </a:lnTo>
                <a:lnTo>
                  <a:pt x="1004841" y="90342"/>
                </a:lnTo>
                <a:lnTo>
                  <a:pt x="1004992" y="89528"/>
                </a:lnTo>
                <a:lnTo>
                  <a:pt x="1005126" y="88709"/>
                </a:lnTo>
                <a:lnTo>
                  <a:pt x="1005245" y="87883"/>
                </a:lnTo>
                <a:lnTo>
                  <a:pt x="1005348" y="87052"/>
                </a:lnTo>
                <a:lnTo>
                  <a:pt x="1005435" y="86215"/>
                </a:lnTo>
                <a:lnTo>
                  <a:pt x="1005507" y="85372"/>
                </a:lnTo>
                <a:lnTo>
                  <a:pt x="1005562" y="84523"/>
                </a:lnTo>
                <a:lnTo>
                  <a:pt x="1005602" y="83668"/>
                </a:lnTo>
                <a:lnTo>
                  <a:pt x="1005625" y="82807"/>
                </a:lnTo>
                <a:lnTo>
                  <a:pt x="1005633" y="81941"/>
                </a:lnTo>
                <a:lnTo>
                  <a:pt x="1005626" y="81046"/>
                </a:lnTo>
                <a:lnTo>
                  <a:pt x="1005602" y="80158"/>
                </a:lnTo>
                <a:lnTo>
                  <a:pt x="1005563" y="79277"/>
                </a:lnTo>
                <a:lnTo>
                  <a:pt x="1005508" y="78402"/>
                </a:lnTo>
                <a:lnTo>
                  <a:pt x="1005438" y="77535"/>
                </a:lnTo>
                <a:lnTo>
                  <a:pt x="1005352" y="76674"/>
                </a:lnTo>
                <a:lnTo>
                  <a:pt x="1005250" y="75820"/>
                </a:lnTo>
                <a:lnTo>
                  <a:pt x="1005133" y="74973"/>
                </a:lnTo>
                <a:lnTo>
                  <a:pt x="1005000" y="74133"/>
                </a:lnTo>
                <a:lnTo>
                  <a:pt x="1004851" y="73300"/>
                </a:lnTo>
                <a:lnTo>
                  <a:pt x="1004687" y="72473"/>
                </a:lnTo>
                <a:lnTo>
                  <a:pt x="1004507" y="71654"/>
                </a:lnTo>
                <a:lnTo>
                  <a:pt x="1004312" y="70841"/>
                </a:lnTo>
                <a:lnTo>
                  <a:pt x="1004101" y="70035"/>
                </a:lnTo>
                <a:lnTo>
                  <a:pt x="1003874" y="69236"/>
                </a:lnTo>
                <a:lnTo>
                  <a:pt x="1003631" y="68443"/>
                </a:lnTo>
                <a:lnTo>
                  <a:pt x="1003373" y="67658"/>
                </a:lnTo>
                <a:lnTo>
                  <a:pt x="1003099" y="66879"/>
                </a:lnTo>
                <a:lnTo>
                  <a:pt x="1002810" y="66107"/>
                </a:lnTo>
                <a:lnTo>
                  <a:pt x="1002505" y="65343"/>
                </a:lnTo>
                <a:lnTo>
                  <a:pt x="1002185" y="64584"/>
                </a:lnTo>
                <a:lnTo>
                  <a:pt x="1001848" y="63833"/>
                </a:lnTo>
                <a:lnTo>
                  <a:pt x="1001496" y="63089"/>
                </a:lnTo>
                <a:lnTo>
                  <a:pt x="1001129" y="62351"/>
                </a:lnTo>
                <a:lnTo>
                  <a:pt x="1000746" y="61623"/>
                </a:lnTo>
                <a:lnTo>
                  <a:pt x="1000347" y="60907"/>
                </a:lnTo>
                <a:lnTo>
                  <a:pt x="999933" y="60204"/>
                </a:lnTo>
                <a:lnTo>
                  <a:pt x="999504" y="59514"/>
                </a:lnTo>
                <a:lnTo>
                  <a:pt x="999059" y="58835"/>
                </a:lnTo>
                <a:lnTo>
                  <a:pt x="998598" y="58170"/>
                </a:lnTo>
                <a:lnTo>
                  <a:pt x="998123" y="57516"/>
                </a:lnTo>
                <a:lnTo>
                  <a:pt x="997632" y="56876"/>
                </a:lnTo>
                <a:lnTo>
                  <a:pt x="997125" y="56248"/>
                </a:lnTo>
                <a:lnTo>
                  <a:pt x="996603" y="55632"/>
                </a:lnTo>
                <a:lnTo>
                  <a:pt x="996065" y="55029"/>
                </a:lnTo>
                <a:lnTo>
                  <a:pt x="995512" y="54438"/>
                </a:lnTo>
                <a:lnTo>
                  <a:pt x="994944" y="53860"/>
                </a:lnTo>
                <a:lnTo>
                  <a:pt x="994429" y="53361"/>
                </a:lnTo>
                <a:lnTo>
                  <a:pt x="994518" y="53242"/>
                </a:lnTo>
                <a:lnTo>
                  <a:pt x="994894" y="52769"/>
                </a:lnTo>
                <a:lnTo>
                  <a:pt x="995277" y="52312"/>
                </a:lnTo>
                <a:lnTo>
                  <a:pt x="995668" y="51873"/>
                </a:lnTo>
                <a:lnTo>
                  <a:pt x="996067" y="51451"/>
                </a:lnTo>
                <a:lnTo>
                  <a:pt x="996473" y="51046"/>
                </a:lnTo>
                <a:lnTo>
                  <a:pt x="996886" y="50659"/>
                </a:lnTo>
                <a:close/>
                <a:moveTo>
                  <a:pt x="960078" y="106884"/>
                </a:moveTo>
                <a:lnTo>
                  <a:pt x="959384" y="106718"/>
                </a:lnTo>
                <a:lnTo>
                  <a:pt x="958697" y="106530"/>
                </a:lnTo>
                <a:lnTo>
                  <a:pt x="958018" y="106320"/>
                </a:lnTo>
                <a:lnTo>
                  <a:pt x="957346" y="106088"/>
                </a:lnTo>
                <a:lnTo>
                  <a:pt x="956682" y="105833"/>
                </a:lnTo>
                <a:lnTo>
                  <a:pt x="956025" y="105557"/>
                </a:lnTo>
                <a:lnTo>
                  <a:pt x="955376" y="105258"/>
                </a:lnTo>
                <a:lnTo>
                  <a:pt x="954734" y="104938"/>
                </a:lnTo>
                <a:lnTo>
                  <a:pt x="954100" y="104595"/>
                </a:lnTo>
                <a:lnTo>
                  <a:pt x="953473" y="104230"/>
                </a:lnTo>
                <a:lnTo>
                  <a:pt x="952854" y="103843"/>
                </a:lnTo>
                <a:lnTo>
                  <a:pt x="952243" y="103434"/>
                </a:lnTo>
                <a:lnTo>
                  <a:pt x="951639" y="103003"/>
                </a:lnTo>
                <a:lnTo>
                  <a:pt x="951042" y="102550"/>
                </a:lnTo>
                <a:lnTo>
                  <a:pt x="950453" y="102074"/>
                </a:lnTo>
                <a:lnTo>
                  <a:pt x="949872" y="101577"/>
                </a:lnTo>
                <a:lnTo>
                  <a:pt x="949298" y="101057"/>
                </a:lnTo>
                <a:lnTo>
                  <a:pt x="948739" y="100515"/>
                </a:lnTo>
                <a:lnTo>
                  <a:pt x="948205" y="99950"/>
                </a:lnTo>
                <a:lnTo>
                  <a:pt x="947694" y="99363"/>
                </a:lnTo>
                <a:lnTo>
                  <a:pt x="947207" y="98753"/>
                </a:lnTo>
                <a:lnTo>
                  <a:pt x="946744" y="98121"/>
                </a:lnTo>
                <a:lnTo>
                  <a:pt x="946304" y="97466"/>
                </a:lnTo>
                <a:lnTo>
                  <a:pt x="945888" y="96788"/>
                </a:lnTo>
                <a:lnTo>
                  <a:pt x="945496" y="96088"/>
                </a:lnTo>
                <a:lnTo>
                  <a:pt x="945128" y="95366"/>
                </a:lnTo>
                <a:lnTo>
                  <a:pt x="944784" y="94621"/>
                </a:lnTo>
                <a:lnTo>
                  <a:pt x="944463" y="93854"/>
                </a:lnTo>
                <a:lnTo>
                  <a:pt x="944166" y="93064"/>
                </a:lnTo>
                <a:lnTo>
                  <a:pt x="943893" y="92251"/>
                </a:lnTo>
                <a:lnTo>
                  <a:pt x="943643" y="91416"/>
                </a:lnTo>
                <a:lnTo>
                  <a:pt x="943417" y="90558"/>
                </a:lnTo>
                <a:lnTo>
                  <a:pt x="943216" y="89678"/>
                </a:lnTo>
                <a:lnTo>
                  <a:pt x="943037" y="88776"/>
                </a:lnTo>
                <a:lnTo>
                  <a:pt x="942883" y="87851"/>
                </a:lnTo>
                <a:lnTo>
                  <a:pt x="942752" y="86903"/>
                </a:lnTo>
                <a:lnTo>
                  <a:pt x="942645" y="85933"/>
                </a:lnTo>
                <a:lnTo>
                  <a:pt x="942562" y="84940"/>
                </a:lnTo>
                <a:lnTo>
                  <a:pt x="942503" y="83925"/>
                </a:lnTo>
                <a:lnTo>
                  <a:pt x="942467" y="82887"/>
                </a:lnTo>
                <a:lnTo>
                  <a:pt x="942455" y="81827"/>
                </a:lnTo>
                <a:lnTo>
                  <a:pt x="942466" y="80776"/>
                </a:lnTo>
                <a:lnTo>
                  <a:pt x="942500" y="79747"/>
                </a:lnTo>
                <a:lnTo>
                  <a:pt x="942555" y="78739"/>
                </a:lnTo>
                <a:lnTo>
                  <a:pt x="942633" y="77752"/>
                </a:lnTo>
                <a:lnTo>
                  <a:pt x="942732" y="76787"/>
                </a:lnTo>
                <a:lnTo>
                  <a:pt x="942854" y="75844"/>
                </a:lnTo>
                <a:lnTo>
                  <a:pt x="942999" y="74922"/>
                </a:lnTo>
                <a:lnTo>
                  <a:pt x="943165" y="74022"/>
                </a:lnTo>
                <a:lnTo>
                  <a:pt x="943353" y="73143"/>
                </a:lnTo>
                <a:lnTo>
                  <a:pt x="943564" y="72285"/>
                </a:lnTo>
                <a:lnTo>
                  <a:pt x="943797" y="71450"/>
                </a:lnTo>
                <a:lnTo>
                  <a:pt x="944052" y="70635"/>
                </a:lnTo>
                <a:lnTo>
                  <a:pt x="944329" y="69842"/>
                </a:lnTo>
                <a:lnTo>
                  <a:pt x="944628" y="69071"/>
                </a:lnTo>
                <a:lnTo>
                  <a:pt x="944950" y="68321"/>
                </a:lnTo>
                <a:lnTo>
                  <a:pt x="945294" y="67593"/>
                </a:lnTo>
                <a:lnTo>
                  <a:pt x="945659" y="66886"/>
                </a:lnTo>
                <a:lnTo>
                  <a:pt x="946048" y="66201"/>
                </a:lnTo>
                <a:lnTo>
                  <a:pt x="946458" y="65537"/>
                </a:lnTo>
                <a:lnTo>
                  <a:pt x="946890" y="64894"/>
                </a:lnTo>
                <a:lnTo>
                  <a:pt x="947345" y="64274"/>
                </a:lnTo>
                <a:lnTo>
                  <a:pt x="947821" y="63674"/>
                </a:lnTo>
                <a:lnTo>
                  <a:pt x="948320" y="63096"/>
                </a:lnTo>
                <a:lnTo>
                  <a:pt x="948842" y="62540"/>
                </a:lnTo>
                <a:lnTo>
                  <a:pt x="949380" y="62006"/>
                </a:lnTo>
                <a:lnTo>
                  <a:pt x="949932" y="61494"/>
                </a:lnTo>
                <a:lnTo>
                  <a:pt x="950497" y="61006"/>
                </a:lnTo>
                <a:lnTo>
                  <a:pt x="951075" y="60540"/>
                </a:lnTo>
                <a:lnTo>
                  <a:pt x="951666" y="60097"/>
                </a:lnTo>
                <a:lnTo>
                  <a:pt x="952270" y="59676"/>
                </a:lnTo>
                <a:lnTo>
                  <a:pt x="952887" y="59278"/>
                </a:lnTo>
                <a:lnTo>
                  <a:pt x="953517" y="58903"/>
                </a:lnTo>
                <a:lnTo>
                  <a:pt x="954160" y="58551"/>
                </a:lnTo>
                <a:lnTo>
                  <a:pt x="954817" y="58221"/>
                </a:lnTo>
                <a:lnTo>
                  <a:pt x="955486" y="57914"/>
                </a:lnTo>
                <a:lnTo>
                  <a:pt x="956169" y="57630"/>
                </a:lnTo>
                <a:lnTo>
                  <a:pt x="956864" y="57369"/>
                </a:lnTo>
                <a:lnTo>
                  <a:pt x="957573" y="57130"/>
                </a:lnTo>
                <a:lnTo>
                  <a:pt x="958294" y="56914"/>
                </a:lnTo>
                <a:lnTo>
                  <a:pt x="959029" y="56721"/>
                </a:lnTo>
                <a:lnTo>
                  <a:pt x="959777" y="56550"/>
                </a:lnTo>
                <a:lnTo>
                  <a:pt x="960538" y="56403"/>
                </a:lnTo>
                <a:lnTo>
                  <a:pt x="961312" y="56278"/>
                </a:lnTo>
                <a:lnTo>
                  <a:pt x="962099" y="56175"/>
                </a:lnTo>
                <a:lnTo>
                  <a:pt x="962899" y="56096"/>
                </a:lnTo>
                <a:lnTo>
                  <a:pt x="963712" y="56039"/>
                </a:lnTo>
                <a:lnTo>
                  <a:pt x="964538" y="56005"/>
                </a:lnTo>
                <a:lnTo>
                  <a:pt x="965377" y="55994"/>
                </a:lnTo>
                <a:lnTo>
                  <a:pt x="966216" y="56005"/>
                </a:lnTo>
                <a:lnTo>
                  <a:pt x="967041" y="56038"/>
                </a:lnTo>
                <a:lnTo>
                  <a:pt x="967851" y="56093"/>
                </a:lnTo>
                <a:lnTo>
                  <a:pt x="968648" y="56171"/>
                </a:lnTo>
                <a:lnTo>
                  <a:pt x="969431" y="56270"/>
                </a:lnTo>
                <a:lnTo>
                  <a:pt x="970199" y="56392"/>
                </a:lnTo>
                <a:lnTo>
                  <a:pt x="970953" y="56536"/>
                </a:lnTo>
                <a:lnTo>
                  <a:pt x="971694" y="56702"/>
                </a:lnTo>
                <a:lnTo>
                  <a:pt x="972420" y="56890"/>
                </a:lnTo>
                <a:lnTo>
                  <a:pt x="973132" y="57100"/>
                </a:lnTo>
                <a:lnTo>
                  <a:pt x="973831" y="57332"/>
                </a:lnTo>
                <a:lnTo>
                  <a:pt x="974515" y="57587"/>
                </a:lnTo>
                <a:lnTo>
                  <a:pt x="975185" y="57863"/>
                </a:lnTo>
                <a:lnTo>
                  <a:pt x="975841" y="58162"/>
                </a:lnTo>
                <a:lnTo>
                  <a:pt x="976483" y="58483"/>
                </a:lnTo>
                <a:lnTo>
                  <a:pt x="977111" y="58826"/>
                </a:lnTo>
                <a:lnTo>
                  <a:pt x="977725" y="59191"/>
                </a:lnTo>
                <a:lnTo>
                  <a:pt x="978324" y="59578"/>
                </a:lnTo>
                <a:lnTo>
                  <a:pt x="978910" y="59987"/>
                </a:lnTo>
                <a:lnTo>
                  <a:pt x="979482" y="60419"/>
                </a:lnTo>
                <a:lnTo>
                  <a:pt x="980039" y="60872"/>
                </a:lnTo>
                <a:lnTo>
                  <a:pt x="980583" y="61348"/>
                </a:lnTo>
                <a:lnTo>
                  <a:pt x="981112" y="61846"/>
                </a:lnTo>
                <a:lnTo>
                  <a:pt x="981628" y="62365"/>
                </a:lnTo>
                <a:lnTo>
                  <a:pt x="982126" y="62908"/>
                </a:lnTo>
                <a:lnTo>
                  <a:pt x="982602" y="63474"/>
                </a:lnTo>
                <a:lnTo>
                  <a:pt x="983058" y="64065"/>
                </a:lnTo>
                <a:lnTo>
                  <a:pt x="983492" y="64678"/>
                </a:lnTo>
                <a:lnTo>
                  <a:pt x="983905" y="65316"/>
                </a:lnTo>
                <a:lnTo>
                  <a:pt x="984297" y="65977"/>
                </a:lnTo>
                <a:lnTo>
                  <a:pt x="984668" y="66662"/>
                </a:lnTo>
                <a:lnTo>
                  <a:pt x="985017" y="67371"/>
                </a:lnTo>
                <a:lnTo>
                  <a:pt x="985346" y="68104"/>
                </a:lnTo>
                <a:lnTo>
                  <a:pt x="985653" y="68860"/>
                </a:lnTo>
                <a:lnTo>
                  <a:pt x="985939" y="69641"/>
                </a:lnTo>
                <a:lnTo>
                  <a:pt x="986204" y="70445"/>
                </a:lnTo>
                <a:lnTo>
                  <a:pt x="986447" y="71272"/>
                </a:lnTo>
                <a:lnTo>
                  <a:pt x="986670" y="72124"/>
                </a:lnTo>
                <a:lnTo>
                  <a:pt x="986871" y="72999"/>
                </a:lnTo>
                <a:lnTo>
                  <a:pt x="987051" y="73898"/>
                </a:lnTo>
                <a:lnTo>
                  <a:pt x="987210" y="74820"/>
                </a:lnTo>
                <a:lnTo>
                  <a:pt x="987348" y="75767"/>
                </a:lnTo>
                <a:lnTo>
                  <a:pt x="987464" y="76737"/>
                </a:lnTo>
                <a:lnTo>
                  <a:pt x="987560" y="77731"/>
                </a:lnTo>
                <a:lnTo>
                  <a:pt x="987634" y="78749"/>
                </a:lnTo>
                <a:lnTo>
                  <a:pt x="987687" y="79790"/>
                </a:lnTo>
                <a:lnTo>
                  <a:pt x="987718" y="80856"/>
                </a:lnTo>
                <a:lnTo>
                  <a:pt x="987729" y="81945"/>
                </a:lnTo>
                <a:lnTo>
                  <a:pt x="987718" y="82986"/>
                </a:lnTo>
                <a:lnTo>
                  <a:pt x="987686" y="84005"/>
                </a:lnTo>
                <a:lnTo>
                  <a:pt x="987631" y="85004"/>
                </a:lnTo>
                <a:lnTo>
                  <a:pt x="987555" y="85980"/>
                </a:lnTo>
                <a:lnTo>
                  <a:pt x="987457" y="86935"/>
                </a:lnTo>
                <a:lnTo>
                  <a:pt x="987337" y="87869"/>
                </a:lnTo>
                <a:lnTo>
                  <a:pt x="987196" y="88781"/>
                </a:lnTo>
                <a:lnTo>
                  <a:pt x="987032" y="89672"/>
                </a:lnTo>
                <a:lnTo>
                  <a:pt x="986847" y="90541"/>
                </a:lnTo>
                <a:lnTo>
                  <a:pt x="986640" y="91388"/>
                </a:lnTo>
                <a:lnTo>
                  <a:pt x="986411" y="92214"/>
                </a:lnTo>
                <a:lnTo>
                  <a:pt x="986161" y="93019"/>
                </a:lnTo>
                <a:lnTo>
                  <a:pt x="985889" y="93802"/>
                </a:lnTo>
                <a:lnTo>
                  <a:pt x="985595" y="94564"/>
                </a:lnTo>
                <a:lnTo>
                  <a:pt x="985279" y="95304"/>
                </a:lnTo>
                <a:lnTo>
                  <a:pt x="984941" y="96022"/>
                </a:lnTo>
                <a:lnTo>
                  <a:pt x="984582" y="96719"/>
                </a:lnTo>
                <a:lnTo>
                  <a:pt x="984201" y="97395"/>
                </a:lnTo>
                <a:lnTo>
                  <a:pt x="983798" y="98049"/>
                </a:lnTo>
                <a:lnTo>
                  <a:pt x="983373" y="98681"/>
                </a:lnTo>
                <a:lnTo>
                  <a:pt x="982927" y="99292"/>
                </a:lnTo>
                <a:lnTo>
                  <a:pt x="982459" y="99882"/>
                </a:lnTo>
                <a:lnTo>
                  <a:pt x="981969" y="100450"/>
                </a:lnTo>
                <a:lnTo>
                  <a:pt x="981457" y="100996"/>
                </a:lnTo>
                <a:lnTo>
                  <a:pt x="980928" y="101521"/>
                </a:lnTo>
                <a:lnTo>
                  <a:pt x="980385" y="102023"/>
                </a:lnTo>
                <a:lnTo>
                  <a:pt x="979830" y="102503"/>
                </a:lnTo>
                <a:lnTo>
                  <a:pt x="979262" y="102961"/>
                </a:lnTo>
                <a:lnTo>
                  <a:pt x="978680" y="103396"/>
                </a:lnTo>
                <a:lnTo>
                  <a:pt x="978086" y="103809"/>
                </a:lnTo>
                <a:lnTo>
                  <a:pt x="977478" y="104200"/>
                </a:lnTo>
                <a:lnTo>
                  <a:pt x="976857" y="104568"/>
                </a:lnTo>
                <a:lnTo>
                  <a:pt x="976224" y="104914"/>
                </a:lnTo>
                <a:lnTo>
                  <a:pt x="975577" y="105238"/>
                </a:lnTo>
                <a:lnTo>
                  <a:pt x="974917" y="105539"/>
                </a:lnTo>
                <a:lnTo>
                  <a:pt x="974244" y="105818"/>
                </a:lnTo>
                <a:lnTo>
                  <a:pt x="973558" y="106075"/>
                </a:lnTo>
                <a:lnTo>
                  <a:pt x="972859" y="106309"/>
                </a:lnTo>
                <a:lnTo>
                  <a:pt x="972147" y="106521"/>
                </a:lnTo>
                <a:lnTo>
                  <a:pt x="971421" y="106711"/>
                </a:lnTo>
                <a:lnTo>
                  <a:pt x="970683" y="106879"/>
                </a:lnTo>
                <a:lnTo>
                  <a:pt x="969932" y="107024"/>
                </a:lnTo>
                <a:lnTo>
                  <a:pt x="969167" y="107146"/>
                </a:lnTo>
                <a:lnTo>
                  <a:pt x="968390" y="107247"/>
                </a:lnTo>
                <a:lnTo>
                  <a:pt x="967599" y="107325"/>
                </a:lnTo>
                <a:lnTo>
                  <a:pt x="966796" y="107381"/>
                </a:lnTo>
                <a:lnTo>
                  <a:pt x="965979" y="107414"/>
                </a:lnTo>
                <a:lnTo>
                  <a:pt x="965149" y="107425"/>
                </a:lnTo>
                <a:lnTo>
                  <a:pt x="964402" y="107414"/>
                </a:lnTo>
                <a:lnTo>
                  <a:pt x="963663" y="107381"/>
                </a:lnTo>
                <a:lnTo>
                  <a:pt x="962931" y="107326"/>
                </a:lnTo>
                <a:lnTo>
                  <a:pt x="962206" y="107249"/>
                </a:lnTo>
                <a:lnTo>
                  <a:pt x="961489" y="107149"/>
                </a:lnTo>
                <a:lnTo>
                  <a:pt x="960780" y="107027"/>
                </a:lnTo>
                <a:lnTo>
                  <a:pt x="960078" y="106884"/>
                </a:lnTo>
                <a:close/>
                <a:moveTo>
                  <a:pt x="957543" y="186341"/>
                </a:moveTo>
                <a:lnTo>
                  <a:pt x="956482" y="186202"/>
                </a:lnTo>
                <a:lnTo>
                  <a:pt x="955452" y="186043"/>
                </a:lnTo>
                <a:lnTo>
                  <a:pt x="954453" y="185867"/>
                </a:lnTo>
                <a:lnTo>
                  <a:pt x="953485" y="185671"/>
                </a:lnTo>
                <a:lnTo>
                  <a:pt x="952548" y="185457"/>
                </a:lnTo>
                <a:lnTo>
                  <a:pt x="951641" y="185225"/>
                </a:lnTo>
                <a:lnTo>
                  <a:pt x="950766" y="184973"/>
                </a:lnTo>
                <a:lnTo>
                  <a:pt x="949921" y="184703"/>
                </a:lnTo>
                <a:lnTo>
                  <a:pt x="949108" y="184415"/>
                </a:lnTo>
                <a:lnTo>
                  <a:pt x="948325" y="184108"/>
                </a:lnTo>
                <a:lnTo>
                  <a:pt x="947573" y="183782"/>
                </a:lnTo>
                <a:lnTo>
                  <a:pt x="946852" y="183438"/>
                </a:lnTo>
                <a:lnTo>
                  <a:pt x="946162" y="183075"/>
                </a:lnTo>
                <a:lnTo>
                  <a:pt x="945502" y="182693"/>
                </a:lnTo>
                <a:lnTo>
                  <a:pt x="944874" y="182293"/>
                </a:lnTo>
                <a:lnTo>
                  <a:pt x="944276" y="181875"/>
                </a:lnTo>
                <a:lnTo>
                  <a:pt x="943710" y="181437"/>
                </a:lnTo>
                <a:lnTo>
                  <a:pt x="943170" y="180988"/>
                </a:lnTo>
                <a:lnTo>
                  <a:pt x="942653" y="180532"/>
                </a:lnTo>
                <a:lnTo>
                  <a:pt x="942159" y="180071"/>
                </a:lnTo>
                <a:lnTo>
                  <a:pt x="941689" y="179603"/>
                </a:lnTo>
                <a:lnTo>
                  <a:pt x="941241" y="179130"/>
                </a:lnTo>
                <a:lnTo>
                  <a:pt x="940816" y="178651"/>
                </a:lnTo>
                <a:lnTo>
                  <a:pt x="940414" y="178165"/>
                </a:lnTo>
                <a:lnTo>
                  <a:pt x="940035" y="177674"/>
                </a:lnTo>
                <a:lnTo>
                  <a:pt x="939679" y="177177"/>
                </a:lnTo>
                <a:lnTo>
                  <a:pt x="939346" y="176674"/>
                </a:lnTo>
                <a:lnTo>
                  <a:pt x="939036" y="176165"/>
                </a:lnTo>
                <a:lnTo>
                  <a:pt x="938749" y="175651"/>
                </a:lnTo>
                <a:lnTo>
                  <a:pt x="938485" y="175130"/>
                </a:lnTo>
                <a:lnTo>
                  <a:pt x="938244" y="174603"/>
                </a:lnTo>
                <a:lnTo>
                  <a:pt x="938026" y="174071"/>
                </a:lnTo>
                <a:lnTo>
                  <a:pt x="937830" y="173532"/>
                </a:lnTo>
                <a:lnTo>
                  <a:pt x="937658" y="172988"/>
                </a:lnTo>
                <a:lnTo>
                  <a:pt x="937509" y="172437"/>
                </a:lnTo>
                <a:lnTo>
                  <a:pt x="937382" y="171881"/>
                </a:lnTo>
                <a:lnTo>
                  <a:pt x="937279" y="171319"/>
                </a:lnTo>
                <a:lnTo>
                  <a:pt x="937199" y="170751"/>
                </a:lnTo>
                <a:lnTo>
                  <a:pt x="937141" y="170176"/>
                </a:lnTo>
                <a:lnTo>
                  <a:pt x="937107" y="169596"/>
                </a:lnTo>
                <a:lnTo>
                  <a:pt x="937095" y="169011"/>
                </a:lnTo>
                <a:lnTo>
                  <a:pt x="937102" y="168483"/>
                </a:lnTo>
                <a:lnTo>
                  <a:pt x="937124" y="167961"/>
                </a:lnTo>
                <a:lnTo>
                  <a:pt x="937159" y="167444"/>
                </a:lnTo>
                <a:lnTo>
                  <a:pt x="937208" y="166933"/>
                </a:lnTo>
                <a:lnTo>
                  <a:pt x="937271" y="166426"/>
                </a:lnTo>
                <a:lnTo>
                  <a:pt x="937348" y="165926"/>
                </a:lnTo>
                <a:lnTo>
                  <a:pt x="937440" y="165430"/>
                </a:lnTo>
                <a:lnTo>
                  <a:pt x="937545" y="164940"/>
                </a:lnTo>
                <a:lnTo>
                  <a:pt x="937665" y="164455"/>
                </a:lnTo>
                <a:lnTo>
                  <a:pt x="937798" y="163975"/>
                </a:lnTo>
                <a:lnTo>
                  <a:pt x="937946" y="163501"/>
                </a:lnTo>
                <a:lnTo>
                  <a:pt x="938108" y="163032"/>
                </a:lnTo>
                <a:lnTo>
                  <a:pt x="938283" y="162569"/>
                </a:lnTo>
                <a:lnTo>
                  <a:pt x="938473" y="162110"/>
                </a:lnTo>
                <a:lnTo>
                  <a:pt x="938677" y="161658"/>
                </a:lnTo>
                <a:lnTo>
                  <a:pt x="938895" y="161210"/>
                </a:lnTo>
                <a:lnTo>
                  <a:pt x="939127" y="160768"/>
                </a:lnTo>
                <a:lnTo>
                  <a:pt x="939373" y="160331"/>
                </a:lnTo>
                <a:lnTo>
                  <a:pt x="939633" y="159899"/>
                </a:lnTo>
                <a:lnTo>
                  <a:pt x="939907" y="159473"/>
                </a:lnTo>
                <a:lnTo>
                  <a:pt x="940195" y="159052"/>
                </a:lnTo>
                <a:lnTo>
                  <a:pt x="940497" y="158636"/>
                </a:lnTo>
                <a:lnTo>
                  <a:pt x="940813" y="158225"/>
                </a:lnTo>
                <a:lnTo>
                  <a:pt x="941144" y="157820"/>
                </a:lnTo>
                <a:lnTo>
                  <a:pt x="941488" y="157423"/>
                </a:lnTo>
                <a:lnTo>
                  <a:pt x="941845" y="157035"/>
                </a:lnTo>
                <a:lnTo>
                  <a:pt x="942216" y="156657"/>
                </a:lnTo>
                <a:lnTo>
                  <a:pt x="942599" y="156289"/>
                </a:lnTo>
                <a:lnTo>
                  <a:pt x="942996" y="155931"/>
                </a:lnTo>
                <a:lnTo>
                  <a:pt x="943407" y="155583"/>
                </a:lnTo>
                <a:lnTo>
                  <a:pt x="943830" y="155244"/>
                </a:lnTo>
                <a:lnTo>
                  <a:pt x="944267" y="154915"/>
                </a:lnTo>
                <a:lnTo>
                  <a:pt x="944717" y="154596"/>
                </a:lnTo>
                <a:lnTo>
                  <a:pt x="945181" y="154287"/>
                </a:lnTo>
                <a:lnTo>
                  <a:pt x="945657" y="153988"/>
                </a:lnTo>
                <a:lnTo>
                  <a:pt x="946147" y="153698"/>
                </a:lnTo>
                <a:lnTo>
                  <a:pt x="946651" y="153418"/>
                </a:lnTo>
                <a:lnTo>
                  <a:pt x="947167" y="153148"/>
                </a:lnTo>
                <a:lnTo>
                  <a:pt x="947697" y="152888"/>
                </a:lnTo>
                <a:lnTo>
                  <a:pt x="948240" y="152638"/>
                </a:lnTo>
                <a:lnTo>
                  <a:pt x="948796" y="152397"/>
                </a:lnTo>
                <a:lnTo>
                  <a:pt x="949365" y="152167"/>
                </a:lnTo>
                <a:lnTo>
                  <a:pt x="949948" y="151946"/>
                </a:lnTo>
                <a:lnTo>
                  <a:pt x="950544" y="151735"/>
                </a:lnTo>
                <a:lnTo>
                  <a:pt x="951153" y="151534"/>
                </a:lnTo>
                <a:lnTo>
                  <a:pt x="951776" y="151342"/>
                </a:lnTo>
                <a:lnTo>
                  <a:pt x="952412" y="151160"/>
                </a:lnTo>
                <a:lnTo>
                  <a:pt x="953061" y="150989"/>
                </a:lnTo>
                <a:lnTo>
                  <a:pt x="968456" y="150989"/>
                </a:lnTo>
                <a:lnTo>
                  <a:pt x="969473" y="150992"/>
                </a:lnTo>
                <a:lnTo>
                  <a:pt x="970469" y="151003"/>
                </a:lnTo>
                <a:lnTo>
                  <a:pt x="971446" y="151020"/>
                </a:lnTo>
                <a:lnTo>
                  <a:pt x="972403" y="151044"/>
                </a:lnTo>
                <a:lnTo>
                  <a:pt x="973341" y="151076"/>
                </a:lnTo>
                <a:lnTo>
                  <a:pt x="974258" y="151114"/>
                </a:lnTo>
                <a:lnTo>
                  <a:pt x="975156" y="151159"/>
                </a:lnTo>
                <a:lnTo>
                  <a:pt x="976034" y="151211"/>
                </a:lnTo>
                <a:lnTo>
                  <a:pt x="976892" y="151270"/>
                </a:lnTo>
                <a:lnTo>
                  <a:pt x="977730" y="151336"/>
                </a:lnTo>
                <a:lnTo>
                  <a:pt x="978548" y="151409"/>
                </a:lnTo>
                <a:lnTo>
                  <a:pt x="979347" y="151489"/>
                </a:lnTo>
                <a:lnTo>
                  <a:pt x="980126" y="151576"/>
                </a:lnTo>
                <a:lnTo>
                  <a:pt x="980885" y="151670"/>
                </a:lnTo>
                <a:lnTo>
                  <a:pt x="981624" y="151771"/>
                </a:lnTo>
                <a:lnTo>
                  <a:pt x="982344" y="151879"/>
                </a:lnTo>
                <a:lnTo>
                  <a:pt x="983044" y="151994"/>
                </a:lnTo>
                <a:lnTo>
                  <a:pt x="983723" y="152115"/>
                </a:lnTo>
                <a:lnTo>
                  <a:pt x="984384" y="152244"/>
                </a:lnTo>
                <a:lnTo>
                  <a:pt x="985024" y="152380"/>
                </a:lnTo>
                <a:lnTo>
                  <a:pt x="985644" y="152522"/>
                </a:lnTo>
                <a:lnTo>
                  <a:pt x="986245" y="152672"/>
                </a:lnTo>
                <a:lnTo>
                  <a:pt x="986826" y="152828"/>
                </a:lnTo>
                <a:lnTo>
                  <a:pt x="987387" y="152991"/>
                </a:lnTo>
                <a:lnTo>
                  <a:pt x="987931" y="153161"/>
                </a:lnTo>
                <a:lnTo>
                  <a:pt x="988461" y="153336"/>
                </a:lnTo>
                <a:lnTo>
                  <a:pt x="988976" y="153517"/>
                </a:lnTo>
                <a:lnTo>
                  <a:pt x="989478" y="153703"/>
                </a:lnTo>
                <a:lnTo>
                  <a:pt x="989965" y="153895"/>
                </a:lnTo>
                <a:lnTo>
                  <a:pt x="990438" y="154092"/>
                </a:lnTo>
                <a:lnTo>
                  <a:pt x="990896" y="154295"/>
                </a:lnTo>
                <a:lnTo>
                  <a:pt x="991340" y="154503"/>
                </a:lnTo>
                <a:lnTo>
                  <a:pt x="991770" y="154717"/>
                </a:lnTo>
                <a:lnTo>
                  <a:pt x="992186" y="154936"/>
                </a:lnTo>
                <a:lnTo>
                  <a:pt x="992588" y="155161"/>
                </a:lnTo>
                <a:lnTo>
                  <a:pt x="992975" y="155392"/>
                </a:lnTo>
                <a:lnTo>
                  <a:pt x="993348" y="155628"/>
                </a:lnTo>
                <a:lnTo>
                  <a:pt x="993707" y="155869"/>
                </a:lnTo>
                <a:lnTo>
                  <a:pt x="994051" y="156116"/>
                </a:lnTo>
                <a:lnTo>
                  <a:pt x="994381" y="156368"/>
                </a:lnTo>
                <a:lnTo>
                  <a:pt x="994697" y="156626"/>
                </a:lnTo>
                <a:lnTo>
                  <a:pt x="994999" y="156890"/>
                </a:lnTo>
                <a:lnTo>
                  <a:pt x="995287" y="157159"/>
                </a:lnTo>
                <a:lnTo>
                  <a:pt x="995560" y="157433"/>
                </a:lnTo>
                <a:lnTo>
                  <a:pt x="995819" y="157713"/>
                </a:lnTo>
                <a:lnTo>
                  <a:pt x="996063" y="157999"/>
                </a:lnTo>
                <a:lnTo>
                  <a:pt x="996294" y="158290"/>
                </a:lnTo>
                <a:lnTo>
                  <a:pt x="996510" y="158587"/>
                </a:lnTo>
                <a:lnTo>
                  <a:pt x="996715" y="158888"/>
                </a:lnTo>
                <a:lnTo>
                  <a:pt x="996911" y="159195"/>
                </a:lnTo>
                <a:lnTo>
                  <a:pt x="997098" y="159506"/>
                </a:lnTo>
                <a:lnTo>
                  <a:pt x="997277" y="159822"/>
                </a:lnTo>
                <a:lnTo>
                  <a:pt x="997447" y="160142"/>
                </a:lnTo>
                <a:lnTo>
                  <a:pt x="997608" y="160467"/>
                </a:lnTo>
                <a:lnTo>
                  <a:pt x="997760" y="160797"/>
                </a:lnTo>
                <a:lnTo>
                  <a:pt x="997904" y="161132"/>
                </a:lnTo>
                <a:lnTo>
                  <a:pt x="998039" y="161471"/>
                </a:lnTo>
                <a:lnTo>
                  <a:pt x="998165" y="161815"/>
                </a:lnTo>
                <a:lnTo>
                  <a:pt x="998283" y="162164"/>
                </a:lnTo>
                <a:lnTo>
                  <a:pt x="998392" y="162517"/>
                </a:lnTo>
                <a:lnTo>
                  <a:pt x="998492" y="162875"/>
                </a:lnTo>
                <a:lnTo>
                  <a:pt x="998583" y="163238"/>
                </a:lnTo>
                <a:lnTo>
                  <a:pt x="998666" y="163606"/>
                </a:lnTo>
                <a:lnTo>
                  <a:pt x="998740" y="163978"/>
                </a:lnTo>
                <a:lnTo>
                  <a:pt x="998806" y="164355"/>
                </a:lnTo>
                <a:lnTo>
                  <a:pt x="998862" y="164737"/>
                </a:lnTo>
                <a:lnTo>
                  <a:pt x="998910" y="165123"/>
                </a:lnTo>
                <a:lnTo>
                  <a:pt x="998949" y="165514"/>
                </a:lnTo>
                <a:lnTo>
                  <a:pt x="998980" y="165910"/>
                </a:lnTo>
                <a:lnTo>
                  <a:pt x="999002" y="166310"/>
                </a:lnTo>
                <a:lnTo>
                  <a:pt x="999015" y="166715"/>
                </a:lnTo>
                <a:lnTo>
                  <a:pt x="999019" y="167125"/>
                </a:lnTo>
                <a:lnTo>
                  <a:pt x="999006" y="167818"/>
                </a:lnTo>
                <a:lnTo>
                  <a:pt x="998966" y="168500"/>
                </a:lnTo>
                <a:lnTo>
                  <a:pt x="998901" y="169174"/>
                </a:lnTo>
                <a:lnTo>
                  <a:pt x="998808" y="169838"/>
                </a:lnTo>
                <a:lnTo>
                  <a:pt x="998690" y="170493"/>
                </a:lnTo>
                <a:lnTo>
                  <a:pt x="998545" y="171138"/>
                </a:lnTo>
                <a:lnTo>
                  <a:pt x="998374" y="171774"/>
                </a:lnTo>
                <a:lnTo>
                  <a:pt x="998176" y="172400"/>
                </a:lnTo>
                <a:lnTo>
                  <a:pt x="997953" y="173017"/>
                </a:lnTo>
                <a:lnTo>
                  <a:pt x="997702" y="173625"/>
                </a:lnTo>
                <a:lnTo>
                  <a:pt x="997426" y="174223"/>
                </a:lnTo>
                <a:lnTo>
                  <a:pt x="997123" y="174811"/>
                </a:lnTo>
                <a:lnTo>
                  <a:pt x="996794" y="175391"/>
                </a:lnTo>
                <a:lnTo>
                  <a:pt x="996438" y="175961"/>
                </a:lnTo>
                <a:lnTo>
                  <a:pt x="996057" y="176521"/>
                </a:lnTo>
                <a:lnTo>
                  <a:pt x="995649" y="177072"/>
                </a:lnTo>
                <a:lnTo>
                  <a:pt x="995214" y="177614"/>
                </a:lnTo>
                <a:lnTo>
                  <a:pt x="994753" y="178146"/>
                </a:lnTo>
                <a:lnTo>
                  <a:pt x="994266" y="178669"/>
                </a:lnTo>
                <a:lnTo>
                  <a:pt x="993753" y="179182"/>
                </a:lnTo>
                <a:lnTo>
                  <a:pt x="993213" y="179686"/>
                </a:lnTo>
                <a:lnTo>
                  <a:pt x="992647" y="180181"/>
                </a:lnTo>
                <a:lnTo>
                  <a:pt x="992054" y="180666"/>
                </a:lnTo>
                <a:lnTo>
                  <a:pt x="991435" y="181141"/>
                </a:lnTo>
                <a:lnTo>
                  <a:pt x="990785" y="181603"/>
                </a:lnTo>
                <a:lnTo>
                  <a:pt x="990099" y="182045"/>
                </a:lnTo>
                <a:lnTo>
                  <a:pt x="989376" y="182467"/>
                </a:lnTo>
                <a:lnTo>
                  <a:pt x="988618" y="182870"/>
                </a:lnTo>
                <a:lnTo>
                  <a:pt x="987823" y="183253"/>
                </a:lnTo>
                <a:lnTo>
                  <a:pt x="986991" y="183616"/>
                </a:lnTo>
                <a:lnTo>
                  <a:pt x="986124" y="183959"/>
                </a:lnTo>
                <a:lnTo>
                  <a:pt x="985220" y="184284"/>
                </a:lnTo>
                <a:lnTo>
                  <a:pt x="984280" y="184588"/>
                </a:lnTo>
                <a:lnTo>
                  <a:pt x="983304" y="184873"/>
                </a:lnTo>
                <a:lnTo>
                  <a:pt x="982292" y="185138"/>
                </a:lnTo>
                <a:lnTo>
                  <a:pt x="981243" y="185383"/>
                </a:lnTo>
                <a:lnTo>
                  <a:pt x="980158" y="185609"/>
                </a:lnTo>
                <a:lnTo>
                  <a:pt x="979037" y="185815"/>
                </a:lnTo>
                <a:lnTo>
                  <a:pt x="977880" y="186002"/>
                </a:lnTo>
                <a:lnTo>
                  <a:pt x="976686" y="186169"/>
                </a:lnTo>
                <a:lnTo>
                  <a:pt x="975456" y="186316"/>
                </a:lnTo>
                <a:lnTo>
                  <a:pt x="974190" y="186444"/>
                </a:lnTo>
                <a:lnTo>
                  <a:pt x="972888" y="186552"/>
                </a:lnTo>
                <a:lnTo>
                  <a:pt x="971550" y="186640"/>
                </a:lnTo>
                <a:lnTo>
                  <a:pt x="970175" y="186709"/>
                </a:lnTo>
                <a:lnTo>
                  <a:pt x="968764" y="186758"/>
                </a:lnTo>
                <a:lnTo>
                  <a:pt x="967317" y="186787"/>
                </a:lnTo>
                <a:lnTo>
                  <a:pt x="965833" y="186797"/>
                </a:lnTo>
                <a:lnTo>
                  <a:pt x="964556" y="186788"/>
                </a:lnTo>
                <a:lnTo>
                  <a:pt x="963310" y="186760"/>
                </a:lnTo>
                <a:lnTo>
                  <a:pt x="962095" y="186713"/>
                </a:lnTo>
                <a:lnTo>
                  <a:pt x="960911" y="186648"/>
                </a:lnTo>
                <a:lnTo>
                  <a:pt x="959757" y="186565"/>
                </a:lnTo>
                <a:lnTo>
                  <a:pt x="958635" y="186462"/>
                </a:lnTo>
                <a:lnTo>
                  <a:pt x="957543" y="186341"/>
                </a:lnTo>
                <a:close/>
                <a:moveTo>
                  <a:pt x="1142104" y="92648"/>
                </a:moveTo>
                <a:lnTo>
                  <a:pt x="1142718" y="92684"/>
                </a:lnTo>
                <a:lnTo>
                  <a:pt x="1143324" y="92731"/>
                </a:lnTo>
                <a:lnTo>
                  <a:pt x="1143920" y="92789"/>
                </a:lnTo>
                <a:lnTo>
                  <a:pt x="1144507" y="92857"/>
                </a:lnTo>
                <a:lnTo>
                  <a:pt x="1145085" y="92936"/>
                </a:lnTo>
                <a:lnTo>
                  <a:pt x="1145654" y="93025"/>
                </a:lnTo>
                <a:lnTo>
                  <a:pt x="1146213" y="93125"/>
                </a:lnTo>
                <a:lnTo>
                  <a:pt x="1146764" y="93235"/>
                </a:lnTo>
                <a:lnTo>
                  <a:pt x="1147305" y="93356"/>
                </a:lnTo>
                <a:lnTo>
                  <a:pt x="1147838" y="93487"/>
                </a:lnTo>
                <a:lnTo>
                  <a:pt x="1148361" y="93629"/>
                </a:lnTo>
                <a:lnTo>
                  <a:pt x="1148875" y="93781"/>
                </a:lnTo>
                <a:lnTo>
                  <a:pt x="1149380" y="93943"/>
                </a:lnTo>
                <a:lnTo>
                  <a:pt x="1149876" y="94117"/>
                </a:lnTo>
                <a:lnTo>
                  <a:pt x="1150363" y="94300"/>
                </a:lnTo>
                <a:lnTo>
                  <a:pt x="1150841" y="94494"/>
                </a:lnTo>
                <a:lnTo>
                  <a:pt x="1151309" y="94699"/>
                </a:lnTo>
                <a:lnTo>
                  <a:pt x="1151769" y="94914"/>
                </a:lnTo>
                <a:lnTo>
                  <a:pt x="1152219" y="95140"/>
                </a:lnTo>
                <a:lnTo>
                  <a:pt x="1152661" y="95376"/>
                </a:lnTo>
                <a:lnTo>
                  <a:pt x="1153093" y="95622"/>
                </a:lnTo>
                <a:lnTo>
                  <a:pt x="1153518" y="95880"/>
                </a:lnTo>
                <a:lnTo>
                  <a:pt x="1153937" y="96151"/>
                </a:lnTo>
                <a:lnTo>
                  <a:pt x="1154351" y="96433"/>
                </a:lnTo>
                <a:lnTo>
                  <a:pt x="1154759" y="96728"/>
                </a:lnTo>
                <a:lnTo>
                  <a:pt x="1155162" y="97035"/>
                </a:lnTo>
                <a:lnTo>
                  <a:pt x="1155559" y="97354"/>
                </a:lnTo>
                <a:lnTo>
                  <a:pt x="1155951" y="97686"/>
                </a:lnTo>
                <a:lnTo>
                  <a:pt x="1156337" y="98030"/>
                </a:lnTo>
                <a:lnTo>
                  <a:pt x="1156717" y="98386"/>
                </a:lnTo>
                <a:lnTo>
                  <a:pt x="1157092" y="98754"/>
                </a:lnTo>
                <a:lnTo>
                  <a:pt x="1157462" y="99135"/>
                </a:lnTo>
                <a:lnTo>
                  <a:pt x="1157826" y="99528"/>
                </a:lnTo>
                <a:lnTo>
                  <a:pt x="1158184" y="99933"/>
                </a:lnTo>
                <a:lnTo>
                  <a:pt x="1158537" y="100351"/>
                </a:lnTo>
                <a:lnTo>
                  <a:pt x="1158884" y="100781"/>
                </a:lnTo>
                <a:lnTo>
                  <a:pt x="1159226" y="101223"/>
                </a:lnTo>
                <a:lnTo>
                  <a:pt x="1159562" y="101677"/>
                </a:lnTo>
                <a:lnTo>
                  <a:pt x="1159893" y="102144"/>
                </a:lnTo>
                <a:lnTo>
                  <a:pt x="1160218" y="102623"/>
                </a:lnTo>
                <a:lnTo>
                  <a:pt x="1160537" y="103114"/>
                </a:lnTo>
                <a:lnTo>
                  <a:pt x="1160851" y="103618"/>
                </a:lnTo>
                <a:lnTo>
                  <a:pt x="1161160" y="104133"/>
                </a:lnTo>
                <a:lnTo>
                  <a:pt x="1161463" y="104661"/>
                </a:lnTo>
                <a:lnTo>
                  <a:pt x="1161760" y="105202"/>
                </a:lnTo>
                <a:lnTo>
                  <a:pt x="1162053" y="105755"/>
                </a:lnTo>
                <a:lnTo>
                  <a:pt x="1162343" y="106323"/>
                </a:lnTo>
                <a:lnTo>
                  <a:pt x="1162630" y="106904"/>
                </a:lnTo>
                <a:lnTo>
                  <a:pt x="1162913" y="107500"/>
                </a:lnTo>
                <a:lnTo>
                  <a:pt x="1163193" y="108110"/>
                </a:lnTo>
                <a:lnTo>
                  <a:pt x="1163471" y="108733"/>
                </a:lnTo>
                <a:lnTo>
                  <a:pt x="1163745" y="109371"/>
                </a:lnTo>
                <a:lnTo>
                  <a:pt x="1164015" y="110023"/>
                </a:lnTo>
                <a:lnTo>
                  <a:pt x="1164283" y="110689"/>
                </a:lnTo>
                <a:lnTo>
                  <a:pt x="1164548" y="111369"/>
                </a:lnTo>
                <a:lnTo>
                  <a:pt x="1164809" y="112063"/>
                </a:lnTo>
                <a:lnTo>
                  <a:pt x="1165067" y="112771"/>
                </a:lnTo>
                <a:lnTo>
                  <a:pt x="1165322" y="113493"/>
                </a:lnTo>
                <a:lnTo>
                  <a:pt x="1165574" y="114229"/>
                </a:lnTo>
                <a:lnTo>
                  <a:pt x="1165823" y="114980"/>
                </a:lnTo>
                <a:lnTo>
                  <a:pt x="1166068" y="115744"/>
                </a:lnTo>
                <a:lnTo>
                  <a:pt x="1166310" y="116522"/>
                </a:lnTo>
                <a:lnTo>
                  <a:pt x="1166550" y="117315"/>
                </a:lnTo>
                <a:lnTo>
                  <a:pt x="1166786" y="118121"/>
                </a:lnTo>
                <a:lnTo>
                  <a:pt x="1167018" y="118942"/>
                </a:lnTo>
                <a:lnTo>
                  <a:pt x="1167248" y="119777"/>
                </a:lnTo>
                <a:lnTo>
                  <a:pt x="1167475" y="120625"/>
                </a:lnTo>
                <a:lnTo>
                  <a:pt x="1167698" y="121488"/>
                </a:lnTo>
                <a:lnTo>
                  <a:pt x="1167918" y="122365"/>
                </a:lnTo>
                <a:lnTo>
                  <a:pt x="1176813" y="157603"/>
                </a:lnTo>
                <a:lnTo>
                  <a:pt x="1197682" y="157603"/>
                </a:lnTo>
                <a:lnTo>
                  <a:pt x="1187647" y="119172"/>
                </a:lnTo>
                <a:lnTo>
                  <a:pt x="1187408" y="118237"/>
                </a:lnTo>
                <a:lnTo>
                  <a:pt x="1187165" y="117317"/>
                </a:lnTo>
                <a:lnTo>
                  <a:pt x="1186919" y="116410"/>
                </a:lnTo>
                <a:lnTo>
                  <a:pt x="1186670" y="115516"/>
                </a:lnTo>
                <a:lnTo>
                  <a:pt x="1186417" y="114636"/>
                </a:lnTo>
                <a:lnTo>
                  <a:pt x="1186161" y="113769"/>
                </a:lnTo>
                <a:lnTo>
                  <a:pt x="1185901" y="112916"/>
                </a:lnTo>
                <a:lnTo>
                  <a:pt x="1185639" y="112076"/>
                </a:lnTo>
                <a:lnTo>
                  <a:pt x="1185372" y="111249"/>
                </a:lnTo>
                <a:lnTo>
                  <a:pt x="1185103" y="110436"/>
                </a:lnTo>
                <a:lnTo>
                  <a:pt x="1184830" y="109637"/>
                </a:lnTo>
                <a:lnTo>
                  <a:pt x="1184554" y="108851"/>
                </a:lnTo>
                <a:lnTo>
                  <a:pt x="1184274" y="108078"/>
                </a:lnTo>
                <a:lnTo>
                  <a:pt x="1183991" y="107319"/>
                </a:lnTo>
                <a:lnTo>
                  <a:pt x="1183705" y="106574"/>
                </a:lnTo>
                <a:lnTo>
                  <a:pt x="1183415" y="105842"/>
                </a:lnTo>
                <a:lnTo>
                  <a:pt x="1183122" y="105123"/>
                </a:lnTo>
                <a:lnTo>
                  <a:pt x="1182825" y="104418"/>
                </a:lnTo>
                <a:lnTo>
                  <a:pt x="1182525" y="103726"/>
                </a:lnTo>
                <a:lnTo>
                  <a:pt x="1182222" y="103048"/>
                </a:lnTo>
                <a:lnTo>
                  <a:pt x="1181916" y="102383"/>
                </a:lnTo>
                <a:lnTo>
                  <a:pt x="1181606" y="101731"/>
                </a:lnTo>
                <a:lnTo>
                  <a:pt x="1181292" y="101093"/>
                </a:lnTo>
                <a:lnTo>
                  <a:pt x="1180976" y="100469"/>
                </a:lnTo>
                <a:lnTo>
                  <a:pt x="1180654" y="99857"/>
                </a:lnTo>
                <a:lnTo>
                  <a:pt x="1180327" y="99257"/>
                </a:lnTo>
                <a:lnTo>
                  <a:pt x="1179993" y="98668"/>
                </a:lnTo>
                <a:lnTo>
                  <a:pt x="1179653" y="98092"/>
                </a:lnTo>
                <a:lnTo>
                  <a:pt x="1179307" y="97526"/>
                </a:lnTo>
                <a:lnTo>
                  <a:pt x="1178955" y="96973"/>
                </a:lnTo>
                <a:lnTo>
                  <a:pt x="1178597" y="96431"/>
                </a:lnTo>
                <a:lnTo>
                  <a:pt x="1178232" y="95901"/>
                </a:lnTo>
                <a:lnTo>
                  <a:pt x="1177862" y="95383"/>
                </a:lnTo>
                <a:lnTo>
                  <a:pt x="1177485" y="94876"/>
                </a:lnTo>
                <a:lnTo>
                  <a:pt x="1177102" y="94381"/>
                </a:lnTo>
                <a:lnTo>
                  <a:pt x="1176713" y="93897"/>
                </a:lnTo>
                <a:lnTo>
                  <a:pt x="1176318" y="93426"/>
                </a:lnTo>
                <a:lnTo>
                  <a:pt x="1175917" y="92966"/>
                </a:lnTo>
                <a:lnTo>
                  <a:pt x="1175510" y="92517"/>
                </a:lnTo>
                <a:lnTo>
                  <a:pt x="1175096" y="92081"/>
                </a:lnTo>
                <a:lnTo>
                  <a:pt x="1174677" y="91656"/>
                </a:lnTo>
                <a:lnTo>
                  <a:pt x="1174251" y="91243"/>
                </a:lnTo>
                <a:lnTo>
                  <a:pt x="1173819" y="90841"/>
                </a:lnTo>
                <a:lnTo>
                  <a:pt x="1173381" y="90451"/>
                </a:lnTo>
                <a:lnTo>
                  <a:pt x="1172937" y="90073"/>
                </a:lnTo>
                <a:lnTo>
                  <a:pt x="1172486" y="89706"/>
                </a:lnTo>
                <a:lnTo>
                  <a:pt x="1172030" y="89351"/>
                </a:lnTo>
                <a:lnTo>
                  <a:pt x="1171567" y="89008"/>
                </a:lnTo>
                <a:lnTo>
                  <a:pt x="1171097" y="88676"/>
                </a:lnTo>
                <a:lnTo>
                  <a:pt x="1170617" y="88353"/>
                </a:lnTo>
                <a:lnTo>
                  <a:pt x="1170128" y="88040"/>
                </a:lnTo>
                <a:lnTo>
                  <a:pt x="1169629" y="87736"/>
                </a:lnTo>
                <a:lnTo>
                  <a:pt x="1169120" y="87442"/>
                </a:lnTo>
                <a:lnTo>
                  <a:pt x="1168602" y="87158"/>
                </a:lnTo>
                <a:lnTo>
                  <a:pt x="1168075" y="86884"/>
                </a:lnTo>
                <a:lnTo>
                  <a:pt x="1167538" y="86620"/>
                </a:lnTo>
                <a:lnTo>
                  <a:pt x="1166992" y="86365"/>
                </a:lnTo>
                <a:lnTo>
                  <a:pt x="1166436" y="86119"/>
                </a:lnTo>
                <a:lnTo>
                  <a:pt x="1165870" y="85884"/>
                </a:lnTo>
                <a:lnTo>
                  <a:pt x="1165295" y="85658"/>
                </a:lnTo>
                <a:lnTo>
                  <a:pt x="1164711" y="85442"/>
                </a:lnTo>
                <a:lnTo>
                  <a:pt x="1164117" y="85236"/>
                </a:lnTo>
                <a:lnTo>
                  <a:pt x="1163513" y="85039"/>
                </a:lnTo>
                <a:lnTo>
                  <a:pt x="1162900" y="84852"/>
                </a:lnTo>
                <a:lnTo>
                  <a:pt x="1162278" y="84675"/>
                </a:lnTo>
                <a:lnTo>
                  <a:pt x="1161646" y="84507"/>
                </a:lnTo>
                <a:lnTo>
                  <a:pt x="1161004" y="84349"/>
                </a:lnTo>
                <a:lnTo>
                  <a:pt x="1160353" y="84201"/>
                </a:lnTo>
                <a:lnTo>
                  <a:pt x="1159693" y="84062"/>
                </a:lnTo>
                <a:lnTo>
                  <a:pt x="1159023" y="83934"/>
                </a:lnTo>
                <a:lnTo>
                  <a:pt x="1158344" y="83815"/>
                </a:lnTo>
                <a:lnTo>
                  <a:pt x="1157655" y="83705"/>
                </a:lnTo>
                <a:lnTo>
                  <a:pt x="1158971" y="83390"/>
                </a:lnTo>
                <a:lnTo>
                  <a:pt x="1160261" y="83051"/>
                </a:lnTo>
                <a:lnTo>
                  <a:pt x="1161524" y="82690"/>
                </a:lnTo>
                <a:lnTo>
                  <a:pt x="1162759" y="82305"/>
                </a:lnTo>
                <a:lnTo>
                  <a:pt x="1163968" y="81898"/>
                </a:lnTo>
                <a:lnTo>
                  <a:pt x="1165149" y="81467"/>
                </a:lnTo>
                <a:lnTo>
                  <a:pt x="1166303" y="81014"/>
                </a:lnTo>
                <a:lnTo>
                  <a:pt x="1167430" y="80537"/>
                </a:lnTo>
                <a:lnTo>
                  <a:pt x="1168530" y="80038"/>
                </a:lnTo>
                <a:lnTo>
                  <a:pt x="1169603" y="79516"/>
                </a:lnTo>
                <a:lnTo>
                  <a:pt x="1170649" y="78971"/>
                </a:lnTo>
                <a:lnTo>
                  <a:pt x="1171667" y="78402"/>
                </a:lnTo>
                <a:lnTo>
                  <a:pt x="1172659" y="77811"/>
                </a:lnTo>
                <a:lnTo>
                  <a:pt x="1173623" y="77197"/>
                </a:lnTo>
                <a:lnTo>
                  <a:pt x="1174560" y="76560"/>
                </a:lnTo>
                <a:lnTo>
                  <a:pt x="1175470" y="75900"/>
                </a:lnTo>
                <a:lnTo>
                  <a:pt x="1176353" y="75217"/>
                </a:lnTo>
                <a:lnTo>
                  <a:pt x="1177209" y="74511"/>
                </a:lnTo>
                <a:lnTo>
                  <a:pt x="1178037" y="73782"/>
                </a:lnTo>
                <a:lnTo>
                  <a:pt x="1178839" y="73030"/>
                </a:lnTo>
                <a:lnTo>
                  <a:pt x="1179613" y="72255"/>
                </a:lnTo>
                <a:lnTo>
                  <a:pt x="1180361" y="71457"/>
                </a:lnTo>
                <a:lnTo>
                  <a:pt x="1181081" y="70636"/>
                </a:lnTo>
                <a:lnTo>
                  <a:pt x="1181774" y="69792"/>
                </a:lnTo>
                <a:lnTo>
                  <a:pt x="1182439" y="68930"/>
                </a:lnTo>
                <a:lnTo>
                  <a:pt x="1183076" y="68052"/>
                </a:lnTo>
                <a:lnTo>
                  <a:pt x="1183685" y="67159"/>
                </a:lnTo>
                <a:lnTo>
                  <a:pt x="1184265" y="66251"/>
                </a:lnTo>
                <a:lnTo>
                  <a:pt x="1184817" y="65328"/>
                </a:lnTo>
                <a:lnTo>
                  <a:pt x="1185341" y="64390"/>
                </a:lnTo>
                <a:lnTo>
                  <a:pt x="1185837" y="63437"/>
                </a:lnTo>
                <a:lnTo>
                  <a:pt x="1186304" y="62468"/>
                </a:lnTo>
                <a:lnTo>
                  <a:pt x="1186743" y="61485"/>
                </a:lnTo>
                <a:lnTo>
                  <a:pt x="1187153" y="60487"/>
                </a:lnTo>
                <a:lnTo>
                  <a:pt x="1187535" y="59474"/>
                </a:lnTo>
                <a:lnTo>
                  <a:pt x="1187889" y="58445"/>
                </a:lnTo>
                <a:lnTo>
                  <a:pt x="1188215" y="57402"/>
                </a:lnTo>
                <a:lnTo>
                  <a:pt x="1188512" y="56344"/>
                </a:lnTo>
                <a:lnTo>
                  <a:pt x="1188781" y="55270"/>
                </a:lnTo>
                <a:lnTo>
                  <a:pt x="1189022" y="54182"/>
                </a:lnTo>
                <a:lnTo>
                  <a:pt x="1189234" y="53078"/>
                </a:lnTo>
                <a:lnTo>
                  <a:pt x="1189418" y="51959"/>
                </a:lnTo>
                <a:lnTo>
                  <a:pt x="1189574" y="50826"/>
                </a:lnTo>
                <a:lnTo>
                  <a:pt x="1189701" y="49677"/>
                </a:lnTo>
                <a:lnTo>
                  <a:pt x="1189800" y="48513"/>
                </a:lnTo>
                <a:lnTo>
                  <a:pt x="1189871" y="47334"/>
                </a:lnTo>
                <a:lnTo>
                  <a:pt x="1189914" y="46141"/>
                </a:lnTo>
                <a:lnTo>
                  <a:pt x="1189928" y="44932"/>
                </a:lnTo>
                <a:lnTo>
                  <a:pt x="1189916" y="43744"/>
                </a:lnTo>
                <a:lnTo>
                  <a:pt x="1189882" y="42574"/>
                </a:lnTo>
                <a:lnTo>
                  <a:pt x="1189824" y="41423"/>
                </a:lnTo>
                <a:lnTo>
                  <a:pt x="1189744" y="40291"/>
                </a:lnTo>
                <a:lnTo>
                  <a:pt x="1189641" y="39177"/>
                </a:lnTo>
                <a:lnTo>
                  <a:pt x="1189514" y="38082"/>
                </a:lnTo>
                <a:lnTo>
                  <a:pt x="1189365" y="37006"/>
                </a:lnTo>
                <a:lnTo>
                  <a:pt x="1189193" y="35948"/>
                </a:lnTo>
                <a:lnTo>
                  <a:pt x="1188998" y="34909"/>
                </a:lnTo>
                <a:lnTo>
                  <a:pt x="1188779" y="33888"/>
                </a:lnTo>
                <a:lnTo>
                  <a:pt x="1188538" y="32886"/>
                </a:lnTo>
                <a:lnTo>
                  <a:pt x="1188274" y="31903"/>
                </a:lnTo>
                <a:lnTo>
                  <a:pt x="1187987" y="30938"/>
                </a:lnTo>
                <a:lnTo>
                  <a:pt x="1187677" y="29992"/>
                </a:lnTo>
                <a:lnTo>
                  <a:pt x="1187344" y="29064"/>
                </a:lnTo>
                <a:lnTo>
                  <a:pt x="1186988" y="28155"/>
                </a:lnTo>
                <a:lnTo>
                  <a:pt x="1186609" y="27265"/>
                </a:lnTo>
                <a:lnTo>
                  <a:pt x="1186207" y="26393"/>
                </a:lnTo>
                <a:lnTo>
                  <a:pt x="1185782" y="25540"/>
                </a:lnTo>
                <a:lnTo>
                  <a:pt x="1185335" y="24705"/>
                </a:lnTo>
                <a:lnTo>
                  <a:pt x="1184864" y="23890"/>
                </a:lnTo>
                <a:lnTo>
                  <a:pt x="1184370" y="23092"/>
                </a:lnTo>
                <a:lnTo>
                  <a:pt x="1183853" y="22314"/>
                </a:lnTo>
                <a:lnTo>
                  <a:pt x="1183313" y="21554"/>
                </a:lnTo>
                <a:lnTo>
                  <a:pt x="1182755" y="20811"/>
                </a:lnTo>
                <a:lnTo>
                  <a:pt x="1182181" y="20085"/>
                </a:lnTo>
                <a:lnTo>
                  <a:pt x="1181593" y="19376"/>
                </a:lnTo>
                <a:lnTo>
                  <a:pt x="1180990" y="18684"/>
                </a:lnTo>
                <a:lnTo>
                  <a:pt x="1180372" y="18008"/>
                </a:lnTo>
                <a:lnTo>
                  <a:pt x="1179739" y="17348"/>
                </a:lnTo>
                <a:lnTo>
                  <a:pt x="1179091" y="16706"/>
                </a:lnTo>
                <a:lnTo>
                  <a:pt x="1178429" y="16080"/>
                </a:lnTo>
                <a:lnTo>
                  <a:pt x="1177751" y="15470"/>
                </a:lnTo>
                <a:lnTo>
                  <a:pt x="1177059" y="14877"/>
                </a:lnTo>
                <a:lnTo>
                  <a:pt x="1176352" y="14301"/>
                </a:lnTo>
                <a:lnTo>
                  <a:pt x="1175630" y="13742"/>
                </a:lnTo>
                <a:lnTo>
                  <a:pt x="1174893" y="13199"/>
                </a:lnTo>
                <a:lnTo>
                  <a:pt x="1174142" y="12673"/>
                </a:lnTo>
                <a:lnTo>
                  <a:pt x="1173375" y="12163"/>
                </a:lnTo>
                <a:lnTo>
                  <a:pt x="1172594" y="11670"/>
                </a:lnTo>
                <a:lnTo>
                  <a:pt x="1171798" y="11194"/>
                </a:lnTo>
                <a:lnTo>
                  <a:pt x="1170986" y="10734"/>
                </a:lnTo>
                <a:lnTo>
                  <a:pt x="1170161" y="10291"/>
                </a:lnTo>
                <a:lnTo>
                  <a:pt x="1169320" y="9864"/>
                </a:lnTo>
                <a:lnTo>
                  <a:pt x="1168464" y="9455"/>
                </a:lnTo>
                <a:lnTo>
                  <a:pt x="1167594" y="9061"/>
                </a:lnTo>
                <a:lnTo>
                  <a:pt x="1166709" y="8685"/>
                </a:lnTo>
                <a:lnTo>
                  <a:pt x="1165808" y="8325"/>
                </a:lnTo>
                <a:lnTo>
                  <a:pt x="1164897" y="7981"/>
                </a:lnTo>
                <a:lnTo>
                  <a:pt x="1163977" y="7651"/>
                </a:lnTo>
                <a:lnTo>
                  <a:pt x="1163049" y="7336"/>
                </a:lnTo>
                <a:lnTo>
                  <a:pt x="1162113" y="7036"/>
                </a:lnTo>
                <a:lnTo>
                  <a:pt x="1161169" y="6750"/>
                </a:lnTo>
                <a:lnTo>
                  <a:pt x="1160217" y="6479"/>
                </a:lnTo>
                <a:lnTo>
                  <a:pt x="1159257" y="6222"/>
                </a:lnTo>
                <a:lnTo>
                  <a:pt x="1158288" y="5981"/>
                </a:lnTo>
                <a:lnTo>
                  <a:pt x="1157312" y="5754"/>
                </a:lnTo>
                <a:lnTo>
                  <a:pt x="1156327" y="5541"/>
                </a:lnTo>
                <a:lnTo>
                  <a:pt x="1155334" y="5343"/>
                </a:lnTo>
                <a:lnTo>
                  <a:pt x="1154333" y="5160"/>
                </a:lnTo>
                <a:lnTo>
                  <a:pt x="1153324" y="4992"/>
                </a:lnTo>
                <a:lnTo>
                  <a:pt x="1152307" y="4838"/>
                </a:lnTo>
                <a:lnTo>
                  <a:pt x="1151282" y="4699"/>
                </a:lnTo>
                <a:lnTo>
                  <a:pt x="1150248" y="4574"/>
                </a:lnTo>
                <a:lnTo>
                  <a:pt x="1149207" y="4464"/>
                </a:lnTo>
                <a:lnTo>
                  <a:pt x="1148157" y="4369"/>
                </a:lnTo>
                <a:lnTo>
                  <a:pt x="1147099" y="4289"/>
                </a:lnTo>
                <a:lnTo>
                  <a:pt x="1146034" y="4223"/>
                </a:lnTo>
                <a:lnTo>
                  <a:pt x="1144960" y="4171"/>
                </a:lnTo>
                <a:lnTo>
                  <a:pt x="1143877" y="4135"/>
                </a:lnTo>
                <a:lnTo>
                  <a:pt x="1142787" y="4113"/>
                </a:lnTo>
                <a:lnTo>
                  <a:pt x="1141689" y="4105"/>
                </a:lnTo>
                <a:lnTo>
                  <a:pt x="1083643" y="4105"/>
                </a:lnTo>
                <a:lnTo>
                  <a:pt x="1083643" y="157603"/>
                </a:lnTo>
                <a:lnTo>
                  <a:pt x="1104170" y="157603"/>
                </a:lnTo>
                <a:lnTo>
                  <a:pt x="1104170" y="92600"/>
                </a:lnTo>
                <a:lnTo>
                  <a:pt x="1140206" y="92600"/>
                </a:lnTo>
                <a:lnTo>
                  <a:pt x="1140848" y="92606"/>
                </a:lnTo>
                <a:lnTo>
                  <a:pt x="1141481" y="92621"/>
                </a:lnTo>
                <a:lnTo>
                  <a:pt x="1142104" y="92648"/>
                </a:lnTo>
                <a:close/>
                <a:moveTo>
                  <a:pt x="1144351" y="21411"/>
                </a:moveTo>
                <a:lnTo>
                  <a:pt x="1145443" y="21523"/>
                </a:lnTo>
                <a:lnTo>
                  <a:pt x="1146511" y="21660"/>
                </a:lnTo>
                <a:lnTo>
                  <a:pt x="1147555" y="21823"/>
                </a:lnTo>
                <a:lnTo>
                  <a:pt x="1148576" y="22010"/>
                </a:lnTo>
                <a:lnTo>
                  <a:pt x="1149573" y="22222"/>
                </a:lnTo>
                <a:lnTo>
                  <a:pt x="1150546" y="22459"/>
                </a:lnTo>
                <a:lnTo>
                  <a:pt x="1151496" y="22721"/>
                </a:lnTo>
                <a:lnTo>
                  <a:pt x="1152423" y="23008"/>
                </a:lnTo>
                <a:lnTo>
                  <a:pt x="1153326" y="23319"/>
                </a:lnTo>
                <a:lnTo>
                  <a:pt x="1154205" y="23656"/>
                </a:lnTo>
                <a:lnTo>
                  <a:pt x="1155061" y="24018"/>
                </a:lnTo>
                <a:lnTo>
                  <a:pt x="1155893" y="24405"/>
                </a:lnTo>
                <a:lnTo>
                  <a:pt x="1156702" y="24816"/>
                </a:lnTo>
                <a:lnTo>
                  <a:pt x="1157487" y="25253"/>
                </a:lnTo>
                <a:lnTo>
                  <a:pt x="1158249" y="25714"/>
                </a:lnTo>
                <a:lnTo>
                  <a:pt x="1158987" y="26201"/>
                </a:lnTo>
                <a:lnTo>
                  <a:pt x="1159701" y="26712"/>
                </a:lnTo>
                <a:lnTo>
                  <a:pt x="1160392" y="27248"/>
                </a:lnTo>
                <a:lnTo>
                  <a:pt x="1161059" y="27810"/>
                </a:lnTo>
                <a:lnTo>
                  <a:pt x="1161703" y="28396"/>
                </a:lnTo>
                <a:lnTo>
                  <a:pt x="1162322" y="29005"/>
                </a:lnTo>
                <a:lnTo>
                  <a:pt x="1162914" y="29633"/>
                </a:lnTo>
                <a:lnTo>
                  <a:pt x="1163480" y="30281"/>
                </a:lnTo>
                <a:lnTo>
                  <a:pt x="1164020" y="30949"/>
                </a:lnTo>
                <a:lnTo>
                  <a:pt x="1164534" y="31637"/>
                </a:lnTo>
                <a:lnTo>
                  <a:pt x="1165021" y="32345"/>
                </a:lnTo>
                <a:lnTo>
                  <a:pt x="1165482" y="33072"/>
                </a:lnTo>
                <a:lnTo>
                  <a:pt x="1165916" y="33819"/>
                </a:lnTo>
                <a:lnTo>
                  <a:pt x="1166324" y="34586"/>
                </a:lnTo>
                <a:lnTo>
                  <a:pt x="1166706" y="35373"/>
                </a:lnTo>
                <a:lnTo>
                  <a:pt x="1167062" y="36180"/>
                </a:lnTo>
                <a:lnTo>
                  <a:pt x="1167391" y="37006"/>
                </a:lnTo>
                <a:lnTo>
                  <a:pt x="1167693" y="37852"/>
                </a:lnTo>
                <a:lnTo>
                  <a:pt x="1167970" y="38718"/>
                </a:lnTo>
                <a:lnTo>
                  <a:pt x="1168220" y="39604"/>
                </a:lnTo>
                <a:lnTo>
                  <a:pt x="1168444" y="40509"/>
                </a:lnTo>
                <a:lnTo>
                  <a:pt x="1168641" y="41435"/>
                </a:lnTo>
                <a:lnTo>
                  <a:pt x="1168813" y="42380"/>
                </a:lnTo>
                <a:lnTo>
                  <a:pt x="1168957" y="43345"/>
                </a:lnTo>
                <a:lnTo>
                  <a:pt x="1169076" y="44330"/>
                </a:lnTo>
                <a:lnTo>
                  <a:pt x="1169168" y="45334"/>
                </a:lnTo>
                <a:lnTo>
                  <a:pt x="1169234" y="46359"/>
                </a:lnTo>
                <a:lnTo>
                  <a:pt x="1169273" y="47403"/>
                </a:lnTo>
                <a:lnTo>
                  <a:pt x="1169287" y="48467"/>
                </a:lnTo>
                <a:lnTo>
                  <a:pt x="1169280" y="49175"/>
                </a:lnTo>
                <a:lnTo>
                  <a:pt x="1169258" y="49875"/>
                </a:lnTo>
                <a:lnTo>
                  <a:pt x="1169223" y="50566"/>
                </a:lnTo>
                <a:lnTo>
                  <a:pt x="1169174" y="51248"/>
                </a:lnTo>
                <a:lnTo>
                  <a:pt x="1169111" y="51922"/>
                </a:lnTo>
                <a:lnTo>
                  <a:pt x="1169034" y="52587"/>
                </a:lnTo>
                <a:lnTo>
                  <a:pt x="1168942" y="53243"/>
                </a:lnTo>
                <a:lnTo>
                  <a:pt x="1168837" y="53890"/>
                </a:lnTo>
                <a:lnTo>
                  <a:pt x="1168717" y="54529"/>
                </a:lnTo>
                <a:lnTo>
                  <a:pt x="1168584" y="55159"/>
                </a:lnTo>
                <a:lnTo>
                  <a:pt x="1168436" y="55780"/>
                </a:lnTo>
                <a:lnTo>
                  <a:pt x="1168274" y="56393"/>
                </a:lnTo>
                <a:lnTo>
                  <a:pt x="1168099" y="56997"/>
                </a:lnTo>
                <a:lnTo>
                  <a:pt x="1167909" y="57592"/>
                </a:lnTo>
                <a:lnTo>
                  <a:pt x="1167705" y="58178"/>
                </a:lnTo>
                <a:lnTo>
                  <a:pt x="1167487" y="58756"/>
                </a:lnTo>
                <a:lnTo>
                  <a:pt x="1167255" y="59325"/>
                </a:lnTo>
                <a:lnTo>
                  <a:pt x="1167009" y="59885"/>
                </a:lnTo>
                <a:lnTo>
                  <a:pt x="1166749" y="60437"/>
                </a:lnTo>
                <a:lnTo>
                  <a:pt x="1166475" y="60980"/>
                </a:lnTo>
                <a:lnTo>
                  <a:pt x="1166187" y="61514"/>
                </a:lnTo>
                <a:lnTo>
                  <a:pt x="1165885" y="62039"/>
                </a:lnTo>
                <a:lnTo>
                  <a:pt x="1165569" y="62556"/>
                </a:lnTo>
                <a:lnTo>
                  <a:pt x="1165238" y="63064"/>
                </a:lnTo>
                <a:lnTo>
                  <a:pt x="1164896" y="63563"/>
                </a:lnTo>
                <a:lnTo>
                  <a:pt x="1164544" y="64052"/>
                </a:lnTo>
                <a:lnTo>
                  <a:pt x="1164182" y="64530"/>
                </a:lnTo>
                <a:lnTo>
                  <a:pt x="1163811" y="65000"/>
                </a:lnTo>
                <a:lnTo>
                  <a:pt x="1163430" y="65459"/>
                </a:lnTo>
                <a:lnTo>
                  <a:pt x="1163039" y="65908"/>
                </a:lnTo>
                <a:lnTo>
                  <a:pt x="1162639" y="66347"/>
                </a:lnTo>
                <a:lnTo>
                  <a:pt x="1162229" y="66777"/>
                </a:lnTo>
                <a:lnTo>
                  <a:pt x="1161809" y="67196"/>
                </a:lnTo>
                <a:lnTo>
                  <a:pt x="1161379" y="67606"/>
                </a:lnTo>
                <a:lnTo>
                  <a:pt x="1160940" y="68006"/>
                </a:lnTo>
                <a:lnTo>
                  <a:pt x="1160491" y="68395"/>
                </a:lnTo>
                <a:lnTo>
                  <a:pt x="1160033" y="68775"/>
                </a:lnTo>
                <a:lnTo>
                  <a:pt x="1159564" y="69145"/>
                </a:lnTo>
                <a:lnTo>
                  <a:pt x="1159086" y="69505"/>
                </a:lnTo>
                <a:lnTo>
                  <a:pt x="1158599" y="69856"/>
                </a:lnTo>
                <a:lnTo>
                  <a:pt x="1158101" y="70196"/>
                </a:lnTo>
                <a:lnTo>
                  <a:pt x="1157594" y="70526"/>
                </a:lnTo>
                <a:lnTo>
                  <a:pt x="1157077" y="70847"/>
                </a:lnTo>
                <a:lnTo>
                  <a:pt x="1156551" y="71158"/>
                </a:lnTo>
                <a:lnTo>
                  <a:pt x="1156014" y="71458"/>
                </a:lnTo>
                <a:lnTo>
                  <a:pt x="1155468" y="71749"/>
                </a:lnTo>
                <a:lnTo>
                  <a:pt x="1154913" y="72030"/>
                </a:lnTo>
                <a:lnTo>
                  <a:pt x="1154347" y="72301"/>
                </a:lnTo>
                <a:lnTo>
                  <a:pt x="1153774" y="72562"/>
                </a:lnTo>
                <a:lnTo>
                  <a:pt x="1153196" y="72811"/>
                </a:lnTo>
                <a:lnTo>
                  <a:pt x="1152612" y="73050"/>
                </a:lnTo>
                <a:lnTo>
                  <a:pt x="1152022" y="73277"/>
                </a:lnTo>
                <a:lnTo>
                  <a:pt x="1151427" y="73493"/>
                </a:lnTo>
                <a:lnTo>
                  <a:pt x="1150826" y="73698"/>
                </a:lnTo>
                <a:lnTo>
                  <a:pt x="1150220" y="73892"/>
                </a:lnTo>
                <a:lnTo>
                  <a:pt x="1149608" y="74075"/>
                </a:lnTo>
                <a:lnTo>
                  <a:pt x="1148991" y="74247"/>
                </a:lnTo>
                <a:lnTo>
                  <a:pt x="1148368" y="74408"/>
                </a:lnTo>
                <a:lnTo>
                  <a:pt x="1147740" y="74557"/>
                </a:lnTo>
                <a:lnTo>
                  <a:pt x="1147106" y="74696"/>
                </a:lnTo>
                <a:lnTo>
                  <a:pt x="1146466" y="74824"/>
                </a:lnTo>
                <a:lnTo>
                  <a:pt x="1145821" y="74940"/>
                </a:lnTo>
                <a:lnTo>
                  <a:pt x="1145171" y="75045"/>
                </a:lnTo>
                <a:lnTo>
                  <a:pt x="1144515" y="75140"/>
                </a:lnTo>
                <a:lnTo>
                  <a:pt x="1143853" y="75223"/>
                </a:lnTo>
                <a:lnTo>
                  <a:pt x="1143186" y="75295"/>
                </a:lnTo>
                <a:lnTo>
                  <a:pt x="1142513" y="75356"/>
                </a:lnTo>
                <a:lnTo>
                  <a:pt x="1141835" y="75406"/>
                </a:lnTo>
                <a:lnTo>
                  <a:pt x="1141151" y="75444"/>
                </a:lnTo>
                <a:lnTo>
                  <a:pt x="1140461" y="75472"/>
                </a:lnTo>
                <a:lnTo>
                  <a:pt x="1139767" y="75489"/>
                </a:lnTo>
                <a:lnTo>
                  <a:pt x="1139066" y="75494"/>
                </a:lnTo>
                <a:lnTo>
                  <a:pt x="1104170" y="75494"/>
                </a:lnTo>
                <a:lnTo>
                  <a:pt x="1104170" y="21211"/>
                </a:lnTo>
                <a:lnTo>
                  <a:pt x="1139750" y="21211"/>
                </a:lnTo>
                <a:lnTo>
                  <a:pt x="1140936" y="21224"/>
                </a:lnTo>
                <a:lnTo>
                  <a:pt x="1142098" y="21261"/>
                </a:lnTo>
                <a:lnTo>
                  <a:pt x="1143237" y="21324"/>
                </a:lnTo>
                <a:lnTo>
                  <a:pt x="1144351" y="21411"/>
                </a:lnTo>
                <a:close/>
                <a:moveTo>
                  <a:pt x="83008" y="158923"/>
                </a:moveTo>
                <a:lnTo>
                  <a:pt x="84618" y="158699"/>
                </a:lnTo>
                <a:lnTo>
                  <a:pt x="86202" y="158445"/>
                </a:lnTo>
                <a:lnTo>
                  <a:pt x="87761" y="158161"/>
                </a:lnTo>
                <a:lnTo>
                  <a:pt x="89295" y="157847"/>
                </a:lnTo>
                <a:lnTo>
                  <a:pt x="90804" y="157503"/>
                </a:lnTo>
                <a:lnTo>
                  <a:pt x="92288" y="157129"/>
                </a:lnTo>
                <a:lnTo>
                  <a:pt x="93748" y="156726"/>
                </a:lnTo>
                <a:lnTo>
                  <a:pt x="95182" y="156292"/>
                </a:lnTo>
                <a:lnTo>
                  <a:pt x="96592" y="155829"/>
                </a:lnTo>
                <a:lnTo>
                  <a:pt x="97976" y="155336"/>
                </a:lnTo>
                <a:lnTo>
                  <a:pt x="99336" y="154813"/>
                </a:lnTo>
                <a:lnTo>
                  <a:pt x="100670" y="154259"/>
                </a:lnTo>
                <a:lnTo>
                  <a:pt x="101980" y="153677"/>
                </a:lnTo>
                <a:lnTo>
                  <a:pt x="103265" y="153064"/>
                </a:lnTo>
                <a:lnTo>
                  <a:pt x="104525" y="152421"/>
                </a:lnTo>
                <a:lnTo>
                  <a:pt x="105759" y="151748"/>
                </a:lnTo>
                <a:lnTo>
                  <a:pt x="106969" y="151046"/>
                </a:lnTo>
                <a:lnTo>
                  <a:pt x="108154" y="150317"/>
                </a:lnTo>
                <a:lnTo>
                  <a:pt x="109315" y="149564"/>
                </a:lnTo>
                <a:lnTo>
                  <a:pt x="110450" y="148789"/>
                </a:lnTo>
                <a:lnTo>
                  <a:pt x="111561" y="147990"/>
                </a:lnTo>
                <a:lnTo>
                  <a:pt x="112647" y="147169"/>
                </a:lnTo>
                <a:lnTo>
                  <a:pt x="113708" y="146324"/>
                </a:lnTo>
                <a:lnTo>
                  <a:pt x="114745" y="145456"/>
                </a:lnTo>
                <a:lnTo>
                  <a:pt x="115757" y="144564"/>
                </a:lnTo>
                <a:lnTo>
                  <a:pt x="116744" y="143650"/>
                </a:lnTo>
                <a:lnTo>
                  <a:pt x="117706" y="142712"/>
                </a:lnTo>
                <a:lnTo>
                  <a:pt x="118644" y="141752"/>
                </a:lnTo>
                <a:lnTo>
                  <a:pt x="119556" y="140768"/>
                </a:lnTo>
                <a:lnTo>
                  <a:pt x="120445" y="139761"/>
                </a:lnTo>
                <a:lnTo>
                  <a:pt x="121308" y="138731"/>
                </a:lnTo>
                <a:lnTo>
                  <a:pt x="122146" y="137677"/>
                </a:lnTo>
                <a:lnTo>
                  <a:pt x="122960" y="136601"/>
                </a:lnTo>
                <a:lnTo>
                  <a:pt x="123749" y="135501"/>
                </a:lnTo>
                <a:lnTo>
                  <a:pt x="124514" y="134378"/>
                </a:lnTo>
                <a:lnTo>
                  <a:pt x="125253" y="133232"/>
                </a:lnTo>
                <a:lnTo>
                  <a:pt x="125968" y="132063"/>
                </a:lnTo>
                <a:lnTo>
                  <a:pt x="126658" y="130870"/>
                </a:lnTo>
                <a:lnTo>
                  <a:pt x="127323" y="129655"/>
                </a:lnTo>
                <a:lnTo>
                  <a:pt x="127964" y="128416"/>
                </a:lnTo>
                <a:lnTo>
                  <a:pt x="128580" y="127154"/>
                </a:lnTo>
                <a:lnTo>
                  <a:pt x="129171" y="125873"/>
                </a:lnTo>
                <a:lnTo>
                  <a:pt x="129736" y="124575"/>
                </a:lnTo>
                <a:lnTo>
                  <a:pt x="130277" y="123261"/>
                </a:lnTo>
                <a:lnTo>
                  <a:pt x="130793" y="121931"/>
                </a:lnTo>
                <a:lnTo>
                  <a:pt x="131283" y="120584"/>
                </a:lnTo>
                <a:lnTo>
                  <a:pt x="131748" y="119221"/>
                </a:lnTo>
                <a:lnTo>
                  <a:pt x="132188" y="117842"/>
                </a:lnTo>
                <a:lnTo>
                  <a:pt x="132603" y="116447"/>
                </a:lnTo>
                <a:lnTo>
                  <a:pt x="132993" y="115036"/>
                </a:lnTo>
                <a:lnTo>
                  <a:pt x="133357" y="113608"/>
                </a:lnTo>
                <a:lnTo>
                  <a:pt x="133697" y="112164"/>
                </a:lnTo>
                <a:lnTo>
                  <a:pt x="134011" y="110704"/>
                </a:lnTo>
                <a:lnTo>
                  <a:pt x="134300" y="109228"/>
                </a:lnTo>
                <a:lnTo>
                  <a:pt x="134564" y="107735"/>
                </a:lnTo>
                <a:lnTo>
                  <a:pt x="134803" y="106226"/>
                </a:lnTo>
                <a:lnTo>
                  <a:pt x="135017" y="104701"/>
                </a:lnTo>
                <a:lnTo>
                  <a:pt x="135205" y="103160"/>
                </a:lnTo>
                <a:lnTo>
                  <a:pt x="135369" y="101602"/>
                </a:lnTo>
                <a:lnTo>
                  <a:pt x="135507" y="100029"/>
                </a:lnTo>
                <a:lnTo>
                  <a:pt x="135620" y="98438"/>
                </a:lnTo>
                <a:lnTo>
                  <a:pt x="135708" y="96832"/>
                </a:lnTo>
                <a:lnTo>
                  <a:pt x="135771" y="95210"/>
                </a:lnTo>
                <a:lnTo>
                  <a:pt x="135809" y="93571"/>
                </a:lnTo>
                <a:lnTo>
                  <a:pt x="135821" y="91916"/>
                </a:lnTo>
                <a:lnTo>
                  <a:pt x="135821" y="79942"/>
                </a:lnTo>
                <a:lnTo>
                  <a:pt x="73328" y="79942"/>
                </a:lnTo>
                <a:lnTo>
                  <a:pt x="73328" y="96934"/>
                </a:lnTo>
                <a:lnTo>
                  <a:pt x="115864" y="96934"/>
                </a:lnTo>
                <a:lnTo>
                  <a:pt x="115837" y="98050"/>
                </a:lnTo>
                <a:lnTo>
                  <a:pt x="115794" y="99155"/>
                </a:lnTo>
                <a:lnTo>
                  <a:pt x="115735" y="100249"/>
                </a:lnTo>
                <a:lnTo>
                  <a:pt x="115660" y="101332"/>
                </a:lnTo>
                <a:lnTo>
                  <a:pt x="115569" y="102405"/>
                </a:lnTo>
                <a:lnTo>
                  <a:pt x="115462" y="103466"/>
                </a:lnTo>
                <a:lnTo>
                  <a:pt x="115338" y="104517"/>
                </a:lnTo>
                <a:lnTo>
                  <a:pt x="115199" y="105556"/>
                </a:lnTo>
                <a:lnTo>
                  <a:pt x="115044" y="106585"/>
                </a:lnTo>
                <a:lnTo>
                  <a:pt x="114872" y="107603"/>
                </a:lnTo>
                <a:lnTo>
                  <a:pt x="114685" y="108610"/>
                </a:lnTo>
                <a:lnTo>
                  <a:pt x="114482" y="109606"/>
                </a:lnTo>
                <a:lnTo>
                  <a:pt x="114262" y="110592"/>
                </a:lnTo>
                <a:lnTo>
                  <a:pt x="114027" y="111566"/>
                </a:lnTo>
                <a:lnTo>
                  <a:pt x="113775" y="112530"/>
                </a:lnTo>
                <a:lnTo>
                  <a:pt x="113508" y="113482"/>
                </a:lnTo>
                <a:lnTo>
                  <a:pt x="113224" y="114424"/>
                </a:lnTo>
                <a:lnTo>
                  <a:pt x="112924" y="115355"/>
                </a:lnTo>
                <a:lnTo>
                  <a:pt x="112609" y="116275"/>
                </a:lnTo>
                <a:lnTo>
                  <a:pt x="112277" y="117184"/>
                </a:lnTo>
                <a:lnTo>
                  <a:pt x="111929" y="118082"/>
                </a:lnTo>
                <a:lnTo>
                  <a:pt x="111565" y="118969"/>
                </a:lnTo>
                <a:lnTo>
                  <a:pt x="111186" y="119846"/>
                </a:lnTo>
                <a:lnTo>
                  <a:pt x="110790" y="120711"/>
                </a:lnTo>
                <a:lnTo>
                  <a:pt x="110377" y="121563"/>
                </a:lnTo>
                <a:lnTo>
                  <a:pt x="109947" y="122400"/>
                </a:lnTo>
                <a:lnTo>
                  <a:pt x="109500" y="123220"/>
                </a:lnTo>
                <a:lnTo>
                  <a:pt x="109036" y="124025"/>
                </a:lnTo>
                <a:lnTo>
                  <a:pt x="108555" y="124813"/>
                </a:lnTo>
                <a:lnTo>
                  <a:pt x="108056" y="125586"/>
                </a:lnTo>
                <a:lnTo>
                  <a:pt x="107540" y="126343"/>
                </a:lnTo>
                <a:lnTo>
                  <a:pt x="107007" y="127085"/>
                </a:lnTo>
                <a:lnTo>
                  <a:pt x="106457" y="127810"/>
                </a:lnTo>
                <a:lnTo>
                  <a:pt x="105889" y="128520"/>
                </a:lnTo>
                <a:lnTo>
                  <a:pt x="105305" y="129213"/>
                </a:lnTo>
                <a:lnTo>
                  <a:pt x="104703" y="129891"/>
                </a:lnTo>
                <a:lnTo>
                  <a:pt x="104084" y="130553"/>
                </a:lnTo>
                <a:lnTo>
                  <a:pt x="103447" y="131200"/>
                </a:lnTo>
                <a:lnTo>
                  <a:pt x="102793" y="131830"/>
                </a:lnTo>
                <a:lnTo>
                  <a:pt x="102123" y="132445"/>
                </a:lnTo>
                <a:lnTo>
                  <a:pt x="101435" y="133043"/>
                </a:lnTo>
                <a:lnTo>
                  <a:pt x="100729" y="133626"/>
                </a:lnTo>
                <a:lnTo>
                  <a:pt x="100007" y="134193"/>
                </a:lnTo>
                <a:lnTo>
                  <a:pt x="99267" y="134744"/>
                </a:lnTo>
                <a:lnTo>
                  <a:pt x="98510" y="135280"/>
                </a:lnTo>
                <a:lnTo>
                  <a:pt x="97736" y="135799"/>
                </a:lnTo>
                <a:lnTo>
                  <a:pt x="96944" y="136303"/>
                </a:lnTo>
                <a:lnTo>
                  <a:pt x="96136" y="136791"/>
                </a:lnTo>
                <a:lnTo>
                  <a:pt x="95309" y="137261"/>
                </a:lnTo>
                <a:lnTo>
                  <a:pt x="94463" y="137711"/>
                </a:lnTo>
                <a:lnTo>
                  <a:pt x="93598" y="138140"/>
                </a:lnTo>
                <a:lnTo>
                  <a:pt x="92714" y="138550"/>
                </a:lnTo>
                <a:lnTo>
                  <a:pt x="91812" y="138940"/>
                </a:lnTo>
                <a:lnTo>
                  <a:pt x="90890" y="139310"/>
                </a:lnTo>
                <a:lnTo>
                  <a:pt x="89949" y="139660"/>
                </a:lnTo>
                <a:lnTo>
                  <a:pt x="88989" y="139990"/>
                </a:lnTo>
                <a:lnTo>
                  <a:pt x="88010" y="140300"/>
                </a:lnTo>
                <a:lnTo>
                  <a:pt x="87012" y="140590"/>
                </a:lnTo>
                <a:lnTo>
                  <a:pt x="85995" y="140860"/>
                </a:lnTo>
                <a:lnTo>
                  <a:pt x="84960" y="141110"/>
                </a:lnTo>
                <a:lnTo>
                  <a:pt x="83905" y="141340"/>
                </a:lnTo>
                <a:lnTo>
                  <a:pt x="82831" y="141550"/>
                </a:lnTo>
                <a:lnTo>
                  <a:pt x="81738" y="141740"/>
                </a:lnTo>
                <a:lnTo>
                  <a:pt x="80626" y="141910"/>
                </a:lnTo>
                <a:lnTo>
                  <a:pt x="79495" y="142060"/>
                </a:lnTo>
                <a:lnTo>
                  <a:pt x="78345" y="142190"/>
                </a:lnTo>
                <a:lnTo>
                  <a:pt x="77176" y="142300"/>
                </a:lnTo>
                <a:lnTo>
                  <a:pt x="75989" y="142390"/>
                </a:lnTo>
                <a:lnTo>
                  <a:pt x="74782" y="142460"/>
                </a:lnTo>
                <a:lnTo>
                  <a:pt x="73556" y="142510"/>
                </a:lnTo>
                <a:lnTo>
                  <a:pt x="72311" y="142540"/>
                </a:lnTo>
                <a:lnTo>
                  <a:pt x="71047" y="142550"/>
                </a:lnTo>
                <a:lnTo>
                  <a:pt x="69576" y="142535"/>
                </a:lnTo>
                <a:lnTo>
                  <a:pt x="68128" y="142493"/>
                </a:lnTo>
                <a:lnTo>
                  <a:pt x="66704" y="142421"/>
                </a:lnTo>
                <a:lnTo>
                  <a:pt x="65304" y="142322"/>
                </a:lnTo>
                <a:lnTo>
                  <a:pt x="63926" y="142193"/>
                </a:lnTo>
                <a:lnTo>
                  <a:pt x="62572" y="142037"/>
                </a:lnTo>
                <a:lnTo>
                  <a:pt x="61242" y="141851"/>
                </a:lnTo>
                <a:lnTo>
                  <a:pt x="59934" y="141637"/>
                </a:lnTo>
                <a:lnTo>
                  <a:pt x="58650" y="141395"/>
                </a:lnTo>
                <a:lnTo>
                  <a:pt x="57390" y="141124"/>
                </a:lnTo>
                <a:lnTo>
                  <a:pt x="56153" y="140825"/>
                </a:lnTo>
                <a:lnTo>
                  <a:pt x="54939" y="140497"/>
                </a:lnTo>
                <a:lnTo>
                  <a:pt x="53748" y="140141"/>
                </a:lnTo>
                <a:lnTo>
                  <a:pt x="52581" y="139756"/>
                </a:lnTo>
                <a:lnTo>
                  <a:pt x="51437" y="139342"/>
                </a:lnTo>
                <a:lnTo>
                  <a:pt x="50317" y="138900"/>
                </a:lnTo>
                <a:lnTo>
                  <a:pt x="49220" y="138430"/>
                </a:lnTo>
                <a:lnTo>
                  <a:pt x="48146" y="137931"/>
                </a:lnTo>
                <a:lnTo>
                  <a:pt x="47096" y="137404"/>
                </a:lnTo>
                <a:lnTo>
                  <a:pt x="46069" y="136848"/>
                </a:lnTo>
                <a:lnTo>
                  <a:pt x="45065" y="136263"/>
                </a:lnTo>
                <a:lnTo>
                  <a:pt x="44085" y="135650"/>
                </a:lnTo>
                <a:lnTo>
                  <a:pt x="43128" y="135009"/>
                </a:lnTo>
                <a:lnTo>
                  <a:pt x="42195" y="134339"/>
                </a:lnTo>
                <a:lnTo>
                  <a:pt x="41283" y="133645"/>
                </a:lnTo>
                <a:lnTo>
                  <a:pt x="40392" y="132930"/>
                </a:lnTo>
                <a:lnTo>
                  <a:pt x="39521" y="132196"/>
                </a:lnTo>
                <a:lnTo>
                  <a:pt x="38671" y="131442"/>
                </a:lnTo>
                <a:lnTo>
                  <a:pt x="37841" y="130668"/>
                </a:lnTo>
                <a:lnTo>
                  <a:pt x="37031" y="129873"/>
                </a:lnTo>
                <a:lnTo>
                  <a:pt x="36242" y="129059"/>
                </a:lnTo>
                <a:lnTo>
                  <a:pt x="35473" y="128225"/>
                </a:lnTo>
                <a:lnTo>
                  <a:pt x="34724" y="127371"/>
                </a:lnTo>
                <a:lnTo>
                  <a:pt x="33996" y="126497"/>
                </a:lnTo>
                <a:lnTo>
                  <a:pt x="33288" y="125602"/>
                </a:lnTo>
                <a:lnTo>
                  <a:pt x="32601" y="124688"/>
                </a:lnTo>
                <a:lnTo>
                  <a:pt x="31934" y="123754"/>
                </a:lnTo>
                <a:lnTo>
                  <a:pt x="31288" y="122800"/>
                </a:lnTo>
                <a:lnTo>
                  <a:pt x="30662" y="121826"/>
                </a:lnTo>
                <a:lnTo>
                  <a:pt x="30056" y="120831"/>
                </a:lnTo>
                <a:lnTo>
                  <a:pt x="29470" y="119817"/>
                </a:lnTo>
                <a:lnTo>
                  <a:pt x="28906" y="118783"/>
                </a:lnTo>
                <a:lnTo>
                  <a:pt x="28361" y="117729"/>
                </a:lnTo>
                <a:lnTo>
                  <a:pt x="27837" y="116655"/>
                </a:lnTo>
                <a:lnTo>
                  <a:pt x="27333" y="115561"/>
                </a:lnTo>
                <a:lnTo>
                  <a:pt x="26850" y="114446"/>
                </a:lnTo>
                <a:lnTo>
                  <a:pt x="26387" y="113312"/>
                </a:lnTo>
                <a:lnTo>
                  <a:pt x="25944" y="112158"/>
                </a:lnTo>
                <a:lnTo>
                  <a:pt x="25521" y="110988"/>
                </a:lnTo>
                <a:lnTo>
                  <a:pt x="25115" y="109807"/>
                </a:lnTo>
                <a:lnTo>
                  <a:pt x="24728" y="108615"/>
                </a:lnTo>
                <a:lnTo>
                  <a:pt x="24359" y="107411"/>
                </a:lnTo>
                <a:lnTo>
                  <a:pt x="24007" y="106196"/>
                </a:lnTo>
                <a:lnTo>
                  <a:pt x="23674" y="104970"/>
                </a:lnTo>
                <a:lnTo>
                  <a:pt x="23359" y="103733"/>
                </a:lnTo>
                <a:lnTo>
                  <a:pt x="23061" y="102484"/>
                </a:lnTo>
                <a:lnTo>
                  <a:pt x="22782" y="101224"/>
                </a:lnTo>
                <a:lnTo>
                  <a:pt x="22521" y="99952"/>
                </a:lnTo>
                <a:lnTo>
                  <a:pt x="22278" y="98670"/>
                </a:lnTo>
                <a:lnTo>
                  <a:pt x="22052" y="97376"/>
                </a:lnTo>
                <a:lnTo>
                  <a:pt x="21845" y="96070"/>
                </a:lnTo>
                <a:lnTo>
                  <a:pt x="21656" y="94754"/>
                </a:lnTo>
                <a:lnTo>
                  <a:pt x="21485" y="93426"/>
                </a:lnTo>
                <a:lnTo>
                  <a:pt x="21332" y="92087"/>
                </a:lnTo>
                <a:lnTo>
                  <a:pt x="21197" y="90737"/>
                </a:lnTo>
                <a:lnTo>
                  <a:pt x="21080" y="89375"/>
                </a:lnTo>
                <a:lnTo>
                  <a:pt x="20980" y="88002"/>
                </a:lnTo>
                <a:lnTo>
                  <a:pt x="20899" y="86618"/>
                </a:lnTo>
                <a:lnTo>
                  <a:pt x="20836" y="85222"/>
                </a:lnTo>
                <a:lnTo>
                  <a:pt x="20791" y="83816"/>
                </a:lnTo>
                <a:lnTo>
                  <a:pt x="20764" y="82398"/>
                </a:lnTo>
                <a:lnTo>
                  <a:pt x="20755" y="80968"/>
                </a:lnTo>
                <a:lnTo>
                  <a:pt x="20764" y="79529"/>
                </a:lnTo>
                <a:lnTo>
                  <a:pt x="20791" y="78102"/>
                </a:lnTo>
                <a:lnTo>
                  <a:pt x="20836" y="76686"/>
                </a:lnTo>
                <a:lnTo>
                  <a:pt x="20899" y="75282"/>
                </a:lnTo>
                <a:lnTo>
                  <a:pt x="20980" y="73889"/>
                </a:lnTo>
                <a:lnTo>
                  <a:pt x="21080" y="72508"/>
                </a:lnTo>
                <a:lnTo>
                  <a:pt x="21197" y="71138"/>
                </a:lnTo>
                <a:lnTo>
                  <a:pt x="21332" y="69780"/>
                </a:lnTo>
                <a:lnTo>
                  <a:pt x="21485" y="68433"/>
                </a:lnTo>
                <a:lnTo>
                  <a:pt x="21656" y="67097"/>
                </a:lnTo>
                <a:lnTo>
                  <a:pt x="21845" y="65773"/>
                </a:lnTo>
                <a:lnTo>
                  <a:pt x="22052" y="64461"/>
                </a:lnTo>
                <a:lnTo>
                  <a:pt x="22278" y="63160"/>
                </a:lnTo>
                <a:lnTo>
                  <a:pt x="22521" y="61871"/>
                </a:lnTo>
                <a:lnTo>
                  <a:pt x="22782" y="60593"/>
                </a:lnTo>
                <a:lnTo>
                  <a:pt x="23061" y="59326"/>
                </a:lnTo>
                <a:lnTo>
                  <a:pt x="23359" y="58071"/>
                </a:lnTo>
                <a:lnTo>
                  <a:pt x="23674" y="56827"/>
                </a:lnTo>
                <a:lnTo>
                  <a:pt x="24007" y="55595"/>
                </a:lnTo>
                <a:lnTo>
                  <a:pt x="24359" y="54375"/>
                </a:lnTo>
                <a:lnTo>
                  <a:pt x="24728" y="53166"/>
                </a:lnTo>
                <a:lnTo>
                  <a:pt x="25115" y="51968"/>
                </a:lnTo>
                <a:lnTo>
                  <a:pt x="25521" y="50782"/>
                </a:lnTo>
                <a:lnTo>
                  <a:pt x="25944" y="49607"/>
                </a:lnTo>
                <a:lnTo>
                  <a:pt x="26387" y="48448"/>
                </a:lnTo>
                <a:lnTo>
                  <a:pt x="26849" y="47309"/>
                </a:lnTo>
                <a:lnTo>
                  <a:pt x="27332" y="46189"/>
                </a:lnTo>
                <a:lnTo>
                  <a:pt x="27835" y="45088"/>
                </a:lnTo>
                <a:lnTo>
                  <a:pt x="28358" y="44008"/>
                </a:lnTo>
                <a:lnTo>
                  <a:pt x="28902" y="42947"/>
                </a:lnTo>
                <a:lnTo>
                  <a:pt x="29466" y="41905"/>
                </a:lnTo>
                <a:lnTo>
                  <a:pt x="30049" y="40883"/>
                </a:lnTo>
                <a:lnTo>
                  <a:pt x="30654" y="39881"/>
                </a:lnTo>
                <a:lnTo>
                  <a:pt x="31278" y="38898"/>
                </a:lnTo>
                <a:lnTo>
                  <a:pt x="31922" y="37935"/>
                </a:lnTo>
                <a:lnTo>
                  <a:pt x="32587" y="36992"/>
                </a:lnTo>
                <a:lnTo>
                  <a:pt x="33272" y="36068"/>
                </a:lnTo>
                <a:lnTo>
                  <a:pt x="33977" y="35163"/>
                </a:lnTo>
                <a:lnTo>
                  <a:pt x="34702" y="34279"/>
                </a:lnTo>
                <a:lnTo>
                  <a:pt x="35447" y="33414"/>
                </a:lnTo>
                <a:lnTo>
                  <a:pt x="36213" y="32568"/>
                </a:lnTo>
                <a:lnTo>
                  <a:pt x="36999" y="31742"/>
                </a:lnTo>
                <a:lnTo>
                  <a:pt x="37805" y="30936"/>
                </a:lnTo>
                <a:lnTo>
                  <a:pt x="38631" y="30149"/>
                </a:lnTo>
                <a:lnTo>
                  <a:pt x="39477" y="29382"/>
                </a:lnTo>
                <a:lnTo>
                  <a:pt x="40344" y="28635"/>
                </a:lnTo>
                <a:lnTo>
                  <a:pt x="41231" y="27907"/>
                </a:lnTo>
                <a:lnTo>
                  <a:pt x="42138" y="27198"/>
                </a:lnTo>
                <a:lnTo>
                  <a:pt x="43066" y="26515"/>
                </a:lnTo>
                <a:lnTo>
                  <a:pt x="44018" y="25860"/>
                </a:lnTo>
                <a:lnTo>
                  <a:pt x="44993" y="25234"/>
                </a:lnTo>
                <a:lnTo>
                  <a:pt x="45991" y="24637"/>
                </a:lnTo>
                <a:lnTo>
                  <a:pt x="47013" y="24070"/>
                </a:lnTo>
                <a:lnTo>
                  <a:pt x="48057" y="23531"/>
                </a:lnTo>
                <a:lnTo>
                  <a:pt x="49125" y="23022"/>
                </a:lnTo>
                <a:lnTo>
                  <a:pt x="50216" y="22542"/>
                </a:lnTo>
                <a:lnTo>
                  <a:pt x="51329" y="22091"/>
                </a:lnTo>
                <a:lnTo>
                  <a:pt x="52467" y="21669"/>
                </a:lnTo>
                <a:lnTo>
                  <a:pt x="53627" y="21276"/>
                </a:lnTo>
                <a:lnTo>
                  <a:pt x="54810" y="20912"/>
                </a:lnTo>
                <a:lnTo>
                  <a:pt x="56017" y="20577"/>
                </a:lnTo>
                <a:lnTo>
                  <a:pt x="57247" y="20272"/>
                </a:lnTo>
                <a:lnTo>
                  <a:pt x="58500" y="19995"/>
                </a:lnTo>
                <a:lnTo>
                  <a:pt x="59776" y="19748"/>
                </a:lnTo>
                <a:lnTo>
                  <a:pt x="61075" y="19530"/>
                </a:lnTo>
                <a:lnTo>
                  <a:pt x="62398" y="19340"/>
                </a:lnTo>
                <a:lnTo>
                  <a:pt x="63743" y="19180"/>
                </a:lnTo>
                <a:lnTo>
                  <a:pt x="65112" y="19049"/>
                </a:lnTo>
                <a:lnTo>
                  <a:pt x="66504" y="18948"/>
                </a:lnTo>
                <a:lnTo>
                  <a:pt x="67919" y="18875"/>
                </a:lnTo>
                <a:lnTo>
                  <a:pt x="69357" y="18831"/>
                </a:lnTo>
                <a:lnTo>
                  <a:pt x="70819" y="18817"/>
                </a:lnTo>
                <a:lnTo>
                  <a:pt x="71820" y="18824"/>
                </a:lnTo>
                <a:lnTo>
                  <a:pt x="72810" y="18848"/>
                </a:lnTo>
                <a:lnTo>
                  <a:pt x="73788" y="18887"/>
                </a:lnTo>
                <a:lnTo>
                  <a:pt x="74755" y="18942"/>
                </a:lnTo>
                <a:lnTo>
                  <a:pt x="75709" y="19012"/>
                </a:lnTo>
                <a:lnTo>
                  <a:pt x="76653" y="19098"/>
                </a:lnTo>
                <a:lnTo>
                  <a:pt x="77584" y="19200"/>
                </a:lnTo>
                <a:lnTo>
                  <a:pt x="78504" y="19317"/>
                </a:lnTo>
                <a:lnTo>
                  <a:pt x="79412" y="19450"/>
                </a:lnTo>
                <a:lnTo>
                  <a:pt x="80308" y="19599"/>
                </a:lnTo>
                <a:lnTo>
                  <a:pt x="81193" y="19763"/>
                </a:lnTo>
                <a:lnTo>
                  <a:pt x="82066" y="19943"/>
                </a:lnTo>
                <a:lnTo>
                  <a:pt x="82927" y="20138"/>
                </a:lnTo>
                <a:lnTo>
                  <a:pt x="83777" y="20349"/>
                </a:lnTo>
                <a:lnTo>
                  <a:pt x="84615" y="20576"/>
                </a:lnTo>
                <a:lnTo>
                  <a:pt x="85441" y="20819"/>
                </a:lnTo>
                <a:lnTo>
                  <a:pt x="86256" y="21077"/>
                </a:lnTo>
                <a:lnTo>
                  <a:pt x="87059" y="21350"/>
                </a:lnTo>
                <a:lnTo>
                  <a:pt x="87850" y="21640"/>
                </a:lnTo>
                <a:lnTo>
                  <a:pt x="88629" y="21945"/>
                </a:lnTo>
                <a:lnTo>
                  <a:pt x="89397" y="22265"/>
                </a:lnTo>
                <a:lnTo>
                  <a:pt x="90154" y="22602"/>
                </a:lnTo>
                <a:lnTo>
                  <a:pt x="90898" y="22954"/>
                </a:lnTo>
                <a:lnTo>
                  <a:pt x="91631" y="23321"/>
                </a:lnTo>
                <a:lnTo>
                  <a:pt x="92352" y="23701"/>
                </a:lnTo>
                <a:lnTo>
                  <a:pt x="93060" y="24092"/>
                </a:lnTo>
                <a:lnTo>
                  <a:pt x="93756" y="24492"/>
                </a:lnTo>
                <a:lnTo>
                  <a:pt x="94439" y="24902"/>
                </a:lnTo>
                <a:lnTo>
                  <a:pt x="95110" y="25322"/>
                </a:lnTo>
                <a:lnTo>
                  <a:pt x="95768" y="25752"/>
                </a:lnTo>
                <a:lnTo>
                  <a:pt x="96414" y="26191"/>
                </a:lnTo>
                <a:lnTo>
                  <a:pt x="97048" y="26641"/>
                </a:lnTo>
                <a:lnTo>
                  <a:pt x="97669" y="27100"/>
                </a:lnTo>
                <a:lnTo>
                  <a:pt x="98277" y="27570"/>
                </a:lnTo>
                <a:lnTo>
                  <a:pt x="98873" y="28049"/>
                </a:lnTo>
                <a:lnTo>
                  <a:pt x="99457" y="28538"/>
                </a:lnTo>
                <a:lnTo>
                  <a:pt x="100028" y="29038"/>
                </a:lnTo>
                <a:lnTo>
                  <a:pt x="100587" y="29547"/>
                </a:lnTo>
                <a:lnTo>
                  <a:pt x="101133" y="30066"/>
                </a:lnTo>
                <a:lnTo>
                  <a:pt x="101666" y="30594"/>
                </a:lnTo>
                <a:lnTo>
                  <a:pt x="102188" y="31133"/>
                </a:lnTo>
                <a:lnTo>
                  <a:pt x="102696" y="31682"/>
                </a:lnTo>
                <a:lnTo>
                  <a:pt x="103193" y="32240"/>
                </a:lnTo>
                <a:lnTo>
                  <a:pt x="103676" y="32809"/>
                </a:lnTo>
                <a:lnTo>
                  <a:pt x="104148" y="33387"/>
                </a:lnTo>
                <a:lnTo>
                  <a:pt x="104607" y="33975"/>
                </a:lnTo>
                <a:lnTo>
                  <a:pt x="105053" y="34573"/>
                </a:lnTo>
                <a:lnTo>
                  <a:pt x="105487" y="35181"/>
                </a:lnTo>
                <a:lnTo>
                  <a:pt x="105907" y="35797"/>
                </a:lnTo>
                <a:lnTo>
                  <a:pt x="106314" y="36417"/>
                </a:lnTo>
                <a:lnTo>
                  <a:pt x="106706" y="37042"/>
                </a:lnTo>
                <a:lnTo>
                  <a:pt x="107083" y="37673"/>
                </a:lnTo>
                <a:lnTo>
                  <a:pt x="107447" y="38308"/>
                </a:lnTo>
                <a:lnTo>
                  <a:pt x="107796" y="38948"/>
                </a:lnTo>
                <a:lnTo>
                  <a:pt x="108131" y="39593"/>
                </a:lnTo>
                <a:lnTo>
                  <a:pt x="108452" y="40243"/>
                </a:lnTo>
                <a:lnTo>
                  <a:pt x="108758" y="40898"/>
                </a:lnTo>
                <a:lnTo>
                  <a:pt x="109051" y="41558"/>
                </a:lnTo>
                <a:lnTo>
                  <a:pt x="109329" y="42223"/>
                </a:lnTo>
                <a:lnTo>
                  <a:pt x="109592" y="42893"/>
                </a:lnTo>
                <a:lnTo>
                  <a:pt x="109842" y="43568"/>
                </a:lnTo>
                <a:lnTo>
                  <a:pt x="110077" y="44248"/>
                </a:lnTo>
                <a:lnTo>
                  <a:pt x="110298" y="44933"/>
                </a:lnTo>
                <a:lnTo>
                  <a:pt x="110505" y="45622"/>
                </a:lnTo>
                <a:lnTo>
                  <a:pt x="110697" y="46317"/>
                </a:lnTo>
                <a:lnTo>
                  <a:pt x="110875" y="47016"/>
                </a:lnTo>
                <a:lnTo>
                  <a:pt x="111039" y="47721"/>
                </a:lnTo>
                <a:lnTo>
                  <a:pt x="111189" y="48430"/>
                </a:lnTo>
                <a:lnTo>
                  <a:pt x="111324" y="49145"/>
                </a:lnTo>
                <a:lnTo>
                  <a:pt x="111445" y="49864"/>
                </a:lnTo>
                <a:lnTo>
                  <a:pt x="111552" y="50589"/>
                </a:lnTo>
                <a:lnTo>
                  <a:pt x="111645" y="51318"/>
                </a:lnTo>
                <a:lnTo>
                  <a:pt x="132400" y="51318"/>
                </a:lnTo>
                <a:lnTo>
                  <a:pt x="132288" y="50278"/>
                </a:lnTo>
                <a:lnTo>
                  <a:pt x="132162" y="49250"/>
                </a:lnTo>
                <a:lnTo>
                  <a:pt x="132022" y="48233"/>
                </a:lnTo>
                <a:lnTo>
                  <a:pt x="131866" y="47228"/>
                </a:lnTo>
                <a:lnTo>
                  <a:pt x="131697" y="46235"/>
                </a:lnTo>
                <a:lnTo>
                  <a:pt x="131513" y="45252"/>
                </a:lnTo>
                <a:lnTo>
                  <a:pt x="131314" y="44282"/>
                </a:lnTo>
                <a:lnTo>
                  <a:pt x="131101" y="43322"/>
                </a:lnTo>
                <a:lnTo>
                  <a:pt x="130874" y="42375"/>
                </a:lnTo>
                <a:lnTo>
                  <a:pt x="130632" y="41438"/>
                </a:lnTo>
                <a:lnTo>
                  <a:pt x="130376" y="40514"/>
                </a:lnTo>
                <a:lnTo>
                  <a:pt x="130105" y="39600"/>
                </a:lnTo>
                <a:lnTo>
                  <a:pt x="129820" y="38698"/>
                </a:lnTo>
                <a:lnTo>
                  <a:pt x="129520" y="37808"/>
                </a:lnTo>
                <a:lnTo>
                  <a:pt x="129206" y="36929"/>
                </a:lnTo>
                <a:lnTo>
                  <a:pt x="128878" y="36062"/>
                </a:lnTo>
                <a:lnTo>
                  <a:pt x="128535" y="35206"/>
                </a:lnTo>
                <a:lnTo>
                  <a:pt x="128177" y="34362"/>
                </a:lnTo>
                <a:lnTo>
                  <a:pt x="127805" y="33529"/>
                </a:lnTo>
                <a:lnTo>
                  <a:pt x="127419" y="32707"/>
                </a:lnTo>
                <a:lnTo>
                  <a:pt x="127018" y="31897"/>
                </a:lnTo>
                <a:lnTo>
                  <a:pt x="126603" y="31099"/>
                </a:lnTo>
                <a:lnTo>
                  <a:pt x="126173" y="30312"/>
                </a:lnTo>
                <a:lnTo>
                  <a:pt x="125729" y="29536"/>
                </a:lnTo>
                <a:lnTo>
                  <a:pt x="125272" y="28772"/>
                </a:lnTo>
                <a:lnTo>
                  <a:pt x="124805" y="28019"/>
                </a:lnTo>
                <a:lnTo>
                  <a:pt x="124327" y="27276"/>
                </a:lnTo>
                <a:lnTo>
                  <a:pt x="123838" y="26544"/>
                </a:lnTo>
                <a:lnTo>
                  <a:pt x="123338" y="25824"/>
                </a:lnTo>
                <a:lnTo>
                  <a:pt x="122828" y="25114"/>
                </a:lnTo>
                <a:lnTo>
                  <a:pt x="122307" y="24415"/>
                </a:lnTo>
                <a:lnTo>
                  <a:pt x="121775" y="23727"/>
                </a:lnTo>
                <a:lnTo>
                  <a:pt x="121233" y="23049"/>
                </a:lnTo>
                <a:lnTo>
                  <a:pt x="120680" y="22383"/>
                </a:lnTo>
                <a:lnTo>
                  <a:pt x="120117" y="21728"/>
                </a:lnTo>
                <a:lnTo>
                  <a:pt x="119542" y="21083"/>
                </a:lnTo>
                <a:lnTo>
                  <a:pt x="118957" y="20449"/>
                </a:lnTo>
                <a:lnTo>
                  <a:pt x="118361" y="19827"/>
                </a:lnTo>
                <a:lnTo>
                  <a:pt x="117755" y="19215"/>
                </a:lnTo>
                <a:lnTo>
                  <a:pt x="117138" y="18614"/>
                </a:lnTo>
                <a:lnTo>
                  <a:pt x="116510" y="18024"/>
                </a:lnTo>
                <a:lnTo>
                  <a:pt x="115872" y="17445"/>
                </a:lnTo>
                <a:lnTo>
                  <a:pt x="115222" y="16876"/>
                </a:lnTo>
                <a:lnTo>
                  <a:pt x="114562" y="16319"/>
                </a:lnTo>
                <a:lnTo>
                  <a:pt x="113892" y="15772"/>
                </a:lnTo>
                <a:lnTo>
                  <a:pt x="113211" y="15237"/>
                </a:lnTo>
                <a:lnTo>
                  <a:pt x="112519" y="14712"/>
                </a:lnTo>
                <a:lnTo>
                  <a:pt x="111816" y="14198"/>
                </a:lnTo>
                <a:lnTo>
                  <a:pt x="111105" y="13695"/>
                </a:lnTo>
                <a:lnTo>
                  <a:pt x="110386" y="13202"/>
                </a:lnTo>
                <a:lnTo>
                  <a:pt x="109661" y="12721"/>
                </a:lnTo>
                <a:lnTo>
                  <a:pt x="108929" y="12250"/>
                </a:lnTo>
                <a:lnTo>
                  <a:pt x="108189" y="11789"/>
                </a:lnTo>
                <a:lnTo>
                  <a:pt x="107443" y="11340"/>
                </a:lnTo>
                <a:lnTo>
                  <a:pt x="106690" y="10901"/>
                </a:lnTo>
                <a:lnTo>
                  <a:pt x="105930" y="10473"/>
                </a:lnTo>
                <a:lnTo>
                  <a:pt x="105163" y="10055"/>
                </a:lnTo>
                <a:lnTo>
                  <a:pt x="104390" y="9648"/>
                </a:lnTo>
                <a:lnTo>
                  <a:pt x="103609" y="9252"/>
                </a:lnTo>
                <a:lnTo>
                  <a:pt x="102821" y="8867"/>
                </a:lnTo>
                <a:lnTo>
                  <a:pt x="102026" y="8492"/>
                </a:lnTo>
                <a:lnTo>
                  <a:pt x="101225" y="8128"/>
                </a:lnTo>
                <a:lnTo>
                  <a:pt x="100416" y="7774"/>
                </a:lnTo>
                <a:lnTo>
                  <a:pt x="99601" y="7432"/>
                </a:lnTo>
                <a:lnTo>
                  <a:pt x="98779" y="7100"/>
                </a:lnTo>
                <a:lnTo>
                  <a:pt x="97949" y="6778"/>
                </a:lnTo>
                <a:lnTo>
                  <a:pt x="97113" y="6468"/>
                </a:lnTo>
                <a:lnTo>
                  <a:pt x="96270" y="6168"/>
                </a:lnTo>
                <a:lnTo>
                  <a:pt x="95420" y="5878"/>
                </a:lnTo>
                <a:lnTo>
                  <a:pt x="94563" y="5600"/>
                </a:lnTo>
                <a:lnTo>
                  <a:pt x="93699" y="5332"/>
                </a:lnTo>
                <a:lnTo>
                  <a:pt x="92828" y="5075"/>
                </a:lnTo>
                <a:lnTo>
                  <a:pt x="91953" y="4828"/>
                </a:lnTo>
                <a:lnTo>
                  <a:pt x="91074" y="4592"/>
                </a:lnTo>
                <a:lnTo>
                  <a:pt x="90193" y="4366"/>
                </a:lnTo>
                <a:lnTo>
                  <a:pt x="89309" y="4151"/>
                </a:lnTo>
                <a:lnTo>
                  <a:pt x="88422" y="3947"/>
                </a:lnTo>
                <a:lnTo>
                  <a:pt x="87533" y="3753"/>
                </a:lnTo>
                <a:lnTo>
                  <a:pt x="86640" y="3569"/>
                </a:lnTo>
                <a:lnTo>
                  <a:pt x="85745" y="3396"/>
                </a:lnTo>
                <a:lnTo>
                  <a:pt x="84847" y="3233"/>
                </a:lnTo>
                <a:lnTo>
                  <a:pt x="83947" y="3081"/>
                </a:lnTo>
                <a:lnTo>
                  <a:pt x="83043" y="2939"/>
                </a:lnTo>
                <a:lnTo>
                  <a:pt x="82137" y="2808"/>
                </a:lnTo>
                <a:lnTo>
                  <a:pt x="81228" y="2688"/>
                </a:lnTo>
                <a:lnTo>
                  <a:pt x="80316" y="2577"/>
                </a:lnTo>
                <a:lnTo>
                  <a:pt x="79402" y="2478"/>
                </a:lnTo>
                <a:lnTo>
                  <a:pt x="78485" y="2389"/>
                </a:lnTo>
                <a:lnTo>
                  <a:pt x="77565" y="2310"/>
                </a:lnTo>
                <a:lnTo>
                  <a:pt x="76642" y="2242"/>
                </a:lnTo>
                <a:lnTo>
                  <a:pt x="75716" y="2184"/>
                </a:lnTo>
                <a:lnTo>
                  <a:pt x="74788" y="2137"/>
                </a:lnTo>
                <a:lnTo>
                  <a:pt x="73857" y="2100"/>
                </a:lnTo>
                <a:lnTo>
                  <a:pt x="72923" y="2074"/>
                </a:lnTo>
                <a:lnTo>
                  <a:pt x="71986" y="2058"/>
                </a:lnTo>
                <a:lnTo>
                  <a:pt x="71047" y="2053"/>
                </a:lnTo>
                <a:lnTo>
                  <a:pt x="69130" y="2070"/>
                </a:lnTo>
                <a:lnTo>
                  <a:pt x="67239" y="2122"/>
                </a:lnTo>
                <a:lnTo>
                  <a:pt x="65373" y="2208"/>
                </a:lnTo>
                <a:lnTo>
                  <a:pt x="63533" y="2328"/>
                </a:lnTo>
                <a:lnTo>
                  <a:pt x="61718" y="2483"/>
                </a:lnTo>
                <a:lnTo>
                  <a:pt x="59928" y="2673"/>
                </a:lnTo>
                <a:lnTo>
                  <a:pt x="58163" y="2897"/>
                </a:lnTo>
                <a:lnTo>
                  <a:pt x="56424" y="3155"/>
                </a:lnTo>
                <a:lnTo>
                  <a:pt x="54711" y="3448"/>
                </a:lnTo>
                <a:lnTo>
                  <a:pt x="53022" y="3775"/>
                </a:lnTo>
                <a:lnTo>
                  <a:pt x="51359" y="4137"/>
                </a:lnTo>
                <a:lnTo>
                  <a:pt x="49721" y="4533"/>
                </a:lnTo>
                <a:lnTo>
                  <a:pt x="48109" y="4964"/>
                </a:lnTo>
                <a:lnTo>
                  <a:pt x="46522" y="5429"/>
                </a:lnTo>
                <a:lnTo>
                  <a:pt x="44960" y="5928"/>
                </a:lnTo>
                <a:lnTo>
                  <a:pt x="43424" y="6462"/>
                </a:lnTo>
                <a:lnTo>
                  <a:pt x="41913" y="7031"/>
                </a:lnTo>
                <a:lnTo>
                  <a:pt x="40427" y="7634"/>
                </a:lnTo>
                <a:lnTo>
                  <a:pt x="38967" y="8271"/>
                </a:lnTo>
                <a:lnTo>
                  <a:pt x="37532" y="8943"/>
                </a:lnTo>
                <a:lnTo>
                  <a:pt x="36122" y="9649"/>
                </a:lnTo>
                <a:lnTo>
                  <a:pt x="34738" y="10389"/>
                </a:lnTo>
                <a:lnTo>
                  <a:pt x="33379" y="11165"/>
                </a:lnTo>
                <a:lnTo>
                  <a:pt x="32045" y="11974"/>
                </a:lnTo>
                <a:lnTo>
                  <a:pt x="30738" y="12815"/>
                </a:lnTo>
                <a:lnTo>
                  <a:pt x="29457" y="13682"/>
                </a:lnTo>
                <a:lnTo>
                  <a:pt x="28203" y="14577"/>
                </a:lnTo>
                <a:lnTo>
                  <a:pt x="26977" y="15500"/>
                </a:lnTo>
                <a:lnTo>
                  <a:pt x="25777" y="16450"/>
                </a:lnTo>
                <a:lnTo>
                  <a:pt x="24604" y="17427"/>
                </a:lnTo>
                <a:lnTo>
                  <a:pt x="23458" y="18431"/>
                </a:lnTo>
                <a:lnTo>
                  <a:pt x="22339" y="19463"/>
                </a:lnTo>
                <a:lnTo>
                  <a:pt x="21247" y="20522"/>
                </a:lnTo>
                <a:lnTo>
                  <a:pt x="20182" y="21608"/>
                </a:lnTo>
                <a:lnTo>
                  <a:pt x="19144" y="22722"/>
                </a:lnTo>
                <a:lnTo>
                  <a:pt x="18132" y="23863"/>
                </a:lnTo>
                <a:lnTo>
                  <a:pt x="17148" y="25031"/>
                </a:lnTo>
                <a:lnTo>
                  <a:pt x="16190" y="26227"/>
                </a:lnTo>
                <a:lnTo>
                  <a:pt x="15260" y="27450"/>
                </a:lnTo>
                <a:lnTo>
                  <a:pt x="14356" y="28700"/>
                </a:lnTo>
                <a:lnTo>
                  <a:pt x="13480" y="29978"/>
                </a:lnTo>
                <a:lnTo>
                  <a:pt x="12630" y="31283"/>
                </a:lnTo>
                <a:lnTo>
                  <a:pt x="11807" y="32615"/>
                </a:lnTo>
                <a:lnTo>
                  <a:pt x="11011" y="33974"/>
                </a:lnTo>
                <a:lnTo>
                  <a:pt x="10242" y="35361"/>
                </a:lnTo>
                <a:lnTo>
                  <a:pt x="9500" y="36775"/>
                </a:lnTo>
                <a:lnTo>
                  <a:pt x="8785" y="38217"/>
                </a:lnTo>
                <a:lnTo>
                  <a:pt x="8097" y="39686"/>
                </a:lnTo>
                <a:lnTo>
                  <a:pt x="7436" y="41178"/>
                </a:lnTo>
                <a:lnTo>
                  <a:pt x="6804" y="42690"/>
                </a:lnTo>
                <a:lnTo>
                  <a:pt x="6199" y="44222"/>
                </a:lnTo>
                <a:lnTo>
                  <a:pt x="5623" y="45774"/>
                </a:lnTo>
                <a:lnTo>
                  <a:pt x="5075" y="47346"/>
                </a:lnTo>
                <a:lnTo>
                  <a:pt x="4554" y="48937"/>
                </a:lnTo>
                <a:lnTo>
                  <a:pt x="4062" y="50549"/>
                </a:lnTo>
                <a:lnTo>
                  <a:pt x="3599" y="52180"/>
                </a:lnTo>
                <a:lnTo>
                  <a:pt x="3163" y="53830"/>
                </a:lnTo>
                <a:lnTo>
                  <a:pt x="2755" y="55501"/>
                </a:lnTo>
                <a:lnTo>
                  <a:pt x="2376" y="57191"/>
                </a:lnTo>
                <a:lnTo>
                  <a:pt x="2024" y="58902"/>
                </a:lnTo>
                <a:lnTo>
                  <a:pt x="1701" y="60632"/>
                </a:lnTo>
                <a:lnTo>
                  <a:pt x="1406" y="62381"/>
                </a:lnTo>
                <a:lnTo>
                  <a:pt x="1139" y="64151"/>
                </a:lnTo>
                <a:lnTo>
                  <a:pt x="900" y="65940"/>
                </a:lnTo>
                <a:lnTo>
                  <a:pt x="689" y="67750"/>
                </a:lnTo>
                <a:lnTo>
                  <a:pt x="506" y="69579"/>
                </a:lnTo>
                <a:lnTo>
                  <a:pt x="351" y="71427"/>
                </a:lnTo>
                <a:lnTo>
                  <a:pt x="225" y="73296"/>
                </a:lnTo>
                <a:lnTo>
                  <a:pt x="127" y="75184"/>
                </a:lnTo>
                <a:lnTo>
                  <a:pt x="56" y="77092"/>
                </a:lnTo>
                <a:lnTo>
                  <a:pt x="14" y="79020"/>
                </a:lnTo>
                <a:lnTo>
                  <a:pt x="0" y="80968"/>
                </a:lnTo>
                <a:lnTo>
                  <a:pt x="14" y="82907"/>
                </a:lnTo>
                <a:lnTo>
                  <a:pt x="56" y="84825"/>
                </a:lnTo>
                <a:lnTo>
                  <a:pt x="127" y="86725"/>
                </a:lnTo>
                <a:lnTo>
                  <a:pt x="225" y="88604"/>
                </a:lnTo>
                <a:lnTo>
                  <a:pt x="351" y="90464"/>
                </a:lnTo>
                <a:lnTo>
                  <a:pt x="506" y="92305"/>
                </a:lnTo>
                <a:lnTo>
                  <a:pt x="689" y="94125"/>
                </a:lnTo>
                <a:lnTo>
                  <a:pt x="900" y="95926"/>
                </a:lnTo>
                <a:lnTo>
                  <a:pt x="1139" y="97708"/>
                </a:lnTo>
                <a:lnTo>
                  <a:pt x="1406" y="99470"/>
                </a:lnTo>
                <a:lnTo>
                  <a:pt x="1701" y="101212"/>
                </a:lnTo>
                <a:lnTo>
                  <a:pt x="2024" y="102935"/>
                </a:lnTo>
                <a:lnTo>
                  <a:pt x="2376" y="104638"/>
                </a:lnTo>
                <a:lnTo>
                  <a:pt x="2755" y="106322"/>
                </a:lnTo>
                <a:lnTo>
                  <a:pt x="3163" y="107986"/>
                </a:lnTo>
                <a:lnTo>
                  <a:pt x="3599" y="109630"/>
                </a:lnTo>
                <a:lnTo>
                  <a:pt x="4062" y="111255"/>
                </a:lnTo>
                <a:lnTo>
                  <a:pt x="4554" y="112860"/>
                </a:lnTo>
                <a:lnTo>
                  <a:pt x="5075" y="114446"/>
                </a:lnTo>
                <a:lnTo>
                  <a:pt x="5623" y="116012"/>
                </a:lnTo>
                <a:lnTo>
                  <a:pt x="6199" y="117558"/>
                </a:lnTo>
                <a:lnTo>
                  <a:pt x="6804" y="119085"/>
                </a:lnTo>
                <a:lnTo>
                  <a:pt x="7436" y="120592"/>
                </a:lnTo>
                <a:lnTo>
                  <a:pt x="8097" y="122080"/>
                </a:lnTo>
                <a:lnTo>
                  <a:pt x="8785" y="123544"/>
                </a:lnTo>
                <a:lnTo>
                  <a:pt x="9500" y="124981"/>
                </a:lnTo>
                <a:lnTo>
                  <a:pt x="10242" y="126391"/>
                </a:lnTo>
                <a:lnTo>
                  <a:pt x="11011" y="127774"/>
                </a:lnTo>
                <a:lnTo>
                  <a:pt x="11807" y="129129"/>
                </a:lnTo>
                <a:lnTo>
                  <a:pt x="12630" y="130458"/>
                </a:lnTo>
                <a:lnTo>
                  <a:pt x="13480" y="131759"/>
                </a:lnTo>
                <a:lnTo>
                  <a:pt x="14356" y="133034"/>
                </a:lnTo>
                <a:lnTo>
                  <a:pt x="15260" y="134281"/>
                </a:lnTo>
                <a:lnTo>
                  <a:pt x="16190" y="135501"/>
                </a:lnTo>
                <a:lnTo>
                  <a:pt x="17148" y="136694"/>
                </a:lnTo>
                <a:lnTo>
                  <a:pt x="18132" y="137860"/>
                </a:lnTo>
                <a:lnTo>
                  <a:pt x="19144" y="138999"/>
                </a:lnTo>
                <a:lnTo>
                  <a:pt x="20182" y="140110"/>
                </a:lnTo>
                <a:lnTo>
                  <a:pt x="21247" y="141195"/>
                </a:lnTo>
                <a:lnTo>
                  <a:pt x="22339" y="142252"/>
                </a:lnTo>
                <a:lnTo>
                  <a:pt x="23458" y="143282"/>
                </a:lnTo>
                <a:lnTo>
                  <a:pt x="24604" y="144285"/>
                </a:lnTo>
                <a:lnTo>
                  <a:pt x="25777" y="145261"/>
                </a:lnTo>
                <a:lnTo>
                  <a:pt x="26977" y="146210"/>
                </a:lnTo>
                <a:lnTo>
                  <a:pt x="28203" y="147132"/>
                </a:lnTo>
                <a:lnTo>
                  <a:pt x="29457" y="148026"/>
                </a:lnTo>
                <a:lnTo>
                  <a:pt x="30738" y="148894"/>
                </a:lnTo>
                <a:lnTo>
                  <a:pt x="32045" y="149734"/>
                </a:lnTo>
                <a:lnTo>
                  <a:pt x="33379" y="150544"/>
                </a:lnTo>
                <a:lnTo>
                  <a:pt x="34738" y="151319"/>
                </a:lnTo>
                <a:lnTo>
                  <a:pt x="36122" y="152060"/>
                </a:lnTo>
                <a:lnTo>
                  <a:pt x="37532" y="152766"/>
                </a:lnTo>
                <a:lnTo>
                  <a:pt x="38967" y="153438"/>
                </a:lnTo>
                <a:lnTo>
                  <a:pt x="40427" y="154075"/>
                </a:lnTo>
                <a:lnTo>
                  <a:pt x="41913" y="154678"/>
                </a:lnTo>
                <a:lnTo>
                  <a:pt x="43424" y="155246"/>
                </a:lnTo>
                <a:lnTo>
                  <a:pt x="44960" y="155780"/>
                </a:lnTo>
                <a:lnTo>
                  <a:pt x="46522" y="156280"/>
                </a:lnTo>
                <a:lnTo>
                  <a:pt x="48109" y="156745"/>
                </a:lnTo>
                <a:lnTo>
                  <a:pt x="49721" y="157175"/>
                </a:lnTo>
                <a:lnTo>
                  <a:pt x="51359" y="157571"/>
                </a:lnTo>
                <a:lnTo>
                  <a:pt x="53022" y="157933"/>
                </a:lnTo>
                <a:lnTo>
                  <a:pt x="54711" y="158260"/>
                </a:lnTo>
                <a:lnTo>
                  <a:pt x="56424" y="158553"/>
                </a:lnTo>
                <a:lnTo>
                  <a:pt x="58163" y="158812"/>
                </a:lnTo>
                <a:lnTo>
                  <a:pt x="59928" y="159036"/>
                </a:lnTo>
                <a:lnTo>
                  <a:pt x="61718" y="159225"/>
                </a:lnTo>
                <a:lnTo>
                  <a:pt x="63533" y="159380"/>
                </a:lnTo>
                <a:lnTo>
                  <a:pt x="65373" y="159501"/>
                </a:lnTo>
                <a:lnTo>
                  <a:pt x="67239" y="159587"/>
                </a:lnTo>
                <a:lnTo>
                  <a:pt x="69130" y="159638"/>
                </a:lnTo>
                <a:lnTo>
                  <a:pt x="71047" y="159656"/>
                </a:lnTo>
                <a:lnTo>
                  <a:pt x="72830" y="159641"/>
                </a:lnTo>
                <a:lnTo>
                  <a:pt x="74589" y="159596"/>
                </a:lnTo>
                <a:lnTo>
                  <a:pt x="76323" y="159521"/>
                </a:lnTo>
                <a:lnTo>
                  <a:pt x="78032" y="159417"/>
                </a:lnTo>
                <a:lnTo>
                  <a:pt x="79716" y="159282"/>
                </a:lnTo>
                <a:lnTo>
                  <a:pt x="81375" y="159118"/>
                </a:lnTo>
                <a:lnTo>
                  <a:pt x="83008" y="158923"/>
                </a:lnTo>
                <a:close/>
                <a:moveTo>
                  <a:pt x="729201" y="142004"/>
                </a:moveTo>
                <a:lnTo>
                  <a:pt x="728454" y="141935"/>
                </a:lnTo>
                <a:lnTo>
                  <a:pt x="727733" y="141846"/>
                </a:lnTo>
                <a:lnTo>
                  <a:pt x="727037" y="141737"/>
                </a:lnTo>
                <a:lnTo>
                  <a:pt x="726367" y="141608"/>
                </a:lnTo>
                <a:lnTo>
                  <a:pt x="725722" y="141460"/>
                </a:lnTo>
                <a:lnTo>
                  <a:pt x="725103" y="141291"/>
                </a:lnTo>
                <a:lnTo>
                  <a:pt x="724509" y="141103"/>
                </a:lnTo>
                <a:lnTo>
                  <a:pt x="723941" y="140895"/>
                </a:lnTo>
                <a:lnTo>
                  <a:pt x="723398" y="140667"/>
                </a:lnTo>
                <a:lnTo>
                  <a:pt x="722881" y="140420"/>
                </a:lnTo>
                <a:lnTo>
                  <a:pt x="722390" y="140152"/>
                </a:lnTo>
                <a:lnTo>
                  <a:pt x="721924" y="139865"/>
                </a:lnTo>
                <a:lnTo>
                  <a:pt x="721484" y="139558"/>
                </a:lnTo>
                <a:lnTo>
                  <a:pt x="721069" y="139231"/>
                </a:lnTo>
                <a:lnTo>
                  <a:pt x="720679" y="138884"/>
                </a:lnTo>
                <a:lnTo>
                  <a:pt x="720316" y="138518"/>
                </a:lnTo>
                <a:lnTo>
                  <a:pt x="719977" y="138131"/>
                </a:lnTo>
                <a:lnTo>
                  <a:pt x="719665" y="137725"/>
                </a:lnTo>
                <a:lnTo>
                  <a:pt x="719377" y="137299"/>
                </a:lnTo>
                <a:lnTo>
                  <a:pt x="719116" y="136854"/>
                </a:lnTo>
                <a:lnTo>
                  <a:pt x="718880" y="136388"/>
                </a:lnTo>
                <a:lnTo>
                  <a:pt x="718661" y="135903"/>
                </a:lnTo>
                <a:lnTo>
                  <a:pt x="718452" y="135401"/>
                </a:lnTo>
                <a:lnTo>
                  <a:pt x="718252" y="134881"/>
                </a:lnTo>
                <a:lnTo>
                  <a:pt x="718061" y="134343"/>
                </a:lnTo>
                <a:lnTo>
                  <a:pt x="717879" y="133787"/>
                </a:lnTo>
                <a:lnTo>
                  <a:pt x="717707" y="133214"/>
                </a:lnTo>
                <a:lnTo>
                  <a:pt x="717544" y="132623"/>
                </a:lnTo>
                <a:lnTo>
                  <a:pt x="717391" y="132014"/>
                </a:lnTo>
                <a:lnTo>
                  <a:pt x="717247" y="131388"/>
                </a:lnTo>
                <a:lnTo>
                  <a:pt x="717112" y="130743"/>
                </a:lnTo>
                <a:lnTo>
                  <a:pt x="716986" y="130081"/>
                </a:lnTo>
                <a:lnTo>
                  <a:pt x="716870" y="129401"/>
                </a:lnTo>
                <a:lnTo>
                  <a:pt x="716763" y="128704"/>
                </a:lnTo>
                <a:lnTo>
                  <a:pt x="716665" y="127988"/>
                </a:lnTo>
                <a:lnTo>
                  <a:pt x="716577" y="127255"/>
                </a:lnTo>
                <a:lnTo>
                  <a:pt x="716497" y="126505"/>
                </a:lnTo>
                <a:lnTo>
                  <a:pt x="716428" y="125736"/>
                </a:lnTo>
                <a:lnTo>
                  <a:pt x="716367" y="124950"/>
                </a:lnTo>
                <a:lnTo>
                  <a:pt x="716316" y="124146"/>
                </a:lnTo>
                <a:lnTo>
                  <a:pt x="716274" y="123324"/>
                </a:lnTo>
                <a:lnTo>
                  <a:pt x="716242" y="122484"/>
                </a:lnTo>
                <a:lnTo>
                  <a:pt x="716218" y="121627"/>
                </a:lnTo>
                <a:lnTo>
                  <a:pt x="716204" y="120752"/>
                </a:lnTo>
                <a:lnTo>
                  <a:pt x="716200" y="119859"/>
                </a:lnTo>
                <a:lnTo>
                  <a:pt x="716200" y="58502"/>
                </a:lnTo>
                <a:lnTo>
                  <a:pt x="743683" y="58502"/>
                </a:lnTo>
                <a:lnTo>
                  <a:pt x="743683" y="43107"/>
                </a:lnTo>
                <a:lnTo>
                  <a:pt x="716200" y="43107"/>
                </a:lnTo>
                <a:lnTo>
                  <a:pt x="716200" y="17676"/>
                </a:lnTo>
                <a:lnTo>
                  <a:pt x="697155" y="17676"/>
                </a:lnTo>
                <a:lnTo>
                  <a:pt x="697155" y="43107"/>
                </a:lnTo>
                <a:lnTo>
                  <a:pt x="678681" y="43107"/>
                </a:lnTo>
                <a:lnTo>
                  <a:pt x="678681" y="58502"/>
                </a:lnTo>
                <a:lnTo>
                  <a:pt x="697155" y="58502"/>
                </a:lnTo>
                <a:lnTo>
                  <a:pt x="697155" y="120397"/>
                </a:lnTo>
                <a:lnTo>
                  <a:pt x="697160" y="121366"/>
                </a:lnTo>
                <a:lnTo>
                  <a:pt x="697174" y="122323"/>
                </a:lnTo>
                <a:lnTo>
                  <a:pt x="697197" y="123268"/>
                </a:lnTo>
                <a:lnTo>
                  <a:pt x="697230" y="124202"/>
                </a:lnTo>
                <a:lnTo>
                  <a:pt x="697271" y="125123"/>
                </a:lnTo>
                <a:lnTo>
                  <a:pt x="697323" y="126034"/>
                </a:lnTo>
                <a:lnTo>
                  <a:pt x="697383" y="126932"/>
                </a:lnTo>
                <a:lnTo>
                  <a:pt x="697453" y="127819"/>
                </a:lnTo>
                <a:lnTo>
                  <a:pt x="697532" y="128694"/>
                </a:lnTo>
                <a:lnTo>
                  <a:pt x="697620" y="129557"/>
                </a:lnTo>
                <a:lnTo>
                  <a:pt x="697718" y="130409"/>
                </a:lnTo>
                <a:lnTo>
                  <a:pt x="697825" y="131249"/>
                </a:lnTo>
                <a:lnTo>
                  <a:pt x="697941" y="132077"/>
                </a:lnTo>
                <a:lnTo>
                  <a:pt x="698067" y="132894"/>
                </a:lnTo>
                <a:lnTo>
                  <a:pt x="698202" y="133699"/>
                </a:lnTo>
                <a:lnTo>
                  <a:pt x="698346" y="134492"/>
                </a:lnTo>
                <a:lnTo>
                  <a:pt x="698500" y="135274"/>
                </a:lnTo>
                <a:lnTo>
                  <a:pt x="698663" y="136044"/>
                </a:lnTo>
                <a:lnTo>
                  <a:pt x="698835" y="136802"/>
                </a:lnTo>
                <a:lnTo>
                  <a:pt x="699016" y="137549"/>
                </a:lnTo>
                <a:lnTo>
                  <a:pt x="699207" y="138284"/>
                </a:lnTo>
                <a:lnTo>
                  <a:pt x="699407" y="139007"/>
                </a:lnTo>
                <a:lnTo>
                  <a:pt x="699616" y="139719"/>
                </a:lnTo>
                <a:lnTo>
                  <a:pt x="699835" y="140419"/>
                </a:lnTo>
                <a:lnTo>
                  <a:pt x="700066" y="141106"/>
                </a:lnTo>
                <a:lnTo>
                  <a:pt x="700313" y="141779"/>
                </a:lnTo>
                <a:lnTo>
                  <a:pt x="700576" y="142439"/>
                </a:lnTo>
                <a:lnTo>
                  <a:pt x="700855" y="143085"/>
                </a:lnTo>
                <a:lnTo>
                  <a:pt x="701150" y="143718"/>
                </a:lnTo>
                <a:lnTo>
                  <a:pt x="701460" y="144338"/>
                </a:lnTo>
                <a:lnTo>
                  <a:pt x="701786" y="144943"/>
                </a:lnTo>
                <a:lnTo>
                  <a:pt x="702128" y="145536"/>
                </a:lnTo>
                <a:lnTo>
                  <a:pt x="702486" y="146115"/>
                </a:lnTo>
                <a:lnTo>
                  <a:pt x="702860" y="146680"/>
                </a:lnTo>
                <a:lnTo>
                  <a:pt x="703250" y="147232"/>
                </a:lnTo>
                <a:lnTo>
                  <a:pt x="703655" y="147770"/>
                </a:lnTo>
                <a:lnTo>
                  <a:pt x="704077" y="148294"/>
                </a:lnTo>
                <a:lnTo>
                  <a:pt x="704514" y="148806"/>
                </a:lnTo>
                <a:lnTo>
                  <a:pt x="704967" y="149303"/>
                </a:lnTo>
                <a:lnTo>
                  <a:pt x="705436" y="149787"/>
                </a:lnTo>
                <a:lnTo>
                  <a:pt x="705920" y="150258"/>
                </a:lnTo>
                <a:lnTo>
                  <a:pt x="706421" y="150715"/>
                </a:lnTo>
                <a:lnTo>
                  <a:pt x="706937" y="151158"/>
                </a:lnTo>
                <a:lnTo>
                  <a:pt x="707469" y="151588"/>
                </a:lnTo>
                <a:lnTo>
                  <a:pt x="708017" y="152005"/>
                </a:lnTo>
                <a:lnTo>
                  <a:pt x="708581" y="152408"/>
                </a:lnTo>
                <a:lnTo>
                  <a:pt x="709161" y="152797"/>
                </a:lnTo>
                <a:lnTo>
                  <a:pt x="709756" y="153173"/>
                </a:lnTo>
                <a:lnTo>
                  <a:pt x="710371" y="153535"/>
                </a:lnTo>
                <a:lnTo>
                  <a:pt x="711006" y="153881"/>
                </a:lnTo>
                <a:lnTo>
                  <a:pt x="711662" y="154211"/>
                </a:lnTo>
                <a:lnTo>
                  <a:pt x="712340" y="154527"/>
                </a:lnTo>
                <a:lnTo>
                  <a:pt x="713039" y="154827"/>
                </a:lnTo>
                <a:lnTo>
                  <a:pt x="713759" y="155111"/>
                </a:lnTo>
                <a:lnTo>
                  <a:pt x="714500" y="155380"/>
                </a:lnTo>
                <a:lnTo>
                  <a:pt x="715262" y="155634"/>
                </a:lnTo>
                <a:lnTo>
                  <a:pt x="716046" y="155873"/>
                </a:lnTo>
                <a:lnTo>
                  <a:pt x="716850" y="156096"/>
                </a:lnTo>
                <a:lnTo>
                  <a:pt x="717676" y="156303"/>
                </a:lnTo>
                <a:lnTo>
                  <a:pt x="718523" y="156496"/>
                </a:lnTo>
                <a:lnTo>
                  <a:pt x="719392" y="156672"/>
                </a:lnTo>
                <a:lnTo>
                  <a:pt x="720281" y="156834"/>
                </a:lnTo>
                <a:lnTo>
                  <a:pt x="721192" y="156980"/>
                </a:lnTo>
                <a:lnTo>
                  <a:pt x="722123" y="157111"/>
                </a:lnTo>
                <a:lnTo>
                  <a:pt x="723076" y="157226"/>
                </a:lnTo>
                <a:lnTo>
                  <a:pt x="724051" y="157326"/>
                </a:lnTo>
                <a:lnTo>
                  <a:pt x="725046" y="157411"/>
                </a:lnTo>
                <a:lnTo>
                  <a:pt x="726063" y="157480"/>
                </a:lnTo>
                <a:lnTo>
                  <a:pt x="727100" y="157534"/>
                </a:lnTo>
                <a:lnTo>
                  <a:pt x="728159" y="157572"/>
                </a:lnTo>
                <a:lnTo>
                  <a:pt x="729239" y="157595"/>
                </a:lnTo>
                <a:lnTo>
                  <a:pt x="730341" y="157603"/>
                </a:lnTo>
                <a:lnTo>
                  <a:pt x="743683" y="157603"/>
                </a:lnTo>
                <a:lnTo>
                  <a:pt x="743683" y="142094"/>
                </a:lnTo>
                <a:lnTo>
                  <a:pt x="731595" y="142094"/>
                </a:lnTo>
                <a:lnTo>
                  <a:pt x="730772" y="142084"/>
                </a:lnTo>
                <a:lnTo>
                  <a:pt x="729974" y="142054"/>
                </a:lnTo>
                <a:lnTo>
                  <a:pt x="729201" y="142004"/>
                </a:lnTo>
                <a:close/>
                <a:moveTo>
                  <a:pt x="1701250" y="72627"/>
                </a:moveTo>
                <a:lnTo>
                  <a:pt x="1701709" y="72088"/>
                </a:lnTo>
                <a:lnTo>
                  <a:pt x="1702179" y="71552"/>
                </a:lnTo>
                <a:lnTo>
                  <a:pt x="1702660" y="71019"/>
                </a:lnTo>
                <a:lnTo>
                  <a:pt x="1703151" y="70489"/>
                </a:lnTo>
                <a:lnTo>
                  <a:pt x="1703654" y="69962"/>
                </a:lnTo>
                <a:lnTo>
                  <a:pt x="1704167" y="69439"/>
                </a:lnTo>
                <a:lnTo>
                  <a:pt x="1704692" y="68918"/>
                </a:lnTo>
                <a:lnTo>
                  <a:pt x="1705227" y="68401"/>
                </a:lnTo>
                <a:lnTo>
                  <a:pt x="1705773" y="67887"/>
                </a:lnTo>
                <a:lnTo>
                  <a:pt x="1706330" y="67375"/>
                </a:lnTo>
                <a:lnTo>
                  <a:pt x="1706898" y="66867"/>
                </a:lnTo>
                <a:lnTo>
                  <a:pt x="1707477" y="66362"/>
                </a:lnTo>
                <a:lnTo>
                  <a:pt x="1708067" y="65860"/>
                </a:lnTo>
                <a:lnTo>
                  <a:pt x="1708667" y="65362"/>
                </a:lnTo>
                <a:lnTo>
                  <a:pt x="1709279" y="64866"/>
                </a:lnTo>
                <a:lnTo>
                  <a:pt x="1709901" y="64373"/>
                </a:lnTo>
                <a:lnTo>
                  <a:pt x="1710534" y="63884"/>
                </a:lnTo>
                <a:lnTo>
                  <a:pt x="1711178" y="63398"/>
                </a:lnTo>
                <a:lnTo>
                  <a:pt x="1711833" y="62914"/>
                </a:lnTo>
                <a:lnTo>
                  <a:pt x="1712500" y="62443"/>
                </a:lnTo>
                <a:lnTo>
                  <a:pt x="1713179" y="61991"/>
                </a:lnTo>
                <a:lnTo>
                  <a:pt x="1713871" y="61560"/>
                </a:lnTo>
                <a:lnTo>
                  <a:pt x="1714575" y="61148"/>
                </a:lnTo>
                <a:lnTo>
                  <a:pt x="1715292" y="60757"/>
                </a:lnTo>
                <a:lnTo>
                  <a:pt x="1716021" y="60385"/>
                </a:lnTo>
                <a:lnTo>
                  <a:pt x="1716762" y="60034"/>
                </a:lnTo>
                <a:lnTo>
                  <a:pt x="1717516" y="59703"/>
                </a:lnTo>
                <a:lnTo>
                  <a:pt x="1718283" y="59392"/>
                </a:lnTo>
                <a:lnTo>
                  <a:pt x="1719062" y="59101"/>
                </a:lnTo>
                <a:lnTo>
                  <a:pt x="1719853" y="58830"/>
                </a:lnTo>
                <a:lnTo>
                  <a:pt x="1720657" y="58579"/>
                </a:lnTo>
                <a:lnTo>
                  <a:pt x="1721474" y="58348"/>
                </a:lnTo>
                <a:lnTo>
                  <a:pt x="1722303" y="58137"/>
                </a:lnTo>
                <a:lnTo>
                  <a:pt x="1723144" y="57947"/>
                </a:lnTo>
                <a:lnTo>
                  <a:pt x="1723998" y="57776"/>
                </a:lnTo>
                <a:lnTo>
                  <a:pt x="1724864" y="57626"/>
                </a:lnTo>
                <a:lnTo>
                  <a:pt x="1725743" y="57495"/>
                </a:lnTo>
                <a:lnTo>
                  <a:pt x="1726634" y="57385"/>
                </a:lnTo>
                <a:lnTo>
                  <a:pt x="1727538" y="57294"/>
                </a:lnTo>
                <a:lnTo>
                  <a:pt x="1728454" y="57224"/>
                </a:lnTo>
                <a:lnTo>
                  <a:pt x="1729382" y="57174"/>
                </a:lnTo>
                <a:lnTo>
                  <a:pt x="1730324" y="57144"/>
                </a:lnTo>
                <a:lnTo>
                  <a:pt x="1731277" y="57134"/>
                </a:lnTo>
                <a:lnTo>
                  <a:pt x="1731898" y="57140"/>
                </a:lnTo>
                <a:lnTo>
                  <a:pt x="1732507" y="57159"/>
                </a:lnTo>
                <a:lnTo>
                  <a:pt x="1733105" y="57191"/>
                </a:lnTo>
                <a:lnTo>
                  <a:pt x="1733689" y="57235"/>
                </a:lnTo>
                <a:lnTo>
                  <a:pt x="1734262" y="57292"/>
                </a:lnTo>
                <a:lnTo>
                  <a:pt x="1734823" y="57361"/>
                </a:lnTo>
                <a:lnTo>
                  <a:pt x="1735372" y="57443"/>
                </a:lnTo>
                <a:lnTo>
                  <a:pt x="1735908" y="57538"/>
                </a:lnTo>
                <a:lnTo>
                  <a:pt x="1736433" y="57645"/>
                </a:lnTo>
                <a:lnTo>
                  <a:pt x="1736946" y="57765"/>
                </a:lnTo>
                <a:lnTo>
                  <a:pt x="1737446" y="57898"/>
                </a:lnTo>
                <a:lnTo>
                  <a:pt x="1737934" y="58043"/>
                </a:lnTo>
                <a:lnTo>
                  <a:pt x="1738411" y="58200"/>
                </a:lnTo>
                <a:lnTo>
                  <a:pt x="1738875" y="58371"/>
                </a:lnTo>
                <a:lnTo>
                  <a:pt x="1739327" y="58554"/>
                </a:lnTo>
                <a:lnTo>
                  <a:pt x="1739767" y="58749"/>
                </a:lnTo>
                <a:lnTo>
                  <a:pt x="1740195" y="58958"/>
                </a:lnTo>
                <a:lnTo>
                  <a:pt x="1740611" y="59179"/>
                </a:lnTo>
                <a:lnTo>
                  <a:pt x="1741014" y="59412"/>
                </a:lnTo>
                <a:lnTo>
                  <a:pt x="1741406" y="59658"/>
                </a:lnTo>
                <a:lnTo>
                  <a:pt x="1741786" y="59917"/>
                </a:lnTo>
                <a:lnTo>
                  <a:pt x="1742153" y="60188"/>
                </a:lnTo>
                <a:lnTo>
                  <a:pt x="1742509" y="60472"/>
                </a:lnTo>
                <a:lnTo>
                  <a:pt x="1742852" y="60769"/>
                </a:lnTo>
                <a:lnTo>
                  <a:pt x="1743185" y="61077"/>
                </a:lnTo>
                <a:lnTo>
                  <a:pt x="1743510" y="61394"/>
                </a:lnTo>
                <a:lnTo>
                  <a:pt x="1743825" y="61721"/>
                </a:lnTo>
                <a:lnTo>
                  <a:pt x="1744132" y="62058"/>
                </a:lnTo>
                <a:lnTo>
                  <a:pt x="1744430" y="62405"/>
                </a:lnTo>
                <a:lnTo>
                  <a:pt x="1744720" y="62762"/>
                </a:lnTo>
                <a:lnTo>
                  <a:pt x="1745000" y="63128"/>
                </a:lnTo>
                <a:lnTo>
                  <a:pt x="1745272" y="63504"/>
                </a:lnTo>
                <a:lnTo>
                  <a:pt x="1745536" y="63889"/>
                </a:lnTo>
                <a:lnTo>
                  <a:pt x="1745790" y="64284"/>
                </a:lnTo>
                <a:lnTo>
                  <a:pt x="1746036" y="64689"/>
                </a:lnTo>
                <a:lnTo>
                  <a:pt x="1746273" y="65104"/>
                </a:lnTo>
                <a:lnTo>
                  <a:pt x="1746502" y="65529"/>
                </a:lnTo>
                <a:lnTo>
                  <a:pt x="1746722" y="65963"/>
                </a:lnTo>
                <a:lnTo>
                  <a:pt x="1746933" y="66407"/>
                </a:lnTo>
                <a:lnTo>
                  <a:pt x="1747135" y="66861"/>
                </a:lnTo>
                <a:lnTo>
                  <a:pt x="1747329" y="67324"/>
                </a:lnTo>
                <a:lnTo>
                  <a:pt x="1747514" y="67797"/>
                </a:lnTo>
                <a:lnTo>
                  <a:pt x="1747690" y="68280"/>
                </a:lnTo>
                <a:lnTo>
                  <a:pt x="1747857" y="68773"/>
                </a:lnTo>
                <a:lnTo>
                  <a:pt x="1748016" y="69275"/>
                </a:lnTo>
                <a:lnTo>
                  <a:pt x="1748166" y="69787"/>
                </a:lnTo>
                <a:lnTo>
                  <a:pt x="1748308" y="70309"/>
                </a:lnTo>
                <a:lnTo>
                  <a:pt x="1748440" y="70840"/>
                </a:lnTo>
                <a:lnTo>
                  <a:pt x="1748566" y="71380"/>
                </a:lnTo>
                <a:lnTo>
                  <a:pt x="1748686" y="71925"/>
                </a:lnTo>
                <a:lnTo>
                  <a:pt x="1748801" y="72477"/>
                </a:lnTo>
                <a:lnTo>
                  <a:pt x="1748911" y="73035"/>
                </a:lnTo>
                <a:lnTo>
                  <a:pt x="1749015" y="73599"/>
                </a:lnTo>
                <a:lnTo>
                  <a:pt x="1749114" y="74170"/>
                </a:lnTo>
                <a:lnTo>
                  <a:pt x="1749207" y="74746"/>
                </a:lnTo>
                <a:lnTo>
                  <a:pt x="1749295" y="75329"/>
                </a:lnTo>
                <a:lnTo>
                  <a:pt x="1749378" y="75918"/>
                </a:lnTo>
                <a:lnTo>
                  <a:pt x="1749456" y="76513"/>
                </a:lnTo>
                <a:lnTo>
                  <a:pt x="1749528" y="77115"/>
                </a:lnTo>
                <a:lnTo>
                  <a:pt x="1749595" y="77723"/>
                </a:lnTo>
                <a:lnTo>
                  <a:pt x="1749656" y="78336"/>
                </a:lnTo>
                <a:lnTo>
                  <a:pt x="1749712" y="78956"/>
                </a:lnTo>
                <a:lnTo>
                  <a:pt x="1749763" y="79583"/>
                </a:lnTo>
                <a:lnTo>
                  <a:pt x="1749809" y="80215"/>
                </a:lnTo>
                <a:lnTo>
                  <a:pt x="1749849" y="80854"/>
                </a:lnTo>
                <a:lnTo>
                  <a:pt x="1749884" y="81499"/>
                </a:lnTo>
                <a:lnTo>
                  <a:pt x="1749913" y="82150"/>
                </a:lnTo>
                <a:lnTo>
                  <a:pt x="1749937" y="82807"/>
                </a:lnTo>
                <a:lnTo>
                  <a:pt x="1749956" y="83470"/>
                </a:lnTo>
                <a:lnTo>
                  <a:pt x="1749969" y="84140"/>
                </a:lnTo>
                <a:lnTo>
                  <a:pt x="1749977" y="84816"/>
                </a:lnTo>
                <a:lnTo>
                  <a:pt x="1749980" y="85498"/>
                </a:lnTo>
                <a:lnTo>
                  <a:pt x="1749980" y="157603"/>
                </a:lnTo>
                <a:lnTo>
                  <a:pt x="1768910" y="157603"/>
                </a:lnTo>
                <a:lnTo>
                  <a:pt x="1768910" y="83217"/>
                </a:lnTo>
                <a:lnTo>
                  <a:pt x="1768897" y="81564"/>
                </a:lnTo>
                <a:lnTo>
                  <a:pt x="1768857" y="79943"/>
                </a:lnTo>
                <a:lnTo>
                  <a:pt x="1768791" y="78353"/>
                </a:lnTo>
                <a:lnTo>
                  <a:pt x="1768698" y="76795"/>
                </a:lnTo>
                <a:lnTo>
                  <a:pt x="1768579" y="75267"/>
                </a:lnTo>
                <a:lnTo>
                  <a:pt x="1768433" y="73771"/>
                </a:lnTo>
                <a:lnTo>
                  <a:pt x="1768260" y="72306"/>
                </a:lnTo>
                <a:lnTo>
                  <a:pt x="1768061" y="70872"/>
                </a:lnTo>
                <a:lnTo>
                  <a:pt x="1767836" y="69470"/>
                </a:lnTo>
                <a:lnTo>
                  <a:pt x="1767584" y="68099"/>
                </a:lnTo>
                <a:lnTo>
                  <a:pt x="1767305" y="66759"/>
                </a:lnTo>
                <a:lnTo>
                  <a:pt x="1767000" y="65450"/>
                </a:lnTo>
                <a:lnTo>
                  <a:pt x="1766669" y="64173"/>
                </a:lnTo>
                <a:lnTo>
                  <a:pt x="1766310" y="62926"/>
                </a:lnTo>
                <a:lnTo>
                  <a:pt x="1765926" y="61711"/>
                </a:lnTo>
                <a:lnTo>
                  <a:pt x="1765514" y="60528"/>
                </a:lnTo>
                <a:lnTo>
                  <a:pt x="1765077" y="59375"/>
                </a:lnTo>
                <a:lnTo>
                  <a:pt x="1764612" y="58254"/>
                </a:lnTo>
                <a:lnTo>
                  <a:pt x="1764122" y="57164"/>
                </a:lnTo>
                <a:lnTo>
                  <a:pt x="1763604" y="56106"/>
                </a:lnTo>
                <a:lnTo>
                  <a:pt x="1763060" y="55078"/>
                </a:lnTo>
                <a:lnTo>
                  <a:pt x="1762490" y="54082"/>
                </a:lnTo>
                <a:lnTo>
                  <a:pt x="1761893" y="53117"/>
                </a:lnTo>
                <a:lnTo>
                  <a:pt x="1761270" y="52184"/>
                </a:lnTo>
                <a:lnTo>
                  <a:pt x="1760615" y="51285"/>
                </a:lnTo>
                <a:lnTo>
                  <a:pt x="1759926" y="50424"/>
                </a:lnTo>
                <a:lnTo>
                  <a:pt x="1759201" y="49602"/>
                </a:lnTo>
                <a:lnTo>
                  <a:pt x="1758441" y="48818"/>
                </a:lnTo>
                <a:lnTo>
                  <a:pt x="1757646" y="48072"/>
                </a:lnTo>
                <a:lnTo>
                  <a:pt x="1756815" y="47365"/>
                </a:lnTo>
                <a:lnTo>
                  <a:pt x="1755949" y="46695"/>
                </a:lnTo>
                <a:lnTo>
                  <a:pt x="1755048" y="46064"/>
                </a:lnTo>
                <a:lnTo>
                  <a:pt x="1754112" y="45471"/>
                </a:lnTo>
                <a:lnTo>
                  <a:pt x="1753140" y="44917"/>
                </a:lnTo>
                <a:lnTo>
                  <a:pt x="1752134" y="44400"/>
                </a:lnTo>
                <a:lnTo>
                  <a:pt x="1751092" y="43922"/>
                </a:lnTo>
                <a:lnTo>
                  <a:pt x="1750014" y="43482"/>
                </a:lnTo>
                <a:lnTo>
                  <a:pt x="1748902" y="43081"/>
                </a:lnTo>
                <a:lnTo>
                  <a:pt x="1747754" y="42717"/>
                </a:lnTo>
                <a:lnTo>
                  <a:pt x="1746571" y="42392"/>
                </a:lnTo>
                <a:lnTo>
                  <a:pt x="1745353" y="42105"/>
                </a:lnTo>
                <a:lnTo>
                  <a:pt x="1744100" y="41857"/>
                </a:lnTo>
                <a:lnTo>
                  <a:pt x="1742811" y="41646"/>
                </a:lnTo>
                <a:lnTo>
                  <a:pt x="1741487" y="41474"/>
                </a:lnTo>
                <a:lnTo>
                  <a:pt x="1740128" y="41340"/>
                </a:lnTo>
                <a:lnTo>
                  <a:pt x="1738733" y="41245"/>
                </a:lnTo>
                <a:lnTo>
                  <a:pt x="1737304" y="41187"/>
                </a:lnTo>
                <a:lnTo>
                  <a:pt x="1735839" y="41168"/>
                </a:lnTo>
                <a:lnTo>
                  <a:pt x="1734706" y="41178"/>
                </a:lnTo>
                <a:lnTo>
                  <a:pt x="1733590" y="41208"/>
                </a:lnTo>
                <a:lnTo>
                  <a:pt x="1732489" y="41258"/>
                </a:lnTo>
                <a:lnTo>
                  <a:pt x="1731404" y="41328"/>
                </a:lnTo>
                <a:lnTo>
                  <a:pt x="1730335" y="41418"/>
                </a:lnTo>
                <a:lnTo>
                  <a:pt x="1729282" y="41528"/>
                </a:lnTo>
                <a:lnTo>
                  <a:pt x="1728244" y="41658"/>
                </a:lnTo>
                <a:lnTo>
                  <a:pt x="1727222" y="41808"/>
                </a:lnTo>
                <a:lnTo>
                  <a:pt x="1726217" y="41978"/>
                </a:lnTo>
                <a:lnTo>
                  <a:pt x="1725227" y="42168"/>
                </a:lnTo>
                <a:lnTo>
                  <a:pt x="1724253" y="42378"/>
                </a:lnTo>
                <a:lnTo>
                  <a:pt x="1723294" y="42608"/>
                </a:lnTo>
                <a:lnTo>
                  <a:pt x="1722352" y="42858"/>
                </a:lnTo>
                <a:lnTo>
                  <a:pt x="1721425" y="43128"/>
                </a:lnTo>
                <a:lnTo>
                  <a:pt x="1720515" y="43418"/>
                </a:lnTo>
                <a:lnTo>
                  <a:pt x="1719620" y="43728"/>
                </a:lnTo>
                <a:lnTo>
                  <a:pt x="1718741" y="44058"/>
                </a:lnTo>
                <a:lnTo>
                  <a:pt x="1717878" y="44408"/>
                </a:lnTo>
                <a:lnTo>
                  <a:pt x="1717030" y="44778"/>
                </a:lnTo>
                <a:lnTo>
                  <a:pt x="1716199" y="45168"/>
                </a:lnTo>
                <a:lnTo>
                  <a:pt x="1715383" y="45578"/>
                </a:lnTo>
                <a:lnTo>
                  <a:pt x="1714583" y="46008"/>
                </a:lnTo>
                <a:lnTo>
                  <a:pt x="1713799" y="46457"/>
                </a:lnTo>
                <a:lnTo>
                  <a:pt x="1713031" y="46927"/>
                </a:lnTo>
                <a:lnTo>
                  <a:pt x="1712278" y="47409"/>
                </a:lnTo>
                <a:lnTo>
                  <a:pt x="1711540" y="47893"/>
                </a:lnTo>
                <a:lnTo>
                  <a:pt x="1710816" y="48380"/>
                </a:lnTo>
                <a:lnTo>
                  <a:pt x="1710107" y="48871"/>
                </a:lnTo>
                <a:lnTo>
                  <a:pt x="1709413" y="49364"/>
                </a:lnTo>
                <a:lnTo>
                  <a:pt x="1708733" y="49860"/>
                </a:lnTo>
                <a:lnTo>
                  <a:pt x="1708068" y="50360"/>
                </a:lnTo>
                <a:lnTo>
                  <a:pt x="1707418" y="50862"/>
                </a:lnTo>
                <a:lnTo>
                  <a:pt x="1706782" y="51367"/>
                </a:lnTo>
                <a:lnTo>
                  <a:pt x="1706161" y="51875"/>
                </a:lnTo>
                <a:lnTo>
                  <a:pt x="1705554" y="52386"/>
                </a:lnTo>
                <a:lnTo>
                  <a:pt x="1704963" y="52900"/>
                </a:lnTo>
                <a:lnTo>
                  <a:pt x="1704385" y="53417"/>
                </a:lnTo>
                <a:lnTo>
                  <a:pt x="1703823" y="53937"/>
                </a:lnTo>
                <a:lnTo>
                  <a:pt x="1703275" y="54460"/>
                </a:lnTo>
                <a:lnTo>
                  <a:pt x="1702742" y="54986"/>
                </a:lnTo>
                <a:lnTo>
                  <a:pt x="1702223" y="55515"/>
                </a:lnTo>
                <a:lnTo>
                  <a:pt x="1701720" y="56047"/>
                </a:lnTo>
                <a:lnTo>
                  <a:pt x="1701230" y="56582"/>
                </a:lnTo>
                <a:lnTo>
                  <a:pt x="1700756" y="57120"/>
                </a:lnTo>
                <a:lnTo>
                  <a:pt x="1700296" y="57660"/>
                </a:lnTo>
                <a:lnTo>
                  <a:pt x="1699851" y="58204"/>
                </a:lnTo>
                <a:lnTo>
                  <a:pt x="1699420" y="58751"/>
                </a:lnTo>
                <a:lnTo>
                  <a:pt x="1699004" y="59301"/>
                </a:lnTo>
                <a:lnTo>
                  <a:pt x="1698548" y="43107"/>
                </a:lnTo>
                <a:lnTo>
                  <a:pt x="1680073" y="43107"/>
                </a:lnTo>
                <a:lnTo>
                  <a:pt x="1680073" y="157603"/>
                </a:lnTo>
                <a:lnTo>
                  <a:pt x="1699118" y="157603"/>
                </a:lnTo>
                <a:lnTo>
                  <a:pt x="1699118" y="75370"/>
                </a:lnTo>
                <a:lnTo>
                  <a:pt x="1699523" y="74815"/>
                </a:lnTo>
                <a:lnTo>
                  <a:pt x="1699938" y="74263"/>
                </a:lnTo>
                <a:lnTo>
                  <a:pt x="1700364" y="73715"/>
                </a:lnTo>
                <a:lnTo>
                  <a:pt x="1700802" y="73169"/>
                </a:lnTo>
                <a:lnTo>
                  <a:pt x="1701250" y="72627"/>
                </a:lnTo>
                <a:close/>
                <a:moveTo>
                  <a:pt x="302732" y="72627"/>
                </a:moveTo>
                <a:lnTo>
                  <a:pt x="303191" y="72088"/>
                </a:lnTo>
                <a:lnTo>
                  <a:pt x="303661" y="71552"/>
                </a:lnTo>
                <a:lnTo>
                  <a:pt x="304142" y="71019"/>
                </a:lnTo>
                <a:lnTo>
                  <a:pt x="304634" y="70489"/>
                </a:lnTo>
                <a:lnTo>
                  <a:pt x="305136" y="69962"/>
                </a:lnTo>
                <a:lnTo>
                  <a:pt x="305650" y="69439"/>
                </a:lnTo>
                <a:lnTo>
                  <a:pt x="306174" y="68918"/>
                </a:lnTo>
                <a:lnTo>
                  <a:pt x="306709" y="68401"/>
                </a:lnTo>
                <a:lnTo>
                  <a:pt x="307255" y="67887"/>
                </a:lnTo>
                <a:lnTo>
                  <a:pt x="307812" y="67375"/>
                </a:lnTo>
                <a:lnTo>
                  <a:pt x="308380" y="66867"/>
                </a:lnTo>
                <a:lnTo>
                  <a:pt x="308959" y="66362"/>
                </a:lnTo>
                <a:lnTo>
                  <a:pt x="309549" y="65860"/>
                </a:lnTo>
                <a:lnTo>
                  <a:pt x="310149" y="65362"/>
                </a:lnTo>
                <a:lnTo>
                  <a:pt x="310761" y="64866"/>
                </a:lnTo>
                <a:lnTo>
                  <a:pt x="311383" y="64373"/>
                </a:lnTo>
                <a:lnTo>
                  <a:pt x="312017" y="63884"/>
                </a:lnTo>
                <a:lnTo>
                  <a:pt x="312661" y="63398"/>
                </a:lnTo>
                <a:lnTo>
                  <a:pt x="313316" y="62914"/>
                </a:lnTo>
                <a:lnTo>
                  <a:pt x="313982" y="62443"/>
                </a:lnTo>
                <a:lnTo>
                  <a:pt x="314662" y="61991"/>
                </a:lnTo>
                <a:lnTo>
                  <a:pt x="315353" y="61560"/>
                </a:lnTo>
                <a:lnTo>
                  <a:pt x="316057" y="61148"/>
                </a:lnTo>
                <a:lnTo>
                  <a:pt x="316774" y="60757"/>
                </a:lnTo>
                <a:lnTo>
                  <a:pt x="317503" y="60385"/>
                </a:lnTo>
                <a:lnTo>
                  <a:pt x="318245" y="60034"/>
                </a:lnTo>
                <a:lnTo>
                  <a:pt x="318999" y="59703"/>
                </a:lnTo>
                <a:lnTo>
                  <a:pt x="319765" y="59392"/>
                </a:lnTo>
                <a:lnTo>
                  <a:pt x="320544" y="59101"/>
                </a:lnTo>
                <a:lnTo>
                  <a:pt x="321336" y="58830"/>
                </a:lnTo>
                <a:lnTo>
                  <a:pt x="322140" y="58579"/>
                </a:lnTo>
                <a:lnTo>
                  <a:pt x="322956" y="58348"/>
                </a:lnTo>
                <a:lnTo>
                  <a:pt x="323785" y="58137"/>
                </a:lnTo>
                <a:lnTo>
                  <a:pt x="324626" y="57947"/>
                </a:lnTo>
                <a:lnTo>
                  <a:pt x="325480" y="57776"/>
                </a:lnTo>
                <a:lnTo>
                  <a:pt x="326346" y="57626"/>
                </a:lnTo>
                <a:lnTo>
                  <a:pt x="327225" y="57495"/>
                </a:lnTo>
                <a:lnTo>
                  <a:pt x="328116" y="57385"/>
                </a:lnTo>
                <a:lnTo>
                  <a:pt x="329020" y="57294"/>
                </a:lnTo>
                <a:lnTo>
                  <a:pt x="329936" y="57224"/>
                </a:lnTo>
                <a:lnTo>
                  <a:pt x="330865" y="57174"/>
                </a:lnTo>
                <a:lnTo>
                  <a:pt x="331806" y="57144"/>
                </a:lnTo>
                <a:lnTo>
                  <a:pt x="332760" y="57134"/>
                </a:lnTo>
                <a:lnTo>
                  <a:pt x="333381" y="57140"/>
                </a:lnTo>
                <a:lnTo>
                  <a:pt x="333990" y="57159"/>
                </a:lnTo>
                <a:lnTo>
                  <a:pt x="334587" y="57191"/>
                </a:lnTo>
                <a:lnTo>
                  <a:pt x="335172" y="57235"/>
                </a:lnTo>
                <a:lnTo>
                  <a:pt x="335745" y="57292"/>
                </a:lnTo>
                <a:lnTo>
                  <a:pt x="336305" y="57361"/>
                </a:lnTo>
                <a:lnTo>
                  <a:pt x="336854" y="57443"/>
                </a:lnTo>
                <a:lnTo>
                  <a:pt x="337391" y="57538"/>
                </a:lnTo>
                <a:lnTo>
                  <a:pt x="337915" y="57645"/>
                </a:lnTo>
                <a:lnTo>
                  <a:pt x="338428" y="57765"/>
                </a:lnTo>
                <a:lnTo>
                  <a:pt x="338928" y="57898"/>
                </a:lnTo>
                <a:lnTo>
                  <a:pt x="339417" y="58043"/>
                </a:lnTo>
                <a:lnTo>
                  <a:pt x="339893" y="58200"/>
                </a:lnTo>
                <a:lnTo>
                  <a:pt x="340357" y="58371"/>
                </a:lnTo>
                <a:lnTo>
                  <a:pt x="340809" y="58554"/>
                </a:lnTo>
                <a:lnTo>
                  <a:pt x="341249" y="58749"/>
                </a:lnTo>
                <a:lnTo>
                  <a:pt x="341677" y="58958"/>
                </a:lnTo>
                <a:lnTo>
                  <a:pt x="342093" y="59179"/>
                </a:lnTo>
                <a:lnTo>
                  <a:pt x="342497" y="59412"/>
                </a:lnTo>
                <a:lnTo>
                  <a:pt x="342889" y="59658"/>
                </a:lnTo>
                <a:lnTo>
                  <a:pt x="343268" y="59917"/>
                </a:lnTo>
                <a:lnTo>
                  <a:pt x="343636" y="60188"/>
                </a:lnTo>
                <a:lnTo>
                  <a:pt x="343991" y="60472"/>
                </a:lnTo>
                <a:lnTo>
                  <a:pt x="344335" y="60769"/>
                </a:lnTo>
                <a:lnTo>
                  <a:pt x="344668" y="61077"/>
                </a:lnTo>
                <a:lnTo>
                  <a:pt x="344992" y="61394"/>
                </a:lnTo>
                <a:lnTo>
                  <a:pt x="345307" y="61721"/>
                </a:lnTo>
                <a:lnTo>
                  <a:pt x="345614" y="62058"/>
                </a:lnTo>
                <a:lnTo>
                  <a:pt x="345913" y="62405"/>
                </a:lnTo>
                <a:lnTo>
                  <a:pt x="346202" y="62762"/>
                </a:lnTo>
                <a:lnTo>
                  <a:pt x="346483" y="63128"/>
                </a:lnTo>
                <a:lnTo>
                  <a:pt x="346755" y="63504"/>
                </a:lnTo>
                <a:lnTo>
                  <a:pt x="347018" y="63889"/>
                </a:lnTo>
                <a:lnTo>
                  <a:pt x="347273" y="64284"/>
                </a:lnTo>
                <a:lnTo>
                  <a:pt x="347519" y="64689"/>
                </a:lnTo>
                <a:lnTo>
                  <a:pt x="347756" y="65104"/>
                </a:lnTo>
                <a:lnTo>
                  <a:pt x="347984" y="65529"/>
                </a:lnTo>
                <a:lnTo>
                  <a:pt x="348204" y="65963"/>
                </a:lnTo>
                <a:lnTo>
                  <a:pt x="348415" y="66407"/>
                </a:lnTo>
                <a:lnTo>
                  <a:pt x="348617" y="66861"/>
                </a:lnTo>
                <a:lnTo>
                  <a:pt x="348811" y="67324"/>
                </a:lnTo>
                <a:lnTo>
                  <a:pt x="348996" y="67797"/>
                </a:lnTo>
                <a:lnTo>
                  <a:pt x="349172" y="68280"/>
                </a:lnTo>
                <a:lnTo>
                  <a:pt x="349340" y="68773"/>
                </a:lnTo>
                <a:lnTo>
                  <a:pt x="349498" y="69275"/>
                </a:lnTo>
                <a:lnTo>
                  <a:pt x="349649" y="69787"/>
                </a:lnTo>
                <a:lnTo>
                  <a:pt x="349790" y="70309"/>
                </a:lnTo>
                <a:lnTo>
                  <a:pt x="349923" y="70840"/>
                </a:lnTo>
                <a:lnTo>
                  <a:pt x="350048" y="71380"/>
                </a:lnTo>
                <a:lnTo>
                  <a:pt x="350168" y="71925"/>
                </a:lnTo>
                <a:lnTo>
                  <a:pt x="350283" y="72477"/>
                </a:lnTo>
                <a:lnTo>
                  <a:pt x="350393" y="73035"/>
                </a:lnTo>
                <a:lnTo>
                  <a:pt x="350497" y="73599"/>
                </a:lnTo>
                <a:lnTo>
                  <a:pt x="350596" y="74170"/>
                </a:lnTo>
                <a:lnTo>
                  <a:pt x="350690" y="74746"/>
                </a:lnTo>
                <a:lnTo>
                  <a:pt x="350778" y="75329"/>
                </a:lnTo>
                <a:lnTo>
                  <a:pt x="350861" y="75918"/>
                </a:lnTo>
                <a:lnTo>
                  <a:pt x="350938" y="76513"/>
                </a:lnTo>
                <a:lnTo>
                  <a:pt x="351010" y="77115"/>
                </a:lnTo>
                <a:lnTo>
                  <a:pt x="351077" y="77723"/>
                </a:lnTo>
                <a:lnTo>
                  <a:pt x="351139" y="78336"/>
                </a:lnTo>
                <a:lnTo>
                  <a:pt x="351195" y="78956"/>
                </a:lnTo>
                <a:lnTo>
                  <a:pt x="351246" y="79583"/>
                </a:lnTo>
                <a:lnTo>
                  <a:pt x="351291" y="80215"/>
                </a:lnTo>
                <a:lnTo>
                  <a:pt x="351331" y="80854"/>
                </a:lnTo>
                <a:lnTo>
                  <a:pt x="351366" y="81499"/>
                </a:lnTo>
                <a:lnTo>
                  <a:pt x="351395" y="82150"/>
                </a:lnTo>
                <a:lnTo>
                  <a:pt x="351419" y="82807"/>
                </a:lnTo>
                <a:lnTo>
                  <a:pt x="351438" y="83470"/>
                </a:lnTo>
                <a:lnTo>
                  <a:pt x="351451" y="84140"/>
                </a:lnTo>
                <a:lnTo>
                  <a:pt x="351459" y="84816"/>
                </a:lnTo>
                <a:lnTo>
                  <a:pt x="351462" y="85498"/>
                </a:lnTo>
                <a:lnTo>
                  <a:pt x="351462" y="157603"/>
                </a:lnTo>
                <a:lnTo>
                  <a:pt x="370393" y="157603"/>
                </a:lnTo>
                <a:lnTo>
                  <a:pt x="370393" y="83217"/>
                </a:lnTo>
                <a:lnTo>
                  <a:pt x="370379" y="81564"/>
                </a:lnTo>
                <a:lnTo>
                  <a:pt x="370340" y="79943"/>
                </a:lnTo>
                <a:lnTo>
                  <a:pt x="370273" y="78353"/>
                </a:lnTo>
                <a:lnTo>
                  <a:pt x="370180" y="76795"/>
                </a:lnTo>
                <a:lnTo>
                  <a:pt x="370061" y="75267"/>
                </a:lnTo>
                <a:lnTo>
                  <a:pt x="369915" y="73771"/>
                </a:lnTo>
                <a:lnTo>
                  <a:pt x="369743" y="72306"/>
                </a:lnTo>
                <a:lnTo>
                  <a:pt x="369544" y="70872"/>
                </a:lnTo>
                <a:lnTo>
                  <a:pt x="369318" y="69470"/>
                </a:lnTo>
                <a:lnTo>
                  <a:pt x="369066" y="68099"/>
                </a:lnTo>
                <a:lnTo>
                  <a:pt x="368788" y="66759"/>
                </a:lnTo>
                <a:lnTo>
                  <a:pt x="368483" y="65450"/>
                </a:lnTo>
                <a:lnTo>
                  <a:pt x="368151" y="64173"/>
                </a:lnTo>
                <a:lnTo>
                  <a:pt x="367793" y="62926"/>
                </a:lnTo>
                <a:lnTo>
                  <a:pt x="367408" y="61711"/>
                </a:lnTo>
                <a:lnTo>
                  <a:pt x="366997" y="60528"/>
                </a:lnTo>
                <a:lnTo>
                  <a:pt x="366559" y="59375"/>
                </a:lnTo>
                <a:lnTo>
                  <a:pt x="366095" y="58254"/>
                </a:lnTo>
                <a:lnTo>
                  <a:pt x="365604" y="57164"/>
                </a:lnTo>
                <a:lnTo>
                  <a:pt x="365087" y="56106"/>
                </a:lnTo>
                <a:lnTo>
                  <a:pt x="364543" y="55078"/>
                </a:lnTo>
                <a:lnTo>
                  <a:pt x="363972" y="54082"/>
                </a:lnTo>
                <a:lnTo>
                  <a:pt x="363375" y="53117"/>
                </a:lnTo>
                <a:lnTo>
                  <a:pt x="362752" y="52184"/>
                </a:lnTo>
                <a:lnTo>
                  <a:pt x="362098" y="51285"/>
                </a:lnTo>
                <a:lnTo>
                  <a:pt x="361408" y="50424"/>
                </a:lnTo>
                <a:lnTo>
                  <a:pt x="360683" y="49602"/>
                </a:lnTo>
                <a:lnTo>
                  <a:pt x="359923" y="48818"/>
                </a:lnTo>
                <a:lnTo>
                  <a:pt x="359128" y="48072"/>
                </a:lnTo>
                <a:lnTo>
                  <a:pt x="358297" y="47365"/>
                </a:lnTo>
                <a:lnTo>
                  <a:pt x="357432" y="46695"/>
                </a:lnTo>
                <a:lnTo>
                  <a:pt x="356531" y="46064"/>
                </a:lnTo>
                <a:lnTo>
                  <a:pt x="355594" y="45471"/>
                </a:lnTo>
                <a:lnTo>
                  <a:pt x="354623" y="44917"/>
                </a:lnTo>
                <a:lnTo>
                  <a:pt x="353616" y="44400"/>
                </a:lnTo>
                <a:lnTo>
                  <a:pt x="352574" y="43922"/>
                </a:lnTo>
                <a:lnTo>
                  <a:pt x="351497" y="43482"/>
                </a:lnTo>
                <a:lnTo>
                  <a:pt x="350384" y="43081"/>
                </a:lnTo>
                <a:lnTo>
                  <a:pt x="349237" y="42717"/>
                </a:lnTo>
                <a:lnTo>
                  <a:pt x="348054" y="42392"/>
                </a:lnTo>
                <a:lnTo>
                  <a:pt x="346835" y="42105"/>
                </a:lnTo>
                <a:lnTo>
                  <a:pt x="345582" y="41857"/>
                </a:lnTo>
                <a:lnTo>
                  <a:pt x="344293" y="41646"/>
                </a:lnTo>
                <a:lnTo>
                  <a:pt x="342969" y="41474"/>
                </a:lnTo>
                <a:lnTo>
                  <a:pt x="341610" y="41340"/>
                </a:lnTo>
                <a:lnTo>
                  <a:pt x="340216" y="41245"/>
                </a:lnTo>
                <a:lnTo>
                  <a:pt x="338786" y="41187"/>
                </a:lnTo>
                <a:lnTo>
                  <a:pt x="337321" y="41168"/>
                </a:lnTo>
                <a:lnTo>
                  <a:pt x="336189" y="41178"/>
                </a:lnTo>
                <a:lnTo>
                  <a:pt x="335072" y="41208"/>
                </a:lnTo>
                <a:lnTo>
                  <a:pt x="333971" y="41258"/>
                </a:lnTo>
                <a:lnTo>
                  <a:pt x="332886" y="41328"/>
                </a:lnTo>
                <a:lnTo>
                  <a:pt x="331817" y="41418"/>
                </a:lnTo>
                <a:lnTo>
                  <a:pt x="330764" y="41528"/>
                </a:lnTo>
                <a:lnTo>
                  <a:pt x="329726" y="41658"/>
                </a:lnTo>
                <a:lnTo>
                  <a:pt x="328705" y="41808"/>
                </a:lnTo>
                <a:lnTo>
                  <a:pt x="327699" y="41978"/>
                </a:lnTo>
                <a:lnTo>
                  <a:pt x="326709" y="42168"/>
                </a:lnTo>
                <a:lnTo>
                  <a:pt x="325735" y="42378"/>
                </a:lnTo>
                <a:lnTo>
                  <a:pt x="324777" y="42608"/>
                </a:lnTo>
                <a:lnTo>
                  <a:pt x="323834" y="42858"/>
                </a:lnTo>
                <a:lnTo>
                  <a:pt x="322908" y="43128"/>
                </a:lnTo>
                <a:lnTo>
                  <a:pt x="321997" y="43418"/>
                </a:lnTo>
                <a:lnTo>
                  <a:pt x="321102" y="43728"/>
                </a:lnTo>
                <a:lnTo>
                  <a:pt x="320223" y="44058"/>
                </a:lnTo>
                <a:lnTo>
                  <a:pt x="319360" y="44408"/>
                </a:lnTo>
                <a:lnTo>
                  <a:pt x="318513" y="44778"/>
                </a:lnTo>
                <a:lnTo>
                  <a:pt x="317681" y="45168"/>
                </a:lnTo>
                <a:lnTo>
                  <a:pt x="316865" y="45578"/>
                </a:lnTo>
                <a:lnTo>
                  <a:pt x="316065" y="46008"/>
                </a:lnTo>
                <a:lnTo>
                  <a:pt x="315281" y="46457"/>
                </a:lnTo>
                <a:lnTo>
                  <a:pt x="314513" y="46927"/>
                </a:lnTo>
                <a:lnTo>
                  <a:pt x="313760" y="47409"/>
                </a:lnTo>
                <a:lnTo>
                  <a:pt x="313022" y="47893"/>
                </a:lnTo>
                <a:lnTo>
                  <a:pt x="312298" y="48380"/>
                </a:lnTo>
                <a:lnTo>
                  <a:pt x="311589" y="48871"/>
                </a:lnTo>
                <a:lnTo>
                  <a:pt x="310895" y="49364"/>
                </a:lnTo>
                <a:lnTo>
                  <a:pt x="310215" y="49860"/>
                </a:lnTo>
                <a:lnTo>
                  <a:pt x="309550" y="50360"/>
                </a:lnTo>
                <a:lnTo>
                  <a:pt x="308900" y="50862"/>
                </a:lnTo>
                <a:lnTo>
                  <a:pt x="308264" y="51367"/>
                </a:lnTo>
                <a:lnTo>
                  <a:pt x="307643" y="51875"/>
                </a:lnTo>
                <a:lnTo>
                  <a:pt x="307037" y="52386"/>
                </a:lnTo>
                <a:lnTo>
                  <a:pt x="306445" y="52900"/>
                </a:lnTo>
                <a:lnTo>
                  <a:pt x="305868" y="53417"/>
                </a:lnTo>
                <a:lnTo>
                  <a:pt x="305305" y="53937"/>
                </a:lnTo>
                <a:lnTo>
                  <a:pt x="304757" y="54460"/>
                </a:lnTo>
                <a:lnTo>
                  <a:pt x="304224" y="54986"/>
                </a:lnTo>
                <a:lnTo>
                  <a:pt x="303706" y="55515"/>
                </a:lnTo>
                <a:lnTo>
                  <a:pt x="303202" y="56047"/>
                </a:lnTo>
                <a:lnTo>
                  <a:pt x="302713" y="56582"/>
                </a:lnTo>
                <a:lnTo>
                  <a:pt x="302238" y="57120"/>
                </a:lnTo>
                <a:lnTo>
                  <a:pt x="301778" y="57660"/>
                </a:lnTo>
                <a:lnTo>
                  <a:pt x="301333" y="58204"/>
                </a:lnTo>
                <a:lnTo>
                  <a:pt x="300902" y="58751"/>
                </a:lnTo>
                <a:lnTo>
                  <a:pt x="300486" y="59301"/>
                </a:lnTo>
                <a:lnTo>
                  <a:pt x="300030" y="43107"/>
                </a:lnTo>
                <a:lnTo>
                  <a:pt x="281556" y="43107"/>
                </a:lnTo>
                <a:lnTo>
                  <a:pt x="281556" y="157603"/>
                </a:lnTo>
                <a:lnTo>
                  <a:pt x="300600" y="157603"/>
                </a:lnTo>
                <a:lnTo>
                  <a:pt x="300600" y="75370"/>
                </a:lnTo>
                <a:lnTo>
                  <a:pt x="301005" y="74815"/>
                </a:lnTo>
                <a:lnTo>
                  <a:pt x="301420" y="74263"/>
                </a:lnTo>
                <a:lnTo>
                  <a:pt x="301847" y="73715"/>
                </a:lnTo>
                <a:lnTo>
                  <a:pt x="302284" y="73169"/>
                </a:lnTo>
                <a:lnTo>
                  <a:pt x="302732" y="72627"/>
                </a:lnTo>
                <a:close/>
                <a:moveTo>
                  <a:pt x="534965" y="74613"/>
                </a:moveTo>
                <a:lnTo>
                  <a:pt x="535291" y="74197"/>
                </a:lnTo>
                <a:lnTo>
                  <a:pt x="535621" y="73785"/>
                </a:lnTo>
                <a:lnTo>
                  <a:pt x="535954" y="73378"/>
                </a:lnTo>
                <a:lnTo>
                  <a:pt x="536290" y="72974"/>
                </a:lnTo>
                <a:lnTo>
                  <a:pt x="536629" y="72576"/>
                </a:lnTo>
                <a:lnTo>
                  <a:pt x="536971" y="72181"/>
                </a:lnTo>
                <a:lnTo>
                  <a:pt x="537316" y="71791"/>
                </a:lnTo>
                <a:lnTo>
                  <a:pt x="537663" y="71405"/>
                </a:lnTo>
                <a:lnTo>
                  <a:pt x="538014" y="71023"/>
                </a:lnTo>
                <a:lnTo>
                  <a:pt x="538368" y="70646"/>
                </a:lnTo>
                <a:lnTo>
                  <a:pt x="538725" y="70273"/>
                </a:lnTo>
                <a:lnTo>
                  <a:pt x="539084" y="69905"/>
                </a:lnTo>
                <a:lnTo>
                  <a:pt x="539447" y="69541"/>
                </a:lnTo>
                <a:lnTo>
                  <a:pt x="539812" y="69181"/>
                </a:lnTo>
                <a:lnTo>
                  <a:pt x="540181" y="68825"/>
                </a:lnTo>
                <a:lnTo>
                  <a:pt x="540552" y="68474"/>
                </a:lnTo>
                <a:lnTo>
                  <a:pt x="540927" y="68127"/>
                </a:lnTo>
                <a:lnTo>
                  <a:pt x="541304" y="67785"/>
                </a:lnTo>
                <a:lnTo>
                  <a:pt x="541685" y="67446"/>
                </a:lnTo>
                <a:lnTo>
                  <a:pt x="542068" y="67112"/>
                </a:lnTo>
                <a:lnTo>
                  <a:pt x="542456" y="66784"/>
                </a:lnTo>
                <a:lnTo>
                  <a:pt x="542850" y="66461"/>
                </a:lnTo>
                <a:lnTo>
                  <a:pt x="543249" y="66144"/>
                </a:lnTo>
                <a:lnTo>
                  <a:pt x="543654" y="65833"/>
                </a:lnTo>
                <a:lnTo>
                  <a:pt x="544064" y="65529"/>
                </a:lnTo>
                <a:lnTo>
                  <a:pt x="544481" y="65230"/>
                </a:lnTo>
                <a:lnTo>
                  <a:pt x="544903" y="64937"/>
                </a:lnTo>
                <a:lnTo>
                  <a:pt x="545331" y="64650"/>
                </a:lnTo>
                <a:lnTo>
                  <a:pt x="545765" y="64369"/>
                </a:lnTo>
                <a:lnTo>
                  <a:pt x="546204" y="64095"/>
                </a:lnTo>
                <a:lnTo>
                  <a:pt x="546649" y="63826"/>
                </a:lnTo>
                <a:lnTo>
                  <a:pt x="547100" y="63563"/>
                </a:lnTo>
                <a:lnTo>
                  <a:pt x="547557" y="63306"/>
                </a:lnTo>
                <a:lnTo>
                  <a:pt x="548019" y="63055"/>
                </a:lnTo>
                <a:lnTo>
                  <a:pt x="548487" y="62810"/>
                </a:lnTo>
                <a:lnTo>
                  <a:pt x="548961" y="62571"/>
                </a:lnTo>
                <a:lnTo>
                  <a:pt x="549441" y="62339"/>
                </a:lnTo>
                <a:lnTo>
                  <a:pt x="549926" y="62112"/>
                </a:lnTo>
                <a:lnTo>
                  <a:pt x="550417" y="61891"/>
                </a:lnTo>
                <a:lnTo>
                  <a:pt x="550914" y="61676"/>
                </a:lnTo>
                <a:lnTo>
                  <a:pt x="551417" y="61467"/>
                </a:lnTo>
                <a:lnTo>
                  <a:pt x="551925" y="61264"/>
                </a:lnTo>
                <a:lnTo>
                  <a:pt x="552439" y="61067"/>
                </a:lnTo>
                <a:lnTo>
                  <a:pt x="552959" y="60876"/>
                </a:lnTo>
                <a:lnTo>
                  <a:pt x="553485" y="60691"/>
                </a:lnTo>
                <a:lnTo>
                  <a:pt x="554019" y="60515"/>
                </a:lnTo>
                <a:lnTo>
                  <a:pt x="554559" y="60346"/>
                </a:lnTo>
                <a:lnTo>
                  <a:pt x="555107" y="60185"/>
                </a:lnTo>
                <a:lnTo>
                  <a:pt x="555662" y="60032"/>
                </a:lnTo>
                <a:lnTo>
                  <a:pt x="556223" y="59887"/>
                </a:lnTo>
                <a:lnTo>
                  <a:pt x="556792" y="59750"/>
                </a:lnTo>
                <a:lnTo>
                  <a:pt x="557369" y="59621"/>
                </a:lnTo>
                <a:lnTo>
                  <a:pt x="557952" y="59499"/>
                </a:lnTo>
                <a:lnTo>
                  <a:pt x="558542" y="59385"/>
                </a:lnTo>
                <a:lnTo>
                  <a:pt x="559140" y="59279"/>
                </a:lnTo>
                <a:lnTo>
                  <a:pt x="559744" y="59181"/>
                </a:lnTo>
                <a:lnTo>
                  <a:pt x="560356" y="59091"/>
                </a:lnTo>
                <a:lnTo>
                  <a:pt x="560975" y="59009"/>
                </a:lnTo>
                <a:lnTo>
                  <a:pt x="561601" y="58934"/>
                </a:lnTo>
                <a:lnTo>
                  <a:pt x="562234" y="58867"/>
                </a:lnTo>
                <a:lnTo>
                  <a:pt x="562875" y="58809"/>
                </a:lnTo>
                <a:lnTo>
                  <a:pt x="563522" y="58758"/>
                </a:lnTo>
                <a:lnTo>
                  <a:pt x="564177" y="58715"/>
                </a:lnTo>
                <a:lnTo>
                  <a:pt x="564838" y="58679"/>
                </a:lnTo>
                <a:lnTo>
                  <a:pt x="565507" y="58652"/>
                </a:lnTo>
                <a:lnTo>
                  <a:pt x="566183" y="58632"/>
                </a:lnTo>
                <a:lnTo>
                  <a:pt x="566866" y="58620"/>
                </a:lnTo>
                <a:lnTo>
                  <a:pt x="567556" y="58616"/>
                </a:lnTo>
                <a:lnTo>
                  <a:pt x="570179" y="58616"/>
                </a:lnTo>
                <a:lnTo>
                  <a:pt x="570179" y="41168"/>
                </a:lnTo>
                <a:lnTo>
                  <a:pt x="567898" y="41168"/>
                </a:lnTo>
                <a:lnTo>
                  <a:pt x="566804" y="41178"/>
                </a:lnTo>
                <a:lnTo>
                  <a:pt x="565728" y="41209"/>
                </a:lnTo>
                <a:lnTo>
                  <a:pt x="564668" y="41259"/>
                </a:lnTo>
                <a:lnTo>
                  <a:pt x="563625" y="41330"/>
                </a:lnTo>
                <a:lnTo>
                  <a:pt x="562599" y="41421"/>
                </a:lnTo>
                <a:lnTo>
                  <a:pt x="561590" y="41532"/>
                </a:lnTo>
                <a:lnTo>
                  <a:pt x="560599" y="41663"/>
                </a:lnTo>
                <a:lnTo>
                  <a:pt x="559624" y="41815"/>
                </a:lnTo>
                <a:lnTo>
                  <a:pt x="558666" y="41986"/>
                </a:lnTo>
                <a:lnTo>
                  <a:pt x="557726" y="42178"/>
                </a:lnTo>
                <a:lnTo>
                  <a:pt x="556802" y="42390"/>
                </a:lnTo>
                <a:lnTo>
                  <a:pt x="555896" y="42622"/>
                </a:lnTo>
                <a:lnTo>
                  <a:pt x="555006" y="42875"/>
                </a:lnTo>
                <a:lnTo>
                  <a:pt x="554134" y="43147"/>
                </a:lnTo>
                <a:lnTo>
                  <a:pt x="553278" y="43440"/>
                </a:lnTo>
                <a:lnTo>
                  <a:pt x="552440" y="43753"/>
                </a:lnTo>
                <a:lnTo>
                  <a:pt x="551618" y="44086"/>
                </a:lnTo>
                <a:lnTo>
                  <a:pt x="550814" y="44440"/>
                </a:lnTo>
                <a:lnTo>
                  <a:pt x="550026" y="44813"/>
                </a:lnTo>
                <a:lnTo>
                  <a:pt x="549256" y="45207"/>
                </a:lnTo>
                <a:lnTo>
                  <a:pt x="548503" y="45621"/>
                </a:lnTo>
                <a:lnTo>
                  <a:pt x="547766" y="46055"/>
                </a:lnTo>
                <a:lnTo>
                  <a:pt x="547047" y="46510"/>
                </a:lnTo>
                <a:lnTo>
                  <a:pt x="546345" y="46984"/>
                </a:lnTo>
                <a:lnTo>
                  <a:pt x="545657" y="47474"/>
                </a:lnTo>
                <a:lnTo>
                  <a:pt x="544982" y="47973"/>
                </a:lnTo>
                <a:lnTo>
                  <a:pt x="544319" y="48481"/>
                </a:lnTo>
                <a:lnTo>
                  <a:pt x="543668" y="48999"/>
                </a:lnTo>
                <a:lnTo>
                  <a:pt x="543029" y="49527"/>
                </a:lnTo>
                <a:lnTo>
                  <a:pt x="542403" y="50063"/>
                </a:lnTo>
                <a:lnTo>
                  <a:pt x="541789" y="50610"/>
                </a:lnTo>
                <a:lnTo>
                  <a:pt x="541188" y="51166"/>
                </a:lnTo>
                <a:lnTo>
                  <a:pt x="540598" y="51731"/>
                </a:lnTo>
                <a:lnTo>
                  <a:pt x="540021" y="52306"/>
                </a:lnTo>
                <a:lnTo>
                  <a:pt x="539456" y="52891"/>
                </a:lnTo>
                <a:lnTo>
                  <a:pt x="538904" y="53485"/>
                </a:lnTo>
                <a:lnTo>
                  <a:pt x="538363" y="54088"/>
                </a:lnTo>
                <a:lnTo>
                  <a:pt x="537835" y="54701"/>
                </a:lnTo>
                <a:lnTo>
                  <a:pt x="537320" y="55324"/>
                </a:lnTo>
                <a:lnTo>
                  <a:pt x="536816" y="55956"/>
                </a:lnTo>
                <a:lnTo>
                  <a:pt x="536325" y="56597"/>
                </a:lnTo>
                <a:lnTo>
                  <a:pt x="535846" y="57248"/>
                </a:lnTo>
                <a:lnTo>
                  <a:pt x="535379" y="57908"/>
                </a:lnTo>
                <a:lnTo>
                  <a:pt x="534925" y="58578"/>
                </a:lnTo>
                <a:lnTo>
                  <a:pt x="534483" y="59258"/>
                </a:lnTo>
                <a:lnTo>
                  <a:pt x="534053" y="59947"/>
                </a:lnTo>
                <a:lnTo>
                  <a:pt x="533635" y="60645"/>
                </a:lnTo>
                <a:lnTo>
                  <a:pt x="533230" y="61353"/>
                </a:lnTo>
                <a:lnTo>
                  <a:pt x="532546" y="43107"/>
                </a:lnTo>
                <a:lnTo>
                  <a:pt x="514642" y="43107"/>
                </a:lnTo>
                <a:lnTo>
                  <a:pt x="514642" y="157603"/>
                </a:lnTo>
                <a:lnTo>
                  <a:pt x="533686" y="157603"/>
                </a:lnTo>
                <a:lnTo>
                  <a:pt x="533686" y="76321"/>
                </a:lnTo>
                <a:lnTo>
                  <a:pt x="534001" y="75888"/>
                </a:lnTo>
                <a:lnTo>
                  <a:pt x="534319" y="75458"/>
                </a:lnTo>
                <a:lnTo>
                  <a:pt x="534641" y="75034"/>
                </a:lnTo>
                <a:lnTo>
                  <a:pt x="534965" y="74613"/>
                </a:lnTo>
                <a:close/>
                <a:moveTo>
                  <a:pt x="838037" y="72627"/>
                </a:moveTo>
                <a:lnTo>
                  <a:pt x="838496" y="72088"/>
                </a:lnTo>
                <a:lnTo>
                  <a:pt x="838966" y="71552"/>
                </a:lnTo>
                <a:lnTo>
                  <a:pt x="839447" y="71019"/>
                </a:lnTo>
                <a:lnTo>
                  <a:pt x="839938" y="70489"/>
                </a:lnTo>
                <a:lnTo>
                  <a:pt x="840441" y="69962"/>
                </a:lnTo>
                <a:lnTo>
                  <a:pt x="840954" y="69439"/>
                </a:lnTo>
                <a:lnTo>
                  <a:pt x="841479" y="68918"/>
                </a:lnTo>
                <a:lnTo>
                  <a:pt x="842014" y="68401"/>
                </a:lnTo>
                <a:lnTo>
                  <a:pt x="842560" y="67887"/>
                </a:lnTo>
                <a:lnTo>
                  <a:pt x="843117" y="67375"/>
                </a:lnTo>
                <a:lnTo>
                  <a:pt x="843685" y="66867"/>
                </a:lnTo>
                <a:lnTo>
                  <a:pt x="844264" y="66362"/>
                </a:lnTo>
                <a:lnTo>
                  <a:pt x="844854" y="65860"/>
                </a:lnTo>
                <a:lnTo>
                  <a:pt x="845454" y="65362"/>
                </a:lnTo>
                <a:lnTo>
                  <a:pt x="846066" y="64866"/>
                </a:lnTo>
                <a:lnTo>
                  <a:pt x="846688" y="64373"/>
                </a:lnTo>
                <a:lnTo>
                  <a:pt x="847321" y="63884"/>
                </a:lnTo>
                <a:lnTo>
                  <a:pt x="847965" y="63398"/>
                </a:lnTo>
                <a:lnTo>
                  <a:pt x="848620" y="62914"/>
                </a:lnTo>
                <a:lnTo>
                  <a:pt x="849287" y="62443"/>
                </a:lnTo>
                <a:lnTo>
                  <a:pt x="849966" y="61991"/>
                </a:lnTo>
                <a:lnTo>
                  <a:pt x="850658" y="61560"/>
                </a:lnTo>
                <a:lnTo>
                  <a:pt x="851362" y="61148"/>
                </a:lnTo>
                <a:lnTo>
                  <a:pt x="852079" y="60757"/>
                </a:lnTo>
                <a:lnTo>
                  <a:pt x="852808" y="60385"/>
                </a:lnTo>
                <a:lnTo>
                  <a:pt x="853549" y="60034"/>
                </a:lnTo>
                <a:lnTo>
                  <a:pt x="854303" y="59703"/>
                </a:lnTo>
                <a:lnTo>
                  <a:pt x="855070" y="59392"/>
                </a:lnTo>
                <a:lnTo>
                  <a:pt x="855849" y="59101"/>
                </a:lnTo>
                <a:lnTo>
                  <a:pt x="856640" y="58830"/>
                </a:lnTo>
                <a:lnTo>
                  <a:pt x="857444" y="58579"/>
                </a:lnTo>
                <a:lnTo>
                  <a:pt x="858261" y="58348"/>
                </a:lnTo>
                <a:lnTo>
                  <a:pt x="859089" y="58137"/>
                </a:lnTo>
                <a:lnTo>
                  <a:pt x="859931" y="57947"/>
                </a:lnTo>
                <a:lnTo>
                  <a:pt x="860785" y="57776"/>
                </a:lnTo>
                <a:lnTo>
                  <a:pt x="861651" y="57626"/>
                </a:lnTo>
                <a:lnTo>
                  <a:pt x="862530" y="57495"/>
                </a:lnTo>
                <a:lnTo>
                  <a:pt x="863421" y="57385"/>
                </a:lnTo>
                <a:lnTo>
                  <a:pt x="864325" y="57294"/>
                </a:lnTo>
                <a:lnTo>
                  <a:pt x="865241" y="57224"/>
                </a:lnTo>
                <a:lnTo>
                  <a:pt x="866169" y="57174"/>
                </a:lnTo>
                <a:lnTo>
                  <a:pt x="867111" y="57144"/>
                </a:lnTo>
                <a:lnTo>
                  <a:pt x="868064" y="57134"/>
                </a:lnTo>
                <a:lnTo>
                  <a:pt x="868685" y="57140"/>
                </a:lnTo>
                <a:lnTo>
                  <a:pt x="869294" y="57159"/>
                </a:lnTo>
                <a:lnTo>
                  <a:pt x="869891" y="57191"/>
                </a:lnTo>
                <a:lnTo>
                  <a:pt x="870476" y="57235"/>
                </a:lnTo>
                <a:lnTo>
                  <a:pt x="871049" y="57292"/>
                </a:lnTo>
                <a:lnTo>
                  <a:pt x="871610" y="57361"/>
                </a:lnTo>
                <a:lnTo>
                  <a:pt x="872159" y="57443"/>
                </a:lnTo>
                <a:lnTo>
                  <a:pt x="872695" y="57538"/>
                </a:lnTo>
                <a:lnTo>
                  <a:pt x="873220" y="57645"/>
                </a:lnTo>
                <a:lnTo>
                  <a:pt x="873733" y="57765"/>
                </a:lnTo>
                <a:lnTo>
                  <a:pt x="874233" y="57898"/>
                </a:lnTo>
                <a:lnTo>
                  <a:pt x="874721" y="58043"/>
                </a:lnTo>
                <a:lnTo>
                  <a:pt x="875197" y="58200"/>
                </a:lnTo>
                <a:lnTo>
                  <a:pt x="875662" y="58371"/>
                </a:lnTo>
                <a:lnTo>
                  <a:pt x="876114" y="58554"/>
                </a:lnTo>
                <a:lnTo>
                  <a:pt x="876554" y="58749"/>
                </a:lnTo>
                <a:lnTo>
                  <a:pt x="876982" y="58958"/>
                </a:lnTo>
                <a:lnTo>
                  <a:pt x="877398" y="59179"/>
                </a:lnTo>
                <a:lnTo>
                  <a:pt x="877801" y="59412"/>
                </a:lnTo>
                <a:lnTo>
                  <a:pt x="878193" y="59658"/>
                </a:lnTo>
                <a:lnTo>
                  <a:pt x="878573" y="59917"/>
                </a:lnTo>
                <a:lnTo>
                  <a:pt x="878940" y="60188"/>
                </a:lnTo>
                <a:lnTo>
                  <a:pt x="879296" y="60472"/>
                </a:lnTo>
                <a:lnTo>
                  <a:pt x="879639" y="60769"/>
                </a:lnTo>
                <a:lnTo>
                  <a:pt x="879972" y="61077"/>
                </a:lnTo>
                <a:lnTo>
                  <a:pt x="880297" y="61394"/>
                </a:lnTo>
                <a:lnTo>
                  <a:pt x="880612" y="61721"/>
                </a:lnTo>
                <a:lnTo>
                  <a:pt x="880919" y="62058"/>
                </a:lnTo>
                <a:lnTo>
                  <a:pt x="881217" y="62405"/>
                </a:lnTo>
                <a:lnTo>
                  <a:pt x="881507" y="62762"/>
                </a:lnTo>
                <a:lnTo>
                  <a:pt x="881787" y="63128"/>
                </a:lnTo>
                <a:lnTo>
                  <a:pt x="882059" y="63504"/>
                </a:lnTo>
                <a:lnTo>
                  <a:pt x="882323" y="63889"/>
                </a:lnTo>
                <a:lnTo>
                  <a:pt x="882577" y="64284"/>
                </a:lnTo>
                <a:lnTo>
                  <a:pt x="882823" y="64689"/>
                </a:lnTo>
                <a:lnTo>
                  <a:pt x="883060" y="65104"/>
                </a:lnTo>
                <a:lnTo>
                  <a:pt x="883289" y="65529"/>
                </a:lnTo>
                <a:lnTo>
                  <a:pt x="883509" y="65963"/>
                </a:lnTo>
                <a:lnTo>
                  <a:pt x="883720" y="66407"/>
                </a:lnTo>
                <a:lnTo>
                  <a:pt x="883922" y="66861"/>
                </a:lnTo>
                <a:lnTo>
                  <a:pt x="884116" y="67324"/>
                </a:lnTo>
                <a:lnTo>
                  <a:pt x="884301" y="67797"/>
                </a:lnTo>
                <a:lnTo>
                  <a:pt x="884477" y="68280"/>
                </a:lnTo>
                <a:lnTo>
                  <a:pt x="884644" y="68773"/>
                </a:lnTo>
                <a:lnTo>
                  <a:pt x="884803" y="69275"/>
                </a:lnTo>
                <a:lnTo>
                  <a:pt x="884953" y="69787"/>
                </a:lnTo>
                <a:lnTo>
                  <a:pt x="885095" y="70309"/>
                </a:lnTo>
                <a:lnTo>
                  <a:pt x="885227" y="70840"/>
                </a:lnTo>
                <a:lnTo>
                  <a:pt x="885353" y="71380"/>
                </a:lnTo>
                <a:lnTo>
                  <a:pt x="885473" y="71925"/>
                </a:lnTo>
                <a:lnTo>
                  <a:pt x="885588" y="72477"/>
                </a:lnTo>
                <a:lnTo>
                  <a:pt x="885698" y="73035"/>
                </a:lnTo>
                <a:lnTo>
                  <a:pt x="885802" y="73599"/>
                </a:lnTo>
                <a:lnTo>
                  <a:pt x="885901" y="74170"/>
                </a:lnTo>
                <a:lnTo>
                  <a:pt x="885994" y="74746"/>
                </a:lnTo>
                <a:lnTo>
                  <a:pt x="886082" y="75329"/>
                </a:lnTo>
                <a:lnTo>
                  <a:pt x="886165" y="75918"/>
                </a:lnTo>
                <a:lnTo>
                  <a:pt x="886243" y="76513"/>
                </a:lnTo>
                <a:lnTo>
                  <a:pt x="886315" y="77115"/>
                </a:lnTo>
                <a:lnTo>
                  <a:pt x="886382" y="77723"/>
                </a:lnTo>
                <a:lnTo>
                  <a:pt x="886443" y="78336"/>
                </a:lnTo>
                <a:lnTo>
                  <a:pt x="886499" y="78956"/>
                </a:lnTo>
                <a:lnTo>
                  <a:pt x="886550" y="79583"/>
                </a:lnTo>
                <a:lnTo>
                  <a:pt x="886596" y="80215"/>
                </a:lnTo>
                <a:lnTo>
                  <a:pt x="886636" y="80854"/>
                </a:lnTo>
                <a:lnTo>
                  <a:pt x="886670" y="81499"/>
                </a:lnTo>
                <a:lnTo>
                  <a:pt x="886700" y="82150"/>
                </a:lnTo>
                <a:lnTo>
                  <a:pt x="886724" y="82807"/>
                </a:lnTo>
                <a:lnTo>
                  <a:pt x="886743" y="83470"/>
                </a:lnTo>
                <a:lnTo>
                  <a:pt x="886756" y="84140"/>
                </a:lnTo>
                <a:lnTo>
                  <a:pt x="886764" y="84816"/>
                </a:lnTo>
                <a:lnTo>
                  <a:pt x="886767" y="85498"/>
                </a:lnTo>
                <a:lnTo>
                  <a:pt x="886767" y="157603"/>
                </a:lnTo>
                <a:lnTo>
                  <a:pt x="905697" y="157603"/>
                </a:lnTo>
                <a:lnTo>
                  <a:pt x="905697" y="83217"/>
                </a:lnTo>
                <a:lnTo>
                  <a:pt x="905684" y="81564"/>
                </a:lnTo>
                <a:lnTo>
                  <a:pt x="905644" y="79943"/>
                </a:lnTo>
                <a:lnTo>
                  <a:pt x="905578" y="78353"/>
                </a:lnTo>
                <a:lnTo>
                  <a:pt x="905485" y="76795"/>
                </a:lnTo>
                <a:lnTo>
                  <a:pt x="905366" y="75267"/>
                </a:lnTo>
                <a:lnTo>
                  <a:pt x="905220" y="73771"/>
                </a:lnTo>
                <a:lnTo>
                  <a:pt x="905047" y="72306"/>
                </a:lnTo>
                <a:lnTo>
                  <a:pt x="904848" y="70872"/>
                </a:lnTo>
                <a:lnTo>
                  <a:pt x="904623" y="69470"/>
                </a:lnTo>
                <a:lnTo>
                  <a:pt x="904371" y="68099"/>
                </a:lnTo>
                <a:lnTo>
                  <a:pt x="904092" y="66759"/>
                </a:lnTo>
                <a:lnTo>
                  <a:pt x="903787" y="65450"/>
                </a:lnTo>
                <a:lnTo>
                  <a:pt x="903456" y="64173"/>
                </a:lnTo>
                <a:lnTo>
                  <a:pt x="903097" y="62926"/>
                </a:lnTo>
                <a:lnTo>
                  <a:pt x="902713" y="61711"/>
                </a:lnTo>
                <a:lnTo>
                  <a:pt x="902301" y="60528"/>
                </a:lnTo>
                <a:lnTo>
                  <a:pt x="901864" y="59375"/>
                </a:lnTo>
                <a:lnTo>
                  <a:pt x="901399" y="58254"/>
                </a:lnTo>
                <a:lnTo>
                  <a:pt x="900909" y="57164"/>
                </a:lnTo>
                <a:lnTo>
                  <a:pt x="900391" y="56106"/>
                </a:lnTo>
                <a:lnTo>
                  <a:pt x="899847" y="55078"/>
                </a:lnTo>
                <a:lnTo>
                  <a:pt x="899277" y="54082"/>
                </a:lnTo>
                <a:lnTo>
                  <a:pt x="898680" y="53117"/>
                </a:lnTo>
                <a:lnTo>
                  <a:pt x="898057" y="52184"/>
                </a:lnTo>
                <a:lnTo>
                  <a:pt x="897402" y="51285"/>
                </a:lnTo>
                <a:lnTo>
                  <a:pt x="896713" y="50424"/>
                </a:lnTo>
                <a:lnTo>
                  <a:pt x="895988" y="49602"/>
                </a:lnTo>
                <a:lnTo>
                  <a:pt x="895228" y="48818"/>
                </a:lnTo>
                <a:lnTo>
                  <a:pt x="894433" y="48072"/>
                </a:lnTo>
                <a:lnTo>
                  <a:pt x="893602" y="47365"/>
                </a:lnTo>
                <a:lnTo>
                  <a:pt x="892736" y="46695"/>
                </a:lnTo>
                <a:lnTo>
                  <a:pt x="891835" y="46064"/>
                </a:lnTo>
                <a:lnTo>
                  <a:pt x="890899" y="45471"/>
                </a:lnTo>
                <a:lnTo>
                  <a:pt x="889927" y="44917"/>
                </a:lnTo>
                <a:lnTo>
                  <a:pt x="888921" y="44400"/>
                </a:lnTo>
                <a:lnTo>
                  <a:pt x="887879" y="43922"/>
                </a:lnTo>
                <a:lnTo>
                  <a:pt x="886801" y="43482"/>
                </a:lnTo>
                <a:lnTo>
                  <a:pt x="885689" y="43081"/>
                </a:lnTo>
                <a:lnTo>
                  <a:pt x="884541" y="42717"/>
                </a:lnTo>
                <a:lnTo>
                  <a:pt x="883358" y="42392"/>
                </a:lnTo>
                <a:lnTo>
                  <a:pt x="882140" y="42105"/>
                </a:lnTo>
                <a:lnTo>
                  <a:pt x="880887" y="41857"/>
                </a:lnTo>
                <a:lnTo>
                  <a:pt x="879598" y="41646"/>
                </a:lnTo>
                <a:lnTo>
                  <a:pt x="878274" y="41474"/>
                </a:lnTo>
                <a:lnTo>
                  <a:pt x="876915" y="41340"/>
                </a:lnTo>
                <a:lnTo>
                  <a:pt x="875520" y="41245"/>
                </a:lnTo>
                <a:lnTo>
                  <a:pt x="874091" y="41187"/>
                </a:lnTo>
                <a:lnTo>
                  <a:pt x="872626" y="41168"/>
                </a:lnTo>
                <a:lnTo>
                  <a:pt x="871493" y="41178"/>
                </a:lnTo>
                <a:lnTo>
                  <a:pt x="870377" y="41208"/>
                </a:lnTo>
                <a:lnTo>
                  <a:pt x="869276" y="41258"/>
                </a:lnTo>
                <a:lnTo>
                  <a:pt x="868191" y="41328"/>
                </a:lnTo>
                <a:lnTo>
                  <a:pt x="867122" y="41418"/>
                </a:lnTo>
                <a:lnTo>
                  <a:pt x="866068" y="41528"/>
                </a:lnTo>
                <a:lnTo>
                  <a:pt x="865031" y="41658"/>
                </a:lnTo>
                <a:lnTo>
                  <a:pt x="864009" y="41808"/>
                </a:lnTo>
                <a:lnTo>
                  <a:pt x="863004" y="41978"/>
                </a:lnTo>
                <a:lnTo>
                  <a:pt x="862014" y="42168"/>
                </a:lnTo>
                <a:lnTo>
                  <a:pt x="861040" y="42378"/>
                </a:lnTo>
                <a:lnTo>
                  <a:pt x="860081" y="42608"/>
                </a:lnTo>
                <a:lnTo>
                  <a:pt x="859139" y="42858"/>
                </a:lnTo>
                <a:lnTo>
                  <a:pt x="858212" y="43128"/>
                </a:lnTo>
                <a:lnTo>
                  <a:pt x="857302" y="43418"/>
                </a:lnTo>
                <a:lnTo>
                  <a:pt x="856407" y="43728"/>
                </a:lnTo>
                <a:lnTo>
                  <a:pt x="855528" y="44058"/>
                </a:lnTo>
                <a:lnTo>
                  <a:pt x="854664" y="44408"/>
                </a:lnTo>
                <a:lnTo>
                  <a:pt x="853817" y="44778"/>
                </a:lnTo>
                <a:lnTo>
                  <a:pt x="852986" y="45168"/>
                </a:lnTo>
                <a:lnTo>
                  <a:pt x="852170" y="45578"/>
                </a:lnTo>
                <a:lnTo>
                  <a:pt x="851370" y="46008"/>
                </a:lnTo>
                <a:lnTo>
                  <a:pt x="850586" y="46457"/>
                </a:lnTo>
                <a:lnTo>
                  <a:pt x="849818" y="46927"/>
                </a:lnTo>
                <a:lnTo>
                  <a:pt x="849065" y="47409"/>
                </a:lnTo>
                <a:lnTo>
                  <a:pt x="848327" y="47893"/>
                </a:lnTo>
                <a:lnTo>
                  <a:pt x="847603" y="48380"/>
                </a:lnTo>
                <a:lnTo>
                  <a:pt x="846894" y="48871"/>
                </a:lnTo>
                <a:lnTo>
                  <a:pt x="846200" y="49364"/>
                </a:lnTo>
                <a:lnTo>
                  <a:pt x="845520" y="49860"/>
                </a:lnTo>
                <a:lnTo>
                  <a:pt x="844855" y="50360"/>
                </a:lnTo>
                <a:lnTo>
                  <a:pt x="844205" y="50862"/>
                </a:lnTo>
                <a:lnTo>
                  <a:pt x="843569" y="51367"/>
                </a:lnTo>
                <a:lnTo>
                  <a:pt x="842948" y="51875"/>
                </a:lnTo>
                <a:lnTo>
                  <a:pt x="842341" y="52386"/>
                </a:lnTo>
                <a:lnTo>
                  <a:pt x="841749" y="52900"/>
                </a:lnTo>
                <a:lnTo>
                  <a:pt x="841172" y="53417"/>
                </a:lnTo>
                <a:lnTo>
                  <a:pt x="840610" y="53937"/>
                </a:lnTo>
                <a:lnTo>
                  <a:pt x="840062" y="54460"/>
                </a:lnTo>
                <a:lnTo>
                  <a:pt x="839529" y="54986"/>
                </a:lnTo>
                <a:lnTo>
                  <a:pt x="839010" y="55515"/>
                </a:lnTo>
                <a:lnTo>
                  <a:pt x="838506" y="56047"/>
                </a:lnTo>
                <a:lnTo>
                  <a:pt x="838017" y="56582"/>
                </a:lnTo>
                <a:lnTo>
                  <a:pt x="837543" y="57120"/>
                </a:lnTo>
                <a:lnTo>
                  <a:pt x="837083" y="57660"/>
                </a:lnTo>
                <a:lnTo>
                  <a:pt x="836638" y="58204"/>
                </a:lnTo>
                <a:lnTo>
                  <a:pt x="836207" y="58751"/>
                </a:lnTo>
                <a:lnTo>
                  <a:pt x="835791" y="59301"/>
                </a:lnTo>
                <a:lnTo>
                  <a:pt x="835335" y="43107"/>
                </a:lnTo>
                <a:lnTo>
                  <a:pt x="816860" y="43107"/>
                </a:lnTo>
                <a:lnTo>
                  <a:pt x="816860" y="157603"/>
                </a:lnTo>
                <a:lnTo>
                  <a:pt x="835905" y="157603"/>
                </a:lnTo>
                <a:lnTo>
                  <a:pt x="835905" y="75370"/>
                </a:lnTo>
                <a:lnTo>
                  <a:pt x="836310" y="74815"/>
                </a:lnTo>
                <a:lnTo>
                  <a:pt x="836725" y="74263"/>
                </a:lnTo>
                <a:lnTo>
                  <a:pt x="837151" y="73715"/>
                </a:lnTo>
                <a:lnTo>
                  <a:pt x="837589" y="73169"/>
                </a:lnTo>
                <a:lnTo>
                  <a:pt x="838037" y="72627"/>
                </a:lnTo>
                <a:close/>
                <a:moveTo>
                  <a:pt x="1799652" y="43107"/>
                </a:moveTo>
                <a:lnTo>
                  <a:pt x="1799652" y="157603"/>
                </a:lnTo>
                <a:lnTo>
                  <a:pt x="1818697" y="157603"/>
                </a:lnTo>
                <a:lnTo>
                  <a:pt x="1818697" y="43107"/>
                </a:lnTo>
                <a:lnTo>
                  <a:pt x="1799652" y="43107"/>
                </a:lnTo>
                <a:close/>
                <a:moveTo>
                  <a:pt x="785691" y="43107"/>
                </a:moveTo>
                <a:lnTo>
                  <a:pt x="766646" y="43107"/>
                </a:lnTo>
                <a:lnTo>
                  <a:pt x="766646" y="157603"/>
                </a:lnTo>
                <a:lnTo>
                  <a:pt x="785691" y="157603"/>
                </a:lnTo>
                <a:lnTo>
                  <a:pt x="785691" y="43107"/>
                </a:lnTo>
                <a:close/>
                <a:moveTo>
                  <a:pt x="612260" y="159239"/>
                </a:moveTo>
                <a:lnTo>
                  <a:pt x="613244" y="159111"/>
                </a:lnTo>
                <a:lnTo>
                  <a:pt x="614217" y="158966"/>
                </a:lnTo>
                <a:lnTo>
                  <a:pt x="615180" y="158804"/>
                </a:lnTo>
                <a:lnTo>
                  <a:pt x="616132" y="158626"/>
                </a:lnTo>
                <a:lnTo>
                  <a:pt x="617074" y="158430"/>
                </a:lnTo>
                <a:lnTo>
                  <a:pt x="618005" y="158217"/>
                </a:lnTo>
                <a:lnTo>
                  <a:pt x="618925" y="157987"/>
                </a:lnTo>
                <a:lnTo>
                  <a:pt x="619834" y="157740"/>
                </a:lnTo>
                <a:lnTo>
                  <a:pt x="620733" y="157476"/>
                </a:lnTo>
                <a:lnTo>
                  <a:pt x="621621" y="157195"/>
                </a:lnTo>
                <a:lnTo>
                  <a:pt x="622498" y="156897"/>
                </a:lnTo>
                <a:lnTo>
                  <a:pt x="623364" y="156582"/>
                </a:lnTo>
                <a:lnTo>
                  <a:pt x="624220" y="156250"/>
                </a:lnTo>
                <a:lnTo>
                  <a:pt x="625065" y="155901"/>
                </a:lnTo>
                <a:lnTo>
                  <a:pt x="625900" y="155535"/>
                </a:lnTo>
                <a:lnTo>
                  <a:pt x="626724" y="155152"/>
                </a:lnTo>
                <a:lnTo>
                  <a:pt x="627537" y="154752"/>
                </a:lnTo>
                <a:lnTo>
                  <a:pt x="628341" y="154337"/>
                </a:lnTo>
                <a:lnTo>
                  <a:pt x="629136" y="153910"/>
                </a:lnTo>
                <a:lnTo>
                  <a:pt x="629923" y="153471"/>
                </a:lnTo>
                <a:lnTo>
                  <a:pt x="630702" y="153019"/>
                </a:lnTo>
                <a:lnTo>
                  <a:pt x="631472" y="152555"/>
                </a:lnTo>
                <a:lnTo>
                  <a:pt x="632234" y="152079"/>
                </a:lnTo>
                <a:lnTo>
                  <a:pt x="632988" y="151591"/>
                </a:lnTo>
                <a:lnTo>
                  <a:pt x="633733" y="151090"/>
                </a:lnTo>
                <a:lnTo>
                  <a:pt x="634470" y="150577"/>
                </a:lnTo>
                <a:lnTo>
                  <a:pt x="635199" y="150052"/>
                </a:lnTo>
                <a:lnTo>
                  <a:pt x="635919" y="149514"/>
                </a:lnTo>
                <a:lnTo>
                  <a:pt x="636632" y="148964"/>
                </a:lnTo>
                <a:lnTo>
                  <a:pt x="637335" y="148402"/>
                </a:lnTo>
                <a:lnTo>
                  <a:pt x="638031" y="147828"/>
                </a:lnTo>
                <a:lnTo>
                  <a:pt x="638718" y="147241"/>
                </a:lnTo>
                <a:lnTo>
                  <a:pt x="639397" y="146642"/>
                </a:lnTo>
                <a:lnTo>
                  <a:pt x="640068" y="146031"/>
                </a:lnTo>
                <a:lnTo>
                  <a:pt x="640730" y="145408"/>
                </a:lnTo>
                <a:lnTo>
                  <a:pt x="641384" y="144772"/>
                </a:lnTo>
                <a:lnTo>
                  <a:pt x="642030" y="144124"/>
                </a:lnTo>
                <a:lnTo>
                  <a:pt x="642667" y="143464"/>
                </a:lnTo>
                <a:lnTo>
                  <a:pt x="643296" y="142791"/>
                </a:lnTo>
                <a:lnTo>
                  <a:pt x="643917" y="142106"/>
                </a:lnTo>
                <a:lnTo>
                  <a:pt x="644529" y="141409"/>
                </a:lnTo>
                <a:lnTo>
                  <a:pt x="645213" y="157603"/>
                </a:lnTo>
                <a:lnTo>
                  <a:pt x="662775" y="157603"/>
                </a:lnTo>
                <a:lnTo>
                  <a:pt x="662775" y="81114"/>
                </a:lnTo>
                <a:lnTo>
                  <a:pt x="662769" y="80094"/>
                </a:lnTo>
                <a:lnTo>
                  <a:pt x="662751" y="79090"/>
                </a:lnTo>
                <a:lnTo>
                  <a:pt x="662722" y="78101"/>
                </a:lnTo>
                <a:lnTo>
                  <a:pt x="662680" y="77129"/>
                </a:lnTo>
                <a:lnTo>
                  <a:pt x="662627" y="76171"/>
                </a:lnTo>
                <a:lnTo>
                  <a:pt x="662561" y="75230"/>
                </a:lnTo>
                <a:lnTo>
                  <a:pt x="662484" y="74304"/>
                </a:lnTo>
                <a:lnTo>
                  <a:pt x="662395" y="73394"/>
                </a:lnTo>
                <a:lnTo>
                  <a:pt x="662294" y="72500"/>
                </a:lnTo>
                <a:lnTo>
                  <a:pt x="662181" y="71621"/>
                </a:lnTo>
                <a:lnTo>
                  <a:pt x="662057" y="70758"/>
                </a:lnTo>
                <a:lnTo>
                  <a:pt x="661920" y="69911"/>
                </a:lnTo>
                <a:lnTo>
                  <a:pt x="661771" y="69079"/>
                </a:lnTo>
                <a:lnTo>
                  <a:pt x="661611" y="68263"/>
                </a:lnTo>
                <a:lnTo>
                  <a:pt x="661439" y="67463"/>
                </a:lnTo>
                <a:lnTo>
                  <a:pt x="661255" y="66679"/>
                </a:lnTo>
                <a:lnTo>
                  <a:pt x="661059" y="65910"/>
                </a:lnTo>
                <a:lnTo>
                  <a:pt x="660851" y="65157"/>
                </a:lnTo>
                <a:lnTo>
                  <a:pt x="660631" y="64420"/>
                </a:lnTo>
                <a:lnTo>
                  <a:pt x="660399" y="63698"/>
                </a:lnTo>
                <a:lnTo>
                  <a:pt x="660156" y="62992"/>
                </a:lnTo>
                <a:lnTo>
                  <a:pt x="659900" y="62302"/>
                </a:lnTo>
                <a:lnTo>
                  <a:pt x="659633" y="61627"/>
                </a:lnTo>
                <a:lnTo>
                  <a:pt x="659354" y="60969"/>
                </a:lnTo>
                <a:lnTo>
                  <a:pt x="659065" y="60323"/>
                </a:lnTo>
                <a:lnTo>
                  <a:pt x="658766" y="59690"/>
                </a:lnTo>
                <a:lnTo>
                  <a:pt x="658460" y="59069"/>
                </a:lnTo>
                <a:lnTo>
                  <a:pt x="658144" y="58460"/>
                </a:lnTo>
                <a:lnTo>
                  <a:pt x="657820" y="57863"/>
                </a:lnTo>
                <a:lnTo>
                  <a:pt x="657487" y="57278"/>
                </a:lnTo>
                <a:lnTo>
                  <a:pt x="657145" y="56705"/>
                </a:lnTo>
                <a:lnTo>
                  <a:pt x="656794" y="56144"/>
                </a:lnTo>
                <a:lnTo>
                  <a:pt x="656435" y="55595"/>
                </a:lnTo>
                <a:lnTo>
                  <a:pt x="656067" y="55058"/>
                </a:lnTo>
                <a:lnTo>
                  <a:pt x="655691" y="54533"/>
                </a:lnTo>
                <a:lnTo>
                  <a:pt x="655306" y="54020"/>
                </a:lnTo>
                <a:lnTo>
                  <a:pt x="654912" y="53519"/>
                </a:lnTo>
                <a:lnTo>
                  <a:pt x="654509" y="53031"/>
                </a:lnTo>
                <a:lnTo>
                  <a:pt x="654098" y="52554"/>
                </a:lnTo>
                <a:lnTo>
                  <a:pt x="653677" y="52089"/>
                </a:lnTo>
                <a:lnTo>
                  <a:pt x="653249" y="51637"/>
                </a:lnTo>
                <a:lnTo>
                  <a:pt x="652811" y="51196"/>
                </a:lnTo>
                <a:lnTo>
                  <a:pt x="652365" y="50768"/>
                </a:lnTo>
                <a:lnTo>
                  <a:pt x="651910" y="50351"/>
                </a:lnTo>
                <a:lnTo>
                  <a:pt x="651446" y="49947"/>
                </a:lnTo>
                <a:lnTo>
                  <a:pt x="650974" y="49554"/>
                </a:lnTo>
                <a:lnTo>
                  <a:pt x="650493" y="49174"/>
                </a:lnTo>
                <a:lnTo>
                  <a:pt x="650003" y="48805"/>
                </a:lnTo>
                <a:lnTo>
                  <a:pt x="649506" y="48448"/>
                </a:lnTo>
                <a:lnTo>
                  <a:pt x="649004" y="48100"/>
                </a:lnTo>
                <a:lnTo>
                  <a:pt x="648497" y="47761"/>
                </a:lnTo>
                <a:lnTo>
                  <a:pt x="647985" y="47431"/>
                </a:lnTo>
                <a:lnTo>
                  <a:pt x="647468" y="47111"/>
                </a:lnTo>
                <a:lnTo>
                  <a:pt x="646945" y="46801"/>
                </a:lnTo>
                <a:lnTo>
                  <a:pt x="646417" y="46499"/>
                </a:lnTo>
                <a:lnTo>
                  <a:pt x="645885" y="46207"/>
                </a:lnTo>
                <a:lnTo>
                  <a:pt x="645347" y="45925"/>
                </a:lnTo>
                <a:lnTo>
                  <a:pt x="644804" y="45652"/>
                </a:lnTo>
                <a:lnTo>
                  <a:pt x="644255" y="45388"/>
                </a:lnTo>
                <a:lnTo>
                  <a:pt x="643702" y="45134"/>
                </a:lnTo>
                <a:lnTo>
                  <a:pt x="643144" y="44889"/>
                </a:lnTo>
                <a:lnTo>
                  <a:pt x="642580" y="44653"/>
                </a:lnTo>
                <a:lnTo>
                  <a:pt x="642011" y="44427"/>
                </a:lnTo>
                <a:lnTo>
                  <a:pt x="641437" y="44211"/>
                </a:lnTo>
                <a:lnTo>
                  <a:pt x="640858" y="44003"/>
                </a:lnTo>
                <a:lnTo>
                  <a:pt x="640274" y="43805"/>
                </a:lnTo>
                <a:lnTo>
                  <a:pt x="639684" y="43617"/>
                </a:lnTo>
                <a:lnTo>
                  <a:pt x="639090" y="43438"/>
                </a:lnTo>
                <a:lnTo>
                  <a:pt x="638490" y="43268"/>
                </a:lnTo>
                <a:lnTo>
                  <a:pt x="637885" y="43107"/>
                </a:lnTo>
                <a:lnTo>
                  <a:pt x="637275" y="42956"/>
                </a:lnTo>
                <a:lnTo>
                  <a:pt x="636660" y="42815"/>
                </a:lnTo>
                <a:lnTo>
                  <a:pt x="636041" y="42680"/>
                </a:lnTo>
                <a:lnTo>
                  <a:pt x="635421" y="42552"/>
                </a:lnTo>
                <a:lnTo>
                  <a:pt x="634798" y="42429"/>
                </a:lnTo>
                <a:lnTo>
                  <a:pt x="634173" y="42312"/>
                </a:lnTo>
                <a:lnTo>
                  <a:pt x="633547" y="42200"/>
                </a:lnTo>
                <a:lnTo>
                  <a:pt x="632918" y="42094"/>
                </a:lnTo>
                <a:lnTo>
                  <a:pt x="632288" y="41994"/>
                </a:lnTo>
                <a:lnTo>
                  <a:pt x="631655" y="41900"/>
                </a:lnTo>
                <a:lnTo>
                  <a:pt x="631021" y="41812"/>
                </a:lnTo>
                <a:lnTo>
                  <a:pt x="630384" y="41729"/>
                </a:lnTo>
                <a:lnTo>
                  <a:pt x="629745" y="41651"/>
                </a:lnTo>
                <a:lnTo>
                  <a:pt x="629105" y="41580"/>
                </a:lnTo>
                <a:lnTo>
                  <a:pt x="628463" y="41514"/>
                </a:lnTo>
                <a:lnTo>
                  <a:pt x="627818" y="41454"/>
                </a:lnTo>
                <a:lnTo>
                  <a:pt x="627172" y="41400"/>
                </a:lnTo>
                <a:lnTo>
                  <a:pt x="626523" y="41351"/>
                </a:lnTo>
                <a:lnTo>
                  <a:pt x="625873" y="41308"/>
                </a:lnTo>
                <a:lnTo>
                  <a:pt x="625221" y="41271"/>
                </a:lnTo>
                <a:lnTo>
                  <a:pt x="624566" y="41240"/>
                </a:lnTo>
                <a:lnTo>
                  <a:pt x="623910" y="41214"/>
                </a:lnTo>
                <a:lnTo>
                  <a:pt x="623252" y="41194"/>
                </a:lnTo>
                <a:lnTo>
                  <a:pt x="622591" y="41180"/>
                </a:lnTo>
                <a:lnTo>
                  <a:pt x="621929" y="41171"/>
                </a:lnTo>
                <a:lnTo>
                  <a:pt x="621265" y="41168"/>
                </a:lnTo>
                <a:lnTo>
                  <a:pt x="620215" y="41175"/>
                </a:lnTo>
                <a:lnTo>
                  <a:pt x="619174" y="41196"/>
                </a:lnTo>
                <a:lnTo>
                  <a:pt x="618143" y="41230"/>
                </a:lnTo>
                <a:lnTo>
                  <a:pt x="617121" y="41278"/>
                </a:lnTo>
                <a:lnTo>
                  <a:pt x="616109" y="41339"/>
                </a:lnTo>
                <a:lnTo>
                  <a:pt x="615107" y="41414"/>
                </a:lnTo>
                <a:lnTo>
                  <a:pt x="614114" y="41503"/>
                </a:lnTo>
                <a:lnTo>
                  <a:pt x="613130" y="41606"/>
                </a:lnTo>
                <a:lnTo>
                  <a:pt x="612156" y="41722"/>
                </a:lnTo>
                <a:lnTo>
                  <a:pt x="611191" y="41851"/>
                </a:lnTo>
                <a:lnTo>
                  <a:pt x="610236" y="41995"/>
                </a:lnTo>
                <a:lnTo>
                  <a:pt x="609291" y="42152"/>
                </a:lnTo>
                <a:lnTo>
                  <a:pt x="608355" y="42323"/>
                </a:lnTo>
                <a:lnTo>
                  <a:pt x="607428" y="42507"/>
                </a:lnTo>
                <a:lnTo>
                  <a:pt x="606511" y="42705"/>
                </a:lnTo>
                <a:lnTo>
                  <a:pt x="605603" y="42917"/>
                </a:lnTo>
                <a:lnTo>
                  <a:pt x="604705" y="43142"/>
                </a:lnTo>
                <a:lnTo>
                  <a:pt x="603817" y="43381"/>
                </a:lnTo>
                <a:lnTo>
                  <a:pt x="602938" y="43634"/>
                </a:lnTo>
                <a:lnTo>
                  <a:pt x="602068" y="43901"/>
                </a:lnTo>
                <a:lnTo>
                  <a:pt x="601208" y="44181"/>
                </a:lnTo>
                <a:lnTo>
                  <a:pt x="600357" y="44474"/>
                </a:lnTo>
                <a:lnTo>
                  <a:pt x="599516" y="44782"/>
                </a:lnTo>
                <a:lnTo>
                  <a:pt x="598685" y="45103"/>
                </a:lnTo>
                <a:lnTo>
                  <a:pt x="597866" y="45439"/>
                </a:lnTo>
                <a:lnTo>
                  <a:pt x="597061" y="45791"/>
                </a:lnTo>
                <a:lnTo>
                  <a:pt x="596271" y="46160"/>
                </a:lnTo>
                <a:lnTo>
                  <a:pt x="595497" y="46545"/>
                </a:lnTo>
                <a:lnTo>
                  <a:pt x="594737" y="46946"/>
                </a:lnTo>
                <a:lnTo>
                  <a:pt x="593991" y="47363"/>
                </a:lnTo>
                <a:lnTo>
                  <a:pt x="593261" y="47797"/>
                </a:lnTo>
                <a:lnTo>
                  <a:pt x="592546" y="48248"/>
                </a:lnTo>
                <a:lnTo>
                  <a:pt x="591845" y="48714"/>
                </a:lnTo>
                <a:lnTo>
                  <a:pt x="591159" y="49197"/>
                </a:lnTo>
                <a:lnTo>
                  <a:pt x="590489" y="49696"/>
                </a:lnTo>
                <a:lnTo>
                  <a:pt x="589833" y="50211"/>
                </a:lnTo>
                <a:lnTo>
                  <a:pt x="589191" y="50743"/>
                </a:lnTo>
                <a:lnTo>
                  <a:pt x="588565" y="51291"/>
                </a:lnTo>
                <a:lnTo>
                  <a:pt x="587954" y="51855"/>
                </a:lnTo>
                <a:lnTo>
                  <a:pt x="587357" y="52436"/>
                </a:lnTo>
                <a:lnTo>
                  <a:pt x="586775" y="53033"/>
                </a:lnTo>
                <a:lnTo>
                  <a:pt x="586208" y="53646"/>
                </a:lnTo>
                <a:lnTo>
                  <a:pt x="585656" y="54276"/>
                </a:lnTo>
                <a:lnTo>
                  <a:pt x="585119" y="54922"/>
                </a:lnTo>
                <a:lnTo>
                  <a:pt x="584597" y="55584"/>
                </a:lnTo>
                <a:lnTo>
                  <a:pt x="584089" y="56263"/>
                </a:lnTo>
                <a:lnTo>
                  <a:pt x="583596" y="56957"/>
                </a:lnTo>
                <a:lnTo>
                  <a:pt x="583118" y="57668"/>
                </a:lnTo>
                <a:lnTo>
                  <a:pt x="582658" y="58397"/>
                </a:lnTo>
                <a:lnTo>
                  <a:pt x="582217" y="59143"/>
                </a:lnTo>
                <a:lnTo>
                  <a:pt x="581795" y="59908"/>
                </a:lnTo>
                <a:lnTo>
                  <a:pt x="581394" y="60691"/>
                </a:lnTo>
                <a:lnTo>
                  <a:pt x="581011" y="61492"/>
                </a:lnTo>
                <a:lnTo>
                  <a:pt x="580649" y="62311"/>
                </a:lnTo>
                <a:lnTo>
                  <a:pt x="580306" y="63148"/>
                </a:lnTo>
                <a:lnTo>
                  <a:pt x="579982" y="64003"/>
                </a:lnTo>
                <a:lnTo>
                  <a:pt x="579679" y="64877"/>
                </a:lnTo>
                <a:lnTo>
                  <a:pt x="579394" y="65768"/>
                </a:lnTo>
                <a:lnTo>
                  <a:pt x="579130" y="66678"/>
                </a:lnTo>
                <a:lnTo>
                  <a:pt x="578885" y="67606"/>
                </a:lnTo>
                <a:lnTo>
                  <a:pt x="578659" y="68552"/>
                </a:lnTo>
                <a:lnTo>
                  <a:pt x="578454" y="69516"/>
                </a:lnTo>
                <a:lnTo>
                  <a:pt x="578267" y="70499"/>
                </a:lnTo>
                <a:lnTo>
                  <a:pt x="578101" y="71499"/>
                </a:lnTo>
                <a:lnTo>
                  <a:pt x="577954" y="72518"/>
                </a:lnTo>
                <a:lnTo>
                  <a:pt x="577826" y="73554"/>
                </a:lnTo>
                <a:lnTo>
                  <a:pt x="577718" y="74609"/>
                </a:lnTo>
                <a:lnTo>
                  <a:pt x="577630" y="75682"/>
                </a:lnTo>
                <a:lnTo>
                  <a:pt x="577562" y="76773"/>
                </a:lnTo>
                <a:lnTo>
                  <a:pt x="577513" y="77883"/>
                </a:lnTo>
                <a:lnTo>
                  <a:pt x="577483" y="79010"/>
                </a:lnTo>
                <a:lnTo>
                  <a:pt x="577473" y="80156"/>
                </a:lnTo>
                <a:lnTo>
                  <a:pt x="595948" y="80156"/>
                </a:lnTo>
                <a:lnTo>
                  <a:pt x="595961" y="79083"/>
                </a:lnTo>
                <a:lnTo>
                  <a:pt x="595999" y="78035"/>
                </a:lnTo>
                <a:lnTo>
                  <a:pt x="596062" y="77011"/>
                </a:lnTo>
                <a:lnTo>
                  <a:pt x="596151" y="76013"/>
                </a:lnTo>
                <a:lnTo>
                  <a:pt x="596265" y="75038"/>
                </a:lnTo>
                <a:lnTo>
                  <a:pt x="596404" y="74089"/>
                </a:lnTo>
                <a:lnTo>
                  <a:pt x="596569" y="73164"/>
                </a:lnTo>
                <a:lnTo>
                  <a:pt x="596759" y="72264"/>
                </a:lnTo>
                <a:lnTo>
                  <a:pt x="596974" y="71389"/>
                </a:lnTo>
                <a:lnTo>
                  <a:pt x="597215" y="70538"/>
                </a:lnTo>
                <a:lnTo>
                  <a:pt x="597481" y="69712"/>
                </a:lnTo>
                <a:lnTo>
                  <a:pt x="597773" y="68911"/>
                </a:lnTo>
                <a:lnTo>
                  <a:pt x="598089" y="68135"/>
                </a:lnTo>
                <a:lnTo>
                  <a:pt x="598431" y="67383"/>
                </a:lnTo>
                <a:lnTo>
                  <a:pt x="598799" y="66656"/>
                </a:lnTo>
                <a:lnTo>
                  <a:pt x="599192" y="65953"/>
                </a:lnTo>
                <a:lnTo>
                  <a:pt x="599610" y="65275"/>
                </a:lnTo>
                <a:lnTo>
                  <a:pt x="600053" y="64622"/>
                </a:lnTo>
                <a:lnTo>
                  <a:pt x="600522" y="63994"/>
                </a:lnTo>
                <a:lnTo>
                  <a:pt x="601016" y="63390"/>
                </a:lnTo>
                <a:lnTo>
                  <a:pt x="601536" y="62811"/>
                </a:lnTo>
                <a:lnTo>
                  <a:pt x="602081" y="62256"/>
                </a:lnTo>
                <a:lnTo>
                  <a:pt x="602651" y="61727"/>
                </a:lnTo>
                <a:lnTo>
                  <a:pt x="603246" y="61222"/>
                </a:lnTo>
                <a:lnTo>
                  <a:pt x="603861" y="60739"/>
                </a:lnTo>
                <a:lnTo>
                  <a:pt x="604487" y="60277"/>
                </a:lnTo>
                <a:lnTo>
                  <a:pt x="605125" y="59836"/>
                </a:lnTo>
                <a:lnTo>
                  <a:pt x="605774" y="59415"/>
                </a:lnTo>
                <a:lnTo>
                  <a:pt x="606436" y="59015"/>
                </a:lnTo>
                <a:lnTo>
                  <a:pt x="607110" y="58635"/>
                </a:lnTo>
                <a:lnTo>
                  <a:pt x="607795" y="58276"/>
                </a:lnTo>
                <a:lnTo>
                  <a:pt x="608492" y="57937"/>
                </a:lnTo>
                <a:lnTo>
                  <a:pt x="609201" y="57619"/>
                </a:lnTo>
                <a:lnTo>
                  <a:pt x="609923" y="57321"/>
                </a:lnTo>
                <a:lnTo>
                  <a:pt x="610655" y="57044"/>
                </a:lnTo>
                <a:lnTo>
                  <a:pt x="611400" y="56787"/>
                </a:lnTo>
                <a:lnTo>
                  <a:pt x="612157" y="56551"/>
                </a:lnTo>
                <a:lnTo>
                  <a:pt x="612926" y="56336"/>
                </a:lnTo>
                <a:lnTo>
                  <a:pt x="613706" y="56141"/>
                </a:lnTo>
                <a:lnTo>
                  <a:pt x="614498" y="55966"/>
                </a:lnTo>
                <a:lnTo>
                  <a:pt x="615303" y="55812"/>
                </a:lnTo>
                <a:lnTo>
                  <a:pt x="616119" y="55679"/>
                </a:lnTo>
                <a:lnTo>
                  <a:pt x="616947" y="55566"/>
                </a:lnTo>
                <a:lnTo>
                  <a:pt x="617787" y="55474"/>
                </a:lnTo>
                <a:lnTo>
                  <a:pt x="618638" y="55402"/>
                </a:lnTo>
                <a:lnTo>
                  <a:pt x="619502" y="55350"/>
                </a:lnTo>
                <a:lnTo>
                  <a:pt x="620377" y="55320"/>
                </a:lnTo>
                <a:lnTo>
                  <a:pt x="621265" y="55309"/>
                </a:lnTo>
                <a:lnTo>
                  <a:pt x="622076" y="55319"/>
                </a:lnTo>
                <a:lnTo>
                  <a:pt x="622876" y="55348"/>
                </a:lnTo>
                <a:lnTo>
                  <a:pt x="623665" y="55397"/>
                </a:lnTo>
                <a:lnTo>
                  <a:pt x="624442" y="55464"/>
                </a:lnTo>
                <a:lnTo>
                  <a:pt x="625208" y="55552"/>
                </a:lnTo>
                <a:lnTo>
                  <a:pt x="625962" y="55658"/>
                </a:lnTo>
                <a:lnTo>
                  <a:pt x="626704" y="55784"/>
                </a:lnTo>
                <a:lnTo>
                  <a:pt x="627436" y="55930"/>
                </a:lnTo>
                <a:lnTo>
                  <a:pt x="628155" y="56095"/>
                </a:lnTo>
                <a:lnTo>
                  <a:pt x="628863" y="56279"/>
                </a:lnTo>
                <a:lnTo>
                  <a:pt x="629560" y="56482"/>
                </a:lnTo>
                <a:lnTo>
                  <a:pt x="630245" y="56705"/>
                </a:lnTo>
                <a:lnTo>
                  <a:pt x="630919" y="56948"/>
                </a:lnTo>
                <a:lnTo>
                  <a:pt x="631581" y="57210"/>
                </a:lnTo>
                <a:lnTo>
                  <a:pt x="632232" y="57491"/>
                </a:lnTo>
                <a:lnTo>
                  <a:pt x="632871" y="57791"/>
                </a:lnTo>
                <a:lnTo>
                  <a:pt x="633499" y="58111"/>
                </a:lnTo>
                <a:lnTo>
                  <a:pt x="634116" y="58451"/>
                </a:lnTo>
                <a:lnTo>
                  <a:pt x="634720" y="58809"/>
                </a:lnTo>
                <a:lnTo>
                  <a:pt x="635314" y="59187"/>
                </a:lnTo>
                <a:lnTo>
                  <a:pt x="635896" y="59585"/>
                </a:lnTo>
                <a:lnTo>
                  <a:pt x="636466" y="60002"/>
                </a:lnTo>
                <a:lnTo>
                  <a:pt x="637025" y="60438"/>
                </a:lnTo>
                <a:lnTo>
                  <a:pt x="637572" y="60894"/>
                </a:lnTo>
                <a:lnTo>
                  <a:pt x="638103" y="61375"/>
                </a:lnTo>
                <a:lnTo>
                  <a:pt x="638611" y="61890"/>
                </a:lnTo>
                <a:lnTo>
                  <a:pt x="639096" y="62437"/>
                </a:lnTo>
                <a:lnTo>
                  <a:pt x="639559" y="63017"/>
                </a:lnTo>
                <a:lnTo>
                  <a:pt x="639999" y="63630"/>
                </a:lnTo>
                <a:lnTo>
                  <a:pt x="640416" y="64275"/>
                </a:lnTo>
                <a:lnTo>
                  <a:pt x="640811" y="64953"/>
                </a:lnTo>
                <a:lnTo>
                  <a:pt x="641184" y="65664"/>
                </a:lnTo>
                <a:lnTo>
                  <a:pt x="641534" y="66408"/>
                </a:lnTo>
                <a:lnTo>
                  <a:pt x="641861" y="67184"/>
                </a:lnTo>
                <a:lnTo>
                  <a:pt x="642166" y="67994"/>
                </a:lnTo>
                <a:lnTo>
                  <a:pt x="642448" y="68835"/>
                </a:lnTo>
                <a:lnTo>
                  <a:pt x="642707" y="69710"/>
                </a:lnTo>
                <a:lnTo>
                  <a:pt x="642944" y="70617"/>
                </a:lnTo>
                <a:lnTo>
                  <a:pt x="643159" y="71558"/>
                </a:lnTo>
                <a:lnTo>
                  <a:pt x="643350" y="72530"/>
                </a:lnTo>
                <a:lnTo>
                  <a:pt x="643520" y="73536"/>
                </a:lnTo>
                <a:lnTo>
                  <a:pt x="643666" y="74574"/>
                </a:lnTo>
                <a:lnTo>
                  <a:pt x="643791" y="75646"/>
                </a:lnTo>
                <a:lnTo>
                  <a:pt x="643892" y="76749"/>
                </a:lnTo>
                <a:lnTo>
                  <a:pt x="643971" y="77886"/>
                </a:lnTo>
                <a:lnTo>
                  <a:pt x="644028" y="79055"/>
                </a:lnTo>
                <a:lnTo>
                  <a:pt x="644061" y="80257"/>
                </a:lnTo>
                <a:lnTo>
                  <a:pt x="644073" y="81492"/>
                </a:lnTo>
                <a:lnTo>
                  <a:pt x="644073" y="90020"/>
                </a:lnTo>
                <a:lnTo>
                  <a:pt x="642277" y="90044"/>
                </a:lnTo>
                <a:lnTo>
                  <a:pt x="640499" y="90077"/>
                </a:lnTo>
                <a:lnTo>
                  <a:pt x="638741" y="90119"/>
                </a:lnTo>
                <a:lnTo>
                  <a:pt x="637002" y="90170"/>
                </a:lnTo>
                <a:lnTo>
                  <a:pt x="635282" y="90230"/>
                </a:lnTo>
                <a:lnTo>
                  <a:pt x="633581" y="90298"/>
                </a:lnTo>
                <a:lnTo>
                  <a:pt x="631899" y="90376"/>
                </a:lnTo>
                <a:lnTo>
                  <a:pt x="630236" y="90462"/>
                </a:lnTo>
                <a:lnTo>
                  <a:pt x="628592" y="90558"/>
                </a:lnTo>
                <a:lnTo>
                  <a:pt x="626967" y="90662"/>
                </a:lnTo>
                <a:lnTo>
                  <a:pt x="625361" y="90776"/>
                </a:lnTo>
                <a:lnTo>
                  <a:pt x="623774" y="90898"/>
                </a:lnTo>
                <a:lnTo>
                  <a:pt x="622206" y="91029"/>
                </a:lnTo>
                <a:lnTo>
                  <a:pt x="620657" y="91169"/>
                </a:lnTo>
                <a:lnTo>
                  <a:pt x="619127" y="91318"/>
                </a:lnTo>
                <a:lnTo>
                  <a:pt x="617615" y="91476"/>
                </a:lnTo>
                <a:lnTo>
                  <a:pt x="616123" y="91643"/>
                </a:lnTo>
                <a:lnTo>
                  <a:pt x="614650" y="91818"/>
                </a:lnTo>
                <a:lnTo>
                  <a:pt x="613196" y="92003"/>
                </a:lnTo>
                <a:lnTo>
                  <a:pt x="611761" y="92197"/>
                </a:lnTo>
                <a:lnTo>
                  <a:pt x="610345" y="92399"/>
                </a:lnTo>
                <a:lnTo>
                  <a:pt x="608948" y="92610"/>
                </a:lnTo>
                <a:lnTo>
                  <a:pt x="607570" y="92831"/>
                </a:lnTo>
                <a:lnTo>
                  <a:pt x="606212" y="93060"/>
                </a:lnTo>
                <a:lnTo>
                  <a:pt x="604875" y="93302"/>
                </a:lnTo>
                <a:lnTo>
                  <a:pt x="603564" y="93563"/>
                </a:lnTo>
                <a:lnTo>
                  <a:pt x="602278" y="93841"/>
                </a:lnTo>
                <a:lnTo>
                  <a:pt x="601018" y="94137"/>
                </a:lnTo>
                <a:lnTo>
                  <a:pt x="599783" y="94450"/>
                </a:lnTo>
                <a:lnTo>
                  <a:pt x="598574" y="94782"/>
                </a:lnTo>
                <a:lnTo>
                  <a:pt x="597391" y="95132"/>
                </a:lnTo>
                <a:lnTo>
                  <a:pt x="596233" y="95499"/>
                </a:lnTo>
                <a:lnTo>
                  <a:pt x="595101" y="95885"/>
                </a:lnTo>
                <a:lnTo>
                  <a:pt x="593994" y="96288"/>
                </a:lnTo>
                <a:lnTo>
                  <a:pt x="592913" y="96709"/>
                </a:lnTo>
                <a:lnTo>
                  <a:pt x="591857" y="97148"/>
                </a:lnTo>
                <a:lnTo>
                  <a:pt x="590827" y="97604"/>
                </a:lnTo>
                <a:lnTo>
                  <a:pt x="589822" y="98079"/>
                </a:lnTo>
                <a:lnTo>
                  <a:pt x="588843" y="98572"/>
                </a:lnTo>
                <a:lnTo>
                  <a:pt x="587889" y="99082"/>
                </a:lnTo>
                <a:lnTo>
                  <a:pt x="586961" y="99610"/>
                </a:lnTo>
                <a:lnTo>
                  <a:pt x="586059" y="100156"/>
                </a:lnTo>
                <a:lnTo>
                  <a:pt x="585182" y="100720"/>
                </a:lnTo>
                <a:lnTo>
                  <a:pt x="584330" y="101302"/>
                </a:lnTo>
                <a:lnTo>
                  <a:pt x="583504" y="101902"/>
                </a:lnTo>
                <a:lnTo>
                  <a:pt x="582704" y="102519"/>
                </a:lnTo>
                <a:lnTo>
                  <a:pt x="581929" y="103155"/>
                </a:lnTo>
                <a:lnTo>
                  <a:pt x="581180" y="103808"/>
                </a:lnTo>
                <a:lnTo>
                  <a:pt x="580459" y="104483"/>
                </a:lnTo>
                <a:lnTo>
                  <a:pt x="579768" y="105184"/>
                </a:lnTo>
                <a:lnTo>
                  <a:pt x="579108" y="105911"/>
                </a:lnTo>
                <a:lnTo>
                  <a:pt x="578479" y="106664"/>
                </a:lnTo>
                <a:lnTo>
                  <a:pt x="577881" y="107443"/>
                </a:lnTo>
                <a:lnTo>
                  <a:pt x="577313" y="108248"/>
                </a:lnTo>
                <a:lnTo>
                  <a:pt x="576776" y="109078"/>
                </a:lnTo>
                <a:lnTo>
                  <a:pt x="576270" y="109935"/>
                </a:lnTo>
                <a:lnTo>
                  <a:pt x="575794" y="110818"/>
                </a:lnTo>
                <a:lnTo>
                  <a:pt x="575349" y="111727"/>
                </a:lnTo>
                <a:lnTo>
                  <a:pt x="574935" y="112661"/>
                </a:lnTo>
                <a:lnTo>
                  <a:pt x="574551" y="113622"/>
                </a:lnTo>
                <a:lnTo>
                  <a:pt x="574198" y="114609"/>
                </a:lnTo>
                <a:lnTo>
                  <a:pt x="573876" y="115621"/>
                </a:lnTo>
                <a:lnTo>
                  <a:pt x="573585" y="116660"/>
                </a:lnTo>
                <a:lnTo>
                  <a:pt x="573324" y="117724"/>
                </a:lnTo>
                <a:lnTo>
                  <a:pt x="573094" y="118815"/>
                </a:lnTo>
                <a:lnTo>
                  <a:pt x="572894" y="119931"/>
                </a:lnTo>
                <a:lnTo>
                  <a:pt x="572725" y="121074"/>
                </a:lnTo>
                <a:lnTo>
                  <a:pt x="572587" y="122242"/>
                </a:lnTo>
                <a:lnTo>
                  <a:pt x="572480" y="123437"/>
                </a:lnTo>
                <a:lnTo>
                  <a:pt x="572403" y="124657"/>
                </a:lnTo>
                <a:lnTo>
                  <a:pt x="572357" y="125903"/>
                </a:lnTo>
                <a:lnTo>
                  <a:pt x="572342" y="127176"/>
                </a:lnTo>
                <a:lnTo>
                  <a:pt x="572349" y="128065"/>
                </a:lnTo>
                <a:lnTo>
                  <a:pt x="572373" y="128943"/>
                </a:lnTo>
                <a:lnTo>
                  <a:pt x="572411" y="129808"/>
                </a:lnTo>
                <a:lnTo>
                  <a:pt x="572465" y="130661"/>
                </a:lnTo>
                <a:lnTo>
                  <a:pt x="572535" y="131502"/>
                </a:lnTo>
                <a:lnTo>
                  <a:pt x="572620" y="132331"/>
                </a:lnTo>
                <a:lnTo>
                  <a:pt x="572720" y="133148"/>
                </a:lnTo>
                <a:lnTo>
                  <a:pt x="572836" y="133952"/>
                </a:lnTo>
                <a:lnTo>
                  <a:pt x="572967" y="134744"/>
                </a:lnTo>
                <a:lnTo>
                  <a:pt x="573114" y="135524"/>
                </a:lnTo>
                <a:lnTo>
                  <a:pt x="573276" y="136292"/>
                </a:lnTo>
                <a:lnTo>
                  <a:pt x="573454" y="137048"/>
                </a:lnTo>
                <a:lnTo>
                  <a:pt x="573647" y="137792"/>
                </a:lnTo>
                <a:lnTo>
                  <a:pt x="573855" y="138523"/>
                </a:lnTo>
                <a:lnTo>
                  <a:pt x="574079" y="139243"/>
                </a:lnTo>
                <a:lnTo>
                  <a:pt x="574318" y="139950"/>
                </a:lnTo>
                <a:lnTo>
                  <a:pt x="574573" y="140645"/>
                </a:lnTo>
                <a:lnTo>
                  <a:pt x="574843" y="141328"/>
                </a:lnTo>
                <a:lnTo>
                  <a:pt x="575129" y="141998"/>
                </a:lnTo>
                <a:lnTo>
                  <a:pt x="575430" y="142657"/>
                </a:lnTo>
                <a:lnTo>
                  <a:pt x="575747" y="143303"/>
                </a:lnTo>
                <a:lnTo>
                  <a:pt x="576079" y="143937"/>
                </a:lnTo>
                <a:lnTo>
                  <a:pt x="576426" y="144559"/>
                </a:lnTo>
                <a:lnTo>
                  <a:pt x="576789" y="145169"/>
                </a:lnTo>
                <a:lnTo>
                  <a:pt x="577165" y="145766"/>
                </a:lnTo>
                <a:lnTo>
                  <a:pt x="577551" y="146351"/>
                </a:lnTo>
                <a:lnTo>
                  <a:pt x="577947" y="146923"/>
                </a:lnTo>
                <a:lnTo>
                  <a:pt x="578354" y="147482"/>
                </a:lnTo>
                <a:lnTo>
                  <a:pt x="578771" y="148029"/>
                </a:lnTo>
                <a:lnTo>
                  <a:pt x="579198" y="148564"/>
                </a:lnTo>
                <a:lnTo>
                  <a:pt x="579636" y="149086"/>
                </a:lnTo>
                <a:lnTo>
                  <a:pt x="580084" y="149595"/>
                </a:lnTo>
                <a:lnTo>
                  <a:pt x="580542" y="150092"/>
                </a:lnTo>
                <a:lnTo>
                  <a:pt x="581010" y="150576"/>
                </a:lnTo>
                <a:lnTo>
                  <a:pt x="581489" y="151047"/>
                </a:lnTo>
                <a:lnTo>
                  <a:pt x="581978" y="151506"/>
                </a:lnTo>
                <a:lnTo>
                  <a:pt x="582477" y="151953"/>
                </a:lnTo>
                <a:lnTo>
                  <a:pt x="582987" y="152387"/>
                </a:lnTo>
                <a:lnTo>
                  <a:pt x="583507" y="152808"/>
                </a:lnTo>
                <a:lnTo>
                  <a:pt x="584037" y="153217"/>
                </a:lnTo>
                <a:lnTo>
                  <a:pt x="584578" y="153613"/>
                </a:lnTo>
                <a:lnTo>
                  <a:pt x="585128" y="153997"/>
                </a:lnTo>
                <a:lnTo>
                  <a:pt x="585689" y="154368"/>
                </a:lnTo>
                <a:lnTo>
                  <a:pt x="586261" y="154726"/>
                </a:lnTo>
                <a:lnTo>
                  <a:pt x="586843" y="155072"/>
                </a:lnTo>
                <a:lnTo>
                  <a:pt x="587435" y="155406"/>
                </a:lnTo>
                <a:lnTo>
                  <a:pt x="588037" y="155727"/>
                </a:lnTo>
                <a:lnTo>
                  <a:pt x="588649" y="156035"/>
                </a:lnTo>
                <a:lnTo>
                  <a:pt x="589270" y="156330"/>
                </a:lnTo>
                <a:lnTo>
                  <a:pt x="589896" y="156613"/>
                </a:lnTo>
                <a:lnTo>
                  <a:pt x="590527" y="156884"/>
                </a:lnTo>
                <a:lnTo>
                  <a:pt x="591165" y="157141"/>
                </a:lnTo>
                <a:lnTo>
                  <a:pt x="591807" y="157386"/>
                </a:lnTo>
                <a:lnTo>
                  <a:pt x="592455" y="157619"/>
                </a:lnTo>
                <a:lnTo>
                  <a:pt x="593109" y="157839"/>
                </a:lnTo>
                <a:lnTo>
                  <a:pt x="593769" y="158046"/>
                </a:lnTo>
                <a:lnTo>
                  <a:pt x="594433" y="158241"/>
                </a:lnTo>
                <a:lnTo>
                  <a:pt x="595104" y="158424"/>
                </a:lnTo>
                <a:lnTo>
                  <a:pt x="595780" y="158593"/>
                </a:lnTo>
                <a:lnTo>
                  <a:pt x="596461" y="158750"/>
                </a:lnTo>
                <a:lnTo>
                  <a:pt x="597148" y="158895"/>
                </a:lnTo>
                <a:lnTo>
                  <a:pt x="597841" y="159027"/>
                </a:lnTo>
                <a:lnTo>
                  <a:pt x="598539" y="159147"/>
                </a:lnTo>
                <a:lnTo>
                  <a:pt x="599242" y="159253"/>
                </a:lnTo>
                <a:lnTo>
                  <a:pt x="599952" y="159348"/>
                </a:lnTo>
                <a:lnTo>
                  <a:pt x="600666" y="159429"/>
                </a:lnTo>
                <a:lnTo>
                  <a:pt x="601387" y="159499"/>
                </a:lnTo>
                <a:lnTo>
                  <a:pt x="602112" y="159555"/>
                </a:lnTo>
                <a:lnTo>
                  <a:pt x="602844" y="159599"/>
                </a:lnTo>
                <a:lnTo>
                  <a:pt x="603581" y="159631"/>
                </a:lnTo>
                <a:lnTo>
                  <a:pt x="604323" y="159649"/>
                </a:lnTo>
                <a:lnTo>
                  <a:pt x="605071" y="159656"/>
                </a:lnTo>
                <a:lnTo>
                  <a:pt x="606130" y="159647"/>
                </a:lnTo>
                <a:lnTo>
                  <a:pt x="607178" y="159622"/>
                </a:lnTo>
                <a:lnTo>
                  <a:pt x="608216" y="159579"/>
                </a:lnTo>
                <a:lnTo>
                  <a:pt x="609243" y="159519"/>
                </a:lnTo>
                <a:lnTo>
                  <a:pt x="610259" y="159443"/>
                </a:lnTo>
                <a:lnTo>
                  <a:pt x="611265" y="159349"/>
                </a:lnTo>
                <a:lnTo>
                  <a:pt x="612260" y="159239"/>
                </a:lnTo>
                <a:close/>
                <a:moveTo>
                  <a:pt x="605032" y="144630"/>
                </a:moveTo>
                <a:lnTo>
                  <a:pt x="604374" y="144499"/>
                </a:lnTo>
                <a:lnTo>
                  <a:pt x="603733" y="144350"/>
                </a:lnTo>
                <a:lnTo>
                  <a:pt x="603108" y="144184"/>
                </a:lnTo>
                <a:lnTo>
                  <a:pt x="602499" y="144000"/>
                </a:lnTo>
                <a:lnTo>
                  <a:pt x="601907" y="143799"/>
                </a:lnTo>
                <a:lnTo>
                  <a:pt x="601330" y="143580"/>
                </a:lnTo>
                <a:lnTo>
                  <a:pt x="600770" y="143344"/>
                </a:lnTo>
                <a:lnTo>
                  <a:pt x="600226" y="143090"/>
                </a:lnTo>
                <a:lnTo>
                  <a:pt x="599699" y="142819"/>
                </a:lnTo>
                <a:lnTo>
                  <a:pt x="599187" y="142530"/>
                </a:lnTo>
                <a:lnTo>
                  <a:pt x="598692" y="142224"/>
                </a:lnTo>
                <a:lnTo>
                  <a:pt x="598213" y="141900"/>
                </a:lnTo>
                <a:lnTo>
                  <a:pt x="597750" y="141559"/>
                </a:lnTo>
                <a:lnTo>
                  <a:pt x="597304" y="141201"/>
                </a:lnTo>
                <a:lnTo>
                  <a:pt x="596874" y="140824"/>
                </a:lnTo>
                <a:lnTo>
                  <a:pt x="596460" y="140431"/>
                </a:lnTo>
                <a:lnTo>
                  <a:pt x="596062" y="140019"/>
                </a:lnTo>
                <a:lnTo>
                  <a:pt x="595680" y="139593"/>
                </a:lnTo>
                <a:lnTo>
                  <a:pt x="595315" y="139155"/>
                </a:lnTo>
                <a:lnTo>
                  <a:pt x="594966" y="138704"/>
                </a:lnTo>
                <a:lnTo>
                  <a:pt x="594633" y="138241"/>
                </a:lnTo>
                <a:lnTo>
                  <a:pt x="594317" y="137766"/>
                </a:lnTo>
                <a:lnTo>
                  <a:pt x="594016" y="137279"/>
                </a:lnTo>
                <a:lnTo>
                  <a:pt x="593732" y="136780"/>
                </a:lnTo>
                <a:lnTo>
                  <a:pt x="593464" y="136269"/>
                </a:lnTo>
                <a:lnTo>
                  <a:pt x="593213" y="135745"/>
                </a:lnTo>
                <a:lnTo>
                  <a:pt x="592977" y="135210"/>
                </a:lnTo>
                <a:lnTo>
                  <a:pt x="592758" y="134662"/>
                </a:lnTo>
                <a:lnTo>
                  <a:pt x="592555" y="134102"/>
                </a:lnTo>
                <a:lnTo>
                  <a:pt x="592369" y="133530"/>
                </a:lnTo>
                <a:lnTo>
                  <a:pt x="592198" y="132945"/>
                </a:lnTo>
                <a:lnTo>
                  <a:pt x="592044" y="132349"/>
                </a:lnTo>
                <a:lnTo>
                  <a:pt x="591906" y="131740"/>
                </a:lnTo>
                <a:lnTo>
                  <a:pt x="591784" y="131120"/>
                </a:lnTo>
                <a:lnTo>
                  <a:pt x="591679" y="130487"/>
                </a:lnTo>
                <a:lnTo>
                  <a:pt x="591589" y="129842"/>
                </a:lnTo>
                <a:lnTo>
                  <a:pt x="591516" y="129185"/>
                </a:lnTo>
                <a:lnTo>
                  <a:pt x="591459" y="128515"/>
                </a:lnTo>
                <a:lnTo>
                  <a:pt x="591419" y="127834"/>
                </a:lnTo>
                <a:lnTo>
                  <a:pt x="591394" y="127140"/>
                </a:lnTo>
                <a:lnTo>
                  <a:pt x="591386" y="126434"/>
                </a:lnTo>
                <a:lnTo>
                  <a:pt x="591408" y="125370"/>
                </a:lnTo>
                <a:lnTo>
                  <a:pt x="591471" y="124330"/>
                </a:lnTo>
                <a:lnTo>
                  <a:pt x="591577" y="123316"/>
                </a:lnTo>
                <a:lnTo>
                  <a:pt x="591725" y="122327"/>
                </a:lnTo>
                <a:lnTo>
                  <a:pt x="591916" y="121364"/>
                </a:lnTo>
                <a:lnTo>
                  <a:pt x="592149" y="120426"/>
                </a:lnTo>
                <a:lnTo>
                  <a:pt x="592424" y="119513"/>
                </a:lnTo>
                <a:lnTo>
                  <a:pt x="592742" y="118626"/>
                </a:lnTo>
                <a:lnTo>
                  <a:pt x="593102" y="117763"/>
                </a:lnTo>
                <a:lnTo>
                  <a:pt x="593505" y="116927"/>
                </a:lnTo>
                <a:lnTo>
                  <a:pt x="593950" y="116115"/>
                </a:lnTo>
                <a:lnTo>
                  <a:pt x="594437" y="115329"/>
                </a:lnTo>
                <a:lnTo>
                  <a:pt x="594967" y="114568"/>
                </a:lnTo>
                <a:lnTo>
                  <a:pt x="595538" y="113833"/>
                </a:lnTo>
                <a:lnTo>
                  <a:pt x="596153" y="113122"/>
                </a:lnTo>
                <a:lnTo>
                  <a:pt x="596810" y="112438"/>
                </a:lnTo>
                <a:lnTo>
                  <a:pt x="597509" y="111778"/>
                </a:lnTo>
                <a:lnTo>
                  <a:pt x="598250" y="111144"/>
                </a:lnTo>
                <a:lnTo>
                  <a:pt x="599034" y="110535"/>
                </a:lnTo>
                <a:lnTo>
                  <a:pt x="599860" y="109952"/>
                </a:lnTo>
                <a:lnTo>
                  <a:pt x="600729" y="109393"/>
                </a:lnTo>
                <a:lnTo>
                  <a:pt x="601640" y="108861"/>
                </a:lnTo>
                <a:lnTo>
                  <a:pt x="602593" y="108353"/>
                </a:lnTo>
                <a:lnTo>
                  <a:pt x="603589" y="107871"/>
                </a:lnTo>
                <a:lnTo>
                  <a:pt x="604633" y="107411"/>
                </a:lnTo>
                <a:lnTo>
                  <a:pt x="605733" y="106969"/>
                </a:lnTo>
                <a:lnTo>
                  <a:pt x="606889" y="106545"/>
                </a:lnTo>
                <a:lnTo>
                  <a:pt x="608100" y="106139"/>
                </a:lnTo>
                <a:lnTo>
                  <a:pt x="609366" y="105752"/>
                </a:lnTo>
                <a:lnTo>
                  <a:pt x="610688" y="105384"/>
                </a:lnTo>
                <a:lnTo>
                  <a:pt x="612065" y="105033"/>
                </a:lnTo>
                <a:lnTo>
                  <a:pt x="613497" y="104701"/>
                </a:lnTo>
                <a:lnTo>
                  <a:pt x="614985" y="104387"/>
                </a:lnTo>
                <a:lnTo>
                  <a:pt x="616529" y="104092"/>
                </a:lnTo>
                <a:lnTo>
                  <a:pt x="618128" y="103815"/>
                </a:lnTo>
                <a:lnTo>
                  <a:pt x="619782" y="103556"/>
                </a:lnTo>
                <a:lnTo>
                  <a:pt x="621492" y="103316"/>
                </a:lnTo>
                <a:lnTo>
                  <a:pt x="623257" y="103094"/>
                </a:lnTo>
                <a:lnTo>
                  <a:pt x="625078" y="102890"/>
                </a:lnTo>
                <a:lnTo>
                  <a:pt x="626954" y="102704"/>
                </a:lnTo>
                <a:lnTo>
                  <a:pt x="628886" y="102537"/>
                </a:lnTo>
                <a:lnTo>
                  <a:pt x="630873" y="102388"/>
                </a:lnTo>
                <a:lnTo>
                  <a:pt x="632915" y="102258"/>
                </a:lnTo>
                <a:lnTo>
                  <a:pt x="635013" y="102146"/>
                </a:lnTo>
                <a:lnTo>
                  <a:pt x="637166" y="102052"/>
                </a:lnTo>
                <a:lnTo>
                  <a:pt x="639375" y="101976"/>
                </a:lnTo>
                <a:lnTo>
                  <a:pt x="641639" y="101919"/>
                </a:lnTo>
                <a:lnTo>
                  <a:pt x="643959" y="101880"/>
                </a:lnTo>
                <a:lnTo>
                  <a:pt x="643959" y="125960"/>
                </a:lnTo>
                <a:lnTo>
                  <a:pt x="643460" y="126667"/>
                </a:lnTo>
                <a:lnTo>
                  <a:pt x="642952" y="127362"/>
                </a:lnTo>
                <a:lnTo>
                  <a:pt x="642435" y="128045"/>
                </a:lnTo>
                <a:lnTo>
                  <a:pt x="641909" y="128717"/>
                </a:lnTo>
                <a:lnTo>
                  <a:pt x="641374" y="129378"/>
                </a:lnTo>
                <a:lnTo>
                  <a:pt x="640830" y="130028"/>
                </a:lnTo>
                <a:lnTo>
                  <a:pt x="640276" y="130666"/>
                </a:lnTo>
                <a:lnTo>
                  <a:pt x="639714" y="131293"/>
                </a:lnTo>
                <a:lnTo>
                  <a:pt x="639142" y="131908"/>
                </a:lnTo>
                <a:lnTo>
                  <a:pt x="638562" y="132512"/>
                </a:lnTo>
                <a:lnTo>
                  <a:pt x="637972" y="133105"/>
                </a:lnTo>
                <a:lnTo>
                  <a:pt x="637373" y="133687"/>
                </a:lnTo>
                <a:lnTo>
                  <a:pt x="636765" y="134257"/>
                </a:lnTo>
                <a:lnTo>
                  <a:pt x="636148" y="134816"/>
                </a:lnTo>
                <a:lnTo>
                  <a:pt x="635522" y="135363"/>
                </a:lnTo>
                <a:lnTo>
                  <a:pt x="634886" y="135899"/>
                </a:lnTo>
                <a:lnTo>
                  <a:pt x="634242" y="136424"/>
                </a:lnTo>
                <a:lnTo>
                  <a:pt x="633588" y="136938"/>
                </a:lnTo>
                <a:lnTo>
                  <a:pt x="632926" y="137440"/>
                </a:lnTo>
                <a:lnTo>
                  <a:pt x="632254" y="137931"/>
                </a:lnTo>
                <a:lnTo>
                  <a:pt x="631573" y="138410"/>
                </a:lnTo>
                <a:lnTo>
                  <a:pt x="630883" y="138878"/>
                </a:lnTo>
                <a:lnTo>
                  <a:pt x="630184" y="139335"/>
                </a:lnTo>
                <a:lnTo>
                  <a:pt x="629476" y="139781"/>
                </a:lnTo>
                <a:lnTo>
                  <a:pt x="628759" y="140211"/>
                </a:lnTo>
                <a:lnTo>
                  <a:pt x="628034" y="140624"/>
                </a:lnTo>
                <a:lnTo>
                  <a:pt x="627302" y="141018"/>
                </a:lnTo>
                <a:lnTo>
                  <a:pt x="626561" y="141393"/>
                </a:lnTo>
                <a:lnTo>
                  <a:pt x="625813" y="141751"/>
                </a:lnTo>
                <a:lnTo>
                  <a:pt x="625057" y="142090"/>
                </a:lnTo>
                <a:lnTo>
                  <a:pt x="624292" y="142410"/>
                </a:lnTo>
                <a:lnTo>
                  <a:pt x="623520" y="142713"/>
                </a:lnTo>
                <a:lnTo>
                  <a:pt x="622740" y="142997"/>
                </a:lnTo>
                <a:lnTo>
                  <a:pt x="621952" y="143263"/>
                </a:lnTo>
                <a:lnTo>
                  <a:pt x="621156" y="143510"/>
                </a:lnTo>
                <a:lnTo>
                  <a:pt x="620352" y="143739"/>
                </a:lnTo>
                <a:lnTo>
                  <a:pt x="619541" y="143950"/>
                </a:lnTo>
                <a:lnTo>
                  <a:pt x="618721" y="144142"/>
                </a:lnTo>
                <a:lnTo>
                  <a:pt x="617893" y="144316"/>
                </a:lnTo>
                <a:lnTo>
                  <a:pt x="617058" y="144472"/>
                </a:lnTo>
                <a:lnTo>
                  <a:pt x="616215" y="144610"/>
                </a:lnTo>
                <a:lnTo>
                  <a:pt x="615363" y="144729"/>
                </a:lnTo>
                <a:lnTo>
                  <a:pt x="614504" y="144830"/>
                </a:lnTo>
                <a:lnTo>
                  <a:pt x="613637" y="144912"/>
                </a:lnTo>
                <a:lnTo>
                  <a:pt x="612762" y="144976"/>
                </a:lnTo>
                <a:lnTo>
                  <a:pt x="611879" y="145022"/>
                </a:lnTo>
                <a:lnTo>
                  <a:pt x="610988" y="145049"/>
                </a:lnTo>
                <a:lnTo>
                  <a:pt x="610089" y="145059"/>
                </a:lnTo>
                <a:lnTo>
                  <a:pt x="609318" y="145050"/>
                </a:lnTo>
                <a:lnTo>
                  <a:pt x="608563" y="145024"/>
                </a:lnTo>
                <a:lnTo>
                  <a:pt x="607824" y="144980"/>
                </a:lnTo>
                <a:lnTo>
                  <a:pt x="607102" y="144919"/>
                </a:lnTo>
                <a:lnTo>
                  <a:pt x="606395" y="144840"/>
                </a:lnTo>
                <a:lnTo>
                  <a:pt x="605705" y="144744"/>
                </a:lnTo>
                <a:lnTo>
                  <a:pt x="605032" y="144630"/>
                </a:lnTo>
                <a:close/>
                <a:moveTo>
                  <a:pt x="448341" y="159251"/>
                </a:moveTo>
                <a:lnTo>
                  <a:pt x="449383" y="159127"/>
                </a:lnTo>
                <a:lnTo>
                  <a:pt x="450413" y="158986"/>
                </a:lnTo>
                <a:lnTo>
                  <a:pt x="451429" y="158829"/>
                </a:lnTo>
                <a:lnTo>
                  <a:pt x="452432" y="158656"/>
                </a:lnTo>
                <a:lnTo>
                  <a:pt x="453422" y="158465"/>
                </a:lnTo>
                <a:lnTo>
                  <a:pt x="454399" y="158259"/>
                </a:lnTo>
                <a:lnTo>
                  <a:pt x="455363" y="158036"/>
                </a:lnTo>
                <a:lnTo>
                  <a:pt x="456314" y="157796"/>
                </a:lnTo>
                <a:lnTo>
                  <a:pt x="457252" y="157540"/>
                </a:lnTo>
                <a:lnTo>
                  <a:pt x="458177" y="157267"/>
                </a:lnTo>
                <a:lnTo>
                  <a:pt x="459089" y="156978"/>
                </a:lnTo>
                <a:lnTo>
                  <a:pt x="459987" y="156672"/>
                </a:lnTo>
                <a:lnTo>
                  <a:pt x="460873" y="156349"/>
                </a:lnTo>
                <a:lnTo>
                  <a:pt x="461745" y="156010"/>
                </a:lnTo>
                <a:lnTo>
                  <a:pt x="462605" y="155655"/>
                </a:lnTo>
                <a:lnTo>
                  <a:pt x="463451" y="155283"/>
                </a:lnTo>
                <a:lnTo>
                  <a:pt x="464285" y="154895"/>
                </a:lnTo>
                <a:lnTo>
                  <a:pt x="465104" y="154491"/>
                </a:lnTo>
                <a:lnTo>
                  <a:pt x="465908" y="154073"/>
                </a:lnTo>
                <a:lnTo>
                  <a:pt x="466696" y="153641"/>
                </a:lnTo>
                <a:lnTo>
                  <a:pt x="467470" y="153195"/>
                </a:lnTo>
                <a:lnTo>
                  <a:pt x="468228" y="152736"/>
                </a:lnTo>
                <a:lnTo>
                  <a:pt x="468971" y="152262"/>
                </a:lnTo>
                <a:lnTo>
                  <a:pt x="469699" y="151775"/>
                </a:lnTo>
                <a:lnTo>
                  <a:pt x="470411" y="151274"/>
                </a:lnTo>
                <a:lnTo>
                  <a:pt x="471108" y="150759"/>
                </a:lnTo>
                <a:lnTo>
                  <a:pt x="471790" y="150230"/>
                </a:lnTo>
                <a:lnTo>
                  <a:pt x="472457" y="149687"/>
                </a:lnTo>
                <a:lnTo>
                  <a:pt x="473108" y="149130"/>
                </a:lnTo>
                <a:lnTo>
                  <a:pt x="473745" y="148560"/>
                </a:lnTo>
                <a:lnTo>
                  <a:pt x="474366" y="147975"/>
                </a:lnTo>
                <a:lnTo>
                  <a:pt x="474971" y="147377"/>
                </a:lnTo>
                <a:lnTo>
                  <a:pt x="475562" y="146764"/>
                </a:lnTo>
                <a:lnTo>
                  <a:pt x="476137" y="146138"/>
                </a:lnTo>
                <a:lnTo>
                  <a:pt x="476697" y="145498"/>
                </a:lnTo>
                <a:lnTo>
                  <a:pt x="477242" y="144844"/>
                </a:lnTo>
                <a:lnTo>
                  <a:pt x="477771" y="144177"/>
                </a:lnTo>
                <a:lnTo>
                  <a:pt x="478286" y="143495"/>
                </a:lnTo>
                <a:lnTo>
                  <a:pt x="478785" y="142799"/>
                </a:lnTo>
                <a:lnTo>
                  <a:pt x="479268" y="142090"/>
                </a:lnTo>
                <a:lnTo>
                  <a:pt x="479737" y="141367"/>
                </a:lnTo>
                <a:lnTo>
                  <a:pt x="480189" y="140630"/>
                </a:lnTo>
                <a:lnTo>
                  <a:pt x="480623" y="139883"/>
                </a:lnTo>
                <a:lnTo>
                  <a:pt x="481039" y="139123"/>
                </a:lnTo>
                <a:lnTo>
                  <a:pt x="481436" y="138352"/>
                </a:lnTo>
                <a:lnTo>
                  <a:pt x="481816" y="137570"/>
                </a:lnTo>
                <a:lnTo>
                  <a:pt x="482178" y="136776"/>
                </a:lnTo>
                <a:lnTo>
                  <a:pt x="482522" y="135970"/>
                </a:lnTo>
                <a:lnTo>
                  <a:pt x="482848" y="135152"/>
                </a:lnTo>
                <a:lnTo>
                  <a:pt x="483156" y="134323"/>
                </a:lnTo>
                <a:lnTo>
                  <a:pt x="483445" y="133482"/>
                </a:lnTo>
                <a:lnTo>
                  <a:pt x="483717" y="132630"/>
                </a:lnTo>
                <a:lnTo>
                  <a:pt x="483971" y="131766"/>
                </a:lnTo>
                <a:lnTo>
                  <a:pt x="484206" y="130890"/>
                </a:lnTo>
                <a:lnTo>
                  <a:pt x="484424" y="130003"/>
                </a:lnTo>
                <a:lnTo>
                  <a:pt x="484624" y="129104"/>
                </a:lnTo>
                <a:lnTo>
                  <a:pt x="484805" y="128193"/>
                </a:lnTo>
                <a:lnTo>
                  <a:pt x="484969" y="127271"/>
                </a:lnTo>
                <a:lnTo>
                  <a:pt x="485115" y="126337"/>
                </a:lnTo>
                <a:lnTo>
                  <a:pt x="485242" y="125392"/>
                </a:lnTo>
                <a:lnTo>
                  <a:pt x="485352" y="124435"/>
                </a:lnTo>
                <a:lnTo>
                  <a:pt x="485443" y="123466"/>
                </a:lnTo>
                <a:lnTo>
                  <a:pt x="485517" y="122486"/>
                </a:lnTo>
                <a:lnTo>
                  <a:pt x="485573" y="121494"/>
                </a:lnTo>
                <a:lnTo>
                  <a:pt x="485610" y="120490"/>
                </a:lnTo>
                <a:lnTo>
                  <a:pt x="466793" y="120490"/>
                </a:lnTo>
                <a:lnTo>
                  <a:pt x="466754" y="121469"/>
                </a:lnTo>
                <a:lnTo>
                  <a:pt x="466692" y="122429"/>
                </a:lnTo>
                <a:lnTo>
                  <a:pt x="466607" y="123370"/>
                </a:lnTo>
                <a:lnTo>
                  <a:pt x="466500" y="124291"/>
                </a:lnTo>
                <a:lnTo>
                  <a:pt x="466371" y="125193"/>
                </a:lnTo>
                <a:lnTo>
                  <a:pt x="466220" y="126075"/>
                </a:lnTo>
                <a:lnTo>
                  <a:pt x="466046" y="126939"/>
                </a:lnTo>
                <a:lnTo>
                  <a:pt x="465849" y="127782"/>
                </a:lnTo>
                <a:lnTo>
                  <a:pt x="465631" y="128607"/>
                </a:lnTo>
                <a:lnTo>
                  <a:pt x="465390" y="129412"/>
                </a:lnTo>
                <a:lnTo>
                  <a:pt x="465126" y="130198"/>
                </a:lnTo>
                <a:lnTo>
                  <a:pt x="464841" y="130964"/>
                </a:lnTo>
                <a:lnTo>
                  <a:pt x="464532" y="131711"/>
                </a:lnTo>
                <a:lnTo>
                  <a:pt x="464202" y="132439"/>
                </a:lnTo>
                <a:lnTo>
                  <a:pt x="463849" y="133147"/>
                </a:lnTo>
                <a:lnTo>
                  <a:pt x="463474" y="133836"/>
                </a:lnTo>
                <a:lnTo>
                  <a:pt x="463076" y="134506"/>
                </a:lnTo>
                <a:lnTo>
                  <a:pt x="462656" y="135156"/>
                </a:lnTo>
                <a:lnTo>
                  <a:pt x="462214" y="135787"/>
                </a:lnTo>
                <a:lnTo>
                  <a:pt x="461749" y="136398"/>
                </a:lnTo>
                <a:lnTo>
                  <a:pt x="461262" y="136990"/>
                </a:lnTo>
                <a:lnTo>
                  <a:pt x="460752" y="137563"/>
                </a:lnTo>
                <a:lnTo>
                  <a:pt x="460220" y="138117"/>
                </a:lnTo>
                <a:lnTo>
                  <a:pt x="459666" y="138651"/>
                </a:lnTo>
                <a:lnTo>
                  <a:pt x="459091" y="139165"/>
                </a:lnTo>
                <a:lnTo>
                  <a:pt x="458497" y="139656"/>
                </a:lnTo>
                <a:lnTo>
                  <a:pt x="457885" y="140126"/>
                </a:lnTo>
                <a:lnTo>
                  <a:pt x="457254" y="140574"/>
                </a:lnTo>
                <a:lnTo>
                  <a:pt x="456604" y="141000"/>
                </a:lnTo>
                <a:lnTo>
                  <a:pt x="455935" y="141404"/>
                </a:lnTo>
                <a:lnTo>
                  <a:pt x="455247" y="141787"/>
                </a:lnTo>
                <a:lnTo>
                  <a:pt x="454541" y="142147"/>
                </a:lnTo>
                <a:lnTo>
                  <a:pt x="453815" y="142486"/>
                </a:lnTo>
                <a:lnTo>
                  <a:pt x="453071" y="142803"/>
                </a:lnTo>
                <a:lnTo>
                  <a:pt x="452308" y="143098"/>
                </a:lnTo>
                <a:lnTo>
                  <a:pt x="451526" y="143371"/>
                </a:lnTo>
                <a:lnTo>
                  <a:pt x="450726" y="143622"/>
                </a:lnTo>
                <a:lnTo>
                  <a:pt x="449906" y="143852"/>
                </a:lnTo>
                <a:lnTo>
                  <a:pt x="449068" y="144060"/>
                </a:lnTo>
                <a:lnTo>
                  <a:pt x="448211" y="144245"/>
                </a:lnTo>
                <a:lnTo>
                  <a:pt x="447336" y="144409"/>
                </a:lnTo>
                <a:lnTo>
                  <a:pt x="446441" y="144551"/>
                </a:lnTo>
                <a:lnTo>
                  <a:pt x="445528" y="144671"/>
                </a:lnTo>
                <a:lnTo>
                  <a:pt x="444595" y="144770"/>
                </a:lnTo>
                <a:lnTo>
                  <a:pt x="443644" y="144846"/>
                </a:lnTo>
                <a:lnTo>
                  <a:pt x="442674" y="144901"/>
                </a:lnTo>
                <a:lnTo>
                  <a:pt x="441686" y="144934"/>
                </a:lnTo>
                <a:lnTo>
                  <a:pt x="440678" y="144945"/>
                </a:lnTo>
                <a:lnTo>
                  <a:pt x="439745" y="144935"/>
                </a:lnTo>
                <a:lnTo>
                  <a:pt x="438826" y="144905"/>
                </a:lnTo>
                <a:lnTo>
                  <a:pt x="437923" y="144855"/>
                </a:lnTo>
                <a:lnTo>
                  <a:pt x="437034" y="144786"/>
                </a:lnTo>
                <a:lnTo>
                  <a:pt x="436160" y="144697"/>
                </a:lnTo>
                <a:lnTo>
                  <a:pt x="435301" y="144588"/>
                </a:lnTo>
                <a:lnTo>
                  <a:pt x="434456" y="144459"/>
                </a:lnTo>
                <a:lnTo>
                  <a:pt x="433627" y="144310"/>
                </a:lnTo>
                <a:lnTo>
                  <a:pt x="432812" y="144142"/>
                </a:lnTo>
                <a:lnTo>
                  <a:pt x="432013" y="143953"/>
                </a:lnTo>
                <a:lnTo>
                  <a:pt x="431228" y="143745"/>
                </a:lnTo>
                <a:lnTo>
                  <a:pt x="430458" y="143517"/>
                </a:lnTo>
                <a:lnTo>
                  <a:pt x="429702" y="143269"/>
                </a:lnTo>
                <a:lnTo>
                  <a:pt x="428962" y="143002"/>
                </a:lnTo>
                <a:lnTo>
                  <a:pt x="428236" y="142714"/>
                </a:lnTo>
                <a:lnTo>
                  <a:pt x="427526" y="142407"/>
                </a:lnTo>
                <a:lnTo>
                  <a:pt x="426830" y="142080"/>
                </a:lnTo>
                <a:lnTo>
                  <a:pt x="426149" y="141733"/>
                </a:lnTo>
                <a:lnTo>
                  <a:pt x="425483" y="141366"/>
                </a:lnTo>
                <a:lnTo>
                  <a:pt x="424832" y="140980"/>
                </a:lnTo>
                <a:lnTo>
                  <a:pt x="424195" y="140574"/>
                </a:lnTo>
                <a:lnTo>
                  <a:pt x="423574" y="140147"/>
                </a:lnTo>
                <a:lnTo>
                  <a:pt x="422967" y="139701"/>
                </a:lnTo>
                <a:lnTo>
                  <a:pt x="422375" y="139235"/>
                </a:lnTo>
                <a:lnTo>
                  <a:pt x="421797" y="138753"/>
                </a:lnTo>
                <a:lnTo>
                  <a:pt x="421233" y="138258"/>
                </a:lnTo>
                <a:lnTo>
                  <a:pt x="420681" y="137750"/>
                </a:lnTo>
                <a:lnTo>
                  <a:pt x="420143" y="137228"/>
                </a:lnTo>
                <a:lnTo>
                  <a:pt x="419619" y="136694"/>
                </a:lnTo>
                <a:lnTo>
                  <a:pt x="419107" y="136147"/>
                </a:lnTo>
                <a:lnTo>
                  <a:pt x="418609" y="135586"/>
                </a:lnTo>
                <a:lnTo>
                  <a:pt x="418124" y="135013"/>
                </a:lnTo>
                <a:lnTo>
                  <a:pt x="417652" y="134427"/>
                </a:lnTo>
                <a:lnTo>
                  <a:pt x="417194" y="133828"/>
                </a:lnTo>
                <a:lnTo>
                  <a:pt x="416749" y="133215"/>
                </a:lnTo>
                <a:lnTo>
                  <a:pt x="416317" y="132590"/>
                </a:lnTo>
                <a:lnTo>
                  <a:pt x="415898" y="131952"/>
                </a:lnTo>
                <a:lnTo>
                  <a:pt x="415493" y="131300"/>
                </a:lnTo>
                <a:lnTo>
                  <a:pt x="415100" y="130636"/>
                </a:lnTo>
                <a:lnTo>
                  <a:pt x="414722" y="129959"/>
                </a:lnTo>
                <a:lnTo>
                  <a:pt x="414356" y="129268"/>
                </a:lnTo>
                <a:lnTo>
                  <a:pt x="414004" y="128565"/>
                </a:lnTo>
                <a:lnTo>
                  <a:pt x="413665" y="127849"/>
                </a:lnTo>
                <a:lnTo>
                  <a:pt x="413339" y="127119"/>
                </a:lnTo>
                <a:lnTo>
                  <a:pt x="413026" y="126377"/>
                </a:lnTo>
                <a:lnTo>
                  <a:pt x="412727" y="125621"/>
                </a:lnTo>
                <a:lnTo>
                  <a:pt x="412441" y="124853"/>
                </a:lnTo>
                <a:lnTo>
                  <a:pt x="412168" y="124072"/>
                </a:lnTo>
                <a:lnTo>
                  <a:pt x="411908" y="123281"/>
                </a:lnTo>
                <a:lnTo>
                  <a:pt x="411658" y="122483"/>
                </a:lnTo>
                <a:lnTo>
                  <a:pt x="411418" y="121679"/>
                </a:lnTo>
                <a:lnTo>
                  <a:pt x="411190" y="120869"/>
                </a:lnTo>
                <a:lnTo>
                  <a:pt x="410972" y="120052"/>
                </a:lnTo>
                <a:lnTo>
                  <a:pt x="410764" y="119229"/>
                </a:lnTo>
                <a:lnTo>
                  <a:pt x="410568" y="118400"/>
                </a:lnTo>
                <a:lnTo>
                  <a:pt x="410382" y="117564"/>
                </a:lnTo>
                <a:lnTo>
                  <a:pt x="410207" y="116722"/>
                </a:lnTo>
                <a:lnTo>
                  <a:pt x="410042" y="115873"/>
                </a:lnTo>
                <a:lnTo>
                  <a:pt x="409888" y="115018"/>
                </a:lnTo>
                <a:lnTo>
                  <a:pt x="409745" y="114156"/>
                </a:lnTo>
                <a:lnTo>
                  <a:pt x="409613" y="113289"/>
                </a:lnTo>
                <a:lnTo>
                  <a:pt x="409491" y="112414"/>
                </a:lnTo>
                <a:lnTo>
                  <a:pt x="409380" y="111534"/>
                </a:lnTo>
                <a:lnTo>
                  <a:pt x="409279" y="110647"/>
                </a:lnTo>
                <a:lnTo>
                  <a:pt x="409190" y="109753"/>
                </a:lnTo>
                <a:lnTo>
                  <a:pt x="409111" y="108853"/>
                </a:lnTo>
                <a:lnTo>
                  <a:pt x="409042" y="107947"/>
                </a:lnTo>
                <a:lnTo>
                  <a:pt x="408985" y="107035"/>
                </a:lnTo>
                <a:lnTo>
                  <a:pt x="408938" y="106116"/>
                </a:lnTo>
                <a:lnTo>
                  <a:pt x="408902" y="105190"/>
                </a:lnTo>
                <a:lnTo>
                  <a:pt x="408876" y="104258"/>
                </a:lnTo>
                <a:lnTo>
                  <a:pt x="408861" y="103320"/>
                </a:lnTo>
                <a:lnTo>
                  <a:pt x="485154" y="103320"/>
                </a:lnTo>
                <a:lnTo>
                  <a:pt x="485173" y="103230"/>
                </a:lnTo>
                <a:lnTo>
                  <a:pt x="485191" y="103135"/>
                </a:lnTo>
                <a:lnTo>
                  <a:pt x="485208" y="103035"/>
                </a:lnTo>
                <a:lnTo>
                  <a:pt x="485225" y="102931"/>
                </a:lnTo>
                <a:lnTo>
                  <a:pt x="485241" y="102822"/>
                </a:lnTo>
                <a:lnTo>
                  <a:pt x="485257" y="102708"/>
                </a:lnTo>
                <a:lnTo>
                  <a:pt x="485272" y="102590"/>
                </a:lnTo>
                <a:lnTo>
                  <a:pt x="485287" y="102467"/>
                </a:lnTo>
                <a:lnTo>
                  <a:pt x="485301" y="102339"/>
                </a:lnTo>
                <a:lnTo>
                  <a:pt x="485314" y="102207"/>
                </a:lnTo>
                <a:lnTo>
                  <a:pt x="485327" y="102070"/>
                </a:lnTo>
                <a:lnTo>
                  <a:pt x="485339" y="101928"/>
                </a:lnTo>
                <a:lnTo>
                  <a:pt x="485351" y="101782"/>
                </a:lnTo>
                <a:lnTo>
                  <a:pt x="485362" y="101631"/>
                </a:lnTo>
                <a:lnTo>
                  <a:pt x="485372" y="101475"/>
                </a:lnTo>
                <a:lnTo>
                  <a:pt x="485382" y="101315"/>
                </a:lnTo>
                <a:lnTo>
                  <a:pt x="485391" y="101150"/>
                </a:lnTo>
                <a:lnTo>
                  <a:pt x="485400" y="100980"/>
                </a:lnTo>
                <a:lnTo>
                  <a:pt x="485408" y="100806"/>
                </a:lnTo>
                <a:lnTo>
                  <a:pt x="485415" y="100626"/>
                </a:lnTo>
                <a:lnTo>
                  <a:pt x="485422" y="100443"/>
                </a:lnTo>
                <a:lnTo>
                  <a:pt x="485428" y="100254"/>
                </a:lnTo>
                <a:lnTo>
                  <a:pt x="485434" y="100061"/>
                </a:lnTo>
                <a:lnTo>
                  <a:pt x="485439" y="99863"/>
                </a:lnTo>
                <a:lnTo>
                  <a:pt x="485444" y="99664"/>
                </a:lnTo>
                <a:lnTo>
                  <a:pt x="485448" y="99467"/>
                </a:lnTo>
                <a:lnTo>
                  <a:pt x="485452" y="99272"/>
                </a:lnTo>
                <a:lnTo>
                  <a:pt x="485456" y="99079"/>
                </a:lnTo>
                <a:lnTo>
                  <a:pt x="485460" y="98889"/>
                </a:lnTo>
                <a:lnTo>
                  <a:pt x="485464" y="98701"/>
                </a:lnTo>
                <a:lnTo>
                  <a:pt x="485467" y="98515"/>
                </a:lnTo>
                <a:lnTo>
                  <a:pt x="485471" y="98331"/>
                </a:lnTo>
                <a:lnTo>
                  <a:pt x="485474" y="98150"/>
                </a:lnTo>
                <a:lnTo>
                  <a:pt x="485477" y="97971"/>
                </a:lnTo>
                <a:lnTo>
                  <a:pt x="485479" y="97794"/>
                </a:lnTo>
                <a:lnTo>
                  <a:pt x="485482" y="97619"/>
                </a:lnTo>
                <a:lnTo>
                  <a:pt x="485484" y="97446"/>
                </a:lnTo>
                <a:lnTo>
                  <a:pt x="485486" y="97276"/>
                </a:lnTo>
                <a:lnTo>
                  <a:pt x="485488" y="97108"/>
                </a:lnTo>
                <a:lnTo>
                  <a:pt x="485490" y="96943"/>
                </a:lnTo>
                <a:lnTo>
                  <a:pt x="485491" y="96779"/>
                </a:lnTo>
                <a:lnTo>
                  <a:pt x="485492" y="96618"/>
                </a:lnTo>
                <a:lnTo>
                  <a:pt x="485494" y="96459"/>
                </a:lnTo>
                <a:lnTo>
                  <a:pt x="485494" y="96302"/>
                </a:lnTo>
                <a:lnTo>
                  <a:pt x="485495" y="96147"/>
                </a:lnTo>
                <a:lnTo>
                  <a:pt x="485496" y="95995"/>
                </a:lnTo>
                <a:lnTo>
                  <a:pt x="485496" y="95845"/>
                </a:lnTo>
                <a:lnTo>
                  <a:pt x="485496" y="95697"/>
                </a:lnTo>
                <a:lnTo>
                  <a:pt x="485474" y="93520"/>
                </a:lnTo>
                <a:lnTo>
                  <a:pt x="485410" y="91385"/>
                </a:lnTo>
                <a:lnTo>
                  <a:pt x="485302" y="89293"/>
                </a:lnTo>
                <a:lnTo>
                  <a:pt x="485151" y="87244"/>
                </a:lnTo>
                <a:lnTo>
                  <a:pt x="484956" y="85238"/>
                </a:lnTo>
                <a:lnTo>
                  <a:pt x="484719" y="83274"/>
                </a:lnTo>
                <a:lnTo>
                  <a:pt x="484439" y="81353"/>
                </a:lnTo>
                <a:lnTo>
                  <a:pt x="484115" y="79475"/>
                </a:lnTo>
                <a:lnTo>
                  <a:pt x="483748" y="77640"/>
                </a:lnTo>
                <a:lnTo>
                  <a:pt x="483338" y="75847"/>
                </a:lnTo>
                <a:lnTo>
                  <a:pt x="482885" y="74097"/>
                </a:lnTo>
                <a:lnTo>
                  <a:pt x="482388" y="72390"/>
                </a:lnTo>
                <a:lnTo>
                  <a:pt x="481849" y="70726"/>
                </a:lnTo>
                <a:lnTo>
                  <a:pt x="481266" y="69105"/>
                </a:lnTo>
                <a:lnTo>
                  <a:pt x="480640" y="67526"/>
                </a:lnTo>
                <a:lnTo>
                  <a:pt x="479971" y="65990"/>
                </a:lnTo>
                <a:lnTo>
                  <a:pt x="479259" y="64497"/>
                </a:lnTo>
                <a:lnTo>
                  <a:pt x="478504" y="63046"/>
                </a:lnTo>
                <a:lnTo>
                  <a:pt x="477705" y="61638"/>
                </a:lnTo>
                <a:lnTo>
                  <a:pt x="476864" y="60274"/>
                </a:lnTo>
                <a:lnTo>
                  <a:pt x="475979" y="58951"/>
                </a:lnTo>
                <a:lnTo>
                  <a:pt x="475051" y="57672"/>
                </a:lnTo>
                <a:lnTo>
                  <a:pt x="474080" y="56435"/>
                </a:lnTo>
                <a:lnTo>
                  <a:pt x="473066" y="55242"/>
                </a:lnTo>
                <a:lnTo>
                  <a:pt x="472013" y="54093"/>
                </a:lnTo>
                <a:lnTo>
                  <a:pt x="470927" y="52994"/>
                </a:lnTo>
                <a:lnTo>
                  <a:pt x="469808" y="51943"/>
                </a:lnTo>
                <a:lnTo>
                  <a:pt x="468656" y="50941"/>
                </a:lnTo>
                <a:lnTo>
                  <a:pt x="467471" y="49989"/>
                </a:lnTo>
                <a:lnTo>
                  <a:pt x="466252" y="49085"/>
                </a:lnTo>
                <a:lnTo>
                  <a:pt x="465000" y="48229"/>
                </a:lnTo>
                <a:lnTo>
                  <a:pt x="463714" y="47423"/>
                </a:lnTo>
                <a:lnTo>
                  <a:pt x="462396" y="46666"/>
                </a:lnTo>
                <a:lnTo>
                  <a:pt x="461044" y="45957"/>
                </a:lnTo>
                <a:lnTo>
                  <a:pt x="459659" y="45297"/>
                </a:lnTo>
                <a:lnTo>
                  <a:pt x="458240" y="44687"/>
                </a:lnTo>
                <a:lnTo>
                  <a:pt x="456789" y="44125"/>
                </a:lnTo>
                <a:lnTo>
                  <a:pt x="455304" y="43612"/>
                </a:lnTo>
                <a:lnTo>
                  <a:pt x="453786" y="43147"/>
                </a:lnTo>
                <a:lnTo>
                  <a:pt x="452234" y="42732"/>
                </a:lnTo>
                <a:lnTo>
                  <a:pt x="450650" y="42366"/>
                </a:lnTo>
                <a:lnTo>
                  <a:pt x="449032" y="42048"/>
                </a:lnTo>
                <a:lnTo>
                  <a:pt x="447381" y="41779"/>
                </a:lnTo>
                <a:lnTo>
                  <a:pt x="445696" y="41559"/>
                </a:lnTo>
                <a:lnTo>
                  <a:pt x="443978" y="41388"/>
                </a:lnTo>
                <a:lnTo>
                  <a:pt x="442227" y="41266"/>
                </a:lnTo>
                <a:lnTo>
                  <a:pt x="440443" y="41193"/>
                </a:lnTo>
                <a:lnTo>
                  <a:pt x="438626" y="41168"/>
                </a:lnTo>
                <a:lnTo>
                  <a:pt x="437267" y="41181"/>
                </a:lnTo>
                <a:lnTo>
                  <a:pt x="435927" y="41221"/>
                </a:lnTo>
                <a:lnTo>
                  <a:pt x="434607" y="41286"/>
                </a:lnTo>
                <a:lnTo>
                  <a:pt x="433305" y="41377"/>
                </a:lnTo>
                <a:lnTo>
                  <a:pt x="432023" y="41495"/>
                </a:lnTo>
                <a:lnTo>
                  <a:pt x="430760" y="41638"/>
                </a:lnTo>
                <a:lnTo>
                  <a:pt x="429517" y="41808"/>
                </a:lnTo>
                <a:lnTo>
                  <a:pt x="428292" y="42003"/>
                </a:lnTo>
                <a:lnTo>
                  <a:pt x="427087" y="42225"/>
                </a:lnTo>
                <a:lnTo>
                  <a:pt x="425901" y="42473"/>
                </a:lnTo>
                <a:lnTo>
                  <a:pt x="424734" y="42747"/>
                </a:lnTo>
                <a:lnTo>
                  <a:pt x="423587" y="43047"/>
                </a:lnTo>
                <a:lnTo>
                  <a:pt x="422458" y="43374"/>
                </a:lnTo>
                <a:lnTo>
                  <a:pt x="421349" y="43726"/>
                </a:lnTo>
                <a:lnTo>
                  <a:pt x="420259" y="44104"/>
                </a:lnTo>
                <a:lnTo>
                  <a:pt x="419188" y="44509"/>
                </a:lnTo>
                <a:lnTo>
                  <a:pt x="418137" y="44939"/>
                </a:lnTo>
                <a:lnTo>
                  <a:pt x="417104" y="45396"/>
                </a:lnTo>
                <a:lnTo>
                  <a:pt x="416091" y="45879"/>
                </a:lnTo>
                <a:lnTo>
                  <a:pt x="415097" y="46388"/>
                </a:lnTo>
                <a:lnTo>
                  <a:pt x="414122" y="46923"/>
                </a:lnTo>
                <a:lnTo>
                  <a:pt x="413167" y="47484"/>
                </a:lnTo>
                <a:lnTo>
                  <a:pt x="412230" y="48071"/>
                </a:lnTo>
                <a:lnTo>
                  <a:pt x="411313" y="48684"/>
                </a:lnTo>
                <a:lnTo>
                  <a:pt x="410415" y="49321"/>
                </a:lnTo>
                <a:lnTo>
                  <a:pt x="409536" y="49977"/>
                </a:lnTo>
                <a:lnTo>
                  <a:pt x="408677" y="50654"/>
                </a:lnTo>
                <a:lnTo>
                  <a:pt x="407836" y="51351"/>
                </a:lnTo>
                <a:lnTo>
                  <a:pt x="407015" y="52068"/>
                </a:lnTo>
                <a:lnTo>
                  <a:pt x="406213" y="52806"/>
                </a:lnTo>
                <a:lnTo>
                  <a:pt x="405431" y="53563"/>
                </a:lnTo>
                <a:lnTo>
                  <a:pt x="404667" y="54341"/>
                </a:lnTo>
                <a:lnTo>
                  <a:pt x="403923" y="55139"/>
                </a:lnTo>
                <a:lnTo>
                  <a:pt x="403198" y="55957"/>
                </a:lnTo>
                <a:lnTo>
                  <a:pt x="402492" y="56795"/>
                </a:lnTo>
                <a:lnTo>
                  <a:pt x="401805" y="57653"/>
                </a:lnTo>
                <a:lnTo>
                  <a:pt x="401138" y="58532"/>
                </a:lnTo>
                <a:lnTo>
                  <a:pt x="400489" y="59431"/>
                </a:lnTo>
                <a:lnTo>
                  <a:pt x="399860" y="60350"/>
                </a:lnTo>
                <a:lnTo>
                  <a:pt x="399250" y="61289"/>
                </a:lnTo>
                <a:lnTo>
                  <a:pt x="398660" y="62248"/>
                </a:lnTo>
                <a:lnTo>
                  <a:pt x="398088" y="63228"/>
                </a:lnTo>
                <a:lnTo>
                  <a:pt x="397536" y="64227"/>
                </a:lnTo>
                <a:lnTo>
                  <a:pt x="397003" y="65247"/>
                </a:lnTo>
                <a:lnTo>
                  <a:pt x="396489" y="66287"/>
                </a:lnTo>
                <a:lnTo>
                  <a:pt x="395994" y="67348"/>
                </a:lnTo>
                <a:lnTo>
                  <a:pt x="395519" y="68428"/>
                </a:lnTo>
                <a:lnTo>
                  <a:pt x="395062" y="69529"/>
                </a:lnTo>
                <a:lnTo>
                  <a:pt x="394625" y="70647"/>
                </a:lnTo>
                <a:lnTo>
                  <a:pt x="394206" y="71779"/>
                </a:lnTo>
                <a:lnTo>
                  <a:pt x="393806" y="72926"/>
                </a:lnTo>
                <a:lnTo>
                  <a:pt x="393425" y="74087"/>
                </a:lnTo>
                <a:lnTo>
                  <a:pt x="393062" y="75263"/>
                </a:lnTo>
                <a:lnTo>
                  <a:pt x="392718" y="76453"/>
                </a:lnTo>
                <a:lnTo>
                  <a:pt x="392392" y="77658"/>
                </a:lnTo>
                <a:lnTo>
                  <a:pt x="392085" y="78878"/>
                </a:lnTo>
                <a:lnTo>
                  <a:pt x="391796" y="80111"/>
                </a:lnTo>
                <a:lnTo>
                  <a:pt x="391526" y="81360"/>
                </a:lnTo>
                <a:lnTo>
                  <a:pt x="391275" y="82622"/>
                </a:lnTo>
                <a:lnTo>
                  <a:pt x="391043" y="83899"/>
                </a:lnTo>
                <a:lnTo>
                  <a:pt x="390829" y="85191"/>
                </a:lnTo>
                <a:lnTo>
                  <a:pt x="390633" y="86497"/>
                </a:lnTo>
                <a:lnTo>
                  <a:pt x="390456" y="87818"/>
                </a:lnTo>
                <a:lnTo>
                  <a:pt x="390298" y="89153"/>
                </a:lnTo>
                <a:lnTo>
                  <a:pt x="390159" y="90503"/>
                </a:lnTo>
                <a:lnTo>
                  <a:pt x="390038" y="91867"/>
                </a:lnTo>
                <a:lnTo>
                  <a:pt x="389935" y="93245"/>
                </a:lnTo>
                <a:lnTo>
                  <a:pt x="389851" y="94638"/>
                </a:lnTo>
                <a:lnTo>
                  <a:pt x="389786" y="96046"/>
                </a:lnTo>
                <a:lnTo>
                  <a:pt x="389740" y="97468"/>
                </a:lnTo>
                <a:lnTo>
                  <a:pt x="389712" y="98904"/>
                </a:lnTo>
                <a:lnTo>
                  <a:pt x="389703" y="100355"/>
                </a:lnTo>
                <a:lnTo>
                  <a:pt x="389712" y="101749"/>
                </a:lnTo>
                <a:lnTo>
                  <a:pt x="389741" y="103130"/>
                </a:lnTo>
                <a:lnTo>
                  <a:pt x="389789" y="104501"/>
                </a:lnTo>
                <a:lnTo>
                  <a:pt x="389856" y="105859"/>
                </a:lnTo>
                <a:lnTo>
                  <a:pt x="389943" y="107207"/>
                </a:lnTo>
                <a:lnTo>
                  <a:pt x="390048" y="108542"/>
                </a:lnTo>
                <a:lnTo>
                  <a:pt x="390173" y="109866"/>
                </a:lnTo>
                <a:lnTo>
                  <a:pt x="390317" y="111178"/>
                </a:lnTo>
                <a:lnTo>
                  <a:pt x="390480" y="112479"/>
                </a:lnTo>
                <a:lnTo>
                  <a:pt x="390663" y="113768"/>
                </a:lnTo>
                <a:lnTo>
                  <a:pt x="390864" y="115045"/>
                </a:lnTo>
                <a:lnTo>
                  <a:pt x="391085" y="116311"/>
                </a:lnTo>
                <a:lnTo>
                  <a:pt x="391325" y="117565"/>
                </a:lnTo>
                <a:lnTo>
                  <a:pt x="391585" y="118807"/>
                </a:lnTo>
                <a:lnTo>
                  <a:pt x="391863" y="120038"/>
                </a:lnTo>
                <a:lnTo>
                  <a:pt x="392161" y="121258"/>
                </a:lnTo>
                <a:lnTo>
                  <a:pt x="392478" y="122465"/>
                </a:lnTo>
                <a:lnTo>
                  <a:pt x="392814" y="123661"/>
                </a:lnTo>
                <a:lnTo>
                  <a:pt x="393169" y="124846"/>
                </a:lnTo>
                <a:lnTo>
                  <a:pt x="393544" y="126018"/>
                </a:lnTo>
                <a:lnTo>
                  <a:pt x="393937" y="127180"/>
                </a:lnTo>
                <a:lnTo>
                  <a:pt x="394350" y="128329"/>
                </a:lnTo>
                <a:lnTo>
                  <a:pt x="394782" y="129467"/>
                </a:lnTo>
                <a:lnTo>
                  <a:pt x="395234" y="130593"/>
                </a:lnTo>
                <a:lnTo>
                  <a:pt x="395704" y="131704"/>
                </a:lnTo>
                <a:lnTo>
                  <a:pt x="396195" y="132795"/>
                </a:lnTo>
                <a:lnTo>
                  <a:pt x="396706" y="133866"/>
                </a:lnTo>
                <a:lnTo>
                  <a:pt x="397237" y="134918"/>
                </a:lnTo>
                <a:lnTo>
                  <a:pt x="397788" y="135950"/>
                </a:lnTo>
                <a:lnTo>
                  <a:pt x="398359" y="136963"/>
                </a:lnTo>
                <a:lnTo>
                  <a:pt x="398950" y="137956"/>
                </a:lnTo>
                <a:lnTo>
                  <a:pt x="399561" y="138929"/>
                </a:lnTo>
                <a:lnTo>
                  <a:pt x="400192" y="139883"/>
                </a:lnTo>
                <a:lnTo>
                  <a:pt x="400842" y="140818"/>
                </a:lnTo>
                <a:lnTo>
                  <a:pt x="401513" y="141733"/>
                </a:lnTo>
                <a:lnTo>
                  <a:pt x="402204" y="142628"/>
                </a:lnTo>
                <a:lnTo>
                  <a:pt x="402915" y="143504"/>
                </a:lnTo>
                <a:lnTo>
                  <a:pt x="403646" y="144360"/>
                </a:lnTo>
                <a:lnTo>
                  <a:pt x="404397" y="145197"/>
                </a:lnTo>
                <a:lnTo>
                  <a:pt x="405168" y="146014"/>
                </a:lnTo>
                <a:lnTo>
                  <a:pt x="405958" y="146812"/>
                </a:lnTo>
                <a:lnTo>
                  <a:pt x="406769" y="147590"/>
                </a:lnTo>
                <a:lnTo>
                  <a:pt x="407600" y="148348"/>
                </a:lnTo>
                <a:lnTo>
                  <a:pt x="408451" y="149087"/>
                </a:lnTo>
                <a:lnTo>
                  <a:pt x="409322" y="149807"/>
                </a:lnTo>
                <a:lnTo>
                  <a:pt x="410213" y="150506"/>
                </a:lnTo>
                <a:lnTo>
                  <a:pt x="411124" y="151187"/>
                </a:lnTo>
                <a:lnTo>
                  <a:pt x="412054" y="151848"/>
                </a:lnTo>
                <a:lnTo>
                  <a:pt x="413006" y="152485"/>
                </a:lnTo>
                <a:lnTo>
                  <a:pt x="413978" y="153095"/>
                </a:lnTo>
                <a:lnTo>
                  <a:pt x="414971" y="153678"/>
                </a:lnTo>
                <a:lnTo>
                  <a:pt x="415986" y="154233"/>
                </a:lnTo>
                <a:lnTo>
                  <a:pt x="417021" y="154762"/>
                </a:lnTo>
                <a:lnTo>
                  <a:pt x="418077" y="155264"/>
                </a:lnTo>
                <a:lnTo>
                  <a:pt x="419154" y="155738"/>
                </a:lnTo>
                <a:lnTo>
                  <a:pt x="420253" y="156185"/>
                </a:lnTo>
                <a:lnTo>
                  <a:pt x="421372" y="156606"/>
                </a:lnTo>
                <a:lnTo>
                  <a:pt x="422512" y="156999"/>
                </a:lnTo>
                <a:lnTo>
                  <a:pt x="423673" y="157365"/>
                </a:lnTo>
                <a:lnTo>
                  <a:pt x="424855" y="157704"/>
                </a:lnTo>
                <a:lnTo>
                  <a:pt x="426059" y="158015"/>
                </a:lnTo>
                <a:lnTo>
                  <a:pt x="427283" y="158300"/>
                </a:lnTo>
                <a:lnTo>
                  <a:pt x="428528" y="158558"/>
                </a:lnTo>
                <a:lnTo>
                  <a:pt x="429794" y="158788"/>
                </a:lnTo>
                <a:lnTo>
                  <a:pt x="431081" y="158991"/>
                </a:lnTo>
                <a:lnTo>
                  <a:pt x="432389" y="159168"/>
                </a:lnTo>
                <a:lnTo>
                  <a:pt x="433718" y="159317"/>
                </a:lnTo>
                <a:lnTo>
                  <a:pt x="435068" y="159439"/>
                </a:lnTo>
                <a:lnTo>
                  <a:pt x="436439" y="159534"/>
                </a:lnTo>
                <a:lnTo>
                  <a:pt x="437831" y="159601"/>
                </a:lnTo>
                <a:lnTo>
                  <a:pt x="439244" y="159642"/>
                </a:lnTo>
                <a:lnTo>
                  <a:pt x="440678" y="159656"/>
                </a:lnTo>
                <a:lnTo>
                  <a:pt x="441812" y="159647"/>
                </a:lnTo>
                <a:lnTo>
                  <a:pt x="442933" y="159623"/>
                </a:lnTo>
                <a:lnTo>
                  <a:pt x="444041" y="159581"/>
                </a:lnTo>
                <a:lnTo>
                  <a:pt x="445135" y="159523"/>
                </a:lnTo>
                <a:lnTo>
                  <a:pt x="446217" y="159449"/>
                </a:lnTo>
                <a:lnTo>
                  <a:pt x="447286" y="159358"/>
                </a:lnTo>
                <a:lnTo>
                  <a:pt x="448341" y="159251"/>
                </a:lnTo>
                <a:close/>
                <a:moveTo>
                  <a:pt x="410293" y="80475"/>
                </a:moveTo>
                <a:lnTo>
                  <a:pt x="410566" y="79308"/>
                </a:lnTo>
                <a:lnTo>
                  <a:pt x="410860" y="78169"/>
                </a:lnTo>
                <a:lnTo>
                  <a:pt x="411175" y="77056"/>
                </a:lnTo>
                <a:lnTo>
                  <a:pt x="411511" y="75972"/>
                </a:lnTo>
                <a:lnTo>
                  <a:pt x="411869" y="74914"/>
                </a:lnTo>
                <a:lnTo>
                  <a:pt x="412248" y="73884"/>
                </a:lnTo>
                <a:lnTo>
                  <a:pt x="412648" y="72882"/>
                </a:lnTo>
                <a:lnTo>
                  <a:pt x="413069" y="71906"/>
                </a:lnTo>
                <a:lnTo>
                  <a:pt x="413512" y="70958"/>
                </a:lnTo>
                <a:lnTo>
                  <a:pt x="413975" y="70037"/>
                </a:lnTo>
                <a:lnTo>
                  <a:pt x="414460" y="69144"/>
                </a:lnTo>
                <a:lnTo>
                  <a:pt x="414966" y="68278"/>
                </a:lnTo>
                <a:lnTo>
                  <a:pt x="415493" y="67439"/>
                </a:lnTo>
                <a:lnTo>
                  <a:pt x="416041" y="66628"/>
                </a:lnTo>
                <a:lnTo>
                  <a:pt x="416611" y="65844"/>
                </a:lnTo>
                <a:lnTo>
                  <a:pt x="417202" y="65087"/>
                </a:lnTo>
                <a:lnTo>
                  <a:pt x="417813" y="64358"/>
                </a:lnTo>
                <a:lnTo>
                  <a:pt x="418446" y="63657"/>
                </a:lnTo>
                <a:lnTo>
                  <a:pt x="419099" y="62985"/>
                </a:lnTo>
                <a:lnTo>
                  <a:pt x="419773" y="62344"/>
                </a:lnTo>
                <a:lnTo>
                  <a:pt x="420466" y="61732"/>
                </a:lnTo>
                <a:lnTo>
                  <a:pt x="421181" y="61150"/>
                </a:lnTo>
                <a:lnTo>
                  <a:pt x="421915" y="60599"/>
                </a:lnTo>
                <a:lnTo>
                  <a:pt x="422670" y="60076"/>
                </a:lnTo>
                <a:lnTo>
                  <a:pt x="423446" y="59584"/>
                </a:lnTo>
                <a:lnTo>
                  <a:pt x="424241" y="59122"/>
                </a:lnTo>
                <a:lnTo>
                  <a:pt x="425058" y="58689"/>
                </a:lnTo>
                <a:lnTo>
                  <a:pt x="425894" y="58286"/>
                </a:lnTo>
                <a:lnTo>
                  <a:pt x="426751" y="57913"/>
                </a:lnTo>
                <a:lnTo>
                  <a:pt x="427629" y="57570"/>
                </a:lnTo>
                <a:lnTo>
                  <a:pt x="428526" y="57257"/>
                </a:lnTo>
                <a:lnTo>
                  <a:pt x="429445" y="56974"/>
                </a:lnTo>
                <a:lnTo>
                  <a:pt x="430383" y="56720"/>
                </a:lnTo>
                <a:lnTo>
                  <a:pt x="431342" y="56496"/>
                </a:lnTo>
                <a:lnTo>
                  <a:pt x="432321" y="56302"/>
                </a:lnTo>
                <a:lnTo>
                  <a:pt x="433321" y="56138"/>
                </a:lnTo>
                <a:lnTo>
                  <a:pt x="434341" y="56004"/>
                </a:lnTo>
                <a:lnTo>
                  <a:pt x="435382" y="55900"/>
                </a:lnTo>
                <a:lnTo>
                  <a:pt x="436443" y="55825"/>
                </a:lnTo>
                <a:lnTo>
                  <a:pt x="437524" y="55780"/>
                </a:lnTo>
                <a:lnTo>
                  <a:pt x="438626" y="55765"/>
                </a:lnTo>
                <a:lnTo>
                  <a:pt x="439708" y="55780"/>
                </a:lnTo>
                <a:lnTo>
                  <a:pt x="440771" y="55826"/>
                </a:lnTo>
                <a:lnTo>
                  <a:pt x="441813" y="55901"/>
                </a:lnTo>
                <a:lnTo>
                  <a:pt x="442836" y="56006"/>
                </a:lnTo>
                <a:lnTo>
                  <a:pt x="443838" y="56141"/>
                </a:lnTo>
                <a:lnTo>
                  <a:pt x="444819" y="56306"/>
                </a:lnTo>
                <a:lnTo>
                  <a:pt x="445781" y="56502"/>
                </a:lnTo>
                <a:lnTo>
                  <a:pt x="446722" y="56727"/>
                </a:lnTo>
                <a:lnTo>
                  <a:pt x="447644" y="56982"/>
                </a:lnTo>
                <a:lnTo>
                  <a:pt x="448545" y="57268"/>
                </a:lnTo>
                <a:lnTo>
                  <a:pt x="449426" y="57583"/>
                </a:lnTo>
                <a:lnTo>
                  <a:pt x="450286" y="57929"/>
                </a:lnTo>
                <a:lnTo>
                  <a:pt x="451127" y="58304"/>
                </a:lnTo>
                <a:lnTo>
                  <a:pt x="451947" y="58710"/>
                </a:lnTo>
                <a:lnTo>
                  <a:pt x="452747" y="59145"/>
                </a:lnTo>
                <a:lnTo>
                  <a:pt x="453527" y="59611"/>
                </a:lnTo>
                <a:lnTo>
                  <a:pt x="454287" y="60107"/>
                </a:lnTo>
                <a:lnTo>
                  <a:pt x="455026" y="60633"/>
                </a:lnTo>
                <a:lnTo>
                  <a:pt x="455745" y="61188"/>
                </a:lnTo>
                <a:lnTo>
                  <a:pt x="456444" y="61774"/>
                </a:lnTo>
                <a:lnTo>
                  <a:pt x="457123" y="62390"/>
                </a:lnTo>
                <a:lnTo>
                  <a:pt x="457782" y="63036"/>
                </a:lnTo>
                <a:lnTo>
                  <a:pt x="458420" y="63712"/>
                </a:lnTo>
                <a:lnTo>
                  <a:pt x="459039" y="64418"/>
                </a:lnTo>
                <a:lnTo>
                  <a:pt x="459635" y="65152"/>
                </a:lnTo>
                <a:lnTo>
                  <a:pt x="460207" y="65913"/>
                </a:lnTo>
                <a:lnTo>
                  <a:pt x="460755" y="66701"/>
                </a:lnTo>
                <a:lnTo>
                  <a:pt x="461278" y="67515"/>
                </a:lnTo>
                <a:lnTo>
                  <a:pt x="461778" y="68356"/>
                </a:lnTo>
                <a:lnTo>
                  <a:pt x="462253" y="69223"/>
                </a:lnTo>
                <a:lnTo>
                  <a:pt x="462704" y="70118"/>
                </a:lnTo>
                <a:lnTo>
                  <a:pt x="463132" y="71039"/>
                </a:lnTo>
                <a:lnTo>
                  <a:pt x="463534" y="71987"/>
                </a:lnTo>
                <a:lnTo>
                  <a:pt x="463913" y="72961"/>
                </a:lnTo>
                <a:lnTo>
                  <a:pt x="464268" y="73962"/>
                </a:lnTo>
                <a:lnTo>
                  <a:pt x="464598" y="74990"/>
                </a:lnTo>
                <a:lnTo>
                  <a:pt x="464904" y="76045"/>
                </a:lnTo>
                <a:lnTo>
                  <a:pt x="465187" y="77126"/>
                </a:lnTo>
                <a:lnTo>
                  <a:pt x="465445" y="78234"/>
                </a:lnTo>
                <a:lnTo>
                  <a:pt x="465678" y="79369"/>
                </a:lnTo>
                <a:lnTo>
                  <a:pt x="465888" y="80530"/>
                </a:lnTo>
                <a:lnTo>
                  <a:pt x="466074" y="81718"/>
                </a:lnTo>
                <a:lnTo>
                  <a:pt x="466235" y="82933"/>
                </a:lnTo>
                <a:lnTo>
                  <a:pt x="466372" y="84174"/>
                </a:lnTo>
                <a:lnTo>
                  <a:pt x="466485" y="85442"/>
                </a:lnTo>
                <a:lnTo>
                  <a:pt x="466574" y="86737"/>
                </a:lnTo>
                <a:lnTo>
                  <a:pt x="466639" y="88059"/>
                </a:lnTo>
                <a:lnTo>
                  <a:pt x="466679" y="89407"/>
                </a:lnTo>
                <a:lnTo>
                  <a:pt x="408975" y="89407"/>
                </a:lnTo>
                <a:lnTo>
                  <a:pt x="409100" y="88049"/>
                </a:lnTo>
                <a:lnTo>
                  <a:pt x="409246" y="86718"/>
                </a:lnTo>
                <a:lnTo>
                  <a:pt x="409413" y="85415"/>
                </a:lnTo>
                <a:lnTo>
                  <a:pt x="409601" y="84139"/>
                </a:lnTo>
                <a:lnTo>
                  <a:pt x="409810" y="82890"/>
                </a:lnTo>
                <a:lnTo>
                  <a:pt x="410041" y="81669"/>
                </a:lnTo>
                <a:lnTo>
                  <a:pt x="410293" y="80475"/>
                </a:lnTo>
                <a:close/>
                <a:moveTo>
                  <a:pt x="1272196" y="159358"/>
                </a:moveTo>
                <a:lnTo>
                  <a:pt x="1273252" y="159251"/>
                </a:lnTo>
                <a:lnTo>
                  <a:pt x="1274294" y="159127"/>
                </a:lnTo>
                <a:lnTo>
                  <a:pt x="1275323" y="158986"/>
                </a:lnTo>
                <a:lnTo>
                  <a:pt x="1276340" y="158829"/>
                </a:lnTo>
                <a:lnTo>
                  <a:pt x="1277343" y="158656"/>
                </a:lnTo>
                <a:lnTo>
                  <a:pt x="1278333" y="158465"/>
                </a:lnTo>
                <a:lnTo>
                  <a:pt x="1279310" y="158259"/>
                </a:lnTo>
                <a:lnTo>
                  <a:pt x="1280274" y="158036"/>
                </a:lnTo>
                <a:lnTo>
                  <a:pt x="1281225" y="157796"/>
                </a:lnTo>
                <a:lnTo>
                  <a:pt x="1282163" y="157540"/>
                </a:lnTo>
                <a:lnTo>
                  <a:pt x="1283087" y="157267"/>
                </a:lnTo>
                <a:lnTo>
                  <a:pt x="1283999" y="156978"/>
                </a:lnTo>
                <a:lnTo>
                  <a:pt x="1284898" y="156672"/>
                </a:lnTo>
                <a:lnTo>
                  <a:pt x="1285783" y="156349"/>
                </a:lnTo>
                <a:lnTo>
                  <a:pt x="1286656" y="156010"/>
                </a:lnTo>
                <a:lnTo>
                  <a:pt x="1287515" y="155655"/>
                </a:lnTo>
                <a:lnTo>
                  <a:pt x="1288362" y="155283"/>
                </a:lnTo>
                <a:lnTo>
                  <a:pt x="1289195" y="154895"/>
                </a:lnTo>
                <a:lnTo>
                  <a:pt x="1290014" y="154491"/>
                </a:lnTo>
                <a:lnTo>
                  <a:pt x="1290818" y="154073"/>
                </a:lnTo>
                <a:lnTo>
                  <a:pt x="1291607" y="153641"/>
                </a:lnTo>
                <a:lnTo>
                  <a:pt x="1292380" y="153195"/>
                </a:lnTo>
                <a:lnTo>
                  <a:pt x="1293139" y="152736"/>
                </a:lnTo>
                <a:lnTo>
                  <a:pt x="1293881" y="152262"/>
                </a:lnTo>
                <a:lnTo>
                  <a:pt x="1294609" y="151775"/>
                </a:lnTo>
                <a:lnTo>
                  <a:pt x="1295322" y="151274"/>
                </a:lnTo>
                <a:lnTo>
                  <a:pt x="1296019" y="150759"/>
                </a:lnTo>
                <a:lnTo>
                  <a:pt x="1296701" y="150230"/>
                </a:lnTo>
                <a:lnTo>
                  <a:pt x="1297367" y="149687"/>
                </a:lnTo>
                <a:lnTo>
                  <a:pt x="1298019" y="149130"/>
                </a:lnTo>
                <a:lnTo>
                  <a:pt x="1298655" y="148560"/>
                </a:lnTo>
                <a:lnTo>
                  <a:pt x="1299276" y="147975"/>
                </a:lnTo>
                <a:lnTo>
                  <a:pt x="1299882" y="147377"/>
                </a:lnTo>
                <a:lnTo>
                  <a:pt x="1300472" y="146764"/>
                </a:lnTo>
                <a:lnTo>
                  <a:pt x="1301048" y="146138"/>
                </a:lnTo>
                <a:lnTo>
                  <a:pt x="1301608" y="145498"/>
                </a:lnTo>
                <a:lnTo>
                  <a:pt x="1302152" y="144844"/>
                </a:lnTo>
                <a:lnTo>
                  <a:pt x="1302682" y="144177"/>
                </a:lnTo>
                <a:lnTo>
                  <a:pt x="1303196" y="143495"/>
                </a:lnTo>
                <a:lnTo>
                  <a:pt x="1303695" y="142799"/>
                </a:lnTo>
                <a:lnTo>
                  <a:pt x="1304179" y="142090"/>
                </a:lnTo>
                <a:lnTo>
                  <a:pt x="1304648" y="141367"/>
                </a:lnTo>
                <a:lnTo>
                  <a:pt x="1305099" y="140630"/>
                </a:lnTo>
                <a:lnTo>
                  <a:pt x="1305533" y="139883"/>
                </a:lnTo>
                <a:lnTo>
                  <a:pt x="1305949" y="139123"/>
                </a:lnTo>
                <a:lnTo>
                  <a:pt x="1306347" y="138352"/>
                </a:lnTo>
                <a:lnTo>
                  <a:pt x="1306727" y="137570"/>
                </a:lnTo>
                <a:lnTo>
                  <a:pt x="1307089" y="136776"/>
                </a:lnTo>
                <a:lnTo>
                  <a:pt x="1307432" y="135970"/>
                </a:lnTo>
                <a:lnTo>
                  <a:pt x="1307758" y="135152"/>
                </a:lnTo>
                <a:lnTo>
                  <a:pt x="1308066" y="134323"/>
                </a:lnTo>
                <a:lnTo>
                  <a:pt x="1308356" y="133482"/>
                </a:lnTo>
                <a:lnTo>
                  <a:pt x="1308628" y="132630"/>
                </a:lnTo>
                <a:lnTo>
                  <a:pt x="1308881" y="131766"/>
                </a:lnTo>
                <a:lnTo>
                  <a:pt x="1309117" y="130890"/>
                </a:lnTo>
                <a:lnTo>
                  <a:pt x="1309335" y="130003"/>
                </a:lnTo>
                <a:lnTo>
                  <a:pt x="1309534" y="129104"/>
                </a:lnTo>
                <a:lnTo>
                  <a:pt x="1309716" y="128193"/>
                </a:lnTo>
                <a:lnTo>
                  <a:pt x="1309880" y="127271"/>
                </a:lnTo>
                <a:lnTo>
                  <a:pt x="1310025" y="126337"/>
                </a:lnTo>
                <a:lnTo>
                  <a:pt x="1310153" y="125392"/>
                </a:lnTo>
                <a:lnTo>
                  <a:pt x="1310262" y="124435"/>
                </a:lnTo>
                <a:lnTo>
                  <a:pt x="1310354" y="123466"/>
                </a:lnTo>
                <a:lnTo>
                  <a:pt x="1310428" y="122486"/>
                </a:lnTo>
                <a:lnTo>
                  <a:pt x="1310483" y="121494"/>
                </a:lnTo>
                <a:lnTo>
                  <a:pt x="1310521" y="120490"/>
                </a:lnTo>
                <a:lnTo>
                  <a:pt x="1291704" y="120490"/>
                </a:lnTo>
                <a:lnTo>
                  <a:pt x="1291664" y="121469"/>
                </a:lnTo>
                <a:lnTo>
                  <a:pt x="1291602" y="122429"/>
                </a:lnTo>
                <a:lnTo>
                  <a:pt x="1291518" y="123370"/>
                </a:lnTo>
                <a:lnTo>
                  <a:pt x="1291411" y="124291"/>
                </a:lnTo>
                <a:lnTo>
                  <a:pt x="1291282" y="125193"/>
                </a:lnTo>
                <a:lnTo>
                  <a:pt x="1291130" y="126075"/>
                </a:lnTo>
                <a:lnTo>
                  <a:pt x="1290956" y="126939"/>
                </a:lnTo>
                <a:lnTo>
                  <a:pt x="1290760" y="127782"/>
                </a:lnTo>
                <a:lnTo>
                  <a:pt x="1290541" y="128607"/>
                </a:lnTo>
                <a:lnTo>
                  <a:pt x="1290300" y="129412"/>
                </a:lnTo>
                <a:lnTo>
                  <a:pt x="1290037" y="130198"/>
                </a:lnTo>
                <a:lnTo>
                  <a:pt x="1289751" y="130964"/>
                </a:lnTo>
                <a:lnTo>
                  <a:pt x="1289443" y="131711"/>
                </a:lnTo>
                <a:lnTo>
                  <a:pt x="1289112" y="132439"/>
                </a:lnTo>
                <a:lnTo>
                  <a:pt x="1288759" y="133147"/>
                </a:lnTo>
                <a:lnTo>
                  <a:pt x="1288384" y="133836"/>
                </a:lnTo>
                <a:lnTo>
                  <a:pt x="1287987" y="134506"/>
                </a:lnTo>
                <a:lnTo>
                  <a:pt x="1287566" y="135156"/>
                </a:lnTo>
                <a:lnTo>
                  <a:pt x="1287124" y="135787"/>
                </a:lnTo>
                <a:lnTo>
                  <a:pt x="1286659" y="136398"/>
                </a:lnTo>
                <a:lnTo>
                  <a:pt x="1286172" y="136990"/>
                </a:lnTo>
                <a:lnTo>
                  <a:pt x="1285663" y="137563"/>
                </a:lnTo>
                <a:lnTo>
                  <a:pt x="1285131" y="138117"/>
                </a:lnTo>
                <a:lnTo>
                  <a:pt x="1284577" y="138651"/>
                </a:lnTo>
                <a:lnTo>
                  <a:pt x="1284002" y="139165"/>
                </a:lnTo>
                <a:lnTo>
                  <a:pt x="1283408" y="139656"/>
                </a:lnTo>
                <a:lnTo>
                  <a:pt x="1282796" y="140126"/>
                </a:lnTo>
                <a:lnTo>
                  <a:pt x="1282164" y="140574"/>
                </a:lnTo>
                <a:lnTo>
                  <a:pt x="1281514" y="141000"/>
                </a:lnTo>
                <a:lnTo>
                  <a:pt x="1280845" y="141404"/>
                </a:lnTo>
                <a:lnTo>
                  <a:pt x="1280158" y="141787"/>
                </a:lnTo>
                <a:lnTo>
                  <a:pt x="1279451" y="142147"/>
                </a:lnTo>
                <a:lnTo>
                  <a:pt x="1278726" y="142486"/>
                </a:lnTo>
                <a:lnTo>
                  <a:pt x="1277982" y="142803"/>
                </a:lnTo>
                <a:lnTo>
                  <a:pt x="1277219" y="143098"/>
                </a:lnTo>
                <a:lnTo>
                  <a:pt x="1276437" y="143371"/>
                </a:lnTo>
                <a:lnTo>
                  <a:pt x="1275636" y="143622"/>
                </a:lnTo>
                <a:lnTo>
                  <a:pt x="1274817" y="143852"/>
                </a:lnTo>
                <a:lnTo>
                  <a:pt x="1273979" y="144060"/>
                </a:lnTo>
                <a:lnTo>
                  <a:pt x="1273122" y="144245"/>
                </a:lnTo>
                <a:lnTo>
                  <a:pt x="1272246" y="144409"/>
                </a:lnTo>
                <a:lnTo>
                  <a:pt x="1271351" y="144551"/>
                </a:lnTo>
                <a:lnTo>
                  <a:pt x="1270438" y="144671"/>
                </a:lnTo>
                <a:lnTo>
                  <a:pt x="1269506" y="144770"/>
                </a:lnTo>
                <a:lnTo>
                  <a:pt x="1268555" y="144846"/>
                </a:lnTo>
                <a:lnTo>
                  <a:pt x="1267585" y="144901"/>
                </a:lnTo>
                <a:lnTo>
                  <a:pt x="1266596" y="144934"/>
                </a:lnTo>
                <a:lnTo>
                  <a:pt x="1265589" y="144945"/>
                </a:lnTo>
                <a:lnTo>
                  <a:pt x="1264655" y="144935"/>
                </a:lnTo>
                <a:lnTo>
                  <a:pt x="1263737" y="144905"/>
                </a:lnTo>
                <a:lnTo>
                  <a:pt x="1262833" y="144855"/>
                </a:lnTo>
                <a:lnTo>
                  <a:pt x="1261944" y="144786"/>
                </a:lnTo>
                <a:lnTo>
                  <a:pt x="1261070" y="144697"/>
                </a:lnTo>
                <a:lnTo>
                  <a:pt x="1260211" y="144588"/>
                </a:lnTo>
                <a:lnTo>
                  <a:pt x="1259367" y="144459"/>
                </a:lnTo>
                <a:lnTo>
                  <a:pt x="1258537" y="144310"/>
                </a:lnTo>
                <a:lnTo>
                  <a:pt x="1257723" y="144142"/>
                </a:lnTo>
                <a:lnTo>
                  <a:pt x="1256923" y="143953"/>
                </a:lnTo>
                <a:lnTo>
                  <a:pt x="1256138" y="143745"/>
                </a:lnTo>
                <a:lnTo>
                  <a:pt x="1255368" y="143517"/>
                </a:lnTo>
                <a:lnTo>
                  <a:pt x="1254613" y="143269"/>
                </a:lnTo>
                <a:lnTo>
                  <a:pt x="1253872" y="143002"/>
                </a:lnTo>
                <a:lnTo>
                  <a:pt x="1253147" y="142714"/>
                </a:lnTo>
                <a:lnTo>
                  <a:pt x="1252436" y="142407"/>
                </a:lnTo>
                <a:lnTo>
                  <a:pt x="1251740" y="142080"/>
                </a:lnTo>
                <a:lnTo>
                  <a:pt x="1251060" y="141733"/>
                </a:lnTo>
                <a:lnTo>
                  <a:pt x="1250393" y="141366"/>
                </a:lnTo>
                <a:lnTo>
                  <a:pt x="1249742" y="140980"/>
                </a:lnTo>
                <a:lnTo>
                  <a:pt x="1249106" y="140574"/>
                </a:lnTo>
                <a:lnTo>
                  <a:pt x="1248484" y="140147"/>
                </a:lnTo>
                <a:lnTo>
                  <a:pt x="1247877" y="139701"/>
                </a:lnTo>
                <a:lnTo>
                  <a:pt x="1247286" y="139235"/>
                </a:lnTo>
                <a:lnTo>
                  <a:pt x="1246708" y="138753"/>
                </a:lnTo>
                <a:lnTo>
                  <a:pt x="1246143" y="138258"/>
                </a:lnTo>
                <a:lnTo>
                  <a:pt x="1245592" y="137750"/>
                </a:lnTo>
                <a:lnTo>
                  <a:pt x="1245054" y="137228"/>
                </a:lnTo>
                <a:lnTo>
                  <a:pt x="1244529" y="136694"/>
                </a:lnTo>
                <a:lnTo>
                  <a:pt x="1244018" y="136147"/>
                </a:lnTo>
                <a:lnTo>
                  <a:pt x="1243519" y="135586"/>
                </a:lnTo>
                <a:lnTo>
                  <a:pt x="1243034" y="135013"/>
                </a:lnTo>
                <a:lnTo>
                  <a:pt x="1242563" y="134427"/>
                </a:lnTo>
                <a:lnTo>
                  <a:pt x="1242104" y="133828"/>
                </a:lnTo>
                <a:lnTo>
                  <a:pt x="1241659" y="133215"/>
                </a:lnTo>
                <a:lnTo>
                  <a:pt x="1241227" y="132590"/>
                </a:lnTo>
                <a:lnTo>
                  <a:pt x="1240809" y="131952"/>
                </a:lnTo>
                <a:lnTo>
                  <a:pt x="1240403" y="131300"/>
                </a:lnTo>
                <a:lnTo>
                  <a:pt x="1240011" y="130636"/>
                </a:lnTo>
                <a:lnTo>
                  <a:pt x="1239632" y="129959"/>
                </a:lnTo>
                <a:lnTo>
                  <a:pt x="1239267" y="129268"/>
                </a:lnTo>
                <a:lnTo>
                  <a:pt x="1238914" y="128565"/>
                </a:lnTo>
                <a:lnTo>
                  <a:pt x="1238575" y="127849"/>
                </a:lnTo>
                <a:lnTo>
                  <a:pt x="1238249" y="127119"/>
                </a:lnTo>
                <a:lnTo>
                  <a:pt x="1237937" y="126377"/>
                </a:lnTo>
                <a:lnTo>
                  <a:pt x="1237638" y="125621"/>
                </a:lnTo>
                <a:lnTo>
                  <a:pt x="1237352" y="124853"/>
                </a:lnTo>
                <a:lnTo>
                  <a:pt x="1237079" y="124072"/>
                </a:lnTo>
                <a:lnTo>
                  <a:pt x="1236818" y="123281"/>
                </a:lnTo>
                <a:lnTo>
                  <a:pt x="1236568" y="122483"/>
                </a:lnTo>
                <a:lnTo>
                  <a:pt x="1236329" y="121679"/>
                </a:lnTo>
                <a:lnTo>
                  <a:pt x="1236100" y="120869"/>
                </a:lnTo>
                <a:lnTo>
                  <a:pt x="1235882" y="120052"/>
                </a:lnTo>
                <a:lnTo>
                  <a:pt x="1235675" y="119229"/>
                </a:lnTo>
                <a:lnTo>
                  <a:pt x="1235478" y="118400"/>
                </a:lnTo>
                <a:lnTo>
                  <a:pt x="1235292" y="117564"/>
                </a:lnTo>
                <a:lnTo>
                  <a:pt x="1235117" y="116722"/>
                </a:lnTo>
                <a:lnTo>
                  <a:pt x="1234953" y="115873"/>
                </a:lnTo>
                <a:lnTo>
                  <a:pt x="1234799" y="115018"/>
                </a:lnTo>
                <a:lnTo>
                  <a:pt x="1234656" y="114156"/>
                </a:lnTo>
                <a:lnTo>
                  <a:pt x="1234523" y="113289"/>
                </a:lnTo>
                <a:lnTo>
                  <a:pt x="1234401" y="112414"/>
                </a:lnTo>
                <a:lnTo>
                  <a:pt x="1234290" y="111534"/>
                </a:lnTo>
                <a:lnTo>
                  <a:pt x="1234190" y="110647"/>
                </a:lnTo>
                <a:lnTo>
                  <a:pt x="1234100" y="109753"/>
                </a:lnTo>
                <a:lnTo>
                  <a:pt x="1234021" y="108853"/>
                </a:lnTo>
                <a:lnTo>
                  <a:pt x="1233953" y="107947"/>
                </a:lnTo>
                <a:lnTo>
                  <a:pt x="1233895" y="107035"/>
                </a:lnTo>
                <a:lnTo>
                  <a:pt x="1233848" y="106116"/>
                </a:lnTo>
                <a:lnTo>
                  <a:pt x="1233812" y="105190"/>
                </a:lnTo>
                <a:lnTo>
                  <a:pt x="1233787" y="104258"/>
                </a:lnTo>
                <a:lnTo>
                  <a:pt x="1233772" y="103320"/>
                </a:lnTo>
                <a:lnTo>
                  <a:pt x="1310064" y="103320"/>
                </a:lnTo>
                <a:lnTo>
                  <a:pt x="1310083" y="103230"/>
                </a:lnTo>
                <a:lnTo>
                  <a:pt x="1310101" y="103135"/>
                </a:lnTo>
                <a:lnTo>
                  <a:pt x="1310119" y="103035"/>
                </a:lnTo>
                <a:lnTo>
                  <a:pt x="1310136" y="102931"/>
                </a:lnTo>
                <a:lnTo>
                  <a:pt x="1310152" y="102822"/>
                </a:lnTo>
                <a:lnTo>
                  <a:pt x="1310168" y="102708"/>
                </a:lnTo>
                <a:lnTo>
                  <a:pt x="1310183" y="102590"/>
                </a:lnTo>
                <a:lnTo>
                  <a:pt x="1310197" y="102467"/>
                </a:lnTo>
                <a:lnTo>
                  <a:pt x="1310211" y="102339"/>
                </a:lnTo>
                <a:lnTo>
                  <a:pt x="1310225" y="102207"/>
                </a:lnTo>
                <a:lnTo>
                  <a:pt x="1310238" y="102070"/>
                </a:lnTo>
                <a:lnTo>
                  <a:pt x="1310250" y="101928"/>
                </a:lnTo>
                <a:lnTo>
                  <a:pt x="1310261" y="101782"/>
                </a:lnTo>
                <a:lnTo>
                  <a:pt x="1310272" y="101631"/>
                </a:lnTo>
                <a:lnTo>
                  <a:pt x="1310283" y="101475"/>
                </a:lnTo>
                <a:lnTo>
                  <a:pt x="1310292" y="101315"/>
                </a:lnTo>
                <a:lnTo>
                  <a:pt x="1310302" y="101150"/>
                </a:lnTo>
                <a:lnTo>
                  <a:pt x="1310310" y="100980"/>
                </a:lnTo>
                <a:lnTo>
                  <a:pt x="1310318" y="100806"/>
                </a:lnTo>
                <a:lnTo>
                  <a:pt x="1310326" y="100626"/>
                </a:lnTo>
                <a:lnTo>
                  <a:pt x="1310333" y="100443"/>
                </a:lnTo>
                <a:lnTo>
                  <a:pt x="1310339" y="100254"/>
                </a:lnTo>
                <a:lnTo>
                  <a:pt x="1310344" y="100061"/>
                </a:lnTo>
                <a:lnTo>
                  <a:pt x="1310350" y="99863"/>
                </a:lnTo>
                <a:lnTo>
                  <a:pt x="1310354" y="99664"/>
                </a:lnTo>
                <a:lnTo>
                  <a:pt x="1310359" y="99467"/>
                </a:lnTo>
                <a:lnTo>
                  <a:pt x="1310363" y="99272"/>
                </a:lnTo>
                <a:lnTo>
                  <a:pt x="1310367" y="99079"/>
                </a:lnTo>
                <a:lnTo>
                  <a:pt x="1310371" y="98889"/>
                </a:lnTo>
                <a:lnTo>
                  <a:pt x="1310374" y="98701"/>
                </a:lnTo>
                <a:lnTo>
                  <a:pt x="1310378" y="98515"/>
                </a:lnTo>
                <a:lnTo>
                  <a:pt x="1310381" y="98331"/>
                </a:lnTo>
                <a:lnTo>
                  <a:pt x="1310384" y="98150"/>
                </a:lnTo>
                <a:lnTo>
                  <a:pt x="1310387" y="97971"/>
                </a:lnTo>
                <a:lnTo>
                  <a:pt x="1310390" y="97794"/>
                </a:lnTo>
                <a:lnTo>
                  <a:pt x="1310392" y="97619"/>
                </a:lnTo>
                <a:lnTo>
                  <a:pt x="1310395" y="97446"/>
                </a:lnTo>
                <a:lnTo>
                  <a:pt x="1310397" y="97276"/>
                </a:lnTo>
                <a:lnTo>
                  <a:pt x="1310399" y="97108"/>
                </a:lnTo>
                <a:lnTo>
                  <a:pt x="1310400" y="96943"/>
                </a:lnTo>
                <a:lnTo>
                  <a:pt x="1310402" y="96779"/>
                </a:lnTo>
                <a:lnTo>
                  <a:pt x="1310403" y="96618"/>
                </a:lnTo>
                <a:lnTo>
                  <a:pt x="1310404" y="96459"/>
                </a:lnTo>
                <a:lnTo>
                  <a:pt x="1310405" y="96302"/>
                </a:lnTo>
                <a:lnTo>
                  <a:pt x="1310406" y="96147"/>
                </a:lnTo>
                <a:lnTo>
                  <a:pt x="1310406" y="95995"/>
                </a:lnTo>
                <a:lnTo>
                  <a:pt x="1310406" y="95845"/>
                </a:lnTo>
                <a:lnTo>
                  <a:pt x="1310407" y="95697"/>
                </a:lnTo>
                <a:lnTo>
                  <a:pt x="1310385" y="93520"/>
                </a:lnTo>
                <a:lnTo>
                  <a:pt x="1310320" y="91385"/>
                </a:lnTo>
                <a:lnTo>
                  <a:pt x="1310212" y="89293"/>
                </a:lnTo>
                <a:lnTo>
                  <a:pt x="1310061" y="87244"/>
                </a:lnTo>
                <a:lnTo>
                  <a:pt x="1309867" y="85238"/>
                </a:lnTo>
                <a:lnTo>
                  <a:pt x="1309630" y="83274"/>
                </a:lnTo>
                <a:lnTo>
                  <a:pt x="1309349" y="81353"/>
                </a:lnTo>
                <a:lnTo>
                  <a:pt x="1309025" y="79475"/>
                </a:lnTo>
                <a:lnTo>
                  <a:pt x="1308659" y="77640"/>
                </a:lnTo>
                <a:lnTo>
                  <a:pt x="1308248" y="75847"/>
                </a:lnTo>
                <a:lnTo>
                  <a:pt x="1307795" y="74097"/>
                </a:lnTo>
                <a:lnTo>
                  <a:pt x="1307299" y="72390"/>
                </a:lnTo>
                <a:lnTo>
                  <a:pt x="1306759" y="70726"/>
                </a:lnTo>
                <a:lnTo>
                  <a:pt x="1306177" y="69105"/>
                </a:lnTo>
                <a:lnTo>
                  <a:pt x="1305551" y="67526"/>
                </a:lnTo>
                <a:lnTo>
                  <a:pt x="1304882" y="65990"/>
                </a:lnTo>
                <a:lnTo>
                  <a:pt x="1304170" y="64497"/>
                </a:lnTo>
                <a:lnTo>
                  <a:pt x="1303414" y="63046"/>
                </a:lnTo>
                <a:lnTo>
                  <a:pt x="1302616" y="61638"/>
                </a:lnTo>
                <a:lnTo>
                  <a:pt x="1301774" y="60274"/>
                </a:lnTo>
                <a:lnTo>
                  <a:pt x="1300890" y="58951"/>
                </a:lnTo>
                <a:lnTo>
                  <a:pt x="1299962" y="57672"/>
                </a:lnTo>
                <a:lnTo>
                  <a:pt x="1298990" y="56435"/>
                </a:lnTo>
                <a:lnTo>
                  <a:pt x="1297976" y="55242"/>
                </a:lnTo>
                <a:lnTo>
                  <a:pt x="1296924" y="54093"/>
                </a:lnTo>
                <a:lnTo>
                  <a:pt x="1295838" y="52994"/>
                </a:lnTo>
                <a:lnTo>
                  <a:pt x="1294719" y="51943"/>
                </a:lnTo>
                <a:lnTo>
                  <a:pt x="1293567" y="50941"/>
                </a:lnTo>
                <a:lnTo>
                  <a:pt x="1292381" y="49989"/>
                </a:lnTo>
                <a:lnTo>
                  <a:pt x="1291162" y="49085"/>
                </a:lnTo>
                <a:lnTo>
                  <a:pt x="1289910" y="48229"/>
                </a:lnTo>
                <a:lnTo>
                  <a:pt x="1288625" y="47423"/>
                </a:lnTo>
                <a:lnTo>
                  <a:pt x="1287306" y="46666"/>
                </a:lnTo>
                <a:lnTo>
                  <a:pt x="1285954" y="45957"/>
                </a:lnTo>
                <a:lnTo>
                  <a:pt x="1284569" y="45297"/>
                </a:lnTo>
                <a:lnTo>
                  <a:pt x="1283151" y="44687"/>
                </a:lnTo>
                <a:lnTo>
                  <a:pt x="1281699" y="44125"/>
                </a:lnTo>
                <a:lnTo>
                  <a:pt x="1280214" y="43612"/>
                </a:lnTo>
                <a:lnTo>
                  <a:pt x="1278696" y="43147"/>
                </a:lnTo>
                <a:lnTo>
                  <a:pt x="1277145" y="42732"/>
                </a:lnTo>
                <a:lnTo>
                  <a:pt x="1275560" y="42366"/>
                </a:lnTo>
                <a:lnTo>
                  <a:pt x="1273942" y="42048"/>
                </a:lnTo>
                <a:lnTo>
                  <a:pt x="1272291" y="41779"/>
                </a:lnTo>
                <a:lnTo>
                  <a:pt x="1270607" y="41559"/>
                </a:lnTo>
                <a:lnTo>
                  <a:pt x="1268889" y="41388"/>
                </a:lnTo>
                <a:lnTo>
                  <a:pt x="1267138" y="41266"/>
                </a:lnTo>
                <a:lnTo>
                  <a:pt x="1265354" y="41193"/>
                </a:lnTo>
                <a:lnTo>
                  <a:pt x="1263536" y="41168"/>
                </a:lnTo>
                <a:lnTo>
                  <a:pt x="1262177" y="41181"/>
                </a:lnTo>
                <a:lnTo>
                  <a:pt x="1260838" y="41221"/>
                </a:lnTo>
                <a:lnTo>
                  <a:pt x="1259517" y="41286"/>
                </a:lnTo>
                <a:lnTo>
                  <a:pt x="1258216" y="41377"/>
                </a:lnTo>
                <a:lnTo>
                  <a:pt x="1256934" y="41495"/>
                </a:lnTo>
                <a:lnTo>
                  <a:pt x="1255671" y="41638"/>
                </a:lnTo>
                <a:lnTo>
                  <a:pt x="1254427" y="41808"/>
                </a:lnTo>
                <a:lnTo>
                  <a:pt x="1253203" y="42003"/>
                </a:lnTo>
                <a:lnTo>
                  <a:pt x="1251998" y="42225"/>
                </a:lnTo>
                <a:lnTo>
                  <a:pt x="1250812" y="42473"/>
                </a:lnTo>
                <a:lnTo>
                  <a:pt x="1249645" y="42747"/>
                </a:lnTo>
                <a:lnTo>
                  <a:pt x="1248497" y="43047"/>
                </a:lnTo>
                <a:lnTo>
                  <a:pt x="1247369" y="43374"/>
                </a:lnTo>
                <a:lnTo>
                  <a:pt x="1246260" y="43726"/>
                </a:lnTo>
                <a:lnTo>
                  <a:pt x="1245170" y="44104"/>
                </a:lnTo>
                <a:lnTo>
                  <a:pt x="1244099" y="44509"/>
                </a:lnTo>
                <a:lnTo>
                  <a:pt x="1243047" y="44939"/>
                </a:lnTo>
                <a:lnTo>
                  <a:pt x="1242015" y="45396"/>
                </a:lnTo>
                <a:lnTo>
                  <a:pt x="1241002" y="45879"/>
                </a:lnTo>
                <a:lnTo>
                  <a:pt x="1240008" y="46388"/>
                </a:lnTo>
                <a:lnTo>
                  <a:pt x="1239033" y="46923"/>
                </a:lnTo>
                <a:lnTo>
                  <a:pt x="1238077" y="47484"/>
                </a:lnTo>
                <a:lnTo>
                  <a:pt x="1237141" y="48071"/>
                </a:lnTo>
                <a:lnTo>
                  <a:pt x="1236224" y="48684"/>
                </a:lnTo>
                <a:lnTo>
                  <a:pt x="1235326" y="49321"/>
                </a:lnTo>
                <a:lnTo>
                  <a:pt x="1234447" y="49977"/>
                </a:lnTo>
                <a:lnTo>
                  <a:pt x="1233587" y="50654"/>
                </a:lnTo>
                <a:lnTo>
                  <a:pt x="1232747" y="51351"/>
                </a:lnTo>
                <a:lnTo>
                  <a:pt x="1231926" y="52068"/>
                </a:lnTo>
                <a:lnTo>
                  <a:pt x="1231124" y="52806"/>
                </a:lnTo>
                <a:lnTo>
                  <a:pt x="1230341" y="53563"/>
                </a:lnTo>
                <a:lnTo>
                  <a:pt x="1229578" y="54341"/>
                </a:lnTo>
                <a:lnTo>
                  <a:pt x="1228833" y="55139"/>
                </a:lnTo>
                <a:lnTo>
                  <a:pt x="1228108" y="55957"/>
                </a:lnTo>
                <a:lnTo>
                  <a:pt x="1227402" y="56795"/>
                </a:lnTo>
                <a:lnTo>
                  <a:pt x="1226716" y="57653"/>
                </a:lnTo>
                <a:lnTo>
                  <a:pt x="1226048" y="58532"/>
                </a:lnTo>
                <a:lnTo>
                  <a:pt x="1225400" y="59431"/>
                </a:lnTo>
                <a:lnTo>
                  <a:pt x="1224771" y="60350"/>
                </a:lnTo>
                <a:lnTo>
                  <a:pt x="1224161" y="61289"/>
                </a:lnTo>
                <a:lnTo>
                  <a:pt x="1223570" y="62248"/>
                </a:lnTo>
                <a:lnTo>
                  <a:pt x="1222999" y="63228"/>
                </a:lnTo>
                <a:lnTo>
                  <a:pt x="1222446" y="64227"/>
                </a:lnTo>
                <a:lnTo>
                  <a:pt x="1221913" y="65247"/>
                </a:lnTo>
                <a:lnTo>
                  <a:pt x="1221399" y="66287"/>
                </a:lnTo>
                <a:lnTo>
                  <a:pt x="1220905" y="67348"/>
                </a:lnTo>
                <a:lnTo>
                  <a:pt x="1220429" y="68428"/>
                </a:lnTo>
                <a:lnTo>
                  <a:pt x="1219973" y="69529"/>
                </a:lnTo>
                <a:lnTo>
                  <a:pt x="1219536" y="70647"/>
                </a:lnTo>
                <a:lnTo>
                  <a:pt x="1219117" y="71779"/>
                </a:lnTo>
                <a:lnTo>
                  <a:pt x="1218717" y="72926"/>
                </a:lnTo>
                <a:lnTo>
                  <a:pt x="1218335" y="74087"/>
                </a:lnTo>
                <a:lnTo>
                  <a:pt x="1217972" y="75263"/>
                </a:lnTo>
                <a:lnTo>
                  <a:pt x="1217628" y="76453"/>
                </a:lnTo>
                <a:lnTo>
                  <a:pt x="1217302" y="77658"/>
                </a:lnTo>
                <a:lnTo>
                  <a:pt x="1216995" y="78878"/>
                </a:lnTo>
                <a:lnTo>
                  <a:pt x="1216707" y="80111"/>
                </a:lnTo>
                <a:lnTo>
                  <a:pt x="1216437" y="81360"/>
                </a:lnTo>
                <a:lnTo>
                  <a:pt x="1216186" y="82622"/>
                </a:lnTo>
                <a:lnTo>
                  <a:pt x="1215953" y="83899"/>
                </a:lnTo>
                <a:lnTo>
                  <a:pt x="1215739" y="85191"/>
                </a:lnTo>
                <a:lnTo>
                  <a:pt x="1215544" y="86497"/>
                </a:lnTo>
                <a:lnTo>
                  <a:pt x="1215367" y="87818"/>
                </a:lnTo>
                <a:lnTo>
                  <a:pt x="1215209" y="89153"/>
                </a:lnTo>
                <a:lnTo>
                  <a:pt x="1215069" y="90503"/>
                </a:lnTo>
                <a:lnTo>
                  <a:pt x="1214948" y="91867"/>
                </a:lnTo>
                <a:lnTo>
                  <a:pt x="1214846" y="93245"/>
                </a:lnTo>
                <a:lnTo>
                  <a:pt x="1214762" y="94638"/>
                </a:lnTo>
                <a:lnTo>
                  <a:pt x="1214697" y="96046"/>
                </a:lnTo>
                <a:lnTo>
                  <a:pt x="1214650" y="97468"/>
                </a:lnTo>
                <a:lnTo>
                  <a:pt x="1214622" y="98904"/>
                </a:lnTo>
                <a:lnTo>
                  <a:pt x="1214613" y="100355"/>
                </a:lnTo>
                <a:lnTo>
                  <a:pt x="1214623" y="101749"/>
                </a:lnTo>
                <a:lnTo>
                  <a:pt x="1214652" y="103130"/>
                </a:lnTo>
                <a:lnTo>
                  <a:pt x="1214700" y="104501"/>
                </a:lnTo>
                <a:lnTo>
                  <a:pt x="1214767" y="105859"/>
                </a:lnTo>
                <a:lnTo>
                  <a:pt x="1214853" y="107207"/>
                </a:lnTo>
                <a:lnTo>
                  <a:pt x="1214959" y="108542"/>
                </a:lnTo>
                <a:lnTo>
                  <a:pt x="1215084" y="109866"/>
                </a:lnTo>
                <a:lnTo>
                  <a:pt x="1215228" y="111178"/>
                </a:lnTo>
                <a:lnTo>
                  <a:pt x="1215391" y="112479"/>
                </a:lnTo>
                <a:lnTo>
                  <a:pt x="1215573" y="113768"/>
                </a:lnTo>
                <a:lnTo>
                  <a:pt x="1215775" y="115045"/>
                </a:lnTo>
                <a:lnTo>
                  <a:pt x="1215996" y="116311"/>
                </a:lnTo>
                <a:lnTo>
                  <a:pt x="1216236" y="117565"/>
                </a:lnTo>
                <a:lnTo>
                  <a:pt x="1216495" y="118807"/>
                </a:lnTo>
                <a:lnTo>
                  <a:pt x="1216774" y="120038"/>
                </a:lnTo>
                <a:lnTo>
                  <a:pt x="1217071" y="121258"/>
                </a:lnTo>
                <a:lnTo>
                  <a:pt x="1217388" y="122465"/>
                </a:lnTo>
                <a:lnTo>
                  <a:pt x="1217724" y="123661"/>
                </a:lnTo>
                <a:lnTo>
                  <a:pt x="1218080" y="124846"/>
                </a:lnTo>
                <a:lnTo>
                  <a:pt x="1218454" y="126018"/>
                </a:lnTo>
                <a:lnTo>
                  <a:pt x="1218848" y="127180"/>
                </a:lnTo>
                <a:lnTo>
                  <a:pt x="1219261" y="128329"/>
                </a:lnTo>
                <a:lnTo>
                  <a:pt x="1219693" y="129467"/>
                </a:lnTo>
                <a:lnTo>
                  <a:pt x="1220144" y="130593"/>
                </a:lnTo>
                <a:lnTo>
                  <a:pt x="1220615" y="131704"/>
                </a:lnTo>
                <a:lnTo>
                  <a:pt x="1221106" y="132795"/>
                </a:lnTo>
                <a:lnTo>
                  <a:pt x="1221617" y="133866"/>
                </a:lnTo>
                <a:lnTo>
                  <a:pt x="1222148" y="134918"/>
                </a:lnTo>
                <a:lnTo>
                  <a:pt x="1222699" y="135950"/>
                </a:lnTo>
                <a:lnTo>
                  <a:pt x="1223269" y="136963"/>
                </a:lnTo>
                <a:lnTo>
                  <a:pt x="1223860" y="137956"/>
                </a:lnTo>
                <a:lnTo>
                  <a:pt x="1224471" y="138929"/>
                </a:lnTo>
                <a:lnTo>
                  <a:pt x="1225102" y="139883"/>
                </a:lnTo>
                <a:lnTo>
                  <a:pt x="1225753" y="140818"/>
                </a:lnTo>
                <a:lnTo>
                  <a:pt x="1226424" y="141733"/>
                </a:lnTo>
                <a:lnTo>
                  <a:pt x="1227115" y="142628"/>
                </a:lnTo>
                <a:lnTo>
                  <a:pt x="1227826" y="143504"/>
                </a:lnTo>
                <a:lnTo>
                  <a:pt x="1228556" y="144360"/>
                </a:lnTo>
                <a:lnTo>
                  <a:pt x="1229307" y="145197"/>
                </a:lnTo>
                <a:lnTo>
                  <a:pt x="1230078" y="146014"/>
                </a:lnTo>
                <a:lnTo>
                  <a:pt x="1230869" y="146812"/>
                </a:lnTo>
                <a:lnTo>
                  <a:pt x="1231680" y="147590"/>
                </a:lnTo>
                <a:lnTo>
                  <a:pt x="1232511" y="148348"/>
                </a:lnTo>
                <a:lnTo>
                  <a:pt x="1233362" y="149087"/>
                </a:lnTo>
                <a:lnTo>
                  <a:pt x="1234232" y="149807"/>
                </a:lnTo>
                <a:lnTo>
                  <a:pt x="1235123" y="150506"/>
                </a:lnTo>
                <a:lnTo>
                  <a:pt x="1236034" y="151187"/>
                </a:lnTo>
                <a:lnTo>
                  <a:pt x="1236965" y="151848"/>
                </a:lnTo>
                <a:lnTo>
                  <a:pt x="1237916" y="152485"/>
                </a:lnTo>
                <a:lnTo>
                  <a:pt x="1238889" y="153095"/>
                </a:lnTo>
                <a:lnTo>
                  <a:pt x="1239882" y="153678"/>
                </a:lnTo>
                <a:lnTo>
                  <a:pt x="1240896" y="154233"/>
                </a:lnTo>
                <a:lnTo>
                  <a:pt x="1241931" y="154762"/>
                </a:lnTo>
                <a:lnTo>
                  <a:pt x="1242988" y="155264"/>
                </a:lnTo>
                <a:lnTo>
                  <a:pt x="1244065" y="155738"/>
                </a:lnTo>
                <a:lnTo>
                  <a:pt x="1245163" y="156185"/>
                </a:lnTo>
                <a:lnTo>
                  <a:pt x="1246282" y="156606"/>
                </a:lnTo>
                <a:lnTo>
                  <a:pt x="1247423" y="156999"/>
                </a:lnTo>
                <a:lnTo>
                  <a:pt x="1248584" y="157365"/>
                </a:lnTo>
                <a:lnTo>
                  <a:pt x="1249766" y="157704"/>
                </a:lnTo>
                <a:lnTo>
                  <a:pt x="1250969" y="158015"/>
                </a:lnTo>
                <a:lnTo>
                  <a:pt x="1252193" y="158300"/>
                </a:lnTo>
                <a:lnTo>
                  <a:pt x="1253438" y="158558"/>
                </a:lnTo>
                <a:lnTo>
                  <a:pt x="1254704" y="158788"/>
                </a:lnTo>
                <a:lnTo>
                  <a:pt x="1255992" y="158991"/>
                </a:lnTo>
                <a:lnTo>
                  <a:pt x="1257300" y="159168"/>
                </a:lnTo>
                <a:lnTo>
                  <a:pt x="1258629" y="159317"/>
                </a:lnTo>
                <a:lnTo>
                  <a:pt x="1259979" y="159439"/>
                </a:lnTo>
                <a:lnTo>
                  <a:pt x="1261350" y="159534"/>
                </a:lnTo>
                <a:lnTo>
                  <a:pt x="1262742" y="159601"/>
                </a:lnTo>
                <a:lnTo>
                  <a:pt x="1264155" y="159642"/>
                </a:lnTo>
                <a:lnTo>
                  <a:pt x="1265589" y="159656"/>
                </a:lnTo>
                <a:lnTo>
                  <a:pt x="1266723" y="159647"/>
                </a:lnTo>
                <a:lnTo>
                  <a:pt x="1267844" y="159623"/>
                </a:lnTo>
                <a:lnTo>
                  <a:pt x="1268951" y="159581"/>
                </a:lnTo>
                <a:lnTo>
                  <a:pt x="1270046" y="159523"/>
                </a:lnTo>
                <a:lnTo>
                  <a:pt x="1271128" y="159449"/>
                </a:lnTo>
                <a:lnTo>
                  <a:pt x="1272196" y="159358"/>
                </a:lnTo>
                <a:close/>
                <a:moveTo>
                  <a:pt x="1234951" y="81669"/>
                </a:moveTo>
                <a:lnTo>
                  <a:pt x="1235203" y="80475"/>
                </a:lnTo>
                <a:lnTo>
                  <a:pt x="1235476" y="79308"/>
                </a:lnTo>
                <a:lnTo>
                  <a:pt x="1235770" y="78169"/>
                </a:lnTo>
                <a:lnTo>
                  <a:pt x="1236085" y="77056"/>
                </a:lnTo>
                <a:lnTo>
                  <a:pt x="1236422" y="75972"/>
                </a:lnTo>
                <a:lnTo>
                  <a:pt x="1236780" y="74914"/>
                </a:lnTo>
                <a:lnTo>
                  <a:pt x="1237158" y="73884"/>
                </a:lnTo>
                <a:lnTo>
                  <a:pt x="1237558" y="72882"/>
                </a:lnTo>
                <a:lnTo>
                  <a:pt x="1237980" y="71906"/>
                </a:lnTo>
                <a:lnTo>
                  <a:pt x="1238422" y="70958"/>
                </a:lnTo>
                <a:lnTo>
                  <a:pt x="1238886" y="70037"/>
                </a:lnTo>
                <a:lnTo>
                  <a:pt x="1239370" y="69144"/>
                </a:lnTo>
                <a:lnTo>
                  <a:pt x="1239876" y="68278"/>
                </a:lnTo>
                <a:lnTo>
                  <a:pt x="1240404" y="67439"/>
                </a:lnTo>
                <a:lnTo>
                  <a:pt x="1240952" y="66628"/>
                </a:lnTo>
                <a:lnTo>
                  <a:pt x="1241521" y="65844"/>
                </a:lnTo>
                <a:lnTo>
                  <a:pt x="1242112" y="65087"/>
                </a:lnTo>
                <a:lnTo>
                  <a:pt x="1242724" y="64358"/>
                </a:lnTo>
                <a:lnTo>
                  <a:pt x="1243357" y="63657"/>
                </a:lnTo>
                <a:lnTo>
                  <a:pt x="1244010" y="62985"/>
                </a:lnTo>
                <a:lnTo>
                  <a:pt x="1244683" y="62344"/>
                </a:lnTo>
                <a:lnTo>
                  <a:pt x="1245377" y="61732"/>
                </a:lnTo>
                <a:lnTo>
                  <a:pt x="1246091" y="61150"/>
                </a:lnTo>
                <a:lnTo>
                  <a:pt x="1246826" y="60599"/>
                </a:lnTo>
                <a:lnTo>
                  <a:pt x="1247581" y="60076"/>
                </a:lnTo>
                <a:lnTo>
                  <a:pt x="1248356" y="59584"/>
                </a:lnTo>
                <a:lnTo>
                  <a:pt x="1249152" y="59122"/>
                </a:lnTo>
                <a:lnTo>
                  <a:pt x="1249968" y="58689"/>
                </a:lnTo>
                <a:lnTo>
                  <a:pt x="1250805" y="58286"/>
                </a:lnTo>
                <a:lnTo>
                  <a:pt x="1251662" y="57913"/>
                </a:lnTo>
                <a:lnTo>
                  <a:pt x="1252539" y="57570"/>
                </a:lnTo>
                <a:lnTo>
                  <a:pt x="1253437" y="57257"/>
                </a:lnTo>
                <a:lnTo>
                  <a:pt x="1254355" y="56974"/>
                </a:lnTo>
                <a:lnTo>
                  <a:pt x="1255294" y="56720"/>
                </a:lnTo>
                <a:lnTo>
                  <a:pt x="1256253" y="56496"/>
                </a:lnTo>
                <a:lnTo>
                  <a:pt x="1257232" y="56302"/>
                </a:lnTo>
                <a:lnTo>
                  <a:pt x="1258232" y="56138"/>
                </a:lnTo>
                <a:lnTo>
                  <a:pt x="1259252" y="56004"/>
                </a:lnTo>
                <a:lnTo>
                  <a:pt x="1260292" y="55900"/>
                </a:lnTo>
                <a:lnTo>
                  <a:pt x="1261353" y="55825"/>
                </a:lnTo>
                <a:lnTo>
                  <a:pt x="1262434" y="55780"/>
                </a:lnTo>
                <a:lnTo>
                  <a:pt x="1263536" y="55765"/>
                </a:lnTo>
                <a:lnTo>
                  <a:pt x="1264619" y="55780"/>
                </a:lnTo>
                <a:lnTo>
                  <a:pt x="1265682" y="55826"/>
                </a:lnTo>
                <a:lnTo>
                  <a:pt x="1266724" y="55901"/>
                </a:lnTo>
                <a:lnTo>
                  <a:pt x="1267746" y="56006"/>
                </a:lnTo>
                <a:lnTo>
                  <a:pt x="1268748" y="56141"/>
                </a:lnTo>
                <a:lnTo>
                  <a:pt x="1269730" y="56306"/>
                </a:lnTo>
                <a:lnTo>
                  <a:pt x="1270692" y="56502"/>
                </a:lnTo>
                <a:lnTo>
                  <a:pt x="1271633" y="56727"/>
                </a:lnTo>
                <a:lnTo>
                  <a:pt x="1272554" y="56982"/>
                </a:lnTo>
                <a:lnTo>
                  <a:pt x="1273455" y="57268"/>
                </a:lnTo>
                <a:lnTo>
                  <a:pt x="1274336" y="57583"/>
                </a:lnTo>
                <a:lnTo>
                  <a:pt x="1275197" y="57929"/>
                </a:lnTo>
                <a:lnTo>
                  <a:pt x="1276037" y="58304"/>
                </a:lnTo>
                <a:lnTo>
                  <a:pt x="1276857" y="58710"/>
                </a:lnTo>
                <a:lnTo>
                  <a:pt x="1277658" y="59145"/>
                </a:lnTo>
                <a:lnTo>
                  <a:pt x="1278437" y="59611"/>
                </a:lnTo>
                <a:lnTo>
                  <a:pt x="1279197" y="60107"/>
                </a:lnTo>
                <a:lnTo>
                  <a:pt x="1279937" y="60633"/>
                </a:lnTo>
                <a:lnTo>
                  <a:pt x="1280656" y="61188"/>
                </a:lnTo>
                <a:lnTo>
                  <a:pt x="1281355" y="61774"/>
                </a:lnTo>
                <a:lnTo>
                  <a:pt x="1282034" y="62390"/>
                </a:lnTo>
                <a:lnTo>
                  <a:pt x="1282692" y="63036"/>
                </a:lnTo>
                <a:lnTo>
                  <a:pt x="1283331" y="63712"/>
                </a:lnTo>
                <a:lnTo>
                  <a:pt x="1283949" y="64418"/>
                </a:lnTo>
                <a:lnTo>
                  <a:pt x="1284545" y="65152"/>
                </a:lnTo>
                <a:lnTo>
                  <a:pt x="1285117" y="65913"/>
                </a:lnTo>
                <a:lnTo>
                  <a:pt x="1285665" y="66701"/>
                </a:lnTo>
                <a:lnTo>
                  <a:pt x="1286189" y="67515"/>
                </a:lnTo>
                <a:lnTo>
                  <a:pt x="1286688" y="68356"/>
                </a:lnTo>
                <a:lnTo>
                  <a:pt x="1287164" y="69223"/>
                </a:lnTo>
                <a:lnTo>
                  <a:pt x="1287615" y="70118"/>
                </a:lnTo>
                <a:lnTo>
                  <a:pt x="1288042" y="71039"/>
                </a:lnTo>
                <a:lnTo>
                  <a:pt x="1288445" y="71987"/>
                </a:lnTo>
                <a:lnTo>
                  <a:pt x="1288824" y="72961"/>
                </a:lnTo>
                <a:lnTo>
                  <a:pt x="1289178" y="73962"/>
                </a:lnTo>
                <a:lnTo>
                  <a:pt x="1289509" y="74990"/>
                </a:lnTo>
                <a:lnTo>
                  <a:pt x="1289815" y="76045"/>
                </a:lnTo>
                <a:lnTo>
                  <a:pt x="1290097" y="77126"/>
                </a:lnTo>
                <a:lnTo>
                  <a:pt x="1290355" y="78234"/>
                </a:lnTo>
                <a:lnTo>
                  <a:pt x="1290589" y="79369"/>
                </a:lnTo>
                <a:lnTo>
                  <a:pt x="1290799" y="80530"/>
                </a:lnTo>
                <a:lnTo>
                  <a:pt x="1290984" y="81718"/>
                </a:lnTo>
                <a:lnTo>
                  <a:pt x="1291145" y="82933"/>
                </a:lnTo>
                <a:lnTo>
                  <a:pt x="1291283" y="84174"/>
                </a:lnTo>
                <a:lnTo>
                  <a:pt x="1291396" y="85442"/>
                </a:lnTo>
                <a:lnTo>
                  <a:pt x="1291485" y="86737"/>
                </a:lnTo>
                <a:lnTo>
                  <a:pt x="1291549" y="88059"/>
                </a:lnTo>
                <a:lnTo>
                  <a:pt x="1291590" y="89407"/>
                </a:lnTo>
                <a:lnTo>
                  <a:pt x="1233886" y="89407"/>
                </a:lnTo>
                <a:lnTo>
                  <a:pt x="1234010" y="88049"/>
                </a:lnTo>
                <a:lnTo>
                  <a:pt x="1234156" y="86718"/>
                </a:lnTo>
                <a:lnTo>
                  <a:pt x="1234323" y="85415"/>
                </a:lnTo>
                <a:lnTo>
                  <a:pt x="1234511" y="84139"/>
                </a:lnTo>
                <a:lnTo>
                  <a:pt x="1234721" y="82890"/>
                </a:lnTo>
                <a:lnTo>
                  <a:pt x="1234951" y="81669"/>
                </a:lnTo>
                <a:close/>
                <a:moveTo>
                  <a:pt x="1368038" y="159239"/>
                </a:moveTo>
                <a:lnTo>
                  <a:pt x="1369022" y="159111"/>
                </a:lnTo>
                <a:lnTo>
                  <a:pt x="1369996" y="158966"/>
                </a:lnTo>
                <a:lnTo>
                  <a:pt x="1370958" y="158804"/>
                </a:lnTo>
                <a:lnTo>
                  <a:pt x="1371911" y="158626"/>
                </a:lnTo>
                <a:lnTo>
                  <a:pt x="1372852" y="158430"/>
                </a:lnTo>
                <a:lnTo>
                  <a:pt x="1373783" y="158217"/>
                </a:lnTo>
                <a:lnTo>
                  <a:pt x="1374703" y="157987"/>
                </a:lnTo>
                <a:lnTo>
                  <a:pt x="1375612" y="157740"/>
                </a:lnTo>
                <a:lnTo>
                  <a:pt x="1376511" y="157476"/>
                </a:lnTo>
                <a:lnTo>
                  <a:pt x="1377399" y="157195"/>
                </a:lnTo>
                <a:lnTo>
                  <a:pt x="1378276" y="156897"/>
                </a:lnTo>
                <a:lnTo>
                  <a:pt x="1379143" y="156582"/>
                </a:lnTo>
                <a:lnTo>
                  <a:pt x="1379998" y="156250"/>
                </a:lnTo>
                <a:lnTo>
                  <a:pt x="1380844" y="155901"/>
                </a:lnTo>
                <a:lnTo>
                  <a:pt x="1381678" y="155535"/>
                </a:lnTo>
                <a:lnTo>
                  <a:pt x="1382502" y="155152"/>
                </a:lnTo>
                <a:lnTo>
                  <a:pt x="1383315" y="154752"/>
                </a:lnTo>
                <a:lnTo>
                  <a:pt x="1384119" y="154337"/>
                </a:lnTo>
                <a:lnTo>
                  <a:pt x="1384914" y="153910"/>
                </a:lnTo>
                <a:lnTo>
                  <a:pt x="1385701" y="153471"/>
                </a:lnTo>
                <a:lnTo>
                  <a:pt x="1386480" y="153019"/>
                </a:lnTo>
                <a:lnTo>
                  <a:pt x="1387250" y="152555"/>
                </a:lnTo>
                <a:lnTo>
                  <a:pt x="1388012" y="152079"/>
                </a:lnTo>
                <a:lnTo>
                  <a:pt x="1388766" y="151591"/>
                </a:lnTo>
                <a:lnTo>
                  <a:pt x="1389511" y="151090"/>
                </a:lnTo>
                <a:lnTo>
                  <a:pt x="1390248" y="150577"/>
                </a:lnTo>
                <a:lnTo>
                  <a:pt x="1390977" y="150052"/>
                </a:lnTo>
                <a:lnTo>
                  <a:pt x="1391698" y="149514"/>
                </a:lnTo>
                <a:lnTo>
                  <a:pt x="1392410" y="148964"/>
                </a:lnTo>
                <a:lnTo>
                  <a:pt x="1393114" y="148402"/>
                </a:lnTo>
                <a:lnTo>
                  <a:pt x="1393809" y="147828"/>
                </a:lnTo>
                <a:lnTo>
                  <a:pt x="1394496" y="147241"/>
                </a:lnTo>
                <a:lnTo>
                  <a:pt x="1395175" y="146642"/>
                </a:lnTo>
                <a:lnTo>
                  <a:pt x="1395846" y="146031"/>
                </a:lnTo>
                <a:lnTo>
                  <a:pt x="1396508" y="145408"/>
                </a:lnTo>
                <a:lnTo>
                  <a:pt x="1397162" y="144772"/>
                </a:lnTo>
                <a:lnTo>
                  <a:pt x="1397808" y="144124"/>
                </a:lnTo>
                <a:lnTo>
                  <a:pt x="1398445" y="143464"/>
                </a:lnTo>
                <a:lnTo>
                  <a:pt x="1399074" y="142791"/>
                </a:lnTo>
                <a:lnTo>
                  <a:pt x="1399695" y="142106"/>
                </a:lnTo>
                <a:lnTo>
                  <a:pt x="1400307" y="141409"/>
                </a:lnTo>
                <a:lnTo>
                  <a:pt x="1400991" y="157603"/>
                </a:lnTo>
                <a:lnTo>
                  <a:pt x="1418553" y="157603"/>
                </a:lnTo>
                <a:lnTo>
                  <a:pt x="1418553" y="81114"/>
                </a:lnTo>
                <a:lnTo>
                  <a:pt x="1418547" y="80094"/>
                </a:lnTo>
                <a:lnTo>
                  <a:pt x="1418530" y="79090"/>
                </a:lnTo>
                <a:lnTo>
                  <a:pt x="1418500" y="78101"/>
                </a:lnTo>
                <a:lnTo>
                  <a:pt x="1418458" y="77129"/>
                </a:lnTo>
                <a:lnTo>
                  <a:pt x="1418405" y="76171"/>
                </a:lnTo>
                <a:lnTo>
                  <a:pt x="1418340" y="75230"/>
                </a:lnTo>
                <a:lnTo>
                  <a:pt x="1418262" y="74304"/>
                </a:lnTo>
                <a:lnTo>
                  <a:pt x="1418173" y="73394"/>
                </a:lnTo>
                <a:lnTo>
                  <a:pt x="1418072" y="72500"/>
                </a:lnTo>
                <a:lnTo>
                  <a:pt x="1417959" y="71621"/>
                </a:lnTo>
                <a:lnTo>
                  <a:pt x="1417835" y="70758"/>
                </a:lnTo>
                <a:lnTo>
                  <a:pt x="1417698" y="69911"/>
                </a:lnTo>
                <a:lnTo>
                  <a:pt x="1417550" y="69079"/>
                </a:lnTo>
                <a:lnTo>
                  <a:pt x="1417389" y="68263"/>
                </a:lnTo>
                <a:lnTo>
                  <a:pt x="1417217" y="67463"/>
                </a:lnTo>
                <a:lnTo>
                  <a:pt x="1417033" y="66679"/>
                </a:lnTo>
                <a:lnTo>
                  <a:pt x="1416837" y="65910"/>
                </a:lnTo>
                <a:lnTo>
                  <a:pt x="1416629" y="65157"/>
                </a:lnTo>
                <a:lnTo>
                  <a:pt x="1416409" y="64420"/>
                </a:lnTo>
                <a:lnTo>
                  <a:pt x="1416178" y="63698"/>
                </a:lnTo>
                <a:lnTo>
                  <a:pt x="1415934" y="62992"/>
                </a:lnTo>
                <a:lnTo>
                  <a:pt x="1415679" y="62302"/>
                </a:lnTo>
                <a:lnTo>
                  <a:pt x="1415411" y="61627"/>
                </a:lnTo>
                <a:lnTo>
                  <a:pt x="1415132" y="60969"/>
                </a:lnTo>
                <a:lnTo>
                  <a:pt x="1414843" y="60323"/>
                </a:lnTo>
                <a:lnTo>
                  <a:pt x="1414545" y="59690"/>
                </a:lnTo>
                <a:lnTo>
                  <a:pt x="1414238" y="59069"/>
                </a:lnTo>
                <a:lnTo>
                  <a:pt x="1413922" y="58460"/>
                </a:lnTo>
                <a:lnTo>
                  <a:pt x="1413598" y="57863"/>
                </a:lnTo>
                <a:lnTo>
                  <a:pt x="1413265" y="57278"/>
                </a:lnTo>
                <a:lnTo>
                  <a:pt x="1412923" y="56705"/>
                </a:lnTo>
                <a:lnTo>
                  <a:pt x="1412573" y="56144"/>
                </a:lnTo>
                <a:lnTo>
                  <a:pt x="1412214" y="55595"/>
                </a:lnTo>
                <a:lnTo>
                  <a:pt x="1411846" y="55058"/>
                </a:lnTo>
                <a:lnTo>
                  <a:pt x="1411469" y="54533"/>
                </a:lnTo>
                <a:lnTo>
                  <a:pt x="1411084" y="54020"/>
                </a:lnTo>
                <a:lnTo>
                  <a:pt x="1410690" y="53519"/>
                </a:lnTo>
                <a:lnTo>
                  <a:pt x="1410287" y="53031"/>
                </a:lnTo>
                <a:lnTo>
                  <a:pt x="1409876" y="52554"/>
                </a:lnTo>
                <a:lnTo>
                  <a:pt x="1409456" y="52089"/>
                </a:lnTo>
                <a:lnTo>
                  <a:pt x="1409027" y="51637"/>
                </a:lnTo>
                <a:lnTo>
                  <a:pt x="1408589" y="51196"/>
                </a:lnTo>
                <a:lnTo>
                  <a:pt x="1408143" y="50768"/>
                </a:lnTo>
                <a:lnTo>
                  <a:pt x="1407688" y="50351"/>
                </a:lnTo>
                <a:lnTo>
                  <a:pt x="1407224" y="49947"/>
                </a:lnTo>
                <a:lnTo>
                  <a:pt x="1406752" y="49554"/>
                </a:lnTo>
                <a:lnTo>
                  <a:pt x="1406271" y="49174"/>
                </a:lnTo>
                <a:lnTo>
                  <a:pt x="1405781" y="48805"/>
                </a:lnTo>
                <a:lnTo>
                  <a:pt x="1405284" y="48448"/>
                </a:lnTo>
                <a:lnTo>
                  <a:pt x="1404782" y="48100"/>
                </a:lnTo>
                <a:lnTo>
                  <a:pt x="1404275" y="47761"/>
                </a:lnTo>
                <a:lnTo>
                  <a:pt x="1403763" y="47431"/>
                </a:lnTo>
                <a:lnTo>
                  <a:pt x="1403246" y="47111"/>
                </a:lnTo>
                <a:lnTo>
                  <a:pt x="1402723" y="46801"/>
                </a:lnTo>
                <a:lnTo>
                  <a:pt x="1402196" y="46499"/>
                </a:lnTo>
                <a:lnTo>
                  <a:pt x="1401663" y="46207"/>
                </a:lnTo>
                <a:lnTo>
                  <a:pt x="1401125" y="45925"/>
                </a:lnTo>
                <a:lnTo>
                  <a:pt x="1400582" y="45652"/>
                </a:lnTo>
                <a:lnTo>
                  <a:pt x="1400034" y="45388"/>
                </a:lnTo>
                <a:lnTo>
                  <a:pt x="1399480" y="45134"/>
                </a:lnTo>
                <a:lnTo>
                  <a:pt x="1398922" y="44889"/>
                </a:lnTo>
                <a:lnTo>
                  <a:pt x="1398358" y="44653"/>
                </a:lnTo>
                <a:lnTo>
                  <a:pt x="1397789" y="44427"/>
                </a:lnTo>
                <a:lnTo>
                  <a:pt x="1397215" y="44211"/>
                </a:lnTo>
                <a:lnTo>
                  <a:pt x="1396636" y="44003"/>
                </a:lnTo>
                <a:lnTo>
                  <a:pt x="1396052" y="43805"/>
                </a:lnTo>
                <a:lnTo>
                  <a:pt x="1395463" y="43617"/>
                </a:lnTo>
                <a:lnTo>
                  <a:pt x="1394868" y="43438"/>
                </a:lnTo>
                <a:lnTo>
                  <a:pt x="1394268" y="43268"/>
                </a:lnTo>
                <a:lnTo>
                  <a:pt x="1393663" y="43107"/>
                </a:lnTo>
                <a:lnTo>
                  <a:pt x="1393053" y="42956"/>
                </a:lnTo>
                <a:lnTo>
                  <a:pt x="1392438" y="42815"/>
                </a:lnTo>
                <a:lnTo>
                  <a:pt x="1391820" y="42680"/>
                </a:lnTo>
                <a:lnTo>
                  <a:pt x="1391199" y="42552"/>
                </a:lnTo>
                <a:lnTo>
                  <a:pt x="1390576" y="42429"/>
                </a:lnTo>
                <a:lnTo>
                  <a:pt x="1389952" y="42312"/>
                </a:lnTo>
                <a:lnTo>
                  <a:pt x="1389325" y="42200"/>
                </a:lnTo>
                <a:lnTo>
                  <a:pt x="1388696" y="42094"/>
                </a:lnTo>
                <a:lnTo>
                  <a:pt x="1388066" y="41994"/>
                </a:lnTo>
                <a:lnTo>
                  <a:pt x="1387433" y="41900"/>
                </a:lnTo>
                <a:lnTo>
                  <a:pt x="1386799" y="41812"/>
                </a:lnTo>
                <a:lnTo>
                  <a:pt x="1386162" y="41729"/>
                </a:lnTo>
                <a:lnTo>
                  <a:pt x="1385524" y="41651"/>
                </a:lnTo>
                <a:lnTo>
                  <a:pt x="1384883" y="41580"/>
                </a:lnTo>
                <a:lnTo>
                  <a:pt x="1384241" y="41514"/>
                </a:lnTo>
                <a:lnTo>
                  <a:pt x="1383596" y="41454"/>
                </a:lnTo>
                <a:lnTo>
                  <a:pt x="1382950" y="41400"/>
                </a:lnTo>
                <a:lnTo>
                  <a:pt x="1382301" y="41351"/>
                </a:lnTo>
                <a:lnTo>
                  <a:pt x="1381651" y="41308"/>
                </a:lnTo>
                <a:lnTo>
                  <a:pt x="1380999" y="41271"/>
                </a:lnTo>
                <a:lnTo>
                  <a:pt x="1380344" y="41240"/>
                </a:lnTo>
                <a:lnTo>
                  <a:pt x="1379688" y="41214"/>
                </a:lnTo>
                <a:lnTo>
                  <a:pt x="1379030" y="41194"/>
                </a:lnTo>
                <a:lnTo>
                  <a:pt x="1378369" y="41180"/>
                </a:lnTo>
                <a:lnTo>
                  <a:pt x="1377707" y="41171"/>
                </a:lnTo>
                <a:lnTo>
                  <a:pt x="1377043" y="41168"/>
                </a:lnTo>
                <a:lnTo>
                  <a:pt x="1375993" y="41175"/>
                </a:lnTo>
                <a:lnTo>
                  <a:pt x="1374952" y="41196"/>
                </a:lnTo>
                <a:lnTo>
                  <a:pt x="1373921" y="41230"/>
                </a:lnTo>
                <a:lnTo>
                  <a:pt x="1372899" y="41278"/>
                </a:lnTo>
                <a:lnTo>
                  <a:pt x="1371887" y="41339"/>
                </a:lnTo>
                <a:lnTo>
                  <a:pt x="1370885" y="41414"/>
                </a:lnTo>
                <a:lnTo>
                  <a:pt x="1369892" y="41503"/>
                </a:lnTo>
                <a:lnTo>
                  <a:pt x="1368908" y="41606"/>
                </a:lnTo>
                <a:lnTo>
                  <a:pt x="1367934" y="41722"/>
                </a:lnTo>
                <a:lnTo>
                  <a:pt x="1366969" y="41851"/>
                </a:lnTo>
                <a:lnTo>
                  <a:pt x="1366014" y="41995"/>
                </a:lnTo>
                <a:lnTo>
                  <a:pt x="1365069" y="42152"/>
                </a:lnTo>
                <a:lnTo>
                  <a:pt x="1364133" y="42323"/>
                </a:lnTo>
                <a:lnTo>
                  <a:pt x="1363206" y="42507"/>
                </a:lnTo>
                <a:lnTo>
                  <a:pt x="1362289" y="42705"/>
                </a:lnTo>
                <a:lnTo>
                  <a:pt x="1361381" y="42917"/>
                </a:lnTo>
                <a:lnTo>
                  <a:pt x="1360483" y="43142"/>
                </a:lnTo>
                <a:lnTo>
                  <a:pt x="1359595" y="43381"/>
                </a:lnTo>
                <a:lnTo>
                  <a:pt x="1358716" y="43634"/>
                </a:lnTo>
                <a:lnTo>
                  <a:pt x="1357846" y="43901"/>
                </a:lnTo>
                <a:lnTo>
                  <a:pt x="1356986" y="44181"/>
                </a:lnTo>
                <a:lnTo>
                  <a:pt x="1356136" y="44474"/>
                </a:lnTo>
                <a:lnTo>
                  <a:pt x="1355295" y="44782"/>
                </a:lnTo>
                <a:lnTo>
                  <a:pt x="1354463" y="45103"/>
                </a:lnTo>
                <a:lnTo>
                  <a:pt x="1353644" y="45439"/>
                </a:lnTo>
                <a:lnTo>
                  <a:pt x="1352839" y="45791"/>
                </a:lnTo>
                <a:lnTo>
                  <a:pt x="1352050" y="46160"/>
                </a:lnTo>
                <a:lnTo>
                  <a:pt x="1351275" y="46545"/>
                </a:lnTo>
                <a:lnTo>
                  <a:pt x="1350515" y="46946"/>
                </a:lnTo>
                <a:lnTo>
                  <a:pt x="1349770" y="47363"/>
                </a:lnTo>
                <a:lnTo>
                  <a:pt x="1349039" y="47797"/>
                </a:lnTo>
                <a:lnTo>
                  <a:pt x="1348324" y="48248"/>
                </a:lnTo>
                <a:lnTo>
                  <a:pt x="1347623" y="48714"/>
                </a:lnTo>
                <a:lnTo>
                  <a:pt x="1346938" y="49197"/>
                </a:lnTo>
                <a:lnTo>
                  <a:pt x="1346267" y="49696"/>
                </a:lnTo>
                <a:lnTo>
                  <a:pt x="1345611" y="50211"/>
                </a:lnTo>
                <a:lnTo>
                  <a:pt x="1344970" y="50743"/>
                </a:lnTo>
                <a:lnTo>
                  <a:pt x="1344343" y="51291"/>
                </a:lnTo>
                <a:lnTo>
                  <a:pt x="1343732" y="51855"/>
                </a:lnTo>
                <a:lnTo>
                  <a:pt x="1343135" y="52436"/>
                </a:lnTo>
                <a:lnTo>
                  <a:pt x="1342553" y="53033"/>
                </a:lnTo>
                <a:lnTo>
                  <a:pt x="1341986" y="53646"/>
                </a:lnTo>
                <a:lnTo>
                  <a:pt x="1341434" y="54276"/>
                </a:lnTo>
                <a:lnTo>
                  <a:pt x="1340897" y="54922"/>
                </a:lnTo>
                <a:lnTo>
                  <a:pt x="1340375" y="55584"/>
                </a:lnTo>
                <a:lnTo>
                  <a:pt x="1339867" y="56263"/>
                </a:lnTo>
                <a:lnTo>
                  <a:pt x="1339374" y="56957"/>
                </a:lnTo>
                <a:lnTo>
                  <a:pt x="1338897" y="57668"/>
                </a:lnTo>
                <a:lnTo>
                  <a:pt x="1338436" y="58397"/>
                </a:lnTo>
                <a:lnTo>
                  <a:pt x="1337995" y="59143"/>
                </a:lnTo>
                <a:lnTo>
                  <a:pt x="1337574" y="59908"/>
                </a:lnTo>
                <a:lnTo>
                  <a:pt x="1337172" y="60691"/>
                </a:lnTo>
                <a:lnTo>
                  <a:pt x="1336790" y="61492"/>
                </a:lnTo>
                <a:lnTo>
                  <a:pt x="1336427" y="62311"/>
                </a:lnTo>
                <a:lnTo>
                  <a:pt x="1336084" y="63148"/>
                </a:lnTo>
                <a:lnTo>
                  <a:pt x="1335761" y="64003"/>
                </a:lnTo>
                <a:lnTo>
                  <a:pt x="1335457" y="64877"/>
                </a:lnTo>
                <a:lnTo>
                  <a:pt x="1335173" y="65768"/>
                </a:lnTo>
                <a:lnTo>
                  <a:pt x="1334908" y="66678"/>
                </a:lnTo>
                <a:lnTo>
                  <a:pt x="1334663" y="67606"/>
                </a:lnTo>
                <a:lnTo>
                  <a:pt x="1334437" y="68552"/>
                </a:lnTo>
                <a:lnTo>
                  <a:pt x="1334232" y="69516"/>
                </a:lnTo>
                <a:lnTo>
                  <a:pt x="1334045" y="70499"/>
                </a:lnTo>
                <a:lnTo>
                  <a:pt x="1333879" y="71499"/>
                </a:lnTo>
                <a:lnTo>
                  <a:pt x="1333732" y="72518"/>
                </a:lnTo>
                <a:lnTo>
                  <a:pt x="1333604" y="73554"/>
                </a:lnTo>
                <a:lnTo>
                  <a:pt x="1333497" y="74609"/>
                </a:lnTo>
                <a:lnTo>
                  <a:pt x="1333408" y="75682"/>
                </a:lnTo>
                <a:lnTo>
                  <a:pt x="1333340" y="76773"/>
                </a:lnTo>
                <a:lnTo>
                  <a:pt x="1333291" y="77883"/>
                </a:lnTo>
                <a:lnTo>
                  <a:pt x="1333261" y="79010"/>
                </a:lnTo>
                <a:lnTo>
                  <a:pt x="1333252" y="80156"/>
                </a:lnTo>
                <a:lnTo>
                  <a:pt x="1351726" y="80156"/>
                </a:lnTo>
                <a:lnTo>
                  <a:pt x="1351739" y="79083"/>
                </a:lnTo>
                <a:lnTo>
                  <a:pt x="1351777" y="78035"/>
                </a:lnTo>
                <a:lnTo>
                  <a:pt x="1351840" y="77011"/>
                </a:lnTo>
                <a:lnTo>
                  <a:pt x="1351929" y="76013"/>
                </a:lnTo>
                <a:lnTo>
                  <a:pt x="1352043" y="75038"/>
                </a:lnTo>
                <a:lnTo>
                  <a:pt x="1352182" y="74089"/>
                </a:lnTo>
                <a:lnTo>
                  <a:pt x="1352347" y="73164"/>
                </a:lnTo>
                <a:lnTo>
                  <a:pt x="1352537" y="72264"/>
                </a:lnTo>
                <a:lnTo>
                  <a:pt x="1352752" y="71389"/>
                </a:lnTo>
                <a:lnTo>
                  <a:pt x="1352993" y="70538"/>
                </a:lnTo>
                <a:lnTo>
                  <a:pt x="1353259" y="69712"/>
                </a:lnTo>
                <a:lnTo>
                  <a:pt x="1353551" y="68911"/>
                </a:lnTo>
                <a:lnTo>
                  <a:pt x="1353868" y="68135"/>
                </a:lnTo>
                <a:lnTo>
                  <a:pt x="1354210" y="67383"/>
                </a:lnTo>
                <a:lnTo>
                  <a:pt x="1354577" y="66656"/>
                </a:lnTo>
                <a:lnTo>
                  <a:pt x="1354970" y="65953"/>
                </a:lnTo>
                <a:lnTo>
                  <a:pt x="1355388" y="65275"/>
                </a:lnTo>
                <a:lnTo>
                  <a:pt x="1355832" y="64622"/>
                </a:lnTo>
                <a:lnTo>
                  <a:pt x="1356300" y="63994"/>
                </a:lnTo>
                <a:lnTo>
                  <a:pt x="1356795" y="63390"/>
                </a:lnTo>
                <a:lnTo>
                  <a:pt x="1357314" y="62811"/>
                </a:lnTo>
                <a:lnTo>
                  <a:pt x="1357859" y="62256"/>
                </a:lnTo>
                <a:lnTo>
                  <a:pt x="1358429" y="61727"/>
                </a:lnTo>
                <a:lnTo>
                  <a:pt x="1359025" y="61222"/>
                </a:lnTo>
                <a:lnTo>
                  <a:pt x="1359639" y="60739"/>
                </a:lnTo>
                <a:lnTo>
                  <a:pt x="1360265" y="60277"/>
                </a:lnTo>
                <a:lnTo>
                  <a:pt x="1360903" y="59836"/>
                </a:lnTo>
                <a:lnTo>
                  <a:pt x="1361553" y="59415"/>
                </a:lnTo>
                <a:lnTo>
                  <a:pt x="1362214" y="59015"/>
                </a:lnTo>
                <a:lnTo>
                  <a:pt x="1362888" y="58635"/>
                </a:lnTo>
                <a:lnTo>
                  <a:pt x="1363573" y="58276"/>
                </a:lnTo>
                <a:lnTo>
                  <a:pt x="1364270" y="57937"/>
                </a:lnTo>
                <a:lnTo>
                  <a:pt x="1364980" y="57619"/>
                </a:lnTo>
                <a:lnTo>
                  <a:pt x="1365701" y="57321"/>
                </a:lnTo>
                <a:lnTo>
                  <a:pt x="1366434" y="57044"/>
                </a:lnTo>
                <a:lnTo>
                  <a:pt x="1367178" y="56787"/>
                </a:lnTo>
                <a:lnTo>
                  <a:pt x="1367935" y="56551"/>
                </a:lnTo>
                <a:lnTo>
                  <a:pt x="1368704" y="56336"/>
                </a:lnTo>
                <a:lnTo>
                  <a:pt x="1369484" y="56141"/>
                </a:lnTo>
                <a:lnTo>
                  <a:pt x="1370277" y="55966"/>
                </a:lnTo>
                <a:lnTo>
                  <a:pt x="1371081" y="55812"/>
                </a:lnTo>
                <a:lnTo>
                  <a:pt x="1371897" y="55679"/>
                </a:lnTo>
                <a:lnTo>
                  <a:pt x="1372725" y="55566"/>
                </a:lnTo>
                <a:lnTo>
                  <a:pt x="1373565" y="55474"/>
                </a:lnTo>
                <a:lnTo>
                  <a:pt x="1374416" y="55402"/>
                </a:lnTo>
                <a:lnTo>
                  <a:pt x="1375280" y="55350"/>
                </a:lnTo>
                <a:lnTo>
                  <a:pt x="1376156" y="55320"/>
                </a:lnTo>
                <a:lnTo>
                  <a:pt x="1377043" y="55309"/>
                </a:lnTo>
                <a:lnTo>
                  <a:pt x="1377854" y="55319"/>
                </a:lnTo>
                <a:lnTo>
                  <a:pt x="1378655" y="55348"/>
                </a:lnTo>
                <a:lnTo>
                  <a:pt x="1379443" y="55397"/>
                </a:lnTo>
                <a:lnTo>
                  <a:pt x="1380220" y="55464"/>
                </a:lnTo>
                <a:lnTo>
                  <a:pt x="1380986" y="55552"/>
                </a:lnTo>
                <a:lnTo>
                  <a:pt x="1381740" y="55658"/>
                </a:lnTo>
                <a:lnTo>
                  <a:pt x="1382483" y="55784"/>
                </a:lnTo>
                <a:lnTo>
                  <a:pt x="1383214" y="55930"/>
                </a:lnTo>
                <a:lnTo>
                  <a:pt x="1383933" y="56095"/>
                </a:lnTo>
                <a:lnTo>
                  <a:pt x="1384642" y="56279"/>
                </a:lnTo>
                <a:lnTo>
                  <a:pt x="1385338" y="56482"/>
                </a:lnTo>
                <a:lnTo>
                  <a:pt x="1386024" y="56705"/>
                </a:lnTo>
                <a:lnTo>
                  <a:pt x="1386697" y="56948"/>
                </a:lnTo>
                <a:lnTo>
                  <a:pt x="1387360" y="57210"/>
                </a:lnTo>
                <a:lnTo>
                  <a:pt x="1388010" y="57491"/>
                </a:lnTo>
                <a:lnTo>
                  <a:pt x="1388650" y="57791"/>
                </a:lnTo>
                <a:lnTo>
                  <a:pt x="1389277" y="58111"/>
                </a:lnTo>
                <a:lnTo>
                  <a:pt x="1389894" y="58451"/>
                </a:lnTo>
                <a:lnTo>
                  <a:pt x="1390499" y="58809"/>
                </a:lnTo>
                <a:lnTo>
                  <a:pt x="1391092" y="59187"/>
                </a:lnTo>
                <a:lnTo>
                  <a:pt x="1391674" y="59585"/>
                </a:lnTo>
                <a:lnTo>
                  <a:pt x="1392244" y="60002"/>
                </a:lnTo>
                <a:lnTo>
                  <a:pt x="1392803" y="60438"/>
                </a:lnTo>
                <a:lnTo>
                  <a:pt x="1393351" y="60894"/>
                </a:lnTo>
                <a:lnTo>
                  <a:pt x="1393881" y="61375"/>
                </a:lnTo>
                <a:lnTo>
                  <a:pt x="1394389" y="61890"/>
                </a:lnTo>
                <a:lnTo>
                  <a:pt x="1394874" y="62437"/>
                </a:lnTo>
                <a:lnTo>
                  <a:pt x="1395337" y="63017"/>
                </a:lnTo>
                <a:lnTo>
                  <a:pt x="1395777" y="63630"/>
                </a:lnTo>
                <a:lnTo>
                  <a:pt x="1396194" y="64275"/>
                </a:lnTo>
                <a:lnTo>
                  <a:pt x="1396589" y="64953"/>
                </a:lnTo>
                <a:lnTo>
                  <a:pt x="1396962" y="65664"/>
                </a:lnTo>
                <a:lnTo>
                  <a:pt x="1397312" y="66408"/>
                </a:lnTo>
                <a:lnTo>
                  <a:pt x="1397639" y="67184"/>
                </a:lnTo>
                <a:lnTo>
                  <a:pt x="1397944" y="67994"/>
                </a:lnTo>
                <a:lnTo>
                  <a:pt x="1398226" y="68835"/>
                </a:lnTo>
                <a:lnTo>
                  <a:pt x="1398485" y="69710"/>
                </a:lnTo>
                <a:lnTo>
                  <a:pt x="1398722" y="70617"/>
                </a:lnTo>
                <a:lnTo>
                  <a:pt x="1398937" y="71558"/>
                </a:lnTo>
                <a:lnTo>
                  <a:pt x="1399129" y="72530"/>
                </a:lnTo>
                <a:lnTo>
                  <a:pt x="1399298" y="73536"/>
                </a:lnTo>
                <a:lnTo>
                  <a:pt x="1399445" y="74574"/>
                </a:lnTo>
                <a:lnTo>
                  <a:pt x="1399569" y="75646"/>
                </a:lnTo>
                <a:lnTo>
                  <a:pt x="1399670" y="76749"/>
                </a:lnTo>
                <a:lnTo>
                  <a:pt x="1399749" y="77886"/>
                </a:lnTo>
                <a:lnTo>
                  <a:pt x="1399806" y="79055"/>
                </a:lnTo>
                <a:lnTo>
                  <a:pt x="1399840" y="80257"/>
                </a:lnTo>
                <a:lnTo>
                  <a:pt x="1399851" y="81492"/>
                </a:lnTo>
                <a:lnTo>
                  <a:pt x="1399851" y="90020"/>
                </a:lnTo>
                <a:lnTo>
                  <a:pt x="1398055" y="90044"/>
                </a:lnTo>
                <a:lnTo>
                  <a:pt x="1396278" y="90077"/>
                </a:lnTo>
                <a:lnTo>
                  <a:pt x="1394520" y="90119"/>
                </a:lnTo>
                <a:lnTo>
                  <a:pt x="1392780" y="90170"/>
                </a:lnTo>
                <a:lnTo>
                  <a:pt x="1391060" y="90230"/>
                </a:lnTo>
                <a:lnTo>
                  <a:pt x="1389359" y="90298"/>
                </a:lnTo>
                <a:lnTo>
                  <a:pt x="1387677" y="90376"/>
                </a:lnTo>
                <a:lnTo>
                  <a:pt x="1386014" y="90462"/>
                </a:lnTo>
                <a:lnTo>
                  <a:pt x="1384370" y="90558"/>
                </a:lnTo>
                <a:lnTo>
                  <a:pt x="1382745" y="90662"/>
                </a:lnTo>
                <a:lnTo>
                  <a:pt x="1381139" y="90776"/>
                </a:lnTo>
                <a:lnTo>
                  <a:pt x="1379552" y="90898"/>
                </a:lnTo>
                <a:lnTo>
                  <a:pt x="1377984" y="91029"/>
                </a:lnTo>
                <a:lnTo>
                  <a:pt x="1376435" y="91169"/>
                </a:lnTo>
                <a:lnTo>
                  <a:pt x="1374905" y="91318"/>
                </a:lnTo>
                <a:lnTo>
                  <a:pt x="1373394" y="91476"/>
                </a:lnTo>
                <a:lnTo>
                  <a:pt x="1371902" y="91643"/>
                </a:lnTo>
                <a:lnTo>
                  <a:pt x="1370429" y="91818"/>
                </a:lnTo>
                <a:lnTo>
                  <a:pt x="1368975" y="92003"/>
                </a:lnTo>
                <a:lnTo>
                  <a:pt x="1367540" y="92197"/>
                </a:lnTo>
                <a:lnTo>
                  <a:pt x="1366124" y="92399"/>
                </a:lnTo>
                <a:lnTo>
                  <a:pt x="1364727" y="92610"/>
                </a:lnTo>
                <a:lnTo>
                  <a:pt x="1363349" y="92831"/>
                </a:lnTo>
                <a:lnTo>
                  <a:pt x="1361990" y="93060"/>
                </a:lnTo>
                <a:lnTo>
                  <a:pt x="1360653" y="93302"/>
                </a:lnTo>
                <a:lnTo>
                  <a:pt x="1359342" y="93563"/>
                </a:lnTo>
                <a:lnTo>
                  <a:pt x="1358056" y="93841"/>
                </a:lnTo>
                <a:lnTo>
                  <a:pt x="1356796" y="94137"/>
                </a:lnTo>
                <a:lnTo>
                  <a:pt x="1355562" y="94450"/>
                </a:lnTo>
                <a:lnTo>
                  <a:pt x="1354353" y="94782"/>
                </a:lnTo>
                <a:lnTo>
                  <a:pt x="1353169" y="95132"/>
                </a:lnTo>
                <a:lnTo>
                  <a:pt x="1352011" y="95499"/>
                </a:lnTo>
                <a:lnTo>
                  <a:pt x="1350879" y="95885"/>
                </a:lnTo>
                <a:lnTo>
                  <a:pt x="1349772" y="96288"/>
                </a:lnTo>
                <a:lnTo>
                  <a:pt x="1348691" y="96709"/>
                </a:lnTo>
                <a:lnTo>
                  <a:pt x="1347635" y="97148"/>
                </a:lnTo>
                <a:lnTo>
                  <a:pt x="1346605" y="97604"/>
                </a:lnTo>
                <a:lnTo>
                  <a:pt x="1345600" y="98079"/>
                </a:lnTo>
                <a:lnTo>
                  <a:pt x="1344621" y="98572"/>
                </a:lnTo>
                <a:lnTo>
                  <a:pt x="1343667" y="99082"/>
                </a:lnTo>
                <a:lnTo>
                  <a:pt x="1342739" y="99610"/>
                </a:lnTo>
                <a:lnTo>
                  <a:pt x="1341837" y="100156"/>
                </a:lnTo>
                <a:lnTo>
                  <a:pt x="1340960" y="100720"/>
                </a:lnTo>
                <a:lnTo>
                  <a:pt x="1340108" y="101302"/>
                </a:lnTo>
                <a:lnTo>
                  <a:pt x="1339282" y="101902"/>
                </a:lnTo>
                <a:lnTo>
                  <a:pt x="1338482" y="102519"/>
                </a:lnTo>
                <a:lnTo>
                  <a:pt x="1337707" y="103155"/>
                </a:lnTo>
                <a:lnTo>
                  <a:pt x="1336958" y="103808"/>
                </a:lnTo>
                <a:lnTo>
                  <a:pt x="1336237" y="104483"/>
                </a:lnTo>
                <a:lnTo>
                  <a:pt x="1335546" y="105184"/>
                </a:lnTo>
                <a:lnTo>
                  <a:pt x="1334887" y="105911"/>
                </a:lnTo>
                <a:lnTo>
                  <a:pt x="1334257" y="106664"/>
                </a:lnTo>
                <a:lnTo>
                  <a:pt x="1333659" y="107443"/>
                </a:lnTo>
                <a:lnTo>
                  <a:pt x="1333091" y="108248"/>
                </a:lnTo>
                <a:lnTo>
                  <a:pt x="1332554" y="109078"/>
                </a:lnTo>
                <a:lnTo>
                  <a:pt x="1332048" y="109935"/>
                </a:lnTo>
                <a:lnTo>
                  <a:pt x="1331572" y="110818"/>
                </a:lnTo>
                <a:lnTo>
                  <a:pt x="1331127" y="111727"/>
                </a:lnTo>
                <a:lnTo>
                  <a:pt x="1330713" y="112661"/>
                </a:lnTo>
                <a:lnTo>
                  <a:pt x="1330329" y="113622"/>
                </a:lnTo>
                <a:lnTo>
                  <a:pt x="1329976" y="114609"/>
                </a:lnTo>
                <a:lnTo>
                  <a:pt x="1329654" y="115621"/>
                </a:lnTo>
                <a:lnTo>
                  <a:pt x="1329363" y="116660"/>
                </a:lnTo>
                <a:lnTo>
                  <a:pt x="1329102" y="117724"/>
                </a:lnTo>
                <a:lnTo>
                  <a:pt x="1328872" y="118815"/>
                </a:lnTo>
                <a:lnTo>
                  <a:pt x="1328672" y="119931"/>
                </a:lnTo>
                <a:lnTo>
                  <a:pt x="1328503" y="121074"/>
                </a:lnTo>
                <a:lnTo>
                  <a:pt x="1328365" y="122242"/>
                </a:lnTo>
                <a:lnTo>
                  <a:pt x="1328258" y="123437"/>
                </a:lnTo>
                <a:lnTo>
                  <a:pt x="1328181" y="124657"/>
                </a:lnTo>
                <a:lnTo>
                  <a:pt x="1328135" y="125903"/>
                </a:lnTo>
                <a:lnTo>
                  <a:pt x="1328120" y="127176"/>
                </a:lnTo>
                <a:lnTo>
                  <a:pt x="1328128" y="128065"/>
                </a:lnTo>
                <a:lnTo>
                  <a:pt x="1328151" y="128943"/>
                </a:lnTo>
                <a:lnTo>
                  <a:pt x="1328189" y="129808"/>
                </a:lnTo>
                <a:lnTo>
                  <a:pt x="1328243" y="130661"/>
                </a:lnTo>
                <a:lnTo>
                  <a:pt x="1328313" y="131502"/>
                </a:lnTo>
                <a:lnTo>
                  <a:pt x="1328398" y="132331"/>
                </a:lnTo>
                <a:lnTo>
                  <a:pt x="1328498" y="133148"/>
                </a:lnTo>
                <a:lnTo>
                  <a:pt x="1328614" y="133952"/>
                </a:lnTo>
                <a:lnTo>
                  <a:pt x="1328745" y="134744"/>
                </a:lnTo>
                <a:lnTo>
                  <a:pt x="1328892" y="135524"/>
                </a:lnTo>
                <a:lnTo>
                  <a:pt x="1329054" y="136292"/>
                </a:lnTo>
                <a:lnTo>
                  <a:pt x="1329232" y="137048"/>
                </a:lnTo>
                <a:lnTo>
                  <a:pt x="1329425" y="137792"/>
                </a:lnTo>
                <a:lnTo>
                  <a:pt x="1329633" y="138523"/>
                </a:lnTo>
                <a:lnTo>
                  <a:pt x="1329857" y="139243"/>
                </a:lnTo>
                <a:lnTo>
                  <a:pt x="1330097" y="139950"/>
                </a:lnTo>
                <a:lnTo>
                  <a:pt x="1330351" y="140645"/>
                </a:lnTo>
                <a:lnTo>
                  <a:pt x="1330622" y="141328"/>
                </a:lnTo>
                <a:lnTo>
                  <a:pt x="1330907" y="141998"/>
                </a:lnTo>
                <a:lnTo>
                  <a:pt x="1331208" y="142657"/>
                </a:lnTo>
                <a:lnTo>
                  <a:pt x="1331525" y="143303"/>
                </a:lnTo>
                <a:lnTo>
                  <a:pt x="1331857" y="143937"/>
                </a:lnTo>
                <a:lnTo>
                  <a:pt x="1332205" y="144559"/>
                </a:lnTo>
                <a:lnTo>
                  <a:pt x="1332567" y="145169"/>
                </a:lnTo>
                <a:lnTo>
                  <a:pt x="1332943" y="145766"/>
                </a:lnTo>
                <a:lnTo>
                  <a:pt x="1333329" y="146351"/>
                </a:lnTo>
                <a:lnTo>
                  <a:pt x="1333726" y="146923"/>
                </a:lnTo>
                <a:lnTo>
                  <a:pt x="1334132" y="147482"/>
                </a:lnTo>
                <a:lnTo>
                  <a:pt x="1334549" y="148029"/>
                </a:lnTo>
                <a:lnTo>
                  <a:pt x="1334977" y="148564"/>
                </a:lnTo>
                <a:lnTo>
                  <a:pt x="1335414" y="149086"/>
                </a:lnTo>
                <a:lnTo>
                  <a:pt x="1335862" y="149595"/>
                </a:lnTo>
                <a:lnTo>
                  <a:pt x="1336320" y="150092"/>
                </a:lnTo>
                <a:lnTo>
                  <a:pt x="1336788" y="150576"/>
                </a:lnTo>
                <a:lnTo>
                  <a:pt x="1337267" y="151047"/>
                </a:lnTo>
                <a:lnTo>
                  <a:pt x="1337756" y="151506"/>
                </a:lnTo>
                <a:lnTo>
                  <a:pt x="1338256" y="151953"/>
                </a:lnTo>
                <a:lnTo>
                  <a:pt x="1338765" y="152387"/>
                </a:lnTo>
                <a:lnTo>
                  <a:pt x="1339285" y="152808"/>
                </a:lnTo>
                <a:lnTo>
                  <a:pt x="1339815" y="153217"/>
                </a:lnTo>
                <a:lnTo>
                  <a:pt x="1340356" y="153613"/>
                </a:lnTo>
                <a:lnTo>
                  <a:pt x="1340907" y="153997"/>
                </a:lnTo>
                <a:lnTo>
                  <a:pt x="1341468" y="154368"/>
                </a:lnTo>
                <a:lnTo>
                  <a:pt x="1342039" y="154726"/>
                </a:lnTo>
                <a:lnTo>
                  <a:pt x="1342621" y="155072"/>
                </a:lnTo>
                <a:lnTo>
                  <a:pt x="1343213" y="155406"/>
                </a:lnTo>
                <a:lnTo>
                  <a:pt x="1343815" y="155727"/>
                </a:lnTo>
                <a:lnTo>
                  <a:pt x="1344428" y="156035"/>
                </a:lnTo>
                <a:lnTo>
                  <a:pt x="1345048" y="156330"/>
                </a:lnTo>
                <a:lnTo>
                  <a:pt x="1345674" y="156613"/>
                </a:lnTo>
                <a:lnTo>
                  <a:pt x="1346306" y="156884"/>
                </a:lnTo>
                <a:lnTo>
                  <a:pt x="1346943" y="157141"/>
                </a:lnTo>
                <a:lnTo>
                  <a:pt x="1347585" y="157386"/>
                </a:lnTo>
                <a:lnTo>
                  <a:pt x="1348234" y="157619"/>
                </a:lnTo>
                <a:lnTo>
                  <a:pt x="1348887" y="157839"/>
                </a:lnTo>
                <a:lnTo>
                  <a:pt x="1349547" y="158046"/>
                </a:lnTo>
                <a:lnTo>
                  <a:pt x="1350212" y="158241"/>
                </a:lnTo>
                <a:lnTo>
                  <a:pt x="1350882" y="158424"/>
                </a:lnTo>
                <a:lnTo>
                  <a:pt x="1351558" y="158593"/>
                </a:lnTo>
                <a:lnTo>
                  <a:pt x="1352239" y="158750"/>
                </a:lnTo>
                <a:lnTo>
                  <a:pt x="1352926" y="158895"/>
                </a:lnTo>
                <a:lnTo>
                  <a:pt x="1353619" y="159027"/>
                </a:lnTo>
                <a:lnTo>
                  <a:pt x="1354317" y="159147"/>
                </a:lnTo>
                <a:lnTo>
                  <a:pt x="1355021" y="159253"/>
                </a:lnTo>
                <a:lnTo>
                  <a:pt x="1355730" y="159348"/>
                </a:lnTo>
                <a:lnTo>
                  <a:pt x="1356445" y="159429"/>
                </a:lnTo>
                <a:lnTo>
                  <a:pt x="1357165" y="159499"/>
                </a:lnTo>
                <a:lnTo>
                  <a:pt x="1357891" y="159555"/>
                </a:lnTo>
                <a:lnTo>
                  <a:pt x="1358622" y="159599"/>
                </a:lnTo>
                <a:lnTo>
                  <a:pt x="1359359" y="159631"/>
                </a:lnTo>
                <a:lnTo>
                  <a:pt x="1360101" y="159649"/>
                </a:lnTo>
                <a:lnTo>
                  <a:pt x="1360849" y="159656"/>
                </a:lnTo>
                <a:lnTo>
                  <a:pt x="1361908" y="159647"/>
                </a:lnTo>
                <a:lnTo>
                  <a:pt x="1362957" y="159622"/>
                </a:lnTo>
                <a:lnTo>
                  <a:pt x="1363994" y="159579"/>
                </a:lnTo>
                <a:lnTo>
                  <a:pt x="1365021" y="159519"/>
                </a:lnTo>
                <a:lnTo>
                  <a:pt x="1366038" y="159443"/>
                </a:lnTo>
                <a:lnTo>
                  <a:pt x="1367043" y="159349"/>
                </a:lnTo>
                <a:lnTo>
                  <a:pt x="1368038" y="159239"/>
                </a:lnTo>
                <a:close/>
                <a:moveTo>
                  <a:pt x="1360810" y="144630"/>
                </a:moveTo>
                <a:lnTo>
                  <a:pt x="1360152" y="144499"/>
                </a:lnTo>
                <a:lnTo>
                  <a:pt x="1359511" y="144350"/>
                </a:lnTo>
                <a:lnTo>
                  <a:pt x="1358886" y="144184"/>
                </a:lnTo>
                <a:lnTo>
                  <a:pt x="1358277" y="144000"/>
                </a:lnTo>
                <a:lnTo>
                  <a:pt x="1357685" y="143799"/>
                </a:lnTo>
                <a:lnTo>
                  <a:pt x="1357108" y="143580"/>
                </a:lnTo>
                <a:lnTo>
                  <a:pt x="1356548" y="143344"/>
                </a:lnTo>
                <a:lnTo>
                  <a:pt x="1356004" y="143090"/>
                </a:lnTo>
                <a:lnTo>
                  <a:pt x="1355477" y="142819"/>
                </a:lnTo>
                <a:lnTo>
                  <a:pt x="1354965" y="142530"/>
                </a:lnTo>
                <a:lnTo>
                  <a:pt x="1354470" y="142224"/>
                </a:lnTo>
                <a:lnTo>
                  <a:pt x="1353991" y="141900"/>
                </a:lnTo>
                <a:lnTo>
                  <a:pt x="1353529" y="141559"/>
                </a:lnTo>
                <a:lnTo>
                  <a:pt x="1353082" y="141201"/>
                </a:lnTo>
                <a:lnTo>
                  <a:pt x="1352652" y="140824"/>
                </a:lnTo>
                <a:lnTo>
                  <a:pt x="1352238" y="140431"/>
                </a:lnTo>
                <a:lnTo>
                  <a:pt x="1351840" y="140019"/>
                </a:lnTo>
                <a:lnTo>
                  <a:pt x="1351459" y="139593"/>
                </a:lnTo>
                <a:lnTo>
                  <a:pt x="1351093" y="139155"/>
                </a:lnTo>
                <a:lnTo>
                  <a:pt x="1350744" y="138704"/>
                </a:lnTo>
                <a:lnTo>
                  <a:pt x="1350411" y="138241"/>
                </a:lnTo>
                <a:lnTo>
                  <a:pt x="1350095" y="137766"/>
                </a:lnTo>
                <a:lnTo>
                  <a:pt x="1349795" y="137279"/>
                </a:lnTo>
                <a:lnTo>
                  <a:pt x="1349510" y="136780"/>
                </a:lnTo>
                <a:lnTo>
                  <a:pt x="1349243" y="136269"/>
                </a:lnTo>
                <a:lnTo>
                  <a:pt x="1348991" y="135745"/>
                </a:lnTo>
                <a:lnTo>
                  <a:pt x="1348756" y="135210"/>
                </a:lnTo>
                <a:lnTo>
                  <a:pt x="1348536" y="134662"/>
                </a:lnTo>
                <a:lnTo>
                  <a:pt x="1348333" y="134102"/>
                </a:lnTo>
                <a:lnTo>
                  <a:pt x="1348147" y="133530"/>
                </a:lnTo>
                <a:lnTo>
                  <a:pt x="1347976" y="132945"/>
                </a:lnTo>
                <a:lnTo>
                  <a:pt x="1347822" y="132349"/>
                </a:lnTo>
                <a:lnTo>
                  <a:pt x="1347684" y="131740"/>
                </a:lnTo>
                <a:lnTo>
                  <a:pt x="1347562" y="131120"/>
                </a:lnTo>
                <a:lnTo>
                  <a:pt x="1347457" y="130487"/>
                </a:lnTo>
                <a:lnTo>
                  <a:pt x="1347367" y="129842"/>
                </a:lnTo>
                <a:lnTo>
                  <a:pt x="1347294" y="129185"/>
                </a:lnTo>
                <a:lnTo>
                  <a:pt x="1347238" y="128515"/>
                </a:lnTo>
                <a:lnTo>
                  <a:pt x="1347197" y="127834"/>
                </a:lnTo>
                <a:lnTo>
                  <a:pt x="1347173" y="127140"/>
                </a:lnTo>
                <a:lnTo>
                  <a:pt x="1347165" y="126434"/>
                </a:lnTo>
                <a:lnTo>
                  <a:pt x="1347186" y="125370"/>
                </a:lnTo>
                <a:lnTo>
                  <a:pt x="1347249" y="124330"/>
                </a:lnTo>
                <a:lnTo>
                  <a:pt x="1347355" y="123316"/>
                </a:lnTo>
                <a:lnTo>
                  <a:pt x="1347503" y="122327"/>
                </a:lnTo>
                <a:lnTo>
                  <a:pt x="1347694" y="121364"/>
                </a:lnTo>
                <a:lnTo>
                  <a:pt x="1347927" y="120426"/>
                </a:lnTo>
                <a:lnTo>
                  <a:pt x="1348203" y="119513"/>
                </a:lnTo>
                <a:lnTo>
                  <a:pt x="1348520" y="118626"/>
                </a:lnTo>
                <a:lnTo>
                  <a:pt x="1348880" y="117763"/>
                </a:lnTo>
                <a:lnTo>
                  <a:pt x="1349283" y="116927"/>
                </a:lnTo>
                <a:lnTo>
                  <a:pt x="1349728" y="116115"/>
                </a:lnTo>
                <a:lnTo>
                  <a:pt x="1350215" y="115329"/>
                </a:lnTo>
                <a:lnTo>
                  <a:pt x="1350745" y="114568"/>
                </a:lnTo>
                <a:lnTo>
                  <a:pt x="1351317" y="113833"/>
                </a:lnTo>
                <a:lnTo>
                  <a:pt x="1351931" y="113122"/>
                </a:lnTo>
                <a:lnTo>
                  <a:pt x="1352588" y="112438"/>
                </a:lnTo>
                <a:lnTo>
                  <a:pt x="1353287" y="111778"/>
                </a:lnTo>
                <a:lnTo>
                  <a:pt x="1354028" y="111144"/>
                </a:lnTo>
                <a:lnTo>
                  <a:pt x="1354812" y="110535"/>
                </a:lnTo>
                <a:lnTo>
                  <a:pt x="1355638" y="109952"/>
                </a:lnTo>
                <a:lnTo>
                  <a:pt x="1356507" y="109393"/>
                </a:lnTo>
                <a:lnTo>
                  <a:pt x="1357418" y="108861"/>
                </a:lnTo>
                <a:lnTo>
                  <a:pt x="1358371" y="108353"/>
                </a:lnTo>
                <a:lnTo>
                  <a:pt x="1359367" y="107871"/>
                </a:lnTo>
                <a:lnTo>
                  <a:pt x="1360411" y="107411"/>
                </a:lnTo>
                <a:lnTo>
                  <a:pt x="1361511" y="106969"/>
                </a:lnTo>
                <a:lnTo>
                  <a:pt x="1362667" y="106545"/>
                </a:lnTo>
                <a:lnTo>
                  <a:pt x="1363878" y="106139"/>
                </a:lnTo>
                <a:lnTo>
                  <a:pt x="1365144" y="105752"/>
                </a:lnTo>
                <a:lnTo>
                  <a:pt x="1366466" y="105384"/>
                </a:lnTo>
                <a:lnTo>
                  <a:pt x="1367843" y="105033"/>
                </a:lnTo>
                <a:lnTo>
                  <a:pt x="1369276" y="104701"/>
                </a:lnTo>
                <a:lnTo>
                  <a:pt x="1370764" y="104387"/>
                </a:lnTo>
                <a:lnTo>
                  <a:pt x="1372307" y="104092"/>
                </a:lnTo>
                <a:lnTo>
                  <a:pt x="1373906" y="103815"/>
                </a:lnTo>
                <a:lnTo>
                  <a:pt x="1375560" y="103556"/>
                </a:lnTo>
                <a:lnTo>
                  <a:pt x="1377270" y="103316"/>
                </a:lnTo>
                <a:lnTo>
                  <a:pt x="1379035" y="103094"/>
                </a:lnTo>
                <a:lnTo>
                  <a:pt x="1380856" y="102890"/>
                </a:lnTo>
                <a:lnTo>
                  <a:pt x="1382732" y="102704"/>
                </a:lnTo>
                <a:lnTo>
                  <a:pt x="1384664" y="102537"/>
                </a:lnTo>
                <a:lnTo>
                  <a:pt x="1386651" y="102388"/>
                </a:lnTo>
                <a:lnTo>
                  <a:pt x="1388693" y="102258"/>
                </a:lnTo>
                <a:lnTo>
                  <a:pt x="1390791" y="102146"/>
                </a:lnTo>
                <a:lnTo>
                  <a:pt x="1392944" y="102052"/>
                </a:lnTo>
                <a:lnTo>
                  <a:pt x="1395153" y="101976"/>
                </a:lnTo>
                <a:lnTo>
                  <a:pt x="1397417" y="101919"/>
                </a:lnTo>
                <a:lnTo>
                  <a:pt x="1399737" y="101880"/>
                </a:lnTo>
                <a:lnTo>
                  <a:pt x="1399737" y="125960"/>
                </a:lnTo>
                <a:lnTo>
                  <a:pt x="1399238" y="126667"/>
                </a:lnTo>
                <a:lnTo>
                  <a:pt x="1398730" y="127362"/>
                </a:lnTo>
                <a:lnTo>
                  <a:pt x="1398213" y="128045"/>
                </a:lnTo>
                <a:lnTo>
                  <a:pt x="1397687" y="128717"/>
                </a:lnTo>
                <a:lnTo>
                  <a:pt x="1397152" y="129378"/>
                </a:lnTo>
                <a:lnTo>
                  <a:pt x="1396608" y="130028"/>
                </a:lnTo>
                <a:lnTo>
                  <a:pt x="1396055" y="130666"/>
                </a:lnTo>
                <a:lnTo>
                  <a:pt x="1395492" y="131293"/>
                </a:lnTo>
                <a:lnTo>
                  <a:pt x="1394920" y="131908"/>
                </a:lnTo>
                <a:lnTo>
                  <a:pt x="1394340" y="132512"/>
                </a:lnTo>
                <a:lnTo>
                  <a:pt x="1393750" y="133105"/>
                </a:lnTo>
                <a:lnTo>
                  <a:pt x="1393151" y="133687"/>
                </a:lnTo>
                <a:lnTo>
                  <a:pt x="1392543" y="134257"/>
                </a:lnTo>
                <a:lnTo>
                  <a:pt x="1391926" y="134816"/>
                </a:lnTo>
                <a:lnTo>
                  <a:pt x="1391300" y="135363"/>
                </a:lnTo>
                <a:lnTo>
                  <a:pt x="1390664" y="135899"/>
                </a:lnTo>
                <a:lnTo>
                  <a:pt x="1390020" y="136424"/>
                </a:lnTo>
                <a:lnTo>
                  <a:pt x="1389366" y="136938"/>
                </a:lnTo>
                <a:lnTo>
                  <a:pt x="1388704" y="137440"/>
                </a:lnTo>
                <a:lnTo>
                  <a:pt x="1388032" y="137931"/>
                </a:lnTo>
                <a:lnTo>
                  <a:pt x="1387351" y="138410"/>
                </a:lnTo>
                <a:lnTo>
                  <a:pt x="1386661" y="138878"/>
                </a:lnTo>
                <a:lnTo>
                  <a:pt x="1385962" y="139335"/>
                </a:lnTo>
                <a:lnTo>
                  <a:pt x="1385254" y="139781"/>
                </a:lnTo>
                <a:lnTo>
                  <a:pt x="1384537" y="140211"/>
                </a:lnTo>
                <a:lnTo>
                  <a:pt x="1383812" y="140624"/>
                </a:lnTo>
                <a:lnTo>
                  <a:pt x="1383080" y="141018"/>
                </a:lnTo>
                <a:lnTo>
                  <a:pt x="1382339" y="141393"/>
                </a:lnTo>
                <a:lnTo>
                  <a:pt x="1381591" y="141751"/>
                </a:lnTo>
                <a:lnTo>
                  <a:pt x="1380835" y="142090"/>
                </a:lnTo>
                <a:lnTo>
                  <a:pt x="1380071" y="142410"/>
                </a:lnTo>
                <a:lnTo>
                  <a:pt x="1379298" y="142713"/>
                </a:lnTo>
                <a:lnTo>
                  <a:pt x="1378518" y="142997"/>
                </a:lnTo>
                <a:lnTo>
                  <a:pt x="1377730" y="143263"/>
                </a:lnTo>
                <a:lnTo>
                  <a:pt x="1376934" y="143510"/>
                </a:lnTo>
                <a:lnTo>
                  <a:pt x="1376131" y="143739"/>
                </a:lnTo>
                <a:lnTo>
                  <a:pt x="1375319" y="143950"/>
                </a:lnTo>
                <a:lnTo>
                  <a:pt x="1374499" y="144142"/>
                </a:lnTo>
                <a:lnTo>
                  <a:pt x="1373672" y="144316"/>
                </a:lnTo>
                <a:lnTo>
                  <a:pt x="1372836" y="144472"/>
                </a:lnTo>
                <a:lnTo>
                  <a:pt x="1371993" y="144610"/>
                </a:lnTo>
                <a:lnTo>
                  <a:pt x="1371141" y="144729"/>
                </a:lnTo>
                <a:lnTo>
                  <a:pt x="1370282" y="144830"/>
                </a:lnTo>
                <a:lnTo>
                  <a:pt x="1369415" y="144912"/>
                </a:lnTo>
                <a:lnTo>
                  <a:pt x="1368540" y="144976"/>
                </a:lnTo>
                <a:lnTo>
                  <a:pt x="1367657" y="145022"/>
                </a:lnTo>
                <a:lnTo>
                  <a:pt x="1366766" y="145049"/>
                </a:lnTo>
                <a:lnTo>
                  <a:pt x="1365867" y="145059"/>
                </a:lnTo>
                <a:lnTo>
                  <a:pt x="1365096" y="145050"/>
                </a:lnTo>
                <a:lnTo>
                  <a:pt x="1364341" y="145024"/>
                </a:lnTo>
                <a:lnTo>
                  <a:pt x="1363602" y="144980"/>
                </a:lnTo>
                <a:lnTo>
                  <a:pt x="1362880" y="144919"/>
                </a:lnTo>
                <a:lnTo>
                  <a:pt x="1362174" y="144840"/>
                </a:lnTo>
                <a:lnTo>
                  <a:pt x="1361484" y="144744"/>
                </a:lnTo>
                <a:lnTo>
                  <a:pt x="1360810" y="144630"/>
                </a:lnTo>
                <a:close/>
                <a:moveTo>
                  <a:pt x="1498317" y="159489"/>
                </a:moveTo>
                <a:lnTo>
                  <a:pt x="1499062" y="159438"/>
                </a:lnTo>
                <a:lnTo>
                  <a:pt x="1499802" y="159381"/>
                </a:lnTo>
                <a:lnTo>
                  <a:pt x="1500538" y="159316"/>
                </a:lnTo>
                <a:lnTo>
                  <a:pt x="1501270" y="159245"/>
                </a:lnTo>
                <a:lnTo>
                  <a:pt x="1501997" y="159167"/>
                </a:lnTo>
                <a:lnTo>
                  <a:pt x="1502719" y="159082"/>
                </a:lnTo>
                <a:lnTo>
                  <a:pt x="1503437" y="158990"/>
                </a:lnTo>
                <a:lnTo>
                  <a:pt x="1504150" y="158891"/>
                </a:lnTo>
                <a:lnTo>
                  <a:pt x="1504859" y="158786"/>
                </a:lnTo>
                <a:lnTo>
                  <a:pt x="1505563" y="158674"/>
                </a:lnTo>
                <a:lnTo>
                  <a:pt x="1506262" y="158555"/>
                </a:lnTo>
                <a:lnTo>
                  <a:pt x="1506957" y="158429"/>
                </a:lnTo>
                <a:lnTo>
                  <a:pt x="1507648" y="158297"/>
                </a:lnTo>
                <a:lnTo>
                  <a:pt x="1508334" y="158158"/>
                </a:lnTo>
                <a:lnTo>
                  <a:pt x="1509015" y="158012"/>
                </a:lnTo>
                <a:lnTo>
                  <a:pt x="1509692" y="157859"/>
                </a:lnTo>
                <a:lnTo>
                  <a:pt x="1510364" y="157699"/>
                </a:lnTo>
                <a:lnTo>
                  <a:pt x="1511031" y="157533"/>
                </a:lnTo>
                <a:lnTo>
                  <a:pt x="1511690" y="157359"/>
                </a:lnTo>
                <a:lnTo>
                  <a:pt x="1512342" y="157178"/>
                </a:lnTo>
                <a:lnTo>
                  <a:pt x="1512987" y="156989"/>
                </a:lnTo>
                <a:lnTo>
                  <a:pt x="1513625" y="156793"/>
                </a:lnTo>
                <a:lnTo>
                  <a:pt x="1514256" y="156589"/>
                </a:lnTo>
                <a:lnTo>
                  <a:pt x="1514880" y="156378"/>
                </a:lnTo>
                <a:lnTo>
                  <a:pt x="1515496" y="156160"/>
                </a:lnTo>
                <a:lnTo>
                  <a:pt x="1516105" y="155934"/>
                </a:lnTo>
                <a:lnTo>
                  <a:pt x="1516708" y="155701"/>
                </a:lnTo>
                <a:lnTo>
                  <a:pt x="1517303" y="155461"/>
                </a:lnTo>
                <a:lnTo>
                  <a:pt x="1517891" y="155213"/>
                </a:lnTo>
                <a:lnTo>
                  <a:pt x="1518472" y="154957"/>
                </a:lnTo>
                <a:lnTo>
                  <a:pt x="1519046" y="154694"/>
                </a:lnTo>
                <a:lnTo>
                  <a:pt x="1519612" y="154424"/>
                </a:lnTo>
                <a:lnTo>
                  <a:pt x="1520172" y="154147"/>
                </a:lnTo>
                <a:lnTo>
                  <a:pt x="1520724" y="153861"/>
                </a:lnTo>
                <a:lnTo>
                  <a:pt x="1521269" y="153569"/>
                </a:lnTo>
                <a:lnTo>
                  <a:pt x="1521807" y="153269"/>
                </a:lnTo>
                <a:lnTo>
                  <a:pt x="1522338" y="152962"/>
                </a:lnTo>
                <a:lnTo>
                  <a:pt x="1522862" y="152647"/>
                </a:lnTo>
                <a:lnTo>
                  <a:pt x="1523379" y="152325"/>
                </a:lnTo>
                <a:lnTo>
                  <a:pt x="1523889" y="151996"/>
                </a:lnTo>
                <a:lnTo>
                  <a:pt x="1524391" y="151659"/>
                </a:lnTo>
                <a:lnTo>
                  <a:pt x="1524885" y="151314"/>
                </a:lnTo>
                <a:lnTo>
                  <a:pt x="1525370" y="150961"/>
                </a:lnTo>
                <a:lnTo>
                  <a:pt x="1525846" y="150601"/>
                </a:lnTo>
                <a:lnTo>
                  <a:pt x="1526312" y="150232"/>
                </a:lnTo>
                <a:lnTo>
                  <a:pt x="1526769" y="149855"/>
                </a:lnTo>
                <a:lnTo>
                  <a:pt x="1527217" y="149471"/>
                </a:lnTo>
                <a:lnTo>
                  <a:pt x="1527656" y="149078"/>
                </a:lnTo>
                <a:lnTo>
                  <a:pt x="1528085" y="148677"/>
                </a:lnTo>
                <a:lnTo>
                  <a:pt x="1528505" y="148268"/>
                </a:lnTo>
                <a:lnTo>
                  <a:pt x="1528915" y="147851"/>
                </a:lnTo>
                <a:lnTo>
                  <a:pt x="1529316" y="147427"/>
                </a:lnTo>
                <a:lnTo>
                  <a:pt x="1529708" y="146994"/>
                </a:lnTo>
                <a:lnTo>
                  <a:pt x="1530091" y="146553"/>
                </a:lnTo>
                <a:lnTo>
                  <a:pt x="1530464" y="146104"/>
                </a:lnTo>
                <a:lnTo>
                  <a:pt x="1530828" y="145647"/>
                </a:lnTo>
                <a:lnTo>
                  <a:pt x="1531183" y="145182"/>
                </a:lnTo>
                <a:lnTo>
                  <a:pt x="1531528" y="144709"/>
                </a:lnTo>
                <a:lnTo>
                  <a:pt x="1531864" y="144228"/>
                </a:lnTo>
                <a:lnTo>
                  <a:pt x="1532191" y="143739"/>
                </a:lnTo>
                <a:lnTo>
                  <a:pt x="1532509" y="143242"/>
                </a:lnTo>
                <a:lnTo>
                  <a:pt x="1532817" y="142737"/>
                </a:lnTo>
                <a:lnTo>
                  <a:pt x="1533116" y="142224"/>
                </a:lnTo>
                <a:lnTo>
                  <a:pt x="1533405" y="141703"/>
                </a:lnTo>
                <a:lnTo>
                  <a:pt x="1533685" y="141174"/>
                </a:lnTo>
                <a:lnTo>
                  <a:pt x="1533955" y="140637"/>
                </a:lnTo>
                <a:lnTo>
                  <a:pt x="1534214" y="140091"/>
                </a:lnTo>
                <a:lnTo>
                  <a:pt x="1534460" y="139537"/>
                </a:lnTo>
                <a:lnTo>
                  <a:pt x="1534696" y="138975"/>
                </a:lnTo>
                <a:lnTo>
                  <a:pt x="1534920" y="138405"/>
                </a:lnTo>
                <a:lnTo>
                  <a:pt x="1535132" y="137826"/>
                </a:lnTo>
                <a:lnTo>
                  <a:pt x="1535333" y="137239"/>
                </a:lnTo>
                <a:lnTo>
                  <a:pt x="1535523" y="136644"/>
                </a:lnTo>
                <a:lnTo>
                  <a:pt x="1535701" y="136041"/>
                </a:lnTo>
                <a:lnTo>
                  <a:pt x="1535867" y="135430"/>
                </a:lnTo>
                <a:lnTo>
                  <a:pt x="1536022" y="134810"/>
                </a:lnTo>
                <a:lnTo>
                  <a:pt x="1536166" y="134182"/>
                </a:lnTo>
                <a:lnTo>
                  <a:pt x="1536298" y="133546"/>
                </a:lnTo>
                <a:lnTo>
                  <a:pt x="1536418" y="132902"/>
                </a:lnTo>
                <a:lnTo>
                  <a:pt x="1536527" y="132249"/>
                </a:lnTo>
                <a:lnTo>
                  <a:pt x="1536625" y="131588"/>
                </a:lnTo>
                <a:lnTo>
                  <a:pt x="1536711" y="130919"/>
                </a:lnTo>
                <a:lnTo>
                  <a:pt x="1536786" y="130242"/>
                </a:lnTo>
                <a:lnTo>
                  <a:pt x="1536849" y="129557"/>
                </a:lnTo>
                <a:lnTo>
                  <a:pt x="1536901" y="128863"/>
                </a:lnTo>
                <a:lnTo>
                  <a:pt x="1536941" y="128162"/>
                </a:lnTo>
                <a:lnTo>
                  <a:pt x="1536970" y="127452"/>
                </a:lnTo>
                <a:lnTo>
                  <a:pt x="1536987" y="126733"/>
                </a:lnTo>
                <a:lnTo>
                  <a:pt x="1536993" y="126007"/>
                </a:lnTo>
                <a:lnTo>
                  <a:pt x="1536985" y="125125"/>
                </a:lnTo>
                <a:lnTo>
                  <a:pt x="1536963" y="124257"/>
                </a:lnTo>
                <a:lnTo>
                  <a:pt x="1536926" y="123402"/>
                </a:lnTo>
                <a:lnTo>
                  <a:pt x="1536874" y="122561"/>
                </a:lnTo>
                <a:lnTo>
                  <a:pt x="1536807" y="121734"/>
                </a:lnTo>
                <a:lnTo>
                  <a:pt x="1536725" y="120920"/>
                </a:lnTo>
                <a:lnTo>
                  <a:pt x="1536629" y="120119"/>
                </a:lnTo>
                <a:lnTo>
                  <a:pt x="1536517" y="119333"/>
                </a:lnTo>
                <a:lnTo>
                  <a:pt x="1536391" y="118560"/>
                </a:lnTo>
                <a:lnTo>
                  <a:pt x="1536250" y="117800"/>
                </a:lnTo>
                <a:lnTo>
                  <a:pt x="1536094" y="117054"/>
                </a:lnTo>
                <a:lnTo>
                  <a:pt x="1535923" y="116321"/>
                </a:lnTo>
                <a:lnTo>
                  <a:pt x="1535738" y="115603"/>
                </a:lnTo>
                <a:lnTo>
                  <a:pt x="1535537" y="114897"/>
                </a:lnTo>
                <a:lnTo>
                  <a:pt x="1535322" y="114206"/>
                </a:lnTo>
                <a:lnTo>
                  <a:pt x="1535092" y="113527"/>
                </a:lnTo>
                <a:lnTo>
                  <a:pt x="1534847" y="112863"/>
                </a:lnTo>
                <a:lnTo>
                  <a:pt x="1534587" y="112212"/>
                </a:lnTo>
                <a:lnTo>
                  <a:pt x="1534312" y="111574"/>
                </a:lnTo>
                <a:lnTo>
                  <a:pt x="1534023" y="110951"/>
                </a:lnTo>
                <a:lnTo>
                  <a:pt x="1533718" y="110340"/>
                </a:lnTo>
                <a:lnTo>
                  <a:pt x="1533399" y="109744"/>
                </a:lnTo>
                <a:lnTo>
                  <a:pt x="1533065" y="109160"/>
                </a:lnTo>
                <a:lnTo>
                  <a:pt x="1532716" y="108591"/>
                </a:lnTo>
                <a:lnTo>
                  <a:pt x="1532353" y="108032"/>
                </a:lnTo>
                <a:lnTo>
                  <a:pt x="1531975" y="107482"/>
                </a:lnTo>
                <a:lnTo>
                  <a:pt x="1531583" y="106941"/>
                </a:lnTo>
                <a:lnTo>
                  <a:pt x="1531177" y="106408"/>
                </a:lnTo>
                <a:lnTo>
                  <a:pt x="1530756" y="105884"/>
                </a:lnTo>
                <a:lnTo>
                  <a:pt x="1530321" y="105368"/>
                </a:lnTo>
                <a:lnTo>
                  <a:pt x="1529872" y="104861"/>
                </a:lnTo>
                <a:lnTo>
                  <a:pt x="1529409" y="104363"/>
                </a:lnTo>
                <a:lnTo>
                  <a:pt x="1528931" y="103873"/>
                </a:lnTo>
                <a:lnTo>
                  <a:pt x="1528440" y="103393"/>
                </a:lnTo>
                <a:lnTo>
                  <a:pt x="1527933" y="102920"/>
                </a:lnTo>
                <a:lnTo>
                  <a:pt x="1527413" y="102457"/>
                </a:lnTo>
                <a:lnTo>
                  <a:pt x="1526879" y="102002"/>
                </a:lnTo>
                <a:lnTo>
                  <a:pt x="1526330" y="101555"/>
                </a:lnTo>
                <a:lnTo>
                  <a:pt x="1525767" y="101118"/>
                </a:lnTo>
                <a:lnTo>
                  <a:pt x="1525189" y="100689"/>
                </a:lnTo>
                <a:lnTo>
                  <a:pt x="1524598" y="100268"/>
                </a:lnTo>
                <a:lnTo>
                  <a:pt x="1523992" y="99857"/>
                </a:lnTo>
                <a:lnTo>
                  <a:pt x="1523372" y="99454"/>
                </a:lnTo>
                <a:lnTo>
                  <a:pt x="1522738" y="99059"/>
                </a:lnTo>
                <a:lnTo>
                  <a:pt x="1522089" y="98674"/>
                </a:lnTo>
                <a:lnTo>
                  <a:pt x="1521426" y="98296"/>
                </a:lnTo>
                <a:lnTo>
                  <a:pt x="1520749" y="97928"/>
                </a:lnTo>
                <a:lnTo>
                  <a:pt x="1520058" y="97568"/>
                </a:lnTo>
                <a:lnTo>
                  <a:pt x="1519352" y="97215"/>
                </a:lnTo>
                <a:lnTo>
                  <a:pt x="1518632" y="96865"/>
                </a:lnTo>
                <a:lnTo>
                  <a:pt x="1517897" y="96520"/>
                </a:lnTo>
                <a:lnTo>
                  <a:pt x="1517148" y="96179"/>
                </a:lnTo>
                <a:lnTo>
                  <a:pt x="1516384" y="95842"/>
                </a:lnTo>
                <a:lnTo>
                  <a:pt x="1515607" y="95509"/>
                </a:lnTo>
                <a:lnTo>
                  <a:pt x="1514814" y="95181"/>
                </a:lnTo>
                <a:lnTo>
                  <a:pt x="1514007" y="94856"/>
                </a:lnTo>
                <a:lnTo>
                  <a:pt x="1513186" y="94536"/>
                </a:lnTo>
                <a:lnTo>
                  <a:pt x="1512350" y="94219"/>
                </a:lnTo>
                <a:lnTo>
                  <a:pt x="1511500" y="93907"/>
                </a:lnTo>
                <a:lnTo>
                  <a:pt x="1510635" y="93599"/>
                </a:lnTo>
                <a:lnTo>
                  <a:pt x="1509756" y="93295"/>
                </a:lnTo>
                <a:lnTo>
                  <a:pt x="1508862" y="92995"/>
                </a:lnTo>
                <a:lnTo>
                  <a:pt x="1507954" y="92699"/>
                </a:lnTo>
                <a:lnTo>
                  <a:pt x="1507032" y="92408"/>
                </a:lnTo>
                <a:lnTo>
                  <a:pt x="1506095" y="92120"/>
                </a:lnTo>
                <a:lnTo>
                  <a:pt x="1505143" y="91837"/>
                </a:lnTo>
                <a:lnTo>
                  <a:pt x="1504177" y="91558"/>
                </a:lnTo>
                <a:lnTo>
                  <a:pt x="1503197" y="91283"/>
                </a:lnTo>
                <a:lnTo>
                  <a:pt x="1502202" y="91012"/>
                </a:lnTo>
                <a:lnTo>
                  <a:pt x="1501193" y="90745"/>
                </a:lnTo>
                <a:lnTo>
                  <a:pt x="1500169" y="90482"/>
                </a:lnTo>
                <a:lnTo>
                  <a:pt x="1499131" y="90223"/>
                </a:lnTo>
                <a:lnTo>
                  <a:pt x="1498198" y="89987"/>
                </a:lnTo>
                <a:lnTo>
                  <a:pt x="1497281" y="89751"/>
                </a:lnTo>
                <a:lnTo>
                  <a:pt x="1496380" y="89517"/>
                </a:lnTo>
                <a:lnTo>
                  <a:pt x="1495495" y="89284"/>
                </a:lnTo>
                <a:lnTo>
                  <a:pt x="1494625" y="89051"/>
                </a:lnTo>
                <a:lnTo>
                  <a:pt x="1493771" y="88820"/>
                </a:lnTo>
                <a:lnTo>
                  <a:pt x="1492934" y="88590"/>
                </a:lnTo>
                <a:lnTo>
                  <a:pt x="1492112" y="88360"/>
                </a:lnTo>
                <a:lnTo>
                  <a:pt x="1491305" y="88132"/>
                </a:lnTo>
                <a:lnTo>
                  <a:pt x="1490515" y="87905"/>
                </a:lnTo>
                <a:lnTo>
                  <a:pt x="1489740" y="87679"/>
                </a:lnTo>
                <a:lnTo>
                  <a:pt x="1488982" y="87453"/>
                </a:lnTo>
                <a:lnTo>
                  <a:pt x="1488239" y="87229"/>
                </a:lnTo>
                <a:lnTo>
                  <a:pt x="1487512" y="87006"/>
                </a:lnTo>
                <a:lnTo>
                  <a:pt x="1486801" y="86784"/>
                </a:lnTo>
                <a:lnTo>
                  <a:pt x="1486105" y="86563"/>
                </a:lnTo>
                <a:lnTo>
                  <a:pt x="1485426" y="86343"/>
                </a:lnTo>
                <a:lnTo>
                  <a:pt x="1484762" y="86124"/>
                </a:lnTo>
                <a:lnTo>
                  <a:pt x="1484115" y="85906"/>
                </a:lnTo>
                <a:lnTo>
                  <a:pt x="1483483" y="85689"/>
                </a:lnTo>
                <a:lnTo>
                  <a:pt x="1482866" y="85473"/>
                </a:lnTo>
                <a:lnTo>
                  <a:pt x="1482266" y="85258"/>
                </a:lnTo>
                <a:lnTo>
                  <a:pt x="1481682" y="85044"/>
                </a:lnTo>
                <a:lnTo>
                  <a:pt x="1481113" y="84831"/>
                </a:lnTo>
                <a:lnTo>
                  <a:pt x="1480559" y="84618"/>
                </a:lnTo>
                <a:lnTo>
                  <a:pt x="1480019" y="84402"/>
                </a:lnTo>
                <a:lnTo>
                  <a:pt x="1479492" y="84184"/>
                </a:lnTo>
                <a:lnTo>
                  <a:pt x="1478978" y="83964"/>
                </a:lnTo>
                <a:lnTo>
                  <a:pt x="1478478" y="83741"/>
                </a:lnTo>
                <a:lnTo>
                  <a:pt x="1477991" y="83517"/>
                </a:lnTo>
                <a:lnTo>
                  <a:pt x="1477518" y="83290"/>
                </a:lnTo>
                <a:lnTo>
                  <a:pt x="1477058" y="83061"/>
                </a:lnTo>
                <a:lnTo>
                  <a:pt x="1476612" y="82829"/>
                </a:lnTo>
                <a:lnTo>
                  <a:pt x="1476179" y="82595"/>
                </a:lnTo>
                <a:lnTo>
                  <a:pt x="1475760" y="82359"/>
                </a:lnTo>
                <a:lnTo>
                  <a:pt x="1475354" y="82121"/>
                </a:lnTo>
                <a:lnTo>
                  <a:pt x="1474962" y="81881"/>
                </a:lnTo>
                <a:lnTo>
                  <a:pt x="1474583" y="81638"/>
                </a:lnTo>
                <a:lnTo>
                  <a:pt x="1474217" y="81393"/>
                </a:lnTo>
                <a:lnTo>
                  <a:pt x="1473865" y="81146"/>
                </a:lnTo>
                <a:lnTo>
                  <a:pt x="1473527" y="80896"/>
                </a:lnTo>
                <a:lnTo>
                  <a:pt x="1473202" y="80644"/>
                </a:lnTo>
                <a:lnTo>
                  <a:pt x="1472890" y="80390"/>
                </a:lnTo>
                <a:lnTo>
                  <a:pt x="1472592" y="80134"/>
                </a:lnTo>
                <a:lnTo>
                  <a:pt x="1472307" y="79876"/>
                </a:lnTo>
                <a:lnTo>
                  <a:pt x="1472036" y="79615"/>
                </a:lnTo>
                <a:lnTo>
                  <a:pt x="1471778" y="79352"/>
                </a:lnTo>
                <a:lnTo>
                  <a:pt x="1471534" y="79087"/>
                </a:lnTo>
                <a:lnTo>
                  <a:pt x="1471301" y="78817"/>
                </a:lnTo>
                <a:lnTo>
                  <a:pt x="1471078" y="78543"/>
                </a:lnTo>
                <a:lnTo>
                  <a:pt x="1470866" y="78264"/>
                </a:lnTo>
                <a:lnTo>
                  <a:pt x="1470663" y="77980"/>
                </a:lnTo>
                <a:lnTo>
                  <a:pt x="1470470" y="77691"/>
                </a:lnTo>
                <a:lnTo>
                  <a:pt x="1470286" y="77398"/>
                </a:lnTo>
                <a:lnTo>
                  <a:pt x="1470113" y="77099"/>
                </a:lnTo>
                <a:lnTo>
                  <a:pt x="1469950" y="76795"/>
                </a:lnTo>
                <a:lnTo>
                  <a:pt x="1469796" y="76486"/>
                </a:lnTo>
                <a:lnTo>
                  <a:pt x="1469653" y="76173"/>
                </a:lnTo>
                <a:lnTo>
                  <a:pt x="1469519" y="75854"/>
                </a:lnTo>
                <a:lnTo>
                  <a:pt x="1469395" y="75531"/>
                </a:lnTo>
                <a:lnTo>
                  <a:pt x="1469282" y="75202"/>
                </a:lnTo>
                <a:lnTo>
                  <a:pt x="1469178" y="74869"/>
                </a:lnTo>
                <a:lnTo>
                  <a:pt x="1469084" y="74531"/>
                </a:lnTo>
                <a:lnTo>
                  <a:pt x="1468999" y="74188"/>
                </a:lnTo>
                <a:lnTo>
                  <a:pt x="1468925" y="73839"/>
                </a:lnTo>
                <a:lnTo>
                  <a:pt x="1468861" y="73486"/>
                </a:lnTo>
                <a:lnTo>
                  <a:pt x="1468806" y="73128"/>
                </a:lnTo>
                <a:lnTo>
                  <a:pt x="1468762" y="72765"/>
                </a:lnTo>
                <a:lnTo>
                  <a:pt x="1468727" y="72397"/>
                </a:lnTo>
                <a:lnTo>
                  <a:pt x="1468703" y="72025"/>
                </a:lnTo>
                <a:lnTo>
                  <a:pt x="1468688" y="71647"/>
                </a:lnTo>
                <a:lnTo>
                  <a:pt x="1468683" y="71264"/>
                </a:lnTo>
                <a:lnTo>
                  <a:pt x="1468694" y="70596"/>
                </a:lnTo>
                <a:lnTo>
                  <a:pt x="1468727" y="69943"/>
                </a:lnTo>
                <a:lnTo>
                  <a:pt x="1468782" y="69304"/>
                </a:lnTo>
                <a:lnTo>
                  <a:pt x="1468860" y="68681"/>
                </a:lnTo>
                <a:lnTo>
                  <a:pt x="1468960" y="68073"/>
                </a:lnTo>
                <a:lnTo>
                  <a:pt x="1469082" y="67479"/>
                </a:lnTo>
                <a:lnTo>
                  <a:pt x="1469226" y="66900"/>
                </a:lnTo>
                <a:lnTo>
                  <a:pt x="1469392" y="66337"/>
                </a:lnTo>
                <a:lnTo>
                  <a:pt x="1469581" y="65788"/>
                </a:lnTo>
                <a:lnTo>
                  <a:pt x="1469791" y="65254"/>
                </a:lnTo>
                <a:lnTo>
                  <a:pt x="1470024" y="64735"/>
                </a:lnTo>
                <a:lnTo>
                  <a:pt x="1470279" y="64231"/>
                </a:lnTo>
                <a:lnTo>
                  <a:pt x="1470556" y="63742"/>
                </a:lnTo>
                <a:lnTo>
                  <a:pt x="1470856" y="63268"/>
                </a:lnTo>
                <a:lnTo>
                  <a:pt x="1471177" y="62809"/>
                </a:lnTo>
                <a:lnTo>
                  <a:pt x="1471521" y="62364"/>
                </a:lnTo>
                <a:lnTo>
                  <a:pt x="1471887" y="61935"/>
                </a:lnTo>
                <a:lnTo>
                  <a:pt x="1472275" y="61520"/>
                </a:lnTo>
                <a:lnTo>
                  <a:pt x="1472685" y="61121"/>
                </a:lnTo>
                <a:lnTo>
                  <a:pt x="1473118" y="60736"/>
                </a:lnTo>
                <a:lnTo>
                  <a:pt x="1473572" y="60367"/>
                </a:lnTo>
                <a:lnTo>
                  <a:pt x="1474049" y="60012"/>
                </a:lnTo>
                <a:lnTo>
                  <a:pt x="1474548" y="59672"/>
                </a:lnTo>
                <a:lnTo>
                  <a:pt x="1475069" y="59347"/>
                </a:lnTo>
                <a:lnTo>
                  <a:pt x="1475608" y="59036"/>
                </a:lnTo>
                <a:lnTo>
                  <a:pt x="1476160" y="58739"/>
                </a:lnTo>
                <a:lnTo>
                  <a:pt x="1476726" y="58454"/>
                </a:lnTo>
                <a:lnTo>
                  <a:pt x="1477305" y="58183"/>
                </a:lnTo>
                <a:lnTo>
                  <a:pt x="1477898" y="57925"/>
                </a:lnTo>
                <a:lnTo>
                  <a:pt x="1478504" y="57680"/>
                </a:lnTo>
                <a:lnTo>
                  <a:pt x="1479124" y="57449"/>
                </a:lnTo>
                <a:lnTo>
                  <a:pt x="1479757" y="57231"/>
                </a:lnTo>
                <a:lnTo>
                  <a:pt x="1480404" y="57026"/>
                </a:lnTo>
                <a:lnTo>
                  <a:pt x="1481064" y="56834"/>
                </a:lnTo>
                <a:lnTo>
                  <a:pt x="1481737" y="56655"/>
                </a:lnTo>
                <a:lnTo>
                  <a:pt x="1482425" y="56490"/>
                </a:lnTo>
                <a:lnTo>
                  <a:pt x="1483125" y="56338"/>
                </a:lnTo>
                <a:lnTo>
                  <a:pt x="1483839" y="56199"/>
                </a:lnTo>
                <a:lnTo>
                  <a:pt x="1484566" y="56073"/>
                </a:lnTo>
                <a:lnTo>
                  <a:pt x="1485307" y="55961"/>
                </a:lnTo>
                <a:lnTo>
                  <a:pt x="1486061" y="55861"/>
                </a:lnTo>
                <a:lnTo>
                  <a:pt x="1486829" y="55775"/>
                </a:lnTo>
                <a:lnTo>
                  <a:pt x="1487611" y="55703"/>
                </a:lnTo>
                <a:lnTo>
                  <a:pt x="1488405" y="55643"/>
                </a:lnTo>
                <a:lnTo>
                  <a:pt x="1489213" y="55597"/>
                </a:lnTo>
                <a:lnTo>
                  <a:pt x="1490035" y="55564"/>
                </a:lnTo>
                <a:lnTo>
                  <a:pt x="1490870" y="55544"/>
                </a:lnTo>
                <a:lnTo>
                  <a:pt x="1491719" y="55537"/>
                </a:lnTo>
                <a:lnTo>
                  <a:pt x="1492568" y="55546"/>
                </a:lnTo>
                <a:lnTo>
                  <a:pt x="1493407" y="55573"/>
                </a:lnTo>
                <a:lnTo>
                  <a:pt x="1494234" y="55618"/>
                </a:lnTo>
                <a:lnTo>
                  <a:pt x="1495050" y="55681"/>
                </a:lnTo>
                <a:lnTo>
                  <a:pt x="1495854" y="55761"/>
                </a:lnTo>
                <a:lnTo>
                  <a:pt x="1496647" y="55860"/>
                </a:lnTo>
                <a:lnTo>
                  <a:pt x="1497429" y="55977"/>
                </a:lnTo>
                <a:lnTo>
                  <a:pt x="1498200" y="56111"/>
                </a:lnTo>
                <a:lnTo>
                  <a:pt x="1498959" y="56264"/>
                </a:lnTo>
                <a:lnTo>
                  <a:pt x="1499707" y="56434"/>
                </a:lnTo>
                <a:lnTo>
                  <a:pt x="1500444" y="56622"/>
                </a:lnTo>
                <a:lnTo>
                  <a:pt x="1501170" y="56828"/>
                </a:lnTo>
                <a:lnTo>
                  <a:pt x="1501884" y="57052"/>
                </a:lnTo>
                <a:lnTo>
                  <a:pt x="1502587" y="57295"/>
                </a:lnTo>
                <a:lnTo>
                  <a:pt x="1503279" y="57555"/>
                </a:lnTo>
                <a:lnTo>
                  <a:pt x="1503959" y="57832"/>
                </a:lnTo>
                <a:lnTo>
                  <a:pt x="1504628" y="58128"/>
                </a:lnTo>
                <a:lnTo>
                  <a:pt x="1505286" y="58442"/>
                </a:lnTo>
                <a:lnTo>
                  <a:pt x="1505932" y="58774"/>
                </a:lnTo>
                <a:lnTo>
                  <a:pt x="1506568" y="59123"/>
                </a:lnTo>
                <a:lnTo>
                  <a:pt x="1507192" y="59491"/>
                </a:lnTo>
                <a:lnTo>
                  <a:pt x="1507804" y="59876"/>
                </a:lnTo>
                <a:lnTo>
                  <a:pt x="1508406" y="60280"/>
                </a:lnTo>
                <a:lnTo>
                  <a:pt x="1508996" y="60701"/>
                </a:lnTo>
                <a:lnTo>
                  <a:pt x="1509568" y="61144"/>
                </a:lnTo>
                <a:lnTo>
                  <a:pt x="1510116" y="61611"/>
                </a:lnTo>
                <a:lnTo>
                  <a:pt x="1510640" y="62103"/>
                </a:lnTo>
                <a:lnTo>
                  <a:pt x="1511139" y="62620"/>
                </a:lnTo>
                <a:lnTo>
                  <a:pt x="1511614" y="63161"/>
                </a:lnTo>
                <a:lnTo>
                  <a:pt x="1512064" y="63727"/>
                </a:lnTo>
                <a:lnTo>
                  <a:pt x="1512490" y="64318"/>
                </a:lnTo>
                <a:lnTo>
                  <a:pt x="1512892" y="64933"/>
                </a:lnTo>
                <a:lnTo>
                  <a:pt x="1513270" y="65573"/>
                </a:lnTo>
                <a:lnTo>
                  <a:pt x="1513623" y="66238"/>
                </a:lnTo>
                <a:lnTo>
                  <a:pt x="1513951" y="66928"/>
                </a:lnTo>
                <a:lnTo>
                  <a:pt x="1514256" y="67642"/>
                </a:lnTo>
                <a:lnTo>
                  <a:pt x="1514536" y="68380"/>
                </a:lnTo>
                <a:lnTo>
                  <a:pt x="1514792" y="69144"/>
                </a:lnTo>
                <a:lnTo>
                  <a:pt x="1515023" y="69932"/>
                </a:lnTo>
                <a:lnTo>
                  <a:pt x="1515230" y="70745"/>
                </a:lnTo>
                <a:lnTo>
                  <a:pt x="1515413" y="71582"/>
                </a:lnTo>
                <a:lnTo>
                  <a:pt x="1515571" y="72444"/>
                </a:lnTo>
                <a:lnTo>
                  <a:pt x="1515705" y="73331"/>
                </a:lnTo>
                <a:lnTo>
                  <a:pt x="1515814" y="74242"/>
                </a:lnTo>
                <a:lnTo>
                  <a:pt x="1515900" y="75179"/>
                </a:lnTo>
                <a:lnTo>
                  <a:pt x="1515961" y="76139"/>
                </a:lnTo>
                <a:lnTo>
                  <a:pt x="1515997" y="77125"/>
                </a:lnTo>
                <a:lnTo>
                  <a:pt x="1516009" y="78135"/>
                </a:lnTo>
                <a:lnTo>
                  <a:pt x="1534484" y="78135"/>
                </a:lnTo>
                <a:lnTo>
                  <a:pt x="1534478" y="77330"/>
                </a:lnTo>
                <a:lnTo>
                  <a:pt x="1534460" y="76534"/>
                </a:lnTo>
                <a:lnTo>
                  <a:pt x="1534431" y="75748"/>
                </a:lnTo>
                <a:lnTo>
                  <a:pt x="1534390" y="74971"/>
                </a:lnTo>
                <a:lnTo>
                  <a:pt x="1534338" y="74203"/>
                </a:lnTo>
                <a:lnTo>
                  <a:pt x="1534273" y="73444"/>
                </a:lnTo>
                <a:lnTo>
                  <a:pt x="1534197" y="72695"/>
                </a:lnTo>
                <a:lnTo>
                  <a:pt x="1534110" y="71955"/>
                </a:lnTo>
                <a:lnTo>
                  <a:pt x="1534011" y="71224"/>
                </a:lnTo>
                <a:lnTo>
                  <a:pt x="1533900" y="70502"/>
                </a:lnTo>
                <a:lnTo>
                  <a:pt x="1533777" y="69790"/>
                </a:lnTo>
                <a:lnTo>
                  <a:pt x="1533643" y="69087"/>
                </a:lnTo>
                <a:lnTo>
                  <a:pt x="1533497" y="68393"/>
                </a:lnTo>
                <a:lnTo>
                  <a:pt x="1533339" y="67708"/>
                </a:lnTo>
                <a:lnTo>
                  <a:pt x="1533170" y="67033"/>
                </a:lnTo>
                <a:lnTo>
                  <a:pt x="1532988" y="66367"/>
                </a:lnTo>
                <a:lnTo>
                  <a:pt x="1532796" y="65710"/>
                </a:lnTo>
                <a:lnTo>
                  <a:pt x="1532591" y="65062"/>
                </a:lnTo>
                <a:lnTo>
                  <a:pt x="1532375" y="64424"/>
                </a:lnTo>
                <a:lnTo>
                  <a:pt x="1532147" y="63795"/>
                </a:lnTo>
                <a:lnTo>
                  <a:pt x="1531908" y="63175"/>
                </a:lnTo>
                <a:lnTo>
                  <a:pt x="1531657" y="62565"/>
                </a:lnTo>
                <a:lnTo>
                  <a:pt x="1531394" y="61963"/>
                </a:lnTo>
                <a:lnTo>
                  <a:pt x="1531119" y="61371"/>
                </a:lnTo>
                <a:lnTo>
                  <a:pt x="1530835" y="60788"/>
                </a:lnTo>
                <a:lnTo>
                  <a:pt x="1530541" y="60214"/>
                </a:lnTo>
                <a:lnTo>
                  <a:pt x="1530238" y="59649"/>
                </a:lnTo>
                <a:lnTo>
                  <a:pt x="1529927" y="59093"/>
                </a:lnTo>
                <a:lnTo>
                  <a:pt x="1529606" y="58546"/>
                </a:lnTo>
                <a:lnTo>
                  <a:pt x="1529277" y="58008"/>
                </a:lnTo>
                <a:lnTo>
                  <a:pt x="1528939" y="57479"/>
                </a:lnTo>
                <a:lnTo>
                  <a:pt x="1528592" y="56960"/>
                </a:lnTo>
                <a:lnTo>
                  <a:pt x="1528236" y="56449"/>
                </a:lnTo>
                <a:lnTo>
                  <a:pt x="1527871" y="55948"/>
                </a:lnTo>
                <a:lnTo>
                  <a:pt x="1527497" y="55455"/>
                </a:lnTo>
                <a:lnTo>
                  <a:pt x="1527114" y="54972"/>
                </a:lnTo>
                <a:lnTo>
                  <a:pt x="1526722" y="54497"/>
                </a:lnTo>
                <a:lnTo>
                  <a:pt x="1526321" y="54032"/>
                </a:lnTo>
                <a:lnTo>
                  <a:pt x="1525912" y="53576"/>
                </a:lnTo>
                <a:lnTo>
                  <a:pt x="1525494" y="53129"/>
                </a:lnTo>
                <a:lnTo>
                  <a:pt x="1525066" y="52691"/>
                </a:lnTo>
                <a:lnTo>
                  <a:pt x="1524630" y="52262"/>
                </a:lnTo>
                <a:lnTo>
                  <a:pt x="1524185" y="51842"/>
                </a:lnTo>
                <a:lnTo>
                  <a:pt x="1523731" y="51431"/>
                </a:lnTo>
                <a:lnTo>
                  <a:pt x="1523268" y="51029"/>
                </a:lnTo>
                <a:lnTo>
                  <a:pt x="1522796" y="50636"/>
                </a:lnTo>
                <a:lnTo>
                  <a:pt x="1522315" y="50253"/>
                </a:lnTo>
                <a:lnTo>
                  <a:pt x="1521825" y="49878"/>
                </a:lnTo>
                <a:lnTo>
                  <a:pt x="1521328" y="49512"/>
                </a:lnTo>
                <a:lnTo>
                  <a:pt x="1520825" y="49154"/>
                </a:lnTo>
                <a:lnTo>
                  <a:pt x="1520315" y="48803"/>
                </a:lnTo>
                <a:lnTo>
                  <a:pt x="1519799" y="48461"/>
                </a:lnTo>
                <a:lnTo>
                  <a:pt x="1519278" y="48127"/>
                </a:lnTo>
                <a:lnTo>
                  <a:pt x="1518750" y="47801"/>
                </a:lnTo>
                <a:lnTo>
                  <a:pt x="1518216" y="47483"/>
                </a:lnTo>
                <a:lnTo>
                  <a:pt x="1517675" y="47172"/>
                </a:lnTo>
                <a:lnTo>
                  <a:pt x="1517129" y="46870"/>
                </a:lnTo>
                <a:lnTo>
                  <a:pt x="1516577" y="46576"/>
                </a:lnTo>
                <a:lnTo>
                  <a:pt x="1516018" y="46290"/>
                </a:lnTo>
                <a:lnTo>
                  <a:pt x="1515453" y="46012"/>
                </a:lnTo>
                <a:lnTo>
                  <a:pt x="1514882" y="45742"/>
                </a:lnTo>
                <a:lnTo>
                  <a:pt x="1514305" y="45481"/>
                </a:lnTo>
                <a:lnTo>
                  <a:pt x="1513722" y="45227"/>
                </a:lnTo>
                <a:lnTo>
                  <a:pt x="1513133" y="44981"/>
                </a:lnTo>
                <a:lnTo>
                  <a:pt x="1512537" y="44743"/>
                </a:lnTo>
                <a:lnTo>
                  <a:pt x="1511936" y="44513"/>
                </a:lnTo>
                <a:lnTo>
                  <a:pt x="1511328" y="44291"/>
                </a:lnTo>
                <a:lnTo>
                  <a:pt x="1510714" y="44078"/>
                </a:lnTo>
                <a:lnTo>
                  <a:pt x="1510094" y="43872"/>
                </a:lnTo>
                <a:lnTo>
                  <a:pt x="1509468" y="43674"/>
                </a:lnTo>
                <a:lnTo>
                  <a:pt x="1508836" y="43485"/>
                </a:lnTo>
                <a:lnTo>
                  <a:pt x="1508197" y="43303"/>
                </a:lnTo>
                <a:lnTo>
                  <a:pt x="1507554" y="43129"/>
                </a:lnTo>
                <a:lnTo>
                  <a:pt x="1506907" y="42962"/>
                </a:lnTo>
                <a:lnTo>
                  <a:pt x="1506256" y="42803"/>
                </a:lnTo>
                <a:lnTo>
                  <a:pt x="1505601" y="42651"/>
                </a:lnTo>
                <a:lnTo>
                  <a:pt x="1504943" y="42506"/>
                </a:lnTo>
                <a:lnTo>
                  <a:pt x="1504281" y="42369"/>
                </a:lnTo>
                <a:lnTo>
                  <a:pt x="1503615" y="42239"/>
                </a:lnTo>
                <a:lnTo>
                  <a:pt x="1502945" y="42117"/>
                </a:lnTo>
                <a:lnTo>
                  <a:pt x="1502272" y="42002"/>
                </a:lnTo>
                <a:lnTo>
                  <a:pt x="1501595" y="41895"/>
                </a:lnTo>
                <a:lnTo>
                  <a:pt x="1500914" y="41795"/>
                </a:lnTo>
                <a:lnTo>
                  <a:pt x="1500229" y="41702"/>
                </a:lnTo>
                <a:lnTo>
                  <a:pt x="1499540" y="41617"/>
                </a:lnTo>
                <a:lnTo>
                  <a:pt x="1498848" y="41539"/>
                </a:lnTo>
                <a:lnTo>
                  <a:pt x="1498152" y="41469"/>
                </a:lnTo>
                <a:lnTo>
                  <a:pt x="1497452" y="41406"/>
                </a:lnTo>
                <a:lnTo>
                  <a:pt x="1496749" y="41350"/>
                </a:lnTo>
                <a:lnTo>
                  <a:pt x="1496042" y="41302"/>
                </a:lnTo>
                <a:lnTo>
                  <a:pt x="1495330" y="41261"/>
                </a:lnTo>
                <a:lnTo>
                  <a:pt x="1494616" y="41228"/>
                </a:lnTo>
                <a:lnTo>
                  <a:pt x="1493897" y="41202"/>
                </a:lnTo>
                <a:lnTo>
                  <a:pt x="1493175" y="41183"/>
                </a:lnTo>
                <a:lnTo>
                  <a:pt x="1492449" y="41172"/>
                </a:lnTo>
                <a:lnTo>
                  <a:pt x="1491719" y="41168"/>
                </a:lnTo>
                <a:lnTo>
                  <a:pt x="1490980" y="41172"/>
                </a:lnTo>
                <a:lnTo>
                  <a:pt x="1490245" y="41182"/>
                </a:lnTo>
                <a:lnTo>
                  <a:pt x="1489515" y="41199"/>
                </a:lnTo>
                <a:lnTo>
                  <a:pt x="1488790" y="41223"/>
                </a:lnTo>
                <a:lnTo>
                  <a:pt x="1488069" y="41253"/>
                </a:lnTo>
                <a:lnTo>
                  <a:pt x="1487353" y="41291"/>
                </a:lnTo>
                <a:lnTo>
                  <a:pt x="1486641" y="41335"/>
                </a:lnTo>
                <a:lnTo>
                  <a:pt x="1485934" y="41386"/>
                </a:lnTo>
                <a:lnTo>
                  <a:pt x="1485232" y="41443"/>
                </a:lnTo>
                <a:lnTo>
                  <a:pt x="1484534" y="41508"/>
                </a:lnTo>
                <a:lnTo>
                  <a:pt x="1483840" y="41579"/>
                </a:lnTo>
                <a:lnTo>
                  <a:pt x="1483152" y="41657"/>
                </a:lnTo>
                <a:lnTo>
                  <a:pt x="1482467" y="41742"/>
                </a:lnTo>
                <a:lnTo>
                  <a:pt x="1481787" y="41834"/>
                </a:lnTo>
                <a:lnTo>
                  <a:pt x="1481112" y="41933"/>
                </a:lnTo>
                <a:lnTo>
                  <a:pt x="1480441" y="42038"/>
                </a:lnTo>
                <a:lnTo>
                  <a:pt x="1479775" y="42150"/>
                </a:lnTo>
                <a:lnTo>
                  <a:pt x="1479114" y="42269"/>
                </a:lnTo>
                <a:lnTo>
                  <a:pt x="1478457" y="42395"/>
                </a:lnTo>
                <a:lnTo>
                  <a:pt x="1477804" y="42527"/>
                </a:lnTo>
                <a:lnTo>
                  <a:pt x="1477156" y="42666"/>
                </a:lnTo>
                <a:lnTo>
                  <a:pt x="1476513" y="42812"/>
                </a:lnTo>
                <a:lnTo>
                  <a:pt x="1475874" y="42965"/>
                </a:lnTo>
                <a:lnTo>
                  <a:pt x="1475240" y="43125"/>
                </a:lnTo>
                <a:lnTo>
                  <a:pt x="1474611" y="43291"/>
                </a:lnTo>
                <a:lnTo>
                  <a:pt x="1473990" y="43464"/>
                </a:lnTo>
                <a:lnTo>
                  <a:pt x="1473374" y="43643"/>
                </a:lnTo>
                <a:lnTo>
                  <a:pt x="1472766" y="43829"/>
                </a:lnTo>
                <a:lnTo>
                  <a:pt x="1472164" y="44021"/>
                </a:lnTo>
                <a:lnTo>
                  <a:pt x="1471569" y="44220"/>
                </a:lnTo>
                <a:lnTo>
                  <a:pt x="1470981" y="44426"/>
                </a:lnTo>
                <a:lnTo>
                  <a:pt x="1470400" y="44638"/>
                </a:lnTo>
                <a:lnTo>
                  <a:pt x="1469825" y="44857"/>
                </a:lnTo>
                <a:lnTo>
                  <a:pt x="1469257" y="45082"/>
                </a:lnTo>
                <a:lnTo>
                  <a:pt x="1468696" y="45314"/>
                </a:lnTo>
                <a:lnTo>
                  <a:pt x="1468141" y="45553"/>
                </a:lnTo>
                <a:lnTo>
                  <a:pt x="1467593" y="45798"/>
                </a:lnTo>
                <a:lnTo>
                  <a:pt x="1467052" y="46050"/>
                </a:lnTo>
                <a:lnTo>
                  <a:pt x="1466518" y="46308"/>
                </a:lnTo>
                <a:lnTo>
                  <a:pt x="1465990" y="46573"/>
                </a:lnTo>
                <a:lnTo>
                  <a:pt x="1465469" y="46845"/>
                </a:lnTo>
                <a:lnTo>
                  <a:pt x="1464955" y="47123"/>
                </a:lnTo>
                <a:lnTo>
                  <a:pt x="1464448" y="47407"/>
                </a:lnTo>
                <a:lnTo>
                  <a:pt x="1463947" y="47699"/>
                </a:lnTo>
                <a:lnTo>
                  <a:pt x="1463453" y="47997"/>
                </a:lnTo>
                <a:lnTo>
                  <a:pt x="1462966" y="48301"/>
                </a:lnTo>
                <a:lnTo>
                  <a:pt x="1462485" y="48612"/>
                </a:lnTo>
                <a:lnTo>
                  <a:pt x="1462011" y="48930"/>
                </a:lnTo>
                <a:lnTo>
                  <a:pt x="1461545" y="49254"/>
                </a:lnTo>
                <a:lnTo>
                  <a:pt x="1461088" y="49585"/>
                </a:lnTo>
                <a:lnTo>
                  <a:pt x="1460639" y="49922"/>
                </a:lnTo>
                <a:lnTo>
                  <a:pt x="1460199" y="50266"/>
                </a:lnTo>
                <a:lnTo>
                  <a:pt x="1459768" y="50616"/>
                </a:lnTo>
                <a:lnTo>
                  <a:pt x="1459346" y="50973"/>
                </a:lnTo>
                <a:lnTo>
                  <a:pt x="1458932" y="51337"/>
                </a:lnTo>
                <a:lnTo>
                  <a:pt x="1458527" y="51707"/>
                </a:lnTo>
                <a:lnTo>
                  <a:pt x="1458130" y="52084"/>
                </a:lnTo>
                <a:lnTo>
                  <a:pt x="1457743" y="52467"/>
                </a:lnTo>
                <a:lnTo>
                  <a:pt x="1457364" y="52857"/>
                </a:lnTo>
                <a:lnTo>
                  <a:pt x="1456994" y="53254"/>
                </a:lnTo>
                <a:lnTo>
                  <a:pt x="1456632" y="53657"/>
                </a:lnTo>
                <a:lnTo>
                  <a:pt x="1456279" y="54067"/>
                </a:lnTo>
                <a:lnTo>
                  <a:pt x="1455935" y="54483"/>
                </a:lnTo>
                <a:lnTo>
                  <a:pt x="1455600" y="54906"/>
                </a:lnTo>
                <a:lnTo>
                  <a:pt x="1455273" y="55336"/>
                </a:lnTo>
                <a:lnTo>
                  <a:pt x="1454955" y="55772"/>
                </a:lnTo>
                <a:lnTo>
                  <a:pt x="1454646" y="56215"/>
                </a:lnTo>
                <a:lnTo>
                  <a:pt x="1454345" y="56664"/>
                </a:lnTo>
                <a:lnTo>
                  <a:pt x="1454054" y="57120"/>
                </a:lnTo>
                <a:lnTo>
                  <a:pt x="1453770" y="57582"/>
                </a:lnTo>
                <a:lnTo>
                  <a:pt x="1453496" y="58052"/>
                </a:lnTo>
                <a:lnTo>
                  <a:pt x="1453230" y="58527"/>
                </a:lnTo>
                <a:lnTo>
                  <a:pt x="1452974" y="59009"/>
                </a:lnTo>
                <a:lnTo>
                  <a:pt x="1452729" y="59498"/>
                </a:lnTo>
                <a:lnTo>
                  <a:pt x="1452495" y="59992"/>
                </a:lnTo>
                <a:lnTo>
                  <a:pt x="1452272" y="60493"/>
                </a:lnTo>
                <a:lnTo>
                  <a:pt x="1452060" y="61001"/>
                </a:lnTo>
                <a:lnTo>
                  <a:pt x="1451858" y="61515"/>
                </a:lnTo>
                <a:lnTo>
                  <a:pt x="1451668" y="62035"/>
                </a:lnTo>
                <a:lnTo>
                  <a:pt x="1451488" y="62562"/>
                </a:lnTo>
                <a:lnTo>
                  <a:pt x="1451319" y="63095"/>
                </a:lnTo>
                <a:lnTo>
                  <a:pt x="1451161" y="63634"/>
                </a:lnTo>
                <a:lnTo>
                  <a:pt x="1451014" y="64180"/>
                </a:lnTo>
                <a:lnTo>
                  <a:pt x="1450878" y="64732"/>
                </a:lnTo>
                <a:lnTo>
                  <a:pt x="1450753" y="65290"/>
                </a:lnTo>
                <a:lnTo>
                  <a:pt x="1450639" y="65855"/>
                </a:lnTo>
                <a:lnTo>
                  <a:pt x="1450535" y="66427"/>
                </a:lnTo>
                <a:lnTo>
                  <a:pt x="1450443" y="67004"/>
                </a:lnTo>
                <a:lnTo>
                  <a:pt x="1450361" y="67588"/>
                </a:lnTo>
                <a:lnTo>
                  <a:pt x="1450290" y="68179"/>
                </a:lnTo>
                <a:lnTo>
                  <a:pt x="1450230" y="68776"/>
                </a:lnTo>
                <a:lnTo>
                  <a:pt x="1450181" y="69379"/>
                </a:lnTo>
                <a:lnTo>
                  <a:pt x="1450143" y="69989"/>
                </a:lnTo>
                <a:lnTo>
                  <a:pt x="1450116" y="70605"/>
                </a:lnTo>
                <a:lnTo>
                  <a:pt x="1450100" y="71227"/>
                </a:lnTo>
                <a:lnTo>
                  <a:pt x="1450094" y="71856"/>
                </a:lnTo>
                <a:lnTo>
                  <a:pt x="1450102" y="72670"/>
                </a:lnTo>
                <a:lnTo>
                  <a:pt x="1450125" y="73472"/>
                </a:lnTo>
                <a:lnTo>
                  <a:pt x="1450164" y="74262"/>
                </a:lnTo>
                <a:lnTo>
                  <a:pt x="1450218" y="75041"/>
                </a:lnTo>
                <a:lnTo>
                  <a:pt x="1450287" y="75807"/>
                </a:lnTo>
                <a:lnTo>
                  <a:pt x="1450372" y="76563"/>
                </a:lnTo>
                <a:lnTo>
                  <a:pt x="1450473" y="77306"/>
                </a:lnTo>
                <a:lnTo>
                  <a:pt x="1450588" y="78038"/>
                </a:lnTo>
                <a:lnTo>
                  <a:pt x="1450720" y="78758"/>
                </a:lnTo>
                <a:lnTo>
                  <a:pt x="1450866" y="79466"/>
                </a:lnTo>
                <a:lnTo>
                  <a:pt x="1451029" y="80162"/>
                </a:lnTo>
                <a:lnTo>
                  <a:pt x="1451206" y="80847"/>
                </a:lnTo>
                <a:lnTo>
                  <a:pt x="1451399" y="81520"/>
                </a:lnTo>
                <a:lnTo>
                  <a:pt x="1451608" y="82181"/>
                </a:lnTo>
                <a:lnTo>
                  <a:pt x="1451832" y="82831"/>
                </a:lnTo>
                <a:lnTo>
                  <a:pt x="1452071" y="83469"/>
                </a:lnTo>
                <a:lnTo>
                  <a:pt x="1452326" y="84095"/>
                </a:lnTo>
                <a:lnTo>
                  <a:pt x="1452596" y="84709"/>
                </a:lnTo>
                <a:lnTo>
                  <a:pt x="1452882" y="85312"/>
                </a:lnTo>
                <a:lnTo>
                  <a:pt x="1453183" y="85903"/>
                </a:lnTo>
                <a:lnTo>
                  <a:pt x="1453499" y="86482"/>
                </a:lnTo>
                <a:lnTo>
                  <a:pt x="1453831" y="87049"/>
                </a:lnTo>
                <a:lnTo>
                  <a:pt x="1454179" y="87605"/>
                </a:lnTo>
                <a:lnTo>
                  <a:pt x="1454542" y="88149"/>
                </a:lnTo>
                <a:lnTo>
                  <a:pt x="1454920" y="88683"/>
                </a:lnTo>
                <a:lnTo>
                  <a:pt x="1455313" y="89210"/>
                </a:lnTo>
                <a:lnTo>
                  <a:pt x="1455721" y="89728"/>
                </a:lnTo>
                <a:lnTo>
                  <a:pt x="1456145" y="90239"/>
                </a:lnTo>
                <a:lnTo>
                  <a:pt x="1456583" y="90742"/>
                </a:lnTo>
                <a:lnTo>
                  <a:pt x="1457036" y="91237"/>
                </a:lnTo>
                <a:lnTo>
                  <a:pt x="1457505" y="91724"/>
                </a:lnTo>
                <a:lnTo>
                  <a:pt x="1457988" y="92204"/>
                </a:lnTo>
                <a:lnTo>
                  <a:pt x="1458487" y="92676"/>
                </a:lnTo>
                <a:lnTo>
                  <a:pt x="1459000" y="93139"/>
                </a:lnTo>
                <a:lnTo>
                  <a:pt x="1459529" y="93595"/>
                </a:lnTo>
                <a:lnTo>
                  <a:pt x="1460073" y="94044"/>
                </a:lnTo>
                <a:lnTo>
                  <a:pt x="1460631" y="94484"/>
                </a:lnTo>
                <a:lnTo>
                  <a:pt x="1461205" y="94917"/>
                </a:lnTo>
                <a:lnTo>
                  <a:pt x="1461794" y="95341"/>
                </a:lnTo>
                <a:lnTo>
                  <a:pt x="1462398" y="95758"/>
                </a:lnTo>
                <a:lnTo>
                  <a:pt x="1463017" y="96167"/>
                </a:lnTo>
                <a:lnTo>
                  <a:pt x="1463651" y="96569"/>
                </a:lnTo>
                <a:lnTo>
                  <a:pt x="1464300" y="96962"/>
                </a:lnTo>
                <a:lnTo>
                  <a:pt x="1464964" y="97348"/>
                </a:lnTo>
                <a:lnTo>
                  <a:pt x="1465643" y="97725"/>
                </a:lnTo>
                <a:lnTo>
                  <a:pt x="1466337" y="98095"/>
                </a:lnTo>
                <a:lnTo>
                  <a:pt x="1467046" y="98458"/>
                </a:lnTo>
                <a:lnTo>
                  <a:pt x="1467770" y="98812"/>
                </a:lnTo>
                <a:lnTo>
                  <a:pt x="1468509" y="99161"/>
                </a:lnTo>
                <a:lnTo>
                  <a:pt x="1469263" y="99506"/>
                </a:lnTo>
                <a:lnTo>
                  <a:pt x="1470032" y="99847"/>
                </a:lnTo>
                <a:lnTo>
                  <a:pt x="1470815" y="100186"/>
                </a:lnTo>
                <a:lnTo>
                  <a:pt x="1471612" y="100520"/>
                </a:lnTo>
                <a:lnTo>
                  <a:pt x="1472425" y="100852"/>
                </a:lnTo>
                <a:lnTo>
                  <a:pt x="1473252" y="101179"/>
                </a:lnTo>
                <a:lnTo>
                  <a:pt x="1474093" y="101504"/>
                </a:lnTo>
                <a:lnTo>
                  <a:pt x="1474950" y="101824"/>
                </a:lnTo>
                <a:lnTo>
                  <a:pt x="1475820" y="102142"/>
                </a:lnTo>
                <a:lnTo>
                  <a:pt x="1476706" y="102456"/>
                </a:lnTo>
                <a:lnTo>
                  <a:pt x="1477606" y="102766"/>
                </a:lnTo>
                <a:lnTo>
                  <a:pt x="1478521" y="103073"/>
                </a:lnTo>
                <a:lnTo>
                  <a:pt x="1479451" y="103376"/>
                </a:lnTo>
                <a:lnTo>
                  <a:pt x="1480395" y="103676"/>
                </a:lnTo>
                <a:lnTo>
                  <a:pt x="1481354" y="103972"/>
                </a:lnTo>
                <a:lnTo>
                  <a:pt x="1482327" y="104265"/>
                </a:lnTo>
                <a:lnTo>
                  <a:pt x="1483315" y="104554"/>
                </a:lnTo>
                <a:lnTo>
                  <a:pt x="1484318" y="104840"/>
                </a:lnTo>
                <a:lnTo>
                  <a:pt x="1485336" y="105123"/>
                </a:lnTo>
                <a:lnTo>
                  <a:pt x="1486368" y="105402"/>
                </a:lnTo>
                <a:lnTo>
                  <a:pt x="1487415" y="105677"/>
                </a:lnTo>
                <a:lnTo>
                  <a:pt x="1488476" y="105949"/>
                </a:lnTo>
                <a:lnTo>
                  <a:pt x="1489552" y="106217"/>
                </a:lnTo>
                <a:lnTo>
                  <a:pt x="1490875" y="106563"/>
                </a:lnTo>
                <a:lnTo>
                  <a:pt x="1492164" y="106908"/>
                </a:lnTo>
                <a:lnTo>
                  <a:pt x="1493420" y="107253"/>
                </a:lnTo>
                <a:lnTo>
                  <a:pt x="1494641" y="107597"/>
                </a:lnTo>
                <a:lnTo>
                  <a:pt x="1495829" y="107941"/>
                </a:lnTo>
                <a:lnTo>
                  <a:pt x="1496982" y="108284"/>
                </a:lnTo>
                <a:lnTo>
                  <a:pt x="1498102" y="108627"/>
                </a:lnTo>
                <a:lnTo>
                  <a:pt x="1499188" y="108970"/>
                </a:lnTo>
                <a:lnTo>
                  <a:pt x="1500241" y="109312"/>
                </a:lnTo>
                <a:lnTo>
                  <a:pt x="1501259" y="109654"/>
                </a:lnTo>
                <a:lnTo>
                  <a:pt x="1502243" y="109995"/>
                </a:lnTo>
                <a:lnTo>
                  <a:pt x="1503194" y="110336"/>
                </a:lnTo>
                <a:lnTo>
                  <a:pt x="1504111" y="110677"/>
                </a:lnTo>
                <a:lnTo>
                  <a:pt x="1504994" y="111017"/>
                </a:lnTo>
                <a:lnTo>
                  <a:pt x="1505843" y="111357"/>
                </a:lnTo>
                <a:lnTo>
                  <a:pt x="1506658" y="111696"/>
                </a:lnTo>
                <a:lnTo>
                  <a:pt x="1507439" y="112035"/>
                </a:lnTo>
                <a:lnTo>
                  <a:pt x="1508187" y="112373"/>
                </a:lnTo>
                <a:lnTo>
                  <a:pt x="1508900" y="112712"/>
                </a:lnTo>
                <a:lnTo>
                  <a:pt x="1509580" y="113049"/>
                </a:lnTo>
                <a:lnTo>
                  <a:pt x="1510226" y="113387"/>
                </a:lnTo>
                <a:lnTo>
                  <a:pt x="1510838" y="113724"/>
                </a:lnTo>
                <a:lnTo>
                  <a:pt x="1511416" y="114060"/>
                </a:lnTo>
                <a:lnTo>
                  <a:pt x="1511961" y="114396"/>
                </a:lnTo>
                <a:lnTo>
                  <a:pt x="1512477" y="114740"/>
                </a:lnTo>
                <a:lnTo>
                  <a:pt x="1512972" y="115099"/>
                </a:lnTo>
                <a:lnTo>
                  <a:pt x="1513444" y="115473"/>
                </a:lnTo>
                <a:lnTo>
                  <a:pt x="1513895" y="115864"/>
                </a:lnTo>
                <a:lnTo>
                  <a:pt x="1514323" y="116270"/>
                </a:lnTo>
                <a:lnTo>
                  <a:pt x="1514730" y="116691"/>
                </a:lnTo>
                <a:lnTo>
                  <a:pt x="1515114" y="117128"/>
                </a:lnTo>
                <a:lnTo>
                  <a:pt x="1515477" y="117581"/>
                </a:lnTo>
                <a:lnTo>
                  <a:pt x="1515818" y="118050"/>
                </a:lnTo>
                <a:lnTo>
                  <a:pt x="1516136" y="118534"/>
                </a:lnTo>
                <a:lnTo>
                  <a:pt x="1516433" y="119034"/>
                </a:lnTo>
                <a:lnTo>
                  <a:pt x="1516708" y="119549"/>
                </a:lnTo>
                <a:lnTo>
                  <a:pt x="1516960" y="120080"/>
                </a:lnTo>
                <a:lnTo>
                  <a:pt x="1517191" y="120627"/>
                </a:lnTo>
                <a:lnTo>
                  <a:pt x="1517400" y="121190"/>
                </a:lnTo>
                <a:lnTo>
                  <a:pt x="1517587" y="121768"/>
                </a:lnTo>
                <a:lnTo>
                  <a:pt x="1517752" y="122361"/>
                </a:lnTo>
                <a:lnTo>
                  <a:pt x="1517894" y="122971"/>
                </a:lnTo>
                <a:lnTo>
                  <a:pt x="1518015" y="123595"/>
                </a:lnTo>
                <a:lnTo>
                  <a:pt x="1518114" y="124236"/>
                </a:lnTo>
                <a:lnTo>
                  <a:pt x="1518191" y="124892"/>
                </a:lnTo>
                <a:lnTo>
                  <a:pt x="1518246" y="125564"/>
                </a:lnTo>
                <a:lnTo>
                  <a:pt x="1518279" y="126252"/>
                </a:lnTo>
                <a:lnTo>
                  <a:pt x="1518290" y="126955"/>
                </a:lnTo>
                <a:lnTo>
                  <a:pt x="1518278" y="127769"/>
                </a:lnTo>
                <a:lnTo>
                  <a:pt x="1518241" y="128564"/>
                </a:lnTo>
                <a:lnTo>
                  <a:pt x="1518180" y="129340"/>
                </a:lnTo>
                <a:lnTo>
                  <a:pt x="1518095" y="130097"/>
                </a:lnTo>
                <a:lnTo>
                  <a:pt x="1517986" y="130834"/>
                </a:lnTo>
                <a:lnTo>
                  <a:pt x="1517852" y="131552"/>
                </a:lnTo>
                <a:lnTo>
                  <a:pt x="1517693" y="132251"/>
                </a:lnTo>
                <a:lnTo>
                  <a:pt x="1517511" y="132931"/>
                </a:lnTo>
                <a:lnTo>
                  <a:pt x="1517304" y="133591"/>
                </a:lnTo>
                <a:lnTo>
                  <a:pt x="1517072" y="134232"/>
                </a:lnTo>
                <a:lnTo>
                  <a:pt x="1516817" y="134854"/>
                </a:lnTo>
                <a:lnTo>
                  <a:pt x="1516537" y="135456"/>
                </a:lnTo>
                <a:lnTo>
                  <a:pt x="1516232" y="136039"/>
                </a:lnTo>
                <a:lnTo>
                  <a:pt x="1515903" y="136603"/>
                </a:lnTo>
                <a:lnTo>
                  <a:pt x="1515550" y="137148"/>
                </a:lnTo>
                <a:lnTo>
                  <a:pt x="1515173" y="137673"/>
                </a:lnTo>
                <a:lnTo>
                  <a:pt x="1514771" y="138179"/>
                </a:lnTo>
                <a:lnTo>
                  <a:pt x="1514345" y="138666"/>
                </a:lnTo>
                <a:lnTo>
                  <a:pt x="1513894" y="139133"/>
                </a:lnTo>
                <a:lnTo>
                  <a:pt x="1513420" y="139581"/>
                </a:lnTo>
                <a:lnTo>
                  <a:pt x="1512920" y="140010"/>
                </a:lnTo>
                <a:lnTo>
                  <a:pt x="1512397" y="140420"/>
                </a:lnTo>
                <a:lnTo>
                  <a:pt x="1511849" y="140810"/>
                </a:lnTo>
                <a:lnTo>
                  <a:pt x="1511277" y="141181"/>
                </a:lnTo>
                <a:lnTo>
                  <a:pt x="1510685" y="141535"/>
                </a:lnTo>
                <a:lnTo>
                  <a:pt x="1510081" y="141873"/>
                </a:lnTo>
                <a:lnTo>
                  <a:pt x="1509464" y="142197"/>
                </a:lnTo>
                <a:lnTo>
                  <a:pt x="1508833" y="142505"/>
                </a:lnTo>
                <a:lnTo>
                  <a:pt x="1508188" y="142799"/>
                </a:lnTo>
                <a:lnTo>
                  <a:pt x="1507531" y="143077"/>
                </a:lnTo>
                <a:lnTo>
                  <a:pt x="1506860" y="143340"/>
                </a:lnTo>
                <a:lnTo>
                  <a:pt x="1506176" y="143589"/>
                </a:lnTo>
                <a:lnTo>
                  <a:pt x="1505479" y="143822"/>
                </a:lnTo>
                <a:lnTo>
                  <a:pt x="1504769" y="144040"/>
                </a:lnTo>
                <a:lnTo>
                  <a:pt x="1504045" y="144243"/>
                </a:lnTo>
                <a:lnTo>
                  <a:pt x="1503308" y="144431"/>
                </a:lnTo>
                <a:lnTo>
                  <a:pt x="1502558" y="144604"/>
                </a:lnTo>
                <a:lnTo>
                  <a:pt x="1501794" y="144762"/>
                </a:lnTo>
                <a:lnTo>
                  <a:pt x="1501017" y="144905"/>
                </a:lnTo>
                <a:lnTo>
                  <a:pt x="1500227" y="145033"/>
                </a:lnTo>
                <a:lnTo>
                  <a:pt x="1499424" y="145146"/>
                </a:lnTo>
                <a:lnTo>
                  <a:pt x="1498607" y="145244"/>
                </a:lnTo>
                <a:lnTo>
                  <a:pt x="1497778" y="145327"/>
                </a:lnTo>
                <a:lnTo>
                  <a:pt x="1496934" y="145394"/>
                </a:lnTo>
                <a:lnTo>
                  <a:pt x="1496078" y="145447"/>
                </a:lnTo>
                <a:lnTo>
                  <a:pt x="1495208" y="145485"/>
                </a:lnTo>
                <a:lnTo>
                  <a:pt x="1494326" y="145507"/>
                </a:lnTo>
                <a:lnTo>
                  <a:pt x="1493429" y="145515"/>
                </a:lnTo>
                <a:lnTo>
                  <a:pt x="1492429" y="145505"/>
                </a:lnTo>
                <a:lnTo>
                  <a:pt x="1491442" y="145477"/>
                </a:lnTo>
                <a:lnTo>
                  <a:pt x="1490470" y="145430"/>
                </a:lnTo>
                <a:lnTo>
                  <a:pt x="1489511" y="145363"/>
                </a:lnTo>
                <a:lnTo>
                  <a:pt x="1488566" y="145278"/>
                </a:lnTo>
                <a:lnTo>
                  <a:pt x="1487635" y="145174"/>
                </a:lnTo>
                <a:lnTo>
                  <a:pt x="1486717" y="145051"/>
                </a:lnTo>
                <a:lnTo>
                  <a:pt x="1485814" y="144909"/>
                </a:lnTo>
                <a:lnTo>
                  <a:pt x="1484924" y="144748"/>
                </a:lnTo>
                <a:lnTo>
                  <a:pt x="1484049" y="144568"/>
                </a:lnTo>
                <a:lnTo>
                  <a:pt x="1483187" y="144369"/>
                </a:lnTo>
                <a:lnTo>
                  <a:pt x="1482339" y="144152"/>
                </a:lnTo>
                <a:lnTo>
                  <a:pt x="1481505" y="143915"/>
                </a:lnTo>
                <a:lnTo>
                  <a:pt x="1480685" y="143659"/>
                </a:lnTo>
                <a:lnTo>
                  <a:pt x="1479878" y="143385"/>
                </a:lnTo>
                <a:lnTo>
                  <a:pt x="1479086" y="143091"/>
                </a:lnTo>
                <a:lnTo>
                  <a:pt x="1478307" y="142779"/>
                </a:lnTo>
                <a:lnTo>
                  <a:pt x="1477542" y="142448"/>
                </a:lnTo>
                <a:lnTo>
                  <a:pt x="1476791" y="142097"/>
                </a:lnTo>
                <a:lnTo>
                  <a:pt x="1476054" y="141728"/>
                </a:lnTo>
                <a:lnTo>
                  <a:pt x="1475331" y="141340"/>
                </a:lnTo>
                <a:lnTo>
                  <a:pt x="1474621" y="140933"/>
                </a:lnTo>
                <a:lnTo>
                  <a:pt x="1473926" y="140507"/>
                </a:lnTo>
                <a:lnTo>
                  <a:pt x="1473244" y="140062"/>
                </a:lnTo>
                <a:lnTo>
                  <a:pt x="1472584" y="139593"/>
                </a:lnTo>
                <a:lnTo>
                  <a:pt x="1471951" y="139096"/>
                </a:lnTo>
                <a:lnTo>
                  <a:pt x="1471347" y="138571"/>
                </a:lnTo>
                <a:lnTo>
                  <a:pt x="1470770" y="138018"/>
                </a:lnTo>
                <a:lnTo>
                  <a:pt x="1470222" y="137436"/>
                </a:lnTo>
                <a:lnTo>
                  <a:pt x="1469702" y="136827"/>
                </a:lnTo>
                <a:lnTo>
                  <a:pt x="1469210" y="136189"/>
                </a:lnTo>
                <a:lnTo>
                  <a:pt x="1468746" y="135522"/>
                </a:lnTo>
                <a:lnTo>
                  <a:pt x="1468310" y="134828"/>
                </a:lnTo>
                <a:lnTo>
                  <a:pt x="1467903" y="134105"/>
                </a:lnTo>
                <a:lnTo>
                  <a:pt x="1467523" y="133355"/>
                </a:lnTo>
                <a:lnTo>
                  <a:pt x="1467172" y="132576"/>
                </a:lnTo>
                <a:lnTo>
                  <a:pt x="1466848" y="131769"/>
                </a:lnTo>
                <a:lnTo>
                  <a:pt x="1466553" y="130933"/>
                </a:lnTo>
                <a:lnTo>
                  <a:pt x="1466286" y="130070"/>
                </a:lnTo>
                <a:lnTo>
                  <a:pt x="1466047" y="129178"/>
                </a:lnTo>
                <a:lnTo>
                  <a:pt x="1465836" y="128258"/>
                </a:lnTo>
                <a:lnTo>
                  <a:pt x="1465654" y="127310"/>
                </a:lnTo>
                <a:lnTo>
                  <a:pt x="1465499" y="126333"/>
                </a:lnTo>
                <a:lnTo>
                  <a:pt x="1465372" y="125329"/>
                </a:lnTo>
                <a:lnTo>
                  <a:pt x="1465274" y="124296"/>
                </a:lnTo>
                <a:lnTo>
                  <a:pt x="1465204" y="123235"/>
                </a:lnTo>
                <a:lnTo>
                  <a:pt x="1465162" y="122146"/>
                </a:lnTo>
                <a:lnTo>
                  <a:pt x="1465147" y="121028"/>
                </a:lnTo>
                <a:lnTo>
                  <a:pt x="1446787" y="121028"/>
                </a:lnTo>
                <a:lnTo>
                  <a:pt x="1446793" y="121901"/>
                </a:lnTo>
                <a:lnTo>
                  <a:pt x="1446812" y="122764"/>
                </a:lnTo>
                <a:lnTo>
                  <a:pt x="1446843" y="123615"/>
                </a:lnTo>
                <a:lnTo>
                  <a:pt x="1446887" y="124455"/>
                </a:lnTo>
                <a:lnTo>
                  <a:pt x="1446943" y="125283"/>
                </a:lnTo>
                <a:lnTo>
                  <a:pt x="1447012" y="126101"/>
                </a:lnTo>
                <a:lnTo>
                  <a:pt x="1447093" y="126908"/>
                </a:lnTo>
                <a:lnTo>
                  <a:pt x="1447186" y="127703"/>
                </a:lnTo>
                <a:lnTo>
                  <a:pt x="1447292" y="128488"/>
                </a:lnTo>
                <a:lnTo>
                  <a:pt x="1447411" y="129261"/>
                </a:lnTo>
                <a:lnTo>
                  <a:pt x="1447542" y="130023"/>
                </a:lnTo>
                <a:lnTo>
                  <a:pt x="1447685" y="130774"/>
                </a:lnTo>
                <a:lnTo>
                  <a:pt x="1447841" y="131514"/>
                </a:lnTo>
                <a:lnTo>
                  <a:pt x="1448009" y="132243"/>
                </a:lnTo>
                <a:lnTo>
                  <a:pt x="1448190" y="132961"/>
                </a:lnTo>
                <a:lnTo>
                  <a:pt x="1448384" y="133668"/>
                </a:lnTo>
                <a:lnTo>
                  <a:pt x="1448589" y="134363"/>
                </a:lnTo>
                <a:lnTo>
                  <a:pt x="1448808" y="135048"/>
                </a:lnTo>
                <a:lnTo>
                  <a:pt x="1449038" y="135721"/>
                </a:lnTo>
                <a:lnTo>
                  <a:pt x="1449282" y="136384"/>
                </a:lnTo>
                <a:lnTo>
                  <a:pt x="1449537" y="137035"/>
                </a:lnTo>
                <a:lnTo>
                  <a:pt x="1449806" y="137675"/>
                </a:lnTo>
                <a:lnTo>
                  <a:pt x="1450086" y="138304"/>
                </a:lnTo>
                <a:lnTo>
                  <a:pt x="1450379" y="138922"/>
                </a:lnTo>
                <a:lnTo>
                  <a:pt x="1450684" y="139529"/>
                </a:lnTo>
                <a:lnTo>
                  <a:pt x="1450997" y="140127"/>
                </a:lnTo>
                <a:lnTo>
                  <a:pt x="1451321" y="140716"/>
                </a:lnTo>
                <a:lnTo>
                  <a:pt x="1451654" y="141294"/>
                </a:lnTo>
                <a:lnTo>
                  <a:pt x="1451997" y="141864"/>
                </a:lnTo>
                <a:lnTo>
                  <a:pt x="1452350" y="142424"/>
                </a:lnTo>
                <a:lnTo>
                  <a:pt x="1452712" y="142975"/>
                </a:lnTo>
                <a:lnTo>
                  <a:pt x="1453085" y="143516"/>
                </a:lnTo>
                <a:lnTo>
                  <a:pt x="1453466" y="144048"/>
                </a:lnTo>
                <a:lnTo>
                  <a:pt x="1453858" y="144570"/>
                </a:lnTo>
                <a:lnTo>
                  <a:pt x="1454259" y="145083"/>
                </a:lnTo>
                <a:lnTo>
                  <a:pt x="1454670" y="145586"/>
                </a:lnTo>
                <a:lnTo>
                  <a:pt x="1455091" y="146080"/>
                </a:lnTo>
                <a:lnTo>
                  <a:pt x="1455521" y="146564"/>
                </a:lnTo>
                <a:lnTo>
                  <a:pt x="1455961" y="147039"/>
                </a:lnTo>
                <a:lnTo>
                  <a:pt x="1456411" y="147505"/>
                </a:lnTo>
                <a:lnTo>
                  <a:pt x="1456870" y="147961"/>
                </a:lnTo>
                <a:lnTo>
                  <a:pt x="1457339" y="148408"/>
                </a:lnTo>
                <a:lnTo>
                  <a:pt x="1457818" y="148845"/>
                </a:lnTo>
                <a:lnTo>
                  <a:pt x="1458307" y="149273"/>
                </a:lnTo>
                <a:lnTo>
                  <a:pt x="1458805" y="149691"/>
                </a:lnTo>
                <a:lnTo>
                  <a:pt x="1459313" y="150100"/>
                </a:lnTo>
                <a:lnTo>
                  <a:pt x="1459830" y="150499"/>
                </a:lnTo>
                <a:lnTo>
                  <a:pt x="1460358" y="150889"/>
                </a:lnTo>
                <a:lnTo>
                  <a:pt x="1460893" y="151269"/>
                </a:lnTo>
                <a:lnTo>
                  <a:pt x="1461436" y="151641"/>
                </a:lnTo>
                <a:lnTo>
                  <a:pt x="1461986" y="152004"/>
                </a:lnTo>
                <a:lnTo>
                  <a:pt x="1462542" y="152358"/>
                </a:lnTo>
                <a:lnTo>
                  <a:pt x="1463105" y="152703"/>
                </a:lnTo>
                <a:lnTo>
                  <a:pt x="1463676" y="153039"/>
                </a:lnTo>
                <a:lnTo>
                  <a:pt x="1464253" y="153367"/>
                </a:lnTo>
                <a:lnTo>
                  <a:pt x="1464837" y="153685"/>
                </a:lnTo>
                <a:lnTo>
                  <a:pt x="1465428" y="153995"/>
                </a:lnTo>
                <a:lnTo>
                  <a:pt x="1466026" y="154296"/>
                </a:lnTo>
                <a:lnTo>
                  <a:pt x="1466631" y="154588"/>
                </a:lnTo>
                <a:lnTo>
                  <a:pt x="1467243" y="154871"/>
                </a:lnTo>
                <a:lnTo>
                  <a:pt x="1467862" y="155146"/>
                </a:lnTo>
                <a:lnTo>
                  <a:pt x="1468487" y="155411"/>
                </a:lnTo>
                <a:lnTo>
                  <a:pt x="1469120" y="155668"/>
                </a:lnTo>
                <a:lnTo>
                  <a:pt x="1469760" y="155916"/>
                </a:lnTo>
                <a:lnTo>
                  <a:pt x="1470406" y="156155"/>
                </a:lnTo>
                <a:lnTo>
                  <a:pt x="1471060" y="156386"/>
                </a:lnTo>
                <a:lnTo>
                  <a:pt x="1471720" y="156607"/>
                </a:lnTo>
                <a:lnTo>
                  <a:pt x="1472387" y="156820"/>
                </a:lnTo>
                <a:lnTo>
                  <a:pt x="1473062" y="157023"/>
                </a:lnTo>
                <a:lnTo>
                  <a:pt x="1473743" y="157218"/>
                </a:lnTo>
                <a:lnTo>
                  <a:pt x="1474431" y="157404"/>
                </a:lnTo>
                <a:lnTo>
                  <a:pt x="1475126" y="157582"/>
                </a:lnTo>
                <a:lnTo>
                  <a:pt x="1475826" y="157751"/>
                </a:lnTo>
                <a:lnTo>
                  <a:pt x="1476530" y="157913"/>
                </a:lnTo>
                <a:lnTo>
                  <a:pt x="1477238" y="158068"/>
                </a:lnTo>
                <a:lnTo>
                  <a:pt x="1477950" y="158215"/>
                </a:lnTo>
                <a:lnTo>
                  <a:pt x="1478665" y="158356"/>
                </a:lnTo>
                <a:lnTo>
                  <a:pt x="1479385" y="158489"/>
                </a:lnTo>
                <a:lnTo>
                  <a:pt x="1480108" y="158615"/>
                </a:lnTo>
                <a:lnTo>
                  <a:pt x="1480834" y="158734"/>
                </a:lnTo>
                <a:lnTo>
                  <a:pt x="1481565" y="158845"/>
                </a:lnTo>
                <a:lnTo>
                  <a:pt x="1482299" y="158950"/>
                </a:lnTo>
                <a:lnTo>
                  <a:pt x="1483037" y="159047"/>
                </a:lnTo>
                <a:lnTo>
                  <a:pt x="1483779" y="159137"/>
                </a:lnTo>
                <a:lnTo>
                  <a:pt x="1484524" y="159220"/>
                </a:lnTo>
                <a:lnTo>
                  <a:pt x="1485274" y="159296"/>
                </a:lnTo>
                <a:lnTo>
                  <a:pt x="1486027" y="159364"/>
                </a:lnTo>
                <a:lnTo>
                  <a:pt x="1486783" y="159425"/>
                </a:lnTo>
                <a:lnTo>
                  <a:pt x="1487544" y="159479"/>
                </a:lnTo>
                <a:lnTo>
                  <a:pt x="1488308" y="159526"/>
                </a:lnTo>
                <a:lnTo>
                  <a:pt x="1489076" y="159566"/>
                </a:lnTo>
                <a:lnTo>
                  <a:pt x="1489848" y="159598"/>
                </a:lnTo>
                <a:lnTo>
                  <a:pt x="1490624" y="159623"/>
                </a:lnTo>
                <a:lnTo>
                  <a:pt x="1491403" y="159641"/>
                </a:lnTo>
                <a:lnTo>
                  <a:pt x="1492186" y="159652"/>
                </a:lnTo>
                <a:lnTo>
                  <a:pt x="1492973" y="159656"/>
                </a:lnTo>
                <a:lnTo>
                  <a:pt x="1493750" y="159652"/>
                </a:lnTo>
                <a:lnTo>
                  <a:pt x="1494523" y="159642"/>
                </a:lnTo>
                <a:lnTo>
                  <a:pt x="1495291" y="159625"/>
                </a:lnTo>
                <a:lnTo>
                  <a:pt x="1496054" y="159601"/>
                </a:lnTo>
                <a:lnTo>
                  <a:pt x="1496813" y="159571"/>
                </a:lnTo>
                <a:lnTo>
                  <a:pt x="1497567" y="159533"/>
                </a:lnTo>
                <a:lnTo>
                  <a:pt x="1498317" y="159489"/>
                </a:lnTo>
                <a:close/>
                <a:moveTo>
                  <a:pt x="1612091" y="159215"/>
                </a:moveTo>
                <a:lnTo>
                  <a:pt x="1613319" y="159056"/>
                </a:lnTo>
                <a:lnTo>
                  <a:pt x="1614531" y="158872"/>
                </a:lnTo>
                <a:lnTo>
                  <a:pt x="1615726" y="158664"/>
                </a:lnTo>
                <a:lnTo>
                  <a:pt x="1616906" y="158431"/>
                </a:lnTo>
                <a:lnTo>
                  <a:pt x="1618071" y="158174"/>
                </a:lnTo>
                <a:lnTo>
                  <a:pt x="1619219" y="157893"/>
                </a:lnTo>
                <a:lnTo>
                  <a:pt x="1620351" y="157586"/>
                </a:lnTo>
                <a:lnTo>
                  <a:pt x="1621468" y="157256"/>
                </a:lnTo>
                <a:lnTo>
                  <a:pt x="1622569" y="156901"/>
                </a:lnTo>
                <a:lnTo>
                  <a:pt x="1623654" y="156521"/>
                </a:lnTo>
                <a:lnTo>
                  <a:pt x="1624723" y="156117"/>
                </a:lnTo>
                <a:lnTo>
                  <a:pt x="1625776" y="155689"/>
                </a:lnTo>
                <a:lnTo>
                  <a:pt x="1626814" y="155236"/>
                </a:lnTo>
                <a:lnTo>
                  <a:pt x="1627835" y="154758"/>
                </a:lnTo>
                <a:lnTo>
                  <a:pt x="1628841" y="154256"/>
                </a:lnTo>
                <a:lnTo>
                  <a:pt x="1629831" y="153729"/>
                </a:lnTo>
                <a:lnTo>
                  <a:pt x="1630805" y="153179"/>
                </a:lnTo>
                <a:lnTo>
                  <a:pt x="1631763" y="152603"/>
                </a:lnTo>
                <a:lnTo>
                  <a:pt x="1632704" y="152005"/>
                </a:lnTo>
                <a:lnTo>
                  <a:pt x="1633627" y="151385"/>
                </a:lnTo>
                <a:lnTo>
                  <a:pt x="1634531" y="150743"/>
                </a:lnTo>
                <a:lnTo>
                  <a:pt x="1635416" y="150081"/>
                </a:lnTo>
                <a:lnTo>
                  <a:pt x="1636282" y="149397"/>
                </a:lnTo>
                <a:lnTo>
                  <a:pt x="1637130" y="148691"/>
                </a:lnTo>
                <a:lnTo>
                  <a:pt x="1637960" y="147964"/>
                </a:lnTo>
                <a:lnTo>
                  <a:pt x="1638770" y="147215"/>
                </a:lnTo>
                <a:lnTo>
                  <a:pt x="1639563" y="146446"/>
                </a:lnTo>
                <a:lnTo>
                  <a:pt x="1640336" y="145654"/>
                </a:lnTo>
                <a:lnTo>
                  <a:pt x="1641091" y="144841"/>
                </a:lnTo>
                <a:lnTo>
                  <a:pt x="1641827" y="144007"/>
                </a:lnTo>
                <a:lnTo>
                  <a:pt x="1642545" y="143152"/>
                </a:lnTo>
                <a:lnTo>
                  <a:pt x="1643244" y="142275"/>
                </a:lnTo>
                <a:lnTo>
                  <a:pt x="1643925" y="141376"/>
                </a:lnTo>
                <a:lnTo>
                  <a:pt x="1644586" y="140456"/>
                </a:lnTo>
                <a:lnTo>
                  <a:pt x="1645230" y="139515"/>
                </a:lnTo>
                <a:lnTo>
                  <a:pt x="1645854" y="138552"/>
                </a:lnTo>
                <a:lnTo>
                  <a:pt x="1646460" y="137568"/>
                </a:lnTo>
                <a:lnTo>
                  <a:pt x="1647048" y="136562"/>
                </a:lnTo>
                <a:lnTo>
                  <a:pt x="1647617" y="135535"/>
                </a:lnTo>
                <a:lnTo>
                  <a:pt x="1648167" y="134487"/>
                </a:lnTo>
                <a:lnTo>
                  <a:pt x="1648698" y="133417"/>
                </a:lnTo>
                <a:lnTo>
                  <a:pt x="1649211" y="132325"/>
                </a:lnTo>
                <a:lnTo>
                  <a:pt x="1649705" y="131214"/>
                </a:lnTo>
                <a:lnTo>
                  <a:pt x="1650177" y="130086"/>
                </a:lnTo>
                <a:lnTo>
                  <a:pt x="1650628" y="128939"/>
                </a:lnTo>
                <a:lnTo>
                  <a:pt x="1651058" y="127775"/>
                </a:lnTo>
                <a:lnTo>
                  <a:pt x="1651467" y="126593"/>
                </a:lnTo>
                <a:lnTo>
                  <a:pt x="1651856" y="125393"/>
                </a:lnTo>
                <a:lnTo>
                  <a:pt x="1652223" y="124176"/>
                </a:lnTo>
                <a:lnTo>
                  <a:pt x="1652569" y="122941"/>
                </a:lnTo>
                <a:lnTo>
                  <a:pt x="1652895" y="121688"/>
                </a:lnTo>
                <a:lnTo>
                  <a:pt x="1653199" y="120417"/>
                </a:lnTo>
                <a:lnTo>
                  <a:pt x="1653482" y="119129"/>
                </a:lnTo>
                <a:lnTo>
                  <a:pt x="1653744" y="117823"/>
                </a:lnTo>
                <a:lnTo>
                  <a:pt x="1653986" y="116499"/>
                </a:lnTo>
                <a:lnTo>
                  <a:pt x="1654206" y="115157"/>
                </a:lnTo>
                <a:lnTo>
                  <a:pt x="1654406" y="113798"/>
                </a:lnTo>
                <a:lnTo>
                  <a:pt x="1654584" y="112421"/>
                </a:lnTo>
                <a:lnTo>
                  <a:pt x="1654741" y="111026"/>
                </a:lnTo>
                <a:lnTo>
                  <a:pt x="1654878" y="109613"/>
                </a:lnTo>
                <a:lnTo>
                  <a:pt x="1654993" y="108183"/>
                </a:lnTo>
                <a:lnTo>
                  <a:pt x="1655088" y="106735"/>
                </a:lnTo>
                <a:lnTo>
                  <a:pt x="1655161" y="105269"/>
                </a:lnTo>
                <a:lnTo>
                  <a:pt x="1655214" y="103785"/>
                </a:lnTo>
                <a:lnTo>
                  <a:pt x="1655245" y="102284"/>
                </a:lnTo>
                <a:lnTo>
                  <a:pt x="1655255" y="100765"/>
                </a:lnTo>
                <a:lnTo>
                  <a:pt x="1655245" y="99226"/>
                </a:lnTo>
                <a:lnTo>
                  <a:pt x="1655214" y="97705"/>
                </a:lnTo>
                <a:lnTo>
                  <a:pt x="1655161" y="96203"/>
                </a:lnTo>
                <a:lnTo>
                  <a:pt x="1655088" y="94719"/>
                </a:lnTo>
                <a:lnTo>
                  <a:pt x="1654993" y="93253"/>
                </a:lnTo>
                <a:lnTo>
                  <a:pt x="1654878" y="91805"/>
                </a:lnTo>
                <a:lnTo>
                  <a:pt x="1654741" y="90375"/>
                </a:lnTo>
                <a:lnTo>
                  <a:pt x="1654584" y="88964"/>
                </a:lnTo>
                <a:lnTo>
                  <a:pt x="1654406" y="87570"/>
                </a:lnTo>
                <a:lnTo>
                  <a:pt x="1654206" y="86195"/>
                </a:lnTo>
                <a:lnTo>
                  <a:pt x="1653986" y="84838"/>
                </a:lnTo>
                <a:lnTo>
                  <a:pt x="1653744" y="83499"/>
                </a:lnTo>
                <a:lnTo>
                  <a:pt x="1653482" y="82179"/>
                </a:lnTo>
                <a:lnTo>
                  <a:pt x="1653199" y="80876"/>
                </a:lnTo>
                <a:lnTo>
                  <a:pt x="1652895" y="79592"/>
                </a:lnTo>
                <a:lnTo>
                  <a:pt x="1652569" y="78326"/>
                </a:lnTo>
                <a:lnTo>
                  <a:pt x="1652223" y="77078"/>
                </a:lnTo>
                <a:lnTo>
                  <a:pt x="1651856" y="75848"/>
                </a:lnTo>
                <a:lnTo>
                  <a:pt x="1651467" y="74637"/>
                </a:lnTo>
                <a:lnTo>
                  <a:pt x="1651058" y="73443"/>
                </a:lnTo>
                <a:lnTo>
                  <a:pt x="1650628" y="72268"/>
                </a:lnTo>
                <a:lnTo>
                  <a:pt x="1650177" y="71111"/>
                </a:lnTo>
                <a:lnTo>
                  <a:pt x="1649705" y="69972"/>
                </a:lnTo>
                <a:lnTo>
                  <a:pt x="1649211" y="68852"/>
                </a:lnTo>
                <a:lnTo>
                  <a:pt x="1648698" y="67750"/>
                </a:lnTo>
                <a:lnTo>
                  <a:pt x="1648167" y="66671"/>
                </a:lnTo>
                <a:lnTo>
                  <a:pt x="1647617" y="65612"/>
                </a:lnTo>
                <a:lnTo>
                  <a:pt x="1647048" y="64575"/>
                </a:lnTo>
                <a:lnTo>
                  <a:pt x="1646460" y="63560"/>
                </a:lnTo>
                <a:lnTo>
                  <a:pt x="1645854" y="62566"/>
                </a:lnTo>
                <a:lnTo>
                  <a:pt x="1645230" y="61593"/>
                </a:lnTo>
                <a:lnTo>
                  <a:pt x="1644586" y="60642"/>
                </a:lnTo>
                <a:lnTo>
                  <a:pt x="1643925" y="59713"/>
                </a:lnTo>
                <a:lnTo>
                  <a:pt x="1643244" y="58804"/>
                </a:lnTo>
                <a:lnTo>
                  <a:pt x="1642545" y="57917"/>
                </a:lnTo>
                <a:lnTo>
                  <a:pt x="1641827" y="57052"/>
                </a:lnTo>
                <a:lnTo>
                  <a:pt x="1641091" y="56208"/>
                </a:lnTo>
                <a:lnTo>
                  <a:pt x="1640336" y="55385"/>
                </a:lnTo>
                <a:lnTo>
                  <a:pt x="1639563" y="54584"/>
                </a:lnTo>
                <a:lnTo>
                  <a:pt x="1638770" y="53805"/>
                </a:lnTo>
                <a:lnTo>
                  <a:pt x="1637960" y="53046"/>
                </a:lnTo>
                <a:lnTo>
                  <a:pt x="1637130" y="52310"/>
                </a:lnTo>
                <a:lnTo>
                  <a:pt x="1636282" y="51594"/>
                </a:lnTo>
                <a:lnTo>
                  <a:pt x="1635416" y="50900"/>
                </a:lnTo>
                <a:lnTo>
                  <a:pt x="1634531" y="50228"/>
                </a:lnTo>
                <a:lnTo>
                  <a:pt x="1633627" y="49577"/>
                </a:lnTo>
                <a:lnTo>
                  <a:pt x="1632704" y="48947"/>
                </a:lnTo>
                <a:lnTo>
                  <a:pt x="1631763" y="48339"/>
                </a:lnTo>
                <a:lnTo>
                  <a:pt x="1630805" y="47754"/>
                </a:lnTo>
                <a:lnTo>
                  <a:pt x="1629831" y="47193"/>
                </a:lnTo>
                <a:lnTo>
                  <a:pt x="1628841" y="46658"/>
                </a:lnTo>
                <a:lnTo>
                  <a:pt x="1627835" y="46148"/>
                </a:lnTo>
                <a:lnTo>
                  <a:pt x="1626814" y="45662"/>
                </a:lnTo>
                <a:lnTo>
                  <a:pt x="1625776" y="45202"/>
                </a:lnTo>
                <a:lnTo>
                  <a:pt x="1624723" y="44766"/>
                </a:lnTo>
                <a:lnTo>
                  <a:pt x="1623654" y="44355"/>
                </a:lnTo>
                <a:lnTo>
                  <a:pt x="1622569" y="43969"/>
                </a:lnTo>
                <a:lnTo>
                  <a:pt x="1621468" y="43608"/>
                </a:lnTo>
                <a:lnTo>
                  <a:pt x="1620351" y="43272"/>
                </a:lnTo>
                <a:lnTo>
                  <a:pt x="1619219" y="42961"/>
                </a:lnTo>
                <a:lnTo>
                  <a:pt x="1618071" y="42675"/>
                </a:lnTo>
                <a:lnTo>
                  <a:pt x="1616906" y="42413"/>
                </a:lnTo>
                <a:lnTo>
                  <a:pt x="1615726" y="42177"/>
                </a:lnTo>
                <a:lnTo>
                  <a:pt x="1614531" y="41965"/>
                </a:lnTo>
                <a:lnTo>
                  <a:pt x="1613319" y="41778"/>
                </a:lnTo>
                <a:lnTo>
                  <a:pt x="1612091" y="41616"/>
                </a:lnTo>
                <a:lnTo>
                  <a:pt x="1610848" y="41480"/>
                </a:lnTo>
                <a:lnTo>
                  <a:pt x="1609589" y="41368"/>
                </a:lnTo>
                <a:lnTo>
                  <a:pt x="1608314" y="41280"/>
                </a:lnTo>
                <a:lnTo>
                  <a:pt x="1607023" y="41218"/>
                </a:lnTo>
                <a:lnTo>
                  <a:pt x="1605716" y="41181"/>
                </a:lnTo>
                <a:lnTo>
                  <a:pt x="1604394" y="41168"/>
                </a:lnTo>
                <a:lnTo>
                  <a:pt x="1603100" y="41181"/>
                </a:lnTo>
                <a:lnTo>
                  <a:pt x="1601822" y="41218"/>
                </a:lnTo>
                <a:lnTo>
                  <a:pt x="1600559" y="41280"/>
                </a:lnTo>
                <a:lnTo>
                  <a:pt x="1599313" y="41368"/>
                </a:lnTo>
                <a:lnTo>
                  <a:pt x="1598082" y="41480"/>
                </a:lnTo>
                <a:lnTo>
                  <a:pt x="1596867" y="41616"/>
                </a:lnTo>
                <a:lnTo>
                  <a:pt x="1595668" y="41778"/>
                </a:lnTo>
                <a:lnTo>
                  <a:pt x="1594485" y="41965"/>
                </a:lnTo>
                <a:lnTo>
                  <a:pt x="1593318" y="42177"/>
                </a:lnTo>
                <a:lnTo>
                  <a:pt x="1592166" y="42413"/>
                </a:lnTo>
                <a:lnTo>
                  <a:pt x="1591031" y="42675"/>
                </a:lnTo>
                <a:lnTo>
                  <a:pt x="1589911" y="42961"/>
                </a:lnTo>
                <a:lnTo>
                  <a:pt x="1588807" y="43272"/>
                </a:lnTo>
                <a:lnTo>
                  <a:pt x="1587719" y="43608"/>
                </a:lnTo>
                <a:lnTo>
                  <a:pt x="1586646" y="43969"/>
                </a:lnTo>
                <a:lnTo>
                  <a:pt x="1585590" y="44355"/>
                </a:lnTo>
                <a:lnTo>
                  <a:pt x="1584549" y="44766"/>
                </a:lnTo>
                <a:lnTo>
                  <a:pt x="1583524" y="45202"/>
                </a:lnTo>
                <a:lnTo>
                  <a:pt x="1582516" y="45662"/>
                </a:lnTo>
                <a:lnTo>
                  <a:pt x="1581522" y="46148"/>
                </a:lnTo>
                <a:lnTo>
                  <a:pt x="1580545" y="46658"/>
                </a:lnTo>
                <a:lnTo>
                  <a:pt x="1579584" y="47193"/>
                </a:lnTo>
                <a:lnTo>
                  <a:pt x="1578638" y="47754"/>
                </a:lnTo>
                <a:lnTo>
                  <a:pt x="1577708" y="48339"/>
                </a:lnTo>
                <a:lnTo>
                  <a:pt x="1576796" y="48947"/>
                </a:lnTo>
                <a:lnTo>
                  <a:pt x="1575901" y="49577"/>
                </a:lnTo>
                <a:lnTo>
                  <a:pt x="1575024" y="50228"/>
                </a:lnTo>
                <a:lnTo>
                  <a:pt x="1574165" y="50900"/>
                </a:lnTo>
                <a:lnTo>
                  <a:pt x="1573325" y="51594"/>
                </a:lnTo>
                <a:lnTo>
                  <a:pt x="1572502" y="52310"/>
                </a:lnTo>
                <a:lnTo>
                  <a:pt x="1571697" y="53046"/>
                </a:lnTo>
                <a:lnTo>
                  <a:pt x="1570910" y="53805"/>
                </a:lnTo>
                <a:lnTo>
                  <a:pt x="1570142" y="54584"/>
                </a:lnTo>
                <a:lnTo>
                  <a:pt x="1569391" y="55385"/>
                </a:lnTo>
                <a:lnTo>
                  <a:pt x="1568658" y="56208"/>
                </a:lnTo>
                <a:lnTo>
                  <a:pt x="1567944" y="57052"/>
                </a:lnTo>
                <a:lnTo>
                  <a:pt x="1567247" y="57917"/>
                </a:lnTo>
                <a:lnTo>
                  <a:pt x="1566569" y="58804"/>
                </a:lnTo>
                <a:lnTo>
                  <a:pt x="1565908" y="59713"/>
                </a:lnTo>
                <a:lnTo>
                  <a:pt x="1565265" y="60642"/>
                </a:lnTo>
                <a:lnTo>
                  <a:pt x="1564641" y="61593"/>
                </a:lnTo>
                <a:lnTo>
                  <a:pt x="1564034" y="62566"/>
                </a:lnTo>
                <a:lnTo>
                  <a:pt x="1563446" y="63560"/>
                </a:lnTo>
                <a:lnTo>
                  <a:pt x="1562875" y="64575"/>
                </a:lnTo>
                <a:lnTo>
                  <a:pt x="1562323" y="65612"/>
                </a:lnTo>
                <a:lnTo>
                  <a:pt x="1561788" y="66671"/>
                </a:lnTo>
                <a:lnTo>
                  <a:pt x="1561272" y="67750"/>
                </a:lnTo>
                <a:lnTo>
                  <a:pt x="1560774" y="68852"/>
                </a:lnTo>
                <a:lnTo>
                  <a:pt x="1560294" y="69972"/>
                </a:lnTo>
                <a:lnTo>
                  <a:pt x="1559835" y="71111"/>
                </a:lnTo>
                <a:lnTo>
                  <a:pt x="1559397" y="72268"/>
                </a:lnTo>
                <a:lnTo>
                  <a:pt x="1558979" y="73443"/>
                </a:lnTo>
                <a:lnTo>
                  <a:pt x="1558581" y="74637"/>
                </a:lnTo>
                <a:lnTo>
                  <a:pt x="1558204" y="75848"/>
                </a:lnTo>
                <a:lnTo>
                  <a:pt x="1557847" y="77078"/>
                </a:lnTo>
                <a:lnTo>
                  <a:pt x="1557511" y="78326"/>
                </a:lnTo>
                <a:lnTo>
                  <a:pt x="1557195" y="79592"/>
                </a:lnTo>
                <a:lnTo>
                  <a:pt x="1556899" y="80876"/>
                </a:lnTo>
                <a:lnTo>
                  <a:pt x="1556624" y="82179"/>
                </a:lnTo>
                <a:lnTo>
                  <a:pt x="1556369" y="83499"/>
                </a:lnTo>
                <a:lnTo>
                  <a:pt x="1556134" y="84838"/>
                </a:lnTo>
                <a:lnTo>
                  <a:pt x="1555920" y="86195"/>
                </a:lnTo>
                <a:lnTo>
                  <a:pt x="1555726" y="87570"/>
                </a:lnTo>
                <a:lnTo>
                  <a:pt x="1555553" y="88964"/>
                </a:lnTo>
                <a:lnTo>
                  <a:pt x="1555400" y="90375"/>
                </a:lnTo>
                <a:lnTo>
                  <a:pt x="1555268" y="91805"/>
                </a:lnTo>
                <a:lnTo>
                  <a:pt x="1555155" y="93253"/>
                </a:lnTo>
                <a:lnTo>
                  <a:pt x="1555064" y="94719"/>
                </a:lnTo>
                <a:lnTo>
                  <a:pt x="1554992" y="96203"/>
                </a:lnTo>
                <a:lnTo>
                  <a:pt x="1554941" y="97705"/>
                </a:lnTo>
                <a:lnTo>
                  <a:pt x="1554911" y="99226"/>
                </a:lnTo>
                <a:lnTo>
                  <a:pt x="1554901" y="100765"/>
                </a:lnTo>
                <a:lnTo>
                  <a:pt x="1554911" y="102284"/>
                </a:lnTo>
                <a:lnTo>
                  <a:pt x="1554941" y="103785"/>
                </a:lnTo>
                <a:lnTo>
                  <a:pt x="1554992" y="105269"/>
                </a:lnTo>
                <a:lnTo>
                  <a:pt x="1555064" y="106735"/>
                </a:lnTo>
                <a:lnTo>
                  <a:pt x="1555155" y="108183"/>
                </a:lnTo>
                <a:lnTo>
                  <a:pt x="1555268" y="109613"/>
                </a:lnTo>
                <a:lnTo>
                  <a:pt x="1555400" y="111026"/>
                </a:lnTo>
                <a:lnTo>
                  <a:pt x="1555553" y="112421"/>
                </a:lnTo>
                <a:lnTo>
                  <a:pt x="1555726" y="113798"/>
                </a:lnTo>
                <a:lnTo>
                  <a:pt x="1555920" y="115157"/>
                </a:lnTo>
                <a:lnTo>
                  <a:pt x="1556134" y="116499"/>
                </a:lnTo>
                <a:lnTo>
                  <a:pt x="1556369" y="117823"/>
                </a:lnTo>
                <a:lnTo>
                  <a:pt x="1556624" y="119129"/>
                </a:lnTo>
                <a:lnTo>
                  <a:pt x="1556899" y="120417"/>
                </a:lnTo>
                <a:lnTo>
                  <a:pt x="1557195" y="121688"/>
                </a:lnTo>
                <a:lnTo>
                  <a:pt x="1557511" y="122941"/>
                </a:lnTo>
                <a:lnTo>
                  <a:pt x="1557847" y="124176"/>
                </a:lnTo>
                <a:lnTo>
                  <a:pt x="1558204" y="125393"/>
                </a:lnTo>
                <a:lnTo>
                  <a:pt x="1558581" y="126593"/>
                </a:lnTo>
                <a:lnTo>
                  <a:pt x="1558979" y="127775"/>
                </a:lnTo>
                <a:lnTo>
                  <a:pt x="1559397" y="128939"/>
                </a:lnTo>
                <a:lnTo>
                  <a:pt x="1559835" y="130086"/>
                </a:lnTo>
                <a:lnTo>
                  <a:pt x="1560294" y="131214"/>
                </a:lnTo>
                <a:lnTo>
                  <a:pt x="1560774" y="132325"/>
                </a:lnTo>
                <a:lnTo>
                  <a:pt x="1561272" y="133417"/>
                </a:lnTo>
                <a:lnTo>
                  <a:pt x="1561788" y="134487"/>
                </a:lnTo>
                <a:lnTo>
                  <a:pt x="1562323" y="135535"/>
                </a:lnTo>
                <a:lnTo>
                  <a:pt x="1562875" y="136562"/>
                </a:lnTo>
                <a:lnTo>
                  <a:pt x="1563446" y="137568"/>
                </a:lnTo>
                <a:lnTo>
                  <a:pt x="1564034" y="138552"/>
                </a:lnTo>
                <a:lnTo>
                  <a:pt x="1564641" y="139515"/>
                </a:lnTo>
                <a:lnTo>
                  <a:pt x="1565265" y="140456"/>
                </a:lnTo>
                <a:lnTo>
                  <a:pt x="1565908" y="141376"/>
                </a:lnTo>
                <a:lnTo>
                  <a:pt x="1566569" y="142275"/>
                </a:lnTo>
                <a:lnTo>
                  <a:pt x="1567247" y="143152"/>
                </a:lnTo>
                <a:lnTo>
                  <a:pt x="1567944" y="144007"/>
                </a:lnTo>
                <a:lnTo>
                  <a:pt x="1568658" y="144841"/>
                </a:lnTo>
                <a:lnTo>
                  <a:pt x="1569391" y="145654"/>
                </a:lnTo>
                <a:lnTo>
                  <a:pt x="1570142" y="146446"/>
                </a:lnTo>
                <a:lnTo>
                  <a:pt x="1570910" y="147215"/>
                </a:lnTo>
                <a:lnTo>
                  <a:pt x="1571697" y="147964"/>
                </a:lnTo>
                <a:lnTo>
                  <a:pt x="1572502" y="148691"/>
                </a:lnTo>
                <a:lnTo>
                  <a:pt x="1573325" y="149397"/>
                </a:lnTo>
                <a:lnTo>
                  <a:pt x="1574165" y="150081"/>
                </a:lnTo>
                <a:lnTo>
                  <a:pt x="1575024" y="150743"/>
                </a:lnTo>
                <a:lnTo>
                  <a:pt x="1575901" y="151385"/>
                </a:lnTo>
                <a:lnTo>
                  <a:pt x="1576796" y="152005"/>
                </a:lnTo>
                <a:lnTo>
                  <a:pt x="1577708" y="152603"/>
                </a:lnTo>
                <a:lnTo>
                  <a:pt x="1578638" y="153179"/>
                </a:lnTo>
                <a:lnTo>
                  <a:pt x="1579584" y="153729"/>
                </a:lnTo>
                <a:lnTo>
                  <a:pt x="1580545" y="154256"/>
                </a:lnTo>
                <a:lnTo>
                  <a:pt x="1581522" y="154758"/>
                </a:lnTo>
                <a:lnTo>
                  <a:pt x="1582516" y="155236"/>
                </a:lnTo>
                <a:lnTo>
                  <a:pt x="1583524" y="155689"/>
                </a:lnTo>
                <a:lnTo>
                  <a:pt x="1584549" y="156117"/>
                </a:lnTo>
                <a:lnTo>
                  <a:pt x="1585590" y="156521"/>
                </a:lnTo>
                <a:lnTo>
                  <a:pt x="1586646" y="156901"/>
                </a:lnTo>
                <a:lnTo>
                  <a:pt x="1587719" y="157256"/>
                </a:lnTo>
                <a:lnTo>
                  <a:pt x="1588807" y="157586"/>
                </a:lnTo>
                <a:lnTo>
                  <a:pt x="1589911" y="157893"/>
                </a:lnTo>
                <a:lnTo>
                  <a:pt x="1591031" y="158174"/>
                </a:lnTo>
                <a:lnTo>
                  <a:pt x="1592166" y="158431"/>
                </a:lnTo>
                <a:lnTo>
                  <a:pt x="1593318" y="158664"/>
                </a:lnTo>
                <a:lnTo>
                  <a:pt x="1594485" y="158872"/>
                </a:lnTo>
                <a:lnTo>
                  <a:pt x="1595668" y="159056"/>
                </a:lnTo>
                <a:lnTo>
                  <a:pt x="1596867" y="159215"/>
                </a:lnTo>
                <a:lnTo>
                  <a:pt x="1598082" y="159350"/>
                </a:lnTo>
                <a:lnTo>
                  <a:pt x="1599313" y="159460"/>
                </a:lnTo>
                <a:lnTo>
                  <a:pt x="1600559" y="159545"/>
                </a:lnTo>
                <a:lnTo>
                  <a:pt x="1601822" y="159607"/>
                </a:lnTo>
                <a:lnTo>
                  <a:pt x="1603100" y="159643"/>
                </a:lnTo>
                <a:lnTo>
                  <a:pt x="1604394" y="159656"/>
                </a:lnTo>
                <a:lnTo>
                  <a:pt x="1605716" y="159643"/>
                </a:lnTo>
                <a:lnTo>
                  <a:pt x="1607023" y="159607"/>
                </a:lnTo>
                <a:lnTo>
                  <a:pt x="1608314" y="159545"/>
                </a:lnTo>
                <a:lnTo>
                  <a:pt x="1609589" y="159460"/>
                </a:lnTo>
                <a:lnTo>
                  <a:pt x="1610848" y="159350"/>
                </a:lnTo>
                <a:lnTo>
                  <a:pt x="1612091" y="159215"/>
                </a:lnTo>
                <a:close/>
                <a:moveTo>
                  <a:pt x="1599241" y="144246"/>
                </a:moveTo>
                <a:lnTo>
                  <a:pt x="1598433" y="144117"/>
                </a:lnTo>
                <a:lnTo>
                  <a:pt x="1597640" y="143969"/>
                </a:lnTo>
                <a:lnTo>
                  <a:pt x="1596862" y="143801"/>
                </a:lnTo>
                <a:lnTo>
                  <a:pt x="1596098" y="143613"/>
                </a:lnTo>
                <a:lnTo>
                  <a:pt x="1595349" y="143405"/>
                </a:lnTo>
                <a:lnTo>
                  <a:pt x="1594615" y="143177"/>
                </a:lnTo>
                <a:lnTo>
                  <a:pt x="1593895" y="142929"/>
                </a:lnTo>
                <a:lnTo>
                  <a:pt x="1593190" y="142662"/>
                </a:lnTo>
                <a:lnTo>
                  <a:pt x="1592500" y="142375"/>
                </a:lnTo>
                <a:lnTo>
                  <a:pt x="1591824" y="142068"/>
                </a:lnTo>
                <a:lnTo>
                  <a:pt x="1591163" y="141742"/>
                </a:lnTo>
                <a:lnTo>
                  <a:pt x="1590517" y="141395"/>
                </a:lnTo>
                <a:lnTo>
                  <a:pt x="1589885" y="141029"/>
                </a:lnTo>
                <a:lnTo>
                  <a:pt x="1589268" y="140643"/>
                </a:lnTo>
                <a:lnTo>
                  <a:pt x="1588665" y="140237"/>
                </a:lnTo>
                <a:lnTo>
                  <a:pt x="1588077" y="139811"/>
                </a:lnTo>
                <a:lnTo>
                  <a:pt x="1587504" y="139366"/>
                </a:lnTo>
                <a:lnTo>
                  <a:pt x="1586946" y="138900"/>
                </a:lnTo>
                <a:lnTo>
                  <a:pt x="1586401" y="138418"/>
                </a:lnTo>
                <a:lnTo>
                  <a:pt x="1585869" y="137921"/>
                </a:lnTo>
                <a:lnTo>
                  <a:pt x="1585350" y="137409"/>
                </a:lnTo>
                <a:lnTo>
                  <a:pt x="1584844" y="136883"/>
                </a:lnTo>
                <a:lnTo>
                  <a:pt x="1584351" y="136343"/>
                </a:lnTo>
                <a:lnTo>
                  <a:pt x="1583870" y="135788"/>
                </a:lnTo>
                <a:lnTo>
                  <a:pt x="1583403" y="135219"/>
                </a:lnTo>
                <a:lnTo>
                  <a:pt x="1582948" y="134635"/>
                </a:lnTo>
                <a:lnTo>
                  <a:pt x="1582506" y="134037"/>
                </a:lnTo>
                <a:lnTo>
                  <a:pt x="1582077" y="133424"/>
                </a:lnTo>
                <a:lnTo>
                  <a:pt x="1581661" y="132797"/>
                </a:lnTo>
                <a:lnTo>
                  <a:pt x="1581258" y="132156"/>
                </a:lnTo>
                <a:lnTo>
                  <a:pt x="1580868" y="131500"/>
                </a:lnTo>
                <a:lnTo>
                  <a:pt x="1580490" y="130830"/>
                </a:lnTo>
                <a:lnTo>
                  <a:pt x="1580126" y="130145"/>
                </a:lnTo>
                <a:lnTo>
                  <a:pt x="1579774" y="129446"/>
                </a:lnTo>
                <a:lnTo>
                  <a:pt x="1579435" y="128733"/>
                </a:lnTo>
                <a:lnTo>
                  <a:pt x="1579109" y="128005"/>
                </a:lnTo>
                <a:lnTo>
                  <a:pt x="1578796" y="127262"/>
                </a:lnTo>
                <a:lnTo>
                  <a:pt x="1578496" y="126506"/>
                </a:lnTo>
                <a:lnTo>
                  <a:pt x="1578208" y="125734"/>
                </a:lnTo>
                <a:lnTo>
                  <a:pt x="1577934" y="124949"/>
                </a:lnTo>
                <a:lnTo>
                  <a:pt x="1577672" y="124149"/>
                </a:lnTo>
                <a:lnTo>
                  <a:pt x="1577423" y="123334"/>
                </a:lnTo>
                <a:lnTo>
                  <a:pt x="1577186" y="122508"/>
                </a:lnTo>
                <a:lnTo>
                  <a:pt x="1576959" y="121672"/>
                </a:lnTo>
                <a:lnTo>
                  <a:pt x="1576742" y="120826"/>
                </a:lnTo>
                <a:lnTo>
                  <a:pt x="1576535" y="119971"/>
                </a:lnTo>
                <a:lnTo>
                  <a:pt x="1576338" y="119107"/>
                </a:lnTo>
                <a:lnTo>
                  <a:pt x="1576151" y="118233"/>
                </a:lnTo>
                <a:lnTo>
                  <a:pt x="1575974" y="117349"/>
                </a:lnTo>
                <a:lnTo>
                  <a:pt x="1575808" y="116456"/>
                </a:lnTo>
                <a:lnTo>
                  <a:pt x="1575651" y="115554"/>
                </a:lnTo>
                <a:lnTo>
                  <a:pt x="1575505" y="114642"/>
                </a:lnTo>
                <a:lnTo>
                  <a:pt x="1575369" y="113721"/>
                </a:lnTo>
                <a:lnTo>
                  <a:pt x="1575242" y="112790"/>
                </a:lnTo>
                <a:lnTo>
                  <a:pt x="1575126" y="111849"/>
                </a:lnTo>
                <a:lnTo>
                  <a:pt x="1575020" y="110900"/>
                </a:lnTo>
                <a:lnTo>
                  <a:pt x="1574924" y="109940"/>
                </a:lnTo>
                <a:lnTo>
                  <a:pt x="1574838" y="108971"/>
                </a:lnTo>
                <a:lnTo>
                  <a:pt x="1574763" y="107993"/>
                </a:lnTo>
                <a:lnTo>
                  <a:pt x="1574697" y="107005"/>
                </a:lnTo>
                <a:lnTo>
                  <a:pt x="1574642" y="106008"/>
                </a:lnTo>
                <a:lnTo>
                  <a:pt x="1574596" y="105001"/>
                </a:lnTo>
                <a:lnTo>
                  <a:pt x="1574561" y="103985"/>
                </a:lnTo>
                <a:lnTo>
                  <a:pt x="1574536" y="102959"/>
                </a:lnTo>
                <a:lnTo>
                  <a:pt x="1574520" y="101924"/>
                </a:lnTo>
                <a:lnTo>
                  <a:pt x="1574515" y="100879"/>
                </a:lnTo>
                <a:lnTo>
                  <a:pt x="1574520" y="99815"/>
                </a:lnTo>
                <a:lnTo>
                  <a:pt x="1574536" y="98760"/>
                </a:lnTo>
                <a:lnTo>
                  <a:pt x="1574561" y="97716"/>
                </a:lnTo>
                <a:lnTo>
                  <a:pt x="1574596" y="96682"/>
                </a:lnTo>
                <a:lnTo>
                  <a:pt x="1574642" y="95657"/>
                </a:lnTo>
                <a:lnTo>
                  <a:pt x="1574697" y="94642"/>
                </a:lnTo>
                <a:lnTo>
                  <a:pt x="1574763" y="93638"/>
                </a:lnTo>
                <a:lnTo>
                  <a:pt x="1574838" y="92643"/>
                </a:lnTo>
                <a:lnTo>
                  <a:pt x="1574924" y="91658"/>
                </a:lnTo>
                <a:lnTo>
                  <a:pt x="1575020" y="90683"/>
                </a:lnTo>
                <a:lnTo>
                  <a:pt x="1575126" y="89717"/>
                </a:lnTo>
                <a:lnTo>
                  <a:pt x="1575242" y="88762"/>
                </a:lnTo>
                <a:lnTo>
                  <a:pt x="1575369" y="87817"/>
                </a:lnTo>
                <a:lnTo>
                  <a:pt x="1575505" y="86881"/>
                </a:lnTo>
                <a:lnTo>
                  <a:pt x="1575651" y="85956"/>
                </a:lnTo>
                <a:lnTo>
                  <a:pt x="1575808" y="85040"/>
                </a:lnTo>
                <a:lnTo>
                  <a:pt x="1575974" y="84134"/>
                </a:lnTo>
                <a:lnTo>
                  <a:pt x="1576151" y="83238"/>
                </a:lnTo>
                <a:lnTo>
                  <a:pt x="1576338" y="82352"/>
                </a:lnTo>
                <a:lnTo>
                  <a:pt x="1576535" y="81476"/>
                </a:lnTo>
                <a:lnTo>
                  <a:pt x="1576742" y="80610"/>
                </a:lnTo>
                <a:lnTo>
                  <a:pt x="1576959" y="79754"/>
                </a:lnTo>
                <a:lnTo>
                  <a:pt x="1577186" y="78907"/>
                </a:lnTo>
                <a:lnTo>
                  <a:pt x="1577423" y="78071"/>
                </a:lnTo>
                <a:lnTo>
                  <a:pt x="1577672" y="77246"/>
                </a:lnTo>
                <a:lnTo>
                  <a:pt x="1577934" y="76437"/>
                </a:lnTo>
                <a:lnTo>
                  <a:pt x="1578208" y="75641"/>
                </a:lnTo>
                <a:lnTo>
                  <a:pt x="1578496" y="74861"/>
                </a:lnTo>
                <a:lnTo>
                  <a:pt x="1578796" y="74095"/>
                </a:lnTo>
                <a:lnTo>
                  <a:pt x="1579109" y="73344"/>
                </a:lnTo>
                <a:lnTo>
                  <a:pt x="1579435" y="72607"/>
                </a:lnTo>
                <a:lnTo>
                  <a:pt x="1579774" y="71885"/>
                </a:lnTo>
                <a:lnTo>
                  <a:pt x="1580126" y="71178"/>
                </a:lnTo>
                <a:lnTo>
                  <a:pt x="1580490" y="70485"/>
                </a:lnTo>
                <a:lnTo>
                  <a:pt x="1580868" y="69807"/>
                </a:lnTo>
                <a:lnTo>
                  <a:pt x="1581258" y="69144"/>
                </a:lnTo>
                <a:lnTo>
                  <a:pt x="1581661" y="68495"/>
                </a:lnTo>
                <a:lnTo>
                  <a:pt x="1582077" y="67861"/>
                </a:lnTo>
                <a:lnTo>
                  <a:pt x="1582506" y="67242"/>
                </a:lnTo>
                <a:lnTo>
                  <a:pt x="1582948" y="66637"/>
                </a:lnTo>
                <a:lnTo>
                  <a:pt x="1583403" y="66047"/>
                </a:lnTo>
                <a:lnTo>
                  <a:pt x="1583870" y="65471"/>
                </a:lnTo>
                <a:lnTo>
                  <a:pt x="1584351" y="64911"/>
                </a:lnTo>
                <a:lnTo>
                  <a:pt x="1584844" y="64364"/>
                </a:lnTo>
                <a:lnTo>
                  <a:pt x="1585350" y="63833"/>
                </a:lnTo>
                <a:lnTo>
                  <a:pt x="1585869" y="63316"/>
                </a:lnTo>
                <a:lnTo>
                  <a:pt x="1586401" y="62814"/>
                </a:lnTo>
                <a:lnTo>
                  <a:pt x="1586946" y="62326"/>
                </a:lnTo>
                <a:lnTo>
                  <a:pt x="1587504" y="61856"/>
                </a:lnTo>
                <a:lnTo>
                  <a:pt x="1588077" y="61406"/>
                </a:lnTo>
                <a:lnTo>
                  <a:pt x="1588665" y="60976"/>
                </a:lnTo>
                <a:lnTo>
                  <a:pt x="1589268" y="60566"/>
                </a:lnTo>
                <a:lnTo>
                  <a:pt x="1589885" y="60175"/>
                </a:lnTo>
                <a:lnTo>
                  <a:pt x="1590517" y="59805"/>
                </a:lnTo>
                <a:lnTo>
                  <a:pt x="1591163" y="59455"/>
                </a:lnTo>
                <a:lnTo>
                  <a:pt x="1591824" y="59125"/>
                </a:lnTo>
                <a:lnTo>
                  <a:pt x="1592500" y="58815"/>
                </a:lnTo>
                <a:lnTo>
                  <a:pt x="1593190" y="58525"/>
                </a:lnTo>
                <a:lnTo>
                  <a:pt x="1593895" y="58254"/>
                </a:lnTo>
                <a:lnTo>
                  <a:pt x="1594615" y="58004"/>
                </a:lnTo>
                <a:lnTo>
                  <a:pt x="1595349" y="57774"/>
                </a:lnTo>
                <a:lnTo>
                  <a:pt x="1596098" y="57564"/>
                </a:lnTo>
                <a:lnTo>
                  <a:pt x="1596862" y="57374"/>
                </a:lnTo>
                <a:lnTo>
                  <a:pt x="1597640" y="57204"/>
                </a:lnTo>
                <a:lnTo>
                  <a:pt x="1598433" y="57054"/>
                </a:lnTo>
                <a:lnTo>
                  <a:pt x="1599241" y="56924"/>
                </a:lnTo>
                <a:lnTo>
                  <a:pt x="1600063" y="56814"/>
                </a:lnTo>
                <a:lnTo>
                  <a:pt x="1600900" y="56724"/>
                </a:lnTo>
                <a:lnTo>
                  <a:pt x="1601751" y="56654"/>
                </a:lnTo>
                <a:lnTo>
                  <a:pt x="1602617" y="56604"/>
                </a:lnTo>
                <a:lnTo>
                  <a:pt x="1603498" y="56574"/>
                </a:lnTo>
                <a:lnTo>
                  <a:pt x="1604394" y="56564"/>
                </a:lnTo>
                <a:lnTo>
                  <a:pt x="1605345" y="56574"/>
                </a:lnTo>
                <a:lnTo>
                  <a:pt x="1606281" y="56604"/>
                </a:lnTo>
                <a:lnTo>
                  <a:pt x="1607199" y="56654"/>
                </a:lnTo>
                <a:lnTo>
                  <a:pt x="1608102" y="56724"/>
                </a:lnTo>
                <a:lnTo>
                  <a:pt x="1608988" y="56814"/>
                </a:lnTo>
                <a:lnTo>
                  <a:pt x="1609857" y="56924"/>
                </a:lnTo>
                <a:lnTo>
                  <a:pt x="1610710" y="57054"/>
                </a:lnTo>
                <a:lnTo>
                  <a:pt x="1611547" y="57204"/>
                </a:lnTo>
                <a:lnTo>
                  <a:pt x="1612367" y="57374"/>
                </a:lnTo>
                <a:lnTo>
                  <a:pt x="1613170" y="57564"/>
                </a:lnTo>
                <a:lnTo>
                  <a:pt x="1613958" y="57774"/>
                </a:lnTo>
                <a:lnTo>
                  <a:pt x="1614729" y="58004"/>
                </a:lnTo>
                <a:lnTo>
                  <a:pt x="1615483" y="58254"/>
                </a:lnTo>
                <a:lnTo>
                  <a:pt x="1616221" y="58525"/>
                </a:lnTo>
                <a:lnTo>
                  <a:pt x="1616943" y="58815"/>
                </a:lnTo>
                <a:lnTo>
                  <a:pt x="1617648" y="59125"/>
                </a:lnTo>
                <a:lnTo>
                  <a:pt x="1618336" y="59455"/>
                </a:lnTo>
                <a:lnTo>
                  <a:pt x="1619009" y="59805"/>
                </a:lnTo>
                <a:lnTo>
                  <a:pt x="1619664" y="60175"/>
                </a:lnTo>
                <a:lnTo>
                  <a:pt x="1620304" y="60566"/>
                </a:lnTo>
                <a:lnTo>
                  <a:pt x="1620927" y="60976"/>
                </a:lnTo>
                <a:lnTo>
                  <a:pt x="1621533" y="61406"/>
                </a:lnTo>
                <a:lnTo>
                  <a:pt x="1622123" y="61856"/>
                </a:lnTo>
                <a:lnTo>
                  <a:pt x="1622697" y="62326"/>
                </a:lnTo>
                <a:lnTo>
                  <a:pt x="1623256" y="62814"/>
                </a:lnTo>
                <a:lnTo>
                  <a:pt x="1623802" y="63316"/>
                </a:lnTo>
                <a:lnTo>
                  <a:pt x="1624335" y="63833"/>
                </a:lnTo>
                <a:lnTo>
                  <a:pt x="1624854" y="64364"/>
                </a:lnTo>
                <a:lnTo>
                  <a:pt x="1625361" y="64911"/>
                </a:lnTo>
                <a:lnTo>
                  <a:pt x="1625855" y="65471"/>
                </a:lnTo>
                <a:lnTo>
                  <a:pt x="1626335" y="66047"/>
                </a:lnTo>
                <a:lnTo>
                  <a:pt x="1626803" y="66637"/>
                </a:lnTo>
                <a:lnTo>
                  <a:pt x="1627257" y="67242"/>
                </a:lnTo>
                <a:lnTo>
                  <a:pt x="1627698" y="67861"/>
                </a:lnTo>
                <a:lnTo>
                  <a:pt x="1628127" y="68495"/>
                </a:lnTo>
                <a:lnTo>
                  <a:pt x="1628542" y="69144"/>
                </a:lnTo>
                <a:lnTo>
                  <a:pt x="1628944" y="69807"/>
                </a:lnTo>
                <a:lnTo>
                  <a:pt x="1629333" y="70485"/>
                </a:lnTo>
                <a:lnTo>
                  <a:pt x="1629709" y="71178"/>
                </a:lnTo>
                <a:lnTo>
                  <a:pt x="1630072" y="71885"/>
                </a:lnTo>
                <a:lnTo>
                  <a:pt x="1630422" y="72607"/>
                </a:lnTo>
                <a:lnTo>
                  <a:pt x="1630758" y="73344"/>
                </a:lnTo>
                <a:lnTo>
                  <a:pt x="1631082" y="74095"/>
                </a:lnTo>
                <a:lnTo>
                  <a:pt x="1631393" y="74861"/>
                </a:lnTo>
                <a:lnTo>
                  <a:pt x="1631690" y="75641"/>
                </a:lnTo>
                <a:lnTo>
                  <a:pt x="1631975" y="76437"/>
                </a:lnTo>
                <a:lnTo>
                  <a:pt x="1632246" y="77246"/>
                </a:lnTo>
                <a:lnTo>
                  <a:pt x="1632505" y="78071"/>
                </a:lnTo>
                <a:lnTo>
                  <a:pt x="1632751" y="78907"/>
                </a:lnTo>
                <a:lnTo>
                  <a:pt x="1632987" y="79753"/>
                </a:lnTo>
                <a:lnTo>
                  <a:pt x="1633213" y="80608"/>
                </a:lnTo>
                <a:lnTo>
                  <a:pt x="1633428" y="81473"/>
                </a:lnTo>
                <a:lnTo>
                  <a:pt x="1633633" y="82347"/>
                </a:lnTo>
                <a:lnTo>
                  <a:pt x="1633827" y="83231"/>
                </a:lnTo>
                <a:lnTo>
                  <a:pt x="1634010" y="84124"/>
                </a:lnTo>
                <a:lnTo>
                  <a:pt x="1634183" y="85027"/>
                </a:lnTo>
                <a:lnTo>
                  <a:pt x="1634346" y="85939"/>
                </a:lnTo>
                <a:lnTo>
                  <a:pt x="1634498" y="86861"/>
                </a:lnTo>
                <a:lnTo>
                  <a:pt x="1634640" y="87792"/>
                </a:lnTo>
                <a:lnTo>
                  <a:pt x="1634771" y="88733"/>
                </a:lnTo>
                <a:lnTo>
                  <a:pt x="1634892" y="89683"/>
                </a:lnTo>
                <a:lnTo>
                  <a:pt x="1635002" y="90643"/>
                </a:lnTo>
                <a:lnTo>
                  <a:pt x="1635102" y="91612"/>
                </a:lnTo>
                <a:lnTo>
                  <a:pt x="1635191" y="92590"/>
                </a:lnTo>
                <a:lnTo>
                  <a:pt x="1635270" y="93579"/>
                </a:lnTo>
                <a:lnTo>
                  <a:pt x="1635338" y="94576"/>
                </a:lnTo>
                <a:lnTo>
                  <a:pt x="1635395" y="95583"/>
                </a:lnTo>
                <a:lnTo>
                  <a:pt x="1635443" y="96600"/>
                </a:lnTo>
                <a:lnTo>
                  <a:pt x="1635479" y="97626"/>
                </a:lnTo>
                <a:lnTo>
                  <a:pt x="1635506" y="98662"/>
                </a:lnTo>
                <a:lnTo>
                  <a:pt x="1635521" y="99707"/>
                </a:lnTo>
                <a:lnTo>
                  <a:pt x="1635527" y="100761"/>
                </a:lnTo>
                <a:lnTo>
                  <a:pt x="1635521" y="101816"/>
                </a:lnTo>
                <a:lnTo>
                  <a:pt x="1635506" y="102860"/>
                </a:lnTo>
                <a:lnTo>
                  <a:pt x="1635479" y="103895"/>
                </a:lnTo>
                <a:lnTo>
                  <a:pt x="1635443" y="104919"/>
                </a:lnTo>
                <a:lnTo>
                  <a:pt x="1635395" y="105934"/>
                </a:lnTo>
                <a:lnTo>
                  <a:pt x="1635338" y="106939"/>
                </a:lnTo>
                <a:lnTo>
                  <a:pt x="1635270" y="107934"/>
                </a:lnTo>
                <a:lnTo>
                  <a:pt x="1635191" y="108919"/>
                </a:lnTo>
                <a:lnTo>
                  <a:pt x="1635102" y="109894"/>
                </a:lnTo>
                <a:lnTo>
                  <a:pt x="1635002" y="110860"/>
                </a:lnTo>
                <a:lnTo>
                  <a:pt x="1634892" y="111815"/>
                </a:lnTo>
                <a:lnTo>
                  <a:pt x="1634771" y="112760"/>
                </a:lnTo>
                <a:lnTo>
                  <a:pt x="1634640" y="113696"/>
                </a:lnTo>
                <a:lnTo>
                  <a:pt x="1634498" y="114622"/>
                </a:lnTo>
                <a:lnTo>
                  <a:pt x="1634346" y="115537"/>
                </a:lnTo>
                <a:lnTo>
                  <a:pt x="1634183" y="116443"/>
                </a:lnTo>
                <a:lnTo>
                  <a:pt x="1634010" y="117339"/>
                </a:lnTo>
                <a:lnTo>
                  <a:pt x="1633827" y="118225"/>
                </a:lnTo>
                <a:lnTo>
                  <a:pt x="1633633" y="119102"/>
                </a:lnTo>
                <a:lnTo>
                  <a:pt x="1633428" y="119968"/>
                </a:lnTo>
                <a:lnTo>
                  <a:pt x="1633213" y="120824"/>
                </a:lnTo>
                <a:lnTo>
                  <a:pt x="1632987" y="121671"/>
                </a:lnTo>
                <a:lnTo>
                  <a:pt x="1632751" y="122507"/>
                </a:lnTo>
                <a:lnTo>
                  <a:pt x="1632505" y="123334"/>
                </a:lnTo>
                <a:lnTo>
                  <a:pt x="1632246" y="124149"/>
                </a:lnTo>
                <a:lnTo>
                  <a:pt x="1631975" y="124949"/>
                </a:lnTo>
                <a:lnTo>
                  <a:pt x="1631690" y="125734"/>
                </a:lnTo>
                <a:lnTo>
                  <a:pt x="1631393" y="126506"/>
                </a:lnTo>
                <a:lnTo>
                  <a:pt x="1631082" y="127262"/>
                </a:lnTo>
                <a:lnTo>
                  <a:pt x="1630758" y="128005"/>
                </a:lnTo>
                <a:lnTo>
                  <a:pt x="1630422" y="128733"/>
                </a:lnTo>
                <a:lnTo>
                  <a:pt x="1630072" y="129446"/>
                </a:lnTo>
                <a:lnTo>
                  <a:pt x="1629709" y="130145"/>
                </a:lnTo>
                <a:lnTo>
                  <a:pt x="1629333" y="130830"/>
                </a:lnTo>
                <a:lnTo>
                  <a:pt x="1628944" y="131500"/>
                </a:lnTo>
                <a:lnTo>
                  <a:pt x="1628542" y="132156"/>
                </a:lnTo>
                <a:lnTo>
                  <a:pt x="1628127" y="132797"/>
                </a:lnTo>
                <a:lnTo>
                  <a:pt x="1627698" y="133424"/>
                </a:lnTo>
                <a:lnTo>
                  <a:pt x="1627257" y="134037"/>
                </a:lnTo>
                <a:lnTo>
                  <a:pt x="1626803" y="134635"/>
                </a:lnTo>
                <a:lnTo>
                  <a:pt x="1626335" y="135219"/>
                </a:lnTo>
                <a:lnTo>
                  <a:pt x="1625855" y="135788"/>
                </a:lnTo>
                <a:lnTo>
                  <a:pt x="1625361" y="136343"/>
                </a:lnTo>
                <a:lnTo>
                  <a:pt x="1624854" y="136883"/>
                </a:lnTo>
                <a:lnTo>
                  <a:pt x="1624335" y="137409"/>
                </a:lnTo>
                <a:lnTo>
                  <a:pt x="1623802" y="137921"/>
                </a:lnTo>
                <a:lnTo>
                  <a:pt x="1623256" y="138418"/>
                </a:lnTo>
                <a:lnTo>
                  <a:pt x="1622697" y="138900"/>
                </a:lnTo>
                <a:lnTo>
                  <a:pt x="1622123" y="139366"/>
                </a:lnTo>
                <a:lnTo>
                  <a:pt x="1621533" y="139811"/>
                </a:lnTo>
                <a:lnTo>
                  <a:pt x="1620927" y="140237"/>
                </a:lnTo>
                <a:lnTo>
                  <a:pt x="1620304" y="140643"/>
                </a:lnTo>
                <a:lnTo>
                  <a:pt x="1619664" y="141029"/>
                </a:lnTo>
                <a:lnTo>
                  <a:pt x="1619009" y="141395"/>
                </a:lnTo>
                <a:lnTo>
                  <a:pt x="1618336" y="141742"/>
                </a:lnTo>
                <a:lnTo>
                  <a:pt x="1617648" y="142068"/>
                </a:lnTo>
                <a:lnTo>
                  <a:pt x="1616943" y="142375"/>
                </a:lnTo>
                <a:lnTo>
                  <a:pt x="1616221" y="142662"/>
                </a:lnTo>
                <a:lnTo>
                  <a:pt x="1615483" y="142929"/>
                </a:lnTo>
                <a:lnTo>
                  <a:pt x="1614729" y="143177"/>
                </a:lnTo>
                <a:lnTo>
                  <a:pt x="1613958" y="143405"/>
                </a:lnTo>
                <a:lnTo>
                  <a:pt x="1613170" y="143613"/>
                </a:lnTo>
                <a:lnTo>
                  <a:pt x="1612367" y="143801"/>
                </a:lnTo>
                <a:lnTo>
                  <a:pt x="1611547" y="143969"/>
                </a:lnTo>
                <a:lnTo>
                  <a:pt x="1610710" y="144117"/>
                </a:lnTo>
                <a:lnTo>
                  <a:pt x="1609857" y="144246"/>
                </a:lnTo>
                <a:lnTo>
                  <a:pt x="1608988" y="144355"/>
                </a:lnTo>
                <a:lnTo>
                  <a:pt x="1608102" y="144444"/>
                </a:lnTo>
                <a:lnTo>
                  <a:pt x="1607199" y="144513"/>
                </a:lnTo>
                <a:lnTo>
                  <a:pt x="1606281" y="144563"/>
                </a:lnTo>
                <a:lnTo>
                  <a:pt x="1605345" y="144593"/>
                </a:lnTo>
                <a:lnTo>
                  <a:pt x="1604394" y="144602"/>
                </a:lnTo>
                <a:lnTo>
                  <a:pt x="1603498" y="144593"/>
                </a:lnTo>
                <a:lnTo>
                  <a:pt x="1602617" y="144563"/>
                </a:lnTo>
                <a:lnTo>
                  <a:pt x="1601751" y="144513"/>
                </a:lnTo>
                <a:lnTo>
                  <a:pt x="1600900" y="144444"/>
                </a:lnTo>
                <a:lnTo>
                  <a:pt x="1600063" y="144355"/>
                </a:lnTo>
                <a:lnTo>
                  <a:pt x="1599241" y="144246"/>
                </a:lnTo>
                <a:close/>
                <a:moveTo>
                  <a:pt x="215255" y="159251"/>
                </a:moveTo>
                <a:lnTo>
                  <a:pt x="216297" y="159127"/>
                </a:lnTo>
                <a:lnTo>
                  <a:pt x="217327" y="158986"/>
                </a:lnTo>
                <a:lnTo>
                  <a:pt x="218343" y="158829"/>
                </a:lnTo>
                <a:lnTo>
                  <a:pt x="219346" y="158656"/>
                </a:lnTo>
                <a:lnTo>
                  <a:pt x="220336" y="158465"/>
                </a:lnTo>
                <a:lnTo>
                  <a:pt x="221313" y="158259"/>
                </a:lnTo>
                <a:lnTo>
                  <a:pt x="222277" y="158036"/>
                </a:lnTo>
                <a:lnTo>
                  <a:pt x="223228" y="157796"/>
                </a:lnTo>
                <a:lnTo>
                  <a:pt x="224166" y="157540"/>
                </a:lnTo>
                <a:lnTo>
                  <a:pt x="225091" y="157267"/>
                </a:lnTo>
                <a:lnTo>
                  <a:pt x="226003" y="156978"/>
                </a:lnTo>
                <a:lnTo>
                  <a:pt x="226901" y="156672"/>
                </a:lnTo>
                <a:lnTo>
                  <a:pt x="227787" y="156349"/>
                </a:lnTo>
                <a:lnTo>
                  <a:pt x="228659" y="156010"/>
                </a:lnTo>
                <a:lnTo>
                  <a:pt x="229519" y="155655"/>
                </a:lnTo>
                <a:lnTo>
                  <a:pt x="230365" y="155283"/>
                </a:lnTo>
                <a:lnTo>
                  <a:pt x="231199" y="154895"/>
                </a:lnTo>
                <a:lnTo>
                  <a:pt x="232018" y="154491"/>
                </a:lnTo>
                <a:lnTo>
                  <a:pt x="232822" y="154073"/>
                </a:lnTo>
                <a:lnTo>
                  <a:pt x="233610" y="153641"/>
                </a:lnTo>
                <a:lnTo>
                  <a:pt x="234384" y="153195"/>
                </a:lnTo>
                <a:lnTo>
                  <a:pt x="235142" y="152736"/>
                </a:lnTo>
                <a:lnTo>
                  <a:pt x="235885" y="152262"/>
                </a:lnTo>
                <a:lnTo>
                  <a:pt x="236613" y="151775"/>
                </a:lnTo>
                <a:lnTo>
                  <a:pt x="237325" y="151274"/>
                </a:lnTo>
                <a:lnTo>
                  <a:pt x="238022" y="150759"/>
                </a:lnTo>
                <a:lnTo>
                  <a:pt x="238704" y="150230"/>
                </a:lnTo>
                <a:lnTo>
                  <a:pt x="239371" y="149687"/>
                </a:lnTo>
                <a:lnTo>
                  <a:pt x="240022" y="149130"/>
                </a:lnTo>
                <a:lnTo>
                  <a:pt x="240659" y="148560"/>
                </a:lnTo>
                <a:lnTo>
                  <a:pt x="241280" y="147975"/>
                </a:lnTo>
                <a:lnTo>
                  <a:pt x="241885" y="147377"/>
                </a:lnTo>
                <a:lnTo>
                  <a:pt x="242476" y="146764"/>
                </a:lnTo>
                <a:lnTo>
                  <a:pt x="243051" y="146138"/>
                </a:lnTo>
                <a:lnTo>
                  <a:pt x="243611" y="145498"/>
                </a:lnTo>
                <a:lnTo>
                  <a:pt x="244156" y="144844"/>
                </a:lnTo>
                <a:lnTo>
                  <a:pt x="244685" y="144177"/>
                </a:lnTo>
                <a:lnTo>
                  <a:pt x="245200" y="143495"/>
                </a:lnTo>
                <a:lnTo>
                  <a:pt x="245699" y="142799"/>
                </a:lnTo>
                <a:lnTo>
                  <a:pt x="246182" y="142090"/>
                </a:lnTo>
                <a:lnTo>
                  <a:pt x="246651" y="141367"/>
                </a:lnTo>
                <a:lnTo>
                  <a:pt x="247103" y="140630"/>
                </a:lnTo>
                <a:lnTo>
                  <a:pt x="247537" y="139883"/>
                </a:lnTo>
                <a:lnTo>
                  <a:pt x="247953" y="139123"/>
                </a:lnTo>
                <a:lnTo>
                  <a:pt x="248351" y="138352"/>
                </a:lnTo>
                <a:lnTo>
                  <a:pt x="248730" y="137570"/>
                </a:lnTo>
                <a:lnTo>
                  <a:pt x="249092" y="136776"/>
                </a:lnTo>
                <a:lnTo>
                  <a:pt x="249436" y="135970"/>
                </a:lnTo>
                <a:lnTo>
                  <a:pt x="249762" y="135152"/>
                </a:lnTo>
                <a:lnTo>
                  <a:pt x="250070" y="134323"/>
                </a:lnTo>
                <a:lnTo>
                  <a:pt x="250359" y="133482"/>
                </a:lnTo>
                <a:lnTo>
                  <a:pt x="250631" y="132630"/>
                </a:lnTo>
                <a:lnTo>
                  <a:pt x="250885" y="131766"/>
                </a:lnTo>
                <a:lnTo>
                  <a:pt x="251120" y="130890"/>
                </a:lnTo>
                <a:lnTo>
                  <a:pt x="251338" y="130003"/>
                </a:lnTo>
                <a:lnTo>
                  <a:pt x="251538" y="129104"/>
                </a:lnTo>
                <a:lnTo>
                  <a:pt x="251719" y="128193"/>
                </a:lnTo>
                <a:lnTo>
                  <a:pt x="251883" y="127271"/>
                </a:lnTo>
                <a:lnTo>
                  <a:pt x="252029" y="126337"/>
                </a:lnTo>
                <a:lnTo>
                  <a:pt x="252156" y="125392"/>
                </a:lnTo>
                <a:lnTo>
                  <a:pt x="252266" y="124435"/>
                </a:lnTo>
                <a:lnTo>
                  <a:pt x="252357" y="123466"/>
                </a:lnTo>
                <a:lnTo>
                  <a:pt x="252431" y="122486"/>
                </a:lnTo>
                <a:lnTo>
                  <a:pt x="252487" y="121494"/>
                </a:lnTo>
                <a:lnTo>
                  <a:pt x="252524" y="120490"/>
                </a:lnTo>
                <a:lnTo>
                  <a:pt x="233707" y="120490"/>
                </a:lnTo>
                <a:lnTo>
                  <a:pt x="233668" y="121469"/>
                </a:lnTo>
                <a:lnTo>
                  <a:pt x="233606" y="122429"/>
                </a:lnTo>
                <a:lnTo>
                  <a:pt x="233521" y="123370"/>
                </a:lnTo>
                <a:lnTo>
                  <a:pt x="233414" y="124291"/>
                </a:lnTo>
                <a:lnTo>
                  <a:pt x="233285" y="125193"/>
                </a:lnTo>
                <a:lnTo>
                  <a:pt x="233134" y="126075"/>
                </a:lnTo>
                <a:lnTo>
                  <a:pt x="232960" y="126939"/>
                </a:lnTo>
                <a:lnTo>
                  <a:pt x="232763" y="127782"/>
                </a:lnTo>
                <a:lnTo>
                  <a:pt x="232545" y="128607"/>
                </a:lnTo>
                <a:lnTo>
                  <a:pt x="232304" y="129412"/>
                </a:lnTo>
                <a:lnTo>
                  <a:pt x="232040" y="130198"/>
                </a:lnTo>
                <a:lnTo>
                  <a:pt x="231755" y="130964"/>
                </a:lnTo>
                <a:lnTo>
                  <a:pt x="231446" y="131711"/>
                </a:lnTo>
                <a:lnTo>
                  <a:pt x="231116" y="132439"/>
                </a:lnTo>
                <a:lnTo>
                  <a:pt x="230763" y="133147"/>
                </a:lnTo>
                <a:lnTo>
                  <a:pt x="230388" y="133836"/>
                </a:lnTo>
                <a:lnTo>
                  <a:pt x="229990" y="134506"/>
                </a:lnTo>
                <a:lnTo>
                  <a:pt x="229570" y="135156"/>
                </a:lnTo>
                <a:lnTo>
                  <a:pt x="229128" y="135787"/>
                </a:lnTo>
                <a:lnTo>
                  <a:pt x="228663" y="136398"/>
                </a:lnTo>
                <a:lnTo>
                  <a:pt x="228176" y="136990"/>
                </a:lnTo>
                <a:lnTo>
                  <a:pt x="227666" y="137563"/>
                </a:lnTo>
                <a:lnTo>
                  <a:pt x="227134" y="138117"/>
                </a:lnTo>
                <a:lnTo>
                  <a:pt x="226580" y="138651"/>
                </a:lnTo>
                <a:lnTo>
                  <a:pt x="226005" y="139165"/>
                </a:lnTo>
                <a:lnTo>
                  <a:pt x="225411" y="139656"/>
                </a:lnTo>
                <a:lnTo>
                  <a:pt x="224799" y="140126"/>
                </a:lnTo>
                <a:lnTo>
                  <a:pt x="224168" y="140574"/>
                </a:lnTo>
                <a:lnTo>
                  <a:pt x="223518" y="141000"/>
                </a:lnTo>
                <a:lnTo>
                  <a:pt x="222849" y="141404"/>
                </a:lnTo>
                <a:lnTo>
                  <a:pt x="222161" y="141787"/>
                </a:lnTo>
                <a:lnTo>
                  <a:pt x="221455" y="142147"/>
                </a:lnTo>
                <a:lnTo>
                  <a:pt x="220729" y="142486"/>
                </a:lnTo>
                <a:lnTo>
                  <a:pt x="219985" y="142803"/>
                </a:lnTo>
                <a:lnTo>
                  <a:pt x="219222" y="143098"/>
                </a:lnTo>
                <a:lnTo>
                  <a:pt x="218440" y="143371"/>
                </a:lnTo>
                <a:lnTo>
                  <a:pt x="217640" y="143622"/>
                </a:lnTo>
                <a:lnTo>
                  <a:pt x="216820" y="143852"/>
                </a:lnTo>
                <a:lnTo>
                  <a:pt x="215982" y="144060"/>
                </a:lnTo>
                <a:lnTo>
                  <a:pt x="215125" y="144245"/>
                </a:lnTo>
                <a:lnTo>
                  <a:pt x="214250" y="144409"/>
                </a:lnTo>
                <a:lnTo>
                  <a:pt x="213355" y="144551"/>
                </a:lnTo>
                <a:lnTo>
                  <a:pt x="212442" y="144671"/>
                </a:lnTo>
                <a:lnTo>
                  <a:pt x="211509" y="144770"/>
                </a:lnTo>
                <a:lnTo>
                  <a:pt x="210558" y="144846"/>
                </a:lnTo>
                <a:lnTo>
                  <a:pt x="209588" y="144901"/>
                </a:lnTo>
                <a:lnTo>
                  <a:pt x="208600" y="144934"/>
                </a:lnTo>
                <a:lnTo>
                  <a:pt x="207592" y="144945"/>
                </a:lnTo>
                <a:lnTo>
                  <a:pt x="206659" y="144935"/>
                </a:lnTo>
                <a:lnTo>
                  <a:pt x="205740" y="144905"/>
                </a:lnTo>
                <a:lnTo>
                  <a:pt x="204837" y="144855"/>
                </a:lnTo>
                <a:lnTo>
                  <a:pt x="203948" y="144786"/>
                </a:lnTo>
                <a:lnTo>
                  <a:pt x="203074" y="144697"/>
                </a:lnTo>
                <a:lnTo>
                  <a:pt x="202215" y="144588"/>
                </a:lnTo>
                <a:lnTo>
                  <a:pt x="201370" y="144459"/>
                </a:lnTo>
                <a:lnTo>
                  <a:pt x="200541" y="144310"/>
                </a:lnTo>
                <a:lnTo>
                  <a:pt x="199726" y="144142"/>
                </a:lnTo>
                <a:lnTo>
                  <a:pt x="198927" y="143953"/>
                </a:lnTo>
                <a:lnTo>
                  <a:pt x="198142" y="143745"/>
                </a:lnTo>
                <a:lnTo>
                  <a:pt x="197372" y="143517"/>
                </a:lnTo>
                <a:lnTo>
                  <a:pt x="196616" y="143269"/>
                </a:lnTo>
                <a:lnTo>
                  <a:pt x="195876" y="143002"/>
                </a:lnTo>
                <a:lnTo>
                  <a:pt x="195150" y="142714"/>
                </a:lnTo>
                <a:lnTo>
                  <a:pt x="194440" y="142407"/>
                </a:lnTo>
                <a:lnTo>
                  <a:pt x="193744" y="142080"/>
                </a:lnTo>
                <a:lnTo>
                  <a:pt x="193063" y="141733"/>
                </a:lnTo>
                <a:lnTo>
                  <a:pt x="192397" y="141366"/>
                </a:lnTo>
                <a:lnTo>
                  <a:pt x="191746" y="140980"/>
                </a:lnTo>
                <a:lnTo>
                  <a:pt x="191109" y="140574"/>
                </a:lnTo>
                <a:lnTo>
                  <a:pt x="190488" y="140147"/>
                </a:lnTo>
                <a:lnTo>
                  <a:pt x="189881" y="139701"/>
                </a:lnTo>
                <a:lnTo>
                  <a:pt x="189289" y="139235"/>
                </a:lnTo>
                <a:lnTo>
                  <a:pt x="188711" y="138753"/>
                </a:lnTo>
                <a:lnTo>
                  <a:pt x="188147" y="138258"/>
                </a:lnTo>
                <a:lnTo>
                  <a:pt x="187595" y="137750"/>
                </a:lnTo>
                <a:lnTo>
                  <a:pt x="187057" y="137228"/>
                </a:lnTo>
                <a:lnTo>
                  <a:pt x="186533" y="136694"/>
                </a:lnTo>
                <a:lnTo>
                  <a:pt x="186021" y="136147"/>
                </a:lnTo>
                <a:lnTo>
                  <a:pt x="185523" y="135586"/>
                </a:lnTo>
                <a:lnTo>
                  <a:pt x="185038" y="135013"/>
                </a:lnTo>
                <a:lnTo>
                  <a:pt x="184566" y="134427"/>
                </a:lnTo>
                <a:lnTo>
                  <a:pt x="184108" y="133828"/>
                </a:lnTo>
                <a:lnTo>
                  <a:pt x="183663" y="133215"/>
                </a:lnTo>
                <a:lnTo>
                  <a:pt x="183231" y="132590"/>
                </a:lnTo>
                <a:lnTo>
                  <a:pt x="182812" y="131952"/>
                </a:lnTo>
                <a:lnTo>
                  <a:pt x="182407" y="131300"/>
                </a:lnTo>
                <a:lnTo>
                  <a:pt x="182014" y="130636"/>
                </a:lnTo>
                <a:lnTo>
                  <a:pt x="181636" y="129959"/>
                </a:lnTo>
                <a:lnTo>
                  <a:pt x="181270" y="129268"/>
                </a:lnTo>
                <a:lnTo>
                  <a:pt x="180918" y="128565"/>
                </a:lnTo>
                <a:lnTo>
                  <a:pt x="180579" y="127849"/>
                </a:lnTo>
                <a:lnTo>
                  <a:pt x="180253" y="127119"/>
                </a:lnTo>
                <a:lnTo>
                  <a:pt x="179940" y="126377"/>
                </a:lnTo>
                <a:lnTo>
                  <a:pt x="179641" y="125621"/>
                </a:lnTo>
                <a:lnTo>
                  <a:pt x="179355" y="124853"/>
                </a:lnTo>
                <a:lnTo>
                  <a:pt x="179082" y="124072"/>
                </a:lnTo>
                <a:lnTo>
                  <a:pt x="178822" y="123281"/>
                </a:lnTo>
                <a:lnTo>
                  <a:pt x="178572" y="122483"/>
                </a:lnTo>
                <a:lnTo>
                  <a:pt x="178332" y="121679"/>
                </a:lnTo>
                <a:lnTo>
                  <a:pt x="178104" y="120869"/>
                </a:lnTo>
                <a:lnTo>
                  <a:pt x="177886" y="120052"/>
                </a:lnTo>
                <a:lnTo>
                  <a:pt x="177678" y="119229"/>
                </a:lnTo>
                <a:lnTo>
                  <a:pt x="177482" y="118400"/>
                </a:lnTo>
                <a:lnTo>
                  <a:pt x="177296" y="117564"/>
                </a:lnTo>
                <a:lnTo>
                  <a:pt x="177121" y="116722"/>
                </a:lnTo>
                <a:lnTo>
                  <a:pt x="176956" y="115873"/>
                </a:lnTo>
                <a:lnTo>
                  <a:pt x="176802" y="115018"/>
                </a:lnTo>
                <a:lnTo>
                  <a:pt x="176659" y="114156"/>
                </a:lnTo>
                <a:lnTo>
                  <a:pt x="176527" y="113289"/>
                </a:lnTo>
                <a:lnTo>
                  <a:pt x="176405" y="112414"/>
                </a:lnTo>
                <a:lnTo>
                  <a:pt x="176294" y="111534"/>
                </a:lnTo>
                <a:lnTo>
                  <a:pt x="176193" y="110647"/>
                </a:lnTo>
                <a:lnTo>
                  <a:pt x="176104" y="109753"/>
                </a:lnTo>
                <a:lnTo>
                  <a:pt x="176025" y="108853"/>
                </a:lnTo>
                <a:lnTo>
                  <a:pt x="175956" y="107947"/>
                </a:lnTo>
                <a:lnTo>
                  <a:pt x="175899" y="107035"/>
                </a:lnTo>
                <a:lnTo>
                  <a:pt x="175852" y="106116"/>
                </a:lnTo>
                <a:lnTo>
                  <a:pt x="175816" y="105190"/>
                </a:lnTo>
                <a:lnTo>
                  <a:pt x="175790" y="104258"/>
                </a:lnTo>
                <a:lnTo>
                  <a:pt x="175775" y="103320"/>
                </a:lnTo>
                <a:lnTo>
                  <a:pt x="252068" y="103320"/>
                </a:lnTo>
                <a:lnTo>
                  <a:pt x="252087" y="103230"/>
                </a:lnTo>
                <a:lnTo>
                  <a:pt x="252105" y="103135"/>
                </a:lnTo>
                <a:lnTo>
                  <a:pt x="252122" y="103035"/>
                </a:lnTo>
                <a:lnTo>
                  <a:pt x="252139" y="102931"/>
                </a:lnTo>
                <a:lnTo>
                  <a:pt x="252155" y="102822"/>
                </a:lnTo>
                <a:lnTo>
                  <a:pt x="252171" y="102708"/>
                </a:lnTo>
                <a:lnTo>
                  <a:pt x="252186" y="102590"/>
                </a:lnTo>
                <a:lnTo>
                  <a:pt x="252201" y="102467"/>
                </a:lnTo>
                <a:lnTo>
                  <a:pt x="252215" y="102339"/>
                </a:lnTo>
                <a:lnTo>
                  <a:pt x="252228" y="102207"/>
                </a:lnTo>
                <a:lnTo>
                  <a:pt x="252241" y="102070"/>
                </a:lnTo>
                <a:lnTo>
                  <a:pt x="252253" y="101928"/>
                </a:lnTo>
                <a:lnTo>
                  <a:pt x="252265" y="101782"/>
                </a:lnTo>
                <a:lnTo>
                  <a:pt x="252276" y="101631"/>
                </a:lnTo>
                <a:lnTo>
                  <a:pt x="252286" y="101475"/>
                </a:lnTo>
                <a:lnTo>
                  <a:pt x="252296" y="101315"/>
                </a:lnTo>
                <a:lnTo>
                  <a:pt x="252305" y="101150"/>
                </a:lnTo>
                <a:lnTo>
                  <a:pt x="252314" y="100980"/>
                </a:lnTo>
                <a:lnTo>
                  <a:pt x="252322" y="100806"/>
                </a:lnTo>
                <a:lnTo>
                  <a:pt x="252329" y="100626"/>
                </a:lnTo>
                <a:lnTo>
                  <a:pt x="252336" y="100443"/>
                </a:lnTo>
                <a:lnTo>
                  <a:pt x="252342" y="100254"/>
                </a:lnTo>
                <a:lnTo>
                  <a:pt x="252348" y="100061"/>
                </a:lnTo>
                <a:lnTo>
                  <a:pt x="252353" y="99863"/>
                </a:lnTo>
                <a:lnTo>
                  <a:pt x="252358" y="99664"/>
                </a:lnTo>
                <a:lnTo>
                  <a:pt x="252362" y="99467"/>
                </a:lnTo>
                <a:lnTo>
                  <a:pt x="252366" y="99272"/>
                </a:lnTo>
                <a:lnTo>
                  <a:pt x="252370" y="99079"/>
                </a:lnTo>
                <a:lnTo>
                  <a:pt x="252374" y="98889"/>
                </a:lnTo>
                <a:lnTo>
                  <a:pt x="252378" y="98701"/>
                </a:lnTo>
                <a:lnTo>
                  <a:pt x="252381" y="98515"/>
                </a:lnTo>
                <a:lnTo>
                  <a:pt x="252385" y="98331"/>
                </a:lnTo>
                <a:lnTo>
                  <a:pt x="252388" y="98150"/>
                </a:lnTo>
                <a:lnTo>
                  <a:pt x="252391" y="97971"/>
                </a:lnTo>
                <a:lnTo>
                  <a:pt x="252393" y="97794"/>
                </a:lnTo>
                <a:lnTo>
                  <a:pt x="252396" y="97619"/>
                </a:lnTo>
                <a:lnTo>
                  <a:pt x="252398" y="97446"/>
                </a:lnTo>
                <a:lnTo>
                  <a:pt x="252400" y="97276"/>
                </a:lnTo>
                <a:lnTo>
                  <a:pt x="252402" y="97108"/>
                </a:lnTo>
                <a:lnTo>
                  <a:pt x="252404" y="96943"/>
                </a:lnTo>
                <a:lnTo>
                  <a:pt x="252405" y="96779"/>
                </a:lnTo>
                <a:lnTo>
                  <a:pt x="252406" y="96618"/>
                </a:lnTo>
                <a:lnTo>
                  <a:pt x="252408" y="96459"/>
                </a:lnTo>
                <a:lnTo>
                  <a:pt x="252408" y="96302"/>
                </a:lnTo>
                <a:lnTo>
                  <a:pt x="252409" y="96147"/>
                </a:lnTo>
                <a:lnTo>
                  <a:pt x="252410" y="95995"/>
                </a:lnTo>
                <a:lnTo>
                  <a:pt x="252410" y="95845"/>
                </a:lnTo>
                <a:lnTo>
                  <a:pt x="252410" y="95697"/>
                </a:lnTo>
                <a:lnTo>
                  <a:pt x="252388" y="93520"/>
                </a:lnTo>
                <a:lnTo>
                  <a:pt x="252324" y="91385"/>
                </a:lnTo>
                <a:lnTo>
                  <a:pt x="252216" y="89293"/>
                </a:lnTo>
                <a:lnTo>
                  <a:pt x="252065" y="87244"/>
                </a:lnTo>
                <a:lnTo>
                  <a:pt x="251870" y="85238"/>
                </a:lnTo>
                <a:lnTo>
                  <a:pt x="251633" y="83274"/>
                </a:lnTo>
                <a:lnTo>
                  <a:pt x="251353" y="81353"/>
                </a:lnTo>
                <a:lnTo>
                  <a:pt x="251029" y="79475"/>
                </a:lnTo>
                <a:lnTo>
                  <a:pt x="250662" y="77640"/>
                </a:lnTo>
                <a:lnTo>
                  <a:pt x="250252" y="75847"/>
                </a:lnTo>
                <a:lnTo>
                  <a:pt x="249799" y="74097"/>
                </a:lnTo>
                <a:lnTo>
                  <a:pt x="249302" y="72390"/>
                </a:lnTo>
                <a:lnTo>
                  <a:pt x="248763" y="70726"/>
                </a:lnTo>
                <a:lnTo>
                  <a:pt x="248180" y="69105"/>
                </a:lnTo>
                <a:lnTo>
                  <a:pt x="247554" y="67526"/>
                </a:lnTo>
                <a:lnTo>
                  <a:pt x="246885" y="65990"/>
                </a:lnTo>
                <a:lnTo>
                  <a:pt x="246173" y="64497"/>
                </a:lnTo>
                <a:lnTo>
                  <a:pt x="245418" y="63046"/>
                </a:lnTo>
                <a:lnTo>
                  <a:pt x="244619" y="61638"/>
                </a:lnTo>
                <a:lnTo>
                  <a:pt x="243778" y="60274"/>
                </a:lnTo>
                <a:lnTo>
                  <a:pt x="242893" y="58951"/>
                </a:lnTo>
                <a:lnTo>
                  <a:pt x="241965" y="57672"/>
                </a:lnTo>
                <a:lnTo>
                  <a:pt x="240994" y="56435"/>
                </a:lnTo>
                <a:lnTo>
                  <a:pt x="239980" y="55242"/>
                </a:lnTo>
                <a:lnTo>
                  <a:pt x="238927" y="54093"/>
                </a:lnTo>
                <a:lnTo>
                  <a:pt x="237841" y="52994"/>
                </a:lnTo>
                <a:lnTo>
                  <a:pt x="236722" y="51943"/>
                </a:lnTo>
                <a:lnTo>
                  <a:pt x="235570" y="50941"/>
                </a:lnTo>
                <a:lnTo>
                  <a:pt x="234385" y="49989"/>
                </a:lnTo>
                <a:lnTo>
                  <a:pt x="233166" y="49085"/>
                </a:lnTo>
                <a:lnTo>
                  <a:pt x="231914" y="48229"/>
                </a:lnTo>
                <a:lnTo>
                  <a:pt x="230628" y="47423"/>
                </a:lnTo>
                <a:lnTo>
                  <a:pt x="229310" y="46666"/>
                </a:lnTo>
                <a:lnTo>
                  <a:pt x="227958" y="45957"/>
                </a:lnTo>
                <a:lnTo>
                  <a:pt x="226573" y="45297"/>
                </a:lnTo>
                <a:lnTo>
                  <a:pt x="225154" y="44687"/>
                </a:lnTo>
                <a:lnTo>
                  <a:pt x="223703" y="44125"/>
                </a:lnTo>
                <a:lnTo>
                  <a:pt x="222218" y="43612"/>
                </a:lnTo>
                <a:lnTo>
                  <a:pt x="220700" y="43147"/>
                </a:lnTo>
                <a:lnTo>
                  <a:pt x="219148" y="42732"/>
                </a:lnTo>
                <a:lnTo>
                  <a:pt x="217564" y="42366"/>
                </a:lnTo>
                <a:lnTo>
                  <a:pt x="215946" y="42048"/>
                </a:lnTo>
                <a:lnTo>
                  <a:pt x="214295" y="41779"/>
                </a:lnTo>
                <a:lnTo>
                  <a:pt x="212610" y="41559"/>
                </a:lnTo>
                <a:lnTo>
                  <a:pt x="210892" y="41388"/>
                </a:lnTo>
                <a:lnTo>
                  <a:pt x="209141" y="41266"/>
                </a:lnTo>
                <a:lnTo>
                  <a:pt x="207357" y="41193"/>
                </a:lnTo>
                <a:lnTo>
                  <a:pt x="205540" y="41168"/>
                </a:lnTo>
                <a:lnTo>
                  <a:pt x="204181" y="41181"/>
                </a:lnTo>
                <a:lnTo>
                  <a:pt x="202841" y="41221"/>
                </a:lnTo>
                <a:lnTo>
                  <a:pt x="201521" y="41286"/>
                </a:lnTo>
                <a:lnTo>
                  <a:pt x="200219" y="41377"/>
                </a:lnTo>
                <a:lnTo>
                  <a:pt x="198937" y="41495"/>
                </a:lnTo>
                <a:lnTo>
                  <a:pt x="197674" y="41638"/>
                </a:lnTo>
                <a:lnTo>
                  <a:pt x="196431" y="41808"/>
                </a:lnTo>
                <a:lnTo>
                  <a:pt x="195206" y="42003"/>
                </a:lnTo>
                <a:lnTo>
                  <a:pt x="194001" y="42225"/>
                </a:lnTo>
                <a:lnTo>
                  <a:pt x="192815" y="42473"/>
                </a:lnTo>
                <a:lnTo>
                  <a:pt x="191648" y="42747"/>
                </a:lnTo>
                <a:lnTo>
                  <a:pt x="190501" y="43047"/>
                </a:lnTo>
                <a:lnTo>
                  <a:pt x="189372" y="43374"/>
                </a:lnTo>
                <a:lnTo>
                  <a:pt x="188263" y="43726"/>
                </a:lnTo>
                <a:lnTo>
                  <a:pt x="187173" y="44104"/>
                </a:lnTo>
                <a:lnTo>
                  <a:pt x="186102" y="44509"/>
                </a:lnTo>
                <a:lnTo>
                  <a:pt x="185051" y="44939"/>
                </a:lnTo>
                <a:lnTo>
                  <a:pt x="184018" y="45396"/>
                </a:lnTo>
                <a:lnTo>
                  <a:pt x="183005" y="45879"/>
                </a:lnTo>
                <a:lnTo>
                  <a:pt x="182011" y="46388"/>
                </a:lnTo>
                <a:lnTo>
                  <a:pt x="181036" y="46923"/>
                </a:lnTo>
                <a:lnTo>
                  <a:pt x="180081" y="47484"/>
                </a:lnTo>
                <a:lnTo>
                  <a:pt x="179144" y="48071"/>
                </a:lnTo>
                <a:lnTo>
                  <a:pt x="178227" y="48684"/>
                </a:lnTo>
                <a:lnTo>
                  <a:pt x="177329" y="49321"/>
                </a:lnTo>
                <a:lnTo>
                  <a:pt x="176450" y="49977"/>
                </a:lnTo>
                <a:lnTo>
                  <a:pt x="175591" y="50654"/>
                </a:lnTo>
                <a:lnTo>
                  <a:pt x="174751" y="51351"/>
                </a:lnTo>
                <a:lnTo>
                  <a:pt x="173929" y="52068"/>
                </a:lnTo>
                <a:lnTo>
                  <a:pt x="173127" y="52806"/>
                </a:lnTo>
                <a:lnTo>
                  <a:pt x="172345" y="53563"/>
                </a:lnTo>
                <a:lnTo>
                  <a:pt x="171581" y="54341"/>
                </a:lnTo>
                <a:lnTo>
                  <a:pt x="170837" y="55139"/>
                </a:lnTo>
                <a:lnTo>
                  <a:pt x="170112" y="55957"/>
                </a:lnTo>
                <a:lnTo>
                  <a:pt x="169406" y="56795"/>
                </a:lnTo>
                <a:lnTo>
                  <a:pt x="168719" y="57653"/>
                </a:lnTo>
                <a:lnTo>
                  <a:pt x="168052" y="58532"/>
                </a:lnTo>
                <a:lnTo>
                  <a:pt x="167403" y="59431"/>
                </a:lnTo>
                <a:lnTo>
                  <a:pt x="166774" y="60350"/>
                </a:lnTo>
                <a:lnTo>
                  <a:pt x="166164" y="61289"/>
                </a:lnTo>
                <a:lnTo>
                  <a:pt x="165574" y="62248"/>
                </a:lnTo>
                <a:lnTo>
                  <a:pt x="165002" y="63228"/>
                </a:lnTo>
                <a:lnTo>
                  <a:pt x="164450" y="64227"/>
                </a:lnTo>
                <a:lnTo>
                  <a:pt x="163917" y="65247"/>
                </a:lnTo>
                <a:lnTo>
                  <a:pt x="163403" y="66287"/>
                </a:lnTo>
                <a:lnTo>
                  <a:pt x="162908" y="67348"/>
                </a:lnTo>
                <a:lnTo>
                  <a:pt x="162433" y="68428"/>
                </a:lnTo>
                <a:lnTo>
                  <a:pt x="161976" y="69529"/>
                </a:lnTo>
                <a:lnTo>
                  <a:pt x="161539" y="70647"/>
                </a:lnTo>
                <a:lnTo>
                  <a:pt x="161120" y="71779"/>
                </a:lnTo>
                <a:lnTo>
                  <a:pt x="160720" y="72926"/>
                </a:lnTo>
                <a:lnTo>
                  <a:pt x="160339" y="74087"/>
                </a:lnTo>
                <a:lnTo>
                  <a:pt x="159976" y="75263"/>
                </a:lnTo>
                <a:lnTo>
                  <a:pt x="159632" y="76453"/>
                </a:lnTo>
                <a:lnTo>
                  <a:pt x="159306" y="77658"/>
                </a:lnTo>
                <a:lnTo>
                  <a:pt x="158999" y="78878"/>
                </a:lnTo>
                <a:lnTo>
                  <a:pt x="158710" y="80111"/>
                </a:lnTo>
                <a:lnTo>
                  <a:pt x="158440" y="81360"/>
                </a:lnTo>
                <a:lnTo>
                  <a:pt x="158189" y="82622"/>
                </a:lnTo>
                <a:lnTo>
                  <a:pt x="157957" y="83899"/>
                </a:lnTo>
                <a:lnTo>
                  <a:pt x="157743" y="85191"/>
                </a:lnTo>
                <a:lnTo>
                  <a:pt x="157547" y="86497"/>
                </a:lnTo>
                <a:lnTo>
                  <a:pt x="157370" y="87818"/>
                </a:lnTo>
                <a:lnTo>
                  <a:pt x="157212" y="89153"/>
                </a:lnTo>
                <a:lnTo>
                  <a:pt x="157073" y="90503"/>
                </a:lnTo>
                <a:lnTo>
                  <a:pt x="156952" y="91867"/>
                </a:lnTo>
                <a:lnTo>
                  <a:pt x="156849" y="93245"/>
                </a:lnTo>
                <a:lnTo>
                  <a:pt x="156765" y="94638"/>
                </a:lnTo>
                <a:lnTo>
                  <a:pt x="156700" y="96046"/>
                </a:lnTo>
                <a:lnTo>
                  <a:pt x="156654" y="97468"/>
                </a:lnTo>
                <a:lnTo>
                  <a:pt x="156626" y="98904"/>
                </a:lnTo>
                <a:lnTo>
                  <a:pt x="156617" y="100355"/>
                </a:lnTo>
                <a:lnTo>
                  <a:pt x="156626" y="101749"/>
                </a:lnTo>
                <a:lnTo>
                  <a:pt x="156655" y="103130"/>
                </a:lnTo>
                <a:lnTo>
                  <a:pt x="156703" y="104501"/>
                </a:lnTo>
                <a:lnTo>
                  <a:pt x="156770" y="105859"/>
                </a:lnTo>
                <a:lnTo>
                  <a:pt x="156857" y="107207"/>
                </a:lnTo>
                <a:lnTo>
                  <a:pt x="156962" y="108542"/>
                </a:lnTo>
                <a:lnTo>
                  <a:pt x="157087" y="109866"/>
                </a:lnTo>
                <a:lnTo>
                  <a:pt x="157231" y="111178"/>
                </a:lnTo>
                <a:lnTo>
                  <a:pt x="157394" y="112479"/>
                </a:lnTo>
                <a:lnTo>
                  <a:pt x="157577" y="113768"/>
                </a:lnTo>
                <a:lnTo>
                  <a:pt x="157778" y="115045"/>
                </a:lnTo>
                <a:lnTo>
                  <a:pt x="157999" y="116311"/>
                </a:lnTo>
                <a:lnTo>
                  <a:pt x="158239" y="117565"/>
                </a:lnTo>
                <a:lnTo>
                  <a:pt x="158499" y="118807"/>
                </a:lnTo>
                <a:lnTo>
                  <a:pt x="158777" y="120038"/>
                </a:lnTo>
                <a:lnTo>
                  <a:pt x="159075" y="121258"/>
                </a:lnTo>
                <a:lnTo>
                  <a:pt x="159392" y="122465"/>
                </a:lnTo>
                <a:lnTo>
                  <a:pt x="159728" y="123661"/>
                </a:lnTo>
                <a:lnTo>
                  <a:pt x="160083" y="124846"/>
                </a:lnTo>
                <a:lnTo>
                  <a:pt x="160458" y="126018"/>
                </a:lnTo>
                <a:lnTo>
                  <a:pt x="160851" y="127180"/>
                </a:lnTo>
                <a:lnTo>
                  <a:pt x="161264" y="128329"/>
                </a:lnTo>
                <a:lnTo>
                  <a:pt x="161696" y="129467"/>
                </a:lnTo>
                <a:lnTo>
                  <a:pt x="162148" y="130593"/>
                </a:lnTo>
                <a:lnTo>
                  <a:pt x="162618" y="131704"/>
                </a:lnTo>
                <a:lnTo>
                  <a:pt x="163109" y="132795"/>
                </a:lnTo>
                <a:lnTo>
                  <a:pt x="163620" y="133866"/>
                </a:lnTo>
                <a:lnTo>
                  <a:pt x="164151" y="134918"/>
                </a:lnTo>
                <a:lnTo>
                  <a:pt x="164702" y="135950"/>
                </a:lnTo>
                <a:lnTo>
                  <a:pt x="165273" y="136963"/>
                </a:lnTo>
                <a:lnTo>
                  <a:pt x="165864" y="137956"/>
                </a:lnTo>
                <a:lnTo>
                  <a:pt x="166475" y="138929"/>
                </a:lnTo>
                <a:lnTo>
                  <a:pt x="167106" y="139883"/>
                </a:lnTo>
                <a:lnTo>
                  <a:pt x="167756" y="140818"/>
                </a:lnTo>
                <a:lnTo>
                  <a:pt x="168427" y="141733"/>
                </a:lnTo>
                <a:lnTo>
                  <a:pt x="169118" y="142628"/>
                </a:lnTo>
                <a:lnTo>
                  <a:pt x="169829" y="143504"/>
                </a:lnTo>
                <a:lnTo>
                  <a:pt x="170560" y="144360"/>
                </a:lnTo>
                <a:lnTo>
                  <a:pt x="171311" y="145197"/>
                </a:lnTo>
                <a:lnTo>
                  <a:pt x="172082" y="146014"/>
                </a:lnTo>
                <a:lnTo>
                  <a:pt x="172873" y="146812"/>
                </a:lnTo>
                <a:lnTo>
                  <a:pt x="173683" y="147590"/>
                </a:lnTo>
                <a:lnTo>
                  <a:pt x="174514" y="148348"/>
                </a:lnTo>
                <a:lnTo>
                  <a:pt x="175365" y="149087"/>
                </a:lnTo>
                <a:lnTo>
                  <a:pt x="176236" y="149807"/>
                </a:lnTo>
                <a:lnTo>
                  <a:pt x="177127" y="150506"/>
                </a:lnTo>
                <a:lnTo>
                  <a:pt x="178038" y="151187"/>
                </a:lnTo>
                <a:lnTo>
                  <a:pt x="178968" y="151848"/>
                </a:lnTo>
                <a:lnTo>
                  <a:pt x="179920" y="152485"/>
                </a:lnTo>
                <a:lnTo>
                  <a:pt x="180892" y="153095"/>
                </a:lnTo>
                <a:lnTo>
                  <a:pt x="181885" y="153678"/>
                </a:lnTo>
                <a:lnTo>
                  <a:pt x="182900" y="154233"/>
                </a:lnTo>
                <a:lnTo>
                  <a:pt x="183935" y="154762"/>
                </a:lnTo>
                <a:lnTo>
                  <a:pt x="184991" y="155264"/>
                </a:lnTo>
                <a:lnTo>
                  <a:pt x="186068" y="155738"/>
                </a:lnTo>
                <a:lnTo>
                  <a:pt x="187167" y="156185"/>
                </a:lnTo>
                <a:lnTo>
                  <a:pt x="188286" y="156606"/>
                </a:lnTo>
                <a:lnTo>
                  <a:pt x="189426" y="156999"/>
                </a:lnTo>
                <a:lnTo>
                  <a:pt x="190587" y="157365"/>
                </a:lnTo>
                <a:lnTo>
                  <a:pt x="191769" y="157704"/>
                </a:lnTo>
                <a:lnTo>
                  <a:pt x="192973" y="158015"/>
                </a:lnTo>
                <a:lnTo>
                  <a:pt x="194197" y="158300"/>
                </a:lnTo>
                <a:lnTo>
                  <a:pt x="195442" y="158558"/>
                </a:lnTo>
                <a:lnTo>
                  <a:pt x="196708" y="158788"/>
                </a:lnTo>
                <a:lnTo>
                  <a:pt x="197995" y="158991"/>
                </a:lnTo>
                <a:lnTo>
                  <a:pt x="199303" y="159168"/>
                </a:lnTo>
                <a:lnTo>
                  <a:pt x="200632" y="159317"/>
                </a:lnTo>
                <a:lnTo>
                  <a:pt x="201982" y="159439"/>
                </a:lnTo>
                <a:lnTo>
                  <a:pt x="203353" y="159534"/>
                </a:lnTo>
                <a:lnTo>
                  <a:pt x="204745" y="159601"/>
                </a:lnTo>
                <a:lnTo>
                  <a:pt x="206158" y="159642"/>
                </a:lnTo>
                <a:lnTo>
                  <a:pt x="207592" y="159656"/>
                </a:lnTo>
                <a:lnTo>
                  <a:pt x="208726" y="159647"/>
                </a:lnTo>
                <a:lnTo>
                  <a:pt x="209847" y="159623"/>
                </a:lnTo>
                <a:lnTo>
                  <a:pt x="210955" y="159581"/>
                </a:lnTo>
                <a:lnTo>
                  <a:pt x="212049" y="159523"/>
                </a:lnTo>
                <a:lnTo>
                  <a:pt x="213131" y="159449"/>
                </a:lnTo>
                <a:lnTo>
                  <a:pt x="214200" y="159358"/>
                </a:lnTo>
                <a:lnTo>
                  <a:pt x="215255" y="159251"/>
                </a:lnTo>
                <a:close/>
                <a:moveTo>
                  <a:pt x="177207" y="80475"/>
                </a:moveTo>
                <a:lnTo>
                  <a:pt x="177480" y="79308"/>
                </a:lnTo>
                <a:lnTo>
                  <a:pt x="177774" y="78169"/>
                </a:lnTo>
                <a:lnTo>
                  <a:pt x="178089" y="77056"/>
                </a:lnTo>
                <a:lnTo>
                  <a:pt x="178425" y="75972"/>
                </a:lnTo>
                <a:lnTo>
                  <a:pt x="178783" y="74914"/>
                </a:lnTo>
                <a:lnTo>
                  <a:pt x="179162" y="73884"/>
                </a:lnTo>
                <a:lnTo>
                  <a:pt x="179562" y="72882"/>
                </a:lnTo>
                <a:lnTo>
                  <a:pt x="179983" y="71906"/>
                </a:lnTo>
                <a:lnTo>
                  <a:pt x="180426" y="70958"/>
                </a:lnTo>
                <a:lnTo>
                  <a:pt x="180889" y="70037"/>
                </a:lnTo>
                <a:lnTo>
                  <a:pt x="181374" y="69144"/>
                </a:lnTo>
                <a:lnTo>
                  <a:pt x="181880" y="68278"/>
                </a:lnTo>
                <a:lnTo>
                  <a:pt x="182407" y="67439"/>
                </a:lnTo>
                <a:lnTo>
                  <a:pt x="182955" y="66628"/>
                </a:lnTo>
                <a:lnTo>
                  <a:pt x="183525" y="65844"/>
                </a:lnTo>
                <a:lnTo>
                  <a:pt x="184116" y="65087"/>
                </a:lnTo>
                <a:lnTo>
                  <a:pt x="184727" y="64358"/>
                </a:lnTo>
                <a:lnTo>
                  <a:pt x="185360" y="63657"/>
                </a:lnTo>
                <a:lnTo>
                  <a:pt x="186013" y="62985"/>
                </a:lnTo>
                <a:lnTo>
                  <a:pt x="186687" y="62344"/>
                </a:lnTo>
                <a:lnTo>
                  <a:pt x="187380" y="61732"/>
                </a:lnTo>
                <a:lnTo>
                  <a:pt x="188095" y="61150"/>
                </a:lnTo>
                <a:lnTo>
                  <a:pt x="188829" y="60599"/>
                </a:lnTo>
                <a:lnTo>
                  <a:pt x="189584" y="60076"/>
                </a:lnTo>
                <a:lnTo>
                  <a:pt x="190360" y="59584"/>
                </a:lnTo>
                <a:lnTo>
                  <a:pt x="191156" y="59122"/>
                </a:lnTo>
                <a:lnTo>
                  <a:pt x="191972" y="58689"/>
                </a:lnTo>
                <a:lnTo>
                  <a:pt x="192808" y="58286"/>
                </a:lnTo>
                <a:lnTo>
                  <a:pt x="193665" y="57913"/>
                </a:lnTo>
                <a:lnTo>
                  <a:pt x="194543" y="57570"/>
                </a:lnTo>
                <a:lnTo>
                  <a:pt x="195440" y="57257"/>
                </a:lnTo>
                <a:lnTo>
                  <a:pt x="196359" y="56974"/>
                </a:lnTo>
                <a:lnTo>
                  <a:pt x="197297" y="56720"/>
                </a:lnTo>
                <a:lnTo>
                  <a:pt x="198256" y="56496"/>
                </a:lnTo>
                <a:lnTo>
                  <a:pt x="199235" y="56302"/>
                </a:lnTo>
                <a:lnTo>
                  <a:pt x="200235" y="56138"/>
                </a:lnTo>
                <a:lnTo>
                  <a:pt x="201255" y="56004"/>
                </a:lnTo>
                <a:lnTo>
                  <a:pt x="202296" y="55900"/>
                </a:lnTo>
                <a:lnTo>
                  <a:pt x="203357" y="55825"/>
                </a:lnTo>
                <a:lnTo>
                  <a:pt x="204438" y="55780"/>
                </a:lnTo>
                <a:lnTo>
                  <a:pt x="205540" y="55765"/>
                </a:lnTo>
                <a:lnTo>
                  <a:pt x="206622" y="55780"/>
                </a:lnTo>
                <a:lnTo>
                  <a:pt x="207685" y="55826"/>
                </a:lnTo>
                <a:lnTo>
                  <a:pt x="208727" y="55901"/>
                </a:lnTo>
                <a:lnTo>
                  <a:pt x="209750" y="56006"/>
                </a:lnTo>
                <a:lnTo>
                  <a:pt x="210752" y="56141"/>
                </a:lnTo>
                <a:lnTo>
                  <a:pt x="211733" y="56306"/>
                </a:lnTo>
                <a:lnTo>
                  <a:pt x="212695" y="56502"/>
                </a:lnTo>
                <a:lnTo>
                  <a:pt x="213636" y="56727"/>
                </a:lnTo>
                <a:lnTo>
                  <a:pt x="214558" y="56982"/>
                </a:lnTo>
                <a:lnTo>
                  <a:pt x="215459" y="57268"/>
                </a:lnTo>
                <a:lnTo>
                  <a:pt x="216340" y="57583"/>
                </a:lnTo>
                <a:lnTo>
                  <a:pt x="217200" y="57929"/>
                </a:lnTo>
                <a:lnTo>
                  <a:pt x="218041" y="58304"/>
                </a:lnTo>
                <a:lnTo>
                  <a:pt x="218861" y="58710"/>
                </a:lnTo>
                <a:lnTo>
                  <a:pt x="219661" y="59145"/>
                </a:lnTo>
                <a:lnTo>
                  <a:pt x="220441" y="59611"/>
                </a:lnTo>
                <a:lnTo>
                  <a:pt x="221201" y="60107"/>
                </a:lnTo>
                <a:lnTo>
                  <a:pt x="221940" y="60633"/>
                </a:lnTo>
                <a:lnTo>
                  <a:pt x="222659" y="61188"/>
                </a:lnTo>
                <a:lnTo>
                  <a:pt x="223358" y="61774"/>
                </a:lnTo>
                <a:lnTo>
                  <a:pt x="224037" y="62390"/>
                </a:lnTo>
                <a:lnTo>
                  <a:pt x="224696" y="63036"/>
                </a:lnTo>
                <a:lnTo>
                  <a:pt x="225334" y="63712"/>
                </a:lnTo>
                <a:lnTo>
                  <a:pt x="225953" y="64418"/>
                </a:lnTo>
                <a:lnTo>
                  <a:pt x="226549" y="65152"/>
                </a:lnTo>
                <a:lnTo>
                  <a:pt x="227121" y="65913"/>
                </a:lnTo>
                <a:lnTo>
                  <a:pt x="227669" y="66701"/>
                </a:lnTo>
                <a:lnTo>
                  <a:pt x="228192" y="67515"/>
                </a:lnTo>
                <a:lnTo>
                  <a:pt x="228692" y="68356"/>
                </a:lnTo>
                <a:lnTo>
                  <a:pt x="229167" y="69223"/>
                </a:lnTo>
                <a:lnTo>
                  <a:pt x="229618" y="70118"/>
                </a:lnTo>
                <a:lnTo>
                  <a:pt x="230046" y="71039"/>
                </a:lnTo>
                <a:lnTo>
                  <a:pt x="230448" y="71987"/>
                </a:lnTo>
                <a:lnTo>
                  <a:pt x="230827" y="72961"/>
                </a:lnTo>
                <a:lnTo>
                  <a:pt x="231182" y="73962"/>
                </a:lnTo>
                <a:lnTo>
                  <a:pt x="231512" y="74990"/>
                </a:lnTo>
                <a:lnTo>
                  <a:pt x="231819" y="76045"/>
                </a:lnTo>
                <a:lnTo>
                  <a:pt x="232101" y="77126"/>
                </a:lnTo>
                <a:lnTo>
                  <a:pt x="232359" y="78234"/>
                </a:lnTo>
                <a:lnTo>
                  <a:pt x="232592" y="79369"/>
                </a:lnTo>
                <a:lnTo>
                  <a:pt x="232802" y="80530"/>
                </a:lnTo>
                <a:lnTo>
                  <a:pt x="232988" y="81718"/>
                </a:lnTo>
                <a:lnTo>
                  <a:pt x="233149" y="82933"/>
                </a:lnTo>
                <a:lnTo>
                  <a:pt x="233286" y="84174"/>
                </a:lnTo>
                <a:lnTo>
                  <a:pt x="233399" y="85442"/>
                </a:lnTo>
                <a:lnTo>
                  <a:pt x="233488" y="86737"/>
                </a:lnTo>
                <a:lnTo>
                  <a:pt x="233553" y="88059"/>
                </a:lnTo>
                <a:lnTo>
                  <a:pt x="233593" y="89407"/>
                </a:lnTo>
                <a:lnTo>
                  <a:pt x="175889" y="89407"/>
                </a:lnTo>
                <a:lnTo>
                  <a:pt x="176014" y="88049"/>
                </a:lnTo>
                <a:lnTo>
                  <a:pt x="176160" y="86718"/>
                </a:lnTo>
                <a:lnTo>
                  <a:pt x="176327" y="85415"/>
                </a:lnTo>
                <a:lnTo>
                  <a:pt x="176515" y="84139"/>
                </a:lnTo>
                <a:lnTo>
                  <a:pt x="176724" y="82890"/>
                </a:lnTo>
                <a:lnTo>
                  <a:pt x="176955" y="81669"/>
                </a:lnTo>
                <a:lnTo>
                  <a:pt x="177207" y="80475"/>
                </a:lnTo>
                <a:close/>
                <a:moveTo>
                  <a:pt x="1811783" y="21928"/>
                </a:moveTo>
                <a:lnTo>
                  <a:pt x="1812184" y="21857"/>
                </a:lnTo>
                <a:lnTo>
                  <a:pt x="1812577" y="21775"/>
                </a:lnTo>
                <a:lnTo>
                  <a:pt x="1812963" y="21683"/>
                </a:lnTo>
                <a:lnTo>
                  <a:pt x="1813342" y="21579"/>
                </a:lnTo>
                <a:lnTo>
                  <a:pt x="1813714" y="21465"/>
                </a:lnTo>
                <a:lnTo>
                  <a:pt x="1814078" y="21340"/>
                </a:lnTo>
                <a:lnTo>
                  <a:pt x="1814436" y="21204"/>
                </a:lnTo>
                <a:lnTo>
                  <a:pt x="1814786" y="21057"/>
                </a:lnTo>
                <a:lnTo>
                  <a:pt x="1815130" y="20899"/>
                </a:lnTo>
                <a:lnTo>
                  <a:pt x="1815466" y="20730"/>
                </a:lnTo>
                <a:lnTo>
                  <a:pt x="1815795" y="20550"/>
                </a:lnTo>
                <a:lnTo>
                  <a:pt x="1816117" y="20360"/>
                </a:lnTo>
                <a:lnTo>
                  <a:pt x="1816432" y="20158"/>
                </a:lnTo>
                <a:lnTo>
                  <a:pt x="1816739" y="19946"/>
                </a:lnTo>
                <a:lnTo>
                  <a:pt x="1817040" y="19723"/>
                </a:lnTo>
                <a:lnTo>
                  <a:pt x="1817333" y="19489"/>
                </a:lnTo>
                <a:lnTo>
                  <a:pt x="1817619" y="19244"/>
                </a:lnTo>
                <a:lnTo>
                  <a:pt x="1817899" y="18988"/>
                </a:lnTo>
                <a:lnTo>
                  <a:pt x="1818169" y="18723"/>
                </a:lnTo>
                <a:lnTo>
                  <a:pt x="1818427" y="18453"/>
                </a:lnTo>
                <a:lnTo>
                  <a:pt x="1818674" y="18178"/>
                </a:lnTo>
                <a:lnTo>
                  <a:pt x="1818909" y="17896"/>
                </a:lnTo>
                <a:lnTo>
                  <a:pt x="1819133" y="17609"/>
                </a:lnTo>
                <a:lnTo>
                  <a:pt x="1819346" y="17316"/>
                </a:lnTo>
                <a:lnTo>
                  <a:pt x="1819546" y="17018"/>
                </a:lnTo>
                <a:lnTo>
                  <a:pt x="1819736" y="16713"/>
                </a:lnTo>
                <a:lnTo>
                  <a:pt x="1819914" y="16403"/>
                </a:lnTo>
                <a:lnTo>
                  <a:pt x="1820080" y="16087"/>
                </a:lnTo>
                <a:lnTo>
                  <a:pt x="1820235" y="15766"/>
                </a:lnTo>
                <a:lnTo>
                  <a:pt x="1820379" y="15438"/>
                </a:lnTo>
                <a:lnTo>
                  <a:pt x="1820511" y="15105"/>
                </a:lnTo>
                <a:lnTo>
                  <a:pt x="1820632" y="14766"/>
                </a:lnTo>
                <a:lnTo>
                  <a:pt x="1820741" y="14422"/>
                </a:lnTo>
                <a:lnTo>
                  <a:pt x="1820838" y="14071"/>
                </a:lnTo>
                <a:lnTo>
                  <a:pt x="1820924" y="13715"/>
                </a:lnTo>
                <a:lnTo>
                  <a:pt x="1820999" y="13353"/>
                </a:lnTo>
                <a:lnTo>
                  <a:pt x="1821062" y="12986"/>
                </a:lnTo>
                <a:lnTo>
                  <a:pt x="1821114" y="12612"/>
                </a:lnTo>
                <a:lnTo>
                  <a:pt x="1821154" y="12233"/>
                </a:lnTo>
                <a:lnTo>
                  <a:pt x="1821183" y="11849"/>
                </a:lnTo>
                <a:lnTo>
                  <a:pt x="1821200" y="11458"/>
                </a:lnTo>
                <a:lnTo>
                  <a:pt x="1821206" y="11062"/>
                </a:lnTo>
                <a:lnTo>
                  <a:pt x="1821200" y="10666"/>
                </a:lnTo>
                <a:lnTo>
                  <a:pt x="1821183" y="10275"/>
                </a:lnTo>
                <a:lnTo>
                  <a:pt x="1821154" y="9890"/>
                </a:lnTo>
                <a:lnTo>
                  <a:pt x="1821114" y="9511"/>
                </a:lnTo>
                <a:lnTo>
                  <a:pt x="1821062" y="9138"/>
                </a:lnTo>
                <a:lnTo>
                  <a:pt x="1820999" y="8770"/>
                </a:lnTo>
                <a:lnTo>
                  <a:pt x="1820924" y="8409"/>
                </a:lnTo>
                <a:lnTo>
                  <a:pt x="1820838" y="8052"/>
                </a:lnTo>
                <a:lnTo>
                  <a:pt x="1820741" y="7702"/>
                </a:lnTo>
                <a:lnTo>
                  <a:pt x="1820632" y="7358"/>
                </a:lnTo>
                <a:lnTo>
                  <a:pt x="1820511" y="7019"/>
                </a:lnTo>
                <a:lnTo>
                  <a:pt x="1820379" y="6686"/>
                </a:lnTo>
                <a:lnTo>
                  <a:pt x="1820235" y="6358"/>
                </a:lnTo>
                <a:lnTo>
                  <a:pt x="1820080" y="6037"/>
                </a:lnTo>
                <a:lnTo>
                  <a:pt x="1819914" y="5721"/>
                </a:lnTo>
                <a:lnTo>
                  <a:pt x="1819736" y="5411"/>
                </a:lnTo>
                <a:lnTo>
                  <a:pt x="1819546" y="5106"/>
                </a:lnTo>
                <a:lnTo>
                  <a:pt x="1819346" y="4807"/>
                </a:lnTo>
                <a:lnTo>
                  <a:pt x="1819133" y="4515"/>
                </a:lnTo>
                <a:lnTo>
                  <a:pt x="1818909" y="4227"/>
                </a:lnTo>
                <a:lnTo>
                  <a:pt x="1818674" y="3946"/>
                </a:lnTo>
                <a:lnTo>
                  <a:pt x="1818427" y="3670"/>
                </a:lnTo>
                <a:lnTo>
                  <a:pt x="1818169" y="3400"/>
                </a:lnTo>
                <a:lnTo>
                  <a:pt x="1817899" y="3136"/>
                </a:lnTo>
                <a:lnTo>
                  <a:pt x="1817619" y="2880"/>
                </a:lnTo>
                <a:lnTo>
                  <a:pt x="1817333" y="2635"/>
                </a:lnTo>
                <a:lnTo>
                  <a:pt x="1817040" y="2401"/>
                </a:lnTo>
                <a:lnTo>
                  <a:pt x="1816739" y="2178"/>
                </a:lnTo>
                <a:lnTo>
                  <a:pt x="1816432" y="1966"/>
                </a:lnTo>
                <a:lnTo>
                  <a:pt x="1816117" y="1764"/>
                </a:lnTo>
                <a:lnTo>
                  <a:pt x="1815795" y="1573"/>
                </a:lnTo>
                <a:lnTo>
                  <a:pt x="1815466" y="1394"/>
                </a:lnTo>
                <a:lnTo>
                  <a:pt x="1815130" y="1225"/>
                </a:lnTo>
                <a:lnTo>
                  <a:pt x="1814786" y="1067"/>
                </a:lnTo>
                <a:lnTo>
                  <a:pt x="1814436" y="920"/>
                </a:lnTo>
                <a:lnTo>
                  <a:pt x="1814078" y="784"/>
                </a:lnTo>
                <a:lnTo>
                  <a:pt x="1813714" y="659"/>
                </a:lnTo>
                <a:lnTo>
                  <a:pt x="1813342" y="544"/>
                </a:lnTo>
                <a:lnTo>
                  <a:pt x="1812963" y="441"/>
                </a:lnTo>
                <a:lnTo>
                  <a:pt x="1812577" y="348"/>
                </a:lnTo>
                <a:lnTo>
                  <a:pt x="1812184" y="267"/>
                </a:lnTo>
                <a:lnTo>
                  <a:pt x="1811783" y="196"/>
                </a:lnTo>
                <a:lnTo>
                  <a:pt x="1811376" y="136"/>
                </a:lnTo>
                <a:lnTo>
                  <a:pt x="1810961" y="87"/>
                </a:lnTo>
                <a:lnTo>
                  <a:pt x="1810540" y="49"/>
                </a:lnTo>
                <a:lnTo>
                  <a:pt x="1810111" y="22"/>
                </a:lnTo>
                <a:lnTo>
                  <a:pt x="1809675" y="5"/>
                </a:lnTo>
                <a:lnTo>
                  <a:pt x="1809232" y="0"/>
                </a:lnTo>
                <a:lnTo>
                  <a:pt x="1808779" y="5"/>
                </a:lnTo>
                <a:lnTo>
                  <a:pt x="1808335" y="22"/>
                </a:lnTo>
                <a:lnTo>
                  <a:pt x="1807899" y="49"/>
                </a:lnTo>
                <a:lnTo>
                  <a:pt x="1807470" y="87"/>
                </a:lnTo>
                <a:lnTo>
                  <a:pt x="1807050" y="136"/>
                </a:lnTo>
                <a:lnTo>
                  <a:pt x="1806637" y="196"/>
                </a:lnTo>
                <a:lnTo>
                  <a:pt x="1806233" y="267"/>
                </a:lnTo>
                <a:lnTo>
                  <a:pt x="1805836" y="348"/>
                </a:lnTo>
                <a:lnTo>
                  <a:pt x="1805447" y="441"/>
                </a:lnTo>
                <a:lnTo>
                  <a:pt x="1805066" y="544"/>
                </a:lnTo>
                <a:lnTo>
                  <a:pt x="1804693" y="659"/>
                </a:lnTo>
                <a:lnTo>
                  <a:pt x="1804328" y="784"/>
                </a:lnTo>
                <a:lnTo>
                  <a:pt x="1803971" y="920"/>
                </a:lnTo>
                <a:lnTo>
                  <a:pt x="1803622" y="1067"/>
                </a:lnTo>
                <a:lnTo>
                  <a:pt x="1803280" y="1225"/>
                </a:lnTo>
                <a:lnTo>
                  <a:pt x="1802947" y="1394"/>
                </a:lnTo>
                <a:lnTo>
                  <a:pt x="1802621" y="1573"/>
                </a:lnTo>
                <a:lnTo>
                  <a:pt x="1802304" y="1764"/>
                </a:lnTo>
                <a:lnTo>
                  <a:pt x="1801994" y="1966"/>
                </a:lnTo>
                <a:lnTo>
                  <a:pt x="1801692" y="2178"/>
                </a:lnTo>
                <a:lnTo>
                  <a:pt x="1801399" y="2401"/>
                </a:lnTo>
                <a:lnTo>
                  <a:pt x="1801113" y="2635"/>
                </a:lnTo>
                <a:lnTo>
                  <a:pt x="1800835" y="2880"/>
                </a:lnTo>
                <a:lnTo>
                  <a:pt x="1800565" y="3136"/>
                </a:lnTo>
                <a:lnTo>
                  <a:pt x="1800304" y="3400"/>
                </a:lnTo>
                <a:lnTo>
                  <a:pt x="1800055" y="3670"/>
                </a:lnTo>
                <a:lnTo>
                  <a:pt x="1799816" y="3946"/>
                </a:lnTo>
                <a:lnTo>
                  <a:pt x="1799589" y="4227"/>
                </a:lnTo>
                <a:lnTo>
                  <a:pt x="1799373" y="4515"/>
                </a:lnTo>
                <a:lnTo>
                  <a:pt x="1799168" y="4807"/>
                </a:lnTo>
                <a:lnTo>
                  <a:pt x="1798974" y="5106"/>
                </a:lnTo>
                <a:lnTo>
                  <a:pt x="1798791" y="5411"/>
                </a:lnTo>
                <a:lnTo>
                  <a:pt x="1798619" y="5721"/>
                </a:lnTo>
                <a:lnTo>
                  <a:pt x="1798458" y="6037"/>
                </a:lnTo>
                <a:lnTo>
                  <a:pt x="1798308" y="6358"/>
                </a:lnTo>
                <a:lnTo>
                  <a:pt x="1798170" y="6686"/>
                </a:lnTo>
                <a:lnTo>
                  <a:pt x="1798042" y="7019"/>
                </a:lnTo>
                <a:lnTo>
                  <a:pt x="1797926" y="7358"/>
                </a:lnTo>
                <a:lnTo>
                  <a:pt x="1797821" y="7702"/>
                </a:lnTo>
                <a:lnTo>
                  <a:pt x="1797726" y="8052"/>
                </a:lnTo>
                <a:lnTo>
                  <a:pt x="1797643" y="8409"/>
                </a:lnTo>
                <a:lnTo>
                  <a:pt x="1797571" y="8770"/>
                </a:lnTo>
                <a:lnTo>
                  <a:pt x="1797510" y="9138"/>
                </a:lnTo>
                <a:lnTo>
                  <a:pt x="1797460" y="9511"/>
                </a:lnTo>
                <a:lnTo>
                  <a:pt x="1797421" y="9890"/>
                </a:lnTo>
                <a:lnTo>
                  <a:pt x="1797394" y="10275"/>
                </a:lnTo>
                <a:lnTo>
                  <a:pt x="1797377" y="10666"/>
                </a:lnTo>
                <a:lnTo>
                  <a:pt x="1797371" y="11062"/>
                </a:lnTo>
                <a:lnTo>
                  <a:pt x="1797377" y="11458"/>
                </a:lnTo>
                <a:lnTo>
                  <a:pt x="1797394" y="11849"/>
                </a:lnTo>
                <a:lnTo>
                  <a:pt x="1797421" y="12233"/>
                </a:lnTo>
                <a:lnTo>
                  <a:pt x="1797460" y="12612"/>
                </a:lnTo>
                <a:lnTo>
                  <a:pt x="1797510" y="12986"/>
                </a:lnTo>
                <a:lnTo>
                  <a:pt x="1797571" y="13353"/>
                </a:lnTo>
                <a:lnTo>
                  <a:pt x="1797643" y="13715"/>
                </a:lnTo>
                <a:lnTo>
                  <a:pt x="1797726" y="14071"/>
                </a:lnTo>
                <a:lnTo>
                  <a:pt x="1797821" y="14422"/>
                </a:lnTo>
                <a:lnTo>
                  <a:pt x="1797926" y="14766"/>
                </a:lnTo>
                <a:lnTo>
                  <a:pt x="1798042" y="15105"/>
                </a:lnTo>
                <a:lnTo>
                  <a:pt x="1798170" y="15438"/>
                </a:lnTo>
                <a:lnTo>
                  <a:pt x="1798308" y="15766"/>
                </a:lnTo>
                <a:lnTo>
                  <a:pt x="1798458" y="16087"/>
                </a:lnTo>
                <a:lnTo>
                  <a:pt x="1798619" y="16403"/>
                </a:lnTo>
                <a:lnTo>
                  <a:pt x="1798791" y="16713"/>
                </a:lnTo>
                <a:lnTo>
                  <a:pt x="1798974" y="17018"/>
                </a:lnTo>
                <a:lnTo>
                  <a:pt x="1799168" y="17316"/>
                </a:lnTo>
                <a:lnTo>
                  <a:pt x="1799373" y="17609"/>
                </a:lnTo>
                <a:lnTo>
                  <a:pt x="1799589" y="17896"/>
                </a:lnTo>
                <a:lnTo>
                  <a:pt x="1799816" y="18178"/>
                </a:lnTo>
                <a:lnTo>
                  <a:pt x="1800055" y="18453"/>
                </a:lnTo>
                <a:lnTo>
                  <a:pt x="1800304" y="18723"/>
                </a:lnTo>
                <a:lnTo>
                  <a:pt x="1800565" y="18988"/>
                </a:lnTo>
                <a:lnTo>
                  <a:pt x="1800835" y="19244"/>
                </a:lnTo>
                <a:lnTo>
                  <a:pt x="1801113" y="19489"/>
                </a:lnTo>
                <a:lnTo>
                  <a:pt x="1801399" y="19723"/>
                </a:lnTo>
                <a:lnTo>
                  <a:pt x="1801692" y="19946"/>
                </a:lnTo>
                <a:lnTo>
                  <a:pt x="1801994" y="20158"/>
                </a:lnTo>
                <a:lnTo>
                  <a:pt x="1802304" y="20360"/>
                </a:lnTo>
                <a:lnTo>
                  <a:pt x="1802621" y="20550"/>
                </a:lnTo>
                <a:lnTo>
                  <a:pt x="1802947" y="20730"/>
                </a:lnTo>
                <a:lnTo>
                  <a:pt x="1803280" y="20899"/>
                </a:lnTo>
                <a:lnTo>
                  <a:pt x="1803622" y="21057"/>
                </a:lnTo>
                <a:lnTo>
                  <a:pt x="1803971" y="21204"/>
                </a:lnTo>
                <a:lnTo>
                  <a:pt x="1804328" y="21340"/>
                </a:lnTo>
                <a:lnTo>
                  <a:pt x="1804693" y="21465"/>
                </a:lnTo>
                <a:lnTo>
                  <a:pt x="1805066" y="21579"/>
                </a:lnTo>
                <a:lnTo>
                  <a:pt x="1805447" y="21683"/>
                </a:lnTo>
                <a:lnTo>
                  <a:pt x="1805836" y="21775"/>
                </a:lnTo>
                <a:lnTo>
                  <a:pt x="1806233" y="21857"/>
                </a:lnTo>
                <a:lnTo>
                  <a:pt x="1806637" y="21928"/>
                </a:lnTo>
                <a:lnTo>
                  <a:pt x="1807050" y="21988"/>
                </a:lnTo>
                <a:lnTo>
                  <a:pt x="1807470" y="22037"/>
                </a:lnTo>
                <a:lnTo>
                  <a:pt x="1807899" y="22075"/>
                </a:lnTo>
                <a:lnTo>
                  <a:pt x="1808335" y="22102"/>
                </a:lnTo>
                <a:lnTo>
                  <a:pt x="1808779" y="22118"/>
                </a:lnTo>
                <a:lnTo>
                  <a:pt x="1809232" y="22124"/>
                </a:lnTo>
                <a:lnTo>
                  <a:pt x="1809675" y="22118"/>
                </a:lnTo>
                <a:lnTo>
                  <a:pt x="1810111" y="22102"/>
                </a:lnTo>
                <a:lnTo>
                  <a:pt x="1810540" y="22075"/>
                </a:lnTo>
                <a:lnTo>
                  <a:pt x="1810961" y="22037"/>
                </a:lnTo>
                <a:lnTo>
                  <a:pt x="1811376" y="21988"/>
                </a:lnTo>
                <a:lnTo>
                  <a:pt x="1811783" y="21928"/>
                </a:lnTo>
                <a:close/>
                <a:moveTo>
                  <a:pt x="2518216" y="21857"/>
                </a:moveTo>
                <a:lnTo>
                  <a:pt x="2518609" y="21775"/>
                </a:lnTo>
                <a:lnTo>
                  <a:pt x="2518995" y="21683"/>
                </a:lnTo>
                <a:lnTo>
                  <a:pt x="2519374" y="21579"/>
                </a:lnTo>
                <a:lnTo>
                  <a:pt x="2519746" y="21465"/>
                </a:lnTo>
                <a:lnTo>
                  <a:pt x="2520111" y="21340"/>
                </a:lnTo>
                <a:lnTo>
                  <a:pt x="2520468" y="21204"/>
                </a:lnTo>
                <a:lnTo>
                  <a:pt x="2520819" y="21057"/>
                </a:lnTo>
                <a:lnTo>
                  <a:pt x="2521162" y="20899"/>
                </a:lnTo>
                <a:lnTo>
                  <a:pt x="2521498" y="20730"/>
                </a:lnTo>
                <a:lnTo>
                  <a:pt x="2521827" y="20550"/>
                </a:lnTo>
                <a:lnTo>
                  <a:pt x="2522149" y="20360"/>
                </a:lnTo>
                <a:lnTo>
                  <a:pt x="2522464" y="20158"/>
                </a:lnTo>
                <a:lnTo>
                  <a:pt x="2522771" y="19946"/>
                </a:lnTo>
                <a:lnTo>
                  <a:pt x="2523072" y="19723"/>
                </a:lnTo>
                <a:lnTo>
                  <a:pt x="2523365" y="19489"/>
                </a:lnTo>
                <a:lnTo>
                  <a:pt x="2523652" y="19244"/>
                </a:lnTo>
                <a:lnTo>
                  <a:pt x="2523931" y="18988"/>
                </a:lnTo>
                <a:lnTo>
                  <a:pt x="2524201" y="18723"/>
                </a:lnTo>
                <a:lnTo>
                  <a:pt x="2524459" y="18453"/>
                </a:lnTo>
                <a:lnTo>
                  <a:pt x="2524706" y="18178"/>
                </a:lnTo>
                <a:lnTo>
                  <a:pt x="2524941" y="17896"/>
                </a:lnTo>
                <a:lnTo>
                  <a:pt x="2525165" y="17609"/>
                </a:lnTo>
                <a:lnTo>
                  <a:pt x="2525378" y="17316"/>
                </a:lnTo>
                <a:lnTo>
                  <a:pt x="2525579" y="17018"/>
                </a:lnTo>
                <a:lnTo>
                  <a:pt x="2525768" y="16713"/>
                </a:lnTo>
                <a:lnTo>
                  <a:pt x="2525946" y="16403"/>
                </a:lnTo>
                <a:lnTo>
                  <a:pt x="2526113" y="16087"/>
                </a:lnTo>
                <a:lnTo>
                  <a:pt x="2526268" y="15766"/>
                </a:lnTo>
                <a:lnTo>
                  <a:pt x="2526411" y="15438"/>
                </a:lnTo>
                <a:lnTo>
                  <a:pt x="2526543" y="15105"/>
                </a:lnTo>
                <a:lnTo>
                  <a:pt x="2526664" y="14766"/>
                </a:lnTo>
                <a:lnTo>
                  <a:pt x="2526773" y="14422"/>
                </a:lnTo>
                <a:lnTo>
                  <a:pt x="2526871" y="14071"/>
                </a:lnTo>
                <a:lnTo>
                  <a:pt x="2526957" y="13715"/>
                </a:lnTo>
                <a:lnTo>
                  <a:pt x="2527031" y="13353"/>
                </a:lnTo>
                <a:lnTo>
                  <a:pt x="2527095" y="12986"/>
                </a:lnTo>
                <a:lnTo>
                  <a:pt x="2527146" y="12612"/>
                </a:lnTo>
                <a:lnTo>
                  <a:pt x="2527186" y="12233"/>
                </a:lnTo>
                <a:lnTo>
                  <a:pt x="2527215" y="11849"/>
                </a:lnTo>
                <a:lnTo>
                  <a:pt x="2527232" y="11458"/>
                </a:lnTo>
                <a:lnTo>
                  <a:pt x="2527238" y="11062"/>
                </a:lnTo>
                <a:lnTo>
                  <a:pt x="2527232" y="10666"/>
                </a:lnTo>
                <a:lnTo>
                  <a:pt x="2527215" y="10275"/>
                </a:lnTo>
                <a:lnTo>
                  <a:pt x="2527186" y="9890"/>
                </a:lnTo>
                <a:lnTo>
                  <a:pt x="2527146" y="9511"/>
                </a:lnTo>
                <a:lnTo>
                  <a:pt x="2527095" y="9138"/>
                </a:lnTo>
                <a:lnTo>
                  <a:pt x="2527031" y="8770"/>
                </a:lnTo>
                <a:lnTo>
                  <a:pt x="2526957" y="8409"/>
                </a:lnTo>
                <a:lnTo>
                  <a:pt x="2526871" y="8052"/>
                </a:lnTo>
                <a:lnTo>
                  <a:pt x="2526773" y="7702"/>
                </a:lnTo>
                <a:lnTo>
                  <a:pt x="2526664" y="7358"/>
                </a:lnTo>
                <a:lnTo>
                  <a:pt x="2526543" y="7019"/>
                </a:lnTo>
                <a:lnTo>
                  <a:pt x="2526411" y="6686"/>
                </a:lnTo>
                <a:lnTo>
                  <a:pt x="2526268" y="6358"/>
                </a:lnTo>
                <a:lnTo>
                  <a:pt x="2526113" y="6037"/>
                </a:lnTo>
                <a:lnTo>
                  <a:pt x="2525946" y="5721"/>
                </a:lnTo>
                <a:lnTo>
                  <a:pt x="2525768" y="5411"/>
                </a:lnTo>
                <a:lnTo>
                  <a:pt x="2525579" y="5106"/>
                </a:lnTo>
                <a:lnTo>
                  <a:pt x="2525378" y="4807"/>
                </a:lnTo>
                <a:lnTo>
                  <a:pt x="2525165" y="4515"/>
                </a:lnTo>
                <a:lnTo>
                  <a:pt x="2524941" y="4227"/>
                </a:lnTo>
                <a:lnTo>
                  <a:pt x="2524706" y="3946"/>
                </a:lnTo>
                <a:lnTo>
                  <a:pt x="2524459" y="3670"/>
                </a:lnTo>
                <a:lnTo>
                  <a:pt x="2524201" y="3400"/>
                </a:lnTo>
                <a:lnTo>
                  <a:pt x="2523931" y="3136"/>
                </a:lnTo>
                <a:lnTo>
                  <a:pt x="2523652" y="2880"/>
                </a:lnTo>
                <a:lnTo>
                  <a:pt x="2523365" y="2635"/>
                </a:lnTo>
                <a:lnTo>
                  <a:pt x="2523072" y="2401"/>
                </a:lnTo>
                <a:lnTo>
                  <a:pt x="2522771" y="2178"/>
                </a:lnTo>
                <a:lnTo>
                  <a:pt x="2522464" y="1966"/>
                </a:lnTo>
                <a:lnTo>
                  <a:pt x="2522149" y="1764"/>
                </a:lnTo>
                <a:lnTo>
                  <a:pt x="2521827" y="1573"/>
                </a:lnTo>
                <a:lnTo>
                  <a:pt x="2521498" y="1394"/>
                </a:lnTo>
                <a:lnTo>
                  <a:pt x="2521162" y="1225"/>
                </a:lnTo>
                <a:lnTo>
                  <a:pt x="2520819" y="1067"/>
                </a:lnTo>
                <a:lnTo>
                  <a:pt x="2520468" y="920"/>
                </a:lnTo>
                <a:lnTo>
                  <a:pt x="2520111" y="784"/>
                </a:lnTo>
                <a:lnTo>
                  <a:pt x="2519746" y="659"/>
                </a:lnTo>
                <a:lnTo>
                  <a:pt x="2519374" y="544"/>
                </a:lnTo>
                <a:lnTo>
                  <a:pt x="2518995" y="441"/>
                </a:lnTo>
                <a:lnTo>
                  <a:pt x="2518609" y="348"/>
                </a:lnTo>
                <a:lnTo>
                  <a:pt x="2518216" y="267"/>
                </a:lnTo>
                <a:lnTo>
                  <a:pt x="2517816" y="196"/>
                </a:lnTo>
                <a:lnTo>
                  <a:pt x="2517408" y="136"/>
                </a:lnTo>
                <a:lnTo>
                  <a:pt x="2516993" y="87"/>
                </a:lnTo>
                <a:lnTo>
                  <a:pt x="2516572" y="49"/>
                </a:lnTo>
                <a:lnTo>
                  <a:pt x="2516143" y="22"/>
                </a:lnTo>
                <a:lnTo>
                  <a:pt x="2515707" y="5"/>
                </a:lnTo>
                <a:lnTo>
                  <a:pt x="2515264" y="0"/>
                </a:lnTo>
                <a:lnTo>
                  <a:pt x="2514812" y="5"/>
                </a:lnTo>
                <a:lnTo>
                  <a:pt x="2514367" y="22"/>
                </a:lnTo>
                <a:lnTo>
                  <a:pt x="2513931" y="49"/>
                </a:lnTo>
                <a:lnTo>
                  <a:pt x="2513503" y="87"/>
                </a:lnTo>
                <a:lnTo>
                  <a:pt x="2513082" y="136"/>
                </a:lnTo>
                <a:lnTo>
                  <a:pt x="2512669" y="196"/>
                </a:lnTo>
                <a:lnTo>
                  <a:pt x="2512265" y="267"/>
                </a:lnTo>
                <a:lnTo>
                  <a:pt x="2511868" y="348"/>
                </a:lnTo>
                <a:lnTo>
                  <a:pt x="2511479" y="441"/>
                </a:lnTo>
                <a:lnTo>
                  <a:pt x="2511098" y="544"/>
                </a:lnTo>
                <a:lnTo>
                  <a:pt x="2510725" y="659"/>
                </a:lnTo>
                <a:lnTo>
                  <a:pt x="2510360" y="784"/>
                </a:lnTo>
                <a:lnTo>
                  <a:pt x="2510003" y="920"/>
                </a:lnTo>
                <a:lnTo>
                  <a:pt x="2509654" y="1067"/>
                </a:lnTo>
                <a:lnTo>
                  <a:pt x="2509312" y="1225"/>
                </a:lnTo>
                <a:lnTo>
                  <a:pt x="2508979" y="1394"/>
                </a:lnTo>
                <a:lnTo>
                  <a:pt x="2508654" y="1573"/>
                </a:lnTo>
                <a:lnTo>
                  <a:pt x="2508336" y="1764"/>
                </a:lnTo>
                <a:lnTo>
                  <a:pt x="2508026" y="1966"/>
                </a:lnTo>
                <a:lnTo>
                  <a:pt x="2507725" y="2178"/>
                </a:lnTo>
                <a:lnTo>
                  <a:pt x="2507431" y="2401"/>
                </a:lnTo>
                <a:lnTo>
                  <a:pt x="2507145" y="2635"/>
                </a:lnTo>
                <a:lnTo>
                  <a:pt x="2506867" y="2880"/>
                </a:lnTo>
                <a:lnTo>
                  <a:pt x="2506597" y="3136"/>
                </a:lnTo>
                <a:lnTo>
                  <a:pt x="2506336" y="3400"/>
                </a:lnTo>
                <a:lnTo>
                  <a:pt x="2506087" y="3670"/>
                </a:lnTo>
                <a:lnTo>
                  <a:pt x="2505848" y="3946"/>
                </a:lnTo>
                <a:lnTo>
                  <a:pt x="2505621" y="4227"/>
                </a:lnTo>
                <a:lnTo>
                  <a:pt x="2505405" y="4515"/>
                </a:lnTo>
                <a:lnTo>
                  <a:pt x="2505200" y="4807"/>
                </a:lnTo>
                <a:lnTo>
                  <a:pt x="2505006" y="5106"/>
                </a:lnTo>
                <a:lnTo>
                  <a:pt x="2504823" y="5411"/>
                </a:lnTo>
                <a:lnTo>
                  <a:pt x="2504651" y="5721"/>
                </a:lnTo>
                <a:lnTo>
                  <a:pt x="2504490" y="6037"/>
                </a:lnTo>
                <a:lnTo>
                  <a:pt x="2504341" y="6358"/>
                </a:lnTo>
                <a:lnTo>
                  <a:pt x="2504202" y="6686"/>
                </a:lnTo>
                <a:lnTo>
                  <a:pt x="2504075" y="7019"/>
                </a:lnTo>
                <a:lnTo>
                  <a:pt x="2503958" y="7358"/>
                </a:lnTo>
                <a:lnTo>
                  <a:pt x="2503853" y="7702"/>
                </a:lnTo>
                <a:lnTo>
                  <a:pt x="2503759" y="8052"/>
                </a:lnTo>
                <a:lnTo>
                  <a:pt x="2503675" y="8409"/>
                </a:lnTo>
                <a:lnTo>
                  <a:pt x="2503603" y="8770"/>
                </a:lnTo>
                <a:lnTo>
                  <a:pt x="2503542" y="9138"/>
                </a:lnTo>
                <a:lnTo>
                  <a:pt x="2503492" y="9511"/>
                </a:lnTo>
                <a:lnTo>
                  <a:pt x="2503454" y="9890"/>
                </a:lnTo>
                <a:lnTo>
                  <a:pt x="2503426" y="10275"/>
                </a:lnTo>
                <a:lnTo>
                  <a:pt x="2503409" y="10666"/>
                </a:lnTo>
                <a:lnTo>
                  <a:pt x="2503404" y="11062"/>
                </a:lnTo>
                <a:lnTo>
                  <a:pt x="2503409" y="11458"/>
                </a:lnTo>
                <a:lnTo>
                  <a:pt x="2503426" y="11849"/>
                </a:lnTo>
                <a:lnTo>
                  <a:pt x="2503454" y="12233"/>
                </a:lnTo>
                <a:lnTo>
                  <a:pt x="2503492" y="12612"/>
                </a:lnTo>
                <a:lnTo>
                  <a:pt x="2503542" y="12986"/>
                </a:lnTo>
                <a:lnTo>
                  <a:pt x="2503603" y="13353"/>
                </a:lnTo>
                <a:lnTo>
                  <a:pt x="2503675" y="13715"/>
                </a:lnTo>
                <a:lnTo>
                  <a:pt x="2503759" y="14071"/>
                </a:lnTo>
                <a:lnTo>
                  <a:pt x="2503853" y="14422"/>
                </a:lnTo>
                <a:lnTo>
                  <a:pt x="2503958" y="14766"/>
                </a:lnTo>
                <a:lnTo>
                  <a:pt x="2504075" y="15105"/>
                </a:lnTo>
                <a:lnTo>
                  <a:pt x="2504202" y="15438"/>
                </a:lnTo>
                <a:lnTo>
                  <a:pt x="2504341" y="15766"/>
                </a:lnTo>
                <a:lnTo>
                  <a:pt x="2504490" y="16087"/>
                </a:lnTo>
                <a:lnTo>
                  <a:pt x="2504651" y="16403"/>
                </a:lnTo>
                <a:lnTo>
                  <a:pt x="2504823" y="16713"/>
                </a:lnTo>
                <a:lnTo>
                  <a:pt x="2505006" y="17018"/>
                </a:lnTo>
                <a:lnTo>
                  <a:pt x="2505200" y="17316"/>
                </a:lnTo>
                <a:lnTo>
                  <a:pt x="2505405" y="17609"/>
                </a:lnTo>
                <a:lnTo>
                  <a:pt x="2505621" y="17896"/>
                </a:lnTo>
                <a:lnTo>
                  <a:pt x="2505848" y="18178"/>
                </a:lnTo>
                <a:lnTo>
                  <a:pt x="2506087" y="18453"/>
                </a:lnTo>
                <a:lnTo>
                  <a:pt x="2506336" y="18723"/>
                </a:lnTo>
                <a:lnTo>
                  <a:pt x="2506597" y="18988"/>
                </a:lnTo>
                <a:lnTo>
                  <a:pt x="2506867" y="19244"/>
                </a:lnTo>
                <a:lnTo>
                  <a:pt x="2507145" y="19489"/>
                </a:lnTo>
                <a:lnTo>
                  <a:pt x="2507431" y="19723"/>
                </a:lnTo>
                <a:lnTo>
                  <a:pt x="2507725" y="19946"/>
                </a:lnTo>
                <a:lnTo>
                  <a:pt x="2508026" y="20158"/>
                </a:lnTo>
                <a:lnTo>
                  <a:pt x="2508336" y="20360"/>
                </a:lnTo>
                <a:lnTo>
                  <a:pt x="2508654" y="20550"/>
                </a:lnTo>
                <a:lnTo>
                  <a:pt x="2508979" y="20730"/>
                </a:lnTo>
                <a:lnTo>
                  <a:pt x="2509312" y="20899"/>
                </a:lnTo>
                <a:lnTo>
                  <a:pt x="2509654" y="21057"/>
                </a:lnTo>
                <a:lnTo>
                  <a:pt x="2510003" y="21204"/>
                </a:lnTo>
                <a:lnTo>
                  <a:pt x="2510360" y="21340"/>
                </a:lnTo>
                <a:lnTo>
                  <a:pt x="2510725" y="21465"/>
                </a:lnTo>
                <a:lnTo>
                  <a:pt x="2511098" y="21579"/>
                </a:lnTo>
                <a:lnTo>
                  <a:pt x="2511479" y="21683"/>
                </a:lnTo>
                <a:lnTo>
                  <a:pt x="2511868" y="21775"/>
                </a:lnTo>
                <a:lnTo>
                  <a:pt x="2512265" y="21857"/>
                </a:lnTo>
                <a:lnTo>
                  <a:pt x="2512669" y="21928"/>
                </a:lnTo>
                <a:lnTo>
                  <a:pt x="2513082" y="21988"/>
                </a:lnTo>
                <a:lnTo>
                  <a:pt x="2513503" y="22037"/>
                </a:lnTo>
                <a:lnTo>
                  <a:pt x="2513931" y="22075"/>
                </a:lnTo>
                <a:lnTo>
                  <a:pt x="2514367" y="22102"/>
                </a:lnTo>
                <a:lnTo>
                  <a:pt x="2514812" y="22118"/>
                </a:lnTo>
                <a:lnTo>
                  <a:pt x="2515264" y="22124"/>
                </a:lnTo>
                <a:lnTo>
                  <a:pt x="2515707" y="22118"/>
                </a:lnTo>
                <a:lnTo>
                  <a:pt x="2516143" y="22102"/>
                </a:lnTo>
                <a:lnTo>
                  <a:pt x="2516572" y="22075"/>
                </a:lnTo>
                <a:lnTo>
                  <a:pt x="2516993" y="22037"/>
                </a:lnTo>
                <a:lnTo>
                  <a:pt x="2517408" y="21988"/>
                </a:lnTo>
                <a:lnTo>
                  <a:pt x="2517816" y="21928"/>
                </a:lnTo>
                <a:lnTo>
                  <a:pt x="2518216" y="21857"/>
                </a:lnTo>
                <a:close/>
                <a:moveTo>
                  <a:pt x="2035145" y="51451"/>
                </a:moveTo>
                <a:lnTo>
                  <a:pt x="2035551" y="51046"/>
                </a:lnTo>
                <a:lnTo>
                  <a:pt x="2035964" y="50659"/>
                </a:lnTo>
                <a:lnTo>
                  <a:pt x="2036386" y="50288"/>
                </a:lnTo>
                <a:lnTo>
                  <a:pt x="2036814" y="49935"/>
                </a:lnTo>
                <a:lnTo>
                  <a:pt x="2037250" y="49599"/>
                </a:lnTo>
                <a:lnTo>
                  <a:pt x="2037694" y="49281"/>
                </a:lnTo>
                <a:lnTo>
                  <a:pt x="2038145" y="48979"/>
                </a:lnTo>
                <a:lnTo>
                  <a:pt x="2038604" y="48695"/>
                </a:lnTo>
                <a:lnTo>
                  <a:pt x="2039070" y="48428"/>
                </a:lnTo>
                <a:lnTo>
                  <a:pt x="2039544" y="48178"/>
                </a:lnTo>
                <a:lnTo>
                  <a:pt x="2040025" y="47946"/>
                </a:lnTo>
                <a:lnTo>
                  <a:pt x="2040514" y="47730"/>
                </a:lnTo>
                <a:lnTo>
                  <a:pt x="2041011" y="47532"/>
                </a:lnTo>
                <a:lnTo>
                  <a:pt x="2041514" y="47351"/>
                </a:lnTo>
                <a:lnTo>
                  <a:pt x="2042026" y="47188"/>
                </a:lnTo>
                <a:lnTo>
                  <a:pt x="2042545" y="47041"/>
                </a:lnTo>
                <a:lnTo>
                  <a:pt x="2043070" y="46906"/>
                </a:lnTo>
                <a:lnTo>
                  <a:pt x="2043599" y="46777"/>
                </a:lnTo>
                <a:lnTo>
                  <a:pt x="2044132" y="46654"/>
                </a:lnTo>
                <a:lnTo>
                  <a:pt x="2044670" y="46536"/>
                </a:lnTo>
                <a:lnTo>
                  <a:pt x="2045213" y="46424"/>
                </a:lnTo>
                <a:lnTo>
                  <a:pt x="2045759" y="46318"/>
                </a:lnTo>
                <a:lnTo>
                  <a:pt x="2046310" y="46217"/>
                </a:lnTo>
                <a:lnTo>
                  <a:pt x="2046866" y="46123"/>
                </a:lnTo>
                <a:lnTo>
                  <a:pt x="2047425" y="46034"/>
                </a:lnTo>
                <a:lnTo>
                  <a:pt x="2047989" y="45951"/>
                </a:lnTo>
                <a:lnTo>
                  <a:pt x="2048558" y="45873"/>
                </a:lnTo>
                <a:lnTo>
                  <a:pt x="2049131" y="45801"/>
                </a:lnTo>
                <a:lnTo>
                  <a:pt x="2049708" y="45735"/>
                </a:lnTo>
                <a:lnTo>
                  <a:pt x="2050289" y="45675"/>
                </a:lnTo>
                <a:lnTo>
                  <a:pt x="2050875" y="45620"/>
                </a:lnTo>
                <a:lnTo>
                  <a:pt x="2051465" y="45572"/>
                </a:lnTo>
                <a:lnTo>
                  <a:pt x="2052060" y="45528"/>
                </a:lnTo>
                <a:lnTo>
                  <a:pt x="2052659" y="45491"/>
                </a:lnTo>
                <a:lnTo>
                  <a:pt x="2053262" y="45460"/>
                </a:lnTo>
                <a:lnTo>
                  <a:pt x="2053870" y="45434"/>
                </a:lnTo>
                <a:lnTo>
                  <a:pt x="2054481" y="45414"/>
                </a:lnTo>
                <a:lnTo>
                  <a:pt x="2055098" y="45399"/>
                </a:lnTo>
                <a:lnTo>
                  <a:pt x="2055718" y="45391"/>
                </a:lnTo>
                <a:lnTo>
                  <a:pt x="2056344" y="45388"/>
                </a:lnTo>
                <a:lnTo>
                  <a:pt x="2056344" y="29308"/>
                </a:lnTo>
                <a:lnTo>
                  <a:pt x="2055353" y="29343"/>
                </a:lnTo>
                <a:lnTo>
                  <a:pt x="2054377" y="29390"/>
                </a:lnTo>
                <a:lnTo>
                  <a:pt x="2053415" y="29449"/>
                </a:lnTo>
                <a:lnTo>
                  <a:pt x="2052468" y="29520"/>
                </a:lnTo>
                <a:lnTo>
                  <a:pt x="2051535" y="29604"/>
                </a:lnTo>
                <a:lnTo>
                  <a:pt x="2050617" y="29700"/>
                </a:lnTo>
                <a:lnTo>
                  <a:pt x="2049713" y="29809"/>
                </a:lnTo>
                <a:lnTo>
                  <a:pt x="2048823" y="29929"/>
                </a:lnTo>
                <a:lnTo>
                  <a:pt x="2047948" y="30062"/>
                </a:lnTo>
                <a:lnTo>
                  <a:pt x="2047088" y="30207"/>
                </a:lnTo>
                <a:lnTo>
                  <a:pt x="2046242" y="30364"/>
                </a:lnTo>
                <a:lnTo>
                  <a:pt x="2045410" y="30534"/>
                </a:lnTo>
                <a:lnTo>
                  <a:pt x="2044593" y="30716"/>
                </a:lnTo>
                <a:lnTo>
                  <a:pt x="2043790" y="30910"/>
                </a:lnTo>
                <a:lnTo>
                  <a:pt x="2043002" y="31117"/>
                </a:lnTo>
                <a:lnTo>
                  <a:pt x="2042228" y="31336"/>
                </a:lnTo>
                <a:lnTo>
                  <a:pt x="2041469" y="31567"/>
                </a:lnTo>
                <a:lnTo>
                  <a:pt x="2040724" y="31810"/>
                </a:lnTo>
                <a:lnTo>
                  <a:pt x="2039993" y="32066"/>
                </a:lnTo>
                <a:lnTo>
                  <a:pt x="2039277" y="32333"/>
                </a:lnTo>
                <a:lnTo>
                  <a:pt x="2038576" y="32614"/>
                </a:lnTo>
                <a:lnTo>
                  <a:pt x="2037888" y="32906"/>
                </a:lnTo>
                <a:lnTo>
                  <a:pt x="2037216" y="33211"/>
                </a:lnTo>
                <a:lnTo>
                  <a:pt x="2036558" y="33528"/>
                </a:lnTo>
                <a:lnTo>
                  <a:pt x="2035913" y="33863"/>
                </a:lnTo>
                <a:lnTo>
                  <a:pt x="2035281" y="34221"/>
                </a:lnTo>
                <a:lnTo>
                  <a:pt x="2034661" y="34604"/>
                </a:lnTo>
                <a:lnTo>
                  <a:pt x="2034054" y="35010"/>
                </a:lnTo>
                <a:lnTo>
                  <a:pt x="2033459" y="35440"/>
                </a:lnTo>
                <a:lnTo>
                  <a:pt x="2032876" y="35894"/>
                </a:lnTo>
                <a:lnTo>
                  <a:pt x="2032306" y="36372"/>
                </a:lnTo>
                <a:lnTo>
                  <a:pt x="2031749" y="36873"/>
                </a:lnTo>
                <a:lnTo>
                  <a:pt x="2031204" y="37398"/>
                </a:lnTo>
                <a:lnTo>
                  <a:pt x="2030672" y="37947"/>
                </a:lnTo>
                <a:lnTo>
                  <a:pt x="2030152" y="38519"/>
                </a:lnTo>
                <a:lnTo>
                  <a:pt x="2029644" y="39116"/>
                </a:lnTo>
                <a:lnTo>
                  <a:pt x="2029149" y="39736"/>
                </a:lnTo>
                <a:lnTo>
                  <a:pt x="2028666" y="40380"/>
                </a:lnTo>
                <a:lnTo>
                  <a:pt x="2028196" y="41047"/>
                </a:lnTo>
                <a:lnTo>
                  <a:pt x="2027739" y="41739"/>
                </a:lnTo>
                <a:lnTo>
                  <a:pt x="2027293" y="42454"/>
                </a:lnTo>
                <a:lnTo>
                  <a:pt x="2026861" y="43193"/>
                </a:lnTo>
                <a:lnTo>
                  <a:pt x="2026440" y="43955"/>
                </a:lnTo>
                <a:lnTo>
                  <a:pt x="2026033" y="44742"/>
                </a:lnTo>
                <a:lnTo>
                  <a:pt x="2025637" y="45552"/>
                </a:lnTo>
                <a:lnTo>
                  <a:pt x="2025255" y="46386"/>
                </a:lnTo>
                <a:lnTo>
                  <a:pt x="2024884" y="47243"/>
                </a:lnTo>
                <a:lnTo>
                  <a:pt x="2024858" y="47309"/>
                </a:lnTo>
                <a:lnTo>
                  <a:pt x="2024440" y="47102"/>
                </a:lnTo>
                <a:lnTo>
                  <a:pt x="2023638" y="46730"/>
                </a:lnTo>
                <a:lnTo>
                  <a:pt x="2022820" y="46377"/>
                </a:lnTo>
                <a:lnTo>
                  <a:pt x="2021985" y="46042"/>
                </a:lnTo>
                <a:lnTo>
                  <a:pt x="2021135" y="45725"/>
                </a:lnTo>
                <a:lnTo>
                  <a:pt x="2020269" y="45426"/>
                </a:lnTo>
                <a:lnTo>
                  <a:pt x="2019387" y="45145"/>
                </a:lnTo>
                <a:lnTo>
                  <a:pt x="2018488" y="44882"/>
                </a:lnTo>
                <a:lnTo>
                  <a:pt x="2017574" y="44638"/>
                </a:lnTo>
                <a:lnTo>
                  <a:pt x="2016643" y="44411"/>
                </a:lnTo>
                <a:lnTo>
                  <a:pt x="2015697" y="44203"/>
                </a:lnTo>
                <a:lnTo>
                  <a:pt x="2014734" y="44013"/>
                </a:lnTo>
                <a:lnTo>
                  <a:pt x="2013756" y="43841"/>
                </a:lnTo>
                <a:lnTo>
                  <a:pt x="2012761" y="43687"/>
                </a:lnTo>
                <a:lnTo>
                  <a:pt x="2011751" y="43551"/>
                </a:lnTo>
                <a:lnTo>
                  <a:pt x="2010724" y="43433"/>
                </a:lnTo>
                <a:lnTo>
                  <a:pt x="2009681" y="43333"/>
                </a:lnTo>
                <a:lnTo>
                  <a:pt x="2008623" y="43252"/>
                </a:lnTo>
                <a:lnTo>
                  <a:pt x="2007548" y="43189"/>
                </a:lnTo>
                <a:lnTo>
                  <a:pt x="2006457" y="43143"/>
                </a:lnTo>
                <a:lnTo>
                  <a:pt x="2005350" y="43116"/>
                </a:lnTo>
                <a:lnTo>
                  <a:pt x="2004227" y="43107"/>
                </a:lnTo>
                <a:lnTo>
                  <a:pt x="2003132" y="43116"/>
                </a:lnTo>
                <a:lnTo>
                  <a:pt x="2002051" y="43143"/>
                </a:lnTo>
                <a:lnTo>
                  <a:pt x="2000985" y="43189"/>
                </a:lnTo>
                <a:lnTo>
                  <a:pt x="1999933" y="43252"/>
                </a:lnTo>
                <a:lnTo>
                  <a:pt x="1998896" y="43333"/>
                </a:lnTo>
                <a:lnTo>
                  <a:pt x="1997873" y="43433"/>
                </a:lnTo>
                <a:lnTo>
                  <a:pt x="1996865" y="43551"/>
                </a:lnTo>
                <a:lnTo>
                  <a:pt x="1995871" y="43687"/>
                </a:lnTo>
                <a:lnTo>
                  <a:pt x="1994891" y="43841"/>
                </a:lnTo>
                <a:lnTo>
                  <a:pt x="1993926" y="44013"/>
                </a:lnTo>
                <a:lnTo>
                  <a:pt x="1992976" y="44203"/>
                </a:lnTo>
                <a:lnTo>
                  <a:pt x="1992039" y="44411"/>
                </a:lnTo>
                <a:lnTo>
                  <a:pt x="1991118" y="44638"/>
                </a:lnTo>
                <a:lnTo>
                  <a:pt x="1990210" y="44882"/>
                </a:lnTo>
                <a:lnTo>
                  <a:pt x="1989318" y="45145"/>
                </a:lnTo>
                <a:lnTo>
                  <a:pt x="1988439" y="45426"/>
                </a:lnTo>
                <a:lnTo>
                  <a:pt x="1987575" y="45725"/>
                </a:lnTo>
                <a:lnTo>
                  <a:pt x="1986726" y="46042"/>
                </a:lnTo>
                <a:lnTo>
                  <a:pt x="1985891" y="46377"/>
                </a:lnTo>
                <a:lnTo>
                  <a:pt x="1985070" y="46730"/>
                </a:lnTo>
                <a:lnTo>
                  <a:pt x="1984264" y="47102"/>
                </a:lnTo>
                <a:lnTo>
                  <a:pt x="1983473" y="47491"/>
                </a:lnTo>
                <a:lnTo>
                  <a:pt x="1982695" y="47899"/>
                </a:lnTo>
                <a:lnTo>
                  <a:pt x="1981933" y="48324"/>
                </a:lnTo>
                <a:lnTo>
                  <a:pt x="1981185" y="48765"/>
                </a:lnTo>
                <a:lnTo>
                  <a:pt x="1980452" y="49218"/>
                </a:lnTo>
                <a:lnTo>
                  <a:pt x="1979734" y="49684"/>
                </a:lnTo>
                <a:lnTo>
                  <a:pt x="1979031" y="50162"/>
                </a:lnTo>
                <a:lnTo>
                  <a:pt x="1978343" y="50653"/>
                </a:lnTo>
                <a:lnTo>
                  <a:pt x="1977670" y="51156"/>
                </a:lnTo>
                <a:lnTo>
                  <a:pt x="1977013" y="51672"/>
                </a:lnTo>
                <a:lnTo>
                  <a:pt x="1976370" y="52200"/>
                </a:lnTo>
                <a:lnTo>
                  <a:pt x="1975742" y="52741"/>
                </a:lnTo>
                <a:lnTo>
                  <a:pt x="1975130" y="53294"/>
                </a:lnTo>
                <a:lnTo>
                  <a:pt x="1974532" y="53860"/>
                </a:lnTo>
                <a:lnTo>
                  <a:pt x="1973950" y="54438"/>
                </a:lnTo>
                <a:lnTo>
                  <a:pt x="1973382" y="55029"/>
                </a:lnTo>
                <a:lnTo>
                  <a:pt x="1972830" y="55632"/>
                </a:lnTo>
                <a:lnTo>
                  <a:pt x="1972293" y="56248"/>
                </a:lnTo>
                <a:lnTo>
                  <a:pt x="1971770" y="56876"/>
                </a:lnTo>
                <a:lnTo>
                  <a:pt x="1971263" y="57516"/>
                </a:lnTo>
                <a:lnTo>
                  <a:pt x="1970771" y="58170"/>
                </a:lnTo>
                <a:lnTo>
                  <a:pt x="1970294" y="58835"/>
                </a:lnTo>
                <a:lnTo>
                  <a:pt x="1969832" y="59514"/>
                </a:lnTo>
                <a:lnTo>
                  <a:pt x="1969385" y="60204"/>
                </a:lnTo>
                <a:lnTo>
                  <a:pt x="1968953" y="60907"/>
                </a:lnTo>
                <a:lnTo>
                  <a:pt x="1968536" y="61623"/>
                </a:lnTo>
                <a:lnTo>
                  <a:pt x="1968134" y="62351"/>
                </a:lnTo>
                <a:lnTo>
                  <a:pt x="1967748" y="63089"/>
                </a:lnTo>
                <a:lnTo>
                  <a:pt x="1967378" y="63833"/>
                </a:lnTo>
                <a:lnTo>
                  <a:pt x="1967025" y="64584"/>
                </a:lnTo>
                <a:lnTo>
                  <a:pt x="1966688" y="65343"/>
                </a:lnTo>
                <a:lnTo>
                  <a:pt x="1966367" y="66107"/>
                </a:lnTo>
                <a:lnTo>
                  <a:pt x="1966063" y="66879"/>
                </a:lnTo>
                <a:lnTo>
                  <a:pt x="1965776" y="67658"/>
                </a:lnTo>
                <a:lnTo>
                  <a:pt x="1965505" y="68443"/>
                </a:lnTo>
                <a:lnTo>
                  <a:pt x="1965250" y="69236"/>
                </a:lnTo>
                <a:lnTo>
                  <a:pt x="1965012" y="70035"/>
                </a:lnTo>
                <a:lnTo>
                  <a:pt x="1964790" y="70841"/>
                </a:lnTo>
                <a:lnTo>
                  <a:pt x="1964584" y="71654"/>
                </a:lnTo>
                <a:lnTo>
                  <a:pt x="1964395" y="72473"/>
                </a:lnTo>
                <a:lnTo>
                  <a:pt x="1964223" y="73300"/>
                </a:lnTo>
                <a:lnTo>
                  <a:pt x="1964067" y="74133"/>
                </a:lnTo>
                <a:lnTo>
                  <a:pt x="1963927" y="74973"/>
                </a:lnTo>
                <a:lnTo>
                  <a:pt x="1963804" y="75820"/>
                </a:lnTo>
                <a:lnTo>
                  <a:pt x="1963697" y="76674"/>
                </a:lnTo>
                <a:lnTo>
                  <a:pt x="1963607" y="77535"/>
                </a:lnTo>
                <a:lnTo>
                  <a:pt x="1963533" y="78402"/>
                </a:lnTo>
                <a:lnTo>
                  <a:pt x="1963475" y="79277"/>
                </a:lnTo>
                <a:lnTo>
                  <a:pt x="1963434" y="80158"/>
                </a:lnTo>
                <a:lnTo>
                  <a:pt x="1963409" y="81046"/>
                </a:lnTo>
                <a:lnTo>
                  <a:pt x="1963401" y="81941"/>
                </a:lnTo>
                <a:lnTo>
                  <a:pt x="1963409" y="82789"/>
                </a:lnTo>
                <a:lnTo>
                  <a:pt x="1963434" y="83631"/>
                </a:lnTo>
                <a:lnTo>
                  <a:pt x="1963474" y="84469"/>
                </a:lnTo>
                <a:lnTo>
                  <a:pt x="1963531" y="85302"/>
                </a:lnTo>
                <a:lnTo>
                  <a:pt x="1963604" y="86131"/>
                </a:lnTo>
                <a:lnTo>
                  <a:pt x="1963693" y="86954"/>
                </a:lnTo>
                <a:lnTo>
                  <a:pt x="1963799" y="87773"/>
                </a:lnTo>
                <a:lnTo>
                  <a:pt x="1963921" y="88586"/>
                </a:lnTo>
                <a:lnTo>
                  <a:pt x="1964059" y="89395"/>
                </a:lnTo>
                <a:lnTo>
                  <a:pt x="1964213" y="90199"/>
                </a:lnTo>
                <a:lnTo>
                  <a:pt x="1964383" y="90999"/>
                </a:lnTo>
                <a:lnTo>
                  <a:pt x="1964570" y="91793"/>
                </a:lnTo>
                <a:lnTo>
                  <a:pt x="1964773" y="92583"/>
                </a:lnTo>
                <a:lnTo>
                  <a:pt x="1964992" y="93368"/>
                </a:lnTo>
                <a:lnTo>
                  <a:pt x="1965228" y="94148"/>
                </a:lnTo>
                <a:lnTo>
                  <a:pt x="1965479" y="94923"/>
                </a:lnTo>
                <a:lnTo>
                  <a:pt x="1965747" y="95693"/>
                </a:lnTo>
                <a:lnTo>
                  <a:pt x="1966031" y="96458"/>
                </a:lnTo>
                <a:lnTo>
                  <a:pt x="1966332" y="97219"/>
                </a:lnTo>
                <a:lnTo>
                  <a:pt x="1966648" y="97975"/>
                </a:lnTo>
                <a:lnTo>
                  <a:pt x="1966981" y="98726"/>
                </a:lnTo>
                <a:lnTo>
                  <a:pt x="1967330" y="99472"/>
                </a:lnTo>
                <a:lnTo>
                  <a:pt x="1967695" y="100214"/>
                </a:lnTo>
                <a:lnTo>
                  <a:pt x="1968077" y="100950"/>
                </a:lnTo>
                <a:lnTo>
                  <a:pt x="1968474" y="101678"/>
                </a:lnTo>
                <a:lnTo>
                  <a:pt x="1968887" y="102394"/>
                </a:lnTo>
                <a:lnTo>
                  <a:pt x="1969315" y="103098"/>
                </a:lnTo>
                <a:lnTo>
                  <a:pt x="1969759" y="103790"/>
                </a:lnTo>
                <a:lnTo>
                  <a:pt x="1970218" y="104470"/>
                </a:lnTo>
                <a:lnTo>
                  <a:pt x="1970693" y="105138"/>
                </a:lnTo>
                <a:lnTo>
                  <a:pt x="1971183" y="105793"/>
                </a:lnTo>
                <a:lnTo>
                  <a:pt x="1971688" y="106437"/>
                </a:lnTo>
                <a:lnTo>
                  <a:pt x="1972209" y="107069"/>
                </a:lnTo>
                <a:lnTo>
                  <a:pt x="1972745" y="107688"/>
                </a:lnTo>
                <a:lnTo>
                  <a:pt x="1973297" y="108296"/>
                </a:lnTo>
                <a:lnTo>
                  <a:pt x="1973864" y="108891"/>
                </a:lnTo>
                <a:lnTo>
                  <a:pt x="1974447" y="109474"/>
                </a:lnTo>
                <a:lnTo>
                  <a:pt x="1975045" y="110046"/>
                </a:lnTo>
                <a:lnTo>
                  <a:pt x="1975659" y="110605"/>
                </a:lnTo>
                <a:lnTo>
                  <a:pt x="1976288" y="111152"/>
                </a:lnTo>
                <a:lnTo>
                  <a:pt x="1976932" y="111687"/>
                </a:lnTo>
                <a:lnTo>
                  <a:pt x="1977592" y="112210"/>
                </a:lnTo>
                <a:lnTo>
                  <a:pt x="1978168" y="112646"/>
                </a:lnTo>
                <a:lnTo>
                  <a:pt x="1977777" y="112805"/>
                </a:lnTo>
                <a:lnTo>
                  <a:pt x="1977048" y="113119"/>
                </a:lnTo>
                <a:lnTo>
                  <a:pt x="1976338" y="113439"/>
                </a:lnTo>
                <a:lnTo>
                  <a:pt x="1975648" y="113767"/>
                </a:lnTo>
                <a:lnTo>
                  <a:pt x="1974977" y="114102"/>
                </a:lnTo>
                <a:lnTo>
                  <a:pt x="1974325" y="114444"/>
                </a:lnTo>
                <a:lnTo>
                  <a:pt x="1973693" y="114794"/>
                </a:lnTo>
                <a:lnTo>
                  <a:pt x="1973080" y="115150"/>
                </a:lnTo>
                <a:lnTo>
                  <a:pt x="1972487" y="115513"/>
                </a:lnTo>
                <a:lnTo>
                  <a:pt x="1971913" y="115884"/>
                </a:lnTo>
                <a:lnTo>
                  <a:pt x="1971359" y="116262"/>
                </a:lnTo>
                <a:lnTo>
                  <a:pt x="1970823" y="116647"/>
                </a:lnTo>
                <a:lnTo>
                  <a:pt x="1970308" y="117039"/>
                </a:lnTo>
                <a:lnTo>
                  <a:pt x="1969811" y="117438"/>
                </a:lnTo>
                <a:lnTo>
                  <a:pt x="1969334" y="117845"/>
                </a:lnTo>
                <a:lnTo>
                  <a:pt x="1968877" y="118258"/>
                </a:lnTo>
                <a:lnTo>
                  <a:pt x="1968439" y="118679"/>
                </a:lnTo>
                <a:lnTo>
                  <a:pt x="1968020" y="119107"/>
                </a:lnTo>
                <a:lnTo>
                  <a:pt x="1967621" y="119542"/>
                </a:lnTo>
                <a:lnTo>
                  <a:pt x="1967239" y="119981"/>
                </a:lnTo>
                <a:lnTo>
                  <a:pt x="1966874" y="120419"/>
                </a:lnTo>
                <a:lnTo>
                  <a:pt x="1966525" y="120857"/>
                </a:lnTo>
                <a:lnTo>
                  <a:pt x="1966192" y="121296"/>
                </a:lnTo>
                <a:lnTo>
                  <a:pt x="1965875" y="121734"/>
                </a:lnTo>
                <a:lnTo>
                  <a:pt x="1965575" y="122172"/>
                </a:lnTo>
                <a:lnTo>
                  <a:pt x="1965291" y="122611"/>
                </a:lnTo>
                <a:lnTo>
                  <a:pt x="1965023" y="123049"/>
                </a:lnTo>
                <a:lnTo>
                  <a:pt x="1964771" y="123487"/>
                </a:lnTo>
                <a:lnTo>
                  <a:pt x="1964536" y="123926"/>
                </a:lnTo>
                <a:lnTo>
                  <a:pt x="1964317" y="124364"/>
                </a:lnTo>
                <a:lnTo>
                  <a:pt x="1964114" y="124802"/>
                </a:lnTo>
                <a:lnTo>
                  <a:pt x="1963927" y="125241"/>
                </a:lnTo>
                <a:lnTo>
                  <a:pt x="1963757" y="125679"/>
                </a:lnTo>
                <a:lnTo>
                  <a:pt x="1963602" y="126117"/>
                </a:lnTo>
                <a:lnTo>
                  <a:pt x="1963464" y="126556"/>
                </a:lnTo>
                <a:lnTo>
                  <a:pt x="1963343" y="126994"/>
                </a:lnTo>
                <a:lnTo>
                  <a:pt x="1963237" y="127432"/>
                </a:lnTo>
                <a:lnTo>
                  <a:pt x="1963148" y="127871"/>
                </a:lnTo>
                <a:lnTo>
                  <a:pt x="1963075" y="128309"/>
                </a:lnTo>
                <a:lnTo>
                  <a:pt x="1963018" y="128747"/>
                </a:lnTo>
                <a:lnTo>
                  <a:pt x="1962977" y="129186"/>
                </a:lnTo>
                <a:lnTo>
                  <a:pt x="1962953" y="129624"/>
                </a:lnTo>
                <a:lnTo>
                  <a:pt x="1962945" y="130062"/>
                </a:lnTo>
                <a:lnTo>
                  <a:pt x="1962950" y="130359"/>
                </a:lnTo>
                <a:lnTo>
                  <a:pt x="1962963" y="130658"/>
                </a:lnTo>
                <a:lnTo>
                  <a:pt x="1962986" y="130959"/>
                </a:lnTo>
                <a:lnTo>
                  <a:pt x="1963018" y="131262"/>
                </a:lnTo>
                <a:lnTo>
                  <a:pt x="1963059" y="131567"/>
                </a:lnTo>
                <a:lnTo>
                  <a:pt x="1963109" y="131875"/>
                </a:lnTo>
                <a:lnTo>
                  <a:pt x="1963168" y="132184"/>
                </a:lnTo>
                <a:lnTo>
                  <a:pt x="1963236" y="132496"/>
                </a:lnTo>
                <a:lnTo>
                  <a:pt x="1963314" y="132811"/>
                </a:lnTo>
                <a:lnTo>
                  <a:pt x="1963400" y="133127"/>
                </a:lnTo>
                <a:lnTo>
                  <a:pt x="1963496" y="133445"/>
                </a:lnTo>
                <a:lnTo>
                  <a:pt x="1963601" y="133766"/>
                </a:lnTo>
                <a:lnTo>
                  <a:pt x="1963715" y="134089"/>
                </a:lnTo>
                <a:lnTo>
                  <a:pt x="1963837" y="134414"/>
                </a:lnTo>
                <a:lnTo>
                  <a:pt x="1963970" y="134741"/>
                </a:lnTo>
                <a:lnTo>
                  <a:pt x="1964111" y="135071"/>
                </a:lnTo>
                <a:lnTo>
                  <a:pt x="1964261" y="135402"/>
                </a:lnTo>
                <a:lnTo>
                  <a:pt x="1964420" y="135736"/>
                </a:lnTo>
                <a:lnTo>
                  <a:pt x="1964589" y="136072"/>
                </a:lnTo>
                <a:lnTo>
                  <a:pt x="1964766" y="136410"/>
                </a:lnTo>
                <a:lnTo>
                  <a:pt x="1964953" y="136751"/>
                </a:lnTo>
                <a:lnTo>
                  <a:pt x="1965149" y="137093"/>
                </a:lnTo>
                <a:lnTo>
                  <a:pt x="1965354" y="137438"/>
                </a:lnTo>
                <a:lnTo>
                  <a:pt x="1965568" y="137785"/>
                </a:lnTo>
                <a:lnTo>
                  <a:pt x="1965793" y="138131"/>
                </a:lnTo>
                <a:lnTo>
                  <a:pt x="1966030" y="138473"/>
                </a:lnTo>
                <a:lnTo>
                  <a:pt x="1966281" y="138811"/>
                </a:lnTo>
                <a:lnTo>
                  <a:pt x="1966544" y="139146"/>
                </a:lnTo>
                <a:lnTo>
                  <a:pt x="1966819" y="139477"/>
                </a:lnTo>
                <a:lnTo>
                  <a:pt x="1967107" y="139804"/>
                </a:lnTo>
                <a:lnTo>
                  <a:pt x="1967408" y="140127"/>
                </a:lnTo>
                <a:lnTo>
                  <a:pt x="1967722" y="140447"/>
                </a:lnTo>
                <a:lnTo>
                  <a:pt x="1968048" y="140762"/>
                </a:lnTo>
                <a:lnTo>
                  <a:pt x="1968387" y="141075"/>
                </a:lnTo>
                <a:lnTo>
                  <a:pt x="1968739" y="141383"/>
                </a:lnTo>
                <a:lnTo>
                  <a:pt x="1969103" y="141687"/>
                </a:lnTo>
                <a:lnTo>
                  <a:pt x="1969480" y="141988"/>
                </a:lnTo>
                <a:lnTo>
                  <a:pt x="1969870" y="142285"/>
                </a:lnTo>
                <a:lnTo>
                  <a:pt x="1970272" y="142578"/>
                </a:lnTo>
                <a:lnTo>
                  <a:pt x="1970687" y="142868"/>
                </a:lnTo>
                <a:lnTo>
                  <a:pt x="1971115" y="143153"/>
                </a:lnTo>
                <a:lnTo>
                  <a:pt x="1971555" y="143435"/>
                </a:lnTo>
                <a:lnTo>
                  <a:pt x="1972008" y="143713"/>
                </a:lnTo>
                <a:lnTo>
                  <a:pt x="1972474" y="143988"/>
                </a:lnTo>
                <a:lnTo>
                  <a:pt x="1972952" y="144259"/>
                </a:lnTo>
                <a:lnTo>
                  <a:pt x="1973443" y="144525"/>
                </a:lnTo>
                <a:lnTo>
                  <a:pt x="1973947" y="144789"/>
                </a:lnTo>
                <a:lnTo>
                  <a:pt x="1974463" y="145048"/>
                </a:lnTo>
                <a:lnTo>
                  <a:pt x="1974994" y="145301"/>
                </a:lnTo>
                <a:lnTo>
                  <a:pt x="1975542" y="145545"/>
                </a:lnTo>
                <a:lnTo>
                  <a:pt x="1976106" y="145779"/>
                </a:lnTo>
                <a:lnTo>
                  <a:pt x="1976687" y="146005"/>
                </a:lnTo>
                <a:lnTo>
                  <a:pt x="1976992" y="146115"/>
                </a:lnTo>
                <a:lnTo>
                  <a:pt x="1976958" y="146129"/>
                </a:lnTo>
                <a:lnTo>
                  <a:pt x="1975907" y="146587"/>
                </a:lnTo>
                <a:lnTo>
                  <a:pt x="1974887" y="147061"/>
                </a:lnTo>
                <a:lnTo>
                  <a:pt x="1973899" y="147550"/>
                </a:lnTo>
                <a:lnTo>
                  <a:pt x="1972942" y="148055"/>
                </a:lnTo>
                <a:lnTo>
                  <a:pt x="1972017" y="148576"/>
                </a:lnTo>
                <a:lnTo>
                  <a:pt x="1971124" y="149112"/>
                </a:lnTo>
                <a:lnTo>
                  <a:pt x="1970262" y="149664"/>
                </a:lnTo>
                <a:lnTo>
                  <a:pt x="1969431" y="150232"/>
                </a:lnTo>
                <a:lnTo>
                  <a:pt x="1968632" y="150815"/>
                </a:lnTo>
                <a:lnTo>
                  <a:pt x="1967864" y="151414"/>
                </a:lnTo>
                <a:lnTo>
                  <a:pt x="1967128" y="152029"/>
                </a:lnTo>
                <a:lnTo>
                  <a:pt x="1966423" y="152660"/>
                </a:lnTo>
                <a:lnTo>
                  <a:pt x="1965749" y="153302"/>
                </a:lnTo>
                <a:lnTo>
                  <a:pt x="1965103" y="153952"/>
                </a:lnTo>
                <a:lnTo>
                  <a:pt x="1964485" y="154609"/>
                </a:lnTo>
                <a:lnTo>
                  <a:pt x="1963897" y="155274"/>
                </a:lnTo>
                <a:lnTo>
                  <a:pt x="1963337" y="155947"/>
                </a:lnTo>
                <a:lnTo>
                  <a:pt x="1962806" y="156627"/>
                </a:lnTo>
                <a:lnTo>
                  <a:pt x="1962304" y="157315"/>
                </a:lnTo>
                <a:lnTo>
                  <a:pt x="1961830" y="158011"/>
                </a:lnTo>
                <a:lnTo>
                  <a:pt x="1961385" y="158715"/>
                </a:lnTo>
                <a:lnTo>
                  <a:pt x="1960969" y="159426"/>
                </a:lnTo>
                <a:lnTo>
                  <a:pt x="1960581" y="160144"/>
                </a:lnTo>
                <a:lnTo>
                  <a:pt x="1960222" y="160871"/>
                </a:lnTo>
                <a:lnTo>
                  <a:pt x="1959892" y="161605"/>
                </a:lnTo>
                <a:lnTo>
                  <a:pt x="1959591" y="162347"/>
                </a:lnTo>
                <a:lnTo>
                  <a:pt x="1959318" y="163096"/>
                </a:lnTo>
                <a:lnTo>
                  <a:pt x="1959074" y="163853"/>
                </a:lnTo>
                <a:lnTo>
                  <a:pt x="1958859" y="164618"/>
                </a:lnTo>
                <a:lnTo>
                  <a:pt x="1958672" y="165391"/>
                </a:lnTo>
                <a:lnTo>
                  <a:pt x="1958514" y="166171"/>
                </a:lnTo>
                <a:lnTo>
                  <a:pt x="1958385" y="166959"/>
                </a:lnTo>
                <a:lnTo>
                  <a:pt x="1958284" y="167754"/>
                </a:lnTo>
                <a:lnTo>
                  <a:pt x="1958213" y="168557"/>
                </a:lnTo>
                <a:lnTo>
                  <a:pt x="1958170" y="169368"/>
                </a:lnTo>
                <a:lnTo>
                  <a:pt x="1958155" y="170187"/>
                </a:lnTo>
                <a:lnTo>
                  <a:pt x="1958163" y="170861"/>
                </a:lnTo>
                <a:lnTo>
                  <a:pt x="1958187" y="171532"/>
                </a:lnTo>
                <a:lnTo>
                  <a:pt x="1958227" y="172199"/>
                </a:lnTo>
                <a:lnTo>
                  <a:pt x="1958284" y="172862"/>
                </a:lnTo>
                <a:lnTo>
                  <a:pt x="1958356" y="173520"/>
                </a:lnTo>
                <a:lnTo>
                  <a:pt x="1958444" y="174175"/>
                </a:lnTo>
                <a:lnTo>
                  <a:pt x="1958548" y="174826"/>
                </a:lnTo>
                <a:lnTo>
                  <a:pt x="1958668" y="175472"/>
                </a:lnTo>
                <a:lnTo>
                  <a:pt x="1958805" y="176115"/>
                </a:lnTo>
                <a:lnTo>
                  <a:pt x="1958957" y="176754"/>
                </a:lnTo>
                <a:lnTo>
                  <a:pt x="1959126" y="177388"/>
                </a:lnTo>
                <a:lnTo>
                  <a:pt x="1959310" y="178019"/>
                </a:lnTo>
                <a:lnTo>
                  <a:pt x="1959510" y="178645"/>
                </a:lnTo>
                <a:lnTo>
                  <a:pt x="1959727" y="179268"/>
                </a:lnTo>
                <a:lnTo>
                  <a:pt x="1959959" y="179886"/>
                </a:lnTo>
                <a:lnTo>
                  <a:pt x="1960208" y="180501"/>
                </a:lnTo>
                <a:lnTo>
                  <a:pt x="1960473" y="181111"/>
                </a:lnTo>
                <a:lnTo>
                  <a:pt x="1960753" y="181718"/>
                </a:lnTo>
                <a:lnTo>
                  <a:pt x="1961050" y="182320"/>
                </a:lnTo>
                <a:lnTo>
                  <a:pt x="1961363" y="182919"/>
                </a:lnTo>
                <a:lnTo>
                  <a:pt x="1961691" y="183513"/>
                </a:lnTo>
                <a:lnTo>
                  <a:pt x="1962036" y="184103"/>
                </a:lnTo>
                <a:lnTo>
                  <a:pt x="1962397" y="184690"/>
                </a:lnTo>
                <a:lnTo>
                  <a:pt x="1962774" y="185272"/>
                </a:lnTo>
                <a:lnTo>
                  <a:pt x="1963169" y="185848"/>
                </a:lnTo>
                <a:lnTo>
                  <a:pt x="1963584" y="186414"/>
                </a:lnTo>
                <a:lnTo>
                  <a:pt x="1964019" y="186970"/>
                </a:lnTo>
                <a:lnTo>
                  <a:pt x="1964473" y="187517"/>
                </a:lnTo>
                <a:lnTo>
                  <a:pt x="1964948" y="188054"/>
                </a:lnTo>
                <a:lnTo>
                  <a:pt x="1965443" y="188581"/>
                </a:lnTo>
                <a:lnTo>
                  <a:pt x="1965958" y="189099"/>
                </a:lnTo>
                <a:lnTo>
                  <a:pt x="1966493" y="189607"/>
                </a:lnTo>
                <a:lnTo>
                  <a:pt x="1967048" y="190105"/>
                </a:lnTo>
                <a:lnTo>
                  <a:pt x="1967623" y="190593"/>
                </a:lnTo>
                <a:lnTo>
                  <a:pt x="1968217" y="191072"/>
                </a:lnTo>
                <a:lnTo>
                  <a:pt x="1968832" y="191541"/>
                </a:lnTo>
                <a:lnTo>
                  <a:pt x="1969467" y="192001"/>
                </a:lnTo>
                <a:lnTo>
                  <a:pt x="1970122" y="192451"/>
                </a:lnTo>
                <a:lnTo>
                  <a:pt x="1970797" y="192891"/>
                </a:lnTo>
                <a:lnTo>
                  <a:pt x="1971492" y="193321"/>
                </a:lnTo>
                <a:lnTo>
                  <a:pt x="1972206" y="193742"/>
                </a:lnTo>
                <a:lnTo>
                  <a:pt x="1972941" y="194153"/>
                </a:lnTo>
                <a:lnTo>
                  <a:pt x="1973696" y="194554"/>
                </a:lnTo>
                <a:lnTo>
                  <a:pt x="1974471" y="194946"/>
                </a:lnTo>
                <a:lnTo>
                  <a:pt x="1975266" y="195328"/>
                </a:lnTo>
                <a:lnTo>
                  <a:pt x="1976081" y="195700"/>
                </a:lnTo>
                <a:lnTo>
                  <a:pt x="1976915" y="196063"/>
                </a:lnTo>
                <a:lnTo>
                  <a:pt x="1977770" y="196416"/>
                </a:lnTo>
                <a:lnTo>
                  <a:pt x="1978647" y="196757"/>
                </a:lnTo>
                <a:lnTo>
                  <a:pt x="1979547" y="197083"/>
                </a:lnTo>
                <a:lnTo>
                  <a:pt x="1980471" y="197395"/>
                </a:lnTo>
                <a:lnTo>
                  <a:pt x="1981419" y="197693"/>
                </a:lnTo>
                <a:lnTo>
                  <a:pt x="1982391" y="197976"/>
                </a:lnTo>
                <a:lnTo>
                  <a:pt x="1983387" y="198245"/>
                </a:lnTo>
                <a:lnTo>
                  <a:pt x="1984406" y="198499"/>
                </a:lnTo>
                <a:lnTo>
                  <a:pt x="1985449" y="198738"/>
                </a:lnTo>
                <a:lnTo>
                  <a:pt x="1986516" y="198963"/>
                </a:lnTo>
                <a:lnTo>
                  <a:pt x="1987606" y="199174"/>
                </a:lnTo>
                <a:lnTo>
                  <a:pt x="1988720" y="199369"/>
                </a:lnTo>
                <a:lnTo>
                  <a:pt x="1989858" y="199551"/>
                </a:lnTo>
                <a:lnTo>
                  <a:pt x="1991020" y="199718"/>
                </a:lnTo>
                <a:lnTo>
                  <a:pt x="1992206" y="199870"/>
                </a:lnTo>
                <a:lnTo>
                  <a:pt x="1993415" y="200008"/>
                </a:lnTo>
                <a:lnTo>
                  <a:pt x="1994648" y="200131"/>
                </a:lnTo>
                <a:lnTo>
                  <a:pt x="1995905" y="200240"/>
                </a:lnTo>
                <a:lnTo>
                  <a:pt x="1997185" y="200335"/>
                </a:lnTo>
                <a:lnTo>
                  <a:pt x="1998490" y="200415"/>
                </a:lnTo>
                <a:lnTo>
                  <a:pt x="1999818" y="200480"/>
                </a:lnTo>
                <a:lnTo>
                  <a:pt x="2001170" y="200531"/>
                </a:lnTo>
                <a:lnTo>
                  <a:pt x="2002545" y="200567"/>
                </a:lnTo>
                <a:lnTo>
                  <a:pt x="2003945" y="200589"/>
                </a:lnTo>
                <a:lnTo>
                  <a:pt x="2005368" y="200596"/>
                </a:lnTo>
                <a:lnTo>
                  <a:pt x="2007428" y="200579"/>
                </a:lnTo>
                <a:lnTo>
                  <a:pt x="2009447" y="200528"/>
                </a:lnTo>
                <a:lnTo>
                  <a:pt x="2011424" y="200443"/>
                </a:lnTo>
                <a:lnTo>
                  <a:pt x="2013360" y="200324"/>
                </a:lnTo>
                <a:lnTo>
                  <a:pt x="2015254" y="200170"/>
                </a:lnTo>
                <a:lnTo>
                  <a:pt x="2017107" y="199983"/>
                </a:lnTo>
                <a:lnTo>
                  <a:pt x="2018918" y="199762"/>
                </a:lnTo>
                <a:lnTo>
                  <a:pt x="2020687" y="199506"/>
                </a:lnTo>
                <a:lnTo>
                  <a:pt x="2022415" y="199217"/>
                </a:lnTo>
                <a:lnTo>
                  <a:pt x="2024101" y="198893"/>
                </a:lnTo>
                <a:lnTo>
                  <a:pt x="2025746" y="198536"/>
                </a:lnTo>
                <a:lnTo>
                  <a:pt x="2027349" y="198144"/>
                </a:lnTo>
                <a:lnTo>
                  <a:pt x="2028910" y="197718"/>
                </a:lnTo>
                <a:lnTo>
                  <a:pt x="2030430" y="197259"/>
                </a:lnTo>
                <a:lnTo>
                  <a:pt x="2031909" y="196765"/>
                </a:lnTo>
                <a:lnTo>
                  <a:pt x="2033346" y="196237"/>
                </a:lnTo>
                <a:lnTo>
                  <a:pt x="2034741" y="195675"/>
                </a:lnTo>
                <a:lnTo>
                  <a:pt x="2036094" y="195079"/>
                </a:lnTo>
                <a:lnTo>
                  <a:pt x="2037406" y="194449"/>
                </a:lnTo>
                <a:lnTo>
                  <a:pt x="2038677" y="193785"/>
                </a:lnTo>
                <a:lnTo>
                  <a:pt x="2039906" y="193087"/>
                </a:lnTo>
                <a:lnTo>
                  <a:pt x="2041093" y="192355"/>
                </a:lnTo>
                <a:lnTo>
                  <a:pt x="2042239" y="191589"/>
                </a:lnTo>
                <a:lnTo>
                  <a:pt x="2043343" y="190789"/>
                </a:lnTo>
                <a:lnTo>
                  <a:pt x="2044404" y="189962"/>
                </a:lnTo>
                <a:lnTo>
                  <a:pt x="2045419" y="189116"/>
                </a:lnTo>
                <a:lnTo>
                  <a:pt x="2046390" y="188250"/>
                </a:lnTo>
                <a:lnTo>
                  <a:pt x="2047315" y="187366"/>
                </a:lnTo>
                <a:lnTo>
                  <a:pt x="2048196" y="186463"/>
                </a:lnTo>
                <a:lnTo>
                  <a:pt x="2049031" y="185540"/>
                </a:lnTo>
                <a:lnTo>
                  <a:pt x="2049821" y="184598"/>
                </a:lnTo>
                <a:lnTo>
                  <a:pt x="2050566" y="183637"/>
                </a:lnTo>
                <a:lnTo>
                  <a:pt x="2051265" y="182657"/>
                </a:lnTo>
                <a:lnTo>
                  <a:pt x="2051920" y="181658"/>
                </a:lnTo>
                <a:lnTo>
                  <a:pt x="2052529" y="180640"/>
                </a:lnTo>
                <a:lnTo>
                  <a:pt x="2053093" y="179602"/>
                </a:lnTo>
                <a:lnTo>
                  <a:pt x="2053613" y="178545"/>
                </a:lnTo>
                <a:lnTo>
                  <a:pt x="2054086" y="177469"/>
                </a:lnTo>
                <a:lnTo>
                  <a:pt x="2054515" y="176374"/>
                </a:lnTo>
                <a:lnTo>
                  <a:pt x="2054899" y="175260"/>
                </a:lnTo>
                <a:lnTo>
                  <a:pt x="2055238" y="174127"/>
                </a:lnTo>
                <a:lnTo>
                  <a:pt x="2055531" y="172974"/>
                </a:lnTo>
                <a:lnTo>
                  <a:pt x="2055779" y="171803"/>
                </a:lnTo>
                <a:lnTo>
                  <a:pt x="2055982" y="170612"/>
                </a:lnTo>
                <a:lnTo>
                  <a:pt x="2056140" y="169402"/>
                </a:lnTo>
                <a:lnTo>
                  <a:pt x="2056253" y="168173"/>
                </a:lnTo>
                <a:lnTo>
                  <a:pt x="2056321" y="166924"/>
                </a:lnTo>
                <a:lnTo>
                  <a:pt x="2056344" y="165657"/>
                </a:lnTo>
                <a:lnTo>
                  <a:pt x="2056324" y="164385"/>
                </a:lnTo>
                <a:lnTo>
                  <a:pt x="2056266" y="163140"/>
                </a:lnTo>
                <a:lnTo>
                  <a:pt x="2056170" y="161924"/>
                </a:lnTo>
                <a:lnTo>
                  <a:pt x="2056035" y="160735"/>
                </a:lnTo>
                <a:lnTo>
                  <a:pt x="2055861" y="159575"/>
                </a:lnTo>
                <a:lnTo>
                  <a:pt x="2055649" y="158442"/>
                </a:lnTo>
                <a:lnTo>
                  <a:pt x="2055398" y="157338"/>
                </a:lnTo>
                <a:lnTo>
                  <a:pt x="2055108" y="156261"/>
                </a:lnTo>
                <a:lnTo>
                  <a:pt x="2054780" y="155213"/>
                </a:lnTo>
                <a:lnTo>
                  <a:pt x="2054413" y="154193"/>
                </a:lnTo>
                <a:lnTo>
                  <a:pt x="2054008" y="153200"/>
                </a:lnTo>
                <a:lnTo>
                  <a:pt x="2053564" y="152236"/>
                </a:lnTo>
                <a:lnTo>
                  <a:pt x="2053081" y="151300"/>
                </a:lnTo>
                <a:lnTo>
                  <a:pt x="2052560" y="150391"/>
                </a:lnTo>
                <a:lnTo>
                  <a:pt x="2052000" y="149511"/>
                </a:lnTo>
                <a:lnTo>
                  <a:pt x="2051402" y="148659"/>
                </a:lnTo>
                <a:lnTo>
                  <a:pt x="2050765" y="147834"/>
                </a:lnTo>
                <a:lnTo>
                  <a:pt x="2050089" y="147038"/>
                </a:lnTo>
                <a:lnTo>
                  <a:pt x="2049375" y="146270"/>
                </a:lnTo>
                <a:lnTo>
                  <a:pt x="2048622" y="145530"/>
                </a:lnTo>
                <a:lnTo>
                  <a:pt x="2047831" y="144818"/>
                </a:lnTo>
                <a:lnTo>
                  <a:pt x="2047001" y="144133"/>
                </a:lnTo>
                <a:lnTo>
                  <a:pt x="2046132" y="143477"/>
                </a:lnTo>
                <a:lnTo>
                  <a:pt x="2045225" y="142849"/>
                </a:lnTo>
                <a:lnTo>
                  <a:pt x="2044272" y="142248"/>
                </a:lnTo>
                <a:lnTo>
                  <a:pt x="2043269" y="141672"/>
                </a:lnTo>
                <a:lnTo>
                  <a:pt x="2042214" y="141122"/>
                </a:lnTo>
                <a:lnTo>
                  <a:pt x="2041108" y="140597"/>
                </a:lnTo>
                <a:lnTo>
                  <a:pt x="2039951" y="140098"/>
                </a:lnTo>
                <a:lnTo>
                  <a:pt x="2038742" y="139625"/>
                </a:lnTo>
                <a:lnTo>
                  <a:pt x="2037482" y="139177"/>
                </a:lnTo>
                <a:lnTo>
                  <a:pt x="2036171" y="138755"/>
                </a:lnTo>
                <a:lnTo>
                  <a:pt x="2034809" y="138358"/>
                </a:lnTo>
                <a:lnTo>
                  <a:pt x="2033395" y="137987"/>
                </a:lnTo>
                <a:lnTo>
                  <a:pt x="2031930" y="137642"/>
                </a:lnTo>
                <a:lnTo>
                  <a:pt x="2030414" y="137322"/>
                </a:lnTo>
                <a:lnTo>
                  <a:pt x="2028846" y="137027"/>
                </a:lnTo>
                <a:lnTo>
                  <a:pt x="2027227" y="136759"/>
                </a:lnTo>
                <a:lnTo>
                  <a:pt x="2025557" y="136516"/>
                </a:lnTo>
                <a:lnTo>
                  <a:pt x="2023836" y="136298"/>
                </a:lnTo>
                <a:lnTo>
                  <a:pt x="2022063" y="136106"/>
                </a:lnTo>
                <a:lnTo>
                  <a:pt x="2020239" y="135940"/>
                </a:lnTo>
                <a:lnTo>
                  <a:pt x="2018364" y="135799"/>
                </a:lnTo>
                <a:lnTo>
                  <a:pt x="2016438" y="135684"/>
                </a:lnTo>
                <a:lnTo>
                  <a:pt x="2014460" y="135594"/>
                </a:lnTo>
                <a:lnTo>
                  <a:pt x="2012431" y="135530"/>
                </a:lnTo>
                <a:lnTo>
                  <a:pt x="2010350" y="135492"/>
                </a:lnTo>
                <a:lnTo>
                  <a:pt x="2008219" y="135479"/>
                </a:lnTo>
                <a:lnTo>
                  <a:pt x="2001947" y="135479"/>
                </a:lnTo>
                <a:lnTo>
                  <a:pt x="2001231" y="135468"/>
                </a:lnTo>
                <a:lnTo>
                  <a:pt x="2000527" y="135454"/>
                </a:lnTo>
                <a:lnTo>
                  <a:pt x="1999837" y="135436"/>
                </a:lnTo>
                <a:lnTo>
                  <a:pt x="1999159" y="135416"/>
                </a:lnTo>
                <a:lnTo>
                  <a:pt x="1998494" y="135392"/>
                </a:lnTo>
                <a:lnTo>
                  <a:pt x="1997841" y="135365"/>
                </a:lnTo>
                <a:lnTo>
                  <a:pt x="1997201" y="135335"/>
                </a:lnTo>
                <a:lnTo>
                  <a:pt x="1996574" y="135301"/>
                </a:lnTo>
                <a:lnTo>
                  <a:pt x="1995959" y="135264"/>
                </a:lnTo>
                <a:lnTo>
                  <a:pt x="1995358" y="135225"/>
                </a:lnTo>
                <a:lnTo>
                  <a:pt x="1994768" y="135182"/>
                </a:lnTo>
                <a:lnTo>
                  <a:pt x="1994192" y="135135"/>
                </a:lnTo>
                <a:lnTo>
                  <a:pt x="1993628" y="135086"/>
                </a:lnTo>
                <a:lnTo>
                  <a:pt x="1993077" y="135033"/>
                </a:lnTo>
                <a:lnTo>
                  <a:pt x="1992538" y="134978"/>
                </a:lnTo>
                <a:lnTo>
                  <a:pt x="1992012" y="134919"/>
                </a:lnTo>
                <a:lnTo>
                  <a:pt x="1991499" y="134856"/>
                </a:lnTo>
                <a:lnTo>
                  <a:pt x="1990999" y="134791"/>
                </a:lnTo>
                <a:lnTo>
                  <a:pt x="1990511" y="134722"/>
                </a:lnTo>
                <a:lnTo>
                  <a:pt x="1990036" y="134651"/>
                </a:lnTo>
                <a:lnTo>
                  <a:pt x="1989573" y="134576"/>
                </a:lnTo>
                <a:lnTo>
                  <a:pt x="1989123" y="134498"/>
                </a:lnTo>
                <a:lnTo>
                  <a:pt x="1988686" y="134416"/>
                </a:lnTo>
                <a:lnTo>
                  <a:pt x="1988262" y="134332"/>
                </a:lnTo>
                <a:lnTo>
                  <a:pt x="1987849" y="134244"/>
                </a:lnTo>
                <a:lnTo>
                  <a:pt x="1987446" y="134154"/>
                </a:lnTo>
                <a:lnTo>
                  <a:pt x="1987054" y="134062"/>
                </a:lnTo>
                <a:lnTo>
                  <a:pt x="1986672" y="133967"/>
                </a:lnTo>
                <a:lnTo>
                  <a:pt x="1986300" y="133869"/>
                </a:lnTo>
                <a:lnTo>
                  <a:pt x="1985938" y="133768"/>
                </a:lnTo>
                <a:lnTo>
                  <a:pt x="1985587" y="133665"/>
                </a:lnTo>
                <a:lnTo>
                  <a:pt x="1985246" y="133560"/>
                </a:lnTo>
                <a:lnTo>
                  <a:pt x="1984915" y="133452"/>
                </a:lnTo>
                <a:lnTo>
                  <a:pt x="1984595" y="133341"/>
                </a:lnTo>
                <a:lnTo>
                  <a:pt x="1984285" y="133228"/>
                </a:lnTo>
                <a:lnTo>
                  <a:pt x="1983985" y="133112"/>
                </a:lnTo>
                <a:lnTo>
                  <a:pt x="1983696" y="132994"/>
                </a:lnTo>
                <a:lnTo>
                  <a:pt x="1983417" y="132873"/>
                </a:lnTo>
                <a:lnTo>
                  <a:pt x="1983148" y="132749"/>
                </a:lnTo>
                <a:lnTo>
                  <a:pt x="1982889" y="132623"/>
                </a:lnTo>
                <a:lnTo>
                  <a:pt x="1982641" y="132494"/>
                </a:lnTo>
                <a:lnTo>
                  <a:pt x="1982403" y="132363"/>
                </a:lnTo>
                <a:lnTo>
                  <a:pt x="1982175" y="132229"/>
                </a:lnTo>
                <a:lnTo>
                  <a:pt x="1981958" y="132092"/>
                </a:lnTo>
                <a:lnTo>
                  <a:pt x="1981751" y="131953"/>
                </a:lnTo>
                <a:lnTo>
                  <a:pt x="1981554" y="131811"/>
                </a:lnTo>
                <a:lnTo>
                  <a:pt x="1981368" y="131667"/>
                </a:lnTo>
                <a:lnTo>
                  <a:pt x="1981191" y="131520"/>
                </a:lnTo>
                <a:lnTo>
                  <a:pt x="1981024" y="131371"/>
                </a:lnTo>
                <a:lnTo>
                  <a:pt x="1980863" y="131221"/>
                </a:lnTo>
                <a:lnTo>
                  <a:pt x="1980710" y="131069"/>
                </a:lnTo>
                <a:lnTo>
                  <a:pt x="1980564" y="130916"/>
                </a:lnTo>
                <a:lnTo>
                  <a:pt x="1980425" y="130761"/>
                </a:lnTo>
                <a:lnTo>
                  <a:pt x="1980293" y="130606"/>
                </a:lnTo>
                <a:lnTo>
                  <a:pt x="1980169" y="130448"/>
                </a:lnTo>
                <a:lnTo>
                  <a:pt x="1980051" y="130290"/>
                </a:lnTo>
                <a:lnTo>
                  <a:pt x="1979940" y="130130"/>
                </a:lnTo>
                <a:lnTo>
                  <a:pt x="1979837" y="129968"/>
                </a:lnTo>
                <a:lnTo>
                  <a:pt x="1979741" y="129805"/>
                </a:lnTo>
                <a:lnTo>
                  <a:pt x="1979652" y="129641"/>
                </a:lnTo>
                <a:lnTo>
                  <a:pt x="1979570" y="129475"/>
                </a:lnTo>
                <a:lnTo>
                  <a:pt x="1979495" y="129308"/>
                </a:lnTo>
                <a:lnTo>
                  <a:pt x="1979427" y="129140"/>
                </a:lnTo>
                <a:lnTo>
                  <a:pt x="1979367" y="128970"/>
                </a:lnTo>
                <a:lnTo>
                  <a:pt x="1979313" y="128799"/>
                </a:lnTo>
                <a:lnTo>
                  <a:pt x="1979267" y="128626"/>
                </a:lnTo>
                <a:lnTo>
                  <a:pt x="1979228" y="128452"/>
                </a:lnTo>
                <a:lnTo>
                  <a:pt x="1979196" y="128276"/>
                </a:lnTo>
                <a:lnTo>
                  <a:pt x="1979171" y="128100"/>
                </a:lnTo>
                <a:lnTo>
                  <a:pt x="1979153" y="127921"/>
                </a:lnTo>
                <a:lnTo>
                  <a:pt x="1979142" y="127742"/>
                </a:lnTo>
                <a:lnTo>
                  <a:pt x="1979139" y="127561"/>
                </a:lnTo>
                <a:lnTo>
                  <a:pt x="1979145" y="127303"/>
                </a:lnTo>
                <a:lnTo>
                  <a:pt x="1979162" y="127046"/>
                </a:lnTo>
                <a:lnTo>
                  <a:pt x="1979192" y="126790"/>
                </a:lnTo>
                <a:lnTo>
                  <a:pt x="1979234" y="126535"/>
                </a:lnTo>
                <a:lnTo>
                  <a:pt x="1979287" y="126280"/>
                </a:lnTo>
                <a:lnTo>
                  <a:pt x="1979352" y="126026"/>
                </a:lnTo>
                <a:lnTo>
                  <a:pt x="1979430" y="125773"/>
                </a:lnTo>
                <a:lnTo>
                  <a:pt x="1979519" y="125521"/>
                </a:lnTo>
                <a:lnTo>
                  <a:pt x="1979620" y="125270"/>
                </a:lnTo>
                <a:lnTo>
                  <a:pt x="1979733" y="125019"/>
                </a:lnTo>
                <a:lnTo>
                  <a:pt x="1979857" y="124770"/>
                </a:lnTo>
                <a:lnTo>
                  <a:pt x="1979994" y="124521"/>
                </a:lnTo>
                <a:lnTo>
                  <a:pt x="1980142" y="124273"/>
                </a:lnTo>
                <a:lnTo>
                  <a:pt x="1980303" y="124025"/>
                </a:lnTo>
                <a:lnTo>
                  <a:pt x="1980475" y="123779"/>
                </a:lnTo>
                <a:lnTo>
                  <a:pt x="1980659" y="123533"/>
                </a:lnTo>
                <a:lnTo>
                  <a:pt x="1980855" y="123288"/>
                </a:lnTo>
                <a:lnTo>
                  <a:pt x="1981063" y="123044"/>
                </a:lnTo>
                <a:lnTo>
                  <a:pt x="1981283" y="122800"/>
                </a:lnTo>
                <a:lnTo>
                  <a:pt x="1981514" y="122558"/>
                </a:lnTo>
                <a:lnTo>
                  <a:pt x="1981758" y="122316"/>
                </a:lnTo>
                <a:lnTo>
                  <a:pt x="1982013" y="122075"/>
                </a:lnTo>
                <a:lnTo>
                  <a:pt x="1982281" y="121834"/>
                </a:lnTo>
                <a:lnTo>
                  <a:pt x="1982560" y="121595"/>
                </a:lnTo>
                <a:lnTo>
                  <a:pt x="1982850" y="121358"/>
                </a:lnTo>
                <a:lnTo>
                  <a:pt x="1983150" y="121127"/>
                </a:lnTo>
                <a:lnTo>
                  <a:pt x="1983460" y="120900"/>
                </a:lnTo>
                <a:lnTo>
                  <a:pt x="1983779" y="120679"/>
                </a:lnTo>
                <a:lnTo>
                  <a:pt x="1984109" y="120463"/>
                </a:lnTo>
                <a:lnTo>
                  <a:pt x="1984449" y="120252"/>
                </a:lnTo>
                <a:lnTo>
                  <a:pt x="1984798" y="120047"/>
                </a:lnTo>
                <a:lnTo>
                  <a:pt x="1985157" y="119846"/>
                </a:lnTo>
                <a:lnTo>
                  <a:pt x="1985527" y="119651"/>
                </a:lnTo>
                <a:lnTo>
                  <a:pt x="1985906" y="119461"/>
                </a:lnTo>
                <a:lnTo>
                  <a:pt x="1986295" y="119276"/>
                </a:lnTo>
                <a:lnTo>
                  <a:pt x="1986694" y="119097"/>
                </a:lnTo>
                <a:lnTo>
                  <a:pt x="1987103" y="118922"/>
                </a:lnTo>
                <a:lnTo>
                  <a:pt x="1987521" y="118753"/>
                </a:lnTo>
                <a:lnTo>
                  <a:pt x="1987950" y="118589"/>
                </a:lnTo>
                <a:lnTo>
                  <a:pt x="1988389" y="118430"/>
                </a:lnTo>
                <a:lnTo>
                  <a:pt x="1988837" y="118277"/>
                </a:lnTo>
                <a:lnTo>
                  <a:pt x="1988957" y="118238"/>
                </a:lnTo>
                <a:lnTo>
                  <a:pt x="1989279" y="118343"/>
                </a:lnTo>
                <a:lnTo>
                  <a:pt x="1990171" y="118612"/>
                </a:lnTo>
                <a:lnTo>
                  <a:pt x="1991077" y="118862"/>
                </a:lnTo>
                <a:lnTo>
                  <a:pt x="1991997" y="119093"/>
                </a:lnTo>
                <a:lnTo>
                  <a:pt x="1992930" y="119306"/>
                </a:lnTo>
                <a:lnTo>
                  <a:pt x="1993877" y="119500"/>
                </a:lnTo>
                <a:lnTo>
                  <a:pt x="1994839" y="119676"/>
                </a:lnTo>
                <a:lnTo>
                  <a:pt x="1995814" y="119834"/>
                </a:lnTo>
                <a:lnTo>
                  <a:pt x="1996803" y="119972"/>
                </a:lnTo>
                <a:lnTo>
                  <a:pt x="1997805" y="120093"/>
                </a:lnTo>
                <a:lnTo>
                  <a:pt x="1998822" y="120195"/>
                </a:lnTo>
                <a:lnTo>
                  <a:pt x="1999853" y="120278"/>
                </a:lnTo>
                <a:lnTo>
                  <a:pt x="2000897" y="120343"/>
                </a:lnTo>
                <a:lnTo>
                  <a:pt x="2001955" y="120389"/>
                </a:lnTo>
                <a:lnTo>
                  <a:pt x="2003027" y="120417"/>
                </a:lnTo>
                <a:lnTo>
                  <a:pt x="2004113" y="120426"/>
                </a:lnTo>
                <a:lnTo>
                  <a:pt x="2005236" y="120417"/>
                </a:lnTo>
                <a:lnTo>
                  <a:pt x="2006343" y="120389"/>
                </a:lnTo>
                <a:lnTo>
                  <a:pt x="2007434" y="120344"/>
                </a:lnTo>
                <a:lnTo>
                  <a:pt x="2008509" y="120279"/>
                </a:lnTo>
                <a:lnTo>
                  <a:pt x="2009567" y="120197"/>
                </a:lnTo>
                <a:lnTo>
                  <a:pt x="2010610" y="120096"/>
                </a:lnTo>
                <a:lnTo>
                  <a:pt x="2011637" y="119977"/>
                </a:lnTo>
                <a:lnTo>
                  <a:pt x="2012647" y="119840"/>
                </a:lnTo>
                <a:lnTo>
                  <a:pt x="2013642" y="119684"/>
                </a:lnTo>
                <a:lnTo>
                  <a:pt x="2014620" y="119510"/>
                </a:lnTo>
                <a:lnTo>
                  <a:pt x="2015583" y="119318"/>
                </a:lnTo>
                <a:lnTo>
                  <a:pt x="2016529" y="119107"/>
                </a:lnTo>
                <a:lnTo>
                  <a:pt x="2017460" y="118878"/>
                </a:lnTo>
                <a:lnTo>
                  <a:pt x="2018374" y="118631"/>
                </a:lnTo>
                <a:lnTo>
                  <a:pt x="2019273" y="118366"/>
                </a:lnTo>
                <a:lnTo>
                  <a:pt x="2020155" y="118082"/>
                </a:lnTo>
                <a:lnTo>
                  <a:pt x="2021021" y="117780"/>
                </a:lnTo>
                <a:lnTo>
                  <a:pt x="2021871" y="117459"/>
                </a:lnTo>
                <a:lnTo>
                  <a:pt x="2022706" y="117120"/>
                </a:lnTo>
                <a:lnTo>
                  <a:pt x="2023524" y="116763"/>
                </a:lnTo>
                <a:lnTo>
                  <a:pt x="2024326" y="116388"/>
                </a:lnTo>
                <a:lnTo>
                  <a:pt x="2025112" y="115994"/>
                </a:lnTo>
                <a:lnTo>
                  <a:pt x="2025882" y="115582"/>
                </a:lnTo>
                <a:lnTo>
                  <a:pt x="2026636" y="115152"/>
                </a:lnTo>
                <a:lnTo>
                  <a:pt x="2027375" y="114706"/>
                </a:lnTo>
                <a:lnTo>
                  <a:pt x="2028098" y="114248"/>
                </a:lnTo>
                <a:lnTo>
                  <a:pt x="2028806" y="113779"/>
                </a:lnTo>
                <a:lnTo>
                  <a:pt x="2029498" y="113297"/>
                </a:lnTo>
                <a:lnTo>
                  <a:pt x="2030176" y="112803"/>
                </a:lnTo>
                <a:lnTo>
                  <a:pt x="2030838" y="112297"/>
                </a:lnTo>
                <a:lnTo>
                  <a:pt x="2031485" y="111779"/>
                </a:lnTo>
                <a:lnTo>
                  <a:pt x="2032116" y="111249"/>
                </a:lnTo>
                <a:lnTo>
                  <a:pt x="2032733" y="110707"/>
                </a:lnTo>
                <a:lnTo>
                  <a:pt x="2033334" y="110153"/>
                </a:lnTo>
                <a:lnTo>
                  <a:pt x="2033920" y="109586"/>
                </a:lnTo>
                <a:lnTo>
                  <a:pt x="2034491" y="109008"/>
                </a:lnTo>
                <a:lnTo>
                  <a:pt x="2035046" y="108417"/>
                </a:lnTo>
                <a:lnTo>
                  <a:pt x="2035586" y="107815"/>
                </a:lnTo>
                <a:lnTo>
                  <a:pt x="2036111" y="107200"/>
                </a:lnTo>
                <a:lnTo>
                  <a:pt x="2036621" y="106573"/>
                </a:lnTo>
                <a:lnTo>
                  <a:pt x="2037115" y="105935"/>
                </a:lnTo>
                <a:lnTo>
                  <a:pt x="2037595" y="105284"/>
                </a:lnTo>
                <a:lnTo>
                  <a:pt x="2038059" y="104621"/>
                </a:lnTo>
                <a:lnTo>
                  <a:pt x="2038507" y="103946"/>
                </a:lnTo>
                <a:lnTo>
                  <a:pt x="2038941" y="103259"/>
                </a:lnTo>
                <a:lnTo>
                  <a:pt x="2039359" y="102559"/>
                </a:lnTo>
                <a:lnTo>
                  <a:pt x="2039762" y="101848"/>
                </a:lnTo>
                <a:lnTo>
                  <a:pt x="2040150" y="101125"/>
                </a:lnTo>
                <a:lnTo>
                  <a:pt x="2040522" y="100392"/>
                </a:lnTo>
                <a:lnTo>
                  <a:pt x="2040878" y="99654"/>
                </a:lnTo>
                <a:lnTo>
                  <a:pt x="2041219" y="98910"/>
                </a:lnTo>
                <a:lnTo>
                  <a:pt x="2041544" y="98161"/>
                </a:lnTo>
                <a:lnTo>
                  <a:pt x="2041853" y="97405"/>
                </a:lnTo>
                <a:lnTo>
                  <a:pt x="2042146" y="96644"/>
                </a:lnTo>
                <a:lnTo>
                  <a:pt x="2042423" y="95876"/>
                </a:lnTo>
                <a:lnTo>
                  <a:pt x="2042684" y="95103"/>
                </a:lnTo>
                <a:lnTo>
                  <a:pt x="2042930" y="94324"/>
                </a:lnTo>
                <a:lnTo>
                  <a:pt x="2043159" y="93540"/>
                </a:lnTo>
                <a:lnTo>
                  <a:pt x="2043373" y="92749"/>
                </a:lnTo>
                <a:lnTo>
                  <a:pt x="2043571" y="91953"/>
                </a:lnTo>
                <a:lnTo>
                  <a:pt x="2043753" y="91150"/>
                </a:lnTo>
                <a:lnTo>
                  <a:pt x="2043920" y="90342"/>
                </a:lnTo>
                <a:lnTo>
                  <a:pt x="2044070" y="89528"/>
                </a:lnTo>
                <a:lnTo>
                  <a:pt x="2044205" y="88709"/>
                </a:lnTo>
                <a:lnTo>
                  <a:pt x="2044323" y="87883"/>
                </a:lnTo>
                <a:lnTo>
                  <a:pt x="2044426" y="87052"/>
                </a:lnTo>
                <a:lnTo>
                  <a:pt x="2044513" y="86215"/>
                </a:lnTo>
                <a:lnTo>
                  <a:pt x="2044585" y="85372"/>
                </a:lnTo>
                <a:lnTo>
                  <a:pt x="2044640" y="84523"/>
                </a:lnTo>
                <a:lnTo>
                  <a:pt x="2044680" y="83668"/>
                </a:lnTo>
                <a:lnTo>
                  <a:pt x="2044704" y="82807"/>
                </a:lnTo>
                <a:lnTo>
                  <a:pt x="2044711" y="81941"/>
                </a:lnTo>
                <a:lnTo>
                  <a:pt x="2044704" y="81046"/>
                </a:lnTo>
                <a:lnTo>
                  <a:pt x="2044680" y="80158"/>
                </a:lnTo>
                <a:lnTo>
                  <a:pt x="2044641" y="79277"/>
                </a:lnTo>
                <a:lnTo>
                  <a:pt x="2044586" y="78402"/>
                </a:lnTo>
                <a:lnTo>
                  <a:pt x="2044516" y="77535"/>
                </a:lnTo>
                <a:lnTo>
                  <a:pt x="2044430" y="76674"/>
                </a:lnTo>
                <a:lnTo>
                  <a:pt x="2044328" y="75820"/>
                </a:lnTo>
                <a:lnTo>
                  <a:pt x="2044211" y="74973"/>
                </a:lnTo>
                <a:lnTo>
                  <a:pt x="2044078" y="74133"/>
                </a:lnTo>
                <a:lnTo>
                  <a:pt x="2043929" y="73300"/>
                </a:lnTo>
                <a:lnTo>
                  <a:pt x="2043765" y="72473"/>
                </a:lnTo>
                <a:lnTo>
                  <a:pt x="2043585" y="71654"/>
                </a:lnTo>
                <a:lnTo>
                  <a:pt x="2043390" y="70841"/>
                </a:lnTo>
                <a:lnTo>
                  <a:pt x="2043179" y="70035"/>
                </a:lnTo>
                <a:lnTo>
                  <a:pt x="2042952" y="69236"/>
                </a:lnTo>
                <a:lnTo>
                  <a:pt x="2042709" y="68443"/>
                </a:lnTo>
                <a:lnTo>
                  <a:pt x="2042451" y="67658"/>
                </a:lnTo>
                <a:lnTo>
                  <a:pt x="2042178" y="66879"/>
                </a:lnTo>
                <a:lnTo>
                  <a:pt x="2041888" y="66107"/>
                </a:lnTo>
                <a:lnTo>
                  <a:pt x="2041583" y="65343"/>
                </a:lnTo>
                <a:lnTo>
                  <a:pt x="2041263" y="64584"/>
                </a:lnTo>
                <a:lnTo>
                  <a:pt x="2040926" y="63833"/>
                </a:lnTo>
                <a:lnTo>
                  <a:pt x="2040574" y="63089"/>
                </a:lnTo>
                <a:lnTo>
                  <a:pt x="2040207" y="62351"/>
                </a:lnTo>
                <a:lnTo>
                  <a:pt x="2039824" y="61623"/>
                </a:lnTo>
                <a:lnTo>
                  <a:pt x="2039425" y="60907"/>
                </a:lnTo>
                <a:lnTo>
                  <a:pt x="2039011" y="60204"/>
                </a:lnTo>
                <a:lnTo>
                  <a:pt x="2038582" y="59514"/>
                </a:lnTo>
                <a:lnTo>
                  <a:pt x="2038137" y="58835"/>
                </a:lnTo>
                <a:lnTo>
                  <a:pt x="2037677" y="58170"/>
                </a:lnTo>
                <a:lnTo>
                  <a:pt x="2037201" y="57516"/>
                </a:lnTo>
                <a:lnTo>
                  <a:pt x="2036710" y="56876"/>
                </a:lnTo>
                <a:lnTo>
                  <a:pt x="2036203" y="56248"/>
                </a:lnTo>
                <a:lnTo>
                  <a:pt x="2035681" y="55632"/>
                </a:lnTo>
                <a:lnTo>
                  <a:pt x="2035143" y="55029"/>
                </a:lnTo>
                <a:lnTo>
                  <a:pt x="2034590" y="54438"/>
                </a:lnTo>
                <a:lnTo>
                  <a:pt x="2034022" y="53860"/>
                </a:lnTo>
                <a:lnTo>
                  <a:pt x="2033507" y="53361"/>
                </a:lnTo>
                <a:lnTo>
                  <a:pt x="2033596" y="53242"/>
                </a:lnTo>
                <a:lnTo>
                  <a:pt x="2033972" y="52769"/>
                </a:lnTo>
                <a:lnTo>
                  <a:pt x="2034355" y="52312"/>
                </a:lnTo>
                <a:lnTo>
                  <a:pt x="2034746" y="51873"/>
                </a:lnTo>
                <a:lnTo>
                  <a:pt x="2035145" y="51451"/>
                </a:lnTo>
                <a:close/>
                <a:moveTo>
                  <a:pt x="1999156" y="106884"/>
                </a:moveTo>
                <a:lnTo>
                  <a:pt x="1998462" y="106718"/>
                </a:lnTo>
                <a:lnTo>
                  <a:pt x="1997775" y="106530"/>
                </a:lnTo>
                <a:lnTo>
                  <a:pt x="1997096" y="106320"/>
                </a:lnTo>
                <a:lnTo>
                  <a:pt x="1996424" y="106088"/>
                </a:lnTo>
                <a:lnTo>
                  <a:pt x="1995760" y="105833"/>
                </a:lnTo>
                <a:lnTo>
                  <a:pt x="1995103" y="105557"/>
                </a:lnTo>
                <a:lnTo>
                  <a:pt x="1994454" y="105258"/>
                </a:lnTo>
                <a:lnTo>
                  <a:pt x="1993812" y="104938"/>
                </a:lnTo>
                <a:lnTo>
                  <a:pt x="1993178" y="104595"/>
                </a:lnTo>
                <a:lnTo>
                  <a:pt x="1992552" y="104230"/>
                </a:lnTo>
                <a:lnTo>
                  <a:pt x="1991932" y="103843"/>
                </a:lnTo>
                <a:lnTo>
                  <a:pt x="1991321" y="103434"/>
                </a:lnTo>
                <a:lnTo>
                  <a:pt x="1990717" y="103003"/>
                </a:lnTo>
                <a:lnTo>
                  <a:pt x="1990120" y="102550"/>
                </a:lnTo>
                <a:lnTo>
                  <a:pt x="1989531" y="102074"/>
                </a:lnTo>
                <a:lnTo>
                  <a:pt x="1988950" y="101577"/>
                </a:lnTo>
                <a:lnTo>
                  <a:pt x="1988376" y="101057"/>
                </a:lnTo>
                <a:lnTo>
                  <a:pt x="1987818" y="100515"/>
                </a:lnTo>
                <a:lnTo>
                  <a:pt x="1987283" y="99950"/>
                </a:lnTo>
                <a:lnTo>
                  <a:pt x="1986772" y="99363"/>
                </a:lnTo>
                <a:lnTo>
                  <a:pt x="1986285" y="98753"/>
                </a:lnTo>
                <a:lnTo>
                  <a:pt x="1985822" y="98121"/>
                </a:lnTo>
                <a:lnTo>
                  <a:pt x="1985382" y="97466"/>
                </a:lnTo>
                <a:lnTo>
                  <a:pt x="1984967" y="96788"/>
                </a:lnTo>
                <a:lnTo>
                  <a:pt x="1984575" y="96088"/>
                </a:lnTo>
                <a:lnTo>
                  <a:pt x="1984206" y="95366"/>
                </a:lnTo>
                <a:lnTo>
                  <a:pt x="1983862" y="94621"/>
                </a:lnTo>
                <a:lnTo>
                  <a:pt x="1983541" y="93854"/>
                </a:lnTo>
                <a:lnTo>
                  <a:pt x="1983244" y="93064"/>
                </a:lnTo>
                <a:lnTo>
                  <a:pt x="1982971" y="92251"/>
                </a:lnTo>
                <a:lnTo>
                  <a:pt x="1982721" y="91416"/>
                </a:lnTo>
                <a:lnTo>
                  <a:pt x="1982496" y="90558"/>
                </a:lnTo>
                <a:lnTo>
                  <a:pt x="1982294" y="89678"/>
                </a:lnTo>
                <a:lnTo>
                  <a:pt x="1982116" y="88776"/>
                </a:lnTo>
                <a:lnTo>
                  <a:pt x="1981961" y="87851"/>
                </a:lnTo>
                <a:lnTo>
                  <a:pt x="1981830" y="86903"/>
                </a:lnTo>
                <a:lnTo>
                  <a:pt x="1981724" y="85933"/>
                </a:lnTo>
                <a:lnTo>
                  <a:pt x="1981640" y="84940"/>
                </a:lnTo>
                <a:lnTo>
                  <a:pt x="1981581" y="83925"/>
                </a:lnTo>
                <a:lnTo>
                  <a:pt x="1981545" y="82887"/>
                </a:lnTo>
                <a:lnTo>
                  <a:pt x="1981533" y="81827"/>
                </a:lnTo>
                <a:lnTo>
                  <a:pt x="1981545" y="80776"/>
                </a:lnTo>
                <a:lnTo>
                  <a:pt x="1981578" y="79747"/>
                </a:lnTo>
                <a:lnTo>
                  <a:pt x="1981633" y="78739"/>
                </a:lnTo>
                <a:lnTo>
                  <a:pt x="1981711" y="77752"/>
                </a:lnTo>
                <a:lnTo>
                  <a:pt x="1981811" y="76787"/>
                </a:lnTo>
                <a:lnTo>
                  <a:pt x="1981933" y="75844"/>
                </a:lnTo>
                <a:lnTo>
                  <a:pt x="1982077" y="74922"/>
                </a:lnTo>
                <a:lnTo>
                  <a:pt x="1982243" y="74022"/>
                </a:lnTo>
                <a:lnTo>
                  <a:pt x="1982432" y="73143"/>
                </a:lnTo>
                <a:lnTo>
                  <a:pt x="1982642" y="72285"/>
                </a:lnTo>
                <a:lnTo>
                  <a:pt x="1982875" y="71450"/>
                </a:lnTo>
                <a:lnTo>
                  <a:pt x="1983130" y="70635"/>
                </a:lnTo>
                <a:lnTo>
                  <a:pt x="1983407" y="69842"/>
                </a:lnTo>
                <a:lnTo>
                  <a:pt x="1983707" y="69071"/>
                </a:lnTo>
                <a:lnTo>
                  <a:pt x="1984028" y="68321"/>
                </a:lnTo>
                <a:lnTo>
                  <a:pt x="1984372" y="67593"/>
                </a:lnTo>
                <a:lnTo>
                  <a:pt x="1984738" y="66886"/>
                </a:lnTo>
                <a:lnTo>
                  <a:pt x="1985126" y="66201"/>
                </a:lnTo>
                <a:lnTo>
                  <a:pt x="1985536" y="65537"/>
                </a:lnTo>
                <a:lnTo>
                  <a:pt x="1985968" y="64894"/>
                </a:lnTo>
                <a:lnTo>
                  <a:pt x="1986423" y="64274"/>
                </a:lnTo>
                <a:lnTo>
                  <a:pt x="1986900" y="63674"/>
                </a:lnTo>
                <a:lnTo>
                  <a:pt x="1987399" y="63096"/>
                </a:lnTo>
                <a:lnTo>
                  <a:pt x="1987920" y="62540"/>
                </a:lnTo>
                <a:lnTo>
                  <a:pt x="1988458" y="62006"/>
                </a:lnTo>
                <a:lnTo>
                  <a:pt x="1989010" y="61494"/>
                </a:lnTo>
                <a:lnTo>
                  <a:pt x="1989575" y="61006"/>
                </a:lnTo>
                <a:lnTo>
                  <a:pt x="1990153" y="60540"/>
                </a:lnTo>
                <a:lnTo>
                  <a:pt x="1990744" y="60097"/>
                </a:lnTo>
                <a:lnTo>
                  <a:pt x="1991348" y="59676"/>
                </a:lnTo>
                <a:lnTo>
                  <a:pt x="1991965" y="59278"/>
                </a:lnTo>
                <a:lnTo>
                  <a:pt x="1992595" y="58903"/>
                </a:lnTo>
                <a:lnTo>
                  <a:pt x="1993239" y="58551"/>
                </a:lnTo>
                <a:lnTo>
                  <a:pt x="1993895" y="58221"/>
                </a:lnTo>
                <a:lnTo>
                  <a:pt x="1994564" y="57914"/>
                </a:lnTo>
                <a:lnTo>
                  <a:pt x="1995247" y="57630"/>
                </a:lnTo>
                <a:lnTo>
                  <a:pt x="1995942" y="57369"/>
                </a:lnTo>
                <a:lnTo>
                  <a:pt x="1996651" y="57130"/>
                </a:lnTo>
                <a:lnTo>
                  <a:pt x="1997372" y="56914"/>
                </a:lnTo>
                <a:lnTo>
                  <a:pt x="1998107" y="56721"/>
                </a:lnTo>
                <a:lnTo>
                  <a:pt x="1998855" y="56550"/>
                </a:lnTo>
                <a:lnTo>
                  <a:pt x="1999616" y="56403"/>
                </a:lnTo>
                <a:lnTo>
                  <a:pt x="2000390" y="56278"/>
                </a:lnTo>
                <a:lnTo>
                  <a:pt x="2001177" y="56175"/>
                </a:lnTo>
                <a:lnTo>
                  <a:pt x="2001977" y="56096"/>
                </a:lnTo>
                <a:lnTo>
                  <a:pt x="2002790" y="56039"/>
                </a:lnTo>
                <a:lnTo>
                  <a:pt x="2003616" y="56005"/>
                </a:lnTo>
                <a:lnTo>
                  <a:pt x="2004455" y="55994"/>
                </a:lnTo>
                <a:lnTo>
                  <a:pt x="2005294" y="56005"/>
                </a:lnTo>
                <a:lnTo>
                  <a:pt x="2006119" y="56038"/>
                </a:lnTo>
                <a:lnTo>
                  <a:pt x="2006930" y="56093"/>
                </a:lnTo>
                <a:lnTo>
                  <a:pt x="2007726" y="56171"/>
                </a:lnTo>
                <a:lnTo>
                  <a:pt x="2008509" y="56270"/>
                </a:lnTo>
                <a:lnTo>
                  <a:pt x="2009277" y="56392"/>
                </a:lnTo>
                <a:lnTo>
                  <a:pt x="2010032" y="56536"/>
                </a:lnTo>
                <a:lnTo>
                  <a:pt x="2010772" y="56702"/>
                </a:lnTo>
                <a:lnTo>
                  <a:pt x="2011498" y="56890"/>
                </a:lnTo>
                <a:lnTo>
                  <a:pt x="2012211" y="57100"/>
                </a:lnTo>
                <a:lnTo>
                  <a:pt x="2012909" y="57332"/>
                </a:lnTo>
                <a:lnTo>
                  <a:pt x="2013593" y="57587"/>
                </a:lnTo>
                <a:lnTo>
                  <a:pt x="2014263" y="57863"/>
                </a:lnTo>
                <a:lnTo>
                  <a:pt x="2014919" y="58162"/>
                </a:lnTo>
                <a:lnTo>
                  <a:pt x="2015561" y="58483"/>
                </a:lnTo>
                <a:lnTo>
                  <a:pt x="2016189" y="58826"/>
                </a:lnTo>
                <a:lnTo>
                  <a:pt x="2016803" y="59191"/>
                </a:lnTo>
                <a:lnTo>
                  <a:pt x="2017403" y="59578"/>
                </a:lnTo>
                <a:lnTo>
                  <a:pt x="2017988" y="59987"/>
                </a:lnTo>
                <a:lnTo>
                  <a:pt x="2018560" y="60419"/>
                </a:lnTo>
                <a:lnTo>
                  <a:pt x="2019118" y="60872"/>
                </a:lnTo>
                <a:lnTo>
                  <a:pt x="2019661" y="61348"/>
                </a:lnTo>
                <a:lnTo>
                  <a:pt x="2020191" y="61846"/>
                </a:lnTo>
                <a:lnTo>
                  <a:pt x="2020706" y="62365"/>
                </a:lnTo>
                <a:lnTo>
                  <a:pt x="2021204" y="62908"/>
                </a:lnTo>
                <a:lnTo>
                  <a:pt x="2021681" y="63474"/>
                </a:lnTo>
                <a:lnTo>
                  <a:pt x="2022136" y="64065"/>
                </a:lnTo>
                <a:lnTo>
                  <a:pt x="2022570" y="64678"/>
                </a:lnTo>
                <a:lnTo>
                  <a:pt x="2022983" y="65316"/>
                </a:lnTo>
                <a:lnTo>
                  <a:pt x="2023375" y="65977"/>
                </a:lnTo>
                <a:lnTo>
                  <a:pt x="2023746" y="66662"/>
                </a:lnTo>
                <a:lnTo>
                  <a:pt x="2024096" y="67371"/>
                </a:lnTo>
                <a:lnTo>
                  <a:pt x="2024424" y="68104"/>
                </a:lnTo>
                <a:lnTo>
                  <a:pt x="2024731" y="68860"/>
                </a:lnTo>
                <a:lnTo>
                  <a:pt x="2025017" y="69641"/>
                </a:lnTo>
                <a:lnTo>
                  <a:pt x="2025282" y="70445"/>
                </a:lnTo>
                <a:lnTo>
                  <a:pt x="2025526" y="71272"/>
                </a:lnTo>
                <a:lnTo>
                  <a:pt x="2025748" y="72124"/>
                </a:lnTo>
                <a:lnTo>
                  <a:pt x="2025949" y="72999"/>
                </a:lnTo>
                <a:lnTo>
                  <a:pt x="2026129" y="73898"/>
                </a:lnTo>
                <a:lnTo>
                  <a:pt x="2026288" y="74820"/>
                </a:lnTo>
                <a:lnTo>
                  <a:pt x="2026426" y="75767"/>
                </a:lnTo>
                <a:lnTo>
                  <a:pt x="2026542" y="76737"/>
                </a:lnTo>
                <a:lnTo>
                  <a:pt x="2026638" y="77731"/>
                </a:lnTo>
                <a:lnTo>
                  <a:pt x="2026712" y="78749"/>
                </a:lnTo>
                <a:lnTo>
                  <a:pt x="2026765" y="79790"/>
                </a:lnTo>
                <a:lnTo>
                  <a:pt x="2026797" y="80856"/>
                </a:lnTo>
                <a:lnTo>
                  <a:pt x="2026807" y="81945"/>
                </a:lnTo>
                <a:lnTo>
                  <a:pt x="2026796" y="82986"/>
                </a:lnTo>
                <a:lnTo>
                  <a:pt x="2026764" y="84005"/>
                </a:lnTo>
                <a:lnTo>
                  <a:pt x="2026709" y="85004"/>
                </a:lnTo>
                <a:lnTo>
                  <a:pt x="2026633" y="85980"/>
                </a:lnTo>
                <a:lnTo>
                  <a:pt x="2026535" y="86935"/>
                </a:lnTo>
                <a:lnTo>
                  <a:pt x="2026415" y="87869"/>
                </a:lnTo>
                <a:lnTo>
                  <a:pt x="2026274" y="88781"/>
                </a:lnTo>
                <a:lnTo>
                  <a:pt x="2026110" y="89672"/>
                </a:lnTo>
                <a:lnTo>
                  <a:pt x="2025925" y="90541"/>
                </a:lnTo>
                <a:lnTo>
                  <a:pt x="2025718" y="91388"/>
                </a:lnTo>
                <a:lnTo>
                  <a:pt x="2025490" y="92214"/>
                </a:lnTo>
                <a:lnTo>
                  <a:pt x="2025239" y="93019"/>
                </a:lnTo>
                <a:lnTo>
                  <a:pt x="2024967" y="93802"/>
                </a:lnTo>
                <a:lnTo>
                  <a:pt x="2024673" y="94564"/>
                </a:lnTo>
                <a:lnTo>
                  <a:pt x="2024357" y="95304"/>
                </a:lnTo>
                <a:lnTo>
                  <a:pt x="2024020" y="96022"/>
                </a:lnTo>
                <a:lnTo>
                  <a:pt x="2023660" y="96719"/>
                </a:lnTo>
                <a:lnTo>
                  <a:pt x="2023279" y="97395"/>
                </a:lnTo>
                <a:lnTo>
                  <a:pt x="2022876" y="98049"/>
                </a:lnTo>
                <a:lnTo>
                  <a:pt x="2022452" y="98681"/>
                </a:lnTo>
                <a:lnTo>
                  <a:pt x="2022005" y="99292"/>
                </a:lnTo>
                <a:lnTo>
                  <a:pt x="2021537" y="99882"/>
                </a:lnTo>
                <a:lnTo>
                  <a:pt x="2021047" y="100450"/>
                </a:lnTo>
                <a:lnTo>
                  <a:pt x="2020535" y="100996"/>
                </a:lnTo>
                <a:lnTo>
                  <a:pt x="2020006" y="101521"/>
                </a:lnTo>
                <a:lnTo>
                  <a:pt x="2019464" y="102023"/>
                </a:lnTo>
                <a:lnTo>
                  <a:pt x="2018908" y="102503"/>
                </a:lnTo>
                <a:lnTo>
                  <a:pt x="2018340" y="102961"/>
                </a:lnTo>
                <a:lnTo>
                  <a:pt x="2017758" y="103396"/>
                </a:lnTo>
                <a:lnTo>
                  <a:pt x="2017164" y="103809"/>
                </a:lnTo>
                <a:lnTo>
                  <a:pt x="2016556" y="104200"/>
                </a:lnTo>
                <a:lnTo>
                  <a:pt x="2015935" y="104568"/>
                </a:lnTo>
                <a:lnTo>
                  <a:pt x="2015302" y="104914"/>
                </a:lnTo>
                <a:lnTo>
                  <a:pt x="2014655" y="105238"/>
                </a:lnTo>
                <a:lnTo>
                  <a:pt x="2013995" y="105539"/>
                </a:lnTo>
                <a:lnTo>
                  <a:pt x="2013322" y="105818"/>
                </a:lnTo>
                <a:lnTo>
                  <a:pt x="2012636" y="106075"/>
                </a:lnTo>
                <a:lnTo>
                  <a:pt x="2011937" y="106309"/>
                </a:lnTo>
                <a:lnTo>
                  <a:pt x="2011225" y="106521"/>
                </a:lnTo>
                <a:lnTo>
                  <a:pt x="2010500" y="106711"/>
                </a:lnTo>
                <a:lnTo>
                  <a:pt x="2009761" y="106879"/>
                </a:lnTo>
                <a:lnTo>
                  <a:pt x="2009010" y="107024"/>
                </a:lnTo>
                <a:lnTo>
                  <a:pt x="2008245" y="107146"/>
                </a:lnTo>
                <a:lnTo>
                  <a:pt x="2007468" y="107247"/>
                </a:lnTo>
                <a:lnTo>
                  <a:pt x="2006677" y="107325"/>
                </a:lnTo>
                <a:lnTo>
                  <a:pt x="2005874" y="107381"/>
                </a:lnTo>
                <a:lnTo>
                  <a:pt x="2005057" y="107414"/>
                </a:lnTo>
                <a:lnTo>
                  <a:pt x="2004227" y="107425"/>
                </a:lnTo>
                <a:lnTo>
                  <a:pt x="2003480" y="107414"/>
                </a:lnTo>
                <a:lnTo>
                  <a:pt x="2002741" y="107381"/>
                </a:lnTo>
                <a:lnTo>
                  <a:pt x="2002009" y="107326"/>
                </a:lnTo>
                <a:lnTo>
                  <a:pt x="2001284" y="107249"/>
                </a:lnTo>
                <a:lnTo>
                  <a:pt x="2000568" y="107149"/>
                </a:lnTo>
                <a:lnTo>
                  <a:pt x="1999858" y="107027"/>
                </a:lnTo>
                <a:lnTo>
                  <a:pt x="1999156" y="106884"/>
                </a:lnTo>
                <a:close/>
                <a:moveTo>
                  <a:pt x="1996621" y="186341"/>
                </a:moveTo>
                <a:lnTo>
                  <a:pt x="1995560" y="186202"/>
                </a:lnTo>
                <a:lnTo>
                  <a:pt x="1994530" y="186043"/>
                </a:lnTo>
                <a:lnTo>
                  <a:pt x="1993531" y="185867"/>
                </a:lnTo>
                <a:lnTo>
                  <a:pt x="1992563" y="185671"/>
                </a:lnTo>
                <a:lnTo>
                  <a:pt x="1991626" y="185457"/>
                </a:lnTo>
                <a:lnTo>
                  <a:pt x="1990720" y="185225"/>
                </a:lnTo>
                <a:lnTo>
                  <a:pt x="1989844" y="184973"/>
                </a:lnTo>
                <a:lnTo>
                  <a:pt x="1988999" y="184703"/>
                </a:lnTo>
                <a:lnTo>
                  <a:pt x="1988186" y="184415"/>
                </a:lnTo>
                <a:lnTo>
                  <a:pt x="1987403" y="184108"/>
                </a:lnTo>
                <a:lnTo>
                  <a:pt x="1986651" y="183782"/>
                </a:lnTo>
                <a:lnTo>
                  <a:pt x="1985930" y="183438"/>
                </a:lnTo>
                <a:lnTo>
                  <a:pt x="1985240" y="183075"/>
                </a:lnTo>
                <a:lnTo>
                  <a:pt x="1984580" y="182693"/>
                </a:lnTo>
                <a:lnTo>
                  <a:pt x="1983952" y="182293"/>
                </a:lnTo>
                <a:lnTo>
                  <a:pt x="1983355" y="181875"/>
                </a:lnTo>
                <a:lnTo>
                  <a:pt x="1982788" y="181437"/>
                </a:lnTo>
                <a:lnTo>
                  <a:pt x="1982248" y="180988"/>
                </a:lnTo>
                <a:lnTo>
                  <a:pt x="1981731" y="180532"/>
                </a:lnTo>
                <a:lnTo>
                  <a:pt x="1981238" y="180071"/>
                </a:lnTo>
                <a:lnTo>
                  <a:pt x="1980767" y="179603"/>
                </a:lnTo>
                <a:lnTo>
                  <a:pt x="1980319" y="179130"/>
                </a:lnTo>
                <a:lnTo>
                  <a:pt x="1979894" y="178651"/>
                </a:lnTo>
                <a:lnTo>
                  <a:pt x="1979492" y="178165"/>
                </a:lnTo>
                <a:lnTo>
                  <a:pt x="1979113" y="177674"/>
                </a:lnTo>
                <a:lnTo>
                  <a:pt x="1978757" y="177177"/>
                </a:lnTo>
                <a:lnTo>
                  <a:pt x="1978424" y="176674"/>
                </a:lnTo>
                <a:lnTo>
                  <a:pt x="1978114" y="176165"/>
                </a:lnTo>
                <a:lnTo>
                  <a:pt x="1977827" y="175651"/>
                </a:lnTo>
                <a:lnTo>
                  <a:pt x="1977563" y="175130"/>
                </a:lnTo>
                <a:lnTo>
                  <a:pt x="1977322" y="174603"/>
                </a:lnTo>
                <a:lnTo>
                  <a:pt x="1977104" y="174071"/>
                </a:lnTo>
                <a:lnTo>
                  <a:pt x="1976908" y="173532"/>
                </a:lnTo>
                <a:lnTo>
                  <a:pt x="1976736" y="172988"/>
                </a:lnTo>
                <a:lnTo>
                  <a:pt x="1976587" y="172437"/>
                </a:lnTo>
                <a:lnTo>
                  <a:pt x="1976461" y="171881"/>
                </a:lnTo>
                <a:lnTo>
                  <a:pt x="1976357" y="171319"/>
                </a:lnTo>
                <a:lnTo>
                  <a:pt x="1976277" y="170751"/>
                </a:lnTo>
                <a:lnTo>
                  <a:pt x="1976220" y="170176"/>
                </a:lnTo>
                <a:lnTo>
                  <a:pt x="1976185" y="169596"/>
                </a:lnTo>
                <a:lnTo>
                  <a:pt x="1976174" y="169011"/>
                </a:lnTo>
                <a:lnTo>
                  <a:pt x="1976181" y="168483"/>
                </a:lnTo>
                <a:lnTo>
                  <a:pt x="1976202" y="167961"/>
                </a:lnTo>
                <a:lnTo>
                  <a:pt x="1976237" y="167444"/>
                </a:lnTo>
                <a:lnTo>
                  <a:pt x="1976286" y="166933"/>
                </a:lnTo>
                <a:lnTo>
                  <a:pt x="1976349" y="166426"/>
                </a:lnTo>
                <a:lnTo>
                  <a:pt x="1976427" y="165926"/>
                </a:lnTo>
                <a:lnTo>
                  <a:pt x="1976518" y="165430"/>
                </a:lnTo>
                <a:lnTo>
                  <a:pt x="1976623" y="164940"/>
                </a:lnTo>
                <a:lnTo>
                  <a:pt x="1976743" y="164455"/>
                </a:lnTo>
                <a:lnTo>
                  <a:pt x="1976876" y="163975"/>
                </a:lnTo>
                <a:lnTo>
                  <a:pt x="1977024" y="163501"/>
                </a:lnTo>
                <a:lnTo>
                  <a:pt x="1977186" y="163032"/>
                </a:lnTo>
                <a:lnTo>
                  <a:pt x="1977361" y="162569"/>
                </a:lnTo>
                <a:lnTo>
                  <a:pt x="1977551" y="162110"/>
                </a:lnTo>
                <a:lnTo>
                  <a:pt x="1977755" y="161658"/>
                </a:lnTo>
                <a:lnTo>
                  <a:pt x="1977973" y="161210"/>
                </a:lnTo>
                <a:lnTo>
                  <a:pt x="1978205" y="160768"/>
                </a:lnTo>
                <a:lnTo>
                  <a:pt x="1978451" y="160331"/>
                </a:lnTo>
                <a:lnTo>
                  <a:pt x="1978711" y="159899"/>
                </a:lnTo>
                <a:lnTo>
                  <a:pt x="1978985" y="159473"/>
                </a:lnTo>
                <a:lnTo>
                  <a:pt x="1979273" y="159052"/>
                </a:lnTo>
                <a:lnTo>
                  <a:pt x="1979575" y="158636"/>
                </a:lnTo>
                <a:lnTo>
                  <a:pt x="1979892" y="158225"/>
                </a:lnTo>
                <a:lnTo>
                  <a:pt x="1980222" y="157820"/>
                </a:lnTo>
                <a:lnTo>
                  <a:pt x="1980566" y="157423"/>
                </a:lnTo>
                <a:lnTo>
                  <a:pt x="1980923" y="157035"/>
                </a:lnTo>
                <a:lnTo>
                  <a:pt x="1981294" y="156657"/>
                </a:lnTo>
                <a:lnTo>
                  <a:pt x="1981678" y="156289"/>
                </a:lnTo>
                <a:lnTo>
                  <a:pt x="1982075" y="155931"/>
                </a:lnTo>
                <a:lnTo>
                  <a:pt x="1982485" y="155583"/>
                </a:lnTo>
                <a:lnTo>
                  <a:pt x="1982909" y="155244"/>
                </a:lnTo>
                <a:lnTo>
                  <a:pt x="1983345" y="154915"/>
                </a:lnTo>
                <a:lnTo>
                  <a:pt x="1983796" y="154596"/>
                </a:lnTo>
                <a:lnTo>
                  <a:pt x="1984259" y="154287"/>
                </a:lnTo>
                <a:lnTo>
                  <a:pt x="1984736" y="153988"/>
                </a:lnTo>
                <a:lnTo>
                  <a:pt x="1985225" y="153698"/>
                </a:lnTo>
                <a:lnTo>
                  <a:pt x="1985729" y="153418"/>
                </a:lnTo>
                <a:lnTo>
                  <a:pt x="1986245" y="153148"/>
                </a:lnTo>
                <a:lnTo>
                  <a:pt x="1986775" y="152888"/>
                </a:lnTo>
                <a:lnTo>
                  <a:pt x="1987318" y="152638"/>
                </a:lnTo>
                <a:lnTo>
                  <a:pt x="1987874" y="152397"/>
                </a:lnTo>
                <a:lnTo>
                  <a:pt x="1988444" y="152167"/>
                </a:lnTo>
                <a:lnTo>
                  <a:pt x="1989026" y="151946"/>
                </a:lnTo>
                <a:lnTo>
                  <a:pt x="1989622" y="151735"/>
                </a:lnTo>
                <a:lnTo>
                  <a:pt x="1990232" y="151534"/>
                </a:lnTo>
                <a:lnTo>
                  <a:pt x="1990854" y="151342"/>
                </a:lnTo>
                <a:lnTo>
                  <a:pt x="1991490" y="151160"/>
                </a:lnTo>
                <a:lnTo>
                  <a:pt x="1992139" y="150989"/>
                </a:lnTo>
                <a:lnTo>
                  <a:pt x="2007535" y="150989"/>
                </a:lnTo>
                <a:lnTo>
                  <a:pt x="2008551" y="150992"/>
                </a:lnTo>
                <a:lnTo>
                  <a:pt x="2009548" y="151003"/>
                </a:lnTo>
                <a:lnTo>
                  <a:pt x="2010524" y="151020"/>
                </a:lnTo>
                <a:lnTo>
                  <a:pt x="2011482" y="151044"/>
                </a:lnTo>
                <a:lnTo>
                  <a:pt x="2012419" y="151076"/>
                </a:lnTo>
                <a:lnTo>
                  <a:pt x="2013336" y="151114"/>
                </a:lnTo>
                <a:lnTo>
                  <a:pt x="2014234" y="151159"/>
                </a:lnTo>
                <a:lnTo>
                  <a:pt x="2015112" y="151211"/>
                </a:lnTo>
                <a:lnTo>
                  <a:pt x="2015970" y="151270"/>
                </a:lnTo>
                <a:lnTo>
                  <a:pt x="2016808" y="151336"/>
                </a:lnTo>
                <a:lnTo>
                  <a:pt x="2017627" y="151409"/>
                </a:lnTo>
                <a:lnTo>
                  <a:pt x="2018425" y="151489"/>
                </a:lnTo>
                <a:lnTo>
                  <a:pt x="2019204" y="151576"/>
                </a:lnTo>
                <a:lnTo>
                  <a:pt x="2019963" y="151670"/>
                </a:lnTo>
                <a:lnTo>
                  <a:pt x="2020703" y="151771"/>
                </a:lnTo>
                <a:lnTo>
                  <a:pt x="2021422" y="151879"/>
                </a:lnTo>
                <a:lnTo>
                  <a:pt x="2022122" y="151994"/>
                </a:lnTo>
                <a:lnTo>
                  <a:pt x="2022802" y="152115"/>
                </a:lnTo>
                <a:lnTo>
                  <a:pt x="2023462" y="152244"/>
                </a:lnTo>
                <a:lnTo>
                  <a:pt x="2024102" y="152380"/>
                </a:lnTo>
                <a:lnTo>
                  <a:pt x="2024722" y="152522"/>
                </a:lnTo>
                <a:lnTo>
                  <a:pt x="2025323" y="152672"/>
                </a:lnTo>
                <a:lnTo>
                  <a:pt x="2025904" y="152828"/>
                </a:lnTo>
                <a:lnTo>
                  <a:pt x="2026465" y="152991"/>
                </a:lnTo>
                <a:lnTo>
                  <a:pt x="2027009" y="153161"/>
                </a:lnTo>
                <a:lnTo>
                  <a:pt x="2027539" y="153336"/>
                </a:lnTo>
                <a:lnTo>
                  <a:pt x="2028055" y="153517"/>
                </a:lnTo>
                <a:lnTo>
                  <a:pt x="2028556" y="153703"/>
                </a:lnTo>
                <a:lnTo>
                  <a:pt x="2029043" y="153895"/>
                </a:lnTo>
                <a:lnTo>
                  <a:pt x="2029516" y="154092"/>
                </a:lnTo>
                <a:lnTo>
                  <a:pt x="2029974" y="154295"/>
                </a:lnTo>
                <a:lnTo>
                  <a:pt x="2030418" y="154503"/>
                </a:lnTo>
                <a:lnTo>
                  <a:pt x="2030849" y="154717"/>
                </a:lnTo>
                <a:lnTo>
                  <a:pt x="2031264" y="154936"/>
                </a:lnTo>
                <a:lnTo>
                  <a:pt x="2031666" y="155161"/>
                </a:lnTo>
                <a:lnTo>
                  <a:pt x="2032053" y="155392"/>
                </a:lnTo>
                <a:lnTo>
                  <a:pt x="2032426" y="155628"/>
                </a:lnTo>
                <a:lnTo>
                  <a:pt x="2032785" y="155869"/>
                </a:lnTo>
                <a:lnTo>
                  <a:pt x="2033129" y="156116"/>
                </a:lnTo>
                <a:lnTo>
                  <a:pt x="2033460" y="156368"/>
                </a:lnTo>
                <a:lnTo>
                  <a:pt x="2033776" y="156626"/>
                </a:lnTo>
                <a:lnTo>
                  <a:pt x="2034077" y="156890"/>
                </a:lnTo>
                <a:lnTo>
                  <a:pt x="2034365" y="157159"/>
                </a:lnTo>
                <a:lnTo>
                  <a:pt x="2034638" y="157433"/>
                </a:lnTo>
                <a:lnTo>
                  <a:pt x="2034897" y="157713"/>
                </a:lnTo>
                <a:lnTo>
                  <a:pt x="2035142" y="157999"/>
                </a:lnTo>
                <a:lnTo>
                  <a:pt x="2035372" y="158290"/>
                </a:lnTo>
                <a:lnTo>
                  <a:pt x="2035588" y="158587"/>
                </a:lnTo>
                <a:lnTo>
                  <a:pt x="2035793" y="158888"/>
                </a:lnTo>
                <a:lnTo>
                  <a:pt x="2035989" y="159195"/>
                </a:lnTo>
                <a:lnTo>
                  <a:pt x="2036176" y="159506"/>
                </a:lnTo>
                <a:lnTo>
                  <a:pt x="2036355" y="159822"/>
                </a:lnTo>
                <a:lnTo>
                  <a:pt x="2036525" y="160142"/>
                </a:lnTo>
                <a:lnTo>
                  <a:pt x="2036686" y="160467"/>
                </a:lnTo>
                <a:lnTo>
                  <a:pt x="2036838" y="160797"/>
                </a:lnTo>
                <a:lnTo>
                  <a:pt x="2036982" y="161132"/>
                </a:lnTo>
                <a:lnTo>
                  <a:pt x="2037117" y="161471"/>
                </a:lnTo>
                <a:lnTo>
                  <a:pt x="2037243" y="161815"/>
                </a:lnTo>
                <a:lnTo>
                  <a:pt x="2037361" y="162164"/>
                </a:lnTo>
                <a:lnTo>
                  <a:pt x="2037470" y="162517"/>
                </a:lnTo>
                <a:lnTo>
                  <a:pt x="2037570" y="162875"/>
                </a:lnTo>
                <a:lnTo>
                  <a:pt x="2037662" y="163238"/>
                </a:lnTo>
                <a:lnTo>
                  <a:pt x="2037744" y="163606"/>
                </a:lnTo>
                <a:lnTo>
                  <a:pt x="2037818" y="163978"/>
                </a:lnTo>
                <a:lnTo>
                  <a:pt x="2037884" y="164355"/>
                </a:lnTo>
                <a:lnTo>
                  <a:pt x="2037940" y="164737"/>
                </a:lnTo>
                <a:lnTo>
                  <a:pt x="2037988" y="165123"/>
                </a:lnTo>
                <a:lnTo>
                  <a:pt x="2038027" y="165514"/>
                </a:lnTo>
                <a:lnTo>
                  <a:pt x="2038058" y="165910"/>
                </a:lnTo>
                <a:lnTo>
                  <a:pt x="2038080" y="166310"/>
                </a:lnTo>
                <a:lnTo>
                  <a:pt x="2038093" y="166715"/>
                </a:lnTo>
                <a:lnTo>
                  <a:pt x="2038097" y="167125"/>
                </a:lnTo>
                <a:lnTo>
                  <a:pt x="2038084" y="167818"/>
                </a:lnTo>
                <a:lnTo>
                  <a:pt x="2038045" y="168500"/>
                </a:lnTo>
                <a:lnTo>
                  <a:pt x="2037979" y="169174"/>
                </a:lnTo>
                <a:lnTo>
                  <a:pt x="2037887" y="169838"/>
                </a:lnTo>
                <a:lnTo>
                  <a:pt x="2037768" y="170493"/>
                </a:lnTo>
                <a:lnTo>
                  <a:pt x="2037623" y="171138"/>
                </a:lnTo>
                <a:lnTo>
                  <a:pt x="2037452" y="171774"/>
                </a:lnTo>
                <a:lnTo>
                  <a:pt x="2037255" y="172400"/>
                </a:lnTo>
                <a:lnTo>
                  <a:pt x="2037031" y="173017"/>
                </a:lnTo>
                <a:lnTo>
                  <a:pt x="2036781" y="173625"/>
                </a:lnTo>
                <a:lnTo>
                  <a:pt x="2036504" y="174223"/>
                </a:lnTo>
                <a:lnTo>
                  <a:pt x="2036201" y="174811"/>
                </a:lnTo>
                <a:lnTo>
                  <a:pt x="2035872" y="175391"/>
                </a:lnTo>
                <a:lnTo>
                  <a:pt x="2035517" y="175961"/>
                </a:lnTo>
                <a:lnTo>
                  <a:pt x="2035135" y="176521"/>
                </a:lnTo>
                <a:lnTo>
                  <a:pt x="2034727" y="177072"/>
                </a:lnTo>
                <a:lnTo>
                  <a:pt x="2034292" y="177614"/>
                </a:lnTo>
                <a:lnTo>
                  <a:pt x="2033831" y="178146"/>
                </a:lnTo>
                <a:lnTo>
                  <a:pt x="2033344" y="178669"/>
                </a:lnTo>
                <a:lnTo>
                  <a:pt x="2032831" y="179182"/>
                </a:lnTo>
                <a:lnTo>
                  <a:pt x="2032291" y="179686"/>
                </a:lnTo>
                <a:lnTo>
                  <a:pt x="2031725" y="180181"/>
                </a:lnTo>
                <a:lnTo>
                  <a:pt x="2031132" y="180666"/>
                </a:lnTo>
                <a:lnTo>
                  <a:pt x="2030514" y="181141"/>
                </a:lnTo>
                <a:lnTo>
                  <a:pt x="2029863" y="181603"/>
                </a:lnTo>
                <a:lnTo>
                  <a:pt x="2029177" y="182045"/>
                </a:lnTo>
                <a:lnTo>
                  <a:pt x="2028455" y="182467"/>
                </a:lnTo>
                <a:lnTo>
                  <a:pt x="2027696" y="182870"/>
                </a:lnTo>
                <a:lnTo>
                  <a:pt x="2026901" y="183253"/>
                </a:lnTo>
                <a:lnTo>
                  <a:pt x="2026070" y="183616"/>
                </a:lnTo>
                <a:lnTo>
                  <a:pt x="2025202" y="183959"/>
                </a:lnTo>
                <a:lnTo>
                  <a:pt x="2024298" y="184284"/>
                </a:lnTo>
                <a:lnTo>
                  <a:pt x="2023358" y="184588"/>
                </a:lnTo>
                <a:lnTo>
                  <a:pt x="2022382" y="184873"/>
                </a:lnTo>
                <a:lnTo>
                  <a:pt x="2021370" y="185138"/>
                </a:lnTo>
                <a:lnTo>
                  <a:pt x="2020321" y="185383"/>
                </a:lnTo>
                <a:lnTo>
                  <a:pt x="2019236" y="185609"/>
                </a:lnTo>
                <a:lnTo>
                  <a:pt x="2018115" y="185815"/>
                </a:lnTo>
                <a:lnTo>
                  <a:pt x="2016958" y="186002"/>
                </a:lnTo>
                <a:lnTo>
                  <a:pt x="2015764" y="186169"/>
                </a:lnTo>
                <a:lnTo>
                  <a:pt x="2014535" y="186316"/>
                </a:lnTo>
                <a:lnTo>
                  <a:pt x="2013269" y="186444"/>
                </a:lnTo>
                <a:lnTo>
                  <a:pt x="2011966" y="186552"/>
                </a:lnTo>
                <a:lnTo>
                  <a:pt x="2010628" y="186640"/>
                </a:lnTo>
                <a:lnTo>
                  <a:pt x="2009253" y="186709"/>
                </a:lnTo>
                <a:lnTo>
                  <a:pt x="2007842" y="186758"/>
                </a:lnTo>
                <a:lnTo>
                  <a:pt x="2006395" y="186787"/>
                </a:lnTo>
                <a:lnTo>
                  <a:pt x="2004912" y="186797"/>
                </a:lnTo>
                <a:lnTo>
                  <a:pt x="2003635" y="186788"/>
                </a:lnTo>
                <a:lnTo>
                  <a:pt x="2002388" y="186760"/>
                </a:lnTo>
                <a:lnTo>
                  <a:pt x="2001173" y="186713"/>
                </a:lnTo>
                <a:lnTo>
                  <a:pt x="1999989" y="186648"/>
                </a:lnTo>
                <a:lnTo>
                  <a:pt x="1998835" y="186565"/>
                </a:lnTo>
                <a:lnTo>
                  <a:pt x="1997713" y="186462"/>
                </a:lnTo>
                <a:lnTo>
                  <a:pt x="1996621" y="186341"/>
                </a:lnTo>
                <a:close/>
                <a:moveTo>
                  <a:pt x="2742986" y="37065"/>
                </a:moveTo>
                <a:lnTo>
                  <a:pt x="2743000" y="36330"/>
                </a:lnTo>
                <a:lnTo>
                  <a:pt x="2743023" y="35610"/>
                </a:lnTo>
                <a:lnTo>
                  <a:pt x="2743055" y="34905"/>
                </a:lnTo>
                <a:lnTo>
                  <a:pt x="2743097" y="34214"/>
                </a:lnTo>
                <a:lnTo>
                  <a:pt x="2743149" y="33538"/>
                </a:lnTo>
                <a:lnTo>
                  <a:pt x="2743209" y="32877"/>
                </a:lnTo>
                <a:lnTo>
                  <a:pt x="2743279" y="32230"/>
                </a:lnTo>
                <a:lnTo>
                  <a:pt x="2743358" y="31598"/>
                </a:lnTo>
                <a:lnTo>
                  <a:pt x="2743446" y="30981"/>
                </a:lnTo>
                <a:lnTo>
                  <a:pt x="2743544" y="30379"/>
                </a:lnTo>
                <a:lnTo>
                  <a:pt x="2743651" y="29791"/>
                </a:lnTo>
                <a:lnTo>
                  <a:pt x="2743767" y="29218"/>
                </a:lnTo>
                <a:lnTo>
                  <a:pt x="2743893" y="28660"/>
                </a:lnTo>
                <a:lnTo>
                  <a:pt x="2744028" y="28116"/>
                </a:lnTo>
                <a:lnTo>
                  <a:pt x="2744172" y="27588"/>
                </a:lnTo>
                <a:lnTo>
                  <a:pt x="2744326" y="27074"/>
                </a:lnTo>
                <a:lnTo>
                  <a:pt x="2744488" y="26574"/>
                </a:lnTo>
                <a:lnTo>
                  <a:pt x="2744661" y="26090"/>
                </a:lnTo>
                <a:lnTo>
                  <a:pt x="2744842" y="25620"/>
                </a:lnTo>
                <a:lnTo>
                  <a:pt x="2745033" y="25165"/>
                </a:lnTo>
                <a:lnTo>
                  <a:pt x="2745233" y="24724"/>
                </a:lnTo>
                <a:lnTo>
                  <a:pt x="2745442" y="24299"/>
                </a:lnTo>
                <a:lnTo>
                  <a:pt x="2745661" y="23888"/>
                </a:lnTo>
                <a:lnTo>
                  <a:pt x="2745897" y="23493"/>
                </a:lnTo>
                <a:lnTo>
                  <a:pt x="2746159" y="23114"/>
                </a:lnTo>
                <a:lnTo>
                  <a:pt x="2746446" y="22753"/>
                </a:lnTo>
                <a:lnTo>
                  <a:pt x="2746759" y="22408"/>
                </a:lnTo>
                <a:lnTo>
                  <a:pt x="2747097" y="22080"/>
                </a:lnTo>
                <a:lnTo>
                  <a:pt x="2747461" y="21769"/>
                </a:lnTo>
                <a:lnTo>
                  <a:pt x="2747850" y="21475"/>
                </a:lnTo>
                <a:lnTo>
                  <a:pt x="2748265" y="21197"/>
                </a:lnTo>
                <a:lnTo>
                  <a:pt x="2748705" y="20936"/>
                </a:lnTo>
                <a:lnTo>
                  <a:pt x="2749171" y="20693"/>
                </a:lnTo>
                <a:lnTo>
                  <a:pt x="2749663" y="20466"/>
                </a:lnTo>
                <a:lnTo>
                  <a:pt x="2750180" y="20255"/>
                </a:lnTo>
                <a:lnTo>
                  <a:pt x="2750722" y="20062"/>
                </a:lnTo>
                <a:lnTo>
                  <a:pt x="2751290" y="19885"/>
                </a:lnTo>
                <a:lnTo>
                  <a:pt x="2751884" y="19726"/>
                </a:lnTo>
                <a:lnTo>
                  <a:pt x="2752503" y="19583"/>
                </a:lnTo>
                <a:lnTo>
                  <a:pt x="2753148" y="19457"/>
                </a:lnTo>
                <a:lnTo>
                  <a:pt x="2753818" y="19347"/>
                </a:lnTo>
                <a:lnTo>
                  <a:pt x="2754514" y="19255"/>
                </a:lnTo>
                <a:lnTo>
                  <a:pt x="2755236" y="19179"/>
                </a:lnTo>
                <a:lnTo>
                  <a:pt x="2755982" y="19120"/>
                </a:lnTo>
                <a:lnTo>
                  <a:pt x="2756755" y="19078"/>
                </a:lnTo>
                <a:lnTo>
                  <a:pt x="2757553" y="19053"/>
                </a:lnTo>
                <a:lnTo>
                  <a:pt x="2758376" y="19045"/>
                </a:lnTo>
                <a:lnTo>
                  <a:pt x="2768868" y="19045"/>
                </a:lnTo>
                <a:lnTo>
                  <a:pt x="2768868" y="4105"/>
                </a:lnTo>
                <a:lnTo>
                  <a:pt x="2757236" y="4105"/>
                </a:lnTo>
                <a:lnTo>
                  <a:pt x="2756387" y="4109"/>
                </a:lnTo>
                <a:lnTo>
                  <a:pt x="2755552" y="4121"/>
                </a:lnTo>
                <a:lnTo>
                  <a:pt x="2754730" y="4140"/>
                </a:lnTo>
                <a:lnTo>
                  <a:pt x="2753921" y="4167"/>
                </a:lnTo>
                <a:lnTo>
                  <a:pt x="2753125" y="4201"/>
                </a:lnTo>
                <a:lnTo>
                  <a:pt x="2752343" y="4243"/>
                </a:lnTo>
                <a:lnTo>
                  <a:pt x="2751574" y="4293"/>
                </a:lnTo>
                <a:lnTo>
                  <a:pt x="2750818" y="4350"/>
                </a:lnTo>
                <a:lnTo>
                  <a:pt x="2750076" y="4415"/>
                </a:lnTo>
                <a:lnTo>
                  <a:pt x="2749346" y="4488"/>
                </a:lnTo>
                <a:lnTo>
                  <a:pt x="2748630" y="4568"/>
                </a:lnTo>
                <a:lnTo>
                  <a:pt x="2747927" y="4656"/>
                </a:lnTo>
                <a:lnTo>
                  <a:pt x="2747238" y="4752"/>
                </a:lnTo>
                <a:lnTo>
                  <a:pt x="2746562" y="4855"/>
                </a:lnTo>
                <a:lnTo>
                  <a:pt x="2745899" y="4966"/>
                </a:lnTo>
                <a:lnTo>
                  <a:pt x="2745249" y="5084"/>
                </a:lnTo>
                <a:lnTo>
                  <a:pt x="2744613" y="5210"/>
                </a:lnTo>
                <a:lnTo>
                  <a:pt x="2743990" y="5344"/>
                </a:lnTo>
                <a:lnTo>
                  <a:pt x="2743380" y="5486"/>
                </a:lnTo>
                <a:lnTo>
                  <a:pt x="2742783" y="5635"/>
                </a:lnTo>
                <a:lnTo>
                  <a:pt x="2742200" y="5792"/>
                </a:lnTo>
                <a:lnTo>
                  <a:pt x="2741630" y="5956"/>
                </a:lnTo>
                <a:lnTo>
                  <a:pt x="2741073" y="6128"/>
                </a:lnTo>
                <a:lnTo>
                  <a:pt x="2740529" y="6308"/>
                </a:lnTo>
                <a:lnTo>
                  <a:pt x="2739997" y="6495"/>
                </a:lnTo>
                <a:lnTo>
                  <a:pt x="2739475" y="6689"/>
                </a:lnTo>
                <a:lnTo>
                  <a:pt x="2738962" y="6891"/>
                </a:lnTo>
                <a:lnTo>
                  <a:pt x="2738459" y="7100"/>
                </a:lnTo>
                <a:lnTo>
                  <a:pt x="2737966" y="7316"/>
                </a:lnTo>
                <a:lnTo>
                  <a:pt x="2737482" y="7540"/>
                </a:lnTo>
                <a:lnTo>
                  <a:pt x="2737008" y="7771"/>
                </a:lnTo>
                <a:lnTo>
                  <a:pt x="2736544" y="8009"/>
                </a:lnTo>
                <a:lnTo>
                  <a:pt x="2736090" y="8254"/>
                </a:lnTo>
                <a:lnTo>
                  <a:pt x="2735645" y="8507"/>
                </a:lnTo>
                <a:lnTo>
                  <a:pt x="2735210" y="8767"/>
                </a:lnTo>
                <a:lnTo>
                  <a:pt x="2734784" y="9034"/>
                </a:lnTo>
                <a:lnTo>
                  <a:pt x="2734369" y="9309"/>
                </a:lnTo>
                <a:lnTo>
                  <a:pt x="2733963" y="9590"/>
                </a:lnTo>
                <a:lnTo>
                  <a:pt x="2733566" y="9879"/>
                </a:lnTo>
                <a:lnTo>
                  <a:pt x="2733180" y="10176"/>
                </a:lnTo>
                <a:lnTo>
                  <a:pt x="2732803" y="10479"/>
                </a:lnTo>
                <a:lnTo>
                  <a:pt x="2732436" y="10790"/>
                </a:lnTo>
                <a:lnTo>
                  <a:pt x="2732078" y="11108"/>
                </a:lnTo>
                <a:lnTo>
                  <a:pt x="2731731" y="11434"/>
                </a:lnTo>
                <a:lnTo>
                  <a:pt x="2731393" y="11766"/>
                </a:lnTo>
                <a:lnTo>
                  <a:pt x="2731064" y="12106"/>
                </a:lnTo>
                <a:lnTo>
                  <a:pt x="2730746" y="12454"/>
                </a:lnTo>
                <a:lnTo>
                  <a:pt x="2730437" y="12808"/>
                </a:lnTo>
                <a:lnTo>
                  <a:pt x="2730136" y="13169"/>
                </a:lnTo>
                <a:lnTo>
                  <a:pt x="2729844" y="13537"/>
                </a:lnTo>
                <a:lnTo>
                  <a:pt x="2729559" y="13911"/>
                </a:lnTo>
                <a:lnTo>
                  <a:pt x="2729282" y="14292"/>
                </a:lnTo>
                <a:lnTo>
                  <a:pt x="2729013" y="14679"/>
                </a:lnTo>
                <a:lnTo>
                  <a:pt x="2728751" y="15072"/>
                </a:lnTo>
                <a:lnTo>
                  <a:pt x="2728497" y="15471"/>
                </a:lnTo>
                <a:lnTo>
                  <a:pt x="2728251" y="15877"/>
                </a:lnTo>
                <a:lnTo>
                  <a:pt x="2728012" y="16290"/>
                </a:lnTo>
                <a:lnTo>
                  <a:pt x="2727782" y="16708"/>
                </a:lnTo>
                <a:lnTo>
                  <a:pt x="2727559" y="17133"/>
                </a:lnTo>
                <a:lnTo>
                  <a:pt x="2727343" y="17565"/>
                </a:lnTo>
                <a:lnTo>
                  <a:pt x="2727136" y="18003"/>
                </a:lnTo>
                <a:lnTo>
                  <a:pt x="2726936" y="18447"/>
                </a:lnTo>
                <a:lnTo>
                  <a:pt x="2726744" y="18897"/>
                </a:lnTo>
                <a:lnTo>
                  <a:pt x="2726559" y="19354"/>
                </a:lnTo>
                <a:lnTo>
                  <a:pt x="2726383" y="19818"/>
                </a:lnTo>
                <a:lnTo>
                  <a:pt x="2726214" y="20287"/>
                </a:lnTo>
                <a:lnTo>
                  <a:pt x="2726052" y="20763"/>
                </a:lnTo>
                <a:lnTo>
                  <a:pt x="2725899" y="21246"/>
                </a:lnTo>
                <a:lnTo>
                  <a:pt x="2725753" y="21735"/>
                </a:lnTo>
                <a:lnTo>
                  <a:pt x="2725615" y="22230"/>
                </a:lnTo>
                <a:lnTo>
                  <a:pt x="2725485" y="22731"/>
                </a:lnTo>
                <a:lnTo>
                  <a:pt x="2725362" y="23239"/>
                </a:lnTo>
                <a:lnTo>
                  <a:pt x="2725246" y="23753"/>
                </a:lnTo>
                <a:lnTo>
                  <a:pt x="2725134" y="24273"/>
                </a:lnTo>
                <a:lnTo>
                  <a:pt x="2725028" y="24800"/>
                </a:lnTo>
                <a:lnTo>
                  <a:pt x="2724926" y="25332"/>
                </a:lnTo>
                <a:lnTo>
                  <a:pt x="2724830" y="25870"/>
                </a:lnTo>
                <a:lnTo>
                  <a:pt x="2724738" y="26414"/>
                </a:lnTo>
                <a:lnTo>
                  <a:pt x="2724652" y="26964"/>
                </a:lnTo>
                <a:lnTo>
                  <a:pt x="2724570" y="27520"/>
                </a:lnTo>
                <a:lnTo>
                  <a:pt x="2724493" y="28083"/>
                </a:lnTo>
                <a:lnTo>
                  <a:pt x="2724421" y="28651"/>
                </a:lnTo>
                <a:lnTo>
                  <a:pt x="2724355" y="29225"/>
                </a:lnTo>
                <a:lnTo>
                  <a:pt x="2724293" y="29805"/>
                </a:lnTo>
                <a:lnTo>
                  <a:pt x="2724236" y="30392"/>
                </a:lnTo>
                <a:lnTo>
                  <a:pt x="2724184" y="30984"/>
                </a:lnTo>
                <a:lnTo>
                  <a:pt x="2724137" y="31582"/>
                </a:lnTo>
                <a:lnTo>
                  <a:pt x="2724095" y="32187"/>
                </a:lnTo>
                <a:lnTo>
                  <a:pt x="2724058" y="32797"/>
                </a:lnTo>
                <a:lnTo>
                  <a:pt x="2724025" y="33413"/>
                </a:lnTo>
                <a:lnTo>
                  <a:pt x="2723998" y="34036"/>
                </a:lnTo>
                <a:lnTo>
                  <a:pt x="2723976" y="34664"/>
                </a:lnTo>
                <a:lnTo>
                  <a:pt x="2723959" y="35298"/>
                </a:lnTo>
                <a:lnTo>
                  <a:pt x="2723946" y="35939"/>
                </a:lnTo>
                <a:lnTo>
                  <a:pt x="2723939" y="36585"/>
                </a:lnTo>
                <a:lnTo>
                  <a:pt x="2723936" y="37238"/>
                </a:lnTo>
                <a:lnTo>
                  <a:pt x="2723936" y="43107"/>
                </a:lnTo>
                <a:lnTo>
                  <a:pt x="2705462" y="43107"/>
                </a:lnTo>
                <a:lnTo>
                  <a:pt x="2705462" y="58502"/>
                </a:lnTo>
                <a:lnTo>
                  <a:pt x="2723936" y="58502"/>
                </a:lnTo>
                <a:lnTo>
                  <a:pt x="2723936" y="157603"/>
                </a:lnTo>
                <a:lnTo>
                  <a:pt x="2742981" y="157603"/>
                </a:lnTo>
                <a:lnTo>
                  <a:pt x="2742981" y="58502"/>
                </a:lnTo>
                <a:lnTo>
                  <a:pt x="2768640" y="58502"/>
                </a:lnTo>
                <a:lnTo>
                  <a:pt x="2768640" y="43107"/>
                </a:lnTo>
                <a:lnTo>
                  <a:pt x="2742981" y="43107"/>
                </a:lnTo>
                <a:lnTo>
                  <a:pt x="2742981" y="37815"/>
                </a:lnTo>
                <a:lnTo>
                  <a:pt x="2742986" y="37065"/>
                </a:lnTo>
                <a:close/>
                <a:moveTo>
                  <a:pt x="3499012" y="141942"/>
                </a:moveTo>
                <a:lnTo>
                  <a:pt x="3498291" y="141856"/>
                </a:lnTo>
                <a:lnTo>
                  <a:pt x="3497595" y="141751"/>
                </a:lnTo>
                <a:lnTo>
                  <a:pt x="3496925" y="141628"/>
                </a:lnTo>
                <a:lnTo>
                  <a:pt x="3496280" y="141485"/>
                </a:lnTo>
                <a:lnTo>
                  <a:pt x="3495661" y="141324"/>
                </a:lnTo>
                <a:lnTo>
                  <a:pt x="3495067" y="141143"/>
                </a:lnTo>
                <a:lnTo>
                  <a:pt x="3494499" y="140944"/>
                </a:lnTo>
                <a:lnTo>
                  <a:pt x="3493956" y="140725"/>
                </a:lnTo>
                <a:lnTo>
                  <a:pt x="3493439" y="140487"/>
                </a:lnTo>
                <a:lnTo>
                  <a:pt x="3492948" y="140231"/>
                </a:lnTo>
                <a:lnTo>
                  <a:pt x="3492482" y="139955"/>
                </a:lnTo>
                <a:lnTo>
                  <a:pt x="3492041" y="139661"/>
                </a:lnTo>
                <a:lnTo>
                  <a:pt x="3491626" y="139347"/>
                </a:lnTo>
                <a:lnTo>
                  <a:pt x="3491237" y="139014"/>
                </a:lnTo>
                <a:lnTo>
                  <a:pt x="3490873" y="138663"/>
                </a:lnTo>
                <a:lnTo>
                  <a:pt x="3490535" y="138292"/>
                </a:lnTo>
                <a:lnTo>
                  <a:pt x="3490222" y="137903"/>
                </a:lnTo>
                <a:lnTo>
                  <a:pt x="3489935" y="137494"/>
                </a:lnTo>
                <a:lnTo>
                  <a:pt x="3489674" y="137066"/>
                </a:lnTo>
                <a:lnTo>
                  <a:pt x="3489437" y="136620"/>
                </a:lnTo>
                <a:lnTo>
                  <a:pt x="3489219" y="136155"/>
                </a:lnTo>
                <a:lnTo>
                  <a:pt x="3489009" y="135673"/>
                </a:lnTo>
                <a:lnTo>
                  <a:pt x="3488809" y="135175"/>
                </a:lnTo>
                <a:lnTo>
                  <a:pt x="3488619" y="134659"/>
                </a:lnTo>
                <a:lnTo>
                  <a:pt x="3488437" y="134126"/>
                </a:lnTo>
                <a:lnTo>
                  <a:pt x="3488265" y="133576"/>
                </a:lnTo>
                <a:lnTo>
                  <a:pt x="3488102" y="133009"/>
                </a:lnTo>
                <a:lnTo>
                  <a:pt x="3487949" y="132426"/>
                </a:lnTo>
                <a:lnTo>
                  <a:pt x="3487804" y="131825"/>
                </a:lnTo>
                <a:lnTo>
                  <a:pt x="3487669" y="131207"/>
                </a:lnTo>
                <a:lnTo>
                  <a:pt x="3487544" y="130572"/>
                </a:lnTo>
                <a:lnTo>
                  <a:pt x="3487427" y="129920"/>
                </a:lnTo>
                <a:lnTo>
                  <a:pt x="3487320" y="129251"/>
                </a:lnTo>
                <a:lnTo>
                  <a:pt x="3487223" y="128565"/>
                </a:lnTo>
                <a:lnTo>
                  <a:pt x="3487134" y="127862"/>
                </a:lnTo>
                <a:lnTo>
                  <a:pt x="3487055" y="127142"/>
                </a:lnTo>
                <a:lnTo>
                  <a:pt x="3486985" y="126405"/>
                </a:lnTo>
                <a:lnTo>
                  <a:pt x="3486925" y="125650"/>
                </a:lnTo>
                <a:lnTo>
                  <a:pt x="3486874" y="124879"/>
                </a:lnTo>
                <a:lnTo>
                  <a:pt x="3486832" y="124091"/>
                </a:lnTo>
                <a:lnTo>
                  <a:pt x="3486799" y="123286"/>
                </a:lnTo>
                <a:lnTo>
                  <a:pt x="3486776" y="122464"/>
                </a:lnTo>
                <a:lnTo>
                  <a:pt x="3486762" y="121624"/>
                </a:lnTo>
                <a:lnTo>
                  <a:pt x="3486757" y="120768"/>
                </a:lnTo>
                <a:lnTo>
                  <a:pt x="3486757" y="4105"/>
                </a:lnTo>
                <a:lnTo>
                  <a:pt x="3467713" y="4105"/>
                </a:lnTo>
                <a:lnTo>
                  <a:pt x="3467713" y="121680"/>
                </a:lnTo>
                <a:lnTo>
                  <a:pt x="3467718" y="122616"/>
                </a:lnTo>
                <a:lnTo>
                  <a:pt x="3467731" y="123540"/>
                </a:lnTo>
                <a:lnTo>
                  <a:pt x="3467755" y="124452"/>
                </a:lnTo>
                <a:lnTo>
                  <a:pt x="3467787" y="125353"/>
                </a:lnTo>
                <a:lnTo>
                  <a:pt x="3467829" y="126244"/>
                </a:lnTo>
                <a:lnTo>
                  <a:pt x="3467880" y="127122"/>
                </a:lnTo>
                <a:lnTo>
                  <a:pt x="3467941" y="127990"/>
                </a:lnTo>
                <a:lnTo>
                  <a:pt x="3468011" y="128846"/>
                </a:lnTo>
                <a:lnTo>
                  <a:pt x="3468090" y="129691"/>
                </a:lnTo>
                <a:lnTo>
                  <a:pt x="3468178" y="130524"/>
                </a:lnTo>
                <a:lnTo>
                  <a:pt x="3468276" y="131347"/>
                </a:lnTo>
                <a:lnTo>
                  <a:pt x="3468383" y="132158"/>
                </a:lnTo>
                <a:lnTo>
                  <a:pt x="3468499" y="132958"/>
                </a:lnTo>
                <a:lnTo>
                  <a:pt x="3468625" y="133746"/>
                </a:lnTo>
                <a:lnTo>
                  <a:pt x="3468760" y="134523"/>
                </a:lnTo>
                <a:lnTo>
                  <a:pt x="3468904" y="135289"/>
                </a:lnTo>
                <a:lnTo>
                  <a:pt x="3469057" y="136044"/>
                </a:lnTo>
                <a:lnTo>
                  <a:pt x="3469220" y="136787"/>
                </a:lnTo>
                <a:lnTo>
                  <a:pt x="3469392" y="137519"/>
                </a:lnTo>
                <a:lnTo>
                  <a:pt x="3469574" y="138240"/>
                </a:lnTo>
                <a:lnTo>
                  <a:pt x="3469765" y="138949"/>
                </a:lnTo>
                <a:lnTo>
                  <a:pt x="3469965" y="139648"/>
                </a:lnTo>
                <a:lnTo>
                  <a:pt x="3470174" y="140335"/>
                </a:lnTo>
                <a:lnTo>
                  <a:pt x="3470393" y="141010"/>
                </a:lnTo>
                <a:lnTo>
                  <a:pt x="3470624" y="141674"/>
                </a:lnTo>
                <a:lnTo>
                  <a:pt x="3470871" y="142324"/>
                </a:lnTo>
                <a:lnTo>
                  <a:pt x="3471133" y="142961"/>
                </a:lnTo>
                <a:lnTo>
                  <a:pt x="3471411" y="143586"/>
                </a:lnTo>
                <a:lnTo>
                  <a:pt x="3471705" y="144197"/>
                </a:lnTo>
                <a:lnTo>
                  <a:pt x="3472014" y="144795"/>
                </a:lnTo>
                <a:lnTo>
                  <a:pt x="3472339" y="145380"/>
                </a:lnTo>
                <a:lnTo>
                  <a:pt x="3472680" y="145952"/>
                </a:lnTo>
                <a:lnTo>
                  <a:pt x="3473036" y="146511"/>
                </a:lnTo>
                <a:lnTo>
                  <a:pt x="3473408" y="147057"/>
                </a:lnTo>
                <a:lnTo>
                  <a:pt x="3473796" y="147589"/>
                </a:lnTo>
                <a:lnTo>
                  <a:pt x="3474199" y="148109"/>
                </a:lnTo>
                <a:lnTo>
                  <a:pt x="3474618" y="148616"/>
                </a:lnTo>
                <a:lnTo>
                  <a:pt x="3475052" y="149109"/>
                </a:lnTo>
                <a:lnTo>
                  <a:pt x="3475502" y="149590"/>
                </a:lnTo>
                <a:lnTo>
                  <a:pt x="3475968" y="150057"/>
                </a:lnTo>
                <a:lnTo>
                  <a:pt x="3476449" y="150512"/>
                </a:lnTo>
                <a:lnTo>
                  <a:pt x="3476947" y="150953"/>
                </a:lnTo>
                <a:lnTo>
                  <a:pt x="3477459" y="151381"/>
                </a:lnTo>
                <a:lnTo>
                  <a:pt x="3477988" y="151796"/>
                </a:lnTo>
                <a:lnTo>
                  <a:pt x="3478531" y="152199"/>
                </a:lnTo>
                <a:lnTo>
                  <a:pt x="3479091" y="152588"/>
                </a:lnTo>
                <a:lnTo>
                  <a:pt x="3479666" y="152964"/>
                </a:lnTo>
                <a:lnTo>
                  <a:pt x="3480257" y="153326"/>
                </a:lnTo>
                <a:lnTo>
                  <a:pt x="3480867" y="153675"/>
                </a:lnTo>
                <a:lnTo>
                  <a:pt x="3481498" y="154010"/>
                </a:lnTo>
                <a:lnTo>
                  <a:pt x="3482151" y="154329"/>
                </a:lnTo>
                <a:lnTo>
                  <a:pt x="3482826" y="154633"/>
                </a:lnTo>
                <a:lnTo>
                  <a:pt x="3483523" y="154923"/>
                </a:lnTo>
                <a:lnTo>
                  <a:pt x="3484241" y="155197"/>
                </a:lnTo>
                <a:lnTo>
                  <a:pt x="3484982" y="155457"/>
                </a:lnTo>
                <a:lnTo>
                  <a:pt x="3485744" y="155702"/>
                </a:lnTo>
                <a:lnTo>
                  <a:pt x="3486528" y="155932"/>
                </a:lnTo>
                <a:lnTo>
                  <a:pt x="3487333" y="156148"/>
                </a:lnTo>
                <a:lnTo>
                  <a:pt x="3488161" y="156348"/>
                </a:lnTo>
                <a:lnTo>
                  <a:pt x="3489010" y="156534"/>
                </a:lnTo>
                <a:lnTo>
                  <a:pt x="3489881" y="156705"/>
                </a:lnTo>
                <a:lnTo>
                  <a:pt x="3490773" y="156861"/>
                </a:lnTo>
                <a:lnTo>
                  <a:pt x="3491688" y="157002"/>
                </a:lnTo>
                <a:lnTo>
                  <a:pt x="3492624" y="157128"/>
                </a:lnTo>
                <a:lnTo>
                  <a:pt x="3493582" y="157239"/>
                </a:lnTo>
                <a:lnTo>
                  <a:pt x="3494562" y="157336"/>
                </a:lnTo>
                <a:lnTo>
                  <a:pt x="3495564" y="157417"/>
                </a:lnTo>
                <a:lnTo>
                  <a:pt x="3496587" y="157484"/>
                </a:lnTo>
                <a:lnTo>
                  <a:pt x="3497632" y="157536"/>
                </a:lnTo>
                <a:lnTo>
                  <a:pt x="3498699" y="157573"/>
                </a:lnTo>
                <a:lnTo>
                  <a:pt x="3499788" y="157596"/>
                </a:lnTo>
                <a:lnTo>
                  <a:pt x="3500898" y="157603"/>
                </a:lnTo>
                <a:lnTo>
                  <a:pt x="3507285" y="157603"/>
                </a:lnTo>
                <a:lnTo>
                  <a:pt x="3507285" y="142094"/>
                </a:lnTo>
                <a:lnTo>
                  <a:pt x="3502153" y="142094"/>
                </a:lnTo>
                <a:lnTo>
                  <a:pt x="3501329" y="142084"/>
                </a:lnTo>
                <a:lnTo>
                  <a:pt x="3500531" y="142056"/>
                </a:lnTo>
                <a:lnTo>
                  <a:pt x="3499759" y="142008"/>
                </a:lnTo>
                <a:lnTo>
                  <a:pt x="3499012" y="141942"/>
                </a:lnTo>
                <a:close/>
                <a:moveTo>
                  <a:pt x="3437634" y="142008"/>
                </a:moveTo>
                <a:lnTo>
                  <a:pt x="3436887" y="141942"/>
                </a:lnTo>
                <a:lnTo>
                  <a:pt x="3436166" y="141856"/>
                </a:lnTo>
                <a:lnTo>
                  <a:pt x="3435470" y="141751"/>
                </a:lnTo>
                <a:lnTo>
                  <a:pt x="3434800" y="141628"/>
                </a:lnTo>
                <a:lnTo>
                  <a:pt x="3434155" y="141485"/>
                </a:lnTo>
                <a:lnTo>
                  <a:pt x="3433536" y="141324"/>
                </a:lnTo>
                <a:lnTo>
                  <a:pt x="3432942" y="141143"/>
                </a:lnTo>
                <a:lnTo>
                  <a:pt x="3432374" y="140944"/>
                </a:lnTo>
                <a:lnTo>
                  <a:pt x="3431831" y="140725"/>
                </a:lnTo>
                <a:lnTo>
                  <a:pt x="3431314" y="140487"/>
                </a:lnTo>
                <a:lnTo>
                  <a:pt x="3430823" y="140231"/>
                </a:lnTo>
                <a:lnTo>
                  <a:pt x="3430357" y="139955"/>
                </a:lnTo>
                <a:lnTo>
                  <a:pt x="3429916" y="139661"/>
                </a:lnTo>
                <a:lnTo>
                  <a:pt x="3429502" y="139347"/>
                </a:lnTo>
                <a:lnTo>
                  <a:pt x="3429112" y="139014"/>
                </a:lnTo>
                <a:lnTo>
                  <a:pt x="3428748" y="138663"/>
                </a:lnTo>
                <a:lnTo>
                  <a:pt x="3428410" y="138292"/>
                </a:lnTo>
                <a:lnTo>
                  <a:pt x="3428097" y="137903"/>
                </a:lnTo>
                <a:lnTo>
                  <a:pt x="3427810" y="137494"/>
                </a:lnTo>
                <a:lnTo>
                  <a:pt x="3427549" y="137066"/>
                </a:lnTo>
                <a:lnTo>
                  <a:pt x="3427313" y="136620"/>
                </a:lnTo>
                <a:lnTo>
                  <a:pt x="3427094" y="136155"/>
                </a:lnTo>
                <a:lnTo>
                  <a:pt x="3426884" y="135673"/>
                </a:lnTo>
                <a:lnTo>
                  <a:pt x="3426684" y="135175"/>
                </a:lnTo>
                <a:lnTo>
                  <a:pt x="3426494" y="134659"/>
                </a:lnTo>
                <a:lnTo>
                  <a:pt x="3426312" y="134126"/>
                </a:lnTo>
                <a:lnTo>
                  <a:pt x="3426140" y="133576"/>
                </a:lnTo>
                <a:lnTo>
                  <a:pt x="3425977" y="133009"/>
                </a:lnTo>
                <a:lnTo>
                  <a:pt x="3425824" y="132426"/>
                </a:lnTo>
                <a:lnTo>
                  <a:pt x="3425679" y="131825"/>
                </a:lnTo>
                <a:lnTo>
                  <a:pt x="3425545" y="131207"/>
                </a:lnTo>
                <a:lnTo>
                  <a:pt x="3425419" y="130572"/>
                </a:lnTo>
                <a:lnTo>
                  <a:pt x="3425303" y="129920"/>
                </a:lnTo>
                <a:lnTo>
                  <a:pt x="3425196" y="129251"/>
                </a:lnTo>
                <a:lnTo>
                  <a:pt x="3425098" y="128565"/>
                </a:lnTo>
                <a:lnTo>
                  <a:pt x="3425009" y="127862"/>
                </a:lnTo>
                <a:lnTo>
                  <a:pt x="3424930" y="127142"/>
                </a:lnTo>
                <a:lnTo>
                  <a:pt x="3424861" y="126405"/>
                </a:lnTo>
                <a:lnTo>
                  <a:pt x="3424800" y="125650"/>
                </a:lnTo>
                <a:lnTo>
                  <a:pt x="3424749" y="124879"/>
                </a:lnTo>
                <a:lnTo>
                  <a:pt x="3424707" y="124091"/>
                </a:lnTo>
                <a:lnTo>
                  <a:pt x="3424674" y="123286"/>
                </a:lnTo>
                <a:lnTo>
                  <a:pt x="3424651" y="122464"/>
                </a:lnTo>
                <a:lnTo>
                  <a:pt x="3424637" y="121624"/>
                </a:lnTo>
                <a:lnTo>
                  <a:pt x="3424633" y="120768"/>
                </a:lnTo>
                <a:lnTo>
                  <a:pt x="3424633" y="4105"/>
                </a:lnTo>
                <a:lnTo>
                  <a:pt x="3405588" y="4105"/>
                </a:lnTo>
                <a:lnTo>
                  <a:pt x="3405588" y="121680"/>
                </a:lnTo>
                <a:lnTo>
                  <a:pt x="3405593" y="122616"/>
                </a:lnTo>
                <a:lnTo>
                  <a:pt x="3405607" y="123540"/>
                </a:lnTo>
                <a:lnTo>
                  <a:pt x="3405630" y="124452"/>
                </a:lnTo>
                <a:lnTo>
                  <a:pt x="3405662" y="125353"/>
                </a:lnTo>
                <a:lnTo>
                  <a:pt x="3405704" y="126244"/>
                </a:lnTo>
                <a:lnTo>
                  <a:pt x="3405755" y="127122"/>
                </a:lnTo>
                <a:lnTo>
                  <a:pt x="3405816" y="127990"/>
                </a:lnTo>
                <a:lnTo>
                  <a:pt x="3405886" y="128846"/>
                </a:lnTo>
                <a:lnTo>
                  <a:pt x="3405965" y="129691"/>
                </a:lnTo>
                <a:lnTo>
                  <a:pt x="3406053" y="130524"/>
                </a:lnTo>
                <a:lnTo>
                  <a:pt x="3406151" y="131347"/>
                </a:lnTo>
                <a:lnTo>
                  <a:pt x="3406258" y="132158"/>
                </a:lnTo>
                <a:lnTo>
                  <a:pt x="3406374" y="132958"/>
                </a:lnTo>
                <a:lnTo>
                  <a:pt x="3406500" y="133746"/>
                </a:lnTo>
                <a:lnTo>
                  <a:pt x="3406635" y="134523"/>
                </a:lnTo>
                <a:lnTo>
                  <a:pt x="3406779" y="135289"/>
                </a:lnTo>
                <a:lnTo>
                  <a:pt x="3406933" y="136044"/>
                </a:lnTo>
                <a:lnTo>
                  <a:pt x="3407095" y="136787"/>
                </a:lnTo>
                <a:lnTo>
                  <a:pt x="3407268" y="137519"/>
                </a:lnTo>
                <a:lnTo>
                  <a:pt x="3407449" y="138240"/>
                </a:lnTo>
                <a:lnTo>
                  <a:pt x="3407640" y="138949"/>
                </a:lnTo>
                <a:lnTo>
                  <a:pt x="3407840" y="139648"/>
                </a:lnTo>
                <a:lnTo>
                  <a:pt x="3408049" y="140335"/>
                </a:lnTo>
                <a:lnTo>
                  <a:pt x="3408268" y="141010"/>
                </a:lnTo>
                <a:lnTo>
                  <a:pt x="3408499" y="141674"/>
                </a:lnTo>
                <a:lnTo>
                  <a:pt x="3408746" y="142324"/>
                </a:lnTo>
                <a:lnTo>
                  <a:pt x="3409008" y="142961"/>
                </a:lnTo>
                <a:lnTo>
                  <a:pt x="3409286" y="143586"/>
                </a:lnTo>
                <a:lnTo>
                  <a:pt x="3409580" y="144197"/>
                </a:lnTo>
                <a:lnTo>
                  <a:pt x="3409889" y="144795"/>
                </a:lnTo>
                <a:lnTo>
                  <a:pt x="3410214" y="145380"/>
                </a:lnTo>
                <a:lnTo>
                  <a:pt x="3410555" y="145952"/>
                </a:lnTo>
                <a:lnTo>
                  <a:pt x="3410911" y="146511"/>
                </a:lnTo>
                <a:lnTo>
                  <a:pt x="3411283" y="147057"/>
                </a:lnTo>
                <a:lnTo>
                  <a:pt x="3411671" y="147589"/>
                </a:lnTo>
                <a:lnTo>
                  <a:pt x="3412074" y="148109"/>
                </a:lnTo>
                <a:lnTo>
                  <a:pt x="3412493" y="148616"/>
                </a:lnTo>
                <a:lnTo>
                  <a:pt x="3412927" y="149109"/>
                </a:lnTo>
                <a:lnTo>
                  <a:pt x="3413377" y="149590"/>
                </a:lnTo>
                <a:lnTo>
                  <a:pt x="3413843" y="150057"/>
                </a:lnTo>
                <a:lnTo>
                  <a:pt x="3414325" y="150512"/>
                </a:lnTo>
                <a:lnTo>
                  <a:pt x="3414822" y="150953"/>
                </a:lnTo>
                <a:lnTo>
                  <a:pt x="3415334" y="151381"/>
                </a:lnTo>
                <a:lnTo>
                  <a:pt x="3415863" y="151796"/>
                </a:lnTo>
                <a:lnTo>
                  <a:pt x="3416407" y="152199"/>
                </a:lnTo>
                <a:lnTo>
                  <a:pt x="3416966" y="152588"/>
                </a:lnTo>
                <a:lnTo>
                  <a:pt x="3417541" y="152964"/>
                </a:lnTo>
                <a:lnTo>
                  <a:pt x="3418132" y="153326"/>
                </a:lnTo>
                <a:lnTo>
                  <a:pt x="3418742" y="153675"/>
                </a:lnTo>
                <a:lnTo>
                  <a:pt x="3419373" y="154010"/>
                </a:lnTo>
                <a:lnTo>
                  <a:pt x="3420026" y="154329"/>
                </a:lnTo>
                <a:lnTo>
                  <a:pt x="3420701" y="154633"/>
                </a:lnTo>
                <a:lnTo>
                  <a:pt x="3421398" y="154923"/>
                </a:lnTo>
                <a:lnTo>
                  <a:pt x="3422117" y="155197"/>
                </a:lnTo>
                <a:lnTo>
                  <a:pt x="3422857" y="155457"/>
                </a:lnTo>
                <a:lnTo>
                  <a:pt x="3423619" y="155702"/>
                </a:lnTo>
                <a:lnTo>
                  <a:pt x="3424403" y="155932"/>
                </a:lnTo>
                <a:lnTo>
                  <a:pt x="3425208" y="156148"/>
                </a:lnTo>
                <a:lnTo>
                  <a:pt x="3426036" y="156348"/>
                </a:lnTo>
                <a:lnTo>
                  <a:pt x="3426885" y="156534"/>
                </a:lnTo>
                <a:lnTo>
                  <a:pt x="3427756" y="156705"/>
                </a:lnTo>
                <a:lnTo>
                  <a:pt x="3428649" y="156861"/>
                </a:lnTo>
                <a:lnTo>
                  <a:pt x="3429563" y="157002"/>
                </a:lnTo>
                <a:lnTo>
                  <a:pt x="3430499" y="157128"/>
                </a:lnTo>
                <a:lnTo>
                  <a:pt x="3431457" y="157239"/>
                </a:lnTo>
                <a:lnTo>
                  <a:pt x="3432437" y="157336"/>
                </a:lnTo>
                <a:lnTo>
                  <a:pt x="3433439" y="157417"/>
                </a:lnTo>
                <a:lnTo>
                  <a:pt x="3434462" y="157484"/>
                </a:lnTo>
                <a:lnTo>
                  <a:pt x="3435507" y="157536"/>
                </a:lnTo>
                <a:lnTo>
                  <a:pt x="3436574" y="157573"/>
                </a:lnTo>
                <a:lnTo>
                  <a:pt x="3437663" y="157596"/>
                </a:lnTo>
                <a:lnTo>
                  <a:pt x="3438774" y="157603"/>
                </a:lnTo>
                <a:lnTo>
                  <a:pt x="3445160" y="157603"/>
                </a:lnTo>
                <a:lnTo>
                  <a:pt x="3445160" y="142094"/>
                </a:lnTo>
                <a:lnTo>
                  <a:pt x="3440028" y="142094"/>
                </a:lnTo>
                <a:lnTo>
                  <a:pt x="3439204" y="142084"/>
                </a:lnTo>
                <a:lnTo>
                  <a:pt x="3438406" y="142056"/>
                </a:lnTo>
                <a:lnTo>
                  <a:pt x="3437634" y="142008"/>
                </a:lnTo>
                <a:close/>
                <a:moveTo>
                  <a:pt x="3193892" y="72627"/>
                </a:moveTo>
                <a:lnTo>
                  <a:pt x="3194352" y="72088"/>
                </a:lnTo>
                <a:lnTo>
                  <a:pt x="3194824" y="71552"/>
                </a:lnTo>
                <a:lnTo>
                  <a:pt x="3195306" y="71019"/>
                </a:lnTo>
                <a:lnTo>
                  <a:pt x="3195799" y="70489"/>
                </a:lnTo>
                <a:lnTo>
                  <a:pt x="3196304" y="69962"/>
                </a:lnTo>
                <a:lnTo>
                  <a:pt x="3196819" y="69439"/>
                </a:lnTo>
                <a:lnTo>
                  <a:pt x="3197346" y="68918"/>
                </a:lnTo>
                <a:lnTo>
                  <a:pt x="3197884" y="68401"/>
                </a:lnTo>
                <a:lnTo>
                  <a:pt x="3198432" y="67887"/>
                </a:lnTo>
                <a:lnTo>
                  <a:pt x="3198992" y="67375"/>
                </a:lnTo>
                <a:lnTo>
                  <a:pt x="3199563" y="66867"/>
                </a:lnTo>
                <a:lnTo>
                  <a:pt x="3200145" y="66362"/>
                </a:lnTo>
                <a:lnTo>
                  <a:pt x="3200739" y="65860"/>
                </a:lnTo>
                <a:lnTo>
                  <a:pt x="3201343" y="65362"/>
                </a:lnTo>
                <a:lnTo>
                  <a:pt x="3201958" y="64866"/>
                </a:lnTo>
                <a:lnTo>
                  <a:pt x="3202585" y="64373"/>
                </a:lnTo>
                <a:lnTo>
                  <a:pt x="3203222" y="63884"/>
                </a:lnTo>
                <a:lnTo>
                  <a:pt x="3203871" y="63398"/>
                </a:lnTo>
                <a:lnTo>
                  <a:pt x="3204530" y="62914"/>
                </a:lnTo>
                <a:lnTo>
                  <a:pt x="3205202" y="62443"/>
                </a:lnTo>
                <a:lnTo>
                  <a:pt x="3205886" y="61991"/>
                </a:lnTo>
                <a:lnTo>
                  <a:pt x="3206583" y="61560"/>
                </a:lnTo>
                <a:lnTo>
                  <a:pt x="3207293" y="61148"/>
                </a:lnTo>
                <a:lnTo>
                  <a:pt x="3208015" y="60757"/>
                </a:lnTo>
                <a:lnTo>
                  <a:pt x="3208750" y="60385"/>
                </a:lnTo>
                <a:lnTo>
                  <a:pt x="3209497" y="60034"/>
                </a:lnTo>
                <a:lnTo>
                  <a:pt x="3210258" y="59703"/>
                </a:lnTo>
                <a:lnTo>
                  <a:pt x="3211031" y="59392"/>
                </a:lnTo>
                <a:lnTo>
                  <a:pt x="3211816" y="59101"/>
                </a:lnTo>
                <a:lnTo>
                  <a:pt x="3212615" y="58830"/>
                </a:lnTo>
                <a:lnTo>
                  <a:pt x="3213426" y="58579"/>
                </a:lnTo>
                <a:lnTo>
                  <a:pt x="3214249" y="58348"/>
                </a:lnTo>
                <a:lnTo>
                  <a:pt x="3215085" y="58137"/>
                </a:lnTo>
                <a:lnTo>
                  <a:pt x="3215934" y="57947"/>
                </a:lnTo>
                <a:lnTo>
                  <a:pt x="3216796" y="57776"/>
                </a:lnTo>
                <a:lnTo>
                  <a:pt x="3217670" y="57626"/>
                </a:lnTo>
                <a:lnTo>
                  <a:pt x="3218557" y="57495"/>
                </a:lnTo>
                <a:lnTo>
                  <a:pt x="3219457" y="57385"/>
                </a:lnTo>
                <a:lnTo>
                  <a:pt x="3220369" y="57294"/>
                </a:lnTo>
                <a:lnTo>
                  <a:pt x="3221294" y="57224"/>
                </a:lnTo>
                <a:lnTo>
                  <a:pt x="3222232" y="57174"/>
                </a:lnTo>
                <a:lnTo>
                  <a:pt x="3223182" y="57144"/>
                </a:lnTo>
                <a:lnTo>
                  <a:pt x="3224145" y="57134"/>
                </a:lnTo>
                <a:lnTo>
                  <a:pt x="3224776" y="57140"/>
                </a:lnTo>
                <a:lnTo>
                  <a:pt x="3225393" y="57159"/>
                </a:lnTo>
                <a:lnTo>
                  <a:pt x="3225998" y="57191"/>
                </a:lnTo>
                <a:lnTo>
                  <a:pt x="3226589" y="57235"/>
                </a:lnTo>
                <a:lnTo>
                  <a:pt x="3227168" y="57292"/>
                </a:lnTo>
                <a:lnTo>
                  <a:pt x="3227734" y="57361"/>
                </a:lnTo>
                <a:lnTo>
                  <a:pt x="3228287" y="57443"/>
                </a:lnTo>
                <a:lnTo>
                  <a:pt x="3228827" y="57538"/>
                </a:lnTo>
                <a:lnTo>
                  <a:pt x="3229355" y="57645"/>
                </a:lnTo>
                <a:lnTo>
                  <a:pt x="3229869" y="57765"/>
                </a:lnTo>
                <a:lnTo>
                  <a:pt x="3230371" y="57898"/>
                </a:lnTo>
                <a:lnTo>
                  <a:pt x="3230859" y="58043"/>
                </a:lnTo>
                <a:lnTo>
                  <a:pt x="3231335" y="58200"/>
                </a:lnTo>
                <a:lnTo>
                  <a:pt x="3231798" y="58371"/>
                </a:lnTo>
                <a:lnTo>
                  <a:pt x="3232248" y="58554"/>
                </a:lnTo>
                <a:lnTo>
                  <a:pt x="3232686" y="58749"/>
                </a:lnTo>
                <a:lnTo>
                  <a:pt x="3233110" y="58958"/>
                </a:lnTo>
                <a:lnTo>
                  <a:pt x="3233521" y="59179"/>
                </a:lnTo>
                <a:lnTo>
                  <a:pt x="3233920" y="59412"/>
                </a:lnTo>
                <a:lnTo>
                  <a:pt x="3234306" y="59658"/>
                </a:lnTo>
                <a:lnTo>
                  <a:pt x="3234679" y="59917"/>
                </a:lnTo>
                <a:lnTo>
                  <a:pt x="3235039" y="60188"/>
                </a:lnTo>
                <a:lnTo>
                  <a:pt x="3235386" y="60472"/>
                </a:lnTo>
                <a:lnTo>
                  <a:pt x="3235720" y="60769"/>
                </a:lnTo>
                <a:lnTo>
                  <a:pt x="3236044" y="61077"/>
                </a:lnTo>
                <a:lnTo>
                  <a:pt x="3236359" y="61394"/>
                </a:lnTo>
                <a:lnTo>
                  <a:pt x="3236666" y="61721"/>
                </a:lnTo>
                <a:lnTo>
                  <a:pt x="3236964" y="62058"/>
                </a:lnTo>
                <a:lnTo>
                  <a:pt x="3237253" y="62405"/>
                </a:lnTo>
                <a:lnTo>
                  <a:pt x="3237534" y="62762"/>
                </a:lnTo>
                <a:lnTo>
                  <a:pt x="3237807" y="63128"/>
                </a:lnTo>
                <a:lnTo>
                  <a:pt x="3238071" y="63504"/>
                </a:lnTo>
                <a:lnTo>
                  <a:pt x="3238326" y="63889"/>
                </a:lnTo>
                <a:lnTo>
                  <a:pt x="3238573" y="64284"/>
                </a:lnTo>
                <a:lnTo>
                  <a:pt x="3238812" y="64689"/>
                </a:lnTo>
                <a:lnTo>
                  <a:pt x="3239042" y="65104"/>
                </a:lnTo>
                <a:lnTo>
                  <a:pt x="3239263" y="65529"/>
                </a:lnTo>
                <a:lnTo>
                  <a:pt x="3239476" y="65963"/>
                </a:lnTo>
                <a:lnTo>
                  <a:pt x="3239681" y="66407"/>
                </a:lnTo>
                <a:lnTo>
                  <a:pt x="3239876" y="66861"/>
                </a:lnTo>
                <a:lnTo>
                  <a:pt x="3240064" y="67324"/>
                </a:lnTo>
                <a:lnTo>
                  <a:pt x="3240243" y="67797"/>
                </a:lnTo>
                <a:lnTo>
                  <a:pt x="3240413" y="68280"/>
                </a:lnTo>
                <a:lnTo>
                  <a:pt x="3240575" y="68773"/>
                </a:lnTo>
                <a:lnTo>
                  <a:pt x="3240728" y="69275"/>
                </a:lnTo>
                <a:lnTo>
                  <a:pt x="3240873" y="69787"/>
                </a:lnTo>
                <a:lnTo>
                  <a:pt x="3241009" y="70309"/>
                </a:lnTo>
                <a:lnTo>
                  <a:pt x="3241137" y="70840"/>
                </a:lnTo>
                <a:lnTo>
                  <a:pt x="3241258" y="71380"/>
                </a:lnTo>
                <a:lnTo>
                  <a:pt x="3241374" y="71925"/>
                </a:lnTo>
                <a:lnTo>
                  <a:pt x="3241485" y="72477"/>
                </a:lnTo>
                <a:lnTo>
                  <a:pt x="3241590" y="73035"/>
                </a:lnTo>
                <a:lnTo>
                  <a:pt x="3241691" y="73599"/>
                </a:lnTo>
                <a:lnTo>
                  <a:pt x="3241786" y="74170"/>
                </a:lnTo>
                <a:lnTo>
                  <a:pt x="3241876" y="74746"/>
                </a:lnTo>
                <a:lnTo>
                  <a:pt x="3241961" y="75329"/>
                </a:lnTo>
                <a:lnTo>
                  <a:pt x="3242041" y="75918"/>
                </a:lnTo>
                <a:lnTo>
                  <a:pt x="3242115" y="76513"/>
                </a:lnTo>
                <a:lnTo>
                  <a:pt x="3242185" y="77115"/>
                </a:lnTo>
                <a:lnTo>
                  <a:pt x="3242249" y="77723"/>
                </a:lnTo>
                <a:lnTo>
                  <a:pt x="3242308" y="78336"/>
                </a:lnTo>
                <a:lnTo>
                  <a:pt x="3242362" y="78956"/>
                </a:lnTo>
                <a:lnTo>
                  <a:pt x="3242411" y="79583"/>
                </a:lnTo>
                <a:lnTo>
                  <a:pt x="3242455" y="80215"/>
                </a:lnTo>
                <a:lnTo>
                  <a:pt x="3242494" y="80854"/>
                </a:lnTo>
                <a:lnTo>
                  <a:pt x="3242527" y="81499"/>
                </a:lnTo>
                <a:lnTo>
                  <a:pt x="3242555" y="82150"/>
                </a:lnTo>
                <a:lnTo>
                  <a:pt x="3242579" y="82807"/>
                </a:lnTo>
                <a:lnTo>
                  <a:pt x="3242597" y="83470"/>
                </a:lnTo>
                <a:lnTo>
                  <a:pt x="3242609" y="84140"/>
                </a:lnTo>
                <a:lnTo>
                  <a:pt x="3242617" y="84816"/>
                </a:lnTo>
                <a:lnTo>
                  <a:pt x="3242620" y="85498"/>
                </a:lnTo>
                <a:lnTo>
                  <a:pt x="3242620" y="157603"/>
                </a:lnTo>
                <a:lnTo>
                  <a:pt x="3261550" y="157603"/>
                </a:lnTo>
                <a:lnTo>
                  <a:pt x="3261550" y="83217"/>
                </a:lnTo>
                <a:lnTo>
                  <a:pt x="3261537" y="81555"/>
                </a:lnTo>
                <a:lnTo>
                  <a:pt x="3261497" y="79925"/>
                </a:lnTo>
                <a:lnTo>
                  <a:pt x="3261431" y="78327"/>
                </a:lnTo>
                <a:lnTo>
                  <a:pt x="3261338" y="76760"/>
                </a:lnTo>
                <a:lnTo>
                  <a:pt x="3261219" y="75226"/>
                </a:lnTo>
                <a:lnTo>
                  <a:pt x="3261073" y="73723"/>
                </a:lnTo>
                <a:lnTo>
                  <a:pt x="3260900" y="72252"/>
                </a:lnTo>
                <a:lnTo>
                  <a:pt x="3260701" y="70814"/>
                </a:lnTo>
                <a:lnTo>
                  <a:pt x="3260476" y="69407"/>
                </a:lnTo>
                <a:lnTo>
                  <a:pt x="3260224" y="68031"/>
                </a:lnTo>
                <a:lnTo>
                  <a:pt x="3259945" y="66688"/>
                </a:lnTo>
                <a:lnTo>
                  <a:pt x="3259640" y="65377"/>
                </a:lnTo>
                <a:lnTo>
                  <a:pt x="3259309" y="64097"/>
                </a:lnTo>
                <a:lnTo>
                  <a:pt x="3258950" y="62850"/>
                </a:lnTo>
                <a:lnTo>
                  <a:pt x="3258566" y="61634"/>
                </a:lnTo>
                <a:lnTo>
                  <a:pt x="3258154" y="60450"/>
                </a:lnTo>
                <a:lnTo>
                  <a:pt x="3257717" y="59298"/>
                </a:lnTo>
                <a:lnTo>
                  <a:pt x="3257252" y="58178"/>
                </a:lnTo>
                <a:lnTo>
                  <a:pt x="3256762" y="57090"/>
                </a:lnTo>
                <a:lnTo>
                  <a:pt x="3256244" y="56034"/>
                </a:lnTo>
                <a:lnTo>
                  <a:pt x="3255700" y="55009"/>
                </a:lnTo>
                <a:lnTo>
                  <a:pt x="3255130" y="54016"/>
                </a:lnTo>
                <a:lnTo>
                  <a:pt x="3254533" y="53056"/>
                </a:lnTo>
                <a:lnTo>
                  <a:pt x="3253910" y="52127"/>
                </a:lnTo>
                <a:lnTo>
                  <a:pt x="3253256" y="51233"/>
                </a:lnTo>
                <a:lnTo>
                  <a:pt x="3252568" y="50377"/>
                </a:lnTo>
                <a:lnTo>
                  <a:pt x="3251846" y="49558"/>
                </a:lnTo>
                <a:lnTo>
                  <a:pt x="3251090" y="48778"/>
                </a:lnTo>
                <a:lnTo>
                  <a:pt x="3250300" y="48036"/>
                </a:lnTo>
                <a:lnTo>
                  <a:pt x="3249476" y="47333"/>
                </a:lnTo>
                <a:lnTo>
                  <a:pt x="3248618" y="46667"/>
                </a:lnTo>
                <a:lnTo>
                  <a:pt x="3247726" y="46039"/>
                </a:lnTo>
                <a:lnTo>
                  <a:pt x="3246800" y="45449"/>
                </a:lnTo>
                <a:lnTo>
                  <a:pt x="3245840" y="44897"/>
                </a:lnTo>
                <a:lnTo>
                  <a:pt x="3244845" y="44384"/>
                </a:lnTo>
                <a:lnTo>
                  <a:pt x="3243817" y="43908"/>
                </a:lnTo>
                <a:lnTo>
                  <a:pt x="3242755" y="43470"/>
                </a:lnTo>
                <a:lnTo>
                  <a:pt x="3241658" y="43071"/>
                </a:lnTo>
                <a:lnTo>
                  <a:pt x="3240528" y="42709"/>
                </a:lnTo>
                <a:lnTo>
                  <a:pt x="3239363" y="42386"/>
                </a:lnTo>
                <a:lnTo>
                  <a:pt x="3238165" y="42101"/>
                </a:lnTo>
                <a:lnTo>
                  <a:pt x="3236932" y="41853"/>
                </a:lnTo>
                <a:lnTo>
                  <a:pt x="3235665" y="41644"/>
                </a:lnTo>
                <a:lnTo>
                  <a:pt x="3234364" y="41473"/>
                </a:lnTo>
                <a:lnTo>
                  <a:pt x="3233030" y="41340"/>
                </a:lnTo>
                <a:lnTo>
                  <a:pt x="3231661" y="41244"/>
                </a:lnTo>
                <a:lnTo>
                  <a:pt x="3230258" y="41187"/>
                </a:lnTo>
                <a:lnTo>
                  <a:pt x="3228821" y="41168"/>
                </a:lnTo>
                <a:lnTo>
                  <a:pt x="3227661" y="41178"/>
                </a:lnTo>
                <a:lnTo>
                  <a:pt x="3226518" y="41208"/>
                </a:lnTo>
                <a:lnTo>
                  <a:pt x="3225392" y="41258"/>
                </a:lnTo>
                <a:lnTo>
                  <a:pt x="3224283" y="41328"/>
                </a:lnTo>
                <a:lnTo>
                  <a:pt x="3223192" y="41418"/>
                </a:lnTo>
                <a:lnTo>
                  <a:pt x="3222117" y="41528"/>
                </a:lnTo>
                <a:lnTo>
                  <a:pt x="3221061" y="41658"/>
                </a:lnTo>
                <a:lnTo>
                  <a:pt x="3220021" y="41808"/>
                </a:lnTo>
                <a:lnTo>
                  <a:pt x="3218998" y="41978"/>
                </a:lnTo>
                <a:lnTo>
                  <a:pt x="3217993" y="42168"/>
                </a:lnTo>
                <a:lnTo>
                  <a:pt x="3217005" y="42378"/>
                </a:lnTo>
                <a:lnTo>
                  <a:pt x="3216034" y="42608"/>
                </a:lnTo>
                <a:lnTo>
                  <a:pt x="3215081" y="42858"/>
                </a:lnTo>
                <a:lnTo>
                  <a:pt x="3214144" y="43128"/>
                </a:lnTo>
                <a:lnTo>
                  <a:pt x="3213225" y="43418"/>
                </a:lnTo>
                <a:lnTo>
                  <a:pt x="3212323" y="43728"/>
                </a:lnTo>
                <a:lnTo>
                  <a:pt x="3211438" y="44058"/>
                </a:lnTo>
                <a:lnTo>
                  <a:pt x="3210571" y="44408"/>
                </a:lnTo>
                <a:lnTo>
                  <a:pt x="3209721" y="44778"/>
                </a:lnTo>
                <a:lnTo>
                  <a:pt x="3208888" y="45168"/>
                </a:lnTo>
                <a:lnTo>
                  <a:pt x="3208072" y="45578"/>
                </a:lnTo>
                <a:lnTo>
                  <a:pt x="3207273" y="46008"/>
                </a:lnTo>
                <a:lnTo>
                  <a:pt x="3206492" y="46457"/>
                </a:lnTo>
                <a:lnTo>
                  <a:pt x="3205728" y="46927"/>
                </a:lnTo>
                <a:lnTo>
                  <a:pt x="3204979" y="47409"/>
                </a:lnTo>
                <a:lnTo>
                  <a:pt x="3204245" y="47893"/>
                </a:lnTo>
                <a:lnTo>
                  <a:pt x="3203525" y="48380"/>
                </a:lnTo>
                <a:lnTo>
                  <a:pt x="3202818" y="48871"/>
                </a:lnTo>
                <a:lnTo>
                  <a:pt x="3202126" y="49364"/>
                </a:lnTo>
                <a:lnTo>
                  <a:pt x="3201448" y="49860"/>
                </a:lnTo>
                <a:lnTo>
                  <a:pt x="3200784" y="50360"/>
                </a:lnTo>
                <a:lnTo>
                  <a:pt x="3200134" y="50862"/>
                </a:lnTo>
                <a:lnTo>
                  <a:pt x="3199498" y="51367"/>
                </a:lnTo>
                <a:lnTo>
                  <a:pt x="3198876" y="51875"/>
                </a:lnTo>
                <a:lnTo>
                  <a:pt x="3198268" y="52386"/>
                </a:lnTo>
                <a:lnTo>
                  <a:pt x="3197674" y="52900"/>
                </a:lnTo>
                <a:lnTo>
                  <a:pt x="3197094" y="53417"/>
                </a:lnTo>
                <a:lnTo>
                  <a:pt x="3196528" y="53937"/>
                </a:lnTo>
                <a:lnTo>
                  <a:pt x="3195977" y="54460"/>
                </a:lnTo>
                <a:lnTo>
                  <a:pt x="3195439" y="54986"/>
                </a:lnTo>
                <a:lnTo>
                  <a:pt x="3194915" y="55515"/>
                </a:lnTo>
                <a:lnTo>
                  <a:pt x="3194406" y="56047"/>
                </a:lnTo>
                <a:lnTo>
                  <a:pt x="3193910" y="56582"/>
                </a:lnTo>
                <a:lnTo>
                  <a:pt x="3193429" y="57120"/>
                </a:lnTo>
                <a:lnTo>
                  <a:pt x="3192962" y="57660"/>
                </a:lnTo>
                <a:lnTo>
                  <a:pt x="3192508" y="58204"/>
                </a:lnTo>
                <a:lnTo>
                  <a:pt x="3192069" y="58751"/>
                </a:lnTo>
                <a:lnTo>
                  <a:pt x="3191644" y="59301"/>
                </a:lnTo>
                <a:lnTo>
                  <a:pt x="3191644" y="4105"/>
                </a:lnTo>
                <a:lnTo>
                  <a:pt x="3172713" y="4105"/>
                </a:lnTo>
                <a:lnTo>
                  <a:pt x="3172713" y="157603"/>
                </a:lnTo>
                <a:lnTo>
                  <a:pt x="3191758" y="157603"/>
                </a:lnTo>
                <a:lnTo>
                  <a:pt x="3191758" y="75370"/>
                </a:lnTo>
                <a:lnTo>
                  <a:pt x="3192163" y="74815"/>
                </a:lnTo>
                <a:lnTo>
                  <a:pt x="3192578" y="74263"/>
                </a:lnTo>
                <a:lnTo>
                  <a:pt x="3193005" y="73715"/>
                </a:lnTo>
                <a:lnTo>
                  <a:pt x="3193443" y="73169"/>
                </a:lnTo>
                <a:lnTo>
                  <a:pt x="3193892" y="72627"/>
                </a:lnTo>
                <a:close/>
                <a:moveTo>
                  <a:pt x="2293076" y="72627"/>
                </a:moveTo>
                <a:lnTo>
                  <a:pt x="2293536" y="72088"/>
                </a:lnTo>
                <a:lnTo>
                  <a:pt x="2294008" y="71552"/>
                </a:lnTo>
                <a:lnTo>
                  <a:pt x="2294490" y="71019"/>
                </a:lnTo>
                <a:lnTo>
                  <a:pt x="2294983" y="70489"/>
                </a:lnTo>
                <a:lnTo>
                  <a:pt x="2295488" y="69962"/>
                </a:lnTo>
                <a:lnTo>
                  <a:pt x="2296003" y="69439"/>
                </a:lnTo>
                <a:lnTo>
                  <a:pt x="2296530" y="68918"/>
                </a:lnTo>
                <a:lnTo>
                  <a:pt x="2297068" y="68401"/>
                </a:lnTo>
                <a:lnTo>
                  <a:pt x="2297616" y="67887"/>
                </a:lnTo>
                <a:lnTo>
                  <a:pt x="2298176" y="67375"/>
                </a:lnTo>
                <a:lnTo>
                  <a:pt x="2298747" y="66867"/>
                </a:lnTo>
                <a:lnTo>
                  <a:pt x="2299329" y="66362"/>
                </a:lnTo>
                <a:lnTo>
                  <a:pt x="2299923" y="65860"/>
                </a:lnTo>
                <a:lnTo>
                  <a:pt x="2300527" y="65362"/>
                </a:lnTo>
                <a:lnTo>
                  <a:pt x="2301142" y="64866"/>
                </a:lnTo>
                <a:lnTo>
                  <a:pt x="2301769" y="64373"/>
                </a:lnTo>
                <a:lnTo>
                  <a:pt x="2302406" y="63884"/>
                </a:lnTo>
                <a:lnTo>
                  <a:pt x="2303055" y="63398"/>
                </a:lnTo>
                <a:lnTo>
                  <a:pt x="2303714" y="62914"/>
                </a:lnTo>
                <a:lnTo>
                  <a:pt x="2304386" y="62443"/>
                </a:lnTo>
                <a:lnTo>
                  <a:pt x="2305070" y="61991"/>
                </a:lnTo>
                <a:lnTo>
                  <a:pt x="2305767" y="61560"/>
                </a:lnTo>
                <a:lnTo>
                  <a:pt x="2306477" y="61148"/>
                </a:lnTo>
                <a:lnTo>
                  <a:pt x="2307199" y="60757"/>
                </a:lnTo>
                <a:lnTo>
                  <a:pt x="2307934" y="60385"/>
                </a:lnTo>
                <a:lnTo>
                  <a:pt x="2308681" y="60034"/>
                </a:lnTo>
                <a:lnTo>
                  <a:pt x="2309442" y="59703"/>
                </a:lnTo>
                <a:lnTo>
                  <a:pt x="2310215" y="59392"/>
                </a:lnTo>
                <a:lnTo>
                  <a:pt x="2311000" y="59101"/>
                </a:lnTo>
                <a:lnTo>
                  <a:pt x="2311799" y="58830"/>
                </a:lnTo>
                <a:lnTo>
                  <a:pt x="2312610" y="58579"/>
                </a:lnTo>
                <a:lnTo>
                  <a:pt x="2313433" y="58348"/>
                </a:lnTo>
                <a:lnTo>
                  <a:pt x="2314269" y="58137"/>
                </a:lnTo>
                <a:lnTo>
                  <a:pt x="2315118" y="57947"/>
                </a:lnTo>
                <a:lnTo>
                  <a:pt x="2315980" y="57776"/>
                </a:lnTo>
                <a:lnTo>
                  <a:pt x="2316854" y="57626"/>
                </a:lnTo>
                <a:lnTo>
                  <a:pt x="2317741" y="57495"/>
                </a:lnTo>
                <a:lnTo>
                  <a:pt x="2318641" y="57385"/>
                </a:lnTo>
                <a:lnTo>
                  <a:pt x="2319553" y="57294"/>
                </a:lnTo>
                <a:lnTo>
                  <a:pt x="2320478" y="57224"/>
                </a:lnTo>
                <a:lnTo>
                  <a:pt x="2321416" y="57174"/>
                </a:lnTo>
                <a:lnTo>
                  <a:pt x="2322366" y="57144"/>
                </a:lnTo>
                <a:lnTo>
                  <a:pt x="2323329" y="57134"/>
                </a:lnTo>
                <a:lnTo>
                  <a:pt x="2323960" y="57140"/>
                </a:lnTo>
                <a:lnTo>
                  <a:pt x="2324577" y="57159"/>
                </a:lnTo>
                <a:lnTo>
                  <a:pt x="2325182" y="57191"/>
                </a:lnTo>
                <a:lnTo>
                  <a:pt x="2325773" y="57235"/>
                </a:lnTo>
                <a:lnTo>
                  <a:pt x="2326352" y="57292"/>
                </a:lnTo>
                <a:lnTo>
                  <a:pt x="2326918" y="57361"/>
                </a:lnTo>
                <a:lnTo>
                  <a:pt x="2327471" y="57443"/>
                </a:lnTo>
                <a:lnTo>
                  <a:pt x="2328011" y="57538"/>
                </a:lnTo>
                <a:lnTo>
                  <a:pt x="2328539" y="57645"/>
                </a:lnTo>
                <a:lnTo>
                  <a:pt x="2329053" y="57765"/>
                </a:lnTo>
                <a:lnTo>
                  <a:pt x="2329555" y="57898"/>
                </a:lnTo>
                <a:lnTo>
                  <a:pt x="2330043" y="58043"/>
                </a:lnTo>
                <a:lnTo>
                  <a:pt x="2330519" y="58200"/>
                </a:lnTo>
                <a:lnTo>
                  <a:pt x="2330982" y="58371"/>
                </a:lnTo>
                <a:lnTo>
                  <a:pt x="2331432" y="58554"/>
                </a:lnTo>
                <a:lnTo>
                  <a:pt x="2331870" y="58749"/>
                </a:lnTo>
                <a:lnTo>
                  <a:pt x="2332294" y="58958"/>
                </a:lnTo>
                <a:lnTo>
                  <a:pt x="2332705" y="59179"/>
                </a:lnTo>
                <a:lnTo>
                  <a:pt x="2333104" y="59412"/>
                </a:lnTo>
                <a:lnTo>
                  <a:pt x="2333490" y="59658"/>
                </a:lnTo>
                <a:lnTo>
                  <a:pt x="2333863" y="59917"/>
                </a:lnTo>
                <a:lnTo>
                  <a:pt x="2334223" y="60188"/>
                </a:lnTo>
                <a:lnTo>
                  <a:pt x="2334570" y="60472"/>
                </a:lnTo>
                <a:lnTo>
                  <a:pt x="2334904" y="60769"/>
                </a:lnTo>
                <a:lnTo>
                  <a:pt x="2335228" y="61077"/>
                </a:lnTo>
                <a:lnTo>
                  <a:pt x="2335543" y="61394"/>
                </a:lnTo>
                <a:lnTo>
                  <a:pt x="2335850" y="61721"/>
                </a:lnTo>
                <a:lnTo>
                  <a:pt x="2336148" y="62058"/>
                </a:lnTo>
                <a:lnTo>
                  <a:pt x="2336437" y="62405"/>
                </a:lnTo>
                <a:lnTo>
                  <a:pt x="2336718" y="62762"/>
                </a:lnTo>
                <a:lnTo>
                  <a:pt x="2336991" y="63128"/>
                </a:lnTo>
                <a:lnTo>
                  <a:pt x="2337255" y="63504"/>
                </a:lnTo>
                <a:lnTo>
                  <a:pt x="2337510" y="63889"/>
                </a:lnTo>
                <a:lnTo>
                  <a:pt x="2337757" y="64284"/>
                </a:lnTo>
                <a:lnTo>
                  <a:pt x="2337996" y="64689"/>
                </a:lnTo>
                <a:lnTo>
                  <a:pt x="2338226" y="65104"/>
                </a:lnTo>
                <a:lnTo>
                  <a:pt x="2338447" y="65529"/>
                </a:lnTo>
                <a:lnTo>
                  <a:pt x="2338660" y="65963"/>
                </a:lnTo>
                <a:lnTo>
                  <a:pt x="2338864" y="66407"/>
                </a:lnTo>
                <a:lnTo>
                  <a:pt x="2339060" y="66861"/>
                </a:lnTo>
                <a:lnTo>
                  <a:pt x="2339248" y="67324"/>
                </a:lnTo>
                <a:lnTo>
                  <a:pt x="2339427" y="67797"/>
                </a:lnTo>
                <a:lnTo>
                  <a:pt x="2339597" y="68280"/>
                </a:lnTo>
                <a:lnTo>
                  <a:pt x="2339759" y="68773"/>
                </a:lnTo>
                <a:lnTo>
                  <a:pt x="2339912" y="69275"/>
                </a:lnTo>
                <a:lnTo>
                  <a:pt x="2340057" y="69787"/>
                </a:lnTo>
                <a:lnTo>
                  <a:pt x="2340193" y="70309"/>
                </a:lnTo>
                <a:lnTo>
                  <a:pt x="2340321" y="70840"/>
                </a:lnTo>
                <a:lnTo>
                  <a:pt x="2340442" y="71380"/>
                </a:lnTo>
                <a:lnTo>
                  <a:pt x="2340558" y="71925"/>
                </a:lnTo>
                <a:lnTo>
                  <a:pt x="2340669" y="72477"/>
                </a:lnTo>
                <a:lnTo>
                  <a:pt x="2340774" y="73035"/>
                </a:lnTo>
                <a:lnTo>
                  <a:pt x="2340875" y="73599"/>
                </a:lnTo>
                <a:lnTo>
                  <a:pt x="2340970" y="74170"/>
                </a:lnTo>
                <a:lnTo>
                  <a:pt x="2341060" y="74746"/>
                </a:lnTo>
                <a:lnTo>
                  <a:pt x="2341145" y="75329"/>
                </a:lnTo>
                <a:lnTo>
                  <a:pt x="2341225" y="75918"/>
                </a:lnTo>
                <a:lnTo>
                  <a:pt x="2341299" y="76513"/>
                </a:lnTo>
                <a:lnTo>
                  <a:pt x="2341369" y="77115"/>
                </a:lnTo>
                <a:lnTo>
                  <a:pt x="2341433" y="77723"/>
                </a:lnTo>
                <a:lnTo>
                  <a:pt x="2341492" y="78336"/>
                </a:lnTo>
                <a:lnTo>
                  <a:pt x="2341546" y="78956"/>
                </a:lnTo>
                <a:lnTo>
                  <a:pt x="2341595" y="79583"/>
                </a:lnTo>
                <a:lnTo>
                  <a:pt x="2341639" y="80215"/>
                </a:lnTo>
                <a:lnTo>
                  <a:pt x="2341678" y="80854"/>
                </a:lnTo>
                <a:lnTo>
                  <a:pt x="2341711" y="81499"/>
                </a:lnTo>
                <a:lnTo>
                  <a:pt x="2341739" y="82150"/>
                </a:lnTo>
                <a:lnTo>
                  <a:pt x="2341763" y="82807"/>
                </a:lnTo>
                <a:lnTo>
                  <a:pt x="2341781" y="83470"/>
                </a:lnTo>
                <a:lnTo>
                  <a:pt x="2341793" y="84140"/>
                </a:lnTo>
                <a:lnTo>
                  <a:pt x="2341801" y="84816"/>
                </a:lnTo>
                <a:lnTo>
                  <a:pt x="2341804" y="85498"/>
                </a:lnTo>
                <a:lnTo>
                  <a:pt x="2341804" y="157603"/>
                </a:lnTo>
                <a:lnTo>
                  <a:pt x="2360734" y="157603"/>
                </a:lnTo>
                <a:lnTo>
                  <a:pt x="2360734" y="83217"/>
                </a:lnTo>
                <a:lnTo>
                  <a:pt x="2360721" y="81555"/>
                </a:lnTo>
                <a:lnTo>
                  <a:pt x="2360681" y="79925"/>
                </a:lnTo>
                <a:lnTo>
                  <a:pt x="2360615" y="78327"/>
                </a:lnTo>
                <a:lnTo>
                  <a:pt x="2360522" y="76760"/>
                </a:lnTo>
                <a:lnTo>
                  <a:pt x="2360403" y="75226"/>
                </a:lnTo>
                <a:lnTo>
                  <a:pt x="2360257" y="73723"/>
                </a:lnTo>
                <a:lnTo>
                  <a:pt x="2360084" y="72252"/>
                </a:lnTo>
                <a:lnTo>
                  <a:pt x="2359885" y="70814"/>
                </a:lnTo>
                <a:lnTo>
                  <a:pt x="2359660" y="69407"/>
                </a:lnTo>
                <a:lnTo>
                  <a:pt x="2359408" y="68031"/>
                </a:lnTo>
                <a:lnTo>
                  <a:pt x="2359129" y="66688"/>
                </a:lnTo>
                <a:lnTo>
                  <a:pt x="2358824" y="65377"/>
                </a:lnTo>
                <a:lnTo>
                  <a:pt x="2358493" y="64097"/>
                </a:lnTo>
                <a:lnTo>
                  <a:pt x="2358134" y="62850"/>
                </a:lnTo>
                <a:lnTo>
                  <a:pt x="2357750" y="61634"/>
                </a:lnTo>
                <a:lnTo>
                  <a:pt x="2357338" y="60450"/>
                </a:lnTo>
                <a:lnTo>
                  <a:pt x="2356901" y="59298"/>
                </a:lnTo>
                <a:lnTo>
                  <a:pt x="2356436" y="58178"/>
                </a:lnTo>
                <a:lnTo>
                  <a:pt x="2355946" y="57090"/>
                </a:lnTo>
                <a:lnTo>
                  <a:pt x="2355428" y="56034"/>
                </a:lnTo>
                <a:lnTo>
                  <a:pt x="2354884" y="55009"/>
                </a:lnTo>
                <a:lnTo>
                  <a:pt x="2354314" y="54016"/>
                </a:lnTo>
                <a:lnTo>
                  <a:pt x="2353717" y="53056"/>
                </a:lnTo>
                <a:lnTo>
                  <a:pt x="2353094" y="52127"/>
                </a:lnTo>
                <a:lnTo>
                  <a:pt x="2352440" y="51233"/>
                </a:lnTo>
                <a:lnTo>
                  <a:pt x="2351752" y="50377"/>
                </a:lnTo>
                <a:lnTo>
                  <a:pt x="2351030" y="49558"/>
                </a:lnTo>
                <a:lnTo>
                  <a:pt x="2350274" y="48778"/>
                </a:lnTo>
                <a:lnTo>
                  <a:pt x="2349484" y="48036"/>
                </a:lnTo>
                <a:lnTo>
                  <a:pt x="2348660" y="47333"/>
                </a:lnTo>
                <a:lnTo>
                  <a:pt x="2347802" y="46667"/>
                </a:lnTo>
                <a:lnTo>
                  <a:pt x="2346910" y="46039"/>
                </a:lnTo>
                <a:lnTo>
                  <a:pt x="2345984" y="45449"/>
                </a:lnTo>
                <a:lnTo>
                  <a:pt x="2345024" y="44897"/>
                </a:lnTo>
                <a:lnTo>
                  <a:pt x="2344029" y="44384"/>
                </a:lnTo>
                <a:lnTo>
                  <a:pt x="2343001" y="43908"/>
                </a:lnTo>
                <a:lnTo>
                  <a:pt x="2341939" y="43470"/>
                </a:lnTo>
                <a:lnTo>
                  <a:pt x="2340842" y="43071"/>
                </a:lnTo>
                <a:lnTo>
                  <a:pt x="2339712" y="42709"/>
                </a:lnTo>
                <a:lnTo>
                  <a:pt x="2338547" y="42386"/>
                </a:lnTo>
                <a:lnTo>
                  <a:pt x="2337349" y="42101"/>
                </a:lnTo>
                <a:lnTo>
                  <a:pt x="2336116" y="41853"/>
                </a:lnTo>
                <a:lnTo>
                  <a:pt x="2334849" y="41644"/>
                </a:lnTo>
                <a:lnTo>
                  <a:pt x="2333548" y="41473"/>
                </a:lnTo>
                <a:lnTo>
                  <a:pt x="2332214" y="41340"/>
                </a:lnTo>
                <a:lnTo>
                  <a:pt x="2330845" y="41244"/>
                </a:lnTo>
                <a:lnTo>
                  <a:pt x="2329442" y="41187"/>
                </a:lnTo>
                <a:lnTo>
                  <a:pt x="2328005" y="41168"/>
                </a:lnTo>
                <a:lnTo>
                  <a:pt x="2326845" y="41178"/>
                </a:lnTo>
                <a:lnTo>
                  <a:pt x="2325702" y="41208"/>
                </a:lnTo>
                <a:lnTo>
                  <a:pt x="2324576" y="41258"/>
                </a:lnTo>
                <a:lnTo>
                  <a:pt x="2323467" y="41328"/>
                </a:lnTo>
                <a:lnTo>
                  <a:pt x="2322376" y="41418"/>
                </a:lnTo>
                <a:lnTo>
                  <a:pt x="2321301" y="41528"/>
                </a:lnTo>
                <a:lnTo>
                  <a:pt x="2320245" y="41658"/>
                </a:lnTo>
                <a:lnTo>
                  <a:pt x="2319205" y="41808"/>
                </a:lnTo>
                <a:lnTo>
                  <a:pt x="2318182" y="41978"/>
                </a:lnTo>
                <a:lnTo>
                  <a:pt x="2317177" y="42168"/>
                </a:lnTo>
                <a:lnTo>
                  <a:pt x="2316189" y="42378"/>
                </a:lnTo>
                <a:lnTo>
                  <a:pt x="2315218" y="42608"/>
                </a:lnTo>
                <a:lnTo>
                  <a:pt x="2314265" y="42858"/>
                </a:lnTo>
                <a:lnTo>
                  <a:pt x="2313328" y="43128"/>
                </a:lnTo>
                <a:lnTo>
                  <a:pt x="2312409" y="43418"/>
                </a:lnTo>
                <a:lnTo>
                  <a:pt x="2311507" y="43728"/>
                </a:lnTo>
                <a:lnTo>
                  <a:pt x="2310622" y="44058"/>
                </a:lnTo>
                <a:lnTo>
                  <a:pt x="2309755" y="44408"/>
                </a:lnTo>
                <a:lnTo>
                  <a:pt x="2308905" y="44778"/>
                </a:lnTo>
                <a:lnTo>
                  <a:pt x="2308072" y="45168"/>
                </a:lnTo>
                <a:lnTo>
                  <a:pt x="2307256" y="45578"/>
                </a:lnTo>
                <a:lnTo>
                  <a:pt x="2306457" y="46008"/>
                </a:lnTo>
                <a:lnTo>
                  <a:pt x="2305676" y="46457"/>
                </a:lnTo>
                <a:lnTo>
                  <a:pt x="2304912" y="46927"/>
                </a:lnTo>
                <a:lnTo>
                  <a:pt x="2304163" y="47409"/>
                </a:lnTo>
                <a:lnTo>
                  <a:pt x="2303429" y="47893"/>
                </a:lnTo>
                <a:lnTo>
                  <a:pt x="2302709" y="48380"/>
                </a:lnTo>
                <a:lnTo>
                  <a:pt x="2302002" y="48871"/>
                </a:lnTo>
                <a:lnTo>
                  <a:pt x="2301310" y="49364"/>
                </a:lnTo>
                <a:lnTo>
                  <a:pt x="2300632" y="49860"/>
                </a:lnTo>
                <a:lnTo>
                  <a:pt x="2299968" y="50360"/>
                </a:lnTo>
                <a:lnTo>
                  <a:pt x="2299318" y="50862"/>
                </a:lnTo>
                <a:lnTo>
                  <a:pt x="2298682" y="51367"/>
                </a:lnTo>
                <a:lnTo>
                  <a:pt x="2298060" y="51875"/>
                </a:lnTo>
                <a:lnTo>
                  <a:pt x="2297452" y="52386"/>
                </a:lnTo>
                <a:lnTo>
                  <a:pt x="2296858" y="52900"/>
                </a:lnTo>
                <a:lnTo>
                  <a:pt x="2296278" y="53417"/>
                </a:lnTo>
                <a:lnTo>
                  <a:pt x="2295712" y="53937"/>
                </a:lnTo>
                <a:lnTo>
                  <a:pt x="2295161" y="54460"/>
                </a:lnTo>
                <a:lnTo>
                  <a:pt x="2294623" y="54986"/>
                </a:lnTo>
                <a:lnTo>
                  <a:pt x="2294099" y="55515"/>
                </a:lnTo>
                <a:lnTo>
                  <a:pt x="2293590" y="56047"/>
                </a:lnTo>
                <a:lnTo>
                  <a:pt x="2293094" y="56582"/>
                </a:lnTo>
                <a:lnTo>
                  <a:pt x="2292613" y="57120"/>
                </a:lnTo>
                <a:lnTo>
                  <a:pt x="2292146" y="57660"/>
                </a:lnTo>
                <a:lnTo>
                  <a:pt x="2291692" y="58204"/>
                </a:lnTo>
                <a:lnTo>
                  <a:pt x="2291253" y="58751"/>
                </a:lnTo>
                <a:lnTo>
                  <a:pt x="2290828" y="59301"/>
                </a:lnTo>
                <a:lnTo>
                  <a:pt x="2290828" y="4105"/>
                </a:lnTo>
                <a:lnTo>
                  <a:pt x="2271897" y="4105"/>
                </a:lnTo>
                <a:lnTo>
                  <a:pt x="2271897" y="157603"/>
                </a:lnTo>
                <a:lnTo>
                  <a:pt x="2290942" y="157603"/>
                </a:lnTo>
                <a:lnTo>
                  <a:pt x="2290942" y="75370"/>
                </a:lnTo>
                <a:lnTo>
                  <a:pt x="2291347" y="74815"/>
                </a:lnTo>
                <a:lnTo>
                  <a:pt x="2291762" y="74263"/>
                </a:lnTo>
                <a:lnTo>
                  <a:pt x="2292189" y="73715"/>
                </a:lnTo>
                <a:lnTo>
                  <a:pt x="2292627" y="73169"/>
                </a:lnTo>
                <a:lnTo>
                  <a:pt x="2293076" y="72627"/>
                </a:lnTo>
                <a:close/>
                <a:moveTo>
                  <a:pt x="3095750" y="159285"/>
                </a:moveTo>
                <a:lnTo>
                  <a:pt x="3097064" y="159151"/>
                </a:lnTo>
                <a:lnTo>
                  <a:pt x="3098367" y="158997"/>
                </a:lnTo>
                <a:lnTo>
                  <a:pt x="3099658" y="158822"/>
                </a:lnTo>
                <a:lnTo>
                  <a:pt x="3100938" y="158626"/>
                </a:lnTo>
                <a:lnTo>
                  <a:pt x="3102207" y="158410"/>
                </a:lnTo>
                <a:lnTo>
                  <a:pt x="3103465" y="158173"/>
                </a:lnTo>
                <a:lnTo>
                  <a:pt x="3104712" y="157916"/>
                </a:lnTo>
                <a:lnTo>
                  <a:pt x="3105947" y="157638"/>
                </a:lnTo>
                <a:lnTo>
                  <a:pt x="3107170" y="157339"/>
                </a:lnTo>
                <a:lnTo>
                  <a:pt x="3108383" y="157020"/>
                </a:lnTo>
                <a:lnTo>
                  <a:pt x="3109584" y="156680"/>
                </a:lnTo>
                <a:lnTo>
                  <a:pt x="3110774" y="156320"/>
                </a:lnTo>
                <a:lnTo>
                  <a:pt x="3111953" y="155939"/>
                </a:lnTo>
                <a:lnTo>
                  <a:pt x="3113120" y="155538"/>
                </a:lnTo>
                <a:lnTo>
                  <a:pt x="3114277" y="155115"/>
                </a:lnTo>
                <a:lnTo>
                  <a:pt x="3115421" y="154673"/>
                </a:lnTo>
                <a:lnTo>
                  <a:pt x="3116555" y="154209"/>
                </a:lnTo>
                <a:lnTo>
                  <a:pt x="3117677" y="153726"/>
                </a:lnTo>
                <a:lnTo>
                  <a:pt x="3118786" y="153221"/>
                </a:lnTo>
                <a:lnTo>
                  <a:pt x="3119877" y="152696"/>
                </a:lnTo>
                <a:lnTo>
                  <a:pt x="3120951" y="152150"/>
                </a:lnTo>
                <a:lnTo>
                  <a:pt x="3122009" y="151583"/>
                </a:lnTo>
                <a:lnTo>
                  <a:pt x="3123050" y="150995"/>
                </a:lnTo>
                <a:lnTo>
                  <a:pt x="3124074" y="150386"/>
                </a:lnTo>
                <a:lnTo>
                  <a:pt x="3125081" y="149757"/>
                </a:lnTo>
                <a:lnTo>
                  <a:pt x="3126072" y="149107"/>
                </a:lnTo>
                <a:lnTo>
                  <a:pt x="3127045" y="148436"/>
                </a:lnTo>
                <a:lnTo>
                  <a:pt x="3128002" y="147744"/>
                </a:lnTo>
                <a:lnTo>
                  <a:pt x="3128942" y="147032"/>
                </a:lnTo>
                <a:lnTo>
                  <a:pt x="3129865" y="146299"/>
                </a:lnTo>
                <a:lnTo>
                  <a:pt x="3130772" y="145545"/>
                </a:lnTo>
                <a:lnTo>
                  <a:pt x="3131661" y="144770"/>
                </a:lnTo>
                <a:lnTo>
                  <a:pt x="3132534" y="143974"/>
                </a:lnTo>
                <a:lnTo>
                  <a:pt x="3133389" y="143158"/>
                </a:lnTo>
                <a:lnTo>
                  <a:pt x="3134228" y="142321"/>
                </a:lnTo>
                <a:lnTo>
                  <a:pt x="3135051" y="141463"/>
                </a:lnTo>
                <a:lnTo>
                  <a:pt x="3135856" y="140584"/>
                </a:lnTo>
                <a:lnTo>
                  <a:pt x="3136644" y="139684"/>
                </a:lnTo>
                <a:lnTo>
                  <a:pt x="3137416" y="138764"/>
                </a:lnTo>
                <a:lnTo>
                  <a:pt x="3138171" y="137823"/>
                </a:lnTo>
                <a:lnTo>
                  <a:pt x="3138909" y="136861"/>
                </a:lnTo>
                <a:lnTo>
                  <a:pt x="3139630" y="135878"/>
                </a:lnTo>
                <a:lnTo>
                  <a:pt x="3140331" y="134875"/>
                </a:lnTo>
                <a:lnTo>
                  <a:pt x="3141008" y="133849"/>
                </a:lnTo>
                <a:lnTo>
                  <a:pt x="3141661" y="132802"/>
                </a:lnTo>
                <a:lnTo>
                  <a:pt x="3142291" y="131733"/>
                </a:lnTo>
                <a:lnTo>
                  <a:pt x="3142897" y="130643"/>
                </a:lnTo>
                <a:lnTo>
                  <a:pt x="3143479" y="129531"/>
                </a:lnTo>
                <a:lnTo>
                  <a:pt x="3144037" y="128398"/>
                </a:lnTo>
                <a:lnTo>
                  <a:pt x="3144572" y="127243"/>
                </a:lnTo>
                <a:lnTo>
                  <a:pt x="3145082" y="126067"/>
                </a:lnTo>
                <a:lnTo>
                  <a:pt x="3145570" y="124868"/>
                </a:lnTo>
                <a:lnTo>
                  <a:pt x="3146033" y="123649"/>
                </a:lnTo>
                <a:lnTo>
                  <a:pt x="3146472" y="122407"/>
                </a:lnTo>
                <a:lnTo>
                  <a:pt x="3146888" y="121145"/>
                </a:lnTo>
                <a:lnTo>
                  <a:pt x="3147280" y="119860"/>
                </a:lnTo>
                <a:lnTo>
                  <a:pt x="3147648" y="118554"/>
                </a:lnTo>
                <a:lnTo>
                  <a:pt x="3147993" y="117227"/>
                </a:lnTo>
                <a:lnTo>
                  <a:pt x="3148314" y="115877"/>
                </a:lnTo>
                <a:lnTo>
                  <a:pt x="3148611" y="114507"/>
                </a:lnTo>
                <a:lnTo>
                  <a:pt x="3148884" y="113114"/>
                </a:lnTo>
                <a:lnTo>
                  <a:pt x="3149133" y="111700"/>
                </a:lnTo>
                <a:lnTo>
                  <a:pt x="3149359" y="110265"/>
                </a:lnTo>
                <a:lnTo>
                  <a:pt x="3149561" y="108808"/>
                </a:lnTo>
                <a:lnTo>
                  <a:pt x="3149739" y="107329"/>
                </a:lnTo>
                <a:lnTo>
                  <a:pt x="3149894" y="105829"/>
                </a:lnTo>
                <a:lnTo>
                  <a:pt x="3129138" y="105829"/>
                </a:lnTo>
                <a:lnTo>
                  <a:pt x="3128961" y="107343"/>
                </a:lnTo>
                <a:lnTo>
                  <a:pt x="3128753" y="108826"/>
                </a:lnTo>
                <a:lnTo>
                  <a:pt x="3128513" y="110276"/>
                </a:lnTo>
                <a:lnTo>
                  <a:pt x="3128242" y="111696"/>
                </a:lnTo>
                <a:lnTo>
                  <a:pt x="3127939" y="113083"/>
                </a:lnTo>
                <a:lnTo>
                  <a:pt x="3127606" y="114439"/>
                </a:lnTo>
                <a:lnTo>
                  <a:pt x="3127241" y="115763"/>
                </a:lnTo>
                <a:lnTo>
                  <a:pt x="3126845" y="117055"/>
                </a:lnTo>
                <a:lnTo>
                  <a:pt x="3126417" y="118316"/>
                </a:lnTo>
                <a:lnTo>
                  <a:pt x="3125959" y="119545"/>
                </a:lnTo>
                <a:lnTo>
                  <a:pt x="3125469" y="120743"/>
                </a:lnTo>
                <a:lnTo>
                  <a:pt x="3124947" y="121909"/>
                </a:lnTo>
                <a:lnTo>
                  <a:pt x="3124395" y="123043"/>
                </a:lnTo>
                <a:lnTo>
                  <a:pt x="3123811" y="124145"/>
                </a:lnTo>
                <a:lnTo>
                  <a:pt x="3123196" y="125216"/>
                </a:lnTo>
                <a:lnTo>
                  <a:pt x="3122549" y="126255"/>
                </a:lnTo>
                <a:lnTo>
                  <a:pt x="3121872" y="127262"/>
                </a:lnTo>
                <a:lnTo>
                  <a:pt x="3121163" y="128238"/>
                </a:lnTo>
                <a:lnTo>
                  <a:pt x="3120422" y="129182"/>
                </a:lnTo>
                <a:lnTo>
                  <a:pt x="3119651" y="130094"/>
                </a:lnTo>
                <a:lnTo>
                  <a:pt x="3118848" y="130975"/>
                </a:lnTo>
                <a:lnTo>
                  <a:pt x="3118014" y="131824"/>
                </a:lnTo>
                <a:lnTo>
                  <a:pt x="3117148" y="132641"/>
                </a:lnTo>
                <a:lnTo>
                  <a:pt x="3116252" y="133427"/>
                </a:lnTo>
                <a:lnTo>
                  <a:pt x="3115328" y="134180"/>
                </a:lnTo>
                <a:lnTo>
                  <a:pt x="3114380" y="134902"/>
                </a:lnTo>
                <a:lnTo>
                  <a:pt x="3113410" y="135592"/>
                </a:lnTo>
                <a:lnTo>
                  <a:pt x="3112416" y="136249"/>
                </a:lnTo>
                <a:lnTo>
                  <a:pt x="3111398" y="136874"/>
                </a:lnTo>
                <a:lnTo>
                  <a:pt x="3110357" y="137468"/>
                </a:lnTo>
                <a:lnTo>
                  <a:pt x="3109293" y="138029"/>
                </a:lnTo>
                <a:lnTo>
                  <a:pt x="3108206" y="138558"/>
                </a:lnTo>
                <a:lnTo>
                  <a:pt x="3107095" y="139055"/>
                </a:lnTo>
                <a:lnTo>
                  <a:pt x="3105960" y="139521"/>
                </a:lnTo>
                <a:lnTo>
                  <a:pt x="3104803" y="139954"/>
                </a:lnTo>
                <a:lnTo>
                  <a:pt x="3103622" y="140354"/>
                </a:lnTo>
                <a:lnTo>
                  <a:pt x="3102418" y="140723"/>
                </a:lnTo>
                <a:lnTo>
                  <a:pt x="3101190" y="141060"/>
                </a:lnTo>
                <a:lnTo>
                  <a:pt x="3099939" y="141365"/>
                </a:lnTo>
                <a:lnTo>
                  <a:pt x="3098664" y="141637"/>
                </a:lnTo>
                <a:lnTo>
                  <a:pt x="3097367" y="141878"/>
                </a:lnTo>
                <a:lnTo>
                  <a:pt x="3096045" y="142086"/>
                </a:lnTo>
                <a:lnTo>
                  <a:pt x="3094701" y="142263"/>
                </a:lnTo>
                <a:lnTo>
                  <a:pt x="3093333" y="142407"/>
                </a:lnTo>
                <a:lnTo>
                  <a:pt x="3091942" y="142519"/>
                </a:lnTo>
                <a:lnTo>
                  <a:pt x="3090527" y="142600"/>
                </a:lnTo>
                <a:lnTo>
                  <a:pt x="3089089" y="142648"/>
                </a:lnTo>
                <a:lnTo>
                  <a:pt x="3087628" y="142664"/>
                </a:lnTo>
                <a:lnTo>
                  <a:pt x="3086166" y="142649"/>
                </a:lnTo>
                <a:lnTo>
                  <a:pt x="3084729" y="142606"/>
                </a:lnTo>
                <a:lnTo>
                  <a:pt x="3083314" y="142535"/>
                </a:lnTo>
                <a:lnTo>
                  <a:pt x="3081923" y="142434"/>
                </a:lnTo>
                <a:lnTo>
                  <a:pt x="3080555" y="142305"/>
                </a:lnTo>
                <a:lnTo>
                  <a:pt x="3079210" y="142147"/>
                </a:lnTo>
                <a:lnTo>
                  <a:pt x="3077889" y="141960"/>
                </a:lnTo>
                <a:lnTo>
                  <a:pt x="3076591" y="141745"/>
                </a:lnTo>
                <a:lnTo>
                  <a:pt x="3075317" y="141501"/>
                </a:lnTo>
                <a:lnTo>
                  <a:pt x="3074066" y="141228"/>
                </a:lnTo>
                <a:lnTo>
                  <a:pt x="3072838" y="140927"/>
                </a:lnTo>
                <a:lnTo>
                  <a:pt x="3071634" y="140597"/>
                </a:lnTo>
                <a:lnTo>
                  <a:pt x="3070453" y="140238"/>
                </a:lnTo>
                <a:lnTo>
                  <a:pt x="3069295" y="139850"/>
                </a:lnTo>
                <a:lnTo>
                  <a:pt x="3068161" y="139434"/>
                </a:lnTo>
                <a:lnTo>
                  <a:pt x="3067050" y="138989"/>
                </a:lnTo>
                <a:lnTo>
                  <a:pt x="3065962" y="138515"/>
                </a:lnTo>
                <a:lnTo>
                  <a:pt x="3064898" y="138013"/>
                </a:lnTo>
                <a:lnTo>
                  <a:pt x="3063857" y="137482"/>
                </a:lnTo>
                <a:lnTo>
                  <a:pt x="3062840" y="136922"/>
                </a:lnTo>
                <a:lnTo>
                  <a:pt x="3061846" y="136334"/>
                </a:lnTo>
                <a:lnTo>
                  <a:pt x="3060875" y="135716"/>
                </a:lnTo>
                <a:lnTo>
                  <a:pt x="3059928" y="135071"/>
                </a:lnTo>
                <a:lnTo>
                  <a:pt x="3059004" y="134396"/>
                </a:lnTo>
                <a:lnTo>
                  <a:pt x="3058102" y="133697"/>
                </a:lnTo>
                <a:lnTo>
                  <a:pt x="3057220" y="132978"/>
                </a:lnTo>
                <a:lnTo>
                  <a:pt x="3056359" y="132239"/>
                </a:lnTo>
                <a:lnTo>
                  <a:pt x="3055518" y="131480"/>
                </a:lnTo>
                <a:lnTo>
                  <a:pt x="3054697" y="130701"/>
                </a:lnTo>
                <a:lnTo>
                  <a:pt x="3053897" y="129902"/>
                </a:lnTo>
                <a:lnTo>
                  <a:pt x="3053117" y="129083"/>
                </a:lnTo>
                <a:lnTo>
                  <a:pt x="3052358" y="128244"/>
                </a:lnTo>
                <a:lnTo>
                  <a:pt x="3051619" y="127385"/>
                </a:lnTo>
                <a:lnTo>
                  <a:pt x="3050900" y="126506"/>
                </a:lnTo>
                <a:lnTo>
                  <a:pt x="3050202" y="125607"/>
                </a:lnTo>
                <a:lnTo>
                  <a:pt x="3049524" y="124688"/>
                </a:lnTo>
                <a:lnTo>
                  <a:pt x="3048867" y="123749"/>
                </a:lnTo>
                <a:lnTo>
                  <a:pt x="3048230" y="122790"/>
                </a:lnTo>
                <a:lnTo>
                  <a:pt x="3047613" y="121811"/>
                </a:lnTo>
                <a:lnTo>
                  <a:pt x="3047017" y="120812"/>
                </a:lnTo>
                <a:lnTo>
                  <a:pt x="3046441" y="119794"/>
                </a:lnTo>
                <a:lnTo>
                  <a:pt x="3045886" y="118755"/>
                </a:lnTo>
                <a:lnTo>
                  <a:pt x="3045351" y="117696"/>
                </a:lnTo>
                <a:lnTo>
                  <a:pt x="3044836" y="116617"/>
                </a:lnTo>
                <a:lnTo>
                  <a:pt x="3044342" y="115518"/>
                </a:lnTo>
                <a:lnTo>
                  <a:pt x="3043868" y="114399"/>
                </a:lnTo>
                <a:lnTo>
                  <a:pt x="3043414" y="113260"/>
                </a:lnTo>
                <a:lnTo>
                  <a:pt x="3042981" y="112101"/>
                </a:lnTo>
                <a:lnTo>
                  <a:pt x="3042567" y="110927"/>
                </a:lnTo>
                <a:lnTo>
                  <a:pt x="3042171" y="109742"/>
                </a:lnTo>
                <a:lnTo>
                  <a:pt x="3041792" y="108546"/>
                </a:lnTo>
                <a:lnTo>
                  <a:pt x="3041431" y="107340"/>
                </a:lnTo>
                <a:lnTo>
                  <a:pt x="3041087" y="106123"/>
                </a:lnTo>
                <a:lnTo>
                  <a:pt x="3040761" y="104895"/>
                </a:lnTo>
                <a:lnTo>
                  <a:pt x="3040453" y="103657"/>
                </a:lnTo>
                <a:lnTo>
                  <a:pt x="3040162" y="102408"/>
                </a:lnTo>
                <a:lnTo>
                  <a:pt x="3039889" y="101148"/>
                </a:lnTo>
                <a:lnTo>
                  <a:pt x="3039633" y="99877"/>
                </a:lnTo>
                <a:lnTo>
                  <a:pt x="3039395" y="98596"/>
                </a:lnTo>
                <a:lnTo>
                  <a:pt x="3039175" y="97304"/>
                </a:lnTo>
                <a:lnTo>
                  <a:pt x="3038973" y="96002"/>
                </a:lnTo>
                <a:lnTo>
                  <a:pt x="3038788" y="94689"/>
                </a:lnTo>
                <a:lnTo>
                  <a:pt x="3038620" y="93365"/>
                </a:lnTo>
                <a:lnTo>
                  <a:pt x="3038470" y="92030"/>
                </a:lnTo>
                <a:lnTo>
                  <a:pt x="3038338" y="90685"/>
                </a:lnTo>
                <a:lnTo>
                  <a:pt x="3038224" y="89329"/>
                </a:lnTo>
                <a:lnTo>
                  <a:pt x="3038127" y="87962"/>
                </a:lnTo>
                <a:lnTo>
                  <a:pt x="3038047" y="86585"/>
                </a:lnTo>
                <a:lnTo>
                  <a:pt x="3037986" y="85197"/>
                </a:lnTo>
                <a:lnTo>
                  <a:pt x="3037942" y="83798"/>
                </a:lnTo>
                <a:lnTo>
                  <a:pt x="3037915" y="82388"/>
                </a:lnTo>
                <a:lnTo>
                  <a:pt x="3037906" y="80968"/>
                </a:lnTo>
                <a:lnTo>
                  <a:pt x="3037915" y="79539"/>
                </a:lnTo>
                <a:lnTo>
                  <a:pt x="3037942" y="78120"/>
                </a:lnTo>
                <a:lnTo>
                  <a:pt x="3037986" y="76713"/>
                </a:lnTo>
                <a:lnTo>
                  <a:pt x="3038047" y="75317"/>
                </a:lnTo>
                <a:lnTo>
                  <a:pt x="3038127" y="73932"/>
                </a:lnTo>
                <a:lnTo>
                  <a:pt x="3038224" y="72558"/>
                </a:lnTo>
                <a:lnTo>
                  <a:pt x="3038338" y="71195"/>
                </a:lnTo>
                <a:lnTo>
                  <a:pt x="3038470" y="69843"/>
                </a:lnTo>
                <a:lnTo>
                  <a:pt x="3038620" y="68502"/>
                </a:lnTo>
                <a:lnTo>
                  <a:pt x="3038788" y="67173"/>
                </a:lnTo>
                <a:lnTo>
                  <a:pt x="3038973" y="65854"/>
                </a:lnTo>
                <a:lnTo>
                  <a:pt x="3039175" y="64547"/>
                </a:lnTo>
                <a:lnTo>
                  <a:pt x="3039395" y="63250"/>
                </a:lnTo>
                <a:lnTo>
                  <a:pt x="3039633" y="61965"/>
                </a:lnTo>
                <a:lnTo>
                  <a:pt x="3039889" y="60691"/>
                </a:lnTo>
                <a:lnTo>
                  <a:pt x="3040162" y="59427"/>
                </a:lnTo>
                <a:lnTo>
                  <a:pt x="3040453" y="58175"/>
                </a:lnTo>
                <a:lnTo>
                  <a:pt x="3040761" y="56934"/>
                </a:lnTo>
                <a:lnTo>
                  <a:pt x="3041087" y="55704"/>
                </a:lnTo>
                <a:lnTo>
                  <a:pt x="3041431" y="54486"/>
                </a:lnTo>
                <a:lnTo>
                  <a:pt x="3041792" y="53278"/>
                </a:lnTo>
                <a:lnTo>
                  <a:pt x="3042171" y="52081"/>
                </a:lnTo>
                <a:lnTo>
                  <a:pt x="3042567" y="50896"/>
                </a:lnTo>
                <a:lnTo>
                  <a:pt x="3042981" y="49721"/>
                </a:lnTo>
                <a:lnTo>
                  <a:pt x="3043414" y="48562"/>
                </a:lnTo>
                <a:lnTo>
                  <a:pt x="3043868" y="47422"/>
                </a:lnTo>
                <a:lnTo>
                  <a:pt x="3044342" y="46302"/>
                </a:lnTo>
                <a:lnTo>
                  <a:pt x="3044836" y="45201"/>
                </a:lnTo>
                <a:lnTo>
                  <a:pt x="3045351" y="44119"/>
                </a:lnTo>
                <a:lnTo>
                  <a:pt x="3045886" y="43057"/>
                </a:lnTo>
                <a:lnTo>
                  <a:pt x="3046441" y="42014"/>
                </a:lnTo>
                <a:lnTo>
                  <a:pt x="3047017" y="40991"/>
                </a:lnTo>
                <a:lnTo>
                  <a:pt x="3047613" y="39987"/>
                </a:lnTo>
                <a:lnTo>
                  <a:pt x="3048230" y="39002"/>
                </a:lnTo>
                <a:lnTo>
                  <a:pt x="3048867" y="38037"/>
                </a:lnTo>
                <a:lnTo>
                  <a:pt x="3049524" y="37091"/>
                </a:lnTo>
                <a:lnTo>
                  <a:pt x="3050202" y="36165"/>
                </a:lnTo>
                <a:lnTo>
                  <a:pt x="3050900" y="35258"/>
                </a:lnTo>
                <a:lnTo>
                  <a:pt x="3051619" y="34371"/>
                </a:lnTo>
                <a:lnTo>
                  <a:pt x="3052358" y="33502"/>
                </a:lnTo>
                <a:lnTo>
                  <a:pt x="3053117" y="32654"/>
                </a:lnTo>
                <a:lnTo>
                  <a:pt x="3053897" y="31824"/>
                </a:lnTo>
                <a:lnTo>
                  <a:pt x="3054697" y="31014"/>
                </a:lnTo>
                <a:lnTo>
                  <a:pt x="3055518" y="30224"/>
                </a:lnTo>
                <a:lnTo>
                  <a:pt x="3056359" y="29453"/>
                </a:lnTo>
                <a:lnTo>
                  <a:pt x="3057220" y="28701"/>
                </a:lnTo>
                <a:lnTo>
                  <a:pt x="3058102" y="27968"/>
                </a:lnTo>
                <a:lnTo>
                  <a:pt x="3059004" y="27256"/>
                </a:lnTo>
                <a:lnTo>
                  <a:pt x="3059928" y="26567"/>
                </a:lnTo>
                <a:lnTo>
                  <a:pt x="3060875" y="25908"/>
                </a:lnTo>
                <a:lnTo>
                  <a:pt x="3061846" y="25278"/>
                </a:lnTo>
                <a:lnTo>
                  <a:pt x="3062840" y="24677"/>
                </a:lnTo>
                <a:lnTo>
                  <a:pt x="3063857" y="24106"/>
                </a:lnTo>
                <a:lnTo>
                  <a:pt x="3064898" y="23563"/>
                </a:lnTo>
                <a:lnTo>
                  <a:pt x="3065962" y="23051"/>
                </a:lnTo>
                <a:lnTo>
                  <a:pt x="3067050" y="22567"/>
                </a:lnTo>
                <a:lnTo>
                  <a:pt x="3068161" y="22113"/>
                </a:lnTo>
                <a:lnTo>
                  <a:pt x="3069295" y="21688"/>
                </a:lnTo>
                <a:lnTo>
                  <a:pt x="3070453" y="21293"/>
                </a:lnTo>
                <a:lnTo>
                  <a:pt x="3071634" y="20926"/>
                </a:lnTo>
                <a:lnTo>
                  <a:pt x="3072838" y="20589"/>
                </a:lnTo>
                <a:lnTo>
                  <a:pt x="3074066" y="20282"/>
                </a:lnTo>
                <a:lnTo>
                  <a:pt x="3075317" y="20003"/>
                </a:lnTo>
                <a:lnTo>
                  <a:pt x="3076591" y="19754"/>
                </a:lnTo>
                <a:lnTo>
                  <a:pt x="3077889" y="19534"/>
                </a:lnTo>
                <a:lnTo>
                  <a:pt x="3079210" y="19344"/>
                </a:lnTo>
                <a:lnTo>
                  <a:pt x="3080555" y="19183"/>
                </a:lnTo>
                <a:lnTo>
                  <a:pt x="3081923" y="19051"/>
                </a:lnTo>
                <a:lnTo>
                  <a:pt x="3083314" y="18948"/>
                </a:lnTo>
                <a:lnTo>
                  <a:pt x="3084729" y="18875"/>
                </a:lnTo>
                <a:lnTo>
                  <a:pt x="3086166" y="18831"/>
                </a:lnTo>
                <a:lnTo>
                  <a:pt x="3087628" y="18817"/>
                </a:lnTo>
                <a:lnTo>
                  <a:pt x="3088471" y="18823"/>
                </a:lnTo>
                <a:lnTo>
                  <a:pt x="3089310" y="18842"/>
                </a:lnTo>
                <a:lnTo>
                  <a:pt x="3090145" y="18874"/>
                </a:lnTo>
                <a:lnTo>
                  <a:pt x="3090975" y="18918"/>
                </a:lnTo>
                <a:lnTo>
                  <a:pt x="3091800" y="18975"/>
                </a:lnTo>
                <a:lnTo>
                  <a:pt x="3092621" y="19045"/>
                </a:lnTo>
                <a:lnTo>
                  <a:pt x="3093437" y="19127"/>
                </a:lnTo>
                <a:lnTo>
                  <a:pt x="3094248" y="19222"/>
                </a:lnTo>
                <a:lnTo>
                  <a:pt x="3095056" y="19330"/>
                </a:lnTo>
                <a:lnTo>
                  <a:pt x="3095858" y="19450"/>
                </a:lnTo>
                <a:lnTo>
                  <a:pt x="3096656" y="19583"/>
                </a:lnTo>
                <a:lnTo>
                  <a:pt x="3097449" y="19729"/>
                </a:lnTo>
                <a:lnTo>
                  <a:pt x="3098238" y="19887"/>
                </a:lnTo>
                <a:lnTo>
                  <a:pt x="3099023" y="20058"/>
                </a:lnTo>
                <a:lnTo>
                  <a:pt x="3099802" y="20242"/>
                </a:lnTo>
                <a:lnTo>
                  <a:pt x="3100578" y="20438"/>
                </a:lnTo>
                <a:lnTo>
                  <a:pt x="3101348" y="20648"/>
                </a:lnTo>
                <a:lnTo>
                  <a:pt x="3102114" y="20869"/>
                </a:lnTo>
                <a:lnTo>
                  <a:pt x="3102876" y="21104"/>
                </a:lnTo>
                <a:lnTo>
                  <a:pt x="3103633" y="21351"/>
                </a:lnTo>
                <a:lnTo>
                  <a:pt x="3104385" y="21611"/>
                </a:lnTo>
                <a:lnTo>
                  <a:pt x="3105133" y="21883"/>
                </a:lnTo>
                <a:lnTo>
                  <a:pt x="3105877" y="22168"/>
                </a:lnTo>
                <a:lnTo>
                  <a:pt x="3106615" y="22466"/>
                </a:lnTo>
                <a:lnTo>
                  <a:pt x="3107347" y="22777"/>
                </a:lnTo>
                <a:lnTo>
                  <a:pt x="3108068" y="23101"/>
                </a:lnTo>
                <a:lnTo>
                  <a:pt x="3108780" y="23438"/>
                </a:lnTo>
                <a:lnTo>
                  <a:pt x="3109481" y="23788"/>
                </a:lnTo>
                <a:lnTo>
                  <a:pt x="3110172" y="24152"/>
                </a:lnTo>
                <a:lnTo>
                  <a:pt x="3110853" y="24529"/>
                </a:lnTo>
                <a:lnTo>
                  <a:pt x="3111524" y="24920"/>
                </a:lnTo>
                <a:lnTo>
                  <a:pt x="3112184" y="25323"/>
                </a:lnTo>
                <a:lnTo>
                  <a:pt x="3112835" y="25740"/>
                </a:lnTo>
                <a:lnTo>
                  <a:pt x="3113476" y="26170"/>
                </a:lnTo>
                <a:lnTo>
                  <a:pt x="3114106" y="26614"/>
                </a:lnTo>
                <a:lnTo>
                  <a:pt x="3114727" y="27070"/>
                </a:lnTo>
                <a:lnTo>
                  <a:pt x="3115337" y="27540"/>
                </a:lnTo>
                <a:lnTo>
                  <a:pt x="3115937" y="28023"/>
                </a:lnTo>
                <a:lnTo>
                  <a:pt x="3116527" y="28520"/>
                </a:lnTo>
                <a:lnTo>
                  <a:pt x="3117107" y="29029"/>
                </a:lnTo>
                <a:lnTo>
                  <a:pt x="3117677" y="29552"/>
                </a:lnTo>
                <a:lnTo>
                  <a:pt x="3118237" y="30089"/>
                </a:lnTo>
                <a:lnTo>
                  <a:pt x="3118787" y="30638"/>
                </a:lnTo>
                <a:lnTo>
                  <a:pt x="3119326" y="31201"/>
                </a:lnTo>
                <a:lnTo>
                  <a:pt x="3119856" y="31777"/>
                </a:lnTo>
                <a:lnTo>
                  <a:pt x="3120375" y="32366"/>
                </a:lnTo>
                <a:lnTo>
                  <a:pt x="3120884" y="32969"/>
                </a:lnTo>
                <a:lnTo>
                  <a:pt x="3121384" y="33585"/>
                </a:lnTo>
                <a:lnTo>
                  <a:pt x="3121870" y="34214"/>
                </a:lnTo>
                <a:lnTo>
                  <a:pt x="3122339" y="34858"/>
                </a:lnTo>
                <a:lnTo>
                  <a:pt x="3122793" y="35515"/>
                </a:lnTo>
                <a:lnTo>
                  <a:pt x="3123230" y="36187"/>
                </a:lnTo>
                <a:lnTo>
                  <a:pt x="3123652" y="36873"/>
                </a:lnTo>
                <a:lnTo>
                  <a:pt x="3124056" y="37573"/>
                </a:lnTo>
                <a:lnTo>
                  <a:pt x="3124445" y="38286"/>
                </a:lnTo>
                <a:lnTo>
                  <a:pt x="3124817" y="39014"/>
                </a:lnTo>
                <a:lnTo>
                  <a:pt x="3125174" y="39756"/>
                </a:lnTo>
                <a:lnTo>
                  <a:pt x="3125514" y="40512"/>
                </a:lnTo>
                <a:lnTo>
                  <a:pt x="3125837" y="41282"/>
                </a:lnTo>
                <a:lnTo>
                  <a:pt x="3126145" y="42066"/>
                </a:lnTo>
                <a:lnTo>
                  <a:pt x="3126436" y="42865"/>
                </a:lnTo>
                <a:lnTo>
                  <a:pt x="3126711" y="43677"/>
                </a:lnTo>
                <a:lnTo>
                  <a:pt x="3126970" y="44503"/>
                </a:lnTo>
                <a:lnTo>
                  <a:pt x="3127212" y="45343"/>
                </a:lnTo>
                <a:lnTo>
                  <a:pt x="3127439" y="46198"/>
                </a:lnTo>
                <a:lnTo>
                  <a:pt x="3127649" y="47066"/>
                </a:lnTo>
                <a:lnTo>
                  <a:pt x="3127842" y="47949"/>
                </a:lnTo>
                <a:lnTo>
                  <a:pt x="3128020" y="48845"/>
                </a:lnTo>
                <a:lnTo>
                  <a:pt x="3128181" y="49756"/>
                </a:lnTo>
                <a:lnTo>
                  <a:pt x="3128327" y="50681"/>
                </a:lnTo>
                <a:lnTo>
                  <a:pt x="3128455" y="51620"/>
                </a:lnTo>
                <a:lnTo>
                  <a:pt x="3128568" y="52572"/>
                </a:lnTo>
                <a:lnTo>
                  <a:pt x="3149209" y="52572"/>
                </a:lnTo>
                <a:lnTo>
                  <a:pt x="3149073" y="51157"/>
                </a:lnTo>
                <a:lnTo>
                  <a:pt x="3148910" y="49762"/>
                </a:lnTo>
                <a:lnTo>
                  <a:pt x="3148721" y="48388"/>
                </a:lnTo>
                <a:lnTo>
                  <a:pt x="3148506" y="47033"/>
                </a:lnTo>
                <a:lnTo>
                  <a:pt x="3148265" y="45700"/>
                </a:lnTo>
                <a:lnTo>
                  <a:pt x="3147998" y="44386"/>
                </a:lnTo>
                <a:lnTo>
                  <a:pt x="3147704" y="43093"/>
                </a:lnTo>
                <a:lnTo>
                  <a:pt x="3147385" y="41821"/>
                </a:lnTo>
                <a:lnTo>
                  <a:pt x="3147039" y="40569"/>
                </a:lnTo>
                <a:lnTo>
                  <a:pt x="3146667" y="39337"/>
                </a:lnTo>
                <a:lnTo>
                  <a:pt x="3146269" y="38126"/>
                </a:lnTo>
                <a:lnTo>
                  <a:pt x="3145845" y="36935"/>
                </a:lnTo>
                <a:lnTo>
                  <a:pt x="3145395" y="35764"/>
                </a:lnTo>
                <a:lnTo>
                  <a:pt x="3144919" y="34614"/>
                </a:lnTo>
                <a:lnTo>
                  <a:pt x="3144416" y="33484"/>
                </a:lnTo>
                <a:lnTo>
                  <a:pt x="3143887" y="32375"/>
                </a:lnTo>
                <a:lnTo>
                  <a:pt x="3143333" y="31286"/>
                </a:lnTo>
                <a:lnTo>
                  <a:pt x="3142752" y="30217"/>
                </a:lnTo>
                <a:lnTo>
                  <a:pt x="3142145" y="29169"/>
                </a:lnTo>
                <a:lnTo>
                  <a:pt x="3141512" y="28141"/>
                </a:lnTo>
                <a:lnTo>
                  <a:pt x="3140852" y="27133"/>
                </a:lnTo>
                <a:lnTo>
                  <a:pt x="3140167" y="26146"/>
                </a:lnTo>
                <a:lnTo>
                  <a:pt x="3139455" y="25180"/>
                </a:lnTo>
                <a:lnTo>
                  <a:pt x="3138718" y="24233"/>
                </a:lnTo>
                <a:lnTo>
                  <a:pt x="3137959" y="23307"/>
                </a:lnTo>
                <a:lnTo>
                  <a:pt x="3137185" y="22401"/>
                </a:lnTo>
                <a:lnTo>
                  <a:pt x="3136396" y="21515"/>
                </a:lnTo>
                <a:lnTo>
                  <a:pt x="3135591" y="20649"/>
                </a:lnTo>
                <a:lnTo>
                  <a:pt x="3134771" y="19803"/>
                </a:lnTo>
                <a:lnTo>
                  <a:pt x="3133935" y="18977"/>
                </a:lnTo>
                <a:lnTo>
                  <a:pt x="3133084" y="18171"/>
                </a:lnTo>
                <a:lnTo>
                  <a:pt x="3132217" y="17385"/>
                </a:lnTo>
                <a:lnTo>
                  <a:pt x="3131335" y="16619"/>
                </a:lnTo>
                <a:lnTo>
                  <a:pt x="3130438" y="15873"/>
                </a:lnTo>
                <a:lnTo>
                  <a:pt x="3129525" y="15146"/>
                </a:lnTo>
                <a:lnTo>
                  <a:pt x="3128597" y="14440"/>
                </a:lnTo>
                <a:lnTo>
                  <a:pt x="3127653" y="13754"/>
                </a:lnTo>
                <a:lnTo>
                  <a:pt x="3126694" y="13088"/>
                </a:lnTo>
                <a:lnTo>
                  <a:pt x="3125719" y="12442"/>
                </a:lnTo>
                <a:lnTo>
                  <a:pt x="3124729" y="11816"/>
                </a:lnTo>
                <a:lnTo>
                  <a:pt x="3123723" y="11210"/>
                </a:lnTo>
                <a:lnTo>
                  <a:pt x="3122702" y="10624"/>
                </a:lnTo>
                <a:lnTo>
                  <a:pt x="3121666" y="10057"/>
                </a:lnTo>
                <a:lnTo>
                  <a:pt x="3120614" y="9511"/>
                </a:lnTo>
                <a:lnTo>
                  <a:pt x="3119546" y="8985"/>
                </a:lnTo>
                <a:lnTo>
                  <a:pt x="3118464" y="8479"/>
                </a:lnTo>
                <a:lnTo>
                  <a:pt x="3117365" y="7993"/>
                </a:lnTo>
                <a:lnTo>
                  <a:pt x="3116252" y="7527"/>
                </a:lnTo>
                <a:lnTo>
                  <a:pt x="3115127" y="7080"/>
                </a:lnTo>
                <a:lnTo>
                  <a:pt x="3113997" y="6652"/>
                </a:lnTo>
                <a:lnTo>
                  <a:pt x="3112861" y="6244"/>
                </a:lnTo>
                <a:lnTo>
                  <a:pt x="3111719" y="5854"/>
                </a:lnTo>
                <a:lnTo>
                  <a:pt x="3110571" y="5483"/>
                </a:lnTo>
                <a:lnTo>
                  <a:pt x="3109417" y="5132"/>
                </a:lnTo>
                <a:lnTo>
                  <a:pt x="3108257" y="4799"/>
                </a:lnTo>
                <a:lnTo>
                  <a:pt x="3107091" y="4486"/>
                </a:lnTo>
                <a:lnTo>
                  <a:pt x="3105919" y="4191"/>
                </a:lnTo>
                <a:lnTo>
                  <a:pt x="3104741" y="3915"/>
                </a:lnTo>
                <a:lnTo>
                  <a:pt x="3103557" y="3659"/>
                </a:lnTo>
                <a:lnTo>
                  <a:pt x="3102367" y="3421"/>
                </a:lnTo>
                <a:lnTo>
                  <a:pt x="3101172" y="3203"/>
                </a:lnTo>
                <a:lnTo>
                  <a:pt x="3099970" y="3003"/>
                </a:lnTo>
                <a:lnTo>
                  <a:pt x="3098763" y="2822"/>
                </a:lnTo>
                <a:lnTo>
                  <a:pt x="3097549" y="2661"/>
                </a:lnTo>
                <a:lnTo>
                  <a:pt x="3096330" y="2518"/>
                </a:lnTo>
                <a:lnTo>
                  <a:pt x="3095105" y="2395"/>
                </a:lnTo>
                <a:lnTo>
                  <a:pt x="3093873" y="2290"/>
                </a:lnTo>
                <a:lnTo>
                  <a:pt x="3092636" y="2205"/>
                </a:lnTo>
                <a:lnTo>
                  <a:pt x="3091393" y="2138"/>
                </a:lnTo>
                <a:lnTo>
                  <a:pt x="3090144" y="2091"/>
                </a:lnTo>
                <a:lnTo>
                  <a:pt x="3088889" y="2062"/>
                </a:lnTo>
                <a:lnTo>
                  <a:pt x="3087628" y="2053"/>
                </a:lnTo>
                <a:lnTo>
                  <a:pt x="3085721" y="2070"/>
                </a:lnTo>
                <a:lnTo>
                  <a:pt x="3083839" y="2122"/>
                </a:lnTo>
                <a:lnTo>
                  <a:pt x="3081982" y="2210"/>
                </a:lnTo>
                <a:lnTo>
                  <a:pt x="3080150" y="2331"/>
                </a:lnTo>
                <a:lnTo>
                  <a:pt x="3078344" y="2488"/>
                </a:lnTo>
                <a:lnTo>
                  <a:pt x="3076562" y="2680"/>
                </a:lnTo>
                <a:lnTo>
                  <a:pt x="3074806" y="2906"/>
                </a:lnTo>
                <a:lnTo>
                  <a:pt x="3073075" y="3168"/>
                </a:lnTo>
                <a:lnTo>
                  <a:pt x="3071369" y="3464"/>
                </a:lnTo>
                <a:lnTo>
                  <a:pt x="3069688" y="3795"/>
                </a:lnTo>
                <a:lnTo>
                  <a:pt x="3068033" y="4161"/>
                </a:lnTo>
                <a:lnTo>
                  <a:pt x="3066402" y="4562"/>
                </a:lnTo>
                <a:lnTo>
                  <a:pt x="3064797" y="4997"/>
                </a:lnTo>
                <a:lnTo>
                  <a:pt x="3063217" y="5468"/>
                </a:lnTo>
                <a:lnTo>
                  <a:pt x="3061661" y="5973"/>
                </a:lnTo>
                <a:lnTo>
                  <a:pt x="3060132" y="6513"/>
                </a:lnTo>
                <a:lnTo>
                  <a:pt x="3058627" y="7088"/>
                </a:lnTo>
                <a:lnTo>
                  <a:pt x="3057147" y="7698"/>
                </a:lnTo>
                <a:lnTo>
                  <a:pt x="3055693" y="8342"/>
                </a:lnTo>
                <a:lnTo>
                  <a:pt x="3054263" y="9022"/>
                </a:lnTo>
                <a:lnTo>
                  <a:pt x="3052859" y="9736"/>
                </a:lnTo>
                <a:lnTo>
                  <a:pt x="3051480" y="10485"/>
                </a:lnTo>
                <a:lnTo>
                  <a:pt x="3050126" y="11269"/>
                </a:lnTo>
                <a:lnTo>
                  <a:pt x="3048797" y="12088"/>
                </a:lnTo>
                <a:lnTo>
                  <a:pt x="3047494" y="12938"/>
                </a:lnTo>
                <a:lnTo>
                  <a:pt x="3046218" y="13815"/>
                </a:lnTo>
                <a:lnTo>
                  <a:pt x="3044969" y="14718"/>
                </a:lnTo>
                <a:lnTo>
                  <a:pt x="3043746" y="15649"/>
                </a:lnTo>
                <a:lnTo>
                  <a:pt x="3042550" y="16606"/>
                </a:lnTo>
                <a:lnTo>
                  <a:pt x="3041381" y="17591"/>
                </a:lnTo>
                <a:lnTo>
                  <a:pt x="3040239" y="18602"/>
                </a:lnTo>
                <a:lnTo>
                  <a:pt x="3039123" y="19640"/>
                </a:lnTo>
                <a:lnTo>
                  <a:pt x="3038034" y="20705"/>
                </a:lnTo>
                <a:lnTo>
                  <a:pt x="3036972" y="21797"/>
                </a:lnTo>
                <a:lnTo>
                  <a:pt x="3035936" y="22916"/>
                </a:lnTo>
                <a:lnTo>
                  <a:pt x="3034927" y="24062"/>
                </a:lnTo>
                <a:lnTo>
                  <a:pt x="3033945" y="25235"/>
                </a:lnTo>
                <a:lnTo>
                  <a:pt x="3032990" y="26435"/>
                </a:lnTo>
                <a:lnTo>
                  <a:pt x="3032061" y="27662"/>
                </a:lnTo>
                <a:lnTo>
                  <a:pt x="3031159" y="28915"/>
                </a:lnTo>
                <a:lnTo>
                  <a:pt x="3030284" y="30196"/>
                </a:lnTo>
                <a:lnTo>
                  <a:pt x="3029435" y="31503"/>
                </a:lnTo>
                <a:lnTo>
                  <a:pt x="3028614" y="32838"/>
                </a:lnTo>
                <a:lnTo>
                  <a:pt x="3027819" y="34199"/>
                </a:lnTo>
                <a:lnTo>
                  <a:pt x="3027050" y="35588"/>
                </a:lnTo>
                <a:lnTo>
                  <a:pt x="3026309" y="37003"/>
                </a:lnTo>
                <a:lnTo>
                  <a:pt x="3025594" y="38445"/>
                </a:lnTo>
                <a:lnTo>
                  <a:pt x="3024906" y="39914"/>
                </a:lnTo>
                <a:lnTo>
                  <a:pt x="3024245" y="41406"/>
                </a:lnTo>
                <a:lnTo>
                  <a:pt x="3023613" y="42917"/>
                </a:lnTo>
                <a:lnTo>
                  <a:pt x="3023008" y="44447"/>
                </a:lnTo>
                <a:lnTo>
                  <a:pt x="3022432" y="45996"/>
                </a:lnTo>
                <a:lnTo>
                  <a:pt x="3021884" y="47564"/>
                </a:lnTo>
                <a:lnTo>
                  <a:pt x="3021364" y="49151"/>
                </a:lnTo>
                <a:lnTo>
                  <a:pt x="3020872" y="50757"/>
                </a:lnTo>
                <a:lnTo>
                  <a:pt x="3020408" y="52382"/>
                </a:lnTo>
                <a:lnTo>
                  <a:pt x="3019972" y="54026"/>
                </a:lnTo>
                <a:lnTo>
                  <a:pt x="3019564" y="55689"/>
                </a:lnTo>
                <a:lnTo>
                  <a:pt x="3019185" y="57372"/>
                </a:lnTo>
                <a:lnTo>
                  <a:pt x="3018833" y="59073"/>
                </a:lnTo>
                <a:lnTo>
                  <a:pt x="3018510" y="60793"/>
                </a:lnTo>
                <a:lnTo>
                  <a:pt x="3018215" y="62532"/>
                </a:lnTo>
                <a:lnTo>
                  <a:pt x="3017948" y="64290"/>
                </a:lnTo>
                <a:lnTo>
                  <a:pt x="3017709" y="66067"/>
                </a:lnTo>
                <a:lnTo>
                  <a:pt x="3017498" y="67863"/>
                </a:lnTo>
                <a:lnTo>
                  <a:pt x="3017315" y="69678"/>
                </a:lnTo>
                <a:lnTo>
                  <a:pt x="3017161" y="71512"/>
                </a:lnTo>
                <a:lnTo>
                  <a:pt x="3017034" y="73366"/>
                </a:lnTo>
                <a:lnTo>
                  <a:pt x="3016936" y="75238"/>
                </a:lnTo>
                <a:lnTo>
                  <a:pt x="3016865" y="77129"/>
                </a:lnTo>
                <a:lnTo>
                  <a:pt x="3016823" y="79039"/>
                </a:lnTo>
                <a:lnTo>
                  <a:pt x="3016809" y="80968"/>
                </a:lnTo>
                <a:lnTo>
                  <a:pt x="3016823" y="82897"/>
                </a:lnTo>
                <a:lnTo>
                  <a:pt x="3016865" y="84807"/>
                </a:lnTo>
                <a:lnTo>
                  <a:pt x="3016936" y="86697"/>
                </a:lnTo>
                <a:lnTo>
                  <a:pt x="3017034" y="88568"/>
                </a:lnTo>
                <a:lnTo>
                  <a:pt x="3017161" y="90419"/>
                </a:lnTo>
                <a:lnTo>
                  <a:pt x="3017315" y="92251"/>
                </a:lnTo>
                <a:lnTo>
                  <a:pt x="3017498" y="94064"/>
                </a:lnTo>
                <a:lnTo>
                  <a:pt x="3017709" y="95857"/>
                </a:lnTo>
                <a:lnTo>
                  <a:pt x="3017948" y="97631"/>
                </a:lnTo>
                <a:lnTo>
                  <a:pt x="3018215" y="99385"/>
                </a:lnTo>
                <a:lnTo>
                  <a:pt x="3018510" y="101120"/>
                </a:lnTo>
                <a:lnTo>
                  <a:pt x="3018833" y="102835"/>
                </a:lnTo>
                <a:lnTo>
                  <a:pt x="3019185" y="104532"/>
                </a:lnTo>
                <a:lnTo>
                  <a:pt x="3019564" y="106208"/>
                </a:lnTo>
                <a:lnTo>
                  <a:pt x="3019972" y="107866"/>
                </a:lnTo>
                <a:lnTo>
                  <a:pt x="3020408" y="109504"/>
                </a:lnTo>
                <a:lnTo>
                  <a:pt x="3020872" y="111122"/>
                </a:lnTo>
                <a:lnTo>
                  <a:pt x="3021364" y="112721"/>
                </a:lnTo>
                <a:lnTo>
                  <a:pt x="3021884" y="114301"/>
                </a:lnTo>
                <a:lnTo>
                  <a:pt x="3022432" y="115861"/>
                </a:lnTo>
                <a:lnTo>
                  <a:pt x="3023008" y="117402"/>
                </a:lnTo>
                <a:lnTo>
                  <a:pt x="3023613" y="118924"/>
                </a:lnTo>
                <a:lnTo>
                  <a:pt x="3024245" y="120426"/>
                </a:lnTo>
                <a:lnTo>
                  <a:pt x="3024906" y="121909"/>
                </a:lnTo>
                <a:lnTo>
                  <a:pt x="3025594" y="123368"/>
                </a:lnTo>
                <a:lnTo>
                  <a:pt x="3026309" y="124801"/>
                </a:lnTo>
                <a:lnTo>
                  <a:pt x="3027050" y="126208"/>
                </a:lnTo>
                <a:lnTo>
                  <a:pt x="3027819" y="127588"/>
                </a:lnTo>
                <a:lnTo>
                  <a:pt x="3028614" y="128942"/>
                </a:lnTo>
                <a:lnTo>
                  <a:pt x="3029435" y="130269"/>
                </a:lnTo>
                <a:lnTo>
                  <a:pt x="3030284" y="131570"/>
                </a:lnTo>
                <a:lnTo>
                  <a:pt x="3031159" y="132844"/>
                </a:lnTo>
                <a:lnTo>
                  <a:pt x="3032061" y="134091"/>
                </a:lnTo>
                <a:lnTo>
                  <a:pt x="3032990" y="135312"/>
                </a:lnTo>
                <a:lnTo>
                  <a:pt x="3033945" y="136507"/>
                </a:lnTo>
                <a:lnTo>
                  <a:pt x="3034927" y="137675"/>
                </a:lnTo>
                <a:lnTo>
                  <a:pt x="3035936" y="138816"/>
                </a:lnTo>
                <a:lnTo>
                  <a:pt x="3036972" y="139931"/>
                </a:lnTo>
                <a:lnTo>
                  <a:pt x="3038034" y="141019"/>
                </a:lnTo>
                <a:lnTo>
                  <a:pt x="3039123" y="142081"/>
                </a:lnTo>
                <a:lnTo>
                  <a:pt x="3040239" y="143116"/>
                </a:lnTo>
                <a:lnTo>
                  <a:pt x="3041381" y="144125"/>
                </a:lnTo>
                <a:lnTo>
                  <a:pt x="3042550" y="145107"/>
                </a:lnTo>
                <a:lnTo>
                  <a:pt x="3043746" y="146063"/>
                </a:lnTo>
                <a:lnTo>
                  <a:pt x="3044969" y="146992"/>
                </a:lnTo>
                <a:lnTo>
                  <a:pt x="3046218" y="147895"/>
                </a:lnTo>
                <a:lnTo>
                  <a:pt x="3047494" y="148771"/>
                </a:lnTo>
                <a:lnTo>
                  <a:pt x="3048797" y="149620"/>
                </a:lnTo>
                <a:lnTo>
                  <a:pt x="3050126" y="150439"/>
                </a:lnTo>
                <a:lnTo>
                  <a:pt x="3051480" y="151223"/>
                </a:lnTo>
                <a:lnTo>
                  <a:pt x="3052859" y="151972"/>
                </a:lnTo>
                <a:lnTo>
                  <a:pt x="3054263" y="152687"/>
                </a:lnTo>
                <a:lnTo>
                  <a:pt x="3055693" y="153366"/>
                </a:lnTo>
                <a:lnTo>
                  <a:pt x="3057147" y="154011"/>
                </a:lnTo>
                <a:lnTo>
                  <a:pt x="3058627" y="154621"/>
                </a:lnTo>
                <a:lnTo>
                  <a:pt x="3060132" y="155195"/>
                </a:lnTo>
                <a:lnTo>
                  <a:pt x="3061661" y="155736"/>
                </a:lnTo>
                <a:lnTo>
                  <a:pt x="3063217" y="156241"/>
                </a:lnTo>
                <a:lnTo>
                  <a:pt x="3064797" y="156711"/>
                </a:lnTo>
                <a:lnTo>
                  <a:pt x="3066402" y="157147"/>
                </a:lnTo>
                <a:lnTo>
                  <a:pt x="3068033" y="157548"/>
                </a:lnTo>
                <a:lnTo>
                  <a:pt x="3069688" y="157913"/>
                </a:lnTo>
                <a:lnTo>
                  <a:pt x="3071369" y="158244"/>
                </a:lnTo>
                <a:lnTo>
                  <a:pt x="3073075" y="158541"/>
                </a:lnTo>
                <a:lnTo>
                  <a:pt x="3074806" y="158802"/>
                </a:lnTo>
                <a:lnTo>
                  <a:pt x="3076562" y="159028"/>
                </a:lnTo>
                <a:lnTo>
                  <a:pt x="3078344" y="159220"/>
                </a:lnTo>
                <a:lnTo>
                  <a:pt x="3080150" y="159377"/>
                </a:lnTo>
                <a:lnTo>
                  <a:pt x="3081982" y="159499"/>
                </a:lnTo>
                <a:lnTo>
                  <a:pt x="3083839" y="159586"/>
                </a:lnTo>
                <a:lnTo>
                  <a:pt x="3085721" y="159638"/>
                </a:lnTo>
                <a:lnTo>
                  <a:pt x="3087628" y="159656"/>
                </a:lnTo>
                <a:lnTo>
                  <a:pt x="3089010" y="159645"/>
                </a:lnTo>
                <a:lnTo>
                  <a:pt x="3090380" y="159614"/>
                </a:lnTo>
                <a:lnTo>
                  <a:pt x="3091739" y="159563"/>
                </a:lnTo>
                <a:lnTo>
                  <a:pt x="3093087" y="159491"/>
                </a:lnTo>
                <a:lnTo>
                  <a:pt x="3094424" y="159398"/>
                </a:lnTo>
                <a:lnTo>
                  <a:pt x="3095750" y="159285"/>
                </a:lnTo>
                <a:close/>
                <a:moveTo>
                  <a:pt x="2190176" y="159151"/>
                </a:moveTo>
                <a:lnTo>
                  <a:pt x="2191478" y="158997"/>
                </a:lnTo>
                <a:lnTo>
                  <a:pt x="2192770" y="158822"/>
                </a:lnTo>
                <a:lnTo>
                  <a:pt x="2194050" y="158626"/>
                </a:lnTo>
                <a:lnTo>
                  <a:pt x="2195319" y="158410"/>
                </a:lnTo>
                <a:lnTo>
                  <a:pt x="2196577" y="158173"/>
                </a:lnTo>
                <a:lnTo>
                  <a:pt x="2197823" y="157916"/>
                </a:lnTo>
                <a:lnTo>
                  <a:pt x="2199058" y="157638"/>
                </a:lnTo>
                <a:lnTo>
                  <a:pt x="2200282" y="157339"/>
                </a:lnTo>
                <a:lnTo>
                  <a:pt x="2201495" y="157020"/>
                </a:lnTo>
                <a:lnTo>
                  <a:pt x="2202696" y="156680"/>
                </a:lnTo>
                <a:lnTo>
                  <a:pt x="2203886" y="156320"/>
                </a:lnTo>
                <a:lnTo>
                  <a:pt x="2205065" y="155939"/>
                </a:lnTo>
                <a:lnTo>
                  <a:pt x="2206232" y="155538"/>
                </a:lnTo>
                <a:lnTo>
                  <a:pt x="2207388" y="155115"/>
                </a:lnTo>
                <a:lnTo>
                  <a:pt x="2208533" y="154673"/>
                </a:lnTo>
                <a:lnTo>
                  <a:pt x="2209667" y="154209"/>
                </a:lnTo>
                <a:lnTo>
                  <a:pt x="2210789" y="153726"/>
                </a:lnTo>
                <a:lnTo>
                  <a:pt x="2211897" y="153221"/>
                </a:lnTo>
                <a:lnTo>
                  <a:pt x="2212989" y="152696"/>
                </a:lnTo>
                <a:lnTo>
                  <a:pt x="2214063" y="152150"/>
                </a:lnTo>
                <a:lnTo>
                  <a:pt x="2215121" y="151583"/>
                </a:lnTo>
                <a:lnTo>
                  <a:pt x="2216162" y="150995"/>
                </a:lnTo>
                <a:lnTo>
                  <a:pt x="2217186" y="150386"/>
                </a:lnTo>
                <a:lnTo>
                  <a:pt x="2218193" y="149757"/>
                </a:lnTo>
                <a:lnTo>
                  <a:pt x="2219184" y="149107"/>
                </a:lnTo>
                <a:lnTo>
                  <a:pt x="2220157" y="148436"/>
                </a:lnTo>
                <a:lnTo>
                  <a:pt x="2221114" y="147744"/>
                </a:lnTo>
                <a:lnTo>
                  <a:pt x="2222054" y="147032"/>
                </a:lnTo>
                <a:lnTo>
                  <a:pt x="2222977" y="146299"/>
                </a:lnTo>
                <a:lnTo>
                  <a:pt x="2223883" y="145545"/>
                </a:lnTo>
                <a:lnTo>
                  <a:pt x="2224773" y="144770"/>
                </a:lnTo>
                <a:lnTo>
                  <a:pt x="2225645" y="143974"/>
                </a:lnTo>
                <a:lnTo>
                  <a:pt x="2226501" y="143158"/>
                </a:lnTo>
                <a:lnTo>
                  <a:pt x="2227340" y="142321"/>
                </a:lnTo>
                <a:lnTo>
                  <a:pt x="2228162" y="141463"/>
                </a:lnTo>
                <a:lnTo>
                  <a:pt x="2228968" y="140584"/>
                </a:lnTo>
                <a:lnTo>
                  <a:pt x="2229756" y="139684"/>
                </a:lnTo>
                <a:lnTo>
                  <a:pt x="2230528" y="138764"/>
                </a:lnTo>
                <a:lnTo>
                  <a:pt x="2231283" y="137823"/>
                </a:lnTo>
                <a:lnTo>
                  <a:pt x="2232021" y="136861"/>
                </a:lnTo>
                <a:lnTo>
                  <a:pt x="2232742" y="135878"/>
                </a:lnTo>
                <a:lnTo>
                  <a:pt x="2233443" y="134875"/>
                </a:lnTo>
                <a:lnTo>
                  <a:pt x="2234120" y="133849"/>
                </a:lnTo>
                <a:lnTo>
                  <a:pt x="2234773" y="132802"/>
                </a:lnTo>
                <a:lnTo>
                  <a:pt x="2235403" y="131733"/>
                </a:lnTo>
                <a:lnTo>
                  <a:pt x="2236009" y="130643"/>
                </a:lnTo>
                <a:lnTo>
                  <a:pt x="2236591" y="129531"/>
                </a:lnTo>
                <a:lnTo>
                  <a:pt x="2237149" y="128398"/>
                </a:lnTo>
                <a:lnTo>
                  <a:pt x="2237683" y="127243"/>
                </a:lnTo>
                <a:lnTo>
                  <a:pt x="2238194" y="126067"/>
                </a:lnTo>
                <a:lnTo>
                  <a:pt x="2238681" y="124868"/>
                </a:lnTo>
                <a:lnTo>
                  <a:pt x="2239145" y="123649"/>
                </a:lnTo>
                <a:lnTo>
                  <a:pt x="2239584" y="122407"/>
                </a:lnTo>
                <a:lnTo>
                  <a:pt x="2240000" y="121145"/>
                </a:lnTo>
                <a:lnTo>
                  <a:pt x="2240392" y="119860"/>
                </a:lnTo>
                <a:lnTo>
                  <a:pt x="2240760" y="118554"/>
                </a:lnTo>
                <a:lnTo>
                  <a:pt x="2241105" y="117227"/>
                </a:lnTo>
                <a:lnTo>
                  <a:pt x="2241425" y="115877"/>
                </a:lnTo>
                <a:lnTo>
                  <a:pt x="2241722" y="114507"/>
                </a:lnTo>
                <a:lnTo>
                  <a:pt x="2241996" y="113114"/>
                </a:lnTo>
                <a:lnTo>
                  <a:pt x="2242245" y="111700"/>
                </a:lnTo>
                <a:lnTo>
                  <a:pt x="2242471" y="110265"/>
                </a:lnTo>
                <a:lnTo>
                  <a:pt x="2242673" y="108808"/>
                </a:lnTo>
                <a:lnTo>
                  <a:pt x="2242851" y="107329"/>
                </a:lnTo>
                <a:lnTo>
                  <a:pt x="2243005" y="105829"/>
                </a:lnTo>
                <a:lnTo>
                  <a:pt x="2222250" y="105829"/>
                </a:lnTo>
                <a:lnTo>
                  <a:pt x="2222073" y="107343"/>
                </a:lnTo>
                <a:lnTo>
                  <a:pt x="2221864" y="108826"/>
                </a:lnTo>
                <a:lnTo>
                  <a:pt x="2221625" y="110276"/>
                </a:lnTo>
                <a:lnTo>
                  <a:pt x="2221354" y="111696"/>
                </a:lnTo>
                <a:lnTo>
                  <a:pt x="2221051" y="113083"/>
                </a:lnTo>
                <a:lnTo>
                  <a:pt x="2220718" y="114439"/>
                </a:lnTo>
                <a:lnTo>
                  <a:pt x="2220353" y="115763"/>
                </a:lnTo>
                <a:lnTo>
                  <a:pt x="2219957" y="117055"/>
                </a:lnTo>
                <a:lnTo>
                  <a:pt x="2219529" y="118316"/>
                </a:lnTo>
                <a:lnTo>
                  <a:pt x="2219070" y="119545"/>
                </a:lnTo>
                <a:lnTo>
                  <a:pt x="2218580" y="120743"/>
                </a:lnTo>
                <a:lnTo>
                  <a:pt x="2218059" y="121909"/>
                </a:lnTo>
                <a:lnTo>
                  <a:pt x="2217507" y="123043"/>
                </a:lnTo>
                <a:lnTo>
                  <a:pt x="2216923" y="124145"/>
                </a:lnTo>
                <a:lnTo>
                  <a:pt x="2216308" y="125216"/>
                </a:lnTo>
                <a:lnTo>
                  <a:pt x="2215661" y="126255"/>
                </a:lnTo>
                <a:lnTo>
                  <a:pt x="2214983" y="127262"/>
                </a:lnTo>
                <a:lnTo>
                  <a:pt x="2214274" y="128238"/>
                </a:lnTo>
                <a:lnTo>
                  <a:pt x="2213534" y="129182"/>
                </a:lnTo>
                <a:lnTo>
                  <a:pt x="2212763" y="130094"/>
                </a:lnTo>
                <a:lnTo>
                  <a:pt x="2211960" y="130975"/>
                </a:lnTo>
                <a:lnTo>
                  <a:pt x="2211126" y="131824"/>
                </a:lnTo>
                <a:lnTo>
                  <a:pt x="2210260" y="132641"/>
                </a:lnTo>
                <a:lnTo>
                  <a:pt x="2209364" y="133427"/>
                </a:lnTo>
                <a:lnTo>
                  <a:pt x="2208440" y="134180"/>
                </a:lnTo>
                <a:lnTo>
                  <a:pt x="2207492" y="134902"/>
                </a:lnTo>
                <a:lnTo>
                  <a:pt x="2206522" y="135592"/>
                </a:lnTo>
                <a:lnTo>
                  <a:pt x="2205527" y="136249"/>
                </a:lnTo>
                <a:lnTo>
                  <a:pt x="2204510" y="136874"/>
                </a:lnTo>
                <a:lnTo>
                  <a:pt x="2203469" y="137468"/>
                </a:lnTo>
                <a:lnTo>
                  <a:pt x="2202405" y="138029"/>
                </a:lnTo>
                <a:lnTo>
                  <a:pt x="2201317" y="138558"/>
                </a:lnTo>
                <a:lnTo>
                  <a:pt x="2200207" y="139055"/>
                </a:lnTo>
                <a:lnTo>
                  <a:pt x="2199072" y="139521"/>
                </a:lnTo>
                <a:lnTo>
                  <a:pt x="2197915" y="139954"/>
                </a:lnTo>
                <a:lnTo>
                  <a:pt x="2196734" y="140354"/>
                </a:lnTo>
                <a:lnTo>
                  <a:pt x="2195529" y="140723"/>
                </a:lnTo>
                <a:lnTo>
                  <a:pt x="2194302" y="141060"/>
                </a:lnTo>
                <a:lnTo>
                  <a:pt x="2193051" y="141365"/>
                </a:lnTo>
                <a:lnTo>
                  <a:pt x="2191776" y="141637"/>
                </a:lnTo>
                <a:lnTo>
                  <a:pt x="2190478" y="141878"/>
                </a:lnTo>
                <a:lnTo>
                  <a:pt x="2189157" y="142086"/>
                </a:lnTo>
                <a:lnTo>
                  <a:pt x="2187813" y="142263"/>
                </a:lnTo>
                <a:lnTo>
                  <a:pt x="2186445" y="142407"/>
                </a:lnTo>
                <a:lnTo>
                  <a:pt x="2185054" y="142519"/>
                </a:lnTo>
                <a:lnTo>
                  <a:pt x="2183639" y="142600"/>
                </a:lnTo>
                <a:lnTo>
                  <a:pt x="2182201" y="142648"/>
                </a:lnTo>
                <a:lnTo>
                  <a:pt x="2180740" y="142664"/>
                </a:lnTo>
                <a:lnTo>
                  <a:pt x="2179278" y="142649"/>
                </a:lnTo>
                <a:lnTo>
                  <a:pt x="2177840" y="142606"/>
                </a:lnTo>
                <a:lnTo>
                  <a:pt x="2176426" y="142535"/>
                </a:lnTo>
                <a:lnTo>
                  <a:pt x="2175034" y="142434"/>
                </a:lnTo>
                <a:lnTo>
                  <a:pt x="2173667" y="142305"/>
                </a:lnTo>
                <a:lnTo>
                  <a:pt x="2172322" y="142147"/>
                </a:lnTo>
                <a:lnTo>
                  <a:pt x="2171001" y="141960"/>
                </a:lnTo>
                <a:lnTo>
                  <a:pt x="2169703" y="141745"/>
                </a:lnTo>
                <a:lnTo>
                  <a:pt x="2168429" y="141501"/>
                </a:lnTo>
                <a:lnTo>
                  <a:pt x="2167178" y="141228"/>
                </a:lnTo>
                <a:lnTo>
                  <a:pt x="2165950" y="140927"/>
                </a:lnTo>
                <a:lnTo>
                  <a:pt x="2164746" y="140597"/>
                </a:lnTo>
                <a:lnTo>
                  <a:pt x="2163565" y="140238"/>
                </a:lnTo>
                <a:lnTo>
                  <a:pt x="2162407" y="139850"/>
                </a:lnTo>
                <a:lnTo>
                  <a:pt x="2161273" y="139434"/>
                </a:lnTo>
                <a:lnTo>
                  <a:pt x="2160162" y="138989"/>
                </a:lnTo>
                <a:lnTo>
                  <a:pt x="2159074" y="138515"/>
                </a:lnTo>
                <a:lnTo>
                  <a:pt x="2158010" y="138013"/>
                </a:lnTo>
                <a:lnTo>
                  <a:pt x="2156969" y="137482"/>
                </a:lnTo>
                <a:lnTo>
                  <a:pt x="2155952" y="136922"/>
                </a:lnTo>
                <a:lnTo>
                  <a:pt x="2154958" y="136334"/>
                </a:lnTo>
                <a:lnTo>
                  <a:pt x="2153987" y="135716"/>
                </a:lnTo>
                <a:lnTo>
                  <a:pt x="2153040" y="135071"/>
                </a:lnTo>
                <a:lnTo>
                  <a:pt x="2152116" y="134396"/>
                </a:lnTo>
                <a:lnTo>
                  <a:pt x="2151214" y="133697"/>
                </a:lnTo>
                <a:lnTo>
                  <a:pt x="2150332" y="132978"/>
                </a:lnTo>
                <a:lnTo>
                  <a:pt x="2149470" y="132239"/>
                </a:lnTo>
                <a:lnTo>
                  <a:pt x="2148629" y="131480"/>
                </a:lnTo>
                <a:lnTo>
                  <a:pt x="2147809" y="130701"/>
                </a:lnTo>
                <a:lnTo>
                  <a:pt x="2147009" y="129902"/>
                </a:lnTo>
                <a:lnTo>
                  <a:pt x="2146229" y="129083"/>
                </a:lnTo>
                <a:lnTo>
                  <a:pt x="2145470" y="128244"/>
                </a:lnTo>
                <a:lnTo>
                  <a:pt x="2144731" y="127385"/>
                </a:lnTo>
                <a:lnTo>
                  <a:pt x="2144012" y="126506"/>
                </a:lnTo>
                <a:lnTo>
                  <a:pt x="2143314" y="125607"/>
                </a:lnTo>
                <a:lnTo>
                  <a:pt x="2142636" y="124688"/>
                </a:lnTo>
                <a:lnTo>
                  <a:pt x="2141979" y="123749"/>
                </a:lnTo>
                <a:lnTo>
                  <a:pt x="2141342" y="122790"/>
                </a:lnTo>
                <a:lnTo>
                  <a:pt x="2140725" y="121811"/>
                </a:lnTo>
                <a:lnTo>
                  <a:pt x="2140129" y="120812"/>
                </a:lnTo>
                <a:lnTo>
                  <a:pt x="2139553" y="119794"/>
                </a:lnTo>
                <a:lnTo>
                  <a:pt x="2138997" y="118755"/>
                </a:lnTo>
                <a:lnTo>
                  <a:pt x="2138462" y="117696"/>
                </a:lnTo>
                <a:lnTo>
                  <a:pt x="2137948" y="116617"/>
                </a:lnTo>
                <a:lnTo>
                  <a:pt x="2137453" y="115518"/>
                </a:lnTo>
                <a:lnTo>
                  <a:pt x="2136980" y="114399"/>
                </a:lnTo>
                <a:lnTo>
                  <a:pt x="2136526" y="113260"/>
                </a:lnTo>
                <a:lnTo>
                  <a:pt x="2136093" y="112101"/>
                </a:lnTo>
                <a:lnTo>
                  <a:pt x="2135679" y="110927"/>
                </a:lnTo>
                <a:lnTo>
                  <a:pt x="2135282" y="109742"/>
                </a:lnTo>
                <a:lnTo>
                  <a:pt x="2134904" y="108546"/>
                </a:lnTo>
                <a:lnTo>
                  <a:pt x="2134542" y="107340"/>
                </a:lnTo>
                <a:lnTo>
                  <a:pt x="2134199" y="106123"/>
                </a:lnTo>
                <a:lnTo>
                  <a:pt x="2133873" y="104895"/>
                </a:lnTo>
                <a:lnTo>
                  <a:pt x="2133564" y="103657"/>
                </a:lnTo>
                <a:lnTo>
                  <a:pt x="2133274" y="102408"/>
                </a:lnTo>
                <a:lnTo>
                  <a:pt x="2133001" y="101148"/>
                </a:lnTo>
                <a:lnTo>
                  <a:pt x="2132745" y="99877"/>
                </a:lnTo>
                <a:lnTo>
                  <a:pt x="2132507" y="98596"/>
                </a:lnTo>
                <a:lnTo>
                  <a:pt x="2132287" y="97304"/>
                </a:lnTo>
                <a:lnTo>
                  <a:pt x="2132084" y="96002"/>
                </a:lnTo>
                <a:lnTo>
                  <a:pt x="2131899" y="94689"/>
                </a:lnTo>
                <a:lnTo>
                  <a:pt x="2131732" y="93365"/>
                </a:lnTo>
                <a:lnTo>
                  <a:pt x="2131582" y="92030"/>
                </a:lnTo>
                <a:lnTo>
                  <a:pt x="2131450" y="90685"/>
                </a:lnTo>
                <a:lnTo>
                  <a:pt x="2131335" y="89329"/>
                </a:lnTo>
                <a:lnTo>
                  <a:pt x="2131239" y="87962"/>
                </a:lnTo>
                <a:lnTo>
                  <a:pt x="2131159" y="86585"/>
                </a:lnTo>
                <a:lnTo>
                  <a:pt x="2131098" y="85197"/>
                </a:lnTo>
                <a:lnTo>
                  <a:pt x="2131054" y="83798"/>
                </a:lnTo>
                <a:lnTo>
                  <a:pt x="2131027" y="82388"/>
                </a:lnTo>
                <a:lnTo>
                  <a:pt x="2131018" y="80968"/>
                </a:lnTo>
                <a:lnTo>
                  <a:pt x="2131027" y="79539"/>
                </a:lnTo>
                <a:lnTo>
                  <a:pt x="2131054" y="78120"/>
                </a:lnTo>
                <a:lnTo>
                  <a:pt x="2131098" y="76713"/>
                </a:lnTo>
                <a:lnTo>
                  <a:pt x="2131159" y="75317"/>
                </a:lnTo>
                <a:lnTo>
                  <a:pt x="2131239" y="73932"/>
                </a:lnTo>
                <a:lnTo>
                  <a:pt x="2131335" y="72558"/>
                </a:lnTo>
                <a:lnTo>
                  <a:pt x="2131450" y="71195"/>
                </a:lnTo>
                <a:lnTo>
                  <a:pt x="2131582" y="69843"/>
                </a:lnTo>
                <a:lnTo>
                  <a:pt x="2131732" y="68502"/>
                </a:lnTo>
                <a:lnTo>
                  <a:pt x="2131899" y="67173"/>
                </a:lnTo>
                <a:lnTo>
                  <a:pt x="2132084" y="65854"/>
                </a:lnTo>
                <a:lnTo>
                  <a:pt x="2132287" y="64547"/>
                </a:lnTo>
                <a:lnTo>
                  <a:pt x="2132507" y="63250"/>
                </a:lnTo>
                <a:lnTo>
                  <a:pt x="2132745" y="61965"/>
                </a:lnTo>
                <a:lnTo>
                  <a:pt x="2133001" y="60691"/>
                </a:lnTo>
                <a:lnTo>
                  <a:pt x="2133274" y="59427"/>
                </a:lnTo>
                <a:lnTo>
                  <a:pt x="2133564" y="58175"/>
                </a:lnTo>
                <a:lnTo>
                  <a:pt x="2133873" y="56934"/>
                </a:lnTo>
                <a:lnTo>
                  <a:pt x="2134199" y="55704"/>
                </a:lnTo>
                <a:lnTo>
                  <a:pt x="2134542" y="54486"/>
                </a:lnTo>
                <a:lnTo>
                  <a:pt x="2134904" y="53278"/>
                </a:lnTo>
                <a:lnTo>
                  <a:pt x="2135282" y="52081"/>
                </a:lnTo>
                <a:lnTo>
                  <a:pt x="2135679" y="50896"/>
                </a:lnTo>
                <a:lnTo>
                  <a:pt x="2136093" y="49721"/>
                </a:lnTo>
                <a:lnTo>
                  <a:pt x="2136526" y="48562"/>
                </a:lnTo>
                <a:lnTo>
                  <a:pt x="2136980" y="47422"/>
                </a:lnTo>
                <a:lnTo>
                  <a:pt x="2137453" y="46302"/>
                </a:lnTo>
                <a:lnTo>
                  <a:pt x="2137948" y="45201"/>
                </a:lnTo>
                <a:lnTo>
                  <a:pt x="2138462" y="44119"/>
                </a:lnTo>
                <a:lnTo>
                  <a:pt x="2138997" y="43057"/>
                </a:lnTo>
                <a:lnTo>
                  <a:pt x="2139553" y="42014"/>
                </a:lnTo>
                <a:lnTo>
                  <a:pt x="2140129" y="40991"/>
                </a:lnTo>
                <a:lnTo>
                  <a:pt x="2140725" y="39987"/>
                </a:lnTo>
                <a:lnTo>
                  <a:pt x="2141342" y="39002"/>
                </a:lnTo>
                <a:lnTo>
                  <a:pt x="2141979" y="38037"/>
                </a:lnTo>
                <a:lnTo>
                  <a:pt x="2142636" y="37091"/>
                </a:lnTo>
                <a:lnTo>
                  <a:pt x="2143314" y="36165"/>
                </a:lnTo>
                <a:lnTo>
                  <a:pt x="2144012" y="35258"/>
                </a:lnTo>
                <a:lnTo>
                  <a:pt x="2144731" y="34371"/>
                </a:lnTo>
                <a:lnTo>
                  <a:pt x="2145470" y="33502"/>
                </a:lnTo>
                <a:lnTo>
                  <a:pt x="2146229" y="32654"/>
                </a:lnTo>
                <a:lnTo>
                  <a:pt x="2147009" y="31824"/>
                </a:lnTo>
                <a:lnTo>
                  <a:pt x="2147809" y="31014"/>
                </a:lnTo>
                <a:lnTo>
                  <a:pt x="2148629" y="30224"/>
                </a:lnTo>
                <a:lnTo>
                  <a:pt x="2149470" y="29453"/>
                </a:lnTo>
                <a:lnTo>
                  <a:pt x="2150332" y="28701"/>
                </a:lnTo>
                <a:lnTo>
                  <a:pt x="2151214" y="27968"/>
                </a:lnTo>
                <a:lnTo>
                  <a:pt x="2152116" y="27256"/>
                </a:lnTo>
                <a:lnTo>
                  <a:pt x="2153040" y="26567"/>
                </a:lnTo>
                <a:lnTo>
                  <a:pt x="2153987" y="25908"/>
                </a:lnTo>
                <a:lnTo>
                  <a:pt x="2154958" y="25278"/>
                </a:lnTo>
                <a:lnTo>
                  <a:pt x="2155952" y="24677"/>
                </a:lnTo>
                <a:lnTo>
                  <a:pt x="2156969" y="24106"/>
                </a:lnTo>
                <a:lnTo>
                  <a:pt x="2158010" y="23563"/>
                </a:lnTo>
                <a:lnTo>
                  <a:pt x="2159074" y="23051"/>
                </a:lnTo>
                <a:lnTo>
                  <a:pt x="2160162" y="22567"/>
                </a:lnTo>
                <a:lnTo>
                  <a:pt x="2161273" y="22113"/>
                </a:lnTo>
                <a:lnTo>
                  <a:pt x="2162407" y="21688"/>
                </a:lnTo>
                <a:lnTo>
                  <a:pt x="2163565" y="21293"/>
                </a:lnTo>
                <a:lnTo>
                  <a:pt x="2164746" y="20926"/>
                </a:lnTo>
                <a:lnTo>
                  <a:pt x="2165950" y="20589"/>
                </a:lnTo>
                <a:lnTo>
                  <a:pt x="2167178" y="20282"/>
                </a:lnTo>
                <a:lnTo>
                  <a:pt x="2168429" y="20003"/>
                </a:lnTo>
                <a:lnTo>
                  <a:pt x="2169703" y="19754"/>
                </a:lnTo>
                <a:lnTo>
                  <a:pt x="2171001" y="19534"/>
                </a:lnTo>
                <a:lnTo>
                  <a:pt x="2172322" y="19344"/>
                </a:lnTo>
                <a:lnTo>
                  <a:pt x="2173667" y="19183"/>
                </a:lnTo>
                <a:lnTo>
                  <a:pt x="2175034" y="19051"/>
                </a:lnTo>
                <a:lnTo>
                  <a:pt x="2176426" y="18948"/>
                </a:lnTo>
                <a:lnTo>
                  <a:pt x="2177840" y="18875"/>
                </a:lnTo>
                <a:lnTo>
                  <a:pt x="2179278" y="18831"/>
                </a:lnTo>
                <a:lnTo>
                  <a:pt x="2180740" y="18817"/>
                </a:lnTo>
                <a:lnTo>
                  <a:pt x="2181583" y="18823"/>
                </a:lnTo>
                <a:lnTo>
                  <a:pt x="2182422" y="18842"/>
                </a:lnTo>
                <a:lnTo>
                  <a:pt x="2183256" y="18874"/>
                </a:lnTo>
                <a:lnTo>
                  <a:pt x="2184086" y="18918"/>
                </a:lnTo>
                <a:lnTo>
                  <a:pt x="2184912" y="18975"/>
                </a:lnTo>
                <a:lnTo>
                  <a:pt x="2185732" y="19045"/>
                </a:lnTo>
                <a:lnTo>
                  <a:pt x="2186549" y="19127"/>
                </a:lnTo>
                <a:lnTo>
                  <a:pt x="2187360" y="19222"/>
                </a:lnTo>
                <a:lnTo>
                  <a:pt x="2188167" y="19330"/>
                </a:lnTo>
                <a:lnTo>
                  <a:pt x="2188970" y="19450"/>
                </a:lnTo>
                <a:lnTo>
                  <a:pt x="2189768" y="19583"/>
                </a:lnTo>
                <a:lnTo>
                  <a:pt x="2190561" y="19729"/>
                </a:lnTo>
                <a:lnTo>
                  <a:pt x="2191350" y="19887"/>
                </a:lnTo>
                <a:lnTo>
                  <a:pt x="2192134" y="20058"/>
                </a:lnTo>
                <a:lnTo>
                  <a:pt x="2192914" y="20242"/>
                </a:lnTo>
                <a:lnTo>
                  <a:pt x="2193689" y="20438"/>
                </a:lnTo>
                <a:lnTo>
                  <a:pt x="2194460" y="20648"/>
                </a:lnTo>
                <a:lnTo>
                  <a:pt x="2195226" y="20869"/>
                </a:lnTo>
                <a:lnTo>
                  <a:pt x="2195988" y="21104"/>
                </a:lnTo>
                <a:lnTo>
                  <a:pt x="2196745" y="21351"/>
                </a:lnTo>
                <a:lnTo>
                  <a:pt x="2197497" y="21611"/>
                </a:lnTo>
                <a:lnTo>
                  <a:pt x="2198245" y="21883"/>
                </a:lnTo>
                <a:lnTo>
                  <a:pt x="2198988" y="22168"/>
                </a:lnTo>
                <a:lnTo>
                  <a:pt x="2199727" y="22466"/>
                </a:lnTo>
                <a:lnTo>
                  <a:pt x="2200459" y="22777"/>
                </a:lnTo>
                <a:lnTo>
                  <a:pt x="2201180" y="23101"/>
                </a:lnTo>
                <a:lnTo>
                  <a:pt x="2201891" y="23438"/>
                </a:lnTo>
                <a:lnTo>
                  <a:pt x="2202592" y="23788"/>
                </a:lnTo>
                <a:lnTo>
                  <a:pt x="2203284" y="24152"/>
                </a:lnTo>
                <a:lnTo>
                  <a:pt x="2203965" y="24529"/>
                </a:lnTo>
                <a:lnTo>
                  <a:pt x="2204635" y="24920"/>
                </a:lnTo>
                <a:lnTo>
                  <a:pt x="2205296" y="25323"/>
                </a:lnTo>
                <a:lnTo>
                  <a:pt x="2205947" y="25740"/>
                </a:lnTo>
                <a:lnTo>
                  <a:pt x="2206587" y="26170"/>
                </a:lnTo>
                <a:lnTo>
                  <a:pt x="2207218" y="26614"/>
                </a:lnTo>
                <a:lnTo>
                  <a:pt x="2207838" y="27070"/>
                </a:lnTo>
                <a:lnTo>
                  <a:pt x="2208449" y="27540"/>
                </a:lnTo>
                <a:lnTo>
                  <a:pt x="2209049" y="28023"/>
                </a:lnTo>
                <a:lnTo>
                  <a:pt x="2209639" y="28520"/>
                </a:lnTo>
                <a:lnTo>
                  <a:pt x="2210219" y="29029"/>
                </a:lnTo>
                <a:lnTo>
                  <a:pt x="2210789" y="29552"/>
                </a:lnTo>
                <a:lnTo>
                  <a:pt x="2211349" y="30089"/>
                </a:lnTo>
                <a:lnTo>
                  <a:pt x="2211898" y="30638"/>
                </a:lnTo>
                <a:lnTo>
                  <a:pt x="2212438" y="31201"/>
                </a:lnTo>
                <a:lnTo>
                  <a:pt x="2212967" y="31777"/>
                </a:lnTo>
                <a:lnTo>
                  <a:pt x="2213487" y="32366"/>
                </a:lnTo>
                <a:lnTo>
                  <a:pt x="2213996" y="32969"/>
                </a:lnTo>
                <a:lnTo>
                  <a:pt x="2214495" y="33585"/>
                </a:lnTo>
                <a:lnTo>
                  <a:pt x="2214981" y="34214"/>
                </a:lnTo>
                <a:lnTo>
                  <a:pt x="2215451" y="34858"/>
                </a:lnTo>
                <a:lnTo>
                  <a:pt x="2215905" y="35515"/>
                </a:lnTo>
                <a:lnTo>
                  <a:pt x="2216342" y="36187"/>
                </a:lnTo>
                <a:lnTo>
                  <a:pt x="2216763" y="36873"/>
                </a:lnTo>
                <a:lnTo>
                  <a:pt x="2217168" y="37573"/>
                </a:lnTo>
                <a:lnTo>
                  <a:pt x="2217557" y="38286"/>
                </a:lnTo>
                <a:lnTo>
                  <a:pt x="2217929" y="39014"/>
                </a:lnTo>
                <a:lnTo>
                  <a:pt x="2218285" y="39756"/>
                </a:lnTo>
                <a:lnTo>
                  <a:pt x="2218625" y="40512"/>
                </a:lnTo>
                <a:lnTo>
                  <a:pt x="2218949" y="41282"/>
                </a:lnTo>
                <a:lnTo>
                  <a:pt x="2219257" y="42066"/>
                </a:lnTo>
                <a:lnTo>
                  <a:pt x="2219548" y="42865"/>
                </a:lnTo>
                <a:lnTo>
                  <a:pt x="2219823" y="43677"/>
                </a:lnTo>
                <a:lnTo>
                  <a:pt x="2220082" y="44503"/>
                </a:lnTo>
                <a:lnTo>
                  <a:pt x="2220324" y="45343"/>
                </a:lnTo>
                <a:lnTo>
                  <a:pt x="2220550" y="46198"/>
                </a:lnTo>
                <a:lnTo>
                  <a:pt x="2220760" y="47066"/>
                </a:lnTo>
                <a:lnTo>
                  <a:pt x="2220954" y="47949"/>
                </a:lnTo>
                <a:lnTo>
                  <a:pt x="2221132" y="48845"/>
                </a:lnTo>
                <a:lnTo>
                  <a:pt x="2221293" y="49756"/>
                </a:lnTo>
                <a:lnTo>
                  <a:pt x="2221438" y="50681"/>
                </a:lnTo>
                <a:lnTo>
                  <a:pt x="2221567" y="51620"/>
                </a:lnTo>
                <a:lnTo>
                  <a:pt x="2221680" y="52572"/>
                </a:lnTo>
                <a:lnTo>
                  <a:pt x="2242321" y="52572"/>
                </a:lnTo>
                <a:lnTo>
                  <a:pt x="2242184" y="51157"/>
                </a:lnTo>
                <a:lnTo>
                  <a:pt x="2242022" y="49762"/>
                </a:lnTo>
                <a:lnTo>
                  <a:pt x="2241833" y="48388"/>
                </a:lnTo>
                <a:lnTo>
                  <a:pt x="2241618" y="47033"/>
                </a:lnTo>
                <a:lnTo>
                  <a:pt x="2241377" y="45700"/>
                </a:lnTo>
                <a:lnTo>
                  <a:pt x="2241109" y="44386"/>
                </a:lnTo>
                <a:lnTo>
                  <a:pt x="2240816" y="43093"/>
                </a:lnTo>
                <a:lnTo>
                  <a:pt x="2240496" y="41821"/>
                </a:lnTo>
                <a:lnTo>
                  <a:pt x="2240151" y="40569"/>
                </a:lnTo>
                <a:lnTo>
                  <a:pt x="2239779" y="39337"/>
                </a:lnTo>
                <a:lnTo>
                  <a:pt x="2239381" y="38126"/>
                </a:lnTo>
                <a:lnTo>
                  <a:pt x="2238957" y="36935"/>
                </a:lnTo>
                <a:lnTo>
                  <a:pt x="2238507" y="35764"/>
                </a:lnTo>
                <a:lnTo>
                  <a:pt x="2238030" y="34614"/>
                </a:lnTo>
                <a:lnTo>
                  <a:pt x="2237528" y="33484"/>
                </a:lnTo>
                <a:lnTo>
                  <a:pt x="2236999" y="32375"/>
                </a:lnTo>
                <a:lnTo>
                  <a:pt x="2236444" y="31286"/>
                </a:lnTo>
                <a:lnTo>
                  <a:pt x="2235864" y="30217"/>
                </a:lnTo>
                <a:lnTo>
                  <a:pt x="2235257" y="29169"/>
                </a:lnTo>
                <a:lnTo>
                  <a:pt x="2234623" y="28141"/>
                </a:lnTo>
                <a:lnTo>
                  <a:pt x="2233964" y="27133"/>
                </a:lnTo>
                <a:lnTo>
                  <a:pt x="2233279" y="26146"/>
                </a:lnTo>
                <a:lnTo>
                  <a:pt x="2232567" y="25180"/>
                </a:lnTo>
                <a:lnTo>
                  <a:pt x="2231829" y="24233"/>
                </a:lnTo>
                <a:lnTo>
                  <a:pt x="2231071" y="23307"/>
                </a:lnTo>
                <a:lnTo>
                  <a:pt x="2230297" y="22401"/>
                </a:lnTo>
                <a:lnTo>
                  <a:pt x="2229508" y="21515"/>
                </a:lnTo>
                <a:lnTo>
                  <a:pt x="2228703" y="20649"/>
                </a:lnTo>
                <a:lnTo>
                  <a:pt x="2227883" y="19803"/>
                </a:lnTo>
                <a:lnTo>
                  <a:pt x="2227047" y="18977"/>
                </a:lnTo>
                <a:lnTo>
                  <a:pt x="2226196" y="18171"/>
                </a:lnTo>
                <a:lnTo>
                  <a:pt x="2225329" y="17385"/>
                </a:lnTo>
                <a:lnTo>
                  <a:pt x="2224447" y="16619"/>
                </a:lnTo>
                <a:lnTo>
                  <a:pt x="2223550" y="15873"/>
                </a:lnTo>
                <a:lnTo>
                  <a:pt x="2222637" y="15146"/>
                </a:lnTo>
                <a:lnTo>
                  <a:pt x="2221708" y="14440"/>
                </a:lnTo>
                <a:lnTo>
                  <a:pt x="2220765" y="13754"/>
                </a:lnTo>
                <a:lnTo>
                  <a:pt x="2219805" y="13088"/>
                </a:lnTo>
                <a:lnTo>
                  <a:pt x="2218831" y="12442"/>
                </a:lnTo>
                <a:lnTo>
                  <a:pt x="2217841" y="11816"/>
                </a:lnTo>
                <a:lnTo>
                  <a:pt x="2216835" y="11210"/>
                </a:lnTo>
                <a:lnTo>
                  <a:pt x="2215814" y="10624"/>
                </a:lnTo>
                <a:lnTo>
                  <a:pt x="2214778" y="10057"/>
                </a:lnTo>
                <a:lnTo>
                  <a:pt x="2213726" y="9511"/>
                </a:lnTo>
                <a:lnTo>
                  <a:pt x="2212658" y="8985"/>
                </a:lnTo>
                <a:lnTo>
                  <a:pt x="2211575" y="8479"/>
                </a:lnTo>
                <a:lnTo>
                  <a:pt x="2210477" y="7993"/>
                </a:lnTo>
                <a:lnTo>
                  <a:pt x="2209364" y="7527"/>
                </a:lnTo>
                <a:lnTo>
                  <a:pt x="2208239" y="7080"/>
                </a:lnTo>
                <a:lnTo>
                  <a:pt x="2207109" y="6652"/>
                </a:lnTo>
                <a:lnTo>
                  <a:pt x="2205973" y="6244"/>
                </a:lnTo>
                <a:lnTo>
                  <a:pt x="2204831" y="5854"/>
                </a:lnTo>
                <a:lnTo>
                  <a:pt x="2203682" y="5483"/>
                </a:lnTo>
                <a:lnTo>
                  <a:pt x="2202528" y="5132"/>
                </a:lnTo>
                <a:lnTo>
                  <a:pt x="2201368" y="4799"/>
                </a:lnTo>
                <a:lnTo>
                  <a:pt x="2200202" y="4486"/>
                </a:lnTo>
                <a:lnTo>
                  <a:pt x="2199031" y="4191"/>
                </a:lnTo>
                <a:lnTo>
                  <a:pt x="2197853" y="3915"/>
                </a:lnTo>
                <a:lnTo>
                  <a:pt x="2196669" y="3659"/>
                </a:lnTo>
                <a:lnTo>
                  <a:pt x="2195479" y="3421"/>
                </a:lnTo>
                <a:lnTo>
                  <a:pt x="2194284" y="3203"/>
                </a:lnTo>
                <a:lnTo>
                  <a:pt x="2193082" y="3003"/>
                </a:lnTo>
                <a:lnTo>
                  <a:pt x="2191875" y="2822"/>
                </a:lnTo>
                <a:lnTo>
                  <a:pt x="2190661" y="2661"/>
                </a:lnTo>
                <a:lnTo>
                  <a:pt x="2189442" y="2518"/>
                </a:lnTo>
                <a:lnTo>
                  <a:pt x="2188216" y="2395"/>
                </a:lnTo>
                <a:lnTo>
                  <a:pt x="2186985" y="2290"/>
                </a:lnTo>
                <a:lnTo>
                  <a:pt x="2185748" y="2205"/>
                </a:lnTo>
                <a:lnTo>
                  <a:pt x="2184505" y="2138"/>
                </a:lnTo>
                <a:lnTo>
                  <a:pt x="2183256" y="2091"/>
                </a:lnTo>
                <a:lnTo>
                  <a:pt x="2182001" y="2062"/>
                </a:lnTo>
                <a:lnTo>
                  <a:pt x="2180740" y="2053"/>
                </a:lnTo>
                <a:lnTo>
                  <a:pt x="2178833" y="2070"/>
                </a:lnTo>
                <a:lnTo>
                  <a:pt x="2176951" y="2122"/>
                </a:lnTo>
                <a:lnTo>
                  <a:pt x="2175094" y="2210"/>
                </a:lnTo>
                <a:lnTo>
                  <a:pt x="2173262" y="2331"/>
                </a:lnTo>
                <a:lnTo>
                  <a:pt x="2171456" y="2488"/>
                </a:lnTo>
                <a:lnTo>
                  <a:pt x="2169674" y="2680"/>
                </a:lnTo>
                <a:lnTo>
                  <a:pt x="2167918" y="2906"/>
                </a:lnTo>
                <a:lnTo>
                  <a:pt x="2166187" y="3168"/>
                </a:lnTo>
                <a:lnTo>
                  <a:pt x="2164481" y="3464"/>
                </a:lnTo>
                <a:lnTo>
                  <a:pt x="2162800" y="3795"/>
                </a:lnTo>
                <a:lnTo>
                  <a:pt x="2161144" y="4161"/>
                </a:lnTo>
                <a:lnTo>
                  <a:pt x="2159514" y="4562"/>
                </a:lnTo>
                <a:lnTo>
                  <a:pt x="2157909" y="4997"/>
                </a:lnTo>
                <a:lnTo>
                  <a:pt x="2156328" y="5468"/>
                </a:lnTo>
                <a:lnTo>
                  <a:pt x="2154773" y="5973"/>
                </a:lnTo>
                <a:lnTo>
                  <a:pt x="2153243" y="6513"/>
                </a:lnTo>
                <a:lnTo>
                  <a:pt x="2151739" y="7088"/>
                </a:lnTo>
                <a:lnTo>
                  <a:pt x="2150259" y="7698"/>
                </a:lnTo>
                <a:lnTo>
                  <a:pt x="2148804" y="8342"/>
                </a:lnTo>
                <a:lnTo>
                  <a:pt x="2147375" y="9022"/>
                </a:lnTo>
                <a:lnTo>
                  <a:pt x="2145971" y="9736"/>
                </a:lnTo>
                <a:lnTo>
                  <a:pt x="2144592" y="10485"/>
                </a:lnTo>
                <a:lnTo>
                  <a:pt x="2143238" y="11269"/>
                </a:lnTo>
                <a:lnTo>
                  <a:pt x="2141909" y="12088"/>
                </a:lnTo>
                <a:lnTo>
                  <a:pt x="2140606" y="12938"/>
                </a:lnTo>
                <a:lnTo>
                  <a:pt x="2139330" y="13815"/>
                </a:lnTo>
                <a:lnTo>
                  <a:pt x="2138081" y="14718"/>
                </a:lnTo>
                <a:lnTo>
                  <a:pt x="2136858" y="15649"/>
                </a:lnTo>
                <a:lnTo>
                  <a:pt x="2135662" y="16606"/>
                </a:lnTo>
                <a:lnTo>
                  <a:pt x="2134493" y="17591"/>
                </a:lnTo>
                <a:lnTo>
                  <a:pt x="2133350" y="18602"/>
                </a:lnTo>
                <a:lnTo>
                  <a:pt x="2132235" y="19640"/>
                </a:lnTo>
                <a:lnTo>
                  <a:pt x="2131146" y="20705"/>
                </a:lnTo>
                <a:lnTo>
                  <a:pt x="2130083" y="21797"/>
                </a:lnTo>
                <a:lnTo>
                  <a:pt x="2129048" y="22916"/>
                </a:lnTo>
                <a:lnTo>
                  <a:pt x="2128039" y="24062"/>
                </a:lnTo>
                <a:lnTo>
                  <a:pt x="2127057" y="25235"/>
                </a:lnTo>
                <a:lnTo>
                  <a:pt x="2126101" y="26435"/>
                </a:lnTo>
                <a:lnTo>
                  <a:pt x="2125173" y="27662"/>
                </a:lnTo>
                <a:lnTo>
                  <a:pt x="2124271" y="28915"/>
                </a:lnTo>
                <a:lnTo>
                  <a:pt x="2123396" y="30196"/>
                </a:lnTo>
                <a:lnTo>
                  <a:pt x="2122547" y="31503"/>
                </a:lnTo>
                <a:lnTo>
                  <a:pt x="2121726" y="32838"/>
                </a:lnTo>
                <a:lnTo>
                  <a:pt x="2120930" y="34199"/>
                </a:lnTo>
                <a:lnTo>
                  <a:pt x="2120162" y="35588"/>
                </a:lnTo>
                <a:lnTo>
                  <a:pt x="2119421" y="37003"/>
                </a:lnTo>
                <a:lnTo>
                  <a:pt x="2118706" y="38445"/>
                </a:lnTo>
                <a:lnTo>
                  <a:pt x="2118018" y="39914"/>
                </a:lnTo>
                <a:lnTo>
                  <a:pt x="2117357" y="41406"/>
                </a:lnTo>
                <a:lnTo>
                  <a:pt x="2116724" y="42917"/>
                </a:lnTo>
                <a:lnTo>
                  <a:pt x="2116120" y="44447"/>
                </a:lnTo>
                <a:lnTo>
                  <a:pt x="2115544" y="45996"/>
                </a:lnTo>
                <a:lnTo>
                  <a:pt x="2114995" y="47564"/>
                </a:lnTo>
                <a:lnTo>
                  <a:pt x="2114475" y="49151"/>
                </a:lnTo>
                <a:lnTo>
                  <a:pt x="2113983" y="50757"/>
                </a:lnTo>
                <a:lnTo>
                  <a:pt x="2113519" y="52382"/>
                </a:lnTo>
                <a:lnTo>
                  <a:pt x="2113084" y="54026"/>
                </a:lnTo>
                <a:lnTo>
                  <a:pt x="2112676" y="55689"/>
                </a:lnTo>
                <a:lnTo>
                  <a:pt x="2112297" y="57372"/>
                </a:lnTo>
                <a:lnTo>
                  <a:pt x="2111945" y="59073"/>
                </a:lnTo>
                <a:lnTo>
                  <a:pt x="2111622" y="60793"/>
                </a:lnTo>
                <a:lnTo>
                  <a:pt x="2111327" y="62532"/>
                </a:lnTo>
                <a:lnTo>
                  <a:pt x="2111060" y="64290"/>
                </a:lnTo>
                <a:lnTo>
                  <a:pt x="2110821" y="66067"/>
                </a:lnTo>
                <a:lnTo>
                  <a:pt x="2110610" y="67863"/>
                </a:lnTo>
                <a:lnTo>
                  <a:pt x="2110427" y="69678"/>
                </a:lnTo>
                <a:lnTo>
                  <a:pt x="2110272" y="71512"/>
                </a:lnTo>
                <a:lnTo>
                  <a:pt x="2110146" y="73366"/>
                </a:lnTo>
                <a:lnTo>
                  <a:pt x="2110047" y="75238"/>
                </a:lnTo>
                <a:lnTo>
                  <a:pt x="2109977" y="77129"/>
                </a:lnTo>
                <a:lnTo>
                  <a:pt x="2109935" y="79039"/>
                </a:lnTo>
                <a:lnTo>
                  <a:pt x="2109921" y="80968"/>
                </a:lnTo>
                <a:lnTo>
                  <a:pt x="2109935" y="82897"/>
                </a:lnTo>
                <a:lnTo>
                  <a:pt x="2109977" y="84807"/>
                </a:lnTo>
                <a:lnTo>
                  <a:pt x="2110047" y="86697"/>
                </a:lnTo>
                <a:lnTo>
                  <a:pt x="2110146" y="88568"/>
                </a:lnTo>
                <a:lnTo>
                  <a:pt x="2110272" y="90419"/>
                </a:lnTo>
                <a:lnTo>
                  <a:pt x="2110427" y="92251"/>
                </a:lnTo>
                <a:lnTo>
                  <a:pt x="2110610" y="94064"/>
                </a:lnTo>
                <a:lnTo>
                  <a:pt x="2110821" y="95857"/>
                </a:lnTo>
                <a:lnTo>
                  <a:pt x="2111060" y="97631"/>
                </a:lnTo>
                <a:lnTo>
                  <a:pt x="2111327" y="99385"/>
                </a:lnTo>
                <a:lnTo>
                  <a:pt x="2111622" y="101120"/>
                </a:lnTo>
                <a:lnTo>
                  <a:pt x="2111945" y="102835"/>
                </a:lnTo>
                <a:lnTo>
                  <a:pt x="2112297" y="104532"/>
                </a:lnTo>
                <a:lnTo>
                  <a:pt x="2112676" y="106208"/>
                </a:lnTo>
                <a:lnTo>
                  <a:pt x="2113084" y="107866"/>
                </a:lnTo>
                <a:lnTo>
                  <a:pt x="2113519" y="109504"/>
                </a:lnTo>
                <a:lnTo>
                  <a:pt x="2113983" y="111122"/>
                </a:lnTo>
                <a:lnTo>
                  <a:pt x="2114475" y="112721"/>
                </a:lnTo>
                <a:lnTo>
                  <a:pt x="2114995" y="114301"/>
                </a:lnTo>
                <a:lnTo>
                  <a:pt x="2115544" y="115861"/>
                </a:lnTo>
                <a:lnTo>
                  <a:pt x="2116120" y="117402"/>
                </a:lnTo>
                <a:lnTo>
                  <a:pt x="2116724" y="118924"/>
                </a:lnTo>
                <a:lnTo>
                  <a:pt x="2117357" y="120426"/>
                </a:lnTo>
                <a:lnTo>
                  <a:pt x="2118018" y="121909"/>
                </a:lnTo>
                <a:lnTo>
                  <a:pt x="2118706" y="123368"/>
                </a:lnTo>
                <a:lnTo>
                  <a:pt x="2119421" y="124801"/>
                </a:lnTo>
                <a:lnTo>
                  <a:pt x="2120162" y="126208"/>
                </a:lnTo>
                <a:lnTo>
                  <a:pt x="2120930" y="127588"/>
                </a:lnTo>
                <a:lnTo>
                  <a:pt x="2121726" y="128942"/>
                </a:lnTo>
                <a:lnTo>
                  <a:pt x="2122547" y="130269"/>
                </a:lnTo>
                <a:lnTo>
                  <a:pt x="2123396" y="131570"/>
                </a:lnTo>
                <a:lnTo>
                  <a:pt x="2124271" y="132844"/>
                </a:lnTo>
                <a:lnTo>
                  <a:pt x="2125173" y="134091"/>
                </a:lnTo>
                <a:lnTo>
                  <a:pt x="2126101" y="135312"/>
                </a:lnTo>
                <a:lnTo>
                  <a:pt x="2127057" y="136507"/>
                </a:lnTo>
                <a:lnTo>
                  <a:pt x="2128039" y="137675"/>
                </a:lnTo>
                <a:lnTo>
                  <a:pt x="2129048" y="138816"/>
                </a:lnTo>
                <a:lnTo>
                  <a:pt x="2130083" y="139931"/>
                </a:lnTo>
                <a:lnTo>
                  <a:pt x="2131146" y="141019"/>
                </a:lnTo>
                <a:lnTo>
                  <a:pt x="2132235" y="142081"/>
                </a:lnTo>
                <a:lnTo>
                  <a:pt x="2133350" y="143116"/>
                </a:lnTo>
                <a:lnTo>
                  <a:pt x="2134493" y="144125"/>
                </a:lnTo>
                <a:lnTo>
                  <a:pt x="2135662" y="145107"/>
                </a:lnTo>
                <a:lnTo>
                  <a:pt x="2136858" y="146063"/>
                </a:lnTo>
                <a:lnTo>
                  <a:pt x="2138081" y="146992"/>
                </a:lnTo>
                <a:lnTo>
                  <a:pt x="2139330" y="147895"/>
                </a:lnTo>
                <a:lnTo>
                  <a:pt x="2140606" y="148771"/>
                </a:lnTo>
                <a:lnTo>
                  <a:pt x="2141909" y="149620"/>
                </a:lnTo>
                <a:lnTo>
                  <a:pt x="2143238" y="150439"/>
                </a:lnTo>
                <a:lnTo>
                  <a:pt x="2144592" y="151223"/>
                </a:lnTo>
                <a:lnTo>
                  <a:pt x="2145971" y="151972"/>
                </a:lnTo>
                <a:lnTo>
                  <a:pt x="2147375" y="152687"/>
                </a:lnTo>
                <a:lnTo>
                  <a:pt x="2148804" y="153366"/>
                </a:lnTo>
                <a:lnTo>
                  <a:pt x="2150259" y="154011"/>
                </a:lnTo>
                <a:lnTo>
                  <a:pt x="2151739" y="154621"/>
                </a:lnTo>
                <a:lnTo>
                  <a:pt x="2153243" y="155195"/>
                </a:lnTo>
                <a:lnTo>
                  <a:pt x="2154773" y="155736"/>
                </a:lnTo>
                <a:lnTo>
                  <a:pt x="2156328" y="156241"/>
                </a:lnTo>
                <a:lnTo>
                  <a:pt x="2157909" y="156711"/>
                </a:lnTo>
                <a:lnTo>
                  <a:pt x="2159514" y="157147"/>
                </a:lnTo>
                <a:lnTo>
                  <a:pt x="2161144" y="157548"/>
                </a:lnTo>
                <a:lnTo>
                  <a:pt x="2162800" y="157913"/>
                </a:lnTo>
                <a:lnTo>
                  <a:pt x="2164481" y="158244"/>
                </a:lnTo>
                <a:lnTo>
                  <a:pt x="2166187" y="158541"/>
                </a:lnTo>
                <a:lnTo>
                  <a:pt x="2167918" y="158802"/>
                </a:lnTo>
                <a:lnTo>
                  <a:pt x="2169674" y="159028"/>
                </a:lnTo>
                <a:lnTo>
                  <a:pt x="2171456" y="159220"/>
                </a:lnTo>
                <a:lnTo>
                  <a:pt x="2173262" y="159377"/>
                </a:lnTo>
                <a:lnTo>
                  <a:pt x="2175094" y="159499"/>
                </a:lnTo>
                <a:lnTo>
                  <a:pt x="2176951" y="159586"/>
                </a:lnTo>
                <a:lnTo>
                  <a:pt x="2178833" y="159638"/>
                </a:lnTo>
                <a:lnTo>
                  <a:pt x="2180740" y="159656"/>
                </a:lnTo>
                <a:lnTo>
                  <a:pt x="2182121" y="159645"/>
                </a:lnTo>
                <a:lnTo>
                  <a:pt x="2183492" y="159614"/>
                </a:lnTo>
                <a:lnTo>
                  <a:pt x="2184851" y="159563"/>
                </a:lnTo>
                <a:lnTo>
                  <a:pt x="2186199" y="159491"/>
                </a:lnTo>
                <a:lnTo>
                  <a:pt x="2187536" y="159398"/>
                </a:lnTo>
                <a:lnTo>
                  <a:pt x="2188861" y="159285"/>
                </a:lnTo>
                <a:lnTo>
                  <a:pt x="2190176" y="159151"/>
                </a:lnTo>
                <a:close/>
                <a:moveTo>
                  <a:pt x="1870595" y="73169"/>
                </a:moveTo>
                <a:lnTo>
                  <a:pt x="1871043" y="72627"/>
                </a:lnTo>
                <a:lnTo>
                  <a:pt x="1871502" y="72088"/>
                </a:lnTo>
                <a:lnTo>
                  <a:pt x="1871972" y="71552"/>
                </a:lnTo>
                <a:lnTo>
                  <a:pt x="1872453" y="71019"/>
                </a:lnTo>
                <a:lnTo>
                  <a:pt x="1872944" y="70489"/>
                </a:lnTo>
                <a:lnTo>
                  <a:pt x="1873447" y="69962"/>
                </a:lnTo>
                <a:lnTo>
                  <a:pt x="1873961" y="69439"/>
                </a:lnTo>
                <a:lnTo>
                  <a:pt x="1874485" y="68918"/>
                </a:lnTo>
                <a:lnTo>
                  <a:pt x="1875020" y="68401"/>
                </a:lnTo>
                <a:lnTo>
                  <a:pt x="1875566" y="67887"/>
                </a:lnTo>
                <a:lnTo>
                  <a:pt x="1876123" y="67375"/>
                </a:lnTo>
                <a:lnTo>
                  <a:pt x="1876691" y="66867"/>
                </a:lnTo>
                <a:lnTo>
                  <a:pt x="1877270" y="66362"/>
                </a:lnTo>
                <a:lnTo>
                  <a:pt x="1877860" y="65860"/>
                </a:lnTo>
                <a:lnTo>
                  <a:pt x="1878460" y="65362"/>
                </a:lnTo>
                <a:lnTo>
                  <a:pt x="1879072" y="64866"/>
                </a:lnTo>
                <a:lnTo>
                  <a:pt x="1879694" y="64373"/>
                </a:lnTo>
                <a:lnTo>
                  <a:pt x="1880327" y="63884"/>
                </a:lnTo>
                <a:lnTo>
                  <a:pt x="1880972" y="63398"/>
                </a:lnTo>
                <a:lnTo>
                  <a:pt x="1881627" y="62914"/>
                </a:lnTo>
                <a:lnTo>
                  <a:pt x="1882293" y="62443"/>
                </a:lnTo>
                <a:lnTo>
                  <a:pt x="1882973" y="61991"/>
                </a:lnTo>
                <a:lnTo>
                  <a:pt x="1883664" y="61560"/>
                </a:lnTo>
                <a:lnTo>
                  <a:pt x="1884368" y="61148"/>
                </a:lnTo>
                <a:lnTo>
                  <a:pt x="1885085" y="60757"/>
                </a:lnTo>
                <a:lnTo>
                  <a:pt x="1885814" y="60385"/>
                </a:lnTo>
                <a:lnTo>
                  <a:pt x="1886556" y="60034"/>
                </a:lnTo>
                <a:lnTo>
                  <a:pt x="1887310" y="59703"/>
                </a:lnTo>
                <a:lnTo>
                  <a:pt x="1888076" y="59392"/>
                </a:lnTo>
                <a:lnTo>
                  <a:pt x="1888855" y="59101"/>
                </a:lnTo>
                <a:lnTo>
                  <a:pt x="1889647" y="58830"/>
                </a:lnTo>
                <a:lnTo>
                  <a:pt x="1890450" y="58579"/>
                </a:lnTo>
                <a:lnTo>
                  <a:pt x="1891267" y="58348"/>
                </a:lnTo>
                <a:lnTo>
                  <a:pt x="1892096" y="58137"/>
                </a:lnTo>
                <a:lnTo>
                  <a:pt x="1892937" y="57947"/>
                </a:lnTo>
                <a:lnTo>
                  <a:pt x="1893791" y="57776"/>
                </a:lnTo>
                <a:lnTo>
                  <a:pt x="1894657" y="57626"/>
                </a:lnTo>
                <a:lnTo>
                  <a:pt x="1895536" y="57495"/>
                </a:lnTo>
                <a:lnTo>
                  <a:pt x="1896427" y="57385"/>
                </a:lnTo>
                <a:lnTo>
                  <a:pt x="1897331" y="57294"/>
                </a:lnTo>
                <a:lnTo>
                  <a:pt x="1898247" y="57224"/>
                </a:lnTo>
                <a:lnTo>
                  <a:pt x="1899176" y="57174"/>
                </a:lnTo>
                <a:lnTo>
                  <a:pt x="1900117" y="57144"/>
                </a:lnTo>
                <a:lnTo>
                  <a:pt x="1901070" y="57134"/>
                </a:lnTo>
                <a:lnTo>
                  <a:pt x="1901692" y="57140"/>
                </a:lnTo>
                <a:lnTo>
                  <a:pt x="1902301" y="57159"/>
                </a:lnTo>
                <a:lnTo>
                  <a:pt x="1902898" y="57191"/>
                </a:lnTo>
                <a:lnTo>
                  <a:pt x="1903483" y="57235"/>
                </a:lnTo>
                <a:lnTo>
                  <a:pt x="1904056" y="57292"/>
                </a:lnTo>
                <a:lnTo>
                  <a:pt x="1904616" y="57361"/>
                </a:lnTo>
                <a:lnTo>
                  <a:pt x="1905165" y="57443"/>
                </a:lnTo>
                <a:lnTo>
                  <a:pt x="1905702" y="57538"/>
                </a:lnTo>
                <a:lnTo>
                  <a:pt x="1906226" y="57645"/>
                </a:lnTo>
                <a:lnTo>
                  <a:pt x="1906739" y="57765"/>
                </a:lnTo>
                <a:lnTo>
                  <a:pt x="1907239" y="57898"/>
                </a:lnTo>
                <a:lnTo>
                  <a:pt x="1907727" y="58043"/>
                </a:lnTo>
                <a:lnTo>
                  <a:pt x="1908204" y="58200"/>
                </a:lnTo>
                <a:lnTo>
                  <a:pt x="1908668" y="58371"/>
                </a:lnTo>
                <a:lnTo>
                  <a:pt x="1909120" y="58554"/>
                </a:lnTo>
                <a:lnTo>
                  <a:pt x="1909560" y="58749"/>
                </a:lnTo>
                <a:lnTo>
                  <a:pt x="1909988" y="58958"/>
                </a:lnTo>
                <a:lnTo>
                  <a:pt x="1910404" y="59179"/>
                </a:lnTo>
                <a:lnTo>
                  <a:pt x="1910808" y="59412"/>
                </a:lnTo>
                <a:lnTo>
                  <a:pt x="1911199" y="59658"/>
                </a:lnTo>
                <a:lnTo>
                  <a:pt x="1911579" y="59917"/>
                </a:lnTo>
                <a:lnTo>
                  <a:pt x="1911947" y="60188"/>
                </a:lnTo>
                <a:lnTo>
                  <a:pt x="1912302" y="60472"/>
                </a:lnTo>
                <a:lnTo>
                  <a:pt x="1912645" y="60769"/>
                </a:lnTo>
                <a:lnTo>
                  <a:pt x="1912978" y="61077"/>
                </a:lnTo>
                <a:lnTo>
                  <a:pt x="1913303" y="61394"/>
                </a:lnTo>
                <a:lnTo>
                  <a:pt x="1913618" y="61721"/>
                </a:lnTo>
                <a:lnTo>
                  <a:pt x="1913925" y="62058"/>
                </a:lnTo>
                <a:lnTo>
                  <a:pt x="1914223" y="62405"/>
                </a:lnTo>
                <a:lnTo>
                  <a:pt x="1914513" y="62762"/>
                </a:lnTo>
                <a:lnTo>
                  <a:pt x="1914794" y="63128"/>
                </a:lnTo>
                <a:lnTo>
                  <a:pt x="1915066" y="63504"/>
                </a:lnTo>
                <a:lnTo>
                  <a:pt x="1915329" y="63889"/>
                </a:lnTo>
                <a:lnTo>
                  <a:pt x="1915584" y="64284"/>
                </a:lnTo>
                <a:lnTo>
                  <a:pt x="1915829" y="64689"/>
                </a:lnTo>
                <a:lnTo>
                  <a:pt x="1916067" y="65104"/>
                </a:lnTo>
                <a:lnTo>
                  <a:pt x="1916295" y="65529"/>
                </a:lnTo>
                <a:lnTo>
                  <a:pt x="1916515" y="65963"/>
                </a:lnTo>
                <a:lnTo>
                  <a:pt x="1916726" y="66407"/>
                </a:lnTo>
                <a:lnTo>
                  <a:pt x="1916928" y="66861"/>
                </a:lnTo>
                <a:lnTo>
                  <a:pt x="1917122" y="67324"/>
                </a:lnTo>
                <a:lnTo>
                  <a:pt x="1917307" y="67797"/>
                </a:lnTo>
                <a:lnTo>
                  <a:pt x="1917483" y="68280"/>
                </a:lnTo>
                <a:lnTo>
                  <a:pt x="1917651" y="68773"/>
                </a:lnTo>
                <a:lnTo>
                  <a:pt x="1917809" y="69275"/>
                </a:lnTo>
                <a:lnTo>
                  <a:pt x="1917959" y="69787"/>
                </a:lnTo>
                <a:lnTo>
                  <a:pt x="1918101" y="70309"/>
                </a:lnTo>
                <a:lnTo>
                  <a:pt x="1918233" y="70840"/>
                </a:lnTo>
                <a:lnTo>
                  <a:pt x="1918359" y="71380"/>
                </a:lnTo>
                <a:lnTo>
                  <a:pt x="1918479" y="71925"/>
                </a:lnTo>
                <a:lnTo>
                  <a:pt x="1918594" y="72477"/>
                </a:lnTo>
                <a:lnTo>
                  <a:pt x="1918704" y="73035"/>
                </a:lnTo>
                <a:lnTo>
                  <a:pt x="1918808" y="73599"/>
                </a:lnTo>
                <a:lnTo>
                  <a:pt x="1918907" y="74170"/>
                </a:lnTo>
                <a:lnTo>
                  <a:pt x="1919001" y="74746"/>
                </a:lnTo>
                <a:lnTo>
                  <a:pt x="1919089" y="75329"/>
                </a:lnTo>
                <a:lnTo>
                  <a:pt x="1919172" y="75918"/>
                </a:lnTo>
                <a:lnTo>
                  <a:pt x="1919249" y="76513"/>
                </a:lnTo>
                <a:lnTo>
                  <a:pt x="1919321" y="77115"/>
                </a:lnTo>
                <a:lnTo>
                  <a:pt x="1919388" y="77723"/>
                </a:lnTo>
                <a:lnTo>
                  <a:pt x="1919450" y="78336"/>
                </a:lnTo>
                <a:lnTo>
                  <a:pt x="1919506" y="78956"/>
                </a:lnTo>
                <a:lnTo>
                  <a:pt x="1919556" y="79583"/>
                </a:lnTo>
                <a:lnTo>
                  <a:pt x="1919602" y="80215"/>
                </a:lnTo>
                <a:lnTo>
                  <a:pt x="1919642" y="80854"/>
                </a:lnTo>
                <a:lnTo>
                  <a:pt x="1919677" y="81499"/>
                </a:lnTo>
                <a:lnTo>
                  <a:pt x="1919706" y="82150"/>
                </a:lnTo>
                <a:lnTo>
                  <a:pt x="1919730" y="82807"/>
                </a:lnTo>
                <a:lnTo>
                  <a:pt x="1919749" y="83470"/>
                </a:lnTo>
                <a:lnTo>
                  <a:pt x="1919762" y="84140"/>
                </a:lnTo>
                <a:lnTo>
                  <a:pt x="1919770" y="84816"/>
                </a:lnTo>
                <a:lnTo>
                  <a:pt x="1919773" y="85498"/>
                </a:lnTo>
                <a:lnTo>
                  <a:pt x="1919773" y="157603"/>
                </a:lnTo>
                <a:lnTo>
                  <a:pt x="1938704" y="157603"/>
                </a:lnTo>
                <a:lnTo>
                  <a:pt x="1938704" y="83217"/>
                </a:lnTo>
                <a:lnTo>
                  <a:pt x="1938690" y="81564"/>
                </a:lnTo>
                <a:lnTo>
                  <a:pt x="1938650" y="79943"/>
                </a:lnTo>
                <a:lnTo>
                  <a:pt x="1938584" y="78353"/>
                </a:lnTo>
                <a:lnTo>
                  <a:pt x="1938491" y="76795"/>
                </a:lnTo>
                <a:lnTo>
                  <a:pt x="1938372" y="75267"/>
                </a:lnTo>
                <a:lnTo>
                  <a:pt x="1938226" y="73771"/>
                </a:lnTo>
                <a:lnTo>
                  <a:pt x="1938054" y="72306"/>
                </a:lnTo>
                <a:lnTo>
                  <a:pt x="1937855" y="70872"/>
                </a:lnTo>
                <a:lnTo>
                  <a:pt x="1937629" y="69470"/>
                </a:lnTo>
                <a:lnTo>
                  <a:pt x="1937377" y="68099"/>
                </a:lnTo>
                <a:lnTo>
                  <a:pt x="1937098" y="66759"/>
                </a:lnTo>
                <a:lnTo>
                  <a:pt x="1936793" y="65450"/>
                </a:lnTo>
                <a:lnTo>
                  <a:pt x="1936462" y="64173"/>
                </a:lnTo>
                <a:lnTo>
                  <a:pt x="1936104" y="62926"/>
                </a:lnTo>
                <a:lnTo>
                  <a:pt x="1935719" y="61711"/>
                </a:lnTo>
                <a:lnTo>
                  <a:pt x="1935308" y="60528"/>
                </a:lnTo>
                <a:lnTo>
                  <a:pt x="1934870" y="59375"/>
                </a:lnTo>
                <a:lnTo>
                  <a:pt x="1934406" y="58254"/>
                </a:lnTo>
                <a:lnTo>
                  <a:pt x="1933915" y="57164"/>
                </a:lnTo>
                <a:lnTo>
                  <a:pt x="1933398" y="56106"/>
                </a:lnTo>
                <a:lnTo>
                  <a:pt x="1932854" y="55078"/>
                </a:lnTo>
                <a:lnTo>
                  <a:pt x="1932283" y="54082"/>
                </a:lnTo>
                <a:lnTo>
                  <a:pt x="1931686" y="53117"/>
                </a:lnTo>
                <a:lnTo>
                  <a:pt x="1931063" y="52184"/>
                </a:lnTo>
                <a:lnTo>
                  <a:pt x="1930409" y="51285"/>
                </a:lnTo>
                <a:lnTo>
                  <a:pt x="1929719" y="50424"/>
                </a:lnTo>
                <a:lnTo>
                  <a:pt x="1928994" y="49602"/>
                </a:lnTo>
                <a:lnTo>
                  <a:pt x="1928234" y="48818"/>
                </a:lnTo>
                <a:lnTo>
                  <a:pt x="1927439" y="48072"/>
                </a:lnTo>
                <a:lnTo>
                  <a:pt x="1926608" y="47365"/>
                </a:lnTo>
                <a:lnTo>
                  <a:pt x="1925742" y="46695"/>
                </a:lnTo>
                <a:lnTo>
                  <a:pt x="1924841" y="46064"/>
                </a:lnTo>
                <a:lnTo>
                  <a:pt x="1923905" y="45471"/>
                </a:lnTo>
                <a:lnTo>
                  <a:pt x="1922934" y="44917"/>
                </a:lnTo>
                <a:lnTo>
                  <a:pt x="1921927" y="44400"/>
                </a:lnTo>
                <a:lnTo>
                  <a:pt x="1920885" y="43922"/>
                </a:lnTo>
                <a:lnTo>
                  <a:pt x="1919808" y="43482"/>
                </a:lnTo>
                <a:lnTo>
                  <a:pt x="1918695" y="43081"/>
                </a:lnTo>
                <a:lnTo>
                  <a:pt x="1917547" y="42717"/>
                </a:lnTo>
                <a:lnTo>
                  <a:pt x="1916364" y="42392"/>
                </a:lnTo>
                <a:lnTo>
                  <a:pt x="1915146" y="42105"/>
                </a:lnTo>
                <a:lnTo>
                  <a:pt x="1913893" y="41857"/>
                </a:lnTo>
                <a:lnTo>
                  <a:pt x="1912604" y="41646"/>
                </a:lnTo>
                <a:lnTo>
                  <a:pt x="1911280" y="41474"/>
                </a:lnTo>
                <a:lnTo>
                  <a:pt x="1909921" y="41340"/>
                </a:lnTo>
                <a:lnTo>
                  <a:pt x="1908527" y="41245"/>
                </a:lnTo>
                <a:lnTo>
                  <a:pt x="1907097" y="41187"/>
                </a:lnTo>
                <a:lnTo>
                  <a:pt x="1905632" y="41168"/>
                </a:lnTo>
                <a:lnTo>
                  <a:pt x="1904500" y="41178"/>
                </a:lnTo>
                <a:lnTo>
                  <a:pt x="1903383" y="41208"/>
                </a:lnTo>
                <a:lnTo>
                  <a:pt x="1902282" y="41258"/>
                </a:lnTo>
                <a:lnTo>
                  <a:pt x="1901197" y="41328"/>
                </a:lnTo>
                <a:lnTo>
                  <a:pt x="1900128" y="41418"/>
                </a:lnTo>
                <a:lnTo>
                  <a:pt x="1899075" y="41528"/>
                </a:lnTo>
                <a:lnTo>
                  <a:pt x="1898037" y="41658"/>
                </a:lnTo>
                <a:lnTo>
                  <a:pt x="1897016" y="41808"/>
                </a:lnTo>
                <a:lnTo>
                  <a:pt x="1896010" y="41978"/>
                </a:lnTo>
                <a:lnTo>
                  <a:pt x="1895020" y="42168"/>
                </a:lnTo>
                <a:lnTo>
                  <a:pt x="1894046" y="42378"/>
                </a:lnTo>
                <a:lnTo>
                  <a:pt x="1893088" y="42608"/>
                </a:lnTo>
                <a:lnTo>
                  <a:pt x="1892145" y="42858"/>
                </a:lnTo>
                <a:lnTo>
                  <a:pt x="1891219" y="43128"/>
                </a:lnTo>
                <a:lnTo>
                  <a:pt x="1890308" y="43418"/>
                </a:lnTo>
                <a:lnTo>
                  <a:pt x="1889413" y="43728"/>
                </a:lnTo>
                <a:lnTo>
                  <a:pt x="1888534" y="44058"/>
                </a:lnTo>
                <a:lnTo>
                  <a:pt x="1887671" y="44408"/>
                </a:lnTo>
                <a:lnTo>
                  <a:pt x="1886823" y="44778"/>
                </a:lnTo>
                <a:lnTo>
                  <a:pt x="1885992" y="45168"/>
                </a:lnTo>
                <a:lnTo>
                  <a:pt x="1885176" y="45578"/>
                </a:lnTo>
                <a:lnTo>
                  <a:pt x="1884376" y="46008"/>
                </a:lnTo>
                <a:lnTo>
                  <a:pt x="1883592" y="46457"/>
                </a:lnTo>
                <a:lnTo>
                  <a:pt x="1882824" y="46927"/>
                </a:lnTo>
                <a:lnTo>
                  <a:pt x="1882071" y="47409"/>
                </a:lnTo>
                <a:lnTo>
                  <a:pt x="1881333" y="47893"/>
                </a:lnTo>
                <a:lnTo>
                  <a:pt x="1880609" y="48380"/>
                </a:lnTo>
                <a:lnTo>
                  <a:pt x="1879900" y="48871"/>
                </a:lnTo>
                <a:lnTo>
                  <a:pt x="1879206" y="49364"/>
                </a:lnTo>
                <a:lnTo>
                  <a:pt x="1878526" y="49860"/>
                </a:lnTo>
                <a:lnTo>
                  <a:pt x="1877861" y="50360"/>
                </a:lnTo>
                <a:lnTo>
                  <a:pt x="1877211" y="50862"/>
                </a:lnTo>
                <a:lnTo>
                  <a:pt x="1876575" y="51367"/>
                </a:lnTo>
                <a:lnTo>
                  <a:pt x="1875954" y="51875"/>
                </a:lnTo>
                <a:lnTo>
                  <a:pt x="1875348" y="52386"/>
                </a:lnTo>
                <a:lnTo>
                  <a:pt x="1874756" y="52900"/>
                </a:lnTo>
                <a:lnTo>
                  <a:pt x="1874179" y="53417"/>
                </a:lnTo>
                <a:lnTo>
                  <a:pt x="1873616" y="53937"/>
                </a:lnTo>
                <a:lnTo>
                  <a:pt x="1873068" y="54460"/>
                </a:lnTo>
                <a:lnTo>
                  <a:pt x="1872535" y="54986"/>
                </a:lnTo>
                <a:lnTo>
                  <a:pt x="1872017" y="55515"/>
                </a:lnTo>
                <a:lnTo>
                  <a:pt x="1871513" y="56047"/>
                </a:lnTo>
                <a:lnTo>
                  <a:pt x="1871024" y="56582"/>
                </a:lnTo>
                <a:lnTo>
                  <a:pt x="1870549" y="57120"/>
                </a:lnTo>
                <a:lnTo>
                  <a:pt x="1870089" y="57660"/>
                </a:lnTo>
                <a:lnTo>
                  <a:pt x="1869644" y="58204"/>
                </a:lnTo>
                <a:lnTo>
                  <a:pt x="1869213" y="58751"/>
                </a:lnTo>
                <a:lnTo>
                  <a:pt x="1868797" y="59301"/>
                </a:lnTo>
                <a:lnTo>
                  <a:pt x="1868341" y="43107"/>
                </a:lnTo>
                <a:lnTo>
                  <a:pt x="1849867" y="43107"/>
                </a:lnTo>
                <a:lnTo>
                  <a:pt x="1849867" y="157603"/>
                </a:lnTo>
                <a:lnTo>
                  <a:pt x="1868911" y="157603"/>
                </a:lnTo>
                <a:lnTo>
                  <a:pt x="1868911" y="75370"/>
                </a:lnTo>
                <a:lnTo>
                  <a:pt x="1869316" y="74815"/>
                </a:lnTo>
                <a:lnTo>
                  <a:pt x="1869731" y="74263"/>
                </a:lnTo>
                <a:lnTo>
                  <a:pt x="1870158" y="73715"/>
                </a:lnTo>
                <a:lnTo>
                  <a:pt x="1870595" y="73169"/>
                </a:lnTo>
                <a:close/>
                <a:moveTo>
                  <a:pt x="2922441" y="74197"/>
                </a:moveTo>
                <a:lnTo>
                  <a:pt x="2922771" y="73785"/>
                </a:lnTo>
                <a:lnTo>
                  <a:pt x="2923104" y="73378"/>
                </a:lnTo>
                <a:lnTo>
                  <a:pt x="2923440" y="72974"/>
                </a:lnTo>
                <a:lnTo>
                  <a:pt x="2923779" y="72576"/>
                </a:lnTo>
                <a:lnTo>
                  <a:pt x="2924121" y="72181"/>
                </a:lnTo>
                <a:lnTo>
                  <a:pt x="2924465" y="71791"/>
                </a:lnTo>
                <a:lnTo>
                  <a:pt x="2924813" y="71405"/>
                </a:lnTo>
                <a:lnTo>
                  <a:pt x="2925164" y="71023"/>
                </a:lnTo>
                <a:lnTo>
                  <a:pt x="2925518" y="70646"/>
                </a:lnTo>
                <a:lnTo>
                  <a:pt x="2925874" y="70273"/>
                </a:lnTo>
                <a:lnTo>
                  <a:pt x="2926234" y="69905"/>
                </a:lnTo>
                <a:lnTo>
                  <a:pt x="2926597" y="69541"/>
                </a:lnTo>
                <a:lnTo>
                  <a:pt x="2926962" y="69181"/>
                </a:lnTo>
                <a:lnTo>
                  <a:pt x="2927331" y="68825"/>
                </a:lnTo>
                <a:lnTo>
                  <a:pt x="2927702" y="68474"/>
                </a:lnTo>
                <a:lnTo>
                  <a:pt x="2928077" y="68127"/>
                </a:lnTo>
                <a:lnTo>
                  <a:pt x="2928454" y="67785"/>
                </a:lnTo>
                <a:lnTo>
                  <a:pt x="2928835" y="67446"/>
                </a:lnTo>
                <a:lnTo>
                  <a:pt x="2929218" y="67112"/>
                </a:lnTo>
                <a:lnTo>
                  <a:pt x="2929606" y="66784"/>
                </a:lnTo>
                <a:lnTo>
                  <a:pt x="2929999" y="66461"/>
                </a:lnTo>
                <a:lnTo>
                  <a:pt x="2930399" y="66144"/>
                </a:lnTo>
                <a:lnTo>
                  <a:pt x="2930804" y="65833"/>
                </a:lnTo>
                <a:lnTo>
                  <a:pt x="2931214" y="65529"/>
                </a:lnTo>
                <a:lnTo>
                  <a:pt x="2931631" y="65230"/>
                </a:lnTo>
                <a:lnTo>
                  <a:pt x="2932053" y="64937"/>
                </a:lnTo>
                <a:lnTo>
                  <a:pt x="2932481" y="64650"/>
                </a:lnTo>
                <a:lnTo>
                  <a:pt x="2932915" y="64369"/>
                </a:lnTo>
                <a:lnTo>
                  <a:pt x="2933354" y="64095"/>
                </a:lnTo>
                <a:lnTo>
                  <a:pt x="2933799" y="63826"/>
                </a:lnTo>
                <a:lnTo>
                  <a:pt x="2934250" y="63563"/>
                </a:lnTo>
                <a:lnTo>
                  <a:pt x="2934707" y="63306"/>
                </a:lnTo>
                <a:lnTo>
                  <a:pt x="2935169" y="63055"/>
                </a:lnTo>
                <a:lnTo>
                  <a:pt x="2935637" y="62810"/>
                </a:lnTo>
                <a:lnTo>
                  <a:pt x="2936111" y="62571"/>
                </a:lnTo>
                <a:lnTo>
                  <a:pt x="2936591" y="62339"/>
                </a:lnTo>
                <a:lnTo>
                  <a:pt x="2937076" y="62112"/>
                </a:lnTo>
                <a:lnTo>
                  <a:pt x="2937567" y="61891"/>
                </a:lnTo>
                <a:lnTo>
                  <a:pt x="2938064" y="61676"/>
                </a:lnTo>
                <a:lnTo>
                  <a:pt x="2938567" y="61467"/>
                </a:lnTo>
                <a:lnTo>
                  <a:pt x="2939075" y="61264"/>
                </a:lnTo>
                <a:lnTo>
                  <a:pt x="2939589" y="61067"/>
                </a:lnTo>
                <a:lnTo>
                  <a:pt x="2940109" y="60876"/>
                </a:lnTo>
                <a:lnTo>
                  <a:pt x="2940635" y="60691"/>
                </a:lnTo>
                <a:lnTo>
                  <a:pt x="2941168" y="60515"/>
                </a:lnTo>
                <a:lnTo>
                  <a:pt x="2941709" y="60346"/>
                </a:lnTo>
                <a:lnTo>
                  <a:pt x="2942257" y="60185"/>
                </a:lnTo>
                <a:lnTo>
                  <a:pt x="2942811" y="60032"/>
                </a:lnTo>
                <a:lnTo>
                  <a:pt x="2943373" y="59887"/>
                </a:lnTo>
                <a:lnTo>
                  <a:pt x="2943942" y="59750"/>
                </a:lnTo>
                <a:lnTo>
                  <a:pt x="2944518" y="59621"/>
                </a:lnTo>
                <a:lnTo>
                  <a:pt x="2945102" y="59499"/>
                </a:lnTo>
                <a:lnTo>
                  <a:pt x="2945692" y="59385"/>
                </a:lnTo>
                <a:lnTo>
                  <a:pt x="2946290" y="59279"/>
                </a:lnTo>
                <a:lnTo>
                  <a:pt x="2946894" y="59181"/>
                </a:lnTo>
                <a:lnTo>
                  <a:pt x="2947506" y="59091"/>
                </a:lnTo>
                <a:lnTo>
                  <a:pt x="2948125" y="59009"/>
                </a:lnTo>
                <a:lnTo>
                  <a:pt x="2948751" y="58934"/>
                </a:lnTo>
                <a:lnTo>
                  <a:pt x="2949384" y="58867"/>
                </a:lnTo>
                <a:lnTo>
                  <a:pt x="2950024" y="58809"/>
                </a:lnTo>
                <a:lnTo>
                  <a:pt x="2950672" y="58758"/>
                </a:lnTo>
                <a:lnTo>
                  <a:pt x="2951326" y="58715"/>
                </a:lnTo>
                <a:lnTo>
                  <a:pt x="2951988" y="58679"/>
                </a:lnTo>
                <a:lnTo>
                  <a:pt x="2952657" y="58652"/>
                </a:lnTo>
                <a:lnTo>
                  <a:pt x="2953333" y="58632"/>
                </a:lnTo>
                <a:lnTo>
                  <a:pt x="2954016" y="58620"/>
                </a:lnTo>
                <a:lnTo>
                  <a:pt x="2954706" y="58616"/>
                </a:lnTo>
                <a:lnTo>
                  <a:pt x="2957329" y="58616"/>
                </a:lnTo>
                <a:lnTo>
                  <a:pt x="2957329" y="41168"/>
                </a:lnTo>
                <a:lnTo>
                  <a:pt x="2955048" y="41168"/>
                </a:lnTo>
                <a:lnTo>
                  <a:pt x="2953954" y="41178"/>
                </a:lnTo>
                <a:lnTo>
                  <a:pt x="2952877" y="41209"/>
                </a:lnTo>
                <a:lnTo>
                  <a:pt x="2951818" y="41259"/>
                </a:lnTo>
                <a:lnTo>
                  <a:pt x="2950775" y="41330"/>
                </a:lnTo>
                <a:lnTo>
                  <a:pt x="2949749" y="41421"/>
                </a:lnTo>
                <a:lnTo>
                  <a:pt x="2948740" y="41532"/>
                </a:lnTo>
                <a:lnTo>
                  <a:pt x="2947749" y="41663"/>
                </a:lnTo>
                <a:lnTo>
                  <a:pt x="2946774" y="41815"/>
                </a:lnTo>
                <a:lnTo>
                  <a:pt x="2945816" y="41986"/>
                </a:lnTo>
                <a:lnTo>
                  <a:pt x="2944876" y="42178"/>
                </a:lnTo>
                <a:lnTo>
                  <a:pt x="2943952" y="42390"/>
                </a:lnTo>
                <a:lnTo>
                  <a:pt x="2943045" y="42622"/>
                </a:lnTo>
                <a:lnTo>
                  <a:pt x="2942156" y="42875"/>
                </a:lnTo>
                <a:lnTo>
                  <a:pt x="2941283" y="43147"/>
                </a:lnTo>
                <a:lnTo>
                  <a:pt x="2940428" y="43440"/>
                </a:lnTo>
                <a:lnTo>
                  <a:pt x="2939589" y="43753"/>
                </a:lnTo>
                <a:lnTo>
                  <a:pt x="2938768" y="44086"/>
                </a:lnTo>
                <a:lnTo>
                  <a:pt x="2937963" y="44440"/>
                </a:lnTo>
                <a:lnTo>
                  <a:pt x="2937176" y="44813"/>
                </a:lnTo>
                <a:lnTo>
                  <a:pt x="2936406" y="45207"/>
                </a:lnTo>
                <a:lnTo>
                  <a:pt x="2935652" y="45621"/>
                </a:lnTo>
                <a:lnTo>
                  <a:pt x="2934916" y="46055"/>
                </a:lnTo>
                <a:lnTo>
                  <a:pt x="2934197" y="46510"/>
                </a:lnTo>
                <a:lnTo>
                  <a:pt x="2933495" y="46984"/>
                </a:lnTo>
                <a:lnTo>
                  <a:pt x="2932807" y="47474"/>
                </a:lnTo>
                <a:lnTo>
                  <a:pt x="2932132" y="47973"/>
                </a:lnTo>
                <a:lnTo>
                  <a:pt x="2931469" y="48481"/>
                </a:lnTo>
                <a:lnTo>
                  <a:pt x="2930818" y="48999"/>
                </a:lnTo>
                <a:lnTo>
                  <a:pt x="2930179" y="49527"/>
                </a:lnTo>
                <a:lnTo>
                  <a:pt x="2929553" y="50063"/>
                </a:lnTo>
                <a:lnTo>
                  <a:pt x="2928939" y="50610"/>
                </a:lnTo>
                <a:lnTo>
                  <a:pt x="2928337" y="51166"/>
                </a:lnTo>
                <a:lnTo>
                  <a:pt x="2927748" y="51731"/>
                </a:lnTo>
                <a:lnTo>
                  <a:pt x="2927171" y="52306"/>
                </a:lnTo>
                <a:lnTo>
                  <a:pt x="2926606" y="52891"/>
                </a:lnTo>
                <a:lnTo>
                  <a:pt x="2926053" y="53485"/>
                </a:lnTo>
                <a:lnTo>
                  <a:pt x="2925513" y="54088"/>
                </a:lnTo>
                <a:lnTo>
                  <a:pt x="2924985" y="54701"/>
                </a:lnTo>
                <a:lnTo>
                  <a:pt x="2924469" y="55324"/>
                </a:lnTo>
                <a:lnTo>
                  <a:pt x="2923966" y="55956"/>
                </a:lnTo>
                <a:lnTo>
                  <a:pt x="2923475" y="56597"/>
                </a:lnTo>
                <a:lnTo>
                  <a:pt x="2922996" y="57248"/>
                </a:lnTo>
                <a:lnTo>
                  <a:pt x="2922529" y="57908"/>
                </a:lnTo>
                <a:lnTo>
                  <a:pt x="2922075" y="58578"/>
                </a:lnTo>
                <a:lnTo>
                  <a:pt x="2921633" y="59258"/>
                </a:lnTo>
                <a:lnTo>
                  <a:pt x="2921203" y="59947"/>
                </a:lnTo>
                <a:lnTo>
                  <a:pt x="2920785" y="60645"/>
                </a:lnTo>
                <a:lnTo>
                  <a:pt x="2920380" y="61353"/>
                </a:lnTo>
                <a:lnTo>
                  <a:pt x="2919696" y="43107"/>
                </a:lnTo>
                <a:lnTo>
                  <a:pt x="2901791" y="43107"/>
                </a:lnTo>
                <a:lnTo>
                  <a:pt x="2901791" y="157603"/>
                </a:lnTo>
                <a:lnTo>
                  <a:pt x="2920836" y="157603"/>
                </a:lnTo>
                <a:lnTo>
                  <a:pt x="2920836" y="76321"/>
                </a:lnTo>
                <a:lnTo>
                  <a:pt x="2921151" y="75888"/>
                </a:lnTo>
                <a:lnTo>
                  <a:pt x="2921469" y="75458"/>
                </a:lnTo>
                <a:lnTo>
                  <a:pt x="2921790" y="75034"/>
                </a:lnTo>
                <a:lnTo>
                  <a:pt x="2922114" y="74613"/>
                </a:lnTo>
                <a:lnTo>
                  <a:pt x="2922441" y="74197"/>
                </a:lnTo>
                <a:close/>
                <a:moveTo>
                  <a:pt x="2576374" y="72627"/>
                </a:moveTo>
                <a:lnTo>
                  <a:pt x="2576833" y="72088"/>
                </a:lnTo>
                <a:lnTo>
                  <a:pt x="2577303" y="71552"/>
                </a:lnTo>
                <a:lnTo>
                  <a:pt x="2577784" y="71019"/>
                </a:lnTo>
                <a:lnTo>
                  <a:pt x="2578275" y="70489"/>
                </a:lnTo>
                <a:lnTo>
                  <a:pt x="2578778" y="69962"/>
                </a:lnTo>
                <a:lnTo>
                  <a:pt x="2579292" y="69439"/>
                </a:lnTo>
                <a:lnTo>
                  <a:pt x="2579816" y="68918"/>
                </a:lnTo>
                <a:lnTo>
                  <a:pt x="2580351" y="68401"/>
                </a:lnTo>
                <a:lnTo>
                  <a:pt x="2580897" y="67887"/>
                </a:lnTo>
                <a:lnTo>
                  <a:pt x="2581454" y="67375"/>
                </a:lnTo>
                <a:lnTo>
                  <a:pt x="2582022" y="66867"/>
                </a:lnTo>
                <a:lnTo>
                  <a:pt x="2582601" y="66362"/>
                </a:lnTo>
                <a:lnTo>
                  <a:pt x="2583191" y="65860"/>
                </a:lnTo>
                <a:lnTo>
                  <a:pt x="2583791" y="65362"/>
                </a:lnTo>
                <a:lnTo>
                  <a:pt x="2584403" y="64866"/>
                </a:lnTo>
                <a:lnTo>
                  <a:pt x="2585025" y="64373"/>
                </a:lnTo>
                <a:lnTo>
                  <a:pt x="2585658" y="63884"/>
                </a:lnTo>
                <a:lnTo>
                  <a:pt x="2586303" y="63398"/>
                </a:lnTo>
                <a:lnTo>
                  <a:pt x="2586958" y="62914"/>
                </a:lnTo>
                <a:lnTo>
                  <a:pt x="2587624" y="62443"/>
                </a:lnTo>
                <a:lnTo>
                  <a:pt x="2588304" y="61991"/>
                </a:lnTo>
                <a:lnTo>
                  <a:pt x="2588995" y="61560"/>
                </a:lnTo>
                <a:lnTo>
                  <a:pt x="2589699" y="61148"/>
                </a:lnTo>
                <a:lnTo>
                  <a:pt x="2590416" y="60757"/>
                </a:lnTo>
                <a:lnTo>
                  <a:pt x="2591145" y="60385"/>
                </a:lnTo>
                <a:lnTo>
                  <a:pt x="2591887" y="60034"/>
                </a:lnTo>
                <a:lnTo>
                  <a:pt x="2592641" y="59703"/>
                </a:lnTo>
                <a:lnTo>
                  <a:pt x="2593407" y="59392"/>
                </a:lnTo>
                <a:lnTo>
                  <a:pt x="2594186" y="59101"/>
                </a:lnTo>
                <a:lnTo>
                  <a:pt x="2594978" y="58830"/>
                </a:lnTo>
                <a:lnTo>
                  <a:pt x="2595781" y="58579"/>
                </a:lnTo>
                <a:lnTo>
                  <a:pt x="2596598" y="58348"/>
                </a:lnTo>
                <a:lnTo>
                  <a:pt x="2597427" y="58137"/>
                </a:lnTo>
                <a:lnTo>
                  <a:pt x="2598268" y="57947"/>
                </a:lnTo>
                <a:lnTo>
                  <a:pt x="2599122" y="57776"/>
                </a:lnTo>
                <a:lnTo>
                  <a:pt x="2599988" y="57626"/>
                </a:lnTo>
                <a:lnTo>
                  <a:pt x="2600867" y="57495"/>
                </a:lnTo>
                <a:lnTo>
                  <a:pt x="2601758" y="57385"/>
                </a:lnTo>
                <a:lnTo>
                  <a:pt x="2602662" y="57294"/>
                </a:lnTo>
                <a:lnTo>
                  <a:pt x="2603578" y="57224"/>
                </a:lnTo>
                <a:lnTo>
                  <a:pt x="2604507" y="57174"/>
                </a:lnTo>
                <a:lnTo>
                  <a:pt x="2605448" y="57144"/>
                </a:lnTo>
                <a:lnTo>
                  <a:pt x="2606401" y="57134"/>
                </a:lnTo>
                <a:lnTo>
                  <a:pt x="2607023" y="57140"/>
                </a:lnTo>
                <a:lnTo>
                  <a:pt x="2607632" y="57159"/>
                </a:lnTo>
                <a:lnTo>
                  <a:pt x="2608229" y="57191"/>
                </a:lnTo>
                <a:lnTo>
                  <a:pt x="2608814" y="57235"/>
                </a:lnTo>
                <a:lnTo>
                  <a:pt x="2609387" y="57292"/>
                </a:lnTo>
                <a:lnTo>
                  <a:pt x="2609947" y="57361"/>
                </a:lnTo>
                <a:lnTo>
                  <a:pt x="2610496" y="57443"/>
                </a:lnTo>
                <a:lnTo>
                  <a:pt x="2611033" y="57538"/>
                </a:lnTo>
                <a:lnTo>
                  <a:pt x="2611557" y="57645"/>
                </a:lnTo>
                <a:lnTo>
                  <a:pt x="2612070" y="57765"/>
                </a:lnTo>
                <a:lnTo>
                  <a:pt x="2612570" y="57898"/>
                </a:lnTo>
                <a:lnTo>
                  <a:pt x="2613059" y="58043"/>
                </a:lnTo>
                <a:lnTo>
                  <a:pt x="2613535" y="58200"/>
                </a:lnTo>
                <a:lnTo>
                  <a:pt x="2613999" y="58371"/>
                </a:lnTo>
                <a:lnTo>
                  <a:pt x="2614451" y="58554"/>
                </a:lnTo>
                <a:lnTo>
                  <a:pt x="2614891" y="58749"/>
                </a:lnTo>
                <a:lnTo>
                  <a:pt x="2615319" y="58958"/>
                </a:lnTo>
                <a:lnTo>
                  <a:pt x="2615735" y="59179"/>
                </a:lnTo>
                <a:lnTo>
                  <a:pt x="2616139" y="59412"/>
                </a:lnTo>
                <a:lnTo>
                  <a:pt x="2616530" y="59658"/>
                </a:lnTo>
                <a:lnTo>
                  <a:pt x="2616910" y="59917"/>
                </a:lnTo>
                <a:lnTo>
                  <a:pt x="2617278" y="60188"/>
                </a:lnTo>
                <a:lnTo>
                  <a:pt x="2617633" y="60472"/>
                </a:lnTo>
                <a:lnTo>
                  <a:pt x="2617976" y="60769"/>
                </a:lnTo>
                <a:lnTo>
                  <a:pt x="2618309" y="61077"/>
                </a:lnTo>
                <a:lnTo>
                  <a:pt x="2618634" y="61394"/>
                </a:lnTo>
                <a:lnTo>
                  <a:pt x="2618949" y="61721"/>
                </a:lnTo>
                <a:lnTo>
                  <a:pt x="2619256" y="62058"/>
                </a:lnTo>
                <a:lnTo>
                  <a:pt x="2619554" y="62405"/>
                </a:lnTo>
                <a:lnTo>
                  <a:pt x="2619844" y="62762"/>
                </a:lnTo>
                <a:lnTo>
                  <a:pt x="2620125" y="63128"/>
                </a:lnTo>
                <a:lnTo>
                  <a:pt x="2620397" y="63504"/>
                </a:lnTo>
                <a:lnTo>
                  <a:pt x="2620660" y="63889"/>
                </a:lnTo>
                <a:lnTo>
                  <a:pt x="2620915" y="64284"/>
                </a:lnTo>
                <a:lnTo>
                  <a:pt x="2621160" y="64689"/>
                </a:lnTo>
                <a:lnTo>
                  <a:pt x="2621398" y="65104"/>
                </a:lnTo>
                <a:lnTo>
                  <a:pt x="2621626" y="65529"/>
                </a:lnTo>
                <a:lnTo>
                  <a:pt x="2621846" y="65963"/>
                </a:lnTo>
                <a:lnTo>
                  <a:pt x="2622057" y="66407"/>
                </a:lnTo>
                <a:lnTo>
                  <a:pt x="2622259" y="66861"/>
                </a:lnTo>
                <a:lnTo>
                  <a:pt x="2622453" y="67324"/>
                </a:lnTo>
                <a:lnTo>
                  <a:pt x="2622638" y="67797"/>
                </a:lnTo>
                <a:lnTo>
                  <a:pt x="2622814" y="68280"/>
                </a:lnTo>
                <a:lnTo>
                  <a:pt x="2622982" y="68773"/>
                </a:lnTo>
                <a:lnTo>
                  <a:pt x="2623140" y="69275"/>
                </a:lnTo>
                <a:lnTo>
                  <a:pt x="2623290" y="69787"/>
                </a:lnTo>
                <a:lnTo>
                  <a:pt x="2623432" y="70309"/>
                </a:lnTo>
                <a:lnTo>
                  <a:pt x="2623564" y="70840"/>
                </a:lnTo>
                <a:lnTo>
                  <a:pt x="2623690" y="71380"/>
                </a:lnTo>
                <a:lnTo>
                  <a:pt x="2623810" y="71925"/>
                </a:lnTo>
                <a:lnTo>
                  <a:pt x="2623925" y="72477"/>
                </a:lnTo>
                <a:lnTo>
                  <a:pt x="2624035" y="73035"/>
                </a:lnTo>
                <a:lnTo>
                  <a:pt x="2624139" y="73599"/>
                </a:lnTo>
                <a:lnTo>
                  <a:pt x="2624238" y="74170"/>
                </a:lnTo>
                <a:lnTo>
                  <a:pt x="2624332" y="74746"/>
                </a:lnTo>
                <a:lnTo>
                  <a:pt x="2624420" y="75329"/>
                </a:lnTo>
                <a:lnTo>
                  <a:pt x="2624503" y="75918"/>
                </a:lnTo>
                <a:lnTo>
                  <a:pt x="2624580" y="76513"/>
                </a:lnTo>
                <a:lnTo>
                  <a:pt x="2624652" y="77115"/>
                </a:lnTo>
                <a:lnTo>
                  <a:pt x="2624719" y="77723"/>
                </a:lnTo>
                <a:lnTo>
                  <a:pt x="2624781" y="78336"/>
                </a:lnTo>
                <a:lnTo>
                  <a:pt x="2624837" y="78956"/>
                </a:lnTo>
                <a:lnTo>
                  <a:pt x="2624887" y="79583"/>
                </a:lnTo>
                <a:lnTo>
                  <a:pt x="2624933" y="80215"/>
                </a:lnTo>
                <a:lnTo>
                  <a:pt x="2624973" y="80854"/>
                </a:lnTo>
                <a:lnTo>
                  <a:pt x="2625008" y="81499"/>
                </a:lnTo>
                <a:lnTo>
                  <a:pt x="2625037" y="82150"/>
                </a:lnTo>
                <a:lnTo>
                  <a:pt x="2625061" y="82807"/>
                </a:lnTo>
                <a:lnTo>
                  <a:pt x="2625080" y="83470"/>
                </a:lnTo>
                <a:lnTo>
                  <a:pt x="2625093" y="84140"/>
                </a:lnTo>
                <a:lnTo>
                  <a:pt x="2625101" y="84816"/>
                </a:lnTo>
                <a:lnTo>
                  <a:pt x="2625104" y="85498"/>
                </a:lnTo>
                <a:lnTo>
                  <a:pt x="2625104" y="157603"/>
                </a:lnTo>
                <a:lnTo>
                  <a:pt x="2644035" y="157603"/>
                </a:lnTo>
                <a:lnTo>
                  <a:pt x="2644035" y="83217"/>
                </a:lnTo>
                <a:lnTo>
                  <a:pt x="2644021" y="81564"/>
                </a:lnTo>
                <a:lnTo>
                  <a:pt x="2643982" y="79943"/>
                </a:lnTo>
                <a:lnTo>
                  <a:pt x="2643915" y="78353"/>
                </a:lnTo>
                <a:lnTo>
                  <a:pt x="2643822" y="76795"/>
                </a:lnTo>
                <a:lnTo>
                  <a:pt x="2643703" y="75267"/>
                </a:lnTo>
                <a:lnTo>
                  <a:pt x="2643557" y="73771"/>
                </a:lnTo>
                <a:lnTo>
                  <a:pt x="2643385" y="72306"/>
                </a:lnTo>
                <a:lnTo>
                  <a:pt x="2643186" y="70872"/>
                </a:lnTo>
                <a:lnTo>
                  <a:pt x="2642960" y="69470"/>
                </a:lnTo>
                <a:lnTo>
                  <a:pt x="2642708" y="68099"/>
                </a:lnTo>
                <a:lnTo>
                  <a:pt x="2642429" y="66759"/>
                </a:lnTo>
                <a:lnTo>
                  <a:pt x="2642124" y="65450"/>
                </a:lnTo>
                <a:lnTo>
                  <a:pt x="2641793" y="64173"/>
                </a:lnTo>
                <a:lnTo>
                  <a:pt x="2641435" y="62926"/>
                </a:lnTo>
                <a:lnTo>
                  <a:pt x="2641050" y="61711"/>
                </a:lnTo>
                <a:lnTo>
                  <a:pt x="2640639" y="60528"/>
                </a:lnTo>
                <a:lnTo>
                  <a:pt x="2640201" y="59375"/>
                </a:lnTo>
                <a:lnTo>
                  <a:pt x="2639737" y="58254"/>
                </a:lnTo>
                <a:lnTo>
                  <a:pt x="2639246" y="57164"/>
                </a:lnTo>
                <a:lnTo>
                  <a:pt x="2638729" y="56106"/>
                </a:lnTo>
                <a:lnTo>
                  <a:pt x="2638185" y="55078"/>
                </a:lnTo>
                <a:lnTo>
                  <a:pt x="2637614" y="54082"/>
                </a:lnTo>
                <a:lnTo>
                  <a:pt x="2637017" y="53117"/>
                </a:lnTo>
                <a:lnTo>
                  <a:pt x="2636394" y="52184"/>
                </a:lnTo>
                <a:lnTo>
                  <a:pt x="2635740" y="51285"/>
                </a:lnTo>
                <a:lnTo>
                  <a:pt x="2635050" y="50424"/>
                </a:lnTo>
                <a:lnTo>
                  <a:pt x="2634325" y="49602"/>
                </a:lnTo>
                <a:lnTo>
                  <a:pt x="2633565" y="48818"/>
                </a:lnTo>
                <a:lnTo>
                  <a:pt x="2632770" y="48072"/>
                </a:lnTo>
                <a:lnTo>
                  <a:pt x="2631939" y="47365"/>
                </a:lnTo>
                <a:lnTo>
                  <a:pt x="2631073" y="46695"/>
                </a:lnTo>
                <a:lnTo>
                  <a:pt x="2630172" y="46064"/>
                </a:lnTo>
                <a:lnTo>
                  <a:pt x="2629236" y="45471"/>
                </a:lnTo>
                <a:lnTo>
                  <a:pt x="2628265" y="44917"/>
                </a:lnTo>
                <a:lnTo>
                  <a:pt x="2627258" y="44400"/>
                </a:lnTo>
                <a:lnTo>
                  <a:pt x="2626216" y="43922"/>
                </a:lnTo>
                <a:lnTo>
                  <a:pt x="2625139" y="43482"/>
                </a:lnTo>
                <a:lnTo>
                  <a:pt x="2624026" y="43081"/>
                </a:lnTo>
                <a:lnTo>
                  <a:pt x="2622878" y="42717"/>
                </a:lnTo>
                <a:lnTo>
                  <a:pt x="2621695" y="42392"/>
                </a:lnTo>
                <a:lnTo>
                  <a:pt x="2620477" y="42105"/>
                </a:lnTo>
                <a:lnTo>
                  <a:pt x="2619224" y="41857"/>
                </a:lnTo>
                <a:lnTo>
                  <a:pt x="2617935" y="41646"/>
                </a:lnTo>
                <a:lnTo>
                  <a:pt x="2616611" y="41474"/>
                </a:lnTo>
                <a:lnTo>
                  <a:pt x="2615252" y="41340"/>
                </a:lnTo>
                <a:lnTo>
                  <a:pt x="2613858" y="41245"/>
                </a:lnTo>
                <a:lnTo>
                  <a:pt x="2612428" y="41187"/>
                </a:lnTo>
                <a:lnTo>
                  <a:pt x="2610963" y="41168"/>
                </a:lnTo>
                <a:lnTo>
                  <a:pt x="2609831" y="41178"/>
                </a:lnTo>
                <a:lnTo>
                  <a:pt x="2608714" y="41208"/>
                </a:lnTo>
                <a:lnTo>
                  <a:pt x="2607613" y="41258"/>
                </a:lnTo>
                <a:lnTo>
                  <a:pt x="2606528" y="41328"/>
                </a:lnTo>
                <a:lnTo>
                  <a:pt x="2605459" y="41418"/>
                </a:lnTo>
                <a:lnTo>
                  <a:pt x="2604406" y="41528"/>
                </a:lnTo>
                <a:lnTo>
                  <a:pt x="2603368" y="41658"/>
                </a:lnTo>
                <a:lnTo>
                  <a:pt x="2602347" y="41808"/>
                </a:lnTo>
                <a:lnTo>
                  <a:pt x="2601341" y="41978"/>
                </a:lnTo>
                <a:lnTo>
                  <a:pt x="2600351" y="42168"/>
                </a:lnTo>
                <a:lnTo>
                  <a:pt x="2599377" y="42378"/>
                </a:lnTo>
                <a:lnTo>
                  <a:pt x="2598419" y="42608"/>
                </a:lnTo>
                <a:lnTo>
                  <a:pt x="2597476" y="42858"/>
                </a:lnTo>
                <a:lnTo>
                  <a:pt x="2596550" y="43128"/>
                </a:lnTo>
                <a:lnTo>
                  <a:pt x="2595639" y="43418"/>
                </a:lnTo>
                <a:lnTo>
                  <a:pt x="2594744" y="43728"/>
                </a:lnTo>
                <a:lnTo>
                  <a:pt x="2593865" y="44058"/>
                </a:lnTo>
                <a:lnTo>
                  <a:pt x="2593002" y="44408"/>
                </a:lnTo>
                <a:lnTo>
                  <a:pt x="2592154" y="44778"/>
                </a:lnTo>
                <a:lnTo>
                  <a:pt x="2591323" y="45168"/>
                </a:lnTo>
                <a:lnTo>
                  <a:pt x="2590507" y="45578"/>
                </a:lnTo>
                <a:lnTo>
                  <a:pt x="2589707" y="46008"/>
                </a:lnTo>
                <a:lnTo>
                  <a:pt x="2588923" y="46457"/>
                </a:lnTo>
                <a:lnTo>
                  <a:pt x="2588155" y="46927"/>
                </a:lnTo>
                <a:lnTo>
                  <a:pt x="2587402" y="47409"/>
                </a:lnTo>
                <a:lnTo>
                  <a:pt x="2586664" y="47893"/>
                </a:lnTo>
                <a:lnTo>
                  <a:pt x="2585940" y="48380"/>
                </a:lnTo>
                <a:lnTo>
                  <a:pt x="2585231" y="48871"/>
                </a:lnTo>
                <a:lnTo>
                  <a:pt x="2584537" y="49364"/>
                </a:lnTo>
                <a:lnTo>
                  <a:pt x="2583857" y="49860"/>
                </a:lnTo>
                <a:lnTo>
                  <a:pt x="2583192" y="50360"/>
                </a:lnTo>
                <a:lnTo>
                  <a:pt x="2582542" y="50862"/>
                </a:lnTo>
                <a:lnTo>
                  <a:pt x="2581906" y="51367"/>
                </a:lnTo>
                <a:lnTo>
                  <a:pt x="2581285" y="51875"/>
                </a:lnTo>
                <a:lnTo>
                  <a:pt x="2580679" y="52386"/>
                </a:lnTo>
                <a:lnTo>
                  <a:pt x="2580087" y="52900"/>
                </a:lnTo>
                <a:lnTo>
                  <a:pt x="2579510" y="53417"/>
                </a:lnTo>
                <a:lnTo>
                  <a:pt x="2578947" y="53937"/>
                </a:lnTo>
                <a:lnTo>
                  <a:pt x="2578399" y="54460"/>
                </a:lnTo>
                <a:lnTo>
                  <a:pt x="2577866" y="54986"/>
                </a:lnTo>
                <a:lnTo>
                  <a:pt x="2577348" y="55515"/>
                </a:lnTo>
                <a:lnTo>
                  <a:pt x="2576844" y="56047"/>
                </a:lnTo>
                <a:lnTo>
                  <a:pt x="2576355" y="56582"/>
                </a:lnTo>
                <a:lnTo>
                  <a:pt x="2575880" y="57120"/>
                </a:lnTo>
                <a:lnTo>
                  <a:pt x="2575420" y="57660"/>
                </a:lnTo>
                <a:lnTo>
                  <a:pt x="2574975" y="58204"/>
                </a:lnTo>
                <a:lnTo>
                  <a:pt x="2574544" y="58751"/>
                </a:lnTo>
                <a:lnTo>
                  <a:pt x="2574128" y="59301"/>
                </a:lnTo>
                <a:lnTo>
                  <a:pt x="2573672" y="43107"/>
                </a:lnTo>
                <a:lnTo>
                  <a:pt x="2555198" y="43107"/>
                </a:lnTo>
                <a:lnTo>
                  <a:pt x="2555198" y="157603"/>
                </a:lnTo>
                <a:lnTo>
                  <a:pt x="2574242" y="157603"/>
                </a:lnTo>
                <a:lnTo>
                  <a:pt x="2574242" y="75370"/>
                </a:lnTo>
                <a:lnTo>
                  <a:pt x="2574647" y="74815"/>
                </a:lnTo>
                <a:lnTo>
                  <a:pt x="2575062" y="74263"/>
                </a:lnTo>
                <a:lnTo>
                  <a:pt x="2575489" y="73715"/>
                </a:lnTo>
                <a:lnTo>
                  <a:pt x="2575926" y="73169"/>
                </a:lnTo>
                <a:lnTo>
                  <a:pt x="2576374" y="72627"/>
                </a:lnTo>
                <a:close/>
                <a:moveTo>
                  <a:pt x="2524729" y="43107"/>
                </a:moveTo>
                <a:lnTo>
                  <a:pt x="2505685" y="43107"/>
                </a:lnTo>
                <a:lnTo>
                  <a:pt x="2505685" y="157603"/>
                </a:lnTo>
                <a:lnTo>
                  <a:pt x="2524729" y="157603"/>
                </a:lnTo>
                <a:lnTo>
                  <a:pt x="2524729" y="43107"/>
                </a:lnTo>
                <a:close/>
                <a:moveTo>
                  <a:pt x="2835037" y="159056"/>
                </a:moveTo>
                <a:lnTo>
                  <a:pt x="2836248" y="158872"/>
                </a:lnTo>
                <a:lnTo>
                  <a:pt x="2837444" y="158664"/>
                </a:lnTo>
                <a:lnTo>
                  <a:pt x="2838624" y="158431"/>
                </a:lnTo>
                <a:lnTo>
                  <a:pt x="2839788" y="158174"/>
                </a:lnTo>
                <a:lnTo>
                  <a:pt x="2840937" y="157893"/>
                </a:lnTo>
                <a:lnTo>
                  <a:pt x="2842069" y="157586"/>
                </a:lnTo>
                <a:lnTo>
                  <a:pt x="2843186" y="157256"/>
                </a:lnTo>
                <a:lnTo>
                  <a:pt x="2844287" y="156901"/>
                </a:lnTo>
                <a:lnTo>
                  <a:pt x="2845372" y="156521"/>
                </a:lnTo>
                <a:lnTo>
                  <a:pt x="2846441" y="156117"/>
                </a:lnTo>
                <a:lnTo>
                  <a:pt x="2847494" y="155689"/>
                </a:lnTo>
                <a:lnTo>
                  <a:pt x="2848532" y="155236"/>
                </a:lnTo>
                <a:lnTo>
                  <a:pt x="2849553" y="154758"/>
                </a:lnTo>
                <a:lnTo>
                  <a:pt x="2850559" y="154256"/>
                </a:lnTo>
                <a:lnTo>
                  <a:pt x="2851549" y="153729"/>
                </a:lnTo>
                <a:lnTo>
                  <a:pt x="2852523" y="153179"/>
                </a:lnTo>
                <a:lnTo>
                  <a:pt x="2853481" y="152603"/>
                </a:lnTo>
                <a:lnTo>
                  <a:pt x="2854422" y="152005"/>
                </a:lnTo>
                <a:lnTo>
                  <a:pt x="2855345" y="151385"/>
                </a:lnTo>
                <a:lnTo>
                  <a:pt x="2856248" y="150743"/>
                </a:lnTo>
                <a:lnTo>
                  <a:pt x="2857134" y="150081"/>
                </a:lnTo>
                <a:lnTo>
                  <a:pt x="2858000" y="149397"/>
                </a:lnTo>
                <a:lnTo>
                  <a:pt x="2858848" y="148691"/>
                </a:lnTo>
                <a:lnTo>
                  <a:pt x="2859678" y="147964"/>
                </a:lnTo>
                <a:lnTo>
                  <a:pt x="2860488" y="147215"/>
                </a:lnTo>
                <a:lnTo>
                  <a:pt x="2861280" y="146446"/>
                </a:lnTo>
                <a:lnTo>
                  <a:pt x="2862054" y="145654"/>
                </a:lnTo>
                <a:lnTo>
                  <a:pt x="2862809" y="144841"/>
                </a:lnTo>
                <a:lnTo>
                  <a:pt x="2863545" y="144007"/>
                </a:lnTo>
                <a:lnTo>
                  <a:pt x="2864263" y="143152"/>
                </a:lnTo>
                <a:lnTo>
                  <a:pt x="2864962" y="142275"/>
                </a:lnTo>
                <a:lnTo>
                  <a:pt x="2865642" y="141376"/>
                </a:lnTo>
                <a:lnTo>
                  <a:pt x="2866304" y="140456"/>
                </a:lnTo>
                <a:lnTo>
                  <a:pt x="2866948" y="139515"/>
                </a:lnTo>
                <a:lnTo>
                  <a:pt x="2867572" y="138552"/>
                </a:lnTo>
                <a:lnTo>
                  <a:pt x="2868178" y="137568"/>
                </a:lnTo>
                <a:lnTo>
                  <a:pt x="2868766" y="136562"/>
                </a:lnTo>
                <a:lnTo>
                  <a:pt x="2869334" y="135535"/>
                </a:lnTo>
                <a:lnTo>
                  <a:pt x="2869885" y="134487"/>
                </a:lnTo>
                <a:lnTo>
                  <a:pt x="2870416" y="133417"/>
                </a:lnTo>
                <a:lnTo>
                  <a:pt x="2870929" y="132325"/>
                </a:lnTo>
                <a:lnTo>
                  <a:pt x="2871422" y="131214"/>
                </a:lnTo>
                <a:lnTo>
                  <a:pt x="2871895" y="130086"/>
                </a:lnTo>
                <a:lnTo>
                  <a:pt x="2872346" y="128939"/>
                </a:lnTo>
                <a:lnTo>
                  <a:pt x="2872776" y="127775"/>
                </a:lnTo>
                <a:lnTo>
                  <a:pt x="2873185" y="126593"/>
                </a:lnTo>
                <a:lnTo>
                  <a:pt x="2873574" y="125393"/>
                </a:lnTo>
                <a:lnTo>
                  <a:pt x="2873941" y="124176"/>
                </a:lnTo>
                <a:lnTo>
                  <a:pt x="2874287" y="122941"/>
                </a:lnTo>
                <a:lnTo>
                  <a:pt x="2874612" y="121688"/>
                </a:lnTo>
                <a:lnTo>
                  <a:pt x="2874917" y="120417"/>
                </a:lnTo>
                <a:lnTo>
                  <a:pt x="2875200" y="119129"/>
                </a:lnTo>
                <a:lnTo>
                  <a:pt x="2875462" y="117823"/>
                </a:lnTo>
                <a:lnTo>
                  <a:pt x="2875704" y="116499"/>
                </a:lnTo>
                <a:lnTo>
                  <a:pt x="2875924" y="115157"/>
                </a:lnTo>
                <a:lnTo>
                  <a:pt x="2876123" y="113798"/>
                </a:lnTo>
                <a:lnTo>
                  <a:pt x="2876302" y="112421"/>
                </a:lnTo>
                <a:lnTo>
                  <a:pt x="2876459" y="111026"/>
                </a:lnTo>
                <a:lnTo>
                  <a:pt x="2876596" y="109613"/>
                </a:lnTo>
                <a:lnTo>
                  <a:pt x="2876711" y="108183"/>
                </a:lnTo>
                <a:lnTo>
                  <a:pt x="2876805" y="106735"/>
                </a:lnTo>
                <a:lnTo>
                  <a:pt x="2876879" y="105269"/>
                </a:lnTo>
                <a:lnTo>
                  <a:pt x="2876931" y="103785"/>
                </a:lnTo>
                <a:lnTo>
                  <a:pt x="2876963" y="102284"/>
                </a:lnTo>
                <a:lnTo>
                  <a:pt x="2876973" y="100765"/>
                </a:lnTo>
                <a:lnTo>
                  <a:pt x="2876963" y="99226"/>
                </a:lnTo>
                <a:lnTo>
                  <a:pt x="2876931" y="97705"/>
                </a:lnTo>
                <a:lnTo>
                  <a:pt x="2876879" y="96203"/>
                </a:lnTo>
                <a:lnTo>
                  <a:pt x="2876805" y="94719"/>
                </a:lnTo>
                <a:lnTo>
                  <a:pt x="2876711" y="93253"/>
                </a:lnTo>
                <a:lnTo>
                  <a:pt x="2876596" y="91805"/>
                </a:lnTo>
                <a:lnTo>
                  <a:pt x="2876459" y="90375"/>
                </a:lnTo>
                <a:lnTo>
                  <a:pt x="2876302" y="88964"/>
                </a:lnTo>
                <a:lnTo>
                  <a:pt x="2876123" y="87570"/>
                </a:lnTo>
                <a:lnTo>
                  <a:pt x="2875924" y="86195"/>
                </a:lnTo>
                <a:lnTo>
                  <a:pt x="2875704" y="84838"/>
                </a:lnTo>
                <a:lnTo>
                  <a:pt x="2875462" y="83499"/>
                </a:lnTo>
                <a:lnTo>
                  <a:pt x="2875200" y="82179"/>
                </a:lnTo>
                <a:lnTo>
                  <a:pt x="2874917" y="80876"/>
                </a:lnTo>
                <a:lnTo>
                  <a:pt x="2874612" y="79592"/>
                </a:lnTo>
                <a:lnTo>
                  <a:pt x="2874287" y="78326"/>
                </a:lnTo>
                <a:lnTo>
                  <a:pt x="2873941" y="77078"/>
                </a:lnTo>
                <a:lnTo>
                  <a:pt x="2873574" y="75848"/>
                </a:lnTo>
                <a:lnTo>
                  <a:pt x="2873185" y="74637"/>
                </a:lnTo>
                <a:lnTo>
                  <a:pt x="2872776" y="73443"/>
                </a:lnTo>
                <a:lnTo>
                  <a:pt x="2872346" y="72268"/>
                </a:lnTo>
                <a:lnTo>
                  <a:pt x="2871895" y="71111"/>
                </a:lnTo>
                <a:lnTo>
                  <a:pt x="2871422" y="69972"/>
                </a:lnTo>
                <a:lnTo>
                  <a:pt x="2870929" y="68852"/>
                </a:lnTo>
                <a:lnTo>
                  <a:pt x="2870416" y="67750"/>
                </a:lnTo>
                <a:lnTo>
                  <a:pt x="2869885" y="66671"/>
                </a:lnTo>
                <a:lnTo>
                  <a:pt x="2869334" y="65612"/>
                </a:lnTo>
                <a:lnTo>
                  <a:pt x="2868766" y="64575"/>
                </a:lnTo>
                <a:lnTo>
                  <a:pt x="2868178" y="63560"/>
                </a:lnTo>
                <a:lnTo>
                  <a:pt x="2867572" y="62566"/>
                </a:lnTo>
                <a:lnTo>
                  <a:pt x="2866948" y="61593"/>
                </a:lnTo>
                <a:lnTo>
                  <a:pt x="2866304" y="60642"/>
                </a:lnTo>
                <a:lnTo>
                  <a:pt x="2865642" y="59713"/>
                </a:lnTo>
                <a:lnTo>
                  <a:pt x="2864962" y="58804"/>
                </a:lnTo>
                <a:lnTo>
                  <a:pt x="2864263" y="57917"/>
                </a:lnTo>
                <a:lnTo>
                  <a:pt x="2863545" y="57052"/>
                </a:lnTo>
                <a:lnTo>
                  <a:pt x="2862809" y="56208"/>
                </a:lnTo>
                <a:lnTo>
                  <a:pt x="2862054" y="55385"/>
                </a:lnTo>
                <a:lnTo>
                  <a:pt x="2861280" y="54584"/>
                </a:lnTo>
                <a:lnTo>
                  <a:pt x="2860488" y="53805"/>
                </a:lnTo>
                <a:lnTo>
                  <a:pt x="2859678" y="53046"/>
                </a:lnTo>
                <a:lnTo>
                  <a:pt x="2858848" y="52310"/>
                </a:lnTo>
                <a:lnTo>
                  <a:pt x="2858000" y="51594"/>
                </a:lnTo>
                <a:lnTo>
                  <a:pt x="2857134" y="50900"/>
                </a:lnTo>
                <a:lnTo>
                  <a:pt x="2856248" y="50228"/>
                </a:lnTo>
                <a:lnTo>
                  <a:pt x="2855345" y="49577"/>
                </a:lnTo>
                <a:lnTo>
                  <a:pt x="2854422" y="48947"/>
                </a:lnTo>
                <a:lnTo>
                  <a:pt x="2853481" y="48339"/>
                </a:lnTo>
                <a:lnTo>
                  <a:pt x="2852523" y="47754"/>
                </a:lnTo>
                <a:lnTo>
                  <a:pt x="2851549" y="47193"/>
                </a:lnTo>
                <a:lnTo>
                  <a:pt x="2850559" y="46658"/>
                </a:lnTo>
                <a:lnTo>
                  <a:pt x="2849553" y="46148"/>
                </a:lnTo>
                <a:lnTo>
                  <a:pt x="2848532" y="45662"/>
                </a:lnTo>
                <a:lnTo>
                  <a:pt x="2847494" y="45202"/>
                </a:lnTo>
                <a:lnTo>
                  <a:pt x="2846441" y="44766"/>
                </a:lnTo>
                <a:lnTo>
                  <a:pt x="2845372" y="44355"/>
                </a:lnTo>
                <a:lnTo>
                  <a:pt x="2844287" y="43969"/>
                </a:lnTo>
                <a:lnTo>
                  <a:pt x="2843186" y="43608"/>
                </a:lnTo>
                <a:lnTo>
                  <a:pt x="2842069" y="43272"/>
                </a:lnTo>
                <a:lnTo>
                  <a:pt x="2840937" y="42961"/>
                </a:lnTo>
                <a:lnTo>
                  <a:pt x="2839788" y="42675"/>
                </a:lnTo>
                <a:lnTo>
                  <a:pt x="2838624" y="42413"/>
                </a:lnTo>
                <a:lnTo>
                  <a:pt x="2837444" y="42177"/>
                </a:lnTo>
                <a:lnTo>
                  <a:pt x="2836248" y="41965"/>
                </a:lnTo>
                <a:lnTo>
                  <a:pt x="2835037" y="41778"/>
                </a:lnTo>
                <a:lnTo>
                  <a:pt x="2833809" y="41616"/>
                </a:lnTo>
                <a:lnTo>
                  <a:pt x="2832566" y="41480"/>
                </a:lnTo>
                <a:lnTo>
                  <a:pt x="2831307" y="41368"/>
                </a:lnTo>
                <a:lnTo>
                  <a:pt x="2830032" y="41280"/>
                </a:lnTo>
                <a:lnTo>
                  <a:pt x="2828741" y="41218"/>
                </a:lnTo>
                <a:lnTo>
                  <a:pt x="2827434" y="41181"/>
                </a:lnTo>
                <a:lnTo>
                  <a:pt x="2826112" y="41168"/>
                </a:lnTo>
                <a:lnTo>
                  <a:pt x="2824818" y="41181"/>
                </a:lnTo>
                <a:lnTo>
                  <a:pt x="2823539" y="41218"/>
                </a:lnTo>
                <a:lnTo>
                  <a:pt x="2822277" y="41280"/>
                </a:lnTo>
                <a:lnTo>
                  <a:pt x="2821030" y="41368"/>
                </a:lnTo>
                <a:lnTo>
                  <a:pt x="2819800" y="41480"/>
                </a:lnTo>
                <a:lnTo>
                  <a:pt x="2818585" y="41616"/>
                </a:lnTo>
                <a:lnTo>
                  <a:pt x="2817386" y="41778"/>
                </a:lnTo>
                <a:lnTo>
                  <a:pt x="2816203" y="41965"/>
                </a:lnTo>
                <a:lnTo>
                  <a:pt x="2815035" y="42177"/>
                </a:lnTo>
                <a:lnTo>
                  <a:pt x="2813884" y="42413"/>
                </a:lnTo>
                <a:lnTo>
                  <a:pt x="2812748" y="42675"/>
                </a:lnTo>
                <a:lnTo>
                  <a:pt x="2811629" y="42961"/>
                </a:lnTo>
                <a:lnTo>
                  <a:pt x="2810525" y="43272"/>
                </a:lnTo>
                <a:lnTo>
                  <a:pt x="2809436" y="43608"/>
                </a:lnTo>
                <a:lnTo>
                  <a:pt x="2808364" y="43969"/>
                </a:lnTo>
                <a:lnTo>
                  <a:pt x="2807308" y="44355"/>
                </a:lnTo>
                <a:lnTo>
                  <a:pt x="2806267" y="44766"/>
                </a:lnTo>
                <a:lnTo>
                  <a:pt x="2805242" y="45202"/>
                </a:lnTo>
                <a:lnTo>
                  <a:pt x="2804233" y="45662"/>
                </a:lnTo>
                <a:lnTo>
                  <a:pt x="2803240" y="46148"/>
                </a:lnTo>
                <a:lnTo>
                  <a:pt x="2802263" y="46658"/>
                </a:lnTo>
                <a:lnTo>
                  <a:pt x="2801302" y="47193"/>
                </a:lnTo>
                <a:lnTo>
                  <a:pt x="2800356" y="47754"/>
                </a:lnTo>
                <a:lnTo>
                  <a:pt x="2799426" y="48339"/>
                </a:lnTo>
                <a:lnTo>
                  <a:pt x="2798513" y="48947"/>
                </a:lnTo>
                <a:lnTo>
                  <a:pt x="2797619" y="49577"/>
                </a:lnTo>
                <a:lnTo>
                  <a:pt x="2796742" y="50228"/>
                </a:lnTo>
                <a:lnTo>
                  <a:pt x="2795883" y="50900"/>
                </a:lnTo>
                <a:lnTo>
                  <a:pt x="2795042" y="51594"/>
                </a:lnTo>
                <a:lnTo>
                  <a:pt x="2794220" y="52310"/>
                </a:lnTo>
                <a:lnTo>
                  <a:pt x="2793415" y="53046"/>
                </a:lnTo>
                <a:lnTo>
                  <a:pt x="2792628" y="53805"/>
                </a:lnTo>
                <a:lnTo>
                  <a:pt x="2791860" y="54584"/>
                </a:lnTo>
                <a:lnTo>
                  <a:pt x="2791109" y="55385"/>
                </a:lnTo>
                <a:lnTo>
                  <a:pt x="2790376" y="56208"/>
                </a:lnTo>
                <a:lnTo>
                  <a:pt x="2789662" y="57052"/>
                </a:lnTo>
                <a:lnTo>
                  <a:pt x="2788965" y="57917"/>
                </a:lnTo>
                <a:lnTo>
                  <a:pt x="2788286" y="58804"/>
                </a:lnTo>
                <a:lnTo>
                  <a:pt x="2787626" y="59713"/>
                </a:lnTo>
                <a:lnTo>
                  <a:pt x="2786983" y="60642"/>
                </a:lnTo>
                <a:lnTo>
                  <a:pt x="2786359" y="61593"/>
                </a:lnTo>
                <a:lnTo>
                  <a:pt x="2785752" y="62566"/>
                </a:lnTo>
                <a:lnTo>
                  <a:pt x="2785164" y="63560"/>
                </a:lnTo>
                <a:lnTo>
                  <a:pt x="2784593" y="64575"/>
                </a:lnTo>
                <a:lnTo>
                  <a:pt x="2784041" y="65612"/>
                </a:lnTo>
                <a:lnTo>
                  <a:pt x="2783506" y="66671"/>
                </a:lnTo>
                <a:lnTo>
                  <a:pt x="2782990" y="67750"/>
                </a:lnTo>
                <a:lnTo>
                  <a:pt x="2782491" y="68852"/>
                </a:lnTo>
                <a:lnTo>
                  <a:pt x="2782012" y="69972"/>
                </a:lnTo>
                <a:lnTo>
                  <a:pt x="2781553" y="71111"/>
                </a:lnTo>
                <a:lnTo>
                  <a:pt x="2781115" y="72268"/>
                </a:lnTo>
                <a:lnTo>
                  <a:pt x="2780697" y="73443"/>
                </a:lnTo>
                <a:lnTo>
                  <a:pt x="2780299" y="74637"/>
                </a:lnTo>
                <a:lnTo>
                  <a:pt x="2779922" y="75848"/>
                </a:lnTo>
                <a:lnTo>
                  <a:pt x="2779565" y="77078"/>
                </a:lnTo>
                <a:lnTo>
                  <a:pt x="2779229" y="78326"/>
                </a:lnTo>
                <a:lnTo>
                  <a:pt x="2778913" y="79592"/>
                </a:lnTo>
                <a:lnTo>
                  <a:pt x="2778617" y="80876"/>
                </a:lnTo>
                <a:lnTo>
                  <a:pt x="2778342" y="82179"/>
                </a:lnTo>
                <a:lnTo>
                  <a:pt x="2778087" y="83499"/>
                </a:lnTo>
                <a:lnTo>
                  <a:pt x="2777852" y="84838"/>
                </a:lnTo>
                <a:lnTo>
                  <a:pt x="2777638" y="86195"/>
                </a:lnTo>
                <a:lnTo>
                  <a:pt x="2777444" y="87570"/>
                </a:lnTo>
                <a:lnTo>
                  <a:pt x="2777271" y="88964"/>
                </a:lnTo>
                <a:lnTo>
                  <a:pt x="2777118" y="90375"/>
                </a:lnTo>
                <a:lnTo>
                  <a:pt x="2776985" y="91805"/>
                </a:lnTo>
                <a:lnTo>
                  <a:pt x="2776873" y="93253"/>
                </a:lnTo>
                <a:lnTo>
                  <a:pt x="2776781" y="94719"/>
                </a:lnTo>
                <a:lnTo>
                  <a:pt x="2776710" y="96203"/>
                </a:lnTo>
                <a:lnTo>
                  <a:pt x="2776659" y="97705"/>
                </a:lnTo>
                <a:lnTo>
                  <a:pt x="2776629" y="99226"/>
                </a:lnTo>
                <a:lnTo>
                  <a:pt x="2776618" y="100765"/>
                </a:lnTo>
                <a:lnTo>
                  <a:pt x="2776629" y="102284"/>
                </a:lnTo>
                <a:lnTo>
                  <a:pt x="2776659" y="103785"/>
                </a:lnTo>
                <a:lnTo>
                  <a:pt x="2776710" y="105269"/>
                </a:lnTo>
                <a:lnTo>
                  <a:pt x="2776781" y="106735"/>
                </a:lnTo>
                <a:lnTo>
                  <a:pt x="2776873" y="108183"/>
                </a:lnTo>
                <a:lnTo>
                  <a:pt x="2776985" y="109613"/>
                </a:lnTo>
                <a:lnTo>
                  <a:pt x="2777118" y="111026"/>
                </a:lnTo>
                <a:lnTo>
                  <a:pt x="2777271" y="112421"/>
                </a:lnTo>
                <a:lnTo>
                  <a:pt x="2777444" y="113798"/>
                </a:lnTo>
                <a:lnTo>
                  <a:pt x="2777638" y="115157"/>
                </a:lnTo>
                <a:lnTo>
                  <a:pt x="2777852" y="116499"/>
                </a:lnTo>
                <a:lnTo>
                  <a:pt x="2778087" y="117823"/>
                </a:lnTo>
                <a:lnTo>
                  <a:pt x="2778342" y="119129"/>
                </a:lnTo>
                <a:lnTo>
                  <a:pt x="2778617" y="120417"/>
                </a:lnTo>
                <a:lnTo>
                  <a:pt x="2778913" y="121688"/>
                </a:lnTo>
                <a:lnTo>
                  <a:pt x="2779229" y="122941"/>
                </a:lnTo>
                <a:lnTo>
                  <a:pt x="2779565" y="124176"/>
                </a:lnTo>
                <a:lnTo>
                  <a:pt x="2779922" y="125393"/>
                </a:lnTo>
                <a:lnTo>
                  <a:pt x="2780299" y="126593"/>
                </a:lnTo>
                <a:lnTo>
                  <a:pt x="2780697" y="127775"/>
                </a:lnTo>
                <a:lnTo>
                  <a:pt x="2781115" y="128939"/>
                </a:lnTo>
                <a:lnTo>
                  <a:pt x="2781553" y="130086"/>
                </a:lnTo>
                <a:lnTo>
                  <a:pt x="2782012" y="131214"/>
                </a:lnTo>
                <a:lnTo>
                  <a:pt x="2782491" y="132325"/>
                </a:lnTo>
                <a:lnTo>
                  <a:pt x="2782990" y="133417"/>
                </a:lnTo>
                <a:lnTo>
                  <a:pt x="2783506" y="134487"/>
                </a:lnTo>
                <a:lnTo>
                  <a:pt x="2784041" y="135535"/>
                </a:lnTo>
                <a:lnTo>
                  <a:pt x="2784593" y="136562"/>
                </a:lnTo>
                <a:lnTo>
                  <a:pt x="2785164" y="137568"/>
                </a:lnTo>
                <a:lnTo>
                  <a:pt x="2785752" y="138552"/>
                </a:lnTo>
                <a:lnTo>
                  <a:pt x="2786359" y="139515"/>
                </a:lnTo>
                <a:lnTo>
                  <a:pt x="2786983" y="140456"/>
                </a:lnTo>
                <a:lnTo>
                  <a:pt x="2787626" y="141376"/>
                </a:lnTo>
                <a:lnTo>
                  <a:pt x="2788286" y="142275"/>
                </a:lnTo>
                <a:lnTo>
                  <a:pt x="2788965" y="143152"/>
                </a:lnTo>
                <a:lnTo>
                  <a:pt x="2789662" y="144007"/>
                </a:lnTo>
                <a:lnTo>
                  <a:pt x="2790376" y="144841"/>
                </a:lnTo>
                <a:lnTo>
                  <a:pt x="2791109" y="145654"/>
                </a:lnTo>
                <a:lnTo>
                  <a:pt x="2791860" y="146446"/>
                </a:lnTo>
                <a:lnTo>
                  <a:pt x="2792628" y="147215"/>
                </a:lnTo>
                <a:lnTo>
                  <a:pt x="2793415" y="147964"/>
                </a:lnTo>
                <a:lnTo>
                  <a:pt x="2794220" y="148691"/>
                </a:lnTo>
                <a:lnTo>
                  <a:pt x="2795042" y="149397"/>
                </a:lnTo>
                <a:lnTo>
                  <a:pt x="2795883" y="150081"/>
                </a:lnTo>
                <a:lnTo>
                  <a:pt x="2796742" y="150743"/>
                </a:lnTo>
                <a:lnTo>
                  <a:pt x="2797619" y="151385"/>
                </a:lnTo>
                <a:lnTo>
                  <a:pt x="2798513" y="152005"/>
                </a:lnTo>
                <a:lnTo>
                  <a:pt x="2799426" y="152603"/>
                </a:lnTo>
                <a:lnTo>
                  <a:pt x="2800356" y="153179"/>
                </a:lnTo>
                <a:lnTo>
                  <a:pt x="2801302" y="153729"/>
                </a:lnTo>
                <a:lnTo>
                  <a:pt x="2802263" y="154256"/>
                </a:lnTo>
                <a:lnTo>
                  <a:pt x="2803240" y="154758"/>
                </a:lnTo>
                <a:lnTo>
                  <a:pt x="2804233" y="155236"/>
                </a:lnTo>
                <a:lnTo>
                  <a:pt x="2805242" y="155689"/>
                </a:lnTo>
                <a:lnTo>
                  <a:pt x="2806267" y="156117"/>
                </a:lnTo>
                <a:lnTo>
                  <a:pt x="2807308" y="156521"/>
                </a:lnTo>
                <a:lnTo>
                  <a:pt x="2808364" y="156901"/>
                </a:lnTo>
                <a:lnTo>
                  <a:pt x="2809436" y="157256"/>
                </a:lnTo>
                <a:lnTo>
                  <a:pt x="2810525" y="157586"/>
                </a:lnTo>
                <a:lnTo>
                  <a:pt x="2811629" y="157893"/>
                </a:lnTo>
                <a:lnTo>
                  <a:pt x="2812748" y="158174"/>
                </a:lnTo>
                <a:lnTo>
                  <a:pt x="2813884" y="158431"/>
                </a:lnTo>
                <a:lnTo>
                  <a:pt x="2815035" y="158664"/>
                </a:lnTo>
                <a:lnTo>
                  <a:pt x="2816203" y="158872"/>
                </a:lnTo>
                <a:lnTo>
                  <a:pt x="2817386" y="159056"/>
                </a:lnTo>
                <a:lnTo>
                  <a:pt x="2818585" y="159215"/>
                </a:lnTo>
                <a:lnTo>
                  <a:pt x="2819800" y="159350"/>
                </a:lnTo>
                <a:lnTo>
                  <a:pt x="2821030" y="159460"/>
                </a:lnTo>
                <a:lnTo>
                  <a:pt x="2822277" y="159545"/>
                </a:lnTo>
                <a:lnTo>
                  <a:pt x="2823539" y="159607"/>
                </a:lnTo>
                <a:lnTo>
                  <a:pt x="2824818" y="159643"/>
                </a:lnTo>
                <a:lnTo>
                  <a:pt x="2826112" y="159656"/>
                </a:lnTo>
                <a:lnTo>
                  <a:pt x="2827434" y="159643"/>
                </a:lnTo>
                <a:lnTo>
                  <a:pt x="2828741" y="159607"/>
                </a:lnTo>
                <a:lnTo>
                  <a:pt x="2830032" y="159545"/>
                </a:lnTo>
                <a:lnTo>
                  <a:pt x="2831307" y="159460"/>
                </a:lnTo>
                <a:lnTo>
                  <a:pt x="2832566" y="159350"/>
                </a:lnTo>
                <a:lnTo>
                  <a:pt x="2833809" y="159215"/>
                </a:lnTo>
                <a:lnTo>
                  <a:pt x="2835037" y="159056"/>
                </a:lnTo>
                <a:close/>
                <a:moveTo>
                  <a:pt x="2820151" y="144117"/>
                </a:moveTo>
                <a:lnTo>
                  <a:pt x="2819358" y="143969"/>
                </a:lnTo>
                <a:lnTo>
                  <a:pt x="2818580" y="143801"/>
                </a:lnTo>
                <a:lnTo>
                  <a:pt x="2817816" y="143613"/>
                </a:lnTo>
                <a:lnTo>
                  <a:pt x="2817067" y="143405"/>
                </a:lnTo>
                <a:lnTo>
                  <a:pt x="2816333" y="143177"/>
                </a:lnTo>
                <a:lnTo>
                  <a:pt x="2815613" y="142929"/>
                </a:lnTo>
                <a:lnTo>
                  <a:pt x="2814908" y="142662"/>
                </a:lnTo>
                <a:lnTo>
                  <a:pt x="2814218" y="142375"/>
                </a:lnTo>
                <a:lnTo>
                  <a:pt x="2813542" y="142068"/>
                </a:lnTo>
                <a:lnTo>
                  <a:pt x="2812881" y="141742"/>
                </a:lnTo>
                <a:lnTo>
                  <a:pt x="2812234" y="141395"/>
                </a:lnTo>
                <a:lnTo>
                  <a:pt x="2811603" y="141029"/>
                </a:lnTo>
                <a:lnTo>
                  <a:pt x="2810985" y="140643"/>
                </a:lnTo>
                <a:lnTo>
                  <a:pt x="2810383" y="140237"/>
                </a:lnTo>
                <a:lnTo>
                  <a:pt x="2809795" y="139811"/>
                </a:lnTo>
                <a:lnTo>
                  <a:pt x="2809222" y="139366"/>
                </a:lnTo>
                <a:lnTo>
                  <a:pt x="2808664" y="138900"/>
                </a:lnTo>
                <a:lnTo>
                  <a:pt x="2808119" y="138418"/>
                </a:lnTo>
                <a:lnTo>
                  <a:pt x="2807587" y="137921"/>
                </a:lnTo>
                <a:lnTo>
                  <a:pt x="2807068" y="137409"/>
                </a:lnTo>
                <a:lnTo>
                  <a:pt x="2806562" y="136883"/>
                </a:lnTo>
                <a:lnTo>
                  <a:pt x="2806068" y="136343"/>
                </a:lnTo>
                <a:lnTo>
                  <a:pt x="2805588" y="135788"/>
                </a:lnTo>
                <a:lnTo>
                  <a:pt x="2805120" y="135219"/>
                </a:lnTo>
                <a:lnTo>
                  <a:pt x="2804666" y="134635"/>
                </a:lnTo>
                <a:lnTo>
                  <a:pt x="2804224" y="134037"/>
                </a:lnTo>
                <a:lnTo>
                  <a:pt x="2803795" y="133424"/>
                </a:lnTo>
                <a:lnTo>
                  <a:pt x="2803379" y="132797"/>
                </a:lnTo>
                <a:lnTo>
                  <a:pt x="2802976" y="132156"/>
                </a:lnTo>
                <a:lnTo>
                  <a:pt x="2802585" y="131500"/>
                </a:lnTo>
                <a:lnTo>
                  <a:pt x="2802208" y="130830"/>
                </a:lnTo>
                <a:lnTo>
                  <a:pt x="2801843" y="130145"/>
                </a:lnTo>
                <a:lnTo>
                  <a:pt x="2801492" y="129446"/>
                </a:lnTo>
                <a:lnTo>
                  <a:pt x="2801153" y="128733"/>
                </a:lnTo>
                <a:lnTo>
                  <a:pt x="2800827" y="128005"/>
                </a:lnTo>
                <a:lnTo>
                  <a:pt x="2800514" y="127262"/>
                </a:lnTo>
                <a:lnTo>
                  <a:pt x="2800213" y="126506"/>
                </a:lnTo>
                <a:lnTo>
                  <a:pt x="2799926" y="125734"/>
                </a:lnTo>
                <a:lnTo>
                  <a:pt x="2799652" y="124949"/>
                </a:lnTo>
                <a:lnTo>
                  <a:pt x="2799390" y="124149"/>
                </a:lnTo>
                <a:lnTo>
                  <a:pt x="2799141" y="123334"/>
                </a:lnTo>
                <a:lnTo>
                  <a:pt x="2798904" y="122508"/>
                </a:lnTo>
                <a:lnTo>
                  <a:pt x="2798677" y="121672"/>
                </a:lnTo>
                <a:lnTo>
                  <a:pt x="2798460" y="120826"/>
                </a:lnTo>
                <a:lnTo>
                  <a:pt x="2798253" y="119971"/>
                </a:lnTo>
                <a:lnTo>
                  <a:pt x="2798056" y="119107"/>
                </a:lnTo>
                <a:lnTo>
                  <a:pt x="2797869" y="118233"/>
                </a:lnTo>
                <a:lnTo>
                  <a:pt x="2797692" y="117349"/>
                </a:lnTo>
                <a:lnTo>
                  <a:pt x="2797526" y="116456"/>
                </a:lnTo>
                <a:lnTo>
                  <a:pt x="2797369" y="115554"/>
                </a:lnTo>
                <a:lnTo>
                  <a:pt x="2797223" y="114642"/>
                </a:lnTo>
                <a:lnTo>
                  <a:pt x="2797086" y="113721"/>
                </a:lnTo>
                <a:lnTo>
                  <a:pt x="2796960" y="112790"/>
                </a:lnTo>
                <a:lnTo>
                  <a:pt x="2796844" y="111849"/>
                </a:lnTo>
                <a:lnTo>
                  <a:pt x="2796738" y="110900"/>
                </a:lnTo>
                <a:lnTo>
                  <a:pt x="2796642" y="109940"/>
                </a:lnTo>
                <a:lnTo>
                  <a:pt x="2796556" y="108971"/>
                </a:lnTo>
                <a:lnTo>
                  <a:pt x="2796481" y="107993"/>
                </a:lnTo>
                <a:lnTo>
                  <a:pt x="2796415" y="107005"/>
                </a:lnTo>
                <a:lnTo>
                  <a:pt x="2796359" y="106008"/>
                </a:lnTo>
                <a:lnTo>
                  <a:pt x="2796314" y="105001"/>
                </a:lnTo>
                <a:lnTo>
                  <a:pt x="2796279" y="103985"/>
                </a:lnTo>
                <a:lnTo>
                  <a:pt x="2796253" y="102959"/>
                </a:lnTo>
                <a:lnTo>
                  <a:pt x="2796238" y="101924"/>
                </a:lnTo>
                <a:lnTo>
                  <a:pt x="2796233" y="100879"/>
                </a:lnTo>
                <a:lnTo>
                  <a:pt x="2796238" y="99815"/>
                </a:lnTo>
                <a:lnTo>
                  <a:pt x="2796253" y="98760"/>
                </a:lnTo>
                <a:lnTo>
                  <a:pt x="2796279" y="97716"/>
                </a:lnTo>
                <a:lnTo>
                  <a:pt x="2796314" y="96682"/>
                </a:lnTo>
                <a:lnTo>
                  <a:pt x="2796359" y="95657"/>
                </a:lnTo>
                <a:lnTo>
                  <a:pt x="2796415" y="94642"/>
                </a:lnTo>
                <a:lnTo>
                  <a:pt x="2796481" y="93638"/>
                </a:lnTo>
                <a:lnTo>
                  <a:pt x="2796556" y="92643"/>
                </a:lnTo>
                <a:lnTo>
                  <a:pt x="2796642" y="91658"/>
                </a:lnTo>
                <a:lnTo>
                  <a:pt x="2796738" y="90683"/>
                </a:lnTo>
                <a:lnTo>
                  <a:pt x="2796844" y="89717"/>
                </a:lnTo>
                <a:lnTo>
                  <a:pt x="2796960" y="88762"/>
                </a:lnTo>
                <a:lnTo>
                  <a:pt x="2797086" y="87817"/>
                </a:lnTo>
                <a:lnTo>
                  <a:pt x="2797223" y="86881"/>
                </a:lnTo>
                <a:lnTo>
                  <a:pt x="2797369" y="85956"/>
                </a:lnTo>
                <a:lnTo>
                  <a:pt x="2797526" y="85040"/>
                </a:lnTo>
                <a:lnTo>
                  <a:pt x="2797692" y="84134"/>
                </a:lnTo>
                <a:lnTo>
                  <a:pt x="2797869" y="83238"/>
                </a:lnTo>
                <a:lnTo>
                  <a:pt x="2798056" y="82352"/>
                </a:lnTo>
                <a:lnTo>
                  <a:pt x="2798253" y="81476"/>
                </a:lnTo>
                <a:lnTo>
                  <a:pt x="2798460" y="80610"/>
                </a:lnTo>
                <a:lnTo>
                  <a:pt x="2798677" y="79754"/>
                </a:lnTo>
                <a:lnTo>
                  <a:pt x="2798904" y="78907"/>
                </a:lnTo>
                <a:lnTo>
                  <a:pt x="2799141" y="78071"/>
                </a:lnTo>
                <a:lnTo>
                  <a:pt x="2799390" y="77246"/>
                </a:lnTo>
                <a:lnTo>
                  <a:pt x="2799652" y="76437"/>
                </a:lnTo>
                <a:lnTo>
                  <a:pt x="2799926" y="75641"/>
                </a:lnTo>
                <a:lnTo>
                  <a:pt x="2800213" y="74861"/>
                </a:lnTo>
                <a:lnTo>
                  <a:pt x="2800514" y="74095"/>
                </a:lnTo>
                <a:lnTo>
                  <a:pt x="2800827" y="73344"/>
                </a:lnTo>
                <a:lnTo>
                  <a:pt x="2801153" y="72607"/>
                </a:lnTo>
                <a:lnTo>
                  <a:pt x="2801492" y="71885"/>
                </a:lnTo>
                <a:lnTo>
                  <a:pt x="2801843" y="71178"/>
                </a:lnTo>
                <a:lnTo>
                  <a:pt x="2802208" y="70485"/>
                </a:lnTo>
                <a:lnTo>
                  <a:pt x="2802585" y="69807"/>
                </a:lnTo>
                <a:lnTo>
                  <a:pt x="2802976" y="69144"/>
                </a:lnTo>
                <a:lnTo>
                  <a:pt x="2803379" y="68495"/>
                </a:lnTo>
                <a:lnTo>
                  <a:pt x="2803795" y="67861"/>
                </a:lnTo>
                <a:lnTo>
                  <a:pt x="2804224" y="67242"/>
                </a:lnTo>
                <a:lnTo>
                  <a:pt x="2804666" y="66637"/>
                </a:lnTo>
                <a:lnTo>
                  <a:pt x="2805120" y="66047"/>
                </a:lnTo>
                <a:lnTo>
                  <a:pt x="2805588" y="65471"/>
                </a:lnTo>
                <a:lnTo>
                  <a:pt x="2806068" y="64911"/>
                </a:lnTo>
                <a:lnTo>
                  <a:pt x="2806562" y="64364"/>
                </a:lnTo>
                <a:lnTo>
                  <a:pt x="2807068" y="63833"/>
                </a:lnTo>
                <a:lnTo>
                  <a:pt x="2807587" y="63316"/>
                </a:lnTo>
                <a:lnTo>
                  <a:pt x="2808119" y="62814"/>
                </a:lnTo>
                <a:lnTo>
                  <a:pt x="2808664" y="62326"/>
                </a:lnTo>
                <a:lnTo>
                  <a:pt x="2809222" y="61856"/>
                </a:lnTo>
                <a:lnTo>
                  <a:pt x="2809795" y="61406"/>
                </a:lnTo>
                <a:lnTo>
                  <a:pt x="2810383" y="60976"/>
                </a:lnTo>
                <a:lnTo>
                  <a:pt x="2810985" y="60566"/>
                </a:lnTo>
                <a:lnTo>
                  <a:pt x="2811603" y="60175"/>
                </a:lnTo>
                <a:lnTo>
                  <a:pt x="2812234" y="59805"/>
                </a:lnTo>
                <a:lnTo>
                  <a:pt x="2812881" y="59455"/>
                </a:lnTo>
                <a:lnTo>
                  <a:pt x="2813542" y="59125"/>
                </a:lnTo>
                <a:lnTo>
                  <a:pt x="2814218" y="58815"/>
                </a:lnTo>
                <a:lnTo>
                  <a:pt x="2814908" y="58525"/>
                </a:lnTo>
                <a:lnTo>
                  <a:pt x="2815613" y="58254"/>
                </a:lnTo>
                <a:lnTo>
                  <a:pt x="2816333" y="58004"/>
                </a:lnTo>
                <a:lnTo>
                  <a:pt x="2817067" y="57774"/>
                </a:lnTo>
                <a:lnTo>
                  <a:pt x="2817816" y="57564"/>
                </a:lnTo>
                <a:lnTo>
                  <a:pt x="2818580" y="57374"/>
                </a:lnTo>
                <a:lnTo>
                  <a:pt x="2819358" y="57204"/>
                </a:lnTo>
                <a:lnTo>
                  <a:pt x="2820151" y="57054"/>
                </a:lnTo>
                <a:lnTo>
                  <a:pt x="2820958" y="56924"/>
                </a:lnTo>
                <a:lnTo>
                  <a:pt x="2821781" y="56814"/>
                </a:lnTo>
                <a:lnTo>
                  <a:pt x="2822618" y="56724"/>
                </a:lnTo>
                <a:lnTo>
                  <a:pt x="2823469" y="56654"/>
                </a:lnTo>
                <a:lnTo>
                  <a:pt x="2824335" y="56604"/>
                </a:lnTo>
                <a:lnTo>
                  <a:pt x="2825216" y="56574"/>
                </a:lnTo>
                <a:lnTo>
                  <a:pt x="2826112" y="56564"/>
                </a:lnTo>
                <a:lnTo>
                  <a:pt x="2827063" y="56574"/>
                </a:lnTo>
                <a:lnTo>
                  <a:pt x="2827998" y="56604"/>
                </a:lnTo>
                <a:lnTo>
                  <a:pt x="2828917" y="56654"/>
                </a:lnTo>
                <a:lnTo>
                  <a:pt x="2829819" y="56724"/>
                </a:lnTo>
                <a:lnTo>
                  <a:pt x="2830705" y="56814"/>
                </a:lnTo>
                <a:lnTo>
                  <a:pt x="2831575" y="56924"/>
                </a:lnTo>
                <a:lnTo>
                  <a:pt x="2832428" y="57054"/>
                </a:lnTo>
                <a:lnTo>
                  <a:pt x="2833264" y="57204"/>
                </a:lnTo>
                <a:lnTo>
                  <a:pt x="2834085" y="57374"/>
                </a:lnTo>
                <a:lnTo>
                  <a:pt x="2834888" y="57564"/>
                </a:lnTo>
                <a:lnTo>
                  <a:pt x="2835676" y="57774"/>
                </a:lnTo>
                <a:lnTo>
                  <a:pt x="2836446" y="58004"/>
                </a:lnTo>
                <a:lnTo>
                  <a:pt x="2837201" y="58254"/>
                </a:lnTo>
                <a:lnTo>
                  <a:pt x="2837939" y="58525"/>
                </a:lnTo>
                <a:lnTo>
                  <a:pt x="2838660" y="58815"/>
                </a:lnTo>
                <a:lnTo>
                  <a:pt x="2839366" y="59125"/>
                </a:lnTo>
                <a:lnTo>
                  <a:pt x="2840054" y="59455"/>
                </a:lnTo>
                <a:lnTo>
                  <a:pt x="2840727" y="59805"/>
                </a:lnTo>
                <a:lnTo>
                  <a:pt x="2841382" y="60175"/>
                </a:lnTo>
                <a:lnTo>
                  <a:pt x="2842022" y="60566"/>
                </a:lnTo>
                <a:lnTo>
                  <a:pt x="2842645" y="60976"/>
                </a:lnTo>
                <a:lnTo>
                  <a:pt x="2843251" y="61406"/>
                </a:lnTo>
                <a:lnTo>
                  <a:pt x="2843841" y="61856"/>
                </a:lnTo>
                <a:lnTo>
                  <a:pt x="2844415" y="62326"/>
                </a:lnTo>
                <a:lnTo>
                  <a:pt x="2844974" y="62814"/>
                </a:lnTo>
                <a:lnTo>
                  <a:pt x="2845520" y="63316"/>
                </a:lnTo>
                <a:lnTo>
                  <a:pt x="2846053" y="63833"/>
                </a:lnTo>
                <a:lnTo>
                  <a:pt x="2846572" y="64364"/>
                </a:lnTo>
                <a:lnTo>
                  <a:pt x="2847079" y="64911"/>
                </a:lnTo>
                <a:lnTo>
                  <a:pt x="2847572" y="65471"/>
                </a:lnTo>
                <a:lnTo>
                  <a:pt x="2848053" y="66047"/>
                </a:lnTo>
                <a:lnTo>
                  <a:pt x="2848520" y="66637"/>
                </a:lnTo>
                <a:lnTo>
                  <a:pt x="2848975" y="67242"/>
                </a:lnTo>
                <a:lnTo>
                  <a:pt x="2849416" y="67861"/>
                </a:lnTo>
                <a:lnTo>
                  <a:pt x="2849844" y="68495"/>
                </a:lnTo>
                <a:lnTo>
                  <a:pt x="2850260" y="69144"/>
                </a:lnTo>
                <a:lnTo>
                  <a:pt x="2850662" y="69807"/>
                </a:lnTo>
                <a:lnTo>
                  <a:pt x="2851051" y="70485"/>
                </a:lnTo>
                <a:lnTo>
                  <a:pt x="2851427" y="71178"/>
                </a:lnTo>
                <a:lnTo>
                  <a:pt x="2851790" y="71885"/>
                </a:lnTo>
                <a:lnTo>
                  <a:pt x="2852139" y="72607"/>
                </a:lnTo>
                <a:lnTo>
                  <a:pt x="2852476" y="73344"/>
                </a:lnTo>
                <a:lnTo>
                  <a:pt x="2852800" y="74095"/>
                </a:lnTo>
                <a:lnTo>
                  <a:pt x="2853111" y="74861"/>
                </a:lnTo>
                <a:lnTo>
                  <a:pt x="2853408" y="75641"/>
                </a:lnTo>
                <a:lnTo>
                  <a:pt x="2853693" y="76437"/>
                </a:lnTo>
                <a:lnTo>
                  <a:pt x="2853964" y="77246"/>
                </a:lnTo>
                <a:lnTo>
                  <a:pt x="2854222" y="78071"/>
                </a:lnTo>
                <a:lnTo>
                  <a:pt x="2854469" y="78907"/>
                </a:lnTo>
                <a:lnTo>
                  <a:pt x="2854705" y="79753"/>
                </a:lnTo>
                <a:lnTo>
                  <a:pt x="2854931" y="80608"/>
                </a:lnTo>
                <a:lnTo>
                  <a:pt x="2855146" y="81473"/>
                </a:lnTo>
                <a:lnTo>
                  <a:pt x="2855350" y="82347"/>
                </a:lnTo>
                <a:lnTo>
                  <a:pt x="2855545" y="83231"/>
                </a:lnTo>
                <a:lnTo>
                  <a:pt x="2855728" y="84124"/>
                </a:lnTo>
                <a:lnTo>
                  <a:pt x="2855901" y="85027"/>
                </a:lnTo>
                <a:lnTo>
                  <a:pt x="2856064" y="85939"/>
                </a:lnTo>
                <a:lnTo>
                  <a:pt x="2856216" y="86861"/>
                </a:lnTo>
                <a:lnTo>
                  <a:pt x="2856358" y="87792"/>
                </a:lnTo>
                <a:lnTo>
                  <a:pt x="2856489" y="88733"/>
                </a:lnTo>
                <a:lnTo>
                  <a:pt x="2856610" y="89683"/>
                </a:lnTo>
                <a:lnTo>
                  <a:pt x="2856720" y="90643"/>
                </a:lnTo>
                <a:lnTo>
                  <a:pt x="2856819" y="91612"/>
                </a:lnTo>
                <a:lnTo>
                  <a:pt x="2856909" y="92590"/>
                </a:lnTo>
                <a:lnTo>
                  <a:pt x="2856987" y="93579"/>
                </a:lnTo>
                <a:lnTo>
                  <a:pt x="2857056" y="94576"/>
                </a:lnTo>
                <a:lnTo>
                  <a:pt x="2857113" y="95583"/>
                </a:lnTo>
                <a:lnTo>
                  <a:pt x="2857161" y="96600"/>
                </a:lnTo>
                <a:lnTo>
                  <a:pt x="2857197" y="97626"/>
                </a:lnTo>
                <a:lnTo>
                  <a:pt x="2857223" y="98662"/>
                </a:lnTo>
                <a:lnTo>
                  <a:pt x="2857239" y="99707"/>
                </a:lnTo>
                <a:lnTo>
                  <a:pt x="2857244" y="100761"/>
                </a:lnTo>
                <a:lnTo>
                  <a:pt x="2857239" y="101816"/>
                </a:lnTo>
                <a:lnTo>
                  <a:pt x="2857223" y="102860"/>
                </a:lnTo>
                <a:lnTo>
                  <a:pt x="2857197" y="103895"/>
                </a:lnTo>
                <a:lnTo>
                  <a:pt x="2857161" y="104919"/>
                </a:lnTo>
                <a:lnTo>
                  <a:pt x="2857113" y="105934"/>
                </a:lnTo>
                <a:lnTo>
                  <a:pt x="2857056" y="106939"/>
                </a:lnTo>
                <a:lnTo>
                  <a:pt x="2856987" y="107934"/>
                </a:lnTo>
                <a:lnTo>
                  <a:pt x="2856909" y="108919"/>
                </a:lnTo>
                <a:lnTo>
                  <a:pt x="2856819" y="109894"/>
                </a:lnTo>
                <a:lnTo>
                  <a:pt x="2856720" y="110860"/>
                </a:lnTo>
                <a:lnTo>
                  <a:pt x="2856610" y="111815"/>
                </a:lnTo>
                <a:lnTo>
                  <a:pt x="2856489" y="112760"/>
                </a:lnTo>
                <a:lnTo>
                  <a:pt x="2856358" y="113696"/>
                </a:lnTo>
                <a:lnTo>
                  <a:pt x="2856216" y="114622"/>
                </a:lnTo>
                <a:lnTo>
                  <a:pt x="2856064" y="115537"/>
                </a:lnTo>
                <a:lnTo>
                  <a:pt x="2855901" y="116443"/>
                </a:lnTo>
                <a:lnTo>
                  <a:pt x="2855728" y="117339"/>
                </a:lnTo>
                <a:lnTo>
                  <a:pt x="2855545" y="118225"/>
                </a:lnTo>
                <a:lnTo>
                  <a:pt x="2855350" y="119102"/>
                </a:lnTo>
                <a:lnTo>
                  <a:pt x="2855146" y="119968"/>
                </a:lnTo>
                <a:lnTo>
                  <a:pt x="2854931" y="120824"/>
                </a:lnTo>
                <a:lnTo>
                  <a:pt x="2854705" y="121671"/>
                </a:lnTo>
                <a:lnTo>
                  <a:pt x="2854469" y="122507"/>
                </a:lnTo>
                <a:lnTo>
                  <a:pt x="2854222" y="123334"/>
                </a:lnTo>
                <a:lnTo>
                  <a:pt x="2853964" y="124149"/>
                </a:lnTo>
                <a:lnTo>
                  <a:pt x="2853693" y="124949"/>
                </a:lnTo>
                <a:lnTo>
                  <a:pt x="2853408" y="125734"/>
                </a:lnTo>
                <a:lnTo>
                  <a:pt x="2853111" y="126506"/>
                </a:lnTo>
                <a:lnTo>
                  <a:pt x="2852800" y="127262"/>
                </a:lnTo>
                <a:lnTo>
                  <a:pt x="2852476" y="128005"/>
                </a:lnTo>
                <a:lnTo>
                  <a:pt x="2852139" y="128733"/>
                </a:lnTo>
                <a:lnTo>
                  <a:pt x="2851790" y="129446"/>
                </a:lnTo>
                <a:lnTo>
                  <a:pt x="2851427" y="130145"/>
                </a:lnTo>
                <a:lnTo>
                  <a:pt x="2851051" y="130830"/>
                </a:lnTo>
                <a:lnTo>
                  <a:pt x="2850662" y="131500"/>
                </a:lnTo>
                <a:lnTo>
                  <a:pt x="2850260" y="132156"/>
                </a:lnTo>
                <a:lnTo>
                  <a:pt x="2849844" y="132797"/>
                </a:lnTo>
                <a:lnTo>
                  <a:pt x="2849416" y="133424"/>
                </a:lnTo>
                <a:lnTo>
                  <a:pt x="2848975" y="134037"/>
                </a:lnTo>
                <a:lnTo>
                  <a:pt x="2848520" y="134635"/>
                </a:lnTo>
                <a:lnTo>
                  <a:pt x="2848053" y="135219"/>
                </a:lnTo>
                <a:lnTo>
                  <a:pt x="2847572" y="135788"/>
                </a:lnTo>
                <a:lnTo>
                  <a:pt x="2847079" y="136343"/>
                </a:lnTo>
                <a:lnTo>
                  <a:pt x="2846572" y="136883"/>
                </a:lnTo>
                <a:lnTo>
                  <a:pt x="2846053" y="137409"/>
                </a:lnTo>
                <a:lnTo>
                  <a:pt x="2845520" y="137921"/>
                </a:lnTo>
                <a:lnTo>
                  <a:pt x="2844974" y="138418"/>
                </a:lnTo>
                <a:lnTo>
                  <a:pt x="2844415" y="138900"/>
                </a:lnTo>
                <a:lnTo>
                  <a:pt x="2843841" y="139366"/>
                </a:lnTo>
                <a:lnTo>
                  <a:pt x="2843251" y="139811"/>
                </a:lnTo>
                <a:lnTo>
                  <a:pt x="2842645" y="140237"/>
                </a:lnTo>
                <a:lnTo>
                  <a:pt x="2842022" y="140643"/>
                </a:lnTo>
                <a:lnTo>
                  <a:pt x="2841382" y="141029"/>
                </a:lnTo>
                <a:lnTo>
                  <a:pt x="2840727" y="141395"/>
                </a:lnTo>
                <a:lnTo>
                  <a:pt x="2840054" y="141742"/>
                </a:lnTo>
                <a:lnTo>
                  <a:pt x="2839366" y="142068"/>
                </a:lnTo>
                <a:lnTo>
                  <a:pt x="2838660" y="142375"/>
                </a:lnTo>
                <a:lnTo>
                  <a:pt x="2837939" y="142662"/>
                </a:lnTo>
                <a:lnTo>
                  <a:pt x="2837201" y="142929"/>
                </a:lnTo>
                <a:lnTo>
                  <a:pt x="2836446" y="143177"/>
                </a:lnTo>
                <a:lnTo>
                  <a:pt x="2835676" y="143405"/>
                </a:lnTo>
                <a:lnTo>
                  <a:pt x="2834888" y="143613"/>
                </a:lnTo>
                <a:lnTo>
                  <a:pt x="2834085" y="143801"/>
                </a:lnTo>
                <a:lnTo>
                  <a:pt x="2833264" y="143969"/>
                </a:lnTo>
                <a:lnTo>
                  <a:pt x="2832428" y="144117"/>
                </a:lnTo>
                <a:lnTo>
                  <a:pt x="2831575" y="144246"/>
                </a:lnTo>
                <a:lnTo>
                  <a:pt x="2830705" y="144355"/>
                </a:lnTo>
                <a:lnTo>
                  <a:pt x="2829819" y="144444"/>
                </a:lnTo>
                <a:lnTo>
                  <a:pt x="2828917" y="144513"/>
                </a:lnTo>
                <a:lnTo>
                  <a:pt x="2827998" y="144563"/>
                </a:lnTo>
                <a:lnTo>
                  <a:pt x="2827063" y="144593"/>
                </a:lnTo>
                <a:lnTo>
                  <a:pt x="2826112" y="144602"/>
                </a:lnTo>
                <a:lnTo>
                  <a:pt x="2825216" y="144593"/>
                </a:lnTo>
                <a:lnTo>
                  <a:pt x="2824335" y="144563"/>
                </a:lnTo>
                <a:lnTo>
                  <a:pt x="2823469" y="144513"/>
                </a:lnTo>
                <a:lnTo>
                  <a:pt x="2822618" y="144444"/>
                </a:lnTo>
                <a:lnTo>
                  <a:pt x="2821781" y="144355"/>
                </a:lnTo>
                <a:lnTo>
                  <a:pt x="2820958" y="144246"/>
                </a:lnTo>
                <a:lnTo>
                  <a:pt x="2820151" y="144117"/>
                </a:lnTo>
                <a:close/>
                <a:moveTo>
                  <a:pt x="2426035" y="159239"/>
                </a:moveTo>
                <a:lnTo>
                  <a:pt x="2427019" y="159111"/>
                </a:lnTo>
                <a:lnTo>
                  <a:pt x="2427993" y="158966"/>
                </a:lnTo>
                <a:lnTo>
                  <a:pt x="2428956" y="158804"/>
                </a:lnTo>
                <a:lnTo>
                  <a:pt x="2429908" y="158626"/>
                </a:lnTo>
                <a:lnTo>
                  <a:pt x="2430849" y="158430"/>
                </a:lnTo>
                <a:lnTo>
                  <a:pt x="2431780" y="158217"/>
                </a:lnTo>
                <a:lnTo>
                  <a:pt x="2432700" y="157987"/>
                </a:lnTo>
                <a:lnTo>
                  <a:pt x="2433609" y="157740"/>
                </a:lnTo>
                <a:lnTo>
                  <a:pt x="2434508" y="157476"/>
                </a:lnTo>
                <a:lnTo>
                  <a:pt x="2435396" y="157195"/>
                </a:lnTo>
                <a:lnTo>
                  <a:pt x="2436273" y="156897"/>
                </a:lnTo>
                <a:lnTo>
                  <a:pt x="2437140" y="156582"/>
                </a:lnTo>
                <a:lnTo>
                  <a:pt x="2437996" y="156250"/>
                </a:lnTo>
                <a:lnTo>
                  <a:pt x="2438841" y="155901"/>
                </a:lnTo>
                <a:lnTo>
                  <a:pt x="2439675" y="155535"/>
                </a:lnTo>
                <a:lnTo>
                  <a:pt x="2440499" y="155152"/>
                </a:lnTo>
                <a:lnTo>
                  <a:pt x="2441312" y="154752"/>
                </a:lnTo>
                <a:lnTo>
                  <a:pt x="2442116" y="154337"/>
                </a:lnTo>
                <a:lnTo>
                  <a:pt x="2442911" y="153910"/>
                </a:lnTo>
                <a:lnTo>
                  <a:pt x="2443698" y="153471"/>
                </a:lnTo>
                <a:lnTo>
                  <a:pt x="2444477" y="153019"/>
                </a:lnTo>
                <a:lnTo>
                  <a:pt x="2445247" y="152555"/>
                </a:lnTo>
                <a:lnTo>
                  <a:pt x="2446009" y="152079"/>
                </a:lnTo>
                <a:lnTo>
                  <a:pt x="2446763" y="151591"/>
                </a:lnTo>
                <a:lnTo>
                  <a:pt x="2447508" y="151090"/>
                </a:lnTo>
                <a:lnTo>
                  <a:pt x="2448245" y="150577"/>
                </a:lnTo>
                <a:lnTo>
                  <a:pt x="2448974" y="150052"/>
                </a:lnTo>
                <a:lnTo>
                  <a:pt x="2449695" y="149514"/>
                </a:lnTo>
                <a:lnTo>
                  <a:pt x="2450407" y="148964"/>
                </a:lnTo>
                <a:lnTo>
                  <a:pt x="2451111" y="148402"/>
                </a:lnTo>
                <a:lnTo>
                  <a:pt x="2451806" y="147828"/>
                </a:lnTo>
                <a:lnTo>
                  <a:pt x="2452493" y="147241"/>
                </a:lnTo>
                <a:lnTo>
                  <a:pt x="2453172" y="146642"/>
                </a:lnTo>
                <a:lnTo>
                  <a:pt x="2453843" y="146031"/>
                </a:lnTo>
                <a:lnTo>
                  <a:pt x="2454505" y="145408"/>
                </a:lnTo>
                <a:lnTo>
                  <a:pt x="2455159" y="144772"/>
                </a:lnTo>
                <a:lnTo>
                  <a:pt x="2455805" y="144124"/>
                </a:lnTo>
                <a:lnTo>
                  <a:pt x="2456442" y="143464"/>
                </a:lnTo>
                <a:lnTo>
                  <a:pt x="2457071" y="142791"/>
                </a:lnTo>
                <a:lnTo>
                  <a:pt x="2457692" y="142106"/>
                </a:lnTo>
                <a:lnTo>
                  <a:pt x="2458304" y="141409"/>
                </a:lnTo>
                <a:lnTo>
                  <a:pt x="2458988" y="157603"/>
                </a:lnTo>
                <a:lnTo>
                  <a:pt x="2476551" y="157603"/>
                </a:lnTo>
                <a:lnTo>
                  <a:pt x="2476551" y="81114"/>
                </a:lnTo>
                <a:lnTo>
                  <a:pt x="2476545" y="80094"/>
                </a:lnTo>
                <a:lnTo>
                  <a:pt x="2476527" y="79090"/>
                </a:lnTo>
                <a:lnTo>
                  <a:pt x="2476497" y="78101"/>
                </a:lnTo>
                <a:lnTo>
                  <a:pt x="2476455" y="77129"/>
                </a:lnTo>
                <a:lnTo>
                  <a:pt x="2476402" y="76171"/>
                </a:lnTo>
                <a:lnTo>
                  <a:pt x="2476337" y="75230"/>
                </a:lnTo>
                <a:lnTo>
                  <a:pt x="2476259" y="74304"/>
                </a:lnTo>
                <a:lnTo>
                  <a:pt x="2476170" y="73394"/>
                </a:lnTo>
                <a:lnTo>
                  <a:pt x="2476069" y="72500"/>
                </a:lnTo>
                <a:lnTo>
                  <a:pt x="2475957" y="71621"/>
                </a:lnTo>
                <a:lnTo>
                  <a:pt x="2475832" y="70758"/>
                </a:lnTo>
                <a:lnTo>
                  <a:pt x="2475695" y="69911"/>
                </a:lnTo>
                <a:lnTo>
                  <a:pt x="2475547" y="69079"/>
                </a:lnTo>
                <a:lnTo>
                  <a:pt x="2475386" y="68263"/>
                </a:lnTo>
                <a:lnTo>
                  <a:pt x="2475214" y="67463"/>
                </a:lnTo>
                <a:lnTo>
                  <a:pt x="2475030" y="66679"/>
                </a:lnTo>
                <a:lnTo>
                  <a:pt x="2474834" y="65910"/>
                </a:lnTo>
                <a:lnTo>
                  <a:pt x="2474626" y="65157"/>
                </a:lnTo>
                <a:lnTo>
                  <a:pt x="2474406" y="64420"/>
                </a:lnTo>
                <a:lnTo>
                  <a:pt x="2474175" y="63698"/>
                </a:lnTo>
                <a:lnTo>
                  <a:pt x="2473931" y="62992"/>
                </a:lnTo>
                <a:lnTo>
                  <a:pt x="2473676" y="62302"/>
                </a:lnTo>
                <a:lnTo>
                  <a:pt x="2473408" y="61627"/>
                </a:lnTo>
                <a:lnTo>
                  <a:pt x="2473129" y="60969"/>
                </a:lnTo>
                <a:lnTo>
                  <a:pt x="2472840" y="60323"/>
                </a:lnTo>
                <a:lnTo>
                  <a:pt x="2472542" y="59690"/>
                </a:lnTo>
                <a:lnTo>
                  <a:pt x="2472235" y="59069"/>
                </a:lnTo>
                <a:lnTo>
                  <a:pt x="2471919" y="58460"/>
                </a:lnTo>
                <a:lnTo>
                  <a:pt x="2471595" y="57863"/>
                </a:lnTo>
                <a:lnTo>
                  <a:pt x="2471262" y="57278"/>
                </a:lnTo>
                <a:lnTo>
                  <a:pt x="2470920" y="56705"/>
                </a:lnTo>
                <a:lnTo>
                  <a:pt x="2470570" y="56144"/>
                </a:lnTo>
                <a:lnTo>
                  <a:pt x="2470211" y="55595"/>
                </a:lnTo>
                <a:lnTo>
                  <a:pt x="2469843" y="55058"/>
                </a:lnTo>
                <a:lnTo>
                  <a:pt x="2469466" y="54533"/>
                </a:lnTo>
                <a:lnTo>
                  <a:pt x="2469081" y="54020"/>
                </a:lnTo>
                <a:lnTo>
                  <a:pt x="2468687" y="53519"/>
                </a:lnTo>
                <a:lnTo>
                  <a:pt x="2468284" y="53031"/>
                </a:lnTo>
                <a:lnTo>
                  <a:pt x="2467873" y="52554"/>
                </a:lnTo>
                <a:lnTo>
                  <a:pt x="2467453" y="52089"/>
                </a:lnTo>
                <a:lnTo>
                  <a:pt x="2467024" y="51637"/>
                </a:lnTo>
                <a:lnTo>
                  <a:pt x="2466586" y="51196"/>
                </a:lnTo>
                <a:lnTo>
                  <a:pt x="2466140" y="50768"/>
                </a:lnTo>
                <a:lnTo>
                  <a:pt x="2465685" y="50351"/>
                </a:lnTo>
                <a:lnTo>
                  <a:pt x="2465221" y="49947"/>
                </a:lnTo>
                <a:lnTo>
                  <a:pt x="2464749" y="49554"/>
                </a:lnTo>
                <a:lnTo>
                  <a:pt x="2464268" y="49174"/>
                </a:lnTo>
                <a:lnTo>
                  <a:pt x="2463778" y="48805"/>
                </a:lnTo>
                <a:lnTo>
                  <a:pt x="2463281" y="48448"/>
                </a:lnTo>
                <a:lnTo>
                  <a:pt x="2462779" y="48100"/>
                </a:lnTo>
                <a:lnTo>
                  <a:pt x="2462272" y="47761"/>
                </a:lnTo>
                <a:lnTo>
                  <a:pt x="2461760" y="47431"/>
                </a:lnTo>
                <a:lnTo>
                  <a:pt x="2461243" y="47111"/>
                </a:lnTo>
                <a:lnTo>
                  <a:pt x="2460720" y="46801"/>
                </a:lnTo>
                <a:lnTo>
                  <a:pt x="2460193" y="46499"/>
                </a:lnTo>
                <a:lnTo>
                  <a:pt x="2459660" y="46207"/>
                </a:lnTo>
                <a:lnTo>
                  <a:pt x="2459122" y="45925"/>
                </a:lnTo>
                <a:lnTo>
                  <a:pt x="2458579" y="45652"/>
                </a:lnTo>
                <a:lnTo>
                  <a:pt x="2458031" y="45388"/>
                </a:lnTo>
                <a:lnTo>
                  <a:pt x="2457477" y="45134"/>
                </a:lnTo>
                <a:lnTo>
                  <a:pt x="2456919" y="44889"/>
                </a:lnTo>
                <a:lnTo>
                  <a:pt x="2456355" y="44653"/>
                </a:lnTo>
                <a:lnTo>
                  <a:pt x="2455786" y="44427"/>
                </a:lnTo>
                <a:lnTo>
                  <a:pt x="2455212" y="44211"/>
                </a:lnTo>
                <a:lnTo>
                  <a:pt x="2454633" y="44003"/>
                </a:lnTo>
                <a:lnTo>
                  <a:pt x="2454049" y="43805"/>
                </a:lnTo>
                <a:lnTo>
                  <a:pt x="2453460" y="43617"/>
                </a:lnTo>
                <a:lnTo>
                  <a:pt x="2452865" y="43438"/>
                </a:lnTo>
                <a:lnTo>
                  <a:pt x="2452265" y="43268"/>
                </a:lnTo>
                <a:lnTo>
                  <a:pt x="2451661" y="43107"/>
                </a:lnTo>
                <a:lnTo>
                  <a:pt x="2451051" y="42956"/>
                </a:lnTo>
                <a:lnTo>
                  <a:pt x="2450435" y="42815"/>
                </a:lnTo>
                <a:lnTo>
                  <a:pt x="2449817" y="42680"/>
                </a:lnTo>
                <a:lnTo>
                  <a:pt x="2449196" y="42552"/>
                </a:lnTo>
                <a:lnTo>
                  <a:pt x="2448573" y="42429"/>
                </a:lnTo>
                <a:lnTo>
                  <a:pt x="2447949" y="42312"/>
                </a:lnTo>
                <a:lnTo>
                  <a:pt x="2447322" y="42200"/>
                </a:lnTo>
                <a:lnTo>
                  <a:pt x="2446693" y="42094"/>
                </a:lnTo>
                <a:lnTo>
                  <a:pt x="2446063" y="41994"/>
                </a:lnTo>
                <a:lnTo>
                  <a:pt x="2445430" y="41900"/>
                </a:lnTo>
                <a:lnTo>
                  <a:pt x="2444796" y="41812"/>
                </a:lnTo>
                <a:lnTo>
                  <a:pt x="2444159" y="41729"/>
                </a:lnTo>
                <a:lnTo>
                  <a:pt x="2443521" y="41651"/>
                </a:lnTo>
                <a:lnTo>
                  <a:pt x="2442880" y="41580"/>
                </a:lnTo>
                <a:lnTo>
                  <a:pt x="2442238" y="41514"/>
                </a:lnTo>
                <a:lnTo>
                  <a:pt x="2441593" y="41454"/>
                </a:lnTo>
                <a:lnTo>
                  <a:pt x="2440947" y="41400"/>
                </a:lnTo>
                <a:lnTo>
                  <a:pt x="2440299" y="41351"/>
                </a:lnTo>
                <a:lnTo>
                  <a:pt x="2439648" y="41308"/>
                </a:lnTo>
                <a:lnTo>
                  <a:pt x="2438996" y="41271"/>
                </a:lnTo>
                <a:lnTo>
                  <a:pt x="2438341" y="41240"/>
                </a:lnTo>
                <a:lnTo>
                  <a:pt x="2437685" y="41214"/>
                </a:lnTo>
                <a:lnTo>
                  <a:pt x="2437027" y="41194"/>
                </a:lnTo>
                <a:lnTo>
                  <a:pt x="2436367" y="41180"/>
                </a:lnTo>
                <a:lnTo>
                  <a:pt x="2435704" y="41171"/>
                </a:lnTo>
                <a:lnTo>
                  <a:pt x="2435040" y="41168"/>
                </a:lnTo>
                <a:lnTo>
                  <a:pt x="2433990" y="41175"/>
                </a:lnTo>
                <a:lnTo>
                  <a:pt x="2432949" y="41196"/>
                </a:lnTo>
                <a:lnTo>
                  <a:pt x="2431918" y="41230"/>
                </a:lnTo>
                <a:lnTo>
                  <a:pt x="2430897" y="41278"/>
                </a:lnTo>
                <a:lnTo>
                  <a:pt x="2429884" y="41339"/>
                </a:lnTo>
                <a:lnTo>
                  <a:pt x="2428882" y="41414"/>
                </a:lnTo>
                <a:lnTo>
                  <a:pt x="2427889" y="41503"/>
                </a:lnTo>
                <a:lnTo>
                  <a:pt x="2426905" y="41606"/>
                </a:lnTo>
                <a:lnTo>
                  <a:pt x="2425931" y="41722"/>
                </a:lnTo>
                <a:lnTo>
                  <a:pt x="2424967" y="41851"/>
                </a:lnTo>
                <a:lnTo>
                  <a:pt x="2424011" y="41995"/>
                </a:lnTo>
                <a:lnTo>
                  <a:pt x="2423066" y="42152"/>
                </a:lnTo>
                <a:lnTo>
                  <a:pt x="2422130" y="42323"/>
                </a:lnTo>
                <a:lnTo>
                  <a:pt x="2421203" y="42507"/>
                </a:lnTo>
                <a:lnTo>
                  <a:pt x="2420286" y="42705"/>
                </a:lnTo>
                <a:lnTo>
                  <a:pt x="2419379" y="42917"/>
                </a:lnTo>
                <a:lnTo>
                  <a:pt x="2418480" y="43142"/>
                </a:lnTo>
                <a:lnTo>
                  <a:pt x="2417592" y="43381"/>
                </a:lnTo>
                <a:lnTo>
                  <a:pt x="2416713" y="43634"/>
                </a:lnTo>
                <a:lnTo>
                  <a:pt x="2415843" y="43901"/>
                </a:lnTo>
                <a:lnTo>
                  <a:pt x="2414983" y="44181"/>
                </a:lnTo>
                <a:lnTo>
                  <a:pt x="2414133" y="44474"/>
                </a:lnTo>
                <a:lnTo>
                  <a:pt x="2413292" y="44782"/>
                </a:lnTo>
                <a:lnTo>
                  <a:pt x="2412460" y="45103"/>
                </a:lnTo>
                <a:lnTo>
                  <a:pt x="2411641" y="45439"/>
                </a:lnTo>
                <a:lnTo>
                  <a:pt x="2410836" y="45791"/>
                </a:lnTo>
                <a:lnTo>
                  <a:pt x="2410047" y="46160"/>
                </a:lnTo>
                <a:lnTo>
                  <a:pt x="2409272" y="46545"/>
                </a:lnTo>
                <a:lnTo>
                  <a:pt x="2408512" y="46946"/>
                </a:lnTo>
                <a:lnTo>
                  <a:pt x="2407767" y="47363"/>
                </a:lnTo>
                <a:lnTo>
                  <a:pt x="2407036" y="47797"/>
                </a:lnTo>
                <a:lnTo>
                  <a:pt x="2406321" y="48248"/>
                </a:lnTo>
                <a:lnTo>
                  <a:pt x="2405620" y="48714"/>
                </a:lnTo>
                <a:lnTo>
                  <a:pt x="2404935" y="49197"/>
                </a:lnTo>
                <a:lnTo>
                  <a:pt x="2404264" y="49696"/>
                </a:lnTo>
                <a:lnTo>
                  <a:pt x="2403608" y="50211"/>
                </a:lnTo>
                <a:lnTo>
                  <a:pt x="2402967" y="50743"/>
                </a:lnTo>
                <a:lnTo>
                  <a:pt x="2402340" y="51291"/>
                </a:lnTo>
                <a:lnTo>
                  <a:pt x="2401729" y="51855"/>
                </a:lnTo>
                <a:lnTo>
                  <a:pt x="2401132" y="52436"/>
                </a:lnTo>
                <a:lnTo>
                  <a:pt x="2400550" y="53033"/>
                </a:lnTo>
                <a:lnTo>
                  <a:pt x="2399983" y="53646"/>
                </a:lnTo>
                <a:lnTo>
                  <a:pt x="2399431" y="54276"/>
                </a:lnTo>
                <a:lnTo>
                  <a:pt x="2398894" y="54922"/>
                </a:lnTo>
                <a:lnTo>
                  <a:pt x="2398372" y="55584"/>
                </a:lnTo>
                <a:lnTo>
                  <a:pt x="2397864" y="56263"/>
                </a:lnTo>
                <a:lnTo>
                  <a:pt x="2397372" y="56957"/>
                </a:lnTo>
                <a:lnTo>
                  <a:pt x="2396894" y="57668"/>
                </a:lnTo>
                <a:lnTo>
                  <a:pt x="2396433" y="58397"/>
                </a:lnTo>
                <a:lnTo>
                  <a:pt x="2395992" y="59143"/>
                </a:lnTo>
                <a:lnTo>
                  <a:pt x="2395571" y="59908"/>
                </a:lnTo>
                <a:lnTo>
                  <a:pt x="2395169" y="60691"/>
                </a:lnTo>
                <a:lnTo>
                  <a:pt x="2394787" y="61492"/>
                </a:lnTo>
                <a:lnTo>
                  <a:pt x="2394424" y="62311"/>
                </a:lnTo>
                <a:lnTo>
                  <a:pt x="2394081" y="63148"/>
                </a:lnTo>
                <a:lnTo>
                  <a:pt x="2393758" y="64003"/>
                </a:lnTo>
                <a:lnTo>
                  <a:pt x="2393454" y="64877"/>
                </a:lnTo>
                <a:lnTo>
                  <a:pt x="2393170" y="65768"/>
                </a:lnTo>
                <a:lnTo>
                  <a:pt x="2392905" y="66678"/>
                </a:lnTo>
                <a:lnTo>
                  <a:pt x="2392660" y="67606"/>
                </a:lnTo>
                <a:lnTo>
                  <a:pt x="2392435" y="68552"/>
                </a:lnTo>
                <a:lnTo>
                  <a:pt x="2392229" y="69516"/>
                </a:lnTo>
                <a:lnTo>
                  <a:pt x="2392043" y="70499"/>
                </a:lnTo>
                <a:lnTo>
                  <a:pt x="2391876" y="71499"/>
                </a:lnTo>
                <a:lnTo>
                  <a:pt x="2391729" y="72518"/>
                </a:lnTo>
                <a:lnTo>
                  <a:pt x="2391602" y="73554"/>
                </a:lnTo>
                <a:lnTo>
                  <a:pt x="2391494" y="74609"/>
                </a:lnTo>
                <a:lnTo>
                  <a:pt x="2391406" y="75682"/>
                </a:lnTo>
                <a:lnTo>
                  <a:pt x="2391337" y="76773"/>
                </a:lnTo>
                <a:lnTo>
                  <a:pt x="2391288" y="77883"/>
                </a:lnTo>
                <a:lnTo>
                  <a:pt x="2391259" y="79010"/>
                </a:lnTo>
                <a:lnTo>
                  <a:pt x="2391249" y="80156"/>
                </a:lnTo>
                <a:lnTo>
                  <a:pt x="2409723" y="80156"/>
                </a:lnTo>
                <a:lnTo>
                  <a:pt x="2409736" y="79083"/>
                </a:lnTo>
                <a:lnTo>
                  <a:pt x="2409774" y="78035"/>
                </a:lnTo>
                <a:lnTo>
                  <a:pt x="2409837" y="77011"/>
                </a:lnTo>
                <a:lnTo>
                  <a:pt x="2409926" y="76013"/>
                </a:lnTo>
                <a:lnTo>
                  <a:pt x="2410040" y="75038"/>
                </a:lnTo>
                <a:lnTo>
                  <a:pt x="2410179" y="74089"/>
                </a:lnTo>
                <a:lnTo>
                  <a:pt x="2410344" y="73164"/>
                </a:lnTo>
                <a:lnTo>
                  <a:pt x="2410534" y="72264"/>
                </a:lnTo>
                <a:lnTo>
                  <a:pt x="2410750" y="71389"/>
                </a:lnTo>
                <a:lnTo>
                  <a:pt x="2410990" y="70538"/>
                </a:lnTo>
                <a:lnTo>
                  <a:pt x="2411256" y="69712"/>
                </a:lnTo>
                <a:lnTo>
                  <a:pt x="2411548" y="68911"/>
                </a:lnTo>
                <a:lnTo>
                  <a:pt x="2411865" y="68135"/>
                </a:lnTo>
                <a:lnTo>
                  <a:pt x="2412207" y="67383"/>
                </a:lnTo>
                <a:lnTo>
                  <a:pt x="2412574" y="66656"/>
                </a:lnTo>
                <a:lnTo>
                  <a:pt x="2412967" y="65953"/>
                </a:lnTo>
                <a:lnTo>
                  <a:pt x="2413385" y="65275"/>
                </a:lnTo>
                <a:lnTo>
                  <a:pt x="2413829" y="64622"/>
                </a:lnTo>
                <a:lnTo>
                  <a:pt x="2414297" y="63994"/>
                </a:lnTo>
                <a:lnTo>
                  <a:pt x="2414792" y="63390"/>
                </a:lnTo>
                <a:lnTo>
                  <a:pt x="2415311" y="62811"/>
                </a:lnTo>
                <a:lnTo>
                  <a:pt x="2415856" y="62256"/>
                </a:lnTo>
                <a:lnTo>
                  <a:pt x="2416426" y="61727"/>
                </a:lnTo>
                <a:lnTo>
                  <a:pt x="2417022" y="61222"/>
                </a:lnTo>
                <a:lnTo>
                  <a:pt x="2417636" y="60739"/>
                </a:lnTo>
                <a:lnTo>
                  <a:pt x="2418262" y="60277"/>
                </a:lnTo>
                <a:lnTo>
                  <a:pt x="2418900" y="59836"/>
                </a:lnTo>
                <a:lnTo>
                  <a:pt x="2419550" y="59415"/>
                </a:lnTo>
                <a:lnTo>
                  <a:pt x="2420211" y="59015"/>
                </a:lnTo>
                <a:lnTo>
                  <a:pt x="2420885" y="58635"/>
                </a:lnTo>
                <a:lnTo>
                  <a:pt x="2421570" y="58276"/>
                </a:lnTo>
                <a:lnTo>
                  <a:pt x="2422268" y="57937"/>
                </a:lnTo>
                <a:lnTo>
                  <a:pt x="2422977" y="57619"/>
                </a:lnTo>
                <a:lnTo>
                  <a:pt x="2423698" y="57321"/>
                </a:lnTo>
                <a:lnTo>
                  <a:pt x="2424431" y="57044"/>
                </a:lnTo>
                <a:lnTo>
                  <a:pt x="2425176" y="56787"/>
                </a:lnTo>
                <a:lnTo>
                  <a:pt x="2425932" y="56551"/>
                </a:lnTo>
                <a:lnTo>
                  <a:pt x="2426701" y="56336"/>
                </a:lnTo>
                <a:lnTo>
                  <a:pt x="2427481" y="56141"/>
                </a:lnTo>
                <a:lnTo>
                  <a:pt x="2428274" y="55966"/>
                </a:lnTo>
                <a:lnTo>
                  <a:pt x="2429078" y="55812"/>
                </a:lnTo>
                <a:lnTo>
                  <a:pt x="2429894" y="55679"/>
                </a:lnTo>
                <a:lnTo>
                  <a:pt x="2430722" y="55566"/>
                </a:lnTo>
                <a:lnTo>
                  <a:pt x="2431562" y="55474"/>
                </a:lnTo>
                <a:lnTo>
                  <a:pt x="2432414" y="55402"/>
                </a:lnTo>
                <a:lnTo>
                  <a:pt x="2433277" y="55350"/>
                </a:lnTo>
                <a:lnTo>
                  <a:pt x="2434153" y="55320"/>
                </a:lnTo>
                <a:lnTo>
                  <a:pt x="2435040" y="55309"/>
                </a:lnTo>
                <a:lnTo>
                  <a:pt x="2435852" y="55319"/>
                </a:lnTo>
                <a:lnTo>
                  <a:pt x="2436652" y="55348"/>
                </a:lnTo>
                <a:lnTo>
                  <a:pt x="2437440" y="55397"/>
                </a:lnTo>
                <a:lnTo>
                  <a:pt x="2438217" y="55464"/>
                </a:lnTo>
                <a:lnTo>
                  <a:pt x="2438983" y="55552"/>
                </a:lnTo>
                <a:lnTo>
                  <a:pt x="2439737" y="55658"/>
                </a:lnTo>
                <a:lnTo>
                  <a:pt x="2440480" y="55784"/>
                </a:lnTo>
                <a:lnTo>
                  <a:pt x="2441211" y="55930"/>
                </a:lnTo>
                <a:lnTo>
                  <a:pt x="2441931" y="56095"/>
                </a:lnTo>
                <a:lnTo>
                  <a:pt x="2442639" y="56279"/>
                </a:lnTo>
                <a:lnTo>
                  <a:pt x="2443335" y="56482"/>
                </a:lnTo>
                <a:lnTo>
                  <a:pt x="2444021" y="56705"/>
                </a:lnTo>
                <a:lnTo>
                  <a:pt x="2444694" y="56948"/>
                </a:lnTo>
                <a:lnTo>
                  <a:pt x="2445357" y="57210"/>
                </a:lnTo>
                <a:lnTo>
                  <a:pt x="2446007" y="57491"/>
                </a:lnTo>
                <a:lnTo>
                  <a:pt x="2446647" y="57791"/>
                </a:lnTo>
                <a:lnTo>
                  <a:pt x="2447275" y="58111"/>
                </a:lnTo>
                <a:lnTo>
                  <a:pt x="2447891" y="58451"/>
                </a:lnTo>
                <a:lnTo>
                  <a:pt x="2448496" y="58809"/>
                </a:lnTo>
                <a:lnTo>
                  <a:pt x="2449089" y="59187"/>
                </a:lnTo>
                <a:lnTo>
                  <a:pt x="2449671" y="59585"/>
                </a:lnTo>
                <a:lnTo>
                  <a:pt x="2450241" y="60002"/>
                </a:lnTo>
                <a:lnTo>
                  <a:pt x="2450800" y="60438"/>
                </a:lnTo>
                <a:lnTo>
                  <a:pt x="2451348" y="60894"/>
                </a:lnTo>
                <a:lnTo>
                  <a:pt x="2451878" y="61375"/>
                </a:lnTo>
                <a:lnTo>
                  <a:pt x="2452386" y="61890"/>
                </a:lnTo>
                <a:lnTo>
                  <a:pt x="2452871" y="62437"/>
                </a:lnTo>
                <a:lnTo>
                  <a:pt x="2453334" y="63017"/>
                </a:lnTo>
                <a:lnTo>
                  <a:pt x="2453774" y="63630"/>
                </a:lnTo>
                <a:lnTo>
                  <a:pt x="2454192" y="64275"/>
                </a:lnTo>
                <a:lnTo>
                  <a:pt x="2454587" y="64953"/>
                </a:lnTo>
                <a:lnTo>
                  <a:pt x="2454959" y="65664"/>
                </a:lnTo>
                <a:lnTo>
                  <a:pt x="2455309" y="66408"/>
                </a:lnTo>
                <a:lnTo>
                  <a:pt x="2455636" y="67184"/>
                </a:lnTo>
                <a:lnTo>
                  <a:pt x="2455941" y="67994"/>
                </a:lnTo>
                <a:lnTo>
                  <a:pt x="2456223" y="68835"/>
                </a:lnTo>
                <a:lnTo>
                  <a:pt x="2456482" y="69710"/>
                </a:lnTo>
                <a:lnTo>
                  <a:pt x="2456719" y="70617"/>
                </a:lnTo>
                <a:lnTo>
                  <a:pt x="2456934" y="71558"/>
                </a:lnTo>
                <a:lnTo>
                  <a:pt x="2457126" y="72530"/>
                </a:lnTo>
                <a:lnTo>
                  <a:pt x="2457295" y="73536"/>
                </a:lnTo>
                <a:lnTo>
                  <a:pt x="2457442" y="74574"/>
                </a:lnTo>
                <a:lnTo>
                  <a:pt x="2457566" y="75646"/>
                </a:lnTo>
                <a:lnTo>
                  <a:pt x="2457667" y="76749"/>
                </a:lnTo>
                <a:lnTo>
                  <a:pt x="2457746" y="77886"/>
                </a:lnTo>
                <a:lnTo>
                  <a:pt x="2457803" y="79055"/>
                </a:lnTo>
                <a:lnTo>
                  <a:pt x="2457837" y="80257"/>
                </a:lnTo>
                <a:lnTo>
                  <a:pt x="2457848" y="81492"/>
                </a:lnTo>
                <a:lnTo>
                  <a:pt x="2457848" y="90020"/>
                </a:lnTo>
                <a:lnTo>
                  <a:pt x="2456052" y="90044"/>
                </a:lnTo>
                <a:lnTo>
                  <a:pt x="2454275" y="90077"/>
                </a:lnTo>
                <a:lnTo>
                  <a:pt x="2452517" y="90119"/>
                </a:lnTo>
                <a:lnTo>
                  <a:pt x="2450778" y="90170"/>
                </a:lnTo>
                <a:lnTo>
                  <a:pt x="2449057" y="90230"/>
                </a:lnTo>
                <a:lnTo>
                  <a:pt x="2447356" y="90298"/>
                </a:lnTo>
                <a:lnTo>
                  <a:pt x="2445674" y="90376"/>
                </a:lnTo>
                <a:lnTo>
                  <a:pt x="2444011" y="90462"/>
                </a:lnTo>
                <a:lnTo>
                  <a:pt x="2442367" y="90558"/>
                </a:lnTo>
                <a:lnTo>
                  <a:pt x="2440742" y="90662"/>
                </a:lnTo>
                <a:lnTo>
                  <a:pt x="2439136" y="90776"/>
                </a:lnTo>
                <a:lnTo>
                  <a:pt x="2437549" y="90898"/>
                </a:lnTo>
                <a:lnTo>
                  <a:pt x="2435981" y="91029"/>
                </a:lnTo>
                <a:lnTo>
                  <a:pt x="2434432" y="91169"/>
                </a:lnTo>
                <a:lnTo>
                  <a:pt x="2432902" y="91318"/>
                </a:lnTo>
                <a:lnTo>
                  <a:pt x="2431391" y="91476"/>
                </a:lnTo>
                <a:lnTo>
                  <a:pt x="2429899" y="91643"/>
                </a:lnTo>
                <a:lnTo>
                  <a:pt x="2428426" y="91818"/>
                </a:lnTo>
                <a:lnTo>
                  <a:pt x="2426972" y="92003"/>
                </a:lnTo>
                <a:lnTo>
                  <a:pt x="2425537" y="92197"/>
                </a:lnTo>
                <a:lnTo>
                  <a:pt x="2424121" y="92399"/>
                </a:lnTo>
                <a:lnTo>
                  <a:pt x="2422724" y="92610"/>
                </a:lnTo>
                <a:lnTo>
                  <a:pt x="2421346" y="92831"/>
                </a:lnTo>
                <a:lnTo>
                  <a:pt x="2419987" y="93060"/>
                </a:lnTo>
                <a:lnTo>
                  <a:pt x="2418650" y="93302"/>
                </a:lnTo>
                <a:lnTo>
                  <a:pt x="2417339" y="93563"/>
                </a:lnTo>
                <a:lnTo>
                  <a:pt x="2416053" y="93841"/>
                </a:lnTo>
                <a:lnTo>
                  <a:pt x="2414793" y="94137"/>
                </a:lnTo>
                <a:lnTo>
                  <a:pt x="2413559" y="94450"/>
                </a:lnTo>
                <a:lnTo>
                  <a:pt x="2412350" y="94782"/>
                </a:lnTo>
                <a:lnTo>
                  <a:pt x="2411166" y="95132"/>
                </a:lnTo>
                <a:lnTo>
                  <a:pt x="2410008" y="95499"/>
                </a:lnTo>
                <a:lnTo>
                  <a:pt x="2408876" y="95885"/>
                </a:lnTo>
                <a:lnTo>
                  <a:pt x="2407769" y="96288"/>
                </a:lnTo>
                <a:lnTo>
                  <a:pt x="2406688" y="96709"/>
                </a:lnTo>
                <a:lnTo>
                  <a:pt x="2405632" y="97148"/>
                </a:lnTo>
                <a:lnTo>
                  <a:pt x="2404602" y="97604"/>
                </a:lnTo>
                <a:lnTo>
                  <a:pt x="2403597" y="98079"/>
                </a:lnTo>
                <a:lnTo>
                  <a:pt x="2402618" y="98572"/>
                </a:lnTo>
                <a:lnTo>
                  <a:pt x="2401664" y="99082"/>
                </a:lnTo>
                <a:lnTo>
                  <a:pt x="2400736" y="99610"/>
                </a:lnTo>
                <a:lnTo>
                  <a:pt x="2399834" y="100156"/>
                </a:lnTo>
                <a:lnTo>
                  <a:pt x="2398957" y="100720"/>
                </a:lnTo>
                <a:lnTo>
                  <a:pt x="2398105" y="101302"/>
                </a:lnTo>
                <a:lnTo>
                  <a:pt x="2397279" y="101902"/>
                </a:lnTo>
                <a:lnTo>
                  <a:pt x="2396479" y="102519"/>
                </a:lnTo>
                <a:lnTo>
                  <a:pt x="2395704" y="103155"/>
                </a:lnTo>
                <a:lnTo>
                  <a:pt x="2394955" y="103808"/>
                </a:lnTo>
                <a:lnTo>
                  <a:pt x="2394234" y="104483"/>
                </a:lnTo>
                <a:lnTo>
                  <a:pt x="2393543" y="105184"/>
                </a:lnTo>
                <a:lnTo>
                  <a:pt x="2392884" y="105911"/>
                </a:lnTo>
                <a:lnTo>
                  <a:pt x="2392255" y="106664"/>
                </a:lnTo>
                <a:lnTo>
                  <a:pt x="2391656" y="107443"/>
                </a:lnTo>
                <a:lnTo>
                  <a:pt x="2391088" y="108248"/>
                </a:lnTo>
                <a:lnTo>
                  <a:pt x="2390551" y="109078"/>
                </a:lnTo>
                <a:lnTo>
                  <a:pt x="2390045" y="109935"/>
                </a:lnTo>
                <a:lnTo>
                  <a:pt x="2389569" y="110818"/>
                </a:lnTo>
                <a:lnTo>
                  <a:pt x="2389124" y="111727"/>
                </a:lnTo>
                <a:lnTo>
                  <a:pt x="2388710" y="112661"/>
                </a:lnTo>
                <a:lnTo>
                  <a:pt x="2388326" y="113622"/>
                </a:lnTo>
                <a:lnTo>
                  <a:pt x="2387974" y="114609"/>
                </a:lnTo>
                <a:lnTo>
                  <a:pt x="2387651" y="115621"/>
                </a:lnTo>
                <a:lnTo>
                  <a:pt x="2387360" y="116660"/>
                </a:lnTo>
                <a:lnTo>
                  <a:pt x="2387099" y="117724"/>
                </a:lnTo>
                <a:lnTo>
                  <a:pt x="2386869" y="118815"/>
                </a:lnTo>
                <a:lnTo>
                  <a:pt x="2386669" y="119931"/>
                </a:lnTo>
                <a:lnTo>
                  <a:pt x="2386501" y="121074"/>
                </a:lnTo>
                <a:lnTo>
                  <a:pt x="2386362" y="122242"/>
                </a:lnTo>
                <a:lnTo>
                  <a:pt x="2386255" y="123437"/>
                </a:lnTo>
                <a:lnTo>
                  <a:pt x="2386178" y="124657"/>
                </a:lnTo>
                <a:lnTo>
                  <a:pt x="2386132" y="125903"/>
                </a:lnTo>
                <a:lnTo>
                  <a:pt x="2386117" y="127176"/>
                </a:lnTo>
                <a:lnTo>
                  <a:pt x="2386125" y="128065"/>
                </a:lnTo>
                <a:lnTo>
                  <a:pt x="2386148" y="128943"/>
                </a:lnTo>
                <a:lnTo>
                  <a:pt x="2386186" y="129808"/>
                </a:lnTo>
                <a:lnTo>
                  <a:pt x="2386241" y="130661"/>
                </a:lnTo>
                <a:lnTo>
                  <a:pt x="2386310" y="131502"/>
                </a:lnTo>
                <a:lnTo>
                  <a:pt x="2386395" y="132331"/>
                </a:lnTo>
                <a:lnTo>
                  <a:pt x="2386495" y="133148"/>
                </a:lnTo>
                <a:lnTo>
                  <a:pt x="2386611" y="133952"/>
                </a:lnTo>
                <a:lnTo>
                  <a:pt x="2386742" y="134744"/>
                </a:lnTo>
                <a:lnTo>
                  <a:pt x="2386889" y="135524"/>
                </a:lnTo>
                <a:lnTo>
                  <a:pt x="2387051" y="136292"/>
                </a:lnTo>
                <a:lnTo>
                  <a:pt x="2387229" y="137048"/>
                </a:lnTo>
                <a:lnTo>
                  <a:pt x="2387422" y="137792"/>
                </a:lnTo>
                <a:lnTo>
                  <a:pt x="2387630" y="138523"/>
                </a:lnTo>
                <a:lnTo>
                  <a:pt x="2387854" y="139243"/>
                </a:lnTo>
                <a:lnTo>
                  <a:pt x="2388094" y="139950"/>
                </a:lnTo>
                <a:lnTo>
                  <a:pt x="2388348" y="140645"/>
                </a:lnTo>
                <a:lnTo>
                  <a:pt x="2388619" y="141328"/>
                </a:lnTo>
                <a:lnTo>
                  <a:pt x="2388904" y="141998"/>
                </a:lnTo>
                <a:lnTo>
                  <a:pt x="2389206" y="142657"/>
                </a:lnTo>
                <a:lnTo>
                  <a:pt x="2389522" y="143303"/>
                </a:lnTo>
                <a:lnTo>
                  <a:pt x="2389854" y="143937"/>
                </a:lnTo>
                <a:lnTo>
                  <a:pt x="2390202" y="144559"/>
                </a:lnTo>
                <a:lnTo>
                  <a:pt x="2390565" y="145169"/>
                </a:lnTo>
                <a:lnTo>
                  <a:pt x="2390940" y="145766"/>
                </a:lnTo>
                <a:lnTo>
                  <a:pt x="2391326" y="146351"/>
                </a:lnTo>
                <a:lnTo>
                  <a:pt x="2391723" y="146923"/>
                </a:lnTo>
                <a:lnTo>
                  <a:pt x="2392129" y="147482"/>
                </a:lnTo>
                <a:lnTo>
                  <a:pt x="2392546" y="148029"/>
                </a:lnTo>
                <a:lnTo>
                  <a:pt x="2392974" y="148564"/>
                </a:lnTo>
                <a:lnTo>
                  <a:pt x="2393411" y="149086"/>
                </a:lnTo>
                <a:lnTo>
                  <a:pt x="2393859" y="149595"/>
                </a:lnTo>
                <a:lnTo>
                  <a:pt x="2394317" y="150092"/>
                </a:lnTo>
                <a:lnTo>
                  <a:pt x="2394786" y="150576"/>
                </a:lnTo>
                <a:lnTo>
                  <a:pt x="2395264" y="151047"/>
                </a:lnTo>
                <a:lnTo>
                  <a:pt x="2395753" y="151506"/>
                </a:lnTo>
                <a:lnTo>
                  <a:pt x="2396253" y="151953"/>
                </a:lnTo>
                <a:lnTo>
                  <a:pt x="2396762" y="152387"/>
                </a:lnTo>
                <a:lnTo>
                  <a:pt x="2397282" y="152808"/>
                </a:lnTo>
                <a:lnTo>
                  <a:pt x="2397812" y="153217"/>
                </a:lnTo>
                <a:lnTo>
                  <a:pt x="2398353" y="153613"/>
                </a:lnTo>
                <a:lnTo>
                  <a:pt x="2398904" y="153997"/>
                </a:lnTo>
                <a:lnTo>
                  <a:pt x="2399465" y="154368"/>
                </a:lnTo>
                <a:lnTo>
                  <a:pt x="2400036" y="154726"/>
                </a:lnTo>
                <a:lnTo>
                  <a:pt x="2400618" y="155072"/>
                </a:lnTo>
                <a:lnTo>
                  <a:pt x="2401210" y="155406"/>
                </a:lnTo>
                <a:lnTo>
                  <a:pt x="2401812" y="155727"/>
                </a:lnTo>
                <a:lnTo>
                  <a:pt x="2402425" y="156035"/>
                </a:lnTo>
                <a:lnTo>
                  <a:pt x="2403045" y="156330"/>
                </a:lnTo>
                <a:lnTo>
                  <a:pt x="2403671" y="156613"/>
                </a:lnTo>
                <a:lnTo>
                  <a:pt x="2404303" y="156884"/>
                </a:lnTo>
                <a:lnTo>
                  <a:pt x="2404940" y="157141"/>
                </a:lnTo>
                <a:lnTo>
                  <a:pt x="2405583" y="157386"/>
                </a:lnTo>
                <a:lnTo>
                  <a:pt x="2406231" y="157619"/>
                </a:lnTo>
                <a:lnTo>
                  <a:pt x="2406884" y="157839"/>
                </a:lnTo>
                <a:lnTo>
                  <a:pt x="2407544" y="158046"/>
                </a:lnTo>
                <a:lnTo>
                  <a:pt x="2408209" y="158241"/>
                </a:lnTo>
                <a:lnTo>
                  <a:pt x="2408879" y="158424"/>
                </a:lnTo>
                <a:lnTo>
                  <a:pt x="2409555" y="158593"/>
                </a:lnTo>
                <a:lnTo>
                  <a:pt x="2410236" y="158750"/>
                </a:lnTo>
                <a:lnTo>
                  <a:pt x="2410923" y="158895"/>
                </a:lnTo>
                <a:lnTo>
                  <a:pt x="2411616" y="159027"/>
                </a:lnTo>
                <a:lnTo>
                  <a:pt x="2412314" y="159147"/>
                </a:lnTo>
                <a:lnTo>
                  <a:pt x="2413018" y="159253"/>
                </a:lnTo>
                <a:lnTo>
                  <a:pt x="2413727" y="159348"/>
                </a:lnTo>
                <a:lnTo>
                  <a:pt x="2414442" y="159429"/>
                </a:lnTo>
                <a:lnTo>
                  <a:pt x="2415162" y="159499"/>
                </a:lnTo>
                <a:lnTo>
                  <a:pt x="2415888" y="159555"/>
                </a:lnTo>
                <a:lnTo>
                  <a:pt x="2416619" y="159599"/>
                </a:lnTo>
                <a:lnTo>
                  <a:pt x="2417356" y="159631"/>
                </a:lnTo>
                <a:lnTo>
                  <a:pt x="2418098" y="159649"/>
                </a:lnTo>
                <a:lnTo>
                  <a:pt x="2418846" y="159656"/>
                </a:lnTo>
                <a:lnTo>
                  <a:pt x="2419905" y="159647"/>
                </a:lnTo>
                <a:lnTo>
                  <a:pt x="2420954" y="159622"/>
                </a:lnTo>
                <a:lnTo>
                  <a:pt x="2421991" y="159579"/>
                </a:lnTo>
                <a:lnTo>
                  <a:pt x="2423018" y="159519"/>
                </a:lnTo>
                <a:lnTo>
                  <a:pt x="2424035" y="159443"/>
                </a:lnTo>
                <a:lnTo>
                  <a:pt x="2425040" y="159349"/>
                </a:lnTo>
                <a:lnTo>
                  <a:pt x="2426035" y="159239"/>
                </a:lnTo>
                <a:close/>
                <a:moveTo>
                  <a:pt x="2418807" y="144630"/>
                </a:moveTo>
                <a:lnTo>
                  <a:pt x="2418149" y="144499"/>
                </a:lnTo>
                <a:lnTo>
                  <a:pt x="2417508" y="144350"/>
                </a:lnTo>
                <a:lnTo>
                  <a:pt x="2416883" y="144184"/>
                </a:lnTo>
                <a:lnTo>
                  <a:pt x="2416274" y="144000"/>
                </a:lnTo>
                <a:lnTo>
                  <a:pt x="2415682" y="143799"/>
                </a:lnTo>
                <a:lnTo>
                  <a:pt x="2415105" y="143580"/>
                </a:lnTo>
                <a:lnTo>
                  <a:pt x="2414545" y="143344"/>
                </a:lnTo>
                <a:lnTo>
                  <a:pt x="2414001" y="143090"/>
                </a:lnTo>
                <a:lnTo>
                  <a:pt x="2413474" y="142819"/>
                </a:lnTo>
                <a:lnTo>
                  <a:pt x="2412962" y="142530"/>
                </a:lnTo>
                <a:lnTo>
                  <a:pt x="2412467" y="142224"/>
                </a:lnTo>
                <a:lnTo>
                  <a:pt x="2411988" y="141900"/>
                </a:lnTo>
                <a:lnTo>
                  <a:pt x="2411526" y="141559"/>
                </a:lnTo>
                <a:lnTo>
                  <a:pt x="2411079" y="141201"/>
                </a:lnTo>
                <a:lnTo>
                  <a:pt x="2410649" y="140824"/>
                </a:lnTo>
                <a:lnTo>
                  <a:pt x="2410235" y="140431"/>
                </a:lnTo>
                <a:lnTo>
                  <a:pt x="2409837" y="140019"/>
                </a:lnTo>
                <a:lnTo>
                  <a:pt x="2409456" y="139593"/>
                </a:lnTo>
                <a:lnTo>
                  <a:pt x="2409090" y="139155"/>
                </a:lnTo>
                <a:lnTo>
                  <a:pt x="2408741" y="138704"/>
                </a:lnTo>
                <a:lnTo>
                  <a:pt x="2408409" y="138241"/>
                </a:lnTo>
                <a:lnTo>
                  <a:pt x="2408092" y="137766"/>
                </a:lnTo>
                <a:lnTo>
                  <a:pt x="2407792" y="137279"/>
                </a:lnTo>
                <a:lnTo>
                  <a:pt x="2407508" y="136780"/>
                </a:lnTo>
                <a:lnTo>
                  <a:pt x="2407240" y="136269"/>
                </a:lnTo>
                <a:lnTo>
                  <a:pt x="2406988" y="135745"/>
                </a:lnTo>
                <a:lnTo>
                  <a:pt x="2406753" y="135210"/>
                </a:lnTo>
                <a:lnTo>
                  <a:pt x="2406533" y="134662"/>
                </a:lnTo>
                <a:lnTo>
                  <a:pt x="2406331" y="134102"/>
                </a:lnTo>
                <a:lnTo>
                  <a:pt x="2406144" y="133530"/>
                </a:lnTo>
                <a:lnTo>
                  <a:pt x="2405973" y="132945"/>
                </a:lnTo>
                <a:lnTo>
                  <a:pt x="2405819" y="132349"/>
                </a:lnTo>
                <a:lnTo>
                  <a:pt x="2405681" y="131740"/>
                </a:lnTo>
                <a:lnTo>
                  <a:pt x="2405559" y="131120"/>
                </a:lnTo>
                <a:lnTo>
                  <a:pt x="2405454" y="130487"/>
                </a:lnTo>
                <a:lnTo>
                  <a:pt x="2405365" y="129842"/>
                </a:lnTo>
                <a:lnTo>
                  <a:pt x="2405291" y="129185"/>
                </a:lnTo>
                <a:lnTo>
                  <a:pt x="2405235" y="128515"/>
                </a:lnTo>
                <a:lnTo>
                  <a:pt x="2405194" y="127834"/>
                </a:lnTo>
                <a:lnTo>
                  <a:pt x="2405170" y="127140"/>
                </a:lnTo>
                <a:lnTo>
                  <a:pt x="2405162" y="126434"/>
                </a:lnTo>
                <a:lnTo>
                  <a:pt x="2405183" y="125370"/>
                </a:lnTo>
                <a:lnTo>
                  <a:pt x="2405246" y="124330"/>
                </a:lnTo>
                <a:lnTo>
                  <a:pt x="2405352" y="123316"/>
                </a:lnTo>
                <a:lnTo>
                  <a:pt x="2405501" y="122327"/>
                </a:lnTo>
                <a:lnTo>
                  <a:pt x="2405691" y="121364"/>
                </a:lnTo>
                <a:lnTo>
                  <a:pt x="2405924" y="120426"/>
                </a:lnTo>
                <a:lnTo>
                  <a:pt x="2406200" y="119513"/>
                </a:lnTo>
                <a:lnTo>
                  <a:pt x="2406517" y="118626"/>
                </a:lnTo>
                <a:lnTo>
                  <a:pt x="2406878" y="117763"/>
                </a:lnTo>
                <a:lnTo>
                  <a:pt x="2407280" y="116927"/>
                </a:lnTo>
                <a:lnTo>
                  <a:pt x="2407725" y="116115"/>
                </a:lnTo>
                <a:lnTo>
                  <a:pt x="2408212" y="115329"/>
                </a:lnTo>
                <a:lnTo>
                  <a:pt x="2408742" y="114568"/>
                </a:lnTo>
                <a:lnTo>
                  <a:pt x="2409314" y="113833"/>
                </a:lnTo>
                <a:lnTo>
                  <a:pt x="2409928" y="113122"/>
                </a:lnTo>
                <a:lnTo>
                  <a:pt x="2410585" y="112438"/>
                </a:lnTo>
                <a:lnTo>
                  <a:pt x="2411284" y="111778"/>
                </a:lnTo>
                <a:lnTo>
                  <a:pt x="2412025" y="111144"/>
                </a:lnTo>
                <a:lnTo>
                  <a:pt x="2412809" y="110535"/>
                </a:lnTo>
                <a:lnTo>
                  <a:pt x="2413635" y="109952"/>
                </a:lnTo>
                <a:lnTo>
                  <a:pt x="2414504" y="109393"/>
                </a:lnTo>
                <a:lnTo>
                  <a:pt x="2415415" y="108861"/>
                </a:lnTo>
                <a:lnTo>
                  <a:pt x="2416368" y="108353"/>
                </a:lnTo>
                <a:lnTo>
                  <a:pt x="2417364" y="107871"/>
                </a:lnTo>
                <a:lnTo>
                  <a:pt x="2418408" y="107411"/>
                </a:lnTo>
                <a:lnTo>
                  <a:pt x="2419508" y="106969"/>
                </a:lnTo>
                <a:lnTo>
                  <a:pt x="2420664" y="106545"/>
                </a:lnTo>
                <a:lnTo>
                  <a:pt x="2421875" y="106139"/>
                </a:lnTo>
                <a:lnTo>
                  <a:pt x="2423141" y="105752"/>
                </a:lnTo>
                <a:lnTo>
                  <a:pt x="2424463" y="105384"/>
                </a:lnTo>
                <a:lnTo>
                  <a:pt x="2425840" y="105033"/>
                </a:lnTo>
                <a:lnTo>
                  <a:pt x="2427273" y="104701"/>
                </a:lnTo>
                <a:lnTo>
                  <a:pt x="2428761" y="104387"/>
                </a:lnTo>
                <a:lnTo>
                  <a:pt x="2430304" y="104092"/>
                </a:lnTo>
                <a:lnTo>
                  <a:pt x="2431903" y="103815"/>
                </a:lnTo>
                <a:lnTo>
                  <a:pt x="2433558" y="103556"/>
                </a:lnTo>
                <a:lnTo>
                  <a:pt x="2435267" y="103316"/>
                </a:lnTo>
                <a:lnTo>
                  <a:pt x="2437033" y="103094"/>
                </a:lnTo>
                <a:lnTo>
                  <a:pt x="2438853" y="102890"/>
                </a:lnTo>
                <a:lnTo>
                  <a:pt x="2440729" y="102704"/>
                </a:lnTo>
                <a:lnTo>
                  <a:pt x="2442661" y="102537"/>
                </a:lnTo>
                <a:lnTo>
                  <a:pt x="2444648" y="102388"/>
                </a:lnTo>
                <a:lnTo>
                  <a:pt x="2446690" y="102258"/>
                </a:lnTo>
                <a:lnTo>
                  <a:pt x="2448788" y="102146"/>
                </a:lnTo>
                <a:lnTo>
                  <a:pt x="2450941" y="102052"/>
                </a:lnTo>
                <a:lnTo>
                  <a:pt x="2453150" y="101976"/>
                </a:lnTo>
                <a:lnTo>
                  <a:pt x="2455414" y="101919"/>
                </a:lnTo>
                <a:lnTo>
                  <a:pt x="2457734" y="101880"/>
                </a:lnTo>
                <a:lnTo>
                  <a:pt x="2457734" y="125960"/>
                </a:lnTo>
                <a:lnTo>
                  <a:pt x="2457235" y="126667"/>
                </a:lnTo>
                <a:lnTo>
                  <a:pt x="2456727" y="127362"/>
                </a:lnTo>
                <a:lnTo>
                  <a:pt x="2456210" y="128045"/>
                </a:lnTo>
                <a:lnTo>
                  <a:pt x="2455684" y="128717"/>
                </a:lnTo>
                <a:lnTo>
                  <a:pt x="2455149" y="129378"/>
                </a:lnTo>
                <a:lnTo>
                  <a:pt x="2454605" y="130028"/>
                </a:lnTo>
                <a:lnTo>
                  <a:pt x="2454052" y="130666"/>
                </a:lnTo>
                <a:lnTo>
                  <a:pt x="2453489" y="131293"/>
                </a:lnTo>
                <a:lnTo>
                  <a:pt x="2452918" y="131908"/>
                </a:lnTo>
                <a:lnTo>
                  <a:pt x="2452337" y="132512"/>
                </a:lnTo>
                <a:lnTo>
                  <a:pt x="2451747" y="133105"/>
                </a:lnTo>
                <a:lnTo>
                  <a:pt x="2451148" y="133687"/>
                </a:lnTo>
                <a:lnTo>
                  <a:pt x="2450540" y="134257"/>
                </a:lnTo>
                <a:lnTo>
                  <a:pt x="2449923" y="134816"/>
                </a:lnTo>
                <a:lnTo>
                  <a:pt x="2449297" y="135363"/>
                </a:lnTo>
                <a:lnTo>
                  <a:pt x="2448661" y="135899"/>
                </a:lnTo>
                <a:lnTo>
                  <a:pt x="2448017" y="136424"/>
                </a:lnTo>
                <a:lnTo>
                  <a:pt x="2447363" y="136938"/>
                </a:lnTo>
                <a:lnTo>
                  <a:pt x="2446701" y="137440"/>
                </a:lnTo>
                <a:lnTo>
                  <a:pt x="2446029" y="137931"/>
                </a:lnTo>
                <a:lnTo>
                  <a:pt x="2445348" y="138410"/>
                </a:lnTo>
                <a:lnTo>
                  <a:pt x="2444658" y="138878"/>
                </a:lnTo>
                <a:lnTo>
                  <a:pt x="2443959" y="139335"/>
                </a:lnTo>
                <a:lnTo>
                  <a:pt x="2443251" y="139781"/>
                </a:lnTo>
                <a:lnTo>
                  <a:pt x="2442534" y="140211"/>
                </a:lnTo>
                <a:lnTo>
                  <a:pt x="2441810" y="140624"/>
                </a:lnTo>
                <a:lnTo>
                  <a:pt x="2441077" y="141018"/>
                </a:lnTo>
                <a:lnTo>
                  <a:pt x="2440337" y="141393"/>
                </a:lnTo>
                <a:lnTo>
                  <a:pt x="2439588" y="141751"/>
                </a:lnTo>
                <a:lnTo>
                  <a:pt x="2438832" y="142090"/>
                </a:lnTo>
                <a:lnTo>
                  <a:pt x="2438068" y="142410"/>
                </a:lnTo>
                <a:lnTo>
                  <a:pt x="2437295" y="142713"/>
                </a:lnTo>
                <a:lnTo>
                  <a:pt x="2436515" y="142997"/>
                </a:lnTo>
                <a:lnTo>
                  <a:pt x="2435727" y="143263"/>
                </a:lnTo>
                <a:lnTo>
                  <a:pt x="2434932" y="143510"/>
                </a:lnTo>
                <a:lnTo>
                  <a:pt x="2434128" y="143739"/>
                </a:lnTo>
                <a:lnTo>
                  <a:pt x="2433316" y="143950"/>
                </a:lnTo>
                <a:lnTo>
                  <a:pt x="2432496" y="144142"/>
                </a:lnTo>
                <a:lnTo>
                  <a:pt x="2431669" y="144316"/>
                </a:lnTo>
                <a:lnTo>
                  <a:pt x="2430833" y="144472"/>
                </a:lnTo>
                <a:lnTo>
                  <a:pt x="2429990" y="144610"/>
                </a:lnTo>
                <a:lnTo>
                  <a:pt x="2429138" y="144729"/>
                </a:lnTo>
                <a:lnTo>
                  <a:pt x="2428279" y="144830"/>
                </a:lnTo>
                <a:lnTo>
                  <a:pt x="2427412" y="144912"/>
                </a:lnTo>
                <a:lnTo>
                  <a:pt x="2426537" y="144976"/>
                </a:lnTo>
                <a:lnTo>
                  <a:pt x="2425654" y="145022"/>
                </a:lnTo>
                <a:lnTo>
                  <a:pt x="2424763" y="145049"/>
                </a:lnTo>
                <a:lnTo>
                  <a:pt x="2423864" y="145059"/>
                </a:lnTo>
                <a:lnTo>
                  <a:pt x="2423093" y="145050"/>
                </a:lnTo>
                <a:lnTo>
                  <a:pt x="2422338" y="145024"/>
                </a:lnTo>
                <a:lnTo>
                  <a:pt x="2421599" y="144980"/>
                </a:lnTo>
                <a:lnTo>
                  <a:pt x="2420877" y="144919"/>
                </a:lnTo>
                <a:lnTo>
                  <a:pt x="2420171" y="144840"/>
                </a:lnTo>
                <a:lnTo>
                  <a:pt x="2419481" y="144744"/>
                </a:lnTo>
                <a:lnTo>
                  <a:pt x="2418807" y="144630"/>
                </a:lnTo>
                <a:close/>
                <a:moveTo>
                  <a:pt x="3325856" y="159349"/>
                </a:moveTo>
                <a:lnTo>
                  <a:pt x="3326850" y="159239"/>
                </a:lnTo>
                <a:lnTo>
                  <a:pt x="3327835" y="159111"/>
                </a:lnTo>
                <a:lnTo>
                  <a:pt x="3328808" y="158966"/>
                </a:lnTo>
                <a:lnTo>
                  <a:pt x="3329771" y="158804"/>
                </a:lnTo>
                <a:lnTo>
                  <a:pt x="3330723" y="158626"/>
                </a:lnTo>
                <a:lnTo>
                  <a:pt x="3331665" y="158430"/>
                </a:lnTo>
                <a:lnTo>
                  <a:pt x="3332595" y="158217"/>
                </a:lnTo>
                <a:lnTo>
                  <a:pt x="3333515" y="157987"/>
                </a:lnTo>
                <a:lnTo>
                  <a:pt x="3334425" y="157740"/>
                </a:lnTo>
                <a:lnTo>
                  <a:pt x="3335323" y="157476"/>
                </a:lnTo>
                <a:lnTo>
                  <a:pt x="3336211" y="157195"/>
                </a:lnTo>
                <a:lnTo>
                  <a:pt x="3337089" y="156897"/>
                </a:lnTo>
                <a:lnTo>
                  <a:pt x="3337955" y="156582"/>
                </a:lnTo>
                <a:lnTo>
                  <a:pt x="3338811" y="156250"/>
                </a:lnTo>
                <a:lnTo>
                  <a:pt x="3339656" y="155901"/>
                </a:lnTo>
                <a:lnTo>
                  <a:pt x="3340491" y="155535"/>
                </a:lnTo>
                <a:lnTo>
                  <a:pt x="3341315" y="155152"/>
                </a:lnTo>
                <a:lnTo>
                  <a:pt x="3342128" y="154752"/>
                </a:lnTo>
                <a:lnTo>
                  <a:pt x="3342931" y="154337"/>
                </a:lnTo>
                <a:lnTo>
                  <a:pt x="3343727" y="153910"/>
                </a:lnTo>
                <a:lnTo>
                  <a:pt x="3344514" y="153471"/>
                </a:lnTo>
                <a:lnTo>
                  <a:pt x="3345292" y="153019"/>
                </a:lnTo>
                <a:lnTo>
                  <a:pt x="3346063" y="152555"/>
                </a:lnTo>
                <a:lnTo>
                  <a:pt x="3346825" y="152079"/>
                </a:lnTo>
                <a:lnTo>
                  <a:pt x="3347578" y="151591"/>
                </a:lnTo>
                <a:lnTo>
                  <a:pt x="3348324" y="151090"/>
                </a:lnTo>
                <a:lnTo>
                  <a:pt x="3349061" y="150577"/>
                </a:lnTo>
                <a:lnTo>
                  <a:pt x="3349790" y="150052"/>
                </a:lnTo>
                <a:lnTo>
                  <a:pt x="3350510" y="149514"/>
                </a:lnTo>
                <a:lnTo>
                  <a:pt x="3351222" y="148964"/>
                </a:lnTo>
                <a:lnTo>
                  <a:pt x="3351926" y="148402"/>
                </a:lnTo>
                <a:lnTo>
                  <a:pt x="3352622" y="147828"/>
                </a:lnTo>
                <a:lnTo>
                  <a:pt x="3353309" y="147241"/>
                </a:lnTo>
                <a:lnTo>
                  <a:pt x="3353988" y="146642"/>
                </a:lnTo>
                <a:lnTo>
                  <a:pt x="3354658" y="146031"/>
                </a:lnTo>
                <a:lnTo>
                  <a:pt x="3355321" y="145408"/>
                </a:lnTo>
                <a:lnTo>
                  <a:pt x="3355975" y="144772"/>
                </a:lnTo>
                <a:lnTo>
                  <a:pt x="3356620" y="144124"/>
                </a:lnTo>
                <a:lnTo>
                  <a:pt x="3357258" y="143464"/>
                </a:lnTo>
                <a:lnTo>
                  <a:pt x="3357887" y="142791"/>
                </a:lnTo>
                <a:lnTo>
                  <a:pt x="3358507" y="142106"/>
                </a:lnTo>
                <a:lnTo>
                  <a:pt x="3359120" y="141409"/>
                </a:lnTo>
                <a:lnTo>
                  <a:pt x="3359804" y="157603"/>
                </a:lnTo>
                <a:lnTo>
                  <a:pt x="3377366" y="157603"/>
                </a:lnTo>
                <a:lnTo>
                  <a:pt x="3377366" y="81114"/>
                </a:lnTo>
                <a:lnTo>
                  <a:pt x="3377360" y="80094"/>
                </a:lnTo>
                <a:lnTo>
                  <a:pt x="3377342" y="79090"/>
                </a:lnTo>
                <a:lnTo>
                  <a:pt x="3377312" y="78101"/>
                </a:lnTo>
                <a:lnTo>
                  <a:pt x="3377271" y="77129"/>
                </a:lnTo>
                <a:lnTo>
                  <a:pt x="3377217" y="76171"/>
                </a:lnTo>
                <a:lnTo>
                  <a:pt x="3377152" y="75230"/>
                </a:lnTo>
                <a:lnTo>
                  <a:pt x="3377075" y="74304"/>
                </a:lnTo>
                <a:lnTo>
                  <a:pt x="3376986" y="73394"/>
                </a:lnTo>
                <a:lnTo>
                  <a:pt x="3376885" y="72500"/>
                </a:lnTo>
                <a:lnTo>
                  <a:pt x="3376772" y="71621"/>
                </a:lnTo>
                <a:lnTo>
                  <a:pt x="3376647" y="70758"/>
                </a:lnTo>
                <a:lnTo>
                  <a:pt x="3376511" y="69911"/>
                </a:lnTo>
                <a:lnTo>
                  <a:pt x="3376362" y="69079"/>
                </a:lnTo>
                <a:lnTo>
                  <a:pt x="3376202" y="68263"/>
                </a:lnTo>
                <a:lnTo>
                  <a:pt x="3376030" y="67463"/>
                </a:lnTo>
                <a:lnTo>
                  <a:pt x="3375845" y="66679"/>
                </a:lnTo>
                <a:lnTo>
                  <a:pt x="3375649" y="65910"/>
                </a:lnTo>
                <a:lnTo>
                  <a:pt x="3375442" y="65157"/>
                </a:lnTo>
                <a:lnTo>
                  <a:pt x="3375222" y="64420"/>
                </a:lnTo>
                <a:lnTo>
                  <a:pt x="3374990" y="63698"/>
                </a:lnTo>
                <a:lnTo>
                  <a:pt x="3374747" y="62992"/>
                </a:lnTo>
                <a:lnTo>
                  <a:pt x="3374491" y="62302"/>
                </a:lnTo>
                <a:lnTo>
                  <a:pt x="3374224" y="61627"/>
                </a:lnTo>
                <a:lnTo>
                  <a:pt x="3373945" y="60969"/>
                </a:lnTo>
                <a:lnTo>
                  <a:pt x="3373655" y="60323"/>
                </a:lnTo>
                <a:lnTo>
                  <a:pt x="3373357" y="59690"/>
                </a:lnTo>
                <a:lnTo>
                  <a:pt x="3373050" y="59069"/>
                </a:lnTo>
                <a:lnTo>
                  <a:pt x="3372735" y="58460"/>
                </a:lnTo>
                <a:lnTo>
                  <a:pt x="3372410" y="57863"/>
                </a:lnTo>
                <a:lnTo>
                  <a:pt x="3372077" y="57278"/>
                </a:lnTo>
                <a:lnTo>
                  <a:pt x="3371736" y="56705"/>
                </a:lnTo>
                <a:lnTo>
                  <a:pt x="3371385" y="56144"/>
                </a:lnTo>
                <a:lnTo>
                  <a:pt x="3371026" y="55595"/>
                </a:lnTo>
                <a:lnTo>
                  <a:pt x="3370658" y="55058"/>
                </a:lnTo>
                <a:lnTo>
                  <a:pt x="3370282" y="54533"/>
                </a:lnTo>
                <a:lnTo>
                  <a:pt x="3369896" y="54020"/>
                </a:lnTo>
                <a:lnTo>
                  <a:pt x="3369502" y="53519"/>
                </a:lnTo>
                <a:lnTo>
                  <a:pt x="3369100" y="53031"/>
                </a:lnTo>
                <a:lnTo>
                  <a:pt x="3368688" y="52554"/>
                </a:lnTo>
                <a:lnTo>
                  <a:pt x="3368268" y="52089"/>
                </a:lnTo>
                <a:lnTo>
                  <a:pt x="3367839" y="51637"/>
                </a:lnTo>
                <a:lnTo>
                  <a:pt x="3367402" y="51196"/>
                </a:lnTo>
                <a:lnTo>
                  <a:pt x="3366955" y="50768"/>
                </a:lnTo>
                <a:lnTo>
                  <a:pt x="3366500" y="50351"/>
                </a:lnTo>
                <a:lnTo>
                  <a:pt x="3366037" y="49947"/>
                </a:lnTo>
                <a:lnTo>
                  <a:pt x="3365564" y="49554"/>
                </a:lnTo>
                <a:lnTo>
                  <a:pt x="3365083" y="49174"/>
                </a:lnTo>
                <a:lnTo>
                  <a:pt x="3364593" y="48805"/>
                </a:lnTo>
                <a:lnTo>
                  <a:pt x="3364097" y="48448"/>
                </a:lnTo>
                <a:lnTo>
                  <a:pt x="3363595" y="48100"/>
                </a:lnTo>
                <a:lnTo>
                  <a:pt x="3363088" y="47761"/>
                </a:lnTo>
                <a:lnTo>
                  <a:pt x="3362576" y="47431"/>
                </a:lnTo>
                <a:lnTo>
                  <a:pt x="3362058" y="47111"/>
                </a:lnTo>
                <a:lnTo>
                  <a:pt x="3361536" y="46801"/>
                </a:lnTo>
                <a:lnTo>
                  <a:pt x="3361008" y="46499"/>
                </a:lnTo>
                <a:lnTo>
                  <a:pt x="3360475" y="46207"/>
                </a:lnTo>
                <a:lnTo>
                  <a:pt x="3359937" y="45925"/>
                </a:lnTo>
                <a:lnTo>
                  <a:pt x="3359394" y="45652"/>
                </a:lnTo>
                <a:lnTo>
                  <a:pt x="3358846" y="45388"/>
                </a:lnTo>
                <a:lnTo>
                  <a:pt x="3358293" y="45134"/>
                </a:lnTo>
                <a:lnTo>
                  <a:pt x="3357734" y="44889"/>
                </a:lnTo>
                <a:lnTo>
                  <a:pt x="3357171" y="44653"/>
                </a:lnTo>
                <a:lnTo>
                  <a:pt x="3356602" y="44427"/>
                </a:lnTo>
                <a:lnTo>
                  <a:pt x="3356028" y="44211"/>
                </a:lnTo>
                <a:lnTo>
                  <a:pt x="3355449" y="44003"/>
                </a:lnTo>
                <a:lnTo>
                  <a:pt x="3354864" y="43805"/>
                </a:lnTo>
                <a:lnTo>
                  <a:pt x="3354275" y="43617"/>
                </a:lnTo>
                <a:lnTo>
                  <a:pt x="3353681" y="43438"/>
                </a:lnTo>
                <a:lnTo>
                  <a:pt x="3353081" y="43268"/>
                </a:lnTo>
                <a:lnTo>
                  <a:pt x="3352476" y="43107"/>
                </a:lnTo>
                <a:lnTo>
                  <a:pt x="3351866" y="42956"/>
                </a:lnTo>
                <a:lnTo>
                  <a:pt x="3351251" y="42815"/>
                </a:lnTo>
                <a:lnTo>
                  <a:pt x="3350632" y="42680"/>
                </a:lnTo>
                <a:lnTo>
                  <a:pt x="3350011" y="42552"/>
                </a:lnTo>
                <a:lnTo>
                  <a:pt x="3349389" y="42429"/>
                </a:lnTo>
                <a:lnTo>
                  <a:pt x="3348764" y="42312"/>
                </a:lnTo>
                <a:lnTo>
                  <a:pt x="3348138" y="42200"/>
                </a:lnTo>
                <a:lnTo>
                  <a:pt x="3347509" y="42094"/>
                </a:lnTo>
                <a:lnTo>
                  <a:pt x="3346878" y="41994"/>
                </a:lnTo>
                <a:lnTo>
                  <a:pt x="3346246" y="41900"/>
                </a:lnTo>
                <a:lnTo>
                  <a:pt x="3345611" y="41812"/>
                </a:lnTo>
                <a:lnTo>
                  <a:pt x="3344975" y="41729"/>
                </a:lnTo>
                <a:lnTo>
                  <a:pt x="3344336" y="41651"/>
                </a:lnTo>
                <a:lnTo>
                  <a:pt x="3343696" y="41580"/>
                </a:lnTo>
                <a:lnTo>
                  <a:pt x="3343053" y="41514"/>
                </a:lnTo>
                <a:lnTo>
                  <a:pt x="3342409" y="41454"/>
                </a:lnTo>
                <a:lnTo>
                  <a:pt x="3341762" y="41400"/>
                </a:lnTo>
                <a:lnTo>
                  <a:pt x="3341114" y="41351"/>
                </a:lnTo>
                <a:lnTo>
                  <a:pt x="3340464" y="41308"/>
                </a:lnTo>
                <a:lnTo>
                  <a:pt x="3339811" y="41271"/>
                </a:lnTo>
                <a:lnTo>
                  <a:pt x="3339157" y="41240"/>
                </a:lnTo>
                <a:lnTo>
                  <a:pt x="3338501" y="41214"/>
                </a:lnTo>
                <a:lnTo>
                  <a:pt x="3337842" y="41194"/>
                </a:lnTo>
                <a:lnTo>
                  <a:pt x="3337182" y="41180"/>
                </a:lnTo>
                <a:lnTo>
                  <a:pt x="3336520" y="41171"/>
                </a:lnTo>
                <a:lnTo>
                  <a:pt x="3335855" y="41168"/>
                </a:lnTo>
                <a:lnTo>
                  <a:pt x="3334805" y="41175"/>
                </a:lnTo>
                <a:lnTo>
                  <a:pt x="3333765" y="41196"/>
                </a:lnTo>
                <a:lnTo>
                  <a:pt x="3332734" y="41230"/>
                </a:lnTo>
                <a:lnTo>
                  <a:pt x="3331712" y="41278"/>
                </a:lnTo>
                <a:lnTo>
                  <a:pt x="3330700" y="41339"/>
                </a:lnTo>
                <a:lnTo>
                  <a:pt x="3329697" y="41414"/>
                </a:lnTo>
                <a:lnTo>
                  <a:pt x="3328704" y="41503"/>
                </a:lnTo>
                <a:lnTo>
                  <a:pt x="3327721" y="41606"/>
                </a:lnTo>
                <a:lnTo>
                  <a:pt x="3326747" y="41722"/>
                </a:lnTo>
                <a:lnTo>
                  <a:pt x="3325782" y="41851"/>
                </a:lnTo>
                <a:lnTo>
                  <a:pt x="3324827" y="41995"/>
                </a:lnTo>
                <a:lnTo>
                  <a:pt x="3323881" y="42152"/>
                </a:lnTo>
                <a:lnTo>
                  <a:pt x="3322945" y="42323"/>
                </a:lnTo>
                <a:lnTo>
                  <a:pt x="3322019" y="42507"/>
                </a:lnTo>
                <a:lnTo>
                  <a:pt x="3321102" y="42705"/>
                </a:lnTo>
                <a:lnTo>
                  <a:pt x="3320194" y="42917"/>
                </a:lnTo>
                <a:lnTo>
                  <a:pt x="3319296" y="43142"/>
                </a:lnTo>
                <a:lnTo>
                  <a:pt x="3318407" y="43381"/>
                </a:lnTo>
                <a:lnTo>
                  <a:pt x="3317528" y="43634"/>
                </a:lnTo>
                <a:lnTo>
                  <a:pt x="3316659" y="43901"/>
                </a:lnTo>
                <a:lnTo>
                  <a:pt x="3315799" y="44181"/>
                </a:lnTo>
                <a:lnTo>
                  <a:pt x="3314948" y="44474"/>
                </a:lnTo>
                <a:lnTo>
                  <a:pt x="3314107" y="44782"/>
                </a:lnTo>
                <a:lnTo>
                  <a:pt x="3313276" y="45103"/>
                </a:lnTo>
                <a:lnTo>
                  <a:pt x="3312456" y="45439"/>
                </a:lnTo>
                <a:lnTo>
                  <a:pt x="3311652" y="45791"/>
                </a:lnTo>
                <a:lnTo>
                  <a:pt x="3310862" y="46160"/>
                </a:lnTo>
                <a:lnTo>
                  <a:pt x="3310087" y="46545"/>
                </a:lnTo>
                <a:lnTo>
                  <a:pt x="3309327" y="46946"/>
                </a:lnTo>
                <a:lnTo>
                  <a:pt x="3308582" y="47363"/>
                </a:lnTo>
                <a:lnTo>
                  <a:pt x="3307852" y="47797"/>
                </a:lnTo>
                <a:lnTo>
                  <a:pt x="3307136" y="48248"/>
                </a:lnTo>
                <a:lnTo>
                  <a:pt x="3306436" y="48714"/>
                </a:lnTo>
                <a:lnTo>
                  <a:pt x="3305750" y="49197"/>
                </a:lnTo>
                <a:lnTo>
                  <a:pt x="3305079" y="49696"/>
                </a:lnTo>
                <a:lnTo>
                  <a:pt x="3304423" y="50211"/>
                </a:lnTo>
                <a:lnTo>
                  <a:pt x="3303782" y="50743"/>
                </a:lnTo>
                <a:lnTo>
                  <a:pt x="3303156" y="51291"/>
                </a:lnTo>
                <a:lnTo>
                  <a:pt x="3302544" y="51855"/>
                </a:lnTo>
                <a:lnTo>
                  <a:pt x="3301948" y="52436"/>
                </a:lnTo>
                <a:lnTo>
                  <a:pt x="3301366" y="53033"/>
                </a:lnTo>
                <a:lnTo>
                  <a:pt x="3300799" y="53646"/>
                </a:lnTo>
                <a:lnTo>
                  <a:pt x="3300247" y="54276"/>
                </a:lnTo>
                <a:lnTo>
                  <a:pt x="3299710" y="54922"/>
                </a:lnTo>
                <a:lnTo>
                  <a:pt x="3299187" y="55584"/>
                </a:lnTo>
                <a:lnTo>
                  <a:pt x="3298680" y="56263"/>
                </a:lnTo>
                <a:lnTo>
                  <a:pt x="3298187" y="56957"/>
                </a:lnTo>
                <a:lnTo>
                  <a:pt x="3297709" y="57668"/>
                </a:lnTo>
                <a:lnTo>
                  <a:pt x="3297249" y="58397"/>
                </a:lnTo>
                <a:lnTo>
                  <a:pt x="3296808" y="59143"/>
                </a:lnTo>
                <a:lnTo>
                  <a:pt x="3296386" y="59908"/>
                </a:lnTo>
                <a:lnTo>
                  <a:pt x="3295984" y="60691"/>
                </a:lnTo>
                <a:lnTo>
                  <a:pt x="3295602" y="61492"/>
                </a:lnTo>
                <a:lnTo>
                  <a:pt x="3295239" y="62311"/>
                </a:lnTo>
                <a:lnTo>
                  <a:pt x="3294896" y="63148"/>
                </a:lnTo>
                <a:lnTo>
                  <a:pt x="3294573" y="64003"/>
                </a:lnTo>
                <a:lnTo>
                  <a:pt x="3294269" y="64877"/>
                </a:lnTo>
                <a:lnTo>
                  <a:pt x="3293985" y="65768"/>
                </a:lnTo>
                <a:lnTo>
                  <a:pt x="3293720" y="66678"/>
                </a:lnTo>
                <a:lnTo>
                  <a:pt x="3293475" y="67606"/>
                </a:lnTo>
                <a:lnTo>
                  <a:pt x="3293250" y="68552"/>
                </a:lnTo>
                <a:lnTo>
                  <a:pt x="3293044" y="69516"/>
                </a:lnTo>
                <a:lnTo>
                  <a:pt x="3292858" y="70499"/>
                </a:lnTo>
                <a:lnTo>
                  <a:pt x="3292691" y="71499"/>
                </a:lnTo>
                <a:lnTo>
                  <a:pt x="3292544" y="72518"/>
                </a:lnTo>
                <a:lnTo>
                  <a:pt x="3292417" y="73554"/>
                </a:lnTo>
                <a:lnTo>
                  <a:pt x="3292309" y="74609"/>
                </a:lnTo>
                <a:lnTo>
                  <a:pt x="3292221" y="75682"/>
                </a:lnTo>
                <a:lnTo>
                  <a:pt x="3292152" y="76773"/>
                </a:lnTo>
                <a:lnTo>
                  <a:pt x="3292103" y="77883"/>
                </a:lnTo>
                <a:lnTo>
                  <a:pt x="3292074" y="79010"/>
                </a:lnTo>
                <a:lnTo>
                  <a:pt x="3292064" y="80156"/>
                </a:lnTo>
                <a:lnTo>
                  <a:pt x="3310539" y="80156"/>
                </a:lnTo>
                <a:lnTo>
                  <a:pt x="3310551" y="79083"/>
                </a:lnTo>
                <a:lnTo>
                  <a:pt x="3310589" y="78035"/>
                </a:lnTo>
                <a:lnTo>
                  <a:pt x="3310653" y="77011"/>
                </a:lnTo>
                <a:lnTo>
                  <a:pt x="3310741" y="76013"/>
                </a:lnTo>
                <a:lnTo>
                  <a:pt x="3310855" y="75038"/>
                </a:lnTo>
                <a:lnTo>
                  <a:pt x="3310995" y="74089"/>
                </a:lnTo>
                <a:lnTo>
                  <a:pt x="3311160" y="73164"/>
                </a:lnTo>
                <a:lnTo>
                  <a:pt x="3311350" y="72264"/>
                </a:lnTo>
                <a:lnTo>
                  <a:pt x="3311565" y="71389"/>
                </a:lnTo>
                <a:lnTo>
                  <a:pt x="3311806" y="70538"/>
                </a:lnTo>
                <a:lnTo>
                  <a:pt x="3312072" y="69712"/>
                </a:lnTo>
                <a:lnTo>
                  <a:pt x="3312363" y="68911"/>
                </a:lnTo>
                <a:lnTo>
                  <a:pt x="3312680" y="68135"/>
                </a:lnTo>
                <a:lnTo>
                  <a:pt x="3313022" y="67383"/>
                </a:lnTo>
                <a:lnTo>
                  <a:pt x="3313390" y="66656"/>
                </a:lnTo>
                <a:lnTo>
                  <a:pt x="3313782" y="65953"/>
                </a:lnTo>
                <a:lnTo>
                  <a:pt x="3314201" y="65275"/>
                </a:lnTo>
                <a:lnTo>
                  <a:pt x="3314644" y="64622"/>
                </a:lnTo>
                <a:lnTo>
                  <a:pt x="3315113" y="63994"/>
                </a:lnTo>
                <a:lnTo>
                  <a:pt x="3315607" y="63390"/>
                </a:lnTo>
                <a:lnTo>
                  <a:pt x="3316127" y="62811"/>
                </a:lnTo>
                <a:lnTo>
                  <a:pt x="3316671" y="62256"/>
                </a:lnTo>
                <a:lnTo>
                  <a:pt x="3317242" y="61727"/>
                </a:lnTo>
                <a:lnTo>
                  <a:pt x="3317837" y="61222"/>
                </a:lnTo>
                <a:lnTo>
                  <a:pt x="3318451" y="60739"/>
                </a:lnTo>
                <a:lnTo>
                  <a:pt x="3319077" y="60277"/>
                </a:lnTo>
                <a:lnTo>
                  <a:pt x="3319715" y="59836"/>
                </a:lnTo>
                <a:lnTo>
                  <a:pt x="3320365" y="59415"/>
                </a:lnTo>
                <a:lnTo>
                  <a:pt x="3321027" y="59015"/>
                </a:lnTo>
                <a:lnTo>
                  <a:pt x="3321700" y="58635"/>
                </a:lnTo>
                <a:lnTo>
                  <a:pt x="3322386" y="58276"/>
                </a:lnTo>
                <a:lnTo>
                  <a:pt x="3323083" y="57937"/>
                </a:lnTo>
                <a:lnTo>
                  <a:pt x="3323792" y="57619"/>
                </a:lnTo>
                <a:lnTo>
                  <a:pt x="3324513" y="57321"/>
                </a:lnTo>
                <a:lnTo>
                  <a:pt x="3325246" y="57044"/>
                </a:lnTo>
                <a:lnTo>
                  <a:pt x="3325991" y="56787"/>
                </a:lnTo>
                <a:lnTo>
                  <a:pt x="3326748" y="56551"/>
                </a:lnTo>
                <a:lnTo>
                  <a:pt x="3327516" y="56336"/>
                </a:lnTo>
                <a:lnTo>
                  <a:pt x="3328297" y="56141"/>
                </a:lnTo>
                <a:lnTo>
                  <a:pt x="3329089" y="55966"/>
                </a:lnTo>
                <a:lnTo>
                  <a:pt x="3329893" y="55812"/>
                </a:lnTo>
                <a:lnTo>
                  <a:pt x="3330709" y="55679"/>
                </a:lnTo>
                <a:lnTo>
                  <a:pt x="3331537" y="55566"/>
                </a:lnTo>
                <a:lnTo>
                  <a:pt x="3332377" y="55474"/>
                </a:lnTo>
                <a:lnTo>
                  <a:pt x="3333229" y="55402"/>
                </a:lnTo>
                <a:lnTo>
                  <a:pt x="3334093" y="55350"/>
                </a:lnTo>
                <a:lnTo>
                  <a:pt x="3334968" y="55320"/>
                </a:lnTo>
                <a:lnTo>
                  <a:pt x="3335855" y="55309"/>
                </a:lnTo>
                <a:lnTo>
                  <a:pt x="3336667" y="55319"/>
                </a:lnTo>
                <a:lnTo>
                  <a:pt x="3337467" y="55348"/>
                </a:lnTo>
                <a:lnTo>
                  <a:pt x="3338256" y="55397"/>
                </a:lnTo>
                <a:lnTo>
                  <a:pt x="3339033" y="55464"/>
                </a:lnTo>
                <a:lnTo>
                  <a:pt x="3339798" y="55552"/>
                </a:lnTo>
                <a:lnTo>
                  <a:pt x="3340552" y="55658"/>
                </a:lnTo>
                <a:lnTo>
                  <a:pt x="3341295" y="55784"/>
                </a:lnTo>
                <a:lnTo>
                  <a:pt x="3342026" y="55930"/>
                </a:lnTo>
                <a:lnTo>
                  <a:pt x="3342746" y="56095"/>
                </a:lnTo>
                <a:lnTo>
                  <a:pt x="3343454" y="56279"/>
                </a:lnTo>
                <a:lnTo>
                  <a:pt x="3344151" y="56482"/>
                </a:lnTo>
                <a:lnTo>
                  <a:pt x="3344836" y="56705"/>
                </a:lnTo>
                <a:lnTo>
                  <a:pt x="3345510" y="56948"/>
                </a:lnTo>
                <a:lnTo>
                  <a:pt x="3346172" y="57210"/>
                </a:lnTo>
                <a:lnTo>
                  <a:pt x="3346823" y="57491"/>
                </a:lnTo>
                <a:lnTo>
                  <a:pt x="3347462" y="57791"/>
                </a:lnTo>
                <a:lnTo>
                  <a:pt x="3348090" y="58111"/>
                </a:lnTo>
                <a:lnTo>
                  <a:pt x="3348706" y="58451"/>
                </a:lnTo>
                <a:lnTo>
                  <a:pt x="3349311" y="58809"/>
                </a:lnTo>
                <a:lnTo>
                  <a:pt x="3349905" y="59187"/>
                </a:lnTo>
                <a:lnTo>
                  <a:pt x="3350486" y="59585"/>
                </a:lnTo>
                <a:lnTo>
                  <a:pt x="3351057" y="60002"/>
                </a:lnTo>
                <a:lnTo>
                  <a:pt x="3351616" y="60438"/>
                </a:lnTo>
                <a:lnTo>
                  <a:pt x="3352163" y="60894"/>
                </a:lnTo>
                <a:lnTo>
                  <a:pt x="3352694" y="61375"/>
                </a:lnTo>
                <a:lnTo>
                  <a:pt x="3353201" y="61890"/>
                </a:lnTo>
                <a:lnTo>
                  <a:pt x="3353687" y="62437"/>
                </a:lnTo>
                <a:lnTo>
                  <a:pt x="3354149" y="63017"/>
                </a:lnTo>
                <a:lnTo>
                  <a:pt x="3354589" y="63630"/>
                </a:lnTo>
                <a:lnTo>
                  <a:pt x="3355007" y="64275"/>
                </a:lnTo>
                <a:lnTo>
                  <a:pt x="3355402" y="64953"/>
                </a:lnTo>
                <a:lnTo>
                  <a:pt x="3355774" y="65664"/>
                </a:lnTo>
                <a:lnTo>
                  <a:pt x="3356124" y="66408"/>
                </a:lnTo>
                <a:lnTo>
                  <a:pt x="3356452" y="67184"/>
                </a:lnTo>
                <a:lnTo>
                  <a:pt x="3356756" y="67994"/>
                </a:lnTo>
                <a:lnTo>
                  <a:pt x="3357038" y="68835"/>
                </a:lnTo>
                <a:lnTo>
                  <a:pt x="3357298" y="69710"/>
                </a:lnTo>
                <a:lnTo>
                  <a:pt x="3357535" y="70617"/>
                </a:lnTo>
                <a:lnTo>
                  <a:pt x="3357749" y="71558"/>
                </a:lnTo>
                <a:lnTo>
                  <a:pt x="3357941" y="72530"/>
                </a:lnTo>
                <a:lnTo>
                  <a:pt x="3358110" y="73536"/>
                </a:lnTo>
                <a:lnTo>
                  <a:pt x="3358257" y="74574"/>
                </a:lnTo>
                <a:lnTo>
                  <a:pt x="3358381" y="75646"/>
                </a:lnTo>
                <a:lnTo>
                  <a:pt x="3358483" y="76749"/>
                </a:lnTo>
                <a:lnTo>
                  <a:pt x="3358562" y="77886"/>
                </a:lnTo>
                <a:lnTo>
                  <a:pt x="3358618" y="79055"/>
                </a:lnTo>
                <a:lnTo>
                  <a:pt x="3358652" y="80257"/>
                </a:lnTo>
                <a:lnTo>
                  <a:pt x="3358663" y="81492"/>
                </a:lnTo>
                <a:lnTo>
                  <a:pt x="3358663" y="90020"/>
                </a:lnTo>
                <a:lnTo>
                  <a:pt x="3356867" y="90044"/>
                </a:lnTo>
                <a:lnTo>
                  <a:pt x="3355090" y="90077"/>
                </a:lnTo>
                <a:lnTo>
                  <a:pt x="3353332" y="90119"/>
                </a:lnTo>
                <a:lnTo>
                  <a:pt x="3351593" y="90170"/>
                </a:lnTo>
                <a:lnTo>
                  <a:pt x="3349873" y="90230"/>
                </a:lnTo>
                <a:lnTo>
                  <a:pt x="3348172" y="90298"/>
                </a:lnTo>
                <a:lnTo>
                  <a:pt x="3346490" y="90376"/>
                </a:lnTo>
                <a:lnTo>
                  <a:pt x="3344827" y="90462"/>
                </a:lnTo>
                <a:lnTo>
                  <a:pt x="3343183" y="90558"/>
                </a:lnTo>
                <a:lnTo>
                  <a:pt x="3341557" y="90662"/>
                </a:lnTo>
                <a:lnTo>
                  <a:pt x="3339951" y="90776"/>
                </a:lnTo>
                <a:lnTo>
                  <a:pt x="3338364" y="90898"/>
                </a:lnTo>
                <a:lnTo>
                  <a:pt x="3336796" y="91029"/>
                </a:lnTo>
                <a:lnTo>
                  <a:pt x="3335247" y="91169"/>
                </a:lnTo>
                <a:lnTo>
                  <a:pt x="3333717" y="91318"/>
                </a:lnTo>
                <a:lnTo>
                  <a:pt x="3332206" y="91476"/>
                </a:lnTo>
                <a:lnTo>
                  <a:pt x="3330714" y="91643"/>
                </a:lnTo>
                <a:lnTo>
                  <a:pt x="3329241" y="91818"/>
                </a:lnTo>
                <a:lnTo>
                  <a:pt x="3327787" y="92003"/>
                </a:lnTo>
                <a:lnTo>
                  <a:pt x="3326352" y="92197"/>
                </a:lnTo>
                <a:lnTo>
                  <a:pt x="3324936" y="92399"/>
                </a:lnTo>
                <a:lnTo>
                  <a:pt x="3323539" y="92610"/>
                </a:lnTo>
                <a:lnTo>
                  <a:pt x="3322161" y="92831"/>
                </a:lnTo>
                <a:lnTo>
                  <a:pt x="3320802" y="93060"/>
                </a:lnTo>
                <a:lnTo>
                  <a:pt x="3319466" y="93302"/>
                </a:lnTo>
                <a:lnTo>
                  <a:pt x="3318154" y="93563"/>
                </a:lnTo>
                <a:lnTo>
                  <a:pt x="3316869" y="93841"/>
                </a:lnTo>
                <a:lnTo>
                  <a:pt x="3315609" y="94137"/>
                </a:lnTo>
                <a:lnTo>
                  <a:pt x="3314374" y="94450"/>
                </a:lnTo>
                <a:lnTo>
                  <a:pt x="3313165" y="94782"/>
                </a:lnTo>
                <a:lnTo>
                  <a:pt x="3311982" y="95132"/>
                </a:lnTo>
                <a:lnTo>
                  <a:pt x="3310824" y="95499"/>
                </a:lnTo>
                <a:lnTo>
                  <a:pt x="3309691" y="95885"/>
                </a:lnTo>
                <a:lnTo>
                  <a:pt x="3308585" y="96288"/>
                </a:lnTo>
                <a:lnTo>
                  <a:pt x="3307503" y="96709"/>
                </a:lnTo>
                <a:lnTo>
                  <a:pt x="3306447" y="97148"/>
                </a:lnTo>
                <a:lnTo>
                  <a:pt x="3305417" y="97604"/>
                </a:lnTo>
                <a:lnTo>
                  <a:pt x="3304413" y="98079"/>
                </a:lnTo>
                <a:lnTo>
                  <a:pt x="3303433" y="98572"/>
                </a:lnTo>
                <a:lnTo>
                  <a:pt x="3302480" y="99082"/>
                </a:lnTo>
                <a:lnTo>
                  <a:pt x="3301552" y="99610"/>
                </a:lnTo>
                <a:lnTo>
                  <a:pt x="3300649" y="100156"/>
                </a:lnTo>
                <a:lnTo>
                  <a:pt x="3299772" y="100720"/>
                </a:lnTo>
                <a:lnTo>
                  <a:pt x="3298921" y="101302"/>
                </a:lnTo>
                <a:lnTo>
                  <a:pt x="3298095" y="101902"/>
                </a:lnTo>
                <a:lnTo>
                  <a:pt x="3297295" y="102519"/>
                </a:lnTo>
                <a:lnTo>
                  <a:pt x="3296520" y="103155"/>
                </a:lnTo>
                <a:lnTo>
                  <a:pt x="3295770" y="103808"/>
                </a:lnTo>
                <a:lnTo>
                  <a:pt x="3295049" y="104483"/>
                </a:lnTo>
                <a:lnTo>
                  <a:pt x="3294359" y="105184"/>
                </a:lnTo>
                <a:lnTo>
                  <a:pt x="3293699" y="105911"/>
                </a:lnTo>
                <a:lnTo>
                  <a:pt x="3293070" y="106664"/>
                </a:lnTo>
                <a:lnTo>
                  <a:pt x="3292472" y="107443"/>
                </a:lnTo>
                <a:lnTo>
                  <a:pt x="3291904" y="108248"/>
                </a:lnTo>
                <a:lnTo>
                  <a:pt x="3291367" y="109078"/>
                </a:lnTo>
                <a:lnTo>
                  <a:pt x="3290860" y="109935"/>
                </a:lnTo>
                <a:lnTo>
                  <a:pt x="3290385" y="110818"/>
                </a:lnTo>
                <a:lnTo>
                  <a:pt x="3289940" y="111727"/>
                </a:lnTo>
                <a:lnTo>
                  <a:pt x="3289526" y="112661"/>
                </a:lnTo>
                <a:lnTo>
                  <a:pt x="3289142" y="113622"/>
                </a:lnTo>
                <a:lnTo>
                  <a:pt x="3288789" y="114609"/>
                </a:lnTo>
                <a:lnTo>
                  <a:pt x="3288467" y="115621"/>
                </a:lnTo>
                <a:lnTo>
                  <a:pt x="3288175" y="116660"/>
                </a:lnTo>
                <a:lnTo>
                  <a:pt x="3287914" y="117724"/>
                </a:lnTo>
                <a:lnTo>
                  <a:pt x="3287684" y="118815"/>
                </a:lnTo>
                <a:lnTo>
                  <a:pt x="3287485" y="119931"/>
                </a:lnTo>
                <a:lnTo>
                  <a:pt x="3287316" y="121074"/>
                </a:lnTo>
                <a:lnTo>
                  <a:pt x="3287178" y="122242"/>
                </a:lnTo>
                <a:lnTo>
                  <a:pt x="3287071" y="123437"/>
                </a:lnTo>
                <a:lnTo>
                  <a:pt x="3286994" y="124657"/>
                </a:lnTo>
                <a:lnTo>
                  <a:pt x="3286948" y="125903"/>
                </a:lnTo>
                <a:lnTo>
                  <a:pt x="3286932" y="127176"/>
                </a:lnTo>
                <a:lnTo>
                  <a:pt x="3286940" y="128065"/>
                </a:lnTo>
                <a:lnTo>
                  <a:pt x="3286963" y="128943"/>
                </a:lnTo>
                <a:lnTo>
                  <a:pt x="3287002" y="129808"/>
                </a:lnTo>
                <a:lnTo>
                  <a:pt x="3287056" y="130661"/>
                </a:lnTo>
                <a:lnTo>
                  <a:pt x="3287125" y="131502"/>
                </a:lnTo>
                <a:lnTo>
                  <a:pt x="3287210" y="132331"/>
                </a:lnTo>
                <a:lnTo>
                  <a:pt x="3287311" y="133148"/>
                </a:lnTo>
                <a:lnTo>
                  <a:pt x="3287427" y="133952"/>
                </a:lnTo>
                <a:lnTo>
                  <a:pt x="3287558" y="134744"/>
                </a:lnTo>
                <a:lnTo>
                  <a:pt x="3287705" y="135524"/>
                </a:lnTo>
                <a:lnTo>
                  <a:pt x="3287867" y="136292"/>
                </a:lnTo>
                <a:lnTo>
                  <a:pt x="3288044" y="137048"/>
                </a:lnTo>
                <a:lnTo>
                  <a:pt x="3288237" y="137792"/>
                </a:lnTo>
                <a:lnTo>
                  <a:pt x="3288446" y="138523"/>
                </a:lnTo>
                <a:lnTo>
                  <a:pt x="3288670" y="139243"/>
                </a:lnTo>
                <a:lnTo>
                  <a:pt x="3288909" y="139950"/>
                </a:lnTo>
                <a:lnTo>
                  <a:pt x="3289164" y="140645"/>
                </a:lnTo>
                <a:lnTo>
                  <a:pt x="3289434" y="141328"/>
                </a:lnTo>
                <a:lnTo>
                  <a:pt x="3289720" y="141998"/>
                </a:lnTo>
                <a:lnTo>
                  <a:pt x="3290021" y="142657"/>
                </a:lnTo>
                <a:lnTo>
                  <a:pt x="3290338" y="143303"/>
                </a:lnTo>
                <a:lnTo>
                  <a:pt x="3290670" y="143937"/>
                </a:lnTo>
                <a:lnTo>
                  <a:pt x="3291017" y="144559"/>
                </a:lnTo>
                <a:lnTo>
                  <a:pt x="3291380" y="145169"/>
                </a:lnTo>
                <a:lnTo>
                  <a:pt x="3291756" y="145766"/>
                </a:lnTo>
                <a:lnTo>
                  <a:pt x="3292142" y="146351"/>
                </a:lnTo>
                <a:lnTo>
                  <a:pt x="3292538" y="146923"/>
                </a:lnTo>
                <a:lnTo>
                  <a:pt x="3292945" y="147482"/>
                </a:lnTo>
                <a:lnTo>
                  <a:pt x="3293362" y="148029"/>
                </a:lnTo>
                <a:lnTo>
                  <a:pt x="3293789" y="148564"/>
                </a:lnTo>
                <a:lnTo>
                  <a:pt x="3294227" y="149086"/>
                </a:lnTo>
                <a:lnTo>
                  <a:pt x="3294674" y="149595"/>
                </a:lnTo>
                <a:lnTo>
                  <a:pt x="3295133" y="150092"/>
                </a:lnTo>
                <a:lnTo>
                  <a:pt x="3295601" y="150576"/>
                </a:lnTo>
                <a:lnTo>
                  <a:pt x="3296080" y="151047"/>
                </a:lnTo>
                <a:lnTo>
                  <a:pt x="3296569" y="151506"/>
                </a:lnTo>
                <a:lnTo>
                  <a:pt x="3297068" y="151953"/>
                </a:lnTo>
                <a:lnTo>
                  <a:pt x="3297578" y="152387"/>
                </a:lnTo>
                <a:lnTo>
                  <a:pt x="3298098" y="152808"/>
                </a:lnTo>
                <a:lnTo>
                  <a:pt x="3298628" y="153217"/>
                </a:lnTo>
                <a:lnTo>
                  <a:pt x="3299168" y="153613"/>
                </a:lnTo>
                <a:lnTo>
                  <a:pt x="3299719" y="153997"/>
                </a:lnTo>
                <a:lnTo>
                  <a:pt x="3300280" y="154368"/>
                </a:lnTo>
                <a:lnTo>
                  <a:pt x="3300852" y="154726"/>
                </a:lnTo>
                <a:lnTo>
                  <a:pt x="3301433" y="155072"/>
                </a:lnTo>
                <a:lnTo>
                  <a:pt x="3302025" y="155406"/>
                </a:lnTo>
                <a:lnTo>
                  <a:pt x="3302628" y="155727"/>
                </a:lnTo>
                <a:lnTo>
                  <a:pt x="3303240" y="156035"/>
                </a:lnTo>
                <a:lnTo>
                  <a:pt x="3303861" y="156330"/>
                </a:lnTo>
                <a:lnTo>
                  <a:pt x="3304487" y="156613"/>
                </a:lnTo>
                <a:lnTo>
                  <a:pt x="3305118" y="156884"/>
                </a:lnTo>
                <a:lnTo>
                  <a:pt x="3305755" y="157141"/>
                </a:lnTo>
                <a:lnTo>
                  <a:pt x="3306398" y="157386"/>
                </a:lnTo>
                <a:lnTo>
                  <a:pt x="3307046" y="157619"/>
                </a:lnTo>
                <a:lnTo>
                  <a:pt x="3307700" y="157839"/>
                </a:lnTo>
                <a:lnTo>
                  <a:pt x="3308359" y="158046"/>
                </a:lnTo>
                <a:lnTo>
                  <a:pt x="3309024" y="158241"/>
                </a:lnTo>
                <a:lnTo>
                  <a:pt x="3309694" y="158424"/>
                </a:lnTo>
                <a:lnTo>
                  <a:pt x="3310370" y="158593"/>
                </a:lnTo>
                <a:lnTo>
                  <a:pt x="3311052" y="158750"/>
                </a:lnTo>
                <a:lnTo>
                  <a:pt x="3311739" y="158895"/>
                </a:lnTo>
                <a:lnTo>
                  <a:pt x="3312431" y="159027"/>
                </a:lnTo>
                <a:lnTo>
                  <a:pt x="3313129" y="159147"/>
                </a:lnTo>
                <a:lnTo>
                  <a:pt x="3313833" y="159253"/>
                </a:lnTo>
                <a:lnTo>
                  <a:pt x="3314542" y="159348"/>
                </a:lnTo>
                <a:lnTo>
                  <a:pt x="3315257" y="159429"/>
                </a:lnTo>
                <a:lnTo>
                  <a:pt x="3315977" y="159499"/>
                </a:lnTo>
                <a:lnTo>
                  <a:pt x="3316703" y="159555"/>
                </a:lnTo>
                <a:lnTo>
                  <a:pt x="3317434" y="159599"/>
                </a:lnTo>
                <a:lnTo>
                  <a:pt x="3318171" y="159631"/>
                </a:lnTo>
                <a:lnTo>
                  <a:pt x="3318914" y="159649"/>
                </a:lnTo>
                <a:lnTo>
                  <a:pt x="3319662" y="159656"/>
                </a:lnTo>
                <a:lnTo>
                  <a:pt x="3320721" y="159647"/>
                </a:lnTo>
                <a:lnTo>
                  <a:pt x="3321769" y="159622"/>
                </a:lnTo>
                <a:lnTo>
                  <a:pt x="3322807" y="159579"/>
                </a:lnTo>
                <a:lnTo>
                  <a:pt x="3323834" y="159519"/>
                </a:lnTo>
                <a:lnTo>
                  <a:pt x="3324850" y="159443"/>
                </a:lnTo>
                <a:lnTo>
                  <a:pt x="3325856" y="159349"/>
                </a:lnTo>
                <a:close/>
                <a:moveTo>
                  <a:pt x="3320296" y="144744"/>
                </a:moveTo>
                <a:lnTo>
                  <a:pt x="3319622" y="144630"/>
                </a:lnTo>
                <a:lnTo>
                  <a:pt x="3318965" y="144499"/>
                </a:lnTo>
                <a:lnTo>
                  <a:pt x="3318324" y="144350"/>
                </a:lnTo>
                <a:lnTo>
                  <a:pt x="3317699" y="144184"/>
                </a:lnTo>
                <a:lnTo>
                  <a:pt x="3317090" y="144000"/>
                </a:lnTo>
                <a:lnTo>
                  <a:pt x="3316497" y="143799"/>
                </a:lnTo>
                <a:lnTo>
                  <a:pt x="3315921" y="143580"/>
                </a:lnTo>
                <a:lnTo>
                  <a:pt x="3315361" y="143344"/>
                </a:lnTo>
                <a:lnTo>
                  <a:pt x="3314817" y="143090"/>
                </a:lnTo>
                <a:lnTo>
                  <a:pt x="3314289" y="142819"/>
                </a:lnTo>
                <a:lnTo>
                  <a:pt x="3313778" y="142530"/>
                </a:lnTo>
                <a:lnTo>
                  <a:pt x="3313283" y="142224"/>
                </a:lnTo>
                <a:lnTo>
                  <a:pt x="3312804" y="141900"/>
                </a:lnTo>
                <a:lnTo>
                  <a:pt x="3312341" y="141559"/>
                </a:lnTo>
                <a:lnTo>
                  <a:pt x="3311895" y="141201"/>
                </a:lnTo>
                <a:lnTo>
                  <a:pt x="3311464" y="140824"/>
                </a:lnTo>
                <a:lnTo>
                  <a:pt x="3311050" y="140431"/>
                </a:lnTo>
                <a:lnTo>
                  <a:pt x="3310653" y="140019"/>
                </a:lnTo>
                <a:lnTo>
                  <a:pt x="3310271" y="139593"/>
                </a:lnTo>
                <a:lnTo>
                  <a:pt x="3309906" y="139155"/>
                </a:lnTo>
                <a:lnTo>
                  <a:pt x="3309557" y="138704"/>
                </a:lnTo>
                <a:lnTo>
                  <a:pt x="3309224" y="138241"/>
                </a:lnTo>
                <a:lnTo>
                  <a:pt x="3308907" y="137766"/>
                </a:lnTo>
                <a:lnTo>
                  <a:pt x="3308607" y="137279"/>
                </a:lnTo>
                <a:lnTo>
                  <a:pt x="3308323" y="136780"/>
                </a:lnTo>
                <a:lnTo>
                  <a:pt x="3308055" y="136269"/>
                </a:lnTo>
                <a:lnTo>
                  <a:pt x="3307803" y="135745"/>
                </a:lnTo>
                <a:lnTo>
                  <a:pt x="3307568" y="135210"/>
                </a:lnTo>
                <a:lnTo>
                  <a:pt x="3307349" y="134662"/>
                </a:lnTo>
                <a:lnTo>
                  <a:pt x="3307146" y="134102"/>
                </a:lnTo>
                <a:lnTo>
                  <a:pt x="3306959" y="133530"/>
                </a:lnTo>
                <a:lnTo>
                  <a:pt x="3306789" y="132945"/>
                </a:lnTo>
                <a:lnTo>
                  <a:pt x="3306635" y="132349"/>
                </a:lnTo>
                <a:lnTo>
                  <a:pt x="3306497" y="131740"/>
                </a:lnTo>
                <a:lnTo>
                  <a:pt x="3306375" y="131120"/>
                </a:lnTo>
                <a:lnTo>
                  <a:pt x="3306269" y="130487"/>
                </a:lnTo>
                <a:lnTo>
                  <a:pt x="3306180" y="129842"/>
                </a:lnTo>
                <a:lnTo>
                  <a:pt x="3306107" y="129185"/>
                </a:lnTo>
                <a:lnTo>
                  <a:pt x="3306050" y="128515"/>
                </a:lnTo>
                <a:lnTo>
                  <a:pt x="3306010" y="127834"/>
                </a:lnTo>
                <a:lnTo>
                  <a:pt x="3305985" y="127140"/>
                </a:lnTo>
                <a:lnTo>
                  <a:pt x="3305977" y="126434"/>
                </a:lnTo>
                <a:lnTo>
                  <a:pt x="3305998" y="125370"/>
                </a:lnTo>
                <a:lnTo>
                  <a:pt x="3306062" y="124330"/>
                </a:lnTo>
                <a:lnTo>
                  <a:pt x="3306168" y="123316"/>
                </a:lnTo>
                <a:lnTo>
                  <a:pt x="3306316" y="122327"/>
                </a:lnTo>
                <a:lnTo>
                  <a:pt x="3306507" y="121364"/>
                </a:lnTo>
                <a:lnTo>
                  <a:pt x="3306740" y="120426"/>
                </a:lnTo>
                <a:lnTo>
                  <a:pt x="3307015" y="119513"/>
                </a:lnTo>
                <a:lnTo>
                  <a:pt x="3307333" y="118626"/>
                </a:lnTo>
                <a:lnTo>
                  <a:pt x="3307693" y="117763"/>
                </a:lnTo>
                <a:lnTo>
                  <a:pt x="3308095" y="116927"/>
                </a:lnTo>
                <a:lnTo>
                  <a:pt x="3308540" y="116115"/>
                </a:lnTo>
                <a:lnTo>
                  <a:pt x="3309028" y="115329"/>
                </a:lnTo>
                <a:lnTo>
                  <a:pt x="3309557" y="114568"/>
                </a:lnTo>
                <a:lnTo>
                  <a:pt x="3310129" y="113833"/>
                </a:lnTo>
                <a:lnTo>
                  <a:pt x="3310744" y="113122"/>
                </a:lnTo>
                <a:lnTo>
                  <a:pt x="3311400" y="112438"/>
                </a:lnTo>
                <a:lnTo>
                  <a:pt x="3312099" y="111778"/>
                </a:lnTo>
                <a:lnTo>
                  <a:pt x="3312841" y="111144"/>
                </a:lnTo>
                <a:lnTo>
                  <a:pt x="3313625" y="110535"/>
                </a:lnTo>
                <a:lnTo>
                  <a:pt x="3314451" y="109952"/>
                </a:lnTo>
                <a:lnTo>
                  <a:pt x="3315319" y="109393"/>
                </a:lnTo>
                <a:lnTo>
                  <a:pt x="3316230" y="108861"/>
                </a:lnTo>
                <a:lnTo>
                  <a:pt x="3317184" y="108353"/>
                </a:lnTo>
                <a:lnTo>
                  <a:pt x="3318179" y="107871"/>
                </a:lnTo>
                <a:lnTo>
                  <a:pt x="3319224" y="107411"/>
                </a:lnTo>
                <a:lnTo>
                  <a:pt x="3320324" y="106969"/>
                </a:lnTo>
                <a:lnTo>
                  <a:pt x="3321479" y="106545"/>
                </a:lnTo>
                <a:lnTo>
                  <a:pt x="3322690" y="106139"/>
                </a:lnTo>
                <a:lnTo>
                  <a:pt x="3323957" y="105752"/>
                </a:lnTo>
                <a:lnTo>
                  <a:pt x="3325278" y="105384"/>
                </a:lnTo>
                <a:lnTo>
                  <a:pt x="3326655" y="105033"/>
                </a:lnTo>
                <a:lnTo>
                  <a:pt x="3328088" y="104701"/>
                </a:lnTo>
                <a:lnTo>
                  <a:pt x="3329576" y="104387"/>
                </a:lnTo>
                <a:lnTo>
                  <a:pt x="3331120" y="104092"/>
                </a:lnTo>
                <a:lnTo>
                  <a:pt x="3332719" y="103815"/>
                </a:lnTo>
                <a:lnTo>
                  <a:pt x="3334373" y="103556"/>
                </a:lnTo>
                <a:lnTo>
                  <a:pt x="3336083" y="103316"/>
                </a:lnTo>
                <a:lnTo>
                  <a:pt x="3337848" y="103094"/>
                </a:lnTo>
                <a:lnTo>
                  <a:pt x="3339669" y="102890"/>
                </a:lnTo>
                <a:lnTo>
                  <a:pt x="3341545" y="102704"/>
                </a:lnTo>
                <a:lnTo>
                  <a:pt x="3343476" y="102537"/>
                </a:lnTo>
                <a:lnTo>
                  <a:pt x="3345463" y="102388"/>
                </a:lnTo>
                <a:lnTo>
                  <a:pt x="3347506" y="102258"/>
                </a:lnTo>
                <a:lnTo>
                  <a:pt x="3349604" y="102146"/>
                </a:lnTo>
                <a:lnTo>
                  <a:pt x="3351757" y="102052"/>
                </a:lnTo>
                <a:lnTo>
                  <a:pt x="3353966" y="101976"/>
                </a:lnTo>
                <a:lnTo>
                  <a:pt x="3356230" y="101919"/>
                </a:lnTo>
                <a:lnTo>
                  <a:pt x="3358549" y="101880"/>
                </a:lnTo>
                <a:lnTo>
                  <a:pt x="3358549" y="125960"/>
                </a:lnTo>
                <a:lnTo>
                  <a:pt x="3358051" y="126667"/>
                </a:lnTo>
                <a:lnTo>
                  <a:pt x="3357543" y="127362"/>
                </a:lnTo>
                <a:lnTo>
                  <a:pt x="3357026" y="128045"/>
                </a:lnTo>
                <a:lnTo>
                  <a:pt x="3356500" y="128717"/>
                </a:lnTo>
                <a:lnTo>
                  <a:pt x="3355965" y="129378"/>
                </a:lnTo>
                <a:lnTo>
                  <a:pt x="3355420" y="130028"/>
                </a:lnTo>
                <a:lnTo>
                  <a:pt x="3354867" y="130666"/>
                </a:lnTo>
                <a:lnTo>
                  <a:pt x="3354305" y="131293"/>
                </a:lnTo>
                <a:lnTo>
                  <a:pt x="3353733" y="131908"/>
                </a:lnTo>
                <a:lnTo>
                  <a:pt x="3353152" y="132512"/>
                </a:lnTo>
                <a:lnTo>
                  <a:pt x="3352562" y="133105"/>
                </a:lnTo>
                <a:lnTo>
                  <a:pt x="3351964" y="133687"/>
                </a:lnTo>
                <a:lnTo>
                  <a:pt x="3351356" y="134257"/>
                </a:lnTo>
                <a:lnTo>
                  <a:pt x="3350738" y="134816"/>
                </a:lnTo>
                <a:lnTo>
                  <a:pt x="3350112" y="135363"/>
                </a:lnTo>
                <a:lnTo>
                  <a:pt x="3349477" y="135899"/>
                </a:lnTo>
                <a:lnTo>
                  <a:pt x="3348832" y="136424"/>
                </a:lnTo>
                <a:lnTo>
                  <a:pt x="3348179" y="136938"/>
                </a:lnTo>
                <a:lnTo>
                  <a:pt x="3347516" y="137440"/>
                </a:lnTo>
                <a:lnTo>
                  <a:pt x="3346844" y="137931"/>
                </a:lnTo>
                <a:lnTo>
                  <a:pt x="3346164" y="138410"/>
                </a:lnTo>
                <a:lnTo>
                  <a:pt x="3345474" y="138878"/>
                </a:lnTo>
                <a:lnTo>
                  <a:pt x="3344775" y="139335"/>
                </a:lnTo>
                <a:lnTo>
                  <a:pt x="3344066" y="139781"/>
                </a:lnTo>
                <a:lnTo>
                  <a:pt x="3343350" y="140211"/>
                </a:lnTo>
                <a:lnTo>
                  <a:pt x="3342625" y="140624"/>
                </a:lnTo>
                <a:lnTo>
                  <a:pt x="3341892" y="141018"/>
                </a:lnTo>
                <a:lnTo>
                  <a:pt x="3341152" y="141393"/>
                </a:lnTo>
                <a:lnTo>
                  <a:pt x="3340404" y="141751"/>
                </a:lnTo>
                <a:lnTo>
                  <a:pt x="3339647" y="142090"/>
                </a:lnTo>
                <a:lnTo>
                  <a:pt x="3338883" y="142410"/>
                </a:lnTo>
                <a:lnTo>
                  <a:pt x="3338111" y="142713"/>
                </a:lnTo>
                <a:lnTo>
                  <a:pt x="3337331" y="142997"/>
                </a:lnTo>
                <a:lnTo>
                  <a:pt x="3336543" y="143263"/>
                </a:lnTo>
                <a:lnTo>
                  <a:pt x="3335747" y="143510"/>
                </a:lnTo>
                <a:lnTo>
                  <a:pt x="3334943" y="143739"/>
                </a:lnTo>
                <a:lnTo>
                  <a:pt x="3334131" y="143950"/>
                </a:lnTo>
                <a:lnTo>
                  <a:pt x="3333312" y="144142"/>
                </a:lnTo>
                <a:lnTo>
                  <a:pt x="3332484" y="144316"/>
                </a:lnTo>
                <a:lnTo>
                  <a:pt x="3331649" y="144472"/>
                </a:lnTo>
                <a:lnTo>
                  <a:pt x="3330805" y="144610"/>
                </a:lnTo>
                <a:lnTo>
                  <a:pt x="3329954" y="144729"/>
                </a:lnTo>
                <a:lnTo>
                  <a:pt x="3329095" y="144830"/>
                </a:lnTo>
                <a:lnTo>
                  <a:pt x="3328227" y="144912"/>
                </a:lnTo>
                <a:lnTo>
                  <a:pt x="3327352" y="144976"/>
                </a:lnTo>
                <a:lnTo>
                  <a:pt x="3326469" y="145022"/>
                </a:lnTo>
                <a:lnTo>
                  <a:pt x="3325578" y="145049"/>
                </a:lnTo>
                <a:lnTo>
                  <a:pt x="3324680" y="145059"/>
                </a:lnTo>
                <a:lnTo>
                  <a:pt x="3323908" y="145050"/>
                </a:lnTo>
                <a:lnTo>
                  <a:pt x="3323153" y="145024"/>
                </a:lnTo>
                <a:lnTo>
                  <a:pt x="3322415" y="144980"/>
                </a:lnTo>
                <a:lnTo>
                  <a:pt x="3321692" y="144919"/>
                </a:lnTo>
                <a:lnTo>
                  <a:pt x="3320986" y="144840"/>
                </a:lnTo>
                <a:lnTo>
                  <a:pt x="3320296" y="144744"/>
                </a:lnTo>
                <a:close/>
                <a:moveTo>
                  <a:pt x="3578891" y="159251"/>
                </a:moveTo>
                <a:lnTo>
                  <a:pt x="3579933" y="159127"/>
                </a:lnTo>
                <a:lnTo>
                  <a:pt x="3580962" y="158986"/>
                </a:lnTo>
                <a:lnTo>
                  <a:pt x="3581979" y="158829"/>
                </a:lnTo>
                <a:lnTo>
                  <a:pt x="3582982" y="158656"/>
                </a:lnTo>
                <a:lnTo>
                  <a:pt x="3583972" y="158465"/>
                </a:lnTo>
                <a:lnTo>
                  <a:pt x="3584949" y="158259"/>
                </a:lnTo>
                <a:lnTo>
                  <a:pt x="3585913" y="158036"/>
                </a:lnTo>
                <a:lnTo>
                  <a:pt x="3586864" y="157796"/>
                </a:lnTo>
                <a:lnTo>
                  <a:pt x="3587802" y="157540"/>
                </a:lnTo>
                <a:lnTo>
                  <a:pt x="3588726" y="157267"/>
                </a:lnTo>
                <a:lnTo>
                  <a:pt x="3589638" y="156978"/>
                </a:lnTo>
                <a:lnTo>
                  <a:pt x="3590537" y="156672"/>
                </a:lnTo>
                <a:lnTo>
                  <a:pt x="3591422" y="156349"/>
                </a:lnTo>
                <a:lnTo>
                  <a:pt x="3592295" y="156010"/>
                </a:lnTo>
                <a:lnTo>
                  <a:pt x="3593154" y="155655"/>
                </a:lnTo>
                <a:lnTo>
                  <a:pt x="3594001" y="155283"/>
                </a:lnTo>
                <a:lnTo>
                  <a:pt x="3594834" y="154895"/>
                </a:lnTo>
                <a:lnTo>
                  <a:pt x="3595653" y="154491"/>
                </a:lnTo>
                <a:lnTo>
                  <a:pt x="3596457" y="154073"/>
                </a:lnTo>
                <a:lnTo>
                  <a:pt x="3597246" y="153641"/>
                </a:lnTo>
                <a:lnTo>
                  <a:pt x="3598019" y="153195"/>
                </a:lnTo>
                <a:lnTo>
                  <a:pt x="3598778" y="152736"/>
                </a:lnTo>
                <a:lnTo>
                  <a:pt x="3599520" y="152262"/>
                </a:lnTo>
                <a:lnTo>
                  <a:pt x="3600248" y="151775"/>
                </a:lnTo>
                <a:lnTo>
                  <a:pt x="3600961" y="151274"/>
                </a:lnTo>
                <a:lnTo>
                  <a:pt x="3601658" y="150759"/>
                </a:lnTo>
                <a:lnTo>
                  <a:pt x="3602340" y="150230"/>
                </a:lnTo>
                <a:lnTo>
                  <a:pt x="3603007" y="149687"/>
                </a:lnTo>
                <a:lnTo>
                  <a:pt x="3603658" y="149130"/>
                </a:lnTo>
                <a:lnTo>
                  <a:pt x="3604294" y="148560"/>
                </a:lnTo>
                <a:lnTo>
                  <a:pt x="3604915" y="147975"/>
                </a:lnTo>
                <a:lnTo>
                  <a:pt x="3605521" y="147377"/>
                </a:lnTo>
                <a:lnTo>
                  <a:pt x="3606111" y="146764"/>
                </a:lnTo>
                <a:lnTo>
                  <a:pt x="3606687" y="146138"/>
                </a:lnTo>
                <a:lnTo>
                  <a:pt x="3607247" y="145498"/>
                </a:lnTo>
                <a:lnTo>
                  <a:pt x="3607791" y="144844"/>
                </a:lnTo>
                <a:lnTo>
                  <a:pt x="3608321" y="144177"/>
                </a:lnTo>
                <a:lnTo>
                  <a:pt x="3608835" y="143495"/>
                </a:lnTo>
                <a:lnTo>
                  <a:pt x="3609334" y="142799"/>
                </a:lnTo>
                <a:lnTo>
                  <a:pt x="3609818" y="142090"/>
                </a:lnTo>
                <a:lnTo>
                  <a:pt x="3610287" y="141367"/>
                </a:lnTo>
                <a:lnTo>
                  <a:pt x="3610738" y="140630"/>
                </a:lnTo>
                <a:lnTo>
                  <a:pt x="3611172" y="139883"/>
                </a:lnTo>
                <a:lnTo>
                  <a:pt x="3611588" y="139123"/>
                </a:lnTo>
                <a:lnTo>
                  <a:pt x="3611986" y="138352"/>
                </a:lnTo>
                <a:lnTo>
                  <a:pt x="3612366" y="137570"/>
                </a:lnTo>
                <a:lnTo>
                  <a:pt x="3612728" y="136776"/>
                </a:lnTo>
                <a:lnTo>
                  <a:pt x="3613072" y="135970"/>
                </a:lnTo>
                <a:lnTo>
                  <a:pt x="3613397" y="135152"/>
                </a:lnTo>
                <a:lnTo>
                  <a:pt x="3613705" y="134323"/>
                </a:lnTo>
                <a:lnTo>
                  <a:pt x="3613995" y="133482"/>
                </a:lnTo>
                <a:lnTo>
                  <a:pt x="3614267" y="132630"/>
                </a:lnTo>
                <a:lnTo>
                  <a:pt x="3614520" y="131766"/>
                </a:lnTo>
                <a:lnTo>
                  <a:pt x="3614756" y="130890"/>
                </a:lnTo>
                <a:lnTo>
                  <a:pt x="3614974" y="130003"/>
                </a:lnTo>
                <a:lnTo>
                  <a:pt x="3615173" y="129104"/>
                </a:lnTo>
                <a:lnTo>
                  <a:pt x="3615355" y="128193"/>
                </a:lnTo>
                <a:lnTo>
                  <a:pt x="3615519" y="127271"/>
                </a:lnTo>
                <a:lnTo>
                  <a:pt x="3615664" y="126337"/>
                </a:lnTo>
                <a:lnTo>
                  <a:pt x="3615792" y="125392"/>
                </a:lnTo>
                <a:lnTo>
                  <a:pt x="3615901" y="124435"/>
                </a:lnTo>
                <a:lnTo>
                  <a:pt x="3615993" y="123466"/>
                </a:lnTo>
                <a:lnTo>
                  <a:pt x="3616067" y="122486"/>
                </a:lnTo>
                <a:lnTo>
                  <a:pt x="3616122" y="121494"/>
                </a:lnTo>
                <a:lnTo>
                  <a:pt x="3616160" y="120490"/>
                </a:lnTo>
                <a:lnTo>
                  <a:pt x="3597343" y="120490"/>
                </a:lnTo>
                <a:lnTo>
                  <a:pt x="3597303" y="121469"/>
                </a:lnTo>
                <a:lnTo>
                  <a:pt x="3597241" y="122429"/>
                </a:lnTo>
                <a:lnTo>
                  <a:pt x="3597157" y="123370"/>
                </a:lnTo>
                <a:lnTo>
                  <a:pt x="3597050" y="124291"/>
                </a:lnTo>
                <a:lnTo>
                  <a:pt x="3596921" y="125193"/>
                </a:lnTo>
                <a:lnTo>
                  <a:pt x="3596769" y="126075"/>
                </a:lnTo>
                <a:lnTo>
                  <a:pt x="3596595" y="126939"/>
                </a:lnTo>
                <a:lnTo>
                  <a:pt x="3596399" y="127782"/>
                </a:lnTo>
                <a:lnTo>
                  <a:pt x="3596180" y="128607"/>
                </a:lnTo>
                <a:lnTo>
                  <a:pt x="3595939" y="129412"/>
                </a:lnTo>
                <a:lnTo>
                  <a:pt x="3595676" y="130198"/>
                </a:lnTo>
                <a:lnTo>
                  <a:pt x="3595390" y="130964"/>
                </a:lnTo>
                <a:lnTo>
                  <a:pt x="3595082" y="131711"/>
                </a:lnTo>
                <a:lnTo>
                  <a:pt x="3594751" y="132439"/>
                </a:lnTo>
                <a:lnTo>
                  <a:pt x="3594398" y="133147"/>
                </a:lnTo>
                <a:lnTo>
                  <a:pt x="3594023" y="133836"/>
                </a:lnTo>
                <a:lnTo>
                  <a:pt x="3593626" y="134506"/>
                </a:lnTo>
                <a:lnTo>
                  <a:pt x="3593206" y="135156"/>
                </a:lnTo>
                <a:lnTo>
                  <a:pt x="3592763" y="135787"/>
                </a:lnTo>
                <a:lnTo>
                  <a:pt x="3592298" y="136398"/>
                </a:lnTo>
                <a:lnTo>
                  <a:pt x="3591811" y="136990"/>
                </a:lnTo>
                <a:lnTo>
                  <a:pt x="3591302" y="137563"/>
                </a:lnTo>
                <a:lnTo>
                  <a:pt x="3590770" y="138117"/>
                </a:lnTo>
                <a:lnTo>
                  <a:pt x="3590216" y="138651"/>
                </a:lnTo>
                <a:lnTo>
                  <a:pt x="3589641" y="139165"/>
                </a:lnTo>
                <a:lnTo>
                  <a:pt x="3589047" y="139656"/>
                </a:lnTo>
                <a:lnTo>
                  <a:pt x="3588435" y="140126"/>
                </a:lnTo>
                <a:lnTo>
                  <a:pt x="3587803" y="140574"/>
                </a:lnTo>
                <a:lnTo>
                  <a:pt x="3587153" y="141000"/>
                </a:lnTo>
                <a:lnTo>
                  <a:pt x="3586484" y="141404"/>
                </a:lnTo>
                <a:lnTo>
                  <a:pt x="3585797" y="141787"/>
                </a:lnTo>
                <a:lnTo>
                  <a:pt x="3585090" y="142147"/>
                </a:lnTo>
                <a:lnTo>
                  <a:pt x="3584365" y="142486"/>
                </a:lnTo>
                <a:lnTo>
                  <a:pt x="3583621" y="142803"/>
                </a:lnTo>
                <a:lnTo>
                  <a:pt x="3582858" y="143098"/>
                </a:lnTo>
                <a:lnTo>
                  <a:pt x="3582076" y="143371"/>
                </a:lnTo>
                <a:lnTo>
                  <a:pt x="3581275" y="143622"/>
                </a:lnTo>
                <a:lnTo>
                  <a:pt x="3580456" y="143852"/>
                </a:lnTo>
                <a:lnTo>
                  <a:pt x="3579618" y="144060"/>
                </a:lnTo>
                <a:lnTo>
                  <a:pt x="3578761" y="144245"/>
                </a:lnTo>
                <a:lnTo>
                  <a:pt x="3577885" y="144409"/>
                </a:lnTo>
                <a:lnTo>
                  <a:pt x="3576990" y="144551"/>
                </a:lnTo>
                <a:lnTo>
                  <a:pt x="3576077" y="144671"/>
                </a:lnTo>
                <a:lnTo>
                  <a:pt x="3575145" y="144770"/>
                </a:lnTo>
                <a:lnTo>
                  <a:pt x="3574194" y="144846"/>
                </a:lnTo>
                <a:lnTo>
                  <a:pt x="3573224" y="144901"/>
                </a:lnTo>
                <a:lnTo>
                  <a:pt x="3572235" y="144934"/>
                </a:lnTo>
                <a:lnTo>
                  <a:pt x="3571228" y="144945"/>
                </a:lnTo>
                <a:lnTo>
                  <a:pt x="3570295" y="144935"/>
                </a:lnTo>
                <a:lnTo>
                  <a:pt x="3569376" y="144905"/>
                </a:lnTo>
                <a:lnTo>
                  <a:pt x="3568472" y="144855"/>
                </a:lnTo>
                <a:lnTo>
                  <a:pt x="3567583" y="144786"/>
                </a:lnTo>
                <a:lnTo>
                  <a:pt x="3566709" y="144697"/>
                </a:lnTo>
                <a:lnTo>
                  <a:pt x="3565850" y="144588"/>
                </a:lnTo>
                <a:lnTo>
                  <a:pt x="3565006" y="144459"/>
                </a:lnTo>
                <a:lnTo>
                  <a:pt x="3564176" y="144310"/>
                </a:lnTo>
                <a:lnTo>
                  <a:pt x="3563362" y="144142"/>
                </a:lnTo>
                <a:lnTo>
                  <a:pt x="3562562" y="143953"/>
                </a:lnTo>
                <a:lnTo>
                  <a:pt x="3561777" y="143745"/>
                </a:lnTo>
                <a:lnTo>
                  <a:pt x="3561007" y="143517"/>
                </a:lnTo>
                <a:lnTo>
                  <a:pt x="3560252" y="143269"/>
                </a:lnTo>
                <a:lnTo>
                  <a:pt x="3559512" y="143002"/>
                </a:lnTo>
                <a:lnTo>
                  <a:pt x="3558786" y="142714"/>
                </a:lnTo>
                <a:lnTo>
                  <a:pt x="3558075" y="142407"/>
                </a:lnTo>
                <a:lnTo>
                  <a:pt x="3557380" y="142080"/>
                </a:lnTo>
                <a:lnTo>
                  <a:pt x="3556699" y="141733"/>
                </a:lnTo>
                <a:lnTo>
                  <a:pt x="3556032" y="141366"/>
                </a:lnTo>
                <a:lnTo>
                  <a:pt x="3555381" y="140980"/>
                </a:lnTo>
                <a:lnTo>
                  <a:pt x="3554745" y="140574"/>
                </a:lnTo>
                <a:lnTo>
                  <a:pt x="3554123" y="140147"/>
                </a:lnTo>
                <a:lnTo>
                  <a:pt x="3553516" y="139701"/>
                </a:lnTo>
                <a:lnTo>
                  <a:pt x="3552925" y="139235"/>
                </a:lnTo>
                <a:lnTo>
                  <a:pt x="3552347" y="138753"/>
                </a:lnTo>
                <a:lnTo>
                  <a:pt x="3551782" y="138258"/>
                </a:lnTo>
                <a:lnTo>
                  <a:pt x="3551231" y="137750"/>
                </a:lnTo>
                <a:lnTo>
                  <a:pt x="3550693" y="137228"/>
                </a:lnTo>
                <a:lnTo>
                  <a:pt x="3550168" y="136694"/>
                </a:lnTo>
                <a:lnTo>
                  <a:pt x="3549657" y="136147"/>
                </a:lnTo>
                <a:lnTo>
                  <a:pt x="3549158" y="135586"/>
                </a:lnTo>
                <a:lnTo>
                  <a:pt x="3548673" y="135013"/>
                </a:lnTo>
                <a:lnTo>
                  <a:pt x="3548202" y="134427"/>
                </a:lnTo>
                <a:lnTo>
                  <a:pt x="3547743" y="133828"/>
                </a:lnTo>
                <a:lnTo>
                  <a:pt x="3547298" y="133215"/>
                </a:lnTo>
                <a:lnTo>
                  <a:pt x="3546866" y="132590"/>
                </a:lnTo>
                <a:lnTo>
                  <a:pt x="3546448" y="131952"/>
                </a:lnTo>
                <a:lnTo>
                  <a:pt x="3546042" y="131300"/>
                </a:lnTo>
                <a:lnTo>
                  <a:pt x="3545650" y="130636"/>
                </a:lnTo>
                <a:lnTo>
                  <a:pt x="3545271" y="129959"/>
                </a:lnTo>
                <a:lnTo>
                  <a:pt x="3544906" y="129268"/>
                </a:lnTo>
                <a:lnTo>
                  <a:pt x="3544553" y="128565"/>
                </a:lnTo>
                <a:lnTo>
                  <a:pt x="3544214" y="127849"/>
                </a:lnTo>
                <a:lnTo>
                  <a:pt x="3543888" y="127119"/>
                </a:lnTo>
                <a:lnTo>
                  <a:pt x="3543576" y="126377"/>
                </a:lnTo>
                <a:lnTo>
                  <a:pt x="3543277" y="125621"/>
                </a:lnTo>
                <a:lnTo>
                  <a:pt x="3542991" y="124853"/>
                </a:lnTo>
                <a:lnTo>
                  <a:pt x="3542718" y="124072"/>
                </a:lnTo>
                <a:lnTo>
                  <a:pt x="3542457" y="123281"/>
                </a:lnTo>
                <a:lnTo>
                  <a:pt x="3542207" y="122483"/>
                </a:lnTo>
                <a:lnTo>
                  <a:pt x="3541968" y="121679"/>
                </a:lnTo>
                <a:lnTo>
                  <a:pt x="3541739" y="120869"/>
                </a:lnTo>
                <a:lnTo>
                  <a:pt x="3541521" y="120052"/>
                </a:lnTo>
                <a:lnTo>
                  <a:pt x="3541314" y="119229"/>
                </a:lnTo>
                <a:lnTo>
                  <a:pt x="3541117" y="118400"/>
                </a:lnTo>
                <a:lnTo>
                  <a:pt x="3540931" y="117564"/>
                </a:lnTo>
                <a:lnTo>
                  <a:pt x="3540756" y="116722"/>
                </a:lnTo>
                <a:lnTo>
                  <a:pt x="3540592" y="115873"/>
                </a:lnTo>
                <a:lnTo>
                  <a:pt x="3540438" y="115018"/>
                </a:lnTo>
                <a:lnTo>
                  <a:pt x="3540295" y="114156"/>
                </a:lnTo>
                <a:lnTo>
                  <a:pt x="3540162" y="113289"/>
                </a:lnTo>
                <a:lnTo>
                  <a:pt x="3540040" y="112414"/>
                </a:lnTo>
                <a:lnTo>
                  <a:pt x="3539929" y="111534"/>
                </a:lnTo>
                <a:lnTo>
                  <a:pt x="3539829" y="110647"/>
                </a:lnTo>
                <a:lnTo>
                  <a:pt x="3539739" y="109753"/>
                </a:lnTo>
                <a:lnTo>
                  <a:pt x="3539660" y="108853"/>
                </a:lnTo>
                <a:lnTo>
                  <a:pt x="3539592" y="107947"/>
                </a:lnTo>
                <a:lnTo>
                  <a:pt x="3539534" y="107035"/>
                </a:lnTo>
                <a:lnTo>
                  <a:pt x="3539487" y="106116"/>
                </a:lnTo>
                <a:lnTo>
                  <a:pt x="3539451" y="105190"/>
                </a:lnTo>
                <a:lnTo>
                  <a:pt x="3539426" y="104258"/>
                </a:lnTo>
                <a:lnTo>
                  <a:pt x="3539411" y="103320"/>
                </a:lnTo>
                <a:lnTo>
                  <a:pt x="3615703" y="103320"/>
                </a:lnTo>
                <a:lnTo>
                  <a:pt x="3615722" y="103230"/>
                </a:lnTo>
                <a:lnTo>
                  <a:pt x="3615740" y="103135"/>
                </a:lnTo>
                <a:lnTo>
                  <a:pt x="3615758" y="103035"/>
                </a:lnTo>
                <a:lnTo>
                  <a:pt x="3615775" y="102931"/>
                </a:lnTo>
                <a:lnTo>
                  <a:pt x="3615791" y="102822"/>
                </a:lnTo>
                <a:lnTo>
                  <a:pt x="3615807" y="102708"/>
                </a:lnTo>
                <a:lnTo>
                  <a:pt x="3615822" y="102590"/>
                </a:lnTo>
                <a:lnTo>
                  <a:pt x="3615836" y="102467"/>
                </a:lnTo>
                <a:lnTo>
                  <a:pt x="3615850" y="102339"/>
                </a:lnTo>
                <a:lnTo>
                  <a:pt x="3615864" y="102207"/>
                </a:lnTo>
                <a:lnTo>
                  <a:pt x="3615877" y="102070"/>
                </a:lnTo>
                <a:lnTo>
                  <a:pt x="3615889" y="101928"/>
                </a:lnTo>
                <a:lnTo>
                  <a:pt x="3615900" y="101782"/>
                </a:lnTo>
                <a:lnTo>
                  <a:pt x="3615911" y="101631"/>
                </a:lnTo>
                <a:lnTo>
                  <a:pt x="3615922" y="101475"/>
                </a:lnTo>
                <a:lnTo>
                  <a:pt x="3615932" y="101315"/>
                </a:lnTo>
                <a:lnTo>
                  <a:pt x="3615941" y="101150"/>
                </a:lnTo>
                <a:lnTo>
                  <a:pt x="3615949" y="100980"/>
                </a:lnTo>
                <a:lnTo>
                  <a:pt x="3615957" y="100806"/>
                </a:lnTo>
                <a:lnTo>
                  <a:pt x="3615965" y="100626"/>
                </a:lnTo>
                <a:lnTo>
                  <a:pt x="3615972" y="100443"/>
                </a:lnTo>
                <a:lnTo>
                  <a:pt x="3615978" y="100254"/>
                </a:lnTo>
                <a:lnTo>
                  <a:pt x="3615983" y="100061"/>
                </a:lnTo>
                <a:lnTo>
                  <a:pt x="3615989" y="99863"/>
                </a:lnTo>
                <a:lnTo>
                  <a:pt x="3615993" y="99664"/>
                </a:lnTo>
                <a:lnTo>
                  <a:pt x="3615998" y="99467"/>
                </a:lnTo>
                <a:lnTo>
                  <a:pt x="3616002" y="99272"/>
                </a:lnTo>
                <a:lnTo>
                  <a:pt x="3616006" y="99079"/>
                </a:lnTo>
                <a:lnTo>
                  <a:pt x="3616010" y="98889"/>
                </a:lnTo>
                <a:lnTo>
                  <a:pt x="3616013" y="98701"/>
                </a:lnTo>
                <a:lnTo>
                  <a:pt x="3616017" y="98515"/>
                </a:lnTo>
                <a:lnTo>
                  <a:pt x="3616020" y="98331"/>
                </a:lnTo>
                <a:lnTo>
                  <a:pt x="3616023" y="98150"/>
                </a:lnTo>
                <a:lnTo>
                  <a:pt x="3616026" y="97971"/>
                </a:lnTo>
                <a:lnTo>
                  <a:pt x="3616029" y="97794"/>
                </a:lnTo>
                <a:lnTo>
                  <a:pt x="3616031" y="97619"/>
                </a:lnTo>
                <a:lnTo>
                  <a:pt x="3616034" y="97446"/>
                </a:lnTo>
                <a:lnTo>
                  <a:pt x="3616036" y="97276"/>
                </a:lnTo>
                <a:lnTo>
                  <a:pt x="3616038" y="97108"/>
                </a:lnTo>
                <a:lnTo>
                  <a:pt x="3616039" y="96943"/>
                </a:lnTo>
                <a:lnTo>
                  <a:pt x="3616041" y="96779"/>
                </a:lnTo>
                <a:lnTo>
                  <a:pt x="3616042" y="96618"/>
                </a:lnTo>
                <a:lnTo>
                  <a:pt x="3616043" y="96459"/>
                </a:lnTo>
                <a:lnTo>
                  <a:pt x="3616044" y="96302"/>
                </a:lnTo>
                <a:lnTo>
                  <a:pt x="3616045" y="96147"/>
                </a:lnTo>
                <a:lnTo>
                  <a:pt x="3616045" y="95995"/>
                </a:lnTo>
                <a:lnTo>
                  <a:pt x="3616045" y="95845"/>
                </a:lnTo>
                <a:lnTo>
                  <a:pt x="3616046" y="95697"/>
                </a:lnTo>
                <a:lnTo>
                  <a:pt x="3616024" y="93520"/>
                </a:lnTo>
                <a:lnTo>
                  <a:pt x="3615959" y="91385"/>
                </a:lnTo>
                <a:lnTo>
                  <a:pt x="3615851" y="89293"/>
                </a:lnTo>
                <a:lnTo>
                  <a:pt x="3615700" y="87244"/>
                </a:lnTo>
                <a:lnTo>
                  <a:pt x="3615506" y="85238"/>
                </a:lnTo>
                <a:lnTo>
                  <a:pt x="3615269" y="83274"/>
                </a:lnTo>
                <a:lnTo>
                  <a:pt x="3614988" y="81353"/>
                </a:lnTo>
                <a:lnTo>
                  <a:pt x="3614664" y="79475"/>
                </a:lnTo>
                <a:lnTo>
                  <a:pt x="3614298" y="77640"/>
                </a:lnTo>
                <a:lnTo>
                  <a:pt x="3613888" y="75847"/>
                </a:lnTo>
                <a:lnTo>
                  <a:pt x="3613434" y="74097"/>
                </a:lnTo>
                <a:lnTo>
                  <a:pt x="3612938" y="72390"/>
                </a:lnTo>
                <a:lnTo>
                  <a:pt x="3612398" y="70726"/>
                </a:lnTo>
                <a:lnTo>
                  <a:pt x="3611816" y="69105"/>
                </a:lnTo>
                <a:lnTo>
                  <a:pt x="3611190" y="67526"/>
                </a:lnTo>
                <a:lnTo>
                  <a:pt x="3610521" y="65990"/>
                </a:lnTo>
                <a:lnTo>
                  <a:pt x="3609809" y="64497"/>
                </a:lnTo>
                <a:lnTo>
                  <a:pt x="3609053" y="63046"/>
                </a:lnTo>
                <a:lnTo>
                  <a:pt x="3608255" y="61638"/>
                </a:lnTo>
                <a:lnTo>
                  <a:pt x="3607413" y="60274"/>
                </a:lnTo>
                <a:lnTo>
                  <a:pt x="3606529" y="58951"/>
                </a:lnTo>
                <a:lnTo>
                  <a:pt x="3605601" y="57672"/>
                </a:lnTo>
                <a:lnTo>
                  <a:pt x="3604629" y="56435"/>
                </a:lnTo>
                <a:lnTo>
                  <a:pt x="3603615" y="55242"/>
                </a:lnTo>
                <a:lnTo>
                  <a:pt x="3602563" y="54093"/>
                </a:lnTo>
                <a:lnTo>
                  <a:pt x="3601477" y="52994"/>
                </a:lnTo>
                <a:lnTo>
                  <a:pt x="3600358" y="51943"/>
                </a:lnTo>
                <a:lnTo>
                  <a:pt x="3599206" y="50941"/>
                </a:lnTo>
                <a:lnTo>
                  <a:pt x="3598020" y="49989"/>
                </a:lnTo>
                <a:lnTo>
                  <a:pt x="3596801" y="49085"/>
                </a:lnTo>
                <a:lnTo>
                  <a:pt x="3595549" y="48229"/>
                </a:lnTo>
                <a:lnTo>
                  <a:pt x="3594264" y="47423"/>
                </a:lnTo>
                <a:lnTo>
                  <a:pt x="3592945" y="46666"/>
                </a:lnTo>
                <a:lnTo>
                  <a:pt x="3591594" y="45957"/>
                </a:lnTo>
                <a:lnTo>
                  <a:pt x="3590208" y="45297"/>
                </a:lnTo>
                <a:lnTo>
                  <a:pt x="3588790" y="44687"/>
                </a:lnTo>
                <a:lnTo>
                  <a:pt x="3587338" y="44125"/>
                </a:lnTo>
                <a:lnTo>
                  <a:pt x="3585854" y="43612"/>
                </a:lnTo>
                <a:lnTo>
                  <a:pt x="3584335" y="43147"/>
                </a:lnTo>
                <a:lnTo>
                  <a:pt x="3582784" y="42732"/>
                </a:lnTo>
                <a:lnTo>
                  <a:pt x="3581199" y="42366"/>
                </a:lnTo>
                <a:lnTo>
                  <a:pt x="3579581" y="42048"/>
                </a:lnTo>
                <a:lnTo>
                  <a:pt x="3577930" y="41779"/>
                </a:lnTo>
                <a:lnTo>
                  <a:pt x="3576246" y="41559"/>
                </a:lnTo>
                <a:lnTo>
                  <a:pt x="3574528" y="41388"/>
                </a:lnTo>
                <a:lnTo>
                  <a:pt x="3572777" y="41266"/>
                </a:lnTo>
                <a:lnTo>
                  <a:pt x="3570993" y="41193"/>
                </a:lnTo>
                <a:lnTo>
                  <a:pt x="3569175" y="41168"/>
                </a:lnTo>
                <a:lnTo>
                  <a:pt x="3567816" y="41181"/>
                </a:lnTo>
                <a:lnTo>
                  <a:pt x="3566477" y="41221"/>
                </a:lnTo>
                <a:lnTo>
                  <a:pt x="3565156" y="41286"/>
                </a:lnTo>
                <a:lnTo>
                  <a:pt x="3563855" y="41377"/>
                </a:lnTo>
                <a:lnTo>
                  <a:pt x="3562573" y="41495"/>
                </a:lnTo>
                <a:lnTo>
                  <a:pt x="3561310" y="41638"/>
                </a:lnTo>
                <a:lnTo>
                  <a:pt x="3560066" y="41808"/>
                </a:lnTo>
                <a:lnTo>
                  <a:pt x="3558842" y="42003"/>
                </a:lnTo>
                <a:lnTo>
                  <a:pt x="3557637" y="42225"/>
                </a:lnTo>
                <a:lnTo>
                  <a:pt x="3556451" y="42473"/>
                </a:lnTo>
                <a:lnTo>
                  <a:pt x="3555284" y="42747"/>
                </a:lnTo>
                <a:lnTo>
                  <a:pt x="3554136" y="43047"/>
                </a:lnTo>
                <a:lnTo>
                  <a:pt x="3553008" y="43374"/>
                </a:lnTo>
                <a:lnTo>
                  <a:pt x="3551899" y="43726"/>
                </a:lnTo>
                <a:lnTo>
                  <a:pt x="3550809" y="44104"/>
                </a:lnTo>
                <a:lnTo>
                  <a:pt x="3549738" y="44509"/>
                </a:lnTo>
                <a:lnTo>
                  <a:pt x="3548686" y="44939"/>
                </a:lnTo>
                <a:lnTo>
                  <a:pt x="3547654" y="45396"/>
                </a:lnTo>
                <a:lnTo>
                  <a:pt x="3546641" y="45879"/>
                </a:lnTo>
                <a:lnTo>
                  <a:pt x="3545647" y="46388"/>
                </a:lnTo>
                <a:lnTo>
                  <a:pt x="3544672" y="46923"/>
                </a:lnTo>
                <a:lnTo>
                  <a:pt x="3543716" y="47484"/>
                </a:lnTo>
                <a:lnTo>
                  <a:pt x="3542780" y="48071"/>
                </a:lnTo>
                <a:lnTo>
                  <a:pt x="3541863" y="48684"/>
                </a:lnTo>
                <a:lnTo>
                  <a:pt x="3540965" y="49321"/>
                </a:lnTo>
                <a:lnTo>
                  <a:pt x="3540086" y="49977"/>
                </a:lnTo>
                <a:lnTo>
                  <a:pt x="3539226" y="50654"/>
                </a:lnTo>
                <a:lnTo>
                  <a:pt x="3538386" y="51351"/>
                </a:lnTo>
                <a:lnTo>
                  <a:pt x="3537565" y="52068"/>
                </a:lnTo>
                <a:lnTo>
                  <a:pt x="3536763" y="52806"/>
                </a:lnTo>
                <a:lnTo>
                  <a:pt x="3535980" y="53563"/>
                </a:lnTo>
                <a:lnTo>
                  <a:pt x="3535217" y="54341"/>
                </a:lnTo>
                <a:lnTo>
                  <a:pt x="3534472" y="55139"/>
                </a:lnTo>
                <a:lnTo>
                  <a:pt x="3533747" y="55957"/>
                </a:lnTo>
                <a:lnTo>
                  <a:pt x="3533041" y="56795"/>
                </a:lnTo>
                <a:lnTo>
                  <a:pt x="3532355" y="57653"/>
                </a:lnTo>
                <a:lnTo>
                  <a:pt x="3531687" y="58532"/>
                </a:lnTo>
                <a:lnTo>
                  <a:pt x="3531039" y="59431"/>
                </a:lnTo>
                <a:lnTo>
                  <a:pt x="3530410" y="60350"/>
                </a:lnTo>
                <a:lnTo>
                  <a:pt x="3529800" y="61289"/>
                </a:lnTo>
                <a:lnTo>
                  <a:pt x="3529209" y="62248"/>
                </a:lnTo>
                <a:lnTo>
                  <a:pt x="3528638" y="63228"/>
                </a:lnTo>
                <a:lnTo>
                  <a:pt x="3528085" y="64227"/>
                </a:lnTo>
                <a:lnTo>
                  <a:pt x="3527552" y="65247"/>
                </a:lnTo>
                <a:lnTo>
                  <a:pt x="3527038" y="66287"/>
                </a:lnTo>
                <a:lnTo>
                  <a:pt x="3526544" y="67348"/>
                </a:lnTo>
                <a:lnTo>
                  <a:pt x="3526068" y="68428"/>
                </a:lnTo>
                <a:lnTo>
                  <a:pt x="3525612" y="69529"/>
                </a:lnTo>
                <a:lnTo>
                  <a:pt x="3525175" y="70647"/>
                </a:lnTo>
                <a:lnTo>
                  <a:pt x="3524756" y="71779"/>
                </a:lnTo>
                <a:lnTo>
                  <a:pt x="3524356" y="72926"/>
                </a:lnTo>
                <a:lnTo>
                  <a:pt x="3523974" y="74087"/>
                </a:lnTo>
                <a:lnTo>
                  <a:pt x="3523611" y="75263"/>
                </a:lnTo>
                <a:lnTo>
                  <a:pt x="3523267" y="76453"/>
                </a:lnTo>
                <a:lnTo>
                  <a:pt x="3522941" y="77658"/>
                </a:lnTo>
                <a:lnTo>
                  <a:pt x="3522634" y="78878"/>
                </a:lnTo>
                <a:lnTo>
                  <a:pt x="3522346" y="80111"/>
                </a:lnTo>
                <a:lnTo>
                  <a:pt x="3522076" y="81360"/>
                </a:lnTo>
                <a:lnTo>
                  <a:pt x="3521825" y="82622"/>
                </a:lnTo>
                <a:lnTo>
                  <a:pt x="3521592" y="83899"/>
                </a:lnTo>
                <a:lnTo>
                  <a:pt x="3521378" y="85191"/>
                </a:lnTo>
                <a:lnTo>
                  <a:pt x="3521183" y="86497"/>
                </a:lnTo>
                <a:lnTo>
                  <a:pt x="3521006" y="87818"/>
                </a:lnTo>
                <a:lnTo>
                  <a:pt x="3520848" y="89153"/>
                </a:lnTo>
                <a:lnTo>
                  <a:pt x="3520708" y="90503"/>
                </a:lnTo>
                <a:lnTo>
                  <a:pt x="3520587" y="91867"/>
                </a:lnTo>
                <a:lnTo>
                  <a:pt x="3520485" y="93245"/>
                </a:lnTo>
                <a:lnTo>
                  <a:pt x="3520401" y="94638"/>
                </a:lnTo>
                <a:lnTo>
                  <a:pt x="3520336" y="96046"/>
                </a:lnTo>
                <a:lnTo>
                  <a:pt x="3520289" y="97468"/>
                </a:lnTo>
                <a:lnTo>
                  <a:pt x="3520261" y="98904"/>
                </a:lnTo>
                <a:lnTo>
                  <a:pt x="3520252" y="100355"/>
                </a:lnTo>
                <a:lnTo>
                  <a:pt x="3520262" y="101749"/>
                </a:lnTo>
                <a:lnTo>
                  <a:pt x="3520291" y="103130"/>
                </a:lnTo>
                <a:lnTo>
                  <a:pt x="3520339" y="104501"/>
                </a:lnTo>
                <a:lnTo>
                  <a:pt x="3520406" y="105859"/>
                </a:lnTo>
                <a:lnTo>
                  <a:pt x="3520492" y="107207"/>
                </a:lnTo>
                <a:lnTo>
                  <a:pt x="3520598" y="108542"/>
                </a:lnTo>
                <a:lnTo>
                  <a:pt x="3520723" y="109866"/>
                </a:lnTo>
                <a:lnTo>
                  <a:pt x="3520867" y="111178"/>
                </a:lnTo>
                <a:lnTo>
                  <a:pt x="3521030" y="112479"/>
                </a:lnTo>
                <a:lnTo>
                  <a:pt x="3521212" y="113768"/>
                </a:lnTo>
                <a:lnTo>
                  <a:pt x="3521414" y="115045"/>
                </a:lnTo>
                <a:lnTo>
                  <a:pt x="3521635" y="116311"/>
                </a:lnTo>
                <a:lnTo>
                  <a:pt x="3521875" y="117565"/>
                </a:lnTo>
                <a:lnTo>
                  <a:pt x="3522134" y="118807"/>
                </a:lnTo>
                <a:lnTo>
                  <a:pt x="3522413" y="120038"/>
                </a:lnTo>
                <a:lnTo>
                  <a:pt x="3522710" y="121258"/>
                </a:lnTo>
                <a:lnTo>
                  <a:pt x="3523027" y="122465"/>
                </a:lnTo>
                <a:lnTo>
                  <a:pt x="3523363" y="123661"/>
                </a:lnTo>
                <a:lnTo>
                  <a:pt x="3523719" y="124846"/>
                </a:lnTo>
                <a:lnTo>
                  <a:pt x="3524093" y="126018"/>
                </a:lnTo>
                <a:lnTo>
                  <a:pt x="3524487" y="127180"/>
                </a:lnTo>
                <a:lnTo>
                  <a:pt x="3524900" y="128329"/>
                </a:lnTo>
                <a:lnTo>
                  <a:pt x="3525332" y="129467"/>
                </a:lnTo>
                <a:lnTo>
                  <a:pt x="3525783" y="130593"/>
                </a:lnTo>
                <a:lnTo>
                  <a:pt x="3526254" y="131704"/>
                </a:lnTo>
                <a:lnTo>
                  <a:pt x="3526745" y="132795"/>
                </a:lnTo>
                <a:lnTo>
                  <a:pt x="3527256" y="133866"/>
                </a:lnTo>
                <a:lnTo>
                  <a:pt x="3527787" y="134918"/>
                </a:lnTo>
                <a:lnTo>
                  <a:pt x="3528338" y="135950"/>
                </a:lnTo>
                <a:lnTo>
                  <a:pt x="3528908" y="136963"/>
                </a:lnTo>
                <a:lnTo>
                  <a:pt x="3529499" y="137956"/>
                </a:lnTo>
                <a:lnTo>
                  <a:pt x="3530110" y="138929"/>
                </a:lnTo>
                <a:lnTo>
                  <a:pt x="3530741" y="139883"/>
                </a:lnTo>
                <a:lnTo>
                  <a:pt x="3531392" y="140818"/>
                </a:lnTo>
                <a:lnTo>
                  <a:pt x="3532063" y="141733"/>
                </a:lnTo>
                <a:lnTo>
                  <a:pt x="3532754" y="142628"/>
                </a:lnTo>
                <a:lnTo>
                  <a:pt x="3533465" y="143504"/>
                </a:lnTo>
                <a:lnTo>
                  <a:pt x="3534195" y="144360"/>
                </a:lnTo>
                <a:lnTo>
                  <a:pt x="3534946" y="145197"/>
                </a:lnTo>
                <a:lnTo>
                  <a:pt x="3535717" y="146014"/>
                </a:lnTo>
                <a:lnTo>
                  <a:pt x="3536508" y="146812"/>
                </a:lnTo>
                <a:lnTo>
                  <a:pt x="3537319" y="147590"/>
                </a:lnTo>
                <a:lnTo>
                  <a:pt x="3538150" y="148348"/>
                </a:lnTo>
                <a:lnTo>
                  <a:pt x="3539001" y="149087"/>
                </a:lnTo>
                <a:lnTo>
                  <a:pt x="3539871" y="149807"/>
                </a:lnTo>
                <a:lnTo>
                  <a:pt x="3540762" y="150506"/>
                </a:lnTo>
                <a:lnTo>
                  <a:pt x="3541673" y="151187"/>
                </a:lnTo>
                <a:lnTo>
                  <a:pt x="3542604" y="151848"/>
                </a:lnTo>
                <a:lnTo>
                  <a:pt x="3543555" y="152485"/>
                </a:lnTo>
                <a:lnTo>
                  <a:pt x="3544528" y="153095"/>
                </a:lnTo>
                <a:lnTo>
                  <a:pt x="3545521" y="153678"/>
                </a:lnTo>
                <a:lnTo>
                  <a:pt x="3546535" y="154233"/>
                </a:lnTo>
                <a:lnTo>
                  <a:pt x="3547570" y="154762"/>
                </a:lnTo>
                <a:lnTo>
                  <a:pt x="3548627" y="155264"/>
                </a:lnTo>
                <a:lnTo>
                  <a:pt x="3549704" y="155738"/>
                </a:lnTo>
                <a:lnTo>
                  <a:pt x="3550802" y="156185"/>
                </a:lnTo>
                <a:lnTo>
                  <a:pt x="3551921" y="156606"/>
                </a:lnTo>
                <a:lnTo>
                  <a:pt x="3553062" y="156999"/>
                </a:lnTo>
                <a:lnTo>
                  <a:pt x="3554223" y="157365"/>
                </a:lnTo>
                <a:lnTo>
                  <a:pt x="3555405" y="157704"/>
                </a:lnTo>
                <a:lnTo>
                  <a:pt x="3556608" y="158015"/>
                </a:lnTo>
                <a:lnTo>
                  <a:pt x="3557832" y="158300"/>
                </a:lnTo>
                <a:lnTo>
                  <a:pt x="3559077" y="158558"/>
                </a:lnTo>
                <a:lnTo>
                  <a:pt x="3560343" y="158788"/>
                </a:lnTo>
                <a:lnTo>
                  <a:pt x="3561631" y="158991"/>
                </a:lnTo>
                <a:lnTo>
                  <a:pt x="3562939" y="159168"/>
                </a:lnTo>
                <a:lnTo>
                  <a:pt x="3564268" y="159317"/>
                </a:lnTo>
                <a:lnTo>
                  <a:pt x="3565618" y="159439"/>
                </a:lnTo>
                <a:lnTo>
                  <a:pt x="3566989" y="159534"/>
                </a:lnTo>
                <a:lnTo>
                  <a:pt x="3568381" y="159601"/>
                </a:lnTo>
                <a:lnTo>
                  <a:pt x="3569794" y="159642"/>
                </a:lnTo>
                <a:lnTo>
                  <a:pt x="3571228" y="159656"/>
                </a:lnTo>
                <a:lnTo>
                  <a:pt x="3572362" y="159647"/>
                </a:lnTo>
                <a:lnTo>
                  <a:pt x="3573483" y="159623"/>
                </a:lnTo>
                <a:lnTo>
                  <a:pt x="3574590" y="159581"/>
                </a:lnTo>
                <a:lnTo>
                  <a:pt x="3575685" y="159523"/>
                </a:lnTo>
                <a:lnTo>
                  <a:pt x="3576767" y="159449"/>
                </a:lnTo>
                <a:lnTo>
                  <a:pt x="3577835" y="159358"/>
                </a:lnTo>
                <a:lnTo>
                  <a:pt x="3578891" y="159251"/>
                </a:lnTo>
                <a:close/>
                <a:moveTo>
                  <a:pt x="3540842" y="80475"/>
                </a:moveTo>
                <a:lnTo>
                  <a:pt x="3541115" y="79308"/>
                </a:lnTo>
                <a:lnTo>
                  <a:pt x="3541409" y="78169"/>
                </a:lnTo>
                <a:lnTo>
                  <a:pt x="3541724" y="77056"/>
                </a:lnTo>
                <a:lnTo>
                  <a:pt x="3542061" y="75972"/>
                </a:lnTo>
                <a:lnTo>
                  <a:pt x="3542419" y="74914"/>
                </a:lnTo>
                <a:lnTo>
                  <a:pt x="3542797" y="73884"/>
                </a:lnTo>
                <a:lnTo>
                  <a:pt x="3543197" y="72882"/>
                </a:lnTo>
                <a:lnTo>
                  <a:pt x="3543619" y="71906"/>
                </a:lnTo>
                <a:lnTo>
                  <a:pt x="3544061" y="70958"/>
                </a:lnTo>
                <a:lnTo>
                  <a:pt x="3544525" y="70037"/>
                </a:lnTo>
                <a:lnTo>
                  <a:pt x="3545009" y="69144"/>
                </a:lnTo>
                <a:lnTo>
                  <a:pt x="3545515" y="68278"/>
                </a:lnTo>
                <a:lnTo>
                  <a:pt x="3546043" y="67439"/>
                </a:lnTo>
                <a:lnTo>
                  <a:pt x="3546591" y="66628"/>
                </a:lnTo>
                <a:lnTo>
                  <a:pt x="3547160" y="65844"/>
                </a:lnTo>
                <a:lnTo>
                  <a:pt x="3547751" y="65087"/>
                </a:lnTo>
                <a:lnTo>
                  <a:pt x="3548363" y="64358"/>
                </a:lnTo>
                <a:lnTo>
                  <a:pt x="3548996" y="63657"/>
                </a:lnTo>
                <a:lnTo>
                  <a:pt x="3549649" y="62985"/>
                </a:lnTo>
                <a:lnTo>
                  <a:pt x="3550322" y="62344"/>
                </a:lnTo>
                <a:lnTo>
                  <a:pt x="3551016" y="61732"/>
                </a:lnTo>
                <a:lnTo>
                  <a:pt x="3551730" y="61150"/>
                </a:lnTo>
                <a:lnTo>
                  <a:pt x="3552465" y="60599"/>
                </a:lnTo>
                <a:lnTo>
                  <a:pt x="3553220" y="60076"/>
                </a:lnTo>
                <a:lnTo>
                  <a:pt x="3553995" y="59584"/>
                </a:lnTo>
                <a:lnTo>
                  <a:pt x="3554791" y="59122"/>
                </a:lnTo>
                <a:lnTo>
                  <a:pt x="3555607" y="58689"/>
                </a:lnTo>
                <a:lnTo>
                  <a:pt x="3556444" y="58286"/>
                </a:lnTo>
                <a:lnTo>
                  <a:pt x="3557301" y="57913"/>
                </a:lnTo>
                <a:lnTo>
                  <a:pt x="3558178" y="57570"/>
                </a:lnTo>
                <a:lnTo>
                  <a:pt x="3559076" y="57257"/>
                </a:lnTo>
                <a:lnTo>
                  <a:pt x="3559994" y="56974"/>
                </a:lnTo>
                <a:lnTo>
                  <a:pt x="3560933" y="56720"/>
                </a:lnTo>
                <a:lnTo>
                  <a:pt x="3561892" y="56496"/>
                </a:lnTo>
                <a:lnTo>
                  <a:pt x="3562871" y="56302"/>
                </a:lnTo>
                <a:lnTo>
                  <a:pt x="3563871" y="56138"/>
                </a:lnTo>
                <a:lnTo>
                  <a:pt x="3564891" y="56004"/>
                </a:lnTo>
                <a:lnTo>
                  <a:pt x="3565931" y="55900"/>
                </a:lnTo>
                <a:lnTo>
                  <a:pt x="3566992" y="55825"/>
                </a:lnTo>
                <a:lnTo>
                  <a:pt x="3568074" y="55780"/>
                </a:lnTo>
                <a:lnTo>
                  <a:pt x="3569175" y="55765"/>
                </a:lnTo>
                <a:lnTo>
                  <a:pt x="3570258" y="55780"/>
                </a:lnTo>
                <a:lnTo>
                  <a:pt x="3571321" y="55826"/>
                </a:lnTo>
                <a:lnTo>
                  <a:pt x="3572363" y="55901"/>
                </a:lnTo>
                <a:lnTo>
                  <a:pt x="3573385" y="56006"/>
                </a:lnTo>
                <a:lnTo>
                  <a:pt x="3574387" y="56141"/>
                </a:lnTo>
                <a:lnTo>
                  <a:pt x="3575369" y="56306"/>
                </a:lnTo>
                <a:lnTo>
                  <a:pt x="3576331" y="56502"/>
                </a:lnTo>
                <a:lnTo>
                  <a:pt x="3577272" y="56727"/>
                </a:lnTo>
                <a:lnTo>
                  <a:pt x="3578193" y="56982"/>
                </a:lnTo>
                <a:lnTo>
                  <a:pt x="3579094" y="57268"/>
                </a:lnTo>
                <a:lnTo>
                  <a:pt x="3579975" y="57583"/>
                </a:lnTo>
                <a:lnTo>
                  <a:pt x="3580836" y="57929"/>
                </a:lnTo>
                <a:lnTo>
                  <a:pt x="3581676" y="58304"/>
                </a:lnTo>
                <a:lnTo>
                  <a:pt x="3582496" y="58710"/>
                </a:lnTo>
                <a:lnTo>
                  <a:pt x="3583297" y="59145"/>
                </a:lnTo>
                <a:lnTo>
                  <a:pt x="3584076" y="59611"/>
                </a:lnTo>
                <a:lnTo>
                  <a:pt x="3584836" y="60107"/>
                </a:lnTo>
                <a:lnTo>
                  <a:pt x="3585576" y="60633"/>
                </a:lnTo>
                <a:lnTo>
                  <a:pt x="3586295" y="61188"/>
                </a:lnTo>
                <a:lnTo>
                  <a:pt x="3586994" y="61774"/>
                </a:lnTo>
                <a:lnTo>
                  <a:pt x="3587673" y="62390"/>
                </a:lnTo>
                <a:lnTo>
                  <a:pt x="3588332" y="63036"/>
                </a:lnTo>
                <a:lnTo>
                  <a:pt x="3588970" y="63712"/>
                </a:lnTo>
                <a:lnTo>
                  <a:pt x="3589588" y="64418"/>
                </a:lnTo>
                <a:lnTo>
                  <a:pt x="3590184" y="65152"/>
                </a:lnTo>
                <a:lnTo>
                  <a:pt x="3590756" y="65913"/>
                </a:lnTo>
                <a:lnTo>
                  <a:pt x="3591304" y="66701"/>
                </a:lnTo>
                <a:lnTo>
                  <a:pt x="3591828" y="67515"/>
                </a:lnTo>
                <a:lnTo>
                  <a:pt x="3592327" y="68356"/>
                </a:lnTo>
                <a:lnTo>
                  <a:pt x="3592803" y="69223"/>
                </a:lnTo>
                <a:lnTo>
                  <a:pt x="3593254" y="70118"/>
                </a:lnTo>
                <a:lnTo>
                  <a:pt x="3593681" y="71039"/>
                </a:lnTo>
                <a:lnTo>
                  <a:pt x="3594084" y="71987"/>
                </a:lnTo>
                <a:lnTo>
                  <a:pt x="3594463" y="72961"/>
                </a:lnTo>
                <a:lnTo>
                  <a:pt x="3594817" y="73962"/>
                </a:lnTo>
                <a:lnTo>
                  <a:pt x="3595148" y="74990"/>
                </a:lnTo>
                <a:lnTo>
                  <a:pt x="3595454" y="76045"/>
                </a:lnTo>
                <a:lnTo>
                  <a:pt x="3595736" y="77126"/>
                </a:lnTo>
                <a:lnTo>
                  <a:pt x="3595994" y="78234"/>
                </a:lnTo>
                <a:lnTo>
                  <a:pt x="3596228" y="79369"/>
                </a:lnTo>
                <a:lnTo>
                  <a:pt x="3596438" y="80530"/>
                </a:lnTo>
                <a:lnTo>
                  <a:pt x="3596623" y="81718"/>
                </a:lnTo>
                <a:lnTo>
                  <a:pt x="3596785" y="82933"/>
                </a:lnTo>
                <a:lnTo>
                  <a:pt x="3596922" y="84174"/>
                </a:lnTo>
                <a:lnTo>
                  <a:pt x="3597035" y="85442"/>
                </a:lnTo>
                <a:lnTo>
                  <a:pt x="3597124" y="86737"/>
                </a:lnTo>
                <a:lnTo>
                  <a:pt x="3597188" y="88059"/>
                </a:lnTo>
                <a:lnTo>
                  <a:pt x="3597229" y="89407"/>
                </a:lnTo>
                <a:lnTo>
                  <a:pt x="3539525" y="89407"/>
                </a:lnTo>
                <a:lnTo>
                  <a:pt x="3539649" y="88049"/>
                </a:lnTo>
                <a:lnTo>
                  <a:pt x="3539795" y="86718"/>
                </a:lnTo>
                <a:lnTo>
                  <a:pt x="3539962" y="85415"/>
                </a:lnTo>
                <a:lnTo>
                  <a:pt x="3540150" y="84139"/>
                </a:lnTo>
                <a:lnTo>
                  <a:pt x="3540360" y="82890"/>
                </a:lnTo>
                <a:lnTo>
                  <a:pt x="3540590" y="81669"/>
                </a:lnTo>
                <a:lnTo>
                  <a:pt x="3540842" y="80475"/>
                </a:lnTo>
                <a:close/>
                <a:moveTo>
                  <a:pt x="3871491" y="21928"/>
                </a:moveTo>
                <a:lnTo>
                  <a:pt x="3871891" y="21857"/>
                </a:lnTo>
                <a:lnTo>
                  <a:pt x="3872284" y="21775"/>
                </a:lnTo>
                <a:lnTo>
                  <a:pt x="3872670" y="21683"/>
                </a:lnTo>
                <a:lnTo>
                  <a:pt x="3873049" y="21579"/>
                </a:lnTo>
                <a:lnTo>
                  <a:pt x="3873421" y="21465"/>
                </a:lnTo>
                <a:lnTo>
                  <a:pt x="3873786" y="21340"/>
                </a:lnTo>
                <a:lnTo>
                  <a:pt x="3874143" y="21204"/>
                </a:lnTo>
                <a:lnTo>
                  <a:pt x="3874494" y="21057"/>
                </a:lnTo>
                <a:lnTo>
                  <a:pt x="3874837" y="20899"/>
                </a:lnTo>
                <a:lnTo>
                  <a:pt x="3875173" y="20730"/>
                </a:lnTo>
                <a:lnTo>
                  <a:pt x="3875502" y="20550"/>
                </a:lnTo>
                <a:lnTo>
                  <a:pt x="3875824" y="20360"/>
                </a:lnTo>
                <a:lnTo>
                  <a:pt x="3876139" y="20158"/>
                </a:lnTo>
                <a:lnTo>
                  <a:pt x="3876447" y="19946"/>
                </a:lnTo>
                <a:lnTo>
                  <a:pt x="3876747" y="19723"/>
                </a:lnTo>
                <a:lnTo>
                  <a:pt x="3877041" y="19489"/>
                </a:lnTo>
                <a:lnTo>
                  <a:pt x="3877327" y="19244"/>
                </a:lnTo>
                <a:lnTo>
                  <a:pt x="3877606" y="18988"/>
                </a:lnTo>
                <a:lnTo>
                  <a:pt x="3877876" y="18723"/>
                </a:lnTo>
                <a:lnTo>
                  <a:pt x="3878134" y="18453"/>
                </a:lnTo>
                <a:lnTo>
                  <a:pt x="3878381" y="18178"/>
                </a:lnTo>
                <a:lnTo>
                  <a:pt x="3878617" y="17896"/>
                </a:lnTo>
                <a:lnTo>
                  <a:pt x="3878841" y="17609"/>
                </a:lnTo>
                <a:lnTo>
                  <a:pt x="3879053" y="17316"/>
                </a:lnTo>
                <a:lnTo>
                  <a:pt x="3879254" y="17018"/>
                </a:lnTo>
                <a:lnTo>
                  <a:pt x="3879443" y="16713"/>
                </a:lnTo>
                <a:lnTo>
                  <a:pt x="3879621" y="16403"/>
                </a:lnTo>
                <a:lnTo>
                  <a:pt x="3879788" y="16087"/>
                </a:lnTo>
                <a:lnTo>
                  <a:pt x="3879943" y="15766"/>
                </a:lnTo>
                <a:lnTo>
                  <a:pt x="3880086" y="15438"/>
                </a:lnTo>
                <a:lnTo>
                  <a:pt x="3880219" y="15105"/>
                </a:lnTo>
                <a:lnTo>
                  <a:pt x="3880339" y="14766"/>
                </a:lnTo>
                <a:lnTo>
                  <a:pt x="3880448" y="14422"/>
                </a:lnTo>
                <a:lnTo>
                  <a:pt x="3880546" y="14071"/>
                </a:lnTo>
                <a:lnTo>
                  <a:pt x="3880632" y="13715"/>
                </a:lnTo>
                <a:lnTo>
                  <a:pt x="3880707" y="13353"/>
                </a:lnTo>
                <a:lnTo>
                  <a:pt x="3880770" y="12986"/>
                </a:lnTo>
                <a:lnTo>
                  <a:pt x="3880821" y="12612"/>
                </a:lnTo>
                <a:lnTo>
                  <a:pt x="3880862" y="12233"/>
                </a:lnTo>
                <a:lnTo>
                  <a:pt x="3880890" y="11849"/>
                </a:lnTo>
                <a:lnTo>
                  <a:pt x="3880907" y="11458"/>
                </a:lnTo>
                <a:lnTo>
                  <a:pt x="3880913" y="11062"/>
                </a:lnTo>
                <a:lnTo>
                  <a:pt x="3880907" y="10666"/>
                </a:lnTo>
                <a:lnTo>
                  <a:pt x="3880890" y="10275"/>
                </a:lnTo>
                <a:lnTo>
                  <a:pt x="3880862" y="9890"/>
                </a:lnTo>
                <a:lnTo>
                  <a:pt x="3880821" y="9511"/>
                </a:lnTo>
                <a:lnTo>
                  <a:pt x="3880770" y="9138"/>
                </a:lnTo>
                <a:lnTo>
                  <a:pt x="3880707" y="8770"/>
                </a:lnTo>
                <a:lnTo>
                  <a:pt x="3880632" y="8409"/>
                </a:lnTo>
                <a:lnTo>
                  <a:pt x="3880546" y="8052"/>
                </a:lnTo>
                <a:lnTo>
                  <a:pt x="3880448" y="7702"/>
                </a:lnTo>
                <a:lnTo>
                  <a:pt x="3880339" y="7358"/>
                </a:lnTo>
                <a:lnTo>
                  <a:pt x="3880219" y="7019"/>
                </a:lnTo>
                <a:lnTo>
                  <a:pt x="3880086" y="6686"/>
                </a:lnTo>
                <a:lnTo>
                  <a:pt x="3879943" y="6358"/>
                </a:lnTo>
                <a:lnTo>
                  <a:pt x="3879788" y="6037"/>
                </a:lnTo>
                <a:lnTo>
                  <a:pt x="3879621" y="5721"/>
                </a:lnTo>
                <a:lnTo>
                  <a:pt x="3879443" y="5411"/>
                </a:lnTo>
                <a:lnTo>
                  <a:pt x="3879254" y="5106"/>
                </a:lnTo>
                <a:lnTo>
                  <a:pt x="3879053" y="4807"/>
                </a:lnTo>
                <a:lnTo>
                  <a:pt x="3878841" y="4515"/>
                </a:lnTo>
                <a:lnTo>
                  <a:pt x="3878617" y="4227"/>
                </a:lnTo>
                <a:lnTo>
                  <a:pt x="3878381" y="3946"/>
                </a:lnTo>
                <a:lnTo>
                  <a:pt x="3878134" y="3670"/>
                </a:lnTo>
                <a:lnTo>
                  <a:pt x="3877876" y="3400"/>
                </a:lnTo>
                <a:lnTo>
                  <a:pt x="3877606" y="3136"/>
                </a:lnTo>
                <a:lnTo>
                  <a:pt x="3877327" y="2880"/>
                </a:lnTo>
                <a:lnTo>
                  <a:pt x="3877041" y="2635"/>
                </a:lnTo>
                <a:lnTo>
                  <a:pt x="3876747" y="2401"/>
                </a:lnTo>
                <a:lnTo>
                  <a:pt x="3876447" y="2178"/>
                </a:lnTo>
                <a:lnTo>
                  <a:pt x="3876139" y="1966"/>
                </a:lnTo>
                <a:lnTo>
                  <a:pt x="3875824" y="1764"/>
                </a:lnTo>
                <a:lnTo>
                  <a:pt x="3875502" y="1573"/>
                </a:lnTo>
                <a:lnTo>
                  <a:pt x="3875173" y="1394"/>
                </a:lnTo>
                <a:lnTo>
                  <a:pt x="3874837" y="1225"/>
                </a:lnTo>
                <a:lnTo>
                  <a:pt x="3874494" y="1067"/>
                </a:lnTo>
                <a:lnTo>
                  <a:pt x="3874143" y="920"/>
                </a:lnTo>
                <a:lnTo>
                  <a:pt x="3873786" y="784"/>
                </a:lnTo>
                <a:lnTo>
                  <a:pt x="3873421" y="659"/>
                </a:lnTo>
                <a:lnTo>
                  <a:pt x="3873049" y="544"/>
                </a:lnTo>
                <a:lnTo>
                  <a:pt x="3872670" y="441"/>
                </a:lnTo>
                <a:lnTo>
                  <a:pt x="3872284" y="348"/>
                </a:lnTo>
                <a:lnTo>
                  <a:pt x="3871891" y="267"/>
                </a:lnTo>
                <a:lnTo>
                  <a:pt x="3871491" y="196"/>
                </a:lnTo>
                <a:lnTo>
                  <a:pt x="3871083" y="136"/>
                </a:lnTo>
                <a:lnTo>
                  <a:pt x="3870669" y="87"/>
                </a:lnTo>
                <a:lnTo>
                  <a:pt x="3870247" y="49"/>
                </a:lnTo>
                <a:lnTo>
                  <a:pt x="3869818" y="22"/>
                </a:lnTo>
                <a:lnTo>
                  <a:pt x="3869382" y="5"/>
                </a:lnTo>
                <a:lnTo>
                  <a:pt x="3868939" y="0"/>
                </a:lnTo>
                <a:lnTo>
                  <a:pt x="3868487" y="5"/>
                </a:lnTo>
                <a:lnTo>
                  <a:pt x="3868043" y="22"/>
                </a:lnTo>
                <a:lnTo>
                  <a:pt x="3867606" y="49"/>
                </a:lnTo>
                <a:lnTo>
                  <a:pt x="3867178" y="87"/>
                </a:lnTo>
                <a:lnTo>
                  <a:pt x="3866757" y="136"/>
                </a:lnTo>
                <a:lnTo>
                  <a:pt x="3866345" y="196"/>
                </a:lnTo>
                <a:lnTo>
                  <a:pt x="3865940" y="267"/>
                </a:lnTo>
                <a:lnTo>
                  <a:pt x="3865543" y="348"/>
                </a:lnTo>
                <a:lnTo>
                  <a:pt x="3865154" y="441"/>
                </a:lnTo>
                <a:lnTo>
                  <a:pt x="3864773" y="544"/>
                </a:lnTo>
                <a:lnTo>
                  <a:pt x="3864400" y="659"/>
                </a:lnTo>
                <a:lnTo>
                  <a:pt x="3864035" y="784"/>
                </a:lnTo>
                <a:lnTo>
                  <a:pt x="3863678" y="920"/>
                </a:lnTo>
                <a:lnTo>
                  <a:pt x="3863329" y="1067"/>
                </a:lnTo>
                <a:lnTo>
                  <a:pt x="3862988" y="1225"/>
                </a:lnTo>
                <a:lnTo>
                  <a:pt x="3862654" y="1394"/>
                </a:lnTo>
                <a:lnTo>
                  <a:pt x="3862329" y="1573"/>
                </a:lnTo>
                <a:lnTo>
                  <a:pt x="3862011" y="1764"/>
                </a:lnTo>
                <a:lnTo>
                  <a:pt x="3861701" y="1966"/>
                </a:lnTo>
                <a:lnTo>
                  <a:pt x="3861400" y="2178"/>
                </a:lnTo>
                <a:lnTo>
                  <a:pt x="3861106" y="2401"/>
                </a:lnTo>
                <a:lnTo>
                  <a:pt x="3860820" y="2635"/>
                </a:lnTo>
                <a:lnTo>
                  <a:pt x="3860542" y="2880"/>
                </a:lnTo>
                <a:lnTo>
                  <a:pt x="3860272" y="3136"/>
                </a:lnTo>
                <a:lnTo>
                  <a:pt x="3860011" y="3400"/>
                </a:lnTo>
                <a:lnTo>
                  <a:pt x="3859762" y="3670"/>
                </a:lnTo>
                <a:lnTo>
                  <a:pt x="3859524" y="3946"/>
                </a:lnTo>
                <a:lnTo>
                  <a:pt x="3859296" y="4227"/>
                </a:lnTo>
                <a:lnTo>
                  <a:pt x="3859080" y="4515"/>
                </a:lnTo>
                <a:lnTo>
                  <a:pt x="3858875" y="4807"/>
                </a:lnTo>
                <a:lnTo>
                  <a:pt x="3858681" y="5106"/>
                </a:lnTo>
                <a:lnTo>
                  <a:pt x="3858498" y="5411"/>
                </a:lnTo>
                <a:lnTo>
                  <a:pt x="3858326" y="5721"/>
                </a:lnTo>
                <a:lnTo>
                  <a:pt x="3858165" y="6037"/>
                </a:lnTo>
                <a:lnTo>
                  <a:pt x="3858016" y="6358"/>
                </a:lnTo>
                <a:lnTo>
                  <a:pt x="3857877" y="6686"/>
                </a:lnTo>
                <a:lnTo>
                  <a:pt x="3857750" y="7019"/>
                </a:lnTo>
                <a:lnTo>
                  <a:pt x="3857633" y="7358"/>
                </a:lnTo>
                <a:lnTo>
                  <a:pt x="3857528" y="7702"/>
                </a:lnTo>
                <a:lnTo>
                  <a:pt x="3857434" y="8052"/>
                </a:lnTo>
                <a:lnTo>
                  <a:pt x="3857351" y="8409"/>
                </a:lnTo>
                <a:lnTo>
                  <a:pt x="3857278" y="8770"/>
                </a:lnTo>
                <a:lnTo>
                  <a:pt x="3857218" y="9138"/>
                </a:lnTo>
                <a:lnTo>
                  <a:pt x="3857168" y="9511"/>
                </a:lnTo>
                <a:lnTo>
                  <a:pt x="3857129" y="9890"/>
                </a:lnTo>
                <a:lnTo>
                  <a:pt x="3857101" y="10275"/>
                </a:lnTo>
                <a:lnTo>
                  <a:pt x="3857084" y="10666"/>
                </a:lnTo>
                <a:lnTo>
                  <a:pt x="3857079" y="11062"/>
                </a:lnTo>
                <a:lnTo>
                  <a:pt x="3857084" y="11458"/>
                </a:lnTo>
                <a:lnTo>
                  <a:pt x="3857101" y="11849"/>
                </a:lnTo>
                <a:lnTo>
                  <a:pt x="3857129" y="12233"/>
                </a:lnTo>
                <a:lnTo>
                  <a:pt x="3857168" y="12612"/>
                </a:lnTo>
                <a:lnTo>
                  <a:pt x="3857218" y="12986"/>
                </a:lnTo>
                <a:lnTo>
                  <a:pt x="3857278" y="13353"/>
                </a:lnTo>
                <a:lnTo>
                  <a:pt x="3857351" y="13715"/>
                </a:lnTo>
                <a:lnTo>
                  <a:pt x="3857434" y="14071"/>
                </a:lnTo>
                <a:lnTo>
                  <a:pt x="3857528" y="14422"/>
                </a:lnTo>
                <a:lnTo>
                  <a:pt x="3857633" y="14766"/>
                </a:lnTo>
                <a:lnTo>
                  <a:pt x="3857750" y="15105"/>
                </a:lnTo>
                <a:lnTo>
                  <a:pt x="3857877" y="15438"/>
                </a:lnTo>
                <a:lnTo>
                  <a:pt x="3858016" y="15766"/>
                </a:lnTo>
                <a:lnTo>
                  <a:pt x="3858165" y="16087"/>
                </a:lnTo>
                <a:lnTo>
                  <a:pt x="3858326" y="16403"/>
                </a:lnTo>
                <a:lnTo>
                  <a:pt x="3858498" y="16713"/>
                </a:lnTo>
                <a:lnTo>
                  <a:pt x="3858681" y="17018"/>
                </a:lnTo>
                <a:lnTo>
                  <a:pt x="3858875" y="17316"/>
                </a:lnTo>
                <a:lnTo>
                  <a:pt x="3859080" y="17609"/>
                </a:lnTo>
                <a:lnTo>
                  <a:pt x="3859296" y="17896"/>
                </a:lnTo>
                <a:lnTo>
                  <a:pt x="3859524" y="18178"/>
                </a:lnTo>
                <a:lnTo>
                  <a:pt x="3859762" y="18453"/>
                </a:lnTo>
                <a:lnTo>
                  <a:pt x="3860011" y="18723"/>
                </a:lnTo>
                <a:lnTo>
                  <a:pt x="3860272" y="18988"/>
                </a:lnTo>
                <a:lnTo>
                  <a:pt x="3860542" y="19244"/>
                </a:lnTo>
                <a:lnTo>
                  <a:pt x="3860820" y="19489"/>
                </a:lnTo>
                <a:lnTo>
                  <a:pt x="3861106" y="19723"/>
                </a:lnTo>
                <a:lnTo>
                  <a:pt x="3861400" y="19946"/>
                </a:lnTo>
                <a:lnTo>
                  <a:pt x="3861701" y="20158"/>
                </a:lnTo>
                <a:lnTo>
                  <a:pt x="3862011" y="20360"/>
                </a:lnTo>
                <a:lnTo>
                  <a:pt x="3862329" y="20550"/>
                </a:lnTo>
                <a:lnTo>
                  <a:pt x="3862654" y="20730"/>
                </a:lnTo>
                <a:lnTo>
                  <a:pt x="3862988" y="20899"/>
                </a:lnTo>
                <a:lnTo>
                  <a:pt x="3863329" y="21057"/>
                </a:lnTo>
                <a:lnTo>
                  <a:pt x="3863678" y="21204"/>
                </a:lnTo>
                <a:lnTo>
                  <a:pt x="3864035" y="21340"/>
                </a:lnTo>
                <a:lnTo>
                  <a:pt x="3864400" y="21465"/>
                </a:lnTo>
                <a:lnTo>
                  <a:pt x="3864773" y="21579"/>
                </a:lnTo>
                <a:lnTo>
                  <a:pt x="3865154" y="21683"/>
                </a:lnTo>
                <a:lnTo>
                  <a:pt x="3865543" y="21775"/>
                </a:lnTo>
                <a:lnTo>
                  <a:pt x="3865940" y="21857"/>
                </a:lnTo>
                <a:lnTo>
                  <a:pt x="3866345" y="21928"/>
                </a:lnTo>
                <a:lnTo>
                  <a:pt x="3866757" y="21988"/>
                </a:lnTo>
                <a:lnTo>
                  <a:pt x="3867178" y="22037"/>
                </a:lnTo>
                <a:lnTo>
                  <a:pt x="3867606" y="22075"/>
                </a:lnTo>
                <a:lnTo>
                  <a:pt x="3868043" y="22102"/>
                </a:lnTo>
                <a:lnTo>
                  <a:pt x="3868487" y="22118"/>
                </a:lnTo>
                <a:lnTo>
                  <a:pt x="3868939" y="22124"/>
                </a:lnTo>
                <a:lnTo>
                  <a:pt x="3869382" y="22118"/>
                </a:lnTo>
                <a:lnTo>
                  <a:pt x="3869818" y="22102"/>
                </a:lnTo>
                <a:lnTo>
                  <a:pt x="3870247" y="22075"/>
                </a:lnTo>
                <a:lnTo>
                  <a:pt x="3870669" y="22037"/>
                </a:lnTo>
                <a:lnTo>
                  <a:pt x="3871083" y="21988"/>
                </a:lnTo>
                <a:lnTo>
                  <a:pt x="3871491" y="21928"/>
                </a:lnTo>
                <a:close/>
                <a:moveTo>
                  <a:pt x="4094852" y="51451"/>
                </a:moveTo>
                <a:lnTo>
                  <a:pt x="4095258" y="51046"/>
                </a:lnTo>
                <a:lnTo>
                  <a:pt x="4095672" y="50659"/>
                </a:lnTo>
                <a:lnTo>
                  <a:pt x="4096093" y="50288"/>
                </a:lnTo>
                <a:lnTo>
                  <a:pt x="4096522" y="49935"/>
                </a:lnTo>
                <a:lnTo>
                  <a:pt x="4096958" y="49599"/>
                </a:lnTo>
                <a:lnTo>
                  <a:pt x="4097402" y="49281"/>
                </a:lnTo>
                <a:lnTo>
                  <a:pt x="4097853" y="48979"/>
                </a:lnTo>
                <a:lnTo>
                  <a:pt x="4098311" y="48695"/>
                </a:lnTo>
                <a:lnTo>
                  <a:pt x="4098778" y="48428"/>
                </a:lnTo>
                <a:lnTo>
                  <a:pt x="4099251" y="48178"/>
                </a:lnTo>
                <a:lnTo>
                  <a:pt x="4099733" y="47946"/>
                </a:lnTo>
                <a:lnTo>
                  <a:pt x="4100222" y="47730"/>
                </a:lnTo>
                <a:lnTo>
                  <a:pt x="4100718" y="47532"/>
                </a:lnTo>
                <a:lnTo>
                  <a:pt x="4101222" y="47351"/>
                </a:lnTo>
                <a:lnTo>
                  <a:pt x="4101733" y="47188"/>
                </a:lnTo>
                <a:lnTo>
                  <a:pt x="4102252" y="47041"/>
                </a:lnTo>
                <a:lnTo>
                  <a:pt x="4102777" y="46906"/>
                </a:lnTo>
                <a:lnTo>
                  <a:pt x="4103306" y="46777"/>
                </a:lnTo>
                <a:lnTo>
                  <a:pt x="4103840" y="46654"/>
                </a:lnTo>
                <a:lnTo>
                  <a:pt x="4104378" y="46536"/>
                </a:lnTo>
                <a:lnTo>
                  <a:pt x="4104920" y="46424"/>
                </a:lnTo>
                <a:lnTo>
                  <a:pt x="4105467" y="46318"/>
                </a:lnTo>
                <a:lnTo>
                  <a:pt x="4106018" y="46217"/>
                </a:lnTo>
                <a:lnTo>
                  <a:pt x="4106573" y="46123"/>
                </a:lnTo>
                <a:lnTo>
                  <a:pt x="4107133" y="46034"/>
                </a:lnTo>
                <a:lnTo>
                  <a:pt x="4107697" y="45951"/>
                </a:lnTo>
                <a:lnTo>
                  <a:pt x="4108265" y="45873"/>
                </a:lnTo>
                <a:lnTo>
                  <a:pt x="4108838" y="45801"/>
                </a:lnTo>
                <a:lnTo>
                  <a:pt x="4109415" y="45735"/>
                </a:lnTo>
                <a:lnTo>
                  <a:pt x="4109997" y="45675"/>
                </a:lnTo>
                <a:lnTo>
                  <a:pt x="4110582" y="45620"/>
                </a:lnTo>
                <a:lnTo>
                  <a:pt x="4111173" y="45572"/>
                </a:lnTo>
                <a:lnTo>
                  <a:pt x="4111767" y="45528"/>
                </a:lnTo>
                <a:lnTo>
                  <a:pt x="4112366" y="45491"/>
                </a:lnTo>
                <a:lnTo>
                  <a:pt x="4112969" y="45460"/>
                </a:lnTo>
                <a:lnTo>
                  <a:pt x="4113577" y="45434"/>
                </a:lnTo>
                <a:lnTo>
                  <a:pt x="4114189" y="45414"/>
                </a:lnTo>
                <a:lnTo>
                  <a:pt x="4114805" y="45399"/>
                </a:lnTo>
                <a:lnTo>
                  <a:pt x="4115426" y="45391"/>
                </a:lnTo>
                <a:lnTo>
                  <a:pt x="4116051" y="45388"/>
                </a:lnTo>
                <a:lnTo>
                  <a:pt x="4116051" y="29308"/>
                </a:lnTo>
                <a:lnTo>
                  <a:pt x="4115060" y="29343"/>
                </a:lnTo>
                <a:lnTo>
                  <a:pt x="4114084" y="29390"/>
                </a:lnTo>
                <a:lnTo>
                  <a:pt x="4113122" y="29449"/>
                </a:lnTo>
                <a:lnTo>
                  <a:pt x="4112175" y="29520"/>
                </a:lnTo>
                <a:lnTo>
                  <a:pt x="4111242" y="29604"/>
                </a:lnTo>
                <a:lnTo>
                  <a:pt x="4110324" y="29700"/>
                </a:lnTo>
                <a:lnTo>
                  <a:pt x="4109420" y="29809"/>
                </a:lnTo>
                <a:lnTo>
                  <a:pt x="4108531" y="29929"/>
                </a:lnTo>
                <a:lnTo>
                  <a:pt x="4107656" y="30062"/>
                </a:lnTo>
                <a:lnTo>
                  <a:pt x="4106795" y="30207"/>
                </a:lnTo>
                <a:lnTo>
                  <a:pt x="4105949" y="30364"/>
                </a:lnTo>
                <a:lnTo>
                  <a:pt x="4105117" y="30534"/>
                </a:lnTo>
                <a:lnTo>
                  <a:pt x="4104300" y="30716"/>
                </a:lnTo>
                <a:lnTo>
                  <a:pt x="4103497" y="30910"/>
                </a:lnTo>
                <a:lnTo>
                  <a:pt x="4102709" y="31117"/>
                </a:lnTo>
                <a:lnTo>
                  <a:pt x="4101935" y="31336"/>
                </a:lnTo>
                <a:lnTo>
                  <a:pt x="4101176" y="31567"/>
                </a:lnTo>
                <a:lnTo>
                  <a:pt x="4100431" y="31810"/>
                </a:lnTo>
                <a:lnTo>
                  <a:pt x="4099701" y="32066"/>
                </a:lnTo>
                <a:lnTo>
                  <a:pt x="4098985" y="32333"/>
                </a:lnTo>
                <a:lnTo>
                  <a:pt x="4098283" y="32614"/>
                </a:lnTo>
                <a:lnTo>
                  <a:pt x="4097596" y="32906"/>
                </a:lnTo>
                <a:lnTo>
                  <a:pt x="4096923" y="33211"/>
                </a:lnTo>
                <a:lnTo>
                  <a:pt x="4096265" y="33528"/>
                </a:lnTo>
                <a:lnTo>
                  <a:pt x="4095620" y="33863"/>
                </a:lnTo>
                <a:lnTo>
                  <a:pt x="4094988" y="34221"/>
                </a:lnTo>
                <a:lnTo>
                  <a:pt x="4094368" y="34604"/>
                </a:lnTo>
                <a:lnTo>
                  <a:pt x="4093761" y="35010"/>
                </a:lnTo>
                <a:lnTo>
                  <a:pt x="4093166" y="35440"/>
                </a:lnTo>
                <a:lnTo>
                  <a:pt x="4092584" y="35894"/>
                </a:lnTo>
                <a:lnTo>
                  <a:pt x="4092014" y="36372"/>
                </a:lnTo>
                <a:lnTo>
                  <a:pt x="4091456" y="36873"/>
                </a:lnTo>
                <a:lnTo>
                  <a:pt x="4090911" y="37398"/>
                </a:lnTo>
                <a:lnTo>
                  <a:pt x="4090379" y="37947"/>
                </a:lnTo>
                <a:lnTo>
                  <a:pt x="4089859" y="38519"/>
                </a:lnTo>
                <a:lnTo>
                  <a:pt x="4089351" y="39116"/>
                </a:lnTo>
                <a:lnTo>
                  <a:pt x="4088856" y="39736"/>
                </a:lnTo>
                <a:lnTo>
                  <a:pt x="4088374" y="40380"/>
                </a:lnTo>
                <a:lnTo>
                  <a:pt x="4087904" y="41047"/>
                </a:lnTo>
                <a:lnTo>
                  <a:pt x="4087446" y="41739"/>
                </a:lnTo>
                <a:lnTo>
                  <a:pt x="4087001" y="42454"/>
                </a:lnTo>
                <a:lnTo>
                  <a:pt x="4086568" y="43193"/>
                </a:lnTo>
                <a:lnTo>
                  <a:pt x="4086148" y="43955"/>
                </a:lnTo>
                <a:lnTo>
                  <a:pt x="4085740" y="44742"/>
                </a:lnTo>
                <a:lnTo>
                  <a:pt x="4085345" y="45552"/>
                </a:lnTo>
                <a:lnTo>
                  <a:pt x="4084962" y="46386"/>
                </a:lnTo>
                <a:lnTo>
                  <a:pt x="4084592" y="47243"/>
                </a:lnTo>
                <a:lnTo>
                  <a:pt x="4084565" y="47309"/>
                </a:lnTo>
                <a:lnTo>
                  <a:pt x="4084147" y="47102"/>
                </a:lnTo>
                <a:lnTo>
                  <a:pt x="4083345" y="46730"/>
                </a:lnTo>
                <a:lnTo>
                  <a:pt x="4082527" y="46377"/>
                </a:lnTo>
                <a:lnTo>
                  <a:pt x="4081693" y="46042"/>
                </a:lnTo>
                <a:lnTo>
                  <a:pt x="4080843" y="45725"/>
                </a:lnTo>
                <a:lnTo>
                  <a:pt x="4079976" y="45426"/>
                </a:lnTo>
                <a:lnTo>
                  <a:pt x="4079094" y="45145"/>
                </a:lnTo>
                <a:lnTo>
                  <a:pt x="4078196" y="44882"/>
                </a:lnTo>
                <a:lnTo>
                  <a:pt x="4077281" y="44638"/>
                </a:lnTo>
                <a:lnTo>
                  <a:pt x="4076351" y="44411"/>
                </a:lnTo>
                <a:lnTo>
                  <a:pt x="4075404" y="44203"/>
                </a:lnTo>
                <a:lnTo>
                  <a:pt x="4074442" y="44013"/>
                </a:lnTo>
                <a:lnTo>
                  <a:pt x="4073463" y="43841"/>
                </a:lnTo>
                <a:lnTo>
                  <a:pt x="4072469" y="43687"/>
                </a:lnTo>
                <a:lnTo>
                  <a:pt x="4071458" y="43551"/>
                </a:lnTo>
                <a:lnTo>
                  <a:pt x="4070431" y="43433"/>
                </a:lnTo>
                <a:lnTo>
                  <a:pt x="4069389" y="43333"/>
                </a:lnTo>
                <a:lnTo>
                  <a:pt x="4068330" y="43252"/>
                </a:lnTo>
                <a:lnTo>
                  <a:pt x="4067255" y="43189"/>
                </a:lnTo>
                <a:lnTo>
                  <a:pt x="4066165" y="43143"/>
                </a:lnTo>
                <a:lnTo>
                  <a:pt x="4065058" y="43116"/>
                </a:lnTo>
                <a:lnTo>
                  <a:pt x="4063935" y="43107"/>
                </a:lnTo>
                <a:lnTo>
                  <a:pt x="4062840" y="43116"/>
                </a:lnTo>
                <a:lnTo>
                  <a:pt x="4061759" y="43143"/>
                </a:lnTo>
                <a:lnTo>
                  <a:pt x="4060693" y="43189"/>
                </a:lnTo>
                <a:lnTo>
                  <a:pt x="4059641" y="43252"/>
                </a:lnTo>
                <a:lnTo>
                  <a:pt x="4058604" y="43333"/>
                </a:lnTo>
                <a:lnTo>
                  <a:pt x="4057581" y="43433"/>
                </a:lnTo>
                <a:lnTo>
                  <a:pt x="4056572" y="43551"/>
                </a:lnTo>
                <a:lnTo>
                  <a:pt x="4055578" y="43687"/>
                </a:lnTo>
                <a:lnTo>
                  <a:pt x="4054599" y="43841"/>
                </a:lnTo>
                <a:lnTo>
                  <a:pt x="4053634" y="44013"/>
                </a:lnTo>
                <a:lnTo>
                  <a:pt x="4052683" y="44203"/>
                </a:lnTo>
                <a:lnTo>
                  <a:pt x="4051747" y="44411"/>
                </a:lnTo>
                <a:lnTo>
                  <a:pt x="4050825" y="44638"/>
                </a:lnTo>
                <a:lnTo>
                  <a:pt x="4049918" y="44882"/>
                </a:lnTo>
                <a:lnTo>
                  <a:pt x="4049025" y="45145"/>
                </a:lnTo>
                <a:lnTo>
                  <a:pt x="4048147" y="45426"/>
                </a:lnTo>
                <a:lnTo>
                  <a:pt x="4047283" y="45725"/>
                </a:lnTo>
                <a:lnTo>
                  <a:pt x="4046433" y="46042"/>
                </a:lnTo>
                <a:lnTo>
                  <a:pt x="4045598" y="46377"/>
                </a:lnTo>
                <a:lnTo>
                  <a:pt x="4044778" y="46730"/>
                </a:lnTo>
                <a:lnTo>
                  <a:pt x="4043972" y="47102"/>
                </a:lnTo>
                <a:lnTo>
                  <a:pt x="4043180" y="47491"/>
                </a:lnTo>
                <a:lnTo>
                  <a:pt x="4042403" y="47899"/>
                </a:lnTo>
                <a:lnTo>
                  <a:pt x="4041640" y="48324"/>
                </a:lnTo>
                <a:lnTo>
                  <a:pt x="4040892" y="48765"/>
                </a:lnTo>
                <a:lnTo>
                  <a:pt x="4040159" y="49218"/>
                </a:lnTo>
                <a:lnTo>
                  <a:pt x="4039441" y="49684"/>
                </a:lnTo>
                <a:lnTo>
                  <a:pt x="4038738" y="50162"/>
                </a:lnTo>
                <a:lnTo>
                  <a:pt x="4038051" y="50653"/>
                </a:lnTo>
                <a:lnTo>
                  <a:pt x="4037378" y="51156"/>
                </a:lnTo>
                <a:lnTo>
                  <a:pt x="4036720" y="51672"/>
                </a:lnTo>
                <a:lnTo>
                  <a:pt x="4036077" y="52200"/>
                </a:lnTo>
                <a:lnTo>
                  <a:pt x="4035450" y="52741"/>
                </a:lnTo>
                <a:lnTo>
                  <a:pt x="4034837" y="53294"/>
                </a:lnTo>
                <a:lnTo>
                  <a:pt x="4034240" y="53860"/>
                </a:lnTo>
                <a:lnTo>
                  <a:pt x="4033657" y="54438"/>
                </a:lnTo>
                <a:lnTo>
                  <a:pt x="4033090" y="55029"/>
                </a:lnTo>
                <a:lnTo>
                  <a:pt x="4032537" y="55632"/>
                </a:lnTo>
                <a:lnTo>
                  <a:pt x="4032000" y="56248"/>
                </a:lnTo>
                <a:lnTo>
                  <a:pt x="4031478" y="56876"/>
                </a:lnTo>
                <a:lnTo>
                  <a:pt x="4030971" y="57516"/>
                </a:lnTo>
                <a:lnTo>
                  <a:pt x="4030478" y="58170"/>
                </a:lnTo>
                <a:lnTo>
                  <a:pt x="4030001" y="58835"/>
                </a:lnTo>
                <a:lnTo>
                  <a:pt x="4029539" y="59514"/>
                </a:lnTo>
                <a:lnTo>
                  <a:pt x="4029092" y="60204"/>
                </a:lnTo>
                <a:lnTo>
                  <a:pt x="4028660" y="60907"/>
                </a:lnTo>
                <a:lnTo>
                  <a:pt x="4028243" y="61623"/>
                </a:lnTo>
                <a:lnTo>
                  <a:pt x="4027841" y="62351"/>
                </a:lnTo>
                <a:lnTo>
                  <a:pt x="4027455" y="63089"/>
                </a:lnTo>
                <a:lnTo>
                  <a:pt x="4027085" y="63833"/>
                </a:lnTo>
                <a:lnTo>
                  <a:pt x="4026732" y="64584"/>
                </a:lnTo>
                <a:lnTo>
                  <a:pt x="4026395" y="65343"/>
                </a:lnTo>
                <a:lnTo>
                  <a:pt x="4026075" y="66107"/>
                </a:lnTo>
                <a:lnTo>
                  <a:pt x="4025771" y="66879"/>
                </a:lnTo>
                <a:lnTo>
                  <a:pt x="4025483" y="67658"/>
                </a:lnTo>
                <a:lnTo>
                  <a:pt x="4025212" y="68443"/>
                </a:lnTo>
                <a:lnTo>
                  <a:pt x="4024957" y="69236"/>
                </a:lnTo>
                <a:lnTo>
                  <a:pt x="4024719" y="70035"/>
                </a:lnTo>
                <a:lnTo>
                  <a:pt x="4024497" y="70841"/>
                </a:lnTo>
                <a:lnTo>
                  <a:pt x="4024292" y="71654"/>
                </a:lnTo>
                <a:lnTo>
                  <a:pt x="4024103" y="72473"/>
                </a:lnTo>
                <a:lnTo>
                  <a:pt x="4023930" y="73300"/>
                </a:lnTo>
                <a:lnTo>
                  <a:pt x="4023774" y="74133"/>
                </a:lnTo>
                <a:lnTo>
                  <a:pt x="4023634" y="74973"/>
                </a:lnTo>
                <a:lnTo>
                  <a:pt x="4023511" y="75820"/>
                </a:lnTo>
                <a:lnTo>
                  <a:pt x="4023404" y="76674"/>
                </a:lnTo>
                <a:lnTo>
                  <a:pt x="4023314" y="77535"/>
                </a:lnTo>
                <a:lnTo>
                  <a:pt x="4023240" y="78402"/>
                </a:lnTo>
                <a:lnTo>
                  <a:pt x="4023182" y="79277"/>
                </a:lnTo>
                <a:lnTo>
                  <a:pt x="4023141" y="80158"/>
                </a:lnTo>
                <a:lnTo>
                  <a:pt x="4023117" y="81046"/>
                </a:lnTo>
                <a:lnTo>
                  <a:pt x="4023109" y="81941"/>
                </a:lnTo>
                <a:lnTo>
                  <a:pt x="4023117" y="82789"/>
                </a:lnTo>
                <a:lnTo>
                  <a:pt x="4023141" y="83631"/>
                </a:lnTo>
                <a:lnTo>
                  <a:pt x="4023182" y="84469"/>
                </a:lnTo>
                <a:lnTo>
                  <a:pt x="4023238" y="85302"/>
                </a:lnTo>
                <a:lnTo>
                  <a:pt x="4023311" y="86131"/>
                </a:lnTo>
                <a:lnTo>
                  <a:pt x="4023401" y="86954"/>
                </a:lnTo>
                <a:lnTo>
                  <a:pt x="4023506" y="87773"/>
                </a:lnTo>
                <a:lnTo>
                  <a:pt x="4023628" y="88586"/>
                </a:lnTo>
                <a:lnTo>
                  <a:pt x="4023766" y="89395"/>
                </a:lnTo>
                <a:lnTo>
                  <a:pt x="4023920" y="90199"/>
                </a:lnTo>
                <a:lnTo>
                  <a:pt x="4024091" y="90999"/>
                </a:lnTo>
                <a:lnTo>
                  <a:pt x="4024277" y="91793"/>
                </a:lnTo>
                <a:lnTo>
                  <a:pt x="4024480" y="92583"/>
                </a:lnTo>
                <a:lnTo>
                  <a:pt x="4024700" y="93368"/>
                </a:lnTo>
                <a:lnTo>
                  <a:pt x="4024935" y="94148"/>
                </a:lnTo>
                <a:lnTo>
                  <a:pt x="4025187" y="94923"/>
                </a:lnTo>
                <a:lnTo>
                  <a:pt x="4025454" y="95693"/>
                </a:lnTo>
                <a:lnTo>
                  <a:pt x="4025739" y="96458"/>
                </a:lnTo>
                <a:lnTo>
                  <a:pt x="4026039" y="97219"/>
                </a:lnTo>
                <a:lnTo>
                  <a:pt x="4026356" y="97975"/>
                </a:lnTo>
                <a:lnTo>
                  <a:pt x="4026688" y="98726"/>
                </a:lnTo>
                <a:lnTo>
                  <a:pt x="4027037" y="99472"/>
                </a:lnTo>
                <a:lnTo>
                  <a:pt x="4027403" y="100214"/>
                </a:lnTo>
                <a:lnTo>
                  <a:pt x="4027784" y="100950"/>
                </a:lnTo>
                <a:lnTo>
                  <a:pt x="4028182" y="101678"/>
                </a:lnTo>
                <a:lnTo>
                  <a:pt x="4028594" y="102394"/>
                </a:lnTo>
                <a:lnTo>
                  <a:pt x="4029023" y="103098"/>
                </a:lnTo>
                <a:lnTo>
                  <a:pt x="4029466" y="103790"/>
                </a:lnTo>
                <a:lnTo>
                  <a:pt x="4029925" y="104470"/>
                </a:lnTo>
                <a:lnTo>
                  <a:pt x="4030400" y="105138"/>
                </a:lnTo>
                <a:lnTo>
                  <a:pt x="4030890" y="105793"/>
                </a:lnTo>
                <a:lnTo>
                  <a:pt x="4031395" y="106437"/>
                </a:lnTo>
                <a:lnTo>
                  <a:pt x="4031916" y="107069"/>
                </a:lnTo>
                <a:lnTo>
                  <a:pt x="4032453" y="107688"/>
                </a:lnTo>
                <a:lnTo>
                  <a:pt x="4033004" y="108296"/>
                </a:lnTo>
                <a:lnTo>
                  <a:pt x="4033572" y="108891"/>
                </a:lnTo>
                <a:lnTo>
                  <a:pt x="4034154" y="109474"/>
                </a:lnTo>
                <a:lnTo>
                  <a:pt x="4034752" y="110046"/>
                </a:lnTo>
                <a:lnTo>
                  <a:pt x="4035366" y="110605"/>
                </a:lnTo>
                <a:lnTo>
                  <a:pt x="4035995" y="111152"/>
                </a:lnTo>
                <a:lnTo>
                  <a:pt x="4036639" y="111687"/>
                </a:lnTo>
                <a:lnTo>
                  <a:pt x="4037299" y="112210"/>
                </a:lnTo>
                <a:lnTo>
                  <a:pt x="4037875" y="112646"/>
                </a:lnTo>
                <a:lnTo>
                  <a:pt x="4037485" y="112805"/>
                </a:lnTo>
                <a:lnTo>
                  <a:pt x="4036756" y="113119"/>
                </a:lnTo>
                <a:lnTo>
                  <a:pt x="4036046" y="113439"/>
                </a:lnTo>
                <a:lnTo>
                  <a:pt x="4035355" y="113767"/>
                </a:lnTo>
                <a:lnTo>
                  <a:pt x="4034684" y="114102"/>
                </a:lnTo>
                <a:lnTo>
                  <a:pt x="4034033" y="114444"/>
                </a:lnTo>
                <a:lnTo>
                  <a:pt x="4033401" y="114794"/>
                </a:lnTo>
                <a:lnTo>
                  <a:pt x="4032788" y="115150"/>
                </a:lnTo>
                <a:lnTo>
                  <a:pt x="4032195" y="115513"/>
                </a:lnTo>
                <a:lnTo>
                  <a:pt x="4031621" y="115884"/>
                </a:lnTo>
                <a:lnTo>
                  <a:pt x="4031066" y="116262"/>
                </a:lnTo>
                <a:lnTo>
                  <a:pt x="4030531" y="116647"/>
                </a:lnTo>
                <a:lnTo>
                  <a:pt x="4030015" y="117039"/>
                </a:lnTo>
                <a:lnTo>
                  <a:pt x="4029519" y="117438"/>
                </a:lnTo>
                <a:lnTo>
                  <a:pt x="4029042" y="117845"/>
                </a:lnTo>
                <a:lnTo>
                  <a:pt x="4028584" y="118258"/>
                </a:lnTo>
                <a:lnTo>
                  <a:pt x="4028146" y="118679"/>
                </a:lnTo>
                <a:lnTo>
                  <a:pt x="4027727" y="119107"/>
                </a:lnTo>
                <a:lnTo>
                  <a:pt x="4027328" y="119542"/>
                </a:lnTo>
                <a:lnTo>
                  <a:pt x="4026947" y="119981"/>
                </a:lnTo>
                <a:lnTo>
                  <a:pt x="4026581" y="120419"/>
                </a:lnTo>
                <a:lnTo>
                  <a:pt x="4026232" y="120857"/>
                </a:lnTo>
                <a:lnTo>
                  <a:pt x="4025899" y="121296"/>
                </a:lnTo>
                <a:lnTo>
                  <a:pt x="4025583" y="121734"/>
                </a:lnTo>
                <a:lnTo>
                  <a:pt x="4025282" y="122172"/>
                </a:lnTo>
                <a:lnTo>
                  <a:pt x="4024998" y="122611"/>
                </a:lnTo>
                <a:lnTo>
                  <a:pt x="4024730" y="123049"/>
                </a:lnTo>
                <a:lnTo>
                  <a:pt x="4024479" y="123487"/>
                </a:lnTo>
                <a:lnTo>
                  <a:pt x="4024243" y="123926"/>
                </a:lnTo>
                <a:lnTo>
                  <a:pt x="4024024" y="124364"/>
                </a:lnTo>
                <a:lnTo>
                  <a:pt x="4023821" y="124802"/>
                </a:lnTo>
                <a:lnTo>
                  <a:pt x="4023635" y="125241"/>
                </a:lnTo>
                <a:lnTo>
                  <a:pt x="4023464" y="125679"/>
                </a:lnTo>
                <a:lnTo>
                  <a:pt x="4023310" y="126117"/>
                </a:lnTo>
                <a:lnTo>
                  <a:pt x="4023172" y="126556"/>
                </a:lnTo>
                <a:lnTo>
                  <a:pt x="4023050" y="126994"/>
                </a:lnTo>
                <a:lnTo>
                  <a:pt x="4022945" y="127432"/>
                </a:lnTo>
                <a:lnTo>
                  <a:pt x="4022855" y="127871"/>
                </a:lnTo>
                <a:lnTo>
                  <a:pt x="4022782" y="128309"/>
                </a:lnTo>
                <a:lnTo>
                  <a:pt x="4022725" y="128747"/>
                </a:lnTo>
                <a:lnTo>
                  <a:pt x="4022685" y="129186"/>
                </a:lnTo>
                <a:lnTo>
                  <a:pt x="4022661" y="129624"/>
                </a:lnTo>
                <a:lnTo>
                  <a:pt x="4022652" y="130062"/>
                </a:lnTo>
                <a:lnTo>
                  <a:pt x="4022657" y="130359"/>
                </a:lnTo>
                <a:lnTo>
                  <a:pt x="4022671" y="130658"/>
                </a:lnTo>
                <a:lnTo>
                  <a:pt x="4022693" y="130959"/>
                </a:lnTo>
                <a:lnTo>
                  <a:pt x="4022725" y="131262"/>
                </a:lnTo>
                <a:lnTo>
                  <a:pt x="4022766" y="131567"/>
                </a:lnTo>
                <a:lnTo>
                  <a:pt x="4022816" y="131875"/>
                </a:lnTo>
                <a:lnTo>
                  <a:pt x="4022876" y="132184"/>
                </a:lnTo>
                <a:lnTo>
                  <a:pt x="4022944" y="132496"/>
                </a:lnTo>
                <a:lnTo>
                  <a:pt x="4023021" y="132811"/>
                </a:lnTo>
                <a:lnTo>
                  <a:pt x="4023108" y="133127"/>
                </a:lnTo>
                <a:lnTo>
                  <a:pt x="4023203" y="133445"/>
                </a:lnTo>
                <a:lnTo>
                  <a:pt x="4023308" y="133766"/>
                </a:lnTo>
                <a:lnTo>
                  <a:pt x="4023422" y="134089"/>
                </a:lnTo>
                <a:lnTo>
                  <a:pt x="4023545" y="134414"/>
                </a:lnTo>
                <a:lnTo>
                  <a:pt x="4023677" y="134741"/>
                </a:lnTo>
                <a:lnTo>
                  <a:pt x="4023818" y="135071"/>
                </a:lnTo>
                <a:lnTo>
                  <a:pt x="4023968" y="135402"/>
                </a:lnTo>
                <a:lnTo>
                  <a:pt x="4024128" y="135736"/>
                </a:lnTo>
                <a:lnTo>
                  <a:pt x="4024296" y="136072"/>
                </a:lnTo>
                <a:lnTo>
                  <a:pt x="4024474" y="136410"/>
                </a:lnTo>
                <a:lnTo>
                  <a:pt x="4024661" y="136751"/>
                </a:lnTo>
                <a:lnTo>
                  <a:pt x="4024856" y="137093"/>
                </a:lnTo>
                <a:lnTo>
                  <a:pt x="4025061" y="137438"/>
                </a:lnTo>
                <a:lnTo>
                  <a:pt x="4025275" y="137785"/>
                </a:lnTo>
                <a:lnTo>
                  <a:pt x="4025500" y="138131"/>
                </a:lnTo>
                <a:lnTo>
                  <a:pt x="4025738" y="138473"/>
                </a:lnTo>
                <a:lnTo>
                  <a:pt x="4025988" y="138811"/>
                </a:lnTo>
                <a:lnTo>
                  <a:pt x="4026251" y="139146"/>
                </a:lnTo>
                <a:lnTo>
                  <a:pt x="4026527" y="139477"/>
                </a:lnTo>
                <a:lnTo>
                  <a:pt x="4026815" y="139804"/>
                </a:lnTo>
                <a:lnTo>
                  <a:pt x="4027116" y="140127"/>
                </a:lnTo>
                <a:lnTo>
                  <a:pt x="4027429" y="140447"/>
                </a:lnTo>
                <a:lnTo>
                  <a:pt x="4027756" y="140762"/>
                </a:lnTo>
                <a:lnTo>
                  <a:pt x="4028095" y="141075"/>
                </a:lnTo>
                <a:lnTo>
                  <a:pt x="4028446" y="141383"/>
                </a:lnTo>
                <a:lnTo>
                  <a:pt x="4028811" y="141687"/>
                </a:lnTo>
                <a:lnTo>
                  <a:pt x="4029188" y="141988"/>
                </a:lnTo>
                <a:lnTo>
                  <a:pt x="4029577" y="142285"/>
                </a:lnTo>
                <a:lnTo>
                  <a:pt x="4029979" y="142578"/>
                </a:lnTo>
                <a:lnTo>
                  <a:pt x="4030394" y="142868"/>
                </a:lnTo>
                <a:lnTo>
                  <a:pt x="4030822" y="143153"/>
                </a:lnTo>
                <a:lnTo>
                  <a:pt x="4031262" y="143435"/>
                </a:lnTo>
                <a:lnTo>
                  <a:pt x="4031715" y="143713"/>
                </a:lnTo>
                <a:lnTo>
                  <a:pt x="4032181" y="143988"/>
                </a:lnTo>
                <a:lnTo>
                  <a:pt x="4032659" y="144259"/>
                </a:lnTo>
                <a:lnTo>
                  <a:pt x="4033150" y="144525"/>
                </a:lnTo>
                <a:lnTo>
                  <a:pt x="4033654" y="144789"/>
                </a:lnTo>
                <a:lnTo>
                  <a:pt x="4034170" y="145048"/>
                </a:lnTo>
                <a:lnTo>
                  <a:pt x="4034701" y="145301"/>
                </a:lnTo>
                <a:lnTo>
                  <a:pt x="4035249" y="145545"/>
                </a:lnTo>
                <a:lnTo>
                  <a:pt x="4035813" y="145779"/>
                </a:lnTo>
                <a:lnTo>
                  <a:pt x="4036394" y="146005"/>
                </a:lnTo>
                <a:lnTo>
                  <a:pt x="4036700" y="146115"/>
                </a:lnTo>
                <a:lnTo>
                  <a:pt x="4036665" y="146129"/>
                </a:lnTo>
                <a:lnTo>
                  <a:pt x="4035614" y="146587"/>
                </a:lnTo>
                <a:lnTo>
                  <a:pt x="4034594" y="147061"/>
                </a:lnTo>
                <a:lnTo>
                  <a:pt x="4033606" y="147550"/>
                </a:lnTo>
                <a:lnTo>
                  <a:pt x="4032650" y="148055"/>
                </a:lnTo>
                <a:lnTo>
                  <a:pt x="4031725" y="148576"/>
                </a:lnTo>
                <a:lnTo>
                  <a:pt x="4030831" y="149112"/>
                </a:lnTo>
                <a:lnTo>
                  <a:pt x="4029969" y="149664"/>
                </a:lnTo>
                <a:lnTo>
                  <a:pt x="4029138" y="150232"/>
                </a:lnTo>
                <a:lnTo>
                  <a:pt x="4028339" y="150815"/>
                </a:lnTo>
                <a:lnTo>
                  <a:pt x="4027572" y="151414"/>
                </a:lnTo>
                <a:lnTo>
                  <a:pt x="4026835" y="152029"/>
                </a:lnTo>
                <a:lnTo>
                  <a:pt x="4026131" y="152660"/>
                </a:lnTo>
                <a:lnTo>
                  <a:pt x="4025456" y="153302"/>
                </a:lnTo>
                <a:lnTo>
                  <a:pt x="4024810" y="153952"/>
                </a:lnTo>
                <a:lnTo>
                  <a:pt x="4024193" y="154609"/>
                </a:lnTo>
                <a:lnTo>
                  <a:pt x="4023604" y="155274"/>
                </a:lnTo>
                <a:lnTo>
                  <a:pt x="4023045" y="155947"/>
                </a:lnTo>
                <a:lnTo>
                  <a:pt x="4022513" y="156627"/>
                </a:lnTo>
                <a:lnTo>
                  <a:pt x="4022011" y="157315"/>
                </a:lnTo>
                <a:lnTo>
                  <a:pt x="4021537" y="158011"/>
                </a:lnTo>
                <a:lnTo>
                  <a:pt x="4021092" y="158715"/>
                </a:lnTo>
                <a:lnTo>
                  <a:pt x="4020676" y="159426"/>
                </a:lnTo>
                <a:lnTo>
                  <a:pt x="4020289" y="160144"/>
                </a:lnTo>
                <a:lnTo>
                  <a:pt x="4019930" y="160871"/>
                </a:lnTo>
                <a:lnTo>
                  <a:pt x="4019600" y="161605"/>
                </a:lnTo>
                <a:lnTo>
                  <a:pt x="4019298" y="162347"/>
                </a:lnTo>
                <a:lnTo>
                  <a:pt x="4019025" y="163096"/>
                </a:lnTo>
                <a:lnTo>
                  <a:pt x="4018781" y="163853"/>
                </a:lnTo>
                <a:lnTo>
                  <a:pt x="4018566" y="164618"/>
                </a:lnTo>
                <a:lnTo>
                  <a:pt x="4018379" y="165391"/>
                </a:lnTo>
                <a:lnTo>
                  <a:pt x="4018222" y="166171"/>
                </a:lnTo>
                <a:lnTo>
                  <a:pt x="4018092" y="166959"/>
                </a:lnTo>
                <a:lnTo>
                  <a:pt x="4017992" y="167754"/>
                </a:lnTo>
                <a:lnTo>
                  <a:pt x="4017920" y="168557"/>
                </a:lnTo>
                <a:lnTo>
                  <a:pt x="4017877" y="169368"/>
                </a:lnTo>
                <a:lnTo>
                  <a:pt x="4017863" y="170187"/>
                </a:lnTo>
                <a:lnTo>
                  <a:pt x="4017871" y="170861"/>
                </a:lnTo>
                <a:lnTo>
                  <a:pt x="4017895" y="171532"/>
                </a:lnTo>
                <a:lnTo>
                  <a:pt x="4017935" y="172199"/>
                </a:lnTo>
                <a:lnTo>
                  <a:pt x="4017991" y="172862"/>
                </a:lnTo>
                <a:lnTo>
                  <a:pt x="4018063" y="173520"/>
                </a:lnTo>
                <a:lnTo>
                  <a:pt x="4018151" y="174175"/>
                </a:lnTo>
                <a:lnTo>
                  <a:pt x="4018256" y="174826"/>
                </a:lnTo>
                <a:lnTo>
                  <a:pt x="4018376" y="175472"/>
                </a:lnTo>
                <a:lnTo>
                  <a:pt x="4018512" y="176115"/>
                </a:lnTo>
                <a:lnTo>
                  <a:pt x="4018665" y="176754"/>
                </a:lnTo>
                <a:lnTo>
                  <a:pt x="4018833" y="177388"/>
                </a:lnTo>
                <a:lnTo>
                  <a:pt x="4019017" y="178019"/>
                </a:lnTo>
                <a:lnTo>
                  <a:pt x="4019218" y="178645"/>
                </a:lnTo>
                <a:lnTo>
                  <a:pt x="4019434" y="179268"/>
                </a:lnTo>
                <a:lnTo>
                  <a:pt x="4019667" y="179886"/>
                </a:lnTo>
                <a:lnTo>
                  <a:pt x="4019915" y="180501"/>
                </a:lnTo>
                <a:lnTo>
                  <a:pt x="4020180" y="181111"/>
                </a:lnTo>
                <a:lnTo>
                  <a:pt x="4020461" y="181718"/>
                </a:lnTo>
                <a:lnTo>
                  <a:pt x="4020757" y="182320"/>
                </a:lnTo>
                <a:lnTo>
                  <a:pt x="4021070" y="182919"/>
                </a:lnTo>
                <a:lnTo>
                  <a:pt x="4021399" y="183513"/>
                </a:lnTo>
                <a:lnTo>
                  <a:pt x="4021744" y="184103"/>
                </a:lnTo>
                <a:lnTo>
                  <a:pt x="4022104" y="184690"/>
                </a:lnTo>
                <a:lnTo>
                  <a:pt x="4022481" y="185272"/>
                </a:lnTo>
                <a:lnTo>
                  <a:pt x="4022876" y="185848"/>
                </a:lnTo>
                <a:lnTo>
                  <a:pt x="4023291" y="186414"/>
                </a:lnTo>
                <a:lnTo>
                  <a:pt x="4023726" y="186970"/>
                </a:lnTo>
                <a:lnTo>
                  <a:pt x="4024181" y="187517"/>
                </a:lnTo>
                <a:lnTo>
                  <a:pt x="4024656" y="188054"/>
                </a:lnTo>
                <a:lnTo>
                  <a:pt x="4025151" y="188581"/>
                </a:lnTo>
                <a:lnTo>
                  <a:pt x="4025665" y="189099"/>
                </a:lnTo>
                <a:lnTo>
                  <a:pt x="4026200" y="189607"/>
                </a:lnTo>
                <a:lnTo>
                  <a:pt x="4026755" y="190105"/>
                </a:lnTo>
                <a:lnTo>
                  <a:pt x="4027330" y="190593"/>
                </a:lnTo>
                <a:lnTo>
                  <a:pt x="4027925" y="191072"/>
                </a:lnTo>
                <a:lnTo>
                  <a:pt x="4028540" y="191541"/>
                </a:lnTo>
                <a:lnTo>
                  <a:pt x="4029175" y="192001"/>
                </a:lnTo>
                <a:lnTo>
                  <a:pt x="4029829" y="192451"/>
                </a:lnTo>
                <a:lnTo>
                  <a:pt x="4030504" y="192891"/>
                </a:lnTo>
                <a:lnTo>
                  <a:pt x="4031199" y="193321"/>
                </a:lnTo>
                <a:lnTo>
                  <a:pt x="4031914" y="193742"/>
                </a:lnTo>
                <a:lnTo>
                  <a:pt x="4032649" y="194153"/>
                </a:lnTo>
                <a:lnTo>
                  <a:pt x="4033404" y="194554"/>
                </a:lnTo>
                <a:lnTo>
                  <a:pt x="4034178" y="194946"/>
                </a:lnTo>
                <a:lnTo>
                  <a:pt x="4034973" y="195328"/>
                </a:lnTo>
                <a:lnTo>
                  <a:pt x="4035788" y="195700"/>
                </a:lnTo>
                <a:lnTo>
                  <a:pt x="4036623" y="196063"/>
                </a:lnTo>
                <a:lnTo>
                  <a:pt x="4037478" y="196416"/>
                </a:lnTo>
                <a:lnTo>
                  <a:pt x="4038354" y="196757"/>
                </a:lnTo>
                <a:lnTo>
                  <a:pt x="4039255" y="197083"/>
                </a:lnTo>
                <a:lnTo>
                  <a:pt x="4040179" y="197395"/>
                </a:lnTo>
                <a:lnTo>
                  <a:pt x="4041127" y="197693"/>
                </a:lnTo>
                <a:lnTo>
                  <a:pt x="4042099" y="197976"/>
                </a:lnTo>
                <a:lnTo>
                  <a:pt x="4043094" y="198245"/>
                </a:lnTo>
                <a:lnTo>
                  <a:pt x="4044113" y="198499"/>
                </a:lnTo>
                <a:lnTo>
                  <a:pt x="4045156" y="198738"/>
                </a:lnTo>
                <a:lnTo>
                  <a:pt x="4046223" y="198963"/>
                </a:lnTo>
                <a:lnTo>
                  <a:pt x="4047313" y="199174"/>
                </a:lnTo>
                <a:lnTo>
                  <a:pt x="4048428" y="199369"/>
                </a:lnTo>
                <a:lnTo>
                  <a:pt x="4049566" y="199551"/>
                </a:lnTo>
                <a:lnTo>
                  <a:pt x="4050728" y="199718"/>
                </a:lnTo>
                <a:lnTo>
                  <a:pt x="4051913" y="199870"/>
                </a:lnTo>
                <a:lnTo>
                  <a:pt x="4053122" y="200008"/>
                </a:lnTo>
                <a:lnTo>
                  <a:pt x="4054355" y="200131"/>
                </a:lnTo>
                <a:lnTo>
                  <a:pt x="4055612" y="200240"/>
                </a:lnTo>
                <a:lnTo>
                  <a:pt x="4056893" y="200335"/>
                </a:lnTo>
                <a:lnTo>
                  <a:pt x="4058197" y="200415"/>
                </a:lnTo>
                <a:lnTo>
                  <a:pt x="4059525" y="200480"/>
                </a:lnTo>
                <a:lnTo>
                  <a:pt x="4060877" y="200531"/>
                </a:lnTo>
                <a:lnTo>
                  <a:pt x="4062253" y="200567"/>
                </a:lnTo>
                <a:lnTo>
                  <a:pt x="4063652" y="200589"/>
                </a:lnTo>
                <a:lnTo>
                  <a:pt x="4065075" y="200596"/>
                </a:lnTo>
                <a:lnTo>
                  <a:pt x="4067136" y="200579"/>
                </a:lnTo>
                <a:lnTo>
                  <a:pt x="4069154" y="200528"/>
                </a:lnTo>
                <a:lnTo>
                  <a:pt x="4071132" y="200443"/>
                </a:lnTo>
                <a:lnTo>
                  <a:pt x="4073067" y="200324"/>
                </a:lnTo>
                <a:lnTo>
                  <a:pt x="4074962" y="200170"/>
                </a:lnTo>
                <a:lnTo>
                  <a:pt x="4076814" y="199983"/>
                </a:lnTo>
                <a:lnTo>
                  <a:pt x="4078625" y="199762"/>
                </a:lnTo>
                <a:lnTo>
                  <a:pt x="4080395" y="199506"/>
                </a:lnTo>
                <a:lnTo>
                  <a:pt x="4082122" y="199217"/>
                </a:lnTo>
                <a:lnTo>
                  <a:pt x="4083809" y="198893"/>
                </a:lnTo>
                <a:lnTo>
                  <a:pt x="4085453" y="198536"/>
                </a:lnTo>
                <a:lnTo>
                  <a:pt x="4087056" y="198144"/>
                </a:lnTo>
                <a:lnTo>
                  <a:pt x="4088618" y="197718"/>
                </a:lnTo>
                <a:lnTo>
                  <a:pt x="4090138" y="197259"/>
                </a:lnTo>
                <a:lnTo>
                  <a:pt x="4091616" y="196765"/>
                </a:lnTo>
                <a:lnTo>
                  <a:pt x="4093053" y="196237"/>
                </a:lnTo>
                <a:lnTo>
                  <a:pt x="4094448" y="195675"/>
                </a:lnTo>
                <a:lnTo>
                  <a:pt x="4095802" y="195079"/>
                </a:lnTo>
                <a:lnTo>
                  <a:pt x="4097114" y="194449"/>
                </a:lnTo>
                <a:lnTo>
                  <a:pt x="4098384" y="193785"/>
                </a:lnTo>
                <a:lnTo>
                  <a:pt x="4099613" y="193087"/>
                </a:lnTo>
                <a:lnTo>
                  <a:pt x="4100801" y="192355"/>
                </a:lnTo>
                <a:lnTo>
                  <a:pt x="4101946" y="191589"/>
                </a:lnTo>
                <a:lnTo>
                  <a:pt x="4103050" y="190789"/>
                </a:lnTo>
                <a:lnTo>
                  <a:pt x="4104111" y="189962"/>
                </a:lnTo>
                <a:lnTo>
                  <a:pt x="4105127" y="189116"/>
                </a:lnTo>
                <a:lnTo>
                  <a:pt x="4106097" y="188250"/>
                </a:lnTo>
                <a:lnTo>
                  <a:pt x="4107023" y="187366"/>
                </a:lnTo>
                <a:lnTo>
                  <a:pt x="4107903" y="186463"/>
                </a:lnTo>
                <a:lnTo>
                  <a:pt x="4108738" y="185540"/>
                </a:lnTo>
                <a:lnTo>
                  <a:pt x="4109528" y="184598"/>
                </a:lnTo>
                <a:lnTo>
                  <a:pt x="4110273" y="183637"/>
                </a:lnTo>
                <a:lnTo>
                  <a:pt x="4110973" y="182657"/>
                </a:lnTo>
                <a:lnTo>
                  <a:pt x="4111627" y="181658"/>
                </a:lnTo>
                <a:lnTo>
                  <a:pt x="4112237" y="180640"/>
                </a:lnTo>
                <a:lnTo>
                  <a:pt x="4112801" y="179602"/>
                </a:lnTo>
                <a:lnTo>
                  <a:pt x="4113320" y="178545"/>
                </a:lnTo>
                <a:lnTo>
                  <a:pt x="4113794" y="177469"/>
                </a:lnTo>
                <a:lnTo>
                  <a:pt x="4114223" y="176374"/>
                </a:lnTo>
                <a:lnTo>
                  <a:pt x="4114606" y="175260"/>
                </a:lnTo>
                <a:lnTo>
                  <a:pt x="4114945" y="174127"/>
                </a:lnTo>
                <a:lnTo>
                  <a:pt x="4115238" y="172974"/>
                </a:lnTo>
                <a:lnTo>
                  <a:pt x="4115487" y="171803"/>
                </a:lnTo>
                <a:lnTo>
                  <a:pt x="4115690" y="170612"/>
                </a:lnTo>
                <a:lnTo>
                  <a:pt x="4115848" y="169402"/>
                </a:lnTo>
                <a:lnTo>
                  <a:pt x="4115961" y="168173"/>
                </a:lnTo>
                <a:lnTo>
                  <a:pt x="4116028" y="166924"/>
                </a:lnTo>
                <a:lnTo>
                  <a:pt x="4116051" y="165657"/>
                </a:lnTo>
                <a:lnTo>
                  <a:pt x="4116032" y="164385"/>
                </a:lnTo>
                <a:lnTo>
                  <a:pt x="4115974" y="163140"/>
                </a:lnTo>
                <a:lnTo>
                  <a:pt x="4115877" y="161924"/>
                </a:lnTo>
                <a:lnTo>
                  <a:pt x="4115742" y="160735"/>
                </a:lnTo>
                <a:lnTo>
                  <a:pt x="4115568" y="159575"/>
                </a:lnTo>
                <a:lnTo>
                  <a:pt x="4115356" y="158442"/>
                </a:lnTo>
                <a:lnTo>
                  <a:pt x="4115105" y="157338"/>
                </a:lnTo>
                <a:lnTo>
                  <a:pt x="4114816" y="156261"/>
                </a:lnTo>
                <a:lnTo>
                  <a:pt x="4114487" y="155213"/>
                </a:lnTo>
                <a:lnTo>
                  <a:pt x="4114121" y="154193"/>
                </a:lnTo>
                <a:lnTo>
                  <a:pt x="4113715" y="153200"/>
                </a:lnTo>
                <a:lnTo>
                  <a:pt x="4113271" y="152236"/>
                </a:lnTo>
                <a:lnTo>
                  <a:pt x="4112789" y="151300"/>
                </a:lnTo>
                <a:lnTo>
                  <a:pt x="4112267" y="150391"/>
                </a:lnTo>
                <a:lnTo>
                  <a:pt x="4111708" y="149511"/>
                </a:lnTo>
                <a:lnTo>
                  <a:pt x="4111109" y="148659"/>
                </a:lnTo>
                <a:lnTo>
                  <a:pt x="4110472" y="147834"/>
                </a:lnTo>
                <a:lnTo>
                  <a:pt x="4109797" y="147038"/>
                </a:lnTo>
                <a:lnTo>
                  <a:pt x="4109082" y="146270"/>
                </a:lnTo>
                <a:lnTo>
                  <a:pt x="4108330" y="145530"/>
                </a:lnTo>
                <a:lnTo>
                  <a:pt x="4107538" y="144818"/>
                </a:lnTo>
                <a:lnTo>
                  <a:pt x="4106708" y="144133"/>
                </a:lnTo>
                <a:lnTo>
                  <a:pt x="4105839" y="143477"/>
                </a:lnTo>
                <a:lnTo>
                  <a:pt x="4104932" y="142849"/>
                </a:lnTo>
                <a:lnTo>
                  <a:pt x="4103980" y="142248"/>
                </a:lnTo>
                <a:lnTo>
                  <a:pt x="4102976" y="141672"/>
                </a:lnTo>
                <a:lnTo>
                  <a:pt x="4101922" y="141122"/>
                </a:lnTo>
                <a:lnTo>
                  <a:pt x="4100816" y="140597"/>
                </a:lnTo>
                <a:lnTo>
                  <a:pt x="4099658" y="140098"/>
                </a:lnTo>
                <a:lnTo>
                  <a:pt x="4098450" y="139625"/>
                </a:lnTo>
                <a:lnTo>
                  <a:pt x="4097190" y="139177"/>
                </a:lnTo>
                <a:lnTo>
                  <a:pt x="4095879" y="138755"/>
                </a:lnTo>
                <a:lnTo>
                  <a:pt x="4094516" y="138358"/>
                </a:lnTo>
                <a:lnTo>
                  <a:pt x="4093102" y="137987"/>
                </a:lnTo>
                <a:lnTo>
                  <a:pt x="4091637" y="137642"/>
                </a:lnTo>
                <a:lnTo>
                  <a:pt x="4090121" y="137322"/>
                </a:lnTo>
                <a:lnTo>
                  <a:pt x="4088554" y="137027"/>
                </a:lnTo>
                <a:lnTo>
                  <a:pt x="4086935" y="136759"/>
                </a:lnTo>
                <a:lnTo>
                  <a:pt x="4085265" y="136516"/>
                </a:lnTo>
                <a:lnTo>
                  <a:pt x="4083543" y="136298"/>
                </a:lnTo>
                <a:lnTo>
                  <a:pt x="4081771" y="136106"/>
                </a:lnTo>
                <a:lnTo>
                  <a:pt x="4079947" y="135940"/>
                </a:lnTo>
                <a:lnTo>
                  <a:pt x="4078071" y="135799"/>
                </a:lnTo>
                <a:lnTo>
                  <a:pt x="4076145" y="135684"/>
                </a:lnTo>
                <a:lnTo>
                  <a:pt x="4074167" y="135594"/>
                </a:lnTo>
                <a:lnTo>
                  <a:pt x="4072138" y="135530"/>
                </a:lnTo>
                <a:lnTo>
                  <a:pt x="4070058" y="135492"/>
                </a:lnTo>
                <a:lnTo>
                  <a:pt x="4067926" y="135479"/>
                </a:lnTo>
                <a:lnTo>
                  <a:pt x="4061654" y="135479"/>
                </a:lnTo>
                <a:lnTo>
                  <a:pt x="4060938" y="135468"/>
                </a:lnTo>
                <a:lnTo>
                  <a:pt x="4060235" y="135454"/>
                </a:lnTo>
                <a:lnTo>
                  <a:pt x="4059544" y="135436"/>
                </a:lnTo>
                <a:lnTo>
                  <a:pt x="4058866" y="135416"/>
                </a:lnTo>
                <a:lnTo>
                  <a:pt x="4058201" y="135392"/>
                </a:lnTo>
                <a:lnTo>
                  <a:pt x="4057549" y="135365"/>
                </a:lnTo>
                <a:lnTo>
                  <a:pt x="4056909" y="135335"/>
                </a:lnTo>
                <a:lnTo>
                  <a:pt x="4056281" y="135301"/>
                </a:lnTo>
                <a:lnTo>
                  <a:pt x="4055667" y="135264"/>
                </a:lnTo>
                <a:lnTo>
                  <a:pt x="4055065" y="135225"/>
                </a:lnTo>
                <a:lnTo>
                  <a:pt x="4054476" y="135182"/>
                </a:lnTo>
                <a:lnTo>
                  <a:pt x="4053899" y="135135"/>
                </a:lnTo>
                <a:lnTo>
                  <a:pt x="4053335" y="135086"/>
                </a:lnTo>
                <a:lnTo>
                  <a:pt x="4052784" y="135033"/>
                </a:lnTo>
                <a:lnTo>
                  <a:pt x="4052246" y="134978"/>
                </a:lnTo>
                <a:lnTo>
                  <a:pt x="4051720" y="134919"/>
                </a:lnTo>
                <a:lnTo>
                  <a:pt x="4051207" y="134856"/>
                </a:lnTo>
                <a:lnTo>
                  <a:pt x="4050706" y="134791"/>
                </a:lnTo>
                <a:lnTo>
                  <a:pt x="4050218" y="134722"/>
                </a:lnTo>
                <a:lnTo>
                  <a:pt x="4049743" y="134651"/>
                </a:lnTo>
                <a:lnTo>
                  <a:pt x="4049281" y="134576"/>
                </a:lnTo>
                <a:lnTo>
                  <a:pt x="4048831" y="134498"/>
                </a:lnTo>
                <a:lnTo>
                  <a:pt x="4048394" y="134416"/>
                </a:lnTo>
                <a:lnTo>
                  <a:pt x="4047969" y="134332"/>
                </a:lnTo>
                <a:lnTo>
                  <a:pt x="4047556" y="134244"/>
                </a:lnTo>
                <a:lnTo>
                  <a:pt x="4047154" y="134154"/>
                </a:lnTo>
                <a:lnTo>
                  <a:pt x="4046761" y="134062"/>
                </a:lnTo>
                <a:lnTo>
                  <a:pt x="4046379" y="133967"/>
                </a:lnTo>
                <a:lnTo>
                  <a:pt x="4046007" y="133869"/>
                </a:lnTo>
                <a:lnTo>
                  <a:pt x="4045646" y="133768"/>
                </a:lnTo>
                <a:lnTo>
                  <a:pt x="4045294" y="133665"/>
                </a:lnTo>
                <a:lnTo>
                  <a:pt x="4044954" y="133560"/>
                </a:lnTo>
                <a:lnTo>
                  <a:pt x="4044623" y="133452"/>
                </a:lnTo>
                <a:lnTo>
                  <a:pt x="4044303" y="133341"/>
                </a:lnTo>
                <a:lnTo>
                  <a:pt x="4043992" y="133228"/>
                </a:lnTo>
                <a:lnTo>
                  <a:pt x="4043693" y="133112"/>
                </a:lnTo>
                <a:lnTo>
                  <a:pt x="4043403" y="132994"/>
                </a:lnTo>
                <a:lnTo>
                  <a:pt x="4043124" y="132873"/>
                </a:lnTo>
                <a:lnTo>
                  <a:pt x="4042855" y="132749"/>
                </a:lnTo>
                <a:lnTo>
                  <a:pt x="4042597" y="132623"/>
                </a:lnTo>
                <a:lnTo>
                  <a:pt x="4042348" y="132494"/>
                </a:lnTo>
                <a:lnTo>
                  <a:pt x="4042110" y="132363"/>
                </a:lnTo>
                <a:lnTo>
                  <a:pt x="4041883" y="132229"/>
                </a:lnTo>
                <a:lnTo>
                  <a:pt x="4041665" y="132092"/>
                </a:lnTo>
                <a:lnTo>
                  <a:pt x="4041458" y="131953"/>
                </a:lnTo>
                <a:lnTo>
                  <a:pt x="4041261" y="131811"/>
                </a:lnTo>
                <a:lnTo>
                  <a:pt x="4041075" y="131667"/>
                </a:lnTo>
                <a:lnTo>
                  <a:pt x="4040899" y="131520"/>
                </a:lnTo>
                <a:lnTo>
                  <a:pt x="4040731" y="131371"/>
                </a:lnTo>
                <a:lnTo>
                  <a:pt x="4040571" y="131221"/>
                </a:lnTo>
                <a:lnTo>
                  <a:pt x="4040418" y="131069"/>
                </a:lnTo>
                <a:lnTo>
                  <a:pt x="4040272" y="130916"/>
                </a:lnTo>
                <a:lnTo>
                  <a:pt x="4040133" y="130761"/>
                </a:lnTo>
                <a:lnTo>
                  <a:pt x="4040001" y="130606"/>
                </a:lnTo>
                <a:lnTo>
                  <a:pt x="4039876" y="130448"/>
                </a:lnTo>
                <a:lnTo>
                  <a:pt x="4039758" y="130290"/>
                </a:lnTo>
                <a:lnTo>
                  <a:pt x="4039648" y="130130"/>
                </a:lnTo>
                <a:lnTo>
                  <a:pt x="4039545" y="129968"/>
                </a:lnTo>
                <a:lnTo>
                  <a:pt x="4039448" y="129805"/>
                </a:lnTo>
                <a:lnTo>
                  <a:pt x="4039359" y="129641"/>
                </a:lnTo>
                <a:lnTo>
                  <a:pt x="4039277" y="129475"/>
                </a:lnTo>
                <a:lnTo>
                  <a:pt x="4039202" y="129308"/>
                </a:lnTo>
                <a:lnTo>
                  <a:pt x="4039135" y="129140"/>
                </a:lnTo>
                <a:lnTo>
                  <a:pt x="4039074" y="128970"/>
                </a:lnTo>
                <a:lnTo>
                  <a:pt x="4039021" y="128799"/>
                </a:lnTo>
                <a:lnTo>
                  <a:pt x="4038974" y="128626"/>
                </a:lnTo>
                <a:lnTo>
                  <a:pt x="4038935" y="128452"/>
                </a:lnTo>
                <a:lnTo>
                  <a:pt x="4038903" y="128276"/>
                </a:lnTo>
                <a:lnTo>
                  <a:pt x="4038878" y="128100"/>
                </a:lnTo>
                <a:lnTo>
                  <a:pt x="4038860" y="127921"/>
                </a:lnTo>
                <a:lnTo>
                  <a:pt x="4038850" y="127742"/>
                </a:lnTo>
                <a:lnTo>
                  <a:pt x="4038846" y="127561"/>
                </a:lnTo>
                <a:lnTo>
                  <a:pt x="4038852" y="127303"/>
                </a:lnTo>
                <a:lnTo>
                  <a:pt x="4038870" y="127046"/>
                </a:lnTo>
                <a:lnTo>
                  <a:pt x="4038899" y="126790"/>
                </a:lnTo>
                <a:lnTo>
                  <a:pt x="4038941" y="126535"/>
                </a:lnTo>
                <a:lnTo>
                  <a:pt x="4038995" y="126280"/>
                </a:lnTo>
                <a:lnTo>
                  <a:pt x="4039060" y="126026"/>
                </a:lnTo>
                <a:lnTo>
                  <a:pt x="4039137" y="125773"/>
                </a:lnTo>
                <a:lnTo>
                  <a:pt x="4039226" y="125521"/>
                </a:lnTo>
                <a:lnTo>
                  <a:pt x="4039327" y="125270"/>
                </a:lnTo>
                <a:lnTo>
                  <a:pt x="4039440" y="125019"/>
                </a:lnTo>
                <a:lnTo>
                  <a:pt x="4039565" y="124770"/>
                </a:lnTo>
                <a:lnTo>
                  <a:pt x="4039701" y="124521"/>
                </a:lnTo>
                <a:lnTo>
                  <a:pt x="4039850" y="124273"/>
                </a:lnTo>
                <a:lnTo>
                  <a:pt x="4040010" y="124025"/>
                </a:lnTo>
                <a:lnTo>
                  <a:pt x="4040182" y="123779"/>
                </a:lnTo>
                <a:lnTo>
                  <a:pt x="4040367" y="123533"/>
                </a:lnTo>
                <a:lnTo>
                  <a:pt x="4040563" y="123288"/>
                </a:lnTo>
                <a:lnTo>
                  <a:pt x="4040770" y="123044"/>
                </a:lnTo>
                <a:lnTo>
                  <a:pt x="4040990" y="122800"/>
                </a:lnTo>
                <a:lnTo>
                  <a:pt x="4041222" y="122558"/>
                </a:lnTo>
                <a:lnTo>
                  <a:pt x="4041465" y="122316"/>
                </a:lnTo>
                <a:lnTo>
                  <a:pt x="4041721" y="122075"/>
                </a:lnTo>
                <a:lnTo>
                  <a:pt x="4041988" y="121834"/>
                </a:lnTo>
                <a:lnTo>
                  <a:pt x="4042267" y="121595"/>
                </a:lnTo>
                <a:lnTo>
                  <a:pt x="4042557" y="121358"/>
                </a:lnTo>
                <a:lnTo>
                  <a:pt x="4042857" y="121127"/>
                </a:lnTo>
                <a:lnTo>
                  <a:pt x="4043167" y="120900"/>
                </a:lnTo>
                <a:lnTo>
                  <a:pt x="4043487" y="120679"/>
                </a:lnTo>
                <a:lnTo>
                  <a:pt x="4043816" y="120463"/>
                </a:lnTo>
                <a:lnTo>
                  <a:pt x="4044156" y="120252"/>
                </a:lnTo>
                <a:lnTo>
                  <a:pt x="4044505" y="120047"/>
                </a:lnTo>
                <a:lnTo>
                  <a:pt x="4044865" y="119846"/>
                </a:lnTo>
                <a:lnTo>
                  <a:pt x="4045234" y="119651"/>
                </a:lnTo>
                <a:lnTo>
                  <a:pt x="4045613" y="119461"/>
                </a:lnTo>
                <a:lnTo>
                  <a:pt x="4046002" y="119276"/>
                </a:lnTo>
                <a:lnTo>
                  <a:pt x="4046401" y="119097"/>
                </a:lnTo>
                <a:lnTo>
                  <a:pt x="4046810" y="118922"/>
                </a:lnTo>
                <a:lnTo>
                  <a:pt x="4047229" y="118753"/>
                </a:lnTo>
                <a:lnTo>
                  <a:pt x="4047657" y="118589"/>
                </a:lnTo>
                <a:lnTo>
                  <a:pt x="4048096" y="118430"/>
                </a:lnTo>
                <a:lnTo>
                  <a:pt x="4048544" y="118277"/>
                </a:lnTo>
                <a:lnTo>
                  <a:pt x="4048664" y="118238"/>
                </a:lnTo>
                <a:lnTo>
                  <a:pt x="4048987" y="118343"/>
                </a:lnTo>
                <a:lnTo>
                  <a:pt x="4049879" y="118612"/>
                </a:lnTo>
                <a:lnTo>
                  <a:pt x="4050784" y="118862"/>
                </a:lnTo>
                <a:lnTo>
                  <a:pt x="4051704" y="119093"/>
                </a:lnTo>
                <a:lnTo>
                  <a:pt x="4052638" y="119306"/>
                </a:lnTo>
                <a:lnTo>
                  <a:pt x="4053585" y="119500"/>
                </a:lnTo>
                <a:lnTo>
                  <a:pt x="4054546" y="119676"/>
                </a:lnTo>
                <a:lnTo>
                  <a:pt x="4055521" y="119834"/>
                </a:lnTo>
                <a:lnTo>
                  <a:pt x="4056510" y="119972"/>
                </a:lnTo>
                <a:lnTo>
                  <a:pt x="4057513" y="120093"/>
                </a:lnTo>
                <a:lnTo>
                  <a:pt x="4058530" y="120195"/>
                </a:lnTo>
                <a:lnTo>
                  <a:pt x="4059560" y="120278"/>
                </a:lnTo>
                <a:lnTo>
                  <a:pt x="4060604" y="120343"/>
                </a:lnTo>
                <a:lnTo>
                  <a:pt x="4061663" y="120389"/>
                </a:lnTo>
                <a:lnTo>
                  <a:pt x="4062735" y="120417"/>
                </a:lnTo>
                <a:lnTo>
                  <a:pt x="4063821" y="120426"/>
                </a:lnTo>
                <a:lnTo>
                  <a:pt x="4064944" y="120417"/>
                </a:lnTo>
                <a:lnTo>
                  <a:pt x="4066050" y="120389"/>
                </a:lnTo>
                <a:lnTo>
                  <a:pt x="4067141" y="120344"/>
                </a:lnTo>
                <a:lnTo>
                  <a:pt x="4068216" y="120279"/>
                </a:lnTo>
                <a:lnTo>
                  <a:pt x="4069275" y="120197"/>
                </a:lnTo>
                <a:lnTo>
                  <a:pt x="4070317" y="120096"/>
                </a:lnTo>
                <a:lnTo>
                  <a:pt x="4071344" y="119977"/>
                </a:lnTo>
                <a:lnTo>
                  <a:pt x="4072355" y="119840"/>
                </a:lnTo>
                <a:lnTo>
                  <a:pt x="4073349" y="119684"/>
                </a:lnTo>
                <a:lnTo>
                  <a:pt x="4074328" y="119510"/>
                </a:lnTo>
                <a:lnTo>
                  <a:pt x="4075290" y="119318"/>
                </a:lnTo>
                <a:lnTo>
                  <a:pt x="4076237" y="119107"/>
                </a:lnTo>
                <a:lnTo>
                  <a:pt x="4077167" y="118878"/>
                </a:lnTo>
                <a:lnTo>
                  <a:pt x="4078082" y="118631"/>
                </a:lnTo>
                <a:lnTo>
                  <a:pt x="4078980" y="118366"/>
                </a:lnTo>
                <a:lnTo>
                  <a:pt x="4079862" y="118082"/>
                </a:lnTo>
                <a:lnTo>
                  <a:pt x="4080729" y="117780"/>
                </a:lnTo>
                <a:lnTo>
                  <a:pt x="4081579" y="117459"/>
                </a:lnTo>
                <a:lnTo>
                  <a:pt x="4082413" y="117120"/>
                </a:lnTo>
                <a:lnTo>
                  <a:pt x="4083231" y="116763"/>
                </a:lnTo>
                <a:lnTo>
                  <a:pt x="4084033" y="116388"/>
                </a:lnTo>
                <a:lnTo>
                  <a:pt x="4084820" y="115994"/>
                </a:lnTo>
                <a:lnTo>
                  <a:pt x="4085590" y="115582"/>
                </a:lnTo>
                <a:lnTo>
                  <a:pt x="4086344" y="115152"/>
                </a:lnTo>
                <a:lnTo>
                  <a:pt x="4087082" y="114706"/>
                </a:lnTo>
                <a:lnTo>
                  <a:pt x="4087805" y="114248"/>
                </a:lnTo>
                <a:lnTo>
                  <a:pt x="4088513" y="113779"/>
                </a:lnTo>
                <a:lnTo>
                  <a:pt x="4089206" y="113297"/>
                </a:lnTo>
                <a:lnTo>
                  <a:pt x="4089883" y="112803"/>
                </a:lnTo>
                <a:lnTo>
                  <a:pt x="4090545" y="112297"/>
                </a:lnTo>
                <a:lnTo>
                  <a:pt x="4091192" y="111779"/>
                </a:lnTo>
                <a:lnTo>
                  <a:pt x="4091824" y="111249"/>
                </a:lnTo>
                <a:lnTo>
                  <a:pt x="4092440" y="110707"/>
                </a:lnTo>
                <a:lnTo>
                  <a:pt x="4093041" y="110153"/>
                </a:lnTo>
                <a:lnTo>
                  <a:pt x="4093627" y="109586"/>
                </a:lnTo>
                <a:lnTo>
                  <a:pt x="4094198" y="109008"/>
                </a:lnTo>
                <a:lnTo>
                  <a:pt x="4094754" y="108417"/>
                </a:lnTo>
                <a:lnTo>
                  <a:pt x="4095294" y="107815"/>
                </a:lnTo>
                <a:lnTo>
                  <a:pt x="4095819" y="107200"/>
                </a:lnTo>
                <a:lnTo>
                  <a:pt x="4096328" y="106573"/>
                </a:lnTo>
                <a:lnTo>
                  <a:pt x="4096823" y="105935"/>
                </a:lnTo>
                <a:lnTo>
                  <a:pt x="4097302" y="105284"/>
                </a:lnTo>
                <a:lnTo>
                  <a:pt x="4097766" y="104621"/>
                </a:lnTo>
                <a:lnTo>
                  <a:pt x="4098215" y="103946"/>
                </a:lnTo>
                <a:lnTo>
                  <a:pt x="4098648" y="103259"/>
                </a:lnTo>
                <a:lnTo>
                  <a:pt x="4099067" y="102559"/>
                </a:lnTo>
                <a:lnTo>
                  <a:pt x="4099470" y="101848"/>
                </a:lnTo>
                <a:lnTo>
                  <a:pt x="4099857" y="101125"/>
                </a:lnTo>
                <a:lnTo>
                  <a:pt x="4100230" y="100392"/>
                </a:lnTo>
                <a:lnTo>
                  <a:pt x="4100586" y="99654"/>
                </a:lnTo>
                <a:lnTo>
                  <a:pt x="4100926" y="98910"/>
                </a:lnTo>
                <a:lnTo>
                  <a:pt x="4101251" y="98161"/>
                </a:lnTo>
                <a:lnTo>
                  <a:pt x="4101560" y="97405"/>
                </a:lnTo>
                <a:lnTo>
                  <a:pt x="4101853" y="96644"/>
                </a:lnTo>
                <a:lnTo>
                  <a:pt x="4102130" y="95876"/>
                </a:lnTo>
                <a:lnTo>
                  <a:pt x="4102392" y="95103"/>
                </a:lnTo>
                <a:lnTo>
                  <a:pt x="4102637" y="94324"/>
                </a:lnTo>
                <a:lnTo>
                  <a:pt x="4102867" y="93540"/>
                </a:lnTo>
                <a:lnTo>
                  <a:pt x="4103081" y="92749"/>
                </a:lnTo>
                <a:lnTo>
                  <a:pt x="4103279" y="91953"/>
                </a:lnTo>
                <a:lnTo>
                  <a:pt x="4103461" y="91150"/>
                </a:lnTo>
                <a:lnTo>
                  <a:pt x="4103627" y="90342"/>
                </a:lnTo>
                <a:lnTo>
                  <a:pt x="4103777" y="89528"/>
                </a:lnTo>
                <a:lnTo>
                  <a:pt x="4103912" y="88709"/>
                </a:lnTo>
                <a:lnTo>
                  <a:pt x="4104031" y="87883"/>
                </a:lnTo>
                <a:lnTo>
                  <a:pt x="4104134" y="87052"/>
                </a:lnTo>
                <a:lnTo>
                  <a:pt x="4104221" y="86215"/>
                </a:lnTo>
                <a:lnTo>
                  <a:pt x="4104292" y="85372"/>
                </a:lnTo>
                <a:lnTo>
                  <a:pt x="4104348" y="84523"/>
                </a:lnTo>
                <a:lnTo>
                  <a:pt x="4104387" y="83668"/>
                </a:lnTo>
                <a:lnTo>
                  <a:pt x="4104411" y="82807"/>
                </a:lnTo>
                <a:lnTo>
                  <a:pt x="4104419" y="81941"/>
                </a:lnTo>
                <a:lnTo>
                  <a:pt x="4104411" y="81046"/>
                </a:lnTo>
                <a:lnTo>
                  <a:pt x="4104388" y="80158"/>
                </a:lnTo>
                <a:lnTo>
                  <a:pt x="4104349" y="79277"/>
                </a:lnTo>
                <a:lnTo>
                  <a:pt x="4104294" y="78402"/>
                </a:lnTo>
                <a:lnTo>
                  <a:pt x="4104223" y="77535"/>
                </a:lnTo>
                <a:lnTo>
                  <a:pt x="4104137" y="76674"/>
                </a:lnTo>
                <a:lnTo>
                  <a:pt x="4104036" y="75820"/>
                </a:lnTo>
                <a:lnTo>
                  <a:pt x="4103918" y="74973"/>
                </a:lnTo>
                <a:lnTo>
                  <a:pt x="4103785" y="74133"/>
                </a:lnTo>
                <a:lnTo>
                  <a:pt x="4103637" y="73300"/>
                </a:lnTo>
                <a:lnTo>
                  <a:pt x="4103473" y="72473"/>
                </a:lnTo>
                <a:lnTo>
                  <a:pt x="4103293" y="71654"/>
                </a:lnTo>
                <a:lnTo>
                  <a:pt x="4103097" y="70841"/>
                </a:lnTo>
                <a:lnTo>
                  <a:pt x="4102886" y="70035"/>
                </a:lnTo>
                <a:lnTo>
                  <a:pt x="4102659" y="69236"/>
                </a:lnTo>
                <a:lnTo>
                  <a:pt x="4102417" y="68443"/>
                </a:lnTo>
                <a:lnTo>
                  <a:pt x="4102159" y="67658"/>
                </a:lnTo>
                <a:lnTo>
                  <a:pt x="4101885" y="66879"/>
                </a:lnTo>
                <a:lnTo>
                  <a:pt x="4101596" y="66107"/>
                </a:lnTo>
                <a:lnTo>
                  <a:pt x="4101291" y="65343"/>
                </a:lnTo>
                <a:lnTo>
                  <a:pt x="4100970" y="64584"/>
                </a:lnTo>
                <a:lnTo>
                  <a:pt x="4100634" y="63833"/>
                </a:lnTo>
                <a:lnTo>
                  <a:pt x="4100282" y="63089"/>
                </a:lnTo>
                <a:lnTo>
                  <a:pt x="4099914" y="62351"/>
                </a:lnTo>
                <a:lnTo>
                  <a:pt x="4099531" y="61623"/>
                </a:lnTo>
                <a:lnTo>
                  <a:pt x="4099133" y="60907"/>
                </a:lnTo>
                <a:lnTo>
                  <a:pt x="4098719" y="60204"/>
                </a:lnTo>
                <a:lnTo>
                  <a:pt x="4098289" y="59514"/>
                </a:lnTo>
                <a:lnTo>
                  <a:pt x="4097844" y="58835"/>
                </a:lnTo>
                <a:lnTo>
                  <a:pt x="4097384" y="58170"/>
                </a:lnTo>
                <a:lnTo>
                  <a:pt x="4096908" y="57516"/>
                </a:lnTo>
                <a:lnTo>
                  <a:pt x="4096417" y="56876"/>
                </a:lnTo>
                <a:lnTo>
                  <a:pt x="4095910" y="56248"/>
                </a:lnTo>
                <a:lnTo>
                  <a:pt x="4095388" y="55632"/>
                </a:lnTo>
                <a:lnTo>
                  <a:pt x="4094851" y="55029"/>
                </a:lnTo>
                <a:lnTo>
                  <a:pt x="4094298" y="54438"/>
                </a:lnTo>
                <a:lnTo>
                  <a:pt x="4093729" y="53860"/>
                </a:lnTo>
                <a:lnTo>
                  <a:pt x="4093214" y="53361"/>
                </a:lnTo>
                <a:lnTo>
                  <a:pt x="4093303" y="53242"/>
                </a:lnTo>
                <a:lnTo>
                  <a:pt x="4093679" y="52769"/>
                </a:lnTo>
                <a:lnTo>
                  <a:pt x="4094063" y="52312"/>
                </a:lnTo>
                <a:lnTo>
                  <a:pt x="4094454" y="51873"/>
                </a:lnTo>
                <a:lnTo>
                  <a:pt x="4094852" y="51451"/>
                </a:lnTo>
                <a:close/>
                <a:moveTo>
                  <a:pt x="4058864" y="106884"/>
                </a:moveTo>
                <a:lnTo>
                  <a:pt x="4058169" y="106718"/>
                </a:lnTo>
                <a:lnTo>
                  <a:pt x="4057483" y="106530"/>
                </a:lnTo>
                <a:lnTo>
                  <a:pt x="4056803" y="106320"/>
                </a:lnTo>
                <a:lnTo>
                  <a:pt x="4056132" y="106088"/>
                </a:lnTo>
                <a:lnTo>
                  <a:pt x="4055467" y="105833"/>
                </a:lnTo>
                <a:lnTo>
                  <a:pt x="4054811" y="105557"/>
                </a:lnTo>
                <a:lnTo>
                  <a:pt x="4054161" y="105258"/>
                </a:lnTo>
                <a:lnTo>
                  <a:pt x="4053520" y="104938"/>
                </a:lnTo>
                <a:lnTo>
                  <a:pt x="4052886" y="104595"/>
                </a:lnTo>
                <a:lnTo>
                  <a:pt x="4052259" y="104230"/>
                </a:lnTo>
                <a:lnTo>
                  <a:pt x="4051640" y="103843"/>
                </a:lnTo>
                <a:lnTo>
                  <a:pt x="4051028" y="103434"/>
                </a:lnTo>
                <a:lnTo>
                  <a:pt x="4050424" y="103003"/>
                </a:lnTo>
                <a:lnTo>
                  <a:pt x="4049828" y="102550"/>
                </a:lnTo>
                <a:lnTo>
                  <a:pt x="4049239" y="102074"/>
                </a:lnTo>
                <a:lnTo>
                  <a:pt x="4048657" y="101577"/>
                </a:lnTo>
                <a:lnTo>
                  <a:pt x="4048083" y="101057"/>
                </a:lnTo>
                <a:lnTo>
                  <a:pt x="4047525" y="100515"/>
                </a:lnTo>
                <a:lnTo>
                  <a:pt x="4046990" y="99950"/>
                </a:lnTo>
                <a:lnTo>
                  <a:pt x="4046480" y="99363"/>
                </a:lnTo>
                <a:lnTo>
                  <a:pt x="4045993" y="98753"/>
                </a:lnTo>
                <a:lnTo>
                  <a:pt x="4045529" y="98121"/>
                </a:lnTo>
                <a:lnTo>
                  <a:pt x="4045090" y="97466"/>
                </a:lnTo>
                <a:lnTo>
                  <a:pt x="4044674" y="96788"/>
                </a:lnTo>
                <a:lnTo>
                  <a:pt x="4044282" y="96088"/>
                </a:lnTo>
                <a:lnTo>
                  <a:pt x="4043914" y="95366"/>
                </a:lnTo>
                <a:lnTo>
                  <a:pt x="4043569" y="94621"/>
                </a:lnTo>
                <a:lnTo>
                  <a:pt x="4043248" y="93854"/>
                </a:lnTo>
                <a:lnTo>
                  <a:pt x="4042951" y="93064"/>
                </a:lnTo>
                <a:lnTo>
                  <a:pt x="4042678" y="92251"/>
                </a:lnTo>
                <a:lnTo>
                  <a:pt x="4042429" y="91416"/>
                </a:lnTo>
                <a:lnTo>
                  <a:pt x="4042203" y="90558"/>
                </a:lnTo>
                <a:lnTo>
                  <a:pt x="4042001" y="89678"/>
                </a:lnTo>
                <a:lnTo>
                  <a:pt x="4041823" y="88776"/>
                </a:lnTo>
                <a:lnTo>
                  <a:pt x="4041669" y="87851"/>
                </a:lnTo>
                <a:lnTo>
                  <a:pt x="4041538" y="86903"/>
                </a:lnTo>
                <a:lnTo>
                  <a:pt x="4041431" y="85933"/>
                </a:lnTo>
                <a:lnTo>
                  <a:pt x="4041348" y="84940"/>
                </a:lnTo>
                <a:lnTo>
                  <a:pt x="4041288" y="83925"/>
                </a:lnTo>
                <a:lnTo>
                  <a:pt x="4041253" y="82887"/>
                </a:lnTo>
                <a:lnTo>
                  <a:pt x="4041241" y="81827"/>
                </a:lnTo>
                <a:lnTo>
                  <a:pt x="4041252" y="80776"/>
                </a:lnTo>
                <a:lnTo>
                  <a:pt x="4041285" y="79747"/>
                </a:lnTo>
                <a:lnTo>
                  <a:pt x="4041341" y="78739"/>
                </a:lnTo>
                <a:lnTo>
                  <a:pt x="4041418" y="77752"/>
                </a:lnTo>
                <a:lnTo>
                  <a:pt x="4041518" y="76787"/>
                </a:lnTo>
                <a:lnTo>
                  <a:pt x="4041640" y="75844"/>
                </a:lnTo>
                <a:lnTo>
                  <a:pt x="4041784" y="74922"/>
                </a:lnTo>
                <a:lnTo>
                  <a:pt x="4041950" y="74022"/>
                </a:lnTo>
                <a:lnTo>
                  <a:pt x="4042139" y="73143"/>
                </a:lnTo>
                <a:lnTo>
                  <a:pt x="4042350" y="72285"/>
                </a:lnTo>
                <a:lnTo>
                  <a:pt x="4042582" y="71450"/>
                </a:lnTo>
                <a:lnTo>
                  <a:pt x="4042837" y="70635"/>
                </a:lnTo>
                <a:lnTo>
                  <a:pt x="4043115" y="69842"/>
                </a:lnTo>
                <a:lnTo>
                  <a:pt x="4043414" y="69071"/>
                </a:lnTo>
                <a:lnTo>
                  <a:pt x="4043735" y="68321"/>
                </a:lnTo>
                <a:lnTo>
                  <a:pt x="4044079" y="67593"/>
                </a:lnTo>
                <a:lnTo>
                  <a:pt x="4044445" y="66886"/>
                </a:lnTo>
                <a:lnTo>
                  <a:pt x="4044833" y="66201"/>
                </a:lnTo>
                <a:lnTo>
                  <a:pt x="4045243" y="65537"/>
                </a:lnTo>
                <a:lnTo>
                  <a:pt x="4045676" y="64894"/>
                </a:lnTo>
                <a:lnTo>
                  <a:pt x="4046130" y="64274"/>
                </a:lnTo>
                <a:lnTo>
                  <a:pt x="4046607" y="63674"/>
                </a:lnTo>
                <a:lnTo>
                  <a:pt x="4047106" y="63096"/>
                </a:lnTo>
                <a:lnTo>
                  <a:pt x="4047627" y="62540"/>
                </a:lnTo>
                <a:lnTo>
                  <a:pt x="4048166" y="62006"/>
                </a:lnTo>
                <a:lnTo>
                  <a:pt x="4048718" y="61494"/>
                </a:lnTo>
                <a:lnTo>
                  <a:pt x="4049282" y="61006"/>
                </a:lnTo>
                <a:lnTo>
                  <a:pt x="4049860" y="60540"/>
                </a:lnTo>
                <a:lnTo>
                  <a:pt x="4050451" y="60097"/>
                </a:lnTo>
                <a:lnTo>
                  <a:pt x="4051055" y="59676"/>
                </a:lnTo>
                <a:lnTo>
                  <a:pt x="4051673" y="59278"/>
                </a:lnTo>
                <a:lnTo>
                  <a:pt x="4052303" y="58903"/>
                </a:lnTo>
                <a:lnTo>
                  <a:pt x="4052946" y="58551"/>
                </a:lnTo>
                <a:lnTo>
                  <a:pt x="4053602" y="58221"/>
                </a:lnTo>
                <a:lnTo>
                  <a:pt x="4054272" y="57914"/>
                </a:lnTo>
                <a:lnTo>
                  <a:pt x="4054954" y="57630"/>
                </a:lnTo>
                <a:lnTo>
                  <a:pt x="4055650" y="57369"/>
                </a:lnTo>
                <a:lnTo>
                  <a:pt x="4056358" y="57130"/>
                </a:lnTo>
                <a:lnTo>
                  <a:pt x="4057080" y="56914"/>
                </a:lnTo>
                <a:lnTo>
                  <a:pt x="4057815" y="56721"/>
                </a:lnTo>
                <a:lnTo>
                  <a:pt x="4058562" y="56550"/>
                </a:lnTo>
                <a:lnTo>
                  <a:pt x="4059323" y="56403"/>
                </a:lnTo>
                <a:lnTo>
                  <a:pt x="4060097" y="56278"/>
                </a:lnTo>
                <a:lnTo>
                  <a:pt x="4060884" y="56175"/>
                </a:lnTo>
                <a:lnTo>
                  <a:pt x="4061684" y="56096"/>
                </a:lnTo>
                <a:lnTo>
                  <a:pt x="4062497" y="56039"/>
                </a:lnTo>
                <a:lnTo>
                  <a:pt x="4063324" y="56005"/>
                </a:lnTo>
                <a:lnTo>
                  <a:pt x="4064163" y="55994"/>
                </a:lnTo>
                <a:lnTo>
                  <a:pt x="4065002" y="56005"/>
                </a:lnTo>
                <a:lnTo>
                  <a:pt x="4065826" y="56038"/>
                </a:lnTo>
                <a:lnTo>
                  <a:pt x="4066637" y="56093"/>
                </a:lnTo>
                <a:lnTo>
                  <a:pt x="4067434" y="56171"/>
                </a:lnTo>
                <a:lnTo>
                  <a:pt x="4068216" y="56270"/>
                </a:lnTo>
                <a:lnTo>
                  <a:pt x="4068985" y="56392"/>
                </a:lnTo>
                <a:lnTo>
                  <a:pt x="4069739" y="56536"/>
                </a:lnTo>
                <a:lnTo>
                  <a:pt x="4070479" y="56702"/>
                </a:lnTo>
                <a:lnTo>
                  <a:pt x="4071206" y="56890"/>
                </a:lnTo>
                <a:lnTo>
                  <a:pt x="4071918" y="57100"/>
                </a:lnTo>
                <a:lnTo>
                  <a:pt x="4072616" y="57332"/>
                </a:lnTo>
                <a:lnTo>
                  <a:pt x="4073300" y="57587"/>
                </a:lnTo>
                <a:lnTo>
                  <a:pt x="4073970" y="57863"/>
                </a:lnTo>
                <a:lnTo>
                  <a:pt x="4074626" y="58162"/>
                </a:lnTo>
                <a:lnTo>
                  <a:pt x="4075268" y="58483"/>
                </a:lnTo>
                <a:lnTo>
                  <a:pt x="4075896" y="58826"/>
                </a:lnTo>
                <a:lnTo>
                  <a:pt x="4076510" y="59191"/>
                </a:lnTo>
                <a:lnTo>
                  <a:pt x="4077110" y="59578"/>
                </a:lnTo>
                <a:lnTo>
                  <a:pt x="4077696" y="59987"/>
                </a:lnTo>
                <a:lnTo>
                  <a:pt x="4078267" y="60419"/>
                </a:lnTo>
                <a:lnTo>
                  <a:pt x="4078825" y="60872"/>
                </a:lnTo>
                <a:lnTo>
                  <a:pt x="4079369" y="61348"/>
                </a:lnTo>
                <a:lnTo>
                  <a:pt x="4079898" y="61846"/>
                </a:lnTo>
                <a:lnTo>
                  <a:pt x="4080414" y="62365"/>
                </a:lnTo>
                <a:lnTo>
                  <a:pt x="4080911" y="62908"/>
                </a:lnTo>
                <a:lnTo>
                  <a:pt x="4081388" y="63474"/>
                </a:lnTo>
                <a:lnTo>
                  <a:pt x="4081843" y="64065"/>
                </a:lnTo>
                <a:lnTo>
                  <a:pt x="4082278" y="64678"/>
                </a:lnTo>
                <a:lnTo>
                  <a:pt x="4082691" y="65316"/>
                </a:lnTo>
                <a:lnTo>
                  <a:pt x="4083083" y="65977"/>
                </a:lnTo>
                <a:lnTo>
                  <a:pt x="4083454" y="66662"/>
                </a:lnTo>
                <a:lnTo>
                  <a:pt x="4083803" y="67371"/>
                </a:lnTo>
                <a:lnTo>
                  <a:pt x="4084131" y="68104"/>
                </a:lnTo>
                <a:lnTo>
                  <a:pt x="4084439" y="68860"/>
                </a:lnTo>
                <a:lnTo>
                  <a:pt x="4084725" y="69641"/>
                </a:lnTo>
                <a:lnTo>
                  <a:pt x="4084989" y="70445"/>
                </a:lnTo>
                <a:lnTo>
                  <a:pt x="4085233" y="71272"/>
                </a:lnTo>
                <a:lnTo>
                  <a:pt x="4085455" y="72124"/>
                </a:lnTo>
                <a:lnTo>
                  <a:pt x="4085657" y="72999"/>
                </a:lnTo>
                <a:lnTo>
                  <a:pt x="4085837" y="73898"/>
                </a:lnTo>
                <a:lnTo>
                  <a:pt x="4085996" y="74820"/>
                </a:lnTo>
                <a:lnTo>
                  <a:pt x="4086133" y="75767"/>
                </a:lnTo>
                <a:lnTo>
                  <a:pt x="4086250" y="76737"/>
                </a:lnTo>
                <a:lnTo>
                  <a:pt x="4086345" y="77731"/>
                </a:lnTo>
                <a:lnTo>
                  <a:pt x="4086419" y="78749"/>
                </a:lnTo>
                <a:lnTo>
                  <a:pt x="4086472" y="79790"/>
                </a:lnTo>
                <a:lnTo>
                  <a:pt x="4086504" y="80856"/>
                </a:lnTo>
                <a:lnTo>
                  <a:pt x="4086515" y="81945"/>
                </a:lnTo>
                <a:lnTo>
                  <a:pt x="4086504" y="82986"/>
                </a:lnTo>
                <a:lnTo>
                  <a:pt x="4086471" y="84005"/>
                </a:lnTo>
                <a:lnTo>
                  <a:pt x="4086417" y="85004"/>
                </a:lnTo>
                <a:lnTo>
                  <a:pt x="4086340" y="85980"/>
                </a:lnTo>
                <a:lnTo>
                  <a:pt x="4086242" y="86935"/>
                </a:lnTo>
                <a:lnTo>
                  <a:pt x="4086123" y="87869"/>
                </a:lnTo>
                <a:lnTo>
                  <a:pt x="4085981" y="88781"/>
                </a:lnTo>
                <a:lnTo>
                  <a:pt x="4085818" y="89672"/>
                </a:lnTo>
                <a:lnTo>
                  <a:pt x="4085633" y="90541"/>
                </a:lnTo>
                <a:lnTo>
                  <a:pt x="4085426" y="91388"/>
                </a:lnTo>
                <a:lnTo>
                  <a:pt x="4085197" y="92214"/>
                </a:lnTo>
                <a:lnTo>
                  <a:pt x="4084947" y="93019"/>
                </a:lnTo>
                <a:lnTo>
                  <a:pt x="4084674" y="93802"/>
                </a:lnTo>
                <a:lnTo>
                  <a:pt x="4084380" y="94564"/>
                </a:lnTo>
                <a:lnTo>
                  <a:pt x="4084065" y="95304"/>
                </a:lnTo>
                <a:lnTo>
                  <a:pt x="4083727" y="96022"/>
                </a:lnTo>
                <a:lnTo>
                  <a:pt x="4083368" y="96719"/>
                </a:lnTo>
                <a:lnTo>
                  <a:pt x="4082987" y="97395"/>
                </a:lnTo>
                <a:lnTo>
                  <a:pt x="4082584" y="98049"/>
                </a:lnTo>
                <a:lnTo>
                  <a:pt x="4082159" y="98681"/>
                </a:lnTo>
                <a:lnTo>
                  <a:pt x="4081713" y="99292"/>
                </a:lnTo>
                <a:lnTo>
                  <a:pt x="4081244" y="99882"/>
                </a:lnTo>
                <a:lnTo>
                  <a:pt x="4080754" y="100450"/>
                </a:lnTo>
                <a:lnTo>
                  <a:pt x="4080242" y="100996"/>
                </a:lnTo>
                <a:lnTo>
                  <a:pt x="4079713" y="101521"/>
                </a:lnTo>
                <a:lnTo>
                  <a:pt x="4079171" y="102023"/>
                </a:lnTo>
                <a:lnTo>
                  <a:pt x="4078616" y="102503"/>
                </a:lnTo>
                <a:lnTo>
                  <a:pt x="4078047" y="102961"/>
                </a:lnTo>
                <a:lnTo>
                  <a:pt x="4077466" y="103396"/>
                </a:lnTo>
                <a:lnTo>
                  <a:pt x="4076871" y="103809"/>
                </a:lnTo>
                <a:lnTo>
                  <a:pt x="4076264" y="104200"/>
                </a:lnTo>
                <a:lnTo>
                  <a:pt x="4075643" y="104568"/>
                </a:lnTo>
                <a:lnTo>
                  <a:pt x="4075009" y="104914"/>
                </a:lnTo>
                <a:lnTo>
                  <a:pt x="4074362" y="105238"/>
                </a:lnTo>
                <a:lnTo>
                  <a:pt x="4073702" y="105539"/>
                </a:lnTo>
                <a:lnTo>
                  <a:pt x="4073029" y="105818"/>
                </a:lnTo>
                <a:lnTo>
                  <a:pt x="4072343" y="106075"/>
                </a:lnTo>
                <a:lnTo>
                  <a:pt x="4071644" y="106309"/>
                </a:lnTo>
                <a:lnTo>
                  <a:pt x="4070932" y="106521"/>
                </a:lnTo>
                <a:lnTo>
                  <a:pt x="4070207" y="106711"/>
                </a:lnTo>
                <a:lnTo>
                  <a:pt x="4069469" y="106879"/>
                </a:lnTo>
                <a:lnTo>
                  <a:pt x="4068717" y="107024"/>
                </a:lnTo>
                <a:lnTo>
                  <a:pt x="4067953" y="107146"/>
                </a:lnTo>
                <a:lnTo>
                  <a:pt x="4067175" y="107247"/>
                </a:lnTo>
                <a:lnTo>
                  <a:pt x="4066385" y="107325"/>
                </a:lnTo>
                <a:lnTo>
                  <a:pt x="4065581" y="107381"/>
                </a:lnTo>
                <a:lnTo>
                  <a:pt x="4064765" y="107414"/>
                </a:lnTo>
                <a:lnTo>
                  <a:pt x="4063935" y="107425"/>
                </a:lnTo>
                <a:lnTo>
                  <a:pt x="4063188" y="107414"/>
                </a:lnTo>
                <a:lnTo>
                  <a:pt x="4062448" y="107381"/>
                </a:lnTo>
                <a:lnTo>
                  <a:pt x="4061716" y="107326"/>
                </a:lnTo>
                <a:lnTo>
                  <a:pt x="4060992" y="107249"/>
                </a:lnTo>
                <a:lnTo>
                  <a:pt x="4060275" y="107149"/>
                </a:lnTo>
                <a:lnTo>
                  <a:pt x="4059566" y="107027"/>
                </a:lnTo>
                <a:lnTo>
                  <a:pt x="4058864" y="106884"/>
                </a:lnTo>
                <a:close/>
                <a:moveTo>
                  <a:pt x="4056329" y="186341"/>
                </a:moveTo>
                <a:lnTo>
                  <a:pt x="4055268" y="186202"/>
                </a:lnTo>
                <a:lnTo>
                  <a:pt x="4054238" y="186043"/>
                </a:lnTo>
                <a:lnTo>
                  <a:pt x="4053239" y="185867"/>
                </a:lnTo>
                <a:lnTo>
                  <a:pt x="4052271" y="185671"/>
                </a:lnTo>
                <a:lnTo>
                  <a:pt x="4051333" y="185457"/>
                </a:lnTo>
                <a:lnTo>
                  <a:pt x="4050427" y="185225"/>
                </a:lnTo>
                <a:lnTo>
                  <a:pt x="4049552" y="184973"/>
                </a:lnTo>
                <a:lnTo>
                  <a:pt x="4048707" y="184703"/>
                </a:lnTo>
                <a:lnTo>
                  <a:pt x="4047893" y="184415"/>
                </a:lnTo>
                <a:lnTo>
                  <a:pt x="4047110" y="184108"/>
                </a:lnTo>
                <a:lnTo>
                  <a:pt x="4046358" y="183782"/>
                </a:lnTo>
                <a:lnTo>
                  <a:pt x="4045637" y="183438"/>
                </a:lnTo>
                <a:lnTo>
                  <a:pt x="4044947" y="183075"/>
                </a:lnTo>
                <a:lnTo>
                  <a:pt x="4044288" y="182693"/>
                </a:lnTo>
                <a:lnTo>
                  <a:pt x="4043659" y="182293"/>
                </a:lnTo>
                <a:lnTo>
                  <a:pt x="4043062" y="181875"/>
                </a:lnTo>
                <a:lnTo>
                  <a:pt x="4042495" y="181437"/>
                </a:lnTo>
                <a:lnTo>
                  <a:pt x="4041956" y="180988"/>
                </a:lnTo>
                <a:lnTo>
                  <a:pt x="4041439" y="180532"/>
                </a:lnTo>
                <a:lnTo>
                  <a:pt x="4040945" y="180071"/>
                </a:lnTo>
                <a:lnTo>
                  <a:pt x="4040474" y="179603"/>
                </a:lnTo>
                <a:lnTo>
                  <a:pt x="4040026" y="179130"/>
                </a:lnTo>
                <a:lnTo>
                  <a:pt x="4039602" y="178651"/>
                </a:lnTo>
                <a:lnTo>
                  <a:pt x="4039200" y="178165"/>
                </a:lnTo>
                <a:lnTo>
                  <a:pt x="4038821" y="177674"/>
                </a:lnTo>
                <a:lnTo>
                  <a:pt x="4038465" y="177177"/>
                </a:lnTo>
                <a:lnTo>
                  <a:pt x="4038132" y="176674"/>
                </a:lnTo>
                <a:lnTo>
                  <a:pt x="4037822" y="176165"/>
                </a:lnTo>
                <a:lnTo>
                  <a:pt x="4037535" y="175651"/>
                </a:lnTo>
                <a:lnTo>
                  <a:pt x="4037270" y="175130"/>
                </a:lnTo>
                <a:lnTo>
                  <a:pt x="4037029" y="174603"/>
                </a:lnTo>
                <a:lnTo>
                  <a:pt x="4036811" y="174071"/>
                </a:lnTo>
                <a:lnTo>
                  <a:pt x="4036616" y="173532"/>
                </a:lnTo>
                <a:lnTo>
                  <a:pt x="4036444" y="172988"/>
                </a:lnTo>
                <a:lnTo>
                  <a:pt x="4036294" y="172437"/>
                </a:lnTo>
                <a:lnTo>
                  <a:pt x="4036168" y="171881"/>
                </a:lnTo>
                <a:lnTo>
                  <a:pt x="4036065" y="171319"/>
                </a:lnTo>
                <a:lnTo>
                  <a:pt x="4035984" y="170751"/>
                </a:lnTo>
                <a:lnTo>
                  <a:pt x="4035927" y="170176"/>
                </a:lnTo>
                <a:lnTo>
                  <a:pt x="4035892" y="169596"/>
                </a:lnTo>
                <a:lnTo>
                  <a:pt x="4035881" y="169011"/>
                </a:lnTo>
                <a:lnTo>
                  <a:pt x="4035888" y="168483"/>
                </a:lnTo>
                <a:lnTo>
                  <a:pt x="4035909" y="167961"/>
                </a:lnTo>
                <a:lnTo>
                  <a:pt x="4035944" y="167444"/>
                </a:lnTo>
                <a:lnTo>
                  <a:pt x="4035993" y="166933"/>
                </a:lnTo>
                <a:lnTo>
                  <a:pt x="4036057" y="166426"/>
                </a:lnTo>
                <a:lnTo>
                  <a:pt x="4036134" y="165926"/>
                </a:lnTo>
                <a:lnTo>
                  <a:pt x="4036225" y="165430"/>
                </a:lnTo>
                <a:lnTo>
                  <a:pt x="4036331" y="164940"/>
                </a:lnTo>
                <a:lnTo>
                  <a:pt x="4036450" y="164455"/>
                </a:lnTo>
                <a:lnTo>
                  <a:pt x="4036584" y="163975"/>
                </a:lnTo>
                <a:lnTo>
                  <a:pt x="4036731" y="163501"/>
                </a:lnTo>
                <a:lnTo>
                  <a:pt x="4036893" y="163032"/>
                </a:lnTo>
                <a:lnTo>
                  <a:pt x="4037069" y="162569"/>
                </a:lnTo>
                <a:lnTo>
                  <a:pt x="4037259" y="162110"/>
                </a:lnTo>
                <a:lnTo>
                  <a:pt x="4037462" y="161658"/>
                </a:lnTo>
                <a:lnTo>
                  <a:pt x="4037680" y="161210"/>
                </a:lnTo>
                <a:lnTo>
                  <a:pt x="4037912" y="160768"/>
                </a:lnTo>
                <a:lnTo>
                  <a:pt x="4038158" y="160331"/>
                </a:lnTo>
                <a:lnTo>
                  <a:pt x="4038418" y="159899"/>
                </a:lnTo>
                <a:lnTo>
                  <a:pt x="4038692" y="159473"/>
                </a:lnTo>
                <a:lnTo>
                  <a:pt x="4038981" y="159052"/>
                </a:lnTo>
                <a:lnTo>
                  <a:pt x="4039283" y="158636"/>
                </a:lnTo>
                <a:lnTo>
                  <a:pt x="4039599" y="158225"/>
                </a:lnTo>
                <a:lnTo>
                  <a:pt x="4039929" y="157820"/>
                </a:lnTo>
                <a:lnTo>
                  <a:pt x="4040273" y="157423"/>
                </a:lnTo>
                <a:lnTo>
                  <a:pt x="4040631" y="157035"/>
                </a:lnTo>
                <a:lnTo>
                  <a:pt x="4041001" y="156657"/>
                </a:lnTo>
                <a:lnTo>
                  <a:pt x="4041385" y="156289"/>
                </a:lnTo>
                <a:lnTo>
                  <a:pt x="4041782" y="155931"/>
                </a:lnTo>
                <a:lnTo>
                  <a:pt x="4042192" y="155583"/>
                </a:lnTo>
                <a:lnTo>
                  <a:pt x="4042616" y="155244"/>
                </a:lnTo>
                <a:lnTo>
                  <a:pt x="4043053" y="154915"/>
                </a:lnTo>
                <a:lnTo>
                  <a:pt x="4043503" y="154596"/>
                </a:lnTo>
                <a:lnTo>
                  <a:pt x="4043966" y="154287"/>
                </a:lnTo>
                <a:lnTo>
                  <a:pt x="4044443" y="153988"/>
                </a:lnTo>
                <a:lnTo>
                  <a:pt x="4044933" y="153698"/>
                </a:lnTo>
                <a:lnTo>
                  <a:pt x="4045436" y="153418"/>
                </a:lnTo>
                <a:lnTo>
                  <a:pt x="4045953" y="153148"/>
                </a:lnTo>
                <a:lnTo>
                  <a:pt x="4046482" y="152888"/>
                </a:lnTo>
                <a:lnTo>
                  <a:pt x="4047025" y="152638"/>
                </a:lnTo>
                <a:lnTo>
                  <a:pt x="4047581" y="152397"/>
                </a:lnTo>
                <a:lnTo>
                  <a:pt x="4048151" y="152167"/>
                </a:lnTo>
                <a:lnTo>
                  <a:pt x="4048734" y="151946"/>
                </a:lnTo>
                <a:lnTo>
                  <a:pt x="4049330" y="151735"/>
                </a:lnTo>
                <a:lnTo>
                  <a:pt x="4049939" y="151534"/>
                </a:lnTo>
                <a:lnTo>
                  <a:pt x="4050562" y="151342"/>
                </a:lnTo>
                <a:lnTo>
                  <a:pt x="4051197" y="151160"/>
                </a:lnTo>
                <a:lnTo>
                  <a:pt x="4051847" y="150989"/>
                </a:lnTo>
                <a:lnTo>
                  <a:pt x="4067242" y="150989"/>
                </a:lnTo>
                <a:lnTo>
                  <a:pt x="4068258" y="150992"/>
                </a:lnTo>
                <a:lnTo>
                  <a:pt x="4069255" y="151003"/>
                </a:lnTo>
                <a:lnTo>
                  <a:pt x="4070232" y="151020"/>
                </a:lnTo>
                <a:lnTo>
                  <a:pt x="4071189" y="151044"/>
                </a:lnTo>
                <a:lnTo>
                  <a:pt x="4072126" y="151076"/>
                </a:lnTo>
                <a:lnTo>
                  <a:pt x="4073044" y="151114"/>
                </a:lnTo>
                <a:lnTo>
                  <a:pt x="4073941" y="151159"/>
                </a:lnTo>
                <a:lnTo>
                  <a:pt x="4074819" y="151211"/>
                </a:lnTo>
                <a:lnTo>
                  <a:pt x="4075677" y="151270"/>
                </a:lnTo>
                <a:lnTo>
                  <a:pt x="4076516" y="151336"/>
                </a:lnTo>
                <a:lnTo>
                  <a:pt x="4077334" y="151409"/>
                </a:lnTo>
                <a:lnTo>
                  <a:pt x="4078133" y="151489"/>
                </a:lnTo>
                <a:lnTo>
                  <a:pt x="4078912" y="151576"/>
                </a:lnTo>
                <a:lnTo>
                  <a:pt x="4079671" y="151670"/>
                </a:lnTo>
                <a:lnTo>
                  <a:pt x="4080410" y="151771"/>
                </a:lnTo>
                <a:lnTo>
                  <a:pt x="4081129" y="151879"/>
                </a:lnTo>
                <a:lnTo>
                  <a:pt x="4081829" y="151994"/>
                </a:lnTo>
                <a:lnTo>
                  <a:pt x="4082509" y="152115"/>
                </a:lnTo>
                <a:lnTo>
                  <a:pt x="4083169" y="152244"/>
                </a:lnTo>
                <a:lnTo>
                  <a:pt x="4083809" y="152380"/>
                </a:lnTo>
                <a:lnTo>
                  <a:pt x="4084430" y="152522"/>
                </a:lnTo>
                <a:lnTo>
                  <a:pt x="4085031" y="152672"/>
                </a:lnTo>
                <a:lnTo>
                  <a:pt x="4085611" y="152828"/>
                </a:lnTo>
                <a:lnTo>
                  <a:pt x="4086173" y="152991"/>
                </a:lnTo>
                <a:lnTo>
                  <a:pt x="4086717" y="153161"/>
                </a:lnTo>
                <a:lnTo>
                  <a:pt x="4087246" y="153336"/>
                </a:lnTo>
                <a:lnTo>
                  <a:pt x="4087762" y="153517"/>
                </a:lnTo>
                <a:lnTo>
                  <a:pt x="4088263" y="153703"/>
                </a:lnTo>
                <a:lnTo>
                  <a:pt x="4088750" y="153895"/>
                </a:lnTo>
                <a:lnTo>
                  <a:pt x="4089223" y="154092"/>
                </a:lnTo>
                <a:lnTo>
                  <a:pt x="4089682" y="154295"/>
                </a:lnTo>
                <a:lnTo>
                  <a:pt x="4090126" y="154503"/>
                </a:lnTo>
                <a:lnTo>
                  <a:pt x="4090556" y="154717"/>
                </a:lnTo>
                <a:lnTo>
                  <a:pt x="4090972" y="154936"/>
                </a:lnTo>
                <a:lnTo>
                  <a:pt x="4091373" y="155161"/>
                </a:lnTo>
                <a:lnTo>
                  <a:pt x="4091760" y="155392"/>
                </a:lnTo>
                <a:lnTo>
                  <a:pt x="4092133" y="155628"/>
                </a:lnTo>
                <a:lnTo>
                  <a:pt x="4092492" y="155869"/>
                </a:lnTo>
                <a:lnTo>
                  <a:pt x="4092837" y="156116"/>
                </a:lnTo>
                <a:lnTo>
                  <a:pt x="4093167" y="156368"/>
                </a:lnTo>
                <a:lnTo>
                  <a:pt x="4093483" y="156626"/>
                </a:lnTo>
                <a:lnTo>
                  <a:pt x="4093785" y="156890"/>
                </a:lnTo>
                <a:lnTo>
                  <a:pt x="4094072" y="157159"/>
                </a:lnTo>
                <a:lnTo>
                  <a:pt x="4094345" y="157433"/>
                </a:lnTo>
                <a:lnTo>
                  <a:pt x="4094604" y="157713"/>
                </a:lnTo>
                <a:lnTo>
                  <a:pt x="4094849" y="157999"/>
                </a:lnTo>
                <a:lnTo>
                  <a:pt x="4095080" y="158290"/>
                </a:lnTo>
                <a:lnTo>
                  <a:pt x="4095296" y="158587"/>
                </a:lnTo>
                <a:lnTo>
                  <a:pt x="4095500" y="158888"/>
                </a:lnTo>
                <a:lnTo>
                  <a:pt x="4095696" y="159195"/>
                </a:lnTo>
                <a:lnTo>
                  <a:pt x="4095884" y="159506"/>
                </a:lnTo>
                <a:lnTo>
                  <a:pt x="4096062" y="159822"/>
                </a:lnTo>
                <a:lnTo>
                  <a:pt x="4096232" y="160142"/>
                </a:lnTo>
                <a:lnTo>
                  <a:pt x="4096393" y="160467"/>
                </a:lnTo>
                <a:lnTo>
                  <a:pt x="4096546" y="160797"/>
                </a:lnTo>
                <a:lnTo>
                  <a:pt x="4096690" y="161132"/>
                </a:lnTo>
                <a:lnTo>
                  <a:pt x="4096825" y="161471"/>
                </a:lnTo>
                <a:lnTo>
                  <a:pt x="4096951" y="161815"/>
                </a:lnTo>
                <a:lnTo>
                  <a:pt x="4097068" y="162164"/>
                </a:lnTo>
                <a:lnTo>
                  <a:pt x="4097177" y="162517"/>
                </a:lnTo>
                <a:lnTo>
                  <a:pt x="4097278" y="162875"/>
                </a:lnTo>
                <a:lnTo>
                  <a:pt x="4097369" y="163238"/>
                </a:lnTo>
                <a:lnTo>
                  <a:pt x="4097452" y="163606"/>
                </a:lnTo>
                <a:lnTo>
                  <a:pt x="4097526" y="163978"/>
                </a:lnTo>
                <a:lnTo>
                  <a:pt x="4097591" y="164355"/>
                </a:lnTo>
                <a:lnTo>
                  <a:pt x="4097648" y="164737"/>
                </a:lnTo>
                <a:lnTo>
                  <a:pt x="4097696" y="165123"/>
                </a:lnTo>
                <a:lnTo>
                  <a:pt x="4097735" y="165514"/>
                </a:lnTo>
                <a:lnTo>
                  <a:pt x="4097765" y="165910"/>
                </a:lnTo>
                <a:lnTo>
                  <a:pt x="4097787" y="166310"/>
                </a:lnTo>
                <a:lnTo>
                  <a:pt x="4097800" y="166715"/>
                </a:lnTo>
                <a:lnTo>
                  <a:pt x="4097805" y="167125"/>
                </a:lnTo>
                <a:lnTo>
                  <a:pt x="4097791" y="167818"/>
                </a:lnTo>
                <a:lnTo>
                  <a:pt x="4097752" y="168500"/>
                </a:lnTo>
                <a:lnTo>
                  <a:pt x="4097686" y="169174"/>
                </a:lnTo>
                <a:lnTo>
                  <a:pt x="4097594" y="169838"/>
                </a:lnTo>
                <a:lnTo>
                  <a:pt x="4097475" y="170493"/>
                </a:lnTo>
                <a:lnTo>
                  <a:pt x="4097331" y="171138"/>
                </a:lnTo>
                <a:lnTo>
                  <a:pt x="4097159" y="171774"/>
                </a:lnTo>
                <a:lnTo>
                  <a:pt x="4096962" y="172400"/>
                </a:lnTo>
                <a:lnTo>
                  <a:pt x="4096738" y="173017"/>
                </a:lnTo>
                <a:lnTo>
                  <a:pt x="4096488" y="173625"/>
                </a:lnTo>
                <a:lnTo>
                  <a:pt x="4096212" y="174223"/>
                </a:lnTo>
                <a:lnTo>
                  <a:pt x="4095909" y="174811"/>
                </a:lnTo>
                <a:lnTo>
                  <a:pt x="4095580" y="175391"/>
                </a:lnTo>
                <a:lnTo>
                  <a:pt x="4095224" y="175961"/>
                </a:lnTo>
                <a:lnTo>
                  <a:pt x="4094842" y="176521"/>
                </a:lnTo>
                <a:lnTo>
                  <a:pt x="4094434" y="177072"/>
                </a:lnTo>
                <a:lnTo>
                  <a:pt x="4094000" y="177614"/>
                </a:lnTo>
                <a:lnTo>
                  <a:pt x="4093539" y="178146"/>
                </a:lnTo>
                <a:lnTo>
                  <a:pt x="4093052" y="178669"/>
                </a:lnTo>
                <a:lnTo>
                  <a:pt x="4092538" y="179182"/>
                </a:lnTo>
                <a:lnTo>
                  <a:pt x="4091998" y="179686"/>
                </a:lnTo>
                <a:lnTo>
                  <a:pt x="4091432" y="180181"/>
                </a:lnTo>
                <a:lnTo>
                  <a:pt x="4090840" y="180666"/>
                </a:lnTo>
                <a:lnTo>
                  <a:pt x="4090221" y="181141"/>
                </a:lnTo>
                <a:lnTo>
                  <a:pt x="4089571" y="181603"/>
                </a:lnTo>
                <a:lnTo>
                  <a:pt x="4088885" y="182045"/>
                </a:lnTo>
                <a:lnTo>
                  <a:pt x="4088162" y="182467"/>
                </a:lnTo>
                <a:lnTo>
                  <a:pt x="4087403" y="182870"/>
                </a:lnTo>
                <a:lnTo>
                  <a:pt x="4086608" y="183253"/>
                </a:lnTo>
                <a:lnTo>
                  <a:pt x="4085777" y="183616"/>
                </a:lnTo>
                <a:lnTo>
                  <a:pt x="4084909" y="183959"/>
                </a:lnTo>
                <a:lnTo>
                  <a:pt x="4084006" y="184284"/>
                </a:lnTo>
                <a:lnTo>
                  <a:pt x="4083066" y="184588"/>
                </a:lnTo>
                <a:lnTo>
                  <a:pt x="4082090" y="184873"/>
                </a:lnTo>
                <a:lnTo>
                  <a:pt x="4081077" y="185138"/>
                </a:lnTo>
                <a:lnTo>
                  <a:pt x="4080029" y="185383"/>
                </a:lnTo>
                <a:lnTo>
                  <a:pt x="4078944" y="185609"/>
                </a:lnTo>
                <a:lnTo>
                  <a:pt x="4077823" y="185815"/>
                </a:lnTo>
                <a:lnTo>
                  <a:pt x="4076665" y="186002"/>
                </a:lnTo>
                <a:lnTo>
                  <a:pt x="4075472" y="186169"/>
                </a:lnTo>
                <a:lnTo>
                  <a:pt x="4074242" y="186316"/>
                </a:lnTo>
                <a:lnTo>
                  <a:pt x="4072976" y="186444"/>
                </a:lnTo>
                <a:lnTo>
                  <a:pt x="4071674" y="186552"/>
                </a:lnTo>
                <a:lnTo>
                  <a:pt x="4070335" y="186640"/>
                </a:lnTo>
                <a:lnTo>
                  <a:pt x="4068961" y="186709"/>
                </a:lnTo>
                <a:lnTo>
                  <a:pt x="4067550" y="186758"/>
                </a:lnTo>
                <a:lnTo>
                  <a:pt x="4066102" y="186787"/>
                </a:lnTo>
                <a:lnTo>
                  <a:pt x="4064619" y="186797"/>
                </a:lnTo>
                <a:lnTo>
                  <a:pt x="4063342" y="186788"/>
                </a:lnTo>
                <a:lnTo>
                  <a:pt x="4062096" y="186760"/>
                </a:lnTo>
                <a:lnTo>
                  <a:pt x="4060881" y="186713"/>
                </a:lnTo>
                <a:lnTo>
                  <a:pt x="4059696" y="186648"/>
                </a:lnTo>
                <a:lnTo>
                  <a:pt x="4058543" y="186565"/>
                </a:lnTo>
                <a:lnTo>
                  <a:pt x="4057420" y="186462"/>
                </a:lnTo>
                <a:lnTo>
                  <a:pt x="4056329" y="186341"/>
                </a:lnTo>
                <a:close/>
                <a:moveTo>
                  <a:pt x="3824164" y="51451"/>
                </a:moveTo>
                <a:lnTo>
                  <a:pt x="3824570" y="51046"/>
                </a:lnTo>
                <a:lnTo>
                  <a:pt x="3824983" y="50659"/>
                </a:lnTo>
                <a:lnTo>
                  <a:pt x="3825405" y="50288"/>
                </a:lnTo>
                <a:lnTo>
                  <a:pt x="3825833" y="49935"/>
                </a:lnTo>
                <a:lnTo>
                  <a:pt x="3826269" y="49599"/>
                </a:lnTo>
                <a:lnTo>
                  <a:pt x="3826713" y="49281"/>
                </a:lnTo>
                <a:lnTo>
                  <a:pt x="3827164" y="48979"/>
                </a:lnTo>
                <a:lnTo>
                  <a:pt x="3827623" y="48695"/>
                </a:lnTo>
                <a:lnTo>
                  <a:pt x="3828089" y="48428"/>
                </a:lnTo>
                <a:lnTo>
                  <a:pt x="3828563" y="48178"/>
                </a:lnTo>
                <a:lnTo>
                  <a:pt x="3829044" y="47946"/>
                </a:lnTo>
                <a:lnTo>
                  <a:pt x="3829533" y="47730"/>
                </a:lnTo>
                <a:lnTo>
                  <a:pt x="3830030" y="47532"/>
                </a:lnTo>
                <a:lnTo>
                  <a:pt x="3830533" y="47351"/>
                </a:lnTo>
                <a:lnTo>
                  <a:pt x="3831045" y="47188"/>
                </a:lnTo>
                <a:lnTo>
                  <a:pt x="3831564" y="47041"/>
                </a:lnTo>
                <a:lnTo>
                  <a:pt x="3832089" y="46906"/>
                </a:lnTo>
                <a:lnTo>
                  <a:pt x="3832618" y="46777"/>
                </a:lnTo>
                <a:lnTo>
                  <a:pt x="3833151" y="46654"/>
                </a:lnTo>
                <a:lnTo>
                  <a:pt x="3833689" y="46536"/>
                </a:lnTo>
                <a:lnTo>
                  <a:pt x="3834232" y="46424"/>
                </a:lnTo>
                <a:lnTo>
                  <a:pt x="3834778" y="46318"/>
                </a:lnTo>
                <a:lnTo>
                  <a:pt x="3835329" y="46217"/>
                </a:lnTo>
                <a:lnTo>
                  <a:pt x="3835885" y="46123"/>
                </a:lnTo>
                <a:lnTo>
                  <a:pt x="3836444" y="46034"/>
                </a:lnTo>
                <a:lnTo>
                  <a:pt x="3837008" y="45951"/>
                </a:lnTo>
                <a:lnTo>
                  <a:pt x="3837577" y="45873"/>
                </a:lnTo>
                <a:lnTo>
                  <a:pt x="3838150" y="45801"/>
                </a:lnTo>
                <a:lnTo>
                  <a:pt x="3838727" y="45735"/>
                </a:lnTo>
                <a:lnTo>
                  <a:pt x="3839308" y="45675"/>
                </a:lnTo>
                <a:lnTo>
                  <a:pt x="3839894" y="45620"/>
                </a:lnTo>
                <a:lnTo>
                  <a:pt x="3840484" y="45572"/>
                </a:lnTo>
                <a:lnTo>
                  <a:pt x="3841079" y="45528"/>
                </a:lnTo>
                <a:lnTo>
                  <a:pt x="3841678" y="45491"/>
                </a:lnTo>
                <a:lnTo>
                  <a:pt x="3842281" y="45460"/>
                </a:lnTo>
                <a:lnTo>
                  <a:pt x="3842889" y="45434"/>
                </a:lnTo>
                <a:lnTo>
                  <a:pt x="3843501" y="45414"/>
                </a:lnTo>
                <a:lnTo>
                  <a:pt x="3844117" y="45399"/>
                </a:lnTo>
                <a:lnTo>
                  <a:pt x="3844738" y="45391"/>
                </a:lnTo>
                <a:lnTo>
                  <a:pt x="3845363" y="45388"/>
                </a:lnTo>
                <a:lnTo>
                  <a:pt x="3845363" y="29308"/>
                </a:lnTo>
                <a:lnTo>
                  <a:pt x="3844372" y="29343"/>
                </a:lnTo>
                <a:lnTo>
                  <a:pt x="3843396" y="29390"/>
                </a:lnTo>
                <a:lnTo>
                  <a:pt x="3842434" y="29449"/>
                </a:lnTo>
                <a:lnTo>
                  <a:pt x="3841487" y="29520"/>
                </a:lnTo>
                <a:lnTo>
                  <a:pt x="3840554" y="29604"/>
                </a:lnTo>
                <a:lnTo>
                  <a:pt x="3839636" y="29700"/>
                </a:lnTo>
                <a:lnTo>
                  <a:pt x="3838732" y="29809"/>
                </a:lnTo>
                <a:lnTo>
                  <a:pt x="3837842" y="29929"/>
                </a:lnTo>
                <a:lnTo>
                  <a:pt x="3836967" y="30062"/>
                </a:lnTo>
                <a:lnTo>
                  <a:pt x="3836107" y="30207"/>
                </a:lnTo>
                <a:lnTo>
                  <a:pt x="3835261" y="30364"/>
                </a:lnTo>
                <a:lnTo>
                  <a:pt x="3834429" y="30534"/>
                </a:lnTo>
                <a:lnTo>
                  <a:pt x="3833612" y="30716"/>
                </a:lnTo>
                <a:lnTo>
                  <a:pt x="3832809" y="30910"/>
                </a:lnTo>
                <a:lnTo>
                  <a:pt x="3832021" y="31117"/>
                </a:lnTo>
                <a:lnTo>
                  <a:pt x="3831247" y="31336"/>
                </a:lnTo>
                <a:lnTo>
                  <a:pt x="3830488" y="31567"/>
                </a:lnTo>
                <a:lnTo>
                  <a:pt x="3829743" y="31810"/>
                </a:lnTo>
                <a:lnTo>
                  <a:pt x="3829012" y="32066"/>
                </a:lnTo>
                <a:lnTo>
                  <a:pt x="3828296" y="32333"/>
                </a:lnTo>
                <a:lnTo>
                  <a:pt x="3827595" y="32614"/>
                </a:lnTo>
                <a:lnTo>
                  <a:pt x="3826908" y="32906"/>
                </a:lnTo>
                <a:lnTo>
                  <a:pt x="3826235" y="33211"/>
                </a:lnTo>
                <a:lnTo>
                  <a:pt x="3825577" y="33528"/>
                </a:lnTo>
                <a:lnTo>
                  <a:pt x="3824932" y="33863"/>
                </a:lnTo>
                <a:lnTo>
                  <a:pt x="3824300" y="34221"/>
                </a:lnTo>
                <a:lnTo>
                  <a:pt x="3823680" y="34604"/>
                </a:lnTo>
                <a:lnTo>
                  <a:pt x="3823073" y="35010"/>
                </a:lnTo>
                <a:lnTo>
                  <a:pt x="3822478" y="35440"/>
                </a:lnTo>
                <a:lnTo>
                  <a:pt x="3821895" y="35894"/>
                </a:lnTo>
                <a:lnTo>
                  <a:pt x="3821325" y="36372"/>
                </a:lnTo>
                <a:lnTo>
                  <a:pt x="3820768" y="36873"/>
                </a:lnTo>
                <a:lnTo>
                  <a:pt x="3820223" y="37398"/>
                </a:lnTo>
                <a:lnTo>
                  <a:pt x="3819691" y="37947"/>
                </a:lnTo>
                <a:lnTo>
                  <a:pt x="3819171" y="38519"/>
                </a:lnTo>
                <a:lnTo>
                  <a:pt x="3818663" y="39116"/>
                </a:lnTo>
                <a:lnTo>
                  <a:pt x="3818168" y="39736"/>
                </a:lnTo>
                <a:lnTo>
                  <a:pt x="3817685" y="40380"/>
                </a:lnTo>
                <a:lnTo>
                  <a:pt x="3817215" y="41047"/>
                </a:lnTo>
                <a:lnTo>
                  <a:pt x="3816758" y="41739"/>
                </a:lnTo>
                <a:lnTo>
                  <a:pt x="3816312" y="42454"/>
                </a:lnTo>
                <a:lnTo>
                  <a:pt x="3815880" y="43193"/>
                </a:lnTo>
                <a:lnTo>
                  <a:pt x="3815459" y="43955"/>
                </a:lnTo>
                <a:lnTo>
                  <a:pt x="3815052" y="44742"/>
                </a:lnTo>
                <a:lnTo>
                  <a:pt x="3814656" y="45552"/>
                </a:lnTo>
                <a:lnTo>
                  <a:pt x="3814274" y="46386"/>
                </a:lnTo>
                <a:lnTo>
                  <a:pt x="3813903" y="47243"/>
                </a:lnTo>
                <a:lnTo>
                  <a:pt x="3813877" y="47309"/>
                </a:lnTo>
                <a:lnTo>
                  <a:pt x="3813459" y="47102"/>
                </a:lnTo>
                <a:lnTo>
                  <a:pt x="3812657" y="46730"/>
                </a:lnTo>
                <a:lnTo>
                  <a:pt x="3811839" y="46377"/>
                </a:lnTo>
                <a:lnTo>
                  <a:pt x="3811005" y="46042"/>
                </a:lnTo>
                <a:lnTo>
                  <a:pt x="3810154" y="45725"/>
                </a:lnTo>
                <a:lnTo>
                  <a:pt x="3809288" y="45426"/>
                </a:lnTo>
                <a:lnTo>
                  <a:pt x="3808406" y="45145"/>
                </a:lnTo>
                <a:lnTo>
                  <a:pt x="3807507" y="44882"/>
                </a:lnTo>
                <a:lnTo>
                  <a:pt x="3806593" y="44638"/>
                </a:lnTo>
                <a:lnTo>
                  <a:pt x="3805662" y="44411"/>
                </a:lnTo>
                <a:lnTo>
                  <a:pt x="3804716" y="44203"/>
                </a:lnTo>
                <a:lnTo>
                  <a:pt x="3803753" y="44013"/>
                </a:lnTo>
                <a:lnTo>
                  <a:pt x="3802775" y="43841"/>
                </a:lnTo>
                <a:lnTo>
                  <a:pt x="3801780" y="43687"/>
                </a:lnTo>
                <a:lnTo>
                  <a:pt x="3800770" y="43551"/>
                </a:lnTo>
                <a:lnTo>
                  <a:pt x="3799743" y="43433"/>
                </a:lnTo>
                <a:lnTo>
                  <a:pt x="3798700" y="43333"/>
                </a:lnTo>
                <a:lnTo>
                  <a:pt x="3797642" y="43252"/>
                </a:lnTo>
                <a:lnTo>
                  <a:pt x="3796567" y="43189"/>
                </a:lnTo>
                <a:lnTo>
                  <a:pt x="3795476" y="43143"/>
                </a:lnTo>
                <a:lnTo>
                  <a:pt x="3794369" y="43116"/>
                </a:lnTo>
                <a:lnTo>
                  <a:pt x="3793246" y="43107"/>
                </a:lnTo>
                <a:lnTo>
                  <a:pt x="3792151" y="43116"/>
                </a:lnTo>
                <a:lnTo>
                  <a:pt x="3791071" y="43143"/>
                </a:lnTo>
                <a:lnTo>
                  <a:pt x="3790004" y="43189"/>
                </a:lnTo>
                <a:lnTo>
                  <a:pt x="3788952" y="43252"/>
                </a:lnTo>
                <a:lnTo>
                  <a:pt x="3787915" y="43333"/>
                </a:lnTo>
                <a:lnTo>
                  <a:pt x="3786892" y="43433"/>
                </a:lnTo>
                <a:lnTo>
                  <a:pt x="3785884" y="43551"/>
                </a:lnTo>
                <a:lnTo>
                  <a:pt x="3784890" y="43687"/>
                </a:lnTo>
                <a:lnTo>
                  <a:pt x="3783910" y="43841"/>
                </a:lnTo>
                <a:lnTo>
                  <a:pt x="3782945" y="44013"/>
                </a:lnTo>
                <a:lnTo>
                  <a:pt x="3781995" y="44203"/>
                </a:lnTo>
                <a:lnTo>
                  <a:pt x="3781058" y="44411"/>
                </a:lnTo>
                <a:lnTo>
                  <a:pt x="3780137" y="44638"/>
                </a:lnTo>
                <a:lnTo>
                  <a:pt x="3779229" y="44882"/>
                </a:lnTo>
                <a:lnTo>
                  <a:pt x="3778337" y="45145"/>
                </a:lnTo>
                <a:lnTo>
                  <a:pt x="3777458" y="45426"/>
                </a:lnTo>
                <a:lnTo>
                  <a:pt x="3776594" y="45725"/>
                </a:lnTo>
                <a:lnTo>
                  <a:pt x="3775745" y="46042"/>
                </a:lnTo>
                <a:lnTo>
                  <a:pt x="3774910" y="46377"/>
                </a:lnTo>
                <a:lnTo>
                  <a:pt x="3774089" y="46730"/>
                </a:lnTo>
                <a:lnTo>
                  <a:pt x="3773283" y="47102"/>
                </a:lnTo>
                <a:lnTo>
                  <a:pt x="3772492" y="47491"/>
                </a:lnTo>
                <a:lnTo>
                  <a:pt x="3771714" y="47899"/>
                </a:lnTo>
                <a:lnTo>
                  <a:pt x="3770952" y="48324"/>
                </a:lnTo>
                <a:lnTo>
                  <a:pt x="3770204" y="48765"/>
                </a:lnTo>
                <a:lnTo>
                  <a:pt x="3769471" y="49218"/>
                </a:lnTo>
                <a:lnTo>
                  <a:pt x="3768753" y="49684"/>
                </a:lnTo>
                <a:lnTo>
                  <a:pt x="3768050" y="50162"/>
                </a:lnTo>
                <a:lnTo>
                  <a:pt x="3767362" y="50653"/>
                </a:lnTo>
                <a:lnTo>
                  <a:pt x="3766689" y="51156"/>
                </a:lnTo>
                <a:lnTo>
                  <a:pt x="3766032" y="51672"/>
                </a:lnTo>
                <a:lnTo>
                  <a:pt x="3765389" y="52200"/>
                </a:lnTo>
                <a:lnTo>
                  <a:pt x="3764761" y="52741"/>
                </a:lnTo>
                <a:lnTo>
                  <a:pt x="3764149" y="53294"/>
                </a:lnTo>
                <a:lnTo>
                  <a:pt x="3763551" y="53860"/>
                </a:lnTo>
                <a:lnTo>
                  <a:pt x="3762969" y="54438"/>
                </a:lnTo>
                <a:lnTo>
                  <a:pt x="3762401" y="55029"/>
                </a:lnTo>
                <a:lnTo>
                  <a:pt x="3761849" y="55632"/>
                </a:lnTo>
                <a:lnTo>
                  <a:pt x="3761312" y="56248"/>
                </a:lnTo>
                <a:lnTo>
                  <a:pt x="3760789" y="56876"/>
                </a:lnTo>
                <a:lnTo>
                  <a:pt x="3760282" y="57516"/>
                </a:lnTo>
                <a:lnTo>
                  <a:pt x="3759790" y="58170"/>
                </a:lnTo>
                <a:lnTo>
                  <a:pt x="3759313" y="58835"/>
                </a:lnTo>
                <a:lnTo>
                  <a:pt x="3758851" y="59514"/>
                </a:lnTo>
                <a:lnTo>
                  <a:pt x="3758404" y="60204"/>
                </a:lnTo>
                <a:lnTo>
                  <a:pt x="3757972" y="60907"/>
                </a:lnTo>
                <a:lnTo>
                  <a:pt x="3757555" y="61623"/>
                </a:lnTo>
                <a:lnTo>
                  <a:pt x="3757153" y="62351"/>
                </a:lnTo>
                <a:lnTo>
                  <a:pt x="3756767" y="63089"/>
                </a:lnTo>
                <a:lnTo>
                  <a:pt x="3756397" y="63833"/>
                </a:lnTo>
                <a:lnTo>
                  <a:pt x="3756044" y="64584"/>
                </a:lnTo>
                <a:lnTo>
                  <a:pt x="3755707" y="65343"/>
                </a:lnTo>
                <a:lnTo>
                  <a:pt x="3755386" y="66107"/>
                </a:lnTo>
                <a:lnTo>
                  <a:pt x="3755082" y="66879"/>
                </a:lnTo>
                <a:lnTo>
                  <a:pt x="3754795" y="67658"/>
                </a:lnTo>
                <a:lnTo>
                  <a:pt x="3754524" y="68443"/>
                </a:lnTo>
                <a:lnTo>
                  <a:pt x="3754269" y="69236"/>
                </a:lnTo>
                <a:lnTo>
                  <a:pt x="3754031" y="70035"/>
                </a:lnTo>
                <a:lnTo>
                  <a:pt x="3753809" y="70841"/>
                </a:lnTo>
                <a:lnTo>
                  <a:pt x="3753603" y="71654"/>
                </a:lnTo>
                <a:lnTo>
                  <a:pt x="3753414" y="72473"/>
                </a:lnTo>
                <a:lnTo>
                  <a:pt x="3753242" y="73300"/>
                </a:lnTo>
                <a:lnTo>
                  <a:pt x="3753086" y="74133"/>
                </a:lnTo>
                <a:lnTo>
                  <a:pt x="3752946" y="74973"/>
                </a:lnTo>
                <a:lnTo>
                  <a:pt x="3752823" y="75820"/>
                </a:lnTo>
                <a:lnTo>
                  <a:pt x="3752716" y="76674"/>
                </a:lnTo>
                <a:lnTo>
                  <a:pt x="3752626" y="77535"/>
                </a:lnTo>
                <a:lnTo>
                  <a:pt x="3752552" y="78402"/>
                </a:lnTo>
                <a:lnTo>
                  <a:pt x="3752494" y="79277"/>
                </a:lnTo>
                <a:lnTo>
                  <a:pt x="3752453" y="80158"/>
                </a:lnTo>
                <a:lnTo>
                  <a:pt x="3752428" y="81046"/>
                </a:lnTo>
                <a:lnTo>
                  <a:pt x="3752420" y="81941"/>
                </a:lnTo>
                <a:lnTo>
                  <a:pt x="3752428" y="82789"/>
                </a:lnTo>
                <a:lnTo>
                  <a:pt x="3752453" y="83631"/>
                </a:lnTo>
                <a:lnTo>
                  <a:pt x="3752493" y="84469"/>
                </a:lnTo>
                <a:lnTo>
                  <a:pt x="3752550" y="85302"/>
                </a:lnTo>
                <a:lnTo>
                  <a:pt x="3752623" y="86131"/>
                </a:lnTo>
                <a:lnTo>
                  <a:pt x="3752712" y="86954"/>
                </a:lnTo>
                <a:lnTo>
                  <a:pt x="3752818" y="87773"/>
                </a:lnTo>
                <a:lnTo>
                  <a:pt x="3752940" y="88586"/>
                </a:lnTo>
                <a:lnTo>
                  <a:pt x="3753078" y="89395"/>
                </a:lnTo>
                <a:lnTo>
                  <a:pt x="3753232" y="90199"/>
                </a:lnTo>
                <a:lnTo>
                  <a:pt x="3753402" y="90999"/>
                </a:lnTo>
                <a:lnTo>
                  <a:pt x="3753589" y="91793"/>
                </a:lnTo>
                <a:lnTo>
                  <a:pt x="3753792" y="92583"/>
                </a:lnTo>
                <a:lnTo>
                  <a:pt x="3754011" y="93368"/>
                </a:lnTo>
                <a:lnTo>
                  <a:pt x="3754247" y="94148"/>
                </a:lnTo>
                <a:lnTo>
                  <a:pt x="3754498" y="94923"/>
                </a:lnTo>
                <a:lnTo>
                  <a:pt x="3754766" y="95693"/>
                </a:lnTo>
                <a:lnTo>
                  <a:pt x="3755050" y="96458"/>
                </a:lnTo>
                <a:lnTo>
                  <a:pt x="3755351" y="97219"/>
                </a:lnTo>
                <a:lnTo>
                  <a:pt x="3755667" y="97975"/>
                </a:lnTo>
                <a:lnTo>
                  <a:pt x="3756000" y="98726"/>
                </a:lnTo>
                <a:lnTo>
                  <a:pt x="3756349" y="99472"/>
                </a:lnTo>
                <a:lnTo>
                  <a:pt x="3756714" y="100214"/>
                </a:lnTo>
                <a:lnTo>
                  <a:pt x="3757096" y="100950"/>
                </a:lnTo>
                <a:lnTo>
                  <a:pt x="3757493" y="101678"/>
                </a:lnTo>
                <a:lnTo>
                  <a:pt x="3757906" y="102394"/>
                </a:lnTo>
                <a:lnTo>
                  <a:pt x="3758334" y="103098"/>
                </a:lnTo>
                <a:lnTo>
                  <a:pt x="3758778" y="103790"/>
                </a:lnTo>
                <a:lnTo>
                  <a:pt x="3759237" y="104470"/>
                </a:lnTo>
                <a:lnTo>
                  <a:pt x="3759712" y="105138"/>
                </a:lnTo>
                <a:lnTo>
                  <a:pt x="3760202" y="105793"/>
                </a:lnTo>
                <a:lnTo>
                  <a:pt x="3760707" y="106437"/>
                </a:lnTo>
                <a:lnTo>
                  <a:pt x="3761228" y="107069"/>
                </a:lnTo>
                <a:lnTo>
                  <a:pt x="3761764" y="107688"/>
                </a:lnTo>
                <a:lnTo>
                  <a:pt x="3762316" y="108296"/>
                </a:lnTo>
                <a:lnTo>
                  <a:pt x="3762883" y="108891"/>
                </a:lnTo>
                <a:lnTo>
                  <a:pt x="3763466" y="109474"/>
                </a:lnTo>
                <a:lnTo>
                  <a:pt x="3764064" y="110046"/>
                </a:lnTo>
                <a:lnTo>
                  <a:pt x="3764678" y="110605"/>
                </a:lnTo>
                <a:lnTo>
                  <a:pt x="3765307" y="111152"/>
                </a:lnTo>
                <a:lnTo>
                  <a:pt x="3765951" y="111687"/>
                </a:lnTo>
                <a:lnTo>
                  <a:pt x="3766611" y="112210"/>
                </a:lnTo>
                <a:lnTo>
                  <a:pt x="3767187" y="112646"/>
                </a:lnTo>
                <a:lnTo>
                  <a:pt x="3766796" y="112805"/>
                </a:lnTo>
                <a:lnTo>
                  <a:pt x="3766067" y="113119"/>
                </a:lnTo>
                <a:lnTo>
                  <a:pt x="3765357" y="113439"/>
                </a:lnTo>
                <a:lnTo>
                  <a:pt x="3764667" y="113767"/>
                </a:lnTo>
                <a:lnTo>
                  <a:pt x="3763996" y="114102"/>
                </a:lnTo>
                <a:lnTo>
                  <a:pt x="3763344" y="114444"/>
                </a:lnTo>
                <a:lnTo>
                  <a:pt x="3762712" y="114794"/>
                </a:lnTo>
                <a:lnTo>
                  <a:pt x="3762099" y="115150"/>
                </a:lnTo>
                <a:lnTo>
                  <a:pt x="3761506" y="115513"/>
                </a:lnTo>
                <a:lnTo>
                  <a:pt x="3760932" y="115884"/>
                </a:lnTo>
                <a:lnTo>
                  <a:pt x="3760378" y="116262"/>
                </a:lnTo>
                <a:lnTo>
                  <a:pt x="3759842" y="116647"/>
                </a:lnTo>
                <a:lnTo>
                  <a:pt x="3759327" y="117039"/>
                </a:lnTo>
                <a:lnTo>
                  <a:pt x="3758830" y="117438"/>
                </a:lnTo>
                <a:lnTo>
                  <a:pt x="3758353" y="117845"/>
                </a:lnTo>
                <a:lnTo>
                  <a:pt x="3757896" y="118258"/>
                </a:lnTo>
                <a:lnTo>
                  <a:pt x="3757458" y="118679"/>
                </a:lnTo>
                <a:lnTo>
                  <a:pt x="3757039" y="119107"/>
                </a:lnTo>
                <a:lnTo>
                  <a:pt x="3756640" y="119542"/>
                </a:lnTo>
                <a:lnTo>
                  <a:pt x="3756258" y="119981"/>
                </a:lnTo>
                <a:lnTo>
                  <a:pt x="3755893" y="120419"/>
                </a:lnTo>
                <a:lnTo>
                  <a:pt x="3755544" y="120857"/>
                </a:lnTo>
                <a:lnTo>
                  <a:pt x="3755211" y="121296"/>
                </a:lnTo>
                <a:lnTo>
                  <a:pt x="3754894" y="121734"/>
                </a:lnTo>
                <a:lnTo>
                  <a:pt x="3754594" y="122172"/>
                </a:lnTo>
                <a:lnTo>
                  <a:pt x="3754310" y="122611"/>
                </a:lnTo>
                <a:lnTo>
                  <a:pt x="3754042" y="123049"/>
                </a:lnTo>
                <a:lnTo>
                  <a:pt x="3753790" y="123487"/>
                </a:lnTo>
                <a:lnTo>
                  <a:pt x="3753555" y="123926"/>
                </a:lnTo>
                <a:lnTo>
                  <a:pt x="3753336" y="124364"/>
                </a:lnTo>
                <a:lnTo>
                  <a:pt x="3753133" y="124802"/>
                </a:lnTo>
                <a:lnTo>
                  <a:pt x="3752946" y="125241"/>
                </a:lnTo>
                <a:lnTo>
                  <a:pt x="3752776" y="125679"/>
                </a:lnTo>
                <a:lnTo>
                  <a:pt x="3752621" y="126117"/>
                </a:lnTo>
                <a:lnTo>
                  <a:pt x="3752484" y="126556"/>
                </a:lnTo>
                <a:lnTo>
                  <a:pt x="3752362" y="126994"/>
                </a:lnTo>
                <a:lnTo>
                  <a:pt x="3752256" y="127432"/>
                </a:lnTo>
                <a:lnTo>
                  <a:pt x="3752167" y="127871"/>
                </a:lnTo>
                <a:lnTo>
                  <a:pt x="3752094" y="128309"/>
                </a:lnTo>
                <a:lnTo>
                  <a:pt x="3752037" y="128747"/>
                </a:lnTo>
                <a:lnTo>
                  <a:pt x="3751996" y="129186"/>
                </a:lnTo>
                <a:lnTo>
                  <a:pt x="3751972" y="129624"/>
                </a:lnTo>
                <a:lnTo>
                  <a:pt x="3751964" y="130062"/>
                </a:lnTo>
                <a:lnTo>
                  <a:pt x="3751969" y="130359"/>
                </a:lnTo>
                <a:lnTo>
                  <a:pt x="3751982" y="130658"/>
                </a:lnTo>
                <a:lnTo>
                  <a:pt x="3752005" y="130959"/>
                </a:lnTo>
                <a:lnTo>
                  <a:pt x="3752037" y="131262"/>
                </a:lnTo>
                <a:lnTo>
                  <a:pt x="3752078" y="131567"/>
                </a:lnTo>
                <a:lnTo>
                  <a:pt x="3752128" y="131875"/>
                </a:lnTo>
                <a:lnTo>
                  <a:pt x="3752187" y="132184"/>
                </a:lnTo>
                <a:lnTo>
                  <a:pt x="3752255" y="132496"/>
                </a:lnTo>
                <a:lnTo>
                  <a:pt x="3752333" y="132811"/>
                </a:lnTo>
                <a:lnTo>
                  <a:pt x="3752419" y="133127"/>
                </a:lnTo>
                <a:lnTo>
                  <a:pt x="3752515" y="133445"/>
                </a:lnTo>
                <a:lnTo>
                  <a:pt x="3752620" y="133766"/>
                </a:lnTo>
                <a:lnTo>
                  <a:pt x="3752734" y="134089"/>
                </a:lnTo>
                <a:lnTo>
                  <a:pt x="3752857" y="134414"/>
                </a:lnTo>
                <a:lnTo>
                  <a:pt x="3752989" y="134741"/>
                </a:lnTo>
                <a:lnTo>
                  <a:pt x="3753130" y="135071"/>
                </a:lnTo>
                <a:lnTo>
                  <a:pt x="3753280" y="135402"/>
                </a:lnTo>
                <a:lnTo>
                  <a:pt x="3753439" y="135736"/>
                </a:lnTo>
                <a:lnTo>
                  <a:pt x="3753608" y="136072"/>
                </a:lnTo>
                <a:lnTo>
                  <a:pt x="3753785" y="136410"/>
                </a:lnTo>
                <a:lnTo>
                  <a:pt x="3753972" y="136751"/>
                </a:lnTo>
                <a:lnTo>
                  <a:pt x="3754168" y="137093"/>
                </a:lnTo>
                <a:lnTo>
                  <a:pt x="3754373" y="137438"/>
                </a:lnTo>
                <a:lnTo>
                  <a:pt x="3754587" y="137785"/>
                </a:lnTo>
                <a:lnTo>
                  <a:pt x="3754812" y="138131"/>
                </a:lnTo>
                <a:lnTo>
                  <a:pt x="3755049" y="138473"/>
                </a:lnTo>
                <a:lnTo>
                  <a:pt x="3755300" y="138811"/>
                </a:lnTo>
                <a:lnTo>
                  <a:pt x="3755563" y="139146"/>
                </a:lnTo>
                <a:lnTo>
                  <a:pt x="3755838" y="139477"/>
                </a:lnTo>
                <a:lnTo>
                  <a:pt x="3756126" y="139804"/>
                </a:lnTo>
                <a:lnTo>
                  <a:pt x="3756427" y="140127"/>
                </a:lnTo>
                <a:lnTo>
                  <a:pt x="3756741" y="140447"/>
                </a:lnTo>
                <a:lnTo>
                  <a:pt x="3757067" y="140762"/>
                </a:lnTo>
                <a:lnTo>
                  <a:pt x="3757406" y="141075"/>
                </a:lnTo>
                <a:lnTo>
                  <a:pt x="3757758" y="141383"/>
                </a:lnTo>
                <a:lnTo>
                  <a:pt x="3758122" y="141687"/>
                </a:lnTo>
                <a:lnTo>
                  <a:pt x="3758499" y="141988"/>
                </a:lnTo>
                <a:lnTo>
                  <a:pt x="3758889" y="142285"/>
                </a:lnTo>
                <a:lnTo>
                  <a:pt x="3759291" y="142578"/>
                </a:lnTo>
                <a:lnTo>
                  <a:pt x="3759706" y="142868"/>
                </a:lnTo>
                <a:lnTo>
                  <a:pt x="3760134" y="143153"/>
                </a:lnTo>
                <a:lnTo>
                  <a:pt x="3760574" y="143435"/>
                </a:lnTo>
                <a:lnTo>
                  <a:pt x="3761027" y="143713"/>
                </a:lnTo>
                <a:lnTo>
                  <a:pt x="3761493" y="143988"/>
                </a:lnTo>
                <a:lnTo>
                  <a:pt x="3761971" y="144259"/>
                </a:lnTo>
                <a:lnTo>
                  <a:pt x="3762462" y="144525"/>
                </a:lnTo>
                <a:lnTo>
                  <a:pt x="3762966" y="144789"/>
                </a:lnTo>
                <a:lnTo>
                  <a:pt x="3763482" y="145048"/>
                </a:lnTo>
                <a:lnTo>
                  <a:pt x="3764013" y="145301"/>
                </a:lnTo>
                <a:lnTo>
                  <a:pt x="3764561" y="145545"/>
                </a:lnTo>
                <a:lnTo>
                  <a:pt x="3765125" y="145779"/>
                </a:lnTo>
                <a:lnTo>
                  <a:pt x="3765706" y="146005"/>
                </a:lnTo>
                <a:lnTo>
                  <a:pt x="3766011" y="146115"/>
                </a:lnTo>
                <a:lnTo>
                  <a:pt x="3765977" y="146129"/>
                </a:lnTo>
                <a:lnTo>
                  <a:pt x="3764926" y="146587"/>
                </a:lnTo>
                <a:lnTo>
                  <a:pt x="3763906" y="147061"/>
                </a:lnTo>
                <a:lnTo>
                  <a:pt x="3762918" y="147550"/>
                </a:lnTo>
                <a:lnTo>
                  <a:pt x="3761961" y="148055"/>
                </a:lnTo>
                <a:lnTo>
                  <a:pt x="3761036" y="148576"/>
                </a:lnTo>
                <a:lnTo>
                  <a:pt x="3760143" y="149112"/>
                </a:lnTo>
                <a:lnTo>
                  <a:pt x="3759281" y="149664"/>
                </a:lnTo>
                <a:lnTo>
                  <a:pt x="3758450" y="150232"/>
                </a:lnTo>
                <a:lnTo>
                  <a:pt x="3757651" y="150815"/>
                </a:lnTo>
                <a:lnTo>
                  <a:pt x="3756883" y="151414"/>
                </a:lnTo>
                <a:lnTo>
                  <a:pt x="3756147" y="152029"/>
                </a:lnTo>
                <a:lnTo>
                  <a:pt x="3755442" y="152660"/>
                </a:lnTo>
                <a:lnTo>
                  <a:pt x="3754768" y="153302"/>
                </a:lnTo>
                <a:lnTo>
                  <a:pt x="3754122" y="153952"/>
                </a:lnTo>
                <a:lnTo>
                  <a:pt x="3753504" y="154609"/>
                </a:lnTo>
                <a:lnTo>
                  <a:pt x="3752916" y="155274"/>
                </a:lnTo>
                <a:lnTo>
                  <a:pt x="3752356" y="155947"/>
                </a:lnTo>
                <a:lnTo>
                  <a:pt x="3751825" y="156627"/>
                </a:lnTo>
                <a:lnTo>
                  <a:pt x="3751323" y="157315"/>
                </a:lnTo>
                <a:lnTo>
                  <a:pt x="3750849" y="158011"/>
                </a:lnTo>
                <a:lnTo>
                  <a:pt x="3750404" y="158715"/>
                </a:lnTo>
                <a:lnTo>
                  <a:pt x="3749988" y="159426"/>
                </a:lnTo>
                <a:lnTo>
                  <a:pt x="3749600" y="160144"/>
                </a:lnTo>
                <a:lnTo>
                  <a:pt x="3749241" y="160871"/>
                </a:lnTo>
                <a:lnTo>
                  <a:pt x="3748911" y="161605"/>
                </a:lnTo>
                <a:lnTo>
                  <a:pt x="3748610" y="162347"/>
                </a:lnTo>
                <a:lnTo>
                  <a:pt x="3748337" y="163096"/>
                </a:lnTo>
                <a:lnTo>
                  <a:pt x="3748093" y="163853"/>
                </a:lnTo>
                <a:lnTo>
                  <a:pt x="3747878" y="164618"/>
                </a:lnTo>
                <a:lnTo>
                  <a:pt x="3747691" y="165391"/>
                </a:lnTo>
                <a:lnTo>
                  <a:pt x="3747533" y="166171"/>
                </a:lnTo>
                <a:lnTo>
                  <a:pt x="3747404" y="166959"/>
                </a:lnTo>
                <a:lnTo>
                  <a:pt x="3747304" y="167754"/>
                </a:lnTo>
                <a:lnTo>
                  <a:pt x="3747232" y="168557"/>
                </a:lnTo>
                <a:lnTo>
                  <a:pt x="3747189" y="169368"/>
                </a:lnTo>
                <a:lnTo>
                  <a:pt x="3747174" y="170187"/>
                </a:lnTo>
                <a:lnTo>
                  <a:pt x="3747182" y="170861"/>
                </a:lnTo>
                <a:lnTo>
                  <a:pt x="3747206" y="171532"/>
                </a:lnTo>
                <a:lnTo>
                  <a:pt x="3747246" y="172199"/>
                </a:lnTo>
                <a:lnTo>
                  <a:pt x="3747303" y="172862"/>
                </a:lnTo>
                <a:lnTo>
                  <a:pt x="3747375" y="173520"/>
                </a:lnTo>
                <a:lnTo>
                  <a:pt x="3747463" y="174175"/>
                </a:lnTo>
                <a:lnTo>
                  <a:pt x="3747567" y="174826"/>
                </a:lnTo>
                <a:lnTo>
                  <a:pt x="3747687" y="175472"/>
                </a:lnTo>
                <a:lnTo>
                  <a:pt x="3747824" y="176115"/>
                </a:lnTo>
                <a:lnTo>
                  <a:pt x="3747976" y="176754"/>
                </a:lnTo>
                <a:lnTo>
                  <a:pt x="3748145" y="177388"/>
                </a:lnTo>
                <a:lnTo>
                  <a:pt x="3748329" y="178019"/>
                </a:lnTo>
                <a:lnTo>
                  <a:pt x="3748529" y="178645"/>
                </a:lnTo>
                <a:lnTo>
                  <a:pt x="3748746" y="179268"/>
                </a:lnTo>
                <a:lnTo>
                  <a:pt x="3748978" y="179886"/>
                </a:lnTo>
                <a:lnTo>
                  <a:pt x="3749227" y="180501"/>
                </a:lnTo>
                <a:lnTo>
                  <a:pt x="3749492" y="181111"/>
                </a:lnTo>
                <a:lnTo>
                  <a:pt x="3749772" y="181718"/>
                </a:lnTo>
                <a:lnTo>
                  <a:pt x="3750069" y="182320"/>
                </a:lnTo>
                <a:lnTo>
                  <a:pt x="3750382" y="182919"/>
                </a:lnTo>
                <a:lnTo>
                  <a:pt x="3750710" y="183513"/>
                </a:lnTo>
                <a:lnTo>
                  <a:pt x="3751055" y="184103"/>
                </a:lnTo>
                <a:lnTo>
                  <a:pt x="3751416" y="184690"/>
                </a:lnTo>
                <a:lnTo>
                  <a:pt x="3751793" y="185272"/>
                </a:lnTo>
                <a:lnTo>
                  <a:pt x="3752188" y="185848"/>
                </a:lnTo>
                <a:lnTo>
                  <a:pt x="3752603" y="186414"/>
                </a:lnTo>
                <a:lnTo>
                  <a:pt x="3753038" y="186970"/>
                </a:lnTo>
                <a:lnTo>
                  <a:pt x="3753492" y="187517"/>
                </a:lnTo>
                <a:lnTo>
                  <a:pt x="3753967" y="188054"/>
                </a:lnTo>
                <a:lnTo>
                  <a:pt x="3754462" y="188581"/>
                </a:lnTo>
                <a:lnTo>
                  <a:pt x="3754977" y="189099"/>
                </a:lnTo>
                <a:lnTo>
                  <a:pt x="3755512" y="189607"/>
                </a:lnTo>
                <a:lnTo>
                  <a:pt x="3756067" y="190105"/>
                </a:lnTo>
                <a:lnTo>
                  <a:pt x="3756642" y="190593"/>
                </a:lnTo>
                <a:lnTo>
                  <a:pt x="3757236" y="191072"/>
                </a:lnTo>
                <a:lnTo>
                  <a:pt x="3757851" y="191541"/>
                </a:lnTo>
                <a:lnTo>
                  <a:pt x="3758486" y="192001"/>
                </a:lnTo>
                <a:lnTo>
                  <a:pt x="3759141" y="192451"/>
                </a:lnTo>
                <a:lnTo>
                  <a:pt x="3759816" y="192891"/>
                </a:lnTo>
                <a:lnTo>
                  <a:pt x="3760511" y="193321"/>
                </a:lnTo>
                <a:lnTo>
                  <a:pt x="3761225" y="193742"/>
                </a:lnTo>
                <a:lnTo>
                  <a:pt x="3761960" y="194153"/>
                </a:lnTo>
                <a:lnTo>
                  <a:pt x="3762715" y="194554"/>
                </a:lnTo>
                <a:lnTo>
                  <a:pt x="3763490" y="194946"/>
                </a:lnTo>
                <a:lnTo>
                  <a:pt x="3764285" y="195328"/>
                </a:lnTo>
                <a:lnTo>
                  <a:pt x="3765100" y="195700"/>
                </a:lnTo>
                <a:lnTo>
                  <a:pt x="3765934" y="196063"/>
                </a:lnTo>
                <a:lnTo>
                  <a:pt x="3766789" y="196416"/>
                </a:lnTo>
                <a:lnTo>
                  <a:pt x="3767666" y="196757"/>
                </a:lnTo>
                <a:lnTo>
                  <a:pt x="3768566" y="197083"/>
                </a:lnTo>
                <a:lnTo>
                  <a:pt x="3769490" y="197395"/>
                </a:lnTo>
                <a:lnTo>
                  <a:pt x="3770438" y="197693"/>
                </a:lnTo>
                <a:lnTo>
                  <a:pt x="3771410" y="197976"/>
                </a:lnTo>
                <a:lnTo>
                  <a:pt x="3772406" y="198245"/>
                </a:lnTo>
                <a:lnTo>
                  <a:pt x="3773425" y="198499"/>
                </a:lnTo>
                <a:lnTo>
                  <a:pt x="3774468" y="198738"/>
                </a:lnTo>
                <a:lnTo>
                  <a:pt x="3775535" y="198963"/>
                </a:lnTo>
                <a:lnTo>
                  <a:pt x="3776625" y="199174"/>
                </a:lnTo>
                <a:lnTo>
                  <a:pt x="3777739" y="199369"/>
                </a:lnTo>
                <a:lnTo>
                  <a:pt x="3778877" y="199551"/>
                </a:lnTo>
                <a:lnTo>
                  <a:pt x="3780039" y="199718"/>
                </a:lnTo>
                <a:lnTo>
                  <a:pt x="3781225" y="199870"/>
                </a:lnTo>
                <a:lnTo>
                  <a:pt x="3782434" y="200008"/>
                </a:lnTo>
                <a:lnTo>
                  <a:pt x="3783667" y="200131"/>
                </a:lnTo>
                <a:lnTo>
                  <a:pt x="3784924" y="200240"/>
                </a:lnTo>
                <a:lnTo>
                  <a:pt x="3786204" y="200335"/>
                </a:lnTo>
                <a:lnTo>
                  <a:pt x="3787509" y="200415"/>
                </a:lnTo>
                <a:lnTo>
                  <a:pt x="3788837" y="200480"/>
                </a:lnTo>
                <a:lnTo>
                  <a:pt x="3790189" y="200531"/>
                </a:lnTo>
                <a:lnTo>
                  <a:pt x="3791564" y="200567"/>
                </a:lnTo>
                <a:lnTo>
                  <a:pt x="3792964" y="200589"/>
                </a:lnTo>
                <a:lnTo>
                  <a:pt x="3794387" y="200596"/>
                </a:lnTo>
                <a:lnTo>
                  <a:pt x="3796447" y="200579"/>
                </a:lnTo>
                <a:lnTo>
                  <a:pt x="3798466" y="200528"/>
                </a:lnTo>
                <a:lnTo>
                  <a:pt x="3800443" y="200443"/>
                </a:lnTo>
                <a:lnTo>
                  <a:pt x="3802379" y="200324"/>
                </a:lnTo>
                <a:lnTo>
                  <a:pt x="3804273" y="200170"/>
                </a:lnTo>
                <a:lnTo>
                  <a:pt x="3806126" y="199983"/>
                </a:lnTo>
                <a:lnTo>
                  <a:pt x="3807937" y="199762"/>
                </a:lnTo>
                <a:lnTo>
                  <a:pt x="3809706" y="199506"/>
                </a:lnTo>
                <a:lnTo>
                  <a:pt x="3811434" y="199217"/>
                </a:lnTo>
                <a:lnTo>
                  <a:pt x="3813120" y="198893"/>
                </a:lnTo>
                <a:lnTo>
                  <a:pt x="3814765" y="198536"/>
                </a:lnTo>
                <a:lnTo>
                  <a:pt x="3816368" y="198144"/>
                </a:lnTo>
                <a:lnTo>
                  <a:pt x="3817929" y="197718"/>
                </a:lnTo>
                <a:lnTo>
                  <a:pt x="3819449" y="197259"/>
                </a:lnTo>
                <a:lnTo>
                  <a:pt x="3820928" y="196765"/>
                </a:lnTo>
                <a:lnTo>
                  <a:pt x="3822365" y="196237"/>
                </a:lnTo>
                <a:lnTo>
                  <a:pt x="3823760" y="195675"/>
                </a:lnTo>
                <a:lnTo>
                  <a:pt x="3825113" y="195079"/>
                </a:lnTo>
                <a:lnTo>
                  <a:pt x="3826425" y="194449"/>
                </a:lnTo>
                <a:lnTo>
                  <a:pt x="3827696" y="193785"/>
                </a:lnTo>
                <a:lnTo>
                  <a:pt x="3828925" y="193087"/>
                </a:lnTo>
                <a:lnTo>
                  <a:pt x="3830112" y="192355"/>
                </a:lnTo>
                <a:lnTo>
                  <a:pt x="3831258" y="191589"/>
                </a:lnTo>
                <a:lnTo>
                  <a:pt x="3832362" y="190789"/>
                </a:lnTo>
                <a:lnTo>
                  <a:pt x="3833423" y="189962"/>
                </a:lnTo>
                <a:lnTo>
                  <a:pt x="3834439" y="189116"/>
                </a:lnTo>
                <a:lnTo>
                  <a:pt x="3835409" y="188250"/>
                </a:lnTo>
                <a:lnTo>
                  <a:pt x="3836334" y="187366"/>
                </a:lnTo>
                <a:lnTo>
                  <a:pt x="3837215" y="186463"/>
                </a:lnTo>
                <a:lnTo>
                  <a:pt x="3838050" y="185540"/>
                </a:lnTo>
                <a:lnTo>
                  <a:pt x="3838840" y="184598"/>
                </a:lnTo>
                <a:lnTo>
                  <a:pt x="3839585" y="183637"/>
                </a:lnTo>
                <a:lnTo>
                  <a:pt x="3840284" y="182657"/>
                </a:lnTo>
                <a:lnTo>
                  <a:pt x="3840939" y="181658"/>
                </a:lnTo>
                <a:lnTo>
                  <a:pt x="3841548" y="180640"/>
                </a:lnTo>
                <a:lnTo>
                  <a:pt x="3842112" y="179602"/>
                </a:lnTo>
                <a:lnTo>
                  <a:pt x="3842632" y="178545"/>
                </a:lnTo>
                <a:lnTo>
                  <a:pt x="3843106" y="177469"/>
                </a:lnTo>
                <a:lnTo>
                  <a:pt x="3843534" y="176374"/>
                </a:lnTo>
                <a:lnTo>
                  <a:pt x="3843918" y="175260"/>
                </a:lnTo>
                <a:lnTo>
                  <a:pt x="3844257" y="174127"/>
                </a:lnTo>
                <a:lnTo>
                  <a:pt x="3844550" y="172974"/>
                </a:lnTo>
                <a:lnTo>
                  <a:pt x="3844798" y="171803"/>
                </a:lnTo>
                <a:lnTo>
                  <a:pt x="3845001" y="170612"/>
                </a:lnTo>
                <a:lnTo>
                  <a:pt x="3845159" y="169402"/>
                </a:lnTo>
                <a:lnTo>
                  <a:pt x="3845272" y="168173"/>
                </a:lnTo>
                <a:lnTo>
                  <a:pt x="3845340" y="166924"/>
                </a:lnTo>
                <a:lnTo>
                  <a:pt x="3845363" y="165657"/>
                </a:lnTo>
                <a:lnTo>
                  <a:pt x="3845343" y="164385"/>
                </a:lnTo>
                <a:lnTo>
                  <a:pt x="3845285" y="163140"/>
                </a:lnTo>
                <a:lnTo>
                  <a:pt x="3845189" y="161924"/>
                </a:lnTo>
                <a:lnTo>
                  <a:pt x="3845054" y="160735"/>
                </a:lnTo>
                <a:lnTo>
                  <a:pt x="3844880" y="159575"/>
                </a:lnTo>
                <a:lnTo>
                  <a:pt x="3844668" y="158442"/>
                </a:lnTo>
                <a:lnTo>
                  <a:pt x="3844417" y="157338"/>
                </a:lnTo>
                <a:lnTo>
                  <a:pt x="3844127" y="156261"/>
                </a:lnTo>
                <a:lnTo>
                  <a:pt x="3843799" y="155213"/>
                </a:lnTo>
                <a:lnTo>
                  <a:pt x="3843432" y="154193"/>
                </a:lnTo>
                <a:lnTo>
                  <a:pt x="3843027" y="153200"/>
                </a:lnTo>
                <a:lnTo>
                  <a:pt x="3842583" y="152236"/>
                </a:lnTo>
                <a:lnTo>
                  <a:pt x="3842100" y="151300"/>
                </a:lnTo>
                <a:lnTo>
                  <a:pt x="3841579" y="150391"/>
                </a:lnTo>
                <a:lnTo>
                  <a:pt x="3841019" y="149511"/>
                </a:lnTo>
                <a:lnTo>
                  <a:pt x="3840421" y="148659"/>
                </a:lnTo>
                <a:lnTo>
                  <a:pt x="3839784" y="147834"/>
                </a:lnTo>
                <a:lnTo>
                  <a:pt x="3839108" y="147038"/>
                </a:lnTo>
                <a:lnTo>
                  <a:pt x="3838394" y="146270"/>
                </a:lnTo>
                <a:lnTo>
                  <a:pt x="3837641" y="145530"/>
                </a:lnTo>
                <a:lnTo>
                  <a:pt x="3836850" y="144818"/>
                </a:lnTo>
                <a:lnTo>
                  <a:pt x="3836020" y="144133"/>
                </a:lnTo>
                <a:lnTo>
                  <a:pt x="3835151" y="143477"/>
                </a:lnTo>
                <a:lnTo>
                  <a:pt x="3834244" y="142849"/>
                </a:lnTo>
                <a:lnTo>
                  <a:pt x="3833291" y="142248"/>
                </a:lnTo>
                <a:lnTo>
                  <a:pt x="3832288" y="141672"/>
                </a:lnTo>
                <a:lnTo>
                  <a:pt x="3831233" y="141122"/>
                </a:lnTo>
                <a:lnTo>
                  <a:pt x="3830127" y="140597"/>
                </a:lnTo>
                <a:lnTo>
                  <a:pt x="3828970" y="140098"/>
                </a:lnTo>
                <a:lnTo>
                  <a:pt x="3827761" y="139625"/>
                </a:lnTo>
                <a:lnTo>
                  <a:pt x="3826501" y="139177"/>
                </a:lnTo>
                <a:lnTo>
                  <a:pt x="3825190" y="138755"/>
                </a:lnTo>
                <a:lnTo>
                  <a:pt x="3823828" y="138358"/>
                </a:lnTo>
                <a:lnTo>
                  <a:pt x="3822414" y="137987"/>
                </a:lnTo>
                <a:lnTo>
                  <a:pt x="3820949" y="137642"/>
                </a:lnTo>
                <a:lnTo>
                  <a:pt x="3819433" y="137322"/>
                </a:lnTo>
                <a:lnTo>
                  <a:pt x="3817865" y="137027"/>
                </a:lnTo>
                <a:lnTo>
                  <a:pt x="3816246" y="136759"/>
                </a:lnTo>
                <a:lnTo>
                  <a:pt x="3814576" y="136516"/>
                </a:lnTo>
                <a:lnTo>
                  <a:pt x="3812855" y="136298"/>
                </a:lnTo>
                <a:lnTo>
                  <a:pt x="3811082" y="136106"/>
                </a:lnTo>
                <a:lnTo>
                  <a:pt x="3809258" y="135940"/>
                </a:lnTo>
                <a:lnTo>
                  <a:pt x="3807383" y="135799"/>
                </a:lnTo>
                <a:lnTo>
                  <a:pt x="3805457" y="135684"/>
                </a:lnTo>
                <a:lnTo>
                  <a:pt x="3803479" y="135594"/>
                </a:lnTo>
                <a:lnTo>
                  <a:pt x="3801450" y="135530"/>
                </a:lnTo>
                <a:lnTo>
                  <a:pt x="3799369" y="135492"/>
                </a:lnTo>
                <a:lnTo>
                  <a:pt x="3797238" y="135479"/>
                </a:lnTo>
                <a:lnTo>
                  <a:pt x="3790966" y="135479"/>
                </a:lnTo>
                <a:lnTo>
                  <a:pt x="3790250" y="135468"/>
                </a:lnTo>
                <a:lnTo>
                  <a:pt x="3789546" y="135454"/>
                </a:lnTo>
                <a:lnTo>
                  <a:pt x="3788856" y="135436"/>
                </a:lnTo>
                <a:lnTo>
                  <a:pt x="3788178" y="135416"/>
                </a:lnTo>
                <a:lnTo>
                  <a:pt x="3787513" y="135392"/>
                </a:lnTo>
                <a:lnTo>
                  <a:pt x="3786860" y="135365"/>
                </a:lnTo>
                <a:lnTo>
                  <a:pt x="3786220" y="135335"/>
                </a:lnTo>
                <a:lnTo>
                  <a:pt x="3785593" y="135301"/>
                </a:lnTo>
                <a:lnTo>
                  <a:pt x="3784979" y="135264"/>
                </a:lnTo>
                <a:lnTo>
                  <a:pt x="3784377" y="135225"/>
                </a:lnTo>
                <a:lnTo>
                  <a:pt x="3783787" y="135182"/>
                </a:lnTo>
                <a:lnTo>
                  <a:pt x="3783211" y="135135"/>
                </a:lnTo>
                <a:lnTo>
                  <a:pt x="3782647" y="135086"/>
                </a:lnTo>
                <a:lnTo>
                  <a:pt x="3782096" y="135033"/>
                </a:lnTo>
                <a:lnTo>
                  <a:pt x="3781557" y="134978"/>
                </a:lnTo>
                <a:lnTo>
                  <a:pt x="3781031" y="134919"/>
                </a:lnTo>
                <a:lnTo>
                  <a:pt x="3780518" y="134856"/>
                </a:lnTo>
                <a:lnTo>
                  <a:pt x="3780018" y="134791"/>
                </a:lnTo>
                <a:lnTo>
                  <a:pt x="3779530" y="134722"/>
                </a:lnTo>
                <a:lnTo>
                  <a:pt x="3779055" y="134651"/>
                </a:lnTo>
                <a:lnTo>
                  <a:pt x="3778592" y="134576"/>
                </a:lnTo>
                <a:lnTo>
                  <a:pt x="3778142" y="134498"/>
                </a:lnTo>
                <a:lnTo>
                  <a:pt x="3777705" y="134416"/>
                </a:lnTo>
                <a:lnTo>
                  <a:pt x="3777281" y="134332"/>
                </a:lnTo>
                <a:lnTo>
                  <a:pt x="3776868" y="134244"/>
                </a:lnTo>
                <a:lnTo>
                  <a:pt x="3776465" y="134154"/>
                </a:lnTo>
                <a:lnTo>
                  <a:pt x="3776073" y="134062"/>
                </a:lnTo>
                <a:lnTo>
                  <a:pt x="3775691" y="133967"/>
                </a:lnTo>
                <a:lnTo>
                  <a:pt x="3775319" y="133869"/>
                </a:lnTo>
                <a:lnTo>
                  <a:pt x="3774957" y="133768"/>
                </a:lnTo>
                <a:lnTo>
                  <a:pt x="3774606" y="133665"/>
                </a:lnTo>
                <a:lnTo>
                  <a:pt x="3774265" y="133560"/>
                </a:lnTo>
                <a:lnTo>
                  <a:pt x="3773934" y="133452"/>
                </a:lnTo>
                <a:lnTo>
                  <a:pt x="3773614" y="133341"/>
                </a:lnTo>
                <a:lnTo>
                  <a:pt x="3773304" y="133228"/>
                </a:lnTo>
                <a:lnTo>
                  <a:pt x="3773004" y="133112"/>
                </a:lnTo>
                <a:lnTo>
                  <a:pt x="3772715" y="132994"/>
                </a:lnTo>
                <a:lnTo>
                  <a:pt x="3772436" y="132873"/>
                </a:lnTo>
                <a:lnTo>
                  <a:pt x="3772167" y="132749"/>
                </a:lnTo>
                <a:lnTo>
                  <a:pt x="3771908" y="132623"/>
                </a:lnTo>
                <a:lnTo>
                  <a:pt x="3771660" y="132494"/>
                </a:lnTo>
                <a:lnTo>
                  <a:pt x="3771422" y="132363"/>
                </a:lnTo>
                <a:lnTo>
                  <a:pt x="3771194" y="132229"/>
                </a:lnTo>
                <a:lnTo>
                  <a:pt x="3770977" y="132092"/>
                </a:lnTo>
                <a:lnTo>
                  <a:pt x="3770770" y="131953"/>
                </a:lnTo>
                <a:lnTo>
                  <a:pt x="3770573" y="131811"/>
                </a:lnTo>
                <a:lnTo>
                  <a:pt x="3770387" y="131667"/>
                </a:lnTo>
                <a:lnTo>
                  <a:pt x="3770210" y="131520"/>
                </a:lnTo>
                <a:lnTo>
                  <a:pt x="3770043" y="131371"/>
                </a:lnTo>
                <a:lnTo>
                  <a:pt x="3769882" y="131221"/>
                </a:lnTo>
                <a:lnTo>
                  <a:pt x="3769729" y="131069"/>
                </a:lnTo>
                <a:lnTo>
                  <a:pt x="3769583" y="130916"/>
                </a:lnTo>
                <a:lnTo>
                  <a:pt x="3769444" y="130761"/>
                </a:lnTo>
                <a:lnTo>
                  <a:pt x="3769312" y="130606"/>
                </a:lnTo>
                <a:lnTo>
                  <a:pt x="3769188" y="130448"/>
                </a:lnTo>
                <a:lnTo>
                  <a:pt x="3769070" y="130290"/>
                </a:lnTo>
                <a:lnTo>
                  <a:pt x="3768959" y="130130"/>
                </a:lnTo>
                <a:lnTo>
                  <a:pt x="3768856" y="129968"/>
                </a:lnTo>
                <a:lnTo>
                  <a:pt x="3768760" y="129805"/>
                </a:lnTo>
                <a:lnTo>
                  <a:pt x="3768671" y="129641"/>
                </a:lnTo>
                <a:lnTo>
                  <a:pt x="3768589" y="129475"/>
                </a:lnTo>
                <a:lnTo>
                  <a:pt x="3768514" y="129308"/>
                </a:lnTo>
                <a:lnTo>
                  <a:pt x="3768446" y="129140"/>
                </a:lnTo>
                <a:lnTo>
                  <a:pt x="3768386" y="128970"/>
                </a:lnTo>
                <a:lnTo>
                  <a:pt x="3768332" y="128799"/>
                </a:lnTo>
                <a:lnTo>
                  <a:pt x="3768286" y="128626"/>
                </a:lnTo>
                <a:lnTo>
                  <a:pt x="3768247" y="128452"/>
                </a:lnTo>
                <a:lnTo>
                  <a:pt x="3768215" y="128276"/>
                </a:lnTo>
                <a:lnTo>
                  <a:pt x="3768190" y="128100"/>
                </a:lnTo>
                <a:lnTo>
                  <a:pt x="3768172" y="127921"/>
                </a:lnTo>
                <a:lnTo>
                  <a:pt x="3768161" y="127742"/>
                </a:lnTo>
                <a:lnTo>
                  <a:pt x="3768158" y="127561"/>
                </a:lnTo>
                <a:lnTo>
                  <a:pt x="3768164" y="127303"/>
                </a:lnTo>
                <a:lnTo>
                  <a:pt x="3768181" y="127046"/>
                </a:lnTo>
                <a:lnTo>
                  <a:pt x="3768211" y="126790"/>
                </a:lnTo>
                <a:lnTo>
                  <a:pt x="3768253" y="126535"/>
                </a:lnTo>
                <a:lnTo>
                  <a:pt x="3768306" y="126280"/>
                </a:lnTo>
                <a:lnTo>
                  <a:pt x="3768371" y="126026"/>
                </a:lnTo>
                <a:lnTo>
                  <a:pt x="3768449" y="125773"/>
                </a:lnTo>
                <a:lnTo>
                  <a:pt x="3768538" y="125521"/>
                </a:lnTo>
                <a:lnTo>
                  <a:pt x="3768639" y="125270"/>
                </a:lnTo>
                <a:lnTo>
                  <a:pt x="3768752" y="125019"/>
                </a:lnTo>
                <a:lnTo>
                  <a:pt x="3768876" y="124770"/>
                </a:lnTo>
                <a:lnTo>
                  <a:pt x="3769013" y="124521"/>
                </a:lnTo>
                <a:lnTo>
                  <a:pt x="3769161" y="124273"/>
                </a:lnTo>
                <a:lnTo>
                  <a:pt x="3769322" y="124025"/>
                </a:lnTo>
                <a:lnTo>
                  <a:pt x="3769494" y="123779"/>
                </a:lnTo>
                <a:lnTo>
                  <a:pt x="3769678" y="123533"/>
                </a:lnTo>
                <a:lnTo>
                  <a:pt x="3769874" y="123288"/>
                </a:lnTo>
                <a:lnTo>
                  <a:pt x="3770082" y="123044"/>
                </a:lnTo>
                <a:lnTo>
                  <a:pt x="3770302" y="122800"/>
                </a:lnTo>
                <a:lnTo>
                  <a:pt x="3770533" y="122558"/>
                </a:lnTo>
                <a:lnTo>
                  <a:pt x="3770777" y="122316"/>
                </a:lnTo>
                <a:lnTo>
                  <a:pt x="3771032" y="122075"/>
                </a:lnTo>
                <a:lnTo>
                  <a:pt x="3771300" y="121834"/>
                </a:lnTo>
                <a:lnTo>
                  <a:pt x="3771579" y="121595"/>
                </a:lnTo>
                <a:lnTo>
                  <a:pt x="3771869" y="121358"/>
                </a:lnTo>
                <a:lnTo>
                  <a:pt x="3772169" y="121127"/>
                </a:lnTo>
                <a:lnTo>
                  <a:pt x="3772479" y="120900"/>
                </a:lnTo>
                <a:lnTo>
                  <a:pt x="3772798" y="120679"/>
                </a:lnTo>
                <a:lnTo>
                  <a:pt x="3773128" y="120463"/>
                </a:lnTo>
                <a:lnTo>
                  <a:pt x="3773468" y="120252"/>
                </a:lnTo>
                <a:lnTo>
                  <a:pt x="3773817" y="120047"/>
                </a:lnTo>
                <a:lnTo>
                  <a:pt x="3774176" y="119846"/>
                </a:lnTo>
                <a:lnTo>
                  <a:pt x="3774546" y="119651"/>
                </a:lnTo>
                <a:lnTo>
                  <a:pt x="3774925" y="119461"/>
                </a:lnTo>
                <a:lnTo>
                  <a:pt x="3775314" y="119276"/>
                </a:lnTo>
                <a:lnTo>
                  <a:pt x="3775713" y="119097"/>
                </a:lnTo>
                <a:lnTo>
                  <a:pt x="3776122" y="118922"/>
                </a:lnTo>
                <a:lnTo>
                  <a:pt x="3776540" y="118753"/>
                </a:lnTo>
                <a:lnTo>
                  <a:pt x="3776969" y="118589"/>
                </a:lnTo>
                <a:lnTo>
                  <a:pt x="3777408" y="118430"/>
                </a:lnTo>
                <a:lnTo>
                  <a:pt x="3777856" y="118277"/>
                </a:lnTo>
                <a:lnTo>
                  <a:pt x="3777976" y="118238"/>
                </a:lnTo>
                <a:lnTo>
                  <a:pt x="3778298" y="118343"/>
                </a:lnTo>
                <a:lnTo>
                  <a:pt x="3779190" y="118612"/>
                </a:lnTo>
                <a:lnTo>
                  <a:pt x="3780096" y="118862"/>
                </a:lnTo>
                <a:lnTo>
                  <a:pt x="3781016" y="119093"/>
                </a:lnTo>
                <a:lnTo>
                  <a:pt x="3781949" y="119306"/>
                </a:lnTo>
                <a:lnTo>
                  <a:pt x="3782896" y="119500"/>
                </a:lnTo>
                <a:lnTo>
                  <a:pt x="3783858" y="119676"/>
                </a:lnTo>
                <a:lnTo>
                  <a:pt x="3784833" y="119834"/>
                </a:lnTo>
                <a:lnTo>
                  <a:pt x="3785822" y="119972"/>
                </a:lnTo>
                <a:lnTo>
                  <a:pt x="3786825" y="120093"/>
                </a:lnTo>
                <a:lnTo>
                  <a:pt x="3787841" y="120195"/>
                </a:lnTo>
                <a:lnTo>
                  <a:pt x="3788872" y="120278"/>
                </a:lnTo>
                <a:lnTo>
                  <a:pt x="3789916" y="120343"/>
                </a:lnTo>
                <a:lnTo>
                  <a:pt x="3790974" y="120389"/>
                </a:lnTo>
                <a:lnTo>
                  <a:pt x="3792046" y="120417"/>
                </a:lnTo>
                <a:lnTo>
                  <a:pt x="3793132" y="120426"/>
                </a:lnTo>
                <a:lnTo>
                  <a:pt x="3794255" y="120417"/>
                </a:lnTo>
                <a:lnTo>
                  <a:pt x="3795362" y="120389"/>
                </a:lnTo>
                <a:lnTo>
                  <a:pt x="3796453" y="120344"/>
                </a:lnTo>
                <a:lnTo>
                  <a:pt x="3797528" y="120279"/>
                </a:lnTo>
                <a:lnTo>
                  <a:pt x="3798586" y="120197"/>
                </a:lnTo>
                <a:lnTo>
                  <a:pt x="3799629" y="120096"/>
                </a:lnTo>
                <a:lnTo>
                  <a:pt x="3800656" y="119977"/>
                </a:lnTo>
                <a:lnTo>
                  <a:pt x="3801666" y="119840"/>
                </a:lnTo>
                <a:lnTo>
                  <a:pt x="3802661" y="119684"/>
                </a:lnTo>
                <a:lnTo>
                  <a:pt x="3803639" y="119510"/>
                </a:lnTo>
                <a:lnTo>
                  <a:pt x="3804602" y="119318"/>
                </a:lnTo>
                <a:lnTo>
                  <a:pt x="3805548" y="119107"/>
                </a:lnTo>
                <a:lnTo>
                  <a:pt x="3806479" y="118878"/>
                </a:lnTo>
                <a:lnTo>
                  <a:pt x="3807393" y="118631"/>
                </a:lnTo>
                <a:lnTo>
                  <a:pt x="3808292" y="118366"/>
                </a:lnTo>
                <a:lnTo>
                  <a:pt x="3809174" y="118082"/>
                </a:lnTo>
                <a:lnTo>
                  <a:pt x="3810040" y="117780"/>
                </a:lnTo>
                <a:lnTo>
                  <a:pt x="3810890" y="117459"/>
                </a:lnTo>
                <a:lnTo>
                  <a:pt x="3811725" y="117120"/>
                </a:lnTo>
                <a:lnTo>
                  <a:pt x="3812543" y="116763"/>
                </a:lnTo>
                <a:lnTo>
                  <a:pt x="3813345" y="116388"/>
                </a:lnTo>
                <a:lnTo>
                  <a:pt x="3814131" y="115994"/>
                </a:lnTo>
                <a:lnTo>
                  <a:pt x="3814901" y="115582"/>
                </a:lnTo>
                <a:lnTo>
                  <a:pt x="3815655" y="115152"/>
                </a:lnTo>
                <a:lnTo>
                  <a:pt x="3816394" y="114706"/>
                </a:lnTo>
                <a:lnTo>
                  <a:pt x="3817117" y="114248"/>
                </a:lnTo>
                <a:lnTo>
                  <a:pt x="3817825" y="113779"/>
                </a:lnTo>
                <a:lnTo>
                  <a:pt x="3818517" y="113297"/>
                </a:lnTo>
                <a:lnTo>
                  <a:pt x="3819195" y="112803"/>
                </a:lnTo>
                <a:lnTo>
                  <a:pt x="3819857" y="112297"/>
                </a:lnTo>
                <a:lnTo>
                  <a:pt x="3820504" y="111779"/>
                </a:lnTo>
                <a:lnTo>
                  <a:pt x="3821135" y="111249"/>
                </a:lnTo>
                <a:lnTo>
                  <a:pt x="3821752" y="110707"/>
                </a:lnTo>
                <a:lnTo>
                  <a:pt x="3822353" y="110153"/>
                </a:lnTo>
                <a:lnTo>
                  <a:pt x="3822939" y="109586"/>
                </a:lnTo>
                <a:lnTo>
                  <a:pt x="3823510" y="109008"/>
                </a:lnTo>
                <a:lnTo>
                  <a:pt x="3824065" y="108417"/>
                </a:lnTo>
                <a:lnTo>
                  <a:pt x="3824605" y="107815"/>
                </a:lnTo>
                <a:lnTo>
                  <a:pt x="3825130" y="107200"/>
                </a:lnTo>
                <a:lnTo>
                  <a:pt x="3825640" y="106573"/>
                </a:lnTo>
                <a:lnTo>
                  <a:pt x="3826134" y="105935"/>
                </a:lnTo>
                <a:lnTo>
                  <a:pt x="3826614" y="105284"/>
                </a:lnTo>
                <a:lnTo>
                  <a:pt x="3827078" y="104621"/>
                </a:lnTo>
                <a:lnTo>
                  <a:pt x="3827526" y="103946"/>
                </a:lnTo>
                <a:lnTo>
                  <a:pt x="3827960" y="103259"/>
                </a:lnTo>
                <a:lnTo>
                  <a:pt x="3828378" y="102559"/>
                </a:lnTo>
                <a:lnTo>
                  <a:pt x="3828781" y="101848"/>
                </a:lnTo>
                <a:lnTo>
                  <a:pt x="3829169" y="101125"/>
                </a:lnTo>
                <a:lnTo>
                  <a:pt x="3829541" y="100392"/>
                </a:lnTo>
                <a:lnTo>
                  <a:pt x="3829898" y="99654"/>
                </a:lnTo>
                <a:lnTo>
                  <a:pt x="3830238" y="98910"/>
                </a:lnTo>
                <a:lnTo>
                  <a:pt x="3830563" y="98161"/>
                </a:lnTo>
                <a:lnTo>
                  <a:pt x="3830872" y="97405"/>
                </a:lnTo>
                <a:lnTo>
                  <a:pt x="3831165" y="96644"/>
                </a:lnTo>
                <a:lnTo>
                  <a:pt x="3831442" y="95876"/>
                </a:lnTo>
                <a:lnTo>
                  <a:pt x="3831703" y="95103"/>
                </a:lnTo>
                <a:lnTo>
                  <a:pt x="3831949" y="94324"/>
                </a:lnTo>
                <a:lnTo>
                  <a:pt x="3832178" y="93540"/>
                </a:lnTo>
                <a:lnTo>
                  <a:pt x="3832392" y="92749"/>
                </a:lnTo>
                <a:lnTo>
                  <a:pt x="3832590" y="91953"/>
                </a:lnTo>
                <a:lnTo>
                  <a:pt x="3832772" y="91150"/>
                </a:lnTo>
                <a:lnTo>
                  <a:pt x="3832939" y="90342"/>
                </a:lnTo>
                <a:lnTo>
                  <a:pt x="3833089" y="89528"/>
                </a:lnTo>
                <a:lnTo>
                  <a:pt x="3833224" y="88709"/>
                </a:lnTo>
                <a:lnTo>
                  <a:pt x="3833342" y="87883"/>
                </a:lnTo>
                <a:lnTo>
                  <a:pt x="3833445" y="87052"/>
                </a:lnTo>
                <a:lnTo>
                  <a:pt x="3833533" y="86215"/>
                </a:lnTo>
                <a:lnTo>
                  <a:pt x="3833604" y="85372"/>
                </a:lnTo>
                <a:lnTo>
                  <a:pt x="3833659" y="84523"/>
                </a:lnTo>
                <a:lnTo>
                  <a:pt x="3833699" y="83668"/>
                </a:lnTo>
                <a:lnTo>
                  <a:pt x="3833723" y="82807"/>
                </a:lnTo>
                <a:lnTo>
                  <a:pt x="3833731" y="81941"/>
                </a:lnTo>
                <a:lnTo>
                  <a:pt x="3833723" y="81046"/>
                </a:lnTo>
                <a:lnTo>
                  <a:pt x="3833699" y="80158"/>
                </a:lnTo>
                <a:lnTo>
                  <a:pt x="3833660" y="79277"/>
                </a:lnTo>
                <a:lnTo>
                  <a:pt x="3833605" y="78402"/>
                </a:lnTo>
                <a:lnTo>
                  <a:pt x="3833535" y="77535"/>
                </a:lnTo>
                <a:lnTo>
                  <a:pt x="3833449" y="76674"/>
                </a:lnTo>
                <a:lnTo>
                  <a:pt x="3833347" y="75820"/>
                </a:lnTo>
                <a:lnTo>
                  <a:pt x="3833230" y="74973"/>
                </a:lnTo>
                <a:lnTo>
                  <a:pt x="3833097" y="74133"/>
                </a:lnTo>
                <a:lnTo>
                  <a:pt x="3832948" y="73300"/>
                </a:lnTo>
                <a:lnTo>
                  <a:pt x="3832784" y="72473"/>
                </a:lnTo>
                <a:lnTo>
                  <a:pt x="3832604" y="71654"/>
                </a:lnTo>
                <a:lnTo>
                  <a:pt x="3832409" y="70841"/>
                </a:lnTo>
                <a:lnTo>
                  <a:pt x="3832198" y="70035"/>
                </a:lnTo>
                <a:lnTo>
                  <a:pt x="3831971" y="69236"/>
                </a:lnTo>
                <a:lnTo>
                  <a:pt x="3831728" y="68443"/>
                </a:lnTo>
                <a:lnTo>
                  <a:pt x="3831470" y="67658"/>
                </a:lnTo>
                <a:lnTo>
                  <a:pt x="3831197" y="66879"/>
                </a:lnTo>
                <a:lnTo>
                  <a:pt x="3830907" y="66107"/>
                </a:lnTo>
                <a:lnTo>
                  <a:pt x="3830602" y="65343"/>
                </a:lnTo>
                <a:lnTo>
                  <a:pt x="3830282" y="64584"/>
                </a:lnTo>
                <a:lnTo>
                  <a:pt x="3829945" y="63833"/>
                </a:lnTo>
                <a:lnTo>
                  <a:pt x="3829593" y="63089"/>
                </a:lnTo>
                <a:lnTo>
                  <a:pt x="3829226" y="62351"/>
                </a:lnTo>
                <a:lnTo>
                  <a:pt x="3828843" y="61623"/>
                </a:lnTo>
                <a:lnTo>
                  <a:pt x="3828444" y="60907"/>
                </a:lnTo>
                <a:lnTo>
                  <a:pt x="3828030" y="60204"/>
                </a:lnTo>
                <a:lnTo>
                  <a:pt x="3827601" y="59514"/>
                </a:lnTo>
                <a:lnTo>
                  <a:pt x="3827156" y="58835"/>
                </a:lnTo>
                <a:lnTo>
                  <a:pt x="3826696" y="58170"/>
                </a:lnTo>
                <a:lnTo>
                  <a:pt x="3826220" y="57516"/>
                </a:lnTo>
                <a:lnTo>
                  <a:pt x="3825729" y="56876"/>
                </a:lnTo>
                <a:lnTo>
                  <a:pt x="3825222" y="56248"/>
                </a:lnTo>
                <a:lnTo>
                  <a:pt x="3824700" y="55632"/>
                </a:lnTo>
                <a:lnTo>
                  <a:pt x="3824162" y="55029"/>
                </a:lnTo>
                <a:lnTo>
                  <a:pt x="3823609" y="54438"/>
                </a:lnTo>
                <a:lnTo>
                  <a:pt x="3823041" y="53860"/>
                </a:lnTo>
                <a:lnTo>
                  <a:pt x="3822526" y="53361"/>
                </a:lnTo>
                <a:lnTo>
                  <a:pt x="3822615" y="53242"/>
                </a:lnTo>
                <a:lnTo>
                  <a:pt x="3822991" y="52769"/>
                </a:lnTo>
                <a:lnTo>
                  <a:pt x="3823374" y="52312"/>
                </a:lnTo>
                <a:lnTo>
                  <a:pt x="3823765" y="51873"/>
                </a:lnTo>
                <a:lnTo>
                  <a:pt x="3824164" y="51451"/>
                </a:lnTo>
                <a:close/>
                <a:moveTo>
                  <a:pt x="3788175" y="106884"/>
                </a:moveTo>
                <a:lnTo>
                  <a:pt x="3787481" y="106718"/>
                </a:lnTo>
                <a:lnTo>
                  <a:pt x="3786794" y="106530"/>
                </a:lnTo>
                <a:lnTo>
                  <a:pt x="3786115" y="106320"/>
                </a:lnTo>
                <a:lnTo>
                  <a:pt x="3785443" y="106088"/>
                </a:lnTo>
                <a:lnTo>
                  <a:pt x="3784779" y="105833"/>
                </a:lnTo>
                <a:lnTo>
                  <a:pt x="3784122" y="105557"/>
                </a:lnTo>
                <a:lnTo>
                  <a:pt x="3783473" y="105258"/>
                </a:lnTo>
                <a:lnTo>
                  <a:pt x="3782831" y="104938"/>
                </a:lnTo>
                <a:lnTo>
                  <a:pt x="3782197" y="104595"/>
                </a:lnTo>
                <a:lnTo>
                  <a:pt x="3781571" y="104230"/>
                </a:lnTo>
                <a:lnTo>
                  <a:pt x="3780951" y="103843"/>
                </a:lnTo>
                <a:lnTo>
                  <a:pt x="3780340" y="103434"/>
                </a:lnTo>
                <a:lnTo>
                  <a:pt x="3779736" y="103003"/>
                </a:lnTo>
                <a:lnTo>
                  <a:pt x="3779139" y="102550"/>
                </a:lnTo>
                <a:lnTo>
                  <a:pt x="3778550" y="102074"/>
                </a:lnTo>
                <a:lnTo>
                  <a:pt x="3777969" y="101577"/>
                </a:lnTo>
                <a:lnTo>
                  <a:pt x="3777395" y="101057"/>
                </a:lnTo>
                <a:lnTo>
                  <a:pt x="3776837" y="100515"/>
                </a:lnTo>
                <a:lnTo>
                  <a:pt x="3776302" y="99950"/>
                </a:lnTo>
                <a:lnTo>
                  <a:pt x="3775791" y="99363"/>
                </a:lnTo>
                <a:lnTo>
                  <a:pt x="3775304" y="98753"/>
                </a:lnTo>
                <a:lnTo>
                  <a:pt x="3774841" y="98121"/>
                </a:lnTo>
                <a:lnTo>
                  <a:pt x="3774401" y="97466"/>
                </a:lnTo>
                <a:lnTo>
                  <a:pt x="3773986" y="96788"/>
                </a:lnTo>
                <a:lnTo>
                  <a:pt x="3773594" y="96088"/>
                </a:lnTo>
                <a:lnTo>
                  <a:pt x="3773225" y="95366"/>
                </a:lnTo>
                <a:lnTo>
                  <a:pt x="3772881" y="94621"/>
                </a:lnTo>
                <a:lnTo>
                  <a:pt x="3772560" y="93854"/>
                </a:lnTo>
                <a:lnTo>
                  <a:pt x="3772263" y="93064"/>
                </a:lnTo>
                <a:lnTo>
                  <a:pt x="3771990" y="92251"/>
                </a:lnTo>
                <a:lnTo>
                  <a:pt x="3771740" y="91416"/>
                </a:lnTo>
                <a:lnTo>
                  <a:pt x="3771515" y="90558"/>
                </a:lnTo>
                <a:lnTo>
                  <a:pt x="3771313" y="89678"/>
                </a:lnTo>
                <a:lnTo>
                  <a:pt x="3771135" y="88776"/>
                </a:lnTo>
                <a:lnTo>
                  <a:pt x="3770980" y="87851"/>
                </a:lnTo>
                <a:lnTo>
                  <a:pt x="3770849" y="86903"/>
                </a:lnTo>
                <a:lnTo>
                  <a:pt x="3770743" y="85933"/>
                </a:lnTo>
                <a:lnTo>
                  <a:pt x="3770659" y="84940"/>
                </a:lnTo>
                <a:lnTo>
                  <a:pt x="3770600" y="83925"/>
                </a:lnTo>
                <a:lnTo>
                  <a:pt x="3770564" y="82887"/>
                </a:lnTo>
                <a:lnTo>
                  <a:pt x="3770552" y="81827"/>
                </a:lnTo>
                <a:lnTo>
                  <a:pt x="3770564" y="80776"/>
                </a:lnTo>
                <a:lnTo>
                  <a:pt x="3770597" y="79747"/>
                </a:lnTo>
                <a:lnTo>
                  <a:pt x="3770652" y="78739"/>
                </a:lnTo>
                <a:lnTo>
                  <a:pt x="3770730" y="77752"/>
                </a:lnTo>
                <a:lnTo>
                  <a:pt x="3770830" y="76787"/>
                </a:lnTo>
                <a:lnTo>
                  <a:pt x="3770952" y="75844"/>
                </a:lnTo>
                <a:lnTo>
                  <a:pt x="3771096" y="74922"/>
                </a:lnTo>
                <a:lnTo>
                  <a:pt x="3771262" y="74022"/>
                </a:lnTo>
                <a:lnTo>
                  <a:pt x="3771451" y="73143"/>
                </a:lnTo>
                <a:lnTo>
                  <a:pt x="3771661" y="72285"/>
                </a:lnTo>
                <a:lnTo>
                  <a:pt x="3771894" y="71450"/>
                </a:lnTo>
                <a:lnTo>
                  <a:pt x="3772149" y="70635"/>
                </a:lnTo>
                <a:lnTo>
                  <a:pt x="3772426" y="69842"/>
                </a:lnTo>
                <a:lnTo>
                  <a:pt x="3772726" y="69071"/>
                </a:lnTo>
                <a:lnTo>
                  <a:pt x="3773047" y="68321"/>
                </a:lnTo>
                <a:lnTo>
                  <a:pt x="3773391" y="67593"/>
                </a:lnTo>
                <a:lnTo>
                  <a:pt x="3773757" y="66886"/>
                </a:lnTo>
                <a:lnTo>
                  <a:pt x="3774145" y="66201"/>
                </a:lnTo>
                <a:lnTo>
                  <a:pt x="3774555" y="65537"/>
                </a:lnTo>
                <a:lnTo>
                  <a:pt x="3774987" y="64894"/>
                </a:lnTo>
                <a:lnTo>
                  <a:pt x="3775442" y="64274"/>
                </a:lnTo>
                <a:lnTo>
                  <a:pt x="3775919" y="63674"/>
                </a:lnTo>
                <a:lnTo>
                  <a:pt x="3776418" y="63096"/>
                </a:lnTo>
                <a:lnTo>
                  <a:pt x="3776939" y="62540"/>
                </a:lnTo>
                <a:lnTo>
                  <a:pt x="3777477" y="62006"/>
                </a:lnTo>
                <a:lnTo>
                  <a:pt x="3778029" y="61494"/>
                </a:lnTo>
                <a:lnTo>
                  <a:pt x="3778594" y="61006"/>
                </a:lnTo>
                <a:lnTo>
                  <a:pt x="3779172" y="60540"/>
                </a:lnTo>
                <a:lnTo>
                  <a:pt x="3779763" y="60097"/>
                </a:lnTo>
                <a:lnTo>
                  <a:pt x="3780367" y="59676"/>
                </a:lnTo>
                <a:lnTo>
                  <a:pt x="3780984" y="59278"/>
                </a:lnTo>
                <a:lnTo>
                  <a:pt x="3781614" y="58903"/>
                </a:lnTo>
                <a:lnTo>
                  <a:pt x="3782258" y="58551"/>
                </a:lnTo>
                <a:lnTo>
                  <a:pt x="3782914" y="58221"/>
                </a:lnTo>
                <a:lnTo>
                  <a:pt x="3783583" y="57914"/>
                </a:lnTo>
                <a:lnTo>
                  <a:pt x="3784266" y="57630"/>
                </a:lnTo>
                <a:lnTo>
                  <a:pt x="3784961" y="57369"/>
                </a:lnTo>
                <a:lnTo>
                  <a:pt x="3785670" y="57130"/>
                </a:lnTo>
                <a:lnTo>
                  <a:pt x="3786392" y="56914"/>
                </a:lnTo>
                <a:lnTo>
                  <a:pt x="3787126" y="56721"/>
                </a:lnTo>
                <a:lnTo>
                  <a:pt x="3787874" y="56550"/>
                </a:lnTo>
                <a:lnTo>
                  <a:pt x="3788635" y="56403"/>
                </a:lnTo>
                <a:lnTo>
                  <a:pt x="3789409" y="56278"/>
                </a:lnTo>
                <a:lnTo>
                  <a:pt x="3790196" y="56175"/>
                </a:lnTo>
                <a:lnTo>
                  <a:pt x="3790996" y="56096"/>
                </a:lnTo>
                <a:lnTo>
                  <a:pt x="3791809" y="56039"/>
                </a:lnTo>
                <a:lnTo>
                  <a:pt x="3792635" y="56005"/>
                </a:lnTo>
                <a:lnTo>
                  <a:pt x="3793474" y="55994"/>
                </a:lnTo>
                <a:lnTo>
                  <a:pt x="3794313" y="56005"/>
                </a:lnTo>
                <a:lnTo>
                  <a:pt x="3795138" y="56038"/>
                </a:lnTo>
                <a:lnTo>
                  <a:pt x="3795949" y="56093"/>
                </a:lnTo>
                <a:lnTo>
                  <a:pt x="3796745" y="56171"/>
                </a:lnTo>
                <a:lnTo>
                  <a:pt x="3797528" y="56270"/>
                </a:lnTo>
                <a:lnTo>
                  <a:pt x="3798296" y="56392"/>
                </a:lnTo>
                <a:lnTo>
                  <a:pt x="3799051" y="56536"/>
                </a:lnTo>
                <a:lnTo>
                  <a:pt x="3799791" y="56702"/>
                </a:lnTo>
                <a:lnTo>
                  <a:pt x="3800517" y="56890"/>
                </a:lnTo>
                <a:lnTo>
                  <a:pt x="3801230" y="57100"/>
                </a:lnTo>
                <a:lnTo>
                  <a:pt x="3801928" y="57332"/>
                </a:lnTo>
                <a:lnTo>
                  <a:pt x="3802612" y="57587"/>
                </a:lnTo>
                <a:lnTo>
                  <a:pt x="3803282" y="57863"/>
                </a:lnTo>
                <a:lnTo>
                  <a:pt x="3803938" y="58162"/>
                </a:lnTo>
                <a:lnTo>
                  <a:pt x="3804580" y="58483"/>
                </a:lnTo>
                <a:lnTo>
                  <a:pt x="3805208" y="58826"/>
                </a:lnTo>
                <a:lnTo>
                  <a:pt x="3805822" y="59191"/>
                </a:lnTo>
                <a:lnTo>
                  <a:pt x="3806422" y="59578"/>
                </a:lnTo>
                <a:lnTo>
                  <a:pt x="3807007" y="59987"/>
                </a:lnTo>
                <a:lnTo>
                  <a:pt x="3807579" y="60419"/>
                </a:lnTo>
                <a:lnTo>
                  <a:pt x="3808137" y="60872"/>
                </a:lnTo>
                <a:lnTo>
                  <a:pt x="3808680" y="61348"/>
                </a:lnTo>
                <a:lnTo>
                  <a:pt x="3809210" y="61846"/>
                </a:lnTo>
                <a:lnTo>
                  <a:pt x="3809725" y="62365"/>
                </a:lnTo>
                <a:lnTo>
                  <a:pt x="3810223" y="62908"/>
                </a:lnTo>
                <a:lnTo>
                  <a:pt x="3810700" y="63474"/>
                </a:lnTo>
                <a:lnTo>
                  <a:pt x="3811155" y="64065"/>
                </a:lnTo>
                <a:lnTo>
                  <a:pt x="3811589" y="64678"/>
                </a:lnTo>
                <a:lnTo>
                  <a:pt x="3812002" y="65316"/>
                </a:lnTo>
                <a:lnTo>
                  <a:pt x="3812394" y="65977"/>
                </a:lnTo>
                <a:lnTo>
                  <a:pt x="3812765" y="66662"/>
                </a:lnTo>
                <a:lnTo>
                  <a:pt x="3813115" y="67371"/>
                </a:lnTo>
                <a:lnTo>
                  <a:pt x="3813443" y="68104"/>
                </a:lnTo>
                <a:lnTo>
                  <a:pt x="3813750" y="68860"/>
                </a:lnTo>
                <a:lnTo>
                  <a:pt x="3814036" y="69641"/>
                </a:lnTo>
                <a:lnTo>
                  <a:pt x="3814301" y="70445"/>
                </a:lnTo>
                <a:lnTo>
                  <a:pt x="3814545" y="71272"/>
                </a:lnTo>
                <a:lnTo>
                  <a:pt x="3814767" y="72124"/>
                </a:lnTo>
                <a:lnTo>
                  <a:pt x="3814968" y="72999"/>
                </a:lnTo>
                <a:lnTo>
                  <a:pt x="3815148" y="73898"/>
                </a:lnTo>
                <a:lnTo>
                  <a:pt x="3815307" y="74820"/>
                </a:lnTo>
                <a:lnTo>
                  <a:pt x="3815445" y="75767"/>
                </a:lnTo>
                <a:lnTo>
                  <a:pt x="3815561" y="76737"/>
                </a:lnTo>
                <a:lnTo>
                  <a:pt x="3815657" y="77731"/>
                </a:lnTo>
                <a:lnTo>
                  <a:pt x="3815731" y="78749"/>
                </a:lnTo>
                <a:lnTo>
                  <a:pt x="3815784" y="79790"/>
                </a:lnTo>
                <a:lnTo>
                  <a:pt x="3815816" y="80856"/>
                </a:lnTo>
                <a:lnTo>
                  <a:pt x="3815826" y="81945"/>
                </a:lnTo>
                <a:lnTo>
                  <a:pt x="3815815" y="82986"/>
                </a:lnTo>
                <a:lnTo>
                  <a:pt x="3815783" y="84005"/>
                </a:lnTo>
                <a:lnTo>
                  <a:pt x="3815728" y="85004"/>
                </a:lnTo>
                <a:lnTo>
                  <a:pt x="3815652" y="85980"/>
                </a:lnTo>
                <a:lnTo>
                  <a:pt x="3815554" y="86935"/>
                </a:lnTo>
                <a:lnTo>
                  <a:pt x="3815434" y="87869"/>
                </a:lnTo>
                <a:lnTo>
                  <a:pt x="3815293" y="88781"/>
                </a:lnTo>
                <a:lnTo>
                  <a:pt x="3815129" y="89672"/>
                </a:lnTo>
                <a:lnTo>
                  <a:pt x="3814944" y="90541"/>
                </a:lnTo>
                <a:lnTo>
                  <a:pt x="3814737" y="91388"/>
                </a:lnTo>
                <a:lnTo>
                  <a:pt x="3814509" y="92214"/>
                </a:lnTo>
                <a:lnTo>
                  <a:pt x="3814258" y="93019"/>
                </a:lnTo>
                <a:lnTo>
                  <a:pt x="3813986" y="93802"/>
                </a:lnTo>
                <a:lnTo>
                  <a:pt x="3813692" y="94564"/>
                </a:lnTo>
                <a:lnTo>
                  <a:pt x="3813376" y="95304"/>
                </a:lnTo>
                <a:lnTo>
                  <a:pt x="3813039" y="96022"/>
                </a:lnTo>
                <a:lnTo>
                  <a:pt x="3812679" y="96719"/>
                </a:lnTo>
                <a:lnTo>
                  <a:pt x="3812298" y="97395"/>
                </a:lnTo>
                <a:lnTo>
                  <a:pt x="3811895" y="98049"/>
                </a:lnTo>
                <a:lnTo>
                  <a:pt x="3811471" y="98681"/>
                </a:lnTo>
                <a:lnTo>
                  <a:pt x="3811024" y="99292"/>
                </a:lnTo>
                <a:lnTo>
                  <a:pt x="3810556" y="99882"/>
                </a:lnTo>
                <a:lnTo>
                  <a:pt x="3810066" y="100450"/>
                </a:lnTo>
                <a:lnTo>
                  <a:pt x="3809554" y="100996"/>
                </a:lnTo>
                <a:lnTo>
                  <a:pt x="3809025" y="101521"/>
                </a:lnTo>
                <a:lnTo>
                  <a:pt x="3808483" y="102023"/>
                </a:lnTo>
                <a:lnTo>
                  <a:pt x="3807927" y="102503"/>
                </a:lnTo>
                <a:lnTo>
                  <a:pt x="3807359" y="102961"/>
                </a:lnTo>
                <a:lnTo>
                  <a:pt x="3806777" y="103396"/>
                </a:lnTo>
                <a:lnTo>
                  <a:pt x="3806183" y="103809"/>
                </a:lnTo>
                <a:lnTo>
                  <a:pt x="3805575" y="104200"/>
                </a:lnTo>
                <a:lnTo>
                  <a:pt x="3804954" y="104568"/>
                </a:lnTo>
                <a:lnTo>
                  <a:pt x="3804321" y="104914"/>
                </a:lnTo>
                <a:lnTo>
                  <a:pt x="3803674" y="105238"/>
                </a:lnTo>
                <a:lnTo>
                  <a:pt x="3803014" y="105539"/>
                </a:lnTo>
                <a:lnTo>
                  <a:pt x="3802341" y="105818"/>
                </a:lnTo>
                <a:lnTo>
                  <a:pt x="3801655" y="106075"/>
                </a:lnTo>
                <a:lnTo>
                  <a:pt x="3800956" y="106309"/>
                </a:lnTo>
                <a:lnTo>
                  <a:pt x="3800244" y="106521"/>
                </a:lnTo>
                <a:lnTo>
                  <a:pt x="3799519" y="106711"/>
                </a:lnTo>
                <a:lnTo>
                  <a:pt x="3798780" y="106879"/>
                </a:lnTo>
                <a:lnTo>
                  <a:pt x="3798029" y="107024"/>
                </a:lnTo>
                <a:lnTo>
                  <a:pt x="3797265" y="107146"/>
                </a:lnTo>
                <a:lnTo>
                  <a:pt x="3796487" y="107247"/>
                </a:lnTo>
                <a:lnTo>
                  <a:pt x="3795696" y="107325"/>
                </a:lnTo>
                <a:lnTo>
                  <a:pt x="3794893" y="107381"/>
                </a:lnTo>
                <a:lnTo>
                  <a:pt x="3794076" y="107414"/>
                </a:lnTo>
                <a:lnTo>
                  <a:pt x="3793246" y="107425"/>
                </a:lnTo>
                <a:lnTo>
                  <a:pt x="3792499" y="107414"/>
                </a:lnTo>
                <a:lnTo>
                  <a:pt x="3791760" y="107381"/>
                </a:lnTo>
                <a:lnTo>
                  <a:pt x="3791028" y="107326"/>
                </a:lnTo>
                <a:lnTo>
                  <a:pt x="3790304" y="107249"/>
                </a:lnTo>
                <a:lnTo>
                  <a:pt x="3789587" y="107149"/>
                </a:lnTo>
                <a:lnTo>
                  <a:pt x="3788877" y="107027"/>
                </a:lnTo>
                <a:lnTo>
                  <a:pt x="3788175" y="106884"/>
                </a:lnTo>
                <a:close/>
                <a:moveTo>
                  <a:pt x="3785640" y="186341"/>
                </a:moveTo>
                <a:lnTo>
                  <a:pt x="3784579" y="186202"/>
                </a:lnTo>
                <a:lnTo>
                  <a:pt x="3783549" y="186043"/>
                </a:lnTo>
                <a:lnTo>
                  <a:pt x="3782550" y="185867"/>
                </a:lnTo>
                <a:lnTo>
                  <a:pt x="3781582" y="185671"/>
                </a:lnTo>
                <a:lnTo>
                  <a:pt x="3780645" y="185457"/>
                </a:lnTo>
                <a:lnTo>
                  <a:pt x="3779739" y="185225"/>
                </a:lnTo>
                <a:lnTo>
                  <a:pt x="3778863" y="184973"/>
                </a:lnTo>
                <a:lnTo>
                  <a:pt x="3778019" y="184703"/>
                </a:lnTo>
                <a:lnTo>
                  <a:pt x="3777205" y="184415"/>
                </a:lnTo>
                <a:lnTo>
                  <a:pt x="3776422" y="184108"/>
                </a:lnTo>
                <a:lnTo>
                  <a:pt x="3775670" y="183782"/>
                </a:lnTo>
                <a:lnTo>
                  <a:pt x="3774949" y="183438"/>
                </a:lnTo>
                <a:lnTo>
                  <a:pt x="3774259" y="183075"/>
                </a:lnTo>
                <a:lnTo>
                  <a:pt x="3773599" y="182693"/>
                </a:lnTo>
                <a:lnTo>
                  <a:pt x="3772971" y="182293"/>
                </a:lnTo>
                <a:lnTo>
                  <a:pt x="3772374" y="181875"/>
                </a:lnTo>
                <a:lnTo>
                  <a:pt x="3771807" y="181437"/>
                </a:lnTo>
                <a:lnTo>
                  <a:pt x="3771267" y="180988"/>
                </a:lnTo>
                <a:lnTo>
                  <a:pt x="3770750" y="180532"/>
                </a:lnTo>
                <a:lnTo>
                  <a:pt x="3770257" y="180071"/>
                </a:lnTo>
                <a:lnTo>
                  <a:pt x="3769786" y="179603"/>
                </a:lnTo>
                <a:lnTo>
                  <a:pt x="3769338" y="179130"/>
                </a:lnTo>
                <a:lnTo>
                  <a:pt x="3768913" y="178651"/>
                </a:lnTo>
                <a:lnTo>
                  <a:pt x="3768511" y="178165"/>
                </a:lnTo>
                <a:lnTo>
                  <a:pt x="3768132" y="177674"/>
                </a:lnTo>
                <a:lnTo>
                  <a:pt x="3767776" y="177177"/>
                </a:lnTo>
                <a:lnTo>
                  <a:pt x="3767443" y="176674"/>
                </a:lnTo>
                <a:lnTo>
                  <a:pt x="3767133" y="176165"/>
                </a:lnTo>
                <a:lnTo>
                  <a:pt x="3766846" y="175651"/>
                </a:lnTo>
                <a:lnTo>
                  <a:pt x="3766582" y="175130"/>
                </a:lnTo>
                <a:lnTo>
                  <a:pt x="3766341" y="174603"/>
                </a:lnTo>
                <a:lnTo>
                  <a:pt x="3766123" y="174071"/>
                </a:lnTo>
                <a:lnTo>
                  <a:pt x="3765928" y="173532"/>
                </a:lnTo>
                <a:lnTo>
                  <a:pt x="3765755" y="172988"/>
                </a:lnTo>
                <a:lnTo>
                  <a:pt x="3765606" y="172437"/>
                </a:lnTo>
                <a:lnTo>
                  <a:pt x="3765480" y="171881"/>
                </a:lnTo>
                <a:lnTo>
                  <a:pt x="3765376" y="171319"/>
                </a:lnTo>
                <a:lnTo>
                  <a:pt x="3765296" y="170751"/>
                </a:lnTo>
                <a:lnTo>
                  <a:pt x="3765239" y="170176"/>
                </a:lnTo>
                <a:lnTo>
                  <a:pt x="3765204" y="169596"/>
                </a:lnTo>
                <a:lnTo>
                  <a:pt x="3765193" y="169011"/>
                </a:lnTo>
                <a:lnTo>
                  <a:pt x="3765200" y="168483"/>
                </a:lnTo>
                <a:lnTo>
                  <a:pt x="3765221" y="167961"/>
                </a:lnTo>
                <a:lnTo>
                  <a:pt x="3765256" y="167444"/>
                </a:lnTo>
                <a:lnTo>
                  <a:pt x="3765305" y="166933"/>
                </a:lnTo>
                <a:lnTo>
                  <a:pt x="3765368" y="166426"/>
                </a:lnTo>
                <a:lnTo>
                  <a:pt x="3765446" y="165926"/>
                </a:lnTo>
                <a:lnTo>
                  <a:pt x="3765537" y="165430"/>
                </a:lnTo>
                <a:lnTo>
                  <a:pt x="3765642" y="164940"/>
                </a:lnTo>
                <a:lnTo>
                  <a:pt x="3765762" y="164455"/>
                </a:lnTo>
                <a:lnTo>
                  <a:pt x="3765895" y="163975"/>
                </a:lnTo>
                <a:lnTo>
                  <a:pt x="3766043" y="163501"/>
                </a:lnTo>
                <a:lnTo>
                  <a:pt x="3766205" y="163032"/>
                </a:lnTo>
                <a:lnTo>
                  <a:pt x="3766380" y="162569"/>
                </a:lnTo>
                <a:lnTo>
                  <a:pt x="3766570" y="162110"/>
                </a:lnTo>
                <a:lnTo>
                  <a:pt x="3766774" y="161658"/>
                </a:lnTo>
                <a:lnTo>
                  <a:pt x="3766992" y="161210"/>
                </a:lnTo>
                <a:lnTo>
                  <a:pt x="3767224" y="160768"/>
                </a:lnTo>
                <a:lnTo>
                  <a:pt x="3767470" y="160331"/>
                </a:lnTo>
                <a:lnTo>
                  <a:pt x="3767730" y="159899"/>
                </a:lnTo>
                <a:lnTo>
                  <a:pt x="3768004" y="159473"/>
                </a:lnTo>
                <a:lnTo>
                  <a:pt x="3768292" y="159052"/>
                </a:lnTo>
                <a:lnTo>
                  <a:pt x="3768594" y="158636"/>
                </a:lnTo>
                <a:lnTo>
                  <a:pt x="3768911" y="158225"/>
                </a:lnTo>
                <a:lnTo>
                  <a:pt x="3769241" y="157820"/>
                </a:lnTo>
                <a:lnTo>
                  <a:pt x="3769585" y="157423"/>
                </a:lnTo>
                <a:lnTo>
                  <a:pt x="3769942" y="157035"/>
                </a:lnTo>
                <a:lnTo>
                  <a:pt x="3770313" y="156657"/>
                </a:lnTo>
                <a:lnTo>
                  <a:pt x="3770697" y="156289"/>
                </a:lnTo>
                <a:lnTo>
                  <a:pt x="3771094" y="155931"/>
                </a:lnTo>
                <a:lnTo>
                  <a:pt x="3771504" y="155583"/>
                </a:lnTo>
                <a:lnTo>
                  <a:pt x="3771928" y="155244"/>
                </a:lnTo>
                <a:lnTo>
                  <a:pt x="3772364" y="154915"/>
                </a:lnTo>
                <a:lnTo>
                  <a:pt x="3772815" y="154596"/>
                </a:lnTo>
                <a:lnTo>
                  <a:pt x="3773278" y="154287"/>
                </a:lnTo>
                <a:lnTo>
                  <a:pt x="3773755" y="153988"/>
                </a:lnTo>
                <a:lnTo>
                  <a:pt x="3774245" y="153698"/>
                </a:lnTo>
                <a:lnTo>
                  <a:pt x="3774748" y="153418"/>
                </a:lnTo>
                <a:lnTo>
                  <a:pt x="3775264" y="153148"/>
                </a:lnTo>
                <a:lnTo>
                  <a:pt x="3775794" y="152888"/>
                </a:lnTo>
                <a:lnTo>
                  <a:pt x="3776337" y="152638"/>
                </a:lnTo>
                <a:lnTo>
                  <a:pt x="3776893" y="152397"/>
                </a:lnTo>
                <a:lnTo>
                  <a:pt x="3777463" y="152167"/>
                </a:lnTo>
                <a:lnTo>
                  <a:pt x="3778045" y="151946"/>
                </a:lnTo>
                <a:lnTo>
                  <a:pt x="3778641" y="151735"/>
                </a:lnTo>
                <a:lnTo>
                  <a:pt x="3779251" y="151534"/>
                </a:lnTo>
                <a:lnTo>
                  <a:pt x="3779873" y="151342"/>
                </a:lnTo>
                <a:lnTo>
                  <a:pt x="3780509" y="151160"/>
                </a:lnTo>
                <a:lnTo>
                  <a:pt x="3781158" y="150989"/>
                </a:lnTo>
                <a:lnTo>
                  <a:pt x="3796554" y="150989"/>
                </a:lnTo>
                <a:lnTo>
                  <a:pt x="3797570" y="150992"/>
                </a:lnTo>
                <a:lnTo>
                  <a:pt x="3798567" y="151003"/>
                </a:lnTo>
                <a:lnTo>
                  <a:pt x="3799544" y="151020"/>
                </a:lnTo>
                <a:lnTo>
                  <a:pt x="3800501" y="151044"/>
                </a:lnTo>
                <a:lnTo>
                  <a:pt x="3801438" y="151076"/>
                </a:lnTo>
                <a:lnTo>
                  <a:pt x="3802355" y="151114"/>
                </a:lnTo>
                <a:lnTo>
                  <a:pt x="3803253" y="151159"/>
                </a:lnTo>
                <a:lnTo>
                  <a:pt x="3804131" y="151211"/>
                </a:lnTo>
                <a:lnTo>
                  <a:pt x="3804989" y="151270"/>
                </a:lnTo>
                <a:lnTo>
                  <a:pt x="3805827" y="151336"/>
                </a:lnTo>
                <a:lnTo>
                  <a:pt x="3806646" y="151409"/>
                </a:lnTo>
                <a:lnTo>
                  <a:pt x="3807444" y="151489"/>
                </a:lnTo>
                <a:lnTo>
                  <a:pt x="3808223" y="151576"/>
                </a:lnTo>
                <a:lnTo>
                  <a:pt x="3808982" y="151670"/>
                </a:lnTo>
                <a:lnTo>
                  <a:pt x="3809722" y="151771"/>
                </a:lnTo>
                <a:lnTo>
                  <a:pt x="3810441" y="151879"/>
                </a:lnTo>
                <a:lnTo>
                  <a:pt x="3811141" y="151994"/>
                </a:lnTo>
                <a:lnTo>
                  <a:pt x="3811821" y="152115"/>
                </a:lnTo>
                <a:lnTo>
                  <a:pt x="3812481" y="152244"/>
                </a:lnTo>
                <a:lnTo>
                  <a:pt x="3813121" y="152380"/>
                </a:lnTo>
                <a:lnTo>
                  <a:pt x="3813741" y="152522"/>
                </a:lnTo>
                <a:lnTo>
                  <a:pt x="3814342" y="152672"/>
                </a:lnTo>
                <a:lnTo>
                  <a:pt x="3814923" y="152828"/>
                </a:lnTo>
                <a:lnTo>
                  <a:pt x="3815484" y="152991"/>
                </a:lnTo>
                <a:lnTo>
                  <a:pt x="3816028" y="153161"/>
                </a:lnTo>
                <a:lnTo>
                  <a:pt x="3816558" y="153336"/>
                </a:lnTo>
                <a:lnTo>
                  <a:pt x="3817074" y="153517"/>
                </a:lnTo>
                <a:lnTo>
                  <a:pt x="3817575" y="153703"/>
                </a:lnTo>
                <a:lnTo>
                  <a:pt x="3818062" y="153895"/>
                </a:lnTo>
                <a:lnTo>
                  <a:pt x="3818535" y="154092"/>
                </a:lnTo>
                <a:lnTo>
                  <a:pt x="3818993" y="154295"/>
                </a:lnTo>
                <a:lnTo>
                  <a:pt x="3819438" y="154503"/>
                </a:lnTo>
                <a:lnTo>
                  <a:pt x="3819868" y="154717"/>
                </a:lnTo>
                <a:lnTo>
                  <a:pt x="3820283" y="154936"/>
                </a:lnTo>
                <a:lnTo>
                  <a:pt x="3820685" y="155161"/>
                </a:lnTo>
                <a:lnTo>
                  <a:pt x="3821072" y="155392"/>
                </a:lnTo>
                <a:lnTo>
                  <a:pt x="3821445" y="155628"/>
                </a:lnTo>
                <a:lnTo>
                  <a:pt x="3821804" y="155869"/>
                </a:lnTo>
                <a:lnTo>
                  <a:pt x="3822148" y="156116"/>
                </a:lnTo>
                <a:lnTo>
                  <a:pt x="3822479" y="156368"/>
                </a:lnTo>
                <a:lnTo>
                  <a:pt x="3822795" y="156626"/>
                </a:lnTo>
                <a:lnTo>
                  <a:pt x="3823096" y="156890"/>
                </a:lnTo>
                <a:lnTo>
                  <a:pt x="3823384" y="157159"/>
                </a:lnTo>
                <a:lnTo>
                  <a:pt x="3823657" y="157433"/>
                </a:lnTo>
                <a:lnTo>
                  <a:pt x="3823916" y="157713"/>
                </a:lnTo>
                <a:lnTo>
                  <a:pt x="3824161" y="157999"/>
                </a:lnTo>
                <a:lnTo>
                  <a:pt x="3824391" y="158290"/>
                </a:lnTo>
                <a:lnTo>
                  <a:pt x="3824607" y="158587"/>
                </a:lnTo>
                <a:lnTo>
                  <a:pt x="3824812" y="158888"/>
                </a:lnTo>
                <a:lnTo>
                  <a:pt x="3825008" y="159195"/>
                </a:lnTo>
                <a:lnTo>
                  <a:pt x="3825195" y="159506"/>
                </a:lnTo>
                <a:lnTo>
                  <a:pt x="3825374" y="159822"/>
                </a:lnTo>
                <a:lnTo>
                  <a:pt x="3825544" y="160142"/>
                </a:lnTo>
                <a:lnTo>
                  <a:pt x="3825705" y="160467"/>
                </a:lnTo>
                <a:lnTo>
                  <a:pt x="3825857" y="160797"/>
                </a:lnTo>
                <a:lnTo>
                  <a:pt x="3826001" y="161132"/>
                </a:lnTo>
                <a:lnTo>
                  <a:pt x="3826136" y="161471"/>
                </a:lnTo>
                <a:lnTo>
                  <a:pt x="3826262" y="161815"/>
                </a:lnTo>
                <a:lnTo>
                  <a:pt x="3826380" y="162164"/>
                </a:lnTo>
                <a:lnTo>
                  <a:pt x="3826489" y="162517"/>
                </a:lnTo>
                <a:lnTo>
                  <a:pt x="3826589" y="162875"/>
                </a:lnTo>
                <a:lnTo>
                  <a:pt x="3826681" y="163238"/>
                </a:lnTo>
                <a:lnTo>
                  <a:pt x="3826763" y="163606"/>
                </a:lnTo>
                <a:lnTo>
                  <a:pt x="3826837" y="163978"/>
                </a:lnTo>
                <a:lnTo>
                  <a:pt x="3826903" y="164355"/>
                </a:lnTo>
                <a:lnTo>
                  <a:pt x="3826959" y="164737"/>
                </a:lnTo>
                <a:lnTo>
                  <a:pt x="3827007" y="165123"/>
                </a:lnTo>
                <a:lnTo>
                  <a:pt x="3827047" y="165514"/>
                </a:lnTo>
                <a:lnTo>
                  <a:pt x="3827077" y="165910"/>
                </a:lnTo>
                <a:lnTo>
                  <a:pt x="3827099" y="166310"/>
                </a:lnTo>
                <a:lnTo>
                  <a:pt x="3827112" y="166715"/>
                </a:lnTo>
                <a:lnTo>
                  <a:pt x="3827116" y="167125"/>
                </a:lnTo>
                <a:lnTo>
                  <a:pt x="3827103" y="167818"/>
                </a:lnTo>
                <a:lnTo>
                  <a:pt x="3827064" y="168500"/>
                </a:lnTo>
                <a:lnTo>
                  <a:pt x="3826998" y="169174"/>
                </a:lnTo>
                <a:lnTo>
                  <a:pt x="3826906" y="169838"/>
                </a:lnTo>
                <a:lnTo>
                  <a:pt x="3826787" y="170493"/>
                </a:lnTo>
                <a:lnTo>
                  <a:pt x="3826642" y="171138"/>
                </a:lnTo>
                <a:lnTo>
                  <a:pt x="3826471" y="171774"/>
                </a:lnTo>
                <a:lnTo>
                  <a:pt x="3826274" y="172400"/>
                </a:lnTo>
                <a:lnTo>
                  <a:pt x="3826050" y="173017"/>
                </a:lnTo>
                <a:lnTo>
                  <a:pt x="3825800" y="173625"/>
                </a:lnTo>
                <a:lnTo>
                  <a:pt x="3825523" y="174223"/>
                </a:lnTo>
                <a:lnTo>
                  <a:pt x="3825220" y="174811"/>
                </a:lnTo>
                <a:lnTo>
                  <a:pt x="3824891" y="175391"/>
                </a:lnTo>
                <a:lnTo>
                  <a:pt x="3824536" y="175961"/>
                </a:lnTo>
                <a:lnTo>
                  <a:pt x="3824154" y="176521"/>
                </a:lnTo>
                <a:lnTo>
                  <a:pt x="3823746" y="177072"/>
                </a:lnTo>
                <a:lnTo>
                  <a:pt x="3823311" y="177614"/>
                </a:lnTo>
                <a:lnTo>
                  <a:pt x="3822850" y="178146"/>
                </a:lnTo>
                <a:lnTo>
                  <a:pt x="3822363" y="178669"/>
                </a:lnTo>
                <a:lnTo>
                  <a:pt x="3821850" y="179182"/>
                </a:lnTo>
                <a:lnTo>
                  <a:pt x="3821310" y="179686"/>
                </a:lnTo>
                <a:lnTo>
                  <a:pt x="3820744" y="180181"/>
                </a:lnTo>
                <a:lnTo>
                  <a:pt x="3820151" y="180666"/>
                </a:lnTo>
                <a:lnTo>
                  <a:pt x="3819533" y="181141"/>
                </a:lnTo>
                <a:lnTo>
                  <a:pt x="3818882" y="181603"/>
                </a:lnTo>
                <a:lnTo>
                  <a:pt x="3818196" y="182045"/>
                </a:lnTo>
                <a:lnTo>
                  <a:pt x="3817474" y="182467"/>
                </a:lnTo>
                <a:lnTo>
                  <a:pt x="3816715" y="182870"/>
                </a:lnTo>
                <a:lnTo>
                  <a:pt x="3815920" y="183253"/>
                </a:lnTo>
                <a:lnTo>
                  <a:pt x="3815089" y="183616"/>
                </a:lnTo>
                <a:lnTo>
                  <a:pt x="3814221" y="183959"/>
                </a:lnTo>
                <a:lnTo>
                  <a:pt x="3813317" y="184284"/>
                </a:lnTo>
                <a:lnTo>
                  <a:pt x="3812377" y="184588"/>
                </a:lnTo>
                <a:lnTo>
                  <a:pt x="3811401" y="184873"/>
                </a:lnTo>
                <a:lnTo>
                  <a:pt x="3810389" y="185138"/>
                </a:lnTo>
                <a:lnTo>
                  <a:pt x="3809340" y="185383"/>
                </a:lnTo>
                <a:lnTo>
                  <a:pt x="3808255" y="185609"/>
                </a:lnTo>
                <a:lnTo>
                  <a:pt x="3807134" y="185815"/>
                </a:lnTo>
                <a:lnTo>
                  <a:pt x="3805977" y="186002"/>
                </a:lnTo>
                <a:lnTo>
                  <a:pt x="3804783" y="186169"/>
                </a:lnTo>
                <a:lnTo>
                  <a:pt x="3803554" y="186316"/>
                </a:lnTo>
                <a:lnTo>
                  <a:pt x="3802288" y="186444"/>
                </a:lnTo>
                <a:lnTo>
                  <a:pt x="3800985" y="186552"/>
                </a:lnTo>
                <a:lnTo>
                  <a:pt x="3799647" y="186640"/>
                </a:lnTo>
                <a:lnTo>
                  <a:pt x="3798272" y="186709"/>
                </a:lnTo>
                <a:lnTo>
                  <a:pt x="3796861" y="186758"/>
                </a:lnTo>
                <a:lnTo>
                  <a:pt x="3795414" y="186787"/>
                </a:lnTo>
                <a:lnTo>
                  <a:pt x="3793931" y="186797"/>
                </a:lnTo>
                <a:lnTo>
                  <a:pt x="3792654" y="186788"/>
                </a:lnTo>
                <a:lnTo>
                  <a:pt x="3791407" y="186760"/>
                </a:lnTo>
                <a:lnTo>
                  <a:pt x="3790192" y="186713"/>
                </a:lnTo>
                <a:lnTo>
                  <a:pt x="3789008" y="186648"/>
                </a:lnTo>
                <a:lnTo>
                  <a:pt x="3787854" y="186565"/>
                </a:lnTo>
                <a:lnTo>
                  <a:pt x="3786732" y="186462"/>
                </a:lnTo>
                <a:lnTo>
                  <a:pt x="3785640" y="186341"/>
                </a:lnTo>
                <a:close/>
                <a:moveTo>
                  <a:pt x="4797212" y="96788"/>
                </a:moveTo>
                <a:lnTo>
                  <a:pt x="4798354" y="96706"/>
                </a:lnTo>
                <a:lnTo>
                  <a:pt x="4799487" y="96606"/>
                </a:lnTo>
                <a:lnTo>
                  <a:pt x="4800609" y="96488"/>
                </a:lnTo>
                <a:lnTo>
                  <a:pt x="4801721" y="96352"/>
                </a:lnTo>
                <a:lnTo>
                  <a:pt x="4802823" y="96197"/>
                </a:lnTo>
                <a:lnTo>
                  <a:pt x="4803915" y="96024"/>
                </a:lnTo>
                <a:lnTo>
                  <a:pt x="4804997" y="95833"/>
                </a:lnTo>
                <a:lnTo>
                  <a:pt x="4806069" y="95624"/>
                </a:lnTo>
                <a:lnTo>
                  <a:pt x="4807131" y="95397"/>
                </a:lnTo>
                <a:lnTo>
                  <a:pt x="4808182" y="95151"/>
                </a:lnTo>
                <a:lnTo>
                  <a:pt x="4809224" y="94887"/>
                </a:lnTo>
                <a:lnTo>
                  <a:pt x="4810255" y="94605"/>
                </a:lnTo>
                <a:lnTo>
                  <a:pt x="4811276" y="94305"/>
                </a:lnTo>
                <a:lnTo>
                  <a:pt x="4812288" y="93987"/>
                </a:lnTo>
                <a:lnTo>
                  <a:pt x="4813289" y="93651"/>
                </a:lnTo>
                <a:lnTo>
                  <a:pt x="4814280" y="93296"/>
                </a:lnTo>
                <a:lnTo>
                  <a:pt x="4815261" y="92923"/>
                </a:lnTo>
                <a:lnTo>
                  <a:pt x="4816232" y="92532"/>
                </a:lnTo>
                <a:lnTo>
                  <a:pt x="4817192" y="92123"/>
                </a:lnTo>
                <a:lnTo>
                  <a:pt x="4818143" y="91695"/>
                </a:lnTo>
                <a:lnTo>
                  <a:pt x="4819080" y="91250"/>
                </a:lnTo>
                <a:lnTo>
                  <a:pt x="4820001" y="90788"/>
                </a:lnTo>
                <a:lnTo>
                  <a:pt x="4820906" y="90309"/>
                </a:lnTo>
                <a:lnTo>
                  <a:pt x="4821794" y="89813"/>
                </a:lnTo>
                <a:lnTo>
                  <a:pt x="4822665" y="89300"/>
                </a:lnTo>
                <a:lnTo>
                  <a:pt x="4823521" y="88770"/>
                </a:lnTo>
                <a:lnTo>
                  <a:pt x="4824359" y="88223"/>
                </a:lnTo>
                <a:lnTo>
                  <a:pt x="4825182" y="87659"/>
                </a:lnTo>
                <a:lnTo>
                  <a:pt x="4825988" y="87077"/>
                </a:lnTo>
                <a:lnTo>
                  <a:pt x="4826777" y="86479"/>
                </a:lnTo>
                <a:lnTo>
                  <a:pt x="4827550" y="85864"/>
                </a:lnTo>
                <a:lnTo>
                  <a:pt x="4828307" y="85232"/>
                </a:lnTo>
                <a:lnTo>
                  <a:pt x="4829047" y="84583"/>
                </a:lnTo>
                <a:lnTo>
                  <a:pt x="4829771" y="83917"/>
                </a:lnTo>
                <a:lnTo>
                  <a:pt x="4830478" y="83234"/>
                </a:lnTo>
                <a:lnTo>
                  <a:pt x="4831169" y="82534"/>
                </a:lnTo>
                <a:lnTo>
                  <a:pt x="4831843" y="81817"/>
                </a:lnTo>
                <a:lnTo>
                  <a:pt x="4832501" y="81083"/>
                </a:lnTo>
                <a:lnTo>
                  <a:pt x="4833143" y="80332"/>
                </a:lnTo>
                <a:lnTo>
                  <a:pt x="4833768" y="79564"/>
                </a:lnTo>
                <a:lnTo>
                  <a:pt x="4834377" y="78778"/>
                </a:lnTo>
                <a:lnTo>
                  <a:pt x="4834969" y="77976"/>
                </a:lnTo>
                <a:lnTo>
                  <a:pt x="4835545" y="77157"/>
                </a:lnTo>
                <a:lnTo>
                  <a:pt x="4836104" y="76321"/>
                </a:lnTo>
                <a:lnTo>
                  <a:pt x="4836644" y="75468"/>
                </a:lnTo>
                <a:lnTo>
                  <a:pt x="4837161" y="74598"/>
                </a:lnTo>
                <a:lnTo>
                  <a:pt x="4837654" y="73712"/>
                </a:lnTo>
                <a:lnTo>
                  <a:pt x="4838125" y="72809"/>
                </a:lnTo>
                <a:lnTo>
                  <a:pt x="4838573" y="71889"/>
                </a:lnTo>
                <a:lnTo>
                  <a:pt x="4838998" y="70953"/>
                </a:lnTo>
                <a:lnTo>
                  <a:pt x="4839400" y="70000"/>
                </a:lnTo>
                <a:lnTo>
                  <a:pt x="4839779" y="69030"/>
                </a:lnTo>
                <a:lnTo>
                  <a:pt x="4840135" y="68044"/>
                </a:lnTo>
                <a:lnTo>
                  <a:pt x="4840468" y="67042"/>
                </a:lnTo>
                <a:lnTo>
                  <a:pt x="4840778" y="66023"/>
                </a:lnTo>
                <a:lnTo>
                  <a:pt x="4841065" y="64987"/>
                </a:lnTo>
                <a:lnTo>
                  <a:pt x="4841329" y="63934"/>
                </a:lnTo>
                <a:lnTo>
                  <a:pt x="4841570" y="62865"/>
                </a:lnTo>
                <a:lnTo>
                  <a:pt x="4841788" y="61779"/>
                </a:lnTo>
                <a:lnTo>
                  <a:pt x="4841984" y="60677"/>
                </a:lnTo>
                <a:lnTo>
                  <a:pt x="4842156" y="59558"/>
                </a:lnTo>
                <a:lnTo>
                  <a:pt x="4842305" y="58423"/>
                </a:lnTo>
                <a:lnTo>
                  <a:pt x="4842431" y="57271"/>
                </a:lnTo>
                <a:lnTo>
                  <a:pt x="4842535" y="56102"/>
                </a:lnTo>
                <a:lnTo>
                  <a:pt x="4842615" y="54916"/>
                </a:lnTo>
                <a:lnTo>
                  <a:pt x="4842673" y="53715"/>
                </a:lnTo>
                <a:lnTo>
                  <a:pt x="4842707" y="52496"/>
                </a:lnTo>
                <a:lnTo>
                  <a:pt x="4842718" y="51261"/>
                </a:lnTo>
                <a:lnTo>
                  <a:pt x="4842707" y="49997"/>
                </a:lnTo>
                <a:lnTo>
                  <a:pt x="4842673" y="48750"/>
                </a:lnTo>
                <a:lnTo>
                  <a:pt x="4842615" y="47519"/>
                </a:lnTo>
                <a:lnTo>
                  <a:pt x="4842535" y="46304"/>
                </a:lnTo>
                <a:lnTo>
                  <a:pt x="4842431" y="45106"/>
                </a:lnTo>
                <a:lnTo>
                  <a:pt x="4842305" y="43925"/>
                </a:lnTo>
                <a:lnTo>
                  <a:pt x="4842156" y="42759"/>
                </a:lnTo>
                <a:lnTo>
                  <a:pt x="4841984" y="41611"/>
                </a:lnTo>
                <a:lnTo>
                  <a:pt x="4841788" y="40478"/>
                </a:lnTo>
                <a:lnTo>
                  <a:pt x="4841570" y="39362"/>
                </a:lnTo>
                <a:lnTo>
                  <a:pt x="4841329" y="38263"/>
                </a:lnTo>
                <a:lnTo>
                  <a:pt x="4841065" y="37180"/>
                </a:lnTo>
                <a:lnTo>
                  <a:pt x="4840778" y="36113"/>
                </a:lnTo>
                <a:lnTo>
                  <a:pt x="4840468" y="35063"/>
                </a:lnTo>
                <a:lnTo>
                  <a:pt x="4840135" y="34029"/>
                </a:lnTo>
                <a:lnTo>
                  <a:pt x="4839779" y="33011"/>
                </a:lnTo>
                <a:lnTo>
                  <a:pt x="4839400" y="32010"/>
                </a:lnTo>
                <a:lnTo>
                  <a:pt x="4838998" y="31026"/>
                </a:lnTo>
                <a:lnTo>
                  <a:pt x="4838573" y="30058"/>
                </a:lnTo>
                <a:lnTo>
                  <a:pt x="4838125" y="29106"/>
                </a:lnTo>
                <a:lnTo>
                  <a:pt x="4837654" y="28170"/>
                </a:lnTo>
                <a:lnTo>
                  <a:pt x="4837161" y="27252"/>
                </a:lnTo>
                <a:lnTo>
                  <a:pt x="4836644" y="26349"/>
                </a:lnTo>
                <a:lnTo>
                  <a:pt x="4836104" y="25463"/>
                </a:lnTo>
                <a:lnTo>
                  <a:pt x="4835545" y="24594"/>
                </a:lnTo>
                <a:lnTo>
                  <a:pt x="4834969" y="23742"/>
                </a:lnTo>
                <a:lnTo>
                  <a:pt x="4834377" y="22909"/>
                </a:lnTo>
                <a:lnTo>
                  <a:pt x="4833768" y="22093"/>
                </a:lnTo>
                <a:lnTo>
                  <a:pt x="4833143" y="21295"/>
                </a:lnTo>
                <a:lnTo>
                  <a:pt x="4832501" y="20514"/>
                </a:lnTo>
                <a:lnTo>
                  <a:pt x="4831843" y="19752"/>
                </a:lnTo>
                <a:lnTo>
                  <a:pt x="4831169" y="19007"/>
                </a:lnTo>
                <a:lnTo>
                  <a:pt x="4830478" y="18281"/>
                </a:lnTo>
                <a:lnTo>
                  <a:pt x="4829771" y="17572"/>
                </a:lnTo>
                <a:lnTo>
                  <a:pt x="4829047" y="16880"/>
                </a:lnTo>
                <a:lnTo>
                  <a:pt x="4828307" y="16207"/>
                </a:lnTo>
                <a:lnTo>
                  <a:pt x="4827550" y="15551"/>
                </a:lnTo>
                <a:lnTo>
                  <a:pt x="4826777" y="14914"/>
                </a:lnTo>
                <a:lnTo>
                  <a:pt x="4825988" y="14294"/>
                </a:lnTo>
                <a:lnTo>
                  <a:pt x="4825182" y="13692"/>
                </a:lnTo>
                <a:lnTo>
                  <a:pt x="4824359" y="13107"/>
                </a:lnTo>
                <a:lnTo>
                  <a:pt x="4823521" y="12541"/>
                </a:lnTo>
                <a:lnTo>
                  <a:pt x="4822665" y="11992"/>
                </a:lnTo>
                <a:lnTo>
                  <a:pt x="4821794" y="11461"/>
                </a:lnTo>
                <a:lnTo>
                  <a:pt x="4820906" y="10948"/>
                </a:lnTo>
                <a:lnTo>
                  <a:pt x="4820001" y="10452"/>
                </a:lnTo>
                <a:lnTo>
                  <a:pt x="4819080" y="9975"/>
                </a:lnTo>
                <a:lnTo>
                  <a:pt x="4818143" y="9515"/>
                </a:lnTo>
                <a:lnTo>
                  <a:pt x="4817192" y="9074"/>
                </a:lnTo>
                <a:lnTo>
                  <a:pt x="4816232" y="8651"/>
                </a:lnTo>
                <a:lnTo>
                  <a:pt x="4815261" y="8247"/>
                </a:lnTo>
                <a:lnTo>
                  <a:pt x="4814280" y="7862"/>
                </a:lnTo>
                <a:lnTo>
                  <a:pt x="4813289" y="7496"/>
                </a:lnTo>
                <a:lnTo>
                  <a:pt x="4812288" y="7148"/>
                </a:lnTo>
                <a:lnTo>
                  <a:pt x="4811276" y="6820"/>
                </a:lnTo>
                <a:lnTo>
                  <a:pt x="4810255" y="6510"/>
                </a:lnTo>
                <a:lnTo>
                  <a:pt x="4809224" y="6219"/>
                </a:lnTo>
                <a:lnTo>
                  <a:pt x="4808182" y="5946"/>
                </a:lnTo>
                <a:lnTo>
                  <a:pt x="4807131" y="5693"/>
                </a:lnTo>
                <a:lnTo>
                  <a:pt x="4806069" y="5458"/>
                </a:lnTo>
                <a:lnTo>
                  <a:pt x="4804997" y="5242"/>
                </a:lnTo>
                <a:lnTo>
                  <a:pt x="4803915" y="5045"/>
                </a:lnTo>
                <a:lnTo>
                  <a:pt x="4802823" y="4866"/>
                </a:lnTo>
                <a:lnTo>
                  <a:pt x="4801721" y="4707"/>
                </a:lnTo>
                <a:lnTo>
                  <a:pt x="4800609" y="4566"/>
                </a:lnTo>
                <a:lnTo>
                  <a:pt x="4799487" y="4444"/>
                </a:lnTo>
                <a:lnTo>
                  <a:pt x="4798354" y="4340"/>
                </a:lnTo>
                <a:lnTo>
                  <a:pt x="4797212" y="4256"/>
                </a:lnTo>
                <a:lnTo>
                  <a:pt x="4796059" y="4190"/>
                </a:lnTo>
                <a:lnTo>
                  <a:pt x="4794897" y="4143"/>
                </a:lnTo>
                <a:lnTo>
                  <a:pt x="4793724" y="4115"/>
                </a:lnTo>
                <a:lnTo>
                  <a:pt x="4792541" y="4105"/>
                </a:lnTo>
                <a:lnTo>
                  <a:pt x="4737118" y="4105"/>
                </a:lnTo>
                <a:lnTo>
                  <a:pt x="4737118" y="157603"/>
                </a:lnTo>
                <a:lnTo>
                  <a:pt x="4757645" y="157603"/>
                </a:lnTo>
                <a:lnTo>
                  <a:pt x="4757645" y="96934"/>
                </a:lnTo>
                <a:lnTo>
                  <a:pt x="4792541" y="96934"/>
                </a:lnTo>
                <a:lnTo>
                  <a:pt x="4793724" y="96925"/>
                </a:lnTo>
                <a:lnTo>
                  <a:pt x="4794897" y="96897"/>
                </a:lnTo>
                <a:lnTo>
                  <a:pt x="4796059" y="96852"/>
                </a:lnTo>
                <a:lnTo>
                  <a:pt x="4797212" y="96788"/>
                </a:lnTo>
                <a:close/>
                <a:moveTo>
                  <a:pt x="4796471" y="21304"/>
                </a:moveTo>
                <a:lnTo>
                  <a:pt x="4797523" y="21446"/>
                </a:lnTo>
                <a:lnTo>
                  <a:pt x="4798557" y="21613"/>
                </a:lnTo>
                <a:lnTo>
                  <a:pt x="4799573" y="21805"/>
                </a:lnTo>
                <a:lnTo>
                  <a:pt x="4800572" y="22024"/>
                </a:lnTo>
                <a:lnTo>
                  <a:pt x="4801552" y="22268"/>
                </a:lnTo>
                <a:lnTo>
                  <a:pt x="4802515" y="22537"/>
                </a:lnTo>
                <a:lnTo>
                  <a:pt x="4803460" y="22833"/>
                </a:lnTo>
                <a:lnTo>
                  <a:pt x="4804387" y="23154"/>
                </a:lnTo>
                <a:lnTo>
                  <a:pt x="4805297" y="23501"/>
                </a:lnTo>
                <a:lnTo>
                  <a:pt x="4806188" y="23873"/>
                </a:lnTo>
                <a:lnTo>
                  <a:pt x="4807062" y="24271"/>
                </a:lnTo>
                <a:lnTo>
                  <a:pt x="4807918" y="24695"/>
                </a:lnTo>
                <a:lnTo>
                  <a:pt x="4808756" y="25145"/>
                </a:lnTo>
                <a:lnTo>
                  <a:pt x="4809576" y="25620"/>
                </a:lnTo>
                <a:lnTo>
                  <a:pt x="4810379" y="26121"/>
                </a:lnTo>
                <a:lnTo>
                  <a:pt x="4811163" y="26648"/>
                </a:lnTo>
                <a:lnTo>
                  <a:pt x="4811930" y="27200"/>
                </a:lnTo>
                <a:lnTo>
                  <a:pt x="4812679" y="27778"/>
                </a:lnTo>
                <a:lnTo>
                  <a:pt x="4813410" y="28382"/>
                </a:lnTo>
                <a:lnTo>
                  <a:pt x="4814117" y="29012"/>
                </a:lnTo>
                <a:lnTo>
                  <a:pt x="4814795" y="29671"/>
                </a:lnTo>
                <a:lnTo>
                  <a:pt x="4815442" y="30358"/>
                </a:lnTo>
                <a:lnTo>
                  <a:pt x="4816058" y="31072"/>
                </a:lnTo>
                <a:lnTo>
                  <a:pt x="4816645" y="31815"/>
                </a:lnTo>
                <a:lnTo>
                  <a:pt x="4817202" y="32586"/>
                </a:lnTo>
                <a:lnTo>
                  <a:pt x="4817729" y="33385"/>
                </a:lnTo>
                <a:lnTo>
                  <a:pt x="4818225" y="34212"/>
                </a:lnTo>
                <a:lnTo>
                  <a:pt x="4818692" y="35067"/>
                </a:lnTo>
                <a:lnTo>
                  <a:pt x="4819128" y="35950"/>
                </a:lnTo>
                <a:lnTo>
                  <a:pt x="4819534" y="36861"/>
                </a:lnTo>
                <a:lnTo>
                  <a:pt x="4819911" y="37801"/>
                </a:lnTo>
                <a:lnTo>
                  <a:pt x="4820257" y="38768"/>
                </a:lnTo>
                <a:lnTo>
                  <a:pt x="4820573" y="39763"/>
                </a:lnTo>
                <a:lnTo>
                  <a:pt x="4820858" y="40787"/>
                </a:lnTo>
                <a:lnTo>
                  <a:pt x="4821114" y="41838"/>
                </a:lnTo>
                <a:lnTo>
                  <a:pt x="4821340" y="42918"/>
                </a:lnTo>
                <a:lnTo>
                  <a:pt x="4821536" y="44026"/>
                </a:lnTo>
                <a:lnTo>
                  <a:pt x="4821701" y="45161"/>
                </a:lnTo>
                <a:lnTo>
                  <a:pt x="4821837" y="46325"/>
                </a:lnTo>
                <a:lnTo>
                  <a:pt x="4821942" y="47517"/>
                </a:lnTo>
                <a:lnTo>
                  <a:pt x="4822017" y="48737"/>
                </a:lnTo>
                <a:lnTo>
                  <a:pt x="4822062" y="49985"/>
                </a:lnTo>
                <a:lnTo>
                  <a:pt x="4822077" y="51261"/>
                </a:lnTo>
                <a:lnTo>
                  <a:pt x="4822062" y="52453"/>
                </a:lnTo>
                <a:lnTo>
                  <a:pt x="4822017" y="53619"/>
                </a:lnTo>
                <a:lnTo>
                  <a:pt x="4821942" y="54760"/>
                </a:lnTo>
                <a:lnTo>
                  <a:pt x="4821837" y="55875"/>
                </a:lnTo>
                <a:lnTo>
                  <a:pt x="4821701" y="56965"/>
                </a:lnTo>
                <a:lnTo>
                  <a:pt x="4821536" y="58029"/>
                </a:lnTo>
                <a:lnTo>
                  <a:pt x="4821340" y="59068"/>
                </a:lnTo>
                <a:lnTo>
                  <a:pt x="4821114" y="60082"/>
                </a:lnTo>
                <a:lnTo>
                  <a:pt x="4820858" y="61069"/>
                </a:lnTo>
                <a:lnTo>
                  <a:pt x="4820573" y="62032"/>
                </a:lnTo>
                <a:lnTo>
                  <a:pt x="4820257" y="62969"/>
                </a:lnTo>
                <a:lnTo>
                  <a:pt x="4819911" y="63880"/>
                </a:lnTo>
                <a:lnTo>
                  <a:pt x="4819534" y="64766"/>
                </a:lnTo>
                <a:lnTo>
                  <a:pt x="4819128" y="65626"/>
                </a:lnTo>
                <a:lnTo>
                  <a:pt x="4818692" y="66461"/>
                </a:lnTo>
                <a:lnTo>
                  <a:pt x="4818225" y="67271"/>
                </a:lnTo>
                <a:lnTo>
                  <a:pt x="4817729" y="68055"/>
                </a:lnTo>
                <a:lnTo>
                  <a:pt x="4817202" y="68813"/>
                </a:lnTo>
                <a:lnTo>
                  <a:pt x="4816645" y="69546"/>
                </a:lnTo>
                <a:lnTo>
                  <a:pt x="4816058" y="70254"/>
                </a:lnTo>
                <a:lnTo>
                  <a:pt x="4815442" y="70936"/>
                </a:lnTo>
                <a:lnTo>
                  <a:pt x="4814795" y="71592"/>
                </a:lnTo>
                <a:lnTo>
                  <a:pt x="4814117" y="72223"/>
                </a:lnTo>
                <a:lnTo>
                  <a:pt x="4813410" y="72829"/>
                </a:lnTo>
                <a:lnTo>
                  <a:pt x="4812679" y="73409"/>
                </a:lnTo>
                <a:lnTo>
                  <a:pt x="4811930" y="73965"/>
                </a:lnTo>
                <a:lnTo>
                  <a:pt x="4811163" y="74496"/>
                </a:lnTo>
                <a:lnTo>
                  <a:pt x="4810379" y="75002"/>
                </a:lnTo>
                <a:lnTo>
                  <a:pt x="4809576" y="75484"/>
                </a:lnTo>
                <a:lnTo>
                  <a:pt x="4808756" y="75941"/>
                </a:lnTo>
                <a:lnTo>
                  <a:pt x="4807918" y="76373"/>
                </a:lnTo>
                <a:lnTo>
                  <a:pt x="4807062" y="76780"/>
                </a:lnTo>
                <a:lnTo>
                  <a:pt x="4806188" y="77163"/>
                </a:lnTo>
                <a:lnTo>
                  <a:pt x="4805297" y="77521"/>
                </a:lnTo>
                <a:lnTo>
                  <a:pt x="4804387" y="77855"/>
                </a:lnTo>
                <a:lnTo>
                  <a:pt x="4803460" y="78164"/>
                </a:lnTo>
                <a:lnTo>
                  <a:pt x="4802515" y="78448"/>
                </a:lnTo>
                <a:lnTo>
                  <a:pt x="4801552" y="78707"/>
                </a:lnTo>
                <a:lnTo>
                  <a:pt x="4800572" y="78942"/>
                </a:lnTo>
                <a:lnTo>
                  <a:pt x="4799573" y="79152"/>
                </a:lnTo>
                <a:lnTo>
                  <a:pt x="4798557" y="79337"/>
                </a:lnTo>
                <a:lnTo>
                  <a:pt x="4797523" y="79497"/>
                </a:lnTo>
                <a:lnTo>
                  <a:pt x="4796471" y="79633"/>
                </a:lnTo>
                <a:lnTo>
                  <a:pt x="4795401" y="79744"/>
                </a:lnTo>
                <a:lnTo>
                  <a:pt x="4794314" y="79831"/>
                </a:lnTo>
                <a:lnTo>
                  <a:pt x="4793209" y="79892"/>
                </a:lnTo>
                <a:lnTo>
                  <a:pt x="4792085" y="79930"/>
                </a:lnTo>
                <a:lnTo>
                  <a:pt x="4790944" y="79942"/>
                </a:lnTo>
                <a:lnTo>
                  <a:pt x="4757645" y="79942"/>
                </a:lnTo>
                <a:lnTo>
                  <a:pt x="4757645" y="20983"/>
                </a:lnTo>
                <a:lnTo>
                  <a:pt x="4790944" y="20983"/>
                </a:lnTo>
                <a:lnTo>
                  <a:pt x="4792085" y="20996"/>
                </a:lnTo>
                <a:lnTo>
                  <a:pt x="4793209" y="21035"/>
                </a:lnTo>
                <a:lnTo>
                  <a:pt x="4794314" y="21099"/>
                </a:lnTo>
                <a:lnTo>
                  <a:pt x="4795401" y="21189"/>
                </a:lnTo>
                <a:lnTo>
                  <a:pt x="4796471" y="21304"/>
                </a:lnTo>
                <a:close/>
                <a:moveTo>
                  <a:pt x="4254641" y="159285"/>
                </a:moveTo>
                <a:lnTo>
                  <a:pt x="4255955" y="159151"/>
                </a:lnTo>
                <a:lnTo>
                  <a:pt x="4257258" y="158997"/>
                </a:lnTo>
                <a:lnTo>
                  <a:pt x="4258550" y="158822"/>
                </a:lnTo>
                <a:lnTo>
                  <a:pt x="4259830" y="158626"/>
                </a:lnTo>
                <a:lnTo>
                  <a:pt x="4261099" y="158410"/>
                </a:lnTo>
                <a:lnTo>
                  <a:pt x="4262356" y="158173"/>
                </a:lnTo>
                <a:lnTo>
                  <a:pt x="4263603" y="157916"/>
                </a:lnTo>
                <a:lnTo>
                  <a:pt x="4264838" y="157638"/>
                </a:lnTo>
                <a:lnTo>
                  <a:pt x="4266062" y="157339"/>
                </a:lnTo>
                <a:lnTo>
                  <a:pt x="4267274" y="157020"/>
                </a:lnTo>
                <a:lnTo>
                  <a:pt x="4268476" y="156680"/>
                </a:lnTo>
                <a:lnTo>
                  <a:pt x="4269666" y="156320"/>
                </a:lnTo>
                <a:lnTo>
                  <a:pt x="4270844" y="155939"/>
                </a:lnTo>
                <a:lnTo>
                  <a:pt x="4272012" y="155538"/>
                </a:lnTo>
                <a:lnTo>
                  <a:pt x="4273168" y="155115"/>
                </a:lnTo>
                <a:lnTo>
                  <a:pt x="4274313" y="154673"/>
                </a:lnTo>
                <a:lnTo>
                  <a:pt x="4275446" y="154209"/>
                </a:lnTo>
                <a:lnTo>
                  <a:pt x="4276569" y="153726"/>
                </a:lnTo>
                <a:lnTo>
                  <a:pt x="4277677" y="153221"/>
                </a:lnTo>
                <a:lnTo>
                  <a:pt x="4278768" y="152696"/>
                </a:lnTo>
                <a:lnTo>
                  <a:pt x="4279843" y="152150"/>
                </a:lnTo>
                <a:lnTo>
                  <a:pt x="4280901" y="151583"/>
                </a:lnTo>
                <a:lnTo>
                  <a:pt x="4281942" y="150995"/>
                </a:lnTo>
                <a:lnTo>
                  <a:pt x="4282966" y="150386"/>
                </a:lnTo>
                <a:lnTo>
                  <a:pt x="4283973" y="149757"/>
                </a:lnTo>
                <a:lnTo>
                  <a:pt x="4284963" y="149107"/>
                </a:lnTo>
                <a:lnTo>
                  <a:pt x="4285937" y="148436"/>
                </a:lnTo>
                <a:lnTo>
                  <a:pt x="4286894" y="147744"/>
                </a:lnTo>
                <a:lnTo>
                  <a:pt x="4287834" y="147032"/>
                </a:lnTo>
                <a:lnTo>
                  <a:pt x="4288757" y="146299"/>
                </a:lnTo>
                <a:lnTo>
                  <a:pt x="4289663" y="145545"/>
                </a:lnTo>
                <a:lnTo>
                  <a:pt x="4290552" y="144770"/>
                </a:lnTo>
                <a:lnTo>
                  <a:pt x="4291425" y="143974"/>
                </a:lnTo>
                <a:lnTo>
                  <a:pt x="4292281" y="143158"/>
                </a:lnTo>
                <a:lnTo>
                  <a:pt x="4293120" y="142321"/>
                </a:lnTo>
                <a:lnTo>
                  <a:pt x="4293942" y="141463"/>
                </a:lnTo>
                <a:lnTo>
                  <a:pt x="4294747" y="140584"/>
                </a:lnTo>
                <a:lnTo>
                  <a:pt x="4295536" y="139684"/>
                </a:lnTo>
                <a:lnTo>
                  <a:pt x="4296307" y="138764"/>
                </a:lnTo>
                <a:lnTo>
                  <a:pt x="4297062" y="137823"/>
                </a:lnTo>
                <a:lnTo>
                  <a:pt x="4297800" y="136861"/>
                </a:lnTo>
                <a:lnTo>
                  <a:pt x="4298521" y="135878"/>
                </a:lnTo>
                <a:lnTo>
                  <a:pt x="4299222" y="134875"/>
                </a:lnTo>
                <a:lnTo>
                  <a:pt x="4299899" y="133849"/>
                </a:lnTo>
                <a:lnTo>
                  <a:pt x="4300553" y="132802"/>
                </a:lnTo>
                <a:lnTo>
                  <a:pt x="4301182" y="131733"/>
                </a:lnTo>
                <a:lnTo>
                  <a:pt x="4301788" y="130643"/>
                </a:lnTo>
                <a:lnTo>
                  <a:pt x="4302370" y="129531"/>
                </a:lnTo>
                <a:lnTo>
                  <a:pt x="4302929" y="128398"/>
                </a:lnTo>
                <a:lnTo>
                  <a:pt x="4303463" y="127243"/>
                </a:lnTo>
                <a:lnTo>
                  <a:pt x="4303974" y="126067"/>
                </a:lnTo>
                <a:lnTo>
                  <a:pt x="4304461" y="124868"/>
                </a:lnTo>
                <a:lnTo>
                  <a:pt x="4304924" y="123649"/>
                </a:lnTo>
                <a:lnTo>
                  <a:pt x="4305364" y="122407"/>
                </a:lnTo>
                <a:lnTo>
                  <a:pt x="4305780" y="121145"/>
                </a:lnTo>
                <a:lnTo>
                  <a:pt x="4306172" y="119860"/>
                </a:lnTo>
                <a:lnTo>
                  <a:pt x="4306540" y="118554"/>
                </a:lnTo>
                <a:lnTo>
                  <a:pt x="4306884" y="117227"/>
                </a:lnTo>
                <a:lnTo>
                  <a:pt x="4307205" y="115877"/>
                </a:lnTo>
                <a:lnTo>
                  <a:pt x="4307502" y="114507"/>
                </a:lnTo>
                <a:lnTo>
                  <a:pt x="4307775" y="113114"/>
                </a:lnTo>
                <a:lnTo>
                  <a:pt x="4308025" y="111700"/>
                </a:lnTo>
                <a:lnTo>
                  <a:pt x="4308250" y="110265"/>
                </a:lnTo>
                <a:lnTo>
                  <a:pt x="4308452" y="108808"/>
                </a:lnTo>
                <a:lnTo>
                  <a:pt x="4308631" y="107329"/>
                </a:lnTo>
                <a:lnTo>
                  <a:pt x="4308785" y="105829"/>
                </a:lnTo>
                <a:lnTo>
                  <a:pt x="4288030" y="105829"/>
                </a:lnTo>
                <a:lnTo>
                  <a:pt x="4287853" y="107343"/>
                </a:lnTo>
                <a:lnTo>
                  <a:pt x="4287644" y="108826"/>
                </a:lnTo>
                <a:lnTo>
                  <a:pt x="4287404" y="110276"/>
                </a:lnTo>
                <a:lnTo>
                  <a:pt x="4287133" y="111696"/>
                </a:lnTo>
                <a:lnTo>
                  <a:pt x="4286831" y="113083"/>
                </a:lnTo>
                <a:lnTo>
                  <a:pt x="4286497" y="114439"/>
                </a:lnTo>
                <a:lnTo>
                  <a:pt x="4286132" y="115763"/>
                </a:lnTo>
                <a:lnTo>
                  <a:pt x="4285736" y="117055"/>
                </a:lnTo>
                <a:lnTo>
                  <a:pt x="4285309" y="118316"/>
                </a:lnTo>
                <a:lnTo>
                  <a:pt x="4284850" y="119545"/>
                </a:lnTo>
                <a:lnTo>
                  <a:pt x="4284360" y="120743"/>
                </a:lnTo>
                <a:lnTo>
                  <a:pt x="4283839" y="121909"/>
                </a:lnTo>
                <a:lnTo>
                  <a:pt x="4283286" y="123043"/>
                </a:lnTo>
                <a:lnTo>
                  <a:pt x="4282702" y="124145"/>
                </a:lnTo>
                <a:lnTo>
                  <a:pt x="4282087" y="125216"/>
                </a:lnTo>
                <a:lnTo>
                  <a:pt x="4281441" y="126255"/>
                </a:lnTo>
                <a:lnTo>
                  <a:pt x="4280763" y="127262"/>
                </a:lnTo>
                <a:lnTo>
                  <a:pt x="4280054" y="128238"/>
                </a:lnTo>
                <a:lnTo>
                  <a:pt x="4279314" y="129182"/>
                </a:lnTo>
                <a:lnTo>
                  <a:pt x="4278542" y="130094"/>
                </a:lnTo>
                <a:lnTo>
                  <a:pt x="4277739" y="130975"/>
                </a:lnTo>
                <a:lnTo>
                  <a:pt x="4276905" y="131824"/>
                </a:lnTo>
                <a:lnTo>
                  <a:pt x="4276040" y="132641"/>
                </a:lnTo>
                <a:lnTo>
                  <a:pt x="4275143" y="133427"/>
                </a:lnTo>
                <a:lnTo>
                  <a:pt x="4274219" y="134180"/>
                </a:lnTo>
                <a:lnTo>
                  <a:pt x="4273272" y="134902"/>
                </a:lnTo>
                <a:lnTo>
                  <a:pt x="4272301" y="135592"/>
                </a:lnTo>
                <a:lnTo>
                  <a:pt x="4271307" y="136249"/>
                </a:lnTo>
                <a:lnTo>
                  <a:pt x="4270290" y="136874"/>
                </a:lnTo>
                <a:lnTo>
                  <a:pt x="4269249" y="137468"/>
                </a:lnTo>
                <a:lnTo>
                  <a:pt x="4268185" y="138029"/>
                </a:lnTo>
                <a:lnTo>
                  <a:pt x="4267097" y="138558"/>
                </a:lnTo>
                <a:lnTo>
                  <a:pt x="4265986" y="139055"/>
                </a:lnTo>
                <a:lnTo>
                  <a:pt x="4264852" y="139521"/>
                </a:lnTo>
                <a:lnTo>
                  <a:pt x="4263694" y="139954"/>
                </a:lnTo>
                <a:lnTo>
                  <a:pt x="4262513" y="140354"/>
                </a:lnTo>
                <a:lnTo>
                  <a:pt x="4261309" y="140723"/>
                </a:lnTo>
                <a:lnTo>
                  <a:pt x="4260081" y="141060"/>
                </a:lnTo>
                <a:lnTo>
                  <a:pt x="4258830" y="141365"/>
                </a:lnTo>
                <a:lnTo>
                  <a:pt x="4257556" y="141637"/>
                </a:lnTo>
                <a:lnTo>
                  <a:pt x="4256258" y="141878"/>
                </a:lnTo>
                <a:lnTo>
                  <a:pt x="4254937" y="142086"/>
                </a:lnTo>
                <a:lnTo>
                  <a:pt x="4253592" y="142263"/>
                </a:lnTo>
                <a:lnTo>
                  <a:pt x="4252224" y="142407"/>
                </a:lnTo>
                <a:lnTo>
                  <a:pt x="4250833" y="142519"/>
                </a:lnTo>
                <a:lnTo>
                  <a:pt x="4249419" y="142600"/>
                </a:lnTo>
                <a:lnTo>
                  <a:pt x="4247981" y="142648"/>
                </a:lnTo>
                <a:lnTo>
                  <a:pt x="4246519" y="142664"/>
                </a:lnTo>
                <a:lnTo>
                  <a:pt x="4245058" y="142649"/>
                </a:lnTo>
                <a:lnTo>
                  <a:pt x="4243620" y="142606"/>
                </a:lnTo>
                <a:lnTo>
                  <a:pt x="4242205" y="142535"/>
                </a:lnTo>
                <a:lnTo>
                  <a:pt x="4240814" y="142434"/>
                </a:lnTo>
                <a:lnTo>
                  <a:pt x="4239446" y="142305"/>
                </a:lnTo>
                <a:lnTo>
                  <a:pt x="4238102" y="142147"/>
                </a:lnTo>
                <a:lnTo>
                  <a:pt x="4236781" y="141960"/>
                </a:lnTo>
                <a:lnTo>
                  <a:pt x="4235483" y="141745"/>
                </a:lnTo>
                <a:lnTo>
                  <a:pt x="4234208" y="141501"/>
                </a:lnTo>
                <a:lnTo>
                  <a:pt x="4232957" y="141228"/>
                </a:lnTo>
                <a:lnTo>
                  <a:pt x="4231729" y="140927"/>
                </a:lnTo>
                <a:lnTo>
                  <a:pt x="4230525" y="140597"/>
                </a:lnTo>
                <a:lnTo>
                  <a:pt x="4229344" y="140238"/>
                </a:lnTo>
                <a:lnTo>
                  <a:pt x="4228187" y="139850"/>
                </a:lnTo>
                <a:lnTo>
                  <a:pt x="4227052" y="139434"/>
                </a:lnTo>
                <a:lnTo>
                  <a:pt x="4225941" y="138989"/>
                </a:lnTo>
                <a:lnTo>
                  <a:pt x="4224854" y="138515"/>
                </a:lnTo>
                <a:lnTo>
                  <a:pt x="4223790" y="138013"/>
                </a:lnTo>
                <a:lnTo>
                  <a:pt x="4222749" y="137482"/>
                </a:lnTo>
                <a:lnTo>
                  <a:pt x="4221731" y="136922"/>
                </a:lnTo>
                <a:lnTo>
                  <a:pt x="4220737" y="136334"/>
                </a:lnTo>
                <a:lnTo>
                  <a:pt x="4219767" y="135716"/>
                </a:lnTo>
                <a:lnTo>
                  <a:pt x="4218819" y="135071"/>
                </a:lnTo>
                <a:lnTo>
                  <a:pt x="4217895" y="134396"/>
                </a:lnTo>
                <a:lnTo>
                  <a:pt x="4216993" y="133697"/>
                </a:lnTo>
                <a:lnTo>
                  <a:pt x="4216111" y="132978"/>
                </a:lnTo>
                <a:lnTo>
                  <a:pt x="4215250" y="132239"/>
                </a:lnTo>
                <a:lnTo>
                  <a:pt x="4214409" y="131480"/>
                </a:lnTo>
                <a:lnTo>
                  <a:pt x="4213589" y="130701"/>
                </a:lnTo>
                <a:lnTo>
                  <a:pt x="4212788" y="129902"/>
                </a:lnTo>
                <a:lnTo>
                  <a:pt x="4212009" y="129083"/>
                </a:lnTo>
                <a:lnTo>
                  <a:pt x="4211249" y="128244"/>
                </a:lnTo>
                <a:lnTo>
                  <a:pt x="4210510" y="127385"/>
                </a:lnTo>
                <a:lnTo>
                  <a:pt x="4209792" y="126506"/>
                </a:lnTo>
                <a:lnTo>
                  <a:pt x="4209093" y="125607"/>
                </a:lnTo>
                <a:lnTo>
                  <a:pt x="4208416" y="124688"/>
                </a:lnTo>
                <a:lnTo>
                  <a:pt x="4207758" y="123749"/>
                </a:lnTo>
                <a:lnTo>
                  <a:pt x="4207121" y="122790"/>
                </a:lnTo>
                <a:lnTo>
                  <a:pt x="4206505" y="121811"/>
                </a:lnTo>
                <a:lnTo>
                  <a:pt x="4205908" y="120812"/>
                </a:lnTo>
                <a:lnTo>
                  <a:pt x="4205333" y="119794"/>
                </a:lnTo>
                <a:lnTo>
                  <a:pt x="4204777" y="118755"/>
                </a:lnTo>
                <a:lnTo>
                  <a:pt x="4204242" y="117696"/>
                </a:lnTo>
                <a:lnTo>
                  <a:pt x="4203727" y="116617"/>
                </a:lnTo>
                <a:lnTo>
                  <a:pt x="4203233" y="115518"/>
                </a:lnTo>
                <a:lnTo>
                  <a:pt x="4202759" y="114399"/>
                </a:lnTo>
                <a:lnTo>
                  <a:pt x="4202306" y="113260"/>
                </a:lnTo>
                <a:lnTo>
                  <a:pt x="4201873" y="112101"/>
                </a:lnTo>
                <a:lnTo>
                  <a:pt x="4201459" y="110927"/>
                </a:lnTo>
                <a:lnTo>
                  <a:pt x="4201062" y="109742"/>
                </a:lnTo>
                <a:lnTo>
                  <a:pt x="4200683" y="108546"/>
                </a:lnTo>
                <a:lnTo>
                  <a:pt x="4200322" y="107340"/>
                </a:lnTo>
                <a:lnTo>
                  <a:pt x="4199978" y="106123"/>
                </a:lnTo>
                <a:lnTo>
                  <a:pt x="4199652" y="104895"/>
                </a:lnTo>
                <a:lnTo>
                  <a:pt x="4199344" y="103657"/>
                </a:lnTo>
                <a:lnTo>
                  <a:pt x="4199053" y="102408"/>
                </a:lnTo>
                <a:lnTo>
                  <a:pt x="4198780" y="101148"/>
                </a:lnTo>
                <a:lnTo>
                  <a:pt x="4198525" y="99877"/>
                </a:lnTo>
                <a:lnTo>
                  <a:pt x="4198287" y="98596"/>
                </a:lnTo>
                <a:lnTo>
                  <a:pt x="4198067" y="97304"/>
                </a:lnTo>
                <a:lnTo>
                  <a:pt x="4197864" y="96002"/>
                </a:lnTo>
                <a:lnTo>
                  <a:pt x="4197679" y="94689"/>
                </a:lnTo>
                <a:lnTo>
                  <a:pt x="4197512" y="93365"/>
                </a:lnTo>
                <a:lnTo>
                  <a:pt x="4197362" y="92030"/>
                </a:lnTo>
                <a:lnTo>
                  <a:pt x="4197230" y="90685"/>
                </a:lnTo>
                <a:lnTo>
                  <a:pt x="4197115" y="89329"/>
                </a:lnTo>
                <a:lnTo>
                  <a:pt x="4197018" y="87962"/>
                </a:lnTo>
                <a:lnTo>
                  <a:pt x="4196939" y="86585"/>
                </a:lnTo>
                <a:lnTo>
                  <a:pt x="4196877" y="85197"/>
                </a:lnTo>
                <a:lnTo>
                  <a:pt x="4196833" y="83798"/>
                </a:lnTo>
                <a:lnTo>
                  <a:pt x="4196807" y="82388"/>
                </a:lnTo>
                <a:lnTo>
                  <a:pt x="4196798" y="80968"/>
                </a:lnTo>
                <a:lnTo>
                  <a:pt x="4196807" y="79539"/>
                </a:lnTo>
                <a:lnTo>
                  <a:pt x="4196833" y="78120"/>
                </a:lnTo>
                <a:lnTo>
                  <a:pt x="4196877" y="76713"/>
                </a:lnTo>
                <a:lnTo>
                  <a:pt x="4196939" y="75317"/>
                </a:lnTo>
                <a:lnTo>
                  <a:pt x="4197018" y="73932"/>
                </a:lnTo>
                <a:lnTo>
                  <a:pt x="4197115" y="72558"/>
                </a:lnTo>
                <a:lnTo>
                  <a:pt x="4197230" y="71195"/>
                </a:lnTo>
                <a:lnTo>
                  <a:pt x="4197362" y="69843"/>
                </a:lnTo>
                <a:lnTo>
                  <a:pt x="4197512" y="68502"/>
                </a:lnTo>
                <a:lnTo>
                  <a:pt x="4197679" y="67173"/>
                </a:lnTo>
                <a:lnTo>
                  <a:pt x="4197864" y="65854"/>
                </a:lnTo>
                <a:lnTo>
                  <a:pt x="4198067" y="64547"/>
                </a:lnTo>
                <a:lnTo>
                  <a:pt x="4198287" y="63250"/>
                </a:lnTo>
                <a:lnTo>
                  <a:pt x="4198525" y="61965"/>
                </a:lnTo>
                <a:lnTo>
                  <a:pt x="4198780" y="60691"/>
                </a:lnTo>
                <a:lnTo>
                  <a:pt x="4199053" y="59427"/>
                </a:lnTo>
                <a:lnTo>
                  <a:pt x="4199344" y="58175"/>
                </a:lnTo>
                <a:lnTo>
                  <a:pt x="4199652" y="56934"/>
                </a:lnTo>
                <a:lnTo>
                  <a:pt x="4199978" y="55704"/>
                </a:lnTo>
                <a:lnTo>
                  <a:pt x="4200322" y="54486"/>
                </a:lnTo>
                <a:lnTo>
                  <a:pt x="4200683" y="53278"/>
                </a:lnTo>
                <a:lnTo>
                  <a:pt x="4201062" y="52081"/>
                </a:lnTo>
                <a:lnTo>
                  <a:pt x="4201459" y="50896"/>
                </a:lnTo>
                <a:lnTo>
                  <a:pt x="4201873" y="49721"/>
                </a:lnTo>
                <a:lnTo>
                  <a:pt x="4202306" y="48562"/>
                </a:lnTo>
                <a:lnTo>
                  <a:pt x="4202759" y="47422"/>
                </a:lnTo>
                <a:lnTo>
                  <a:pt x="4203233" y="46302"/>
                </a:lnTo>
                <a:lnTo>
                  <a:pt x="4203727" y="45201"/>
                </a:lnTo>
                <a:lnTo>
                  <a:pt x="4204242" y="44119"/>
                </a:lnTo>
                <a:lnTo>
                  <a:pt x="4204777" y="43057"/>
                </a:lnTo>
                <a:lnTo>
                  <a:pt x="4205333" y="42014"/>
                </a:lnTo>
                <a:lnTo>
                  <a:pt x="4205908" y="40991"/>
                </a:lnTo>
                <a:lnTo>
                  <a:pt x="4206505" y="39987"/>
                </a:lnTo>
                <a:lnTo>
                  <a:pt x="4207121" y="39002"/>
                </a:lnTo>
                <a:lnTo>
                  <a:pt x="4207758" y="38037"/>
                </a:lnTo>
                <a:lnTo>
                  <a:pt x="4208416" y="37091"/>
                </a:lnTo>
                <a:lnTo>
                  <a:pt x="4209093" y="36165"/>
                </a:lnTo>
                <a:lnTo>
                  <a:pt x="4209792" y="35258"/>
                </a:lnTo>
                <a:lnTo>
                  <a:pt x="4210510" y="34371"/>
                </a:lnTo>
                <a:lnTo>
                  <a:pt x="4211249" y="33502"/>
                </a:lnTo>
                <a:lnTo>
                  <a:pt x="4212009" y="32654"/>
                </a:lnTo>
                <a:lnTo>
                  <a:pt x="4212788" y="31824"/>
                </a:lnTo>
                <a:lnTo>
                  <a:pt x="4213589" y="31014"/>
                </a:lnTo>
                <a:lnTo>
                  <a:pt x="4214409" y="30224"/>
                </a:lnTo>
                <a:lnTo>
                  <a:pt x="4215250" y="29453"/>
                </a:lnTo>
                <a:lnTo>
                  <a:pt x="4216111" y="28701"/>
                </a:lnTo>
                <a:lnTo>
                  <a:pt x="4216993" y="27968"/>
                </a:lnTo>
                <a:lnTo>
                  <a:pt x="4217895" y="27256"/>
                </a:lnTo>
                <a:lnTo>
                  <a:pt x="4218819" y="26567"/>
                </a:lnTo>
                <a:lnTo>
                  <a:pt x="4219767" y="25908"/>
                </a:lnTo>
                <a:lnTo>
                  <a:pt x="4220737" y="25278"/>
                </a:lnTo>
                <a:lnTo>
                  <a:pt x="4221731" y="24677"/>
                </a:lnTo>
                <a:lnTo>
                  <a:pt x="4222749" y="24106"/>
                </a:lnTo>
                <a:lnTo>
                  <a:pt x="4223790" y="23563"/>
                </a:lnTo>
                <a:lnTo>
                  <a:pt x="4224854" y="23051"/>
                </a:lnTo>
                <a:lnTo>
                  <a:pt x="4225941" y="22567"/>
                </a:lnTo>
                <a:lnTo>
                  <a:pt x="4227052" y="22113"/>
                </a:lnTo>
                <a:lnTo>
                  <a:pt x="4228187" y="21688"/>
                </a:lnTo>
                <a:lnTo>
                  <a:pt x="4229344" y="21293"/>
                </a:lnTo>
                <a:lnTo>
                  <a:pt x="4230525" y="20926"/>
                </a:lnTo>
                <a:lnTo>
                  <a:pt x="4231729" y="20589"/>
                </a:lnTo>
                <a:lnTo>
                  <a:pt x="4232957" y="20282"/>
                </a:lnTo>
                <a:lnTo>
                  <a:pt x="4234208" y="20003"/>
                </a:lnTo>
                <a:lnTo>
                  <a:pt x="4235483" y="19754"/>
                </a:lnTo>
                <a:lnTo>
                  <a:pt x="4236781" y="19534"/>
                </a:lnTo>
                <a:lnTo>
                  <a:pt x="4238102" y="19344"/>
                </a:lnTo>
                <a:lnTo>
                  <a:pt x="4239446" y="19183"/>
                </a:lnTo>
                <a:lnTo>
                  <a:pt x="4240814" y="19051"/>
                </a:lnTo>
                <a:lnTo>
                  <a:pt x="4242205" y="18948"/>
                </a:lnTo>
                <a:lnTo>
                  <a:pt x="4243620" y="18875"/>
                </a:lnTo>
                <a:lnTo>
                  <a:pt x="4245058" y="18831"/>
                </a:lnTo>
                <a:lnTo>
                  <a:pt x="4246519" y="18817"/>
                </a:lnTo>
                <a:lnTo>
                  <a:pt x="4247363" y="18823"/>
                </a:lnTo>
                <a:lnTo>
                  <a:pt x="4248202" y="18842"/>
                </a:lnTo>
                <a:lnTo>
                  <a:pt x="4249036" y="18874"/>
                </a:lnTo>
                <a:lnTo>
                  <a:pt x="4249866" y="18918"/>
                </a:lnTo>
                <a:lnTo>
                  <a:pt x="4250691" y="18975"/>
                </a:lnTo>
                <a:lnTo>
                  <a:pt x="4251512" y="19045"/>
                </a:lnTo>
                <a:lnTo>
                  <a:pt x="4252328" y="19127"/>
                </a:lnTo>
                <a:lnTo>
                  <a:pt x="4253140" y="19222"/>
                </a:lnTo>
                <a:lnTo>
                  <a:pt x="4253947" y="19330"/>
                </a:lnTo>
                <a:lnTo>
                  <a:pt x="4254749" y="19450"/>
                </a:lnTo>
                <a:lnTo>
                  <a:pt x="4255547" y="19583"/>
                </a:lnTo>
                <a:lnTo>
                  <a:pt x="4256341" y="19729"/>
                </a:lnTo>
                <a:lnTo>
                  <a:pt x="4257130" y="19887"/>
                </a:lnTo>
                <a:lnTo>
                  <a:pt x="4257914" y="20058"/>
                </a:lnTo>
                <a:lnTo>
                  <a:pt x="4258694" y="20242"/>
                </a:lnTo>
                <a:lnTo>
                  <a:pt x="4259469" y="20438"/>
                </a:lnTo>
                <a:lnTo>
                  <a:pt x="4260240" y="20648"/>
                </a:lnTo>
                <a:lnTo>
                  <a:pt x="4261006" y="20869"/>
                </a:lnTo>
                <a:lnTo>
                  <a:pt x="4261767" y="21104"/>
                </a:lnTo>
                <a:lnTo>
                  <a:pt x="4262524" y="21351"/>
                </a:lnTo>
                <a:lnTo>
                  <a:pt x="4263277" y="21611"/>
                </a:lnTo>
                <a:lnTo>
                  <a:pt x="4264025" y="21883"/>
                </a:lnTo>
                <a:lnTo>
                  <a:pt x="4264768" y="22168"/>
                </a:lnTo>
                <a:lnTo>
                  <a:pt x="4265507" y="22466"/>
                </a:lnTo>
                <a:lnTo>
                  <a:pt x="4266238" y="22777"/>
                </a:lnTo>
                <a:lnTo>
                  <a:pt x="4266960" y="23101"/>
                </a:lnTo>
                <a:lnTo>
                  <a:pt x="4267671" y="23438"/>
                </a:lnTo>
                <a:lnTo>
                  <a:pt x="4268372" y="23788"/>
                </a:lnTo>
                <a:lnTo>
                  <a:pt x="4269063" y="24152"/>
                </a:lnTo>
                <a:lnTo>
                  <a:pt x="4269744" y="24529"/>
                </a:lnTo>
                <a:lnTo>
                  <a:pt x="4270415" y="24920"/>
                </a:lnTo>
                <a:lnTo>
                  <a:pt x="4271076" y="25323"/>
                </a:lnTo>
                <a:lnTo>
                  <a:pt x="4271726" y="25740"/>
                </a:lnTo>
                <a:lnTo>
                  <a:pt x="4272367" y="26170"/>
                </a:lnTo>
                <a:lnTo>
                  <a:pt x="4272998" y="26614"/>
                </a:lnTo>
                <a:lnTo>
                  <a:pt x="4273618" y="27070"/>
                </a:lnTo>
                <a:lnTo>
                  <a:pt x="4274228" y="27540"/>
                </a:lnTo>
                <a:lnTo>
                  <a:pt x="4274828" y="28023"/>
                </a:lnTo>
                <a:lnTo>
                  <a:pt x="4275419" y="28520"/>
                </a:lnTo>
                <a:lnTo>
                  <a:pt x="4275999" y="29029"/>
                </a:lnTo>
                <a:lnTo>
                  <a:pt x="4276568" y="29552"/>
                </a:lnTo>
                <a:lnTo>
                  <a:pt x="4277128" y="30089"/>
                </a:lnTo>
                <a:lnTo>
                  <a:pt x="4277678" y="30638"/>
                </a:lnTo>
                <a:lnTo>
                  <a:pt x="4278218" y="31201"/>
                </a:lnTo>
                <a:lnTo>
                  <a:pt x="4278747" y="31777"/>
                </a:lnTo>
                <a:lnTo>
                  <a:pt x="4279266" y="32366"/>
                </a:lnTo>
                <a:lnTo>
                  <a:pt x="4279776" y="32969"/>
                </a:lnTo>
                <a:lnTo>
                  <a:pt x="4280275" y="33585"/>
                </a:lnTo>
                <a:lnTo>
                  <a:pt x="4280761" y="34214"/>
                </a:lnTo>
                <a:lnTo>
                  <a:pt x="4281231" y="34858"/>
                </a:lnTo>
                <a:lnTo>
                  <a:pt x="4281684" y="35515"/>
                </a:lnTo>
                <a:lnTo>
                  <a:pt x="4282122" y="36187"/>
                </a:lnTo>
                <a:lnTo>
                  <a:pt x="4282543" y="36873"/>
                </a:lnTo>
                <a:lnTo>
                  <a:pt x="4282948" y="37573"/>
                </a:lnTo>
                <a:lnTo>
                  <a:pt x="4283336" y="38286"/>
                </a:lnTo>
                <a:lnTo>
                  <a:pt x="4283709" y="39014"/>
                </a:lnTo>
                <a:lnTo>
                  <a:pt x="4284065" y="39756"/>
                </a:lnTo>
                <a:lnTo>
                  <a:pt x="4284405" y="40512"/>
                </a:lnTo>
                <a:lnTo>
                  <a:pt x="4284729" y="41282"/>
                </a:lnTo>
                <a:lnTo>
                  <a:pt x="4285036" y="42066"/>
                </a:lnTo>
                <a:lnTo>
                  <a:pt x="4285327" y="42865"/>
                </a:lnTo>
                <a:lnTo>
                  <a:pt x="4285602" y="43677"/>
                </a:lnTo>
                <a:lnTo>
                  <a:pt x="4285861" y="44503"/>
                </a:lnTo>
                <a:lnTo>
                  <a:pt x="4286104" y="45343"/>
                </a:lnTo>
                <a:lnTo>
                  <a:pt x="4286330" y="46198"/>
                </a:lnTo>
                <a:lnTo>
                  <a:pt x="4286540" y="47066"/>
                </a:lnTo>
                <a:lnTo>
                  <a:pt x="4286734" y="47949"/>
                </a:lnTo>
                <a:lnTo>
                  <a:pt x="4286911" y="48845"/>
                </a:lnTo>
                <a:lnTo>
                  <a:pt x="4287073" y="49756"/>
                </a:lnTo>
                <a:lnTo>
                  <a:pt x="4287218" y="50681"/>
                </a:lnTo>
                <a:lnTo>
                  <a:pt x="4287347" y="51620"/>
                </a:lnTo>
                <a:lnTo>
                  <a:pt x="4287459" y="52572"/>
                </a:lnTo>
                <a:lnTo>
                  <a:pt x="4308101" y="52572"/>
                </a:lnTo>
                <a:lnTo>
                  <a:pt x="4307964" y="51157"/>
                </a:lnTo>
                <a:lnTo>
                  <a:pt x="4307801" y="49762"/>
                </a:lnTo>
                <a:lnTo>
                  <a:pt x="4307612" y="48388"/>
                </a:lnTo>
                <a:lnTo>
                  <a:pt x="4307397" y="47033"/>
                </a:lnTo>
                <a:lnTo>
                  <a:pt x="4307156" y="45700"/>
                </a:lnTo>
                <a:lnTo>
                  <a:pt x="4306889" y="44386"/>
                </a:lnTo>
                <a:lnTo>
                  <a:pt x="4306596" y="43093"/>
                </a:lnTo>
                <a:lnTo>
                  <a:pt x="4306276" y="41821"/>
                </a:lnTo>
                <a:lnTo>
                  <a:pt x="4305930" y="40569"/>
                </a:lnTo>
                <a:lnTo>
                  <a:pt x="4305559" y="39337"/>
                </a:lnTo>
                <a:lnTo>
                  <a:pt x="4305161" y="38126"/>
                </a:lnTo>
                <a:lnTo>
                  <a:pt x="4304737" y="36935"/>
                </a:lnTo>
                <a:lnTo>
                  <a:pt x="4304286" y="35764"/>
                </a:lnTo>
                <a:lnTo>
                  <a:pt x="4303810" y="34614"/>
                </a:lnTo>
                <a:lnTo>
                  <a:pt x="4303307" y="33484"/>
                </a:lnTo>
                <a:lnTo>
                  <a:pt x="4302779" y="32375"/>
                </a:lnTo>
                <a:lnTo>
                  <a:pt x="4302224" y="31286"/>
                </a:lnTo>
                <a:lnTo>
                  <a:pt x="4301643" y="30217"/>
                </a:lnTo>
                <a:lnTo>
                  <a:pt x="4301036" y="29169"/>
                </a:lnTo>
                <a:lnTo>
                  <a:pt x="4300403" y="28141"/>
                </a:lnTo>
                <a:lnTo>
                  <a:pt x="4299744" y="27133"/>
                </a:lnTo>
                <a:lnTo>
                  <a:pt x="4299058" y="26146"/>
                </a:lnTo>
                <a:lnTo>
                  <a:pt x="4298347" y="25180"/>
                </a:lnTo>
                <a:lnTo>
                  <a:pt x="4297609" y="24233"/>
                </a:lnTo>
                <a:lnTo>
                  <a:pt x="4296851" y="23307"/>
                </a:lnTo>
                <a:lnTo>
                  <a:pt x="4296077" y="22401"/>
                </a:lnTo>
                <a:lnTo>
                  <a:pt x="4295287" y="21515"/>
                </a:lnTo>
                <a:lnTo>
                  <a:pt x="4294482" y="20649"/>
                </a:lnTo>
                <a:lnTo>
                  <a:pt x="4293662" y="19803"/>
                </a:lnTo>
                <a:lnTo>
                  <a:pt x="4292827" y="18977"/>
                </a:lnTo>
                <a:lnTo>
                  <a:pt x="4291975" y="18171"/>
                </a:lnTo>
                <a:lnTo>
                  <a:pt x="4291109" y="17385"/>
                </a:lnTo>
                <a:lnTo>
                  <a:pt x="4290227" y="16619"/>
                </a:lnTo>
                <a:lnTo>
                  <a:pt x="4289329" y="15873"/>
                </a:lnTo>
                <a:lnTo>
                  <a:pt x="4288416" y="15146"/>
                </a:lnTo>
                <a:lnTo>
                  <a:pt x="4287488" y="14440"/>
                </a:lnTo>
                <a:lnTo>
                  <a:pt x="4286544" y="13754"/>
                </a:lnTo>
                <a:lnTo>
                  <a:pt x="4285585" y="13088"/>
                </a:lnTo>
                <a:lnTo>
                  <a:pt x="4284610" y="12442"/>
                </a:lnTo>
                <a:lnTo>
                  <a:pt x="4283620" y="11816"/>
                </a:lnTo>
                <a:lnTo>
                  <a:pt x="4282615" y="11210"/>
                </a:lnTo>
                <a:lnTo>
                  <a:pt x="4281594" y="10624"/>
                </a:lnTo>
                <a:lnTo>
                  <a:pt x="4280557" y="10057"/>
                </a:lnTo>
                <a:lnTo>
                  <a:pt x="4279505" y="9511"/>
                </a:lnTo>
                <a:lnTo>
                  <a:pt x="4278438" y="8985"/>
                </a:lnTo>
                <a:lnTo>
                  <a:pt x="4277355" y="8479"/>
                </a:lnTo>
                <a:lnTo>
                  <a:pt x="4276257" y="7993"/>
                </a:lnTo>
                <a:lnTo>
                  <a:pt x="4275143" y="7527"/>
                </a:lnTo>
                <a:lnTo>
                  <a:pt x="4274019" y="7080"/>
                </a:lnTo>
                <a:lnTo>
                  <a:pt x="4272889" y="6652"/>
                </a:lnTo>
                <a:lnTo>
                  <a:pt x="4271752" y="6244"/>
                </a:lnTo>
                <a:lnTo>
                  <a:pt x="4270610" y="5854"/>
                </a:lnTo>
                <a:lnTo>
                  <a:pt x="4269462" y="5483"/>
                </a:lnTo>
                <a:lnTo>
                  <a:pt x="4268308" y="5132"/>
                </a:lnTo>
                <a:lnTo>
                  <a:pt x="4267148" y="4799"/>
                </a:lnTo>
                <a:lnTo>
                  <a:pt x="4265982" y="4486"/>
                </a:lnTo>
                <a:lnTo>
                  <a:pt x="4264810" y="4191"/>
                </a:lnTo>
                <a:lnTo>
                  <a:pt x="4263632" y="3915"/>
                </a:lnTo>
                <a:lnTo>
                  <a:pt x="4262449" y="3659"/>
                </a:lnTo>
                <a:lnTo>
                  <a:pt x="4261259" y="3421"/>
                </a:lnTo>
                <a:lnTo>
                  <a:pt x="4260063" y="3203"/>
                </a:lnTo>
                <a:lnTo>
                  <a:pt x="4258862" y="3003"/>
                </a:lnTo>
                <a:lnTo>
                  <a:pt x="4257654" y="2822"/>
                </a:lnTo>
                <a:lnTo>
                  <a:pt x="4256441" y="2661"/>
                </a:lnTo>
                <a:lnTo>
                  <a:pt x="4255221" y="2518"/>
                </a:lnTo>
                <a:lnTo>
                  <a:pt x="4253996" y="2395"/>
                </a:lnTo>
                <a:lnTo>
                  <a:pt x="4252765" y="2290"/>
                </a:lnTo>
                <a:lnTo>
                  <a:pt x="4251527" y="2205"/>
                </a:lnTo>
                <a:lnTo>
                  <a:pt x="4250284" y="2138"/>
                </a:lnTo>
                <a:lnTo>
                  <a:pt x="4249035" y="2091"/>
                </a:lnTo>
                <a:lnTo>
                  <a:pt x="4247780" y="2062"/>
                </a:lnTo>
                <a:lnTo>
                  <a:pt x="4246519" y="2053"/>
                </a:lnTo>
                <a:lnTo>
                  <a:pt x="4244612" y="2070"/>
                </a:lnTo>
                <a:lnTo>
                  <a:pt x="4242730" y="2122"/>
                </a:lnTo>
                <a:lnTo>
                  <a:pt x="4240873" y="2210"/>
                </a:lnTo>
                <a:lnTo>
                  <a:pt x="4239042" y="2331"/>
                </a:lnTo>
                <a:lnTo>
                  <a:pt x="4237235" y="2488"/>
                </a:lnTo>
                <a:lnTo>
                  <a:pt x="4235454" y="2680"/>
                </a:lnTo>
                <a:lnTo>
                  <a:pt x="4233698" y="2906"/>
                </a:lnTo>
                <a:lnTo>
                  <a:pt x="4231966" y="3168"/>
                </a:lnTo>
                <a:lnTo>
                  <a:pt x="4230261" y="3464"/>
                </a:lnTo>
                <a:lnTo>
                  <a:pt x="4228580" y="3795"/>
                </a:lnTo>
                <a:lnTo>
                  <a:pt x="4226924" y="4161"/>
                </a:lnTo>
                <a:lnTo>
                  <a:pt x="4225294" y="4562"/>
                </a:lnTo>
                <a:lnTo>
                  <a:pt x="4223688" y="4997"/>
                </a:lnTo>
                <a:lnTo>
                  <a:pt x="4222108" y="5468"/>
                </a:lnTo>
                <a:lnTo>
                  <a:pt x="4220553" y="5973"/>
                </a:lnTo>
                <a:lnTo>
                  <a:pt x="4219023" y="6513"/>
                </a:lnTo>
                <a:lnTo>
                  <a:pt x="4217518" y="7088"/>
                </a:lnTo>
                <a:lnTo>
                  <a:pt x="4216039" y="7698"/>
                </a:lnTo>
                <a:lnTo>
                  <a:pt x="4214584" y="8342"/>
                </a:lnTo>
                <a:lnTo>
                  <a:pt x="4213155" y="9022"/>
                </a:lnTo>
                <a:lnTo>
                  <a:pt x="4211750" y="9736"/>
                </a:lnTo>
                <a:lnTo>
                  <a:pt x="4210371" y="10485"/>
                </a:lnTo>
                <a:lnTo>
                  <a:pt x="4209017" y="11269"/>
                </a:lnTo>
                <a:lnTo>
                  <a:pt x="4207689" y="12088"/>
                </a:lnTo>
                <a:lnTo>
                  <a:pt x="4206386" y="12938"/>
                </a:lnTo>
                <a:lnTo>
                  <a:pt x="4205110" y="13815"/>
                </a:lnTo>
                <a:lnTo>
                  <a:pt x="4203860" y="14718"/>
                </a:lnTo>
                <a:lnTo>
                  <a:pt x="4202638" y="15649"/>
                </a:lnTo>
                <a:lnTo>
                  <a:pt x="4201442" y="16606"/>
                </a:lnTo>
                <a:lnTo>
                  <a:pt x="4200273" y="17591"/>
                </a:lnTo>
                <a:lnTo>
                  <a:pt x="4199130" y="18602"/>
                </a:lnTo>
                <a:lnTo>
                  <a:pt x="4198014" y="19640"/>
                </a:lnTo>
                <a:lnTo>
                  <a:pt x="4196925" y="20705"/>
                </a:lnTo>
                <a:lnTo>
                  <a:pt x="4195863" y="21797"/>
                </a:lnTo>
                <a:lnTo>
                  <a:pt x="4194827" y="22916"/>
                </a:lnTo>
                <a:lnTo>
                  <a:pt x="4193819" y="24062"/>
                </a:lnTo>
                <a:lnTo>
                  <a:pt x="4192836" y="25235"/>
                </a:lnTo>
                <a:lnTo>
                  <a:pt x="4191881" y="26435"/>
                </a:lnTo>
                <a:lnTo>
                  <a:pt x="4190952" y="27662"/>
                </a:lnTo>
                <a:lnTo>
                  <a:pt x="4190051" y="28915"/>
                </a:lnTo>
                <a:lnTo>
                  <a:pt x="4189175" y="30196"/>
                </a:lnTo>
                <a:lnTo>
                  <a:pt x="4188327" y="31503"/>
                </a:lnTo>
                <a:lnTo>
                  <a:pt x="4187505" y="32838"/>
                </a:lnTo>
                <a:lnTo>
                  <a:pt x="4186710" y="34199"/>
                </a:lnTo>
                <a:lnTo>
                  <a:pt x="4185942" y="35588"/>
                </a:lnTo>
                <a:lnTo>
                  <a:pt x="4185200" y="37003"/>
                </a:lnTo>
                <a:lnTo>
                  <a:pt x="4184485" y="38445"/>
                </a:lnTo>
                <a:lnTo>
                  <a:pt x="4183797" y="39914"/>
                </a:lnTo>
                <a:lnTo>
                  <a:pt x="4183137" y="41406"/>
                </a:lnTo>
                <a:lnTo>
                  <a:pt x="4182504" y="42917"/>
                </a:lnTo>
                <a:lnTo>
                  <a:pt x="4181900" y="44447"/>
                </a:lnTo>
                <a:lnTo>
                  <a:pt x="4181323" y="45996"/>
                </a:lnTo>
                <a:lnTo>
                  <a:pt x="4180775" y="47564"/>
                </a:lnTo>
                <a:lnTo>
                  <a:pt x="4180255" y="49151"/>
                </a:lnTo>
                <a:lnTo>
                  <a:pt x="4179763" y="50757"/>
                </a:lnTo>
                <a:lnTo>
                  <a:pt x="4179299" y="52382"/>
                </a:lnTo>
                <a:lnTo>
                  <a:pt x="4178863" y="54026"/>
                </a:lnTo>
                <a:lnTo>
                  <a:pt x="4178456" y="55689"/>
                </a:lnTo>
                <a:lnTo>
                  <a:pt x="4178076" y="57372"/>
                </a:lnTo>
                <a:lnTo>
                  <a:pt x="4177725" y="59073"/>
                </a:lnTo>
                <a:lnTo>
                  <a:pt x="4177401" y="60793"/>
                </a:lnTo>
                <a:lnTo>
                  <a:pt x="4177106" y="62532"/>
                </a:lnTo>
                <a:lnTo>
                  <a:pt x="4176839" y="64290"/>
                </a:lnTo>
                <a:lnTo>
                  <a:pt x="4176600" y="66067"/>
                </a:lnTo>
                <a:lnTo>
                  <a:pt x="4176389" y="67863"/>
                </a:lnTo>
                <a:lnTo>
                  <a:pt x="4176207" y="69678"/>
                </a:lnTo>
                <a:lnTo>
                  <a:pt x="4176052" y="71512"/>
                </a:lnTo>
                <a:lnTo>
                  <a:pt x="4175925" y="73366"/>
                </a:lnTo>
                <a:lnTo>
                  <a:pt x="4175827" y="75238"/>
                </a:lnTo>
                <a:lnTo>
                  <a:pt x="4175757" y="77129"/>
                </a:lnTo>
                <a:lnTo>
                  <a:pt x="4175715" y="79039"/>
                </a:lnTo>
                <a:lnTo>
                  <a:pt x="4175701" y="80968"/>
                </a:lnTo>
                <a:lnTo>
                  <a:pt x="4175715" y="82897"/>
                </a:lnTo>
                <a:lnTo>
                  <a:pt x="4175757" y="84807"/>
                </a:lnTo>
                <a:lnTo>
                  <a:pt x="4175827" y="86697"/>
                </a:lnTo>
                <a:lnTo>
                  <a:pt x="4175925" y="88568"/>
                </a:lnTo>
                <a:lnTo>
                  <a:pt x="4176052" y="90419"/>
                </a:lnTo>
                <a:lnTo>
                  <a:pt x="4176207" y="92251"/>
                </a:lnTo>
                <a:lnTo>
                  <a:pt x="4176389" y="94064"/>
                </a:lnTo>
                <a:lnTo>
                  <a:pt x="4176600" y="95857"/>
                </a:lnTo>
                <a:lnTo>
                  <a:pt x="4176839" y="97631"/>
                </a:lnTo>
                <a:lnTo>
                  <a:pt x="4177106" y="99385"/>
                </a:lnTo>
                <a:lnTo>
                  <a:pt x="4177401" y="101120"/>
                </a:lnTo>
                <a:lnTo>
                  <a:pt x="4177725" y="102835"/>
                </a:lnTo>
                <a:lnTo>
                  <a:pt x="4178076" y="104532"/>
                </a:lnTo>
                <a:lnTo>
                  <a:pt x="4178456" y="106208"/>
                </a:lnTo>
                <a:lnTo>
                  <a:pt x="4178863" y="107866"/>
                </a:lnTo>
                <a:lnTo>
                  <a:pt x="4179299" y="109504"/>
                </a:lnTo>
                <a:lnTo>
                  <a:pt x="4179763" y="111122"/>
                </a:lnTo>
                <a:lnTo>
                  <a:pt x="4180255" y="112721"/>
                </a:lnTo>
                <a:lnTo>
                  <a:pt x="4180775" y="114301"/>
                </a:lnTo>
                <a:lnTo>
                  <a:pt x="4181323" y="115861"/>
                </a:lnTo>
                <a:lnTo>
                  <a:pt x="4181900" y="117402"/>
                </a:lnTo>
                <a:lnTo>
                  <a:pt x="4182504" y="118924"/>
                </a:lnTo>
                <a:lnTo>
                  <a:pt x="4183137" y="120426"/>
                </a:lnTo>
                <a:lnTo>
                  <a:pt x="4183797" y="121909"/>
                </a:lnTo>
                <a:lnTo>
                  <a:pt x="4184485" y="123368"/>
                </a:lnTo>
                <a:lnTo>
                  <a:pt x="4185200" y="124801"/>
                </a:lnTo>
                <a:lnTo>
                  <a:pt x="4185942" y="126208"/>
                </a:lnTo>
                <a:lnTo>
                  <a:pt x="4186710" y="127588"/>
                </a:lnTo>
                <a:lnTo>
                  <a:pt x="4187505" y="128942"/>
                </a:lnTo>
                <a:lnTo>
                  <a:pt x="4188327" y="130269"/>
                </a:lnTo>
                <a:lnTo>
                  <a:pt x="4189175" y="131570"/>
                </a:lnTo>
                <a:lnTo>
                  <a:pt x="4190051" y="132844"/>
                </a:lnTo>
                <a:lnTo>
                  <a:pt x="4190952" y="134091"/>
                </a:lnTo>
                <a:lnTo>
                  <a:pt x="4191881" y="135312"/>
                </a:lnTo>
                <a:lnTo>
                  <a:pt x="4192836" y="136507"/>
                </a:lnTo>
                <a:lnTo>
                  <a:pt x="4193819" y="137675"/>
                </a:lnTo>
                <a:lnTo>
                  <a:pt x="4194827" y="138816"/>
                </a:lnTo>
                <a:lnTo>
                  <a:pt x="4195863" y="139931"/>
                </a:lnTo>
                <a:lnTo>
                  <a:pt x="4196925" y="141019"/>
                </a:lnTo>
                <a:lnTo>
                  <a:pt x="4198014" y="142081"/>
                </a:lnTo>
                <a:lnTo>
                  <a:pt x="4199130" y="143116"/>
                </a:lnTo>
                <a:lnTo>
                  <a:pt x="4200273" y="144125"/>
                </a:lnTo>
                <a:lnTo>
                  <a:pt x="4201442" y="145107"/>
                </a:lnTo>
                <a:lnTo>
                  <a:pt x="4202638" y="146063"/>
                </a:lnTo>
                <a:lnTo>
                  <a:pt x="4203860" y="146992"/>
                </a:lnTo>
                <a:lnTo>
                  <a:pt x="4205110" y="147895"/>
                </a:lnTo>
                <a:lnTo>
                  <a:pt x="4206386" y="148771"/>
                </a:lnTo>
                <a:lnTo>
                  <a:pt x="4207689" y="149620"/>
                </a:lnTo>
                <a:lnTo>
                  <a:pt x="4209017" y="150439"/>
                </a:lnTo>
                <a:lnTo>
                  <a:pt x="4210371" y="151223"/>
                </a:lnTo>
                <a:lnTo>
                  <a:pt x="4211750" y="151972"/>
                </a:lnTo>
                <a:lnTo>
                  <a:pt x="4213155" y="152687"/>
                </a:lnTo>
                <a:lnTo>
                  <a:pt x="4214584" y="153366"/>
                </a:lnTo>
                <a:lnTo>
                  <a:pt x="4216039" y="154011"/>
                </a:lnTo>
                <a:lnTo>
                  <a:pt x="4217518" y="154621"/>
                </a:lnTo>
                <a:lnTo>
                  <a:pt x="4219023" y="155195"/>
                </a:lnTo>
                <a:lnTo>
                  <a:pt x="4220553" y="155736"/>
                </a:lnTo>
                <a:lnTo>
                  <a:pt x="4222108" y="156241"/>
                </a:lnTo>
                <a:lnTo>
                  <a:pt x="4223688" y="156711"/>
                </a:lnTo>
                <a:lnTo>
                  <a:pt x="4225294" y="157147"/>
                </a:lnTo>
                <a:lnTo>
                  <a:pt x="4226924" y="157548"/>
                </a:lnTo>
                <a:lnTo>
                  <a:pt x="4228580" y="157913"/>
                </a:lnTo>
                <a:lnTo>
                  <a:pt x="4230261" y="158244"/>
                </a:lnTo>
                <a:lnTo>
                  <a:pt x="4231966" y="158541"/>
                </a:lnTo>
                <a:lnTo>
                  <a:pt x="4233698" y="158802"/>
                </a:lnTo>
                <a:lnTo>
                  <a:pt x="4235454" y="159028"/>
                </a:lnTo>
                <a:lnTo>
                  <a:pt x="4237235" y="159220"/>
                </a:lnTo>
                <a:lnTo>
                  <a:pt x="4239042" y="159377"/>
                </a:lnTo>
                <a:lnTo>
                  <a:pt x="4240873" y="159499"/>
                </a:lnTo>
                <a:lnTo>
                  <a:pt x="4242730" y="159586"/>
                </a:lnTo>
                <a:lnTo>
                  <a:pt x="4244612" y="159638"/>
                </a:lnTo>
                <a:lnTo>
                  <a:pt x="4246519" y="159656"/>
                </a:lnTo>
                <a:lnTo>
                  <a:pt x="4247901" y="159645"/>
                </a:lnTo>
                <a:lnTo>
                  <a:pt x="4249272" y="159614"/>
                </a:lnTo>
                <a:lnTo>
                  <a:pt x="4250631" y="159563"/>
                </a:lnTo>
                <a:lnTo>
                  <a:pt x="4251979" y="159491"/>
                </a:lnTo>
                <a:lnTo>
                  <a:pt x="4253316" y="159398"/>
                </a:lnTo>
                <a:lnTo>
                  <a:pt x="4254641" y="159285"/>
                </a:lnTo>
                <a:close/>
                <a:moveTo>
                  <a:pt x="4494589" y="159331"/>
                </a:moveTo>
                <a:lnTo>
                  <a:pt x="4495526" y="159214"/>
                </a:lnTo>
                <a:lnTo>
                  <a:pt x="4496450" y="159079"/>
                </a:lnTo>
                <a:lnTo>
                  <a:pt x="4497363" y="158926"/>
                </a:lnTo>
                <a:lnTo>
                  <a:pt x="4498263" y="158755"/>
                </a:lnTo>
                <a:lnTo>
                  <a:pt x="4499151" y="158566"/>
                </a:lnTo>
                <a:lnTo>
                  <a:pt x="4500027" y="158358"/>
                </a:lnTo>
                <a:lnTo>
                  <a:pt x="4500890" y="158133"/>
                </a:lnTo>
                <a:lnTo>
                  <a:pt x="4501741" y="157890"/>
                </a:lnTo>
                <a:lnTo>
                  <a:pt x="4502580" y="157629"/>
                </a:lnTo>
                <a:lnTo>
                  <a:pt x="4503407" y="157350"/>
                </a:lnTo>
                <a:lnTo>
                  <a:pt x="4504221" y="157052"/>
                </a:lnTo>
                <a:lnTo>
                  <a:pt x="4505023" y="156737"/>
                </a:lnTo>
                <a:lnTo>
                  <a:pt x="4505813" y="156404"/>
                </a:lnTo>
                <a:lnTo>
                  <a:pt x="4506591" y="156052"/>
                </a:lnTo>
                <a:lnTo>
                  <a:pt x="4507356" y="155683"/>
                </a:lnTo>
                <a:lnTo>
                  <a:pt x="4508109" y="155296"/>
                </a:lnTo>
                <a:lnTo>
                  <a:pt x="4508849" y="154890"/>
                </a:lnTo>
                <a:lnTo>
                  <a:pt x="4509578" y="154467"/>
                </a:lnTo>
                <a:lnTo>
                  <a:pt x="4510294" y="154029"/>
                </a:lnTo>
                <a:lnTo>
                  <a:pt x="4510999" y="153579"/>
                </a:lnTo>
                <a:lnTo>
                  <a:pt x="4511693" y="153119"/>
                </a:lnTo>
                <a:lnTo>
                  <a:pt x="4512375" y="152647"/>
                </a:lnTo>
                <a:lnTo>
                  <a:pt x="4513045" y="152164"/>
                </a:lnTo>
                <a:lnTo>
                  <a:pt x="4513705" y="151669"/>
                </a:lnTo>
                <a:lnTo>
                  <a:pt x="4514352" y="151164"/>
                </a:lnTo>
                <a:lnTo>
                  <a:pt x="4514988" y="150647"/>
                </a:lnTo>
                <a:lnTo>
                  <a:pt x="4515613" y="150118"/>
                </a:lnTo>
                <a:lnTo>
                  <a:pt x="4516226" y="149579"/>
                </a:lnTo>
                <a:lnTo>
                  <a:pt x="4516828" y="149028"/>
                </a:lnTo>
                <a:lnTo>
                  <a:pt x="4517418" y="148466"/>
                </a:lnTo>
                <a:lnTo>
                  <a:pt x="4517997" y="147892"/>
                </a:lnTo>
                <a:lnTo>
                  <a:pt x="4518564" y="147307"/>
                </a:lnTo>
                <a:lnTo>
                  <a:pt x="4519120" y="146711"/>
                </a:lnTo>
                <a:lnTo>
                  <a:pt x="4519664" y="146104"/>
                </a:lnTo>
                <a:lnTo>
                  <a:pt x="4520197" y="145485"/>
                </a:lnTo>
                <a:lnTo>
                  <a:pt x="4520718" y="144855"/>
                </a:lnTo>
                <a:lnTo>
                  <a:pt x="4521228" y="144214"/>
                </a:lnTo>
                <a:lnTo>
                  <a:pt x="4521726" y="143562"/>
                </a:lnTo>
                <a:lnTo>
                  <a:pt x="4522213" y="142898"/>
                </a:lnTo>
                <a:lnTo>
                  <a:pt x="4522688" y="142223"/>
                </a:lnTo>
                <a:lnTo>
                  <a:pt x="4523152" y="141537"/>
                </a:lnTo>
                <a:lnTo>
                  <a:pt x="4523605" y="140839"/>
                </a:lnTo>
                <a:lnTo>
                  <a:pt x="4524859" y="157603"/>
                </a:lnTo>
                <a:lnTo>
                  <a:pt x="4542421" y="157603"/>
                </a:lnTo>
                <a:lnTo>
                  <a:pt x="4542421" y="4105"/>
                </a:lnTo>
                <a:lnTo>
                  <a:pt x="4523833" y="4105"/>
                </a:lnTo>
                <a:lnTo>
                  <a:pt x="4523833" y="60213"/>
                </a:lnTo>
                <a:lnTo>
                  <a:pt x="4523400" y="59488"/>
                </a:lnTo>
                <a:lnTo>
                  <a:pt x="4522956" y="58775"/>
                </a:lnTo>
                <a:lnTo>
                  <a:pt x="4522501" y="58075"/>
                </a:lnTo>
                <a:lnTo>
                  <a:pt x="4522035" y="57387"/>
                </a:lnTo>
                <a:lnTo>
                  <a:pt x="4521558" y="56713"/>
                </a:lnTo>
                <a:lnTo>
                  <a:pt x="4521071" y="56051"/>
                </a:lnTo>
                <a:lnTo>
                  <a:pt x="4520572" y="55401"/>
                </a:lnTo>
                <a:lnTo>
                  <a:pt x="4520063" y="54764"/>
                </a:lnTo>
                <a:lnTo>
                  <a:pt x="4519543" y="54140"/>
                </a:lnTo>
                <a:lnTo>
                  <a:pt x="4519012" y="53529"/>
                </a:lnTo>
                <a:lnTo>
                  <a:pt x="4518470" y="52930"/>
                </a:lnTo>
                <a:lnTo>
                  <a:pt x="4517917" y="52344"/>
                </a:lnTo>
                <a:lnTo>
                  <a:pt x="4517353" y="51771"/>
                </a:lnTo>
                <a:lnTo>
                  <a:pt x="4516778" y="51210"/>
                </a:lnTo>
                <a:lnTo>
                  <a:pt x="4516193" y="50662"/>
                </a:lnTo>
                <a:lnTo>
                  <a:pt x="4515596" y="50127"/>
                </a:lnTo>
                <a:lnTo>
                  <a:pt x="4514989" y="49604"/>
                </a:lnTo>
                <a:lnTo>
                  <a:pt x="4514371" y="49094"/>
                </a:lnTo>
                <a:lnTo>
                  <a:pt x="4513742" y="48597"/>
                </a:lnTo>
                <a:lnTo>
                  <a:pt x="4513102" y="48112"/>
                </a:lnTo>
                <a:lnTo>
                  <a:pt x="4512451" y="47640"/>
                </a:lnTo>
                <a:lnTo>
                  <a:pt x="4511789" y="47181"/>
                </a:lnTo>
                <a:lnTo>
                  <a:pt x="4511117" y="46734"/>
                </a:lnTo>
                <a:lnTo>
                  <a:pt x="4510433" y="46300"/>
                </a:lnTo>
                <a:lnTo>
                  <a:pt x="4509737" y="45881"/>
                </a:lnTo>
                <a:lnTo>
                  <a:pt x="4509029" y="45480"/>
                </a:lnTo>
                <a:lnTo>
                  <a:pt x="4508306" y="45097"/>
                </a:lnTo>
                <a:lnTo>
                  <a:pt x="4507571" y="44732"/>
                </a:lnTo>
                <a:lnTo>
                  <a:pt x="4506822" y="44385"/>
                </a:lnTo>
                <a:lnTo>
                  <a:pt x="4506060" y="44055"/>
                </a:lnTo>
                <a:lnTo>
                  <a:pt x="4505285" y="43743"/>
                </a:lnTo>
                <a:lnTo>
                  <a:pt x="4504497" y="43449"/>
                </a:lnTo>
                <a:lnTo>
                  <a:pt x="4503695" y="43173"/>
                </a:lnTo>
                <a:lnTo>
                  <a:pt x="4502880" y="42915"/>
                </a:lnTo>
                <a:lnTo>
                  <a:pt x="4502052" y="42674"/>
                </a:lnTo>
                <a:lnTo>
                  <a:pt x="4501210" y="42451"/>
                </a:lnTo>
                <a:lnTo>
                  <a:pt x="4500355" y="42246"/>
                </a:lnTo>
                <a:lnTo>
                  <a:pt x="4499487" y="42059"/>
                </a:lnTo>
                <a:lnTo>
                  <a:pt x="4498606" y="41890"/>
                </a:lnTo>
                <a:lnTo>
                  <a:pt x="4497711" y="41739"/>
                </a:lnTo>
                <a:lnTo>
                  <a:pt x="4496803" y="41605"/>
                </a:lnTo>
                <a:lnTo>
                  <a:pt x="4495882" y="41489"/>
                </a:lnTo>
                <a:lnTo>
                  <a:pt x="4494948" y="41391"/>
                </a:lnTo>
                <a:lnTo>
                  <a:pt x="4494000" y="41311"/>
                </a:lnTo>
                <a:lnTo>
                  <a:pt x="4493039" y="41249"/>
                </a:lnTo>
                <a:lnTo>
                  <a:pt x="4492065" y="41204"/>
                </a:lnTo>
                <a:lnTo>
                  <a:pt x="4491078" y="41177"/>
                </a:lnTo>
                <a:lnTo>
                  <a:pt x="4490077" y="41168"/>
                </a:lnTo>
                <a:lnTo>
                  <a:pt x="4488962" y="41180"/>
                </a:lnTo>
                <a:lnTo>
                  <a:pt x="4487859" y="41215"/>
                </a:lnTo>
                <a:lnTo>
                  <a:pt x="4486768" y="41274"/>
                </a:lnTo>
                <a:lnTo>
                  <a:pt x="4485690" y="41356"/>
                </a:lnTo>
                <a:lnTo>
                  <a:pt x="4484623" y="41461"/>
                </a:lnTo>
                <a:lnTo>
                  <a:pt x="4483570" y="41590"/>
                </a:lnTo>
                <a:lnTo>
                  <a:pt x="4482528" y="41742"/>
                </a:lnTo>
                <a:lnTo>
                  <a:pt x="4481499" y="41918"/>
                </a:lnTo>
                <a:lnTo>
                  <a:pt x="4480482" y="42117"/>
                </a:lnTo>
                <a:lnTo>
                  <a:pt x="4479477" y="42340"/>
                </a:lnTo>
                <a:lnTo>
                  <a:pt x="4478484" y="42586"/>
                </a:lnTo>
                <a:lnTo>
                  <a:pt x="4477504" y="42855"/>
                </a:lnTo>
                <a:lnTo>
                  <a:pt x="4476536" y="43148"/>
                </a:lnTo>
                <a:lnTo>
                  <a:pt x="4475580" y="43464"/>
                </a:lnTo>
                <a:lnTo>
                  <a:pt x="4474637" y="43804"/>
                </a:lnTo>
                <a:lnTo>
                  <a:pt x="4473706" y="44167"/>
                </a:lnTo>
                <a:lnTo>
                  <a:pt x="4472787" y="44553"/>
                </a:lnTo>
                <a:lnTo>
                  <a:pt x="4471880" y="44963"/>
                </a:lnTo>
                <a:lnTo>
                  <a:pt x="4470986" y="45396"/>
                </a:lnTo>
                <a:lnTo>
                  <a:pt x="4470104" y="45853"/>
                </a:lnTo>
                <a:lnTo>
                  <a:pt x="4469234" y="46333"/>
                </a:lnTo>
                <a:lnTo>
                  <a:pt x="4468377" y="46837"/>
                </a:lnTo>
                <a:lnTo>
                  <a:pt x="4467532" y="47364"/>
                </a:lnTo>
                <a:lnTo>
                  <a:pt x="4466699" y="47915"/>
                </a:lnTo>
                <a:lnTo>
                  <a:pt x="4465880" y="48488"/>
                </a:lnTo>
                <a:lnTo>
                  <a:pt x="4465077" y="49084"/>
                </a:lnTo>
                <a:lnTo>
                  <a:pt x="4464290" y="49704"/>
                </a:lnTo>
                <a:lnTo>
                  <a:pt x="4463518" y="50346"/>
                </a:lnTo>
                <a:lnTo>
                  <a:pt x="4462763" y="51010"/>
                </a:lnTo>
                <a:lnTo>
                  <a:pt x="4462023" y="51698"/>
                </a:lnTo>
                <a:lnTo>
                  <a:pt x="4461299" y="52409"/>
                </a:lnTo>
                <a:lnTo>
                  <a:pt x="4460591" y="53142"/>
                </a:lnTo>
                <a:lnTo>
                  <a:pt x="4459899" y="53898"/>
                </a:lnTo>
                <a:lnTo>
                  <a:pt x="4459223" y="54677"/>
                </a:lnTo>
                <a:lnTo>
                  <a:pt x="4458562" y="55478"/>
                </a:lnTo>
                <a:lnTo>
                  <a:pt x="4457918" y="56303"/>
                </a:lnTo>
                <a:lnTo>
                  <a:pt x="4457289" y="57150"/>
                </a:lnTo>
                <a:lnTo>
                  <a:pt x="4456676" y="58020"/>
                </a:lnTo>
                <a:lnTo>
                  <a:pt x="4456079" y="58913"/>
                </a:lnTo>
                <a:lnTo>
                  <a:pt x="4455498" y="59829"/>
                </a:lnTo>
                <a:lnTo>
                  <a:pt x="4454932" y="60767"/>
                </a:lnTo>
                <a:lnTo>
                  <a:pt x="4454382" y="61728"/>
                </a:lnTo>
                <a:lnTo>
                  <a:pt x="4453849" y="62712"/>
                </a:lnTo>
                <a:lnTo>
                  <a:pt x="4453331" y="63719"/>
                </a:lnTo>
                <a:lnTo>
                  <a:pt x="4452829" y="64749"/>
                </a:lnTo>
                <a:lnTo>
                  <a:pt x="4452342" y="65801"/>
                </a:lnTo>
                <a:lnTo>
                  <a:pt x="4451872" y="66877"/>
                </a:lnTo>
                <a:lnTo>
                  <a:pt x="4451417" y="67975"/>
                </a:lnTo>
                <a:lnTo>
                  <a:pt x="4450980" y="69096"/>
                </a:lnTo>
                <a:lnTo>
                  <a:pt x="4450561" y="70239"/>
                </a:lnTo>
                <a:lnTo>
                  <a:pt x="4450161" y="71405"/>
                </a:lnTo>
                <a:lnTo>
                  <a:pt x="4449780" y="72594"/>
                </a:lnTo>
                <a:lnTo>
                  <a:pt x="4449417" y="73805"/>
                </a:lnTo>
                <a:lnTo>
                  <a:pt x="4449072" y="75039"/>
                </a:lnTo>
                <a:lnTo>
                  <a:pt x="4448747" y="76296"/>
                </a:lnTo>
                <a:lnTo>
                  <a:pt x="4448440" y="77575"/>
                </a:lnTo>
                <a:lnTo>
                  <a:pt x="4448151" y="78877"/>
                </a:lnTo>
                <a:lnTo>
                  <a:pt x="4447881" y="80201"/>
                </a:lnTo>
                <a:lnTo>
                  <a:pt x="4447630" y="81548"/>
                </a:lnTo>
                <a:lnTo>
                  <a:pt x="4447398" y="82918"/>
                </a:lnTo>
                <a:lnTo>
                  <a:pt x="4447184" y="84310"/>
                </a:lnTo>
                <a:lnTo>
                  <a:pt x="4446988" y="85725"/>
                </a:lnTo>
                <a:lnTo>
                  <a:pt x="4446811" y="87162"/>
                </a:lnTo>
                <a:lnTo>
                  <a:pt x="4446653" y="88622"/>
                </a:lnTo>
                <a:lnTo>
                  <a:pt x="4446514" y="90105"/>
                </a:lnTo>
                <a:lnTo>
                  <a:pt x="4446393" y="91610"/>
                </a:lnTo>
                <a:lnTo>
                  <a:pt x="4446290" y="93138"/>
                </a:lnTo>
                <a:lnTo>
                  <a:pt x="4446206" y="94689"/>
                </a:lnTo>
                <a:lnTo>
                  <a:pt x="4446141" y="96262"/>
                </a:lnTo>
                <a:lnTo>
                  <a:pt x="4446095" y="97858"/>
                </a:lnTo>
                <a:lnTo>
                  <a:pt x="4446067" y="99477"/>
                </a:lnTo>
                <a:lnTo>
                  <a:pt x="4446058" y="101118"/>
                </a:lnTo>
                <a:lnTo>
                  <a:pt x="4446067" y="102710"/>
                </a:lnTo>
                <a:lnTo>
                  <a:pt x="4446094" y="104281"/>
                </a:lnTo>
                <a:lnTo>
                  <a:pt x="4446140" y="105830"/>
                </a:lnTo>
                <a:lnTo>
                  <a:pt x="4446203" y="107357"/>
                </a:lnTo>
                <a:lnTo>
                  <a:pt x="4446285" y="108863"/>
                </a:lnTo>
                <a:lnTo>
                  <a:pt x="4446385" y="110348"/>
                </a:lnTo>
                <a:lnTo>
                  <a:pt x="4446504" y="111811"/>
                </a:lnTo>
                <a:lnTo>
                  <a:pt x="4446640" y="113252"/>
                </a:lnTo>
                <a:lnTo>
                  <a:pt x="4446795" y="114671"/>
                </a:lnTo>
                <a:lnTo>
                  <a:pt x="4446968" y="116070"/>
                </a:lnTo>
                <a:lnTo>
                  <a:pt x="4447160" y="117446"/>
                </a:lnTo>
                <a:lnTo>
                  <a:pt x="4447369" y="118801"/>
                </a:lnTo>
                <a:lnTo>
                  <a:pt x="4447597" y="120134"/>
                </a:lnTo>
                <a:lnTo>
                  <a:pt x="4447843" y="121446"/>
                </a:lnTo>
                <a:lnTo>
                  <a:pt x="4448107" y="122736"/>
                </a:lnTo>
                <a:lnTo>
                  <a:pt x="4448389" y="124005"/>
                </a:lnTo>
                <a:lnTo>
                  <a:pt x="4448690" y="125252"/>
                </a:lnTo>
                <a:lnTo>
                  <a:pt x="4449008" y="126477"/>
                </a:lnTo>
                <a:lnTo>
                  <a:pt x="4449345" y="127681"/>
                </a:lnTo>
                <a:lnTo>
                  <a:pt x="4449701" y="128863"/>
                </a:lnTo>
                <a:lnTo>
                  <a:pt x="4450074" y="130024"/>
                </a:lnTo>
                <a:lnTo>
                  <a:pt x="4450466" y="131163"/>
                </a:lnTo>
                <a:lnTo>
                  <a:pt x="4450875" y="132281"/>
                </a:lnTo>
                <a:lnTo>
                  <a:pt x="4451303" y="133377"/>
                </a:lnTo>
                <a:lnTo>
                  <a:pt x="4451748" y="134451"/>
                </a:lnTo>
                <a:lnTo>
                  <a:pt x="4452208" y="135503"/>
                </a:lnTo>
                <a:lnTo>
                  <a:pt x="4452683" y="136532"/>
                </a:lnTo>
                <a:lnTo>
                  <a:pt x="4453172" y="137540"/>
                </a:lnTo>
                <a:lnTo>
                  <a:pt x="4453677" y="138525"/>
                </a:lnTo>
                <a:lnTo>
                  <a:pt x="4454197" y="139488"/>
                </a:lnTo>
                <a:lnTo>
                  <a:pt x="4454732" y="140429"/>
                </a:lnTo>
                <a:lnTo>
                  <a:pt x="4455282" y="141348"/>
                </a:lnTo>
                <a:lnTo>
                  <a:pt x="4455847" y="142244"/>
                </a:lnTo>
                <a:lnTo>
                  <a:pt x="4456427" y="143118"/>
                </a:lnTo>
                <a:lnTo>
                  <a:pt x="4457022" y="143970"/>
                </a:lnTo>
                <a:lnTo>
                  <a:pt x="4457633" y="144800"/>
                </a:lnTo>
                <a:lnTo>
                  <a:pt x="4458258" y="145608"/>
                </a:lnTo>
                <a:lnTo>
                  <a:pt x="4458898" y="146393"/>
                </a:lnTo>
                <a:lnTo>
                  <a:pt x="4459553" y="147157"/>
                </a:lnTo>
                <a:lnTo>
                  <a:pt x="4460224" y="147898"/>
                </a:lnTo>
                <a:lnTo>
                  <a:pt x="4460909" y="148617"/>
                </a:lnTo>
                <a:lnTo>
                  <a:pt x="4461610" y="149313"/>
                </a:lnTo>
                <a:lnTo>
                  <a:pt x="4462325" y="149988"/>
                </a:lnTo>
                <a:lnTo>
                  <a:pt x="4463056" y="150640"/>
                </a:lnTo>
                <a:lnTo>
                  <a:pt x="4463801" y="151270"/>
                </a:lnTo>
                <a:lnTo>
                  <a:pt x="4464562" y="151878"/>
                </a:lnTo>
                <a:lnTo>
                  <a:pt x="4465338" y="152464"/>
                </a:lnTo>
                <a:lnTo>
                  <a:pt x="4466129" y="153027"/>
                </a:lnTo>
                <a:lnTo>
                  <a:pt x="4466933" y="153568"/>
                </a:lnTo>
                <a:lnTo>
                  <a:pt x="4467749" y="154086"/>
                </a:lnTo>
                <a:lnTo>
                  <a:pt x="4468577" y="154581"/>
                </a:lnTo>
                <a:lnTo>
                  <a:pt x="4469417" y="155053"/>
                </a:lnTo>
                <a:lnTo>
                  <a:pt x="4470268" y="155501"/>
                </a:lnTo>
                <a:lnTo>
                  <a:pt x="4471132" y="155927"/>
                </a:lnTo>
                <a:lnTo>
                  <a:pt x="4472008" y="156330"/>
                </a:lnTo>
                <a:lnTo>
                  <a:pt x="4472895" y="156710"/>
                </a:lnTo>
                <a:lnTo>
                  <a:pt x="4473794" y="157066"/>
                </a:lnTo>
                <a:lnTo>
                  <a:pt x="4474705" y="157400"/>
                </a:lnTo>
                <a:lnTo>
                  <a:pt x="4475628" y="157711"/>
                </a:lnTo>
                <a:lnTo>
                  <a:pt x="4476563" y="157999"/>
                </a:lnTo>
                <a:lnTo>
                  <a:pt x="4477510" y="158263"/>
                </a:lnTo>
                <a:lnTo>
                  <a:pt x="4478469" y="158505"/>
                </a:lnTo>
                <a:lnTo>
                  <a:pt x="4479439" y="158724"/>
                </a:lnTo>
                <a:lnTo>
                  <a:pt x="4480422" y="158919"/>
                </a:lnTo>
                <a:lnTo>
                  <a:pt x="4481416" y="159092"/>
                </a:lnTo>
                <a:lnTo>
                  <a:pt x="4482422" y="159241"/>
                </a:lnTo>
                <a:lnTo>
                  <a:pt x="4483440" y="159368"/>
                </a:lnTo>
                <a:lnTo>
                  <a:pt x="4484470" y="159472"/>
                </a:lnTo>
                <a:lnTo>
                  <a:pt x="4485512" y="159552"/>
                </a:lnTo>
                <a:lnTo>
                  <a:pt x="4486565" y="159610"/>
                </a:lnTo>
                <a:lnTo>
                  <a:pt x="4487631" y="159644"/>
                </a:lnTo>
                <a:lnTo>
                  <a:pt x="4488708" y="159656"/>
                </a:lnTo>
                <a:lnTo>
                  <a:pt x="4489719" y="159647"/>
                </a:lnTo>
                <a:lnTo>
                  <a:pt x="4490718" y="159620"/>
                </a:lnTo>
                <a:lnTo>
                  <a:pt x="4491704" y="159575"/>
                </a:lnTo>
                <a:lnTo>
                  <a:pt x="4492678" y="159512"/>
                </a:lnTo>
                <a:lnTo>
                  <a:pt x="4493639" y="159430"/>
                </a:lnTo>
                <a:lnTo>
                  <a:pt x="4494589" y="159331"/>
                </a:lnTo>
                <a:close/>
                <a:moveTo>
                  <a:pt x="4485911" y="143340"/>
                </a:moveTo>
                <a:lnTo>
                  <a:pt x="4484970" y="143089"/>
                </a:lnTo>
                <a:lnTo>
                  <a:pt x="4484052" y="142801"/>
                </a:lnTo>
                <a:lnTo>
                  <a:pt x="4483155" y="142474"/>
                </a:lnTo>
                <a:lnTo>
                  <a:pt x="4482281" y="142108"/>
                </a:lnTo>
                <a:lnTo>
                  <a:pt x="4481428" y="141704"/>
                </a:lnTo>
                <a:lnTo>
                  <a:pt x="4480597" y="141261"/>
                </a:lnTo>
                <a:lnTo>
                  <a:pt x="4479789" y="140780"/>
                </a:lnTo>
                <a:lnTo>
                  <a:pt x="4479002" y="140261"/>
                </a:lnTo>
                <a:lnTo>
                  <a:pt x="4478237" y="139703"/>
                </a:lnTo>
                <a:lnTo>
                  <a:pt x="4477495" y="139106"/>
                </a:lnTo>
                <a:lnTo>
                  <a:pt x="4476774" y="138471"/>
                </a:lnTo>
                <a:lnTo>
                  <a:pt x="4476075" y="137798"/>
                </a:lnTo>
                <a:lnTo>
                  <a:pt x="4475398" y="137086"/>
                </a:lnTo>
                <a:lnTo>
                  <a:pt x="4474743" y="136336"/>
                </a:lnTo>
                <a:lnTo>
                  <a:pt x="4474110" y="135547"/>
                </a:lnTo>
                <a:lnTo>
                  <a:pt x="4473500" y="134719"/>
                </a:lnTo>
                <a:lnTo>
                  <a:pt x="4472911" y="133853"/>
                </a:lnTo>
                <a:lnTo>
                  <a:pt x="4472344" y="132949"/>
                </a:lnTo>
                <a:lnTo>
                  <a:pt x="4471799" y="132008"/>
                </a:lnTo>
                <a:lnTo>
                  <a:pt x="4471278" y="131034"/>
                </a:lnTo>
                <a:lnTo>
                  <a:pt x="4470780" y="130025"/>
                </a:lnTo>
                <a:lnTo>
                  <a:pt x="4470305" y="128983"/>
                </a:lnTo>
                <a:lnTo>
                  <a:pt x="4469854" y="127907"/>
                </a:lnTo>
                <a:lnTo>
                  <a:pt x="4469425" y="126796"/>
                </a:lnTo>
                <a:lnTo>
                  <a:pt x="4469020" y="125652"/>
                </a:lnTo>
                <a:lnTo>
                  <a:pt x="4468637" y="124474"/>
                </a:lnTo>
                <a:lnTo>
                  <a:pt x="4468278" y="123261"/>
                </a:lnTo>
                <a:lnTo>
                  <a:pt x="4467943" y="122015"/>
                </a:lnTo>
                <a:lnTo>
                  <a:pt x="4467630" y="120735"/>
                </a:lnTo>
                <a:lnTo>
                  <a:pt x="4467340" y="119421"/>
                </a:lnTo>
                <a:lnTo>
                  <a:pt x="4467074" y="118073"/>
                </a:lnTo>
                <a:lnTo>
                  <a:pt x="4466831" y="116691"/>
                </a:lnTo>
                <a:lnTo>
                  <a:pt x="4466611" y="115275"/>
                </a:lnTo>
                <a:lnTo>
                  <a:pt x="4466414" y="113825"/>
                </a:lnTo>
                <a:lnTo>
                  <a:pt x="4466240" y="112341"/>
                </a:lnTo>
                <a:lnTo>
                  <a:pt x="4466089" y="110823"/>
                </a:lnTo>
                <a:lnTo>
                  <a:pt x="4465962" y="109272"/>
                </a:lnTo>
                <a:lnTo>
                  <a:pt x="4465858" y="107686"/>
                </a:lnTo>
                <a:lnTo>
                  <a:pt x="4465777" y="106066"/>
                </a:lnTo>
                <a:lnTo>
                  <a:pt x="4465719" y="104413"/>
                </a:lnTo>
                <a:lnTo>
                  <a:pt x="4465684" y="102725"/>
                </a:lnTo>
                <a:lnTo>
                  <a:pt x="4465672" y="101004"/>
                </a:lnTo>
                <a:lnTo>
                  <a:pt x="4465684" y="99243"/>
                </a:lnTo>
                <a:lnTo>
                  <a:pt x="4465721" y="97516"/>
                </a:lnTo>
                <a:lnTo>
                  <a:pt x="4465781" y="95824"/>
                </a:lnTo>
                <a:lnTo>
                  <a:pt x="4465866" y="94167"/>
                </a:lnTo>
                <a:lnTo>
                  <a:pt x="4465974" y="92543"/>
                </a:lnTo>
                <a:lnTo>
                  <a:pt x="4466107" y="90954"/>
                </a:lnTo>
                <a:lnTo>
                  <a:pt x="4466264" y="89400"/>
                </a:lnTo>
                <a:lnTo>
                  <a:pt x="4466445" y="87880"/>
                </a:lnTo>
                <a:lnTo>
                  <a:pt x="4466651" y="86394"/>
                </a:lnTo>
                <a:lnTo>
                  <a:pt x="4466880" y="84942"/>
                </a:lnTo>
                <a:lnTo>
                  <a:pt x="4467134" y="83525"/>
                </a:lnTo>
                <a:lnTo>
                  <a:pt x="4467412" y="82142"/>
                </a:lnTo>
                <a:lnTo>
                  <a:pt x="4467713" y="80794"/>
                </a:lnTo>
                <a:lnTo>
                  <a:pt x="4468040" y="79480"/>
                </a:lnTo>
                <a:lnTo>
                  <a:pt x="4468390" y="78201"/>
                </a:lnTo>
                <a:lnTo>
                  <a:pt x="4468764" y="76955"/>
                </a:lnTo>
                <a:lnTo>
                  <a:pt x="4469163" y="75745"/>
                </a:lnTo>
                <a:lnTo>
                  <a:pt x="4469585" y="74568"/>
                </a:lnTo>
                <a:lnTo>
                  <a:pt x="4470032" y="73426"/>
                </a:lnTo>
                <a:lnTo>
                  <a:pt x="4470503" y="72318"/>
                </a:lnTo>
                <a:lnTo>
                  <a:pt x="4470998" y="71245"/>
                </a:lnTo>
                <a:lnTo>
                  <a:pt x="4471518" y="70206"/>
                </a:lnTo>
                <a:lnTo>
                  <a:pt x="4472061" y="69202"/>
                </a:lnTo>
                <a:lnTo>
                  <a:pt x="4472629" y="68231"/>
                </a:lnTo>
                <a:lnTo>
                  <a:pt x="4473221" y="67298"/>
                </a:lnTo>
                <a:lnTo>
                  <a:pt x="4473837" y="66404"/>
                </a:lnTo>
                <a:lnTo>
                  <a:pt x="4474477" y="65550"/>
                </a:lnTo>
                <a:lnTo>
                  <a:pt x="4475141" y="64736"/>
                </a:lnTo>
                <a:lnTo>
                  <a:pt x="4475829" y="63961"/>
                </a:lnTo>
                <a:lnTo>
                  <a:pt x="4476542" y="63227"/>
                </a:lnTo>
                <a:lnTo>
                  <a:pt x="4477279" y="62531"/>
                </a:lnTo>
                <a:lnTo>
                  <a:pt x="4478039" y="61876"/>
                </a:lnTo>
                <a:lnTo>
                  <a:pt x="4478824" y="61260"/>
                </a:lnTo>
                <a:lnTo>
                  <a:pt x="4479634" y="60684"/>
                </a:lnTo>
                <a:lnTo>
                  <a:pt x="4480467" y="60148"/>
                </a:lnTo>
                <a:lnTo>
                  <a:pt x="4481324" y="59652"/>
                </a:lnTo>
                <a:lnTo>
                  <a:pt x="4482206" y="59195"/>
                </a:lnTo>
                <a:lnTo>
                  <a:pt x="4483112" y="58778"/>
                </a:lnTo>
                <a:lnTo>
                  <a:pt x="4484042" y="58401"/>
                </a:lnTo>
                <a:lnTo>
                  <a:pt x="4484996" y="58063"/>
                </a:lnTo>
                <a:lnTo>
                  <a:pt x="4485974" y="57765"/>
                </a:lnTo>
                <a:lnTo>
                  <a:pt x="4486976" y="57507"/>
                </a:lnTo>
                <a:lnTo>
                  <a:pt x="4488003" y="57288"/>
                </a:lnTo>
                <a:lnTo>
                  <a:pt x="4489054" y="57110"/>
                </a:lnTo>
                <a:lnTo>
                  <a:pt x="4490129" y="56971"/>
                </a:lnTo>
                <a:lnTo>
                  <a:pt x="4491228" y="56871"/>
                </a:lnTo>
                <a:lnTo>
                  <a:pt x="4492351" y="56812"/>
                </a:lnTo>
                <a:lnTo>
                  <a:pt x="4493498" y="56792"/>
                </a:lnTo>
                <a:lnTo>
                  <a:pt x="4494395" y="56802"/>
                </a:lnTo>
                <a:lnTo>
                  <a:pt x="4495280" y="56833"/>
                </a:lnTo>
                <a:lnTo>
                  <a:pt x="4496152" y="56885"/>
                </a:lnTo>
                <a:lnTo>
                  <a:pt x="4497013" y="56958"/>
                </a:lnTo>
                <a:lnTo>
                  <a:pt x="4497861" y="57052"/>
                </a:lnTo>
                <a:lnTo>
                  <a:pt x="4498698" y="57166"/>
                </a:lnTo>
                <a:lnTo>
                  <a:pt x="4499522" y="57301"/>
                </a:lnTo>
                <a:lnTo>
                  <a:pt x="4500334" y="57457"/>
                </a:lnTo>
                <a:lnTo>
                  <a:pt x="4501134" y="57634"/>
                </a:lnTo>
                <a:lnTo>
                  <a:pt x="4501922" y="57831"/>
                </a:lnTo>
                <a:lnTo>
                  <a:pt x="4502698" y="58050"/>
                </a:lnTo>
                <a:lnTo>
                  <a:pt x="4503462" y="58289"/>
                </a:lnTo>
                <a:lnTo>
                  <a:pt x="4504214" y="58548"/>
                </a:lnTo>
                <a:lnTo>
                  <a:pt x="4504954" y="58829"/>
                </a:lnTo>
                <a:lnTo>
                  <a:pt x="4505682" y="59131"/>
                </a:lnTo>
                <a:lnTo>
                  <a:pt x="4506397" y="59453"/>
                </a:lnTo>
                <a:lnTo>
                  <a:pt x="4507101" y="59796"/>
                </a:lnTo>
                <a:lnTo>
                  <a:pt x="4507792" y="60160"/>
                </a:lnTo>
                <a:lnTo>
                  <a:pt x="4508472" y="60544"/>
                </a:lnTo>
                <a:lnTo>
                  <a:pt x="4509139" y="60950"/>
                </a:lnTo>
                <a:lnTo>
                  <a:pt x="4509794" y="61376"/>
                </a:lnTo>
                <a:lnTo>
                  <a:pt x="4510437" y="61823"/>
                </a:lnTo>
                <a:lnTo>
                  <a:pt x="4511068" y="62290"/>
                </a:lnTo>
                <a:lnTo>
                  <a:pt x="4511687" y="62779"/>
                </a:lnTo>
                <a:lnTo>
                  <a:pt x="4512295" y="63284"/>
                </a:lnTo>
                <a:lnTo>
                  <a:pt x="4512892" y="63801"/>
                </a:lnTo>
                <a:lnTo>
                  <a:pt x="4513477" y="64331"/>
                </a:lnTo>
                <a:lnTo>
                  <a:pt x="4514052" y="64874"/>
                </a:lnTo>
                <a:lnTo>
                  <a:pt x="4514616" y="65429"/>
                </a:lnTo>
                <a:lnTo>
                  <a:pt x="4515169" y="65997"/>
                </a:lnTo>
                <a:lnTo>
                  <a:pt x="4515711" y="66577"/>
                </a:lnTo>
                <a:lnTo>
                  <a:pt x="4516243" y="67170"/>
                </a:lnTo>
                <a:lnTo>
                  <a:pt x="4516763" y="67775"/>
                </a:lnTo>
                <a:lnTo>
                  <a:pt x="4517273" y="68393"/>
                </a:lnTo>
                <a:lnTo>
                  <a:pt x="4517771" y="69024"/>
                </a:lnTo>
                <a:lnTo>
                  <a:pt x="4518259" y="69667"/>
                </a:lnTo>
                <a:lnTo>
                  <a:pt x="4518736" y="70322"/>
                </a:lnTo>
                <a:lnTo>
                  <a:pt x="4519202" y="70991"/>
                </a:lnTo>
                <a:lnTo>
                  <a:pt x="4519657" y="71671"/>
                </a:lnTo>
                <a:lnTo>
                  <a:pt x="4520101" y="72365"/>
                </a:lnTo>
                <a:lnTo>
                  <a:pt x="4520534" y="73070"/>
                </a:lnTo>
                <a:lnTo>
                  <a:pt x="4520957" y="73789"/>
                </a:lnTo>
                <a:lnTo>
                  <a:pt x="4521368" y="74520"/>
                </a:lnTo>
                <a:lnTo>
                  <a:pt x="4521769" y="75263"/>
                </a:lnTo>
                <a:lnTo>
                  <a:pt x="4522159" y="76019"/>
                </a:lnTo>
                <a:lnTo>
                  <a:pt x="4522537" y="76788"/>
                </a:lnTo>
                <a:lnTo>
                  <a:pt x="4522905" y="77569"/>
                </a:lnTo>
                <a:lnTo>
                  <a:pt x="4523262" y="78363"/>
                </a:lnTo>
                <a:lnTo>
                  <a:pt x="4523262" y="123170"/>
                </a:lnTo>
                <a:lnTo>
                  <a:pt x="4522896" y="123877"/>
                </a:lnTo>
                <a:lnTo>
                  <a:pt x="4522517" y="124576"/>
                </a:lnTo>
                <a:lnTo>
                  <a:pt x="4522127" y="125267"/>
                </a:lnTo>
                <a:lnTo>
                  <a:pt x="4521725" y="125949"/>
                </a:lnTo>
                <a:lnTo>
                  <a:pt x="4521311" y="126624"/>
                </a:lnTo>
                <a:lnTo>
                  <a:pt x="4520885" y="127290"/>
                </a:lnTo>
                <a:lnTo>
                  <a:pt x="4520448" y="127947"/>
                </a:lnTo>
                <a:lnTo>
                  <a:pt x="4520000" y="128597"/>
                </a:lnTo>
                <a:lnTo>
                  <a:pt x="4519539" y="129238"/>
                </a:lnTo>
                <a:lnTo>
                  <a:pt x="4519067" y="129871"/>
                </a:lnTo>
                <a:lnTo>
                  <a:pt x="4518583" y="130496"/>
                </a:lnTo>
                <a:lnTo>
                  <a:pt x="4518088" y="131113"/>
                </a:lnTo>
                <a:lnTo>
                  <a:pt x="4517581" y="131721"/>
                </a:lnTo>
                <a:lnTo>
                  <a:pt x="4517062" y="132321"/>
                </a:lnTo>
                <a:lnTo>
                  <a:pt x="4516531" y="132913"/>
                </a:lnTo>
                <a:lnTo>
                  <a:pt x="4515989" y="133497"/>
                </a:lnTo>
                <a:lnTo>
                  <a:pt x="4515435" y="134073"/>
                </a:lnTo>
                <a:lnTo>
                  <a:pt x="4514870" y="134640"/>
                </a:lnTo>
                <a:lnTo>
                  <a:pt x="4514293" y="135199"/>
                </a:lnTo>
                <a:lnTo>
                  <a:pt x="4513704" y="135750"/>
                </a:lnTo>
                <a:lnTo>
                  <a:pt x="4513103" y="136292"/>
                </a:lnTo>
                <a:lnTo>
                  <a:pt x="4512491" y="136827"/>
                </a:lnTo>
                <a:lnTo>
                  <a:pt x="4511867" y="137353"/>
                </a:lnTo>
                <a:lnTo>
                  <a:pt x="4511231" y="137871"/>
                </a:lnTo>
                <a:lnTo>
                  <a:pt x="4510583" y="138373"/>
                </a:lnTo>
                <a:lnTo>
                  <a:pt x="4509922" y="138855"/>
                </a:lnTo>
                <a:lnTo>
                  <a:pt x="4509247" y="139315"/>
                </a:lnTo>
                <a:lnTo>
                  <a:pt x="4508559" y="139753"/>
                </a:lnTo>
                <a:lnTo>
                  <a:pt x="4507858" y="140170"/>
                </a:lnTo>
                <a:lnTo>
                  <a:pt x="4507144" y="140566"/>
                </a:lnTo>
                <a:lnTo>
                  <a:pt x="4506416" y="140941"/>
                </a:lnTo>
                <a:lnTo>
                  <a:pt x="4505675" y="141294"/>
                </a:lnTo>
                <a:lnTo>
                  <a:pt x="4504921" y="141625"/>
                </a:lnTo>
                <a:lnTo>
                  <a:pt x="4504153" y="141936"/>
                </a:lnTo>
                <a:lnTo>
                  <a:pt x="4503373" y="142224"/>
                </a:lnTo>
                <a:lnTo>
                  <a:pt x="4502579" y="142492"/>
                </a:lnTo>
                <a:lnTo>
                  <a:pt x="4501771" y="142738"/>
                </a:lnTo>
                <a:lnTo>
                  <a:pt x="4500951" y="142962"/>
                </a:lnTo>
                <a:lnTo>
                  <a:pt x="4500117" y="143166"/>
                </a:lnTo>
                <a:lnTo>
                  <a:pt x="4499270" y="143348"/>
                </a:lnTo>
                <a:lnTo>
                  <a:pt x="4498409" y="143508"/>
                </a:lnTo>
                <a:lnTo>
                  <a:pt x="4497536" y="143647"/>
                </a:lnTo>
                <a:lnTo>
                  <a:pt x="4496649" y="143765"/>
                </a:lnTo>
                <a:lnTo>
                  <a:pt x="4495749" y="143861"/>
                </a:lnTo>
                <a:lnTo>
                  <a:pt x="4494835" y="143936"/>
                </a:lnTo>
                <a:lnTo>
                  <a:pt x="4493909" y="143989"/>
                </a:lnTo>
                <a:lnTo>
                  <a:pt x="4492969" y="144022"/>
                </a:lnTo>
                <a:lnTo>
                  <a:pt x="4492016" y="144032"/>
                </a:lnTo>
                <a:lnTo>
                  <a:pt x="4490943" y="144013"/>
                </a:lnTo>
                <a:lnTo>
                  <a:pt x="4489893" y="143955"/>
                </a:lnTo>
                <a:lnTo>
                  <a:pt x="4488864" y="143859"/>
                </a:lnTo>
                <a:lnTo>
                  <a:pt x="4487858" y="143724"/>
                </a:lnTo>
                <a:lnTo>
                  <a:pt x="4486873" y="143551"/>
                </a:lnTo>
                <a:lnTo>
                  <a:pt x="4485911" y="143340"/>
                </a:lnTo>
                <a:close/>
                <a:moveTo>
                  <a:pt x="4887792" y="74197"/>
                </a:moveTo>
                <a:lnTo>
                  <a:pt x="4888122" y="73785"/>
                </a:lnTo>
                <a:lnTo>
                  <a:pt x="4888455" y="73378"/>
                </a:lnTo>
                <a:lnTo>
                  <a:pt x="4888791" y="72974"/>
                </a:lnTo>
                <a:lnTo>
                  <a:pt x="4889130" y="72576"/>
                </a:lnTo>
                <a:lnTo>
                  <a:pt x="4889472" y="72181"/>
                </a:lnTo>
                <a:lnTo>
                  <a:pt x="4889817" y="71791"/>
                </a:lnTo>
                <a:lnTo>
                  <a:pt x="4890164" y="71405"/>
                </a:lnTo>
                <a:lnTo>
                  <a:pt x="4890515" y="71023"/>
                </a:lnTo>
                <a:lnTo>
                  <a:pt x="4890869" y="70646"/>
                </a:lnTo>
                <a:lnTo>
                  <a:pt x="4891225" y="70273"/>
                </a:lnTo>
                <a:lnTo>
                  <a:pt x="4891585" y="69905"/>
                </a:lnTo>
                <a:lnTo>
                  <a:pt x="4891948" y="69541"/>
                </a:lnTo>
                <a:lnTo>
                  <a:pt x="4892313" y="69181"/>
                </a:lnTo>
                <a:lnTo>
                  <a:pt x="4892682" y="68825"/>
                </a:lnTo>
                <a:lnTo>
                  <a:pt x="4893053" y="68474"/>
                </a:lnTo>
                <a:lnTo>
                  <a:pt x="4893428" y="68127"/>
                </a:lnTo>
                <a:lnTo>
                  <a:pt x="4893805" y="67785"/>
                </a:lnTo>
                <a:lnTo>
                  <a:pt x="4894186" y="67446"/>
                </a:lnTo>
                <a:lnTo>
                  <a:pt x="4894569" y="67112"/>
                </a:lnTo>
                <a:lnTo>
                  <a:pt x="4894957" y="66784"/>
                </a:lnTo>
                <a:lnTo>
                  <a:pt x="4895350" y="66461"/>
                </a:lnTo>
                <a:lnTo>
                  <a:pt x="4895750" y="66144"/>
                </a:lnTo>
                <a:lnTo>
                  <a:pt x="4896155" y="65833"/>
                </a:lnTo>
                <a:lnTo>
                  <a:pt x="4896565" y="65529"/>
                </a:lnTo>
                <a:lnTo>
                  <a:pt x="4896982" y="65230"/>
                </a:lnTo>
                <a:lnTo>
                  <a:pt x="4897404" y="64937"/>
                </a:lnTo>
                <a:lnTo>
                  <a:pt x="4897832" y="64650"/>
                </a:lnTo>
                <a:lnTo>
                  <a:pt x="4898266" y="64369"/>
                </a:lnTo>
                <a:lnTo>
                  <a:pt x="4898705" y="64095"/>
                </a:lnTo>
                <a:lnTo>
                  <a:pt x="4899150" y="63826"/>
                </a:lnTo>
                <a:lnTo>
                  <a:pt x="4899601" y="63563"/>
                </a:lnTo>
                <a:lnTo>
                  <a:pt x="4900058" y="63306"/>
                </a:lnTo>
                <a:lnTo>
                  <a:pt x="4900520" y="63055"/>
                </a:lnTo>
                <a:lnTo>
                  <a:pt x="4900988" y="62810"/>
                </a:lnTo>
                <a:lnTo>
                  <a:pt x="4901462" y="62571"/>
                </a:lnTo>
                <a:lnTo>
                  <a:pt x="4901942" y="62339"/>
                </a:lnTo>
                <a:lnTo>
                  <a:pt x="4902427" y="62112"/>
                </a:lnTo>
                <a:lnTo>
                  <a:pt x="4902918" y="61891"/>
                </a:lnTo>
                <a:lnTo>
                  <a:pt x="4903415" y="61676"/>
                </a:lnTo>
                <a:lnTo>
                  <a:pt x="4903918" y="61467"/>
                </a:lnTo>
                <a:lnTo>
                  <a:pt x="4904426" y="61264"/>
                </a:lnTo>
                <a:lnTo>
                  <a:pt x="4904940" y="61067"/>
                </a:lnTo>
                <a:lnTo>
                  <a:pt x="4905460" y="60876"/>
                </a:lnTo>
                <a:lnTo>
                  <a:pt x="4905986" y="60691"/>
                </a:lnTo>
                <a:lnTo>
                  <a:pt x="4906520" y="60515"/>
                </a:lnTo>
                <a:lnTo>
                  <a:pt x="4907060" y="60346"/>
                </a:lnTo>
                <a:lnTo>
                  <a:pt x="4907608" y="60185"/>
                </a:lnTo>
                <a:lnTo>
                  <a:pt x="4908162" y="60032"/>
                </a:lnTo>
                <a:lnTo>
                  <a:pt x="4908724" y="59887"/>
                </a:lnTo>
                <a:lnTo>
                  <a:pt x="4909293" y="59750"/>
                </a:lnTo>
                <a:lnTo>
                  <a:pt x="4909869" y="59621"/>
                </a:lnTo>
                <a:lnTo>
                  <a:pt x="4910453" y="59499"/>
                </a:lnTo>
                <a:lnTo>
                  <a:pt x="4911043" y="59385"/>
                </a:lnTo>
                <a:lnTo>
                  <a:pt x="4911641" y="59279"/>
                </a:lnTo>
                <a:lnTo>
                  <a:pt x="4912245" y="59181"/>
                </a:lnTo>
                <a:lnTo>
                  <a:pt x="4912857" y="59091"/>
                </a:lnTo>
                <a:lnTo>
                  <a:pt x="4913476" y="59009"/>
                </a:lnTo>
                <a:lnTo>
                  <a:pt x="4914102" y="58934"/>
                </a:lnTo>
                <a:lnTo>
                  <a:pt x="4914735" y="58867"/>
                </a:lnTo>
                <a:lnTo>
                  <a:pt x="4915375" y="58809"/>
                </a:lnTo>
                <a:lnTo>
                  <a:pt x="4916023" y="58758"/>
                </a:lnTo>
                <a:lnTo>
                  <a:pt x="4916677" y="58715"/>
                </a:lnTo>
                <a:lnTo>
                  <a:pt x="4917339" y="58679"/>
                </a:lnTo>
                <a:lnTo>
                  <a:pt x="4918008" y="58652"/>
                </a:lnTo>
                <a:lnTo>
                  <a:pt x="4918684" y="58632"/>
                </a:lnTo>
                <a:lnTo>
                  <a:pt x="4919367" y="58620"/>
                </a:lnTo>
                <a:lnTo>
                  <a:pt x="4920057" y="58616"/>
                </a:lnTo>
                <a:lnTo>
                  <a:pt x="4922680" y="58616"/>
                </a:lnTo>
                <a:lnTo>
                  <a:pt x="4922680" y="41168"/>
                </a:lnTo>
                <a:lnTo>
                  <a:pt x="4920399" y="41168"/>
                </a:lnTo>
                <a:lnTo>
                  <a:pt x="4919305" y="41178"/>
                </a:lnTo>
                <a:lnTo>
                  <a:pt x="4918228" y="41209"/>
                </a:lnTo>
                <a:lnTo>
                  <a:pt x="4917169" y="41259"/>
                </a:lnTo>
                <a:lnTo>
                  <a:pt x="4916126" y="41330"/>
                </a:lnTo>
                <a:lnTo>
                  <a:pt x="4915100" y="41421"/>
                </a:lnTo>
                <a:lnTo>
                  <a:pt x="4914091" y="41532"/>
                </a:lnTo>
                <a:lnTo>
                  <a:pt x="4913100" y="41663"/>
                </a:lnTo>
                <a:lnTo>
                  <a:pt x="4912125" y="41815"/>
                </a:lnTo>
                <a:lnTo>
                  <a:pt x="4911167" y="41986"/>
                </a:lnTo>
                <a:lnTo>
                  <a:pt x="4910227" y="42178"/>
                </a:lnTo>
                <a:lnTo>
                  <a:pt x="4909303" y="42390"/>
                </a:lnTo>
                <a:lnTo>
                  <a:pt x="4908396" y="42622"/>
                </a:lnTo>
                <a:lnTo>
                  <a:pt x="4907507" y="42875"/>
                </a:lnTo>
                <a:lnTo>
                  <a:pt x="4906634" y="43147"/>
                </a:lnTo>
                <a:lnTo>
                  <a:pt x="4905779" y="43440"/>
                </a:lnTo>
                <a:lnTo>
                  <a:pt x="4904940" y="43753"/>
                </a:lnTo>
                <a:lnTo>
                  <a:pt x="4904119" y="44086"/>
                </a:lnTo>
                <a:lnTo>
                  <a:pt x="4903315" y="44440"/>
                </a:lnTo>
                <a:lnTo>
                  <a:pt x="4902527" y="44813"/>
                </a:lnTo>
                <a:lnTo>
                  <a:pt x="4901757" y="45207"/>
                </a:lnTo>
                <a:lnTo>
                  <a:pt x="4901003" y="45621"/>
                </a:lnTo>
                <a:lnTo>
                  <a:pt x="4900267" y="46055"/>
                </a:lnTo>
                <a:lnTo>
                  <a:pt x="4899548" y="46510"/>
                </a:lnTo>
                <a:lnTo>
                  <a:pt x="4898846" y="46984"/>
                </a:lnTo>
                <a:lnTo>
                  <a:pt x="4898158" y="47474"/>
                </a:lnTo>
                <a:lnTo>
                  <a:pt x="4897483" y="47973"/>
                </a:lnTo>
                <a:lnTo>
                  <a:pt x="4896820" y="48481"/>
                </a:lnTo>
                <a:lnTo>
                  <a:pt x="4896169" y="48999"/>
                </a:lnTo>
                <a:lnTo>
                  <a:pt x="4895530" y="49527"/>
                </a:lnTo>
                <a:lnTo>
                  <a:pt x="4894904" y="50063"/>
                </a:lnTo>
                <a:lnTo>
                  <a:pt x="4894290" y="50610"/>
                </a:lnTo>
                <a:lnTo>
                  <a:pt x="4893688" y="51166"/>
                </a:lnTo>
                <a:lnTo>
                  <a:pt x="4893099" y="51731"/>
                </a:lnTo>
                <a:lnTo>
                  <a:pt x="4892522" y="52306"/>
                </a:lnTo>
                <a:lnTo>
                  <a:pt x="4891957" y="52891"/>
                </a:lnTo>
                <a:lnTo>
                  <a:pt x="4891404" y="53485"/>
                </a:lnTo>
                <a:lnTo>
                  <a:pt x="4890864" y="54088"/>
                </a:lnTo>
                <a:lnTo>
                  <a:pt x="4890336" y="54701"/>
                </a:lnTo>
                <a:lnTo>
                  <a:pt x="4889820" y="55324"/>
                </a:lnTo>
                <a:lnTo>
                  <a:pt x="4889317" y="55956"/>
                </a:lnTo>
                <a:lnTo>
                  <a:pt x="4888826" y="56597"/>
                </a:lnTo>
                <a:lnTo>
                  <a:pt x="4888347" y="57248"/>
                </a:lnTo>
                <a:lnTo>
                  <a:pt x="4887880" y="57908"/>
                </a:lnTo>
                <a:lnTo>
                  <a:pt x="4887426" y="58578"/>
                </a:lnTo>
                <a:lnTo>
                  <a:pt x="4886984" y="59258"/>
                </a:lnTo>
                <a:lnTo>
                  <a:pt x="4886554" y="59947"/>
                </a:lnTo>
                <a:lnTo>
                  <a:pt x="4886136" y="60645"/>
                </a:lnTo>
                <a:lnTo>
                  <a:pt x="4885731" y="61353"/>
                </a:lnTo>
                <a:lnTo>
                  <a:pt x="4885047" y="43107"/>
                </a:lnTo>
                <a:lnTo>
                  <a:pt x="4867143" y="43107"/>
                </a:lnTo>
                <a:lnTo>
                  <a:pt x="4867143" y="157603"/>
                </a:lnTo>
                <a:lnTo>
                  <a:pt x="4886187" y="157603"/>
                </a:lnTo>
                <a:lnTo>
                  <a:pt x="4886187" y="76321"/>
                </a:lnTo>
                <a:lnTo>
                  <a:pt x="4886502" y="75888"/>
                </a:lnTo>
                <a:lnTo>
                  <a:pt x="4886820" y="75458"/>
                </a:lnTo>
                <a:lnTo>
                  <a:pt x="4887141" y="75034"/>
                </a:lnTo>
                <a:lnTo>
                  <a:pt x="4887465" y="74613"/>
                </a:lnTo>
                <a:lnTo>
                  <a:pt x="4887792" y="74197"/>
                </a:lnTo>
                <a:close/>
                <a:moveTo>
                  <a:pt x="3660061" y="72627"/>
                </a:moveTo>
                <a:lnTo>
                  <a:pt x="3660520" y="72088"/>
                </a:lnTo>
                <a:lnTo>
                  <a:pt x="3660990" y="71552"/>
                </a:lnTo>
                <a:lnTo>
                  <a:pt x="3661471" y="71019"/>
                </a:lnTo>
                <a:lnTo>
                  <a:pt x="3661963" y="70489"/>
                </a:lnTo>
                <a:lnTo>
                  <a:pt x="3662465" y="69962"/>
                </a:lnTo>
                <a:lnTo>
                  <a:pt x="3662979" y="69439"/>
                </a:lnTo>
                <a:lnTo>
                  <a:pt x="3663503" y="68918"/>
                </a:lnTo>
                <a:lnTo>
                  <a:pt x="3664038" y="68401"/>
                </a:lnTo>
                <a:lnTo>
                  <a:pt x="3664584" y="67887"/>
                </a:lnTo>
                <a:lnTo>
                  <a:pt x="3665142" y="67375"/>
                </a:lnTo>
                <a:lnTo>
                  <a:pt x="3665709" y="66867"/>
                </a:lnTo>
                <a:lnTo>
                  <a:pt x="3666288" y="66362"/>
                </a:lnTo>
                <a:lnTo>
                  <a:pt x="3666878" y="65860"/>
                </a:lnTo>
                <a:lnTo>
                  <a:pt x="3667479" y="65362"/>
                </a:lnTo>
                <a:lnTo>
                  <a:pt x="3668090" y="64866"/>
                </a:lnTo>
                <a:lnTo>
                  <a:pt x="3668712" y="64373"/>
                </a:lnTo>
                <a:lnTo>
                  <a:pt x="3669346" y="63884"/>
                </a:lnTo>
                <a:lnTo>
                  <a:pt x="3669990" y="63398"/>
                </a:lnTo>
                <a:lnTo>
                  <a:pt x="3670645" y="62914"/>
                </a:lnTo>
                <a:lnTo>
                  <a:pt x="3671312" y="62443"/>
                </a:lnTo>
                <a:lnTo>
                  <a:pt x="3671991" y="61991"/>
                </a:lnTo>
                <a:lnTo>
                  <a:pt x="3672682" y="61560"/>
                </a:lnTo>
                <a:lnTo>
                  <a:pt x="3673387" y="61148"/>
                </a:lnTo>
                <a:lnTo>
                  <a:pt x="3674103" y="60757"/>
                </a:lnTo>
                <a:lnTo>
                  <a:pt x="3674832" y="60385"/>
                </a:lnTo>
                <a:lnTo>
                  <a:pt x="3675574" y="60034"/>
                </a:lnTo>
                <a:lnTo>
                  <a:pt x="3676328" y="59703"/>
                </a:lnTo>
                <a:lnTo>
                  <a:pt x="3677094" y="59392"/>
                </a:lnTo>
                <a:lnTo>
                  <a:pt x="3677873" y="59101"/>
                </a:lnTo>
                <a:lnTo>
                  <a:pt x="3678665" y="58830"/>
                </a:lnTo>
                <a:lnTo>
                  <a:pt x="3679469" y="58579"/>
                </a:lnTo>
                <a:lnTo>
                  <a:pt x="3680285" y="58348"/>
                </a:lnTo>
                <a:lnTo>
                  <a:pt x="3681114" y="58137"/>
                </a:lnTo>
                <a:lnTo>
                  <a:pt x="3681955" y="57947"/>
                </a:lnTo>
                <a:lnTo>
                  <a:pt x="3682809" y="57776"/>
                </a:lnTo>
                <a:lnTo>
                  <a:pt x="3683675" y="57626"/>
                </a:lnTo>
                <a:lnTo>
                  <a:pt x="3684554" y="57495"/>
                </a:lnTo>
                <a:lnTo>
                  <a:pt x="3685445" y="57385"/>
                </a:lnTo>
                <a:lnTo>
                  <a:pt x="3686349" y="57294"/>
                </a:lnTo>
                <a:lnTo>
                  <a:pt x="3687265" y="57224"/>
                </a:lnTo>
                <a:lnTo>
                  <a:pt x="3688194" y="57174"/>
                </a:lnTo>
                <a:lnTo>
                  <a:pt x="3689135" y="57144"/>
                </a:lnTo>
                <a:lnTo>
                  <a:pt x="3690089" y="57134"/>
                </a:lnTo>
                <a:lnTo>
                  <a:pt x="3690710" y="57140"/>
                </a:lnTo>
                <a:lnTo>
                  <a:pt x="3691319" y="57159"/>
                </a:lnTo>
                <a:lnTo>
                  <a:pt x="3691916" y="57191"/>
                </a:lnTo>
                <a:lnTo>
                  <a:pt x="3692501" y="57235"/>
                </a:lnTo>
                <a:lnTo>
                  <a:pt x="3693074" y="57292"/>
                </a:lnTo>
                <a:lnTo>
                  <a:pt x="3693635" y="57361"/>
                </a:lnTo>
                <a:lnTo>
                  <a:pt x="3694183" y="57443"/>
                </a:lnTo>
                <a:lnTo>
                  <a:pt x="3694720" y="57538"/>
                </a:lnTo>
                <a:lnTo>
                  <a:pt x="3695244" y="57645"/>
                </a:lnTo>
                <a:lnTo>
                  <a:pt x="3695757" y="57765"/>
                </a:lnTo>
                <a:lnTo>
                  <a:pt x="3696257" y="57898"/>
                </a:lnTo>
                <a:lnTo>
                  <a:pt x="3696746" y="58043"/>
                </a:lnTo>
                <a:lnTo>
                  <a:pt x="3697222" y="58200"/>
                </a:lnTo>
                <a:lnTo>
                  <a:pt x="3697686" y="58371"/>
                </a:lnTo>
                <a:lnTo>
                  <a:pt x="3698138" y="58554"/>
                </a:lnTo>
                <a:lnTo>
                  <a:pt x="3698578" y="58749"/>
                </a:lnTo>
                <a:lnTo>
                  <a:pt x="3699006" y="58958"/>
                </a:lnTo>
                <a:lnTo>
                  <a:pt x="3699422" y="59179"/>
                </a:lnTo>
                <a:lnTo>
                  <a:pt x="3699826" y="59412"/>
                </a:lnTo>
                <a:lnTo>
                  <a:pt x="3700218" y="59658"/>
                </a:lnTo>
                <a:lnTo>
                  <a:pt x="3700597" y="59917"/>
                </a:lnTo>
                <a:lnTo>
                  <a:pt x="3700965" y="60188"/>
                </a:lnTo>
                <a:lnTo>
                  <a:pt x="3701320" y="60472"/>
                </a:lnTo>
                <a:lnTo>
                  <a:pt x="3701664" y="60769"/>
                </a:lnTo>
                <a:lnTo>
                  <a:pt x="3701997" y="61077"/>
                </a:lnTo>
                <a:lnTo>
                  <a:pt x="3702321" y="61394"/>
                </a:lnTo>
                <a:lnTo>
                  <a:pt x="3702637" y="61721"/>
                </a:lnTo>
                <a:lnTo>
                  <a:pt x="3702943" y="62058"/>
                </a:lnTo>
                <a:lnTo>
                  <a:pt x="3703242" y="62405"/>
                </a:lnTo>
                <a:lnTo>
                  <a:pt x="3703531" y="62762"/>
                </a:lnTo>
                <a:lnTo>
                  <a:pt x="3703812" y="63128"/>
                </a:lnTo>
                <a:lnTo>
                  <a:pt x="3704084" y="63504"/>
                </a:lnTo>
                <a:lnTo>
                  <a:pt x="3704347" y="63889"/>
                </a:lnTo>
                <a:lnTo>
                  <a:pt x="3704602" y="64284"/>
                </a:lnTo>
                <a:lnTo>
                  <a:pt x="3704848" y="64689"/>
                </a:lnTo>
                <a:lnTo>
                  <a:pt x="3705085" y="65104"/>
                </a:lnTo>
                <a:lnTo>
                  <a:pt x="3705313" y="65529"/>
                </a:lnTo>
                <a:lnTo>
                  <a:pt x="3705533" y="65963"/>
                </a:lnTo>
                <a:lnTo>
                  <a:pt x="3705744" y="66407"/>
                </a:lnTo>
                <a:lnTo>
                  <a:pt x="3705946" y="66861"/>
                </a:lnTo>
                <a:lnTo>
                  <a:pt x="3706140" y="67324"/>
                </a:lnTo>
                <a:lnTo>
                  <a:pt x="3706325" y="67797"/>
                </a:lnTo>
                <a:lnTo>
                  <a:pt x="3706501" y="68280"/>
                </a:lnTo>
                <a:lnTo>
                  <a:pt x="3706669" y="68773"/>
                </a:lnTo>
                <a:lnTo>
                  <a:pt x="3706827" y="69275"/>
                </a:lnTo>
                <a:lnTo>
                  <a:pt x="3706978" y="69787"/>
                </a:lnTo>
                <a:lnTo>
                  <a:pt x="3707119" y="70309"/>
                </a:lnTo>
                <a:lnTo>
                  <a:pt x="3707252" y="70840"/>
                </a:lnTo>
                <a:lnTo>
                  <a:pt x="3707377" y="71380"/>
                </a:lnTo>
                <a:lnTo>
                  <a:pt x="3707497" y="71925"/>
                </a:lnTo>
                <a:lnTo>
                  <a:pt x="3707612" y="72477"/>
                </a:lnTo>
                <a:lnTo>
                  <a:pt x="3707722" y="73035"/>
                </a:lnTo>
                <a:lnTo>
                  <a:pt x="3707826" y="73599"/>
                </a:lnTo>
                <a:lnTo>
                  <a:pt x="3707925" y="74170"/>
                </a:lnTo>
                <a:lnTo>
                  <a:pt x="3708019" y="74746"/>
                </a:lnTo>
                <a:lnTo>
                  <a:pt x="3708107" y="75329"/>
                </a:lnTo>
                <a:lnTo>
                  <a:pt x="3708190" y="75918"/>
                </a:lnTo>
                <a:lnTo>
                  <a:pt x="3708267" y="76513"/>
                </a:lnTo>
                <a:lnTo>
                  <a:pt x="3708339" y="77115"/>
                </a:lnTo>
                <a:lnTo>
                  <a:pt x="3708406" y="77723"/>
                </a:lnTo>
                <a:lnTo>
                  <a:pt x="3708468" y="78336"/>
                </a:lnTo>
                <a:lnTo>
                  <a:pt x="3708524" y="78956"/>
                </a:lnTo>
                <a:lnTo>
                  <a:pt x="3708575" y="79583"/>
                </a:lnTo>
                <a:lnTo>
                  <a:pt x="3708620" y="80215"/>
                </a:lnTo>
                <a:lnTo>
                  <a:pt x="3708660" y="80854"/>
                </a:lnTo>
                <a:lnTo>
                  <a:pt x="3708695" y="81499"/>
                </a:lnTo>
                <a:lnTo>
                  <a:pt x="3708724" y="82150"/>
                </a:lnTo>
                <a:lnTo>
                  <a:pt x="3708748" y="82807"/>
                </a:lnTo>
                <a:lnTo>
                  <a:pt x="3708767" y="83470"/>
                </a:lnTo>
                <a:lnTo>
                  <a:pt x="3708780" y="84140"/>
                </a:lnTo>
                <a:lnTo>
                  <a:pt x="3708788" y="84816"/>
                </a:lnTo>
                <a:lnTo>
                  <a:pt x="3708791" y="85498"/>
                </a:lnTo>
                <a:lnTo>
                  <a:pt x="3708791" y="157603"/>
                </a:lnTo>
                <a:lnTo>
                  <a:pt x="3727722" y="157603"/>
                </a:lnTo>
                <a:lnTo>
                  <a:pt x="3727722" y="83217"/>
                </a:lnTo>
                <a:lnTo>
                  <a:pt x="3727708" y="81564"/>
                </a:lnTo>
                <a:lnTo>
                  <a:pt x="3727669" y="79943"/>
                </a:lnTo>
                <a:lnTo>
                  <a:pt x="3727602" y="78353"/>
                </a:lnTo>
                <a:lnTo>
                  <a:pt x="3727509" y="76795"/>
                </a:lnTo>
                <a:lnTo>
                  <a:pt x="3727390" y="75267"/>
                </a:lnTo>
                <a:lnTo>
                  <a:pt x="3727244" y="73771"/>
                </a:lnTo>
                <a:lnTo>
                  <a:pt x="3727072" y="72306"/>
                </a:lnTo>
                <a:lnTo>
                  <a:pt x="3726873" y="70872"/>
                </a:lnTo>
                <a:lnTo>
                  <a:pt x="3726647" y="69470"/>
                </a:lnTo>
                <a:lnTo>
                  <a:pt x="3726395" y="68099"/>
                </a:lnTo>
                <a:lnTo>
                  <a:pt x="3726117" y="66759"/>
                </a:lnTo>
                <a:lnTo>
                  <a:pt x="3725812" y="65450"/>
                </a:lnTo>
                <a:lnTo>
                  <a:pt x="3725480" y="64173"/>
                </a:lnTo>
                <a:lnTo>
                  <a:pt x="3725122" y="62926"/>
                </a:lnTo>
                <a:lnTo>
                  <a:pt x="3724737" y="61711"/>
                </a:lnTo>
                <a:lnTo>
                  <a:pt x="3724326" y="60528"/>
                </a:lnTo>
                <a:lnTo>
                  <a:pt x="3723888" y="59375"/>
                </a:lnTo>
                <a:lnTo>
                  <a:pt x="3723424" y="58254"/>
                </a:lnTo>
                <a:lnTo>
                  <a:pt x="3722933" y="57164"/>
                </a:lnTo>
                <a:lnTo>
                  <a:pt x="3722416" y="56106"/>
                </a:lnTo>
                <a:lnTo>
                  <a:pt x="3721872" y="55078"/>
                </a:lnTo>
                <a:lnTo>
                  <a:pt x="3721301" y="54082"/>
                </a:lnTo>
                <a:lnTo>
                  <a:pt x="3720705" y="53117"/>
                </a:lnTo>
                <a:lnTo>
                  <a:pt x="3720081" y="52184"/>
                </a:lnTo>
                <a:lnTo>
                  <a:pt x="3719427" y="51285"/>
                </a:lnTo>
                <a:lnTo>
                  <a:pt x="3718737" y="50424"/>
                </a:lnTo>
                <a:lnTo>
                  <a:pt x="3718012" y="49602"/>
                </a:lnTo>
                <a:lnTo>
                  <a:pt x="3717252" y="48818"/>
                </a:lnTo>
                <a:lnTo>
                  <a:pt x="3716457" y="48072"/>
                </a:lnTo>
                <a:lnTo>
                  <a:pt x="3715626" y="47365"/>
                </a:lnTo>
                <a:lnTo>
                  <a:pt x="3714761" y="46695"/>
                </a:lnTo>
                <a:lnTo>
                  <a:pt x="3713860" y="46064"/>
                </a:lnTo>
                <a:lnTo>
                  <a:pt x="3712923" y="45471"/>
                </a:lnTo>
                <a:lnTo>
                  <a:pt x="3711952" y="44917"/>
                </a:lnTo>
                <a:lnTo>
                  <a:pt x="3710945" y="44400"/>
                </a:lnTo>
                <a:lnTo>
                  <a:pt x="3709903" y="43922"/>
                </a:lnTo>
                <a:lnTo>
                  <a:pt x="3708826" y="43482"/>
                </a:lnTo>
                <a:lnTo>
                  <a:pt x="3707713" y="43081"/>
                </a:lnTo>
                <a:lnTo>
                  <a:pt x="3706566" y="42717"/>
                </a:lnTo>
                <a:lnTo>
                  <a:pt x="3705383" y="42392"/>
                </a:lnTo>
                <a:lnTo>
                  <a:pt x="3704164" y="42105"/>
                </a:lnTo>
                <a:lnTo>
                  <a:pt x="3702911" y="41857"/>
                </a:lnTo>
                <a:lnTo>
                  <a:pt x="3701622" y="41646"/>
                </a:lnTo>
                <a:lnTo>
                  <a:pt x="3700298" y="41474"/>
                </a:lnTo>
                <a:lnTo>
                  <a:pt x="3698939" y="41340"/>
                </a:lnTo>
                <a:lnTo>
                  <a:pt x="3697545" y="41245"/>
                </a:lnTo>
                <a:lnTo>
                  <a:pt x="3696115" y="41187"/>
                </a:lnTo>
                <a:lnTo>
                  <a:pt x="3694650" y="41168"/>
                </a:lnTo>
                <a:lnTo>
                  <a:pt x="3693518" y="41178"/>
                </a:lnTo>
                <a:lnTo>
                  <a:pt x="3692401" y="41208"/>
                </a:lnTo>
                <a:lnTo>
                  <a:pt x="3691300" y="41258"/>
                </a:lnTo>
                <a:lnTo>
                  <a:pt x="3690215" y="41328"/>
                </a:lnTo>
                <a:lnTo>
                  <a:pt x="3689146" y="41418"/>
                </a:lnTo>
                <a:lnTo>
                  <a:pt x="3688093" y="41528"/>
                </a:lnTo>
                <a:lnTo>
                  <a:pt x="3687055" y="41658"/>
                </a:lnTo>
                <a:lnTo>
                  <a:pt x="3686034" y="41808"/>
                </a:lnTo>
                <a:lnTo>
                  <a:pt x="3685028" y="41978"/>
                </a:lnTo>
                <a:lnTo>
                  <a:pt x="3684038" y="42168"/>
                </a:lnTo>
                <a:lnTo>
                  <a:pt x="3683064" y="42378"/>
                </a:lnTo>
                <a:lnTo>
                  <a:pt x="3682106" y="42608"/>
                </a:lnTo>
                <a:lnTo>
                  <a:pt x="3681163" y="42858"/>
                </a:lnTo>
                <a:lnTo>
                  <a:pt x="3680237" y="43128"/>
                </a:lnTo>
                <a:lnTo>
                  <a:pt x="3679326" y="43418"/>
                </a:lnTo>
                <a:lnTo>
                  <a:pt x="3678431" y="43728"/>
                </a:lnTo>
                <a:lnTo>
                  <a:pt x="3677552" y="44058"/>
                </a:lnTo>
                <a:lnTo>
                  <a:pt x="3676689" y="44408"/>
                </a:lnTo>
                <a:lnTo>
                  <a:pt x="3675842" y="44778"/>
                </a:lnTo>
                <a:lnTo>
                  <a:pt x="3675010" y="45168"/>
                </a:lnTo>
                <a:lnTo>
                  <a:pt x="3674194" y="45578"/>
                </a:lnTo>
                <a:lnTo>
                  <a:pt x="3673394" y="46008"/>
                </a:lnTo>
                <a:lnTo>
                  <a:pt x="3672610" y="46457"/>
                </a:lnTo>
                <a:lnTo>
                  <a:pt x="3671842" y="46927"/>
                </a:lnTo>
                <a:lnTo>
                  <a:pt x="3671089" y="47409"/>
                </a:lnTo>
                <a:lnTo>
                  <a:pt x="3670351" y="47893"/>
                </a:lnTo>
                <a:lnTo>
                  <a:pt x="3669627" y="48380"/>
                </a:lnTo>
                <a:lnTo>
                  <a:pt x="3668918" y="48871"/>
                </a:lnTo>
                <a:lnTo>
                  <a:pt x="3668224" y="49364"/>
                </a:lnTo>
                <a:lnTo>
                  <a:pt x="3667544" y="49860"/>
                </a:lnTo>
                <a:lnTo>
                  <a:pt x="3666879" y="50360"/>
                </a:lnTo>
                <a:lnTo>
                  <a:pt x="3666229" y="50862"/>
                </a:lnTo>
                <a:lnTo>
                  <a:pt x="3665593" y="51367"/>
                </a:lnTo>
                <a:lnTo>
                  <a:pt x="3664972" y="51875"/>
                </a:lnTo>
                <a:lnTo>
                  <a:pt x="3664366" y="52386"/>
                </a:lnTo>
                <a:lnTo>
                  <a:pt x="3663774" y="52900"/>
                </a:lnTo>
                <a:lnTo>
                  <a:pt x="3663197" y="53417"/>
                </a:lnTo>
                <a:lnTo>
                  <a:pt x="3662634" y="53937"/>
                </a:lnTo>
                <a:lnTo>
                  <a:pt x="3662086" y="54460"/>
                </a:lnTo>
                <a:lnTo>
                  <a:pt x="3661553" y="54986"/>
                </a:lnTo>
                <a:lnTo>
                  <a:pt x="3661035" y="55515"/>
                </a:lnTo>
                <a:lnTo>
                  <a:pt x="3660531" y="56047"/>
                </a:lnTo>
                <a:lnTo>
                  <a:pt x="3660042" y="56582"/>
                </a:lnTo>
                <a:lnTo>
                  <a:pt x="3659567" y="57120"/>
                </a:lnTo>
                <a:lnTo>
                  <a:pt x="3659107" y="57660"/>
                </a:lnTo>
                <a:lnTo>
                  <a:pt x="3658662" y="58204"/>
                </a:lnTo>
                <a:lnTo>
                  <a:pt x="3658231" y="58751"/>
                </a:lnTo>
                <a:lnTo>
                  <a:pt x="3657815" y="59301"/>
                </a:lnTo>
                <a:lnTo>
                  <a:pt x="3657359" y="43107"/>
                </a:lnTo>
                <a:lnTo>
                  <a:pt x="3638885" y="43107"/>
                </a:lnTo>
                <a:lnTo>
                  <a:pt x="3638885" y="157603"/>
                </a:lnTo>
                <a:lnTo>
                  <a:pt x="3657929" y="157603"/>
                </a:lnTo>
                <a:lnTo>
                  <a:pt x="3657929" y="75370"/>
                </a:lnTo>
                <a:lnTo>
                  <a:pt x="3658334" y="74815"/>
                </a:lnTo>
                <a:lnTo>
                  <a:pt x="3658749" y="74263"/>
                </a:lnTo>
                <a:lnTo>
                  <a:pt x="3659176" y="73715"/>
                </a:lnTo>
                <a:lnTo>
                  <a:pt x="3659613" y="73169"/>
                </a:lnTo>
                <a:lnTo>
                  <a:pt x="3660061" y="72627"/>
                </a:lnTo>
                <a:close/>
                <a:moveTo>
                  <a:pt x="3930302" y="73169"/>
                </a:moveTo>
                <a:lnTo>
                  <a:pt x="3930750" y="72627"/>
                </a:lnTo>
                <a:lnTo>
                  <a:pt x="3931209" y="72088"/>
                </a:lnTo>
                <a:lnTo>
                  <a:pt x="3931679" y="71552"/>
                </a:lnTo>
                <a:lnTo>
                  <a:pt x="3932160" y="71019"/>
                </a:lnTo>
                <a:lnTo>
                  <a:pt x="3932651" y="70489"/>
                </a:lnTo>
                <a:lnTo>
                  <a:pt x="3933154" y="69962"/>
                </a:lnTo>
                <a:lnTo>
                  <a:pt x="3933667" y="69439"/>
                </a:lnTo>
                <a:lnTo>
                  <a:pt x="3934192" y="68918"/>
                </a:lnTo>
                <a:lnTo>
                  <a:pt x="3934727" y="68401"/>
                </a:lnTo>
                <a:lnTo>
                  <a:pt x="3935273" y="67887"/>
                </a:lnTo>
                <a:lnTo>
                  <a:pt x="3935830" y="67375"/>
                </a:lnTo>
                <a:lnTo>
                  <a:pt x="3936398" y="66867"/>
                </a:lnTo>
                <a:lnTo>
                  <a:pt x="3936977" y="66362"/>
                </a:lnTo>
                <a:lnTo>
                  <a:pt x="3937567" y="65860"/>
                </a:lnTo>
                <a:lnTo>
                  <a:pt x="3938167" y="65362"/>
                </a:lnTo>
                <a:lnTo>
                  <a:pt x="3938779" y="64866"/>
                </a:lnTo>
                <a:lnTo>
                  <a:pt x="3939401" y="64373"/>
                </a:lnTo>
                <a:lnTo>
                  <a:pt x="3940034" y="63884"/>
                </a:lnTo>
                <a:lnTo>
                  <a:pt x="3940678" y="63398"/>
                </a:lnTo>
                <a:lnTo>
                  <a:pt x="3941334" y="62914"/>
                </a:lnTo>
                <a:lnTo>
                  <a:pt x="3942000" y="62443"/>
                </a:lnTo>
                <a:lnTo>
                  <a:pt x="3942679" y="61991"/>
                </a:lnTo>
                <a:lnTo>
                  <a:pt x="3943371" y="61560"/>
                </a:lnTo>
                <a:lnTo>
                  <a:pt x="3944075" y="61148"/>
                </a:lnTo>
                <a:lnTo>
                  <a:pt x="3944792" y="60757"/>
                </a:lnTo>
                <a:lnTo>
                  <a:pt x="3945521" y="60385"/>
                </a:lnTo>
                <a:lnTo>
                  <a:pt x="3946262" y="60034"/>
                </a:lnTo>
                <a:lnTo>
                  <a:pt x="3947016" y="59703"/>
                </a:lnTo>
                <a:lnTo>
                  <a:pt x="3947783" y="59392"/>
                </a:lnTo>
                <a:lnTo>
                  <a:pt x="3948562" y="59101"/>
                </a:lnTo>
                <a:lnTo>
                  <a:pt x="3949353" y="58830"/>
                </a:lnTo>
                <a:lnTo>
                  <a:pt x="3950157" y="58579"/>
                </a:lnTo>
                <a:lnTo>
                  <a:pt x="3950974" y="58348"/>
                </a:lnTo>
                <a:lnTo>
                  <a:pt x="3951803" y="58137"/>
                </a:lnTo>
                <a:lnTo>
                  <a:pt x="3952644" y="57947"/>
                </a:lnTo>
                <a:lnTo>
                  <a:pt x="3953498" y="57776"/>
                </a:lnTo>
                <a:lnTo>
                  <a:pt x="3954364" y="57626"/>
                </a:lnTo>
                <a:lnTo>
                  <a:pt x="3955243" y="57495"/>
                </a:lnTo>
                <a:lnTo>
                  <a:pt x="3956134" y="57385"/>
                </a:lnTo>
                <a:lnTo>
                  <a:pt x="3957038" y="57294"/>
                </a:lnTo>
                <a:lnTo>
                  <a:pt x="3957954" y="57224"/>
                </a:lnTo>
                <a:lnTo>
                  <a:pt x="3958883" y="57174"/>
                </a:lnTo>
                <a:lnTo>
                  <a:pt x="3959824" y="57144"/>
                </a:lnTo>
                <a:lnTo>
                  <a:pt x="3960777" y="57134"/>
                </a:lnTo>
                <a:lnTo>
                  <a:pt x="3961398" y="57140"/>
                </a:lnTo>
                <a:lnTo>
                  <a:pt x="3962008" y="57159"/>
                </a:lnTo>
                <a:lnTo>
                  <a:pt x="3962605" y="57191"/>
                </a:lnTo>
                <a:lnTo>
                  <a:pt x="3963190" y="57235"/>
                </a:lnTo>
                <a:lnTo>
                  <a:pt x="3963762" y="57292"/>
                </a:lnTo>
                <a:lnTo>
                  <a:pt x="3964323" y="57361"/>
                </a:lnTo>
                <a:lnTo>
                  <a:pt x="3964872" y="57443"/>
                </a:lnTo>
                <a:lnTo>
                  <a:pt x="3965409" y="57538"/>
                </a:lnTo>
                <a:lnTo>
                  <a:pt x="3965933" y="57645"/>
                </a:lnTo>
                <a:lnTo>
                  <a:pt x="3966446" y="57765"/>
                </a:lnTo>
                <a:lnTo>
                  <a:pt x="3966946" y="57898"/>
                </a:lnTo>
                <a:lnTo>
                  <a:pt x="3967434" y="58043"/>
                </a:lnTo>
                <a:lnTo>
                  <a:pt x="3967911" y="58200"/>
                </a:lnTo>
                <a:lnTo>
                  <a:pt x="3968375" y="58371"/>
                </a:lnTo>
                <a:lnTo>
                  <a:pt x="3968827" y="58554"/>
                </a:lnTo>
                <a:lnTo>
                  <a:pt x="3969267" y="58749"/>
                </a:lnTo>
                <a:lnTo>
                  <a:pt x="3969695" y="58958"/>
                </a:lnTo>
                <a:lnTo>
                  <a:pt x="3970111" y="59179"/>
                </a:lnTo>
                <a:lnTo>
                  <a:pt x="3970515" y="59412"/>
                </a:lnTo>
                <a:lnTo>
                  <a:pt x="3970906" y="59658"/>
                </a:lnTo>
                <a:lnTo>
                  <a:pt x="3971286" y="59917"/>
                </a:lnTo>
                <a:lnTo>
                  <a:pt x="3971653" y="60188"/>
                </a:lnTo>
                <a:lnTo>
                  <a:pt x="3972009" y="60472"/>
                </a:lnTo>
                <a:lnTo>
                  <a:pt x="3972352" y="60769"/>
                </a:lnTo>
                <a:lnTo>
                  <a:pt x="3972685" y="61077"/>
                </a:lnTo>
                <a:lnTo>
                  <a:pt x="3973010" y="61394"/>
                </a:lnTo>
                <a:lnTo>
                  <a:pt x="3973325" y="61721"/>
                </a:lnTo>
                <a:lnTo>
                  <a:pt x="3973632" y="62058"/>
                </a:lnTo>
                <a:lnTo>
                  <a:pt x="3973930" y="62405"/>
                </a:lnTo>
                <a:lnTo>
                  <a:pt x="3974220" y="62762"/>
                </a:lnTo>
                <a:lnTo>
                  <a:pt x="3974500" y="63128"/>
                </a:lnTo>
                <a:lnTo>
                  <a:pt x="3974772" y="63504"/>
                </a:lnTo>
                <a:lnTo>
                  <a:pt x="3975036" y="63889"/>
                </a:lnTo>
                <a:lnTo>
                  <a:pt x="3975290" y="64284"/>
                </a:lnTo>
                <a:lnTo>
                  <a:pt x="3975536" y="64689"/>
                </a:lnTo>
                <a:lnTo>
                  <a:pt x="3975774" y="65104"/>
                </a:lnTo>
                <a:lnTo>
                  <a:pt x="3976002" y="65529"/>
                </a:lnTo>
                <a:lnTo>
                  <a:pt x="3976222" y="65963"/>
                </a:lnTo>
                <a:lnTo>
                  <a:pt x="3976433" y="66407"/>
                </a:lnTo>
                <a:lnTo>
                  <a:pt x="3976635" y="66861"/>
                </a:lnTo>
                <a:lnTo>
                  <a:pt x="3976829" y="67324"/>
                </a:lnTo>
                <a:lnTo>
                  <a:pt x="3977014" y="67797"/>
                </a:lnTo>
                <a:lnTo>
                  <a:pt x="3977190" y="68280"/>
                </a:lnTo>
                <a:lnTo>
                  <a:pt x="3977357" y="68773"/>
                </a:lnTo>
                <a:lnTo>
                  <a:pt x="3977516" y="69275"/>
                </a:lnTo>
                <a:lnTo>
                  <a:pt x="3977666" y="69787"/>
                </a:lnTo>
                <a:lnTo>
                  <a:pt x="3977808" y="70309"/>
                </a:lnTo>
                <a:lnTo>
                  <a:pt x="3977940" y="70840"/>
                </a:lnTo>
                <a:lnTo>
                  <a:pt x="3978066" y="71380"/>
                </a:lnTo>
                <a:lnTo>
                  <a:pt x="3978186" y="71925"/>
                </a:lnTo>
                <a:lnTo>
                  <a:pt x="3978301" y="72477"/>
                </a:lnTo>
                <a:lnTo>
                  <a:pt x="3978411" y="73035"/>
                </a:lnTo>
                <a:lnTo>
                  <a:pt x="3978515" y="73599"/>
                </a:lnTo>
                <a:lnTo>
                  <a:pt x="3978614" y="74170"/>
                </a:lnTo>
                <a:lnTo>
                  <a:pt x="3978707" y="74746"/>
                </a:lnTo>
                <a:lnTo>
                  <a:pt x="3978796" y="75329"/>
                </a:lnTo>
                <a:lnTo>
                  <a:pt x="3978878" y="75918"/>
                </a:lnTo>
                <a:lnTo>
                  <a:pt x="3978956" y="76513"/>
                </a:lnTo>
                <a:lnTo>
                  <a:pt x="3979028" y="77115"/>
                </a:lnTo>
                <a:lnTo>
                  <a:pt x="3979095" y="77723"/>
                </a:lnTo>
                <a:lnTo>
                  <a:pt x="3979156" y="78336"/>
                </a:lnTo>
                <a:lnTo>
                  <a:pt x="3979213" y="78956"/>
                </a:lnTo>
                <a:lnTo>
                  <a:pt x="3979263" y="79583"/>
                </a:lnTo>
                <a:lnTo>
                  <a:pt x="3979309" y="80215"/>
                </a:lnTo>
                <a:lnTo>
                  <a:pt x="3979349" y="80854"/>
                </a:lnTo>
                <a:lnTo>
                  <a:pt x="3979384" y="81499"/>
                </a:lnTo>
                <a:lnTo>
                  <a:pt x="3979413" y="82150"/>
                </a:lnTo>
                <a:lnTo>
                  <a:pt x="3979437" y="82807"/>
                </a:lnTo>
                <a:lnTo>
                  <a:pt x="3979456" y="83470"/>
                </a:lnTo>
                <a:lnTo>
                  <a:pt x="3979469" y="84140"/>
                </a:lnTo>
                <a:lnTo>
                  <a:pt x="3979477" y="84816"/>
                </a:lnTo>
                <a:lnTo>
                  <a:pt x="3979480" y="85498"/>
                </a:lnTo>
                <a:lnTo>
                  <a:pt x="3979480" y="157603"/>
                </a:lnTo>
                <a:lnTo>
                  <a:pt x="3998410" y="157603"/>
                </a:lnTo>
                <a:lnTo>
                  <a:pt x="3998410" y="83217"/>
                </a:lnTo>
                <a:lnTo>
                  <a:pt x="3998397" y="81564"/>
                </a:lnTo>
                <a:lnTo>
                  <a:pt x="3998357" y="79943"/>
                </a:lnTo>
                <a:lnTo>
                  <a:pt x="3998291" y="78353"/>
                </a:lnTo>
                <a:lnTo>
                  <a:pt x="3998198" y="76795"/>
                </a:lnTo>
                <a:lnTo>
                  <a:pt x="3998079" y="75267"/>
                </a:lnTo>
                <a:lnTo>
                  <a:pt x="3997933" y="73771"/>
                </a:lnTo>
                <a:lnTo>
                  <a:pt x="3997760" y="72306"/>
                </a:lnTo>
                <a:lnTo>
                  <a:pt x="3997561" y="70872"/>
                </a:lnTo>
                <a:lnTo>
                  <a:pt x="3997336" y="69470"/>
                </a:lnTo>
                <a:lnTo>
                  <a:pt x="3997084" y="68099"/>
                </a:lnTo>
                <a:lnTo>
                  <a:pt x="3996805" y="66759"/>
                </a:lnTo>
                <a:lnTo>
                  <a:pt x="3996500" y="65450"/>
                </a:lnTo>
                <a:lnTo>
                  <a:pt x="3996169" y="64173"/>
                </a:lnTo>
                <a:lnTo>
                  <a:pt x="3995810" y="62926"/>
                </a:lnTo>
                <a:lnTo>
                  <a:pt x="3995426" y="61711"/>
                </a:lnTo>
                <a:lnTo>
                  <a:pt x="3995015" y="60528"/>
                </a:lnTo>
                <a:lnTo>
                  <a:pt x="3994577" y="59375"/>
                </a:lnTo>
                <a:lnTo>
                  <a:pt x="3994113" y="58254"/>
                </a:lnTo>
                <a:lnTo>
                  <a:pt x="3993622" y="57164"/>
                </a:lnTo>
                <a:lnTo>
                  <a:pt x="3993104" y="56106"/>
                </a:lnTo>
                <a:lnTo>
                  <a:pt x="3992561" y="55078"/>
                </a:lnTo>
                <a:lnTo>
                  <a:pt x="3991990" y="54082"/>
                </a:lnTo>
                <a:lnTo>
                  <a:pt x="3991393" y="53117"/>
                </a:lnTo>
                <a:lnTo>
                  <a:pt x="3990770" y="52184"/>
                </a:lnTo>
                <a:lnTo>
                  <a:pt x="3990115" y="51285"/>
                </a:lnTo>
                <a:lnTo>
                  <a:pt x="3989426" y="50424"/>
                </a:lnTo>
                <a:lnTo>
                  <a:pt x="3988701" y="49602"/>
                </a:lnTo>
                <a:lnTo>
                  <a:pt x="3987941" y="48818"/>
                </a:lnTo>
                <a:lnTo>
                  <a:pt x="3987146" y="48072"/>
                </a:lnTo>
                <a:lnTo>
                  <a:pt x="3986315" y="47365"/>
                </a:lnTo>
                <a:lnTo>
                  <a:pt x="3985449" y="46695"/>
                </a:lnTo>
                <a:lnTo>
                  <a:pt x="3984548" y="46064"/>
                </a:lnTo>
                <a:lnTo>
                  <a:pt x="3983612" y="45471"/>
                </a:lnTo>
                <a:lnTo>
                  <a:pt x="3982640" y="44917"/>
                </a:lnTo>
                <a:lnTo>
                  <a:pt x="3981634" y="44400"/>
                </a:lnTo>
                <a:lnTo>
                  <a:pt x="3980592" y="43922"/>
                </a:lnTo>
                <a:lnTo>
                  <a:pt x="3979514" y="43482"/>
                </a:lnTo>
                <a:lnTo>
                  <a:pt x="3978402" y="43081"/>
                </a:lnTo>
                <a:lnTo>
                  <a:pt x="3977254" y="42717"/>
                </a:lnTo>
                <a:lnTo>
                  <a:pt x="3976071" y="42392"/>
                </a:lnTo>
                <a:lnTo>
                  <a:pt x="3974853" y="42105"/>
                </a:lnTo>
                <a:lnTo>
                  <a:pt x="3973600" y="41857"/>
                </a:lnTo>
                <a:lnTo>
                  <a:pt x="3972311" y="41646"/>
                </a:lnTo>
                <a:lnTo>
                  <a:pt x="3970987" y="41474"/>
                </a:lnTo>
                <a:lnTo>
                  <a:pt x="3969628" y="41340"/>
                </a:lnTo>
                <a:lnTo>
                  <a:pt x="3968233" y="41245"/>
                </a:lnTo>
                <a:lnTo>
                  <a:pt x="3966804" y="41187"/>
                </a:lnTo>
                <a:lnTo>
                  <a:pt x="3965339" y="41168"/>
                </a:lnTo>
                <a:lnTo>
                  <a:pt x="3964206" y="41178"/>
                </a:lnTo>
                <a:lnTo>
                  <a:pt x="3963090" y="41208"/>
                </a:lnTo>
                <a:lnTo>
                  <a:pt x="3961989" y="41258"/>
                </a:lnTo>
                <a:lnTo>
                  <a:pt x="3960904" y="41328"/>
                </a:lnTo>
                <a:lnTo>
                  <a:pt x="3959835" y="41418"/>
                </a:lnTo>
                <a:lnTo>
                  <a:pt x="3958782" y="41528"/>
                </a:lnTo>
                <a:lnTo>
                  <a:pt x="3957744" y="41658"/>
                </a:lnTo>
                <a:lnTo>
                  <a:pt x="3956723" y="41808"/>
                </a:lnTo>
                <a:lnTo>
                  <a:pt x="3955717" y="41978"/>
                </a:lnTo>
                <a:lnTo>
                  <a:pt x="3954727" y="42168"/>
                </a:lnTo>
                <a:lnTo>
                  <a:pt x="3953753" y="42378"/>
                </a:lnTo>
                <a:lnTo>
                  <a:pt x="3952795" y="42608"/>
                </a:lnTo>
                <a:lnTo>
                  <a:pt x="3951852" y="42858"/>
                </a:lnTo>
                <a:lnTo>
                  <a:pt x="3950926" y="43128"/>
                </a:lnTo>
                <a:lnTo>
                  <a:pt x="3950015" y="43418"/>
                </a:lnTo>
                <a:lnTo>
                  <a:pt x="3949120" y="43728"/>
                </a:lnTo>
                <a:lnTo>
                  <a:pt x="3948241" y="44058"/>
                </a:lnTo>
                <a:lnTo>
                  <a:pt x="3947378" y="44408"/>
                </a:lnTo>
                <a:lnTo>
                  <a:pt x="3946530" y="44778"/>
                </a:lnTo>
                <a:lnTo>
                  <a:pt x="3945699" y="45168"/>
                </a:lnTo>
                <a:lnTo>
                  <a:pt x="3944883" y="45578"/>
                </a:lnTo>
                <a:lnTo>
                  <a:pt x="3944083" y="46008"/>
                </a:lnTo>
                <a:lnTo>
                  <a:pt x="3943299" y="46457"/>
                </a:lnTo>
                <a:lnTo>
                  <a:pt x="3942531" y="46927"/>
                </a:lnTo>
                <a:lnTo>
                  <a:pt x="3941778" y="47409"/>
                </a:lnTo>
                <a:lnTo>
                  <a:pt x="3941040" y="47893"/>
                </a:lnTo>
                <a:lnTo>
                  <a:pt x="3940316" y="48380"/>
                </a:lnTo>
                <a:lnTo>
                  <a:pt x="3939607" y="48871"/>
                </a:lnTo>
                <a:lnTo>
                  <a:pt x="3938913" y="49364"/>
                </a:lnTo>
                <a:lnTo>
                  <a:pt x="3938233" y="49860"/>
                </a:lnTo>
                <a:lnTo>
                  <a:pt x="3937568" y="50360"/>
                </a:lnTo>
                <a:lnTo>
                  <a:pt x="3936918" y="50862"/>
                </a:lnTo>
                <a:lnTo>
                  <a:pt x="3936282" y="51367"/>
                </a:lnTo>
                <a:lnTo>
                  <a:pt x="3935661" y="51875"/>
                </a:lnTo>
                <a:lnTo>
                  <a:pt x="3935054" y="52386"/>
                </a:lnTo>
                <a:lnTo>
                  <a:pt x="3934463" y="52900"/>
                </a:lnTo>
                <a:lnTo>
                  <a:pt x="3933885" y="53417"/>
                </a:lnTo>
                <a:lnTo>
                  <a:pt x="3933323" y="53937"/>
                </a:lnTo>
                <a:lnTo>
                  <a:pt x="3932775" y="54460"/>
                </a:lnTo>
                <a:lnTo>
                  <a:pt x="3932242" y="54986"/>
                </a:lnTo>
                <a:lnTo>
                  <a:pt x="3931723" y="55515"/>
                </a:lnTo>
                <a:lnTo>
                  <a:pt x="3931220" y="56047"/>
                </a:lnTo>
                <a:lnTo>
                  <a:pt x="3930730" y="56582"/>
                </a:lnTo>
                <a:lnTo>
                  <a:pt x="3930256" y="57120"/>
                </a:lnTo>
                <a:lnTo>
                  <a:pt x="3929796" y="57660"/>
                </a:lnTo>
                <a:lnTo>
                  <a:pt x="3929351" y="58204"/>
                </a:lnTo>
                <a:lnTo>
                  <a:pt x="3928920" y="58751"/>
                </a:lnTo>
                <a:lnTo>
                  <a:pt x="3928504" y="59301"/>
                </a:lnTo>
                <a:lnTo>
                  <a:pt x="3928048" y="43107"/>
                </a:lnTo>
                <a:lnTo>
                  <a:pt x="3909573" y="43107"/>
                </a:lnTo>
                <a:lnTo>
                  <a:pt x="3909573" y="157603"/>
                </a:lnTo>
                <a:lnTo>
                  <a:pt x="3928618" y="157603"/>
                </a:lnTo>
                <a:lnTo>
                  <a:pt x="3928618" y="75370"/>
                </a:lnTo>
                <a:lnTo>
                  <a:pt x="3929023" y="74815"/>
                </a:lnTo>
                <a:lnTo>
                  <a:pt x="3929438" y="74263"/>
                </a:lnTo>
                <a:lnTo>
                  <a:pt x="3929864" y="73715"/>
                </a:lnTo>
                <a:lnTo>
                  <a:pt x="3930302" y="73169"/>
                </a:lnTo>
                <a:close/>
                <a:moveTo>
                  <a:pt x="3859360" y="43107"/>
                </a:moveTo>
                <a:lnTo>
                  <a:pt x="3859360" y="157603"/>
                </a:lnTo>
                <a:lnTo>
                  <a:pt x="3878404" y="157603"/>
                </a:lnTo>
                <a:lnTo>
                  <a:pt x="3878404" y="43107"/>
                </a:lnTo>
                <a:lnTo>
                  <a:pt x="3859360" y="43107"/>
                </a:lnTo>
                <a:close/>
                <a:moveTo>
                  <a:pt x="4384663" y="159056"/>
                </a:moveTo>
                <a:lnTo>
                  <a:pt x="4385875" y="158872"/>
                </a:lnTo>
                <a:lnTo>
                  <a:pt x="4387071" y="158664"/>
                </a:lnTo>
                <a:lnTo>
                  <a:pt x="4388251" y="158431"/>
                </a:lnTo>
                <a:lnTo>
                  <a:pt x="4389415" y="158174"/>
                </a:lnTo>
                <a:lnTo>
                  <a:pt x="4390563" y="157893"/>
                </a:lnTo>
                <a:lnTo>
                  <a:pt x="4391696" y="157586"/>
                </a:lnTo>
                <a:lnTo>
                  <a:pt x="4392812" y="157256"/>
                </a:lnTo>
                <a:lnTo>
                  <a:pt x="4393913" y="156901"/>
                </a:lnTo>
                <a:lnTo>
                  <a:pt x="4394998" y="156521"/>
                </a:lnTo>
                <a:lnTo>
                  <a:pt x="4396067" y="156117"/>
                </a:lnTo>
                <a:lnTo>
                  <a:pt x="4397120" y="155689"/>
                </a:lnTo>
                <a:lnTo>
                  <a:pt x="4398158" y="155236"/>
                </a:lnTo>
                <a:lnTo>
                  <a:pt x="4399179" y="154758"/>
                </a:lnTo>
                <a:lnTo>
                  <a:pt x="4400185" y="154256"/>
                </a:lnTo>
                <a:lnTo>
                  <a:pt x="4401175" y="153729"/>
                </a:lnTo>
                <a:lnTo>
                  <a:pt x="4402149" y="153179"/>
                </a:lnTo>
                <a:lnTo>
                  <a:pt x="4403107" y="152603"/>
                </a:lnTo>
                <a:lnTo>
                  <a:pt x="4404048" y="152005"/>
                </a:lnTo>
                <a:lnTo>
                  <a:pt x="4404971" y="151385"/>
                </a:lnTo>
                <a:lnTo>
                  <a:pt x="4405875" y="150743"/>
                </a:lnTo>
                <a:lnTo>
                  <a:pt x="4406760" y="150081"/>
                </a:lnTo>
                <a:lnTo>
                  <a:pt x="4407626" y="149397"/>
                </a:lnTo>
                <a:lnTo>
                  <a:pt x="4408474" y="148691"/>
                </a:lnTo>
                <a:lnTo>
                  <a:pt x="4409304" y="147964"/>
                </a:lnTo>
                <a:lnTo>
                  <a:pt x="4410115" y="147215"/>
                </a:lnTo>
                <a:lnTo>
                  <a:pt x="4410907" y="146446"/>
                </a:lnTo>
                <a:lnTo>
                  <a:pt x="4411680" y="145654"/>
                </a:lnTo>
                <a:lnTo>
                  <a:pt x="4412435" y="144841"/>
                </a:lnTo>
                <a:lnTo>
                  <a:pt x="4413171" y="144007"/>
                </a:lnTo>
                <a:lnTo>
                  <a:pt x="4413889" y="143152"/>
                </a:lnTo>
                <a:lnTo>
                  <a:pt x="4414588" y="142275"/>
                </a:lnTo>
                <a:lnTo>
                  <a:pt x="4415269" y="141376"/>
                </a:lnTo>
                <a:lnTo>
                  <a:pt x="4415931" y="140456"/>
                </a:lnTo>
                <a:lnTo>
                  <a:pt x="4416574" y="139515"/>
                </a:lnTo>
                <a:lnTo>
                  <a:pt x="4417198" y="138552"/>
                </a:lnTo>
                <a:lnTo>
                  <a:pt x="4417804" y="137568"/>
                </a:lnTo>
                <a:lnTo>
                  <a:pt x="4418392" y="136562"/>
                </a:lnTo>
                <a:lnTo>
                  <a:pt x="4418961" y="135535"/>
                </a:lnTo>
                <a:lnTo>
                  <a:pt x="4419511" y="134487"/>
                </a:lnTo>
                <a:lnTo>
                  <a:pt x="4420042" y="133417"/>
                </a:lnTo>
                <a:lnTo>
                  <a:pt x="4420555" y="132325"/>
                </a:lnTo>
                <a:lnTo>
                  <a:pt x="4421049" y="131214"/>
                </a:lnTo>
                <a:lnTo>
                  <a:pt x="4421521" y="130086"/>
                </a:lnTo>
                <a:lnTo>
                  <a:pt x="4421972" y="128939"/>
                </a:lnTo>
                <a:lnTo>
                  <a:pt x="4422402" y="127775"/>
                </a:lnTo>
                <a:lnTo>
                  <a:pt x="4422812" y="126593"/>
                </a:lnTo>
                <a:lnTo>
                  <a:pt x="4423200" y="125393"/>
                </a:lnTo>
                <a:lnTo>
                  <a:pt x="4423567" y="124176"/>
                </a:lnTo>
                <a:lnTo>
                  <a:pt x="4423913" y="122941"/>
                </a:lnTo>
                <a:lnTo>
                  <a:pt x="4424239" y="121688"/>
                </a:lnTo>
                <a:lnTo>
                  <a:pt x="4424543" y="120417"/>
                </a:lnTo>
                <a:lnTo>
                  <a:pt x="4424826" y="119129"/>
                </a:lnTo>
                <a:lnTo>
                  <a:pt x="4425089" y="117823"/>
                </a:lnTo>
                <a:lnTo>
                  <a:pt x="4425330" y="116499"/>
                </a:lnTo>
                <a:lnTo>
                  <a:pt x="4425550" y="115157"/>
                </a:lnTo>
                <a:lnTo>
                  <a:pt x="4425750" y="113798"/>
                </a:lnTo>
                <a:lnTo>
                  <a:pt x="4425928" y="112421"/>
                </a:lnTo>
                <a:lnTo>
                  <a:pt x="4426085" y="111026"/>
                </a:lnTo>
                <a:lnTo>
                  <a:pt x="4426222" y="109613"/>
                </a:lnTo>
                <a:lnTo>
                  <a:pt x="4426337" y="108183"/>
                </a:lnTo>
                <a:lnTo>
                  <a:pt x="4426432" y="106735"/>
                </a:lnTo>
                <a:lnTo>
                  <a:pt x="4426505" y="105269"/>
                </a:lnTo>
                <a:lnTo>
                  <a:pt x="4426558" y="103785"/>
                </a:lnTo>
                <a:lnTo>
                  <a:pt x="4426589" y="102284"/>
                </a:lnTo>
                <a:lnTo>
                  <a:pt x="4426600" y="100765"/>
                </a:lnTo>
                <a:lnTo>
                  <a:pt x="4426589" y="99226"/>
                </a:lnTo>
                <a:lnTo>
                  <a:pt x="4426558" y="97705"/>
                </a:lnTo>
                <a:lnTo>
                  <a:pt x="4426505" y="96203"/>
                </a:lnTo>
                <a:lnTo>
                  <a:pt x="4426432" y="94719"/>
                </a:lnTo>
                <a:lnTo>
                  <a:pt x="4426337" y="93253"/>
                </a:lnTo>
                <a:lnTo>
                  <a:pt x="4426222" y="91805"/>
                </a:lnTo>
                <a:lnTo>
                  <a:pt x="4426085" y="90375"/>
                </a:lnTo>
                <a:lnTo>
                  <a:pt x="4425928" y="88964"/>
                </a:lnTo>
                <a:lnTo>
                  <a:pt x="4425750" y="87570"/>
                </a:lnTo>
                <a:lnTo>
                  <a:pt x="4425550" y="86195"/>
                </a:lnTo>
                <a:lnTo>
                  <a:pt x="4425330" y="84838"/>
                </a:lnTo>
                <a:lnTo>
                  <a:pt x="4425089" y="83499"/>
                </a:lnTo>
                <a:lnTo>
                  <a:pt x="4424826" y="82179"/>
                </a:lnTo>
                <a:lnTo>
                  <a:pt x="4424543" y="80876"/>
                </a:lnTo>
                <a:lnTo>
                  <a:pt x="4424239" y="79592"/>
                </a:lnTo>
                <a:lnTo>
                  <a:pt x="4423913" y="78326"/>
                </a:lnTo>
                <a:lnTo>
                  <a:pt x="4423567" y="77078"/>
                </a:lnTo>
                <a:lnTo>
                  <a:pt x="4423200" y="75848"/>
                </a:lnTo>
                <a:lnTo>
                  <a:pt x="4422812" y="74637"/>
                </a:lnTo>
                <a:lnTo>
                  <a:pt x="4422402" y="73443"/>
                </a:lnTo>
                <a:lnTo>
                  <a:pt x="4421972" y="72268"/>
                </a:lnTo>
                <a:lnTo>
                  <a:pt x="4421521" y="71111"/>
                </a:lnTo>
                <a:lnTo>
                  <a:pt x="4421049" y="69972"/>
                </a:lnTo>
                <a:lnTo>
                  <a:pt x="4420555" y="68852"/>
                </a:lnTo>
                <a:lnTo>
                  <a:pt x="4420042" y="67750"/>
                </a:lnTo>
                <a:lnTo>
                  <a:pt x="4419511" y="66671"/>
                </a:lnTo>
                <a:lnTo>
                  <a:pt x="4418961" y="65612"/>
                </a:lnTo>
                <a:lnTo>
                  <a:pt x="4418392" y="64575"/>
                </a:lnTo>
                <a:lnTo>
                  <a:pt x="4417804" y="63560"/>
                </a:lnTo>
                <a:lnTo>
                  <a:pt x="4417198" y="62566"/>
                </a:lnTo>
                <a:lnTo>
                  <a:pt x="4416574" y="61593"/>
                </a:lnTo>
                <a:lnTo>
                  <a:pt x="4415931" y="60642"/>
                </a:lnTo>
                <a:lnTo>
                  <a:pt x="4415269" y="59713"/>
                </a:lnTo>
                <a:lnTo>
                  <a:pt x="4414588" y="58804"/>
                </a:lnTo>
                <a:lnTo>
                  <a:pt x="4413889" y="57917"/>
                </a:lnTo>
                <a:lnTo>
                  <a:pt x="4413171" y="57052"/>
                </a:lnTo>
                <a:lnTo>
                  <a:pt x="4412435" y="56208"/>
                </a:lnTo>
                <a:lnTo>
                  <a:pt x="4411680" y="55385"/>
                </a:lnTo>
                <a:lnTo>
                  <a:pt x="4410907" y="54584"/>
                </a:lnTo>
                <a:lnTo>
                  <a:pt x="4410115" y="53805"/>
                </a:lnTo>
                <a:lnTo>
                  <a:pt x="4409304" y="53046"/>
                </a:lnTo>
                <a:lnTo>
                  <a:pt x="4408474" y="52310"/>
                </a:lnTo>
                <a:lnTo>
                  <a:pt x="4407626" y="51594"/>
                </a:lnTo>
                <a:lnTo>
                  <a:pt x="4406760" y="50900"/>
                </a:lnTo>
                <a:lnTo>
                  <a:pt x="4405875" y="50228"/>
                </a:lnTo>
                <a:lnTo>
                  <a:pt x="4404971" y="49577"/>
                </a:lnTo>
                <a:lnTo>
                  <a:pt x="4404048" y="48947"/>
                </a:lnTo>
                <a:lnTo>
                  <a:pt x="4403107" y="48339"/>
                </a:lnTo>
                <a:lnTo>
                  <a:pt x="4402149" y="47754"/>
                </a:lnTo>
                <a:lnTo>
                  <a:pt x="4401175" y="47193"/>
                </a:lnTo>
                <a:lnTo>
                  <a:pt x="4400185" y="46658"/>
                </a:lnTo>
                <a:lnTo>
                  <a:pt x="4399179" y="46148"/>
                </a:lnTo>
                <a:lnTo>
                  <a:pt x="4398158" y="45662"/>
                </a:lnTo>
                <a:lnTo>
                  <a:pt x="4397120" y="45202"/>
                </a:lnTo>
                <a:lnTo>
                  <a:pt x="4396067" y="44766"/>
                </a:lnTo>
                <a:lnTo>
                  <a:pt x="4394998" y="44355"/>
                </a:lnTo>
                <a:lnTo>
                  <a:pt x="4393913" y="43969"/>
                </a:lnTo>
                <a:lnTo>
                  <a:pt x="4392812" y="43608"/>
                </a:lnTo>
                <a:lnTo>
                  <a:pt x="4391696" y="43272"/>
                </a:lnTo>
                <a:lnTo>
                  <a:pt x="4390563" y="42961"/>
                </a:lnTo>
                <a:lnTo>
                  <a:pt x="4389415" y="42675"/>
                </a:lnTo>
                <a:lnTo>
                  <a:pt x="4388251" y="42413"/>
                </a:lnTo>
                <a:lnTo>
                  <a:pt x="4387071" y="42177"/>
                </a:lnTo>
                <a:lnTo>
                  <a:pt x="4385875" y="41965"/>
                </a:lnTo>
                <a:lnTo>
                  <a:pt x="4384663" y="41778"/>
                </a:lnTo>
                <a:lnTo>
                  <a:pt x="4383436" y="41616"/>
                </a:lnTo>
                <a:lnTo>
                  <a:pt x="4382192" y="41480"/>
                </a:lnTo>
                <a:lnTo>
                  <a:pt x="4380933" y="41368"/>
                </a:lnTo>
                <a:lnTo>
                  <a:pt x="4379658" y="41280"/>
                </a:lnTo>
                <a:lnTo>
                  <a:pt x="4378367" y="41218"/>
                </a:lnTo>
                <a:lnTo>
                  <a:pt x="4377060" y="41181"/>
                </a:lnTo>
                <a:lnTo>
                  <a:pt x="4375738" y="41168"/>
                </a:lnTo>
                <a:lnTo>
                  <a:pt x="4374444" y="41181"/>
                </a:lnTo>
                <a:lnTo>
                  <a:pt x="4373166" y="41218"/>
                </a:lnTo>
                <a:lnTo>
                  <a:pt x="4371903" y="41280"/>
                </a:lnTo>
                <a:lnTo>
                  <a:pt x="4370657" y="41368"/>
                </a:lnTo>
                <a:lnTo>
                  <a:pt x="4369426" y="41480"/>
                </a:lnTo>
                <a:lnTo>
                  <a:pt x="4368211" y="41616"/>
                </a:lnTo>
                <a:lnTo>
                  <a:pt x="4367012" y="41778"/>
                </a:lnTo>
                <a:lnTo>
                  <a:pt x="4365829" y="41965"/>
                </a:lnTo>
                <a:lnTo>
                  <a:pt x="4364662" y="42177"/>
                </a:lnTo>
                <a:lnTo>
                  <a:pt x="4363510" y="42413"/>
                </a:lnTo>
                <a:lnTo>
                  <a:pt x="4362375" y="42675"/>
                </a:lnTo>
                <a:lnTo>
                  <a:pt x="4361255" y="42961"/>
                </a:lnTo>
                <a:lnTo>
                  <a:pt x="4360151" y="43272"/>
                </a:lnTo>
                <a:lnTo>
                  <a:pt x="4359063" y="43608"/>
                </a:lnTo>
                <a:lnTo>
                  <a:pt x="4357990" y="43969"/>
                </a:lnTo>
                <a:lnTo>
                  <a:pt x="4356934" y="44355"/>
                </a:lnTo>
                <a:lnTo>
                  <a:pt x="4355893" y="44766"/>
                </a:lnTo>
                <a:lnTo>
                  <a:pt x="4354869" y="45202"/>
                </a:lnTo>
                <a:lnTo>
                  <a:pt x="4353860" y="45662"/>
                </a:lnTo>
                <a:lnTo>
                  <a:pt x="4352867" y="46148"/>
                </a:lnTo>
                <a:lnTo>
                  <a:pt x="4351889" y="46658"/>
                </a:lnTo>
                <a:lnTo>
                  <a:pt x="4350928" y="47193"/>
                </a:lnTo>
                <a:lnTo>
                  <a:pt x="4349982" y="47754"/>
                </a:lnTo>
                <a:lnTo>
                  <a:pt x="4349053" y="48339"/>
                </a:lnTo>
                <a:lnTo>
                  <a:pt x="4348140" y="48947"/>
                </a:lnTo>
                <a:lnTo>
                  <a:pt x="4347245" y="49577"/>
                </a:lnTo>
                <a:lnTo>
                  <a:pt x="4346368" y="50228"/>
                </a:lnTo>
                <a:lnTo>
                  <a:pt x="4345509" y="50900"/>
                </a:lnTo>
                <a:lnTo>
                  <a:pt x="4344669" y="51594"/>
                </a:lnTo>
                <a:lnTo>
                  <a:pt x="4343846" y="52310"/>
                </a:lnTo>
                <a:lnTo>
                  <a:pt x="4343041" y="53046"/>
                </a:lnTo>
                <a:lnTo>
                  <a:pt x="4342255" y="53805"/>
                </a:lnTo>
                <a:lnTo>
                  <a:pt x="4341486" y="54584"/>
                </a:lnTo>
                <a:lnTo>
                  <a:pt x="4340735" y="55385"/>
                </a:lnTo>
                <a:lnTo>
                  <a:pt x="4340003" y="56208"/>
                </a:lnTo>
                <a:lnTo>
                  <a:pt x="4339288" y="57052"/>
                </a:lnTo>
                <a:lnTo>
                  <a:pt x="4338591" y="57917"/>
                </a:lnTo>
                <a:lnTo>
                  <a:pt x="4337913" y="58804"/>
                </a:lnTo>
                <a:lnTo>
                  <a:pt x="4337252" y="59713"/>
                </a:lnTo>
                <a:lnTo>
                  <a:pt x="4336610" y="60642"/>
                </a:lnTo>
                <a:lnTo>
                  <a:pt x="4335985" y="61593"/>
                </a:lnTo>
                <a:lnTo>
                  <a:pt x="4335378" y="62566"/>
                </a:lnTo>
                <a:lnTo>
                  <a:pt x="4334790" y="63560"/>
                </a:lnTo>
                <a:lnTo>
                  <a:pt x="4334219" y="64575"/>
                </a:lnTo>
                <a:lnTo>
                  <a:pt x="4333667" y="65612"/>
                </a:lnTo>
                <a:lnTo>
                  <a:pt x="4333133" y="66671"/>
                </a:lnTo>
                <a:lnTo>
                  <a:pt x="4332616" y="67750"/>
                </a:lnTo>
                <a:lnTo>
                  <a:pt x="4332118" y="68852"/>
                </a:lnTo>
                <a:lnTo>
                  <a:pt x="4331638" y="69972"/>
                </a:lnTo>
                <a:lnTo>
                  <a:pt x="4331180" y="71111"/>
                </a:lnTo>
                <a:lnTo>
                  <a:pt x="4330741" y="72268"/>
                </a:lnTo>
                <a:lnTo>
                  <a:pt x="4330323" y="73443"/>
                </a:lnTo>
                <a:lnTo>
                  <a:pt x="4329925" y="74637"/>
                </a:lnTo>
                <a:lnTo>
                  <a:pt x="4329548" y="75848"/>
                </a:lnTo>
                <a:lnTo>
                  <a:pt x="4329191" y="77078"/>
                </a:lnTo>
                <a:lnTo>
                  <a:pt x="4328855" y="78326"/>
                </a:lnTo>
                <a:lnTo>
                  <a:pt x="4328539" y="79592"/>
                </a:lnTo>
                <a:lnTo>
                  <a:pt x="4328243" y="80876"/>
                </a:lnTo>
                <a:lnTo>
                  <a:pt x="4327968" y="82179"/>
                </a:lnTo>
                <a:lnTo>
                  <a:pt x="4327713" y="83499"/>
                </a:lnTo>
                <a:lnTo>
                  <a:pt x="4327478" y="84838"/>
                </a:lnTo>
                <a:lnTo>
                  <a:pt x="4327264" y="86195"/>
                </a:lnTo>
                <a:lnTo>
                  <a:pt x="4327070" y="87570"/>
                </a:lnTo>
                <a:lnTo>
                  <a:pt x="4326897" y="88964"/>
                </a:lnTo>
                <a:lnTo>
                  <a:pt x="4326744" y="90375"/>
                </a:lnTo>
                <a:lnTo>
                  <a:pt x="4326612" y="91805"/>
                </a:lnTo>
                <a:lnTo>
                  <a:pt x="4326499" y="93253"/>
                </a:lnTo>
                <a:lnTo>
                  <a:pt x="4326408" y="94719"/>
                </a:lnTo>
                <a:lnTo>
                  <a:pt x="4326336" y="96203"/>
                </a:lnTo>
                <a:lnTo>
                  <a:pt x="4326285" y="97705"/>
                </a:lnTo>
                <a:lnTo>
                  <a:pt x="4326255" y="99226"/>
                </a:lnTo>
                <a:lnTo>
                  <a:pt x="4326245" y="100765"/>
                </a:lnTo>
                <a:lnTo>
                  <a:pt x="4326255" y="102284"/>
                </a:lnTo>
                <a:lnTo>
                  <a:pt x="4326285" y="103785"/>
                </a:lnTo>
                <a:lnTo>
                  <a:pt x="4326336" y="105269"/>
                </a:lnTo>
                <a:lnTo>
                  <a:pt x="4326408" y="106735"/>
                </a:lnTo>
                <a:lnTo>
                  <a:pt x="4326499" y="108183"/>
                </a:lnTo>
                <a:lnTo>
                  <a:pt x="4326612" y="109613"/>
                </a:lnTo>
                <a:lnTo>
                  <a:pt x="4326744" y="111026"/>
                </a:lnTo>
                <a:lnTo>
                  <a:pt x="4326897" y="112421"/>
                </a:lnTo>
                <a:lnTo>
                  <a:pt x="4327070" y="113798"/>
                </a:lnTo>
                <a:lnTo>
                  <a:pt x="4327264" y="115157"/>
                </a:lnTo>
                <a:lnTo>
                  <a:pt x="4327478" y="116499"/>
                </a:lnTo>
                <a:lnTo>
                  <a:pt x="4327713" y="117823"/>
                </a:lnTo>
                <a:lnTo>
                  <a:pt x="4327968" y="119129"/>
                </a:lnTo>
                <a:lnTo>
                  <a:pt x="4328243" y="120417"/>
                </a:lnTo>
                <a:lnTo>
                  <a:pt x="4328539" y="121688"/>
                </a:lnTo>
                <a:lnTo>
                  <a:pt x="4328855" y="122941"/>
                </a:lnTo>
                <a:lnTo>
                  <a:pt x="4329191" y="124176"/>
                </a:lnTo>
                <a:lnTo>
                  <a:pt x="4329548" y="125393"/>
                </a:lnTo>
                <a:lnTo>
                  <a:pt x="4329925" y="126593"/>
                </a:lnTo>
                <a:lnTo>
                  <a:pt x="4330323" y="127775"/>
                </a:lnTo>
                <a:lnTo>
                  <a:pt x="4330741" y="128939"/>
                </a:lnTo>
                <a:lnTo>
                  <a:pt x="4331180" y="130086"/>
                </a:lnTo>
                <a:lnTo>
                  <a:pt x="4331638" y="131214"/>
                </a:lnTo>
                <a:lnTo>
                  <a:pt x="4332118" y="132325"/>
                </a:lnTo>
                <a:lnTo>
                  <a:pt x="4332616" y="133417"/>
                </a:lnTo>
                <a:lnTo>
                  <a:pt x="4333133" y="134487"/>
                </a:lnTo>
                <a:lnTo>
                  <a:pt x="4333667" y="135535"/>
                </a:lnTo>
                <a:lnTo>
                  <a:pt x="4334219" y="136562"/>
                </a:lnTo>
                <a:lnTo>
                  <a:pt x="4334790" y="137568"/>
                </a:lnTo>
                <a:lnTo>
                  <a:pt x="4335378" y="138552"/>
                </a:lnTo>
                <a:lnTo>
                  <a:pt x="4335985" y="139515"/>
                </a:lnTo>
                <a:lnTo>
                  <a:pt x="4336610" y="140456"/>
                </a:lnTo>
                <a:lnTo>
                  <a:pt x="4337252" y="141376"/>
                </a:lnTo>
                <a:lnTo>
                  <a:pt x="4337913" y="142275"/>
                </a:lnTo>
                <a:lnTo>
                  <a:pt x="4338591" y="143152"/>
                </a:lnTo>
                <a:lnTo>
                  <a:pt x="4339288" y="144007"/>
                </a:lnTo>
                <a:lnTo>
                  <a:pt x="4340003" y="144841"/>
                </a:lnTo>
                <a:lnTo>
                  <a:pt x="4340735" y="145654"/>
                </a:lnTo>
                <a:lnTo>
                  <a:pt x="4341486" y="146446"/>
                </a:lnTo>
                <a:lnTo>
                  <a:pt x="4342255" y="147215"/>
                </a:lnTo>
                <a:lnTo>
                  <a:pt x="4343041" y="147964"/>
                </a:lnTo>
                <a:lnTo>
                  <a:pt x="4343846" y="148691"/>
                </a:lnTo>
                <a:lnTo>
                  <a:pt x="4344669" y="149397"/>
                </a:lnTo>
                <a:lnTo>
                  <a:pt x="4345509" y="150081"/>
                </a:lnTo>
                <a:lnTo>
                  <a:pt x="4346368" y="150743"/>
                </a:lnTo>
                <a:lnTo>
                  <a:pt x="4347245" y="151385"/>
                </a:lnTo>
                <a:lnTo>
                  <a:pt x="4348140" y="152005"/>
                </a:lnTo>
                <a:lnTo>
                  <a:pt x="4349053" y="152603"/>
                </a:lnTo>
                <a:lnTo>
                  <a:pt x="4349982" y="153179"/>
                </a:lnTo>
                <a:lnTo>
                  <a:pt x="4350928" y="153729"/>
                </a:lnTo>
                <a:lnTo>
                  <a:pt x="4351889" y="154256"/>
                </a:lnTo>
                <a:lnTo>
                  <a:pt x="4352867" y="154758"/>
                </a:lnTo>
                <a:lnTo>
                  <a:pt x="4353860" y="155236"/>
                </a:lnTo>
                <a:lnTo>
                  <a:pt x="4354869" y="155689"/>
                </a:lnTo>
                <a:lnTo>
                  <a:pt x="4355893" y="156117"/>
                </a:lnTo>
                <a:lnTo>
                  <a:pt x="4356934" y="156521"/>
                </a:lnTo>
                <a:lnTo>
                  <a:pt x="4357990" y="156901"/>
                </a:lnTo>
                <a:lnTo>
                  <a:pt x="4359063" y="157256"/>
                </a:lnTo>
                <a:lnTo>
                  <a:pt x="4360151" y="157586"/>
                </a:lnTo>
                <a:lnTo>
                  <a:pt x="4361255" y="157893"/>
                </a:lnTo>
                <a:lnTo>
                  <a:pt x="4362375" y="158174"/>
                </a:lnTo>
                <a:lnTo>
                  <a:pt x="4363510" y="158431"/>
                </a:lnTo>
                <a:lnTo>
                  <a:pt x="4364662" y="158664"/>
                </a:lnTo>
                <a:lnTo>
                  <a:pt x="4365829" y="158872"/>
                </a:lnTo>
                <a:lnTo>
                  <a:pt x="4367012" y="159056"/>
                </a:lnTo>
                <a:lnTo>
                  <a:pt x="4368211" y="159215"/>
                </a:lnTo>
                <a:lnTo>
                  <a:pt x="4369426" y="159350"/>
                </a:lnTo>
                <a:lnTo>
                  <a:pt x="4370657" y="159460"/>
                </a:lnTo>
                <a:lnTo>
                  <a:pt x="4371903" y="159545"/>
                </a:lnTo>
                <a:lnTo>
                  <a:pt x="4373166" y="159607"/>
                </a:lnTo>
                <a:lnTo>
                  <a:pt x="4374444" y="159643"/>
                </a:lnTo>
                <a:lnTo>
                  <a:pt x="4375738" y="159656"/>
                </a:lnTo>
                <a:lnTo>
                  <a:pt x="4377060" y="159643"/>
                </a:lnTo>
                <a:lnTo>
                  <a:pt x="4378367" y="159607"/>
                </a:lnTo>
                <a:lnTo>
                  <a:pt x="4379658" y="159545"/>
                </a:lnTo>
                <a:lnTo>
                  <a:pt x="4380933" y="159460"/>
                </a:lnTo>
                <a:lnTo>
                  <a:pt x="4382192" y="159350"/>
                </a:lnTo>
                <a:lnTo>
                  <a:pt x="4383436" y="159215"/>
                </a:lnTo>
                <a:lnTo>
                  <a:pt x="4384663" y="159056"/>
                </a:lnTo>
                <a:close/>
                <a:moveTo>
                  <a:pt x="4369777" y="144117"/>
                </a:moveTo>
                <a:lnTo>
                  <a:pt x="4368984" y="143969"/>
                </a:lnTo>
                <a:lnTo>
                  <a:pt x="4368206" y="143801"/>
                </a:lnTo>
                <a:lnTo>
                  <a:pt x="4367442" y="143613"/>
                </a:lnTo>
                <a:lnTo>
                  <a:pt x="4366693" y="143405"/>
                </a:lnTo>
                <a:lnTo>
                  <a:pt x="4365959" y="143177"/>
                </a:lnTo>
                <a:lnTo>
                  <a:pt x="4365239" y="142929"/>
                </a:lnTo>
                <a:lnTo>
                  <a:pt x="4364534" y="142662"/>
                </a:lnTo>
                <a:lnTo>
                  <a:pt x="4363844" y="142375"/>
                </a:lnTo>
                <a:lnTo>
                  <a:pt x="4363168" y="142068"/>
                </a:lnTo>
                <a:lnTo>
                  <a:pt x="4362507" y="141742"/>
                </a:lnTo>
                <a:lnTo>
                  <a:pt x="4361861" y="141395"/>
                </a:lnTo>
                <a:lnTo>
                  <a:pt x="4361229" y="141029"/>
                </a:lnTo>
                <a:lnTo>
                  <a:pt x="4360612" y="140643"/>
                </a:lnTo>
                <a:lnTo>
                  <a:pt x="4360009" y="140237"/>
                </a:lnTo>
                <a:lnTo>
                  <a:pt x="4359421" y="139811"/>
                </a:lnTo>
                <a:lnTo>
                  <a:pt x="4358848" y="139366"/>
                </a:lnTo>
                <a:lnTo>
                  <a:pt x="4358290" y="138900"/>
                </a:lnTo>
                <a:lnTo>
                  <a:pt x="4357745" y="138418"/>
                </a:lnTo>
                <a:lnTo>
                  <a:pt x="4357213" y="137921"/>
                </a:lnTo>
                <a:lnTo>
                  <a:pt x="4356694" y="137409"/>
                </a:lnTo>
                <a:lnTo>
                  <a:pt x="4356188" y="136883"/>
                </a:lnTo>
                <a:lnTo>
                  <a:pt x="4355695" y="136343"/>
                </a:lnTo>
                <a:lnTo>
                  <a:pt x="4355214" y="135788"/>
                </a:lnTo>
                <a:lnTo>
                  <a:pt x="4354747" y="135219"/>
                </a:lnTo>
                <a:lnTo>
                  <a:pt x="4354292" y="134635"/>
                </a:lnTo>
                <a:lnTo>
                  <a:pt x="4353850" y="134037"/>
                </a:lnTo>
                <a:lnTo>
                  <a:pt x="4353421" y="133424"/>
                </a:lnTo>
                <a:lnTo>
                  <a:pt x="4353005" y="132797"/>
                </a:lnTo>
                <a:lnTo>
                  <a:pt x="4352602" y="132156"/>
                </a:lnTo>
                <a:lnTo>
                  <a:pt x="4352212" y="131500"/>
                </a:lnTo>
                <a:lnTo>
                  <a:pt x="4351834" y="130830"/>
                </a:lnTo>
                <a:lnTo>
                  <a:pt x="4351470" y="130145"/>
                </a:lnTo>
                <a:lnTo>
                  <a:pt x="4351118" y="129446"/>
                </a:lnTo>
                <a:lnTo>
                  <a:pt x="4350779" y="128733"/>
                </a:lnTo>
                <a:lnTo>
                  <a:pt x="4350453" y="128005"/>
                </a:lnTo>
                <a:lnTo>
                  <a:pt x="4350140" y="127262"/>
                </a:lnTo>
                <a:lnTo>
                  <a:pt x="4349840" y="126506"/>
                </a:lnTo>
                <a:lnTo>
                  <a:pt x="4349552" y="125734"/>
                </a:lnTo>
                <a:lnTo>
                  <a:pt x="4349278" y="124949"/>
                </a:lnTo>
                <a:lnTo>
                  <a:pt x="4349016" y="124149"/>
                </a:lnTo>
                <a:lnTo>
                  <a:pt x="4348767" y="123334"/>
                </a:lnTo>
                <a:lnTo>
                  <a:pt x="4348530" y="122508"/>
                </a:lnTo>
                <a:lnTo>
                  <a:pt x="4348303" y="121672"/>
                </a:lnTo>
                <a:lnTo>
                  <a:pt x="4348086" y="120826"/>
                </a:lnTo>
                <a:lnTo>
                  <a:pt x="4347879" y="119971"/>
                </a:lnTo>
                <a:lnTo>
                  <a:pt x="4347682" y="119107"/>
                </a:lnTo>
                <a:lnTo>
                  <a:pt x="4347495" y="118233"/>
                </a:lnTo>
                <a:lnTo>
                  <a:pt x="4347318" y="117349"/>
                </a:lnTo>
                <a:lnTo>
                  <a:pt x="4347152" y="116456"/>
                </a:lnTo>
                <a:lnTo>
                  <a:pt x="4346995" y="115554"/>
                </a:lnTo>
                <a:lnTo>
                  <a:pt x="4346849" y="114642"/>
                </a:lnTo>
                <a:lnTo>
                  <a:pt x="4346713" y="113721"/>
                </a:lnTo>
                <a:lnTo>
                  <a:pt x="4346586" y="112790"/>
                </a:lnTo>
                <a:lnTo>
                  <a:pt x="4346470" y="111849"/>
                </a:lnTo>
                <a:lnTo>
                  <a:pt x="4346364" y="110900"/>
                </a:lnTo>
                <a:lnTo>
                  <a:pt x="4346268" y="109940"/>
                </a:lnTo>
                <a:lnTo>
                  <a:pt x="4346183" y="108971"/>
                </a:lnTo>
                <a:lnTo>
                  <a:pt x="4346107" y="107993"/>
                </a:lnTo>
                <a:lnTo>
                  <a:pt x="4346041" y="107005"/>
                </a:lnTo>
                <a:lnTo>
                  <a:pt x="4345986" y="106008"/>
                </a:lnTo>
                <a:lnTo>
                  <a:pt x="4345940" y="105001"/>
                </a:lnTo>
                <a:lnTo>
                  <a:pt x="4345905" y="103985"/>
                </a:lnTo>
                <a:lnTo>
                  <a:pt x="4345880" y="102959"/>
                </a:lnTo>
                <a:lnTo>
                  <a:pt x="4345864" y="101924"/>
                </a:lnTo>
                <a:lnTo>
                  <a:pt x="4345859" y="100879"/>
                </a:lnTo>
                <a:lnTo>
                  <a:pt x="4345864" y="99815"/>
                </a:lnTo>
                <a:lnTo>
                  <a:pt x="4345880" y="98760"/>
                </a:lnTo>
                <a:lnTo>
                  <a:pt x="4345905" y="97716"/>
                </a:lnTo>
                <a:lnTo>
                  <a:pt x="4345940" y="96682"/>
                </a:lnTo>
                <a:lnTo>
                  <a:pt x="4345986" y="95657"/>
                </a:lnTo>
                <a:lnTo>
                  <a:pt x="4346041" y="94642"/>
                </a:lnTo>
                <a:lnTo>
                  <a:pt x="4346107" y="93638"/>
                </a:lnTo>
                <a:lnTo>
                  <a:pt x="4346183" y="92643"/>
                </a:lnTo>
                <a:lnTo>
                  <a:pt x="4346268" y="91658"/>
                </a:lnTo>
                <a:lnTo>
                  <a:pt x="4346364" y="90683"/>
                </a:lnTo>
                <a:lnTo>
                  <a:pt x="4346470" y="89717"/>
                </a:lnTo>
                <a:lnTo>
                  <a:pt x="4346586" y="88762"/>
                </a:lnTo>
                <a:lnTo>
                  <a:pt x="4346713" y="87817"/>
                </a:lnTo>
                <a:lnTo>
                  <a:pt x="4346849" y="86881"/>
                </a:lnTo>
                <a:lnTo>
                  <a:pt x="4346995" y="85956"/>
                </a:lnTo>
                <a:lnTo>
                  <a:pt x="4347152" y="85040"/>
                </a:lnTo>
                <a:lnTo>
                  <a:pt x="4347318" y="84134"/>
                </a:lnTo>
                <a:lnTo>
                  <a:pt x="4347495" y="83238"/>
                </a:lnTo>
                <a:lnTo>
                  <a:pt x="4347682" y="82352"/>
                </a:lnTo>
                <a:lnTo>
                  <a:pt x="4347879" y="81476"/>
                </a:lnTo>
                <a:lnTo>
                  <a:pt x="4348086" y="80610"/>
                </a:lnTo>
                <a:lnTo>
                  <a:pt x="4348303" y="79754"/>
                </a:lnTo>
                <a:lnTo>
                  <a:pt x="4348530" y="78907"/>
                </a:lnTo>
                <a:lnTo>
                  <a:pt x="4348767" y="78071"/>
                </a:lnTo>
                <a:lnTo>
                  <a:pt x="4349016" y="77246"/>
                </a:lnTo>
                <a:lnTo>
                  <a:pt x="4349278" y="76437"/>
                </a:lnTo>
                <a:lnTo>
                  <a:pt x="4349552" y="75641"/>
                </a:lnTo>
                <a:lnTo>
                  <a:pt x="4349840" y="74861"/>
                </a:lnTo>
                <a:lnTo>
                  <a:pt x="4350140" y="74095"/>
                </a:lnTo>
                <a:lnTo>
                  <a:pt x="4350453" y="73344"/>
                </a:lnTo>
                <a:lnTo>
                  <a:pt x="4350779" y="72607"/>
                </a:lnTo>
                <a:lnTo>
                  <a:pt x="4351118" y="71885"/>
                </a:lnTo>
                <a:lnTo>
                  <a:pt x="4351470" y="71178"/>
                </a:lnTo>
                <a:lnTo>
                  <a:pt x="4351834" y="70485"/>
                </a:lnTo>
                <a:lnTo>
                  <a:pt x="4352212" y="69807"/>
                </a:lnTo>
                <a:lnTo>
                  <a:pt x="4352602" y="69144"/>
                </a:lnTo>
                <a:lnTo>
                  <a:pt x="4353005" y="68495"/>
                </a:lnTo>
                <a:lnTo>
                  <a:pt x="4353421" y="67861"/>
                </a:lnTo>
                <a:lnTo>
                  <a:pt x="4353850" y="67242"/>
                </a:lnTo>
                <a:lnTo>
                  <a:pt x="4354292" y="66637"/>
                </a:lnTo>
                <a:lnTo>
                  <a:pt x="4354747" y="66047"/>
                </a:lnTo>
                <a:lnTo>
                  <a:pt x="4355214" y="65471"/>
                </a:lnTo>
                <a:lnTo>
                  <a:pt x="4355695" y="64911"/>
                </a:lnTo>
                <a:lnTo>
                  <a:pt x="4356188" y="64364"/>
                </a:lnTo>
                <a:lnTo>
                  <a:pt x="4356694" y="63833"/>
                </a:lnTo>
                <a:lnTo>
                  <a:pt x="4357213" y="63316"/>
                </a:lnTo>
                <a:lnTo>
                  <a:pt x="4357745" y="62814"/>
                </a:lnTo>
                <a:lnTo>
                  <a:pt x="4358290" y="62326"/>
                </a:lnTo>
                <a:lnTo>
                  <a:pt x="4358848" y="61856"/>
                </a:lnTo>
                <a:lnTo>
                  <a:pt x="4359421" y="61406"/>
                </a:lnTo>
                <a:lnTo>
                  <a:pt x="4360009" y="60976"/>
                </a:lnTo>
                <a:lnTo>
                  <a:pt x="4360612" y="60566"/>
                </a:lnTo>
                <a:lnTo>
                  <a:pt x="4361229" y="60175"/>
                </a:lnTo>
                <a:lnTo>
                  <a:pt x="4361861" y="59805"/>
                </a:lnTo>
                <a:lnTo>
                  <a:pt x="4362507" y="59455"/>
                </a:lnTo>
                <a:lnTo>
                  <a:pt x="4363168" y="59125"/>
                </a:lnTo>
                <a:lnTo>
                  <a:pt x="4363844" y="58815"/>
                </a:lnTo>
                <a:lnTo>
                  <a:pt x="4364534" y="58525"/>
                </a:lnTo>
                <a:lnTo>
                  <a:pt x="4365239" y="58254"/>
                </a:lnTo>
                <a:lnTo>
                  <a:pt x="4365959" y="58004"/>
                </a:lnTo>
                <a:lnTo>
                  <a:pt x="4366693" y="57774"/>
                </a:lnTo>
                <a:lnTo>
                  <a:pt x="4367442" y="57564"/>
                </a:lnTo>
                <a:lnTo>
                  <a:pt x="4368206" y="57374"/>
                </a:lnTo>
                <a:lnTo>
                  <a:pt x="4368984" y="57204"/>
                </a:lnTo>
                <a:lnTo>
                  <a:pt x="4369777" y="57054"/>
                </a:lnTo>
                <a:lnTo>
                  <a:pt x="4370585" y="56924"/>
                </a:lnTo>
                <a:lnTo>
                  <a:pt x="4371407" y="56814"/>
                </a:lnTo>
                <a:lnTo>
                  <a:pt x="4372244" y="56724"/>
                </a:lnTo>
                <a:lnTo>
                  <a:pt x="4373095" y="56654"/>
                </a:lnTo>
                <a:lnTo>
                  <a:pt x="4373962" y="56604"/>
                </a:lnTo>
                <a:lnTo>
                  <a:pt x="4374842" y="56574"/>
                </a:lnTo>
                <a:lnTo>
                  <a:pt x="4375738" y="56564"/>
                </a:lnTo>
                <a:lnTo>
                  <a:pt x="4376689" y="56574"/>
                </a:lnTo>
                <a:lnTo>
                  <a:pt x="4377625" y="56604"/>
                </a:lnTo>
                <a:lnTo>
                  <a:pt x="4378543" y="56654"/>
                </a:lnTo>
                <a:lnTo>
                  <a:pt x="4379446" y="56724"/>
                </a:lnTo>
                <a:lnTo>
                  <a:pt x="4380332" y="56814"/>
                </a:lnTo>
                <a:lnTo>
                  <a:pt x="4381201" y="56924"/>
                </a:lnTo>
                <a:lnTo>
                  <a:pt x="4382054" y="57054"/>
                </a:lnTo>
                <a:lnTo>
                  <a:pt x="4382891" y="57204"/>
                </a:lnTo>
                <a:lnTo>
                  <a:pt x="4383711" y="57374"/>
                </a:lnTo>
                <a:lnTo>
                  <a:pt x="4384515" y="57564"/>
                </a:lnTo>
                <a:lnTo>
                  <a:pt x="4385302" y="57774"/>
                </a:lnTo>
                <a:lnTo>
                  <a:pt x="4386073" y="58004"/>
                </a:lnTo>
                <a:lnTo>
                  <a:pt x="4386827" y="58254"/>
                </a:lnTo>
                <a:lnTo>
                  <a:pt x="4387565" y="58525"/>
                </a:lnTo>
                <a:lnTo>
                  <a:pt x="4388287" y="58815"/>
                </a:lnTo>
                <a:lnTo>
                  <a:pt x="4388992" y="59125"/>
                </a:lnTo>
                <a:lnTo>
                  <a:pt x="4389680" y="59455"/>
                </a:lnTo>
                <a:lnTo>
                  <a:pt x="4390353" y="59805"/>
                </a:lnTo>
                <a:lnTo>
                  <a:pt x="4391009" y="60175"/>
                </a:lnTo>
                <a:lnTo>
                  <a:pt x="4391648" y="60566"/>
                </a:lnTo>
                <a:lnTo>
                  <a:pt x="4392271" y="60976"/>
                </a:lnTo>
                <a:lnTo>
                  <a:pt x="4392877" y="61406"/>
                </a:lnTo>
                <a:lnTo>
                  <a:pt x="4393468" y="61856"/>
                </a:lnTo>
                <a:lnTo>
                  <a:pt x="4394041" y="62326"/>
                </a:lnTo>
                <a:lnTo>
                  <a:pt x="4394600" y="62814"/>
                </a:lnTo>
                <a:lnTo>
                  <a:pt x="4395146" y="63316"/>
                </a:lnTo>
                <a:lnTo>
                  <a:pt x="4395679" y="63833"/>
                </a:lnTo>
                <a:lnTo>
                  <a:pt x="4396198" y="64364"/>
                </a:lnTo>
                <a:lnTo>
                  <a:pt x="4396705" y="64911"/>
                </a:lnTo>
                <a:lnTo>
                  <a:pt x="4397199" y="65471"/>
                </a:lnTo>
                <a:lnTo>
                  <a:pt x="4397679" y="66047"/>
                </a:lnTo>
                <a:lnTo>
                  <a:pt x="4398147" y="66637"/>
                </a:lnTo>
                <a:lnTo>
                  <a:pt x="4398601" y="67242"/>
                </a:lnTo>
                <a:lnTo>
                  <a:pt x="4399042" y="67861"/>
                </a:lnTo>
                <a:lnTo>
                  <a:pt x="4399471" y="68495"/>
                </a:lnTo>
                <a:lnTo>
                  <a:pt x="4399886" y="69144"/>
                </a:lnTo>
                <a:lnTo>
                  <a:pt x="4400288" y="69807"/>
                </a:lnTo>
                <a:lnTo>
                  <a:pt x="4400677" y="70485"/>
                </a:lnTo>
                <a:lnTo>
                  <a:pt x="4401053" y="71178"/>
                </a:lnTo>
                <a:lnTo>
                  <a:pt x="4401416" y="71885"/>
                </a:lnTo>
                <a:lnTo>
                  <a:pt x="4401766" y="72607"/>
                </a:lnTo>
                <a:lnTo>
                  <a:pt x="4402102" y="73344"/>
                </a:lnTo>
                <a:lnTo>
                  <a:pt x="4402426" y="74095"/>
                </a:lnTo>
                <a:lnTo>
                  <a:pt x="4402737" y="74861"/>
                </a:lnTo>
                <a:lnTo>
                  <a:pt x="4403034" y="75641"/>
                </a:lnTo>
                <a:lnTo>
                  <a:pt x="4403319" y="76437"/>
                </a:lnTo>
                <a:lnTo>
                  <a:pt x="4403590" y="77246"/>
                </a:lnTo>
                <a:lnTo>
                  <a:pt x="4403849" y="78071"/>
                </a:lnTo>
                <a:lnTo>
                  <a:pt x="4404095" y="78907"/>
                </a:lnTo>
                <a:lnTo>
                  <a:pt x="4404331" y="79753"/>
                </a:lnTo>
                <a:lnTo>
                  <a:pt x="4404557" y="80608"/>
                </a:lnTo>
                <a:lnTo>
                  <a:pt x="4404772" y="81473"/>
                </a:lnTo>
                <a:lnTo>
                  <a:pt x="4404977" y="82347"/>
                </a:lnTo>
                <a:lnTo>
                  <a:pt x="4405171" y="83231"/>
                </a:lnTo>
                <a:lnTo>
                  <a:pt x="4405354" y="84124"/>
                </a:lnTo>
                <a:lnTo>
                  <a:pt x="4405528" y="85027"/>
                </a:lnTo>
                <a:lnTo>
                  <a:pt x="4405690" y="85939"/>
                </a:lnTo>
                <a:lnTo>
                  <a:pt x="4405842" y="86861"/>
                </a:lnTo>
                <a:lnTo>
                  <a:pt x="4405984" y="87792"/>
                </a:lnTo>
                <a:lnTo>
                  <a:pt x="4406115" y="88733"/>
                </a:lnTo>
                <a:lnTo>
                  <a:pt x="4406236" y="89683"/>
                </a:lnTo>
                <a:lnTo>
                  <a:pt x="4406346" y="90643"/>
                </a:lnTo>
                <a:lnTo>
                  <a:pt x="4406446" y="91612"/>
                </a:lnTo>
                <a:lnTo>
                  <a:pt x="4406535" y="92590"/>
                </a:lnTo>
                <a:lnTo>
                  <a:pt x="4406614" y="93579"/>
                </a:lnTo>
                <a:lnTo>
                  <a:pt x="4406682" y="94576"/>
                </a:lnTo>
                <a:lnTo>
                  <a:pt x="4406740" y="95583"/>
                </a:lnTo>
                <a:lnTo>
                  <a:pt x="4406787" y="96600"/>
                </a:lnTo>
                <a:lnTo>
                  <a:pt x="4406823" y="97626"/>
                </a:lnTo>
                <a:lnTo>
                  <a:pt x="4406850" y="98662"/>
                </a:lnTo>
                <a:lnTo>
                  <a:pt x="4406865" y="99707"/>
                </a:lnTo>
                <a:lnTo>
                  <a:pt x="4406871" y="100761"/>
                </a:lnTo>
                <a:lnTo>
                  <a:pt x="4406865" y="101816"/>
                </a:lnTo>
                <a:lnTo>
                  <a:pt x="4406850" y="102860"/>
                </a:lnTo>
                <a:lnTo>
                  <a:pt x="4406823" y="103895"/>
                </a:lnTo>
                <a:lnTo>
                  <a:pt x="4406787" y="104919"/>
                </a:lnTo>
                <a:lnTo>
                  <a:pt x="4406740" y="105934"/>
                </a:lnTo>
                <a:lnTo>
                  <a:pt x="4406682" y="106939"/>
                </a:lnTo>
                <a:lnTo>
                  <a:pt x="4406614" y="107934"/>
                </a:lnTo>
                <a:lnTo>
                  <a:pt x="4406535" y="108919"/>
                </a:lnTo>
                <a:lnTo>
                  <a:pt x="4406446" y="109894"/>
                </a:lnTo>
                <a:lnTo>
                  <a:pt x="4406346" y="110860"/>
                </a:lnTo>
                <a:lnTo>
                  <a:pt x="4406236" y="111815"/>
                </a:lnTo>
                <a:lnTo>
                  <a:pt x="4406115" y="112760"/>
                </a:lnTo>
                <a:lnTo>
                  <a:pt x="4405984" y="113696"/>
                </a:lnTo>
                <a:lnTo>
                  <a:pt x="4405842" y="114622"/>
                </a:lnTo>
                <a:lnTo>
                  <a:pt x="4405690" y="115537"/>
                </a:lnTo>
                <a:lnTo>
                  <a:pt x="4405528" y="116443"/>
                </a:lnTo>
                <a:lnTo>
                  <a:pt x="4405354" y="117339"/>
                </a:lnTo>
                <a:lnTo>
                  <a:pt x="4405171" y="118225"/>
                </a:lnTo>
                <a:lnTo>
                  <a:pt x="4404977" y="119102"/>
                </a:lnTo>
                <a:lnTo>
                  <a:pt x="4404772" y="119968"/>
                </a:lnTo>
                <a:lnTo>
                  <a:pt x="4404557" y="120824"/>
                </a:lnTo>
                <a:lnTo>
                  <a:pt x="4404331" y="121671"/>
                </a:lnTo>
                <a:lnTo>
                  <a:pt x="4404095" y="122507"/>
                </a:lnTo>
                <a:lnTo>
                  <a:pt x="4403849" y="123334"/>
                </a:lnTo>
                <a:lnTo>
                  <a:pt x="4403590" y="124149"/>
                </a:lnTo>
                <a:lnTo>
                  <a:pt x="4403319" y="124949"/>
                </a:lnTo>
                <a:lnTo>
                  <a:pt x="4403034" y="125734"/>
                </a:lnTo>
                <a:lnTo>
                  <a:pt x="4402737" y="126506"/>
                </a:lnTo>
                <a:lnTo>
                  <a:pt x="4402426" y="127262"/>
                </a:lnTo>
                <a:lnTo>
                  <a:pt x="4402102" y="128005"/>
                </a:lnTo>
                <a:lnTo>
                  <a:pt x="4401766" y="128733"/>
                </a:lnTo>
                <a:lnTo>
                  <a:pt x="4401416" y="129446"/>
                </a:lnTo>
                <a:lnTo>
                  <a:pt x="4401053" y="130145"/>
                </a:lnTo>
                <a:lnTo>
                  <a:pt x="4400677" y="130830"/>
                </a:lnTo>
                <a:lnTo>
                  <a:pt x="4400288" y="131500"/>
                </a:lnTo>
                <a:lnTo>
                  <a:pt x="4399886" y="132156"/>
                </a:lnTo>
                <a:lnTo>
                  <a:pt x="4399471" y="132797"/>
                </a:lnTo>
                <a:lnTo>
                  <a:pt x="4399042" y="133424"/>
                </a:lnTo>
                <a:lnTo>
                  <a:pt x="4398601" y="134037"/>
                </a:lnTo>
                <a:lnTo>
                  <a:pt x="4398147" y="134635"/>
                </a:lnTo>
                <a:lnTo>
                  <a:pt x="4397679" y="135219"/>
                </a:lnTo>
                <a:lnTo>
                  <a:pt x="4397199" y="135788"/>
                </a:lnTo>
                <a:lnTo>
                  <a:pt x="4396705" y="136343"/>
                </a:lnTo>
                <a:lnTo>
                  <a:pt x="4396198" y="136883"/>
                </a:lnTo>
                <a:lnTo>
                  <a:pt x="4395679" y="137409"/>
                </a:lnTo>
                <a:lnTo>
                  <a:pt x="4395146" y="137921"/>
                </a:lnTo>
                <a:lnTo>
                  <a:pt x="4394600" y="138418"/>
                </a:lnTo>
                <a:lnTo>
                  <a:pt x="4394041" y="138900"/>
                </a:lnTo>
                <a:lnTo>
                  <a:pt x="4393468" y="139366"/>
                </a:lnTo>
                <a:lnTo>
                  <a:pt x="4392877" y="139811"/>
                </a:lnTo>
                <a:lnTo>
                  <a:pt x="4392271" y="140237"/>
                </a:lnTo>
                <a:lnTo>
                  <a:pt x="4391648" y="140643"/>
                </a:lnTo>
                <a:lnTo>
                  <a:pt x="4391009" y="141029"/>
                </a:lnTo>
                <a:lnTo>
                  <a:pt x="4390353" y="141395"/>
                </a:lnTo>
                <a:lnTo>
                  <a:pt x="4389680" y="141742"/>
                </a:lnTo>
                <a:lnTo>
                  <a:pt x="4388992" y="142068"/>
                </a:lnTo>
                <a:lnTo>
                  <a:pt x="4388287" y="142375"/>
                </a:lnTo>
                <a:lnTo>
                  <a:pt x="4387565" y="142662"/>
                </a:lnTo>
                <a:lnTo>
                  <a:pt x="4386827" y="142929"/>
                </a:lnTo>
                <a:lnTo>
                  <a:pt x="4386073" y="143177"/>
                </a:lnTo>
                <a:lnTo>
                  <a:pt x="4385302" y="143405"/>
                </a:lnTo>
                <a:lnTo>
                  <a:pt x="4384515" y="143613"/>
                </a:lnTo>
                <a:lnTo>
                  <a:pt x="4383711" y="143801"/>
                </a:lnTo>
                <a:lnTo>
                  <a:pt x="4382891" y="143969"/>
                </a:lnTo>
                <a:lnTo>
                  <a:pt x="4382054" y="144117"/>
                </a:lnTo>
                <a:lnTo>
                  <a:pt x="4381201" y="144246"/>
                </a:lnTo>
                <a:lnTo>
                  <a:pt x="4380332" y="144355"/>
                </a:lnTo>
                <a:lnTo>
                  <a:pt x="4379446" y="144444"/>
                </a:lnTo>
                <a:lnTo>
                  <a:pt x="4378543" y="144513"/>
                </a:lnTo>
                <a:lnTo>
                  <a:pt x="4377625" y="144563"/>
                </a:lnTo>
                <a:lnTo>
                  <a:pt x="4376689" y="144593"/>
                </a:lnTo>
                <a:lnTo>
                  <a:pt x="4375738" y="144602"/>
                </a:lnTo>
                <a:lnTo>
                  <a:pt x="4374842" y="144593"/>
                </a:lnTo>
                <a:lnTo>
                  <a:pt x="4373962" y="144563"/>
                </a:lnTo>
                <a:lnTo>
                  <a:pt x="4373095" y="144513"/>
                </a:lnTo>
                <a:lnTo>
                  <a:pt x="4372244" y="144444"/>
                </a:lnTo>
                <a:lnTo>
                  <a:pt x="4371407" y="144355"/>
                </a:lnTo>
                <a:lnTo>
                  <a:pt x="4370585" y="144246"/>
                </a:lnTo>
                <a:lnTo>
                  <a:pt x="4369777" y="144117"/>
                </a:lnTo>
                <a:close/>
                <a:moveTo>
                  <a:pt x="4629526" y="159358"/>
                </a:moveTo>
                <a:lnTo>
                  <a:pt x="4630581" y="159251"/>
                </a:lnTo>
                <a:lnTo>
                  <a:pt x="4631624" y="159127"/>
                </a:lnTo>
                <a:lnTo>
                  <a:pt x="4632653" y="158986"/>
                </a:lnTo>
                <a:lnTo>
                  <a:pt x="4633669" y="158829"/>
                </a:lnTo>
                <a:lnTo>
                  <a:pt x="4634672" y="158656"/>
                </a:lnTo>
                <a:lnTo>
                  <a:pt x="4635662" y="158465"/>
                </a:lnTo>
                <a:lnTo>
                  <a:pt x="4636640" y="158259"/>
                </a:lnTo>
                <a:lnTo>
                  <a:pt x="4637604" y="158036"/>
                </a:lnTo>
                <a:lnTo>
                  <a:pt x="4638554" y="157796"/>
                </a:lnTo>
                <a:lnTo>
                  <a:pt x="4639492" y="157540"/>
                </a:lnTo>
                <a:lnTo>
                  <a:pt x="4640417" y="157267"/>
                </a:lnTo>
                <a:lnTo>
                  <a:pt x="4641329" y="156978"/>
                </a:lnTo>
                <a:lnTo>
                  <a:pt x="4642227" y="156672"/>
                </a:lnTo>
                <a:lnTo>
                  <a:pt x="4643113" y="156349"/>
                </a:lnTo>
                <a:lnTo>
                  <a:pt x="4643986" y="156010"/>
                </a:lnTo>
                <a:lnTo>
                  <a:pt x="4644845" y="155655"/>
                </a:lnTo>
                <a:lnTo>
                  <a:pt x="4645691" y="155283"/>
                </a:lnTo>
                <a:lnTo>
                  <a:pt x="4646525" y="154895"/>
                </a:lnTo>
                <a:lnTo>
                  <a:pt x="4647344" y="154491"/>
                </a:lnTo>
                <a:lnTo>
                  <a:pt x="4648148" y="154073"/>
                </a:lnTo>
                <a:lnTo>
                  <a:pt x="4648937" y="153641"/>
                </a:lnTo>
                <a:lnTo>
                  <a:pt x="4649710" y="153195"/>
                </a:lnTo>
                <a:lnTo>
                  <a:pt x="4650468" y="152736"/>
                </a:lnTo>
                <a:lnTo>
                  <a:pt x="4651211" y="152262"/>
                </a:lnTo>
                <a:lnTo>
                  <a:pt x="4651939" y="151775"/>
                </a:lnTo>
                <a:lnTo>
                  <a:pt x="4652651" y="151274"/>
                </a:lnTo>
                <a:lnTo>
                  <a:pt x="4653348" y="150759"/>
                </a:lnTo>
                <a:lnTo>
                  <a:pt x="4654030" y="150230"/>
                </a:lnTo>
                <a:lnTo>
                  <a:pt x="4654697" y="149687"/>
                </a:lnTo>
                <a:lnTo>
                  <a:pt x="4655349" y="149130"/>
                </a:lnTo>
                <a:lnTo>
                  <a:pt x="4655985" y="148560"/>
                </a:lnTo>
                <a:lnTo>
                  <a:pt x="4656606" y="147975"/>
                </a:lnTo>
                <a:lnTo>
                  <a:pt x="4657212" y="147377"/>
                </a:lnTo>
                <a:lnTo>
                  <a:pt x="4657802" y="146764"/>
                </a:lnTo>
                <a:lnTo>
                  <a:pt x="4658377" y="146138"/>
                </a:lnTo>
                <a:lnTo>
                  <a:pt x="4658937" y="145498"/>
                </a:lnTo>
                <a:lnTo>
                  <a:pt x="4659482" y="144844"/>
                </a:lnTo>
                <a:lnTo>
                  <a:pt x="4660012" y="144177"/>
                </a:lnTo>
                <a:lnTo>
                  <a:pt x="4660526" y="143495"/>
                </a:lnTo>
                <a:lnTo>
                  <a:pt x="4661025" y="142799"/>
                </a:lnTo>
                <a:lnTo>
                  <a:pt x="4661509" y="142090"/>
                </a:lnTo>
                <a:lnTo>
                  <a:pt x="4661977" y="141367"/>
                </a:lnTo>
                <a:lnTo>
                  <a:pt x="4662429" y="140630"/>
                </a:lnTo>
                <a:lnTo>
                  <a:pt x="4662863" y="139883"/>
                </a:lnTo>
                <a:lnTo>
                  <a:pt x="4663279" y="139123"/>
                </a:lnTo>
                <a:lnTo>
                  <a:pt x="4663677" y="138352"/>
                </a:lnTo>
                <a:lnTo>
                  <a:pt x="4664056" y="137570"/>
                </a:lnTo>
                <a:lnTo>
                  <a:pt x="4664418" y="136776"/>
                </a:lnTo>
                <a:lnTo>
                  <a:pt x="4664762" y="135970"/>
                </a:lnTo>
                <a:lnTo>
                  <a:pt x="4665088" y="135152"/>
                </a:lnTo>
                <a:lnTo>
                  <a:pt x="4665396" y="134323"/>
                </a:lnTo>
                <a:lnTo>
                  <a:pt x="4665685" y="133482"/>
                </a:lnTo>
                <a:lnTo>
                  <a:pt x="4665957" y="132630"/>
                </a:lnTo>
                <a:lnTo>
                  <a:pt x="4666211" y="131766"/>
                </a:lnTo>
                <a:lnTo>
                  <a:pt x="4666447" y="130890"/>
                </a:lnTo>
                <a:lnTo>
                  <a:pt x="4666664" y="130003"/>
                </a:lnTo>
                <a:lnTo>
                  <a:pt x="4666864" y="129104"/>
                </a:lnTo>
                <a:lnTo>
                  <a:pt x="4667046" y="128193"/>
                </a:lnTo>
                <a:lnTo>
                  <a:pt x="4667209" y="127271"/>
                </a:lnTo>
                <a:lnTo>
                  <a:pt x="4667355" y="126337"/>
                </a:lnTo>
                <a:lnTo>
                  <a:pt x="4667482" y="125392"/>
                </a:lnTo>
                <a:lnTo>
                  <a:pt x="4667592" y="124435"/>
                </a:lnTo>
                <a:lnTo>
                  <a:pt x="4667684" y="123466"/>
                </a:lnTo>
                <a:lnTo>
                  <a:pt x="4667757" y="122486"/>
                </a:lnTo>
                <a:lnTo>
                  <a:pt x="4667813" y="121494"/>
                </a:lnTo>
                <a:lnTo>
                  <a:pt x="4667850" y="120490"/>
                </a:lnTo>
                <a:lnTo>
                  <a:pt x="4649034" y="120490"/>
                </a:lnTo>
                <a:lnTo>
                  <a:pt x="4648994" y="121469"/>
                </a:lnTo>
                <a:lnTo>
                  <a:pt x="4648932" y="122429"/>
                </a:lnTo>
                <a:lnTo>
                  <a:pt x="4648847" y="123370"/>
                </a:lnTo>
                <a:lnTo>
                  <a:pt x="4648741" y="124291"/>
                </a:lnTo>
                <a:lnTo>
                  <a:pt x="4648611" y="125193"/>
                </a:lnTo>
                <a:lnTo>
                  <a:pt x="4648460" y="126075"/>
                </a:lnTo>
                <a:lnTo>
                  <a:pt x="4648286" y="126939"/>
                </a:lnTo>
                <a:lnTo>
                  <a:pt x="4648090" y="127782"/>
                </a:lnTo>
                <a:lnTo>
                  <a:pt x="4647871" y="128607"/>
                </a:lnTo>
                <a:lnTo>
                  <a:pt x="4647630" y="129412"/>
                </a:lnTo>
                <a:lnTo>
                  <a:pt x="4647366" y="130198"/>
                </a:lnTo>
                <a:lnTo>
                  <a:pt x="4647081" y="130964"/>
                </a:lnTo>
                <a:lnTo>
                  <a:pt x="4646773" y="131711"/>
                </a:lnTo>
                <a:lnTo>
                  <a:pt x="4646442" y="132439"/>
                </a:lnTo>
                <a:lnTo>
                  <a:pt x="4646089" y="133147"/>
                </a:lnTo>
                <a:lnTo>
                  <a:pt x="4645714" y="133836"/>
                </a:lnTo>
                <a:lnTo>
                  <a:pt x="4645316" y="134506"/>
                </a:lnTo>
                <a:lnTo>
                  <a:pt x="4644896" y="135156"/>
                </a:lnTo>
                <a:lnTo>
                  <a:pt x="4644454" y="135787"/>
                </a:lnTo>
                <a:lnTo>
                  <a:pt x="4643989" y="136398"/>
                </a:lnTo>
                <a:lnTo>
                  <a:pt x="4643502" y="136990"/>
                </a:lnTo>
                <a:lnTo>
                  <a:pt x="4642992" y="137563"/>
                </a:lnTo>
                <a:lnTo>
                  <a:pt x="4642460" y="138117"/>
                </a:lnTo>
                <a:lnTo>
                  <a:pt x="4641906" y="138651"/>
                </a:lnTo>
                <a:lnTo>
                  <a:pt x="4641331" y="139165"/>
                </a:lnTo>
                <a:lnTo>
                  <a:pt x="4640738" y="139656"/>
                </a:lnTo>
                <a:lnTo>
                  <a:pt x="4640125" y="140126"/>
                </a:lnTo>
                <a:lnTo>
                  <a:pt x="4639494" y="140574"/>
                </a:lnTo>
                <a:lnTo>
                  <a:pt x="4638844" y="141000"/>
                </a:lnTo>
                <a:lnTo>
                  <a:pt x="4638175" y="141404"/>
                </a:lnTo>
                <a:lnTo>
                  <a:pt x="4637487" y="141787"/>
                </a:lnTo>
                <a:lnTo>
                  <a:pt x="4636781" y="142147"/>
                </a:lnTo>
                <a:lnTo>
                  <a:pt x="4636055" y="142486"/>
                </a:lnTo>
                <a:lnTo>
                  <a:pt x="4635311" y="142803"/>
                </a:lnTo>
                <a:lnTo>
                  <a:pt x="4634548" y="143098"/>
                </a:lnTo>
                <a:lnTo>
                  <a:pt x="4633767" y="143371"/>
                </a:lnTo>
                <a:lnTo>
                  <a:pt x="4632966" y="143622"/>
                </a:lnTo>
                <a:lnTo>
                  <a:pt x="4632147" y="143852"/>
                </a:lnTo>
                <a:lnTo>
                  <a:pt x="4631308" y="144060"/>
                </a:lnTo>
                <a:lnTo>
                  <a:pt x="4630451" y="144245"/>
                </a:lnTo>
                <a:lnTo>
                  <a:pt x="4629576" y="144409"/>
                </a:lnTo>
                <a:lnTo>
                  <a:pt x="4628681" y="144551"/>
                </a:lnTo>
                <a:lnTo>
                  <a:pt x="4627768" y="144671"/>
                </a:lnTo>
                <a:lnTo>
                  <a:pt x="4626835" y="144770"/>
                </a:lnTo>
                <a:lnTo>
                  <a:pt x="4625884" y="144846"/>
                </a:lnTo>
                <a:lnTo>
                  <a:pt x="4624915" y="144901"/>
                </a:lnTo>
                <a:lnTo>
                  <a:pt x="4623926" y="144934"/>
                </a:lnTo>
                <a:lnTo>
                  <a:pt x="4622919" y="144945"/>
                </a:lnTo>
                <a:lnTo>
                  <a:pt x="4621985" y="144935"/>
                </a:lnTo>
                <a:lnTo>
                  <a:pt x="4621067" y="144905"/>
                </a:lnTo>
                <a:lnTo>
                  <a:pt x="4620163" y="144855"/>
                </a:lnTo>
                <a:lnTo>
                  <a:pt x="4619274" y="144786"/>
                </a:lnTo>
                <a:lnTo>
                  <a:pt x="4618400" y="144697"/>
                </a:lnTo>
                <a:lnTo>
                  <a:pt x="4617541" y="144588"/>
                </a:lnTo>
                <a:lnTo>
                  <a:pt x="4616697" y="144459"/>
                </a:lnTo>
                <a:lnTo>
                  <a:pt x="4615867" y="144310"/>
                </a:lnTo>
                <a:lnTo>
                  <a:pt x="4615052" y="144142"/>
                </a:lnTo>
                <a:lnTo>
                  <a:pt x="4614253" y="143953"/>
                </a:lnTo>
                <a:lnTo>
                  <a:pt x="4613468" y="143745"/>
                </a:lnTo>
                <a:lnTo>
                  <a:pt x="4612698" y="143517"/>
                </a:lnTo>
                <a:lnTo>
                  <a:pt x="4611942" y="143269"/>
                </a:lnTo>
                <a:lnTo>
                  <a:pt x="4611202" y="143002"/>
                </a:lnTo>
                <a:lnTo>
                  <a:pt x="4610477" y="142714"/>
                </a:lnTo>
                <a:lnTo>
                  <a:pt x="4609766" y="142407"/>
                </a:lnTo>
                <a:lnTo>
                  <a:pt x="4609070" y="142080"/>
                </a:lnTo>
                <a:lnTo>
                  <a:pt x="4608389" y="141733"/>
                </a:lnTo>
                <a:lnTo>
                  <a:pt x="4607723" y="141366"/>
                </a:lnTo>
                <a:lnTo>
                  <a:pt x="4607072" y="140980"/>
                </a:lnTo>
                <a:lnTo>
                  <a:pt x="4606435" y="140574"/>
                </a:lnTo>
                <a:lnTo>
                  <a:pt x="4605814" y="140147"/>
                </a:lnTo>
                <a:lnTo>
                  <a:pt x="4605207" y="139701"/>
                </a:lnTo>
                <a:lnTo>
                  <a:pt x="4604615" y="139235"/>
                </a:lnTo>
                <a:lnTo>
                  <a:pt x="4604037" y="138753"/>
                </a:lnTo>
                <a:lnTo>
                  <a:pt x="4603473" y="138258"/>
                </a:lnTo>
                <a:lnTo>
                  <a:pt x="4602921" y="137750"/>
                </a:lnTo>
                <a:lnTo>
                  <a:pt x="4602383" y="137228"/>
                </a:lnTo>
                <a:lnTo>
                  <a:pt x="4601859" y="136694"/>
                </a:lnTo>
                <a:lnTo>
                  <a:pt x="4601347" y="136147"/>
                </a:lnTo>
                <a:lnTo>
                  <a:pt x="4600849" y="135586"/>
                </a:lnTo>
                <a:lnTo>
                  <a:pt x="4600364" y="135013"/>
                </a:lnTo>
                <a:lnTo>
                  <a:pt x="4599892" y="134427"/>
                </a:lnTo>
                <a:lnTo>
                  <a:pt x="4599434" y="133828"/>
                </a:lnTo>
                <a:lnTo>
                  <a:pt x="4598989" y="133215"/>
                </a:lnTo>
                <a:lnTo>
                  <a:pt x="4598557" y="132590"/>
                </a:lnTo>
                <a:lnTo>
                  <a:pt x="4598138" y="131952"/>
                </a:lnTo>
                <a:lnTo>
                  <a:pt x="4597733" y="131300"/>
                </a:lnTo>
                <a:lnTo>
                  <a:pt x="4597341" y="130636"/>
                </a:lnTo>
                <a:lnTo>
                  <a:pt x="4596962" y="129959"/>
                </a:lnTo>
                <a:lnTo>
                  <a:pt x="4596596" y="129268"/>
                </a:lnTo>
                <a:lnTo>
                  <a:pt x="4596244" y="128565"/>
                </a:lnTo>
                <a:lnTo>
                  <a:pt x="4595905" y="127849"/>
                </a:lnTo>
                <a:lnTo>
                  <a:pt x="4595579" y="127119"/>
                </a:lnTo>
                <a:lnTo>
                  <a:pt x="4595267" y="126377"/>
                </a:lnTo>
                <a:lnTo>
                  <a:pt x="4594967" y="125621"/>
                </a:lnTo>
                <a:lnTo>
                  <a:pt x="4594681" y="124853"/>
                </a:lnTo>
                <a:lnTo>
                  <a:pt x="4594409" y="124072"/>
                </a:lnTo>
                <a:lnTo>
                  <a:pt x="4594148" y="123281"/>
                </a:lnTo>
                <a:lnTo>
                  <a:pt x="4593898" y="122483"/>
                </a:lnTo>
                <a:lnTo>
                  <a:pt x="4593658" y="121679"/>
                </a:lnTo>
                <a:lnTo>
                  <a:pt x="4593430" y="120869"/>
                </a:lnTo>
                <a:lnTo>
                  <a:pt x="4593212" y="120052"/>
                </a:lnTo>
                <a:lnTo>
                  <a:pt x="4593004" y="119229"/>
                </a:lnTo>
                <a:lnTo>
                  <a:pt x="4592808" y="118400"/>
                </a:lnTo>
                <a:lnTo>
                  <a:pt x="4592622" y="117564"/>
                </a:lnTo>
                <a:lnTo>
                  <a:pt x="4592447" y="116722"/>
                </a:lnTo>
                <a:lnTo>
                  <a:pt x="4592282" y="115873"/>
                </a:lnTo>
                <a:lnTo>
                  <a:pt x="4592128" y="115018"/>
                </a:lnTo>
                <a:lnTo>
                  <a:pt x="4591985" y="114156"/>
                </a:lnTo>
                <a:lnTo>
                  <a:pt x="4591853" y="113289"/>
                </a:lnTo>
                <a:lnTo>
                  <a:pt x="4591731" y="112414"/>
                </a:lnTo>
                <a:lnTo>
                  <a:pt x="4591620" y="111534"/>
                </a:lnTo>
                <a:lnTo>
                  <a:pt x="4591520" y="110647"/>
                </a:lnTo>
                <a:lnTo>
                  <a:pt x="4591430" y="109753"/>
                </a:lnTo>
                <a:lnTo>
                  <a:pt x="4591351" y="108853"/>
                </a:lnTo>
                <a:lnTo>
                  <a:pt x="4591283" y="107947"/>
                </a:lnTo>
                <a:lnTo>
                  <a:pt x="4591225" y="107035"/>
                </a:lnTo>
                <a:lnTo>
                  <a:pt x="4591178" y="106116"/>
                </a:lnTo>
                <a:lnTo>
                  <a:pt x="4591142" y="105190"/>
                </a:lnTo>
                <a:lnTo>
                  <a:pt x="4591116" y="104258"/>
                </a:lnTo>
                <a:lnTo>
                  <a:pt x="4591101" y="103320"/>
                </a:lnTo>
                <a:lnTo>
                  <a:pt x="4667394" y="103320"/>
                </a:lnTo>
                <a:lnTo>
                  <a:pt x="4667413" y="103230"/>
                </a:lnTo>
                <a:lnTo>
                  <a:pt x="4667431" y="103135"/>
                </a:lnTo>
                <a:lnTo>
                  <a:pt x="4667448" y="103035"/>
                </a:lnTo>
                <a:lnTo>
                  <a:pt x="4667465" y="102931"/>
                </a:lnTo>
                <a:lnTo>
                  <a:pt x="4667482" y="102822"/>
                </a:lnTo>
                <a:lnTo>
                  <a:pt x="4667497" y="102708"/>
                </a:lnTo>
                <a:lnTo>
                  <a:pt x="4667513" y="102590"/>
                </a:lnTo>
                <a:lnTo>
                  <a:pt x="4667527" y="102467"/>
                </a:lnTo>
                <a:lnTo>
                  <a:pt x="4667541" y="102339"/>
                </a:lnTo>
                <a:lnTo>
                  <a:pt x="4667554" y="102207"/>
                </a:lnTo>
                <a:lnTo>
                  <a:pt x="4667567" y="102070"/>
                </a:lnTo>
                <a:lnTo>
                  <a:pt x="4667579" y="101928"/>
                </a:lnTo>
                <a:lnTo>
                  <a:pt x="4667591" y="101782"/>
                </a:lnTo>
                <a:lnTo>
                  <a:pt x="4667602" y="101631"/>
                </a:lnTo>
                <a:lnTo>
                  <a:pt x="4667612" y="101475"/>
                </a:lnTo>
                <a:lnTo>
                  <a:pt x="4667622" y="101315"/>
                </a:lnTo>
                <a:lnTo>
                  <a:pt x="4667631" y="101150"/>
                </a:lnTo>
                <a:lnTo>
                  <a:pt x="4667640" y="100980"/>
                </a:lnTo>
                <a:lnTo>
                  <a:pt x="4667648" y="100806"/>
                </a:lnTo>
                <a:lnTo>
                  <a:pt x="4667655" y="100626"/>
                </a:lnTo>
                <a:lnTo>
                  <a:pt x="4667662" y="100443"/>
                </a:lnTo>
                <a:lnTo>
                  <a:pt x="4667668" y="100254"/>
                </a:lnTo>
                <a:lnTo>
                  <a:pt x="4667674" y="100061"/>
                </a:lnTo>
                <a:lnTo>
                  <a:pt x="4667679" y="99863"/>
                </a:lnTo>
                <a:lnTo>
                  <a:pt x="4667684" y="99664"/>
                </a:lnTo>
                <a:lnTo>
                  <a:pt x="4667688" y="99467"/>
                </a:lnTo>
                <a:lnTo>
                  <a:pt x="4667692" y="99272"/>
                </a:lnTo>
                <a:lnTo>
                  <a:pt x="4667697" y="99079"/>
                </a:lnTo>
                <a:lnTo>
                  <a:pt x="4667700" y="98889"/>
                </a:lnTo>
                <a:lnTo>
                  <a:pt x="4667704" y="98701"/>
                </a:lnTo>
                <a:lnTo>
                  <a:pt x="4667708" y="98515"/>
                </a:lnTo>
                <a:lnTo>
                  <a:pt x="4667711" y="98331"/>
                </a:lnTo>
                <a:lnTo>
                  <a:pt x="4667714" y="98150"/>
                </a:lnTo>
                <a:lnTo>
                  <a:pt x="4667717" y="97971"/>
                </a:lnTo>
                <a:lnTo>
                  <a:pt x="4667719" y="97794"/>
                </a:lnTo>
                <a:lnTo>
                  <a:pt x="4667722" y="97619"/>
                </a:lnTo>
                <a:lnTo>
                  <a:pt x="4667724" y="97446"/>
                </a:lnTo>
                <a:lnTo>
                  <a:pt x="4667726" y="97276"/>
                </a:lnTo>
                <a:lnTo>
                  <a:pt x="4667728" y="97108"/>
                </a:lnTo>
                <a:lnTo>
                  <a:pt x="4667730" y="96943"/>
                </a:lnTo>
                <a:lnTo>
                  <a:pt x="4667731" y="96779"/>
                </a:lnTo>
                <a:lnTo>
                  <a:pt x="4667733" y="96618"/>
                </a:lnTo>
                <a:lnTo>
                  <a:pt x="4667734" y="96459"/>
                </a:lnTo>
                <a:lnTo>
                  <a:pt x="4667735" y="96302"/>
                </a:lnTo>
                <a:lnTo>
                  <a:pt x="4667735" y="96147"/>
                </a:lnTo>
                <a:lnTo>
                  <a:pt x="4667736" y="95995"/>
                </a:lnTo>
                <a:lnTo>
                  <a:pt x="4667736" y="95845"/>
                </a:lnTo>
                <a:lnTo>
                  <a:pt x="4667736" y="95697"/>
                </a:lnTo>
                <a:lnTo>
                  <a:pt x="4667715" y="93520"/>
                </a:lnTo>
                <a:lnTo>
                  <a:pt x="4667650" y="91385"/>
                </a:lnTo>
                <a:lnTo>
                  <a:pt x="4667542" y="89293"/>
                </a:lnTo>
                <a:lnTo>
                  <a:pt x="4667391" y="87244"/>
                </a:lnTo>
                <a:lnTo>
                  <a:pt x="4667197" y="85238"/>
                </a:lnTo>
                <a:lnTo>
                  <a:pt x="4666959" y="83274"/>
                </a:lnTo>
                <a:lnTo>
                  <a:pt x="4666679" y="81353"/>
                </a:lnTo>
                <a:lnTo>
                  <a:pt x="4666355" y="79475"/>
                </a:lnTo>
                <a:lnTo>
                  <a:pt x="4665988" y="77640"/>
                </a:lnTo>
                <a:lnTo>
                  <a:pt x="4665578" y="75847"/>
                </a:lnTo>
                <a:lnTo>
                  <a:pt x="4665125" y="74097"/>
                </a:lnTo>
                <a:lnTo>
                  <a:pt x="4664629" y="72390"/>
                </a:lnTo>
                <a:lnTo>
                  <a:pt x="4664089" y="70726"/>
                </a:lnTo>
                <a:lnTo>
                  <a:pt x="4663506" y="69105"/>
                </a:lnTo>
                <a:lnTo>
                  <a:pt x="4662881" y="67526"/>
                </a:lnTo>
                <a:lnTo>
                  <a:pt x="4662212" y="65990"/>
                </a:lnTo>
                <a:lnTo>
                  <a:pt x="4661499" y="64497"/>
                </a:lnTo>
                <a:lnTo>
                  <a:pt x="4660744" y="63046"/>
                </a:lnTo>
                <a:lnTo>
                  <a:pt x="4659946" y="61638"/>
                </a:lnTo>
                <a:lnTo>
                  <a:pt x="4659104" y="60274"/>
                </a:lnTo>
                <a:lnTo>
                  <a:pt x="4658219" y="58951"/>
                </a:lnTo>
                <a:lnTo>
                  <a:pt x="4657291" y="57672"/>
                </a:lnTo>
                <a:lnTo>
                  <a:pt x="4656320" y="56435"/>
                </a:lnTo>
                <a:lnTo>
                  <a:pt x="4655306" y="55242"/>
                </a:lnTo>
                <a:lnTo>
                  <a:pt x="4654253" y="54093"/>
                </a:lnTo>
                <a:lnTo>
                  <a:pt x="4653168" y="52994"/>
                </a:lnTo>
                <a:lnTo>
                  <a:pt x="4652049" y="51943"/>
                </a:lnTo>
                <a:lnTo>
                  <a:pt x="4650896" y="50941"/>
                </a:lnTo>
                <a:lnTo>
                  <a:pt x="4649711" y="49989"/>
                </a:lnTo>
                <a:lnTo>
                  <a:pt x="4648492" y="49085"/>
                </a:lnTo>
                <a:lnTo>
                  <a:pt x="4647240" y="48229"/>
                </a:lnTo>
                <a:lnTo>
                  <a:pt x="4645955" y="47423"/>
                </a:lnTo>
                <a:lnTo>
                  <a:pt x="4644636" y="46666"/>
                </a:lnTo>
                <a:lnTo>
                  <a:pt x="4643284" y="45957"/>
                </a:lnTo>
                <a:lnTo>
                  <a:pt x="4641899" y="45297"/>
                </a:lnTo>
                <a:lnTo>
                  <a:pt x="4640481" y="44687"/>
                </a:lnTo>
                <a:lnTo>
                  <a:pt x="4639029" y="44125"/>
                </a:lnTo>
                <a:lnTo>
                  <a:pt x="4637544" y="43612"/>
                </a:lnTo>
                <a:lnTo>
                  <a:pt x="4636026" y="43147"/>
                </a:lnTo>
                <a:lnTo>
                  <a:pt x="4634475" y="42732"/>
                </a:lnTo>
                <a:lnTo>
                  <a:pt x="4632890" y="42366"/>
                </a:lnTo>
                <a:lnTo>
                  <a:pt x="4631272" y="42048"/>
                </a:lnTo>
                <a:lnTo>
                  <a:pt x="4629621" y="41779"/>
                </a:lnTo>
                <a:lnTo>
                  <a:pt x="4627936" y="41559"/>
                </a:lnTo>
                <a:lnTo>
                  <a:pt x="4626219" y="41388"/>
                </a:lnTo>
                <a:lnTo>
                  <a:pt x="4624468" y="41266"/>
                </a:lnTo>
                <a:lnTo>
                  <a:pt x="4622683" y="41193"/>
                </a:lnTo>
                <a:lnTo>
                  <a:pt x="4620866" y="41168"/>
                </a:lnTo>
                <a:lnTo>
                  <a:pt x="4619507" y="41181"/>
                </a:lnTo>
                <a:lnTo>
                  <a:pt x="4618167" y="41221"/>
                </a:lnTo>
                <a:lnTo>
                  <a:pt x="4616847" y="41286"/>
                </a:lnTo>
                <a:lnTo>
                  <a:pt x="4615546" y="41377"/>
                </a:lnTo>
                <a:lnTo>
                  <a:pt x="4614263" y="41495"/>
                </a:lnTo>
                <a:lnTo>
                  <a:pt x="4613001" y="41638"/>
                </a:lnTo>
                <a:lnTo>
                  <a:pt x="4611757" y="41808"/>
                </a:lnTo>
                <a:lnTo>
                  <a:pt x="4610533" y="42003"/>
                </a:lnTo>
                <a:lnTo>
                  <a:pt x="4609327" y="42225"/>
                </a:lnTo>
                <a:lnTo>
                  <a:pt x="4608141" y="42473"/>
                </a:lnTo>
                <a:lnTo>
                  <a:pt x="4606974" y="42747"/>
                </a:lnTo>
                <a:lnTo>
                  <a:pt x="4605827" y="43047"/>
                </a:lnTo>
                <a:lnTo>
                  <a:pt x="4604698" y="43374"/>
                </a:lnTo>
                <a:lnTo>
                  <a:pt x="4603589" y="43726"/>
                </a:lnTo>
                <a:lnTo>
                  <a:pt x="4602499" y="44104"/>
                </a:lnTo>
                <a:lnTo>
                  <a:pt x="4601428" y="44509"/>
                </a:lnTo>
                <a:lnTo>
                  <a:pt x="4600377" y="44939"/>
                </a:lnTo>
                <a:lnTo>
                  <a:pt x="4599344" y="45396"/>
                </a:lnTo>
                <a:lnTo>
                  <a:pt x="4598331" y="45879"/>
                </a:lnTo>
                <a:lnTo>
                  <a:pt x="4597337" y="46388"/>
                </a:lnTo>
                <a:lnTo>
                  <a:pt x="4596362" y="46923"/>
                </a:lnTo>
                <a:lnTo>
                  <a:pt x="4595407" y="47484"/>
                </a:lnTo>
                <a:lnTo>
                  <a:pt x="4594470" y="48071"/>
                </a:lnTo>
                <a:lnTo>
                  <a:pt x="4593553" y="48684"/>
                </a:lnTo>
                <a:lnTo>
                  <a:pt x="4592655" y="49321"/>
                </a:lnTo>
                <a:lnTo>
                  <a:pt x="4591777" y="49977"/>
                </a:lnTo>
                <a:lnTo>
                  <a:pt x="4590917" y="50654"/>
                </a:lnTo>
                <a:lnTo>
                  <a:pt x="4590077" y="51351"/>
                </a:lnTo>
                <a:lnTo>
                  <a:pt x="4589255" y="52068"/>
                </a:lnTo>
                <a:lnTo>
                  <a:pt x="4588454" y="52806"/>
                </a:lnTo>
                <a:lnTo>
                  <a:pt x="4587671" y="53563"/>
                </a:lnTo>
                <a:lnTo>
                  <a:pt x="4586907" y="54341"/>
                </a:lnTo>
                <a:lnTo>
                  <a:pt x="4586163" y="55139"/>
                </a:lnTo>
                <a:lnTo>
                  <a:pt x="4585438" y="55957"/>
                </a:lnTo>
                <a:lnTo>
                  <a:pt x="4584732" y="56795"/>
                </a:lnTo>
                <a:lnTo>
                  <a:pt x="4584045" y="57653"/>
                </a:lnTo>
                <a:lnTo>
                  <a:pt x="4583378" y="58532"/>
                </a:lnTo>
                <a:lnTo>
                  <a:pt x="4582729" y="59431"/>
                </a:lnTo>
                <a:lnTo>
                  <a:pt x="4582100" y="60350"/>
                </a:lnTo>
                <a:lnTo>
                  <a:pt x="4581490" y="61289"/>
                </a:lnTo>
                <a:lnTo>
                  <a:pt x="4580900" y="62248"/>
                </a:lnTo>
                <a:lnTo>
                  <a:pt x="4580328" y="63228"/>
                </a:lnTo>
                <a:lnTo>
                  <a:pt x="4579776" y="64227"/>
                </a:lnTo>
                <a:lnTo>
                  <a:pt x="4579243" y="65247"/>
                </a:lnTo>
                <a:lnTo>
                  <a:pt x="4578729" y="66287"/>
                </a:lnTo>
                <a:lnTo>
                  <a:pt x="4578234" y="67348"/>
                </a:lnTo>
                <a:lnTo>
                  <a:pt x="4577759" y="68428"/>
                </a:lnTo>
                <a:lnTo>
                  <a:pt x="4577303" y="69529"/>
                </a:lnTo>
                <a:lnTo>
                  <a:pt x="4576865" y="70647"/>
                </a:lnTo>
                <a:lnTo>
                  <a:pt x="4576447" y="71779"/>
                </a:lnTo>
                <a:lnTo>
                  <a:pt x="4576046" y="72926"/>
                </a:lnTo>
                <a:lnTo>
                  <a:pt x="4575665" y="74087"/>
                </a:lnTo>
                <a:lnTo>
                  <a:pt x="4575302" y="75263"/>
                </a:lnTo>
                <a:lnTo>
                  <a:pt x="4574958" y="76453"/>
                </a:lnTo>
                <a:lnTo>
                  <a:pt x="4574632" y="77658"/>
                </a:lnTo>
                <a:lnTo>
                  <a:pt x="4574325" y="78878"/>
                </a:lnTo>
                <a:lnTo>
                  <a:pt x="4574036" y="80111"/>
                </a:lnTo>
                <a:lnTo>
                  <a:pt x="4573767" y="81360"/>
                </a:lnTo>
                <a:lnTo>
                  <a:pt x="4573515" y="82622"/>
                </a:lnTo>
                <a:lnTo>
                  <a:pt x="4573283" y="83899"/>
                </a:lnTo>
                <a:lnTo>
                  <a:pt x="4573069" y="85191"/>
                </a:lnTo>
                <a:lnTo>
                  <a:pt x="4572873" y="86497"/>
                </a:lnTo>
                <a:lnTo>
                  <a:pt x="4572696" y="87818"/>
                </a:lnTo>
                <a:lnTo>
                  <a:pt x="4572538" y="89153"/>
                </a:lnTo>
                <a:lnTo>
                  <a:pt x="4572399" y="90503"/>
                </a:lnTo>
                <a:lnTo>
                  <a:pt x="4572278" y="91867"/>
                </a:lnTo>
                <a:lnTo>
                  <a:pt x="4572175" y="93245"/>
                </a:lnTo>
                <a:lnTo>
                  <a:pt x="4572092" y="94638"/>
                </a:lnTo>
                <a:lnTo>
                  <a:pt x="4572026" y="96046"/>
                </a:lnTo>
                <a:lnTo>
                  <a:pt x="4571980" y="97468"/>
                </a:lnTo>
                <a:lnTo>
                  <a:pt x="4571952" y="98904"/>
                </a:lnTo>
                <a:lnTo>
                  <a:pt x="4571943" y="100355"/>
                </a:lnTo>
                <a:lnTo>
                  <a:pt x="4571952" y="101749"/>
                </a:lnTo>
                <a:lnTo>
                  <a:pt x="4571981" y="103130"/>
                </a:lnTo>
                <a:lnTo>
                  <a:pt x="4572029" y="104501"/>
                </a:lnTo>
                <a:lnTo>
                  <a:pt x="4572096" y="105859"/>
                </a:lnTo>
                <a:lnTo>
                  <a:pt x="4572183" y="107207"/>
                </a:lnTo>
                <a:lnTo>
                  <a:pt x="4572288" y="108542"/>
                </a:lnTo>
                <a:lnTo>
                  <a:pt x="4572413" y="109866"/>
                </a:lnTo>
                <a:lnTo>
                  <a:pt x="4572557" y="111178"/>
                </a:lnTo>
                <a:lnTo>
                  <a:pt x="4572721" y="112479"/>
                </a:lnTo>
                <a:lnTo>
                  <a:pt x="4572903" y="113768"/>
                </a:lnTo>
                <a:lnTo>
                  <a:pt x="4573105" y="115045"/>
                </a:lnTo>
                <a:lnTo>
                  <a:pt x="4573325" y="116311"/>
                </a:lnTo>
                <a:lnTo>
                  <a:pt x="4573566" y="117565"/>
                </a:lnTo>
                <a:lnTo>
                  <a:pt x="4573825" y="118807"/>
                </a:lnTo>
                <a:lnTo>
                  <a:pt x="4574103" y="120038"/>
                </a:lnTo>
                <a:lnTo>
                  <a:pt x="4574401" y="121258"/>
                </a:lnTo>
                <a:lnTo>
                  <a:pt x="4574718" y="122465"/>
                </a:lnTo>
                <a:lnTo>
                  <a:pt x="4575054" y="123661"/>
                </a:lnTo>
                <a:lnTo>
                  <a:pt x="4575409" y="124846"/>
                </a:lnTo>
                <a:lnTo>
                  <a:pt x="4575784" y="126018"/>
                </a:lnTo>
                <a:lnTo>
                  <a:pt x="4576177" y="127180"/>
                </a:lnTo>
                <a:lnTo>
                  <a:pt x="4576590" y="128329"/>
                </a:lnTo>
                <a:lnTo>
                  <a:pt x="4577022" y="129467"/>
                </a:lnTo>
                <a:lnTo>
                  <a:pt x="4577474" y="130593"/>
                </a:lnTo>
                <a:lnTo>
                  <a:pt x="4577945" y="131704"/>
                </a:lnTo>
                <a:lnTo>
                  <a:pt x="4578435" y="132795"/>
                </a:lnTo>
                <a:lnTo>
                  <a:pt x="4578946" y="133866"/>
                </a:lnTo>
                <a:lnTo>
                  <a:pt x="4579477" y="134918"/>
                </a:lnTo>
                <a:lnTo>
                  <a:pt x="4580028" y="135950"/>
                </a:lnTo>
                <a:lnTo>
                  <a:pt x="4580599" y="136963"/>
                </a:lnTo>
                <a:lnTo>
                  <a:pt x="4581190" y="137956"/>
                </a:lnTo>
                <a:lnTo>
                  <a:pt x="4581801" y="138929"/>
                </a:lnTo>
                <a:lnTo>
                  <a:pt x="4582432" y="139883"/>
                </a:lnTo>
                <a:lnTo>
                  <a:pt x="4583083" y="140818"/>
                </a:lnTo>
                <a:lnTo>
                  <a:pt x="4583753" y="141733"/>
                </a:lnTo>
                <a:lnTo>
                  <a:pt x="4584444" y="142628"/>
                </a:lnTo>
                <a:lnTo>
                  <a:pt x="4585155" y="143504"/>
                </a:lnTo>
                <a:lnTo>
                  <a:pt x="4585886" y="144360"/>
                </a:lnTo>
                <a:lnTo>
                  <a:pt x="4586637" y="145197"/>
                </a:lnTo>
                <a:lnTo>
                  <a:pt x="4587408" y="146014"/>
                </a:lnTo>
                <a:lnTo>
                  <a:pt x="4588199" y="146812"/>
                </a:lnTo>
                <a:lnTo>
                  <a:pt x="4589009" y="147590"/>
                </a:lnTo>
                <a:lnTo>
                  <a:pt x="4589840" y="148348"/>
                </a:lnTo>
                <a:lnTo>
                  <a:pt x="4590691" y="149087"/>
                </a:lnTo>
                <a:lnTo>
                  <a:pt x="4591562" y="149807"/>
                </a:lnTo>
                <a:lnTo>
                  <a:pt x="4592453" y="150506"/>
                </a:lnTo>
                <a:lnTo>
                  <a:pt x="4593364" y="151187"/>
                </a:lnTo>
                <a:lnTo>
                  <a:pt x="4594295" y="151848"/>
                </a:lnTo>
                <a:lnTo>
                  <a:pt x="4595246" y="152485"/>
                </a:lnTo>
                <a:lnTo>
                  <a:pt x="4596218" y="153095"/>
                </a:lnTo>
                <a:lnTo>
                  <a:pt x="4597211" y="153678"/>
                </a:lnTo>
                <a:lnTo>
                  <a:pt x="4598226" y="154233"/>
                </a:lnTo>
                <a:lnTo>
                  <a:pt x="4599261" y="154762"/>
                </a:lnTo>
                <a:lnTo>
                  <a:pt x="4600317" y="155264"/>
                </a:lnTo>
                <a:lnTo>
                  <a:pt x="4601394" y="155738"/>
                </a:lnTo>
                <a:lnTo>
                  <a:pt x="4602493" y="156185"/>
                </a:lnTo>
                <a:lnTo>
                  <a:pt x="4603612" y="156606"/>
                </a:lnTo>
                <a:lnTo>
                  <a:pt x="4604752" y="156999"/>
                </a:lnTo>
                <a:lnTo>
                  <a:pt x="4605913" y="157365"/>
                </a:lnTo>
                <a:lnTo>
                  <a:pt x="4607095" y="157704"/>
                </a:lnTo>
                <a:lnTo>
                  <a:pt x="4608299" y="158015"/>
                </a:lnTo>
                <a:lnTo>
                  <a:pt x="4609523" y="158300"/>
                </a:lnTo>
                <a:lnTo>
                  <a:pt x="4610768" y="158558"/>
                </a:lnTo>
                <a:lnTo>
                  <a:pt x="4612034" y="158788"/>
                </a:lnTo>
                <a:lnTo>
                  <a:pt x="4613321" y="158991"/>
                </a:lnTo>
                <a:lnTo>
                  <a:pt x="4614629" y="159168"/>
                </a:lnTo>
                <a:lnTo>
                  <a:pt x="4615958" y="159317"/>
                </a:lnTo>
                <a:lnTo>
                  <a:pt x="4617308" y="159439"/>
                </a:lnTo>
                <a:lnTo>
                  <a:pt x="4618679" y="159534"/>
                </a:lnTo>
                <a:lnTo>
                  <a:pt x="4620071" y="159601"/>
                </a:lnTo>
                <a:lnTo>
                  <a:pt x="4621484" y="159642"/>
                </a:lnTo>
                <a:lnTo>
                  <a:pt x="4622919" y="159656"/>
                </a:lnTo>
                <a:lnTo>
                  <a:pt x="4624052" y="159647"/>
                </a:lnTo>
                <a:lnTo>
                  <a:pt x="4625173" y="159623"/>
                </a:lnTo>
                <a:lnTo>
                  <a:pt x="4626281" y="159581"/>
                </a:lnTo>
                <a:lnTo>
                  <a:pt x="4627376" y="159523"/>
                </a:lnTo>
                <a:lnTo>
                  <a:pt x="4628457" y="159449"/>
                </a:lnTo>
                <a:lnTo>
                  <a:pt x="4629526" y="159358"/>
                </a:lnTo>
                <a:close/>
                <a:moveTo>
                  <a:pt x="4592281" y="81669"/>
                </a:moveTo>
                <a:lnTo>
                  <a:pt x="4592533" y="80475"/>
                </a:lnTo>
                <a:lnTo>
                  <a:pt x="4592806" y="79308"/>
                </a:lnTo>
                <a:lnTo>
                  <a:pt x="4593100" y="78169"/>
                </a:lnTo>
                <a:lnTo>
                  <a:pt x="4593415" y="77056"/>
                </a:lnTo>
                <a:lnTo>
                  <a:pt x="4593752" y="75972"/>
                </a:lnTo>
                <a:lnTo>
                  <a:pt x="4594109" y="74914"/>
                </a:lnTo>
                <a:lnTo>
                  <a:pt x="4594488" y="73884"/>
                </a:lnTo>
                <a:lnTo>
                  <a:pt x="4594888" y="72882"/>
                </a:lnTo>
                <a:lnTo>
                  <a:pt x="4595309" y="71906"/>
                </a:lnTo>
                <a:lnTo>
                  <a:pt x="4595752" y="70958"/>
                </a:lnTo>
                <a:lnTo>
                  <a:pt x="4596215" y="70037"/>
                </a:lnTo>
                <a:lnTo>
                  <a:pt x="4596700" y="69144"/>
                </a:lnTo>
                <a:lnTo>
                  <a:pt x="4597206" y="68278"/>
                </a:lnTo>
                <a:lnTo>
                  <a:pt x="4597733" y="67439"/>
                </a:lnTo>
                <a:lnTo>
                  <a:pt x="4598281" y="66628"/>
                </a:lnTo>
                <a:lnTo>
                  <a:pt x="4598851" y="65844"/>
                </a:lnTo>
                <a:lnTo>
                  <a:pt x="4599442" y="65087"/>
                </a:lnTo>
                <a:lnTo>
                  <a:pt x="4600054" y="64358"/>
                </a:lnTo>
                <a:lnTo>
                  <a:pt x="4600686" y="63657"/>
                </a:lnTo>
                <a:lnTo>
                  <a:pt x="4601339" y="62985"/>
                </a:lnTo>
                <a:lnTo>
                  <a:pt x="4602013" y="62344"/>
                </a:lnTo>
                <a:lnTo>
                  <a:pt x="4602707" y="61732"/>
                </a:lnTo>
                <a:lnTo>
                  <a:pt x="4603421" y="61150"/>
                </a:lnTo>
                <a:lnTo>
                  <a:pt x="4604155" y="60599"/>
                </a:lnTo>
                <a:lnTo>
                  <a:pt x="4604910" y="60076"/>
                </a:lnTo>
                <a:lnTo>
                  <a:pt x="4605686" y="59584"/>
                </a:lnTo>
                <a:lnTo>
                  <a:pt x="4606482" y="59122"/>
                </a:lnTo>
                <a:lnTo>
                  <a:pt x="4607298" y="58689"/>
                </a:lnTo>
                <a:lnTo>
                  <a:pt x="4608134" y="58286"/>
                </a:lnTo>
                <a:lnTo>
                  <a:pt x="4608991" y="57913"/>
                </a:lnTo>
                <a:lnTo>
                  <a:pt x="4609869" y="57570"/>
                </a:lnTo>
                <a:lnTo>
                  <a:pt x="4610767" y="57257"/>
                </a:lnTo>
                <a:lnTo>
                  <a:pt x="4611685" y="56974"/>
                </a:lnTo>
                <a:lnTo>
                  <a:pt x="4612623" y="56720"/>
                </a:lnTo>
                <a:lnTo>
                  <a:pt x="4613582" y="56496"/>
                </a:lnTo>
                <a:lnTo>
                  <a:pt x="4614562" y="56302"/>
                </a:lnTo>
                <a:lnTo>
                  <a:pt x="4615561" y="56138"/>
                </a:lnTo>
                <a:lnTo>
                  <a:pt x="4616581" y="56004"/>
                </a:lnTo>
                <a:lnTo>
                  <a:pt x="4617622" y="55900"/>
                </a:lnTo>
                <a:lnTo>
                  <a:pt x="4618683" y="55825"/>
                </a:lnTo>
                <a:lnTo>
                  <a:pt x="4619764" y="55780"/>
                </a:lnTo>
                <a:lnTo>
                  <a:pt x="4620866" y="55765"/>
                </a:lnTo>
                <a:lnTo>
                  <a:pt x="4621949" y="55780"/>
                </a:lnTo>
                <a:lnTo>
                  <a:pt x="4623011" y="55826"/>
                </a:lnTo>
                <a:lnTo>
                  <a:pt x="4624054" y="55901"/>
                </a:lnTo>
                <a:lnTo>
                  <a:pt x="4625076" y="56006"/>
                </a:lnTo>
                <a:lnTo>
                  <a:pt x="4626078" y="56141"/>
                </a:lnTo>
                <a:lnTo>
                  <a:pt x="4627060" y="56306"/>
                </a:lnTo>
                <a:lnTo>
                  <a:pt x="4628021" y="56502"/>
                </a:lnTo>
                <a:lnTo>
                  <a:pt x="4628963" y="56727"/>
                </a:lnTo>
                <a:lnTo>
                  <a:pt x="4629884" y="56982"/>
                </a:lnTo>
                <a:lnTo>
                  <a:pt x="4630785" y="57268"/>
                </a:lnTo>
                <a:lnTo>
                  <a:pt x="4631666" y="57583"/>
                </a:lnTo>
                <a:lnTo>
                  <a:pt x="4632526" y="57929"/>
                </a:lnTo>
                <a:lnTo>
                  <a:pt x="4633367" y="58304"/>
                </a:lnTo>
                <a:lnTo>
                  <a:pt x="4634187" y="58710"/>
                </a:lnTo>
                <a:lnTo>
                  <a:pt x="4634987" y="59145"/>
                </a:lnTo>
                <a:lnTo>
                  <a:pt x="4635767" y="59611"/>
                </a:lnTo>
                <a:lnTo>
                  <a:pt x="4636527" y="60107"/>
                </a:lnTo>
                <a:lnTo>
                  <a:pt x="4637266" y="60633"/>
                </a:lnTo>
                <a:lnTo>
                  <a:pt x="4637985" y="61188"/>
                </a:lnTo>
                <a:lnTo>
                  <a:pt x="4638685" y="61774"/>
                </a:lnTo>
                <a:lnTo>
                  <a:pt x="4639363" y="62390"/>
                </a:lnTo>
                <a:lnTo>
                  <a:pt x="4640022" y="63036"/>
                </a:lnTo>
                <a:lnTo>
                  <a:pt x="4640661" y="63712"/>
                </a:lnTo>
                <a:lnTo>
                  <a:pt x="4641279" y="64418"/>
                </a:lnTo>
                <a:lnTo>
                  <a:pt x="4641875" y="65152"/>
                </a:lnTo>
                <a:lnTo>
                  <a:pt x="4642447" y="65913"/>
                </a:lnTo>
                <a:lnTo>
                  <a:pt x="4642995" y="66701"/>
                </a:lnTo>
                <a:lnTo>
                  <a:pt x="4643519" y="67515"/>
                </a:lnTo>
                <a:lnTo>
                  <a:pt x="4644018" y="68356"/>
                </a:lnTo>
                <a:lnTo>
                  <a:pt x="4644493" y="69223"/>
                </a:lnTo>
                <a:lnTo>
                  <a:pt x="4644945" y="70118"/>
                </a:lnTo>
                <a:lnTo>
                  <a:pt x="4645372" y="71039"/>
                </a:lnTo>
                <a:lnTo>
                  <a:pt x="4645775" y="71987"/>
                </a:lnTo>
                <a:lnTo>
                  <a:pt x="4646153" y="72961"/>
                </a:lnTo>
                <a:lnTo>
                  <a:pt x="4646508" y="73962"/>
                </a:lnTo>
                <a:lnTo>
                  <a:pt x="4646838" y="74990"/>
                </a:lnTo>
                <a:lnTo>
                  <a:pt x="4647145" y="76045"/>
                </a:lnTo>
                <a:lnTo>
                  <a:pt x="4647427" y="77126"/>
                </a:lnTo>
                <a:lnTo>
                  <a:pt x="4647685" y="78234"/>
                </a:lnTo>
                <a:lnTo>
                  <a:pt x="4647919" y="79369"/>
                </a:lnTo>
                <a:lnTo>
                  <a:pt x="4648128" y="80530"/>
                </a:lnTo>
                <a:lnTo>
                  <a:pt x="4648314" y="81718"/>
                </a:lnTo>
                <a:lnTo>
                  <a:pt x="4648475" y="82933"/>
                </a:lnTo>
                <a:lnTo>
                  <a:pt x="4648612" y="84174"/>
                </a:lnTo>
                <a:lnTo>
                  <a:pt x="4648725" y="85442"/>
                </a:lnTo>
                <a:lnTo>
                  <a:pt x="4648814" y="86737"/>
                </a:lnTo>
                <a:lnTo>
                  <a:pt x="4648879" y="88059"/>
                </a:lnTo>
                <a:lnTo>
                  <a:pt x="4648920" y="89407"/>
                </a:lnTo>
                <a:lnTo>
                  <a:pt x="4591215" y="89407"/>
                </a:lnTo>
                <a:lnTo>
                  <a:pt x="4591340" y="88049"/>
                </a:lnTo>
                <a:lnTo>
                  <a:pt x="4591486" y="86718"/>
                </a:lnTo>
                <a:lnTo>
                  <a:pt x="4591653" y="85415"/>
                </a:lnTo>
                <a:lnTo>
                  <a:pt x="4591841" y="84139"/>
                </a:lnTo>
                <a:lnTo>
                  <a:pt x="4592050" y="82890"/>
                </a:lnTo>
                <a:lnTo>
                  <a:pt x="4592281" y="81669"/>
                </a:lnTo>
                <a:close/>
                <a:moveTo>
                  <a:pt x="6301157" y="21928"/>
                </a:moveTo>
                <a:lnTo>
                  <a:pt x="6301558" y="21857"/>
                </a:lnTo>
                <a:lnTo>
                  <a:pt x="6301951" y="21775"/>
                </a:lnTo>
                <a:lnTo>
                  <a:pt x="6302337" y="21683"/>
                </a:lnTo>
                <a:lnTo>
                  <a:pt x="6302716" y="21579"/>
                </a:lnTo>
                <a:lnTo>
                  <a:pt x="6303088" y="21465"/>
                </a:lnTo>
                <a:lnTo>
                  <a:pt x="6303452" y="21340"/>
                </a:lnTo>
                <a:lnTo>
                  <a:pt x="6303810" y="21204"/>
                </a:lnTo>
                <a:lnTo>
                  <a:pt x="6304160" y="21057"/>
                </a:lnTo>
                <a:lnTo>
                  <a:pt x="6304504" y="20899"/>
                </a:lnTo>
                <a:lnTo>
                  <a:pt x="6304840" y="20730"/>
                </a:lnTo>
                <a:lnTo>
                  <a:pt x="6305169" y="20550"/>
                </a:lnTo>
                <a:lnTo>
                  <a:pt x="6305491" y="20360"/>
                </a:lnTo>
                <a:lnTo>
                  <a:pt x="6305806" y="20158"/>
                </a:lnTo>
                <a:lnTo>
                  <a:pt x="6306113" y="19946"/>
                </a:lnTo>
                <a:lnTo>
                  <a:pt x="6306414" y="19723"/>
                </a:lnTo>
                <a:lnTo>
                  <a:pt x="6306707" y="19489"/>
                </a:lnTo>
                <a:lnTo>
                  <a:pt x="6306993" y="19244"/>
                </a:lnTo>
                <a:lnTo>
                  <a:pt x="6307273" y="18988"/>
                </a:lnTo>
                <a:lnTo>
                  <a:pt x="6307542" y="18723"/>
                </a:lnTo>
                <a:lnTo>
                  <a:pt x="6307801" y="18453"/>
                </a:lnTo>
                <a:lnTo>
                  <a:pt x="6308048" y="18178"/>
                </a:lnTo>
                <a:lnTo>
                  <a:pt x="6308283" y="17896"/>
                </a:lnTo>
                <a:lnTo>
                  <a:pt x="6308507" y="17609"/>
                </a:lnTo>
                <a:lnTo>
                  <a:pt x="6308719" y="17316"/>
                </a:lnTo>
                <a:lnTo>
                  <a:pt x="6308920" y="17018"/>
                </a:lnTo>
                <a:lnTo>
                  <a:pt x="6309110" y="16713"/>
                </a:lnTo>
                <a:lnTo>
                  <a:pt x="6309288" y="16403"/>
                </a:lnTo>
                <a:lnTo>
                  <a:pt x="6309454" y="16087"/>
                </a:lnTo>
                <a:lnTo>
                  <a:pt x="6309609" y="15766"/>
                </a:lnTo>
                <a:lnTo>
                  <a:pt x="6309753" y="15438"/>
                </a:lnTo>
                <a:lnTo>
                  <a:pt x="6309885" y="15105"/>
                </a:lnTo>
                <a:lnTo>
                  <a:pt x="6310006" y="14766"/>
                </a:lnTo>
                <a:lnTo>
                  <a:pt x="6310115" y="14422"/>
                </a:lnTo>
                <a:lnTo>
                  <a:pt x="6310212" y="14071"/>
                </a:lnTo>
                <a:lnTo>
                  <a:pt x="6310298" y="13715"/>
                </a:lnTo>
                <a:lnTo>
                  <a:pt x="6310373" y="13353"/>
                </a:lnTo>
                <a:lnTo>
                  <a:pt x="6310436" y="12986"/>
                </a:lnTo>
                <a:lnTo>
                  <a:pt x="6310488" y="12612"/>
                </a:lnTo>
                <a:lnTo>
                  <a:pt x="6310528" y="12233"/>
                </a:lnTo>
                <a:lnTo>
                  <a:pt x="6310557" y="11849"/>
                </a:lnTo>
                <a:lnTo>
                  <a:pt x="6310574" y="11458"/>
                </a:lnTo>
                <a:lnTo>
                  <a:pt x="6310580" y="11062"/>
                </a:lnTo>
                <a:lnTo>
                  <a:pt x="6310574" y="10666"/>
                </a:lnTo>
                <a:lnTo>
                  <a:pt x="6310557" y="10275"/>
                </a:lnTo>
                <a:lnTo>
                  <a:pt x="6310528" y="9890"/>
                </a:lnTo>
                <a:lnTo>
                  <a:pt x="6310488" y="9511"/>
                </a:lnTo>
                <a:lnTo>
                  <a:pt x="6310436" y="9138"/>
                </a:lnTo>
                <a:lnTo>
                  <a:pt x="6310373" y="8770"/>
                </a:lnTo>
                <a:lnTo>
                  <a:pt x="6310298" y="8409"/>
                </a:lnTo>
                <a:lnTo>
                  <a:pt x="6310212" y="8052"/>
                </a:lnTo>
                <a:lnTo>
                  <a:pt x="6310115" y="7702"/>
                </a:lnTo>
                <a:lnTo>
                  <a:pt x="6310006" y="7358"/>
                </a:lnTo>
                <a:lnTo>
                  <a:pt x="6309885" y="7019"/>
                </a:lnTo>
                <a:lnTo>
                  <a:pt x="6309753" y="6686"/>
                </a:lnTo>
                <a:lnTo>
                  <a:pt x="6309609" y="6358"/>
                </a:lnTo>
                <a:lnTo>
                  <a:pt x="6309454" y="6037"/>
                </a:lnTo>
                <a:lnTo>
                  <a:pt x="6309288" y="5721"/>
                </a:lnTo>
                <a:lnTo>
                  <a:pt x="6309110" y="5411"/>
                </a:lnTo>
                <a:lnTo>
                  <a:pt x="6308920" y="5106"/>
                </a:lnTo>
                <a:lnTo>
                  <a:pt x="6308719" y="4807"/>
                </a:lnTo>
                <a:lnTo>
                  <a:pt x="6308507" y="4515"/>
                </a:lnTo>
                <a:lnTo>
                  <a:pt x="6308283" y="4227"/>
                </a:lnTo>
                <a:lnTo>
                  <a:pt x="6308048" y="3946"/>
                </a:lnTo>
                <a:lnTo>
                  <a:pt x="6307801" y="3670"/>
                </a:lnTo>
                <a:lnTo>
                  <a:pt x="6307542" y="3400"/>
                </a:lnTo>
                <a:lnTo>
                  <a:pt x="6307273" y="3136"/>
                </a:lnTo>
                <a:lnTo>
                  <a:pt x="6306993" y="2880"/>
                </a:lnTo>
                <a:lnTo>
                  <a:pt x="6306707" y="2635"/>
                </a:lnTo>
                <a:lnTo>
                  <a:pt x="6306414" y="2401"/>
                </a:lnTo>
                <a:lnTo>
                  <a:pt x="6306113" y="2178"/>
                </a:lnTo>
                <a:lnTo>
                  <a:pt x="6305806" y="1966"/>
                </a:lnTo>
                <a:lnTo>
                  <a:pt x="6305491" y="1764"/>
                </a:lnTo>
                <a:lnTo>
                  <a:pt x="6305169" y="1573"/>
                </a:lnTo>
                <a:lnTo>
                  <a:pt x="6304840" y="1394"/>
                </a:lnTo>
                <a:lnTo>
                  <a:pt x="6304504" y="1225"/>
                </a:lnTo>
                <a:lnTo>
                  <a:pt x="6304160" y="1067"/>
                </a:lnTo>
                <a:lnTo>
                  <a:pt x="6303810" y="920"/>
                </a:lnTo>
                <a:lnTo>
                  <a:pt x="6303452" y="784"/>
                </a:lnTo>
                <a:lnTo>
                  <a:pt x="6303088" y="659"/>
                </a:lnTo>
                <a:lnTo>
                  <a:pt x="6302716" y="544"/>
                </a:lnTo>
                <a:lnTo>
                  <a:pt x="6302337" y="441"/>
                </a:lnTo>
                <a:lnTo>
                  <a:pt x="6301951" y="348"/>
                </a:lnTo>
                <a:lnTo>
                  <a:pt x="6301558" y="267"/>
                </a:lnTo>
                <a:lnTo>
                  <a:pt x="6301157" y="196"/>
                </a:lnTo>
                <a:lnTo>
                  <a:pt x="6300750" y="136"/>
                </a:lnTo>
                <a:lnTo>
                  <a:pt x="6300335" y="87"/>
                </a:lnTo>
                <a:lnTo>
                  <a:pt x="6299913" y="49"/>
                </a:lnTo>
                <a:lnTo>
                  <a:pt x="6299485" y="22"/>
                </a:lnTo>
                <a:lnTo>
                  <a:pt x="6299049" y="5"/>
                </a:lnTo>
                <a:lnTo>
                  <a:pt x="6298606" y="0"/>
                </a:lnTo>
                <a:lnTo>
                  <a:pt x="6298153" y="5"/>
                </a:lnTo>
                <a:lnTo>
                  <a:pt x="6297709" y="22"/>
                </a:lnTo>
                <a:lnTo>
                  <a:pt x="6297273" y="49"/>
                </a:lnTo>
                <a:lnTo>
                  <a:pt x="6296844" y="87"/>
                </a:lnTo>
                <a:lnTo>
                  <a:pt x="6296424" y="136"/>
                </a:lnTo>
                <a:lnTo>
                  <a:pt x="6296011" y="196"/>
                </a:lnTo>
                <a:lnTo>
                  <a:pt x="6295607" y="267"/>
                </a:lnTo>
                <a:lnTo>
                  <a:pt x="6295210" y="348"/>
                </a:lnTo>
                <a:lnTo>
                  <a:pt x="6294821" y="441"/>
                </a:lnTo>
                <a:lnTo>
                  <a:pt x="6294440" y="544"/>
                </a:lnTo>
                <a:lnTo>
                  <a:pt x="6294067" y="659"/>
                </a:lnTo>
                <a:lnTo>
                  <a:pt x="6293702" y="784"/>
                </a:lnTo>
                <a:lnTo>
                  <a:pt x="6293345" y="920"/>
                </a:lnTo>
                <a:lnTo>
                  <a:pt x="6292995" y="1067"/>
                </a:lnTo>
                <a:lnTo>
                  <a:pt x="6292654" y="1225"/>
                </a:lnTo>
                <a:lnTo>
                  <a:pt x="6292321" y="1394"/>
                </a:lnTo>
                <a:lnTo>
                  <a:pt x="6291995" y="1573"/>
                </a:lnTo>
                <a:lnTo>
                  <a:pt x="6291678" y="1764"/>
                </a:lnTo>
                <a:lnTo>
                  <a:pt x="6291368" y="1966"/>
                </a:lnTo>
                <a:lnTo>
                  <a:pt x="6291066" y="2178"/>
                </a:lnTo>
                <a:lnTo>
                  <a:pt x="6290772" y="2401"/>
                </a:lnTo>
                <a:lnTo>
                  <a:pt x="6290487" y="2635"/>
                </a:lnTo>
                <a:lnTo>
                  <a:pt x="6290209" y="2880"/>
                </a:lnTo>
                <a:lnTo>
                  <a:pt x="6289939" y="3136"/>
                </a:lnTo>
                <a:lnTo>
                  <a:pt x="6289678" y="3400"/>
                </a:lnTo>
                <a:lnTo>
                  <a:pt x="6289429" y="3670"/>
                </a:lnTo>
                <a:lnTo>
                  <a:pt x="6289190" y="3946"/>
                </a:lnTo>
                <a:lnTo>
                  <a:pt x="6288963" y="4227"/>
                </a:lnTo>
                <a:lnTo>
                  <a:pt x="6288747" y="4515"/>
                </a:lnTo>
                <a:lnTo>
                  <a:pt x="6288542" y="4807"/>
                </a:lnTo>
                <a:lnTo>
                  <a:pt x="6288348" y="5106"/>
                </a:lnTo>
                <a:lnTo>
                  <a:pt x="6288165" y="5411"/>
                </a:lnTo>
                <a:lnTo>
                  <a:pt x="6287993" y="5721"/>
                </a:lnTo>
                <a:lnTo>
                  <a:pt x="6287832" y="6037"/>
                </a:lnTo>
                <a:lnTo>
                  <a:pt x="6287682" y="6358"/>
                </a:lnTo>
                <a:lnTo>
                  <a:pt x="6287544" y="6686"/>
                </a:lnTo>
                <a:lnTo>
                  <a:pt x="6287416" y="7019"/>
                </a:lnTo>
                <a:lnTo>
                  <a:pt x="6287300" y="7358"/>
                </a:lnTo>
                <a:lnTo>
                  <a:pt x="6287194" y="7702"/>
                </a:lnTo>
                <a:lnTo>
                  <a:pt x="6287100" y="8052"/>
                </a:lnTo>
                <a:lnTo>
                  <a:pt x="6287017" y="8409"/>
                </a:lnTo>
                <a:lnTo>
                  <a:pt x="6286945" y="8770"/>
                </a:lnTo>
                <a:lnTo>
                  <a:pt x="6286884" y="9138"/>
                </a:lnTo>
                <a:lnTo>
                  <a:pt x="6286834" y="9511"/>
                </a:lnTo>
                <a:lnTo>
                  <a:pt x="6286795" y="9890"/>
                </a:lnTo>
                <a:lnTo>
                  <a:pt x="6286768" y="10275"/>
                </a:lnTo>
                <a:lnTo>
                  <a:pt x="6286751" y="10666"/>
                </a:lnTo>
                <a:lnTo>
                  <a:pt x="6286745" y="11062"/>
                </a:lnTo>
                <a:lnTo>
                  <a:pt x="6286751" y="11458"/>
                </a:lnTo>
                <a:lnTo>
                  <a:pt x="6286768" y="11849"/>
                </a:lnTo>
                <a:lnTo>
                  <a:pt x="6286795" y="12233"/>
                </a:lnTo>
                <a:lnTo>
                  <a:pt x="6286834" y="12612"/>
                </a:lnTo>
                <a:lnTo>
                  <a:pt x="6286884" y="12986"/>
                </a:lnTo>
                <a:lnTo>
                  <a:pt x="6286945" y="13353"/>
                </a:lnTo>
                <a:lnTo>
                  <a:pt x="6287017" y="13715"/>
                </a:lnTo>
                <a:lnTo>
                  <a:pt x="6287100" y="14071"/>
                </a:lnTo>
                <a:lnTo>
                  <a:pt x="6287194" y="14422"/>
                </a:lnTo>
                <a:lnTo>
                  <a:pt x="6287300" y="14766"/>
                </a:lnTo>
                <a:lnTo>
                  <a:pt x="6287416" y="15105"/>
                </a:lnTo>
                <a:lnTo>
                  <a:pt x="6287544" y="15438"/>
                </a:lnTo>
                <a:lnTo>
                  <a:pt x="6287682" y="15766"/>
                </a:lnTo>
                <a:lnTo>
                  <a:pt x="6287832" y="16087"/>
                </a:lnTo>
                <a:lnTo>
                  <a:pt x="6287993" y="16403"/>
                </a:lnTo>
                <a:lnTo>
                  <a:pt x="6288165" y="16713"/>
                </a:lnTo>
                <a:lnTo>
                  <a:pt x="6288348" y="17018"/>
                </a:lnTo>
                <a:lnTo>
                  <a:pt x="6288542" y="17316"/>
                </a:lnTo>
                <a:lnTo>
                  <a:pt x="6288747" y="17609"/>
                </a:lnTo>
                <a:lnTo>
                  <a:pt x="6288963" y="17896"/>
                </a:lnTo>
                <a:lnTo>
                  <a:pt x="6289190" y="18178"/>
                </a:lnTo>
                <a:lnTo>
                  <a:pt x="6289429" y="18453"/>
                </a:lnTo>
                <a:lnTo>
                  <a:pt x="6289678" y="18723"/>
                </a:lnTo>
                <a:lnTo>
                  <a:pt x="6289939" y="18988"/>
                </a:lnTo>
                <a:lnTo>
                  <a:pt x="6290209" y="19244"/>
                </a:lnTo>
                <a:lnTo>
                  <a:pt x="6290487" y="19489"/>
                </a:lnTo>
                <a:lnTo>
                  <a:pt x="6290772" y="19723"/>
                </a:lnTo>
                <a:lnTo>
                  <a:pt x="6291066" y="19946"/>
                </a:lnTo>
                <a:lnTo>
                  <a:pt x="6291368" y="20158"/>
                </a:lnTo>
                <a:lnTo>
                  <a:pt x="6291678" y="20360"/>
                </a:lnTo>
                <a:lnTo>
                  <a:pt x="6291995" y="20550"/>
                </a:lnTo>
                <a:lnTo>
                  <a:pt x="6292321" y="20730"/>
                </a:lnTo>
                <a:lnTo>
                  <a:pt x="6292654" y="20899"/>
                </a:lnTo>
                <a:lnTo>
                  <a:pt x="6292995" y="21057"/>
                </a:lnTo>
                <a:lnTo>
                  <a:pt x="6293345" y="21204"/>
                </a:lnTo>
                <a:lnTo>
                  <a:pt x="6293702" y="21340"/>
                </a:lnTo>
                <a:lnTo>
                  <a:pt x="6294067" y="21465"/>
                </a:lnTo>
                <a:lnTo>
                  <a:pt x="6294440" y="21579"/>
                </a:lnTo>
                <a:lnTo>
                  <a:pt x="6294821" y="21683"/>
                </a:lnTo>
                <a:lnTo>
                  <a:pt x="6295210" y="21775"/>
                </a:lnTo>
                <a:lnTo>
                  <a:pt x="6295607" y="21857"/>
                </a:lnTo>
                <a:lnTo>
                  <a:pt x="6296011" y="21928"/>
                </a:lnTo>
                <a:lnTo>
                  <a:pt x="6296424" y="21988"/>
                </a:lnTo>
                <a:lnTo>
                  <a:pt x="6296844" y="22037"/>
                </a:lnTo>
                <a:lnTo>
                  <a:pt x="6297273" y="22075"/>
                </a:lnTo>
                <a:lnTo>
                  <a:pt x="6297709" y="22102"/>
                </a:lnTo>
                <a:lnTo>
                  <a:pt x="6298153" y="22118"/>
                </a:lnTo>
                <a:lnTo>
                  <a:pt x="6298606" y="22124"/>
                </a:lnTo>
                <a:lnTo>
                  <a:pt x="6299049" y="22118"/>
                </a:lnTo>
                <a:lnTo>
                  <a:pt x="6299485" y="22102"/>
                </a:lnTo>
                <a:lnTo>
                  <a:pt x="6299913" y="22075"/>
                </a:lnTo>
                <a:lnTo>
                  <a:pt x="6300335" y="22037"/>
                </a:lnTo>
                <a:lnTo>
                  <a:pt x="6300750" y="21988"/>
                </a:lnTo>
                <a:lnTo>
                  <a:pt x="6301157" y="21928"/>
                </a:lnTo>
                <a:close/>
                <a:moveTo>
                  <a:pt x="6525574" y="50659"/>
                </a:moveTo>
                <a:lnTo>
                  <a:pt x="6525995" y="50288"/>
                </a:lnTo>
                <a:lnTo>
                  <a:pt x="6526424" y="49935"/>
                </a:lnTo>
                <a:lnTo>
                  <a:pt x="6526860" y="49599"/>
                </a:lnTo>
                <a:lnTo>
                  <a:pt x="6527304" y="49281"/>
                </a:lnTo>
                <a:lnTo>
                  <a:pt x="6527755" y="48979"/>
                </a:lnTo>
                <a:lnTo>
                  <a:pt x="6528214" y="48695"/>
                </a:lnTo>
                <a:lnTo>
                  <a:pt x="6528680" y="48428"/>
                </a:lnTo>
                <a:lnTo>
                  <a:pt x="6529154" y="48178"/>
                </a:lnTo>
                <a:lnTo>
                  <a:pt x="6529635" y="47946"/>
                </a:lnTo>
                <a:lnTo>
                  <a:pt x="6530124" y="47730"/>
                </a:lnTo>
                <a:lnTo>
                  <a:pt x="6530620" y="47532"/>
                </a:lnTo>
                <a:lnTo>
                  <a:pt x="6531124" y="47351"/>
                </a:lnTo>
                <a:lnTo>
                  <a:pt x="6531636" y="47188"/>
                </a:lnTo>
                <a:lnTo>
                  <a:pt x="6532154" y="47041"/>
                </a:lnTo>
                <a:lnTo>
                  <a:pt x="6532679" y="46906"/>
                </a:lnTo>
                <a:lnTo>
                  <a:pt x="6533208" y="46777"/>
                </a:lnTo>
                <a:lnTo>
                  <a:pt x="6533742" y="46654"/>
                </a:lnTo>
                <a:lnTo>
                  <a:pt x="6534280" y="46536"/>
                </a:lnTo>
                <a:lnTo>
                  <a:pt x="6534822" y="46424"/>
                </a:lnTo>
                <a:lnTo>
                  <a:pt x="6535369" y="46318"/>
                </a:lnTo>
                <a:lnTo>
                  <a:pt x="6535920" y="46217"/>
                </a:lnTo>
                <a:lnTo>
                  <a:pt x="6536475" y="46123"/>
                </a:lnTo>
                <a:lnTo>
                  <a:pt x="6537035" y="46034"/>
                </a:lnTo>
                <a:lnTo>
                  <a:pt x="6537599" y="45951"/>
                </a:lnTo>
                <a:lnTo>
                  <a:pt x="6538167" y="45873"/>
                </a:lnTo>
                <a:lnTo>
                  <a:pt x="6538740" y="45801"/>
                </a:lnTo>
                <a:lnTo>
                  <a:pt x="6539317" y="45735"/>
                </a:lnTo>
                <a:lnTo>
                  <a:pt x="6539899" y="45675"/>
                </a:lnTo>
                <a:lnTo>
                  <a:pt x="6540485" y="45620"/>
                </a:lnTo>
                <a:lnTo>
                  <a:pt x="6541075" y="45572"/>
                </a:lnTo>
                <a:lnTo>
                  <a:pt x="6541669" y="45528"/>
                </a:lnTo>
                <a:lnTo>
                  <a:pt x="6542268" y="45491"/>
                </a:lnTo>
                <a:lnTo>
                  <a:pt x="6542872" y="45460"/>
                </a:lnTo>
                <a:lnTo>
                  <a:pt x="6543479" y="45434"/>
                </a:lnTo>
                <a:lnTo>
                  <a:pt x="6544091" y="45414"/>
                </a:lnTo>
                <a:lnTo>
                  <a:pt x="6544708" y="45399"/>
                </a:lnTo>
                <a:lnTo>
                  <a:pt x="6545328" y="45391"/>
                </a:lnTo>
                <a:lnTo>
                  <a:pt x="6545953" y="45388"/>
                </a:lnTo>
                <a:lnTo>
                  <a:pt x="6545953" y="29308"/>
                </a:lnTo>
                <a:lnTo>
                  <a:pt x="6544963" y="29343"/>
                </a:lnTo>
                <a:lnTo>
                  <a:pt x="6543986" y="29390"/>
                </a:lnTo>
                <a:lnTo>
                  <a:pt x="6543025" y="29449"/>
                </a:lnTo>
                <a:lnTo>
                  <a:pt x="6542077" y="29520"/>
                </a:lnTo>
                <a:lnTo>
                  <a:pt x="6541145" y="29604"/>
                </a:lnTo>
                <a:lnTo>
                  <a:pt x="6540226" y="29700"/>
                </a:lnTo>
                <a:lnTo>
                  <a:pt x="6539322" y="29809"/>
                </a:lnTo>
                <a:lnTo>
                  <a:pt x="6538433" y="29929"/>
                </a:lnTo>
                <a:lnTo>
                  <a:pt x="6537558" y="30062"/>
                </a:lnTo>
                <a:lnTo>
                  <a:pt x="6536697" y="30207"/>
                </a:lnTo>
                <a:lnTo>
                  <a:pt x="6535851" y="30364"/>
                </a:lnTo>
                <a:lnTo>
                  <a:pt x="6535020" y="30534"/>
                </a:lnTo>
                <a:lnTo>
                  <a:pt x="6534202" y="30716"/>
                </a:lnTo>
                <a:lnTo>
                  <a:pt x="6533400" y="30910"/>
                </a:lnTo>
                <a:lnTo>
                  <a:pt x="6532611" y="31117"/>
                </a:lnTo>
                <a:lnTo>
                  <a:pt x="6531838" y="31336"/>
                </a:lnTo>
                <a:lnTo>
                  <a:pt x="6531078" y="31567"/>
                </a:lnTo>
                <a:lnTo>
                  <a:pt x="6530333" y="31810"/>
                </a:lnTo>
                <a:lnTo>
                  <a:pt x="6529603" y="32066"/>
                </a:lnTo>
                <a:lnTo>
                  <a:pt x="6528887" y="32333"/>
                </a:lnTo>
                <a:lnTo>
                  <a:pt x="6528185" y="32614"/>
                </a:lnTo>
                <a:lnTo>
                  <a:pt x="6527498" y="32906"/>
                </a:lnTo>
                <a:lnTo>
                  <a:pt x="6526826" y="33211"/>
                </a:lnTo>
                <a:lnTo>
                  <a:pt x="6526167" y="33528"/>
                </a:lnTo>
                <a:lnTo>
                  <a:pt x="6525523" y="33863"/>
                </a:lnTo>
                <a:lnTo>
                  <a:pt x="6524890" y="34221"/>
                </a:lnTo>
                <a:lnTo>
                  <a:pt x="6524271" y="34604"/>
                </a:lnTo>
                <a:lnTo>
                  <a:pt x="6523663" y="35010"/>
                </a:lnTo>
                <a:lnTo>
                  <a:pt x="6523068" y="35440"/>
                </a:lnTo>
                <a:lnTo>
                  <a:pt x="6522486" y="35894"/>
                </a:lnTo>
                <a:lnTo>
                  <a:pt x="6521916" y="36372"/>
                </a:lnTo>
                <a:lnTo>
                  <a:pt x="6521359" y="36873"/>
                </a:lnTo>
                <a:lnTo>
                  <a:pt x="6520814" y="37398"/>
                </a:lnTo>
                <a:lnTo>
                  <a:pt x="6520281" y="37947"/>
                </a:lnTo>
                <a:lnTo>
                  <a:pt x="6519761" y="38519"/>
                </a:lnTo>
                <a:lnTo>
                  <a:pt x="6519254" y="39116"/>
                </a:lnTo>
                <a:lnTo>
                  <a:pt x="6518759" y="39736"/>
                </a:lnTo>
                <a:lnTo>
                  <a:pt x="6518276" y="40380"/>
                </a:lnTo>
                <a:lnTo>
                  <a:pt x="6517806" y="41047"/>
                </a:lnTo>
                <a:lnTo>
                  <a:pt x="6517348" y="41739"/>
                </a:lnTo>
                <a:lnTo>
                  <a:pt x="6516903" y="42454"/>
                </a:lnTo>
                <a:lnTo>
                  <a:pt x="6516470" y="43193"/>
                </a:lnTo>
                <a:lnTo>
                  <a:pt x="6516050" y="43955"/>
                </a:lnTo>
                <a:lnTo>
                  <a:pt x="6515642" y="44742"/>
                </a:lnTo>
                <a:lnTo>
                  <a:pt x="6515247" y="45552"/>
                </a:lnTo>
                <a:lnTo>
                  <a:pt x="6514864" y="46386"/>
                </a:lnTo>
                <a:lnTo>
                  <a:pt x="6514494" y="47243"/>
                </a:lnTo>
                <a:lnTo>
                  <a:pt x="6514468" y="47309"/>
                </a:lnTo>
                <a:lnTo>
                  <a:pt x="6514050" y="47102"/>
                </a:lnTo>
                <a:lnTo>
                  <a:pt x="6513248" y="46730"/>
                </a:lnTo>
                <a:lnTo>
                  <a:pt x="6512429" y="46377"/>
                </a:lnTo>
                <a:lnTo>
                  <a:pt x="6511595" y="46042"/>
                </a:lnTo>
                <a:lnTo>
                  <a:pt x="6510745" y="45725"/>
                </a:lnTo>
                <a:lnTo>
                  <a:pt x="6509879" y="45426"/>
                </a:lnTo>
                <a:lnTo>
                  <a:pt x="6508996" y="45145"/>
                </a:lnTo>
                <a:lnTo>
                  <a:pt x="6508098" y="44882"/>
                </a:lnTo>
                <a:lnTo>
                  <a:pt x="6507184" y="44638"/>
                </a:lnTo>
                <a:lnTo>
                  <a:pt x="6506253" y="44411"/>
                </a:lnTo>
                <a:lnTo>
                  <a:pt x="6505307" y="44203"/>
                </a:lnTo>
                <a:lnTo>
                  <a:pt x="6504344" y="44013"/>
                </a:lnTo>
                <a:lnTo>
                  <a:pt x="6503366" y="43841"/>
                </a:lnTo>
                <a:lnTo>
                  <a:pt x="6502371" y="43687"/>
                </a:lnTo>
                <a:lnTo>
                  <a:pt x="6501360" y="43551"/>
                </a:lnTo>
                <a:lnTo>
                  <a:pt x="6500334" y="43433"/>
                </a:lnTo>
                <a:lnTo>
                  <a:pt x="6499291" y="43333"/>
                </a:lnTo>
                <a:lnTo>
                  <a:pt x="6498232" y="43252"/>
                </a:lnTo>
                <a:lnTo>
                  <a:pt x="6497158" y="43189"/>
                </a:lnTo>
                <a:lnTo>
                  <a:pt x="6496067" y="43143"/>
                </a:lnTo>
                <a:lnTo>
                  <a:pt x="6494960" y="43116"/>
                </a:lnTo>
                <a:lnTo>
                  <a:pt x="6493837" y="43107"/>
                </a:lnTo>
                <a:lnTo>
                  <a:pt x="6492742" y="43116"/>
                </a:lnTo>
                <a:lnTo>
                  <a:pt x="6491661" y="43143"/>
                </a:lnTo>
                <a:lnTo>
                  <a:pt x="6490595" y="43189"/>
                </a:lnTo>
                <a:lnTo>
                  <a:pt x="6489543" y="43252"/>
                </a:lnTo>
                <a:lnTo>
                  <a:pt x="6488506" y="43333"/>
                </a:lnTo>
                <a:lnTo>
                  <a:pt x="6487483" y="43433"/>
                </a:lnTo>
                <a:lnTo>
                  <a:pt x="6486474" y="43551"/>
                </a:lnTo>
                <a:lnTo>
                  <a:pt x="6485480" y="43687"/>
                </a:lnTo>
                <a:lnTo>
                  <a:pt x="6484501" y="43841"/>
                </a:lnTo>
                <a:lnTo>
                  <a:pt x="6483536" y="44013"/>
                </a:lnTo>
                <a:lnTo>
                  <a:pt x="6482585" y="44203"/>
                </a:lnTo>
                <a:lnTo>
                  <a:pt x="6481649" y="44411"/>
                </a:lnTo>
                <a:lnTo>
                  <a:pt x="6480727" y="44638"/>
                </a:lnTo>
                <a:lnTo>
                  <a:pt x="6479820" y="44882"/>
                </a:lnTo>
                <a:lnTo>
                  <a:pt x="6478927" y="45145"/>
                </a:lnTo>
                <a:lnTo>
                  <a:pt x="6478049" y="45426"/>
                </a:lnTo>
                <a:lnTo>
                  <a:pt x="6477185" y="45725"/>
                </a:lnTo>
                <a:lnTo>
                  <a:pt x="6476336" y="46042"/>
                </a:lnTo>
                <a:lnTo>
                  <a:pt x="6475501" y="46377"/>
                </a:lnTo>
                <a:lnTo>
                  <a:pt x="6474680" y="46730"/>
                </a:lnTo>
                <a:lnTo>
                  <a:pt x="6473874" y="47102"/>
                </a:lnTo>
                <a:lnTo>
                  <a:pt x="6473082" y="47491"/>
                </a:lnTo>
                <a:lnTo>
                  <a:pt x="6472305" y="47899"/>
                </a:lnTo>
                <a:lnTo>
                  <a:pt x="6471542" y="48324"/>
                </a:lnTo>
                <a:lnTo>
                  <a:pt x="6470794" y="48765"/>
                </a:lnTo>
                <a:lnTo>
                  <a:pt x="6470061" y="49218"/>
                </a:lnTo>
                <a:lnTo>
                  <a:pt x="6469343" y="49684"/>
                </a:lnTo>
                <a:lnTo>
                  <a:pt x="6468641" y="50162"/>
                </a:lnTo>
                <a:lnTo>
                  <a:pt x="6467953" y="50653"/>
                </a:lnTo>
                <a:lnTo>
                  <a:pt x="6467280" y="51156"/>
                </a:lnTo>
                <a:lnTo>
                  <a:pt x="6466622" y="51672"/>
                </a:lnTo>
                <a:lnTo>
                  <a:pt x="6465980" y="52200"/>
                </a:lnTo>
                <a:lnTo>
                  <a:pt x="6465352" y="52741"/>
                </a:lnTo>
                <a:lnTo>
                  <a:pt x="6464739" y="53294"/>
                </a:lnTo>
                <a:lnTo>
                  <a:pt x="6464142" y="53860"/>
                </a:lnTo>
                <a:lnTo>
                  <a:pt x="6463560" y="54438"/>
                </a:lnTo>
                <a:lnTo>
                  <a:pt x="6462992" y="55029"/>
                </a:lnTo>
                <a:lnTo>
                  <a:pt x="6462440" y="55632"/>
                </a:lnTo>
                <a:lnTo>
                  <a:pt x="6461902" y="56248"/>
                </a:lnTo>
                <a:lnTo>
                  <a:pt x="6461380" y="56876"/>
                </a:lnTo>
                <a:lnTo>
                  <a:pt x="6460873" y="57516"/>
                </a:lnTo>
                <a:lnTo>
                  <a:pt x="6460381" y="58170"/>
                </a:lnTo>
                <a:lnTo>
                  <a:pt x="6459903" y="58835"/>
                </a:lnTo>
                <a:lnTo>
                  <a:pt x="6459441" y="59514"/>
                </a:lnTo>
                <a:lnTo>
                  <a:pt x="6458994" y="60204"/>
                </a:lnTo>
                <a:lnTo>
                  <a:pt x="6458562" y="60907"/>
                </a:lnTo>
                <a:lnTo>
                  <a:pt x="6458145" y="61623"/>
                </a:lnTo>
                <a:lnTo>
                  <a:pt x="6457743" y="62351"/>
                </a:lnTo>
                <a:lnTo>
                  <a:pt x="6457357" y="63089"/>
                </a:lnTo>
                <a:lnTo>
                  <a:pt x="6456988" y="63833"/>
                </a:lnTo>
                <a:lnTo>
                  <a:pt x="6456634" y="64584"/>
                </a:lnTo>
                <a:lnTo>
                  <a:pt x="6456297" y="65343"/>
                </a:lnTo>
                <a:lnTo>
                  <a:pt x="6455977" y="66107"/>
                </a:lnTo>
                <a:lnTo>
                  <a:pt x="6455673" y="66879"/>
                </a:lnTo>
                <a:lnTo>
                  <a:pt x="6455385" y="67658"/>
                </a:lnTo>
                <a:lnTo>
                  <a:pt x="6455114" y="68443"/>
                </a:lnTo>
                <a:lnTo>
                  <a:pt x="6454860" y="69236"/>
                </a:lnTo>
                <a:lnTo>
                  <a:pt x="6454621" y="70035"/>
                </a:lnTo>
                <a:lnTo>
                  <a:pt x="6454399" y="70841"/>
                </a:lnTo>
                <a:lnTo>
                  <a:pt x="6454194" y="71654"/>
                </a:lnTo>
                <a:lnTo>
                  <a:pt x="6454005" y="72473"/>
                </a:lnTo>
                <a:lnTo>
                  <a:pt x="6453832" y="73300"/>
                </a:lnTo>
                <a:lnTo>
                  <a:pt x="6453676" y="74133"/>
                </a:lnTo>
                <a:lnTo>
                  <a:pt x="6453537" y="74973"/>
                </a:lnTo>
                <a:lnTo>
                  <a:pt x="6453413" y="75820"/>
                </a:lnTo>
                <a:lnTo>
                  <a:pt x="6453307" y="76674"/>
                </a:lnTo>
                <a:lnTo>
                  <a:pt x="6453216" y="77535"/>
                </a:lnTo>
                <a:lnTo>
                  <a:pt x="6453142" y="78402"/>
                </a:lnTo>
                <a:lnTo>
                  <a:pt x="6453085" y="79277"/>
                </a:lnTo>
                <a:lnTo>
                  <a:pt x="6453044" y="80158"/>
                </a:lnTo>
                <a:lnTo>
                  <a:pt x="6453019" y="81046"/>
                </a:lnTo>
                <a:lnTo>
                  <a:pt x="6453011" y="81941"/>
                </a:lnTo>
                <a:lnTo>
                  <a:pt x="6453019" y="82789"/>
                </a:lnTo>
                <a:lnTo>
                  <a:pt x="6453043" y="83631"/>
                </a:lnTo>
                <a:lnTo>
                  <a:pt x="6453084" y="84469"/>
                </a:lnTo>
                <a:lnTo>
                  <a:pt x="6453141" y="85302"/>
                </a:lnTo>
                <a:lnTo>
                  <a:pt x="6453214" y="86131"/>
                </a:lnTo>
                <a:lnTo>
                  <a:pt x="6453303" y="86954"/>
                </a:lnTo>
                <a:lnTo>
                  <a:pt x="6453409" y="87773"/>
                </a:lnTo>
                <a:lnTo>
                  <a:pt x="6453530" y="88586"/>
                </a:lnTo>
                <a:lnTo>
                  <a:pt x="6453668" y="89395"/>
                </a:lnTo>
                <a:lnTo>
                  <a:pt x="6453823" y="90199"/>
                </a:lnTo>
                <a:lnTo>
                  <a:pt x="6453993" y="90999"/>
                </a:lnTo>
                <a:lnTo>
                  <a:pt x="6454180" y="91793"/>
                </a:lnTo>
                <a:lnTo>
                  <a:pt x="6454383" y="92583"/>
                </a:lnTo>
                <a:lnTo>
                  <a:pt x="6454602" y="93368"/>
                </a:lnTo>
                <a:lnTo>
                  <a:pt x="6454837" y="94148"/>
                </a:lnTo>
                <a:lnTo>
                  <a:pt x="6455089" y="94923"/>
                </a:lnTo>
                <a:lnTo>
                  <a:pt x="6455357" y="95693"/>
                </a:lnTo>
                <a:lnTo>
                  <a:pt x="6455641" y="96458"/>
                </a:lnTo>
                <a:lnTo>
                  <a:pt x="6455941" y="97219"/>
                </a:lnTo>
                <a:lnTo>
                  <a:pt x="6456258" y="97975"/>
                </a:lnTo>
                <a:lnTo>
                  <a:pt x="6456591" y="98726"/>
                </a:lnTo>
                <a:lnTo>
                  <a:pt x="6456940" y="99472"/>
                </a:lnTo>
                <a:lnTo>
                  <a:pt x="6457305" y="100214"/>
                </a:lnTo>
                <a:lnTo>
                  <a:pt x="6457686" y="100950"/>
                </a:lnTo>
                <a:lnTo>
                  <a:pt x="6458084" y="101678"/>
                </a:lnTo>
                <a:lnTo>
                  <a:pt x="6458497" y="102394"/>
                </a:lnTo>
                <a:lnTo>
                  <a:pt x="6458925" y="103098"/>
                </a:lnTo>
                <a:lnTo>
                  <a:pt x="6459369" y="103790"/>
                </a:lnTo>
                <a:lnTo>
                  <a:pt x="6459828" y="104470"/>
                </a:lnTo>
                <a:lnTo>
                  <a:pt x="6460302" y="105138"/>
                </a:lnTo>
                <a:lnTo>
                  <a:pt x="6460792" y="105793"/>
                </a:lnTo>
                <a:lnTo>
                  <a:pt x="6461298" y="106437"/>
                </a:lnTo>
                <a:lnTo>
                  <a:pt x="6461819" y="107069"/>
                </a:lnTo>
                <a:lnTo>
                  <a:pt x="6462355" y="107688"/>
                </a:lnTo>
                <a:lnTo>
                  <a:pt x="6462907" y="108296"/>
                </a:lnTo>
                <a:lnTo>
                  <a:pt x="6463474" y="108891"/>
                </a:lnTo>
                <a:lnTo>
                  <a:pt x="6464057" y="109474"/>
                </a:lnTo>
                <a:lnTo>
                  <a:pt x="6464655" y="110046"/>
                </a:lnTo>
                <a:lnTo>
                  <a:pt x="6465268" y="110605"/>
                </a:lnTo>
                <a:lnTo>
                  <a:pt x="6465897" y="111152"/>
                </a:lnTo>
                <a:lnTo>
                  <a:pt x="6466542" y="111687"/>
                </a:lnTo>
                <a:lnTo>
                  <a:pt x="6467202" y="112210"/>
                </a:lnTo>
                <a:lnTo>
                  <a:pt x="6467777" y="112646"/>
                </a:lnTo>
                <a:lnTo>
                  <a:pt x="6467387" y="112805"/>
                </a:lnTo>
                <a:lnTo>
                  <a:pt x="6466658" y="113119"/>
                </a:lnTo>
                <a:lnTo>
                  <a:pt x="6465948" y="113439"/>
                </a:lnTo>
                <a:lnTo>
                  <a:pt x="6465258" y="113767"/>
                </a:lnTo>
                <a:lnTo>
                  <a:pt x="6464587" y="114102"/>
                </a:lnTo>
                <a:lnTo>
                  <a:pt x="6463935" y="114444"/>
                </a:lnTo>
                <a:lnTo>
                  <a:pt x="6463303" y="114794"/>
                </a:lnTo>
                <a:lnTo>
                  <a:pt x="6462690" y="115150"/>
                </a:lnTo>
                <a:lnTo>
                  <a:pt x="6462097" y="115513"/>
                </a:lnTo>
                <a:lnTo>
                  <a:pt x="6461523" y="115884"/>
                </a:lnTo>
                <a:lnTo>
                  <a:pt x="6460968" y="116262"/>
                </a:lnTo>
                <a:lnTo>
                  <a:pt x="6460433" y="116647"/>
                </a:lnTo>
                <a:lnTo>
                  <a:pt x="6459917" y="117039"/>
                </a:lnTo>
                <a:lnTo>
                  <a:pt x="6459421" y="117438"/>
                </a:lnTo>
                <a:lnTo>
                  <a:pt x="6458944" y="117845"/>
                </a:lnTo>
                <a:lnTo>
                  <a:pt x="6458487" y="118258"/>
                </a:lnTo>
                <a:lnTo>
                  <a:pt x="6458048" y="118679"/>
                </a:lnTo>
                <a:lnTo>
                  <a:pt x="6457630" y="119107"/>
                </a:lnTo>
                <a:lnTo>
                  <a:pt x="6457230" y="119542"/>
                </a:lnTo>
                <a:lnTo>
                  <a:pt x="6456849" y="119981"/>
                </a:lnTo>
                <a:lnTo>
                  <a:pt x="6456483" y="120419"/>
                </a:lnTo>
                <a:lnTo>
                  <a:pt x="6456134" y="120857"/>
                </a:lnTo>
                <a:lnTo>
                  <a:pt x="6455802" y="121296"/>
                </a:lnTo>
                <a:lnTo>
                  <a:pt x="6455485" y="121734"/>
                </a:lnTo>
                <a:lnTo>
                  <a:pt x="6455185" y="122172"/>
                </a:lnTo>
                <a:lnTo>
                  <a:pt x="6454901" y="122611"/>
                </a:lnTo>
                <a:lnTo>
                  <a:pt x="6454633" y="123049"/>
                </a:lnTo>
                <a:lnTo>
                  <a:pt x="6454381" y="123487"/>
                </a:lnTo>
                <a:lnTo>
                  <a:pt x="6454146" y="123926"/>
                </a:lnTo>
                <a:lnTo>
                  <a:pt x="6453927" y="124364"/>
                </a:lnTo>
                <a:lnTo>
                  <a:pt x="6453724" y="124802"/>
                </a:lnTo>
                <a:lnTo>
                  <a:pt x="6453537" y="125241"/>
                </a:lnTo>
                <a:lnTo>
                  <a:pt x="6453366" y="125679"/>
                </a:lnTo>
                <a:lnTo>
                  <a:pt x="6453212" y="126117"/>
                </a:lnTo>
                <a:lnTo>
                  <a:pt x="6453074" y="126556"/>
                </a:lnTo>
                <a:lnTo>
                  <a:pt x="6452952" y="126994"/>
                </a:lnTo>
                <a:lnTo>
                  <a:pt x="6452847" y="127432"/>
                </a:lnTo>
                <a:lnTo>
                  <a:pt x="6452758" y="127871"/>
                </a:lnTo>
                <a:lnTo>
                  <a:pt x="6452685" y="128309"/>
                </a:lnTo>
                <a:lnTo>
                  <a:pt x="6452628" y="128747"/>
                </a:lnTo>
                <a:lnTo>
                  <a:pt x="6452587" y="129186"/>
                </a:lnTo>
                <a:lnTo>
                  <a:pt x="6452563" y="129624"/>
                </a:lnTo>
                <a:lnTo>
                  <a:pt x="6452555" y="130062"/>
                </a:lnTo>
                <a:lnTo>
                  <a:pt x="6452559" y="130359"/>
                </a:lnTo>
                <a:lnTo>
                  <a:pt x="6452573" y="130658"/>
                </a:lnTo>
                <a:lnTo>
                  <a:pt x="6452596" y="130959"/>
                </a:lnTo>
                <a:lnTo>
                  <a:pt x="6452628" y="131262"/>
                </a:lnTo>
                <a:lnTo>
                  <a:pt x="6452669" y="131567"/>
                </a:lnTo>
                <a:lnTo>
                  <a:pt x="6452719" y="131875"/>
                </a:lnTo>
                <a:lnTo>
                  <a:pt x="6452778" y="132184"/>
                </a:lnTo>
                <a:lnTo>
                  <a:pt x="6452846" y="132496"/>
                </a:lnTo>
                <a:lnTo>
                  <a:pt x="6452924" y="132811"/>
                </a:lnTo>
                <a:lnTo>
                  <a:pt x="6453010" y="133127"/>
                </a:lnTo>
                <a:lnTo>
                  <a:pt x="6453106" y="133445"/>
                </a:lnTo>
                <a:lnTo>
                  <a:pt x="6453210" y="133766"/>
                </a:lnTo>
                <a:lnTo>
                  <a:pt x="6453324" y="134089"/>
                </a:lnTo>
                <a:lnTo>
                  <a:pt x="6453447" y="134414"/>
                </a:lnTo>
                <a:lnTo>
                  <a:pt x="6453579" y="134741"/>
                </a:lnTo>
                <a:lnTo>
                  <a:pt x="6453720" y="135071"/>
                </a:lnTo>
                <a:lnTo>
                  <a:pt x="6453871" y="135402"/>
                </a:lnTo>
                <a:lnTo>
                  <a:pt x="6454030" y="135736"/>
                </a:lnTo>
                <a:lnTo>
                  <a:pt x="6454199" y="136072"/>
                </a:lnTo>
                <a:lnTo>
                  <a:pt x="6454376" y="136410"/>
                </a:lnTo>
                <a:lnTo>
                  <a:pt x="6454563" y="136751"/>
                </a:lnTo>
                <a:lnTo>
                  <a:pt x="6454759" y="137093"/>
                </a:lnTo>
                <a:lnTo>
                  <a:pt x="6454964" y="137438"/>
                </a:lnTo>
                <a:lnTo>
                  <a:pt x="6455178" y="137785"/>
                </a:lnTo>
                <a:lnTo>
                  <a:pt x="6455402" y="138131"/>
                </a:lnTo>
                <a:lnTo>
                  <a:pt x="6455640" y="138473"/>
                </a:lnTo>
                <a:lnTo>
                  <a:pt x="6455890" y="138811"/>
                </a:lnTo>
                <a:lnTo>
                  <a:pt x="6456153" y="139146"/>
                </a:lnTo>
                <a:lnTo>
                  <a:pt x="6456429" y="139477"/>
                </a:lnTo>
                <a:lnTo>
                  <a:pt x="6456717" y="139804"/>
                </a:lnTo>
                <a:lnTo>
                  <a:pt x="6457018" y="140127"/>
                </a:lnTo>
                <a:lnTo>
                  <a:pt x="6457332" y="140447"/>
                </a:lnTo>
                <a:lnTo>
                  <a:pt x="6457658" y="140762"/>
                </a:lnTo>
                <a:lnTo>
                  <a:pt x="6457997" y="141075"/>
                </a:lnTo>
                <a:lnTo>
                  <a:pt x="6458349" y="141383"/>
                </a:lnTo>
                <a:lnTo>
                  <a:pt x="6458713" y="141687"/>
                </a:lnTo>
                <a:lnTo>
                  <a:pt x="6459090" y="141988"/>
                </a:lnTo>
                <a:lnTo>
                  <a:pt x="6459479" y="142285"/>
                </a:lnTo>
                <a:lnTo>
                  <a:pt x="6459882" y="142578"/>
                </a:lnTo>
                <a:lnTo>
                  <a:pt x="6460297" y="142868"/>
                </a:lnTo>
                <a:lnTo>
                  <a:pt x="6460724" y="143153"/>
                </a:lnTo>
                <a:lnTo>
                  <a:pt x="6461165" y="143435"/>
                </a:lnTo>
                <a:lnTo>
                  <a:pt x="6461618" y="143713"/>
                </a:lnTo>
                <a:lnTo>
                  <a:pt x="6462083" y="143988"/>
                </a:lnTo>
                <a:lnTo>
                  <a:pt x="6462562" y="144259"/>
                </a:lnTo>
                <a:lnTo>
                  <a:pt x="6463053" y="144525"/>
                </a:lnTo>
                <a:lnTo>
                  <a:pt x="6463556" y="144789"/>
                </a:lnTo>
                <a:lnTo>
                  <a:pt x="6464073" y="145048"/>
                </a:lnTo>
                <a:lnTo>
                  <a:pt x="6464604" y="145301"/>
                </a:lnTo>
                <a:lnTo>
                  <a:pt x="6465151" y="145545"/>
                </a:lnTo>
                <a:lnTo>
                  <a:pt x="6465716" y="145779"/>
                </a:lnTo>
                <a:lnTo>
                  <a:pt x="6466296" y="146005"/>
                </a:lnTo>
                <a:lnTo>
                  <a:pt x="6466602" y="146115"/>
                </a:lnTo>
                <a:lnTo>
                  <a:pt x="6466567" y="146129"/>
                </a:lnTo>
                <a:lnTo>
                  <a:pt x="6465516" y="146587"/>
                </a:lnTo>
                <a:lnTo>
                  <a:pt x="6464497" y="147061"/>
                </a:lnTo>
                <a:lnTo>
                  <a:pt x="6463509" y="147550"/>
                </a:lnTo>
                <a:lnTo>
                  <a:pt x="6462552" y="148055"/>
                </a:lnTo>
                <a:lnTo>
                  <a:pt x="6461627" y="148576"/>
                </a:lnTo>
                <a:lnTo>
                  <a:pt x="6460733" y="149112"/>
                </a:lnTo>
                <a:lnTo>
                  <a:pt x="6459871" y="149664"/>
                </a:lnTo>
                <a:lnTo>
                  <a:pt x="6459041" y="150232"/>
                </a:lnTo>
                <a:lnTo>
                  <a:pt x="6458242" y="150815"/>
                </a:lnTo>
                <a:lnTo>
                  <a:pt x="6457474" y="151414"/>
                </a:lnTo>
                <a:lnTo>
                  <a:pt x="6456738" y="152029"/>
                </a:lnTo>
                <a:lnTo>
                  <a:pt x="6456033" y="152660"/>
                </a:lnTo>
                <a:lnTo>
                  <a:pt x="6455358" y="153302"/>
                </a:lnTo>
                <a:lnTo>
                  <a:pt x="6454712" y="153952"/>
                </a:lnTo>
                <a:lnTo>
                  <a:pt x="6454095" y="154609"/>
                </a:lnTo>
                <a:lnTo>
                  <a:pt x="6453507" y="155274"/>
                </a:lnTo>
                <a:lnTo>
                  <a:pt x="6452947" y="155947"/>
                </a:lnTo>
                <a:lnTo>
                  <a:pt x="6452416" y="156627"/>
                </a:lnTo>
                <a:lnTo>
                  <a:pt x="6451913" y="157315"/>
                </a:lnTo>
                <a:lnTo>
                  <a:pt x="6451440" y="158011"/>
                </a:lnTo>
                <a:lnTo>
                  <a:pt x="6450995" y="158715"/>
                </a:lnTo>
                <a:lnTo>
                  <a:pt x="6450578" y="159426"/>
                </a:lnTo>
                <a:lnTo>
                  <a:pt x="6450191" y="160144"/>
                </a:lnTo>
                <a:lnTo>
                  <a:pt x="6449832" y="160871"/>
                </a:lnTo>
                <a:lnTo>
                  <a:pt x="6449502" y="161605"/>
                </a:lnTo>
                <a:lnTo>
                  <a:pt x="6449200" y="162347"/>
                </a:lnTo>
                <a:lnTo>
                  <a:pt x="6448928" y="163096"/>
                </a:lnTo>
                <a:lnTo>
                  <a:pt x="6448684" y="163853"/>
                </a:lnTo>
                <a:lnTo>
                  <a:pt x="6448468" y="164618"/>
                </a:lnTo>
                <a:lnTo>
                  <a:pt x="6448282" y="165391"/>
                </a:lnTo>
                <a:lnTo>
                  <a:pt x="6448124" y="166171"/>
                </a:lnTo>
                <a:lnTo>
                  <a:pt x="6447995" y="166959"/>
                </a:lnTo>
                <a:lnTo>
                  <a:pt x="6447894" y="167754"/>
                </a:lnTo>
                <a:lnTo>
                  <a:pt x="6447822" y="168557"/>
                </a:lnTo>
                <a:lnTo>
                  <a:pt x="6447779" y="169368"/>
                </a:lnTo>
                <a:lnTo>
                  <a:pt x="6447765" y="170187"/>
                </a:lnTo>
                <a:lnTo>
                  <a:pt x="6447773" y="170861"/>
                </a:lnTo>
                <a:lnTo>
                  <a:pt x="6447797" y="171532"/>
                </a:lnTo>
                <a:lnTo>
                  <a:pt x="6447837" y="172199"/>
                </a:lnTo>
                <a:lnTo>
                  <a:pt x="6447893" y="172862"/>
                </a:lnTo>
                <a:lnTo>
                  <a:pt x="6447965" y="173520"/>
                </a:lnTo>
                <a:lnTo>
                  <a:pt x="6448054" y="174175"/>
                </a:lnTo>
                <a:lnTo>
                  <a:pt x="6448158" y="174826"/>
                </a:lnTo>
                <a:lnTo>
                  <a:pt x="6448278" y="175472"/>
                </a:lnTo>
                <a:lnTo>
                  <a:pt x="6448414" y="176115"/>
                </a:lnTo>
                <a:lnTo>
                  <a:pt x="6448567" y="176754"/>
                </a:lnTo>
                <a:lnTo>
                  <a:pt x="6448735" y="177388"/>
                </a:lnTo>
                <a:lnTo>
                  <a:pt x="6448920" y="178019"/>
                </a:lnTo>
                <a:lnTo>
                  <a:pt x="6449120" y="178645"/>
                </a:lnTo>
                <a:lnTo>
                  <a:pt x="6449337" y="179268"/>
                </a:lnTo>
                <a:lnTo>
                  <a:pt x="6449569" y="179886"/>
                </a:lnTo>
                <a:lnTo>
                  <a:pt x="6449818" y="180501"/>
                </a:lnTo>
                <a:lnTo>
                  <a:pt x="6450082" y="181111"/>
                </a:lnTo>
                <a:lnTo>
                  <a:pt x="6450363" y="181718"/>
                </a:lnTo>
                <a:lnTo>
                  <a:pt x="6450660" y="182320"/>
                </a:lnTo>
                <a:lnTo>
                  <a:pt x="6450972" y="182919"/>
                </a:lnTo>
                <a:lnTo>
                  <a:pt x="6451301" y="183513"/>
                </a:lnTo>
                <a:lnTo>
                  <a:pt x="6451646" y="184103"/>
                </a:lnTo>
                <a:lnTo>
                  <a:pt x="6452007" y="184690"/>
                </a:lnTo>
                <a:lnTo>
                  <a:pt x="6452384" y="185272"/>
                </a:lnTo>
                <a:lnTo>
                  <a:pt x="6452778" y="185848"/>
                </a:lnTo>
                <a:lnTo>
                  <a:pt x="6453193" y="186414"/>
                </a:lnTo>
                <a:lnTo>
                  <a:pt x="6453628" y="186970"/>
                </a:lnTo>
                <a:lnTo>
                  <a:pt x="6454083" y="187517"/>
                </a:lnTo>
                <a:lnTo>
                  <a:pt x="6454558" y="188054"/>
                </a:lnTo>
                <a:lnTo>
                  <a:pt x="6455053" y="188581"/>
                </a:lnTo>
                <a:lnTo>
                  <a:pt x="6455568" y="189099"/>
                </a:lnTo>
                <a:lnTo>
                  <a:pt x="6456103" y="189607"/>
                </a:lnTo>
                <a:lnTo>
                  <a:pt x="6456657" y="190105"/>
                </a:lnTo>
                <a:lnTo>
                  <a:pt x="6457232" y="190593"/>
                </a:lnTo>
                <a:lnTo>
                  <a:pt x="6457827" y="191072"/>
                </a:lnTo>
                <a:lnTo>
                  <a:pt x="6458442" y="191541"/>
                </a:lnTo>
                <a:lnTo>
                  <a:pt x="6459077" y="192001"/>
                </a:lnTo>
                <a:lnTo>
                  <a:pt x="6459732" y="192451"/>
                </a:lnTo>
                <a:lnTo>
                  <a:pt x="6460406" y="192891"/>
                </a:lnTo>
                <a:lnTo>
                  <a:pt x="6461101" y="193321"/>
                </a:lnTo>
                <a:lnTo>
                  <a:pt x="6461816" y="193742"/>
                </a:lnTo>
                <a:lnTo>
                  <a:pt x="6462551" y="194153"/>
                </a:lnTo>
                <a:lnTo>
                  <a:pt x="6463306" y="194554"/>
                </a:lnTo>
                <a:lnTo>
                  <a:pt x="6464081" y="194946"/>
                </a:lnTo>
                <a:lnTo>
                  <a:pt x="6464875" y="195328"/>
                </a:lnTo>
                <a:lnTo>
                  <a:pt x="6465690" y="195700"/>
                </a:lnTo>
                <a:lnTo>
                  <a:pt x="6466525" y="196063"/>
                </a:lnTo>
                <a:lnTo>
                  <a:pt x="6467380" y="196416"/>
                </a:lnTo>
                <a:lnTo>
                  <a:pt x="6468257" y="196757"/>
                </a:lnTo>
                <a:lnTo>
                  <a:pt x="6469157" y="197083"/>
                </a:lnTo>
                <a:lnTo>
                  <a:pt x="6470081" y="197395"/>
                </a:lnTo>
                <a:lnTo>
                  <a:pt x="6471029" y="197693"/>
                </a:lnTo>
                <a:lnTo>
                  <a:pt x="6472001" y="197976"/>
                </a:lnTo>
                <a:lnTo>
                  <a:pt x="6472996" y="198245"/>
                </a:lnTo>
                <a:lnTo>
                  <a:pt x="6474016" y="198499"/>
                </a:lnTo>
                <a:lnTo>
                  <a:pt x="6475059" y="198738"/>
                </a:lnTo>
                <a:lnTo>
                  <a:pt x="6476125" y="198963"/>
                </a:lnTo>
                <a:lnTo>
                  <a:pt x="6477216" y="199174"/>
                </a:lnTo>
                <a:lnTo>
                  <a:pt x="6478330" y="199369"/>
                </a:lnTo>
                <a:lnTo>
                  <a:pt x="6479468" y="199551"/>
                </a:lnTo>
                <a:lnTo>
                  <a:pt x="6480630" y="199718"/>
                </a:lnTo>
                <a:lnTo>
                  <a:pt x="6481815" y="199870"/>
                </a:lnTo>
                <a:lnTo>
                  <a:pt x="6483025" y="200008"/>
                </a:lnTo>
                <a:lnTo>
                  <a:pt x="6484258" y="200131"/>
                </a:lnTo>
                <a:lnTo>
                  <a:pt x="6485515" y="200240"/>
                </a:lnTo>
                <a:lnTo>
                  <a:pt x="6486795" y="200335"/>
                </a:lnTo>
                <a:lnTo>
                  <a:pt x="6488099" y="200415"/>
                </a:lnTo>
                <a:lnTo>
                  <a:pt x="6489428" y="200480"/>
                </a:lnTo>
                <a:lnTo>
                  <a:pt x="6490779" y="200531"/>
                </a:lnTo>
                <a:lnTo>
                  <a:pt x="6492155" y="200567"/>
                </a:lnTo>
                <a:lnTo>
                  <a:pt x="6493554" y="200589"/>
                </a:lnTo>
                <a:lnTo>
                  <a:pt x="6494977" y="200596"/>
                </a:lnTo>
                <a:lnTo>
                  <a:pt x="6497038" y="200579"/>
                </a:lnTo>
                <a:lnTo>
                  <a:pt x="6499057" y="200528"/>
                </a:lnTo>
                <a:lnTo>
                  <a:pt x="6501034" y="200443"/>
                </a:lnTo>
                <a:lnTo>
                  <a:pt x="6502970" y="200324"/>
                </a:lnTo>
                <a:lnTo>
                  <a:pt x="6504864" y="200170"/>
                </a:lnTo>
                <a:lnTo>
                  <a:pt x="6506716" y="199983"/>
                </a:lnTo>
                <a:lnTo>
                  <a:pt x="6508527" y="199762"/>
                </a:lnTo>
                <a:lnTo>
                  <a:pt x="6510297" y="199506"/>
                </a:lnTo>
                <a:lnTo>
                  <a:pt x="6512025" y="199217"/>
                </a:lnTo>
                <a:lnTo>
                  <a:pt x="6513711" y="198893"/>
                </a:lnTo>
                <a:lnTo>
                  <a:pt x="6515356" y="198536"/>
                </a:lnTo>
                <a:lnTo>
                  <a:pt x="6516959" y="198144"/>
                </a:lnTo>
                <a:lnTo>
                  <a:pt x="6518520" y="197718"/>
                </a:lnTo>
                <a:lnTo>
                  <a:pt x="6520040" y="197259"/>
                </a:lnTo>
                <a:lnTo>
                  <a:pt x="6521518" y="196765"/>
                </a:lnTo>
                <a:lnTo>
                  <a:pt x="6522955" y="196237"/>
                </a:lnTo>
                <a:lnTo>
                  <a:pt x="6524350" y="195675"/>
                </a:lnTo>
                <a:lnTo>
                  <a:pt x="6525704" y="195079"/>
                </a:lnTo>
                <a:lnTo>
                  <a:pt x="6527016" y="194449"/>
                </a:lnTo>
                <a:lnTo>
                  <a:pt x="6528287" y="193785"/>
                </a:lnTo>
                <a:lnTo>
                  <a:pt x="6529515" y="193087"/>
                </a:lnTo>
                <a:lnTo>
                  <a:pt x="6530703" y="192355"/>
                </a:lnTo>
                <a:lnTo>
                  <a:pt x="6531849" y="191589"/>
                </a:lnTo>
                <a:lnTo>
                  <a:pt x="6532953" y="190789"/>
                </a:lnTo>
                <a:lnTo>
                  <a:pt x="6534014" y="189962"/>
                </a:lnTo>
                <a:lnTo>
                  <a:pt x="6535029" y="189116"/>
                </a:lnTo>
                <a:lnTo>
                  <a:pt x="6536000" y="188250"/>
                </a:lnTo>
                <a:lnTo>
                  <a:pt x="6536925" y="187366"/>
                </a:lnTo>
                <a:lnTo>
                  <a:pt x="6537805" y="186463"/>
                </a:lnTo>
                <a:lnTo>
                  <a:pt x="6538640" y="185540"/>
                </a:lnTo>
                <a:lnTo>
                  <a:pt x="6539430" y="184598"/>
                </a:lnTo>
                <a:lnTo>
                  <a:pt x="6540175" y="183637"/>
                </a:lnTo>
                <a:lnTo>
                  <a:pt x="6540875" y="182657"/>
                </a:lnTo>
                <a:lnTo>
                  <a:pt x="6541529" y="181658"/>
                </a:lnTo>
                <a:lnTo>
                  <a:pt x="6542139" y="180640"/>
                </a:lnTo>
                <a:lnTo>
                  <a:pt x="6542703" y="179602"/>
                </a:lnTo>
                <a:lnTo>
                  <a:pt x="6543222" y="178545"/>
                </a:lnTo>
                <a:lnTo>
                  <a:pt x="6543696" y="177469"/>
                </a:lnTo>
                <a:lnTo>
                  <a:pt x="6544125" y="176374"/>
                </a:lnTo>
                <a:lnTo>
                  <a:pt x="6544509" y="175260"/>
                </a:lnTo>
                <a:lnTo>
                  <a:pt x="6544847" y="174127"/>
                </a:lnTo>
                <a:lnTo>
                  <a:pt x="6545141" y="172974"/>
                </a:lnTo>
                <a:lnTo>
                  <a:pt x="6545389" y="171803"/>
                </a:lnTo>
                <a:lnTo>
                  <a:pt x="6545592" y="170612"/>
                </a:lnTo>
                <a:lnTo>
                  <a:pt x="6545750" y="169402"/>
                </a:lnTo>
                <a:lnTo>
                  <a:pt x="6545863" y="168173"/>
                </a:lnTo>
                <a:lnTo>
                  <a:pt x="6545931" y="166924"/>
                </a:lnTo>
                <a:lnTo>
                  <a:pt x="6545953" y="165657"/>
                </a:lnTo>
                <a:lnTo>
                  <a:pt x="6545934" y="164385"/>
                </a:lnTo>
                <a:lnTo>
                  <a:pt x="6545876" y="163140"/>
                </a:lnTo>
                <a:lnTo>
                  <a:pt x="6545780" y="161924"/>
                </a:lnTo>
                <a:lnTo>
                  <a:pt x="6545644" y="160735"/>
                </a:lnTo>
                <a:lnTo>
                  <a:pt x="6545471" y="159575"/>
                </a:lnTo>
                <a:lnTo>
                  <a:pt x="6545258" y="158442"/>
                </a:lnTo>
                <a:lnTo>
                  <a:pt x="6545007" y="157338"/>
                </a:lnTo>
                <a:lnTo>
                  <a:pt x="6544718" y="156261"/>
                </a:lnTo>
                <a:lnTo>
                  <a:pt x="6544390" y="155213"/>
                </a:lnTo>
                <a:lnTo>
                  <a:pt x="6544023" y="154193"/>
                </a:lnTo>
                <a:lnTo>
                  <a:pt x="6543617" y="153200"/>
                </a:lnTo>
                <a:lnTo>
                  <a:pt x="6543174" y="152236"/>
                </a:lnTo>
                <a:lnTo>
                  <a:pt x="6542691" y="151300"/>
                </a:lnTo>
                <a:lnTo>
                  <a:pt x="6542170" y="150391"/>
                </a:lnTo>
                <a:lnTo>
                  <a:pt x="6541610" y="149511"/>
                </a:lnTo>
                <a:lnTo>
                  <a:pt x="6541012" y="148659"/>
                </a:lnTo>
                <a:lnTo>
                  <a:pt x="6540374" y="147834"/>
                </a:lnTo>
                <a:lnTo>
                  <a:pt x="6539699" y="147038"/>
                </a:lnTo>
                <a:lnTo>
                  <a:pt x="6538985" y="146270"/>
                </a:lnTo>
                <a:lnTo>
                  <a:pt x="6538232" y="145530"/>
                </a:lnTo>
                <a:lnTo>
                  <a:pt x="6537440" y="144818"/>
                </a:lnTo>
                <a:lnTo>
                  <a:pt x="6536610" y="144133"/>
                </a:lnTo>
                <a:lnTo>
                  <a:pt x="6535742" y="143477"/>
                </a:lnTo>
                <a:lnTo>
                  <a:pt x="6534834" y="142849"/>
                </a:lnTo>
                <a:lnTo>
                  <a:pt x="6533882" y="142248"/>
                </a:lnTo>
                <a:lnTo>
                  <a:pt x="6532879" y="141672"/>
                </a:lnTo>
                <a:lnTo>
                  <a:pt x="6531824" y="141122"/>
                </a:lnTo>
                <a:lnTo>
                  <a:pt x="6530718" y="140597"/>
                </a:lnTo>
                <a:lnTo>
                  <a:pt x="6529561" y="140098"/>
                </a:lnTo>
                <a:lnTo>
                  <a:pt x="6528352" y="139625"/>
                </a:lnTo>
                <a:lnTo>
                  <a:pt x="6527092" y="139177"/>
                </a:lnTo>
                <a:lnTo>
                  <a:pt x="6525781" y="138755"/>
                </a:lnTo>
                <a:lnTo>
                  <a:pt x="6524418" y="138358"/>
                </a:lnTo>
                <a:lnTo>
                  <a:pt x="6523005" y="137987"/>
                </a:lnTo>
                <a:lnTo>
                  <a:pt x="6521540" y="137642"/>
                </a:lnTo>
                <a:lnTo>
                  <a:pt x="6520023" y="137322"/>
                </a:lnTo>
                <a:lnTo>
                  <a:pt x="6518456" y="137027"/>
                </a:lnTo>
                <a:lnTo>
                  <a:pt x="6516837" y="136759"/>
                </a:lnTo>
                <a:lnTo>
                  <a:pt x="6515167" y="136516"/>
                </a:lnTo>
                <a:lnTo>
                  <a:pt x="6513446" y="136298"/>
                </a:lnTo>
                <a:lnTo>
                  <a:pt x="6511673" y="136106"/>
                </a:lnTo>
                <a:lnTo>
                  <a:pt x="6509849" y="135940"/>
                </a:lnTo>
                <a:lnTo>
                  <a:pt x="6507974" y="135799"/>
                </a:lnTo>
                <a:lnTo>
                  <a:pt x="6506047" y="135684"/>
                </a:lnTo>
                <a:lnTo>
                  <a:pt x="6504069" y="135594"/>
                </a:lnTo>
                <a:lnTo>
                  <a:pt x="6502040" y="135530"/>
                </a:lnTo>
                <a:lnTo>
                  <a:pt x="6499960" y="135492"/>
                </a:lnTo>
                <a:lnTo>
                  <a:pt x="6497828" y="135479"/>
                </a:lnTo>
                <a:lnTo>
                  <a:pt x="6491556" y="135479"/>
                </a:lnTo>
                <a:lnTo>
                  <a:pt x="6490840" y="135468"/>
                </a:lnTo>
                <a:lnTo>
                  <a:pt x="6490137" y="135454"/>
                </a:lnTo>
                <a:lnTo>
                  <a:pt x="6489447" y="135436"/>
                </a:lnTo>
                <a:lnTo>
                  <a:pt x="6488769" y="135416"/>
                </a:lnTo>
                <a:lnTo>
                  <a:pt x="6488103" y="135392"/>
                </a:lnTo>
                <a:lnTo>
                  <a:pt x="6487451" y="135365"/>
                </a:lnTo>
                <a:lnTo>
                  <a:pt x="6486811" y="135335"/>
                </a:lnTo>
                <a:lnTo>
                  <a:pt x="6486184" y="135301"/>
                </a:lnTo>
                <a:lnTo>
                  <a:pt x="6485569" y="135264"/>
                </a:lnTo>
                <a:lnTo>
                  <a:pt x="6484967" y="135225"/>
                </a:lnTo>
                <a:lnTo>
                  <a:pt x="6484378" y="135182"/>
                </a:lnTo>
                <a:lnTo>
                  <a:pt x="6483802" y="135135"/>
                </a:lnTo>
                <a:lnTo>
                  <a:pt x="6483238" y="135086"/>
                </a:lnTo>
                <a:lnTo>
                  <a:pt x="6482687" y="135033"/>
                </a:lnTo>
                <a:lnTo>
                  <a:pt x="6482148" y="134978"/>
                </a:lnTo>
                <a:lnTo>
                  <a:pt x="6481622" y="134919"/>
                </a:lnTo>
                <a:lnTo>
                  <a:pt x="6481109" y="134856"/>
                </a:lnTo>
                <a:lnTo>
                  <a:pt x="6480608" y="134791"/>
                </a:lnTo>
                <a:lnTo>
                  <a:pt x="6480121" y="134722"/>
                </a:lnTo>
                <a:lnTo>
                  <a:pt x="6479645" y="134651"/>
                </a:lnTo>
                <a:lnTo>
                  <a:pt x="6479183" y="134576"/>
                </a:lnTo>
                <a:lnTo>
                  <a:pt x="6478733" y="134498"/>
                </a:lnTo>
                <a:lnTo>
                  <a:pt x="6478296" y="134416"/>
                </a:lnTo>
                <a:lnTo>
                  <a:pt x="6477871" y="134332"/>
                </a:lnTo>
                <a:lnTo>
                  <a:pt x="6477458" y="134244"/>
                </a:lnTo>
                <a:lnTo>
                  <a:pt x="6477056" y="134154"/>
                </a:lnTo>
                <a:lnTo>
                  <a:pt x="6476663" y="134062"/>
                </a:lnTo>
                <a:lnTo>
                  <a:pt x="6476281" y="133967"/>
                </a:lnTo>
                <a:lnTo>
                  <a:pt x="6475909" y="133869"/>
                </a:lnTo>
                <a:lnTo>
                  <a:pt x="6475548" y="133768"/>
                </a:lnTo>
                <a:lnTo>
                  <a:pt x="6475197" y="133665"/>
                </a:lnTo>
                <a:lnTo>
                  <a:pt x="6474856" y="133560"/>
                </a:lnTo>
                <a:lnTo>
                  <a:pt x="6474525" y="133452"/>
                </a:lnTo>
                <a:lnTo>
                  <a:pt x="6474205" y="133341"/>
                </a:lnTo>
                <a:lnTo>
                  <a:pt x="6473895" y="133228"/>
                </a:lnTo>
                <a:lnTo>
                  <a:pt x="6473595" y="133112"/>
                </a:lnTo>
                <a:lnTo>
                  <a:pt x="6473306" y="132994"/>
                </a:lnTo>
                <a:lnTo>
                  <a:pt x="6473026" y="132873"/>
                </a:lnTo>
                <a:lnTo>
                  <a:pt x="6472758" y="132749"/>
                </a:lnTo>
                <a:lnTo>
                  <a:pt x="6472499" y="132623"/>
                </a:lnTo>
                <a:lnTo>
                  <a:pt x="6472251" y="132494"/>
                </a:lnTo>
                <a:lnTo>
                  <a:pt x="6472013" y="132363"/>
                </a:lnTo>
                <a:lnTo>
                  <a:pt x="6471785" y="132229"/>
                </a:lnTo>
                <a:lnTo>
                  <a:pt x="6471568" y="132092"/>
                </a:lnTo>
                <a:lnTo>
                  <a:pt x="6471361" y="131953"/>
                </a:lnTo>
                <a:lnTo>
                  <a:pt x="6471164" y="131811"/>
                </a:lnTo>
                <a:lnTo>
                  <a:pt x="6470977" y="131667"/>
                </a:lnTo>
                <a:lnTo>
                  <a:pt x="6470801" y="131520"/>
                </a:lnTo>
                <a:lnTo>
                  <a:pt x="6470634" y="131371"/>
                </a:lnTo>
                <a:lnTo>
                  <a:pt x="6470473" y="131221"/>
                </a:lnTo>
                <a:lnTo>
                  <a:pt x="6470320" y="131069"/>
                </a:lnTo>
                <a:lnTo>
                  <a:pt x="6470174" y="130916"/>
                </a:lnTo>
                <a:lnTo>
                  <a:pt x="6470035" y="130761"/>
                </a:lnTo>
                <a:lnTo>
                  <a:pt x="6469903" y="130606"/>
                </a:lnTo>
                <a:lnTo>
                  <a:pt x="6469778" y="130448"/>
                </a:lnTo>
                <a:lnTo>
                  <a:pt x="6469661" y="130290"/>
                </a:lnTo>
                <a:lnTo>
                  <a:pt x="6469550" y="130130"/>
                </a:lnTo>
                <a:lnTo>
                  <a:pt x="6469447" y="129968"/>
                </a:lnTo>
                <a:lnTo>
                  <a:pt x="6469351" y="129805"/>
                </a:lnTo>
                <a:lnTo>
                  <a:pt x="6469261" y="129641"/>
                </a:lnTo>
                <a:lnTo>
                  <a:pt x="6469180" y="129475"/>
                </a:lnTo>
                <a:lnTo>
                  <a:pt x="6469105" y="129308"/>
                </a:lnTo>
                <a:lnTo>
                  <a:pt x="6469037" y="129140"/>
                </a:lnTo>
                <a:lnTo>
                  <a:pt x="6468976" y="128970"/>
                </a:lnTo>
                <a:lnTo>
                  <a:pt x="6468923" y="128799"/>
                </a:lnTo>
                <a:lnTo>
                  <a:pt x="6468877" y="128626"/>
                </a:lnTo>
                <a:lnTo>
                  <a:pt x="6468837" y="128452"/>
                </a:lnTo>
                <a:lnTo>
                  <a:pt x="6468805" y="128276"/>
                </a:lnTo>
                <a:lnTo>
                  <a:pt x="6468780" y="128100"/>
                </a:lnTo>
                <a:lnTo>
                  <a:pt x="6468763" y="127921"/>
                </a:lnTo>
                <a:lnTo>
                  <a:pt x="6468752" y="127742"/>
                </a:lnTo>
                <a:lnTo>
                  <a:pt x="6468748" y="127561"/>
                </a:lnTo>
                <a:lnTo>
                  <a:pt x="6468754" y="127303"/>
                </a:lnTo>
                <a:lnTo>
                  <a:pt x="6468772" y="127046"/>
                </a:lnTo>
                <a:lnTo>
                  <a:pt x="6468802" y="126790"/>
                </a:lnTo>
                <a:lnTo>
                  <a:pt x="6468843" y="126535"/>
                </a:lnTo>
                <a:lnTo>
                  <a:pt x="6468897" y="126280"/>
                </a:lnTo>
                <a:lnTo>
                  <a:pt x="6468962" y="126026"/>
                </a:lnTo>
                <a:lnTo>
                  <a:pt x="6469039" y="125773"/>
                </a:lnTo>
                <a:lnTo>
                  <a:pt x="6469128" y="125521"/>
                </a:lnTo>
                <a:lnTo>
                  <a:pt x="6469229" y="125270"/>
                </a:lnTo>
                <a:lnTo>
                  <a:pt x="6469342" y="125019"/>
                </a:lnTo>
                <a:lnTo>
                  <a:pt x="6469467" y="124770"/>
                </a:lnTo>
                <a:lnTo>
                  <a:pt x="6469604" y="124521"/>
                </a:lnTo>
                <a:lnTo>
                  <a:pt x="6469752" y="124273"/>
                </a:lnTo>
                <a:lnTo>
                  <a:pt x="6469912" y="124025"/>
                </a:lnTo>
                <a:lnTo>
                  <a:pt x="6470085" y="123779"/>
                </a:lnTo>
                <a:lnTo>
                  <a:pt x="6470269" y="123533"/>
                </a:lnTo>
                <a:lnTo>
                  <a:pt x="6470465" y="123288"/>
                </a:lnTo>
                <a:lnTo>
                  <a:pt x="6470673" y="123044"/>
                </a:lnTo>
                <a:lnTo>
                  <a:pt x="6470892" y="122800"/>
                </a:lnTo>
                <a:lnTo>
                  <a:pt x="6471124" y="122558"/>
                </a:lnTo>
                <a:lnTo>
                  <a:pt x="6471368" y="122316"/>
                </a:lnTo>
                <a:lnTo>
                  <a:pt x="6471623" y="122075"/>
                </a:lnTo>
                <a:lnTo>
                  <a:pt x="6471890" y="121834"/>
                </a:lnTo>
                <a:lnTo>
                  <a:pt x="6472170" y="121595"/>
                </a:lnTo>
                <a:lnTo>
                  <a:pt x="6472460" y="121358"/>
                </a:lnTo>
                <a:lnTo>
                  <a:pt x="6472760" y="121127"/>
                </a:lnTo>
                <a:lnTo>
                  <a:pt x="6473069" y="120900"/>
                </a:lnTo>
                <a:lnTo>
                  <a:pt x="6473389" y="120679"/>
                </a:lnTo>
                <a:lnTo>
                  <a:pt x="6473719" y="120463"/>
                </a:lnTo>
                <a:lnTo>
                  <a:pt x="6474058" y="120252"/>
                </a:lnTo>
                <a:lnTo>
                  <a:pt x="6474408" y="120047"/>
                </a:lnTo>
                <a:lnTo>
                  <a:pt x="6474767" y="119846"/>
                </a:lnTo>
                <a:lnTo>
                  <a:pt x="6475136" y="119651"/>
                </a:lnTo>
                <a:lnTo>
                  <a:pt x="6475515" y="119461"/>
                </a:lnTo>
                <a:lnTo>
                  <a:pt x="6475905" y="119276"/>
                </a:lnTo>
                <a:lnTo>
                  <a:pt x="6476303" y="119097"/>
                </a:lnTo>
                <a:lnTo>
                  <a:pt x="6476712" y="118922"/>
                </a:lnTo>
                <a:lnTo>
                  <a:pt x="6477131" y="118753"/>
                </a:lnTo>
                <a:lnTo>
                  <a:pt x="6477560" y="118589"/>
                </a:lnTo>
                <a:lnTo>
                  <a:pt x="6477998" y="118430"/>
                </a:lnTo>
                <a:lnTo>
                  <a:pt x="6478447" y="118277"/>
                </a:lnTo>
                <a:lnTo>
                  <a:pt x="6478566" y="118238"/>
                </a:lnTo>
                <a:lnTo>
                  <a:pt x="6478889" y="118343"/>
                </a:lnTo>
                <a:lnTo>
                  <a:pt x="6479781" y="118612"/>
                </a:lnTo>
                <a:lnTo>
                  <a:pt x="6480687" y="118862"/>
                </a:lnTo>
                <a:lnTo>
                  <a:pt x="6481606" y="119093"/>
                </a:lnTo>
                <a:lnTo>
                  <a:pt x="6482540" y="119306"/>
                </a:lnTo>
                <a:lnTo>
                  <a:pt x="6483487" y="119500"/>
                </a:lnTo>
                <a:lnTo>
                  <a:pt x="6484448" y="119676"/>
                </a:lnTo>
                <a:lnTo>
                  <a:pt x="6485423" y="119834"/>
                </a:lnTo>
                <a:lnTo>
                  <a:pt x="6486412" y="119972"/>
                </a:lnTo>
                <a:lnTo>
                  <a:pt x="6487415" y="120093"/>
                </a:lnTo>
                <a:lnTo>
                  <a:pt x="6488432" y="120195"/>
                </a:lnTo>
                <a:lnTo>
                  <a:pt x="6489462" y="120278"/>
                </a:lnTo>
                <a:lnTo>
                  <a:pt x="6490507" y="120343"/>
                </a:lnTo>
                <a:lnTo>
                  <a:pt x="6491565" y="120389"/>
                </a:lnTo>
                <a:lnTo>
                  <a:pt x="6492637" y="120417"/>
                </a:lnTo>
                <a:lnTo>
                  <a:pt x="6493723" y="120426"/>
                </a:lnTo>
                <a:lnTo>
                  <a:pt x="6494846" y="120417"/>
                </a:lnTo>
                <a:lnTo>
                  <a:pt x="6495953" y="120389"/>
                </a:lnTo>
                <a:lnTo>
                  <a:pt x="6497044" y="120344"/>
                </a:lnTo>
                <a:lnTo>
                  <a:pt x="6498118" y="120279"/>
                </a:lnTo>
                <a:lnTo>
                  <a:pt x="6499177" y="120197"/>
                </a:lnTo>
                <a:lnTo>
                  <a:pt x="6500220" y="120096"/>
                </a:lnTo>
                <a:lnTo>
                  <a:pt x="6501246" y="119977"/>
                </a:lnTo>
                <a:lnTo>
                  <a:pt x="6502257" y="119840"/>
                </a:lnTo>
                <a:lnTo>
                  <a:pt x="6503252" y="119684"/>
                </a:lnTo>
                <a:lnTo>
                  <a:pt x="6504230" y="119510"/>
                </a:lnTo>
                <a:lnTo>
                  <a:pt x="6505193" y="119318"/>
                </a:lnTo>
                <a:lnTo>
                  <a:pt x="6506139" y="119107"/>
                </a:lnTo>
                <a:lnTo>
                  <a:pt x="6507070" y="118878"/>
                </a:lnTo>
                <a:lnTo>
                  <a:pt x="6507984" y="118631"/>
                </a:lnTo>
                <a:lnTo>
                  <a:pt x="6508882" y="118366"/>
                </a:lnTo>
                <a:lnTo>
                  <a:pt x="6509765" y="118082"/>
                </a:lnTo>
                <a:lnTo>
                  <a:pt x="6510631" y="117780"/>
                </a:lnTo>
                <a:lnTo>
                  <a:pt x="6511481" y="117459"/>
                </a:lnTo>
                <a:lnTo>
                  <a:pt x="6512315" y="117120"/>
                </a:lnTo>
                <a:lnTo>
                  <a:pt x="6513134" y="116763"/>
                </a:lnTo>
                <a:lnTo>
                  <a:pt x="6513936" y="116388"/>
                </a:lnTo>
                <a:lnTo>
                  <a:pt x="6514722" y="115994"/>
                </a:lnTo>
                <a:lnTo>
                  <a:pt x="6515492" y="115582"/>
                </a:lnTo>
                <a:lnTo>
                  <a:pt x="6516246" y="115152"/>
                </a:lnTo>
                <a:lnTo>
                  <a:pt x="6516984" y="114706"/>
                </a:lnTo>
                <a:lnTo>
                  <a:pt x="6517707" y="114248"/>
                </a:lnTo>
                <a:lnTo>
                  <a:pt x="6518415" y="113779"/>
                </a:lnTo>
                <a:lnTo>
                  <a:pt x="6519108" y="113297"/>
                </a:lnTo>
                <a:lnTo>
                  <a:pt x="6519785" y="112803"/>
                </a:lnTo>
                <a:lnTo>
                  <a:pt x="6520448" y="112297"/>
                </a:lnTo>
                <a:lnTo>
                  <a:pt x="6521094" y="111779"/>
                </a:lnTo>
                <a:lnTo>
                  <a:pt x="6521726" y="111249"/>
                </a:lnTo>
                <a:lnTo>
                  <a:pt x="6522343" y="110707"/>
                </a:lnTo>
                <a:lnTo>
                  <a:pt x="6522944" y="110153"/>
                </a:lnTo>
                <a:lnTo>
                  <a:pt x="6523530" y="109586"/>
                </a:lnTo>
                <a:lnTo>
                  <a:pt x="6524100" y="109008"/>
                </a:lnTo>
                <a:lnTo>
                  <a:pt x="6524656" y="108417"/>
                </a:lnTo>
                <a:lnTo>
                  <a:pt x="6525196" y="107815"/>
                </a:lnTo>
                <a:lnTo>
                  <a:pt x="6525721" y="107200"/>
                </a:lnTo>
                <a:lnTo>
                  <a:pt x="6526231" y="106573"/>
                </a:lnTo>
                <a:lnTo>
                  <a:pt x="6526725" y="105935"/>
                </a:lnTo>
                <a:lnTo>
                  <a:pt x="6527204" y="105284"/>
                </a:lnTo>
                <a:lnTo>
                  <a:pt x="6527668" y="104621"/>
                </a:lnTo>
                <a:lnTo>
                  <a:pt x="6528117" y="103946"/>
                </a:lnTo>
                <a:lnTo>
                  <a:pt x="6528551" y="103259"/>
                </a:lnTo>
                <a:lnTo>
                  <a:pt x="6528969" y="102559"/>
                </a:lnTo>
                <a:lnTo>
                  <a:pt x="6529372" y="101848"/>
                </a:lnTo>
                <a:lnTo>
                  <a:pt x="6529760" y="101125"/>
                </a:lnTo>
                <a:lnTo>
                  <a:pt x="6530132" y="100392"/>
                </a:lnTo>
                <a:lnTo>
                  <a:pt x="6530488" y="99654"/>
                </a:lnTo>
                <a:lnTo>
                  <a:pt x="6530829" y="98910"/>
                </a:lnTo>
                <a:lnTo>
                  <a:pt x="6531153" y="98161"/>
                </a:lnTo>
                <a:lnTo>
                  <a:pt x="6531462" y="97405"/>
                </a:lnTo>
                <a:lnTo>
                  <a:pt x="6531755" y="96644"/>
                </a:lnTo>
                <a:lnTo>
                  <a:pt x="6532032" y="95876"/>
                </a:lnTo>
                <a:lnTo>
                  <a:pt x="6532294" y="95103"/>
                </a:lnTo>
                <a:lnTo>
                  <a:pt x="6532539" y="94324"/>
                </a:lnTo>
                <a:lnTo>
                  <a:pt x="6532769" y="93540"/>
                </a:lnTo>
                <a:lnTo>
                  <a:pt x="6532983" y="92749"/>
                </a:lnTo>
                <a:lnTo>
                  <a:pt x="6533181" y="91953"/>
                </a:lnTo>
                <a:lnTo>
                  <a:pt x="6533363" y="91150"/>
                </a:lnTo>
                <a:lnTo>
                  <a:pt x="6533529" y="90342"/>
                </a:lnTo>
                <a:lnTo>
                  <a:pt x="6533680" y="89528"/>
                </a:lnTo>
                <a:lnTo>
                  <a:pt x="6533814" y="88709"/>
                </a:lnTo>
                <a:lnTo>
                  <a:pt x="6533933" y="87883"/>
                </a:lnTo>
                <a:lnTo>
                  <a:pt x="6534036" y="87052"/>
                </a:lnTo>
                <a:lnTo>
                  <a:pt x="6534123" y="86215"/>
                </a:lnTo>
                <a:lnTo>
                  <a:pt x="6534194" y="85372"/>
                </a:lnTo>
                <a:lnTo>
                  <a:pt x="6534250" y="84523"/>
                </a:lnTo>
                <a:lnTo>
                  <a:pt x="6534290" y="83668"/>
                </a:lnTo>
                <a:lnTo>
                  <a:pt x="6534313" y="82807"/>
                </a:lnTo>
                <a:lnTo>
                  <a:pt x="6534321" y="81941"/>
                </a:lnTo>
                <a:lnTo>
                  <a:pt x="6534313" y="81046"/>
                </a:lnTo>
                <a:lnTo>
                  <a:pt x="6534290" y="80158"/>
                </a:lnTo>
                <a:lnTo>
                  <a:pt x="6534251" y="79277"/>
                </a:lnTo>
                <a:lnTo>
                  <a:pt x="6534196" y="78402"/>
                </a:lnTo>
                <a:lnTo>
                  <a:pt x="6534126" y="77535"/>
                </a:lnTo>
                <a:lnTo>
                  <a:pt x="6534040" y="76674"/>
                </a:lnTo>
                <a:lnTo>
                  <a:pt x="6533938" y="75820"/>
                </a:lnTo>
                <a:lnTo>
                  <a:pt x="6533821" y="74973"/>
                </a:lnTo>
                <a:lnTo>
                  <a:pt x="6533688" y="74133"/>
                </a:lnTo>
                <a:lnTo>
                  <a:pt x="6533539" y="73300"/>
                </a:lnTo>
                <a:lnTo>
                  <a:pt x="6533375" y="72473"/>
                </a:lnTo>
                <a:lnTo>
                  <a:pt x="6533195" y="71654"/>
                </a:lnTo>
                <a:lnTo>
                  <a:pt x="6533000" y="70841"/>
                </a:lnTo>
                <a:lnTo>
                  <a:pt x="6532788" y="70035"/>
                </a:lnTo>
                <a:lnTo>
                  <a:pt x="6532562" y="69236"/>
                </a:lnTo>
                <a:lnTo>
                  <a:pt x="6532319" y="68443"/>
                </a:lnTo>
                <a:lnTo>
                  <a:pt x="6532061" y="67658"/>
                </a:lnTo>
                <a:lnTo>
                  <a:pt x="6531787" y="66879"/>
                </a:lnTo>
                <a:lnTo>
                  <a:pt x="6531498" y="66107"/>
                </a:lnTo>
                <a:lnTo>
                  <a:pt x="6531193" y="65343"/>
                </a:lnTo>
                <a:lnTo>
                  <a:pt x="6530872" y="64584"/>
                </a:lnTo>
                <a:lnTo>
                  <a:pt x="6530536" y="63833"/>
                </a:lnTo>
                <a:lnTo>
                  <a:pt x="6530184" y="63089"/>
                </a:lnTo>
                <a:lnTo>
                  <a:pt x="6529817" y="62351"/>
                </a:lnTo>
                <a:lnTo>
                  <a:pt x="6529434" y="61623"/>
                </a:lnTo>
                <a:lnTo>
                  <a:pt x="6529035" y="60907"/>
                </a:lnTo>
                <a:lnTo>
                  <a:pt x="6528621" y="60204"/>
                </a:lnTo>
                <a:lnTo>
                  <a:pt x="6528192" y="59514"/>
                </a:lnTo>
                <a:lnTo>
                  <a:pt x="6527747" y="58835"/>
                </a:lnTo>
                <a:lnTo>
                  <a:pt x="6527286" y="58170"/>
                </a:lnTo>
                <a:lnTo>
                  <a:pt x="6526811" y="57516"/>
                </a:lnTo>
                <a:lnTo>
                  <a:pt x="6526319" y="56876"/>
                </a:lnTo>
                <a:lnTo>
                  <a:pt x="6525813" y="56248"/>
                </a:lnTo>
                <a:lnTo>
                  <a:pt x="6525291" y="55632"/>
                </a:lnTo>
                <a:lnTo>
                  <a:pt x="6524753" y="55029"/>
                </a:lnTo>
                <a:lnTo>
                  <a:pt x="6524200" y="54438"/>
                </a:lnTo>
                <a:lnTo>
                  <a:pt x="6523632" y="53860"/>
                </a:lnTo>
                <a:lnTo>
                  <a:pt x="6523117" y="53361"/>
                </a:lnTo>
                <a:lnTo>
                  <a:pt x="6523205" y="53242"/>
                </a:lnTo>
                <a:lnTo>
                  <a:pt x="6523581" y="52769"/>
                </a:lnTo>
                <a:lnTo>
                  <a:pt x="6523965" y="52312"/>
                </a:lnTo>
                <a:lnTo>
                  <a:pt x="6524356" y="51873"/>
                </a:lnTo>
                <a:lnTo>
                  <a:pt x="6524755" y="51451"/>
                </a:lnTo>
                <a:lnTo>
                  <a:pt x="6525161" y="51046"/>
                </a:lnTo>
                <a:lnTo>
                  <a:pt x="6525574" y="50659"/>
                </a:lnTo>
                <a:close/>
                <a:moveTo>
                  <a:pt x="6488766" y="106884"/>
                </a:moveTo>
                <a:lnTo>
                  <a:pt x="6488072" y="106718"/>
                </a:lnTo>
                <a:lnTo>
                  <a:pt x="6487385" y="106530"/>
                </a:lnTo>
                <a:lnTo>
                  <a:pt x="6486706" y="106320"/>
                </a:lnTo>
                <a:lnTo>
                  <a:pt x="6486034" y="106088"/>
                </a:lnTo>
                <a:lnTo>
                  <a:pt x="6485370" y="105833"/>
                </a:lnTo>
                <a:lnTo>
                  <a:pt x="6484713" y="105557"/>
                </a:lnTo>
                <a:lnTo>
                  <a:pt x="6484064" y="105258"/>
                </a:lnTo>
                <a:lnTo>
                  <a:pt x="6483422" y="104938"/>
                </a:lnTo>
                <a:lnTo>
                  <a:pt x="6482788" y="104595"/>
                </a:lnTo>
                <a:lnTo>
                  <a:pt x="6482161" y="104230"/>
                </a:lnTo>
                <a:lnTo>
                  <a:pt x="6481542" y="103843"/>
                </a:lnTo>
                <a:lnTo>
                  <a:pt x="6480931" y="103434"/>
                </a:lnTo>
                <a:lnTo>
                  <a:pt x="6480327" y="103003"/>
                </a:lnTo>
                <a:lnTo>
                  <a:pt x="6479730" y="102550"/>
                </a:lnTo>
                <a:lnTo>
                  <a:pt x="6479141" y="102074"/>
                </a:lnTo>
                <a:lnTo>
                  <a:pt x="6478559" y="101577"/>
                </a:lnTo>
                <a:lnTo>
                  <a:pt x="6477986" y="101057"/>
                </a:lnTo>
                <a:lnTo>
                  <a:pt x="6477427" y="100515"/>
                </a:lnTo>
                <a:lnTo>
                  <a:pt x="6476893" y="99950"/>
                </a:lnTo>
                <a:lnTo>
                  <a:pt x="6476382" y="99363"/>
                </a:lnTo>
                <a:lnTo>
                  <a:pt x="6475895" y="98753"/>
                </a:lnTo>
                <a:lnTo>
                  <a:pt x="6475432" y="98121"/>
                </a:lnTo>
                <a:lnTo>
                  <a:pt x="6474992" y="97466"/>
                </a:lnTo>
                <a:lnTo>
                  <a:pt x="6474576" y="96788"/>
                </a:lnTo>
                <a:lnTo>
                  <a:pt x="6474184" y="96088"/>
                </a:lnTo>
                <a:lnTo>
                  <a:pt x="6473816" y="95366"/>
                </a:lnTo>
                <a:lnTo>
                  <a:pt x="6473471" y="94621"/>
                </a:lnTo>
                <a:lnTo>
                  <a:pt x="6473151" y="93854"/>
                </a:lnTo>
                <a:lnTo>
                  <a:pt x="6472854" y="93064"/>
                </a:lnTo>
                <a:lnTo>
                  <a:pt x="6472581" y="92251"/>
                </a:lnTo>
                <a:lnTo>
                  <a:pt x="6472331" y="91416"/>
                </a:lnTo>
                <a:lnTo>
                  <a:pt x="6472105" y="90558"/>
                </a:lnTo>
                <a:lnTo>
                  <a:pt x="6471903" y="89678"/>
                </a:lnTo>
                <a:lnTo>
                  <a:pt x="6471725" y="88776"/>
                </a:lnTo>
                <a:lnTo>
                  <a:pt x="6471571" y="87851"/>
                </a:lnTo>
                <a:lnTo>
                  <a:pt x="6471440" y="86903"/>
                </a:lnTo>
                <a:lnTo>
                  <a:pt x="6471333" y="85933"/>
                </a:lnTo>
                <a:lnTo>
                  <a:pt x="6471250" y="84940"/>
                </a:lnTo>
                <a:lnTo>
                  <a:pt x="6471191" y="83925"/>
                </a:lnTo>
                <a:lnTo>
                  <a:pt x="6471155" y="82887"/>
                </a:lnTo>
                <a:lnTo>
                  <a:pt x="6471143" y="81827"/>
                </a:lnTo>
                <a:lnTo>
                  <a:pt x="6471154" y="80776"/>
                </a:lnTo>
                <a:lnTo>
                  <a:pt x="6471187" y="79747"/>
                </a:lnTo>
                <a:lnTo>
                  <a:pt x="6471243" y="78739"/>
                </a:lnTo>
                <a:lnTo>
                  <a:pt x="6471321" y="77752"/>
                </a:lnTo>
                <a:lnTo>
                  <a:pt x="6471420" y="76787"/>
                </a:lnTo>
                <a:lnTo>
                  <a:pt x="6471542" y="75844"/>
                </a:lnTo>
                <a:lnTo>
                  <a:pt x="6471686" y="74922"/>
                </a:lnTo>
                <a:lnTo>
                  <a:pt x="6471853" y="74022"/>
                </a:lnTo>
                <a:lnTo>
                  <a:pt x="6472041" y="73143"/>
                </a:lnTo>
                <a:lnTo>
                  <a:pt x="6472252" y="72285"/>
                </a:lnTo>
                <a:lnTo>
                  <a:pt x="6472485" y="71450"/>
                </a:lnTo>
                <a:lnTo>
                  <a:pt x="6472740" y="70635"/>
                </a:lnTo>
                <a:lnTo>
                  <a:pt x="6473017" y="69842"/>
                </a:lnTo>
                <a:lnTo>
                  <a:pt x="6473316" y="69071"/>
                </a:lnTo>
                <a:lnTo>
                  <a:pt x="6473638" y="68321"/>
                </a:lnTo>
                <a:lnTo>
                  <a:pt x="6473981" y="67593"/>
                </a:lnTo>
                <a:lnTo>
                  <a:pt x="6474347" y="66886"/>
                </a:lnTo>
                <a:lnTo>
                  <a:pt x="6474735" y="66201"/>
                </a:lnTo>
                <a:lnTo>
                  <a:pt x="6475146" y="65537"/>
                </a:lnTo>
                <a:lnTo>
                  <a:pt x="6475578" y="64894"/>
                </a:lnTo>
                <a:lnTo>
                  <a:pt x="6476033" y="64274"/>
                </a:lnTo>
                <a:lnTo>
                  <a:pt x="6476509" y="63674"/>
                </a:lnTo>
                <a:lnTo>
                  <a:pt x="6477008" y="63096"/>
                </a:lnTo>
                <a:lnTo>
                  <a:pt x="6477529" y="62540"/>
                </a:lnTo>
                <a:lnTo>
                  <a:pt x="6478068" y="62006"/>
                </a:lnTo>
                <a:lnTo>
                  <a:pt x="6478620" y="61494"/>
                </a:lnTo>
                <a:lnTo>
                  <a:pt x="6479185" y="61006"/>
                </a:lnTo>
                <a:lnTo>
                  <a:pt x="6479763" y="60540"/>
                </a:lnTo>
                <a:lnTo>
                  <a:pt x="6480354" y="60097"/>
                </a:lnTo>
                <a:lnTo>
                  <a:pt x="6480958" y="59676"/>
                </a:lnTo>
                <a:lnTo>
                  <a:pt x="6481575" y="59278"/>
                </a:lnTo>
                <a:lnTo>
                  <a:pt x="6482205" y="58903"/>
                </a:lnTo>
                <a:lnTo>
                  <a:pt x="6482848" y="58551"/>
                </a:lnTo>
                <a:lnTo>
                  <a:pt x="6483505" y="58221"/>
                </a:lnTo>
                <a:lnTo>
                  <a:pt x="6484174" y="57914"/>
                </a:lnTo>
                <a:lnTo>
                  <a:pt x="6484856" y="57630"/>
                </a:lnTo>
                <a:lnTo>
                  <a:pt x="6485552" y="57369"/>
                </a:lnTo>
                <a:lnTo>
                  <a:pt x="6486261" y="57130"/>
                </a:lnTo>
                <a:lnTo>
                  <a:pt x="6486982" y="56914"/>
                </a:lnTo>
                <a:lnTo>
                  <a:pt x="6487717" y="56721"/>
                </a:lnTo>
                <a:lnTo>
                  <a:pt x="6488465" y="56550"/>
                </a:lnTo>
                <a:lnTo>
                  <a:pt x="6489226" y="56403"/>
                </a:lnTo>
                <a:lnTo>
                  <a:pt x="6490000" y="56278"/>
                </a:lnTo>
                <a:lnTo>
                  <a:pt x="6490786" y="56175"/>
                </a:lnTo>
                <a:lnTo>
                  <a:pt x="6491587" y="56096"/>
                </a:lnTo>
                <a:lnTo>
                  <a:pt x="6492400" y="56039"/>
                </a:lnTo>
                <a:lnTo>
                  <a:pt x="6493226" y="56005"/>
                </a:lnTo>
                <a:lnTo>
                  <a:pt x="6494065" y="55994"/>
                </a:lnTo>
                <a:lnTo>
                  <a:pt x="6494904" y="56005"/>
                </a:lnTo>
                <a:lnTo>
                  <a:pt x="6495729" y="56038"/>
                </a:lnTo>
                <a:lnTo>
                  <a:pt x="6496539" y="56093"/>
                </a:lnTo>
                <a:lnTo>
                  <a:pt x="6497336" y="56171"/>
                </a:lnTo>
                <a:lnTo>
                  <a:pt x="6498118" y="56270"/>
                </a:lnTo>
                <a:lnTo>
                  <a:pt x="6498887" y="56392"/>
                </a:lnTo>
                <a:lnTo>
                  <a:pt x="6499641" y="56536"/>
                </a:lnTo>
                <a:lnTo>
                  <a:pt x="6500382" y="56702"/>
                </a:lnTo>
                <a:lnTo>
                  <a:pt x="6501108" y="56890"/>
                </a:lnTo>
                <a:lnTo>
                  <a:pt x="6501820" y="57100"/>
                </a:lnTo>
                <a:lnTo>
                  <a:pt x="6502518" y="57332"/>
                </a:lnTo>
                <a:lnTo>
                  <a:pt x="6503203" y="57587"/>
                </a:lnTo>
                <a:lnTo>
                  <a:pt x="6503873" y="57863"/>
                </a:lnTo>
                <a:lnTo>
                  <a:pt x="6504529" y="58162"/>
                </a:lnTo>
                <a:lnTo>
                  <a:pt x="6505171" y="58483"/>
                </a:lnTo>
                <a:lnTo>
                  <a:pt x="6505799" y="58826"/>
                </a:lnTo>
                <a:lnTo>
                  <a:pt x="6506412" y="59191"/>
                </a:lnTo>
                <a:lnTo>
                  <a:pt x="6507012" y="59578"/>
                </a:lnTo>
                <a:lnTo>
                  <a:pt x="6507598" y="59987"/>
                </a:lnTo>
                <a:lnTo>
                  <a:pt x="6508170" y="60419"/>
                </a:lnTo>
                <a:lnTo>
                  <a:pt x="6508727" y="60872"/>
                </a:lnTo>
                <a:lnTo>
                  <a:pt x="6509271" y="61348"/>
                </a:lnTo>
                <a:lnTo>
                  <a:pt x="6509800" y="61846"/>
                </a:lnTo>
                <a:lnTo>
                  <a:pt x="6510316" y="62365"/>
                </a:lnTo>
                <a:lnTo>
                  <a:pt x="6510814" y="62908"/>
                </a:lnTo>
                <a:lnTo>
                  <a:pt x="6511290" y="63474"/>
                </a:lnTo>
                <a:lnTo>
                  <a:pt x="6511746" y="64065"/>
                </a:lnTo>
                <a:lnTo>
                  <a:pt x="6512180" y="64678"/>
                </a:lnTo>
                <a:lnTo>
                  <a:pt x="6512593" y="65316"/>
                </a:lnTo>
                <a:lnTo>
                  <a:pt x="6512985" y="65977"/>
                </a:lnTo>
                <a:lnTo>
                  <a:pt x="6513356" y="66662"/>
                </a:lnTo>
                <a:lnTo>
                  <a:pt x="6513705" y="67371"/>
                </a:lnTo>
                <a:lnTo>
                  <a:pt x="6514034" y="68104"/>
                </a:lnTo>
                <a:lnTo>
                  <a:pt x="6514341" y="68860"/>
                </a:lnTo>
                <a:lnTo>
                  <a:pt x="6514627" y="69641"/>
                </a:lnTo>
                <a:lnTo>
                  <a:pt x="6514892" y="70445"/>
                </a:lnTo>
                <a:lnTo>
                  <a:pt x="6515135" y="71272"/>
                </a:lnTo>
                <a:lnTo>
                  <a:pt x="6515358" y="72124"/>
                </a:lnTo>
                <a:lnTo>
                  <a:pt x="6515559" y="72999"/>
                </a:lnTo>
                <a:lnTo>
                  <a:pt x="6515739" y="73898"/>
                </a:lnTo>
                <a:lnTo>
                  <a:pt x="6515898" y="74820"/>
                </a:lnTo>
                <a:lnTo>
                  <a:pt x="6516036" y="75767"/>
                </a:lnTo>
                <a:lnTo>
                  <a:pt x="6516152" y="76737"/>
                </a:lnTo>
                <a:lnTo>
                  <a:pt x="6516247" y="77731"/>
                </a:lnTo>
                <a:lnTo>
                  <a:pt x="6516322" y="78749"/>
                </a:lnTo>
                <a:lnTo>
                  <a:pt x="6516375" y="79790"/>
                </a:lnTo>
                <a:lnTo>
                  <a:pt x="6516406" y="80856"/>
                </a:lnTo>
                <a:lnTo>
                  <a:pt x="6516417" y="81945"/>
                </a:lnTo>
                <a:lnTo>
                  <a:pt x="6516406" y="82986"/>
                </a:lnTo>
                <a:lnTo>
                  <a:pt x="6516373" y="84005"/>
                </a:lnTo>
                <a:lnTo>
                  <a:pt x="6516319" y="85004"/>
                </a:lnTo>
                <a:lnTo>
                  <a:pt x="6516243" y="85980"/>
                </a:lnTo>
                <a:lnTo>
                  <a:pt x="6516145" y="86935"/>
                </a:lnTo>
                <a:lnTo>
                  <a:pt x="6516025" y="87869"/>
                </a:lnTo>
                <a:lnTo>
                  <a:pt x="6515883" y="88781"/>
                </a:lnTo>
                <a:lnTo>
                  <a:pt x="6515720" y="89672"/>
                </a:lnTo>
                <a:lnTo>
                  <a:pt x="6515535" y="90541"/>
                </a:lnTo>
                <a:lnTo>
                  <a:pt x="6515328" y="91388"/>
                </a:lnTo>
                <a:lnTo>
                  <a:pt x="6515099" y="92214"/>
                </a:lnTo>
                <a:lnTo>
                  <a:pt x="6514849" y="93019"/>
                </a:lnTo>
                <a:lnTo>
                  <a:pt x="6514577" y="93802"/>
                </a:lnTo>
                <a:lnTo>
                  <a:pt x="6514283" y="94564"/>
                </a:lnTo>
                <a:lnTo>
                  <a:pt x="6513967" y="95304"/>
                </a:lnTo>
                <a:lnTo>
                  <a:pt x="6513629" y="96022"/>
                </a:lnTo>
                <a:lnTo>
                  <a:pt x="6513270" y="96719"/>
                </a:lnTo>
                <a:lnTo>
                  <a:pt x="6512889" y="97395"/>
                </a:lnTo>
                <a:lnTo>
                  <a:pt x="6512486" y="98049"/>
                </a:lnTo>
                <a:lnTo>
                  <a:pt x="6512061" y="98681"/>
                </a:lnTo>
                <a:lnTo>
                  <a:pt x="6511615" y="99292"/>
                </a:lnTo>
                <a:lnTo>
                  <a:pt x="6511147" y="99882"/>
                </a:lnTo>
                <a:lnTo>
                  <a:pt x="6510657" y="100450"/>
                </a:lnTo>
                <a:lnTo>
                  <a:pt x="6510145" y="100996"/>
                </a:lnTo>
                <a:lnTo>
                  <a:pt x="6509616" y="101521"/>
                </a:lnTo>
                <a:lnTo>
                  <a:pt x="6509073" y="102023"/>
                </a:lnTo>
                <a:lnTo>
                  <a:pt x="6508518" y="102503"/>
                </a:lnTo>
                <a:lnTo>
                  <a:pt x="6507949" y="102961"/>
                </a:lnTo>
                <a:lnTo>
                  <a:pt x="6507368" y="103396"/>
                </a:lnTo>
                <a:lnTo>
                  <a:pt x="6506773" y="103809"/>
                </a:lnTo>
                <a:lnTo>
                  <a:pt x="6506166" y="104200"/>
                </a:lnTo>
                <a:lnTo>
                  <a:pt x="6505545" y="104568"/>
                </a:lnTo>
                <a:lnTo>
                  <a:pt x="6504911" y="104914"/>
                </a:lnTo>
                <a:lnTo>
                  <a:pt x="6504265" y="105238"/>
                </a:lnTo>
                <a:lnTo>
                  <a:pt x="6503605" y="105539"/>
                </a:lnTo>
                <a:lnTo>
                  <a:pt x="6502932" y="105818"/>
                </a:lnTo>
                <a:lnTo>
                  <a:pt x="6502246" y="106075"/>
                </a:lnTo>
                <a:lnTo>
                  <a:pt x="6501547" y="106309"/>
                </a:lnTo>
                <a:lnTo>
                  <a:pt x="6500834" y="106521"/>
                </a:lnTo>
                <a:lnTo>
                  <a:pt x="6500109" y="106711"/>
                </a:lnTo>
                <a:lnTo>
                  <a:pt x="6499371" y="106879"/>
                </a:lnTo>
                <a:lnTo>
                  <a:pt x="6498620" y="107024"/>
                </a:lnTo>
                <a:lnTo>
                  <a:pt x="6497855" y="107146"/>
                </a:lnTo>
                <a:lnTo>
                  <a:pt x="6497078" y="107247"/>
                </a:lnTo>
                <a:lnTo>
                  <a:pt x="6496287" y="107325"/>
                </a:lnTo>
                <a:lnTo>
                  <a:pt x="6495484" y="107381"/>
                </a:lnTo>
                <a:lnTo>
                  <a:pt x="6494667" y="107414"/>
                </a:lnTo>
                <a:lnTo>
                  <a:pt x="6493837" y="107425"/>
                </a:lnTo>
                <a:lnTo>
                  <a:pt x="6493090" y="107414"/>
                </a:lnTo>
                <a:lnTo>
                  <a:pt x="6492351" y="107381"/>
                </a:lnTo>
                <a:lnTo>
                  <a:pt x="6491619" y="107326"/>
                </a:lnTo>
                <a:lnTo>
                  <a:pt x="6490894" y="107249"/>
                </a:lnTo>
                <a:lnTo>
                  <a:pt x="6490177" y="107149"/>
                </a:lnTo>
                <a:lnTo>
                  <a:pt x="6489468" y="107027"/>
                </a:lnTo>
                <a:lnTo>
                  <a:pt x="6488766" y="106884"/>
                </a:lnTo>
                <a:close/>
                <a:moveTo>
                  <a:pt x="6486231" y="186341"/>
                </a:moveTo>
                <a:lnTo>
                  <a:pt x="6485170" y="186202"/>
                </a:lnTo>
                <a:lnTo>
                  <a:pt x="6484140" y="186043"/>
                </a:lnTo>
                <a:lnTo>
                  <a:pt x="6483141" y="185867"/>
                </a:lnTo>
                <a:lnTo>
                  <a:pt x="6482173" y="185671"/>
                </a:lnTo>
                <a:lnTo>
                  <a:pt x="6481236" y="185457"/>
                </a:lnTo>
                <a:lnTo>
                  <a:pt x="6480329" y="185225"/>
                </a:lnTo>
                <a:lnTo>
                  <a:pt x="6479454" y="184973"/>
                </a:lnTo>
                <a:lnTo>
                  <a:pt x="6478609" y="184703"/>
                </a:lnTo>
                <a:lnTo>
                  <a:pt x="6477795" y="184415"/>
                </a:lnTo>
                <a:lnTo>
                  <a:pt x="6477013" y="184108"/>
                </a:lnTo>
                <a:lnTo>
                  <a:pt x="6476261" y="183782"/>
                </a:lnTo>
                <a:lnTo>
                  <a:pt x="6475540" y="183438"/>
                </a:lnTo>
                <a:lnTo>
                  <a:pt x="6474849" y="183075"/>
                </a:lnTo>
                <a:lnTo>
                  <a:pt x="6474190" y="182693"/>
                </a:lnTo>
                <a:lnTo>
                  <a:pt x="6473562" y="182293"/>
                </a:lnTo>
                <a:lnTo>
                  <a:pt x="6472964" y="181875"/>
                </a:lnTo>
                <a:lnTo>
                  <a:pt x="6472398" y="181437"/>
                </a:lnTo>
                <a:lnTo>
                  <a:pt x="6471858" y="180988"/>
                </a:lnTo>
                <a:lnTo>
                  <a:pt x="6471341" y="180532"/>
                </a:lnTo>
                <a:lnTo>
                  <a:pt x="6470847" y="180071"/>
                </a:lnTo>
                <a:lnTo>
                  <a:pt x="6470377" y="179603"/>
                </a:lnTo>
                <a:lnTo>
                  <a:pt x="6469929" y="179130"/>
                </a:lnTo>
                <a:lnTo>
                  <a:pt x="6469504" y="178651"/>
                </a:lnTo>
                <a:lnTo>
                  <a:pt x="6469102" y="178165"/>
                </a:lnTo>
                <a:lnTo>
                  <a:pt x="6468723" y="177674"/>
                </a:lnTo>
                <a:lnTo>
                  <a:pt x="6468367" y="177177"/>
                </a:lnTo>
                <a:lnTo>
                  <a:pt x="6468034" y="176674"/>
                </a:lnTo>
                <a:lnTo>
                  <a:pt x="6467724" y="176165"/>
                </a:lnTo>
                <a:lnTo>
                  <a:pt x="6467437" y="175651"/>
                </a:lnTo>
                <a:lnTo>
                  <a:pt x="6467173" y="175130"/>
                </a:lnTo>
                <a:lnTo>
                  <a:pt x="6466932" y="174603"/>
                </a:lnTo>
                <a:lnTo>
                  <a:pt x="6466713" y="174071"/>
                </a:lnTo>
                <a:lnTo>
                  <a:pt x="6466518" y="173532"/>
                </a:lnTo>
                <a:lnTo>
                  <a:pt x="6466346" y="172988"/>
                </a:lnTo>
                <a:lnTo>
                  <a:pt x="6466197" y="172437"/>
                </a:lnTo>
                <a:lnTo>
                  <a:pt x="6466070" y="171881"/>
                </a:lnTo>
                <a:lnTo>
                  <a:pt x="6465967" y="171319"/>
                </a:lnTo>
                <a:lnTo>
                  <a:pt x="6465887" y="170751"/>
                </a:lnTo>
                <a:lnTo>
                  <a:pt x="6465829" y="170176"/>
                </a:lnTo>
                <a:lnTo>
                  <a:pt x="6465795" y="169596"/>
                </a:lnTo>
                <a:lnTo>
                  <a:pt x="6465783" y="169011"/>
                </a:lnTo>
                <a:lnTo>
                  <a:pt x="6465790" y="168483"/>
                </a:lnTo>
                <a:lnTo>
                  <a:pt x="6465811" y="167961"/>
                </a:lnTo>
                <a:lnTo>
                  <a:pt x="6465847" y="167444"/>
                </a:lnTo>
                <a:lnTo>
                  <a:pt x="6465896" y="166933"/>
                </a:lnTo>
                <a:lnTo>
                  <a:pt x="6465959" y="166426"/>
                </a:lnTo>
                <a:lnTo>
                  <a:pt x="6466036" y="165926"/>
                </a:lnTo>
                <a:lnTo>
                  <a:pt x="6466128" y="165430"/>
                </a:lnTo>
                <a:lnTo>
                  <a:pt x="6466233" y="164940"/>
                </a:lnTo>
                <a:lnTo>
                  <a:pt x="6466353" y="164455"/>
                </a:lnTo>
                <a:lnTo>
                  <a:pt x="6466486" y="163975"/>
                </a:lnTo>
                <a:lnTo>
                  <a:pt x="6466634" y="163501"/>
                </a:lnTo>
                <a:lnTo>
                  <a:pt x="6466795" y="163032"/>
                </a:lnTo>
                <a:lnTo>
                  <a:pt x="6466971" y="162569"/>
                </a:lnTo>
                <a:lnTo>
                  <a:pt x="6467161" y="162110"/>
                </a:lnTo>
                <a:lnTo>
                  <a:pt x="6467365" y="161658"/>
                </a:lnTo>
                <a:lnTo>
                  <a:pt x="6467583" y="161210"/>
                </a:lnTo>
                <a:lnTo>
                  <a:pt x="6467815" y="160768"/>
                </a:lnTo>
                <a:lnTo>
                  <a:pt x="6468061" y="160331"/>
                </a:lnTo>
                <a:lnTo>
                  <a:pt x="6468321" y="159899"/>
                </a:lnTo>
                <a:lnTo>
                  <a:pt x="6468595" y="159473"/>
                </a:lnTo>
                <a:lnTo>
                  <a:pt x="6468883" y="159052"/>
                </a:lnTo>
                <a:lnTo>
                  <a:pt x="6469185" y="158636"/>
                </a:lnTo>
                <a:lnTo>
                  <a:pt x="6469501" y="158225"/>
                </a:lnTo>
                <a:lnTo>
                  <a:pt x="6469832" y="157820"/>
                </a:lnTo>
                <a:lnTo>
                  <a:pt x="6470176" y="157423"/>
                </a:lnTo>
                <a:lnTo>
                  <a:pt x="6470533" y="157035"/>
                </a:lnTo>
                <a:lnTo>
                  <a:pt x="6470903" y="156657"/>
                </a:lnTo>
                <a:lnTo>
                  <a:pt x="6471287" y="156289"/>
                </a:lnTo>
                <a:lnTo>
                  <a:pt x="6471684" y="155931"/>
                </a:lnTo>
                <a:lnTo>
                  <a:pt x="6472095" y="155583"/>
                </a:lnTo>
                <a:lnTo>
                  <a:pt x="6472518" y="155244"/>
                </a:lnTo>
                <a:lnTo>
                  <a:pt x="6472955" y="154915"/>
                </a:lnTo>
                <a:lnTo>
                  <a:pt x="6473405" y="154596"/>
                </a:lnTo>
                <a:lnTo>
                  <a:pt x="6473869" y="154287"/>
                </a:lnTo>
                <a:lnTo>
                  <a:pt x="6474345" y="153988"/>
                </a:lnTo>
                <a:lnTo>
                  <a:pt x="6474835" y="153698"/>
                </a:lnTo>
                <a:lnTo>
                  <a:pt x="6475338" y="153418"/>
                </a:lnTo>
                <a:lnTo>
                  <a:pt x="6475855" y="153148"/>
                </a:lnTo>
                <a:lnTo>
                  <a:pt x="6476385" y="152888"/>
                </a:lnTo>
                <a:lnTo>
                  <a:pt x="6476927" y="152638"/>
                </a:lnTo>
                <a:lnTo>
                  <a:pt x="6477484" y="152397"/>
                </a:lnTo>
                <a:lnTo>
                  <a:pt x="6478053" y="152167"/>
                </a:lnTo>
                <a:lnTo>
                  <a:pt x="6478636" y="151946"/>
                </a:lnTo>
                <a:lnTo>
                  <a:pt x="6479232" y="151735"/>
                </a:lnTo>
                <a:lnTo>
                  <a:pt x="6479841" y="151534"/>
                </a:lnTo>
                <a:lnTo>
                  <a:pt x="6480464" y="151342"/>
                </a:lnTo>
                <a:lnTo>
                  <a:pt x="6481100" y="151160"/>
                </a:lnTo>
                <a:lnTo>
                  <a:pt x="6481749" y="150989"/>
                </a:lnTo>
                <a:lnTo>
                  <a:pt x="6497144" y="150989"/>
                </a:lnTo>
                <a:lnTo>
                  <a:pt x="6498161" y="150992"/>
                </a:lnTo>
                <a:lnTo>
                  <a:pt x="6499157" y="151003"/>
                </a:lnTo>
                <a:lnTo>
                  <a:pt x="6500134" y="151020"/>
                </a:lnTo>
                <a:lnTo>
                  <a:pt x="6501091" y="151044"/>
                </a:lnTo>
                <a:lnTo>
                  <a:pt x="6502029" y="151076"/>
                </a:lnTo>
                <a:lnTo>
                  <a:pt x="6502946" y="151114"/>
                </a:lnTo>
                <a:lnTo>
                  <a:pt x="6503844" y="151159"/>
                </a:lnTo>
                <a:lnTo>
                  <a:pt x="6504722" y="151211"/>
                </a:lnTo>
                <a:lnTo>
                  <a:pt x="6505580" y="151270"/>
                </a:lnTo>
                <a:lnTo>
                  <a:pt x="6506418" y="151336"/>
                </a:lnTo>
                <a:lnTo>
                  <a:pt x="6507236" y="151409"/>
                </a:lnTo>
                <a:lnTo>
                  <a:pt x="6508035" y="151489"/>
                </a:lnTo>
                <a:lnTo>
                  <a:pt x="6508814" y="151576"/>
                </a:lnTo>
                <a:lnTo>
                  <a:pt x="6509573" y="151670"/>
                </a:lnTo>
                <a:lnTo>
                  <a:pt x="6510312" y="151771"/>
                </a:lnTo>
                <a:lnTo>
                  <a:pt x="6511032" y="151879"/>
                </a:lnTo>
                <a:lnTo>
                  <a:pt x="6511731" y="151994"/>
                </a:lnTo>
                <a:lnTo>
                  <a:pt x="6512411" y="152115"/>
                </a:lnTo>
                <a:lnTo>
                  <a:pt x="6513071" y="152244"/>
                </a:lnTo>
                <a:lnTo>
                  <a:pt x="6513712" y="152380"/>
                </a:lnTo>
                <a:lnTo>
                  <a:pt x="6514332" y="152522"/>
                </a:lnTo>
                <a:lnTo>
                  <a:pt x="6514933" y="152672"/>
                </a:lnTo>
                <a:lnTo>
                  <a:pt x="6515514" y="152828"/>
                </a:lnTo>
                <a:lnTo>
                  <a:pt x="6516075" y="152991"/>
                </a:lnTo>
                <a:lnTo>
                  <a:pt x="6516619" y="153161"/>
                </a:lnTo>
                <a:lnTo>
                  <a:pt x="6517149" y="153336"/>
                </a:lnTo>
                <a:lnTo>
                  <a:pt x="6517664" y="153517"/>
                </a:lnTo>
                <a:lnTo>
                  <a:pt x="6518166" y="153703"/>
                </a:lnTo>
                <a:lnTo>
                  <a:pt x="6518653" y="153895"/>
                </a:lnTo>
                <a:lnTo>
                  <a:pt x="6519125" y="154092"/>
                </a:lnTo>
                <a:lnTo>
                  <a:pt x="6519584" y="154295"/>
                </a:lnTo>
                <a:lnTo>
                  <a:pt x="6520028" y="154503"/>
                </a:lnTo>
                <a:lnTo>
                  <a:pt x="6520458" y="154717"/>
                </a:lnTo>
                <a:lnTo>
                  <a:pt x="6520874" y="154936"/>
                </a:lnTo>
                <a:lnTo>
                  <a:pt x="6521276" y="155161"/>
                </a:lnTo>
                <a:lnTo>
                  <a:pt x="6521663" y="155392"/>
                </a:lnTo>
                <a:lnTo>
                  <a:pt x="6522036" y="155628"/>
                </a:lnTo>
                <a:lnTo>
                  <a:pt x="6522395" y="155869"/>
                </a:lnTo>
                <a:lnTo>
                  <a:pt x="6522739" y="156116"/>
                </a:lnTo>
                <a:lnTo>
                  <a:pt x="6523069" y="156368"/>
                </a:lnTo>
                <a:lnTo>
                  <a:pt x="6523385" y="156626"/>
                </a:lnTo>
                <a:lnTo>
                  <a:pt x="6523687" y="156890"/>
                </a:lnTo>
                <a:lnTo>
                  <a:pt x="6523974" y="157159"/>
                </a:lnTo>
                <a:lnTo>
                  <a:pt x="6524248" y="157433"/>
                </a:lnTo>
                <a:lnTo>
                  <a:pt x="6524507" y="157713"/>
                </a:lnTo>
                <a:lnTo>
                  <a:pt x="6524751" y="157999"/>
                </a:lnTo>
                <a:lnTo>
                  <a:pt x="6524982" y="158290"/>
                </a:lnTo>
                <a:lnTo>
                  <a:pt x="6525198" y="158587"/>
                </a:lnTo>
                <a:lnTo>
                  <a:pt x="6525403" y="158888"/>
                </a:lnTo>
                <a:lnTo>
                  <a:pt x="6525599" y="159195"/>
                </a:lnTo>
                <a:lnTo>
                  <a:pt x="6525786" y="159506"/>
                </a:lnTo>
                <a:lnTo>
                  <a:pt x="6525965" y="159822"/>
                </a:lnTo>
                <a:lnTo>
                  <a:pt x="6526134" y="160142"/>
                </a:lnTo>
                <a:lnTo>
                  <a:pt x="6526296" y="160467"/>
                </a:lnTo>
                <a:lnTo>
                  <a:pt x="6526448" y="160797"/>
                </a:lnTo>
                <a:lnTo>
                  <a:pt x="6526592" y="161132"/>
                </a:lnTo>
                <a:lnTo>
                  <a:pt x="6526727" y="161471"/>
                </a:lnTo>
                <a:lnTo>
                  <a:pt x="6526853" y="161815"/>
                </a:lnTo>
                <a:lnTo>
                  <a:pt x="6526971" y="162164"/>
                </a:lnTo>
                <a:lnTo>
                  <a:pt x="6527080" y="162517"/>
                </a:lnTo>
                <a:lnTo>
                  <a:pt x="6527180" y="162875"/>
                </a:lnTo>
                <a:lnTo>
                  <a:pt x="6527271" y="163238"/>
                </a:lnTo>
                <a:lnTo>
                  <a:pt x="6527354" y="163606"/>
                </a:lnTo>
                <a:lnTo>
                  <a:pt x="6527428" y="163978"/>
                </a:lnTo>
                <a:lnTo>
                  <a:pt x="6527493" y="164355"/>
                </a:lnTo>
                <a:lnTo>
                  <a:pt x="6527550" y="164737"/>
                </a:lnTo>
                <a:lnTo>
                  <a:pt x="6527598" y="165123"/>
                </a:lnTo>
                <a:lnTo>
                  <a:pt x="6527637" y="165514"/>
                </a:lnTo>
                <a:lnTo>
                  <a:pt x="6527668" y="165910"/>
                </a:lnTo>
                <a:lnTo>
                  <a:pt x="6527689" y="166310"/>
                </a:lnTo>
                <a:lnTo>
                  <a:pt x="6527703" y="166715"/>
                </a:lnTo>
                <a:lnTo>
                  <a:pt x="6527707" y="167125"/>
                </a:lnTo>
                <a:lnTo>
                  <a:pt x="6527694" y="167818"/>
                </a:lnTo>
                <a:lnTo>
                  <a:pt x="6527654" y="168500"/>
                </a:lnTo>
                <a:lnTo>
                  <a:pt x="6527588" y="169174"/>
                </a:lnTo>
                <a:lnTo>
                  <a:pt x="6527496" y="169838"/>
                </a:lnTo>
                <a:lnTo>
                  <a:pt x="6527378" y="170493"/>
                </a:lnTo>
                <a:lnTo>
                  <a:pt x="6527233" y="171138"/>
                </a:lnTo>
                <a:lnTo>
                  <a:pt x="6527062" y="171774"/>
                </a:lnTo>
                <a:lnTo>
                  <a:pt x="6526864" y="172400"/>
                </a:lnTo>
                <a:lnTo>
                  <a:pt x="6526640" y="173017"/>
                </a:lnTo>
                <a:lnTo>
                  <a:pt x="6526390" y="173625"/>
                </a:lnTo>
                <a:lnTo>
                  <a:pt x="6526114" y="174223"/>
                </a:lnTo>
                <a:lnTo>
                  <a:pt x="6525811" y="174811"/>
                </a:lnTo>
                <a:lnTo>
                  <a:pt x="6525482" y="175391"/>
                </a:lnTo>
                <a:lnTo>
                  <a:pt x="6525126" y="175961"/>
                </a:lnTo>
                <a:lnTo>
                  <a:pt x="6524745" y="176521"/>
                </a:lnTo>
                <a:lnTo>
                  <a:pt x="6524336" y="177072"/>
                </a:lnTo>
                <a:lnTo>
                  <a:pt x="6523902" y="177614"/>
                </a:lnTo>
                <a:lnTo>
                  <a:pt x="6523441" y="178146"/>
                </a:lnTo>
                <a:lnTo>
                  <a:pt x="6522954" y="178669"/>
                </a:lnTo>
                <a:lnTo>
                  <a:pt x="6522440" y="179182"/>
                </a:lnTo>
                <a:lnTo>
                  <a:pt x="6521901" y="179686"/>
                </a:lnTo>
                <a:lnTo>
                  <a:pt x="6521335" y="180181"/>
                </a:lnTo>
                <a:lnTo>
                  <a:pt x="6520742" y="180666"/>
                </a:lnTo>
                <a:lnTo>
                  <a:pt x="6520123" y="181141"/>
                </a:lnTo>
                <a:lnTo>
                  <a:pt x="6519473" y="181603"/>
                </a:lnTo>
                <a:lnTo>
                  <a:pt x="6518787" y="182045"/>
                </a:lnTo>
                <a:lnTo>
                  <a:pt x="6518064" y="182467"/>
                </a:lnTo>
                <a:lnTo>
                  <a:pt x="6517305" y="182870"/>
                </a:lnTo>
                <a:lnTo>
                  <a:pt x="6516510" y="183253"/>
                </a:lnTo>
                <a:lnTo>
                  <a:pt x="6515679" y="183616"/>
                </a:lnTo>
                <a:lnTo>
                  <a:pt x="6514812" y="183959"/>
                </a:lnTo>
                <a:lnTo>
                  <a:pt x="6513908" y="184284"/>
                </a:lnTo>
                <a:lnTo>
                  <a:pt x="6512968" y="184588"/>
                </a:lnTo>
                <a:lnTo>
                  <a:pt x="6511992" y="184873"/>
                </a:lnTo>
                <a:lnTo>
                  <a:pt x="6510980" y="185138"/>
                </a:lnTo>
                <a:lnTo>
                  <a:pt x="6509931" y="185383"/>
                </a:lnTo>
                <a:lnTo>
                  <a:pt x="6508846" y="185609"/>
                </a:lnTo>
                <a:lnTo>
                  <a:pt x="6507725" y="185815"/>
                </a:lnTo>
                <a:lnTo>
                  <a:pt x="6506568" y="186002"/>
                </a:lnTo>
                <a:lnTo>
                  <a:pt x="6505374" y="186169"/>
                </a:lnTo>
                <a:lnTo>
                  <a:pt x="6504144" y="186316"/>
                </a:lnTo>
                <a:lnTo>
                  <a:pt x="6502878" y="186444"/>
                </a:lnTo>
                <a:lnTo>
                  <a:pt x="6501576" y="186552"/>
                </a:lnTo>
                <a:lnTo>
                  <a:pt x="6500238" y="186640"/>
                </a:lnTo>
                <a:lnTo>
                  <a:pt x="6498863" y="186709"/>
                </a:lnTo>
                <a:lnTo>
                  <a:pt x="6497452" y="186758"/>
                </a:lnTo>
                <a:lnTo>
                  <a:pt x="6496005" y="186787"/>
                </a:lnTo>
                <a:lnTo>
                  <a:pt x="6494521" y="186797"/>
                </a:lnTo>
                <a:lnTo>
                  <a:pt x="6493244" y="186788"/>
                </a:lnTo>
                <a:lnTo>
                  <a:pt x="6491998" y="186760"/>
                </a:lnTo>
                <a:lnTo>
                  <a:pt x="6490783" y="186713"/>
                </a:lnTo>
                <a:lnTo>
                  <a:pt x="6489599" y="186648"/>
                </a:lnTo>
                <a:lnTo>
                  <a:pt x="6488445" y="186565"/>
                </a:lnTo>
                <a:lnTo>
                  <a:pt x="6487323" y="186462"/>
                </a:lnTo>
                <a:lnTo>
                  <a:pt x="6486231" y="186341"/>
                </a:lnTo>
                <a:close/>
                <a:moveTo>
                  <a:pt x="5206521" y="141942"/>
                </a:moveTo>
                <a:lnTo>
                  <a:pt x="5205800" y="141856"/>
                </a:lnTo>
                <a:lnTo>
                  <a:pt x="5205104" y="141751"/>
                </a:lnTo>
                <a:lnTo>
                  <a:pt x="5204434" y="141628"/>
                </a:lnTo>
                <a:lnTo>
                  <a:pt x="5203789" y="141485"/>
                </a:lnTo>
                <a:lnTo>
                  <a:pt x="5203170" y="141324"/>
                </a:lnTo>
                <a:lnTo>
                  <a:pt x="5202576" y="141143"/>
                </a:lnTo>
                <a:lnTo>
                  <a:pt x="5202008" y="140944"/>
                </a:lnTo>
                <a:lnTo>
                  <a:pt x="5201465" y="140725"/>
                </a:lnTo>
                <a:lnTo>
                  <a:pt x="5200948" y="140487"/>
                </a:lnTo>
                <a:lnTo>
                  <a:pt x="5200457" y="140231"/>
                </a:lnTo>
                <a:lnTo>
                  <a:pt x="5199991" y="139955"/>
                </a:lnTo>
                <a:lnTo>
                  <a:pt x="5199550" y="139661"/>
                </a:lnTo>
                <a:lnTo>
                  <a:pt x="5199136" y="139347"/>
                </a:lnTo>
                <a:lnTo>
                  <a:pt x="5198746" y="139014"/>
                </a:lnTo>
                <a:lnTo>
                  <a:pt x="5198382" y="138663"/>
                </a:lnTo>
                <a:lnTo>
                  <a:pt x="5198044" y="138292"/>
                </a:lnTo>
                <a:lnTo>
                  <a:pt x="5197731" y="137903"/>
                </a:lnTo>
                <a:lnTo>
                  <a:pt x="5197444" y="137494"/>
                </a:lnTo>
                <a:lnTo>
                  <a:pt x="5197183" y="137066"/>
                </a:lnTo>
                <a:lnTo>
                  <a:pt x="5196947" y="136620"/>
                </a:lnTo>
                <a:lnTo>
                  <a:pt x="5196728" y="136155"/>
                </a:lnTo>
                <a:lnTo>
                  <a:pt x="5196519" y="135673"/>
                </a:lnTo>
                <a:lnTo>
                  <a:pt x="5196318" y="135175"/>
                </a:lnTo>
                <a:lnTo>
                  <a:pt x="5196128" y="134659"/>
                </a:lnTo>
                <a:lnTo>
                  <a:pt x="5195946" y="134126"/>
                </a:lnTo>
                <a:lnTo>
                  <a:pt x="5195774" y="133576"/>
                </a:lnTo>
                <a:lnTo>
                  <a:pt x="5195611" y="133009"/>
                </a:lnTo>
                <a:lnTo>
                  <a:pt x="5195458" y="132426"/>
                </a:lnTo>
                <a:lnTo>
                  <a:pt x="5195313" y="131825"/>
                </a:lnTo>
                <a:lnTo>
                  <a:pt x="5195179" y="131207"/>
                </a:lnTo>
                <a:lnTo>
                  <a:pt x="5195053" y="130572"/>
                </a:lnTo>
                <a:lnTo>
                  <a:pt x="5194937" y="129920"/>
                </a:lnTo>
                <a:lnTo>
                  <a:pt x="5194830" y="129251"/>
                </a:lnTo>
                <a:lnTo>
                  <a:pt x="5194732" y="128565"/>
                </a:lnTo>
                <a:lnTo>
                  <a:pt x="5194643" y="127862"/>
                </a:lnTo>
                <a:lnTo>
                  <a:pt x="5194564" y="127142"/>
                </a:lnTo>
                <a:lnTo>
                  <a:pt x="5194495" y="126405"/>
                </a:lnTo>
                <a:lnTo>
                  <a:pt x="5194434" y="125650"/>
                </a:lnTo>
                <a:lnTo>
                  <a:pt x="5194383" y="124879"/>
                </a:lnTo>
                <a:lnTo>
                  <a:pt x="5194341" y="124091"/>
                </a:lnTo>
                <a:lnTo>
                  <a:pt x="5194308" y="123286"/>
                </a:lnTo>
                <a:lnTo>
                  <a:pt x="5194285" y="122464"/>
                </a:lnTo>
                <a:lnTo>
                  <a:pt x="5194271" y="121624"/>
                </a:lnTo>
                <a:lnTo>
                  <a:pt x="5194267" y="120768"/>
                </a:lnTo>
                <a:lnTo>
                  <a:pt x="5194267" y="4105"/>
                </a:lnTo>
                <a:lnTo>
                  <a:pt x="5175222" y="4105"/>
                </a:lnTo>
                <a:lnTo>
                  <a:pt x="5175222" y="121680"/>
                </a:lnTo>
                <a:lnTo>
                  <a:pt x="5175227" y="122616"/>
                </a:lnTo>
                <a:lnTo>
                  <a:pt x="5175241" y="123540"/>
                </a:lnTo>
                <a:lnTo>
                  <a:pt x="5175264" y="124452"/>
                </a:lnTo>
                <a:lnTo>
                  <a:pt x="5175296" y="125353"/>
                </a:lnTo>
                <a:lnTo>
                  <a:pt x="5175338" y="126244"/>
                </a:lnTo>
                <a:lnTo>
                  <a:pt x="5175389" y="127122"/>
                </a:lnTo>
                <a:lnTo>
                  <a:pt x="5175450" y="127990"/>
                </a:lnTo>
                <a:lnTo>
                  <a:pt x="5175520" y="128846"/>
                </a:lnTo>
                <a:lnTo>
                  <a:pt x="5175599" y="129691"/>
                </a:lnTo>
                <a:lnTo>
                  <a:pt x="5175687" y="130524"/>
                </a:lnTo>
                <a:lnTo>
                  <a:pt x="5175785" y="131347"/>
                </a:lnTo>
                <a:lnTo>
                  <a:pt x="5175892" y="132158"/>
                </a:lnTo>
                <a:lnTo>
                  <a:pt x="5176008" y="132958"/>
                </a:lnTo>
                <a:lnTo>
                  <a:pt x="5176134" y="133746"/>
                </a:lnTo>
                <a:lnTo>
                  <a:pt x="5176269" y="134523"/>
                </a:lnTo>
                <a:lnTo>
                  <a:pt x="5176413" y="135289"/>
                </a:lnTo>
                <a:lnTo>
                  <a:pt x="5176567" y="136044"/>
                </a:lnTo>
                <a:lnTo>
                  <a:pt x="5176729" y="136787"/>
                </a:lnTo>
                <a:lnTo>
                  <a:pt x="5176902" y="137519"/>
                </a:lnTo>
                <a:lnTo>
                  <a:pt x="5177083" y="138240"/>
                </a:lnTo>
                <a:lnTo>
                  <a:pt x="5177274" y="138949"/>
                </a:lnTo>
                <a:lnTo>
                  <a:pt x="5177474" y="139648"/>
                </a:lnTo>
                <a:lnTo>
                  <a:pt x="5177683" y="140335"/>
                </a:lnTo>
                <a:lnTo>
                  <a:pt x="5177902" y="141010"/>
                </a:lnTo>
                <a:lnTo>
                  <a:pt x="5178133" y="141674"/>
                </a:lnTo>
                <a:lnTo>
                  <a:pt x="5178380" y="142324"/>
                </a:lnTo>
                <a:lnTo>
                  <a:pt x="5178642" y="142961"/>
                </a:lnTo>
                <a:lnTo>
                  <a:pt x="5178920" y="143586"/>
                </a:lnTo>
                <a:lnTo>
                  <a:pt x="5179214" y="144197"/>
                </a:lnTo>
                <a:lnTo>
                  <a:pt x="5179523" y="144795"/>
                </a:lnTo>
                <a:lnTo>
                  <a:pt x="5179848" y="145380"/>
                </a:lnTo>
                <a:lnTo>
                  <a:pt x="5180189" y="145952"/>
                </a:lnTo>
                <a:lnTo>
                  <a:pt x="5180545" y="146511"/>
                </a:lnTo>
                <a:lnTo>
                  <a:pt x="5180917" y="147057"/>
                </a:lnTo>
                <a:lnTo>
                  <a:pt x="5181305" y="147589"/>
                </a:lnTo>
                <a:lnTo>
                  <a:pt x="5181708" y="148109"/>
                </a:lnTo>
                <a:lnTo>
                  <a:pt x="5182127" y="148616"/>
                </a:lnTo>
                <a:lnTo>
                  <a:pt x="5182561" y="149109"/>
                </a:lnTo>
                <a:lnTo>
                  <a:pt x="5183011" y="149590"/>
                </a:lnTo>
                <a:lnTo>
                  <a:pt x="5183477" y="150057"/>
                </a:lnTo>
                <a:lnTo>
                  <a:pt x="5183959" y="150512"/>
                </a:lnTo>
                <a:lnTo>
                  <a:pt x="5184456" y="150953"/>
                </a:lnTo>
                <a:lnTo>
                  <a:pt x="5184968" y="151381"/>
                </a:lnTo>
                <a:lnTo>
                  <a:pt x="5185497" y="151796"/>
                </a:lnTo>
                <a:lnTo>
                  <a:pt x="5186041" y="152199"/>
                </a:lnTo>
                <a:lnTo>
                  <a:pt x="5186600" y="152588"/>
                </a:lnTo>
                <a:lnTo>
                  <a:pt x="5187175" y="152964"/>
                </a:lnTo>
                <a:lnTo>
                  <a:pt x="5187766" y="153326"/>
                </a:lnTo>
                <a:lnTo>
                  <a:pt x="5188376" y="153675"/>
                </a:lnTo>
                <a:lnTo>
                  <a:pt x="5189007" y="154010"/>
                </a:lnTo>
                <a:lnTo>
                  <a:pt x="5189660" y="154329"/>
                </a:lnTo>
                <a:lnTo>
                  <a:pt x="5190335" y="154633"/>
                </a:lnTo>
                <a:lnTo>
                  <a:pt x="5191032" y="154923"/>
                </a:lnTo>
                <a:lnTo>
                  <a:pt x="5191751" y="155197"/>
                </a:lnTo>
                <a:lnTo>
                  <a:pt x="5192491" y="155457"/>
                </a:lnTo>
                <a:lnTo>
                  <a:pt x="5193253" y="155702"/>
                </a:lnTo>
                <a:lnTo>
                  <a:pt x="5194037" y="155932"/>
                </a:lnTo>
                <a:lnTo>
                  <a:pt x="5194842" y="156148"/>
                </a:lnTo>
                <a:lnTo>
                  <a:pt x="5195670" y="156348"/>
                </a:lnTo>
                <a:lnTo>
                  <a:pt x="5196519" y="156534"/>
                </a:lnTo>
                <a:lnTo>
                  <a:pt x="5197390" y="156705"/>
                </a:lnTo>
                <a:lnTo>
                  <a:pt x="5198283" y="156861"/>
                </a:lnTo>
                <a:lnTo>
                  <a:pt x="5199197" y="157002"/>
                </a:lnTo>
                <a:lnTo>
                  <a:pt x="5200133" y="157128"/>
                </a:lnTo>
                <a:lnTo>
                  <a:pt x="5201091" y="157239"/>
                </a:lnTo>
                <a:lnTo>
                  <a:pt x="5202071" y="157336"/>
                </a:lnTo>
                <a:lnTo>
                  <a:pt x="5203073" y="157417"/>
                </a:lnTo>
                <a:lnTo>
                  <a:pt x="5204096" y="157484"/>
                </a:lnTo>
                <a:lnTo>
                  <a:pt x="5205141" y="157536"/>
                </a:lnTo>
                <a:lnTo>
                  <a:pt x="5206208" y="157573"/>
                </a:lnTo>
                <a:lnTo>
                  <a:pt x="5207297" y="157596"/>
                </a:lnTo>
                <a:lnTo>
                  <a:pt x="5208408" y="157603"/>
                </a:lnTo>
                <a:lnTo>
                  <a:pt x="5214794" y="157603"/>
                </a:lnTo>
                <a:lnTo>
                  <a:pt x="5214794" y="142094"/>
                </a:lnTo>
                <a:lnTo>
                  <a:pt x="5209662" y="142094"/>
                </a:lnTo>
                <a:lnTo>
                  <a:pt x="5208838" y="142084"/>
                </a:lnTo>
                <a:lnTo>
                  <a:pt x="5208040" y="142056"/>
                </a:lnTo>
                <a:lnTo>
                  <a:pt x="5207268" y="142008"/>
                </a:lnTo>
                <a:lnTo>
                  <a:pt x="5206521" y="141942"/>
                </a:lnTo>
                <a:close/>
                <a:moveTo>
                  <a:pt x="5726409" y="37065"/>
                </a:moveTo>
                <a:lnTo>
                  <a:pt x="5726422" y="36330"/>
                </a:lnTo>
                <a:lnTo>
                  <a:pt x="5726446" y="35610"/>
                </a:lnTo>
                <a:lnTo>
                  <a:pt x="5726478" y="34905"/>
                </a:lnTo>
                <a:lnTo>
                  <a:pt x="5726520" y="34214"/>
                </a:lnTo>
                <a:lnTo>
                  <a:pt x="5726571" y="33538"/>
                </a:lnTo>
                <a:lnTo>
                  <a:pt x="5726632" y="32877"/>
                </a:lnTo>
                <a:lnTo>
                  <a:pt x="5726702" y="32230"/>
                </a:lnTo>
                <a:lnTo>
                  <a:pt x="5726781" y="31598"/>
                </a:lnTo>
                <a:lnTo>
                  <a:pt x="5726869" y="30981"/>
                </a:lnTo>
                <a:lnTo>
                  <a:pt x="5726967" y="30379"/>
                </a:lnTo>
                <a:lnTo>
                  <a:pt x="5727074" y="29791"/>
                </a:lnTo>
                <a:lnTo>
                  <a:pt x="5727190" y="29218"/>
                </a:lnTo>
                <a:lnTo>
                  <a:pt x="5727316" y="28660"/>
                </a:lnTo>
                <a:lnTo>
                  <a:pt x="5727451" y="28116"/>
                </a:lnTo>
                <a:lnTo>
                  <a:pt x="5727595" y="27588"/>
                </a:lnTo>
                <a:lnTo>
                  <a:pt x="5727749" y="27074"/>
                </a:lnTo>
                <a:lnTo>
                  <a:pt x="5727911" y="26574"/>
                </a:lnTo>
                <a:lnTo>
                  <a:pt x="5728083" y="26090"/>
                </a:lnTo>
                <a:lnTo>
                  <a:pt x="5728265" y="25620"/>
                </a:lnTo>
                <a:lnTo>
                  <a:pt x="5728456" y="25165"/>
                </a:lnTo>
                <a:lnTo>
                  <a:pt x="5728656" y="24724"/>
                </a:lnTo>
                <a:lnTo>
                  <a:pt x="5728865" y="24299"/>
                </a:lnTo>
                <a:lnTo>
                  <a:pt x="5729084" y="23888"/>
                </a:lnTo>
                <a:lnTo>
                  <a:pt x="5729320" y="23493"/>
                </a:lnTo>
                <a:lnTo>
                  <a:pt x="5729582" y="23114"/>
                </a:lnTo>
                <a:lnTo>
                  <a:pt x="5729869" y="22753"/>
                </a:lnTo>
                <a:lnTo>
                  <a:pt x="5730181" y="22408"/>
                </a:lnTo>
                <a:lnTo>
                  <a:pt x="5730520" y="22080"/>
                </a:lnTo>
                <a:lnTo>
                  <a:pt x="5730884" y="21769"/>
                </a:lnTo>
                <a:lnTo>
                  <a:pt x="5731273" y="21475"/>
                </a:lnTo>
                <a:lnTo>
                  <a:pt x="5731688" y="21197"/>
                </a:lnTo>
                <a:lnTo>
                  <a:pt x="5732128" y="20936"/>
                </a:lnTo>
                <a:lnTo>
                  <a:pt x="5732594" y="20693"/>
                </a:lnTo>
                <a:lnTo>
                  <a:pt x="5733086" y="20466"/>
                </a:lnTo>
                <a:lnTo>
                  <a:pt x="5733603" y="20255"/>
                </a:lnTo>
                <a:lnTo>
                  <a:pt x="5734145" y="20062"/>
                </a:lnTo>
                <a:lnTo>
                  <a:pt x="5734713" y="19885"/>
                </a:lnTo>
                <a:lnTo>
                  <a:pt x="5735307" y="19726"/>
                </a:lnTo>
                <a:lnTo>
                  <a:pt x="5735926" y="19583"/>
                </a:lnTo>
                <a:lnTo>
                  <a:pt x="5736571" y="19457"/>
                </a:lnTo>
                <a:lnTo>
                  <a:pt x="5737241" y="19347"/>
                </a:lnTo>
                <a:lnTo>
                  <a:pt x="5737937" y="19255"/>
                </a:lnTo>
                <a:lnTo>
                  <a:pt x="5738658" y="19179"/>
                </a:lnTo>
                <a:lnTo>
                  <a:pt x="5739405" y="19120"/>
                </a:lnTo>
                <a:lnTo>
                  <a:pt x="5740178" y="19078"/>
                </a:lnTo>
                <a:lnTo>
                  <a:pt x="5740976" y="19053"/>
                </a:lnTo>
                <a:lnTo>
                  <a:pt x="5741799" y="19045"/>
                </a:lnTo>
                <a:lnTo>
                  <a:pt x="5752291" y="19045"/>
                </a:lnTo>
                <a:lnTo>
                  <a:pt x="5752291" y="4105"/>
                </a:lnTo>
                <a:lnTo>
                  <a:pt x="5740659" y="4105"/>
                </a:lnTo>
                <a:lnTo>
                  <a:pt x="5739810" y="4109"/>
                </a:lnTo>
                <a:lnTo>
                  <a:pt x="5738975" y="4121"/>
                </a:lnTo>
                <a:lnTo>
                  <a:pt x="5738153" y="4140"/>
                </a:lnTo>
                <a:lnTo>
                  <a:pt x="5737344" y="4167"/>
                </a:lnTo>
                <a:lnTo>
                  <a:pt x="5736548" y="4201"/>
                </a:lnTo>
                <a:lnTo>
                  <a:pt x="5735766" y="4243"/>
                </a:lnTo>
                <a:lnTo>
                  <a:pt x="5734997" y="4293"/>
                </a:lnTo>
                <a:lnTo>
                  <a:pt x="5734241" y="4350"/>
                </a:lnTo>
                <a:lnTo>
                  <a:pt x="5733498" y="4415"/>
                </a:lnTo>
                <a:lnTo>
                  <a:pt x="5732769" y="4488"/>
                </a:lnTo>
                <a:lnTo>
                  <a:pt x="5732053" y="4568"/>
                </a:lnTo>
                <a:lnTo>
                  <a:pt x="5731350" y="4656"/>
                </a:lnTo>
                <a:lnTo>
                  <a:pt x="5730661" y="4752"/>
                </a:lnTo>
                <a:lnTo>
                  <a:pt x="5729985" y="4855"/>
                </a:lnTo>
                <a:lnTo>
                  <a:pt x="5729322" y="4966"/>
                </a:lnTo>
                <a:lnTo>
                  <a:pt x="5728672" y="5084"/>
                </a:lnTo>
                <a:lnTo>
                  <a:pt x="5728036" y="5210"/>
                </a:lnTo>
                <a:lnTo>
                  <a:pt x="5727412" y="5344"/>
                </a:lnTo>
                <a:lnTo>
                  <a:pt x="5726803" y="5486"/>
                </a:lnTo>
                <a:lnTo>
                  <a:pt x="5726206" y="5635"/>
                </a:lnTo>
                <a:lnTo>
                  <a:pt x="5725623" y="5792"/>
                </a:lnTo>
                <a:lnTo>
                  <a:pt x="5725052" y="5956"/>
                </a:lnTo>
                <a:lnTo>
                  <a:pt x="5724496" y="6128"/>
                </a:lnTo>
                <a:lnTo>
                  <a:pt x="5723952" y="6308"/>
                </a:lnTo>
                <a:lnTo>
                  <a:pt x="5723420" y="6495"/>
                </a:lnTo>
                <a:lnTo>
                  <a:pt x="5722898" y="6689"/>
                </a:lnTo>
                <a:lnTo>
                  <a:pt x="5722385" y="6891"/>
                </a:lnTo>
                <a:lnTo>
                  <a:pt x="5721882" y="7100"/>
                </a:lnTo>
                <a:lnTo>
                  <a:pt x="5721389" y="7316"/>
                </a:lnTo>
                <a:lnTo>
                  <a:pt x="5720905" y="7540"/>
                </a:lnTo>
                <a:lnTo>
                  <a:pt x="5720431" y="7771"/>
                </a:lnTo>
                <a:lnTo>
                  <a:pt x="5719967" y="8009"/>
                </a:lnTo>
                <a:lnTo>
                  <a:pt x="5719512" y="8254"/>
                </a:lnTo>
                <a:lnTo>
                  <a:pt x="5719068" y="8507"/>
                </a:lnTo>
                <a:lnTo>
                  <a:pt x="5718633" y="8767"/>
                </a:lnTo>
                <a:lnTo>
                  <a:pt x="5718207" y="9034"/>
                </a:lnTo>
                <a:lnTo>
                  <a:pt x="5717792" y="9309"/>
                </a:lnTo>
                <a:lnTo>
                  <a:pt x="5717386" y="9590"/>
                </a:lnTo>
                <a:lnTo>
                  <a:pt x="5716989" y="9879"/>
                </a:lnTo>
                <a:lnTo>
                  <a:pt x="5716603" y="10176"/>
                </a:lnTo>
                <a:lnTo>
                  <a:pt x="5716226" y="10479"/>
                </a:lnTo>
                <a:lnTo>
                  <a:pt x="5715859" y="10790"/>
                </a:lnTo>
                <a:lnTo>
                  <a:pt x="5715501" y="11108"/>
                </a:lnTo>
                <a:lnTo>
                  <a:pt x="5715154" y="11434"/>
                </a:lnTo>
                <a:lnTo>
                  <a:pt x="5714815" y="11766"/>
                </a:lnTo>
                <a:lnTo>
                  <a:pt x="5714487" y="12106"/>
                </a:lnTo>
                <a:lnTo>
                  <a:pt x="5714168" y="12454"/>
                </a:lnTo>
                <a:lnTo>
                  <a:pt x="5713860" y="12808"/>
                </a:lnTo>
                <a:lnTo>
                  <a:pt x="5713559" y="13169"/>
                </a:lnTo>
                <a:lnTo>
                  <a:pt x="5713267" y="13537"/>
                </a:lnTo>
                <a:lnTo>
                  <a:pt x="5712982" y="13911"/>
                </a:lnTo>
                <a:lnTo>
                  <a:pt x="5712705" y="14292"/>
                </a:lnTo>
                <a:lnTo>
                  <a:pt x="5712436" y="14679"/>
                </a:lnTo>
                <a:lnTo>
                  <a:pt x="5712174" y="15072"/>
                </a:lnTo>
                <a:lnTo>
                  <a:pt x="5711920" y="15471"/>
                </a:lnTo>
                <a:lnTo>
                  <a:pt x="5711674" y="15877"/>
                </a:lnTo>
                <a:lnTo>
                  <a:pt x="5711435" y="16290"/>
                </a:lnTo>
                <a:lnTo>
                  <a:pt x="5711205" y="16708"/>
                </a:lnTo>
                <a:lnTo>
                  <a:pt x="5710981" y="17133"/>
                </a:lnTo>
                <a:lnTo>
                  <a:pt x="5710766" y="17565"/>
                </a:lnTo>
                <a:lnTo>
                  <a:pt x="5710559" y="18003"/>
                </a:lnTo>
                <a:lnTo>
                  <a:pt x="5710359" y="18447"/>
                </a:lnTo>
                <a:lnTo>
                  <a:pt x="5710167" y="18897"/>
                </a:lnTo>
                <a:lnTo>
                  <a:pt x="5709982" y="19354"/>
                </a:lnTo>
                <a:lnTo>
                  <a:pt x="5709805" y="19818"/>
                </a:lnTo>
                <a:lnTo>
                  <a:pt x="5709636" y="20287"/>
                </a:lnTo>
                <a:lnTo>
                  <a:pt x="5709475" y="20763"/>
                </a:lnTo>
                <a:lnTo>
                  <a:pt x="5709322" y="21246"/>
                </a:lnTo>
                <a:lnTo>
                  <a:pt x="5709176" y="21735"/>
                </a:lnTo>
                <a:lnTo>
                  <a:pt x="5709038" y="22230"/>
                </a:lnTo>
                <a:lnTo>
                  <a:pt x="5708907" y="22731"/>
                </a:lnTo>
                <a:lnTo>
                  <a:pt x="5708785" y="23239"/>
                </a:lnTo>
                <a:lnTo>
                  <a:pt x="5708668" y="23753"/>
                </a:lnTo>
                <a:lnTo>
                  <a:pt x="5708557" y="24273"/>
                </a:lnTo>
                <a:lnTo>
                  <a:pt x="5708451" y="24800"/>
                </a:lnTo>
                <a:lnTo>
                  <a:pt x="5708349" y="25332"/>
                </a:lnTo>
                <a:lnTo>
                  <a:pt x="5708253" y="25870"/>
                </a:lnTo>
                <a:lnTo>
                  <a:pt x="5708161" y="26414"/>
                </a:lnTo>
                <a:lnTo>
                  <a:pt x="5708074" y="26964"/>
                </a:lnTo>
                <a:lnTo>
                  <a:pt x="5707993" y="27520"/>
                </a:lnTo>
                <a:lnTo>
                  <a:pt x="5707916" y="28083"/>
                </a:lnTo>
                <a:lnTo>
                  <a:pt x="5707844" y="28651"/>
                </a:lnTo>
                <a:lnTo>
                  <a:pt x="5707777" y="29225"/>
                </a:lnTo>
                <a:lnTo>
                  <a:pt x="5707716" y="29805"/>
                </a:lnTo>
                <a:lnTo>
                  <a:pt x="5707659" y="30392"/>
                </a:lnTo>
                <a:lnTo>
                  <a:pt x="5707607" y="30984"/>
                </a:lnTo>
                <a:lnTo>
                  <a:pt x="5707560" y="31582"/>
                </a:lnTo>
                <a:lnTo>
                  <a:pt x="5707518" y="32187"/>
                </a:lnTo>
                <a:lnTo>
                  <a:pt x="5707481" y="32797"/>
                </a:lnTo>
                <a:lnTo>
                  <a:pt x="5707448" y="33413"/>
                </a:lnTo>
                <a:lnTo>
                  <a:pt x="5707421" y="34036"/>
                </a:lnTo>
                <a:lnTo>
                  <a:pt x="5707399" y="34664"/>
                </a:lnTo>
                <a:lnTo>
                  <a:pt x="5707382" y="35298"/>
                </a:lnTo>
                <a:lnTo>
                  <a:pt x="5707369" y="35939"/>
                </a:lnTo>
                <a:lnTo>
                  <a:pt x="5707362" y="36585"/>
                </a:lnTo>
                <a:lnTo>
                  <a:pt x="5707359" y="37238"/>
                </a:lnTo>
                <a:lnTo>
                  <a:pt x="5707359" y="43107"/>
                </a:lnTo>
                <a:lnTo>
                  <a:pt x="5688885" y="43107"/>
                </a:lnTo>
                <a:lnTo>
                  <a:pt x="5688885" y="58502"/>
                </a:lnTo>
                <a:lnTo>
                  <a:pt x="5707359" y="58502"/>
                </a:lnTo>
                <a:lnTo>
                  <a:pt x="5707359" y="157603"/>
                </a:lnTo>
                <a:lnTo>
                  <a:pt x="5726404" y="157603"/>
                </a:lnTo>
                <a:lnTo>
                  <a:pt x="5726404" y="58502"/>
                </a:lnTo>
                <a:lnTo>
                  <a:pt x="5752063" y="58502"/>
                </a:lnTo>
                <a:lnTo>
                  <a:pt x="5752063" y="43107"/>
                </a:lnTo>
                <a:lnTo>
                  <a:pt x="5726404" y="43107"/>
                </a:lnTo>
                <a:lnTo>
                  <a:pt x="5726404" y="37815"/>
                </a:lnTo>
                <a:lnTo>
                  <a:pt x="5726409" y="37065"/>
                </a:lnTo>
                <a:close/>
                <a:moveTo>
                  <a:pt x="5916347" y="142008"/>
                </a:moveTo>
                <a:lnTo>
                  <a:pt x="5915600" y="141942"/>
                </a:lnTo>
                <a:lnTo>
                  <a:pt x="5914879" y="141856"/>
                </a:lnTo>
                <a:lnTo>
                  <a:pt x="5914183" y="141751"/>
                </a:lnTo>
                <a:lnTo>
                  <a:pt x="5913513" y="141628"/>
                </a:lnTo>
                <a:lnTo>
                  <a:pt x="5912868" y="141485"/>
                </a:lnTo>
                <a:lnTo>
                  <a:pt x="5912249" y="141324"/>
                </a:lnTo>
                <a:lnTo>
                  <a:pt x="5911655" y="141143"/>
                </a:lnTo>
                <a:lnTo>
                  <a:pt x="5911087" y="140944"/>
                </a:lnTo>
                <a:lnTo>
                  <a:pt x="5910545" y="140725"/>
                </a:lnTo>
                <a:lnTo>
                  <a:pt x="5910028" y="140487"/>
                </a:lnTo>
                <a:lnTo>
                  <a:pt x="5909536" y="140231"/>
                </a:lnTo>
                <a:lnTo>
                  <a:pt x="5909070" y="139955"/>
                </a:lnTo>
                <a:lnTo>
                  <a:pt x="5908630" y="139661"/>
                </a:lnTo>
                <a:lnTo>
                  <a:pt x="5908215" y="139347"/>
                </a:lnTo>
                <a:lnTo>
                  <a:pt x="5907825" y="139014"/>
                </a:lnTo>
                <a:lnTo>
                  <a:pt x="5907462" y="138663"/>
                </a:lnTo>
                <a:lnTo>
                  <a:pt x="5907123" y="138292"/>
                </a:lnTo>
                <a:lnTo>
                  <a:pt x="5906811" y="137903"/>
                </a:lnTo>
                <a:lnTo>
                  <a:pt x="5906523" y="137494"/>
                </a:lnTo>
                <a:lnTo>
                  <a:pt x="5906262" y="137066"/>
                </a:lnTo>
                <a:lnTo>
                  <a:pt x="5906026" y="136620"/>
                </a:lnTo>
                <a:lnTo>
                  <a:pt x="5905807" y="136155"/>
                </a:lnTo>
                <a:lnTo>
                  <a:pt x="5905598" y="135673"/>
                </a:lnTo>
                <a:lnTo>
                  <a:pt x="5905398" y="135175"/>
                </a:lnTo>
                <a:lnTo>
                  <a:pt x="5905207" y="134659"/>
                </a:lnTo>
                <a:lnTo>
                  <a:pt x="5905025" y="134126"/>
                </a:lnTo>
                <a:lnTo>
                  <a:pt x="5904853" y="133576"/>
                </a:lnTo>
                <a:lnTo>
                  <a:pt x="5904690" y="133009"/>
                </a:lnTo>
                <a:lnTo>
                  <a:pt x="5904537" y="132426"/>
                </a:lnTo>
                <a:lnTo>
                  <a:pt x="5904393" y="131825"/>
                </a:lnTo>
                <a:lnTo>
                  <a:pt x="5904258" y="131207"/>
                </a:lnTo>
                <a:lnTo>
                  <a:pt x="5904132" y="130572"/>
                </a:lnTo>
                <a:lnTo>
                  <a:pt x="5904016" y="129920"/>
                </a:lnTo>
                <a:lnTo>
                  <a:pt x="5903909" y="129251"/>
                </a:lnTo>
                <a:lnTo>
                  <a:pt x="5903811" y="128565"/>
                </a:lnTo>
                <a:lnTo>
                  <a:pt x="5903723" y="127862"/>
                </a:lnTo>
                <a:lnTo>
                  <a:pt x="5903644" y="127142"/>
                </a:lnTo>
                <a:lnTo>
                  <a:pt x="5903574" y="126405"/>
                </a:lnTo>
                <a:lnTo>
                  <a:pt x="5903513" y="125650"/>
                </a:lnTo>
                <a:lnTo>
                  <a:pt x="5903462" y="124879"/>
                </a:lnTo>
                <a:lnTo>
                  <a:pt x="5903420" y="124091"/>
                </a:lnTo>
                <a:lnTo>
                  <a:pt x="5903388" y="123286"/>
                </a:lnTo>
                <a:lnTo>
                  <a:pt x="5903364" y="122464"/>
                </a:lnTo>
                <a:lnTo>
                  <a:pt x="5903350" y="121624"/>
                </a:lnTo>
                <a:lnTo>
                  <a:pt x="5903346" y="120768"/>
                </a:lnTo>
                <a:lnTo>
                  <a:pt x="5903346" y="4105"/>
                </a:lnTo>
                <a:lnTo>
                  <a:pt x="5884301" y="4105"/>
                </a:lnTo>
                <a:lnTo>
                  <a:pt x="5884301" y="121680"/>
                </a:lnTo>
                <a:lnTo>
                  <a:pt x="5884306" y="122616"/>
                </a:lnTo>
                <a:lnTo>
                  <a:pt x="5884320" y="123540"/>
                </a:lnTo>
                <a:lnTo>
                  <a:pt x="5884343" y="124452"/>
                </a:lnTo>
                <a:lnTo>
                  <a:pt x="5884376" y="125353"/>
                </a:lnTo>
                <a:lnTo>
                  <a:pt x="5884417" y="126244"/>
                </a:lnTo>
                <a:lnTo>
                  <a:pt x="5884469" y="127122"/>
                </a:lnTo>
                <a:lnTo>
                  <a:pt x="5884529" y="127990"/>
                </a:lnTo>
                <a:lnTo>
                  <a:pt x="5884599" y="128846"/>
                </a:lnTo>
                <a:lnTo>
                  <a:pt x="5884678" y="129691"/>
                </a:lnTo>
                <a:lnTo>
                  <a:pt x="5884766" y="130524"/>
                </a:lnTo>
                <a:lnTo>
                  <a:pt x="5884864" y="131347"/>
                </a:lnTo>
                <a:lnTo>
                  <a:pt x="5884971" y="132158"/>
                </a:lnTo>
                <a:lnTo>
                  <a:pt x="5885087" y="132958"/>
                </a:lnTo>
                <a:lnTo>
                  <a:pt x="5885213" y="133746"/>
                </a:lnTo>
                <a:lnTo>
                  <a:pt x="5885348" y="134523"/>
                </a:lnTo>
                <a:lnTo>
                  <a:pt x="5885492" y="135289"/>
                </a:lnTo>
                <a:lnTo>
                  <a:pt x="5885646" y="136044"/>
                </a:lnTo>
                <a:lnTo>
                  <a:pt x="5885809" y="136787"/>
                </a:lnTo>
                <a:lnTo>
                  <a:pt x="5885981" y="137519"/>
                </a:lnTo>
                <a:lnTo>
                  <a:pt x="5886162" y="138240"/>
                </a:lnTo>
                <a:lnTo>
                  <a:pt x="5886353" y="138949"/>
                </a:lnTo>
                <a:lnTo>
                  <a:pt x="5886553" y="139648"/>
                </a:lnTo>
                <a:lnTo>
                  <a:pt x="5886762" y="140335"/>
                </a:lnTo>
                <a:lnTo>
                  <a:pt x="5886981" y="141010"/>
                </a:lnTo>
                <a:lnTo>
                  <a:pt x="5887212" y="141674"/>
                </a:lnTo>
                <a:lnTo>
                  <a:pt x="5887459" y="142324"/>
                </a:lnTo>
                <a:lnTo>
                  <a:pt x="5887721" y="142961"/>
                </a:lnTo>
                <a:lnTo>
                  <a:pt x="5888000" y="143586"/>
                </a:lnTo>
                <a:lnTo>
                  <a:pt x="5888293" y="144197"/>
                </a:lnTo>
                <a:lnTo>
                  <a:pt x="5888603" y="144795"/>
                </a:lnTo>
                <a:lnTo>
                  <a:pt x="5888928" y="145380"/>
                </a:lnTo>
                <a:lnTo>
                  <a:pt x="5889268" y="145952"/>
                </a:lnTo>
                <a:lnTo>
                  <a:pt x="5889625" y="146511"/>
                </a:lnTo>
                <a:lnTo>
                  <a:pt x="5889996" y="147057"/>
                </a:lnTo>
                <a:lnTo>
                  <a:pt x="5890384" y="147589"/>
                </a:lnTo>
                <a:lnTo>
                  <a:pt x="5890787" y="148109"/>
                </a:lnTo>
                <a:lnTo>
                  <a:pt x="5891206" y="148616"/>
                </a:lnTo>
                <a:lnTo>
                  <a:pt x="5891641" y="149109"/>
                </a:lnTo>
                <a:lnTo>
                  <a:pt x="5892091" y="149590"/>
                </a:lnTo>
                <a:lnTo>
                  <a:pt x="5892556" y="150057"/>
                </a:lnTo>
                <a:lnTo>
                  <a:pt x="5893038" y="150512"/>
                </a:lnTo>
                <a:lnTo>
                  <a:pt x="5893535" y="150953"/>
                </a:lnTo>
                <a:lnTo>
                  <a:pt x="5894048" y="151381"/>
                </a:lnTo>
                <a:lnTo>
                  <a:pt x="5894576" y="151796"/>
                </a:lnTo>
                <a:lnTo>
                  <a:pt x="5895120" y="152199"/>
                </a:lnTo>
                <a:lnTo>
                  <a:pt x="5895679" y="152588"/>
                </a:lnTo>
                <a:lnTo>
                  <a:pt x="5896255" y="152964"/>
                </a:lnTo>
                <a:lnTo>
                  <a:pt x="5896846" y="153326"/>
                </a:lnTo>
                <a:lnTo>
                  <a:pt x="5897455" y="153675"/>
                </a:lnTo>
                <a:lnTo>
                  <a:pt x="5898087" y="154010"/>
                </a:lnTo>
                <a:lnTo>
                  <a:pt x="5898740" y="154329"/>
                </a:lnTo>
                <a:lnTo>
                  <a:pt x="5899415" y="154633"/>
                </a:lnTo>
                <a:lnTo>
                  <a:pt x="5900111" y="154923"/>
                </a:lnTo>
                <a:lnTo>
                  <a:pt x="5900830" y="155197"/>
                </a:lnTo>
                <a:lnTo>
                  <a:pt x="5901570" y="155457"/>
                </a:lnTo>
                <a:lnTo>
                  <a:pt x="5902332" y="155702"/>
                </a:lnTo>
                <a:lnTo>
                  <a:pt x="5903116" y="155932"/>
                </a:lnTo>
                <a:lnTo>
                  <a:pt x="5903922" y="156148"/>
                </a:lnTo>
                <a:lnTo>
                  <a:pt x="5904749" y="156348"/>
                </a:lnTo>
                <a:lnTo>
                  <a:pt x="5905598" y="156534"/>
                </a:lnTo>
                <a:lnTo>
                  <a:pt x="5906469" y="156705"/>
                </a:lnTo>
                <a:lnTo>
                  <a:pt x="5907362" y="156861"/>
                </a:lnTo>
                <a:lnTo>
                  <a:pt x="5908276" y="157002"/>
                </a:lnTo>
                <a:lnTo>
                  <a:pt x="5909213" y="157128"/>
                </a:lnTo>
                <a:lnTo>
                  <a:pt x="5910171" y="157239"/>
                </a:lnTo>
                <a:lnTo>
                  <a:pt x="5911150" y="157336"/>
                </a:lnTo>
                <a:lnTo>
                  <a:pt x="5912152" y="157417"/>
                </a:lnTo>
                <a:lnTo>
                  <a:pt x="5913175" y="157484"/>
                </a:lnTo>
                <a:lnTo>
                  <a:pt x="5914221" y="157536"/>
                </a:lnTo>
                <a:lnTo>
                  <a:pt x="5915288" y="157573"/>
                </a:lnTo>
                <a:lnTo>
                  <a:pt x="5916376" y="157596"/>
                </a:lnTo>
                <a:lnTo>
                  <a:pt x="5917487" y="157603"/>
                </a:lnTo>
                <a:lnTo>
                  <a:pt x="5923873" y="157603"/>
                </a:lnTo>
                <a:lnTo>
                  <a:pt x="5923873" y="142094"/>
                </a:lnTo>
                <a:lnTo>
                  <a:pt x="5918741" y="142094"/>
                </a:lnTo>
                <a:lnTo>
                  <a:pt x="5917918" y="142084"/>
                </a:lnTo>
                <a:lnTo>
                  <a:pt x="5917120" y="142056"/>
                </a:lnTo>
                <a:lnTo>
                  <a:pt x="5916347" y="142008"/>
                </a:lnTo>
                <a:close/>
                <a:moveTo>
                  <a:pt x="5972588" y="141942"/>
                </a:moveTo>
                <a:lnTo>
                  <a:pt x="5971867" y="141856"/>
                </a:lnTo>
                <a:lnTo>
                  <a:pt x="5971171" y="141751"/>
                </a:lnTo>
                <a:lnTo>
                  <a:pt x="5970501" y="141628"/>
                </a:lnTo>
                <a:lnTo>
                  <a:pt x="5969856" y="141485"/>
                </a:lnTo>
                <a:lnTo>
                  <a:pt x="5969237" y="141324"/>
                </a:lnTo>
                <a:lnTo>
                  <a:pt x="5968643" y="141143"/>
                </a:lnTo>
                <a:lnTo>
                  <a:pt x="5968075" y="140944"/>
                </a:lnTo>
                <a:lnTo>
                  <a:pt x="5967532" y="140725"/>
                </a:lnTo>
                <a:lnTo>
                  <a:pt x="5967015" y="140487"/>
                </a:lnTo>
                <a:lnTo>
                  <a:pt x="5966524" y="140231"/>
                </a:lnTo>
                <a:lnTo>
                  <a:pt x="5966058" y="139955"/>
                </a:lnTo>
                <a:lnTo>
                  <a:pt x="5965617" y="139661"/>
                </a:lnTo>
                <a:lnTo>
                  <a:pt x="5965202" y="139347"/>
                </a:lnTo>
                <a:lnTo>
                  <a:pt x="5964813" y="139014"/>
                </a:lnTo>
                <a:lnTo>
                  <a:pt x="5964449" y="138663"/>
                </a:lnTo>
                <a:lnTo>
                  <a:pt x="5964111" y="138292"/>
                </a:lnTo>
                <a:lnTo>
                  <a:pt x="5963798" y="137903"/>
                </a:lnTo>
                <a:lnTo>
                  <a:pt x="5963511" y="137494"/>
                </a:lnTo>
                <a:lnTo>
                  <a:pt x="5963250" y="137066"/>
                </a:lnTo>
                <a:lnTo>
                  <a:pt x="5963013" y="136620"/>
                </a:lnTo>
                <a:lnTo>
                  <a:pt x="5962795" y="136155"/>
                </a:lnTo>
                <a:lnTo>
                  <a:pt x="5962585" y="135673"/>
                </a:lnTo>
                <a:lnTo>
                  <a:pt x="5962385" y="135175"/>
                </a:lnTo>
                <a:lnTo>
                  <a:pt x="5962195" y="134659"/>
                </a:lnTo>
                <a:lnTo>
                  <a:pt x="5962013" y="134126"/>
                </a:lnTo>
                <a:lnTo>
                  <a:pt x="5961841" y="133576"/>
                </a:lnTo>
                <a:lnTo>
                  <a:pt x="5961678" y="133009"/>
                </a:lnTo>
                <a:lnTo>
                  <a:pt x="5961525" y="132426"/>
                </a:lnTo>
                <a:lnTo>
                  <a:pt x="5961380" y="131825"/>
                </a:lnTo>
                <a:lnTo>
                  <a:pt x="5961245" y="131207"/>
                </a:lnTo>
                <a:lnTo>
                  <a:pt x="5961120" y="130572"/>
                </a:lnTo>
                <a:lnTo>
                  <a:pt x="5961003" y="129920"/>
                </a:lnTo>
                <a:lnTo>
                  <a:pt x="5960896" y="129251"/>
                </a:lnTo>
                <a:lnTo>
                  <a:pt x="5960799" y="128565"/>
                </a:lnTo>
                <a:lnTo>
                  <a:pt x="5960710" y="127862"/>
                </a:lnTo>
                <a:lnTo>
                  <a:pt x="5960631" y="127142"/>
                </a:lnTo>
                <a:lnTo>
                  <a:pt x="5960561" y="126405"/>
                </a:lnTo>
                <a:lnTo>
                  <a:pt x="5960501" y="125650"/>
                </a:lnTo>
                <a:lnTo>
                  <a:pt x="5960450" y="124879"/>
                </a:lnTo>
                <a:lnTo>
                  <a:pt x="5960408" y="124091"/>
                </a:lnTo>
                <a:lnTo>
                  <a:pt x="5960375" y="123286"/>
                </a:lnTo>
                <a:lnTo>
                  <a:pt x="5960352" y="122464"/>
                </a:lnTo>
                <a:lnTo>
                  <a:pt x="5960338" y="121624"/>
                </a:lnTo>
                <a:lnTo>
                  <a:pt x="5960334" y="120768"/>
                </a:lnTo>
                <a:lnTo>
                  <a:pt x="5960334" y="4105"/>
                </a:lnTo>
                <a:lnTo>
                  <a:pt x="5941289" y="4105"/>
                </a:lnTo>
                <a:lnTo>
                  <a:pt x="5941289" y="121680"/>
                </a:lnTo>
                <a:lnTo>
                  <a:pt x="5941294" y="122616"/>
                </a:lnTo>
                <a:lnTo>
                  <a:pt x="5941307" y="123540"/>
                </a:lnTo>
                <a:lnTo>
                  <a:pt x="5941331" y="124452"/>
                </a:lnTo>
                <a:lnTo>
                  <a:pt x="5941363" y="125353"/>
                </a:lnTo>
                <a:lnTo>
                  <a:pt x="5941405" y="126244"/>
                </a:lnTo>
                <a:lnTo>
                  <a:pt x="5941456" y="127122"/>
                </a:lnTo>
                <a:lnTo>
                  <a:pt x="5941517" y="127990"/>
                </a:lnTo>
                <a:lnTo>
                  <a:pt x="5941587" y="128846"/>
                </a:lnTo>
                <a:lnTo>
                  <a:pt x="5941666" y="129691"/>
                </a:lnTo>
                <a:lnTo>
                  <a:pt x="5941754" y="130524"/>
                </a:lnTo>
                <a:lnTo>
                  <a:pt x="5941852" y="131347"/>
                </a:lnTo>
                <a:lnTo>
                  <a:pt x="5941959" y="132158"/>
                </a:lnTo>
                <a:lnTo>
                  <a:pt x="5942075" y="132958"/>
                </a:lnTo>
                <a:lnTo>
                  <a:pt x="5942201" y="133746"/>
                </a:lnTo>
                <a:lnTo>
                  <a:pt x="5942336" y="134523"/>
                </a:lnTo>
                <a:lnTo>
                  <a:pt x="5942480" y="135289"/>
                </a:lnTo>
                <a:lnTo>
                  <a:pt x="5942633" y="136044"/>
                </a:lnTo>
                <a:lnTo>
                  <a:pt x="5942796" y="136787"/>
                </a:lnTo>
                <a:lnTo>
                  <a:pt x="5942968" y="137519"/>
                </a:lnTo>
                <a:lnTo>
                  <a:pt x="5943150" y="138240"/>
                </a:lnTo>
                <a:lnTo>
                  <a:pt x="5943341" y="138949"/>
                </a:lnTo>
                <a:lnTo>
                  <a:pt x="5943541" y="139648"/>
                </a:lnTo>
                <a:lnTo>
                  <a:pt x="5943750" y="140335"/>
                </a:lnTo>
                <a:lnTo>
                  <a:pt x="5943969" y="141010"/>
                </a:lnTo>
                <a:lnTo>
                  <a:pt x="5944200" y="141674"/>
                </a:lnTo>
                <a:lnTo>
                  <a:pt x="5944447" y="142324"/>
                </a:lnTo>
                <a:lnTo>
                  <a:pt x="5944709" y="142961"/>
                </a:lnTo>
                <a:lnTo>
                  <a:pt x="5944987" y="143586"/>
                </a:lnTo>
                <a:lnTo>
                  <a:pt x="5945281" y="144197"/>
                </a:lnTo>
                <a:lnTo>
                  <a:pt x="5945590" y="144795"/>
                </a:lnTo>
                <a:lnTo>
                  <a:pt x="5945915" y="145380"/>
                </a:lnTo>
                <a:lnTo>
                  <a:pt x="5946256" y="145952"/>
                </a:lnTo>
                <a:lnTo>
                  <a:pt x="5946612" y="146511"/>
                </a:lnTo>
                <a:lnTo>
                  <a:pt x="5946984" y="147057"/>
                </a:lnTo>
                <a:lnTo>
                  <a:pt x="5947372" y="147589"/>
                </a:lnTo>
                <a:lnTo>
                  <a:pt x="5947775" y="148109"/>
                </a:lnTo>
                <a:lnTo>
                  <a:pt x="5948194" y="148616"/>
                </a:lnTo>
                <a:lnTo>
                  <a:pt x="5948628" y="149109"/>
                </a:lnTo>
                <a:lnTo>
                  <a:pt x="5949078" y="149590"/>
                </a:lnTo>
                <a:lnTo>
                  <a:pt x="5949544" y="150057"/>
                </a:lnTo>
                <a:lnTo>
                  <a:pt x="5950025" y="150512"/>
                </a:lnTo>
                <a:lnTo>
                  <a:pt x="5950523" y="150953"/>
                </a:lnTo>
                <a:lnTo>
                  <a:pt x="5951035" y="151381"/>
                </a:lnTo>
                <a:lnTo>
                  <a:pt x="5951564" y="151796"/>
                </a:lnTo>
                <a:lnTo>
                  <a:pt x="5952108" y="152199"/>
                </a:lnTo>
                <a:lnTo>
                  <a:pt x="5952667" y="152588"/>
                </a:lnTo>
                <a:lnTo>
                  <a:pt x="5953242" y="152964"/>
                </a:lnTo>
                <a:lnTo>
                  <a:pt x="5953833" y="153326"/>
                </a:lnTo>
                <a:lnTo>
                  <a:pt x="5954443" y="153675"/>
                </a:lnTo>
                <a:lnTo>
                  <a:pt x="5955074" y="154010"/>
                </a:lnTo>
                <a:lnTo>
                  <a:pt x="5955727" y="154329"/>
                </a:lnTo>
                <a:lnTo>
                  <a:pt x="5956402" y="154633"/>
                </a:lnTo>
                <a:lnTo>
                  <a:pt x="5957099" y="154923"/>
                </a:lnTo>
                <a:lnTo>
                  <a:pt x="5957818" y="155197"/>
                </a:lnTo>
                <a:lnTo>
                  <a:pt x="5958558" y="155457"/>
                </a:lnTo>
                <a:lnTo>
                  <a:pt x="5959320" y="155702"/>
                </a:lnTo>
                <a:lnTo>
                  <a:pt x="5960104" y="155932"/>
                </a:lnTo>
                <a:lnTo>
                  <a:pt x="5960909" y="156148"/>
                </a:lnTo>
                <a:lnTo>
                  <a:pt x="5961737" y="156348"/>
                </a:lnTo>
                <a:lnTo>
                  <a:pt x="5962586" y="156534"/>
                </a:lnTo>
                <a:lnTo>
                  <a:pt x="5963457" y="156705"/>
                </a:lnTo>
                <a:lnTo>
                  <a:pt x="5964349" y="156861"/>
                </a:lnTo>
                <a:lnTo>
                  <a:pt x="5965264" y="157002"/>
                </a:lnTo>
                <a:lnTo>
                  <a:pt x="5966200" y="157128"/>
                </a:lnTo>
                <a:lnTo>
                  <a:pt x="5967158" y="157239"/>
                </a:lnTo>
                <a:lnTo>
                  <a:pt x="5968138" y="157336"/>
                </a:lnTo>
                <a:lnTo>
                  <a:pt x="5969140" y="157417"/>
                </a:lnTo>
                <a:lnTo>
                  <a:pt x="5970163" y="157484"/>
                </a:lnTo>
                <a:lnTo>
                  <a:pt x="5971208" y="157536"/>
                </a:lnTo>
                <a:lnTo>
                  <a:pt x="5972275" y="157573"/>
                </a:lnTo>
                <a:lnTo>
                  <a:pt x="5973364" y="157596"/>
                </a:lnTo>
                <a:lnTo>
                  <a:pt x="5974474" y="157603"/>
                </a:lnTo>
                <a:lnTo>
                  <a:pt x="5980861" y="157603"/>
                </a:lnTo>
                <a:lnTo>
                  <a:pt x="5980861" y="142094"/>
                </a:lnTo>
                <a:lnTo>
                  <a:pt x="5975729" y="142094"/>
                </a:lnTo>
                <a:lnTo>
                  <a:pt x="5974905" y="142084"/>
                </a:lnTo>
                <a:lnTo>
                  <a:pt x="5974107" y="142056"/>
                </a:lnTo>
                <a:lnTo>
                  <a:pt x="5973335" y="142008"/>
                </a:lnTo>
                <a:lnTo>
                  <a:pt x="5972588" y="141942"/>
                </a:lnTo>
                <a:close/>
                <a:moveTo>
                  <a:pt x="5116256" y="159237"/>
                </a:moveTo>
                <a:lnTo>
                  <a:pt x="5117269" y="159086"/>
                </a:lnTo>
                <a:lnTo>
                  <a:pt x="5118270" y="158912"/>
                </a:lnTo>
                <a:lnTo>
                  <a:pt x="5119259" y="158715"/>
                </a:lnTo>
                <a:lnTo>
                  <a:pt x="5120235" y="158494"/>
                </a:lnTo>
                <a:lnTo>
                  <a:pt x="5121199" y="158250"/>
                </a:lnTo>
                <a:lnTo>
                  <a:pt x="5122151" y="157983"/>
                </a:lnTo>
                <a:lnTo>
                  <a:pt x="5123090" y="157692"/>
                </a:lnTo>
                <a:lnTo>
                  <a:pt x="5124017" y="157378"/>
                </a:lnTo>
                <a:lnTo>
                  <a:pt x="5124932" y="157041"/>
                </a:lnTo>
                <a:lnTo>
                  <a:pt x="5125835" y="156681"/>
                </a:lnTo>
                <a:lnTo>
                  <a:pt x="5126725" y="156298"/>
                </a:lnTo>
                <a:lnTo>
                  <a:pt x="5127603" y="155891"/>
                </a:lnTo>
                <a:lnTo>
                  <a:pt x="5128469" y="155461"/>
                </a:lnTo>
                <a:lnTo>
                  <a:pt x="5129323" y="155008"/>
                </a:lnTo>
                <a:lnTo>
                  <a:pt x="5130164" y="154532"/>
                </a:lnTo>
                <a:lnTo>
                  <a:pt x="5130993" y="154032"/>
                </a:lnTo>
                <a:lnTo>
                  <a:pt x="5131810" y="153509"/>
                </a:lnTo>
                <a:lnTo>
                  <a:pt x="5132614" y="152963"/>
                </a:lnTo>
                <a:lnTo>
                  <a:pt x="5133405" y="152394"/>
                </a:lnTo>
                <a:lnTo>
                  <a:pt x="5134180" y="151802"/>
                </a:lnTo>
                <a:lnTo>
                  <a:pt x="5134940" y="151188"/>
                </a:lnTo>
                <a:lnTo>
                  <a:pt x="5135685" y="150551"/>
                </a:lnTo>
                <a:lnTo>
                  <a:pt x="5136415" y="149891"/>
                </a:lnTo>
                <a:lnTo>
                  <a:pt x="5137129" y="149209"/>
                </a:lnTo>
                <a:lnTo>
                  <a:pt x="5137828" y="148504"/>
                </a:lnTo>
                <a:lnTo>
                  <a:pt x="5138512" y="147777"/>
                </a:lnTo>
                <a:lnTo>
                  <a:pt x="5139181" y="147027"/>
                </a:lnTo>
                <a:lnTo>
                  <a:pt x="5139834" y="146254"/>
                </a:lnTo>
                <a:lnTo>
                  <a:pt x="5140473" y="145459"/>
                </a:lnTo>
                <a:lnTo>
                  <a:pt x="5141096" y="144641"/>
                </a:lnTo>
                <a:lnTo>
                  <a:pt x="5141703" y="143800"/>
                </a:lnTo>
                <a:lnTo>
                  <a:pt x="5142296" y="142937"/>
                </a:lnTo>
                <a:lnTo>
                  <a:pt x="5142873" y="142051"/>
                </a:lnTo>
                <a:lnTo>
                  <a:pt x="5143435" y="141142"/>
                </a:lnTo>
                <a:lnTo>
                  <a:pt x="5143982" y="140211"/>
                </a:lnTo>
                <a:lnTo>
                  <a:pt x="5144513" y="139257"/>
                </a:lnTo>
                <a:lnTo>
                  <a:pt x="5145030" y="138281"/>
                </a:lnTo>
                <a:lnTo>
                  <a:pt x="5145531" y="137282"/>
                </a:lnTo>
                <a:lnTo>
                  <a:pt x="5146016" y="136260"/>
                </a:lnTo>
                <a:lnTo>
                  <a:pt x="5146487" y="135216"/>
                </a:lnTo>
                <a:lnTo>
                  <a:pt x="5146942" y="134149"/>
                </a:lnTo>
                <a:lnTo>
                  <a:pt x="5147382" y="133059"/>
                </a:lnTo>
                <a:lnTo>
                  <a:pt x="5147805" y="131947"/>
                </a:lnTo>
                <a:lnTo>
                  <a:pt x="5148211" y="130813"/>
                </a:lnTo>
                <a:lnTo>
                  <a:pt x="5148598" y="129658"/>
                </a:lnTo>
                <a:lnTo>
                  <a:pt x="5148968" y="128480"/>
                </a:lnTo>
                <a:lnTo>
                  <a:pt x="5149319" y="127281"/>
                </a:lnTo>
                <a:lnTo>
                  <a:pt x="5149652" y="126060"/>
                </a:lnTo>
                <a:lnTo>
                  <a:pt x="5149967" y="124817"/>
                </a:lnTo>
                <a:lnTo>
                  <a:pt x="5150265" y="123553"/>
                </a:lnTo>
                <a:lnTo>
                  <a:pt x="5150544" y="122266"/>
                </a:lnTo>
                <a:lnTo>
                  <a:pt x="5150805" y="120958"/>
                </a:lnTo>
                <a:lnTo>
                  <a:pt x="5151048" y="119628"/>
                </a:lnTo>
                <a:lnTo>
                  <a:pt x="5151274" y="118276"/>
                </a:lnTo>
                <a:lnTo>
                  <a:pt x="5151481" y="116903"/>
                </a:lnTo>
                <a:lnTo>
                  <a:pt x="5151670" y="115507"/>
                </a:lnTo>
                <a:lnTo>
                  <a:pt x="5151841" y="114090"/>
                </a:lnTo>
                <a:lnTo>
                  <a:pt x="5151994" y="112651"/>
                </a:lnTo>
                <a:lnTo>
                  <a:pt x="5152129" y="111190"/>
                </a:lnTo>
                <a:lnTo>
                  <a:pt x="5152247" y="109708"/>
                </a:lnTo>
                <a:lnTo>
                  <a:pt x="5152346" y="108203"/>
                </a:lnTo>
                <a:lnTo>
                  <a:pt x="5152427" y="106677"/>
                </a:lnTo>
                <a:lnTo>
                  <a:pt x="5152490" y="105129"/>
                </a:lnTo>
                <a:lnTo>
                  <a:pt x="5152535" y="103560"/>
                </a:lnTo>
                <a:lnTo>
                  <a:pt x="5152562" y="101968"/>
                </a:lnTo>
                <a:lnTo>
                  <a:pt x="5152571" y="100355"/>
                </a:lnTo>
                <a:lnTo>
                  <a:pt x="5152562" y="98732"/>
                </a:lnTo>
                <a:lnTo>
                  <a:pt x="5152535" y="97131"/>
                </a:lnTo>
                <a:lnTo>
                  <a:pt x="5152491" y="95553"/>
                </a:lnTo>
                <a:lnTo>
                  <a:pt x="5152428" y="93997"/>
                </a:lnTo>
                <a:lnTo>
                  <a:pt x="5152348" y="92464"/>
                </a:lnTo>
                <a:lnTo>
                  <a:pt x="5152250" y="90953"/>
                </a:lnTo>
                <a:lnTo>
                  <a:pt x="5152134" y="89465"/>
                </a:lnTo>
                <a:lnTo>
                  <a:pt x="5152001" y="87999"/>
                </a:lnTo>
                <a:lnTo>
                  <a:pt x="5151849" y="86555"/>
                </a:lnTo>
                <a:lnTo>
                  <a:pt x="5151680" y="85134"/>
                </a:lnTo>
                <a:lnTo>
                  <a:pt x="5151493" y="83735"/>
                </a:lnTo>
                <a:lnTo>
                  <a:pt x="5151288" y="82359"/>
                </a:lnTo>
                <a:lnTo>
                  <a:pt x="5151065" y="81005"/>
                </a:lnTo>
                <a:lnTo>
                  <a:pt x="5150825" y="79674"/>
                </a:lnTo>
                <a:lnTo>
                  <a:pt x="5150566" y="78365"/>
                </a:lnTo>
                <a:lnTo>
                  <a:pt x="5150290" y="77078"/>
                </a:lnTo>
                <a:lnTo>
                  <a:pt x="5149996" y="75814"/>
                </a:lnTo>
                <a:lnTo>
                  <a:pt x="5149684" y="74572"/>
                </a:lnTo>
                <a:lnTo>
                  <a:pt x="5149355" y="73353"/>
                </a:lnTo>
                <a:lnTo>
                  <a:pt x="5149007" y="72156"/>
                </a:lnTo>
                <a:lnTo>
                  <a:pt x="5148642" y="70982"/>
                </a:lnTo>
                <a:lnTo>
                  <a:pt x="5148259" y="69830"/>
                </a:lnTo>
                <a:lnTo>
                  <a:pt x="5147858" y="68701"/>
                </a:lnTo>
                <a:lnTo>
                  <a:pt x="5147439" y="67594"/>
                </a:lnTo>
                <a:lnTo>
                  <a:pt x="5147004" y="66509"/>
                </a:lnTo>
                <a:lnTo>
                  <a:pt x="5146554" y="65446"/>
                </a:lnTo>
                <a:lnTo>
                  <a:pt x="5146089" y="64407"/>
                </a:lnTo>
                <a:lnTo>
                  <a:pt x="5145610" y="63390"/>
                </a:lnTo>
                <a:lnTo>
                  <a:pt x="5145115" y="62396"/>
                </a:lnTo>
                <a:lnTo>
                  <a:pt x="5144606" y="61424"/>
                </a:lnTo>
                <a:lnTo>
                  <a:pt x="5144082" y="60475"/>
                </a:lnTo>
                <a:lnTo>
                  <a:pt x="5143543" y="59549"/>
                </a:lnTo>
                <a:lnTo>
                  <a:pt x="5142989" y="58645"/>
                </a:lnTo>
                <a:lnTo>
                  <a:pt x="5142420" y="57764"/>
                </a:lnTo>
                <a:lnTo>
                  <a:pt x="5141837" y="56905"/>
                </a:lnTo>
                <a:lnTo>
                  <a:pt x="5141238" y="56069"/>
                </a:lnTo>
                <a:lnTo>
                  <a:pt x="5140625" y="55256"/>
                </a:lnTo>
                <a:lnTo>
                  <a:pt x="5139997" y="54465"/>
                </a:lnTo>
                <a:lnTo>
                  <a:pt x="5139354" y="53697"/>
                </a:lnTo>
                <a:lnTo>
                  <a:pt x="5138696" y="52952"/>
                </a:lnTo>
                <a:lnTo>
                  <a:pt x="5138023" y="52229"/>
                </a:lnTo>
                <a:lnTo>
                  <a:pt x="5137336" y="51529"/>
                </a:lnTo>
                <a:lnTo>
                  <a:pt x="5136634" y="50852"/>
                </a:lnTo>
                <a:lnTo>
                  <a:pt x="5135916" y="50197"/>
                </a:lnTo>
                <a:lnTo>
                  <a:pt x="5135184" y="49565"/>
                </a:lnTo>
                <a:lnTo>
                  <a:pt x="5134437" y="48955"/>
                </a:lnTo>
                <a:lnTo>
                  <a:pt x="5133676" y="48368"/>
                </a:lnTo>
                <a:lnTo>
                  <a:pt x="5132899" y="47804"/>
                </a:lnTo>
                <a:lnTo>
                  <a:pt x="5132109" y="47263"/>
                </a:lnTo>
                <a:lnTo>
                  <a:pt x="5131306" y="46744"/>
                </a:lnTo>
                <a:lnTo>
                  <a:pt x="5130491" y="46249"/>
                </a:lnTo>
                <a:lnTo>
                  <a:pt x="5129663" y="45776"/>
                </a:lnTo>
                <a:lnTo>
                  <a:pt x="5128823" y="45327"/>
                </a:lnTo>
                <a:lnTo>
                  <a:pt x="5127970" y="44901"/>
                </a:lnTo>
                <a:lnTo>
                  <a:pt x="5127105" y="44498"/>
                </a:lnTo>
                <a:lnTo>
                  <a:pt x="5126228" y="44118"/>
                </a:lnTo>
                <a:lnTo>
                  <a:pt x="5125338" y="43760"/>
                </a:lnTo>
                <a:lnTo>
                  <a:pt x="5124435" y="43426"/>
                </a:lnTo>
                <a:lnTo>
                  <a:pt x="5123520" y="43115"/>
                </a:lnTo>
                <a:lnTo>
                  <a:pt x="5122593" y="42827"/>
                </a:lnTo>
                <a:lnTo>
                  <a:pt x="5121653" y="42562"/>
                </a:lnTo>
                <a:lnTo>
                  <a:pt x="5120700" y="42320"/>
                </a:lnTo>
                <a:lnTo>
                  <a:pt x="5119735" y="42102"/>
                </a:lnTo>
                <a:lnTo>
                  <a:pt x="5118758" y="41906"/>
                </a:lnTo>
                <a:lnTo>
                  <a:pt x="5117768" y="41733"/>
                </a:lnTo>
                <a:lnTo>
                  <a:pt x="5116766" y="41583"/>
                </a:lnTo>
                <a:lnTo>
                  <a:pt x="5115751" y="41456"/>
                </a:lnTo>
                <a:lnTo>
                  <a:pt x="5114724" y="41353"/>
                </a:lnTo>
                <a:lnTo>
                  <a:pt x="5113684" y="41272"/>
                </a:lnTo>
                <a:lnTo>
                  <a:pt x="5112632" y="41214"/>
                </a:lnTo>
                <a:lnTo>
                  <a:pt x="5111567" y="41180"/>
                </a:lnTo>
                <a:lnTo>
                  <a:pt x="5110490" y="41168"/>
                </a:lnTo>
                <a:lnTo>
                  <a:pt x="5109489" y="41178"/>
                </a:lnTo>
                <a:lnTo>
                  <a:pt x="5108498" y="41208"/>
                </a:lnTo>
                <a:lnTo>
                  <a:pt x="5107520" y="41258"/>
                </a:lnTo>
                <a:lnTo>
                  <a:pt x="5106553" y="41328"/>
                </a:lnTo>
                <a:lnTo>
                  <a:pt x="5105597" y="41418"/>
                </a:lnTo>
                <a:lnTo>
                  <a:pt x="5104653" y="41528"/>
                </a:lnTo>
                <a:lnTo>
                  <a:pt x="5103720" y="41658"/>
                </a:lnTo>
                <a:lnTo>
                  <a:pt x="5102799" y="41808"/>
                </a:lnTo>
                <a:lnTo>
                  <a:pt x="5101889" y="41978"/>
                </a:lnTo>
                <a:lnTo>
                  <a:pt x="5100991" y="42168"/>
                </a:lnTo>
                <a:lnTo>
                  <a:pt x="5100104" y="42378"/>
                </a:lnTo>
                <a:lnTo>
                  <a:pt x="5099229" y="42608"/>
                </a:lnTo>
                <a:lnTo>
                  <a:pt x="5098365" y="42858"/>
                </a:lnTo>
                <a:lnTo>
                  <a:pt x="5097513" y="43128"/>
                </a:lnTo>
                <a:lnTo>
                  <a:pt x="5096672" y="43418"/>
                </a:lnTo>
                <a:lnTo>
                  <a:pt x="5095842" y="43728"/>
                </a:lnTo>
                <a:lnTo>
                  <a:pt x="5095025" y="44058"/>
                </a:lnTo>
                <a:lnTo>
                  <a:pt x="5094218" y="44408"/>
                </a:lnTo>
                <a:lnTo>
                  <a:pt x="5093423" y="44778"/>
                </a:lnTo>
                <a:lnTo>
                  <a:pt x="5092640" y="45168"/>
                </a:lnTo>
                <a:lnTo>
                  <a:pt x="5091868" y="45578"/>
                </a:lnTo>
                <a:lnTo>
                  <a:pt x="5091107" y="46008"/>
                </a:lnTo>
                <a:lnTo>
                  <a:pt x="5090358" y="46457"/>
                </a:lnTo>
                <a:lnTo>
                  <a:pt x="5089621" y="46927"/>
                </a:lnTo>
                <a:lnTo>
                  <a:pt x="5088895" y="47411"/>
                </a:lnTo>
                <a:lnTo>
                  <a:pt x="5088181" y="47903"/>
                </a:lnTo>
                <a:lnTo>
                  <a:pt x="5087479" y="48402"/>
                </a:lnTo>
                <a:lnTo>
                  <a:pt x="5086789" y="48909"/>
                </a:lnTo>
                <a:lnTo>
                  <a:pt x="5086111" y="49423"/>
                </a:lnTo>
                <a:lnTo>
                  <a:pt x="5085444" y="49946"/>
                </a:lnTo>
                <a:lnTo>
                  <a:pt x="5084790" y="50476"/>
                </a:lnTo>
                <a:lnTo>
                  <a:pt x="5084147" y="51014"/>
                </a:lnTo>
                <a:lnTo>
                  <a:pt x="5083516" y="51559"/>
                </a:lnTo>
                <a:lnTo>
                  <a:pt x="5082897" y="52113"/>
                </a:lnTo>
                <a:lnTo>
                  <a:pt x="5082290" y="52674"/>
                </a:lnTo>
                <a:lnTo>
                  <a:pt x="5081695" y="53242"/>
                </a:lnTo>
                <a:lnTo>
                  <a:pt x="5081112" y="53819"/>
                </a:lnTo>
                <a:lnTo>
                  <a:pt x="5080541" y="54403"/>
                </a:lnTo>
                <a:lnTo>
                  <a:pt x="5079981" y="54995"/>
                </a:lnTo>
                <a:lnTo>
                  <a:pt x="5079433" y="55594"/>
                </a:lnTo>
                <a:lnTo>
                  <a:pt x="5078898" y="56202"/>
                </a:lnTo>
                <a:lnTo>
                  <a:pt x="5078374" y="56817"/>
                </a:lnTo>
                <a:lnTo>
                  <a:pt x="5077862" y="57440"/>
                </a:lnTo>
                <a:lnTo>
                  <a:pt x="5077362" y="58070"/>
                </a:lnTo>
                <a:lnTo>
                  <a:pt x="5076873" y="58708"/>
                </a:lnTo>
                <a:lnTo>
                  <a:pt x="5076397" y="59354"/>
                </a:lnTo>
                <a:lnTo>
                  <a:pt x="5075933" y="60008"/>
                </a:lnTo>
                <a:lnTo>
                  <a:pt x="5075480" y="60669"/>
                </a:lnTo>
                <a:lnTo>
                  <a:pt x="5075480" y="4105"/>
                </a:lnTo>
                <a:lnTo>
                  <a:pt x="5056321" y="4105"/>
                </a:lnTo>
                <a:lnTo>
                  <a:pt x="5056321" y="157603"/>
                </a:lnTo>
                <a:lnTo>
                  <a:pt x="5074226" y="157603"/>
                </a:lnTo>
                <a:lnTo>
                  <a:pt x="5075138" y="141865"/>
                </a:lnTo>
                <a:lnTo>
                  <a:pt x="5075599" y="142590"/>
                </a:lnTo>
                <a:lnTo>
                  <a:pt x="5076072" y="143299"/>
                </a:lnTo>
                <a:lnTo>
                  <a:pt x="5076555" y="143994"/>
                </a:lnTo>
                <a:lnTo>
                  <a:pt x="5077050" y="144674"/>
                </a:lnTo>
                <a:lnTo>
                  <a:pt x="5077555" y="145339"/>
                </a:lnTo>
                <a:lnTo>
                  <a:pt x="5078071" y="145989"/>
                </a:lnTo>
                <a:lnTo>
                  <a:pt x="5078598" y="146624"/>
                </a:lnTo>
                <a:lnTo>
                  <a:pt x="5079136" y="147244"/>
                </a:lnTo>
                <a:lnTo>
                  <a:pt x="5079684" y="147850"/>
                </a:lnTo>
                <a:lnTo>
                  <a:pt x="5080244" y="148441"/>
                </a:lnTo>
                <a:lnTo>
                  <a:pt x="5080814" y="149016"/>
                </a:lnTo>
                <a:lnTo>
                  <a:pt x="5081396" y="149577"/>
                </a:lnTo>
                <a:lnTo>
                  <a:pt x="5081988" y="150124"/>
                </a:lnTo>
                <a:lnTo>
                  <a:pt x="5082591" y="150655"/>
                </a:lnTo>
                <a:lnTo>
                  <a:pt x="5083205" y="151171"/>
                </a:lnTo>
                <a:lnTo>
                  <a:pt x="5083830" y="151673"/>
                </a:lnTo>
                <a:lnTo>
                  <a:pt x="5084466" y="152160"/>
                </a:lnTo>
                <a:lnTo>
                  <a:pt x="5085113" y="152632"/>
                </a:lnTo>
                <a:lnTo>
                  <a:pt x="5085770" y="153089"/>
                </a:lnTo>
                <a:lnTo>
                  <a:pt x="5086439" y="153531"/>
                </a:lnTo>
                <a:lnTo>
                  <a:pt x="5087118" y="153958"/>
                </a:lnTo>
                <a:lnTo>
                  <a:pt x="5087809" y="154371"/>
                </a:lnTo>
                <a:lnTo>
                  <a:pt x="5088510" y="154768"/>
                </a:lnTo>
                <a:lnTo>
                  <a:pt x="5089222" y="155151"/>
                </a:lnTo>
                <a:lnTo>
                  <a:pt x="5089945" y="155519"/>
                </a:lnTo>
                <a:lnTo>
                  <a:pt x="5090681" y="155871"/>
                </a:lnTo>
                <a:lnTo>
                  <a:pt x="5091429" y="156207"/>
                </a:lnTo>
                <a:lnTo>
                  <a:pt x="5092188" y="156528"/>
                </a:lnTo>
                <a:lnTo>
                  <a:pt x="5092960" y="156833"/>
                </a:lnTo>
                <a:lnTo>
                  <a:pt x="5093744" y="157122"/>
                </a:lnTo>
                <a:lnTo>
                  <a:pt x="5094540" y="157396"/>
                </a:lnTo>
                <a:lnTo>
                  <a:pt x="5095348" y="157654"/>
                </a:lnTo>
                <a:lnTo>
                  <a:pt x="5096168" y="157896"/>
                </a:lnTo>
                <a:lnTo>
                  <a:pt x="5097001" y="158123"/>
                </a:lnTo>
                <a:lnTo>
                  <a:pt x="5097845" y="158334"/>
                </a:lnTo>
                <a:lnTo>
                  <a:pt x="5098701" y="158530"/>
                </a:lnTo>
                <a:lnTo>
                  <a:pt x="5099570" y="158709"/>
                </a:lnTo>
                <a:lnTo>
                  <a:pt x="5100450" y="158874"/>
                </a:lnTo>
                <a:lnTo>
                  <a:pt x="5101343" y="159022"/>
                </a:lnTo>
                <a:lnTo>
                  <a:pt x="5102248" y="159155"/>
                </a:lnTo>
                <a:lnTo>
                  <a:pt x="5103164" y="159272"/>
                </a:lnTo>
                <a:lnTo>
                  <a:pt x="5104093" y="159374"/>
                </a:lnTo>
                <a:lnTo>
                  <a:pt x="5105034" y="159460"/>
                </a:lnTo>
                <a:lnTo>
                  <a:pt x="5105987" y="159531"/>
                </a:lnTo>
                <a:lnTo>
                  <a:pt x="5106952" y="159585"/>
                </a:lnTo>
                <a:lnTo>
                  <a:pt x="5107929" y="159624"/>
                </a:lnTo>
                <a:lnTo>
                  <a:pt x="5108919" y="159648"/>
                </a:lnTo>
                <a:lnTo>
                  <a:pt x="5109920" y="159656"/>
                </a:lnTo>
                <a:lnTo>
                  <a:pt x="5111007" y="159644"/>
                </a:lnTo>
                <a:lnTo>
                  <a:pt x="5112081" y="159609"/>
                </a:lnTo>
                <a:lnTo>
                  <a:pt x="5113143" y="159551"/>
                </a:lnTo>
                <a:lnTo>
                  <a:pt x="5114193" y="159470"/>
                </a:lnTo>
                <a:lnTo>
                  <a:pt x="5115231" y="159365"/>
                </a:lnTo>
                <a:lnTo>
                  <a:pt x="5116256" y="159237"/>
                </a:lnTo>
                <a:close/>
                <a:moveTo>
                  <a:pt x="5100950" y="143691"/>
                </a:moveTo>
                <a:lnTo>
                  <a:pt x="5100104" y="143568"/>
                </a:lnTo>
                <a:lnTo>
                  <a:pt x="5099270" y="143426"/>
                </a:lnTo>
                <a:lnTo>
                  <a:pt x="5098447" y="143264"/>
                </a:lnTo>
                <a:lnTo>
                  <a:pt x="5097637" y="143084"/>
                </a:lnTo>
                <a:lnTo>
                  <a:pt x="5096837" y="142885"/>
                </a:lnTo>
                <a:lnTo>
                  <a:pt x="5096050" y="142667"/>
                </a:lnTo>
                <a:lnTo>
                  <a:pt x="5095274" y="142430"/>
                </a:lnTo>
                <a:lnTo>
                  <a:pt x="5094510" y="142174"/>
                </a:lnTo>
                <a:lnTo>
                  <a:pt x="5093758" y="141900"/>
                </a:lnTo>
                <a:lnTo>
                  <a:pt x="5093017" y="141606"/>
                </a:lnTo>
                <a:lnTo>
                  <a:pt x="5092288" y="141293"/>
                </a:lnTo>
                <a:lnTo>
                  <a:pt x="5091570" y="140961"/>
                </a:lnTo>
                <a:lnTo>
                  <a:pt x="5090865" y="140610"/>
                </a:lnTo>
                <a:lnTo>
                  <a:pt x="5090171" y="140241"/>
                </a:lnTo>
                <a:lnTo>
                  <a:pt x="5089488" y="139852"/>
                </a:lnTo>
                <a:lnTo>
                  <a:pt x="5088818" y="139445"/>
                </a:lnTo>
                <a:lnTo>
                  <a:pt x="5088159" y="139018"/>
                </a:lnTo>
                <a:lnTo>
                  <a:pt x="5087511" y="138573"/>
                </a:lnTo>
                <a:lnTo>
                  <a:pt x="5086876" y="138111"/>
                </a:lnTo>
                <a:lnTo>
                  <a:pt x="5086252" y="137636"/>
                </a:lnTo>
                <a:lnTo>
                  <a:pt x="5085639" y="137148"/>
                </a:lnTo>
                <a:lnTo>
                  <a:pt x="5085039" y="136647"/>
                </a:lnTo>
                <a:lnTo>
                  <a:pt x="5084450" y="136133"/>
                </a:lnTo>
                <a:lnTo>
                  <a:pt x="5083873" y="135606"/>
                </a:lnTo>
                <a:lnTo>
                  <a:pt x="5083307" y="135065"/>
                </a:lnTo>
                <a:lnTo>
                  <a:pt x="5082753" y="134511"/>
                </a:lnTo>
                <a:lnTo>
                  <a:pt x="5082211" y="133944"/>
                </a:lnTo>
                <a:lnTo>
                  <a:pt x="5081681" y="133364"/>
                </a:lnTo>
                <a:lnTo>
                  <a:pt x="5081162" y="132771"/>
                </a:lnTo>
                <a:lnTo>
                  <a:pt x="5080655" y="132164"/>
                </a:lnTo>
                <a:lnTo>
                  <a:pt x="5080159" y="131544"/>
                </a:lnTo>
                <a:lnTo>
                  <a:pt x="5079675" y="130911"/>
                </a:lnTo>
                <a:lnTo>
                  <a:pt x="5079203" y="130265"/>
                </a:lnTo>
                <a:lnTo>
                  <a:pt x="5078743" y="129606"/>
                </a:lnTo>
                <a:lnTo>
                  <a:pt x="5078294" y="128934"/>
                </a:lnTo>
                <a:lnTo>
                  <a:pt x="5077857" y="128248"/>
                </a:lnTo>
                <a:lnTo>
                  <a:pt x="5077432" y="127549"/>
                </a:lnTo>
                <a:lnTo>
                  <a:pt x="5077018" y="126837"/>
                </a:lnTo>
                <a:lnTo>
                  <a:pt x="5076616" y="126112"/>
                </a:lnTo>
                <a:lnTo>
                  <a:pt x="5076226" y="125374"/>
                </a:lnTo>
                <a:lnTo>
                  <a:pt x="5075847" y="124623"/>
                </a:lnTo>
                <a:lnTo>
                  <a:pt x="5075480" y="123858"/>
                </a:lnTo>
                <a:lnTo>
                  <a:pt x="5075480" y="79112"/>
                </a:lnTo>
                <a:lnTo>
                  <a:pt x="5075847" y="78374"/>
                </a:lnTo>
                <a:lnTo>
                  <a:pt x="5076226" y="77643"/>
                </a:lnTo>
                <a:lnTo>
                  <a:pt x="5076618" y="76919"/>
                </a:lnTo>
                <a:lnTo>
                  <a:pt x="5077021" y="76203"/>
                </a:lnTo>
                <a:lnTo>
                  <a:pt x="5077437" y="75494"/>
                </a:lnTo>
                <a:lnTo>
                  <a:pt x="5077864" y="74792"/>
                </a:lnTo>
                <a:lnTo>
                  <a:pt x="5078304" y="74097"/>
                </a:lnTo>
                <a:lnTo>
                  <a:pt x="5078755" y="73410"/>
                </a:lnTo>
                <a:lnTo>
                  <a:pt x="5079219" y="72729"/>
                </a:lnTo>
                <a:lnTo>
                  <a:pt x="5079695" y="72056"/>
                </a:lnTo>
                <a:lnTo>
                  <a:pt x="5080183" y="71390"/>
                </a:lnTo>
                <a:lnTo>
                  <a:pt x="5080683" y="70731"/>
                </a:lnTo>
                <a:lnTo>
                  <a:pt x="5081195" y="70080"/>
                </a:lnTo>
                <a:lnTo>
                  <a:pt x="5081719" y="69436"/>
                </a:lnTo>
                <a:lnTo>
                  <a:pt x="5082256" y="68798"/>
                </a:lnTo>
                <a:lnTo>
                  <a:pt x="5082804" y="68168"/>
                </a:lnTo>
                <a:lnTo>
                  <a:pt x="5083364" y="67546"/>
                </a:lnTo>
                <a:lnTo>
                  <a:pt x="5083937" y="66930"/>
                </a:lnTo>
                <a:lnTo>
                  <a:pt x="5084521" y="66322"/>
                </a:lnTo>
                <a:lnTo>
                  <a:pt x="5085118" y="65721"/>
                </a:lnTo>
                <a:lnTo>
                  <a:pt x="5085727" y="65127"/>
                </a:lnTo>
                <a:lnTo>
                  <a:pt x="5086347" y="64540"/>
                </a:lnTo>
                <a:lnTo>
                  <a:pt x="5086980" y="63961"/>
                </a:lnTo>
                <a:lnTo>
                  <a:pt x="5087625" y="63388"/>
                </a:lnTo>
                <a:lnTo>
                  <a:pt x="5088282" y="62831"/>
                </a:lnTo>
                <a:lnTo>
                  <a:pt x="5088952" y="62298"/>
                </a:lnTo>
                <a:lnTo>
                  <a:pt x="5089634" y="61789"/>
                </a:lnTo>
                <a:lnTo>
                  <a:pt x="5090329" y="61303"/>
                </a:lnTo>
                <a:lnTo>
                  <a:pt x="5091036" y="60841"/>
                </a:lnTo>
                <a:lnTo>
                  <a:pt x="5091756" y="60403"/>
                </a:lnTo>
                <a:lnTo>
                  <a:pt x="5092488" y="59988"/>
                </a:lnTo>
                <a:lnTo>
                  <a:pt x="5093232" y="59597"/>
                </a:lnTo>
                <a:lnTo>
                  <a:pt x="5093989" y="59230"/>
                </a:lnTo>
                <a:lnTo>
                  <a:pt x="5094759" y="58886"/>
                </a:lnTo>
                <a:lnTo>
                  <a:pt x="5095541" y="58566"/>
                </a:lnTo>
                <a:lnTo>
                  <a:pt x="5096335" y="58270"/>
                </a:lnTo>
                <a:lnTo>
                  <a:pt x="5097142" y="57997"/>
                </a:lnTo>
                <a:lnTo>
                  <a:pt x="5097961" y="57749"/>
                </a:lnTo>
                <a:lnTo>
                  <a:pt x="5098793" y="57523"/>
                </a:lnTo>
                <a:lnTo>
                  <a:pt x="5099637" y="57322"/>
                </a:lnTo>
                <a:lnTo>
                  <a:pt x="5100494" y="57144"/>
                </a:lnTo>
                <a:lnTo>
                  <a:pt x="5101363" y="56990"/>
                </a:lnTo>
                <a:lnTo>
                  <a:pt x="5102245" y="56860"/>
                </a:lnTo>
                <a:lnTo>
                  <a:pt x="5103139" y="56753"/>
                </a:lnTo>
                <a:lnTo>
                  <a:pt x="5104046" y="56670"/>
                </a:lnTo>
                <a:lnTo>
                  <a:pt x="5104965" y="56611"/>
                </a:lnTo>
                <a:lnTo>
                  <a:pt x="5105897" y="56576"/>
                </a:lnTo>
                <a:lnTo>
                  <a:pt x="5106841" y="56564"/>
                </a:lnTo>
                <a:lnTo>
                  <a:pt x="5107922" y="56583"/>
                </a:lnTo>
                <a:lnTo>
                  <a:pt x="5108981" y="56642"/>
                </a:lnTo>
                <a:lnTo>
                  <a:pt x="5110016" y="56740"/>
                </a:lnTo>
                <a:lnTo>
                  <a:pt x="5111029" y="56877"/>
                </a:lnTo>
                <a:lnTo>
                  <a:pt x="5112018" y="57053"/>
                </a:lnTo>
                <a:lnTo>
                  <a:pt x="5112985" y="57268"/>
                </a:lnTo>
                <a:lnTo>
                  <a:pt x="5113928" y="57523"/>
                </a:lnTo>
                <a:lnTo>
                  <a:pt x="5114849" y="57817"/>
                </a:lnTo>
                <a:lnTo>
                  <a:pt x="5115747" y="58149"/>
                </a:lnTo>
                <a:lnTo>
                  <a:pt x="5116621" y="58521"/>
                </a:lnTo>
                <a:lnTo>
                  <a:pt x="5117473" y="58932"/>
                </a:lnTo>
                <a:lnTo>
                  <a:pt x="5118302" y="59383"/>
                </a:lnTo>
                <a:lnTo>
                  <a:pt x="5119108" y="59872"/>
                </a:lnTo>
                <a:lnTo>
                  <a:pt x="5119891" y="60401"/>
                </a:lnTo>
                <a:lnTo>
                  <a:pt x="5120650" y="60968"/>
                </a:lnTo>
                <a:lnTo>
                  <a:pt x="5121387" y="61575"/>
                </a:lnTo>
                <a:lnTo>
                  <a:pt x="5122101" y="62221"/>
                </a:lnTo>
                <a:lnTo>
                  <a:pt x="5122792" y="62906"/>
                </a:lnTo>
                <a:lnTo>
                  <a:pt x="5123460" y="63631"/>
                </a:lnTo>
                <a:lnTo>
                  <a:pt x="5124105" y="64394"/>
                </a:lnTo>
                <a:lnTo>
                  <a:pt x="5124727" y="65197"/>
                </a:lnTo>
                <a:lnTo>
                  <a:pt x="5125326" y="66038"/>
                </a:lnTo>
                <a:lnTo>
                  <a:pt x="5125903" y="66919"/>
                </a:lnTo>
                <a:lnTo>
                  <a:pt x="5126456" y="67839"/>
                </a:lnTo>
                <a:lnTo>
                  <a:pt x="5126986" y="68796"/>
                </a:lnTo>
                <a:lnTo>
                  <a:pt x="5127494" y="69787"/>
                </a:lnTo>
                <a:lnTo>
                  <a:pt x="5127979" y="70811"/>
                </a:lnTo>
                <a:lnTo>
                  <a:pt x="5128442" y="71870"/>
                </a:lnTo>
                <a:lnTo>
                  <a:pt x="5128882" y="72964"/>
                </a:lnTo>
                <a:lnTo>
                  <a:pt x="5129300" y="74091"/>
                </a:lnTo>
                <a:lnTo>
                  <a:pt x="5129695" y="75253"/>
                </a:lnTo>
                <a:lnTo>
                  <a:pt x="5130067" y="76449"/>
                </a:lnTo>
                <a:lnTo>
                  <a:pt x="5130417" y="77679"/>
                </a:lnTo>
                <a:lnTo>
                  <a:pt x="5130744" y="78944"/>
                </a:lnTo>
                <a:lnTo>
                  <a:pt x="5131049" y="80242"/>
                </a:lnTo>
                <a:lnTo>
                  <a:pt x="5131331" y="81575"/>
                </a:lnTo>
                <a:lnTo>
                  <a:pt x="5131591" y="82942"/>
                </a:lnTo>
                <a:lnTo>
                  <a:pt x="5131828" y="84343"/>
                </a:lnTo>
                <a:lnTo>
                  <a:pt x="5132042" y="85779"/>
                </a:lnTo>
                <a:lnTo>
                  <a:pt x="5132234" y="87248"/>
                </a:lnTo>
                <a:lnTo>
                  <a:pt x="5132403" y="88752"/>
                </a:lnTo>
                <a:lnTo>
                  <a:pt x="5132550" y="90290"/>
                </a:lnTo>
                <a:lnTo>
                  <a:pt x="5132674" y="91863"/>
                </a:lnTo>
                <a:lnTo>
                  <a:pt x="5132775" y="93469"/>
                </a:lnTo>
                <a:lnTo>
                  <a:pt x="5132854" y="95110"/>
                </a:lnTo>
                <a:lnTo>
                  <a:pt x="5132911" y="96785"/>
                </a:lnTo>
                <a:lnTo>
                  <a:pt x="5132945" y="98494"/>
                </a:lnTo>
                <a:lnTo>
                  <a:pt x="5132956" y="100237"/>
                </a:lnTo>
                <a:lnTo>
                  <a:pt x="5132945" y="101962"/>
                </a:lnTo>
                <a:lnTo>
                  <a:pt x="5132911" y="103654"/>
                </a:lnTo>
                <a:lnTo>
                  <a:pt x="5132854" y="105313"/>
                </a:lnTo>
                <a:lnTo>
                  <a:pt x="5132774" y="106939"/>
                </a:lnTo>
                <a:lnTo>
                  <a:pt x="5132671" y="108532"/>
                </a:lnTo>
                <a:lnTo>
                  <a:pt x="5132546" y="110093"/>
                </a:lnTo>
                <a:lnTo>
                  <a:pt x="5132398" y="111621"/>
                </a:lnTo>
                <a:lnTo>
                  <a:pt x="5132227" y="113116"/>
                </a:lnTo>
                <a:lnTo>
                  <a:pt x="5132034" y="114578"/>
                </a:lnTo>
                <a:lnTo>
                  <a:pt x="5131818" y="116008"/>
                </a:lnTo>
                <a:lnTo>
                  <a:pt x="5131579" y="117405"/>
                </a:lnTo>
                <a:lnTo>
                  <a:pt x="5131317" y="118769"/>
                </a:lnTo>
                <a:lnTo>
                  <a:pt x="5131032" y="120100"/>
                </a:lnTo>
                <a:lnTo>
                  <a:pt x="5130725" y="121399"/>
                </a:lnTo>
                <a:lnTo>
                  <a:pt x="5130395" y="122664"/>
                </a:lnTo>
                <a:lnTo>
                  <a:pt x="5130042" y="123897"/>
                </a:lnTo>
                <a:lnTo>
                  <a:pt x="5129666" y="125098"/>
                </a:lnTo>
                <a:lnTo>
                  <a:pt x="5129268" y="126265"/>
                </a:lnTo>
                <a:lnTo>
                  <a:pt x="5128846" y="127400"/>
                </a:lnTo>
                <a:lnTo>
                  <a:pt x="5128402" y="128502"/>
                </a:lnTo>
                <a:lnTo>
                  <a:pt x="5127936" y="129571"/>
                </a:lnTo>
                <a:lnTo>
                  <a:pt x="5127446" y="130607"/>
                </a:lnTo>
                <a:lnTo>
                  <a:pt x="5126934" y="131611"/>
                </a:lnTo>
                <a:lnTo>
                  <a:pt x="5126399" y="132582"/>
                </a:lnTo>
                <a:lnTo>
                  <a:pt x="5125840" y="133516"/>
                </a:lnTo>
                <a:lnTo>
                  <a:pt x="5125257" y="134411"/>
                </a:lnTo>
                <a:lnTo>
                  <a:pt x="5124650" y="135266"/>
                </a:lnTo>
                <a:lnTo>
                  <a:pt x="5124018" y="136081"/>
                </a:lnTo>
                <a:lnTo>
                  <a:pt x="5123362" y="136856"/>
                </a:lnTo>
                <a:lnTo>
                  <a:pt x="5122682" y="137591"/>
                </a:lnTo>
                <a:lnTo>
                  <a:pt x="5121977" y="138287"/>
                </a:lnTo>
                <a:lnTo>
                  <a:pt x="5121248" y="138943"/>
                </a:lnTo>
                <a:lnTo>
                  <a:pt x="5120495" y="139559"/>
                </a:lnTo>
                <a:lnTo>
                  <a:pt x="5119717" y="140136"/>
                </a:lnTo>
                <a:lnTo>
                  <a:pt x="5118915" y="140673"/>
                </a:lnTo>
                <a:lnTo>
                  <a:pt x="5118088" y="141170"/>
                </a:lnTo>
                <a:lnTo>
                  <a:pt x="5117237" y="141627"/>
                </a:lnTo>
                <a:lnTo>
                  <a:pt x="5116362" y="142044"/>
                </a:lnTo>
                <a:lnTo>
                  <a:pt x="5115463" y="142422"/>
                </a:lnTo>
                <a:lnTo>
                  <a:pt x="5114539" y="142760"/>
                </a:lnTo>
                <a:lnTo>
                  <a:pt x="5113590" y="143058"/>
                </a:lnTo>
                <a:lnTo>
                  <a:pt x="5112618" y="143317"/>
                </a:lnTo>
                <a:lnTo>
                  <a:pt x="5111621" y="143535"/>
                </a:lnTo>
                <a:lnTo>
                  <a:pt x="5110600" y="143714"/>
                </a:lnTo>
                <a:lnTo>
                  <a:pt x="5109554" y="143853"/>
                </a:lnTo>
                <a:lnTo>
                  <a:pt x="5108484" y="143953"/>
                </a:lnTo>
                <a:lnTo>
                  <a:pt x="5107389" y="144012"/>
                </a:lnTo>
                <a:lnTo>
                  <a:pt x="5106271" y="144032"/>
                </a:lnTo>
                <a:lnTo>
                  <a:pt x="5105355" y="144023"/>
                </a:lnTo>
                <a:lnTo>
                  <a:pt x="5104450" y="143994"/>
                </a:lnTo>
                <a:lnTo>
                  <a:pt x="5103558" y="143947"/>
                </a:lnTo>
                <a:lnTo>
                  <a:pt x="5102677" y="143881"/>
                </a:lnTo>
                <a:lnTo>
                  <a:pt x="5101808" y="143795"/>
                </a:lnTo>
                <a:lnTo>
                  <a:pt x="5100950" y="143691"/>
                </a:lnTo>
                <a:close/>
                <a:moveTo>
                  <a:pt x="5434823" y="55223"/>
                </a:moveTo>
                <a:lnTo>
                  <a:pt x="5434236" y="54221"/>
                </a:lnTo>
                <a:lnTo>
                  <a:pt x="5433621" y="53248"/>
                </a:lnTo>
                <a:lnTo>
                  <a:pt x="5432979" y="52305"/>
                </a:lnTo>
                <a:lnTo>
                  <a:pt x="5432305" y="51396"/>
                </a:lnTo>
                <a:lnTo>
                  <a:pt x="5431595" y="50526"/>
                </a:lnTo>
                <a:lnTo>
                  <a:pt x="5430850" y="49695"/>
                </a:lnTo>
                <a:lnTo>
                  <a:pt x="5430068" y="48902"/>
                </a:lnTo>
                <a:lnTo>
                  <a:pt x="5429250" y="48148"/>
                </a:lnTo>
                <a:lnTo>
                  <a:pt x="5428396" y="47433"/>
                </a:lnTo>
                <a:lnTo>
                  <a:pt x="5427506" y="46756"/>
                </a:lnTo>
                <a:lnTo>
                  <a:pt x="5426580" y="46118"/>
                </a:lnTo>
                <a:lnTo>
                  <a:pt x="5425618" y="45519"/>
                </a:lnTo>
                <a:lnTo>
                  <a:pt x="5424620" y="44958"/>
                </a:lnTo>
                <a:lnTo>
                  <a:pt x="5423586" y="44436"/>
                </a:lnTo>
                <a:lnTo>
                  <a:pt x="5422516" y="43953"/>
                </a:lnTo>
                <a:lnTo>
                  <a:pt x="5421410" y="43508"/>
                </a:lnTo>
                <a:lnTo>
                  <a:pt x="5420268" y="43102"/>
                </a:lnTo>
                <a:lnTo>
                  <a:pt x="5419089" y="42734"/>
                </a:lnTo>
                <a:lnTo>
                  <a:pt x="5417875" y="42406"/>
                </a:lnTo>
                <a:lnTo>
                  <a:pt x="5416625" y="42116"/>
                </a:lnTo>
                <a:lnTo>
                  <a:pt x="5415338" y="41864"/>
                </a:lnTo>
                <a:lnTo>
                  <a:pt x="5414016" y="41652"/>
                </a:lnTo>
                <a:lnTo>
                  <a:pt x="5412658" y="41478"/>
                </a:lnTo>
                <a:lnTo>
                  <a:pt x="5411263" y="41342"/>
                </a:lnTo>
                <a:lnTo>
                  <a:pt x="5409833" y="41246"/>
                </a:lnTo>
                <a:lnTo>
                  <a:pt x="5408366" y="41188"/>
                </a:lnTo>
                <a:lnTo>
                  <a:pt x="5406864" y="41168"/>
                </a:lnTo>
                <a:lnTo>
                  <a:pt x="5405779" y="41178"/>
                </a:lnTo>
                <a:lnTo>
                  <a:pt x="5404708" y="41208"/>
                </a:lnTo>
                <a:lnTo>
                  <a:pt x="5403653" y="41258"/>
                </a:lnTo>
                <a:lnTo>
                  <a:pt x="5402613" y="41328"/>
                </a:lnTo>
                <a:lnTo>
                  <a:pt x="5401588" y="41418"/>
                </a:lnTo>
                <a:lnTo>
                  <a:pt x="5400577" y="41528"/>
                </a:lnTo>
                <a:lnTo>
                  <a:pt x="5399582" y="41658"/>
                </a:lnTo>
                <a:lnTo>
                  <a:pt x="5398602" y="41808"/>
                </a:lnTo>
                <a:lnTo>
                  <a:pt x="5397637" y="41978"/>
                </a:lnTo>
                <a:lnTo>
                  <a:pt x="5396687" y="42168"/>
                </a:lnTo>
                <a:lnTo>
                  <a:pt x="5395753" y="42378"/>
                </a:lnTo>
                <a:lnTo>
                  <a:pt x="5394833" y="42608"/>
                </a:lnTo>
                <a:lnTo>
                  <a:pt x="5393928" y="42858"/>
                </a:lnTo>
                <a:lnTo>
                  <a:pt x="5393038" y="43128"/>
                </a:lnTo>
                <a:lnTo>
                  <a:pt x="5392163" y="43418"/>
                </a:lnTo>
                <a:lnTo>
                  <a:pt x="5391304" y="43728"/>
                </a:lnTo>
                <a:lnTo>
                  <a:pt x="5390459" y="44058"/>
                </a:lnTo>
                <a:lnTo>
                  <a:pt x="5389630" y="44408"/>
                </a:lnTo>
                <a:lnTo>
                  <a:pt x="5388815" y="44778"/>
                </a:lnTo>
                <a:lnTo>
                  <a:pt x="5388016" y="45168"/>
                </a:lnTo>
                <a:lnTo>
                  <a:pt x="5387231" y="45578"/>
                </a:lnTo>
                <a:lnTo>
                  <a:pt x="5386462" y="46008"/>
                </a:lnTo>
                <a:lnTo>
                  <a:pt x="5385708" y="46457"/>
                </a:lnTo>
                <a:lnTo>
                  <a:pt x="5384968" y="46927"/>
                </a:lnTo>
                <a:lnTo>
                  <a:pt x="5384243" y="47409"/>
                </a:lnTo>
                <a:lnTo>
                  <a:pt x="5383532" y="47893"/>
                </a:lnTo>
                <a:lnTo>
                  <a:pt x="5382835" y="48380"/>
                </a:lnTo>
                <a:lnTo>
                  <a:pt x="5382152" y="48871"/>
                </a:lnTo>
                <a:lnTo>
                  <a:pt x="5381483" y="49364"/>
                </a:lnTo>
                <a:lnTo>
                  <a:pt x="5380827" y="49860"/>
                </a:lnTo>
                <a:lnTo>
                  <a:pt x="5380186" y="50360"/>
                </a:lnTo>
                <a:lnTo>
                  <a:pt x="5379558" y="50862"/>
                </a:lnTo>
                <a:lnTo>
                  <a:pt x="5378944" y="51367"/>
                </a:lnTo>
                <a:lnTo>
                  <a:pt x="5378344" y="51875"/>
                </a:lnTo>
                <a:lnTo>
                  <a:pt x="5377757" y="52386"/>
                </a:lnTo>
                <a:lnTo>
                  <a:pt x="5377185" y="52900"/>
                </a:lnTo>
                <a:lnTo>
                  <a:pt x="5376627" y="53417"/>
                </a:lnTo>
                <a:lnTo>
                  <a:pt x="5376082" y="53937"/>
                </a:lnTo>
                <a:lnTo>
                  <a:pt x="5375551" y="54460"/>
                </a:lnTo>
                <a:lnTo>
                  <a:pt x="5375034" y="54986"/>
                </a:lnTo>
                <a:lnTo>
                  <a:pt x="5374531" y="55515"/>
                </a:lnTo>
                <a:lnTo>
                  <a:pt x="5374042" y="56047"/>
                </a:lnTo>
                <a:lnTo>
                  <a:pt x="5373566" y="56582"/>
                </a:lnTo>
                <a:lnTo>
                  <a:pt x="5373105" y="57120"/>
                </a:lnTo>
                <a:lnTo>
                  <a:pt x="5372657" y="57660"/>
                </a:lnTo>
                <a:lnTo>
                  <a:pt x="5372224" y="58204"/>
                </a:lnTo>
                <a:lnTo>
                  <a:pt x="5371804" y="58751"/>
                </a:lnTo>
                <a:lnTo>
                  <a:pt x="5371398" y="59301"/>
                </a:lnTo>
                <a:lnTo>
                  <a:pt x="5370941" y="43107"/>
                </a:lnTo>
                <a:lnTo>
                  <a:pt x="5352467" y="43107"/>
                </a:lnTo>
                <a:lnTo>
                  <a:pt x="5352467" y="157603"/>
                </a:lnTo>
                <a:lnTo>
                  <a:pt x="5371512" y="157603"/>
                </a:lnTo>
                <a:lnTo>
                  <a:pt x="5371512" y="75370"/>
                </a:lnTo>
                <a:lnTo>
                  <a:pt x="5371916" y="74815"/>
                </a:lnTo>
                <a:lnTo>
                  <a:pt x="5372330" y="74263"/>
                </a:lnTo>
                <a:lnTo>
                  <a:pt x="5372754" y="73715"/>
                </a:lnTo>
                <a:lnTo>
                  <a:pt x="5373189" y="73169"/>
                </a:lnTo>
                <a:lnTo>
                  <a:pt x="5373633" y="72627"/>
                </a:lnTo>
                <a:lnTo>
                  <a:pt x="5374088" y="72088"/>
                </a:lnTo>
                <a:lnTo>
                  <a:pt x="5374553" y="71552"/>
                </a:lnTo>
                <a:lnTo>
                  <a:pt x="5375028" y="71019"/>
                </a:lnTo>
                <a:lnTo>
                  <a:pt x="5375513" y="70489"/>
                </a:lnTo>
                <a:lnTo>
                  <a:pt x="5376008" y="69962"/>
                </a:lnTo>
                <a:lnTo>
                  <a:pt x="5376513" y="69439"/>
                </a:lnTo>
                <a:lnTo>
                  <a:pt x="5377028" y="68918"/>
                </a:lnTo>
                <a:lnTo>
                  <a:pt x="5377554" y="68401"/>
                </a:lnTo>
                <a:lnTo>
                  <a:pt x="5378089" y="67887"/>
                </a:lnTo>
                <a:lnTo>
                  <a:pt x="5378635" y="67375"/>
                </a:lnTo>
                <a:lnTo>
                  <a:pt x="5379190" y="66867"/>
                </a:lnTo>
                <a:lnTo>
                  <a:pt x="5379756" y="66362"/>
                </a:lnTo>
                <a:lnTo>
                  <a:pt x="5380332" y="65860"/>
                </a:lnTo>
                <a:lnTo>
                  <a:pt x="5380918" y="65362"/>
                </a:lnTo>
                <a:lnTo>
                  <a:pt x="5381514" y="64866"/>
                </a:lnTo>
                <a:lnTo>
                  <a:pt x="5382120" y="64373"/>
                </a:lnTo>
                <a:lnTo>
                  <a:pt x="5382736" y="63884"/>
                </a:lnTo>
                <a:lnTo>
                  <a:pt x="5383362" y="63398"/>
                </a:lnTo>
                <a:lnTo>
                  <a:pt x="5383999" y="62914"/>
                </a:lnTo>
                <a:lnTo>
                  <a:pt x="5384646" y="62443"/>
                </a:lnTo>
                <a:lnTo>
                  <a:pt x="5385304" y="61991"/>
                </a:lnTo>
                <a:lnTo>
                  <a:pt x="5385974" y="61560"/>
                </a:lnTo>
                <a:lnTo>
                  <a:pt x="5386655" y="61148"/>
                </a:lnTo>
                <a:lnTo>
                  <a:pt x="5387347" y="60757"/>
                </a:lnTo>
                <a:lnTo>
                  <a:pt x="5388051" y="60385"/>
                </a:lnTo>
                <a:lnTo>
                  <a:pt x="5388766" y="60034"/>
                </a:lnTo>
                <a:lnTo>
                  <a:pt x="5389492" y="59703"/>
                </a:lnTo>
                <a:lnTo>
                  <a:pt x="5390229" y="59392"/>
                </a:lnTo>
                <a:lnTo>
                  <a:pt x="5390978" y="59101"/>
                </a:lnTo>
                <a:lnTo>
                  <a:pt x="5391738" y="58830"/>
                </a:lnTo>
                <a:lnTo>
                  <a:pt x="5392509" y="58579"/>
                </a:lnTo>
                <a:lnTo>
                  <a:pt x="5393292" y="58348"/>
                </a:lnTo>
                <a:lnTo>
                  <a:pt x="5394085" y="58137"/>
                </a:lnTo>
                <a:lnTo>
                  <a:pt x="5394891" y="57947"/>
                </a:lnTo>
                <a:lnTo>
                  <a:pt x="5395707" y="57776"/>
                </a:lnTo>
                <a:lnTo>
                  <a:pt x="5396535" y="57626"/>
                </a:lnTo>
                <a:lnTo>
                  <a:pt x="5397374" y="57495"/>
                </a:lnTo>
                <a:lnTo>
                  <a:pt x="5398224" y="57385"/>
                </a:lnTo>
                <a:lnTo>
                  <a:pt x="5399085" y="57294"/>
                </a:lnTo>
                <a:lnTo>
                  <a:pt x="5399958" y="57224"/>
                </a:lnTo>
                <a:lnTo>
                  <a:pt x="5400842" y="57174"/>
                </a:lnTo>
                <a:lnTo>
                  <a:pt x="5401738" y="57144"/>
                </a:lnTo>
                <a:lnTo>
                  <a:pt x="5402644" y="57134"/>
                </a:lnTo>
                <a:lnTo>
                  <a:pt x="5403303" y="57140"/>
                </a:lnTo>
                <a:lnTo>
                  <a:pt x="5403948" y="57159"/>
                </a:lnTo>
                <a:lnTo>
                  <a:pt x="5404580" y="57191"/>
                </a:lnTo>
                <a:lnTo>
                  <a:pt x="5405199" y="57235"/>
                </a:lnTo>
                <a:lnTo>
                  <a:pt x="5405805" y="57292"/>
                </a:lnTo>
                <a:lnTo>
                  <a:pt x="5406397" y="57361"/>
                </a:lnTo>
                <a:lnTo>
                  <a:pt x="5406976" y="57443"/>
                </a:lnTo>
                <a:lnTo>
                  <a:pt x="5407542" y="57538"/>
                </a:lnTo>
                <a:lnTo>
                  <a:pt x="5408094" y="57645"/>
                </a:lnTo>
                <a:lnTo>
                  <a:pt x="5408633" y="57765"/>
                </a:lnTo>
                <a:lnTo>
                  <a:pt x="5409159" y="57898"/>
                </a:lnTo>
                <a:lnTo>
                  <a:pt x="5409672" y="58043"/>
                </a:lnTo>
                <a:lnTo>
                  <a:pt x="5410172" y="58200"/>
                </a:lnTo>
                <a:lnTo>
                  <a:pt x="5410658" y="58371"/>
                </a:lnTo>
                <a:lnTo>
                  <a:pt x="5411131" y="58554"/>
                </a:lnTo>
                <a:lnTo>
                  <a:pt x="5411590" y="58749"/>
                </a:lnTo>
                <a:lnTo>
                  <a:pt x="5412037" y="58958"/>
                </a:lnTo>
                <a:lnTo>
                  <a:pt x="5412470" y="59179"/>
                </a:lnTo>
                <a:lnTo>
                  <a:pt x="5412889" y="59412"/>
                </a:lnTo>
                <a:lnTo>
                  <a:pt x="5413296" y="59658"/>
                </a:lnTo>
                <a:lnTo>
                  <a:pt x="5413689" y="59917"/>
                </a:lnTo>
                <a:lnTo>
                  <a:pt x="5414069" y="60188"/>
                </a:lnTo>
                <a:lnTo>
                  <a:pt x="5414436" y="60472"/>
                </a:lnTo>
                <a:lnTo>
                  <a:pt x="5414790" y="60769"/>
                </a:lnTo>
                <a:lnTo>
                  <a:pt x="5415132" y="61077"/>
                </a:lnTo>
                <a:lnTo>
                  <a:pt x="5415465" y="61394"/>
                </a:lnTo>
                <a:lnTo>
                  <a:pt x="5415788" y="61721"/>
                </a:lnTo>
                <a:lnTo>
                  <a:pt x="5416103" y="62058"/>
                </a:lnTo>
                <a:lnTo>
                  <a:pt x="5416408" y="62405"/>
                </a:lnTo>
                <a:lnTo>
                  <a:pt x="5416703" y="62762"/>
                </a:lnTo>
                <a:lnTo>
                  <a:pt x="5416990" y="63128"/>
                </a:lnTo>
                <a:lnTo>
                  <a:pt x="5417267" y="63504"/>
                </a:lnTo>
                <a:lnTo>
                  <a:pt x="5417535" y="63889"/>
                </a:lnTo>
                <a:lnTo>
                  <a:pt x="5417793" y="64284"/>
                </a:lnTo>
                <a:lnTo>
                  <a:pt x="5418042" y="64689"/>
                </a:lnTo>
                <a:lnTo>
                  <a:pt x="5418282" y="65104"/>
                </a:lnTo>
                <a:lnTo>
                  <a:pt x="5418513" y="65529"/>
                </a:lnTo>
                <a:lnTo>
                  <a:pt x="5418734" y="65963"/>
                </a:lnTo>
                <a:lnTo>
                  <a:pt x="5418946" y="66407"/>
                </a:lnTo>
                <a:lnTo>
                  <a:pt x="5419148" y="66861"/>
                </a:lnTo>
                <a:lnTo>
                  <a:pt x="5419342" y="67324"/>
                </a:lnTo>
                <a:lnTo>
                  <a:pt x="5419526" y="67797"/>
                </a:lnTo>
                <a:lnTo>
                  <a:pt x="5419701" y="68280"/>
                </a:lnTo>
                <a:lnTo>
                  <a:pt x="5419866" y="68773"/>
                </a:lnTo>
                <a:lnTo>
                  <a:pt x="5420022" y="69275"/>
                </a:lnTo>
                <a:lnTo>
                  <a:pt x="5420169" y="69787"/>
                </a:lnTo>
                <a:lnTo>
                  <a:pt x="5420306" y="70309"/>
                </a:lnTo>
                <a:lnTo>
                  <a:pt x="5420435" y="70840"/>
                </a:lnTo>
                <a:lnTo>
                  <a:pt x="5420556" y="71380"/>
                </a:lnTo>
                <a:lnTo>
                  <a:pt x="5420671" y="71925"/>
                </a:lnTo>
                <a:lnTo>
                  <a:pt x="5420782" y="72477"/>
                </a:lnTo>
                <a:lnTo>
                  <a:pt x="5420888" y="73035"/>
                </a:lnTo>
                <a:lnTo>
                  <a:pt x="5420988" y="73599"/>
                </a:lnTo>
                <a:lnTo>
                  <a:pt x="5421083" y="74170"/>
                </a:lnTo>
                <a:lnTo>
                  <a:pt x="5421173" y="74746"/>
                </a:lnTo>
                <a:lnTo>
                  <a:pt x="5421258" y="75329"/>
                </a:lnTo>
                <a:lnTo>
                  <a:pt x="5421338" y="75918"/>
                </a:lnTo>
                <a:lnTo>
                  <a:pt x="5421413" y="76513"/>
                </a:lnTo>
                <a:lnTo>
                  <a:pt x="5421482" y="77115"/>
                </a:lnTo>
                <a:lnTo>
                  <a:pt x="5421547" y="77723"/>
                </a:lnTo>
                <a:lnTo>
                  <a:pt x="5421606" y="78336"/>
                </a:lnTo>
                <a:lnTo>
                  <a:pt x="5421660" y="78956"/>
                </a:lnTo>
                <a:lnTo>
                  <a:pt x="5421709" y="79583"/>
                </a:lnTo>
                <a:lnTo>
                  <a:pt x="5421752" y="80215"/>
                </a:lnTo>
                <a:lnTo>
                  <a:pt x="5421791" y="80854"/>
                </a:lnTo>
                <a:lnTo>
                  <a:pt x="5421824" y="81499"/>
                </a:lnTo>
                <a:lnTo>
                  <a:pt x="5421853" y="82150"/>
                </a:lnTo>
                <a:lnTo>
                  <a:pt x="5421876" y="82807"/>
                </a:lnTo>
                <a:lnTo>
                  <a:pt x="5421894" y="83470"/>
                </a:lnTo>
                <a:lnTo>
                  <a:pt x="5421907" y="84140"/>
                </a:lnTo>
                <a:lnTo>
                  <a:pt x="5421915" y="84816"/>
                </a:lnTo>
                <a:lnTo>
                  <a:pt x="5421917" y="85498"/>
                </a:lnTo>
                <a:lnTo>
                  <a:pt x="5421917" y="157603"/>
                </a:lnTo>
                <a:lnTo>
                  <a:pt x="5440848" y="157603"/>
                </a:lnTo>
                <a:lnTo>
                  <a:pt x="5440848" y="83217"/>
                </a:lnTo>
                <a:lnTo>
                  <a:pt x="5440834" y="81584"/>
                </a:lnTo>
                <a:lnTo>
                  <a:pt x="5440793" y="79981"/>
                </a:lnTo>
                <a:lnTo>
                  <a:pt x="5440725" y="78407"/>
                </a:lnTo>
                <a:lnTo>
                  <a:pt x="5440629" y="76864"/>
                </a:lnTo>
                <a:lnTo>
                  <a:pt x="5440506" y="75351"/>
                </a:lnTo>
                <a:lnTo>
                  <a:pt x="5440414" y="74438"/>
                </a:lnTo>
                <a:lnTo>
                  <a:pt x="5440787" y="73937"/>
                </a:lnTo>
                <a:lnTo>
                  <a:pt x="5441193" y="73410"/>
                </a:lnTo>
                <a:lnTo>
                  <a:pt x="5441610" y="72886"/>
                </a:lnTo>
                <a:lnTo>
                  <a:pt x="5442039" y="72365"/>
                </a:lnTo>
                <a:lnTo>
                  <a:pt x="5442478" y="71847"/>
                </a:lnTo>
                <a:lnTo>
                  <a:pt x="5442929" y="71332"/>
                </a:lnTo>
                <a:lnTo>
                  <a:pt x="5443391" y="70820"/>
                </a:lnTo>
                <a:lnTo>
                  <a:pt x="5443863" y="70312"/>
                </a:lnTo>
                <a:lnTo>
                  <a:pt x="5444347" y="69807"/>
                </a:lnTo>
                <a:lnTo>
                  <a:pt x="5444842" y="69305"/>
                </a:lnTo>
                <a:lnTo>
                  <a:pt x="5445348" y="68806"/>
                </a:lnTo>
                <a:lnTo>
                  <a:pt x="5445865" y="68310"/>
                </a:lnTo>
                <a:lnTo>
                  <a:pt x="5446394" y="67817"/>
                </a:lnTo>
                <a:lnTo>
                  <a:pt x="5446933" y="67328"/>
                </a:lnTo>
                <a:lnTo>
                  <a:pt x="5447483" y="66842"/>
                </a:lnTo>
                <a:lnTo>
                  <a:pt x="5448045" y="66358"/>
                </a:lnTo>
                <a:lnTo>
                  <a:pt x="5448617" y="65879"/>
                </a:lnTo>
                <a:lnTo>
                  <a:pt x="5449201" y="65402"/>
                </a:lnTo>
                <a:lnTo>
                  <a:pt x="5449796" y="64928"/>
                </a:lnTo>
                <a:lnTo>
                  <a:pt x="5450402" y="64458"/>
                </a:lnTo>
                <a:lnTo>
                  <a:pt x="5451019" y="63991"/>
                </a:lnTo>
                <a:lnTo>
                  <a:pt x="5451647" y="63526"/>
                </a:lnTo>
                <a:lnTo>
                  <a:pt x="5452286" y="63066"/>
                </a:lnTo>
                <a:lnTo>
                  <a:pt x="5452936" y="62608"/>
                </a:lnTo>
                <a:lnTo>
                  <a:pt x="5453597" y="62161"/>
                </a:lnTo>
                <a:lnTo>
                  <a:pt x="5454269" y="61734"/>
                </a:lnTo>
                <a:lnTo>
                  <a:pt x="5454951" y="61325"/>
                </a:lnTo>
                <a:lnTo>
                  <a:pt x="5455644" y="60935"/>
                </a:lnTo>
                <a:lnTo>
                  <a:pt x="5456348" y="60565"/>
                </a:lnTo>
                <a:lnTo>
                  <a:pt x="5457063" y="60213"/>
                </a:lnTo>
                <a:lnTo>
                  <a:pt x="5457788" y="59880"/>
                </a:lnTo>
                <a:lnTo>
                  <a:pt x="5458524" y="59567"/>
                </a:lnTo>
                <a:lnTo>
                  <a:pt x="5459271" y="59272"/>
                </a:lnTo>
                <a:lnTo>
                  <a:pt x="5460028" y="58997"/>
                </a:lnTo>
                <a:lnTo>
                  <a:pt x="5460796" y="58740"/>
                </a:lnTo>
                <a:lnTo>
                  <a:pt x="5461574" y="58502"/>
                </a:lnTo>
                <a:lnTo>
                  <a:pt x="5462364" y="58284"/>
                </a:lnTo>
                <a:lnTo>
                  <a:pt x="5463164" y="58084"/>
                </a:lnTo>
                <a:lnTo>
                  <a:pt x="5463975" y="57904"/>
                </a:lnTo>
                <a:lnTo>
                  <a:pt x="5464796" y="57742"/>
                </a:lnTo>
                <a:lnTo>
                  <a:pt x="5465628" y="57600"/>
                </a:lnTo>
                <a:lnTo>
                  <a:pt x="5466471" y="57476"/>
                </a:lnTo>
                <a:lnTo>
                  <a:pt x="5467325" y="57372"/>
                </a:lnTo>
                <a:lnTo>
                  <a:pt x="5468189" y="57286"/>
                </a:lnTo>
                <a:lnTo>
                  <a:pt x="5469064" y="57219"/>
                </a:lnTo>
                <a:lnTo>
                  <a:pt x="5469949" y="57172"/>
                </a:lnTo>
                <a:lnTo>
                  <a:pt x="5470846" y="57143"/>
                </a:lnTo>
                <a:lnTo>
                  <a:pt x="5471753" y="57134"/>
                </a:lnTo>
                <a:lnTo>
                  <a:pt x="5472402" y="57140"/>
                </a:lnTo>
                <a:lnTo>
                  <a:pt x="5473038" y="57159"/>
                </a:lnTo>
                <a:lnTo>
                  <a:pt x="5473661" y="57191"/>
                </a:lnTo>
                <a:lnTo>
                  <a:pt x="5474271" y="57235"/>
                </a:lnTo>
                <a:lnTo>
                  <a:pt x="5474868" y="57292"/>
                </a:lnTo>
                <a:lnTo>
                  <a:pt x="5475452" y="57361"/>
                </a:lnTo>
                <a:lnTo>
                  <a:pt x="5476022" y="57443"/>
                </a:lnTo>
                <a:lnTo>
                  <a:pt x="5476580" y="57538"/>
                </a:lnTo>
                <a:lnTo>
                  <a:pt x="5477125" y="57645"/>
                </a:lnTo>
                <a:lnTo>
                  <a:pt x="5477656" y="57765"/>
                </a:lnTo>
                <a:lnTo>
                  <a:pt x="5478175" y="57898"/>
                </a:lnTo>
                <a:lnTo>
                  <a:pt x="5478680" y="58043"/>
                </a:lnTo>
                <a:lnTo>
                  <a:pt x="5479173" y="58200"/>
                </a:lnTo>
                <a:lnTo>
                  <a:pt x="5479652" y="58371"/>
                </a:lnTo>
                <a:lnTo>
                  <a:pt x="5480118" y="58554"/>
                </a:lnTo>
                <a:lnTo>
                  <a:pt x="5480572" y="58749"/>
                </a:lnTo>
                <a:lnTo>
                  <a:pt x="5481012" y="58958"/>
                </a:lnTo>
                <a:lnTo>
                  <a:pt x="5481439" y="59179"/>
                </a:lnTo>
                <a:lnTo>
                  <a:pt x="5481853" y="59412"/>
                </a:lnTo>
                <a:lnTo>
                  <a:pt x="5482254" y="59658"/>
                </a:lnTo>
                <a:lnTo>
                  <a:pt x="5482642" y="59917"/>
                </a:lnTo>
                <a:lnTo>
                  <a:pt x="5483016" y="60188"/>
                </a:lnTo>
                <a:lnTo>
                  <a:pt x="5483378" y="60472"/>
                </a:lnTo>
                <a:lnTo>
                  <a:pt x="5483727" y="60769"/>
                </a:lnTo>
                <a:lnTo>
                  <a:pt x="5484064" y="61077"/>
                </a:lnTo>
                <a:lnTo>
                  <a:pt x="5484393" y="61394"/>
                </a:lnTo>
                <a:lnTo>
                  <a:pt x="5484713" y="61721"/>
                </a:lnTo>
                <a:lnTo>
                  <a:pt x="5485024" y="62058"/>
                </a:lnTo>
                <a:lnTo>
                  <a:pt x="5485326" y="62405"/>
                </a:lnTo>
                <a:lnTo>
                  <a:pt x="5485619" y="62762"/>
                </a:lnTo>
                <a:lnTo>
                  <a:pt x="5485903" y="63128"/>
                </a:lnTo>
                <a:lnTo>
                  <a:pt x="5486179" y="63504"/>
                </a:lnTo>
                <a:lnTo>
                  <a:pt x="5486445" y="63889"/>
                </a:lnTo>
                <a:lnTo>
                  <a:pt x="5486702" y="64284"/>
                </a:lnTo>
                <a:lnTo>
                  <a:pt x="5486951" y="64689"/>
                </a:lnTo>
                <a:lnTo>
                  <a:pt x="5487191" y="65104"/>
                </a:lnTo>
                <a:lnTo>
                  <a:pt x="5487421" y="65529"/>
                </a:lnTo>
                <a:lnTo>
                  <a:pt x="5487643" y="65963"/>
                </a:lnTo>
                <a:lnTo>
                  <a:pt x="5487856" y="66407"/>
                </a:lnTo>
                <a:lnTo>
                  <a:pt x="5488060" y="66861"/>
                </a:lnTo>
                <a:lnTo>
                  <a:pt x="5488255" y="67324"/>
                </a:lnTo>
                <a:lnTo>
                  <a:pt x="5488442" y="67797"/>
                </a:lnTo>
                <a:lnTo>
                  <a:pt x="5488619" y="68280"/>
                </a:lnTo>
                <a:lnTo>
                  <a:pt x="5488787" y="68773"/>
                </a:lnTo>
                <a:lnTo>
                  <a:pt x="5488947" y="69275"/>
                </a:lnTo>
                <a:lnTo>
                  <a:pt x="5489097" y="69787"/>
                </a:lnTo>
                <a:lnTo>
                  <a:pt x="5489239" y="70309"/>
                </a:lnTo>
                <a:lnTo>
                  <a:pt x="5489372" y="70840"/>
                </a:lnTo>
                <a:lnTo>
                  <a:pt x="5489497" y="71380"/>
                </a:lnTo>
                <a:lnTo>
                  <a:pt x="5489618" y="71925"/>
                </a:lnTo>
                <a:lnTo>
                  <a:pt x="5489732" y="72477"/>
                </a:lnTo>
                <a:lnTo>
                  <a:pt x="5489842" y="73035"/>
                </a:lnTo>
                <a:lnTo>
                  <a:pt x="5489946" y="73599"/>
                </a:lnTo>
                <a:lnTo>
                  <a:pt x="5490045" y="74170"/>
                </a:lnTo>
                <a:lnTo>
                  <a:pt x="5490139" y="74746"/>
                </a:lnTo>
                <a:lnTo>
                  <a:pt x="5490227" y="75329"/>
                </a:lnTo>
                <a:lnTo>
                  <a:pt x="5490310" y="75918"/>
                </a:lnTo>
                <a:lnTo>
                  <a:pt x="5490387" y="76513"/>
                </a:lnTo>
                <a:lnTo>
                  <a:pt x="5490459" y="77115"/>
                </a:lnTo>
                <a:lnTo>
                  <a:pt x="5490526" y="77723"/>
                </a:lnTo>
                <a:lnTo>
                  <a:pt x="5490588" y="78336"/>
                </a:lnTo>
                <a:lnTo>
                  <a:pt x="5490644" y="78956"/>
                </a:lnTo>
                <a:lnTo>
                  <a:pt x="5490695" y="79583"/>
                </a:lnTo>
                <a:lnTo>
                  <a:pt x="5490740" y="80215"/>
                </a:lnTo>
                <a:lnTo>
                  <a:pt x="5490780" y="80854"/>
                </a:lnTo>
                <a:lnTo>
                  <a:pt x="5490815" y="81499"/>
                </a:lnTo>
                <a:lnTo>
                  <a:pt x="5490844" y="82150"/>
                </a:lnTo>
                <a:lnTo>
                  <a:pt x="5490868" y="82807"/>
                </a:lnTo>
                <a:lnTo>
                  <a:pt x="5490887" y="83470"/>
                </a:lnTo>
                <a:lnTo>
                  <a:pt x="5490901" y="84140"/>
                </a:lnTo>
                <a:lnTo>
                  <a:pt x="5490909" y="84816"/>
                </a:lnTo>
                <a:lnTo>
                  <a:pt x="5490911" y="85498"/>
                </a:lnTo>
                <a:lnTo>
                  <a:pt x="5490911" y="157603"/>
                </a:lnTo>
                <a:lnTo>
                  <a:pt x="5509956" y="157603"/>
                </a:lnTo>
                <a:lnTo>
                  <a:pt x="5509956" y="83217"/>
                </a:lnTo>
                <a:lnTo>
                  <a:pt x="5509942" y="81584"/>
                </a:lnTo>
                <a:lnTo>
                  <a:pt x="5509900" y="79981"/>
                </a:lnTo>
                <a:lnTo>
                  <a:pt x="5509831" y="78407"/>
                </a:lnTo>
                <a:lnTo>
                  <a:pt x="5509734" y="76864"/>
                </a:lnTo>
                <a:lnTo>
                  <a:pt x="5509609" y="75351"/>
                </a:lnTo>
                <a:lnTo>
                  <a:pt x="5509457" y="73868"/>
                </a:lnTo>
                <a:lnTo>
                  <a:pt x="5509277" y="72415"/>
                </a:lnTo>
                <a:lnTo>
                  <a:pt x="5509069" y="70992"/>
                </a:lnTo>
                <a:lnTo>
                  <a:pt x="5508833" y="69599"/>
                </a:lnTo>
                <a:lnTo>
                  <a:pt x="5508570" y="68236"/>
                </a:lnTo>
                <a:lnTo>
                  <a:pt x="5508279" y="66903"/>
                </a:lnTo>
                <a:lnTo>
                  <a:pt x="5507960" y="65600"/>
                </a:lnTo>
                <a:lnTo>
                  <a:pt x="5507614" y="64327"/>
                </a:lnTo>
                <a:lnTo>
                  <a:pt x="5507239" y="63084"/>
                </a:lnTo>
                <a:lnTo>
                  <a:pt x="5506838" y="61871"/>
                </a:lnTo>
                <a:lnTo>
                  <a:pt x="5506408" y="60688"/>
                </a:lnTo>
                <a:lnTo>
                  <a:pt x="5505951" y="59535"/>
                </a:lnTo>
                <a:lnTo>
                  <a:pt x="5505466" y="58412"/>
                </a:lnTo>
                <a:lnTo>
                  <a:pt x="5504953" y="57319"/>
                </a:lnTo>
                <a:lnTo>
                  <a:pt x="5504412" y="56256"/>
                </a:lnTo>
                <a:lnTo>
                  <a:pt x="5503844" y="55223"/>
                </a:lnTo>
                <a:lnTo>
                  <a:pt x="5503248" y="54221"/>
                </a:lnTo>
                <a:lnTo>
                  <a:pt x="5502624" y="53248"/>
                </a:lnTo>
                <a:lnTo>
                  <a:pt x="5501973" y="52305"/>
                </a:lnTo>
                <a:lnTo>
                  <a:pt x="5501291" y="51396"/>
                </a:lnTo>
                <a:lnTo>
                  <a:pt x="5500574" y="50526"/>
                </a:lnTo>
                <a:lnTo>
                  <a:pt x="5499822" y="49695"/>
                </a:lnTo>
                <a:lnTo>
                  <a:pt x="5499037" y="48902"/>
                </a:lnTo>
                <a:lnTo>
                  <a:pt x="5498216" y="48148"/>
                </a:lnTo>
                <a:lnTo>
                  <a:pt x="5497362" y="47433"/>
                </a:lnTo>
                <a:lnTo>
                  <a:pt x="5496472" y="46756"/>
                </a:lnTo>
                <a:lnTo>
                  <a:pt x="5495549" y="46118"/>
                </a:lnTo>
                <a:lnTo>
                  <a:pt x="5494591" y="45519"/>
                </a:lnTo>
                <a:lnTo>
                  <a:pt x="5493598" y="44958"/>
                </a:lnTo>
                <a:lnTo>
                  <a:pt x="5492571" y="44436"/>
                </a:lnTo>
                <a:lnTo>
                  <a:pt x="5491510" y="43953"/>
                </a:lnTo>
                <a:lnTo>
                  <a:pt x="5490414" y="43508"/>
                </a:lnTo>
                <a:lnTo>
                  <a:pt x="5489284" y="43102"/>
                </a:lnTo>
                <a:lnTo>
                  <a:pt x="5488119" y="42734"/>
                </a:lnTo>
                <a:lnTo>
                  <a:pt x="5486920" y="42406"/>
                </a:lnTo>
                <a:lnTo>
                  <a:pt x="5485686" y="42116"/>
                </a:lnTo>
                <a:lnTo>
                  <a:pt x="5484418" y="41864"/>
                </a:lnTo>
                <a:lnTo>
                  <a:pt x="5483116" y="41652"/>
                </a:lnTo>
                <a:lnTo>
                  <a:pt x="5481779" y="41478"/>
                </a:lnTo>
                <a:lnTo>
                  <a:pt x="5480407" y="41342"/>
                </a:lnTo>
                <a:lnTo>
                  <a:pt x="5479001" y="41246"/>
                </a:lnTo>
                <a:lnTo>
                  <a:pt x="5477561" y="41188"/>
                </a:lnTo>
                <a:lnTo>
                  <a:pt x="5476086" y="41168"/>
                </a:lnTo>
                <a:lnTo>
                  <a:pt x="5474981" y="41179"/>
                </a:lnTo>
                <a:lnTo>
                  <a:pt x="5473889" y="41210"/>
                </a:lnTo>
                <a:lnTo>
                  <a:pt x="5472811" y="41263"/>
                </a:lnTo>
                <a:lnTo>
                  <a:pt x="5471746" y="41336"/>
                </a:lnTo>
                <a:lnTo>
                  <a:pt x="5470695" y="41431"/>
                </a:lnTo>
                <a:lnTo>
                  <a:pt x="5469657" y="41546"/>
                </a:lnTo>
                <a:lnTo>
                  <a:pt x="5468633" y="41683"/>
                </a:lnTo>
                <a:lnTo>
                  <a:pt x="5467622" y="41840"/>
                </a:lnTo>
                <a:lnTo>
                  <a:pt x="5466624" y="42018"/>
                </a:lnTo>
                <a:lnTo>
                  <a:pt x="5465640" y="42218"/>
                </a:lnTo>
                <a:lnTo>
                  <a:pt x="5464670" y="42438"/>
                </a:lnTo>
                <a:lnTo>
                  <a:pt x="5463713" y="42679"/>
                </a:lnTo>
                <a:lnTo>
                  <a:pt x="5462769" y="42942"/>
                </a:lnTo>
                <a:lnTo>
                  <a:pt x="5461839" y="43225"/>
                </a:lnTo>
                <a:lnTo>
                  <a:pt x="5460922" y="43529"/>
                </a:lnTo>
                <a:lnTo>
                  <a:pt x="5460019" y="43855"/>
                </a:lnTo>
                <a:lnTo>
                  <a:pt x="5459129" y="44201"/>
                </a:lnTo>
                <a:lnTo>
                  <a:pt x="5458253" y="44568"/>
                </a:lnTo>
                <a:lnTo>
                  <a:pt x="5457390" y="44956"/>
                </a:lnTo>
                <a:lnTo>
                  <a:pt x="5456541" y="45366"/>
                </a:lnTo>
                <a:lnTo>
                  <a:pt x="5455705" y="45796"/>
                </a:lnTo>
                <a:lnTo>
                  <a:pt x="5454883" y="46247"/>
                </a:lnTo>
                <a:lnTo>
                  <a:pt x="5454074" y="46719"/>
                </a:lnTo>
                <a:lnTo>
                  <a:pt x="5453278" y="47212"/>
                </a:lnTo>
                <a:lnTo>
                  <a:pt x="5452495" y="47718"/>
                </a:lnTo>
                <a:lnTo>
                  <a:pt x="5451723" y="48228"/>
                </a:lnTo>
                <a:lnTo>
                  <a:pt x="5450962" y="48741"/>
                </a:lnTo>
                <a:lnTo>
                  <a:pt x="5450212" y="49259"/>
                </a:lnTo>
                <a:lnTo>
                  <a:pt x="5449473" y="49780"/>
                </a:lnTo>
                <a:lnTo>
                  <a:pt x="5448745" y="50306"/>
                </a:lnTo>
                <a:lnTo>
                  <a:pt x="5448028" y="50835"/>
                </a:lnTo>
                <a:lnTo>
                  <a:pt x="5447323" y="51369"/>
                </a:lnTo>
                <a:lnTo>
                  <a:pt x="5446628" y="51906"/>
                </a:lnTo>
                <a:lnTo>
                  <a:pt x="5445945" y="52447"/>
                </a:lnTo>
                <a:lnTo>
                  <a:pt x="5445272" y="52992"/>
                </a:lnTo>
                <a:lnTo>
                  <a:pt x="5444611" y="53542"/>
                </a:lnTo>
                <a:lnTo>
                  <a:pt x="5443961" y="54095"/>
                </a:lnTo>
                <a:lnTo>
                  <a:pt x="5443322" y="54652"/>
                </a:lnTo>
                <a:lnTo>
                  <a:pt x="5442694" y="55213"/>
                </a:lnTo>
                <a:lnTo>
                  <a:pt x="5442077" y="55778"/>
                </a:lnTo>
                <a:lnTo>
                  <a:pt x="5441471" y="56347"/>
                </a:lnTo>
                <a:lnTo>
                  <a:pt x="5440876" y="56920"/>
                </a:lnTo>
                <a:lnTo>
                  <a:pt x="5440293" y="57497"/>
                </a:lnTo>
                <a:lnTo>
                  <a:pt x="5439720" y="58078"/>
                </a:lnTo>
                <a:lnTo>
                  <a:pt x="5439159" y="58663"/>
                </a:lnTo>
                <a:lnTo>
                  <a:pt x="5438608" y="59252"/>
                </a:lnTo>
                <a:lnTo>
                  <a:pt x="5438069" y="59844"/>
                </a:lnTo>
                <a:lnTo>
                  <a:pt x="5437541" y="60441"/>
                </a:lnTo>
                <a:lnTo>
                  <a:pt x="5437925" y="62334"/>
                </a:lnTo>
                <a:lnTo>
                  <a:pt x="5437774" y="61871"/>
                </a:lnTo>
                <a:lnTo>
                  <a:pt x="5437351" y="60688"/>
                </a:lnTo>
                <a:lnTo>
                  <a:pt x="5436900" y="59535"/>
                </a:lnTo>
                <a:lnTo>
                  <a:pt x="5436422" y="58412"/>
                </a:lnTo>
                <a:lnTo>
                  <a:pt x="5435916" y="57319"/>
                </a:lnTo>
                <a:lnTo>
                  <a:pt x="5435383" y="56256"/>
                </a:lnTo>
                <a:lnTo>
                  <a:pt x="5434823" y="55223"/>
                </a:lnTo>
                <a:close/>
                <a:moveTo>
                  <a:pt x="6359969" y="73169"/>
                </a:moveTo>
                <a:lnTo>
                  <a:pt x="6360417" y="72627"/>
                </a:lnTo>
                <a:lnTo>
                  <a:pt x="6360876" y="72088"/>
                </a:lnTo>
                <a:lnTo>
                  <a:pt x="6361346" y="71552"/>
                </a:lnTo>
                <a:lnTo>
                  <a:pt x="6361827" y="71019"/>
                </a:lnTo>
                <a:lnTo>
                  <a:pt x="6362319" y="70489"/>
                </a:lnTo>
                <a:lnTo>
                  <a:pt x="6362821" y="69962"/>
                </a:lnTo>
                <a:lnTo>
                  <a:pt x="6363335" y="69439"/>
                </a:lnTo>
                <a:lnTo>
                  <a:pt x="6363859" y="68918"/>
                </a:lnTo>
                <a:lnTo>
                  <a:pt x="6364394" y="68401"/>
                </a:lnTo>
                <a:lnTo>
                  <a:pt x="6364941" y="67887"/>
                </a:lnTo>
                <a:lnTo>
                  <a:pt x="6365498" y="67375"/>
                </a:lnTo>
                <a:lnTo>
                  <a:pt x="6366066" y="66867"/>
                </a:lnTo>
                <a:lnTo>
                  <a:pt x="6366644" y="66362"/>
                </a:lnTo>
                <a:lnTo>
                  <a:pt x="6367234" y="65860"/>
                </a:lnTo>
                <a:lnTo>
                  <a:pt x="6367835" y="65362"/>
                </a:lnTo>
                <a:lnTo>
                  <a:pt x="6368446" y="64866"/>
                </a:lnTo>
                <a:lnTo>
                  <a:pt x="6369068" y="64373"/>
                </a:lnTo>
                <a:lnTo>
                  <a:pt x="6369702" y="63884"/>
                </a:lnTo>
                <a:lnTo>
                  <a:pt x="6370346" y="63398"/>
                </a:lnTo>
                <a:lnTo>
                  <a:pt x="6371001" y="62914"/>
                </a:lnTo>
                <a:lnTo>
                  <a:pt x="6371668" y="62443"/>
                </a:lnTo>
                <a:lnTo>
                  <a:pt x="6372347" y="61991"/>
                </a:lnTo>
                <a:lnTo>
                  <a:pt x="6373038" y="61560"/>
                </a:lnTo>
                <a:lnTo>
                  <a:pt x="6373743" y="61148"/>
                </a:lnTo>
                <a:lnTo>
                  <a:pt x="6374459" y="60757"/>
                </a:lnTo>
                <a:lnTo>
                  <a:pt x="6375188" y="60385"/>
                </a:lnTo>
                <a:lnTo>
                  <a:pt x="6375930" y="60034"/>
                </a:lnTo>
                <a:lnTo>
                  <a:pt x="6376684" y="59703"/>
                </a:lnTo>
                <a:lnTo>
                  <a:pt x="6377450" y="59392"/>
                </a:lnTo>
                <a:lnTo>
                  <a:pt x="6378229" y="59101"/>
                </a:lnTo>
                <a:lnTo>
                  <a:pt x="6379021" y="58830"/>
                </a:lnTo>
                <a:lnTo>
                  <a:pt x="6379825" y="58579"/>
                </a:lnTo>
                <a:lnTo>
                  <a:pt x="6380641" y="58348"/>
                </a:lnTo>
                <a:lnTo>
                  <a:pt x="6381470" y="58137"/>
                </a:lnTo>
                <a:lnTo>
                  <a:pt x="6382311" y="57947"/>
                </a:lnTo>
                <a:lnTo>
                  <a:pt x="6383165" y="57776"/>
                </a:lnTo>
                <a:lnTo>
                  <a:pt x="6384031" y="57626"/>
                </a:lnTo>
                <a:lnTo>
                  <a:pt x="6384910" y="57495"/>
                </a:lnTo>
                <a:lnTo>
                  <a:pt x="6385801" y="57385"/>
                </a:lnTo>
                <a:lnTo>
                  <a:pt x="6386705" y="57294"/>
                </a:lnTo>
                <a:lnTo>
                  <a:pt x="6387621" y="57224"/>
                </a:lnTo>
                <a:lnTo>
                  <a:pt x="6388550" y="57174"/>
                </a:lnTo>
                <a:lnTo>
                  <a:pt x="6389491" y="57144"/>
                </a:lnTo>
                <a:lnTo>
                  <a:pt x="6390445" y="57134"/>
                </a:lnTo>
                <a:lnTo>
                  <a:pt x="6391066" y="57140"/>
                </a:lnTo>
                <a:lnTo>
                  <a:pt x="6391675" y="57159"/>
                </a:lnTo>
                <a:lnTo>
                  <a:pt x="6392272" y="57191"/>
                </a:lnTo>
                <a:lnTo>
                  <a:pt x="6392857" y="57235"/>
                </a:lnTo>
                <a:lnTo>
                  <a:pt x="6393430" y="57292"/>
                </a:lnTo>
                <a:lnTo>
                  <a:pt x="6393991" y="57361"/>
                </a:lnTo>
                <a:lnTo>
                  <a:pt x="6394539" y="57443"/>
                </a:lnTo>
                <a:lnTo>
                  <a:pt x="6395076" y="57538"/>
                </a:lnTo>
                <a:lnTo>
                  <a:pt x="6395601" y="57645"/>
                </a:lnTo>
                <a:lnTo>
                  <a:pt x="6396113" y="57765"/>
                </a:lnTo>
                <a:lnTo>
                  <a:pt x="6396613" y="57898"/>
                </a:lnTo>
                <a:lnTo>
                  <a:pt x="6397102" y="58043"/>
                </a:lnTo>
                <a:lnTo>
                  <a:pt x="6397578" y="58200"/>
                </a:lnTo>
                <a:lnTo>
                  <a:pt x="6398042" y="58371"/>
                </a:lnTo>
                <a:lnTo>
                  <a:pt x="6398494" y="58554"/>
                </a:lnTo>
                <a:lnTo>
                  <a:pt x="6398934" y="58749"/>
                </a:lnTo>
                <a:lnTo>
                  <a:pt x="6399362" y="58958"/>
                </a:lnTo>
                <a:lnTo>
                  <a:pt x="6399778" y="59179"/>
                </a:lnTo>
                <a:lnTo>
                  <a:pt x="6400182" y="59412"/>
                </a:lnTo>
                <a:lnTo>
                  <a:pt x="6400574" y="59658"/>
                </a:lnTo>
                <a:lnTo>
                  <a:pt x="6400953" y="59917"/>
                </a:lnTo>
                <a:lnTo>
                  <a:pt x="6401321" y="60188"/>
                </a:lnTo>
                <a:lnTo>
                  <a:pt x="6401676" y="60472"/>
                </a:lnTo>
                <a:lnTo>
                  <a:pt x="6402020" y="60769"/>
                </a:lnTo>
                <a:lnTo>
                  <a:pt x="6402353" y="61077"/>
                </a:lnTo>
                <a:lnTo>
                  <a:pt x="6402677" y="61394"/>
                </a:lnTo>
                <a:lnTo>
                  <a:pt x="6402993" y="61721"/>
                </a:lnTo>
                <a:lnTo>
                  <a:pt x="6403299" y="62058"/>
                </a:lnTo>
                <a:lnTo>
                  <a:pt x="6403598" y="62405"/>
                </a:lnTo>
                <a:lnTo>
                  <a:pt x="6403887" y="62762"/>
                </a:lnTo>
                <a:lnTo>
                  <a:pt x="6404168" y="63128"/>
                </a:lnTo>
                <a:lnTo>
                  <a:pt x="6404440" y="63504"/>
                </a:lnTo>
                <a:lnTo>
                  <a:pt x="6404703" y="63889"/>
                </a:lnTo>
                <a:lnTo>
                  <a:pt x="6404958" y="64284"/>
                </a:lnTo>
                <a:lnTo>
                  <a:pt x="6405204" y="64689"/>
                </a:lnTo>
                <a:lnTo>
                  <a:pt x="6405441" y="65104"/>
                </a:lnTo>
                <a:lnTo>
                  <a:pt x="6405669" y="65529"/>
                </a:lnTo>
                <a:lnTo>
                  <a:pt x="6405889" y="65963"/>
                </a:lnTo>
                <a:lnTo>
                  <a:pt x="6406100" y="66407"/>
                </a:lnTo>
                <a:lnTo>
                  <a:pt x="6406303" y="66861"/>
                </a:lnTo>
                <a:lnTo>
                  <a:pt x="6406496" y="67324"/>
                </a:lnTo>
                <a:lnTo>
                  <a:pt x="6406681" y="67797"/>
                </a:lnTo>
                <a:lnTo>
                  <a:pt x="6406857" y="68280"/>
                </a:lnTo>
                <a:lnTo>
                  <a:pt x="6407025" y="68773"/>
                </a:lnTo>
                <a:lnTo>
                  <a:pt x="6407184" y="69275"/>
                </a:lnTo>
                <a:lnTo>
                  <a:pt x="6407334" y="69787"/>
                </a:lnTo>
                <a:lnTo>
                  <a:pt x="6407475" y="70309"/>
                </a:lnTo>
                <a:lnTo>
                  <a:pt x="6407608" y="70840"/>
                </a:lnTo>
                <a:lnTo>
                  <a:pt x="6407733" y="71380"/>
                </a:lnTo>
                <a:lnTo>
                  <a:pt x="6407854" y="71925"/>
                </a:lnTo>
                <a:lnTo>
                  <a:pt x="6407968" y="72477"/>
                </a:lnTo>
                <a:lnTo>
                  <a:pt x="6408078" y="73035"/>
                </a:lnTo>
                <a:lnTo>
                  <a:pt x="6408182" y="73599"/>
                </a:lnTo>
                <a:lnTo>
                  <a:pt x="6408281" y="74170"/>
                </a:lnTo>
                <a:lnTo>
                  <a:pt x="6408375" y="74746"/>
                </a:lnTo>
                <a:lnTo>
                  <a:pt x="6408463" y="75329"/>
                </a:lnTo>
                <a:lnTo>
                  <a:pt x="6408546" y="75918"/>
                </a:lnTo>
                <a:lnTo>
                  <a:pt x="6408623" y="76513"/>
                </a:lnTo>
                <a:lnTo>
                  <a:pt x="6408695" y="77115"/>
                </a:lnTo>
                <a:lnTo>
                  <a:pt x="6408762" y="77723"/>
                </a:lnTo>
                <a:lnTo>
                  <a:pt x="6408824" y="78336"/>
                </a:lnTo>
                <a:lnTo>
                  <a:pt x="6408880" y="78956"/>
                </a:lnTo>
                <a:lnTo>
                  <a:pt x="6408931" y="79583"/>
                </a:lnTo>
                <a:lnTo>
                  <a:pt x="6408976" y="80215"/>
                </a:lnTo>
                <a:lnTo>
                  <a:pt x="6409016" y="80854"/>
                </a:lnTo>
                <a:lnTo>
                  <a:pt x="6409051" y="81499"/>
                </a:lnTo>
                <a:lnTo>
                  <a:pt x="6409080" y="82150"/>
                </a:lnTo>
                <a:lnTo>
                  <a:pt x="6409104" y="82807"/>
                </a:lnTo>
                <a:lnTo>
                  <a:pt x="6409123" y="83470"/>
                </a:lnTo>
                <a:lnTo>
                  <a:pt x="6409137" y="84140"/>
                </a:lnTo>
                <a:lnTo>
                  <a:pt x="6409145" y="84816"/>
                </a:lnTo>
                <a:lnTo>
                  <a:pt x="6409147" y="85498"/>
                </a:lnTo>
                <a:lnTo>
                  <a:pt x="6409147" y="157603"/>
                </a:lnTo>
                <a:lnTo>
                  <a:pt x="6428078" y="157603"/>
                </a:lnTo>
                <a:lnTo>
                  <a:pt x="6428078" y="83217"/>
                </a:lnTo>
                <a:lnTo>
                  <a:pt x="6428065" y="81564"/>
                </a:lnTo>
                <a:lnTo>
                  <a:pt x="6428025" y="79943"/>
                </a:lnTo>
                <a:lnTo>
                  <a:pt x="6427958" y="78353"/>
                </a:lnTo>
                <a:lnTo>
                  <a:pt x="6427866" y="76795"/>
                </a:lnTo>
                <a:lnTo>
                  <a:pt x="6427746" y="75267"/>
                </a:lnTo>
                <a:lnTo>
                  <a:pt x="6427600" y="73771"/>
                </a:lnTo>
                <a:lnTo>
                  <a:pt x="6427428" y="72306"/>
                </a:lnTo>
                <a:lnTo>
                  <a:pt x="6427229" y="70872"/>
                </a:lnTo>
                <a:lnTo>
                  <a:pt x="6427003" y="69470"/>
                </a:lnTo>
                <a:lnTo>
                  <a:pt x="6426751" y="68099"/>
                </a:lnTo>
                <a:lnTo>
                  <a:pt x="6426473" y="66759"/>
                </a:lnTo>
                <a:lnTo>
                  <a:pt x="6426168" y="65450"/>
                </a:lnTo>
                <a:lnTo>
                  <a:pt x="6425836" y="64173"/>
                </a:lnTo>
                <a:lnTo>
                  <a:pt x="6425478" y="62926"/>
                </a:lnTo>
                <a:lnTo>
                  <a:pt x="6425093" y="61711"/>
                </a:lnTo>
                <a:lnTo>
                  <a:pt x="6424682" y="60528"/>
                </a:lnTo>
                <a:lnTo>
                  <a:pt x="6424244" y="59375"/>
                </a:lnTo>
                <a:lnTo>
                  <a:pt x="6423780" y="58254"/>
                </a:lnTo>
                <a:lnTo>
                  <a:pt x="6423289" y="57164"/>
                </a:lnTo>
                <a:lnTo>
                  <a:pt x="6422772" y="56106"/>
                </a:lnTo>
                <a:lnTo>
                  <a:pt x="6422228" y="55078"/>
                </a:lnTo>
                <a:lnTo>
                  <a:pt x="6421658" y="54082"/>
                </a:lnTo>
                <a:lnTo>
                  <a:pt x="6421061" y="53117"/>
                </a:lnTo>
                <a:lnTo>
                  <a:pt x="6420437" y="52184"/>
                </a:lnTo>
                <a:lnTo>
                  <a:pt x="6419783" y="51285"/>
                </a:lnTo>
                <a:lnTo>
                  <a:pt x="6419093" y="50424"/>
                </a:lnTo>
                <a:lnTo>
                  <a:pt x="6418368" y="49602"/>
                </a:lnTo>
                <a:lnTo>
                  <a:pt x="6417608" y="48818"/>
                </a:lnTo>
                <a:lnTo>
                  <a:pt x="6416813" y="48072"/>
                </a:lnTo>
                <a:lnTo>
                  <a:pt x="6415982" y="47365"/>
                </a:lnTo>
                <a:lnTo>
                  <a:pt x="6415117" y="46695"/>
                </a:lnTo>
                <a:lnTo>
                  <a:pt x="6414216" y="46064"/>
                </a:lnTo>
                <a:lnTo>
                  <a:pt x="6413279" y="45471"/>
                </a:lnTo>
                <a:lnTo>
                  <a:pt x="6412308" y="44917"/>
                </a:lnTo>
                <a:lnTo>
                  <a:pt x="6411301" y="44400"/>
                </a:lnTo>
                <a:lnTo>
                  <a:pt x="6410259" y="43922"/>
                </a:lnTo>
                <a:lnTo>
                  <a:pt x="6409182" y="43482"/>
                </a:lnTo>
                <a:lnTo>
                  <a:pt x="6408069" y="43081"/>
                </a:lnTo>
                <a:lnTo>
                  <a:pt x="6406922" y="42717"/>
                </a:lnTo>
                <a:lnTo>
                  <a:pt x="6405739" y="42392"/>
                </a:lnTo>
                <a:lnTo>
                  <a:pt x="6404520" y="42105"/>
                </a:lnTo>
                <a:lnTo>
                  <a:pt x="6403267" y="41857"/>
                </a:lnTo>
                <a:lnTo>
                  <a:pt x="6401978" y="41646"/>
                </a:lnTo>
                <a:lnTo>
                  <a:pt x="6400654" y="41474"/>
                </a:lnTo>
                <a:lnTo>
                  <a:pt x="6399295" y="41340"/>
                </a:lnTo>
                <a:lnTo>
                  <a:pt x="6397901" y="41245"/>
                </a:lnTo>
                <a:lnTo>
                  <a:pt x="6396471" y="41187"/>
                </a:lnTo>
                <a:lnTo>
                  <a:pt x="6395006" y="41168"/>
                </a:lnTo>
                <a:lnTo>
                  <a:pt x="6393874" y="41178"/>
                </a:lnTo>
                <a:lnTo>
                  <a:pt x="6392757" y="41208"/>
                </a:lnTo>
                <a:lnTo>
                  <a:pt x="6391656" y="41258"/>
                </a:lnTo>
                <a:lnTo>
                  <a:pt x="6390571" y="41328"/>
                </a:lnTo>
                <a:lnTo>
                  <a:pt x="6389502" y="41418"/>
                </a:lnTo>
                <a:lnTo>
                  <a:pt x="6388449" y="41528"/>
                </a:lnTo>
                <a:lnTo>
                  <a:pt x="6387412" y="41658"/>
                </a:lnTo>
                <a:lnTo>
                  <a:pt x="6386390" y="41808"/>
                </a:lnTo>
                <a:lnTo>
                  <a:pt x="6385384" y="41978"/>
                </a:lnTo>
                <a:lnTo>
                  <a:pt x="6384394" y="42168"/>
                </a:lnTo>
                <a:lnTo>
                  <a:pt x="6383420" y="42378"/>
                </a:lnTo>
                <a:lnTo>
                  <a:pt x="6382462" y="42608"/>
                </a:lnTo>
                <a:lnTo>
                  <a:pt x="6381519" y="42858"/>
                </a:lnTo>
                <a:lnTo>
                  <a:pt x="6380593" y="43128"/>
                </a:lnTo>
                <a:lnTo>
                  <a:pt x="6379682" y="43418"/>
                </a:lnTo>
                <a:lnTo>
                  <a:pt x="6378787" y="43728"/>
                </a:lnTo>
                <a:lnTo>
                  <a:pt x="6377908" y="44058"/>
                </a:lnTo>
                <a:lnTo>
                  <a:pt x="6377045" y="44408"/>
                </a:lnTo>
                <a:lnTo>
                  <a:pt x="6376198" y="44778"/>
                </a:lnTo>
                <a:lnTo>
                  <a:pt x="6375366" y="45168"/>
                </a:lnTo>
                <a:lnTo>
                  <a:pt x="6374550" y="45578"/>
                </a:lnTo>
                <a:lnTo>
                  <a:pt x="6373751" y="46008"/>
                </a:lnTo>
                <a:lnTo>
                  <a:pt x="6372966" y="46457"/>
                </a:lnTo>
                <a:lnTo>
                  <a:pt x="6372198" y="46927"/>
                </a:lnTo>
                <a:lnTo>
                  <a:pt x="6371445" y="47409"/>
                </a:lnTo>
                <a:lnTo>
                  <a:pt x="6370707" y="47893"/>
                </a:lnTo>
                <a:lnTo>
                  <a:pt x="6369983" y="48380"/>
                </a:lnTo>
                <a:lnTo>
                  <a:pt x="6369274" y="48871"/>
                </a:lnTo>
                <a:lnTo>
                  <a:pt x="6368580" y="49364"/>
                </a:lnTo>
                <a:lnTo>
                  <a:pt x="6367900" y="49860"/>
                </a:lnTo>
                <a:lnTo>
                  <a:pt x="6367235" y="50360"/>
                </a:lnTo>
                <a:lnTo>
                  <a:pt x="6366585" y="50862"/>
                </a:lnTo>
                <a:lnTo>
                  <a:pt x="6365949" y="51367"/>
                </a:lnTo>
                <a:lnTo>
                  <a:pt x="6365328" y="51875"/>
                </a:lnTo>
                <a:lnTo>
                  <a:pt x="6364722" y="52386"/>
                </a:lnTo>
                <a:lnTo>
                  <a:pt x="6364130" y="52900"/>
                </a:lnTo>
                <a:lnTo>
                  <a:pt x="6363553" y="53417"/>
                </a:lnTo>
                <a:lnTo>
                  <a:pt x="6362990" y="53937"/>
                </a:lnTo>
                <a:lnTo>
                  <a:pt x="6362443" y="54460"/>
                </a:lnTo>
                <a:lnTo>
                  <a:pt x="6361909" y="54986"/>
                </a:lnTo>
                <a:lnTo>
                  <a:pt x="6361391" y="55515"/>
                </a:lnTo>
                <a:lnTo>
                  <a:pt x="6360887" y="56047"/>
                </a:lnTo>
                <a:lnTo>
                  <a:pt x="6360398" y="56582"/>
                </a:lnTo>
                <a:lnTo>
                  <a:pt x="6359923" y="57120"/>
                </a:lnTo>
                <a:lnTo>
                  <a:pt x="6359463" y="57660"/>
                </a:lnTo>
                <a:lnTo>
                  <a:pt x="6359018" y="58204"/>
                </a:lnTo>
                <a:lnTo>
                  <a:pt x="6358587" y="58751"/>
                </a:lnTo>
                <a:lnTo>
                  <a:pt x="6358171" y="59301"/>
                </a:lnTo>
                <a:lnTo>
                  <a:pt x="6357715" y="43107"/>
                </a:lnTo>
                <a:lnTo>
                  <a:pt x="6339241" y="43107"/>
                </a:lnTo>
                <a:lnTo>
                  <a:pt x="6339241" y="157603"/>
                </a:lnTo>
                <a:lnTo>
                  <a:pt x="6358285" y="157603"/>
                </a:lnTo>
                <a:lnTo>
                  <a:pt x="6358285" y="75370"/>
                </a:lnTo>
                <a:lnTo>
                  <a:pt x="6358690" y="74815"/>
                </a:lnTo>
                <a:lnTo>
                  <a:pt x="6359106" y="74263"/>
                </a:lnTo>
                <a:lnTo>
                  <a:pt x="6359532" y="73715"/>
                </a:lnTo>
                <a:lnTo>
                  <a:pt x="6359969" y="73169"/>
                </a:lnTo>
                <a:close/>
                <a:moveTo>
                  <a:pt x="6225394" y="135387"/>
                </a:moveTo>
                <a:lnTo>
                  <a:pt x="6198366" y="43107"/>
                </a:lnTo>
                <a:lnTo>
                  <a:pt x="6177269" y="43107"/>
                </a:lnTo>
                <a:lnTo>
                  <a:pt x="6150584" y="135504"/>
                </a:lnTo>
                <a:lnTo>
                  <a:pt x="6124241" y="43107"/>
                </a:lnTo>
                <a:lnTo>
                  <a:pt x="6104398" y="43107"/>
                </a:lnTo>
                <a:lnTo>
                  <a:pt x="6139978" y="157603"/>
                </a:lnTo>
                <a:lnTo>
                  <a:pt x="6160163" y="157603"/>
                </a:lnTo>
                <a:lnTo>
                  <a:pt x="6187419" y="64383"/>
                </a:lnTo>
                <a:lnTo>
                  <a:pt x="6214560" y="157603"/>
                </a:lnTo>
                <a:lnTo>
                  <a:pt x="6234745" y="157603"/>
                </a:lnTo>
                <a:lnTo>
                  <a:pt x="6270211" y="43107"/>
                </a:lnTo>
                <a:lnTo>
                  <a:pt x="6251509" y="43107"/>
                </a:lnTo>
                <a:lnTo>
                  <a:pt x="6225394" y="135387"/>
                </a:lnTo>
                <a:close/>
                <a:moveTo>
                  <a:pt x="6289026" y="43107"/>
                </a:moveTo>
                <a:lnTo>
                  <a:pt x="6289026" y="157603"/>
                </a:lnTo>
                <a:lnTo>
                  <a:pt x="6308071" y="157603"/>
                </a:lnTo>
                <a:lnTo>
                  <a:pt x="6308071" y="43107"/>
                </a:lnTo>
                <a:lnTo>
                  <a:pt x="6289026" y="43107"/>
                </a:lnTo>
                <a:close/>
                <a:moveTo>
                  <a:pt x="6056858" y="159215"/>
                </a:moveTo>
                <a:lnTo>
                  <a:pt x="6058085" y="159056"/>
                </a:lnTo>
                <a:lnTo>
                  <a:pt x="6059297" y="158872"/>
                </a:lnTo>
                <a:lnTo>
                  <a:pt x="6060493" y="158664"/>
                </a:lnTo>
                <a:lnTo>
                  <a:pt x="6061673" y="158431"/>
                </a:lnTo>
                <a:lnTo>
                  <a:pt x="6062837" y="158174"/>
                </a:lnTo>
                <a:lnTo>
                  <a:pt x="6063985" y="157893"/>
                </a:lnTo>
                <a:lnTo>
                  <a:pt x="6065118" y="157586"/>
                </a:lnTo>
                <a:lnTo>
                  <a:pt x="6066234" y="157256"/>
                </a:lnTo>
                <a:lnTo>
                  <a:pt x="6067335" y="156901"/>
                </a:lnTo>
                <a:lnTo>
                  <a:pt x="6068420" y="156521"/>
                </a:lnTo>
                <a:lnTo>
                  <a:pt x="6069489" y="156117"/>
                </a:lnTo>
                <a:lnTo>
                  <a:pt x="6070542" y="155689"/>
                </a:lnTo>
                <a:lnTo>
                  <a:pt x="6071580" y="155236"/>
                </a:lnTo>
                <a:lnTo>
                  <a:pt x="6072601" y="154758"/>
                </a:lnTo>
                <a:lnTo>
                  <a:pt x="6073607" y="154256"/>
                </a:lnTo>
                <a:lnTo>
                  <a:pt x="6074597" y="153729"/>
                </a:lnTo>
                <a:lnTo>
                  <a:pt x="6075571" y="153179"/>
                </a:lnTo>
                <a:lnTo>
                  <a:pt x="6076529" y="152603"/>
                </a:lnTo>
                <a:lnTo>
                  <a:pt x="6077470" y="152005"/>
                </a:lnTo>
                <a:lnTo>
                  <a:pt x="6078393" y="151385"/>
                </a:lnTo>
                <a:lnTo>
                  <a:pt x="6079297" y="150743"/>
                </a:lnTo>
                <a:lnTo>
                  <a:pt x="6080182" y="150081"/>
                </a:lnTo>
                <a:lnTo>
                  <a:pt x="6081048" y="149397"/>
                </a:lnTo>
                <a:lnTo>
                  <a:pt x="6081896" y="148691"/>
                </a:lnTo>
                <a:lnTo>
                  <a:pt x="6082726" y="147964"/>
                </a:lnTo>
                <a:lnTo>
                  <a:pt x="6083537" y="147215"/>
                </a:lnTo>
                <a:lnTo>
                  <a:pt x="6084329" y="146446"/>
                </a:lnTo>
                <a:lnTo>
                  <a:pt x="6085102" y="145654"/>
                </a:lnTo>
                <a:lnTo>
                  <a:pt x="6085857" y="144841"/>
                </a:lnTo>
                <a:lnTo>
                  <a:pt x="6086593" y="144007"/>
                </a:lnTo>
                <a:lnTo>
                  <a:pt x="6087311" y="143152"/>
                </a:lnTo>
                <a:lnTo>
                  <a:pt x="6088010" y="142275"/>
                </a:lnTo>
                <a:lnTo>
                  <a:pt x="6088691" y="141376"/>
                </a:lnTo>
                <a:lnTo>
                  <a:pt x="6089353" y="140456"/>
                </a:lnTo>
                <a:lnTo>
                  <a:pt x="6089996" y="139515"/>
                </a:lnTo>
                <a:lnTo>
                  <a:pt x="6090620" y="138552"/>
                </a:lnTo>
                <a:lnTo>
                  <a:pt x="6091226" y="137568"/>
                </a:lnTo>
                <a:lnTo>
                  <a:pt x="6091814" y="136562"/>
                </a:lnTo>
                <a:lnTo>
                  <a:pt x="6092383" y="135535"/>
                </a:lnTo>
                <a:lnTo>
                  <a:pt x="6092933" y="134487"/>
                </a:lnTo>
                <a:lnTo>
                  <a:pt x="6093465" y="133417"/>
                </a:lnTo>
                <a:lnTo>
                  <a:pt x="6093977" y="132325"/>
                </a:lnTo>
                <a:lnTo>
                  <a:pt x="6094471" y="131214"/>
                </a:lnTo>
                <a:lnTo>
                  <a:pt x="6094943" y="130086"/>
                </a:lnTo>
                <a:lnTo>
                  <a:pt x="6095394" y="128939"/>
                </a:lnTo>
                <a:lnTo>
                  <a:pt x="6095824" y="127775"/>
                </a:lnTo>
                <a:lnTo>
                  <a:pt x="6096234" y="126593"/>
                </a:lnTo>
                <a:lnTo>
                  <a:pt x="6096622" y="125393"/>
                </a:lnTo>
                <a:lnTo>
                  <a:pt x="6096989" y="124176"/>
                </a:lnTo>
                <a:lnTo>
                  <a:pt x="6097335" y="122941"/>
                </a:lnTo>
                <a:lnTo>
                  <a:pt x="6097661" y="121688"/>
                </a:lnTo>
                <a:lnTo>
                  <a:pt x="6097965" y="120417"/>
                </a:lnTo>
                <a:lnTo>
                  <a:pt x="6098248" y="119129"/>
                </a:lnTo>
                <a:lnTo>
                  <a:pt x="6098511" y="117823"/>
                </a:lnTo>
                <a:lnTo>
                  <a:pt x="6098752" y="116499"/>
                </a:lnTo>
                <a:lnTo>
                  <a:pt x="6098972" y="115157"/>
                </a:lnTo>
                <a:lnTo>
                  <a:pt x="6099172" y="113798"/>
                </a:lnTo>
                <a:lnTo>
                  <a:pt x="6099350" y="112421"/>
                </a:lnTo>
                <a:lnTo>
                  <a:pt x="6099507" y="111026"/>
                </a:lnTo>
                <a:lnTo>
                  <a:pt x="6099644" y="109613"/>
                </a:lnTo>
                <a:lnTo>
                  <a:pt x="6099759" y="108183"/>
                </a:lnTo>
                <a:lnTo>
                  <a:pt x="6099854" y="106735"/>
                </a:lnTo>
                <a:lnTo>
                  <a:pt x="6099927" y="105269"/>
                </a:lnTo>
                <a:lnTo>
                  <a:pt x="6099980" y="103785"/>
                </a:lnTo>
                <a:lnTo>
                  <a:pt x="6100011" y="102284"/>
                </a:lnTo>
                <a:lnTo>
                  <a:pt x="6100022" y="100765"/>
                </a:lnTo>
                <a:lnTo>
                  <a:pt x="6100011" y="99226"/>
                </a:lnTo>
                <a:lnTo>
                  <a:pt x="6099980" y="97705"/>
                </a:lnTo>
                <a:lnTo>
                  <a:pt x="6099927" y="96203"/>
                </a:lnTo>
                <a:lnTo>
                  <a:pt x="6099854" y="94719"/>
                </a:lnTo>
                <a:lnTo>
                  <a:pt x="6099759" y="93253"/>
                </a:lnTo>
                <a:lnTo>
                  <a:pt x="6099644" y="91805"/>
                </a:lnTo>
                <a:lnTo>
                  <a:pt x="6099507" y="90375"/>
                </a:lnTo>
                <a:lnTo>
                  <a:pt x="6099350" y="88964"/>
                </a:lnTo>
                <a:lnTo>
                  <a:pt x="6099172" y="87570"/>
                </a:lnTo>
                <a:lnTo>
                  <a:pt x="6098972" y="86195"/>
                </a:lnTo>
                <a:lnTo>
                  <a:pt x="6098752" y="84838"/>
                </a:lnTo>
                <a:lnTo>
                  <a:pt x="6098511" y="83499"/>
                </a:lnTo>
                <a:lnTo>
                  <a:pt x="6098248" y="82179"/>
                </a:lnTo>
                <a:lnTo>
                  <a:pt x="6097965" y="80876"/>
                </a:lnTo>
                <a:lnTo>
                  <a:pt x="6097661" y="79592"/>
                </a:lnTo>
                <a:lnTo>
                  <a:pt x="6097335" y="78326"/>
                </a:lnTo>
                <a:lnTo>
                  <a:pt x="6096989" y="77078"/>
                </a:lnTo>
                <a:lnTo>
                  <a:pt x="6096622" y="75848"/>
                </a:lnTo>
                <a:lnTo>
                  <a:pt x="6096234" y="74637"/>
                </a:lnTo>
                <a:lnTo>
                  <a:pt x="6095824" y="73443"/>
                </a:lnTo>
                <a:lnTo>
                  <a:pt x="6095394" y="72268"/>
                </a:lnTo>
                <a:lnTo>
                  <a:pt x="6094943" y="71111"/>
                </a:lnTo>
                <a:lnTo>
                  <a:pt x="6094471" y="69972"/>
                </a:lnTo>
                <a:lnTo>
                  <a:pt x="6093977" y="68852"/>
                </a:lnTo>
                <a:lnTo>
                  <a:pt x="6093465" y="67750"/>
                </a:lnTo>
                <a:lnTo>
                  <a:pt x="6092933" y="66671"/>
                </a:lnTo>
                <a:lnTo>
                  <a:pt x="6092383" y="65612"/>
                </a:lnTo>
                <a:lnTo>
                  <a:pt x="6091814" y="64575"/>
                </a:lnTo>
                <a:lnTo>
                  <a:pt x="6091226" y="63560"/>
                </a:lnTo>
                <a:lnTo>
                  <a:pt x="6090620" y="62566"/>
                </a:lnTo>
                <a:lnTo>
                  <a:pt x="6089996" y="61593"/>
                </a:lnTo>
                <a:lnTo>
                  <a:pt x="6089353" y="60642"/>
                </a:lnTo>
                <a:lnTo>
                  <a:pt x="6088691" y="59713"/>
                </a:lnTo>
                <a:lnTo>
                  <a:pt x="6088010" y="58804"/>
                </a:lnTo>
                <a:lnTo>
                  <a:pt x="6087311" y="57917"/>
                </a:lnTo>
                <a:lnTo>
                  <a:pt x="6086593" y="57052"/>
                </a:lnTo>
                <a:lnTo>
                  <a:pt x="6085857" y="56208"/>
                </a:lnTo>
                <a:lnTo>
                  <a:pt x="6085102" y="55385"/>
                </a:lnTo>
                <a:lnTo>
                  <a:pt x="6084329" y="54584"/>
                </a:lnTo>
                <a:lnTo>
                  <a:pt x="6083537" y="53805"/>
                </a:lnTo>
                <a:lnTo>
                  <a:pt x="6082726" y="53046"/>
                </a:lnTo>
                <a:lnTo>
                  <a:pt x="6081896" y="52310"/>
                </a:lnTo>
                <a:lnTo>
                  <a:pt x="6081048" y="51594"/>
                </a:lnTo>
                <a:lnTo>
                  <a:pt x="6080182" y="50900"/>
                </a:lnTo>
                <a:lnTo>
                  <a:pt x="6079297" y="50228"/>
                </a:lnTo>
                <a:lnTo>
                  <a:pt x="6078393" y="49577"/>
                </a:lnTo>
                <a:lnTo>
                  <a:pt x="6077470" y="48947"/>
                </a:lnTo>
                <a:lnTo>
                  <a:pt x="6076529" y="48339"/>
                </a:lnTo>
                <a:lnTo>
                  <a:pt x="6075571" y="47754"/>
                </a:lnTo>
                <a:lnTo>
                  <a:pt x="6074597" y="47193"/>
                </a:lnTo>
                <a:lnTo>
                  <a:pt x="6073607" y="46658"/>
                </a:lnTo>
                <a:lnTo>
                  <a:pt x="6072601" y="46148"/>
                </a:lnTo>
                <a:lnTo>
                  <a:pt x="6071580" y="45662"/>
                </a:lnTo>
                <a:lnTo>
                  <a:pt x="6070542" y="45202"/>
                </a:lnTo>
                <a:lnTo>
                  <a:pt x="6069489" y="44766"/>
                </a:lnTo>
                <a:lnTo>
                  <a:pt x="6068420" y="44355"/>
                </a:lnTo>
                <a:lnTo>
                  <a:pt x="6067335" y="43969"/>
                </a:lnTo>
                <a:lnTo>
                  <a:pt x="6066234" y="43608"/>
                </a:lnTo>
                <a:lnTo>
                  <a:pt x="6065118" y="43272"/>
                </a:lnTo>
                <a:lnTo>
                  <a:pt x="6063985" y="42961"/>
                </a:lnTo>
                <a:lnTo>
                  <a:pt x="6062837" y="42675"/>
                </a:lnTo>
                <a:lnTo>
                  <a:pt x="6061673" y="42413"/>
                </a:lnTo>
                <a:lnTo>
                  <a:pt x="6060493" y="42177"/>
                </a:lnTo>
                <a:lnTo>
                  <a:pt x="6059297" y="41965"/>
                </a:lnTo>
                <a:lnTo>
                  <a:pt x="6058085" y="41778"/>
                </a:lnTo>
                <a:lnTo>
                  <a:pt x="6056858" y="41616"/>
                </a:lnTo>
                <a:lnTo>
                  <a:pt x="6055614" y="41480"/>
                </a:lnTo>
                <a:lnTo>
                  <a:pt x="6054355" y="41368"/>
                </a:lnTo>
                <a:lnTo>
                  <a:pt x="6053080" y="41280"/>
                </a:lnTo>
                <a:lnTo>
                  <a:pt x="6051789" y="41218"/>
                </a:lnTo>
                <a:lnTo>
                  <a:pt x="6050482" y="41181"/>
                </a:lnTo>
                <a:lnTo>
                  <a:pt x="6049160" y="41168"/>
                </a:lnTo>
                <a:lnTo>
                  <a:pt x="6047866" y="41181"/>
                </a:lnTo>
                <a:lnTo>
                  <a:pt x="6046588" y="41218"/>
                </a:lnTo>
                <a:lnTo>
                  <a:pt x="6045325" y="41280"/>
                </a:lnTo>
                <a:lnTo>
                  <a:pt x="6044079" y="41368"/>
                </a:lnTo>
                <a:lnTo>
                  <a:pt x="6042848" y="41480"/>
                </a:lnTo>
                <a:lnTo>
                  <a:pt x="6041633" y="41616"/>
                </a:lnTo>
                <a:lnTo>
                  <a:pt x="6040434" y="41778"/>
                </a:lnTo>
                <a:lnTo>
                  <a:pt x="6039251" y="41965"/>
                </a:lnTo>
                <a:lnTo>
                  <a:pt x="6038084" y="42177"/>
                </a:lnTo>
                <a:lnTo>
                  <a:pt x="6036932" y="42413"/>
                </a:lnTo>
                <a:lnTo>
                  <a:pt x="6035797" y="42675"/>
                </a:lnTo>
                <a:lnTo>
                  <a:pt x="6034677" y="42961"/>
                </a:lnTo>
                <a:lnTo>
                  <a:pt x="6033573" y="43272"/>
                </a:lnTo>
                <a:lnTo>
                  <a:pt x="6032485" y="43608"/>
                </a:lnTo>
                <a:lnTo>
                  <a:pt x="6031412" y="43969"/>
                </a:lnTo>
                <a:lnTo>
                  <a:pt x="6030356" y="44355"/>
                </a:lnTo>
                <a:lnTo>
                  <a:pt x="6029315" y="44766"/>
                </a:lnTo>
                <a:lnTo>
                  <a:pt x="6028291" y="45202"/>
                </a:lnTo>
                <a:lnTo>
                  <a:pt x="6027282" y="45662"/>
                </a:lnTo>
                <a:lnTo>
                  <a:pt x="6026289" y="46148"/>
                </a:lnTo>
                <a:lnTo>
                  <a:pt x="6025311" y="46658"/>
                </a:lnTo>
                <a:lnTo>
                  <a:pt x="6024350" y="47193"/>
                </a:lnTo>
                <a:lnTo>
                  <a:pt x="6023404" y="47754"/>
                </a:lnTo>
                <a:lnTo>
                  <a:pt x="6022475" y="48339"/>
                </a:lnTo>
                <a:lnTo>
                  <a:pt x="6021562" y="48947"/>
                </a:lnTo>
                <a:lnTo>
                  <a:pt x="6020667" y="49577"/>
                </a:lnTo>
                <a:lnTo>
                  <a:pt x="6019790" y="50228"/>
                </a:lnTo>
                <a:lnTo>
                  <a:pt x="6018931" y="50900"/>
                </a:lnTo>
                <a:lnTo>
                  <a:pt x="6018091" y="51594"/>
                </a:lnTo>
                <a:lnTo>
                  <a:pt x="6017268" y="52310"/>
                </a:lnTo>
                <a:lnTo>
                  <a:pt x="6016463" y="53046"/>
                </a:lnTo>
                <a:lnTo>
                  <a:pt x="6015677" y="53805"/>
                </a:lnTo>
                <a:lnTo>
                  <a:pt x="6014908" y="54584"/>
                </a:lnTo>
                <a:lnTo>
                  <a:pt x="6014157" y="55385"/>
                </a:lnTo>
                <a:lnTo>
                  <a:pt x="6013425" y="56208"/>
                </a:lnTo>
                <a:lnTo>
                  <a:pt x="6012710" y="57052"/>
                </a:lnTo>
                <a:lnTo>
                  <a:pt x="6012013" y="57917"/>
                </a:lnTo>
                <a:lnTo>
                  <a:pt x="6011335" y="58804"/>
                </a:lnTo>
                <a:lnTo>
                  <a:pt x="6010674" y="59713"/>
                </a:lnTo>
                <a:lnTo>
                  <a:pt x="6010032" y="60642"/>
                </a:lnTo>
                <a:lnTo>
                  <a:pt x="6009407" y="61593"/>
                </a:lnTo>
                <a:lnTo>
                  <a:pt x="6008800" y="62566"/>
                </a:lnTo>
                <a:lnTo>
                  <a:pt x="6008212" y="63560"/>
                </a:lnTo>
                <a:lnTo>
                  <a:pt x="6007641" y="64575"/>
                </a:lnTo>
                <a:lnTo>
                  <a:pt x="6007089" y="65612"/>
                </a:lnTo>
                <a:lnTo>
                  <a:pt x="6006555" y="66671"/>
                </a:lnTo>
                <a:lnTo>
                  <a:pt x="6006038" y="67750"/>
                </a:lnTo>
                <a:lnTo>
                  <a:pt x="6005540" y="68852"/>
                </a:lnTo>
                <a:lnTo>
                  <a:pt x="6005060" y="69972"/>
                </a:lnTo>
                <a:lnTo>
                  <a:pt x="6004602" y="71111"/>
                </a:lnTo>
                <a:lnTo>
                  <a:pt x="6004163" y="72268"/>
                </a:lnTo>
                <a:lnTo>
                  <a:pt x="6003745" y="73443"/>
                </a:lnTo>
                <a:lnTo>
                  <a:pt x="6003347" y="74637"/>
                </a:lnTo>
                <a:lnTo>
                  <a:pt x="6002970" y="75848"/>
                </a:lnTo>
                <a:lnTo>
                  <a:pt x="6002613" y="77078"/>
                </a:lnTo>
                <a:lnTo>
                  <a:pt x="6002277" y="78326"/>
                </a:lnTo>
                <a:lnTo>
                  <a:pt x="6001961" y="79592"/>
                </a:lnTo>
                <a:lnTo>
                  <a:pt x="6001665" y="80876"/>
                </a:lnTo>
                <a:lnTo>
                  <a:pt x="6001390" y="82179"/>
                </a:lnTo>
                <a:lnTo>
                  <a:pt x="6001135" y="83499"/>
                </a:lnTo>
                <a:lnTo>
                  <a:pt x="6000900" y="84838"/>
                </a:lnTo>
                <a:lnTo>
                  <a:pt x="6000686" y="86195"/>
                </a:lnTo>
                <a:lnTo>
                  <a:pt x="6000492" y="87570"/>
                </a:lnTo>
                <a:lnTo>
                  <a:pt x="6000319" y="88964"/>
                </a:lnTo>
                <a:lnTo>
                  <a:pt x="6000166" y="90375"/>
                </a:lnTo>
                <a:lnTo>
                  <a:pt x="6000034" y="91805"/>
                </a:lnTo>
                <a:lnTo>
                  <a:pt x="5999922" y="93253"/>
                </a:lnTo>
                <a:lnTo>
                  <a:pt x="5999830" y="94719"/>
                </a:lnTo>
                <a:lnTo>
                  <a:pt x="5999758" y="96203"/>
                </a:lnTo>
                <a:lnTo>
                  <a:pt x="5999707" y="97705"/>
                </a:lnTo>
                <a:lnTo>
                  <a:pt x="5999677" y="99226"/>
                </a:lnTo>
                <a:lnTo>
                  <a:pt x="5999667" y="100765"/>
                </a:lnTo>
                <a:lnTo>
                  <a:pt x="5999677" y="102284"/>
                </a:lnTo>
                <a:lnTo>
                  <a:pt x="5999707" y="103785"/>
                </a:lnTo>
                <a:lnTo>
                  <a:pt x="5999758" y="105269"/>
                </a:lnTo>
                <a:lnTo>
                  <a:pt x="5999830" y="106735"/>
                </a:lnTo>
                <a:lnTo>
                  <a:pt x="5999922" y="108183"/>
                </a:lnTo>
                <a:lnTo>
                  <a:pt x="6000034" y="109613"/>
                </a:lnTo>
                <a:lnTo>
                  <a:pt x="6000166" y="111026"/>
                </a:lnTo>
                <a:lnTo>
                  <a:pt x="6000319" y="112421"/>
                </a:lnTo>
                <a:lnTo>
                  <a:pt x="6000492" y="113798"/>
                </a:lnTo>
                <a:lnTo>
                  <a:pt x="6000686" y="115157"/>
                </a:lnTo>
                <a:lnTo>
                  <a:pt x="6000900" y="116499"/>
                </a:lnTo>
                <a:lnTo>
                  <a:pt x="6001135" y="117823"/>
                </a:lnTo>
                <a:lnTo>
                  <a:pt x="6001390" y="119129"/>
                </a:lnTo>
                <a:lnTo>
                  <a:pt x="6001665" y="120417"/>
                </a:lnTo>
                <a:lnTo>
                  <a:pt x="6001961" y="121688"/>
                </a:lnTo>
                <a:lnTo>
                  <a:pt x="6002277" y="122941"/>
                </a:lnTo>
                <a:lnTo>
                  <a:pt x="6002613" y="124176"/>
                </a:lnTo>
                <a:lnTo>
                  <a:pt x="6002970" y="125393"/>
                </a:lnTo>
                <a:lnTo>
                  <a:pt x="6003347" y="126593"/>
                </a:lnTo>
                <a:lnTo>
                  <a:pt x="6003745" y="127775"/>
                </a:lnTo>
                <a:lnTo>
                  <a:pt x="6004163" y="128939"/>
                </a:lnTo>
                <a:lnTo>
                  <a:pt x="6004602" y="130086"/>
                </a:lnTo>
                <a:lnTo>
                  <a:pt x="6005060" y="131214"/>
                </a:lnTo>
                <a:lnTo>
                  <a:pt x="6005540" y="132325"/>
                </a:lnTo>
                <a:lnTo>
                  <a:pt x="6006038" y="133417"/>
                </a:lnTo>
                <a:lnTo>
                  <a:pt x="6006555" y="134487"/>
                </a:lnTo>
                <a:lnTo>
                  <a:pt x="6007089" y="135535"/>
                </a:lnTo>
                <a:lnTo>
                  <a:pt x="6007641" y="136562"/>
                </a:lnTo>
                <a:lnTo>
                  <a:pt x="6008212" y="137568"/>
                </a:lnTo>
                <a:lnTo>
                  <a:pt x="6008800" y="138552"/>
                </a:lnTo>
                <a:lnTo>
                  <a:pt x="6009407" y="139515"/>
                </a:lnTo>
                <a:lnTo>
                  <a:pt x="6010032" y="140456"/>
                </a:lnTo>
                <a:lnTo>
                  <a:pt x="6010674" y="141376"/>
                </a:lnTo>
                <a:lnTo>
                  <a:pt x="6011335" y="142275"/>
                </a:lnTo>
                <a:lnTo>
                  <a:pt x="6012013" y="143152"/>
                </a:lnTo>
                <a:lnTo>
                  <a:pt x="6012710" y="144007"/>
                </a:lnTo>
                <a:lnTo>
                  <a:pt x="6013425" y="144841"/>
                </a:lnTo>
                <a:lnTo>
                  <a:pt x="6014157" y="145654"/>
                </a:lnTo>
                <a:lnTo>
                  <a:pt x="6014908" y="146446"/>
                </a:lnTo>
                <a:lnTo>
                  <a:pt x="6015677" y="147215"/>
                </a:lnTo>
                <a:lnTo>
                  <a:pt x="6016463" y="147964"/>
                </a:lnTo>
                <a:lnTo>
                  <a:pt x="6017268" y="148691"/>
                </a:lnTo>
                <a:lnTo>
                  <a:pt x="6018091" y="149397"/>
                </a:lnTo>
                <a:lnTo>
                  <a:pt x="6018931" y="150081"/>
                </a:lnTo>
                <a:lnTo>
                  <a:pt x="6019790" y="150743"/>
                </a:lnTo>
                <a:lnTo>
                  <a:pt x="6020667" y="151385"/>
                </a:lnTo>
                <a:lnTo>
                  <a:pt x="6021562" y="152005"/>
                </a:lnTo>
                <a:lnTo>
                  <a:pt x="6022475" y="152603"/>
                </a:lnTo>
                <a:lnTo>
                  <a:pt x="6023404" y="153179"/>
                </a:lnTo>
                <a:lnTo>
                  <a:pt x="6024350" y="153729"/>
                </a:lnTo>
                <a:lnTo>
                  <a:pt x="6025311" y="154256"/>
                </a:lnTo>
                <a:lnTo>
                  <a:pt x="6026289" y="154758"/>
                </a:lnTo>
                <a:lnTo>
                  <a:pt x="6027282" y="155236"/>
                </a:lnTo>
                <a:lnTo>
                  <a:pt x="6028291" y="155689"/>
                </a:lnTo>
                <a:lnTo>
                  <a:pt x="6029315" y="156117"/>
                </a:lnTo>
                <a:lnTo>
                  <a:pt x="6030356" y="156521"/>
                </a:lnTo>
                <a:lnTo>
                  <a:pt x="6031412" y="156901"/>
                </a:lnTo>
                <a:lnTo>
                  <a:pt x="6032485" y="157256"/>
                </a:lnTo>
                <a:lnTo>
                  <a:pt x="6033573" y="157586"/>
                </a:lnTo>
                <a:lnTo>
                  <a:pt x="6034677" y="157893"/>
                </a:lnTo>
                <a:lnTo>
                  <a:pt x="6035797" y="158174"/>
                </a:lnTo>
                <a:lnTo>
                  <a:pt x="6036932" y="158431"/>
                </a:lnTo>
                <a:lnTo>
                  <a:pt x="6038084" y="158664"/>
                </a:lnTo>
                <a:lnTo>
                  <a:pt x="6039251" y="158872"/>
                </a:lnTo>
                <a:lnTo>
                  <a:pt x="6040434" y="159056"/>
                </a:lnTo>
                <a:lnTo>
                  <a:pt x="6041633" y="159215"/>
                </a:lnTo>
                <a:lnTo>
                  <a:pt x="6042848" y="159350"/>
                </a:lnTo>
                <a:lnTo>
                  <a:pt x="6044079" y="159460"/>
                </a:lnTo>
                <a:lnTo>
                  <a:pt x="6045325" y="159545"/>
                </a:lnTo>
                <a:lnTo>
                  <a:pt x="6046588" y="159607"/>
                </a:lnTo>
                <a:lnTo>
                  <a:pt x="6047866" y="159643"/>
                </a:lnTo>
                <a:lnTo>
                  <a:pt x="6049160" y="159656"/>
                </a:lnTo>
                <a:lnTo>
                  <a:pt x="6050482" y="159643"/>
                </a:lnTo>
                <a:lnTo>
                  <a:pt x="6051789" y="159607"/>
                </a:lnTo>
                <a:lnTo>
                  <a:pt x="6053080" y="159545"/>
                </a:lnTo>
                <a:lnTo>
                  <a:pt x="6054355" y="159460"/>
                </a:lnTo>
                <a:lnTo>
                  <a:pt x="6055614" y="159350"/>
                </a:lnTo>
                <a:lnTo>
                  <a:pt x="6056858" y="159215"/>
                </a:lnTo>
                <a:close/>
                <a:moveTo>
                  <a:pt x="6044007" y="144246"/>
                </a:moveTo>
                <a:lnTo>
                  <a:pt x="6043199" y="144117"/>
                </a:lnTo>
                <a:lnTo>
                  <a:pt x="6042406" y="143969"/>
                </a:lnTo>
                <a:lnTo>
                  <a:pt x="6041628" y="143801"/>
                </a:lnTo>
                <a:lnTo>
                  <a:pt x="6040864" y="143613"/>
                </a:lnTo>
                <a:lnTo>
                  <a:pt x="6040115" y="143405"/>
                </a:lnTo>
                <a:lnTo>
                  <a:pt x="6039381" y="143177"/>
                </a:lnTo>
                <a:lnTo>
                  <a:pt x="6038661" y="142929"/>
                </a:lnTo>
                <a:lnTo>
                  <a:pt x="6037956" y="142662"/>
                </a:lnTo>
                <a:lnTo>
                  <a:pt x="6037266" y="142375"/>
                </a:lnTo>
                <a:lnTo>
                  <a:pt x="6036590" y="142068"/>
                </a:lnTo>
                <a:lnTo>
                  <a:pt x="6035929" y="141742"/>
                </a:lnTo>
                <a:lnTo>
                  <a:pt x="6035283" y="141395"/>
                </a:lnTo>
                <a:lnTo>
                  <a:pt x="6034651" y="141029"/>
                </a:lnTo>
                <a:lnTo>
                  <a:pt x="6034034" y="140643"/>
                </a:lnTo>
                <a:lnTo>
                  <a:pt x="6033431" y="140237"/>
                </a:lnTo>
                <a:lnTo>
                  <a:pt x="6032843" y="139811"/>
                </a:lnTo>
                <a:lnTo>
                  <a:pt x="6032270" y="139366"/>
                </a:lnTo>
                <a:lnTo>
                  <a:pt x="6031712" y="138900"/>
                </a:lnTo>
                <a:lnTo>
                  <a:pt x="6031167" y="138418"/>
                </a:lnTo>
                <a:lnTo>
                  <a:pt x="6030635" y="137921"/>
                </a:lnTo>
                <a:lnTo>
                  <a:pt x="6030116" y="137409"/>
                </a:lnTo>
                <a:lnTo>
                  <a:pt x="6029610" y="136883"/>
                </a:lnTo>
                <a:lnTo>
                  <a:pt x="6029117" y="136343"/>
                </a:lnTo>
                <a:lnTo>
                  <a:pt x="6028636" y="135788"/>
                </a:lnTo>
                <a:lnTo>
                  <a:pt x="6028169" y="135219"/>
                </a:lnTo>
                <a:lnTo>
                  <a:pt x="6027714" y="134635"/>
                </a:lnTo>
                <a:lnTo>
                  <a:pt x="6027272" y="134037"/>
                </a:lnTo>
                <a:lnTo>
                  <a:pt x="6026843" y="133424"/>
                </a:lnTo>
                <a:lnTo>
                  <a:pt x="6026427" y="132797"/>
                </a:lnTo>
                <a:lnTo>
                  <a:pt x="6026024" y="132156"/>
                </a:lnTo>
                <a:lnTo>
                  <a:pt x="6025634" y="131500"/>
                </a:lnTo>
                <a:lnTo>
                  <a:pt x="6025256" y="130830"/>
                </a:lnTo>
                <a:lnTo>
                  <a:pt x="6024892" y="130145"/>
                </a:lnTo>
                <a:lnTo>
                  <a:pt x="6024540" y="129446"/>
                </a:lnTo>
                <a:lnTo>
                  <a:pt x="6024201" y="128733"/>
                </a:lnTo>
                <a:lnTo>
                  <a:pt x="6023875" y="128005"/>
                </a:lnTo>
                <a:lnTo>
                  <a:pt x="6023562" y="127262"/>
                </a:lnTo>
                <a:lnTo>
                  <a:pt x="6023262" y="126506"/>
                </a:lnTo>
                <a:lnTo>
                  <a:pt x="6022974" y="125734"/>
                </a:lnTo>
                <a:lnTo>
                  <a:pt x="6022700" y="124949"/>
                </a:lnTo>
                <a:lnTo>
                  <a:pt x="6022438" y="124149"/>
                </a:lnTo>
                <a:lnTo>
                  <a:pt x="6022189" y="123334"/>
                </a:lnTo>
                <a:lnTo>
                  <a:pt x="6021952" y="122508"/>
                </a:lnTo>
                <a:lnTo>
                  <a:pt x="6021725" y="121672"/>
                </a:lnTo>
                <a:lnTo>
                  <a:pt x="6021508" y="120826"/>
                </a:lnTo>
                <a:lnTo>
                  <a:pt x="6021301" y="119971"/>
                </a:lnTo>
                <a:lnTo>
                  <a:pt x="6021104" y="119107"/>
                </a:lnTo>
                <a:lnTo>
                  <a:pt x="6020917" y="118233"/>
                </a:lnTo>
                <a:lnTo>
                  <a:pt x="6020740" y="117349"/>
                </a:lnTo>
                <a:lnTo>
                  <a:pt x="6020574" y="116456"/>
                </a:lnTo>
                <a:lnTo>
                  <a:pt x="6020417" y="115554"/>
                </a:lnTo>
                <a:lnTo>
                  <a:pt x="6020271" y="114642"/>
                </a:lnTo>
                <a:lnTo>
                  <a:pt x="6020135" y="113721"/>
                </a:lnTo>
                <a:lnTo>
                  <a:pt x="6020008" y="112790"/>
                </a:lnTo>
                <a:lnTo>
                  <a:pt x="6019892" y="111849"/>
                </a:lnTo>
                <a:lnTo>
                  <a:pt x="6019786" y="110900"/>
                </a:lnTo>
                <a:lnTo>
                  <a:pt x="6019690" y="109940"/>
                </a:lnTo>
                <a:lnTo>
                  <a:pt x="6019605" y="108971"/>
                </a:lnTo>
                <a:lnTo>
                  <a:pt x="6019529" y="107993"/>
                </a:lnTo>
                <a:lnTo>
                  <a:pt x="6019463" y="107005"/>
                </a:lnTo>
                <a:lnTo>
                  <a:pt x="6019408" y="106008"/>
                </a:lnTo>
                <a:lnTo>
                  <a:pt x="6019362" y="105001"/>
                </a:lnTo>
                <a:lnTo>
                  <a:pt x="6019327" y="103985"/>
                </a:lnTo>
                <a:lnTo>
                  <a:pt x="6019302" y="102959"/>
                </a:lnTo>
                <a:lnTo>
                  <a:pt x="6019286" y="101924"/>
                </a:lnTo>
                <a:lnTo>
                  <a:pt x="6019281" y="100879"/>
                </a:lnTo>
                <a:lnTo>
                  <a:pt x="6019286" y="99815"/>
                </a:lnTo>
                <a:lnTo>
                  <a:pt x="6019302" y="98760"/>
                </a:lnTo>
                <a:lnTo>
                  <a:pt x="6019327" y="97716"/>
                </a:lnTo>
                <a:lnTo>
                  <a:pt x="6019362" y="96682"/>
                </a:lnTo>
                <a:lnTo>
                  <a:pt x="6019408" y="95657"/>
                </a:lnTo>
                <a:lnTo>
                  <a:pt x="6019463" y="94642"/>
                </a:lnTo>
                <a:lnTo>
                  <a:pt x="6019529" y="93638"/>
                </a:lnTo>
                <a:lnTo>
                  <a:pt x="6019605" y="92643"/>
                </a:lnTo>
                <a:lnTo>
                  <a:pt x="6019690" y="91658"/>
                </a:lnTo>
                <a:lnTo>
                  <a:pt x="6019786" y="90683"/>
                </a:lnTo>
                <a:lnTo>
                  <a:pt x="6019892" y="89717"/>
                </a:lnTo>
                <a:lnTo>
                  <a:pt x="6020008" y="88762"/>
                </a:lnTo>
                <a:lnTo>
                  <a:pt x="6020135" y="87817"/>
                </a:lnTo>
                <a:lnTo>
                  <a:pt x="6020271" y="86881"/>
                </a:lnTo>
                <a:lnTo>
                  <a:pt x="6020417" y="85956"/>
                </a:lnTo>
                <a:lnTo>
                  <a:pt x="6020574" y="85040"/>
                </a:lnTo>
                <a:lnTo>
                  <a:pt x="6020740" y="84134"/>
                </a:lnTo>
                <a:lnTo>
                  <a:pt x="6020917" y="83238"/>
                </a:lnTo>
                <a:lnTo>
                  <a:pt x="6021104" y="82352"/>
                </a:lnTo>
                <a:lnTo>
                  <a:pt x="6021301" y="81476"/>
                </a:lnTo>
                <a:lnTo>
                  <a:pt x="6021508" y="80610"/>
                </a:lnTo>
                <a:lnTo>
                  <a:pt x="6021725" y="79754"/>
                </a:lnTo>
                <a:lnTo>
                  <a:pt x="6021952" y="78907"/>
                </a:lnTo>
                <a:lnTo>
                  <a:pt x="6022189" y="78071"/>
                </a:lnTo>
                <a:lnTo>
                  <a:pt x="6022438" y="77246"/>
                </a:lnTo>
                <a:lnTo>
                  <a:pt x="6022700" y="76437"/>
                </a:lnTo>
                <a:lnTo>
                  <a:pt x="6022974" y="75641"/>
                </a:lnTo>
                <a:lnTo>
                  <a:pt x="6023262" y="74861"/>
                </a:lnTo>
                <a:lnTo>
                  <a:pt x="6023562" y="74095"/>
                </a:lnTo>
                <a:lnTo>
                  <a:pt x="6023875" y="73344"/>
                </a:lnTo>
                <a:lnTo>
                  <a:pt x="6024201" y="72607"/>
                </a:lnTo>
                <a:lnTo>
                  <a:pt x="6024540" y="71885"/>
                </a:lnTo>
                <a:lnTo>
                  <a:pt x="6024892" y="71178"/>
                </a:lnTo>
                <a:lnTo>
                  <a:pt x="6025256" y="70485"/>
                </a:lnTo>
                <a:lnTo>
                  <a:pt x="6025634" y="69807"/>
                </a:lnTo>
                <a:lnTo>
                  <a:pt x="6026024" y="69144"/>
                </a:lnTo>
                <a:lnTo>
                  <a:pt x="6026427" y="68495"/>
                </a:lnTo>
                <a:lnTo>
                  <a:pt x="6026843" y="67861"/>
                </a:lnTo>
                <a:lnTo>
                  <a:pt x="6027272" y="67242"/>
                </a:lnTo>
                <a:lnTo>
                  <a:pt x="6027714" y="66637"/>
                </a:lnTo>
                <a:lnTo>
                  <a:pt x="6028169" y="66047"/>
                </a:lnTo>
                <a:lnTo>
                  <a:pt x="6028636" y="65471"/>
                </a:lnTo>
                <a:lnTo>
                  <a:pt x="6029117" y="64911"/>
                </a:lnTo>
                <a:lnTo>
                  <a:pt x="6029610" y="64364"/>
                </a:lnTo>
                <a:lnTo>
                  <a:pt x="6030116" y="63833"/>
                </a:lnTo>
                <a:lnTo>
                  <a:pt x="6030635" y="63316"/>
                </a:lnTo>
                <a:lnTo>
                  <a:pt x="6031167" y="62814"/>
                </a:lnTo>
                <a:lnTo>
                  <a:pt x="6031712" y="62326"/>
                </a:lnTo>
                <a:lnTo>
                  <a:pt x="6032270" y="61856"/>
                </a:lnTo>
                <a:lnTo>
                  <a:pt x="6032843" y="61406"/>
                </a:lnTo>
                <a:lnTo>
                  <a:pt x="6033431" y="60976"/>
                </a:lnTo>
                <a:lnTo>
                  <a:pt x="6034034" y="60566"/>
                </a:lnTo>
                <a:lnTo>
                  <a:pt x="6034651" y="60175"/>
                </a:lnTo>
                <a:lnTo>
                  <a:pt x="6035283" y="59805"/>
                </a:lnTo>
                <a:lnTo>
                  <a:pt x="6035929" y="59455"/>
                </a:lnTo>
                <a:lnTo>
                  <a:pt x="6036590" y="59125"/>
                </a:lnTo>
                <a:lnTo>
                  <a:pt x="6037266" y="58815"/>
                </a:lnTo>
                <a:lnTo>
                  <a:pt x="6037956" y="58525"/>
                </a:lnTo>
                <a:lnTo>
                  <a:pt x="6038661" y="58254"/>
                </a:lnTo>
                <a:lnTo>
                  <a:pt x="6039381" y="58004"/>
                </a:lnTo>
                <a:lnTo>
                  <a:pt x="6040115" y="57774"/>
                </a:lnTo>
                <a:lnTo>
                  <a:pt x="6040864" y="57564"/>
                </a:lnTo>
                <a:lnTo>
                  <a:pt x="6041628" y="57374"/>
                </a:lnTo>
                <a:lnTo>
                  <a:pt x="6042406" y="57204"/>
                </a:lnTo>
                <a:lnTo>
                  <a:pt x="6043199" y="57054"/>
                </a:lnTo>
                <a:lnTo>
                  <a:pt x="6044007" y="56924"/>
                </a:lnTo>
                <a:lnTo>
                  <a:pt x="6044829" y="56814"/>
                </a:lnTo>
                <a:lnTo>
                  <a:pt x="6045666" y="56724"/>
                </a:lnTo>
                <a:lnTo>
                  <a:pt x="6046517" y="56654"/>
                </a:lnTo>
                <a:lnTo>
                  <a:pt x="6047384" y="56604"/>
                </a:lnTo>
                <a:lnTo>
                  <a:pt x="6048264" y="56574"/>
                </a:lnTo>
                <a:lnTo>
                  <a:pt x="6049160" y="56564"/>
                </a:lnTo>
                <a:lnTo>
                  <a:pt x="6050111" y="56574"/>
                </a:lnTo>
                <a:lnTo>
                  <a:pt x="6051047" y="56604"/>
                </a:lnTo>
                <a:lnTo>
                  <a:pt x="6051965" y="56654"/>
                </a:lnTo>
                <a:lnTo>
                  <a:pt x="6052868" y="56724"/>
                </a:lnTo>
                <a:lnTo>
                  <a:pt x="6053754" y="56814"/>
                </a:lnTo>
                <a:lnTo>
                  <a:pt x="6054623" y="56924"/>
                </a:lnTo>
                <a:lnTo>
                  <a:pt x="6055476" y="57054"/>
                </a:lnTo>
                <a:lnTo>
                  <a:pt x="6056313" y="57204"/>
                </a:lnTo>
                <a:lnTo>
                  <a:pt x="6057133" y="57374"/>
                </a:lnTo>
                <a:lnTo>
                  <a:pt x="6057937" y="57564"/>
                </a:lnTo>
                <a:lnTo>
                  <a:pt x="6058724" y="57774"/>
                </a:lnTo>
                <a:lnTo>
                  <a:pt x="6059495" y="58004"/>
                </a:lnTo>
                <a:lnTo>
                  <a:pt x="6060249" y="58254"/>
                </a:lnTo>
                <a:lnTo>
                  <a:pt x="6060987" y="58525"/>
                </a:lnTo>
                <a:lnTo>
                  <a:pt x="6061709" y="58815"/>
                </a:lnTo>
                <a:lnTo>
                  <a:pt x="6062414" y="59125"/>
                </a:lnTo>
                <a:lnTo>
                  <a:pt x="6063103" y="59455"/>
                </a:lnTo>
                <a:lnTo>
                  <a:pt x="6063775" y="59805"/>
                </a:lnTo>
                <a:lnTo>
                  <a:pt x="6064431" y="60175"/>
                </a:lnTo>
                <a:lnTo>
                  <a:pt x="6065070" y="60566"/>
                </a:lnTo>
                <a:lnTo>
                  <a:pt x="6065693" y="60976"/>
                </a:lnTo>
                <a:lnTo>
                  <a:pt x="6066299" y="61406"/>
                </a:lnTo>
                <a:lnTo>
                  <a:pt x="6066890" y="61856"/>
                </a:lnTo>
                <a:lnTo>
                  <a:pt x="6067463" y="62326"/>
                </a:lnTo>
                <a:lnTo>
                  <a:pt x="6068022" y="62814"/>
                </a:lnTo>
                <a:lnTo>
                  <a:pt x="6068568" y="63316"/>
                </a:lnTo>
                <a:lnTo>
                  <a:pt x="6069101" y="63833"/>
                </a:lnTo>
                <a:lnTo>
                  <a:pt x="6069620" y="64364"/>
                </a:lnTo>
                <a:lnTo>
                  <a:pt x="6070127" y="64911"/>
                </a:lnTo>
                <a:lnTo>
                  <a:pt x="6070621" y="65471"/>
                </a:lnTo>
                <a:lnTo>
                  <a:pt x="6071101" y="66047"/>
                </a:lnTo>
                <a:lnTo>
                  <a:pt x="6071569" y="66637"/>
                </a:lnTo>
                <a:lnTo>
                  <a:pt x="6072023" y="67242"/>
                </a:lnTo>
                <a:lnTo>
                  <a:pt x="6072464" y="67861"/>
                </a:lnTo>
                <a:lnTo>
                  <a:pt x="6072893" y="68495"/>
                </a:lnTo>
                <a:lnTo>
                  <a:pt x="6073308" y="69144"/>
                </a:lnTo>
                <a:lnTo>
                  <a:pt x="6073710" y="69807"/>
                </a:lnTo>
                <a:lnTo>
                  <a:pt x="6074099" y="70485"/>
                </a:lnTo>
                <a:lnTo>
                  <a:pt x="6074475" y="71178"/>
                </a:lnTo>
                <a:lnTo>
                  <a:pt x="6074838" y="71885"/>
                </a:lnTo>
                <a:lnTo>
                  <a:pt x="6075188" y="72607"/>
                </a:lnTo>
                <a:lnTo>
                  <a:pt x="6075524" y="73344"/>
                </a:lnTo>
                <a:lnTo>
                  <a:pt x="6075848" y="74095"/>
                </a:lnTo>
                <a:lnTo>
                  <a:pt x="6076159" y="74861"/>
                </a:lnTo>
                <a:lnTo>
                  <a:pt x="6076456" y="75641"/>
                </a:lnTo>
                <a:lnTo>
                  <a:pt x="6076741" y="76437"/>
                </a:lnTo>
                <a:lnTo>
                  <a:pt x="6077012" y="77246"/>
                </a:lnTo>
                <a:lnTo>
                  <a:pt x="6077271" y="78071"/>
                </a:lnTo>
                <a:lnTo>
                  <a:pt x="6077517" y="78907"/>
                </a:lnTo>
                <a:lnTo>
                  <a:pt x="6077753" y="79753"/>
                </a:lnTo>
                <a:lnTo>
                  <a:pt x="6077979" y="80608"/>
                </a:lnTo>
                <a:lnTo>
                  <a:pt x="6078194" y="81473"/>
                </a:lnTo>
                <a:lnTo>
                  <a:pt x="6078399" y="82347"/>
                </a:lnTo>
                <a:lnTo>
                  <a:pt x="6078593" y="83231"/>
                </a:lnTo>
                <a:lnTo>
                  <a:pt x="6078776" y="84124"/>
                </a:lnTo>
                <a:lnTo>
                  <a:pt x="6078950" y="85027"/>
                </a:lnTo>
                <a:lnTo>
                  <a:pt x="6079112" y="85939"/>
                </a:lnTo>
                <a:lnTo>
                  <a:pt x="6079264" y="86861"/>
                </a:lnTo>
                <a:lnTo>
                  <a:pt x="6079406" y="87792"/>
                </a:lnTo>
                <a:lnTo>
                  <a:pt x="6079537" y="88733"/>
                </a:lnTo>
                <a:lnTo>
                  <a:pt x="6079658" y="89683"/>
                </a:lnTo>
                <a:lnTo>
                  <a:pt x="6079768" y="90643"/>
                </a:lnTo>
                <a:lnTo>
                  <a:pt x="6079868" y="91612"/>
                </a:lnTo>
                <a:lnTo>
                  <a:pt x="6079957" y="92590"/>
                </a:lnTo>
                <a:lnTo>
                  <a:pt x="6080036" y="93579"/>
                </a:lnTo>
                <a:lnTo>
                  <a:pt x="6080104" y="94576"/>
                </a:lnTo>
                <a:lnTo>
                  <a:pt x="6080162" y="95583"/>
                </a:lnTo>
                <a:lnTo>
                  <a:pt x="6080209" y="96600"/>
                </a:lnTo>
                <a:lnTo>
                  <a:pt x="6080245" y="97626"/>
                </a:lnTo>
                <a:lnTo>
                  <a:pt x="6080272" y="98662"/>
                </a:lnTo>
                <a:lnTo>
                  <a:pt x="6080287" y="99707"/>
                </a:lnTo>
                <a:lnTo>
                  <a:pt x="6080293" y="100761"/>
                </a:lnTo>
                <a:lnTo>
                  <a:pt x="6080287" y="101816"/>
                </a:lnTo>
                <a:lnTo>
                  <a:pt x="6080272" y="102860"/>
                </a:lnTo>
                <a:lnTo>
                  <a:pt x="6080245" y="103895"/>
                </a:lnTo>
                <a:lnTo>
                  <a:pt x="6080209" y="104919"/>
                </a:lnTo>
                <a:lnTo>
                  <a:pt x="6080162" y="105934"/>
                </a:lnTo>
                <a:lnTo>
                  <a:pt x="6080104" y="106939"/>
                </a:lnTo>
                <a:lnTo>
                  <a:pt x="6080036" y="107934"/>
                </a:lnTo>
                <a:lnTo>
                  <a:pt x="6079957" y="108919"/>
                </a:lnTo>
                <a:lnTo>
                  <a:pt x="6079868" y="109894"/>
                </a:lnTo>
                <a:lnTo>
                  <a:pt x="6079768" y="110860"/>
                </a:lnTo>
                <a:lnTo>
                  <a:pt x="6079658" y="111815"/>
                </a:lnTo>
                <a:lnTo>
                  <a:pt x="6079537" y="112760"/>
                </a:lnTo>
                <a:lnTo>
                  <a:pt x="6079406" y="113696"/>
                </a:lnTo>
                <a:lnTo>
                  <a:pt x="6079264" y="114622"/>
                </a:lnTo>
                <a:lnTo>
                  <a:pt x="6079112" y="115537"/>
                </a:lnTo>
                <a:lnTo>
                  <a:pt x="6078950" y="116443"/>
                </a:lnTo>
                <a:lnTo>
                  <a:pt x="6078776" y="117339"/>
                </a:lnTo>
                <a:lnTo>
                  <a:pt x="6078593" y="118225"/>
                </a:lnTo>
                <a:lnTo>
                  <a:pt x="6078399" y="119102"/>
                </a:lnTo>
                <a:lnTo>
                  <a:pt x="6078194" y="119968"/>
                </a:lnTo>
                <a:lnTo>
                  <a:pt x="6077979" y="120824"/>
                </a:lnTo>
                <a:lnTo>
                  <a:pt x="6077753" y="121671"/>
                </a:lnTo>
                <a:lnTo>
                  <a:pt x="6077517" y="122507"/>
                </a:lnTo>
                <a:lnTo>
                  <a:pt x="6077271" y="123334"/>
                </a:lnTo>
                <a:lnTo>
                  <a:pt x="6077012" y="124149"/>
                </a:lnTo>
                <a:lnTo>
                  <a:pt x="6076741" y="124949"/>
                </a:lnTo>
                <a:lnTo>
                  <a:pt x="6076456" y="125734"/>
                </a:lnTo>
                <a:lnTo>
                  <a:pt x="6076159" y="126506"/>
                </a:lnTo>
                <a:lnTo>
                  <a:pt x="6075848" y="127262"/>
                </a:lnTo>
                <a:lnTo>
                  <a:pt x="6075524" y="128005"/>
                </a:lnTo>
                <a:lnTo>
                  <a:pt x="6075188" y="128733"/>
                </a:lnTo>
                <a:lnTo>
                  <a:pt x="6074838" y="129446"/>
                </a:lnTo>
                <a:lnTo>
                  <a:pt x="6074475" y="130145"/>
                </a:lnTo>
                <a:lnTo>
                  <a:pt x="6074099" y="130830"/>
                </a:lnTo>
                <a:lnTo>
                  <a:pt x="6073710" y="131500"/>
                </a:lnTo>
                <a:lnTo>
                  <a:pt x="6073308" y="132156"/>
                </a:lnTo>
                <a:lnTo>
                  <a:pt x="6072893" y="132797"/>
                </a:lnTo>
                <a:lnTo>
                  <a:pt x="6072464" y="133424"/>
                </a:lnTo>
                <a:lnTo>
                  <a:pt x="6072023" y="134037"/>
                </a:lnTo>
                <a:lnTo>
                  <a:pt x="6071569" y="134635"/>
                </a:lnTo>
                <a:lnTo>
                  <a:pt x="6071101" y="135219"/>
                </a:lnTo>
                <a:lnTo>
                  <a:pt x="6070621" y="135788"/>
                </a:lnTo>
                <a:lnTo>
                  <a:pt x="6070127" y="136343"/>
                </a:lnTo>
                <a:lnTo>
                  <a:pt x="6069620" y="136883"/>
                </a:lnTo>
                <a:lnTo>
                  <a:pt x="6069101" y="137409"/>
                </a:lnTo>
                <a:lnTo>
                  <a:pt x="6068568" y="137921"/>
                </a:lnTo>
                <a:lnTo>
                  <a:pt x="6068022" y="138418"/>
                </a:lnTo>
                <a:lnTo>
                  <a:pt x="6067463" y="138900"/>
                </a:lnTo>
                <a:lnTo>
                  <a:pt x="6066890" y="139366"/>
                </a:lnTo>
                <a:lnTo>
                  <a:pt x="6066299" y="139811"/>
                </a:lnTo>
                <a:lnTo>
                  <a:pt x="6065693" y="140237"/>
                </a:lnTo>
                <a:lnTo>
                  <a:pt x="6065070" y="140643"/>
                </a:lnTo>
                <a:lnTo>
                  <a:pt x="6064431" y="141029"/>
                </a:lnTo>
                <a:lnTo>
                  <a:pt x="6063775" y="141395"/>
                </a:lnTo>
                <a:lnTo>
                  <a:pt x="6063103" y="141742"/>
                </a:lnTo>
                <a:lnTo>
                  <a:pt x="6062414" y="142068"/>
                </a:lnTo>
                <a:lnTo>
                  <a:pt x="6061709" y="142375"/>
                </a:lnTo>
                <a:lnTo>
                  <a:pt x="6060987" y="142662"/>
                </a:lnTo>
                <a:lnTo>
                  <a:pt x="6060249" y="142929"/>
                </a:lnTo>
                <a:lnTo>
                  <a:pt x="6059495" y="143177"/>
                </a:lnTo>
                <a:lnTo>
                  <a:pt x="6058724" y="143405"/>
                </a:lnTo>
                <a:lnTo>
                  <a:pt x="6057937" y="143613"/>
                </a:lnTo>
                <a:lnTo>
                  <a:pt x="6057133" y="143801"/>
                </a:lnTo>
                <a:lnTo>
                  <a:pt x="6056313" y="143969"/>
                </a:lnTo>
                <a:lnTo>
                  <a:pt x="6055476" y="144117"/>
                </a:lnTo>
                <a:lnTo>
                  <a:pt x="6054623" y="144246"/>
                </a:lnTo>
                <a:lnTo>
                  <a:pt x="6053754" y="144355"/>
                </a:lnTo>
                <a:lnTo>
                  <a:pt x="6052868" y="144444"/>
                </a:lnTo>
                <a:lnTo>
                  <a:pt x="6051965" y="144513"/>
                </a:lnTo>
                <a:lnTo>
                  <a:pt x="6051047" y="144563"/>
                </a:lnTo>
                <a:lnTo>
                  <a:pt x="6050111" y="144593"/>
                </a:lnTo>
                <a:lnTo>
                  <a:pt x="6049160" y="144602"/>
                </a:lnTo>
                <a:lnTo>
                  <a:pt x="6048264" y="144593"/>
                </a:lnTo>
                <a:lnTo>
                  <a:pt x="6047384" y="144563"/>
                </a:lnTo>
                <a:lnTo>
                  <a:pt x="6046517" y="144513"/>
                </a:lnTo>
                <a:lnTo>
                  <a:pt x="6045666" y="144444"/>
                </a:lnTo>
                <a:lnTo>
                  <a:pt x="6044829" y="144355"/>
                </a:lnTo>
                <a:lnTo>
                  <a:pt x="6044007" y="144246"/>
                </a:lnTo>
                <a:close/>
                <a:moveTo>
                  <a:pt x="5818460" y="159056"/>
                </a:moveTo>
                <a:lnTo>
                  <a:pt x="5819671" y="158872"/>
                </a:lnTo>
                <a:lnTo>
                  <a:pt x="5820867" y="158664"/>
                </a:lnTo>
                <a:lnTo>
                  <a:pt x="5822047" y="158431"/>
                </a:lnTo>
                <a:lnTo>
                  <a:pt x="5823211" y="158174"/>
                </a:lnTo>
                <a:lnTo>
                  <a:pt x="5824360" y="157893"/>
                </a:lnTo>
                <a:lnTo>
                  <a:pt x="5825492" y="157586"/>
                </a:lnTo>
                <a:lnTo>
                  <a:pt x="5826609" y="157256"/>
                </a:lnTo>
                <a:lnTo>
                  <a:pt x="5827710" y="156901"/>
                </a:lnTo>
                <a:lnTo>
                  <a:pt x="5828795" y="156521"/>
                </a:lnTo>
                <a:lnTo>
                  <a:pt x="5829864" y="156117"/>
                </a:lnTo>
                <a:lnTo>
                  <a:pt x="5830917" y="155689"/>
                </a:lnTo>
                <a:lnTo>
                  <a:pt x="5831954" y="155236"/>
                </a:lnTo>
                <a:lnTo>
                  <a:pt x="5832976" y="154758"/>
                </a:lnTo>
                <a:lnTo>
                  <a:pt x="5833982" y="154256"/>
                </a:lnTo>
                <a:lnTo>
                  <a:pt x="5834972" y="153729"/>
                </a:lnTo>
                <a:lnTo>
                  <a:pt x="5835946" y="153179"/>
                </a:lnTo>
                <a:lnTo>
                  <a:pt x="5836904" y="152603"/>
                </a:lnTo>
                <a:lnTo>
                  <a:pt x="5837845" y="152005"/>
                </a:lnTo>
                <a:lnTo>
                  <a:pt x="5838767" y="151385"/>
                </a:lnTo>
                <a:lnTo>
                  <a:pt x="5839671" y="150743"/>
                </a:lnTo>
                <a:lnTo>
                  <a:pt x="5840556" y="150081"/>
                </a:lnTo>
                <a:lnTo>
                  <a:pt x="5841423" y="149397"/>
                </a:lnTo>
                <a:lnTo>
                  <a:pt x="5842271" y="148691"/>
                </a:lnTo>
                <a:lnTo>
                  <a:pt x="5843100" y="147964"/>
                </a:lnTo>
                <a:lnTo>
                  <a:pt x="5843911" y="147215"/>
                </a:lnTo>
                <a:lnTo>
                  <a:pt x="5844703" y="146446"/>
                </a:lnTo>
                <a:lnTo>
                  <a:pt x="5845477" y="145654"/>
                </a:lnTo>
                <a:lnTo>
                  <a:pt x="5846232" y="144841"/>
                </a:lnTo>
                <a:lnTo>
                  <a:pt x="5846968" y="144007"/>
                </a:lnTo>
                <a:lnTo>
                  <a:pt x="5847686" y="143152"/>
                </a:lnTo>
                <a:lnTo>
                  <a:pt x="5848385" y="142275"/>
                </a:lnTo>
                <a:lnTo>
                  <a:pt x="5849065" y="141376"/>
                </a:lnTo>
                <a:lnTo>
                  <a:pt x="5849727" y="140456"/>
                </a:lnTo>
                <a:lnTo>
                  <a:pt x="5850370" y="139515"/>
                </a:lnTo>
                <a:lnTo>
                  <a:pt x="5850995" y="138552"/>
                </a:lnTo>
                <a:lnTo>
                  <a:pt x="5851601" y="137568"/>
                </a:lnTo>
                <a:lnTo>
                  <a:pt x="5852189" y="136562"/>
                </a:lnTo>
                <a:lnTo>
                  <a:pt x="5852757" y="135535"/>
                </a:lnTo>
                <a:lnTo>
                  <a:pt x="5853308" y="134487"/>
                </a:lnTo>
                <a:lnTo>
                  <a:pt x="5853839" y="133417"/>
                </a:lnTo>
                <a:lnTo>
                  <a:pt x="5854352" y="132325"/>
                </a:lnTo>
                <a:lnTo>
                  <a:pt x="5854845" y="131214"/>
                </a:lnTo>
                <a:lnTo>
                  <a:pt x="5855317" y="130086"/>
                </a:lnTo>
                <a:lnTo>
                  <a:pt x="5855769" y="128939"/>
                </a:lnTo>
                <a:lnTo>
                  <a:pt x="5856199" y="127775"/>
                </a:lnTo>
                <a:lnTo>
                  <a:pt x="5856608" y="126593"/>
                </a:lnTo>
                <a:lnTo>
                  <a:pt x="5856996" y="125393"/>
                </a:lnTo>
                <a:lnTo>
                  <a:pt x="5857364" y="124176"/>
                </a:lnTo>
                <a:lnTo>
                  <a:pt x="5857710" y="122941"/>
                </a:lnTo>
                <a:lnTo>
                  <a:pt x="5858035" y="121688"/>
                </a:lnTo>
                <a:lnTo>
                  <a:pt x="5858340" y="120417"/>
                </a:lnTo>
                <a:lnTo>
                  <a:pt x="5858623" y="119129"/>
                </a:lnTo>
                <a:lnTo>
                  <a:pt x="5858885" y="117823"/>
                </a:lnTo>
                <a:lnTo>
                  <a:pt x="5859127" y="116499"/>
                </a:lnTo>
                <a:lnTo>
                  <a:pt x="5859347" y="115157"/>
                </a:lnTo>
                <a:lnTo>
                  <a:pt x="5859546" y="113798"/>
                </a:lnTo>
                <a:lnTo>
                  <a:pt x="5859725" y="112421"/>
                </a:lnTo>
                <a:lnTo>
                  <a:pt x="5859882" y="111026"/>
                </a:lnTo>
                <a:lnTo>
                  <a:pt x="5860018" y="109613"/>
                </a:lnTo>
                <a:lnTo>
                  <a:pt x="5860134" y="108183"/>
                </a:lnTo>
                <a:lnTo>
                  <a:pt x="5860228" y="106735"/>
                </a:lnTo>
                <a:lnTo>
                  <a:pt x="5860302" y="105269"/>
                </a:lnTo>
                <a:lnTo>
                  <a:pt x="5860354" y="103785"/>
                </a:lnTo>
                <a:lnTo>
                  <a:pt x="5860386" y="102284"/>
                </a:lnTo>
                <a:lnTo>
                  <a:pt x="5860396" y="100765"/>
                </a:lnTo>
                <a:lnTo>
                  <a:pt x="5860386" y="99226"/>
                </a:lnTo>
                <a:lnTo>
                  <a:pt x="5860354" y="97705"/>
                </a:lnTo>
                <a:lnTo>
                  <a:pt x="5860302" y="96203"/>
                </a:lnTo>
                <a:lnTo>
                  <a:pt x="5860228" y="94719"/>
                </a:lnTo>
                <a:lnTo>
                  <a:pt x="5860134" y="93253"/>
                </a:lnTo>
                <a:lnTo>
                  <a:pt x="5860018" y="91805"/>
                </a:lnTo>
                <a:lnTo>
                  <a:pt x="5859882" y="90375"/>
                </a:lnTo>
                <a:lnTo>
                  <a:pt x="5859725" y="88964"/>
                </a:lnTo>
                <a:lnTo>
                  <a:pt x="5859546" y="87570"/>
                </a:lnTo>
                <a:lnTo>
                  <a:pt x="5859347" y="86195"/>
                </a:lnTo>
                <a:lnTo>
                  <a:pt x="5859127" y="84838"/>
                </a:lnTo>
                <a:lnTo>
                  <a:pt x="5858885" y="83499"/>
                </a:lnTo>
                <a:lnTo>
                  <a:pt x="5858623" y="82179"/>
                </a:lnTo>
                <a:lnTo>
                  <a:pt x="5858340" y="80876"/>
                </a:lnTo>
                <a:lnTo>
                  <a:pt x="5858035" y="79592"/>
                </a:lnTo>
                <a:lnTo>
                  <a:pt x="5857710" y="78326"/>
                </a:lnTo>
                <a:lnTo>
                  <a:pt x="5857364" y="77078"/>
                </a:lnTo>
                <a:lnTo>
                  <a:pt x="5856996" y="75848"/>
                </a:lnTo>
                <a:lnTo>
                  <a:pt x="5856608" y="74637"/>
                </a:lnTo>
                <a:lnTo>
                  <a:pt x="5856199" y="73443"/>
                </a:lnTo>
                <a:lnTo>
                  <a:pt x="5855769" y="72268"/>
                </a:lnTo>
                <a:lnTo>
                  <a:pt x="5855317" y="71111"/>
                </a:lnTo>
                <a:lnTo>
                  <a:pt x="5854845" y="69972"/>
                </a:lnTo>
                <a:lnTo>
                  <a:pt x="5854352" y="68852"/>
                </a:lnTo>
                <a:lnTo>
                  <a:pt x="5853839" y="67750"/>
                </a:lnTo>
                <a:lnTo>
                  <a:pt x="5853308" y="66671"/>
                </a:lnTo>
                <a:lnTo>
                  <a:pt x="5852757" y="65612"/>
                </a:lnTo>
                <a:lnTo>
                  <a:pt x="5852189" y="64575"/>
                </a:lnTo>
                <a:lnTo>
                  <a:pt x="5851601" y="63560"/>
                </a:lnTo>
                <a:lnTo>
                  <a:pt x="5850995" y="62566"/>
                </a:lnTo>
                <a:lnTo>
                  <a:pt x="5850370" y="61593"/>
                </a:lnTo>
                <a:lnTo>
                  <a:pt x="5849727" y="60642"/>
                </a:lnTo>
                <a:lnTo>
                  <a:pt x="5849065" y="59713"/>
                </a:lnTo>
                <a:lnTo>
                  <a:pt x="5848385" y="58804"/>
                </a:lnTo>
                <a:lnTo>
                  <a:pt x="5847686" y="57917"/>
                </a:lnTo>
                <a:lnTo>
                  <a:pt x="5846968" y="57052"/>
                </a:lnTo>
                <a:lnTo>
                  <a:pt x="5846232" y="56208"/>
                </a:lnTo>
                <a:lnTo>
                  <a:pt x="5845477" y="55385"/>
                </a:lnTo>
                <a:lnTo>
                  <a:pt x="5844703" y="54584"/>
                </a:lnTo>
                <a:lnTo>
                  <a:pt x="5843911" y="53805"/>
                </a:lnTo>
                <a:lnTo>
                  <a:pt x="5843100" y="53046"/>
                </a:lnTo>
                <a:lnTo>
                  <a:pt x="5842271" y="52310"/>
                </a:lnTo>
                <a:lnTo>
                  <a:pt x="5841423" y="51594"/>
                </a:lnTo>
                <a:lnTo>
                  <a:pt x="5840556" y="50900"/>
                </a:lnTo>
                <a:lnTo>
                  <a:pt x="5839671" y="50228"/>
                </a:lnTo>
                <a:lnTo>
                  <a:pt x="5838767" y="49577"/>
                </a:lnTo>
                <a:lnTo>
                  <a:pt x="5837845" y="48947"/>
                </a:lnTo>
                <a:lnTo>
                  <a:pt x="5836904" y="48339"/>
                </a:lnTo>
                <a:lnTo>
                  <a:pt x="5835946" y="47754"/>
                </a:lnTo>
                <a:lnTo>
                  <a:pt x="5834972" y="47193"/>
                </a:lnTo>
                <a:lnTo>
                  <a:pt x="5833982" y="46658"/>
                </a:lnTo>
                <a:lnTo>
                  <a:pt x="5832976" y="46148"/>
                </a:lnTo>
                <a:lnTo>
                  <a:pt x="5831954" y="45662"/>
                </a:lnTo>
                <a:lnTo>
                  <a:pt x="5830917" y="45202"/>
                </a:lnTo>
                <a:lnTo>
                  <a:pt x="5829864" y="44766"/>
                </a:lnTo>
                <a:lnTo>
                  <a:pt x="5828795" y="44355"/>
                </a:lnTo>
                <a:lnTo>
                  <a:pt x="5827710" y="43969"/>
                </a:lnTo>
                <a:lnTo>
                  <a:pt x="5826609" y="43608"/>
                </a:lnTo>
                <a:lnTo>
                  <a:pt x="5825492" y="43272"/>
                </a:lnTo>
                <a:lnTo>
                  <a:pt x="5824360" y="42961"/>
                </a:lnTo>
                <a:lnTo>
                  <a:pt x="5823211" y="42675"/>
                </a:lnTo>
                <a:lnTo>
                  <a:pt x="5822047" y="42413"/>
                </a:lnTo>
                <a:lnTo>
                  <a:pt x="5820867" y="42177"/>
                </a:lnTo>
                <a:lnTo>
                  <a:pt x="5819671" y="41965"/>
                </a:lnTo>
                <a:lnTo>
                  <a:pt x="5818460" y="41778"/>
                </a:lnTo>
                <a:lnTo>
                  <a:pt x="5817232" y="41616"/>
                </a:lnTo>
                <a:lnTo>
                  <a:pt x="5815989" y="41480"/>
                </a:lnTo>
                <a:lnTo>
                  <a:pt x="5814730" y="41368"/>
                </a:lnTo>
                <a:lnTo>
                  <a:pt x="5813455" y="41280"/>
                </a:lnTo>
                <a:lnTo>
                  <a:pt x="5812164" y="41218"/>
                </a:lnTo>
                <a:lnTo>
                  <a:pt x="5810857" y="41181"/>
                </a:lnTo>
                <a:lnTo>
                  <a:pt x="5809534" y="41168"/>
                </a:lnTo>
                <a:lnTo>
                  <a:pt x="5808240" y="41181"/>
                </a:lnTo>
                <a:lnTo>
                  <a:pt x="5806962" y="41218"/>
                </a:lnTo>
                <a:lnTo>
                  <a:pt x="5805700" y="41280"/>
                </a:lnTo>
                <a:lnTo>
                  <a:pt x="5804453" y="41368"/>
                </a:lnTo>
                <a:lnTo>
                  <a:pt x="5803223" y="41480"/>
                </a:lnTo>
                <a:lnTo>
                  <a:pt x="5802008" y="41616"/>
                </a:lnTo>
                <a:lnTo>
                  <a:pt x="5800809" y="41778"/>
                </a:lnTo>
                <a:lnTo>
                  <a:pt x="5799626" y="41965"/>
                </a:lnTo>
                <a:lnTo>
                  <a:pt x="5798458" y="42177"/>
                </a:lnTo>
                <a:lnTo>
                  <a:pt x="5797307" y="42413"/>
                </a:lnTo>
                <a:lnTo>
                  <a:pt x="5796171" y="42675"/>
                </a:lnTo>
                <a:lnTo>
                  <a:pt x="5795051" y="42961"/>
                </a:lnTo>
                <a:lnTo>
                  <a:pt x="5793947" y="43272"/>
                </a:lnTo>
                <a:lnTo>
                  <a:pt x="5792859" y="43608"/>
                </a:lnTo>
                <a:lnTo>
                  <a:pt x="5791787" y="43969"/>
                </a:lnTo>
                <a:lnTo>
                  <a:pt x="5790731" y="44355"/>
                </a:lnTo>
                <a:lnTo>
                  <a:pt x="5789690" y="44766"/>
                </a:lnTo>
                <a:lnTo>
                  <a:pt x="5788665" y="45202"/>
                </a:lnTo>
                <a:lnTo>
                  <a:pt x="5787656" y="45662"/>
                </a:lnTo>
                <a:lnTo>
                  <a:pt x="5786663" y="46148"/>
                </a:lnTo>
                <a:lnTo>
                  <a:pt x="5785686" y="46658"/>
                </a:lnTo>
                <a:lnTo>
                  <a:pt x="5784724" y="47193"/>
                </a:lnTo>
                <a:lnTo>
                  <a:pt x="5783779" y="47754"/>
                </a:lnTo>
                <a:lnTo>
                  <a:pt x="5782849" y="48339"/>
                </a:lnTo>
                <a:lnTo>
                  <a:pt x="5781936" y="48947"/>
                </a:lnTo>
                <a:lnTo>
                  <a:pt x="5781042" y="49577"/>
                </a:lnTo>
                <a:lnTo>
                  <a:pt x="5780165" y="50228"/>
                </a:lnTo>
                <a:lnTo>
                  <a:pt x="5779306" y="50900"/>
                </a:lnTo>
                <a:lnTo>
                  <a:pt x="5778465" y="51594"/>
                </a:lnTo>
                <a:lnTo>
                  <a:pt x="5777643" y="52310"/>
                </a:lnTo>
                <a:lnTo>
                  <a:pt x="5776838" y="53046"/>
                </a:lnTo>
                <a:lnTo>
                  <a:pt x="5776051" y="53805"/>
                </a:lnTo>
                <a:lnTo>
                  <a:pt x="5775282" y="54584"/>
                </a:lnTo>
                <a:lnTo>
                  <a:pt x="5774532" y="55385"/>
                </a:lnTo>
                <a:lnTo>
                  <a:pt x="5773799" y="56208"/>
                </a:lnTo>
                <a:lnTo>
                  <a:pt x="5773085" y="57052"/>
                </a:lnTo>
                <a:lnTo>
                  <a:pt x="5772388" y="57917"/>
                </a:lnTo>
                <a:lnTo>
                  <a:pt x="5771709" y="58804"/>
                </a:lnTo>
                <a:lnTo>
                  <a:pt x="5771049" y="59713"/>
                </a:lnTo>
                <a:lnTo>
                  <a:pt x="5770406" y="60642"/>
                </a:lnTo>
                <a:lnTo>
                  <a:pt x="5769782" y="61593"/>
                </a:lnTo>
                <a:lnTo>
                  <a:pt x="5769175" y="62566"/>
                </a:lnTo>
                <a:lnTo>
                  <a:pt x="5768587" y="63560"/>
                </a:lnTo>
                <a:lnTo>
                  <a:pt x="5768016" y="64575"/>
                </a:lnTo>
                <a:lnTo>
                  <a:pt x="5767464" y="65612"/>
                </a:lnTo>
                <a:lnTo>
                  <a:pt x="5766929" y="66671"/>
                </a:lnTo>
                <a:lnTo>
                  <a:pt x="5766413" y="67750"/>
                </a:lnTo>
                <a:lnTo>
                  <a:pt x="5765914" y="68852"/>
                </a:lnTo>
                <a:lnTo>
                  <a:pt x="5765435" y="69972"/>
                </a:lnTo>
                <a:lnTo>
                  <a:pt x="5764976" y="71111"/>
                </a:lnTo>
                <a:lnTo>
                  <a:pt x="5764538" y="72268"/>
                </a:lnTo>
                <a:lnTo>
                  <a:pt x="5764120" y="73443"/>
                </a:lnTo>
                <a:lnTo>
                  <a:pt x="5763722" y="74637"/>
                </a:lnTo>
                <a:lnTo>
                  <a:pt x="5763345" y="75848"/>
                </a:lnTo>
                <a:lnTo>
                  <a:pt x="5762988" y="77078"/>
                </a:lnTo>
                <a:lnTo>
                  <a:pt x="5762651" y="78326"/>
                </a:lnTo>
                <a:lnTo>
                  <a:pt x="5762335" y="79592"/>
                </a:lnTo>
                <a:lnTo>
                  <a:pt x="5762040" y="80876"/>
                </a:lnTo>
                <a:lnTo>
                  <a:pt x="5761764" y="82179"/>
                </a:lnTo>
                <a:lnTo>
                  <a:pt x="5761509" y="83499"/>
                </a:lnTo>
                <a:lnTo>
                  <a:pt x="5761275" y="84838"/>
                </a:lnTo>
                <a:lnTo>
                  <a:pt x="5761061" y="86195"/>
                </a:lnTo>
                <a:lnTo>
                  <a:pt x="5760867" y="87570"/>
                </a:lnTo>
                <a:lnTo>
                  <a:pt x="5760694" y="88964"/>
                </a:lnTo>
                <a:lnTo>
                  <a:pt x="5760541" y="90375"/>
                </a:lnTo>
                <a:lnTo>
                  <a:pt x="5760408" y="91805"/>
                </a:lnTo>
                <a:lnTo>
                  <a:pt x="5760296" y="93253"/>
                </a:lnTo>
                <a:lnTo>
                  <a:pt x="5760204" y="94719"/>
                </a:lnTo>
                <a:lnTo>
                  <a:pt x="5760133" y="96203"/>
                </a:lnTo>
                <a:lnTo>
                  <a:pt x="5760082" y="97705"/>
                </a:lnTo>
                <a:lnTo>
                  <a:pt x="5760051" y="99226"/>
                </a:lnTo>
                <a:lnTo>
                  <a:pt x="5760041" y="100765"/>
                </a:lnTo>
                <a:lnTo>
                  <a:pt x="5760051" y="102284"/>
                </a:lnTo>
                <a:lnTo>
                  <a:pt x="5760082" y="103785"/>
                </a:lnTo>
                <a:lnTo>
                  <a:pt x="5760133" y="105269"/>
                </a:lnTo>
                <a:lnTo>
                  <a:pt x="5760204" y="106735"/>
                </a:lnTo>
                <a:lnTo>
                  <a:pt x="5760296" y="108183"/>
                </a:lnTo>
                <a:lnTo>
                  <a:pt x="5760408" y="109613"/>
                </a:lnTo>
                <a:lnTo>
                  <a:pt x="5760541" y="111026"/>
                </a:lnTo>
                <a:lnTo>
                  <a:pt x="5760694" y="112421"/>
                </a:lnTo>
                <a:lnTo>
                  <a:pt x="5760867" y="113798"/>
                </a:lnTo>
                <a:lnTo>
                  <a:pt x="5761061" y="115157"/>
                </a:lnTo>
                <a:lnTo>
                  <a:pt x="5761275" y="116499"/>
                </a:lnTo>
                <a:lnTo>
                  <a:pt x="5761509" y="117823"/>
                </a:lnTo>
                <a:lnTo>
                  <a:pt x="5761764" y="119129"/>
                </a:lnTo>
                <a:lnTo>
                  <a:pt x="5762040" y="120417"/>
                </a:lnTo>
                <a:lnTo>
                  <a:pt x="5762335" y="121688"/>
                </a:lnTo>
                <a:lnTo>
                  <a:pt x="5762651" y="122941"/>
                </a:lnTo>
                <a:lnTo>
                  <a:pt x="5762988" y="124176"/>
                </a:lnTo>
                <a:lnTo>
                  <a:pt x="5763345" y="125393"/>
                </a:lnTo>
                <a:lnTo>
                  <a:pt x="5763722" y="126593"/>
                </a:lnTo>
                <a:lnTo>
                  <a:pt x="5764120" y="127775"/>
                </a:lnTo>
                <a:lnTo>
                  <a:pt x="5764538" y="128939"/>
                </a:lnTo>
                <a:lnTo>
                  <a:pt x="5764976" y="130086"/>
                </a:lnTo>
                <a:lnTo>
                  <a:pt x="5765435" y="131214"/>
                </a:lnTo>
                <a:lnTo>
                  <a:pt x="5765914" y="132325"/>
                </a:lnTo>
                <a:lnTo>
                  <a:pt x="5766413" y="133417"/>
                </a:lnTo>
                <a:lnTo>
                  <a:pt x="5766929" y="134487"/>
                </a:lnTo>
                <a:lnTo>
                  <a:pt x="5767464" y="135535"/>
                </a:lnTo>
                <a:lnTo>
                  <a:pt x="5768016" y="136562"/>
                </a:lnTo>
                <a:lnTo>
                  <a:pt x="5768587" y="137568"/>
                </a:lnTo>
                <a:lnTo>
                  <a:pt x="5769175" y="138552"/>
                </a:lnTo>
                <a:lnTo>
                  <a:pt x="5769782" y="139515"/>
                </a:lnTo>
                <a:lnTo>
                  <a:pt x="5770406" y="140456"/>
                </a:lnTo>
                <a:lnTo>
                  <a:pt x="5771049" y="141376"/>
                </a:lnTo>
                <a:lnTo>
                  <a:pt x="5771709" y="142275"/>
                </a:lnTo>
                <a:lnTo>
                  <a:pt x="5772388" y="143152"/>
                </a:lnTo>
                <a:lnTo>
                  <a:pt x="5773085" y="144007"/>
                </a:lnTo>
                <a:lnTo>
                  <a:pt x="5773799" y="144841"/>
                </a:lnTo>
                <a:lnTo>
                  <a:pt x="5774532" y="145654"/>
                </a:lnTo>
                <a:lnTo>
                  <a:pt x="5775282" y="146446"/>
                </a:lnTo>
                <a:lnTo>
                  <a:pt x="5776051" y="147215"/>
                </a:lnTo>
                <a:lnTo>
                  <a:pt x="5776838" y="147964"/>
                </a:lnTo>
                <a:lnTo>
                  <a:pt x="5777643" y="148691"/>
                </a:lnTo>
                <a:lnTo>
                  <a:pt x="5778465" y="149397"/>
                </a:lnTo>
                <a:lnTo>
                  <a:pt x="5779306" y="150081"/>
                </a:lnTo>
                <a:lnTo>
                  <a:pt x="5780165" y="150743"/>
                </a:lnTo>
                <a:lnTo>
                  <a:pt x="5781042" y="151385"/>
                </a:lnTo>
                <a:lnTo>
                  <a:pt x="5781936" y="152005"/>
                </a:lnTo>
                <a:lnTo>
                  <a:pt x="5782849" y="152603"/>
                </a:lnTo>
                <a:lnTo>
                  <a:pt x="5783779" y="153179"/>
                </a:lnTo>
                <a:lnTo>
                  <a:pt x="5784724" y="153729"/>
                </a:lnTo>
                <a:lnTo>
                  <a:pt x="5785686" y="154256"/>
                </a:lnTo>
                <a:lnTo>
                  <a:pt x="5786663" y="154758"/>
                </a:lnTo>
                <a:lnTo>
                  <a:pt x="5787656" y="155236"/>
                </a:lnTo>
                <a:lnTo>
                  <a:pt x="5788665" y="155689"/>
                </a:lnTo>
                <a:lnTo>
                  <a:pt x="5789690" y="156117"/>
                </a:lnTo>
                <a:lnTo>
                  <a:pt x="5790731" y="156521"/>
                </a:lnTo>
                <a:lnTo>
                  <a:pt x="5791787" y="156901"/>
                </a:lnTo>
                <a:lnTo>
                  <a:pt x="5792859" y="157256"/>
                </a:lnTo>
                <a:lnTo>
                  <a:pt x="5793947" y="157586"/>
                </a:lnTo>
                <a:lnTo>
                  <a:pt x="5795051" y="157893"/>
                </a:lnTo>
                <a:lnTo>
                  <a:pt x="5796171" y="158174"/>
                </a:lnTo>
                <a:lnTo>
                  <a:pt x="5797307" y="158431"/>
                </a:lnTo>
                <a:lnTo>
                  <a:pt x="5798458" y="158664"/>
                </a:lnTo>
                <a:lnTo>
                  <a:pt x="5799626" y="158872"/>
                </a:lnTo>
                <a:lnTo>
                  <a:pt x="5800809" y="159056"/>
                </a:lnTo>
                <a:lnTo>
                  <a:pt x="5802008" y="159215"/>
                </a:lnTo>
                <a:lnTo>
                  <a:pt x="5803223" y="159350"/>
                </a:lnTo>
                <a:lnTo>
                  <a:pt x="5804453" y="159460"/>
                </a:lnTo>
                <a:lnTo>
                  <a:pt x="5805700" y="159545"/>
                </a:lnTo>
                <a:lnTo>
                  <a:pt x="5806962" y="159607"/>
                </a:lnTo>
                <a:lnTo>
                  <a:pt x="5808240" y="159643"/>
                </a:lnTo>
                <a:lnTo>
                  <a:pt x="5809534" y="159656"/>
                </a:lnTo>
                <a:lnTo>
                  <a:pt x="5810857" y="159643"/>
                </a:lnTo>
                <a:lnTo>
                  <a:pt x="5812164" y="159607"/>
                </a:lnTo>
                <a:lnTo>
                  <a:pt x="5813455" y="159545"/>
                </a:lnTo>
                <a:lnTo>
                  <a:pt x="5814730" y="159460"/>
                </a:lnTo>
                <a:lnTo>
                  <a:pt x="5815989" y="159350"/>
                </a:lnTo>
                <a:lnTo>
                  <a:pt x="5817232" y="159215"/>
                </a:lnTo>
                <a:lnTo>
                  <a:pt x="5818460" y="159056"/>
                </a:lnTo>
                <a:close/>
                <a:moveTo>
                  <a:pt x="5803574" y="144117"/>
                </a:moveTo>
                <a:lnTo>
                  <a:pt x="5802781" y="143969"/>
                </a:lnTo>
                <a:lnTo>
                  <a:pt x="5802003" y="143801"/>
                </a:lnTo>
                <a:lnTo>
                  <a:pt x="5801239" y="143613"/>
                </a:lnTo>
                <a:lnTo>
                  <a:pt x="5800490" y="143405"/>
                </a:lnTo>
                <a:lnTo>
                  <a:pt x="5799756" y="143177"/>
                </a:lnTo>
                <a:lnTo>
                  <a:pt x="5799036" y="142929"/>
                </a:lnTo>
                <a:lnTo>
                  <a:pt x="5798331" y="142662"/>
                </a:lnTo>
                <a:lnTo>
                  <a:pt x="5797640" y="142375"/>
                </a:lnTo>
                <a:lnTo>
                  <a:pt x="5796965" y="142068"/>
                </a:lnTo>
                <a:lnTo>
                  <a:pt x="5796304" y="141742"/>
                </a:lnTo>
                <a:lnTo>
                  <a:pt x="5795657" y="141395"/>
                </a:lnTo>
                <a:lnTo>
                  <a:pt x="5795025" y="141029"/>
                </a:lnTo>
                <a:lnTo>
                  <a:pt x="5794408" y="140643"/>
                </a:lnTo>
                <a:lnTo>
                  <a:pt x="5793806" y="140237"/>
                </a:lnTo>
                <a:lnTo>
                  <a:pt x="5793218" y="139811"/>
                </a:lnTo>
                <a:lnTo>
                  <a:pt x="5792645" y="139366"/>
                </a:lnTo>
                <a:lnTo>
                  <a:pt x="5792086" y="138900"/>
                </a:lnTo>
                <a:lnTo>
                  <a:pt x="5791542" y="138418"/>
                </a:lnTo>
                <a:lnTo>
                  <a:pt x="5791010" y="137921"/>
                </a:lnTo>
                <a:lnTo>
                  <a:pt x="5790491" y="137409"/>
                </a:lnTo>
                <a:lnTo>
                  <a:pt x="5789985" y="136883"/>
                </a:lnTo>
                <a:lnTo>
                  <a:pt x="5789491" y="136343"/>
                </a:lnTo>
                <a:lnTo>
                  <a:pt x="5789011" y="135788"/>
                </a:lnTo>
                <a:lnTo>
                  <a:pt x="5788543" y="135219"/>
                </a:lnTo>
                <a:lnTo>
                  <a:pt x="5788089" y="134635"/>
                </a:lnTo>
                <a:lnTo>
                  <a:pt x="5787647" y="134037"/>
                </a:lnTo>
                <a:lnTo>
                  <a:pt x="5787218" y="133424"/>
                </a:lnTo>
                <a:lnTo>
                  <a:pt x="5786802" y="132797"/>
                </a:lnTo>
                <a:lnTo>
                  <a:pt x="5786399" y="132156"/>
                </a:lnTo>
                <a:lnTo>
                  <a:pt x="5786008" y="131500"/>
                </a:lnTo>
                <a:lnTo>
                  <a:pt x="5785631" y="130830"/>
                </a:lnTo>
                <a:lnTo>
                  <a:pt x="5785266" y="130145"/>
                </a:lnTo>
                <a:lnTo>
                  <a:pt x="5784915" y="129446"/>
                </a:lnTo>
                <a:lnTo>
                  <a:pt x="5784576" y="128733"/>
                </a:lnTo>
                <a:lnTo>
                  <a:pt x="5784250" y="128005"/>
                </a:lnTo>
                <a:lnTo>
                  <a:pt x="5783937" y="127262"/>
                </a:lnTo>
                <a:lnTo>
                  <a:pt x="5783636" y="126506"/>
                </a:lnTo>
                <a:lnTo>
                  <a:pt x="5783349" y="125734"/>
                </a:lnTo>
                <a:lnTo>
                  <a:pt x="5783074" y="124949"/>
                </a:lnTo>
                <a:lnTo>
                  <a:pt x="5782813" y="124149"/>
                </a:lnTo>
                <a:lnTo>
                  <a:pt x="5782564" y="123334"/>
                </a:lnTo>
                <a:lnTo>
                  <a:pt x="5782327" y="122508"/>
                </a:lnTo>
                <a:lnTo>
                  <a:pt x="5782100" y="121672"/>
                </a:lnTo>
                <a:lnTo>
                  <a:pt x="5781883" y="120826"/>
                </a:lnTo>
                <a:lnTo>
                  <a:pt x="5781676" y="119971"/>
                </a:lnTo>
                <a:lnTo>
                  <a:pt x="5781479" y="119107"/>
                </a:lnTo>
                <a:lnTo>
                  <a:pt x="5781292" y="118233"/>
                </a:lnTo>
                <a:lnTo>
                  <a:pt x="5781115" y="117349"/>
                </a:lnTo>
                <a:lnTo>
                  <a:pt x="5780949" y="116456"/>
                </a:lnTo>
                <a:lnTo>
                  <a:pt x="5780792" y="115554"/>
                </a:lnTo>
                <a:lnTo>
                  <a:pt x="5780646" y="114642"/>
                </a:lnTo>
                <a:lnTo>
                  <a:pt x="5780509" y="113721"/>
                </a:lnTo>
                <a:lnTo>
                  <a:pt x="5780383" y="112790"/>
                </a:lnTo>
                <a:lnTo>
                  <a:pt x="5780267" y="111849"/>
                </a:lnTo>
                <a:lnTo>
                  <a:pt x="5780161" y="110900"/>
                </a:lnTo>
                <a:lnTo>
                  <a:pt x="5780065" y="109940"/>
                </a:lnTo>
                <a:lnTo>
                  <a:pt x="5779979" y="108971"/>
                </a:lnTo>
                <a:lnTo>
                  <a:pt x="5779903" y="107993"/>
                </a:lnTo>
                <a:lnTo>
                  <a:pt x="5779838" y="107005"/>
                </a:lnTo>
                <a:lnTo>
                  <a:pt x="5779782" y="106008"/>
                </a:lnTo>
                <a:lnTo>
                  <a:pt x="5779737" y="105001"/>
                </a:lnTo>
                <a:lnTo>
                  <a:pt x="5779701" y="103985"/>
                </a:lnTo>
                <a:lnTo>
                  <a:pt x="5779676" y="102959"/>
                </a:lnTo>
                <a:lnTo>
                  <a:pt x="5779661" y="101924"/>
                </a:lnTo>
                <a:lnTo>
                  <a:pt x="5779656" y="100879"/>
                </a:lnTo>
                <a:lnTo>
                  <a:pt x="5779661" y="99815"/>
                </a:lnTo>
                <a:lnTo>
                  <a:pt x="5779676" y="98760"/>
                </a:lnTo>
                <a:lnTo>
                  <a:pt x="5779701" y="97716"/>
                </a:lnTo>
                <a:lnTo>
                  <a:pt x="5779737" y="96682"/>
                </a:lnTo>
                <a:lnTo>
                  <a:pt x="5779782" y="95657"/>
                </a:lnTo>
                <a:lnTo>
                  <a:pt x="5779838" y="94642"/>
                </a:lnTo>
                <a:lnTo>
                  <a:pt x="5779903" y="93638"/>
                </a:lnTo>
                <a:lnTo>
                  <a:pt x="5779979" y="92643"/>
                </a:lnTo>
                <a:lnTo>
                  <a:pt x="5780065" y="91658"/>
                </a:lnTo>
                <a:lnTo>
                  <a:pt x="5780161" y="90683"/>
                </a:lnTo>
                <a:lnTo>
                  <a:pt x="5780267" y="89717"/>
                </a:lnTo>
                <a:lnTo>
                  <a:pt x="5780383" y="88762"/>
                </a:lnTo>
                <a:lnTo>
                  <a:pt x="5780509" y="87817"/>
                </a:lnTo>
                <a:lnTo>
                  <a:pt x="5780646" y="86881"/>
                </a:lnTo>
                <a:lnTo>
                  <a:pt x="5780792" y="85956"/>
                </a:lnTo>
                <a:lnTo>
                  <a:pt x="5780949" y="85040"/>
                </a:lnTo>
                <a:lnTo>
                  <a:pt x="5781115" y="84134"/>
                </a:lnTo>
                <a:lnTo>
                  <a:pt x="5781292" y="83238"/>
                </a:lnTo>
                <a:lnTo>
                  <a:pt x="5781479" y="82352"/>
                </a:lnTo>
                <a:lnTo>
                  <a:pt x="5781676" y="81476"/>
                </a:lnTo>
                <a:lnTo>
                  <a:pt x="5781883" y="80610"/>
                </a:lnTo>
                <a:lnTo>
                  <a:pt x="5782100" y="79754"/>
                </a:lnTo>
                <a:lnTo>
                  <a:pt x="5782327" y="78907"/>
                </a:lnTo>
                <a:lnTo>
                  <a:pt x="5782564" y="78071"/>
                </a:lnTo>
                <a:lnTo>
                  <a:pt x="5782813" y="77246"/>
                </a:lnTo>
                <a:lnTo>
                  <a:pt x="5783074" y="76437"/>
                </a:lnTo>
                <a:lnTo>
                  <a:pt x="5783349" y="75641"/>
                </a:lnTo>
                <a:lnTo>
                  <a:pt x="5783636" y="74861"/>
                </a:lnTo>
                <a:lnTo>
                  <a:pt x="5783937" y="74095"/>
                </a:lnTo>
                <a:lnTo>
                  <a:pt x="5784250" y="73344"/>
                </a:lnTo>
                <a:lnTo>
                  <a:pt x="5784576" y="72607"/>
                </a:lnTo>
                <a:lnTo>
                  <a:pt x="5784915" y="71885"/>
                </a:lnTo>
                <a:lnTo>
                  <a:pt x="5785266" y="71178"/>
                </a:lnTo>
                <a:lnTo>
                  <a:pt x="5785631" y="70485"/>
                </a:lnTo>
                <a:lnTo>
                  <a:pt x="5786008" y="69807"/>
                </a:lnTo>
                <a:lnTo>
                  <a:pt x="5786399" y="69144"/>
                </a:lnTo>
                <a:lnTo>
                  <a:pt x="5786802" y="68495"/>
                </a:lnTo>
                <a:lnTo>
                  <a:pt x="5787218" y="67861"/>
                </a:lnTo>
                <a:lnTo>
                  <a:pt x="5787647" y="67242"/>
                </a:lnTo>
                <a:lnTo>
                  <a:pt x="5788089" y="66637"/>
                </a:lnTo>
                <a:lnTo>
                  <a:pt x="5788543" y="66047"/>
                </a:lnTo>
                <a:lnTo>
                  <a:pt x="5789011" y="65471"/>
                </a:lnTo>
                <a:lnTo>
                  <a:pt x="5789491" y="64911"/>
                </a:lnTo>
                <a:lnTo>
                  <a:pt x="5789985" y="64364"/>
                </a:lnTo>
                <a:lnTo>
                  <a:pt x="5790491" y="63833"/>
                </a:lnTo>
                <a:lnTo>
                  <a:pt x="5791010" y="63316"/>
                </a:lnTo>
                <a:lnTo>
                  <a:pt x="5791542" y="62814"/>
                </a:lnTo>
                <a:lnTo>
                  <a:pt x="5792086" y="62326"/>
                </a:lnTo>
                <a:lnTo>
                  <a:pt x="5792645" y="61856"/>
                </a:lnTo>
                <a:lnTo>
                  <a:pt x="5793218" y="61406"/>
                </a:lnTo>
                <a:lnTo>
                  <a:pt x="5793806" y="60976"/>
                </a:lnTo>
                <a:lnTo>
                  <a:pt x="5794408" y="60566"/>
                </a:lnTo>
                <a:lnTo>
                  <a:pt x="5795025" y="60175"/>
                </a:lnTo>
                <a:lnTo>
                  <a:pt x="5795657" y="59805"/>
                </a:lnTo>
                <a:lnTo>
                  <a:pt x="5796304" y="59455"/>
                </a:lnTo>
                <a:lnTo>
                  <a:pt x="5796965" y="59125"/>
                </a:lnTo>
                <a:lnTo>
                  <a:pt x="5797640" y="58815"/>
                </a:lnTo>
                <a:lnTo>
                  <a:pt x="5798331" y="58525"/>
                </a:lnTo>
                <a:lnTo>
                  <a:pt x="5799036" y="58254"/>
                </a:lnTo>
                <a:lnTo>
                  <a:pt x="5799756" y="58004"/>
                </a:lnTo>
                <a:lnTo>
                  <a:pt x="5800490" y="57774"/>
                </a:lnTo>
                <a:lnTo>
                  <a:pt x="5801239" y="57564"/>
                </a:lnTo>
                <a:lnTo>
                  <a:pt x="5802003" y="57374"/>
                </a:lnTo>
                <a:lnTo>
                  <a:pt x="5802781" y="57204"/>
                </a:lnTo>
                <a:lnTo>
                  <a:pt x="5803574" y="57054"/>
                </a:lnTo>
                <a:lnTo>
                  <a:pt x="5804381" y="56924"/>
                </a:lnTo>
                <a:lnTo>
                  <a:pt x="5805204" y="56814"/>
                </a:lnTo>
                <a:lnTo>
                  <a:pt x="5806040" y="56724"/>
                </a:lnTo>
                <a:lnTo>
                  <a:pt x="5806892" y="56654"/>
                </a:lnTo>
                <a:lnTo>
                  <a:pt x="5807758" y="56604"/>
                </a:lnTo>
                <a:lnTo>
                  <a:pt x="5808639" y="56574"/>
                </a:lnTo>
                <a:lnTo>
                  <a:pt x="5809534" y="56564"/>
                </a:lnTo>
                <a:lnTo>
                  <a:pt x="5810486" y="56574"/>
                </a:lnTo>
                <a:lnTo>
                  <a:pt x="5811421" y="56604"/>
                </a:lnTo>
                <a:lnTo>
                  <a:pt x="5812340" y="56654"/>
                </a:lnTo>
                <a:lnTo>
                  <a:pt x="5813242" y="56724"/>
                </a:lnTo>
                <a:lnTo>
                  <a:pt x="5814128" y="56814"/>
                </a:lnTo>
                <a:lnTo>
                  <a:pt x="5814998" y="56924"/>
                </a:lnTo>
                <a:lnTo>
                  <a:pt x="5815851" y="57054"/>
                </a:lnTo>
                <a:lnTo>
                  <a:pt x="5816687" y="57204"/>
                </a:lnTo>
                <a:lnTo>
                  <a:pt x="5817507" y="57374"/>
                </a:lnTo>
                <a:lnTo>
                  <a:pt x="5818311" y="57564"/>
                </a:lnTo>
                <a:lnTo>
                  <a:pt x="5819098" y="57774"/>
                </a:lnTo>
                <a:lnTo>
                  <a:pt x="5819869" y="58004"/>
                </a:lnTo>
                <a:lnTo>
                  <a:pt x="5820624" y="58254"/>
                </a:lnTo>
                <a:lnTo>
                  <a:pt x="5821362" y="58525"/>
                </a:lnTo>
                <a:lnTo>
                  <a:pt x="5822083" y="58815"/>
                </a:lnTo>
                <a:lnTo>
                  <a:pt x="5822788" y="59125"/>
                </a:lnTo>
                <a:lnTo>
                  <a:pt x="5823477" y="59455"/>
                </a:lnTo>
                <a:lnTo>
                  <a:pt x="5824149" y="59805"/>
                </a:lnTo>
                <a:lnTo>
                  <a:pt x="5824805" y="60175"/>
                </a:lnTo>
                <a:lnTo>
                  <a:pt x="5825445" y="60566"/>
                </a:lnTo>
                <a:lnTo>
                  <a:pt x="5826068" y="60976"/>
                </a:lnTo>
                <a:lnTo>
                  <a:pt x="5826674" y="61406"/>
                </a:lnTo>
                <a:lnTo>
                  <a:pt x="5827264" y="61856"/>
                </a:lnTo>
                <a:lnTo>
                  <a:pt x="5827838" y="62326"/>
                </a:lnTo>
                <a:lnTo>
                  <a:pt x="5828397" y="62814"/>
                </a:lnTo>
                <a:lnTo>
                  <a:pt x="5828943" y="63316"/>
                </a:lnTo>
                <a:lnTo>
                  <a:pt x="5829475" y="63833"/>
                </a:lnTo>
                <a:lnTo>
                  <a:pt x="5829995" y="64364"/>
                </a:lnTo>
                <a:lnTo>
                  <a:pt x="5830502" y="64911"/>
                </a:lnTo>
                <a:lnTo>
                  <a:pt x="5830995" y="65471"/>
                </a:lnTo>
                <a:lnTo>
                  <a:pt x="5831476" y="66047"/>
                </a:lnTo>
                <a:lnTo>
                  <a:pt x="5831943" y="66637"/>
                </a:lnTo>
                <a:lnTo>
                  <a:pt x="5832398" y="67242"/>
                </a:lnTo>
                <a:lnTo>
                  <a:pt x="5832839" y="67861"/>
                </a:lnTo>
                <a:lnTo>
                  <a:pt x="5833267" y="68495"/>
                </a:lnTo>
                <a:lnTo>
                  <a:pt x="5833682" y="69144"/>
                </a:lnTo>
                <a:lnTo>
                  <a:pt x="5834085" y="69807"/>
                </a:lnTo>
                <a:lnTo>
                  <a:pt x="5834474" y="70485"/>
                </a:lnTo>
                <a:lnTo>
                  <a:pt x="5834850" y="71178"/>
                </a:lnTo>
                <a:lnTo>
                  <a:pt x="5835212" y="71885"/>
                </a:lnTo>
                <a:lnTo>
                  <a:pt x="5835562" y="72607"/>
                </a:lnTo>
                <a:lnTo>
                  <a:pt x="5835899" y="73344"/>
                </a:lnTo>
                <a:lnTo>
                  <a:pt x="5836223" y="74095"/>
                </a:lnTo>
                <a:lnTo>
                  <a:pt x="5836533" y="74861"/>
                </a:lnTo>
                <a:lnTo>
                  <a:pt x="5836831" y="75641"/>
                </a:lnTo>
                <a:lnTo>
                  <a:pt x="5837115" y="76437"/>
                </a:lnTo>
                <a:lnTo>
                  <a:pt x="5837387" y="77246"/>
                </a:lnTo>
                <a:lnTo>
                  <a:pt x="5837645" y="78071"/>
                </a:lnTo>
                <a:lnTo>
                  <a:pt x="5837892" y="78907"/>
                </a:lnTo>
                <a:lnTo>
                  <a:pt x="5838128" y="79753"/>
                </a:lnTo>
                <a:lnTo>
                  <a:pt x="5838354" y="80608"/>
                </a:lnTo>
                <a:lnTo>
                  <a:pt x="5838569" y="81473"/>
                </a:lnTo>
                <a:lnTo>
                  <a:pt x="5838773" y="82347"/>
                </a:lnTo>
                <a:lnTo>
                  <a:pt x="5838967" y="83231"/>
                </a:lnTo>
                <a:lnTo>
                  <a:pt x="5839151" y="84124"/>
                </a:lnTo>
                <a:lnTo>
                  <a:pt x="5839324" y="85027"/>
                </a:lnTo>
                <a:lnTo>
                  <a:pt x="5839487" y="85939"/>
                </a:lnTo>
                <a:lnTo>
                  <a:pt x="5839639" y="86861"/>
                </a:lnTo>
                <a:lnTo>
                  <a:pt x="5839781" y="87792"/>
                </a:lnTo>
                <a:lnTo>
                  <a:pt x="5839912" y="88733"/>
                </a:lnTo>
                <a:lnTo>
                  <a:pt x="5840032" y="89683"/>
                </a:lnTo>
                <a:lnTo>
                  <a:pt x="5840143" y="90643"/>
                </a:lnTo>
                <a:lnTo>
                  <a:pt x="5840242" y="91612"/>
                </a:lnTo>
                <a:lnTo>
                  <a:pt x="5840332" y="92590"/>
                </a:lnTo>
                <a:lnTo>
                  <a:pt x="5840410" y="93579"/>
                </a:lnTo>
                <a:lnTo>
                  <a:pt x="5840478" y="94576"/>
                </a:lnTo>
                <a:lnTo>
                  <a:pt x="5840536" y="95583"/>
                </a:lnTo>
                <a:lnTo>
                  <a:pt x="5840583" y="96600"/>
                </a:lnTo>
                <a:lnTo>
                  <a:pt x="5840620" y="97626"/>
                </a:lnTo>
                <a:lnTo>
                  <a:pt x="5840646" y="98662"/>
                </a:lnTo>
                <a:lnTo>
                  <a:pt x="5840662" y="99707"/>
                </a:lnTo>
                <a:lnTo>
                  <a:pt x="5840667" y="100761"/>
                </a:lnTo>
                <a:lnTo>
                  <a:pt x="5840662" y="101816"/>
                </a:lnTo>
                <a:lnTo>
                  <a:pt x="5840646" y="102860"/>
                </a:lnTo>
                <a:lnTo>
                  <a:pt x="5840620" y="103895"/>
                </a:lnTo>
                <a:lnTo>
                  <a:pt x="5840583" y="104919"/>
                </a:lnTo>
                <a:lnTo>
                  <a:pt x="5840536" y="105934"/>
                </a:lnTo>
                <a:lnTo>
                  <a:pt x="5840478" y="106939"/>
                </a:lnTo>
                <a:lnTo>
                  <a:pt x="5840410" y="107934"/>
                </a:lnTo>
                <a:lnTo>
                  <a:pt x="5840332" y="108919"/>
                </a:lnTo>
                <a:lnTo>
                  <a:pt x="5840242" y="109894"/>
                </a:lnTo>
                <a:lnTo>
                  <a:pt x="5840143" y="110860"/>
                </a:lnTo>
                <a:lnTo>
                  <a:pt x="5840032" y="111815"/>
                </a:lnTo>
                <a:lnTo>
                  <a:pt x="5839912" y="112760"/>
                </a:lnTo>
                <a:lnTo>
                  <a:pt x="5839781" y="113696"/>
                </a:lnTo>
                <a:lnTo>
                  <a:pt x="5839639" y="114622"/>
                </a:lnTo>
                <a:lnTo>
                  <a:pt x="5839487" y="115537"/>
                </a:lnTo>
                <a:lnTo>
                  <a:pt x="5839324" y="116443"/>
                </a:lnTo>
                <a:lnTo>
                  <a:pt x="5839151" y="117339"/>
                </a:lnTo>
                <a:lnTo>
                  <a:pt x="5838967" y="118225"/>
                </a:lnTo>
                <a:lnTo>
                  <a:pt x="5838773" y="119102"/>
                </a:lnTo>
                <a:lnTo>
                  <a:pt x="5838569" y="119968"/>
                </a:lnTo>
                <a:lnTo>
                  <a:pt x="5838354" y="120824"/>
                </a:lnTo>
                <a:lnTo>
                  <a:pt x="5838128" y="121671"/>
                </a:lnTo>
                <a:lnTo>
                  <a:pt x="5837892" y="122507"/>
                </a:lnTo>
                <a:lnTo>
                  <a:pt x="5837645" y="123334"/>
                </a:lnTo>
                <a:lnTo>
                  <a:pt x="5837387" y="124149"/>
                </a:lnTo>
                <a:lnTo>
                  <a:pt x="5837115" y="124949"/>
                </a:lnTo>
                <a:lnTo>
                  <a:pt x="5836831" y="125734"/>
                </a:lnTo>
                <a:lnTo>
                  <a:pt x="5836533" y="126506"/>
                </a:lnTo>
                <a:lnTo>
                  <a:pt x="5836223" y="127262"/>
                </a:lnTo>
                <a:lnTo>
                  <a:pt x="5835899" y="128005"/>
                </a:lnTo>
                <a:lnTo>
                  <a:pt x="5835562" y="128733"/>
                </a:lnTo>
                <a:lnTo>
                  <a:pt x="5835212" y="129446"/>
                </a:lnTo>
                <a:lnTo>
                  <a:pt x="5834850" y="130145"/>
                </a:lnTo>
                <a:lnTo>
                  <a:pt x="5834474" y="130830"/>
                </a:lnTo>
                <a:lnTo>
                  <a:pt x="5834085" y="131500"/>
                </a:lnTo>
                <a:lnTo>
                  <a:pt x="5833682" y="132156"/>
                </a:lnTo>
                <a:lnTo>
                  <a:pt x="5833267" y="132797"/>
                </a:lnTo>
                <a:lnTo>
                  <a:pt x="5832839" y="133424"/>
                </a:lnTo>
                <a:lnTo>
                  <a:pt x="5832398" y="134037"/>
                </a:lnTo>
                <a:lnTo>
                  <a:pt x="5831943" y="134635"/>
                </a:lnTo>
                <a:lnTo>
                  <a:pt x="5831476" y="135219"/>
                </a:lnTo>
                <a:lnTo>
                  <a:pt x="5830995" y="135788"/>
                </a:lnTo>
                <a:lnTo>
                  <a:pt x="5830502" y="136343"/>
                </a:lnTo>
                <a:lnTo>
                  <a:pt x="5829995" y="136883"/>
                </a:lnTo>
                <a:lnTo>
                  <a:pt x="5829475" y="137409"/>
                </a:lnTo>
                <a:lnTo>
                  <a:pt x="5828943" y="137921"/>
                </a:lnTo>
                <a:lnTo>
                  <a:pt x="5828397" y="138418"/>
                </a:lnTo>
                <a:lnTo>
                  <a:pt x="5827838" y="138900"/>
                </a:lnTo>
                <a:lnTo>
                  <a:pt x="5827264" y="139366"/>
                </a:lnTo>
                <a:lnTo>
                  <a:pt x="5826674" y="139811"/>
                </a:lnTo>
                <a:lnTo>
                  <a:pt x="5826068" y="140237"/>
                </a:lnTo>
                <a:lnTo>
                  <a:pt x="5825445" y="140643"/>
                </a:lnTo>
                <a:lnTo>
                  <a:pt x="5824805" y="141029"/>
                </a:lnTo>
                <a:lnTo>
                  <a:pt x="5824149" y="141395"/>
                </a:lnTo>
                <a:lnTo>
                  <a:pt x="5823477" y="141742"/>
                </a:lnTo>
                <a:lnTo>
                  <a:pt x="5822788" y="142068"/>
                </a:lnTo>
                <a:lnTo>
                  <a:pt x="5822083" y="142375"/>
                </a:lnTo>
                <a:lnTo>
                  <a:pt x="5821362" y="142662"/>
                </a:lnTo>
                <a:lnTo>
                  <a:pt x="5820624" y="142929"/>
                </a:lnTo>
                <a:lnTo>
                  <a:pt x="5819869" y="143177"/>
                </a:lnTo>
                <a:lnTo>
                  <a:pt x="5819098" y="143405"/>
                </a:lnTo>
                <a:lnTo>
                  <a:pt x="5818311" y="143613"/>
                </a:lnTo>
                <a:lnTo>
                  <a:pt x="5817507" y="143801"/>
                </a:lnTo>
                <a:lnTo>
                  <a:pt x="5816687" y="143969"/>
                </a:lnTo>
                <a:lnTo>
                  <a:pt x="5815851" y="144117"/>
                </a:lnTo>
                <a:lnTo>
                  <a:pt x="5814998" y="144246"/>
                </a:lnTo>
                <a:lnTo>
                  <a:pt x="5814128" y="144355"/>
                </a:lnTo>
                <a:lnTo>
                  <a:pt x="5813242" y="144444"/>
                </a:lnTo>
                <a:lnTo>
                  <a:pt x="5812340" y="144513"/>
                </a:lnTo>
                <a:lnTo>
                  <a:pt x="5811421" y="144563"/>
                </a:lnTo>
                <a:lnTo>
                  <a:pt x="5810486" y="144593"/>
                </a:lnTo>
                <a:lnTo>
                  <a:pt x="5809534" y="144602"/>
                </a:lnTo>
                <a:lnTo>
                  <a:pt x="5808639" y="144593"/>
                </a:lnTo>
                <a:lnTo>
                  <a:pt x="5807758" y="144563"/>
                </a:lnTo>
                <a:lnTo>
                  <a:pt x="5806892" y="144513"/>
                </a:lnTo>
                <a:lnTo>
                  <a:pt x="5806040" y="144444"/>
                </a:lnTo>
                <a:lnTo>
                  <a:pt x="5805204" y="144355"/>
                </a:lnTo>
                <a:lnTo>
                  <a:pt x="5804381" y="144246"/>
                </a:lnTo>
                <a:lnTo>
                  <a:pt x="5803574" y="144117"/>
                </a:lnTo>
                <a:close/>
                <a:moveTo>
                  <a:pt x="5586669" y="159489"/>
                </a:moveTo>
                <a:lnTo>
                  <a:pt x="5587414" y="159438"/>
                </a:lnTo>
                <a:lnTo>
                  <a:pt x="5588155" y="159381"/>
                </a:lnTo>
                <a:lnTo>
                  <a:pt x="5588891" y="159316"/>
                </a:lnTo>
                <a:lnTo>
                  <a:pt x="5589622" y="159245"/>
                </a:lnTo>
                <a:lnTo>
                  <a:pt x="5590349" y="159167"/>
                </a:lnTo>
                <a:lnTo>
                  <a:pt x="5591071" y="159082"/>
                </a:lnTo>
                <a:lnTo>
                  <a:pt x="5591789" y="158990"/>
                </a:lnTo>
                <a:lnTo>
                  <a:pt x="5592502" y="158891"/>
                </a:lnTo>
                <a:lnTo>
                  <a:pt x="5593211" y="158786"/>
                </a:lnTo>
                <a:lnTo>
                  <a:pt x="5593915" y="158674"/>
                </a:lnTo>
                <a:lnTo>
                  <a:pt x="5594615" y="158555"/>
                </a:lnTo>
                <a:lnTo>
                  <a:pt x="5595310" y="158429"/>
                </a:lnTo>
                <a:lnTo>
                  <a:pt x="5596000" y="158297"/>
                </a:lnTo>
                <a:lnTo>
                  <a:pt x="5596686" y="158158"/>
                </a:lnTo>
                <a:lnTo>
                  <a:pt x="5597368" y="158012"/>
                </a:lnTo>
                <a:lnTo>
                  <a:pt x="5598044" y="157859"/>
                </a:lnTo>
                <a:lnTo>
                  <a:pt x="5598717" y="157699"/>
                </a:lnTo>
                <a:lnTo>
                  <a:pt x="5599383" y="157533"/>
                </a:lnTo>
                <a:lnTo>
                  <a:pt x="5600042" y="157359"/>
                </a:lnTo>
                <a:lnTo>
                  <a:pt x="5600695" y="157178"/>
                </a:lnTo>
                <a:lnTo>
                  <a:pt x="5601340" y="156989"/>
                </a:lnTo>
                <a:lnTo>
                  <a:pt x="5601977" y="156793"/>
                </a:lnTo>
                <a:lnTo>
                  <a:pt x="5602608" y="156589"/>
                </a:lnTo>
                <a:lnTo>
                  <a:pt x="5603232" y="156378"/>
                </a:lnTo>
                <a:lnTo>
                  <a:pt x="5603848" y="156160"/>
                </a:lnTo>
                <a:lnTo>
                  <a:pt x="5604458" y="155934"/>
                </a:lnTo>
                <a:lnTo>
                  <a:pt x="5605060" y="155701"/>
                </a:lnTo>
                <a:lnTo>
                  <a:pt x="5605655" y="155461"/>
                </a:lnTo>
                <a:lnTo>
                  <a:pt x="5606243" y="155213"/>
                </a:lnTo>
                <a:lnTo>
                  <a:pt x="5606824" y="154957"/>
                </a:lnTo>
                <a:lnTo>
                  <a:pt x="5607398" y="154694"/>
                </a:lnTo>
                <a:lnTo>
                  <a:pt x="5607965" y="154424"/>
                </a:lnTo>
                <a:lnTo>
                  <a:pt x="5608524" y="154147"/>
                </a:lnTo>
                <a:lnTo>
                  <a:pt x="5609076" y="153861"/>
                </a:lnTo>
                <a:lnTo>
                  <a:pt x="5609622" y="153569"/>
                </a:lnTo>
                <a:lnTo>
                  <a:pt x="5610160" y="153269"/>
                </a:lnTo>
                <a:lnTo>
                  <a:pt x="5610691" y="152962"/>
                </a:lnTo>
                <a:lnTo>
                  <a:pt x="5611215" y="152647"/>
                </a:lnTo>
                <a:lnTo>
                  <a:pt x="5611731" y="152325"/>
                </a:lnTo>
                <a:lnTo>
                  <a:pt x="5612241" y="151996"/>
                </a:lnTo>
                <a:lnTo>
                  <a:pt x="5612744" y="151659"/>
                </a:lnTo>
                <a:lnTo>
                  <a:pt x="5613238" y="151314"/>
                </a:lnTo>
                <a:lnTo>
                  <a:pt x="5613723" y="150961"/>
                </a:lnTo>
                <a:lnTo>
                  <a:pt x="5614198" y="150601"/>
                </a:lnTo>
                <a:lnTo>
                  <a:pt x="5614665" y="150232"/>
                </a:lnTo>
                <a:lnTo>
                  <a:pt x="5615122" y="149855"/>
                </a:lnTo>
                <a:lnTo>
                  <a:pt x="5615570" y="149471"/>
                </a:lnTo>
                <a:lnTo>
                  <a:pt x="5616008" y="149078"/>
                </a:lnTo>
                <a:lnTo>
                  <a:pt x="5616437" y="148677"/>
                </a:lnTo>
                <a:lnTo>
                  <a:pt x="5616857" y="148268"/>
                </a:lnTo>
                <a:lnTo>
                  <a:pt x="5617268" y="147851"/>
                </a:lnTo>
                <a:lnTo>
                  <a:pt x="5617669" y="147427"/>
                </a:lnTo>
                <a:lnTo>
                  <a:pt x="5618061" y="146994"/>
                </a:lnTo>
                <a:lnTo>
                  <a:pt x="5618443" y="146553"/>
                </a:lnTo>
                <a:lnTo>
                  <a:pt x="5618817" y="146104"/>
                </a:lnTo>
                <a:lnTo>
                  <a:pt x="5619181" y="145647"/>
                </a:lnTo>
                <a:lnTo>
                  <a:pt x="5619535" y="145182"/>
                </a:lnTo>
                <a:lnTo>
                  <a:pt x="5619881" y="144709"/>
                </a:lnTo>
                <a:lnTo>
                  <a:pt x="5620217" y="144228"/>
                </a:lnTo>
                <a:lnTo>
                  <a:pt x="5620543" y="143739"/>
                </a:lnTo>
                <a:lnTo>
                  <a:pt x="5620861" y="143242"/>
                </a:lnTo>
                <a:lnTo>
                  <a:pt x="5621169" y="142737"/>
                </a:lnTo>
                <a:lnTo>
                  <a:pt x="5621468" y="142224"/>
                </a:lnTo>
                <a:lnTo>
                  <a:pt x="5621758" y="141703"/>
                </a:lnTo>
                <a:lnTo>
                  <a:pt x="5622038" y="141174"/>
                </a:lnTo>
                <a:lnTo>
                  <a:pt x="5622308" y="140637"/>
                </a:lnTo>
                <a:lnTo>
                  <a:pt x="5622566" y="140091"/>
                </a:lnTo>
                <a:lnTo>
                  <a:pt x="5622813" y="139537"/>
                </a:lnTo>
                <a:lnTo>
                  <a:pt x="5623048" y="138975"/>
                </a:lnTo>
                <a:lnTo>
                  <a:pt x="5623272" y="138405"/>
                </a:lnTo>
                <a:lnTo>
                  <a:pt x="5623485" y="137826"/>
                </a:lnTo>
                <a:lnTo>
                  <a:pt x="5623686" y="137239"/>
                </a:lnTo>
                <a:lnTo>
                  <a:pt x="5623875" y="136644"/>
                </a:lnTo>
                <a:lnTo>
                  <a:pt x="5624053" y="136041"/>
                </a:lnTo>
                <a:lnTo>
                  <a:pt x="5624220" y="135430"/>
                </a:lnTo>
                <a:lnTo>
                  <a:pt x="5624375" y="134810"/>
                </a:lnTo>
                <a:lnTo>
                  <a:pt x="5624518" y="134182"/>
                </a:lnTo>
                <a:lnTo>
                  <a:pt x="5624650" y="133546"/>
                </a:lnTo>
                <a:lnTo>
                  <a:pt x="5624771" y="132902"/>
                </a:lnTo>
                <a:lnTo>
                  <a:pt x="5624880" y="132249"/>
                </a:lnTo>
                <a:lnTo>
                  <a:pt x="5624977" y="131588"/>
                </a:lnTo>
                <a:lnTo>
                  <a:pt x="5625064" y="130919"/>
                </a:lnTo>
                <a:lnTo>
                  <a:pt x="5625138" y="130242"/>
                </a:lnTo>
                <a:lnTo>
                  <a:pt x="5625201" y="129557"/>
                </a:lnTo>
                <a:lnTo>
                  <a:pt x="5625253" y="128863"/>
                </a:lnTo>
                <a:lnTo>
                  <a:pt x="5625293" y="128162"/>
                </a:lnTo>
                <a:lnTo>
                  <a:pt x="5625322" y="127452"/>
                </a:lnTo>
                <a:lnTo>
                  <a:pt x="5625339" y="126733"/>
                </a:lnTo>
                <a:lnTo>
                  <a:pt x="5625345" y="126007"/>
                </a:lnTo>
                <a:lnTo>
                  <a:pt x="5625338" y="125125"/>
                </a:lnTo>
                <a:lnTo>
                  <a:pt x="5625315" y="124257"/>
                </a:lnTo>
                <a:lnTo>
                  <a:pt x="5625278" y="123402"/>
                </a:lnTo>
                <a:lnTo>
                  <a:pt x="5625226" y="122561"/>
                </a:lnTo>
                <a:lnTo>
                  <a:pt x="5625159" y="121734"/>
                </a:lnTo>
                <a:lnTo>
                  <a:pt x="5625078" y="120920"/>
                </a:lnTo>
                <a:lnTo>
                  <a:pt x="5624981" y="120119"/>
                </a:lnTo>
                <a:lnTo>
                  <a:pt x="5624870" y="119333"/>
                </a:lnTo>
                <a:lnTo>
                  <a:pt x="5624744" y="118560"/>
                </a:lnTo>
                <a:lnTo>
                  <a:pt x="5624602" y="117800"/>
                </a:lnTo>
                <a:lnTo>
                  <a:pt x="5624447" y="117054"/>
                </a:lnTo>
                <a:lnTo>
                  <a:pt x="5624276" y="116321"/>
                </a:lnTo>
                <a:lnTo>
                  <a:pt x="5624090" y="115603"/>
                </a:lnTo>
                <a:lnTo>
                  <a:pt x="5623890" y="114897"/>
                </a:lnTo>
                <a:lnTo>
                  <a:pt x="5623674" y="114206"/>
                </a:lnTo>
                <a:lnTo>
                  <a:pt x="5623444" y="113527"/>
                </a:lnTo>
                <a:lnTo>
                  <a:pt x="5623199" y="112863"/>
                </a:lnTo>
                <a:lnTo>
                  <a:pt x="5622939" y="112212"/>
                </a:lnTo>
                <a:lnTo>
                  <a:pt x="5622665" y="111574"/>
                </a:lnTo>
                <a:lnTo>
                  <a:pt x="5622375" y="110951"/>
                </a:lnTo>
                <a:lnTo>
                  <a:pt x="5622071" y="110340"/>
                </a:lnTo>
                <a:lnTo>
                  <a:pt x="5621751" y="109744"/>
                </a:lnTo>
                <a:lnTo>
                  <a:pt x="5621417" y="109160"/>
                </a:lnTo>
                <a:lnTo>
                  <a:pt x="5621068" y="108591"/>
                </a:lnTo>
                <a:lnTo>
                  <a:pt x="5620705" y="108032"/>
                </a:lnTo>
                <a:lnTo>
                  <a:pt x="5620327" y="107482"/>
                </a:lnTo>
                <a:lnTo>
                  <a:pt x="5619935" y="106941"/>
                </a:lnTo>
                <a:lnTo>
                  <a:pt x="5619529" y="106408"/>
                </a:lnTo>
                <a:lnTo>
                  <a:pt x="5619108" y="105884"/>
                </a:lnTo>
                <a:lnTo>
                  <a:pt x="5618674" y="105368"/>
                </a:lnTo>
                <a:lnTo>
                  <a:pt x="5618225" y="104861"/>
                </a:lnTo>
                <a:lnTo>
                  <a:pt x="5617761" y="104363"/>
                </a:lnTo>
                <a:lnTo>
                  <a:pt x="5617284" y="103873"/>
                </a:lnTo>
                <a:lnTo>
                  <a:pt x="5616792" y="103393"/>
                </a:lnTo>
                <a:lnTo>
                  <a:pt x="5616286" y="102920"/>
                </a:lnTo>
                <a:lnTo>
                  <a:pt x="5615766" y="102457"/>
                </a:lnTo>
                <a:lnTo>
                  <a:pt x="5615231" y="102002"/>
                </a:lnTo>
                <a:lnTo>
                  <a:pt x="5614682" y="101555"/>
                </a:lnTo>
                <a:lnTo>
                  <a:pt x="5614119" y="101118"/>
                </a:lnTo>
                <a:lnTo>
                  <a:pt x="5613542" y="100689"/>
                </a:lnTo>
                <a:lnTo>
                  <a:pt x="5612950" y="100268"/>
                </a:lnTo>
                <a:lnTo>
                  <a:pt x="5612344" y="99857"/>
                </a:lnTo>
                <a:lnTo>
                  <a:pt x="5611724" y="99454"/>
                </a:lnTo>
                <a:lnTo>
                  <a:pt x="5611090" y="99059"/>
                </a:lnTo>
                <a:lnTo>
                  <a:pt x="5610441" y="98674"/>
                </a:lnTo>
                <a:lnTo>
                  <a:pt x="5609779" y="98296"/>
                </a:lnTo>
                <a:lnTo>
                  <a:pt x="5609101" y="97928"/>
                </a:lnTo>
                <a:lnTo>
                  <a:pt x="5608410" y="97568"/>
                </a:lnTo>
                <a:lnTo>
                  <a:pt x="5607704" y="97215"/>
                </a:lnTo>
                <a:lnTo>
                  <a:pt x="5606984" y="96865"/>
                </a:lnTo>
                <a:lnTo>
                  <a:pt x="5606250" y="96520"/>
                </a:lnTo>
                <a:lnTo>
                  <a:pt x="5605500" y="96179"/>
                </a:lnTo>
                <a:lnTo>
                  <a:pt x="5604737" y="95842"/>
                </a:lnTo>
                <a:lnTo>
                  <a:pt x="5603959" y="95509"/>
                </a:lnTo>
                <a:lnTo>
                  <a:pt x="5603166" y="95181"/>
                </a:lnTo>
                <a:lnTo>
                  <a:pt x="5602360" y="94856"/>
                </a:lnTo>
                <a:lnTo>
                  <a:pt x="5601538" y="94536"/>
                </a:lnTo>
                <a:lnTo>
                  <a:pt x="5600702" y="94219"/>
                </a:lnTo>
                <a:lnTo>
                  <a:pt x="5599852" y="93907"/>
                </a:lnTo>
                <a:lnTo>
                  <a:pt x="5598987" y="93599"/>
                </a:lnTo>
                <a:lnTo>
                  <a:pt x="5598108" y="93295"/>
                </a:lnTo>
                <a:lnTo>
                  <a:pt x="5597215" y="92995"/>
                </a:lnTo>
                <a:lnTo>
                  <a:pt x="5596307" y="92699"/>
                </a:lnTo>
                <a:lnTo>
                  <a:pt x="5595384" y="92408"/>
                </a:lnTo>
                <a:lnTo>
                  <a:pt x="5594447" y="92120"/>
                </a:lnTo>
                <a:lnTo>
                  <a:pt x="5593496" y="91837"/>
                </a:lnTo>
                <a:lnTo>
                  <a:pt x="5592530" y="91558"/>
                </a:lnTo>
                <a:lnTo>
                  <a:pt x="5591550" y="91283"/>
                </a:lnTo>
                <a:lnTo>
                  <a:pt x="5590555" y="91012"/>
                </a:lnTo>
                <a:lnTo>
                  <a:pt x="5589546" y="90745"/>
                </a:lnTo>
                <a:lnTo>
                  <a:pt x="5588522" y="90482"/>
                </a:lnTo>
                <a:lnTo>
                  <a:pt x="5587484" y="90223"/>
                </a:lnTo>
                <a:lnTo>
                  <a:pt x="5586551" y="89987"/>
                </a:lnTo>
                <a:lnTo>
                  <a:pt x="5585634" y="89751"/>
                </a:lnTo>
                <a:lnTo>
                  <a:pt x="5584733" y="89517"/>
                </a:lnTo>
                <a:lnTo>
                  <a:pt x="5583847" y="89284"/>
                </a:lnTo>
                <a:lnTo>
                  <a:pt x="5582978" y="89051"/>
                </a:lnTo>
                <a:lnTo>
                  <a:pt x="5582124" y="88820"/>
                </a:lnTo>
                <a:lnTo>
                  <a:pt x="5581286" y="88590"/>
                </a:lnTo>
                <a:lnTo>
                  <a:pt x="5580464" y="88360"/>
                </a:lnTo>
                <a:lnTo>
                  <a:pt x="5579658" y="88132"/>
                </a:lnTo>
                <a:lnTo>
                  <a:pt x="5578867" y="87905"/>
                </a:lnTo>
                <a:lnTo>
                  <a:pt x="5578093" y="87679"/>
                </a:lnTo>
                <a:lnTo>
                  <a:pt x="5577334" y="87453"/>
                </a:lnTo>
                <a:lnTo>
                  <a:pt x="5576591" y="87229"/>
                </a:lnTo>
                <a:lnTo>
                  <a:pt x="5575864" y="87006"/>
                </a:lnTo>
                <a:lnTo>
                  <a:pt x="5575153" y="86784"/>
                </a:lnTo>
                <a:lnTo>
                  <a:pt x="5574458" y="86563"/>
                </a:lnTo>
                <a:lnTo>
                  <a:pt x="5573778" y="86343"/>
                </a:lnTo>
                <a:lnTo>
                  <a:pt x="5573115" y="86124"/>
                </a:lnTo>
                <a:lnTo>
                  <a:pt x="5572467" y="85906"/>
                </a:lnTo>
                <a:lnTo>
                  <a:pt x="5571835" y="85689"/>
                </a:lnTo>
                <a:lnTo>
                  <a:pt x="5571219" y="85473"/>
                </a:lnTo>
                <a:lnTo>
                  <a:pt x="5570619" y="85258"/>
                </a:lnTo>
                <a:lnTo>
                  <a:pt x="5570034" y="85044"/>
                </a:lnTo>
                <a:lnTo>
                  <a:pt x="5569465" y="84831"/>
                </a:lnTo>
                <a:lnTo>
                  <a:pt x="5568911" y="84618"/>
                </a:lnTo>
                <a:lnTo>
                  <a:pt x="5568371" y="84402"/>
                </a:lnTo>
                <a:lnTo>
                  <a:pt x="5567844" y="84184"/>
                </a:lnTo>
                <a:lnTo>
                  <a:pt x="5567330" y="83964"/>
                </a:lnTo>
                <a:lnTo>
                  <a:pt x="5566830" y="83741"/>
                </a:lnTo>
                <a:lnTo>
                  <a:pt x="5566344" y="83517"/>
                </a:lnTo>
                <a:lnTo>
                  <a:pt x="5565870" y="83290"/>
                </a:lnTo>
                <a:lnTo>
                  <a:pt x="5565411" y="83061"/>
                </a:lnTo>
                <a:lnTo>
                  <a:pt x="5564964" y="82829"/>
                </a:lnTo>
                <a:lnTo>
                  <a:pt x="5564532" y="82595"/>
                </a:lnTo>
                <a:lnTo>
                  <a:pt x="5564112" y="82359"/>
                </a:lnTo>
                <a:lnTo>
                  <a:pt x="5563706" y="82121"/>
                </a:lnTo>
                <a:lnTo>
                  <a:pt x="5563314" y="81881"/>
                </a:lnTo>
                <a:lnTo>
                  <a:pt x="5562935" y="81638"/>
                </a:lnTo>
                <a:lnTo>
                  <a:pt x="5562570" y="81393"/>
                </a:lnTo>
                <a:lnTo>
                  <a:pt x="5562218" y="81146"/>
                </a:lnTo>
                <a:lnTo>
                  <a:pt x="5561879" y="80896"/>
                </a:lnTo>
                <a:lnTo>
                  <a:pt x="5561554" y="80644"/>
                </a:lnTo>
                <a:lnTo>
                  <a:pt x="5561242" y="80390"/>
                </a:lnTo>
                <a:lnTo>
                  <a:pt x="5560944" y="80134"/>
                </a:lnTo>
                <a:lnTo>
                  <a:pt x="5560659" y="79876"/>
                </a:lnTo>
                <a:lnTo>
                  <a:pt x="5560388" y="79615"/>
                </a:lnTo>
                <a:lnTo>
                  <a:pt x="5560130" y="79352"/>
                </a:lnTo>
                <a:lnTo>
                  <a:pt x="5559886" y="79087"/>
                </a:lnTo>
                <a:lnTo>
                  <a:pt x="5559653" y="78817"/>
                </a:lnTo>
                <a:lnTo>
                  <a:pt x="5559431" y="78543"/>
                </a:lnTo>
                <a:lnTo>
                  <a:pt x="5559218" y="78264"/>
                </a:lnTo>
                <a:lnTo>
                  <a:pt x="5559015" y="77980"/>
                </a:lnTo>
                <a:lnTo>
                  <a:pt x="5558822" y="77691"/>
                </a:lnTo>
                <a:lnTo>
                  <a:pt x="5558639" y="77398"/>
                </a:lnTo>
                <a:lnTo>
                  <a:pt x="5558466" y="77099"/>
                </a:lnTo>
                <a:lnTo>
                  <a:pt x="5558302" y="76795"/>
                </a:lnTo>
                <a:lnTo>
                  <a:pt x="5558149" y="76486"/>
                </a:lnTo>
                <a:lnTo>
                  <a:pt x="5558005" y="76173"/>
                </a:lnTo>
                <a:lnTo>
                  <a:pt x="5557872" y="75854"/>
                </a:lnTo>
                <a:lnTo>
                  <a:pt x="5557748" y="75531"/>
                </a:lnTo>
                <a:lnTo>
                  <a:pt x="5557634" y="75202"/>
                </a:lnTo>
                <a:lnTo>
                  <a:pt x="5557530" y="74869"/>
                </a:lnTo>
                <a:lnTo>
                  <a:pt x="5557436" y="74531"/>
                </a:lnTo>
                <a:lnTo>
                  <a:pt x="5557352" y="74188"/>
                </a:lnTo>
                <a:lnTo>
                  <a:pt x="5557278" y="73839"/>
                </a:lnTo>
                <a:lnTo>
                  <a:pt x="5557213" y="73486"/>
                </a:lnTo>
                <a:lnTo>
                  <a:pt x="5557159" y="73128"/>
                </a:lnTo>
                <a:lnTo>
                  <a:pt x="5557114" y="72765"/>
                </a:lnTo>
                <a:lnTo>
                  <a:pt x="5557080" y="72397"/>
                </a:lnTo>
                <a:lnTo>
                  <a:pt x="5557055" y="72025"/>
                </a:lnTo>
                <a:lnTo>
                  <a:pt x="5557040" y="71647"/>
                </a:lnTo>
                <a:lnTo>
                  <a:pt x="5557035" y="71264"/>
                </a:lnTo>
                <a:lnTo>
                  <a:pt x="5557046" y="70596"/>
                </a:lnTo>
                <a:lnTo>
                  <a:pt x="5557079" y="69943"/>
                </a:lnTo>
                <a:lnTo>
                  <a:pt x="5557135" y="69304"/>
                </a:lnTo>
                <a:lnTo>
                  <a:pt x="5557213" y="68681"/>
                </a:lnTo>
                <a:lnTo>
                  <a:pt x="5557312" y="68073"/>
                </a:lnTo>
                <a:lnTo>
                  <a:pt x="5557434" y="67479"/>
                </a:lnTo>
                <a:lnTo>
                  <a:pt x="5557578" y="66900"/>
                </a:lnTo>
                <a:lnTo>
                  <a:pt x="5557745" y="66337"/>
                </a:lnTo>
                <a:lnTo>
                  <a:pt x="5557933" y="65788"/>
                </a:lnTo>
                <a:lnTo>
                  <a:pt x="5558144" y="65254"/>
                </a:lnTo>
                <a:lnTo>
                  <a:pt x="5558377" y="64735"/>
                </a:lnTo>
                <a:lnTo>
                  <a:pt x="5558632" y="64231"/>
                </a:lnTo>
                <a:lnTo>
                  <a:pt x="5558909" y="63742"/>
                </a:lnTo>
                <a:lnTo>
                  <a:pt x="5559208" y="63268"/>
                </a:lnTo>
                <a:lnTo>
                  <a:pt x="5559530" y="62809"/>
                </a:lnTo>
                <a:lnTo>
                  <a:pt x="5559873" y="62364"/>
                </a:lnTo>
                <a:lnTo>
                  <a:pt x="5560239" y="61935"/>
                </a:lnTo>
                <a:lnTo>
                  <a:pt x="5560627" y="61520"/>
                </a:lnTo>
                <a:lnTo>
                  <a:pt x="5561038" y="61121"/>
                </a:lnTo>
                <a:lnTo>
                  <a:pt x="5561470" y="60736"/>
                </a:lnTo>
                <a:lnTo>
                  <a:pt x="5561925" y="60367"/>
                </a:lnTo>
                <a:lnTo>
                  <a:pt x="5562401" y="60012"/>
                </a:lnTo>
                <a:lnTo>
                  <a:pt x="5562900" y="59672"/>
                </a:lnTo>
                <a:lnTo>
                  <a:pt x="5563421" y="59347"/>
                </a:lnTo>
                <a:lnTo>
                  <a:pt x="5563960" y="59036"/>
                </a:lnTo>
                <a:lnTo>
                  <a:pt x="5564513" y="58739"/>
                </a:lnTo>
                <a:lnTo>
                  <a:pt x="5565078" y="58454"/>
                </a:lnTo>
                <a:lnTo>
                  <a:pt x="5565658" y="58183"/>
                </a:lnTo>
                <a:lnTo>
                  <a:pt x="5566251" y="57925"/>
                </a:lnTo>
                <a:lnTo>
                  <a:pt x="5566857" y="57680"/>
                </a:lnTo>
                <a:lnTo>
                  <a:pt x="5567476" y="57449"/>
                </a:lnTo>
                <a:lnTo>
                  <a:pt x="5568110" y="57231"/>
                </a:lnTo>
                <a:lnTo>
                  <a:pt x="5568756" y="57026"/>
                </a:lnTo>
                <a:lnTo>
                  <a:pt x="5569416" y="56834"/>
                </a:lnTo>
                <a:lnTo>
                  <a:pt x="5570090" y="56655"/>
                </a:lnTo>
                <a:lnTo>
                  <a:pt x="5570777" y="56490"/>
                </a:lnTo>
                <a:lnTo>
                  <a:pt x="5571477" y="56338"/>
                </a:lnTo>
                <a:lnTo>
                  <a:pt x="5572191" y="56199"/>
                </a:lnTo>
                <a:lnTo>
                  <a:pt x="5572919" y="56073"/>
                </a:lnTo>
                <a:lnTo>
                  <a:pt x="5573660" y="55961"/>
                </a:lnTo>
                <a:lnTo>
                  <a:pt x="5574414" y="55861"/>
                </a:lnTo>
                <a:lnTo>
                  <a:pt x="5575182" y="55775"/>
                </a:lnTo>
                <a:lnTo>
                  <a:pt x="5575963" y="55703"/>
                </a:lnTo>
                <a:lnTo>
                  <a:pt x="5576758" y="55643"/>
                </a:lnTo>
                <a:lnTo>
                  <a:pt x="5577566" y="55597"/>
                </a:lnTo>
                <a:lnTo>
                  <a:pt x="5578387" y="55564"/>
                </a:lnTo>
                <a:lnTo>
                  <a:pt x="5579223" y="55544"/>
                </a:lnTo>
                <a:lnTo>
                  <a:pt x="5580071" y="55537"/>
                </a:lnTo>
                <a:lnTo>
                  <a:pt x="5580921" y="55546"/>
                </a:lnTo>
                <a:lnTo>
                  <a:pt x="5581759" y="55573"/>
                </a:lnTo>
                <a:lnTo>
                  <a:pt x="5582586" y="55618"/>
                </a:lnTo>
                <a:lnTo>
                  <a:pt x="5583402" y="55681"/>
                </a:lnTo>
                <a:lnTo>
                  <a:pt x="5584207" y="55761"/>
                </a:lnTo>
                <a:lnTo>
                  <a:pt x="5585000" y="55860"/>
                </a:lnTo>
                <a:lnTo>
                  <a:pt x="5585782" y="55977"/>
                </a:lnTo>
                <a:lnTo>
                  <a:pt x="5586552" y="56111"/>
                </a:lnTo>
                <a:lnTo>
                  <a:pt x="5587312" y="56264"/>
                </a:lnTo>
                <a:lnTo>
                  <a:pt x="5588060" y="56434"/>
                </a:lnTo>
                <a:lnTo>
                  <a:pt x="5588797" y="56622"/>
                </a:lnTo>
                <a:lnTo>
                  <a:pt x="5589522" y="56828"/>
                </a:lnTo>
                <a:lnTo>
                  <a:pt x="5590236" y="57052"/>
                </a:lnTo>
                <a:lnTo>
                  <a:pt x="5590939" y="57295"/>
                </a:lnTo>
                <a:lnTo>
                  <a:pt x="5591631" y="57555"/>
                </a:lnTo>
                <a:lnTo>
                  <a:pt x="5592311" y="57832"/>
                </a:lnTo>
                <a:lnTo>
                  <a:pt x="5592981" y="58128"/>
                </a:lnTo>
                <a:lnTo>
                  <a:pt x="5593638" y="58442"/>
                </a:lnTo>
                <a:lnTo>
                  <a:pt x="5594285" y="58774"/>
                </a:lnTo>
                <a:lnTo>
                  <a:pt x="5594920" y="59123"/>
                </a:lnTo>
                <a:lnTo>
                  <a:pt x="5595544" y="59491"/>
                </a:lnTo>
                <a:lnTo>
                  <a:pt x="5596157" y="59876"/>
                </a:lnTo>
                <a:lnTo>
                  <a:pt x="5596758" y="60280"/>
                </a:lnTo>
                <a:lnTo>
                  <a:pt x="5597348" y="60701"/>
                </a:lnTo>
                <a:lnTo>
                  <a:pt x="5597920" y="61144"/>
                </a:lnTo>
                <a:lnTo>
                  <a:pt x="5598468" y="61611"/>
                </a:lnTo>
                <a:lnTo>
                  <a:pt x="5598992" y="62103"/>
                </a:lnTo>
                <a:lnTo>
                  <a:pt x="5599491" y="62620"/>
                </a:lnTo>
                <a:lnTo>
                  <a:pt x="5599966" y="63161"/>
                </a:lnTo>
                <a:lnTo>
                  <a:pt x="5600417" y="63727"/>
                </a:lnTo>
                <a:lnTo>
                  <a:pt x="5600843" y="64318"/>
                </a:lnTo>
                <a:lnTo>
                  <a:pt x="5601245" y="64933"/>
                </a:lnTo>
                <a:lnTo>
                  <a:pt x="5601622" y="65573"/>
                </a:lnTo>
                <a:lnTo>
                  <a:pt x="5601975" y="66238"/>
                </a:lnTo>
                <a:lnTo>
                  <a:pt x="5602304" y="66928"/>
                </a:lnTo>
                <a:lnTo>
                  <a:pt x="5602608" y="67642"/>
                </a:lnTo>
                <a:lnTo>
                  <a:pt x="5602888" y="68380"/>
                </a:lnTo>
                <a:lnTo>
                  <a:pt x="5603144" y="69144"/>
                </a:lnTo>
                <a:lnTo>
                  <a:pt x="5603375" y="69932"/>
                </a:lnTo>
                <a:lnTo>
                  <a:pt x="5603582" y="70745"/>
                </a:lnTo>
                <a:lnTo>
                  <a:pt x="5603765" y="71582"/>
                </a:lnTo>
                <a:lnTo>
                  <a:pt x="5603923" y="72444"/>
                </a:lnTo>
                <a:lnTo>
                  <a:pt x="5604057" y="73331"/>
                </a:lnTo>
                <a:lnTo>
                  <a:pt x="5604167" y="74242"/>
                </a:lnTo>
                <a:lnTo>
                  <a:pt x="5604252" y="75179"/>
                </a:lnTo>
                <a:lnTo>
                  <a:pt x="5604313" y="76139"/>
                </a:lnTo>
                <a:lnTo>
                  <a:pt x="5604349" y="77125"/>
                </a:lnTo>
                <a:lnTo>
                  <a:pt x="5604362" y="78135"/>
                </a:lnTo>
                <a:lnTo>
                  <a:pt x="5622836" y="78135"/>
                </a:lnTo>
                <a:lnTo>
                  <a:pt x="5622830" y="77330"/>
                </a:lnTo>
                <a:lnTo>
                  <a:pt x="5622813" y="76534"/>
                </a:lnTo>
                <a:lnTo>
                  <a:pt x="5622784" y="75748"/>
                </a:lnTo>
                <a:lnTo>
                  <a:pt x="5622743" y="74971"/>
                </a:lnTo>
                <a:lnTo>
                  <a:pt x="5622690" y="74203"/>
                </a:lnTo>
                <a:lnTo>
                  <a:pt x="5622626" y="73444"/>
                </a:lnTo>
                <a:lnTo>
                  <a:pt x="5622550" y="72695"/>
                </a:lnTo>
                <a:lnTo>
                  <a:pt x="5622462" y="71955"/>
                </a:lnTo>
                <a:lnTo>
                  <a:pt x="5622363" y="71224"/>
                </a:lnTo>
                <a:lnTo>
                  <a:pt x="5622252" y="70502"/>
                </a:lnTo>
                <a:lnTo>
                  <a:pt x="5622129" y="69790"/>
                </a:lnTo>
                <a:lnTo>
                  <a:pt x="5621995" y="69087"/>
                </a:lnTo>
                <a:lnTo>
                  <a:pt x="5621849" y="68393"/>
                </a:lnTo>
                <a:lnTo>
                  <a:pt x="5621691" y="67708"/>
                </a:lnTo>
                <a:lnTo>
                  <a:pt x="5621522" y="67033"/>
                </a:lnTo>
                <a:lnTo>
                  <a:pt x="5621341" y="66367"/>
                </a:lnTo>
                <a:lnTo>
                  <a:pt x="5621148" y="65710"/>
                </a:lnTo>
                <a:lnTo>
                  <a:pt x="5620944" y="65062"/>
                </a:lnTo>
                <a:lnTo>
                  <a:pt x="5620728" y="64424"/>
                </a:lnTo>
                <a:lnTo>
                  <a:pt x="5620500" y="63795"/>
                </a:lnTo>
                <a:lnTo>
                  <a:pt x="5620260" y="63175"/>
                </a:lnTo>
                <a:lnTo>
                  <a:pt x="5620009" y="62565"/>
                </a:lnTo>
                <a:lnTo>
                  <a:pt x="5619746" y="61963"/>
                </a:lnTo>
                <a:lnTo>
                  <a:pt x="5619472" y="61371"/>
                </a:lnTo>
                <a:lnTo>
                  <a:pt x="5619187" y="60788"/>
                </a:lnTo>
                <a:lnTo>
                  <a:pt x="5618893" y="60214"/>
                </a:lnTo>
                <a:lnTo>
                  <a:pt x="5618591" y="59649"/>
                </a:lnTo>
                <a:lnTo>
                  <a:pt x="5618279" y="59093"/>
                </a:lnTo>
                <a:lnTo>
                  <a:pt x="5617959" y="58546"/>
                </a:lnTo>
                <a:lnTo>
                  <a:pt x="5617629" y="58008"/>
                </a:lnTo>
                <a:lnTo>
                  <a:pt x="5617291" y="57479"/>
                </a:lnTo>
                <a:lnTo>
                  <a:pt x="5616944" y="56960"/>
                </a:lnTo>
                <a:lnTo>
                  <a:pt x="5616588" y="56449"/>
                </a:lnTo>
                <a:lnTo>
                  <a:pt x="5616223" y="55948"/>
                </a:lnTo>
                <a:lnTo>
                  <a:pt x="5615849" y="55455"/>
                </a:lnTo>
                <a:lnTo>
                  <a:pt x="5615466" y="54972"/>
                </a:lnTo>
                <a:lnTo>
                  <a:pt x="5615075" y="54497"/>
                </a:lnTo>
                <a:lnTo>
                  <a:pt x="5614674" y="54032"/>
                </a:lnTo>
                <a:lnTo>
                  <a:pt x="5614264" y="53576"/>
                </a:lnTo>
                <a:lnTo>
                  <a:pt x="5613846" y="53129"/>
                </a:lnTo>
                <a:lnTo>
                  <a:pt x="5613419" y="52691"/>
                </a:lnTo>
                <a:lnTo>
                  <a:pt x="5612982" y="52262"/>
                </a:lnTo>
                <a:lnTo>
                  <a:pt x="5612537" y="51842"/>
                </a:lnTo>
                <a:lnTo>
                  <a:pt x="5612083" y="51431"/>
                </a:lnTo>
                <a:lnTo>
                  <a:pt x="5611620" y="51029"/>
                </a:lnTo>
                <a:lnTo>
                  <a:pt x="5611148" y="50636"/>
                </a:lnTo>
                <a:lnTo>
                  <a:pt x="5610667" y="50253"/>
                </a:lnTo>
                <a:lnTo>
                  <a:pt x="5610178" y="49878"/>
                </a:lnTo>
                <a:lnTo>
                  <a:pt x="5609680" y="49512"/>
                </a:lnTo>
                <a:lnTo>
                  <a:pt x="5609177" y="49154"/>
                </a:lnTo>
                <a:lnTo>
                  <a:pt x="5608668" y="48803"/>
                </a:lnTo>
                <a:lnTo>
                  <a:pt x="5608152" y="48461"/>
                </a:lnTo>
                <a:lnTo>
                  <a:pt x="5607630" y="48127"/>
                </a:lnTo>
                <a:lnTo>
                  <a:pt x="5607102" y="47801"/>
                </a:lnTo>
                <a:lnTo>
                  <a:pt x="5606568" y="47483"/>
                </a:lnTo>
                <a:lnTo>
                  <a:pt x="5606028" y="47172"/>
                </a:lnTo>
                <a:lnTo>
                  <a:pt x="5605482" y="46870"/>
                </a:lnTo>
                <a:lnTo>
                  <a:pt x="5604929" y="46576"/>
                </a:lnTo>
                <a:lnTo>
                  <a:pt x="5604370" y="46290"/>
                </a:lnTo>
                <a:lnTo>
                  <a:pt x="5603806" y="46012"/>
                </a:lnTo>
                <a:lnTo>
                  <a:pt x="5603235" y="45742"/>
                </a:lnTo>
                <a:lnTo>
                  <a:pt x="5602658" y="45481"/>
                </a:lnTo>
                <a:lnTo>
                  <a:pt x="5602075" y="45227"/>
                </a:lnTo>
                <a:lnTo>
                  <a:pt x="5601485" y="44981"/>
                </a:lnTo>
                <a:lnTo>
                  <a:pt x="5600890" y="44743"/>
                </a:lnTo>
                <a:lnTo>
                  <a:pt x="5600288" y="44513"/>
                </a:lnTo>
                <a:lnTo>
                  <a:pt x="5599681" y="44291"/>
                </a:lnTo>
                <a:lnTo>
                  <a:pt x="5599067" y="44078"/>
                </a:lnTo>
                <a:lnTo>
                  <a:pt x="5598447" y="43872"/>
                </a:lnTo>
                <a:lnTo>
                  <a:pt x="5597821" y="43674"/>
                </a:lnTo>
                <a:lnTo>
                  <a:pt x="5597188" y="43485"/>
                </a:lnTo>
                <a:lnTo>
                  <a:pt x="5596550" y="43303"/>
                </a:lnTo>
                <a:lnTo>
                  <a:pt x="5595907" y="43129"/>
                </a:lnTo>
                <a:lnTo>
                  <a:pt x="5595259" y="42962"/>
                </a:lnTo>
                <a:lnTo>
                  <a:pt x="5594609" y="42803"/>
                </a:lnTo>
                <a:lnTo>
                  <a:pt x="5593954" y="42651"/>
                </a:lnTo>
                <a:lnTo>
                  <a:pt x="5593296" y="42506"/>
                </a:lnTo>
                <a:lnTo>
                  <a:pt x="5592633" y="42369"/>
                </a:lnTo>
                <a:lnTo>
                  <a:pt x="5591967" y="42239"/>
                </a:lnTo>
                <a:lnTo>
                  <a:pt x="5591298" y="42117"/>
                </a:lnTo>
                <a:lnTo>
                  <a:pt x="5590624" y="42002"/>
                </a:lnTo>
                <a:lnTo>
                  <a:pt x="5589947" y="41895"/>
                </a:lnTo>
                <a:lnTo>
                  <a:pt x="5589266" y="41795"/>
                </a:lnTo>
                <a:lnTo>
                  <a:pt x="5588581" y="41702"/>
                </a:lnTo>
                <a:lnTo>
                  <a:pt x="5587893" y="41617"/>
                </a:lnTo>
                <a:lnTo>
                  <a:pt x="5587201" y="41539"/>
                </a:lnTo>
                <a:lnTo>
                  <a:pt x="5586505" y="41469"/>
                </a:lnTo>
                <a:lnTo>
                  <a:pt x="5585805" y="41406"/>
                </a:lnTo>
                <a:lnTo>
                  <a:pt x="5585101" y="41350"/>
                </a:lnTo>
                <a:lnTo>
                  <a:pt x="5584394" y="41302"/>
                </a:lnTo>
                <a:lnTo>
                  <a:pt x="5583683" y="41261"/>
                </a:lnTo>
                <a:lnTo>
                  <a:pt x="5582968" y="41228"/>
                </a:lnTo>
                <a:lnTo>
                  <a:pt x="5582249" y="41202"/>
                </a:lnTo>
                <a:lnTo>
                  <a:pt x="5581527" y="41183"/>
                </a:lnTo>
                <a:lnTo>
                  <a:pt x="5580801" y="41172"/>
                </a:lnTo>
                <a:lnTo>
                  <a:pt x="5580071" y="41168"/>
                </a:lnTo>
                <a:lnTo>
                  <a:pt x="5579332" y="41172"/>
                </a:lnTo>
                <a:lnTo>
                  <a:pt x="5578598" y="41182"/>
                </a:lnTo>
                <a:lnTo>
                  <a:pt x="5577868" y="41199"/>
                </a:lnTo>
                <a:lnTo>
                  <a:pt x="5577143" y="41223"/>
                </a:lnTo>
                <a:lnTo>
                  <a:pt x="5576422" y="41253"/>
                </a:lnTo>
                <a:lnTo>
                  <a:pt x="5575706" y="41291"/>
                </a:lnTo>
                <a:lnTo>
                  <a:pt x="5574994" y="41335"/>
                </a:lnTo>
                <a:lnTo>
                  <a:pt x="5574287" y="41386"/>
                </a:lnTo>
                <a:lnTo>
                  <a:pt x="5573584" y="41443"/>
                </a:lnTo>
                <a:lnTo>
                  <a:pt x="5572886" y="41508"/>
                </a:lnTo>
                <a:lnTo>
                  <a:pt x="5572193" y="41579"/>
                </a:lnTo>
                <a:lnTo>
                  <a:pt x="5571504" y="41657"/>
                </a:lnTo>
                <a:lnTo>
                  <a:pt x="5570820" y="41742"/>
                </a:lnTo>
                <a:lnTo>
                  <a:pt x="5570140" y="41834"/>
                </a:lnTo>
                <a:lnTo>
                  <a:pt x="5569465" y="41933"/>
                </a:lnTo>
                <a:lnTo>
                  <a:pt x="5568794" y="42038"/>
                </a:lnTo>
                <a:lnTo>
                  <a:pt x="5568128" y="42150"/>
                </a:lnTo>
                <a:lnTo>
                  <a:pt x="5567466" y="42269"/>
                </a:lnTo>
                <a:lnTo>
                  <a:pt x="5566809" y="42395"/>
                </a:lnTo>
                <a:lnTo>
                  <a:pt x="5566157" y="42527"/>
                </a:lnTo>
                <a:lnTo>
                  <a:pt x="5565509" y="42666"/>
                </a:lnTo>
                <a:lnTo>
                  <a:pt x="5564865" y="42812"/>
                </a:lnTo>
                <a:lnTo>
                  <a:pt x="5564227" y="42965"/>
                </a:lnTo>
                <a:lnTo>
                  <a:pt x="5563592" y="43125"/>
                </a:lnTo>
                <a:lnTo>
                  <a:pt x="5562964" y="43291"/>
                </a:lnTo>
                <a:lnTo>
                  <a:pt x="5562342" y="43464"/>
                </a:lnTo>
                <a:lnTo>
                  <a:pt x="5561727" y="43643"/>
                </a:lnTo>
                <a:lnTo>
                  <a:pt x="5561118" y="43829"/>
                </a:lnTo>
                <a:lnTo>
                  <a:pt x="5560517" y="44021"/>
                </a:lnTo>
                <a:lnTo>
                  <a:pt x="5559922" y="44220"/>
                </a:lnTo>
                <a:lnTo>
                  <a:pt x="5559334" y="44426"/>
                </a:lnTo>
                <a:lnTo>
                  <a:pt x="5558752" y="44638"/>
                </a:lnTo>
                <a:lnTo>
                  <a:pt x="5558177" y="44857"/>
                </a:lnTo>
                <a:lnTo>
                  <a:pt x="5557609" y="45082"/>
                </a:lnTo>
                <a:lnTo>
                  <a:pt x="5557048" y="45314"/>
                </a:lnTo>
                <a:lnTo>
                  <a:pt x="5556493" y="45553"/>
                </a:lnTo>
                <a:lnTo>
                  <a:pt x="5555946" y="45798"/>
                </a:lnTo>
                <a:lnTo>
                  <a:pt x="5555405" y="46050"/>
                </a:lnTo>
                <a:lnTo>
                  <a:pt x="5554870" y="46308"/>
                </a:lnTo>
                <a:lnTo>
                  <a:pt x="5554343" y="46573"/>
                </a:lnTo>
                <a:lnTo>
                  <a:pt x="5553822" y="46845"/>
                </a:lnTo>
                <a:lnTo>
                  <a:pt x="5553307" y="47123"/>
                </a:lnTo>
                <a:lnTo>
                  <a:pt x="5552800" y="47407"/>
                </a:lnTo>
                <a:lnTo>
                  <a:pt x="5552299" y="47699"/>
                </a:lnTo>
                <a:lnTo>
                  <a:pt x="5551805" y="47997"/>
                </a:lnTo>
                <a:lnTo>
                  <a:pt x="5551318" y="48301"/>
                </a:lnTo>
                <a:lnTo>
                  <a:pt x="5550838" y="48612"/>
                </a:lnTo>
                <a:lnTo>
                  <a:pt x="5550364" y="48930"/>
                </a:lnTo>
                <a:lnTo>
                  <a:pt x="5549898" y="49254"/>
                </a:lnTo>
                <a:lnTo>
                  <a:pt x="5549440" y="49585"/>
                </a:lnTo>
                <a:lnTo>
                  <a:pt x="5548992" y="49922"/>
                </a:lnTo>
                <a:lnTo>
                  <a:pt x="5548552" y="50266"/>
                </a:lnTo>
                <a:lnTo>
                  <a:pt x="5548121" y="50616"/>
                </a:lnTo>
                <a:lnTo>
                  <a:pt x="5547698" y="50973"/>
                </a:lnTo>
                <a:lnTo>
                  <a:pt x="5547284" y="51337"/>
                </a:lnTo>
                <a:lnTo>
                  <a:pt x="5546879" y="51707"/>
                </a:lnTo>
                <a:lnTo>
                  <a:pt x="5546483" y="52084"/>
                </a:lnTo>
                <a:lnTo>
                  <a:pt x="5546095" y="52467"/>
                </a:lnTo>
                <a:lnTo>
                  <a:pt x="5545716" y="52857"/>
                </a:lnTo>
                <a:lnTo>
                  <a:pt x="5545346" y="53254"/>
                </a:lnTo>
                <a:lnTo>
                  <a:pt x="5544985" y="53657"/>
                </a:lnTo>
                <a:lnTo>
                  <a:pt x="5544632" y="54067"/>
                </a:lnTo>
                <a:lnTo>
                  <a:pt x="5544288" y="54483"/>
                </a:lnTo>
                <a:lnTo>
                  <a:pt x="5543952" y="54906"/>
                </a:lnTo>
                <a:lnTo>
                  <a:pt x="5543626" y="55336"/>
                </a:lnTo>
                <a:lnTo>
                  <a:pt x="5543308" y="55772"/>
                </a:lnTo>
                <a:lnTo>
                  <a:pt x="5542998" y="56215"/>
                </a:lnTo>
                <a:lnTo>
                  <a:pt x="5542698" y="56664"/>
                </a:lnTo>
                <a:lnTo>
                  <a:pt x="5542406" y="57120"/>
                </a:lnTo>
                <a:lnTo>
                  <a:pt x="5542123" y="57582"/>
                </a:lnTo>
                <a:lnTo>
                  <a:pt x="5541848" y="58052"/>
                </a:lnTo>
                <a:lnTo>
                  <a:pt x="5541583" y="58527"/>
                </a:lnTo>
                <a:lnTo>
                  <a:pt x="5541327" y="59009"/>
                </a:lnTo>
                <a:lnTo>
                  <a:pt x="5541082" y="59498"/>
                </a:lnTo>
                <a:lnTo>
                  <a:pt x="5540848" y="59992"/>
                </a:lnTo>
                <a:lnTo>
                  <a:pt x="5540624" y="60493"/>
                </a:lnTo>
                <a:lnTo>
                  <a:pt x="5540412" y="61001"/>
                </a:lnTo>
                <a:lnTo>
                  <a:pt x="5540211" y="61515"/>
                </a:lnTo>
                <a:lnTo>
                  <a:pt x="5540020" y="62035"/>
                </a:lnTo>
                <a:lnTo>
                  <a:pt x="5539840" y="62562"/>
                </a:lnTo>
                <a:lnTo>
                  <a:pt x="5539672" y="63095"/>
                </a:lnTo>
                <a:lnTo>
                  <a:pt x="5539514" y="63634"/>
                </a:lnTo>
                <a:lnTo>
                  <a:pt x="5539367" y="64180"/>
                </a:lnTo>
                <a:lnTo>
                  <a:pt x="5539231" y="64732"/>
                </a:lnTo>
                <a:lnTo>
                  <a:pt x="5539105" y="65290"/>
                </a:lnTo>
                <a:lnTo>
                  <a:pt x="5538991" y="65855"/>
                </a:lnTo>
                <a:lnTo>
                  <a:pt x="5538888" y="66427"/>
                </a:lnTo>
                <a:lnTo>
                  <a:pt x="5538795" y="67004"/>
                </a:lnTo>
                <a:lnTo>
                  <a:pt x="5538713" y="67588"/>
                </a:lnTo>
                <a:lnTo>
                  <a:pt x="5538643" y="68179"/>
                </a:lnTo>
                <a:lnTo>
                  <a:pt x="5538583" y="68776"/>
                </a:lnTo>
                <a:lnTo>
                  <a:pt x="5538534" y="69379"/>
                </a:lnTo>
                <a:lnTo>
                  <a:pt x="5538496" y="69989"/>
                </a:lnTo>
                <a:lnTo>
                  <a:pt x="5538468" y="70605"/>
                </a:lnTo>
                <a:lnTo>
                  <a:pt x="5538452" y="71227"/>
                </a:lnTo>
                <a:lnTo>
                  <a:pt x="5538447" y="71856"/>
                </a:lnTo>
                <a:lnTo>
                  <a:pt x="5538454" y="72670"/>
                </a:lnTo>
                <a:lnTo>
                  <a:pt x="5538478" y="73472"/>
                </a:lnTo>
                <a:lnTo>
                  <a:pt x="5538516" y="74262"/>
                </a:lnTo>
                <a:lnTo>
                  <a:pt x="5538570" y="75041"/>
                </a:lnTo>
                <a:lnTo>
                  <a:pt x="5538640" y="75807"/>
                </a:lnTo>
                <a:lnTo>
                  <a:pt x="5538725" y="76563"/>
                </a:lnTo>
                <a:lnTo>
                  <a:pt x="5538825" y="77306"/>
                </a:lnTo>
                <a:lnTo>
                  <a:pt x="5538941" y="78038"/>
                </a:lnTo>
                <a:lnTo>
                  <a:pt x="5539072" y="78758"/>
                </a:lnTo>
                <a:lnTo>
                  <a:pt x="5539219" y="79466"/>
                </a:lnTo>
                <a:lnTo>
                  <a:pt x="5539381" y="80162"/>
                </a:lnTo>
                <a:lnTo>
                  <a:pt x="5539559" y="80847"/>
                </a:lnTo>
                <a:lnTo>
                  <a:pt x="5539752" y="81520"/>
                </a:lnTo>
                <a:lnTo>
                  <a:pt x="5539960" y="82181"/>
                </a:lnTo>
                <a:lnTo>
                  <a:pt x="5540184" y="82831"/>
                </a:lnTo>
                <a:lnTo>
                  <a:pt x="5540423" y="83469"/>
                </a:lnTo>
                <a:lnTo>
                  <a:pt x="5540678" y="84095"/>
                </a:lnTo>
                <a:lnTo>
                  <a:pt x="5540948" y="84709"/>
                </a:lnTo>
                <a:lnTo>
                  <a:pt x="5541234" y="85312"/>
                </a:lnTo>
                <a:lnTo>
                  <a:pt x="5541535" y="85903"/>
                </a:lnTo>
                <a:lnTo>
                  <a:pt x="5541852" y="86482"/>
                </a:lnTo>
                <a:lnTo>
                  <a:pt x="5542184" y="87049"/>
                </a:lnTo>
                <a:lnTo>
                  <a:pt x="5542531" y="87605"/>
                </a:lnTo>
                <a:lnTo>
                  <a:pt x="5542894" y="88149"/>
                </a:lnTo>
                <a:lnTo>
                  <a:pt x="5543272" y="88683"/>
                </a:lnTo>
                <a:lnTo>
                  <a:pt x="5543666" y="89210"/>
                </a:lnTo>
                <a:lnTo>
                  <a:pt x="5544074" y="89728"/>
                </a:lnTo>
                <a:lnTo>
                  <a:pt x="5544497" y="90239"/>
                </a:lnTo>
                <a:lnTo>
                  <a:pt x="5544935" y="90742"/>
                </a:lnTo>
                <a:lnTo>
                  <a:pt x="5545389" y="91237"/>
                </a:lnTo>
                <a:lnTo>
                  <a:pt x="5545857" y="91724"/>
                </a:lnTo>
                <a:lnTo>
                  <a:pt x="5546341" y="92204"/>
                </a:lnTo>
                <a:lnTo>
                  <a:pt x="5546839" y="92676"/>
                </a:lnTo>
                <a:lnTo>
                  <a:pt x="5547353" y="93139"/>
                </a:lnTo>
                <a:lnTo>
                  <a:pt x="5547881" y="93595"/>
                </a:lnTo>
                <a:lnTo>
                  <a:pt x="5548425" y="94044"/>
                </a:lnTo>
                <a:lnTo>
                  <a:pt x="5548984" y="94484"/>
                </a:lnTo>
                <a:lnTo>
                  <a:pt x="5549558" y="94917"/>
                </a:lnTo>
                <a:lnTo>
                  <a:pt x="5550146" y="95341"/>
                </a:lnTo>
                <a:lnTo>
                  <a:pt x="5550750" y="95758"/>
                </a:lnTo>
                <a:lnTo>
                  <a:pt x="5551369" y="96167"/>
                </a:lnTo>
                <a:lnTo>
                  <a:pt x="5552003" y="96569"/>
                </a:lnTo>
                <a:lnTo>
                  <a:pt x="5552652" y="96962"/>
                </a:lnTo>
                <a:lnTo>
                  <a:pt x="5553316" y="97348"/>
                </a:lnTo>
                <a:lnTo>
                  <a:pt x="5553995" y="97725"/>
                </a:lnTo>
                <a:lnTo>
                  <a:pt x="5554689" y="98095"/>
                </a:lnTo>
                <a:lnTo>
                  <a:pt x="5555399" y="98458"/>
                </a:lnTo>
                <a:lnTo>
                  <a:pt x="5556123" y="98812"/>
                </a:lnTo>
                <a:lnTo>
                  <a:pt x="5556862" y="99161"/>
                </a:lnTo>
                <a:lnTo>
                  <a:pt x="5557616" y="99506"/>
                </a:lnTo>
                <a:lnTo>
                  <a:pt x="5558384" y="99847"/>
                </a:lnTo>
                <a:lnTo>
                  <a:pt x="5559167" y="100186"/>
                </a:lnTo>
                <a:lnTo>
                  <a:pt x="5559965" y="100520"/>
                </a:lnTo>
                <a:lnTo>
                  <a:pt x="5560777" y="100852"/>
                </a:lnTo>
                <a:lnTo>
                  <a:pt x="5561604" y="101179"/>
                </a:lnTo>
                <a:lnTo>
                  <a:pt x="5562446" y="101504"/>
                </a:lnTo>
                <a:lnTo>
                  <a:pt x="5563302" y="101824"/>
                </a:lnTo>
                <a:lnTo>
                  <a:pt x="5564173" y="102142"/>
                </a:lnTo>
                <a:lnTo>
                  <a:pt x="5565058" y="102456"/>
                </a:lnTo>
                <a:lnTo>
                  <a:pt x="5565959" y="102766"/>
                </a:lnTo>
                <a:lnTo>
                  <a:pt x="5566874" y="103073"/>
                </a:lnTo>
                <a:lnTo>
                  <a:pt x="5567803" y="103376"/>
                </a:lnTo>
                <a:lnTo>
                  <a:pt x="5568747" y="103676"/>
                </a:lnTo>
                <a:lnTo>
                  <a:pt x="5569706" y="103972"/>
                </a:lnTo>
                <a:lnTo>
                  <a:pt x="5570680" y="104265"/>
                </a:lnTo>
                <a:lnTo>
                  <a:pt x="5571668" y="104554"/>
                </a:lnTo>
                <a:lnTo>
                  <a:pt x="5572671" y="104840"/>
                </a:lnTo>
                <a:lnTo>
                  <a:pt x="5573688" y="105123"/>
                </a:lnTo>
                <a:lnTo>
                  <a:pt x="5574720" y="105402"/>
                </a:lnTo>
                <a:lnTo>
                  <a:pt x="5575767" y="105677"/>
                </a:lnTo>
                <a:lnTo>
                  <a:pt x="5576828" y="105949"/>
                </a:lnTo>
                <a:lnTo>
                  <a:pt x="5577904" y="106217"/>
                </a:lnTo>
                <a:lnTo>
                  <a:pt x="5579227" y="106563"/>
                </a:lnTo>
                <a:lnTo>
                  <a:pt x="5580517" y="106908"/>
                </a:lnTo>
                <a:lnTo>
                  <a:pt x="5581772" y="107253"/>
                </a:lnTo>
                <a:lnTo>
                  <a:pt x="5582993" y="107597"/>
                </a:lnTo>
                <a:lnTo>
                  <a:pt x="5584181" y="107941"/>
                </a:lnTo>
                <a:lnTo>
                  <a:pt x="5585335" y="108284"/>
                </a:lnTo>
                <a:lnTo>
                  <a:pt x="5586455" y="108627"/>
                </a:lnTo>
                <a:lnTo>
                  <a:pt x="5587541" y="108970"/>
                </a:lnTo>
                <a:lnTo>
                  <a:pt x="5588593" y="109312"/>
                </a:lnTo>
                <a:lnTo>
                  <a:pt x="5589611" y="109654"/>
                </a:lnTo>
                <a:lnTo>
                  <a:pt x="5590596" y="109995"/>
                </a:lnTo>
                <a:lnTo>
                  <a:pt x="5591546" y="110336"/>
                </a:lnTo>
                <a:lnTo>
                  <a:pt x="5592463" y="110677"/>
                </a:lnTo>
                <a:lnTo>
                  <a:pt x="5593346" y="111017"/>
                </a:lnTo>
                <a:lnTo>
                  <a:pt x="5594195" y="111357"/>
                </a:lnTo>
                <a:lnTo>
                  <a:pt x="5595010" y="111696"/>
                </a:lnTo>
                <a:lnTo>
                  <a:pt x="5595792" y="112035"/>
                </a:lnTo>
                <a:lnTo>
                  <a:pt x="5596539" y="112373"/>
                </a:lnTo>
                <a:lnTo>
                  <a:pt x="5597253" y="112712"/>
                </a:lnTo>
                <a:lnTo>
                  <a:pt x="5597933" y="113049"/>
                </a:lnTo>
                <a:lnTo>
                  <a:pt x="5598579" y="113387"/>
                </a:lnTo>
                <a:lnTo>
                  <a:pt x="5599191" y="113724"/>
                </a:lnTo>
                <a:lnTo>
                  <a:pt x="5599769" y="114060"/>
                </a:lnTo>
                <a:lnTo>
                  <a:pt x="5600313" y="114396"/>
                </a:lnTo>
                <a:lnTo>
                  <a:pt x="5600830" y="114740"/>
                </a:lnTo>
                <a:lnTo>
                  <a:pt x="5601324" y="115099"/>
                </a:lnTo>
                <a:lnTo>
                  <a:pt x="5601797" y="115473"/>
                </a:lnTo>
                <a:lnTo>
                  <a:pt x="5602247" y="115864"/>
                </a:lnTo>
                <a:lnTo>
                  <a:pt x="5602676" y="116270"/>
                </a:lnTo>
                <a:lnTo>
                  <a:pt x="5603082" y="116691"/>
                </a:lnTo>
                <a:lnTo>
                  <a:pt x="5603467" y="117128"/>
                </a:lnTo>
                <a:lnTo>
                  <a:pt x="5603829" y="117581"/>
                </a:lnTo>
                <a:lnTo>
                  <a:pt x="5604170" y="118050"/>
                </a:lnTo>
                <a:lnTo>
                  <a:pt x="5604489" y="118534"/>
                </a:lnTo>
                <a:lnTo>
                  <a:pt x="5604785" y="119034"/>
                </a:lnTo>
                <a:lnTo>
                  <a:pt x="5605060" y="119549"/>
                </a:lnTo>
                <a:lnTo>
                  <a:pt x="5605313" y="120080"/>
                </a:lnTo>
                <a:lnTo>
                  <a:pt x="5605544" y="120627"/>
                </a:lnTo>
                <a:lnTo>
                  <a:pt x="5605752" y="121190"/>
                </a:lnTo>
                <a:lnTo>
                  <a:pt x="5605939" y="121768"/>
                </a:lnTo>
                <a:lnTo>
                  <a:pt x="5606104" y="122361"/>
                </a:lnTo>
                <a:lnTo>
                  <a:pt x="5606247" y="122971"/>
                </a:lnTo>
                <a:lnTo>
                  <a:pt x="5606368" y="123595"/>
                </a:lnTo>
                <a:lnTo>
                  <a:pt x="5606467" y="124236"/>
                </a:lnTo>
                <a:lnTo>
                  <a:pt x="5606544" y="124892"/>
                </a:lnTo>
                <a:lnTo>
                  <a:pt x="5606598" y="125564"/>
                </a:lnTo>
                <a:lnTo>
                  <a:pt x="5606631" y="126252"/>
                </a:lnTo>
                <a:lnTo>
                  <a:pt x="5606642" y="126955"/>
                </a:lnTo>
                <a:lnTo>
                  <a:pt x="5606630" y="127769"/>
                </a:lnTo>
                <a:lnTo>
                  <a:pt x="5606594" y="128564"/>
                </a:lnTo>
                <a:lnTo>
                  <a:pt x="5606533" y="129340"/>
                </a:lnTo>
                <a:lnTo>
                  <a:pt x="5606448" y="130097"/>
                </a:lnTo>
                <a:lnTo>
                  <a:pt x="5606338" y="130834"/>
                </a:lnTo>
                <a:lnTo>
                  <a:pt x="5606204" y="131552"/>
                </a:lnTo>
                <a:lnTo>
                  <a:pt x="5606046" y="132251"/>
                </a:lnTo>
                <a:lnTo>
                  <a:pt x="5605863" y="132931"/>
                </a:lnTo>
                <a:lnTo>
                  <a:pt x="5605656" y="133591"/>
                </a:lnTo>
                <a:lnTo>
                  <a:pt x="5605425" y="134232"/>
                </a:lnTo>
                <a:lnTo>
                  <a:pt x="5605169" y="134854"/>
                </a:lnTo>
                <a:lnTo>
                  <a:pt x="5604889" y="135456"/>
                </a:lnTo>
                <a:lnTo>
                  <a:pt x="5604585" y="136039"/>
                </a:lnTo>
                <a:lnTo>
                  <a:pt x="5604256" y="136603"/>
                </a:lnTo>
                <a:lnTo>
                  <a:pt x="5603903" y="137148"/>
                </a:lnTo>
                <a:lnTo>
                  <a:pt x="5603525" y="137673"/>
                </a:lnTo>
                <a:lnTo>
                  <a:pt x="5603124" y="138179"/>
                </a:lnTo>
                <a:lnTo>
                  <a:pt x="5602697" y="138666"/>
                </a:lnTo>
                <a:lnTo>
                  <a:pt x="5602247" y="139133"/>
                </a:lnTo>
                <a:lnTo>
                  <a:pt x="5601772" y="139581"/>
                </a:lnTo>
                <a:lnTo>
                  <a:pt x="5601273" y="140010"/>
                </a:lnTo>
                <a:lnTo>
                  <a:pt x="5600749" y="140420"/>
                </a:lnTo>
                <a:lnTo>
                  <a:pt x="5600201" y="140810"/>
                </a:lnTo>
                <a:lnTo>
                  <a:pt x="5599629" y="141181"/>
                </a:lnTo>
                <a:lnTo>
                  <a:pt x="5599038" y="141535"/>
                </a:lnTo>
                <a:lnTo>
                  <a:pt x="5598434" y="141873"/>
                </a:lnTo>
                <a:lnTo>
                  <a:pt x="5597816" y="142197"/>
                </a:lnTo>
                <a:lnTo>
                  <a:pt x="5597185" y="142505"/>
                </a:lnTo>
                <a:lnTo>
                  <a:pt x="5596541" y="142799"/>
                </a:lnTo>
                <a:lnTo>
                  <a:pt x="5595883" y="143077"/>
                </a:lnTo>
                <a:lnTo>
                  <a:pt x="5595213" y="143340"/>
                </a:lnTo>
                <a:lnTo>
                  <a:pt x="5594529" y="143589"/>
                </a:lnTo>
                <a:lnTo>
                  <a:pt x="5593832" y="143822"/>
                </a:lnTo>
                <a:lnTo>
                  <a:pt x="5593121" y="144040"/>
                </a:lnTo>
                <a:lnTo>
                  <a:pt x="5592397" y="144243"/>
                </a:lnTo>
                <a:lnTo>
                  <a:pt x="5591660" y="144431"/>
                </a:lnTo>
                <a:lnTo>
                  <a:pt x="5590910" y="144604"/>
                </a:lnTo>
                <a:lnTo>
                  <a:pt x="5590147" y="144762"/>
                </a:lnTo>
                <a:lnTo>
                  <a:pt x="5589370" y="144905"/>
                </a:lnTo>
                <a:lnTo>
                  <a:pt x="5588580" y="145033"/>
                </a:lnTo>
                <a:lnTo>
                  <a:pt x="5587776" y="145146"/>
                </a:lnTo>
                <a:lnTo>
                  <a:pt x="5586960" y="145244"/>
                </a:lnTo>
                <a:lnTo>
                  <a:pt x="5586130" y="145327"/>
                </a:lnTo>
                <a:lnTo>
                  <a:pt x="5585287" y="145394"/>
                </a:lnTo>
                <a:lnTo>
                  <a:pt x="5584430" y="145447"/>
                </a:lnTo>
                <a:lnTo>
                  <a:pt x="5583561" y="145485"/>
                </a:lnTo>
                <a:lnTo>
                  <a:pt x="5582678" y="145507"/>
                </a:lnTo>
                <a:lnTo>
                  <a:pt x="5581782" y="145515"/>
                </a:lnTo>
                <a:lnTo>
                  <a:pt x="5580781" y="145505"/>
                </a:lnTo>
                <a:lnTo>
                  <a:pt x="5579795" y="145477"/>
                </a:lnTo>
                <a:lnTo>
                  <a:pt x="5578822" y="145430"/>
                </a:lnTo>
                <a:lnTo>
                  <a:pt x="5577863" y="145363"/>
                </a:lnTo>
                <a:lnTo>
                  <a:pt x="5576918" y="145278"/>
                </a:lnTo>
                <a:lnTo>
                  <a:pt x="5575987" y="145174"/>
                </a:lnTo>
                <a:lnTo>
                  <a:pt x="5575070" y="145051"/>
                </a:lnTo>
                <a:lnTo>
                  <a:pt x="5574166" y="144909"/>
                </a:lnTo>
                <a:lnTo>
                  <a:pt x="5573277" y="144748"/>
                </a:lnTo>
                <a:lnTo>
                  <a:pt x="5572401" y="144568"/>
                </a:lnTo>
                <a:lnTo>
                  <a:pt x="5571539" y="144369"/>
                </a:lnTo>
                <a:lnTo>
                  <a:pt x="5570691" y="144152"/>
                </a:lnTo>
                <a:lnTo>
                  <a:pt x="5569857" y="143915"/>
                </a:lnTo>
                <a:lnTo>
                  <a:pt x="5569037" y="143659"/>
                </a:lnTo>
                <a:lnTo>
                  <a:pt x="5568231" y="143385"/>
                </a:lnTo>
                <a:lnTo>
                  <a:pt x="5567438" y="143091"/>
                </a:lnTo>
                <a:lnTo>
                  <a:pt x="5566659" y="142779"/>
                </a:lnTo>
                <a:lnTo>
                  <a:pt x="5565895" y="142448"/>
                </a:lnTo>
                <a:lnTo>
                  <a:pt x="5565144" y="142097"/>
                </a:lnTo>
                <a:lnTo>
                  <a:pt x="5564407" y="141728"/>
                </a:lnTo>
                <a:lnTo>
                  <a:pt x="5563683" y="141340"/>
                </a:lnTo>
                <a:lnTo>
                  <a:pt x="5562974" y="140933"/>
                </a:lnTo>
                <a:lnTo>
                  <a:pt x="5562278" y="140507"/>
                </a:lnTo>
                <a:lnTo>
                  <a:pt x="5561597" y="140062"/>
                </a:lnTo>
                <a:lnTo>
                  <a:pt x="5560936" y="139593"/>
                </a:lnTo>
                <a:lnTo>
                  <a:pt x="5560303" y="139096"/>
                </a:lnTo>
                <a:lnTo>
                  <a:pt x="5559699" y="138571"/>
                </a:lnTo>
                <a:lnTo>
                  <a:pt x="5559123" y="138018"/>
                </a:lnTo>
                <a:lnTo>
                  <a:pt x="5558574" y="137436"/>
                </a:lnTo>
                <a:lnTo>
                  <a:pt x="5558054" y="136827"/>
                </a:lnTo>
                <a:lnTo>
                  <a:pt x="5557562" y="136189"/>
                </a:lnTo>
                <a:lnTo>
                  <a:pt x="5557098" y="135522"/>
                </a:lnTo>
                <a:lnTo>
                  <a:pt x="5556663" y="134828"/>
                </a:lnTo>
                <a:lnTo>
                  <a:pt x="5556255" y="134105"/>
                </a:lnTo>
                <a:lnTo>
                  <a:pt x="5555876" y="133355"/>
                </a:lnTo>
                <a:lnTo>
                  <a:pt x="5555524" y="132576"/>
                </a:lnTo>
                <a:lnTo>
                  <a:pt x="5555201" y="131769"/>
                </a:lnTo>
                <a:lnTo>
                  <a:pt x="5554906" y="130933"/>
                </a:lnTo>
                <a:lnTo>
                  <a:pt x="5554638" y="130070"/>
                </a:lnTo>
                <a:lnTo>
                  <a:pt x="5554400" y="129178"/>
                </a:lnTo>
                <a:lnTo>
                  <a:pt x="5554189" y="128258"/>
                </a:lnTo>
                <a:lnTo>
                  <a:pt x="5554006" y="127310"/>
                </a:lnTo>
                <a:lnTo>
                  <a:pt x="5553851" y="126333"/>
                </a:lnTo>
                <a:lnTo>
                  <a:pt x="5553725" y="125329"/>
                </a:lnTo>
                <a:lnTo>
                  <a:pt x="5553626" y="124296"/>
                </a:lnTo>
                <a:lnTo>
                  <a:pt x="5553556" y="123235"/>
                </a:lnTo>
                <a:lnTo>
                  <a:pt x="5553514" y="122146"/>
                </a:lnTo>
                <a:lnTo>
                  <a:pt x="5553500" y="121028"/>
                </a:lnTo>
                <a:lnTo>
                  <a:pt x="5535139" y="121028"/>
                </a:lnTo>
                <a:lnTo>
                  <a:pt x="5535146" y="121901"/>
                </a:lnTo>
                <a:lnTo>
                  <a:pt x="5535164" y="122764"/>
                </a:lnTo>
                <a:lnTo>
                  <a:pt x="5535196" y="123615"/>
                </a:lnTo>
                <a:lnTo>
                  <a:pt x="5535239" y="124455"/>
                </a:lnTo>
                <a:lnTo>
                  <a:pt x="5535295" y="125283"/>
                </a:lnTo>
                <a:lnTo>
                  <a:pt x="5535364" y="126101"/>
                </a:lnTo>
                <a:lnTo>
                  <a:pt x="5535445" y="126908"/>
                </a:lnTo>
                <a:lnTo>
                  <a:pt x="5535539" y="127703"/>
                </a:lnTo>
                <a:lnTo>
                  <a:pt x="5535645" y="128488"/>
                </a:lnTo>
                <a:lnTo>
                  <a:pt x="5535763" y="129261"/>
                </a:lnTo>
                <a:lnTo>
                  <a:pt x="5535894" y="130023"/>
                </a:lnTo>
                <a:lnTo>
                  <a:pt x="5536038" y="130774"/>
                </a:lnTo>
                <a:lnTo>
                  <a:pt x="5536193" y="131514"/>
                </a:lnTo>
                <a:lnTo>
                  <a:pt x="5536362" y="132243"/>
                </a:lnTo>
                <a:lnTo>
                  <a:pt x="5536543" y="132961"/>
                </a:lnTo>
                <a:lnTo>
                  <a:pt x="5536736" y="133668"/>
                </a:lnTo>
                <a:lnTo>
                  <a:pt x="5536942" y="134363"/>
                </a:lnTo>
                <a:lnTo>
                  <a:pt x="5537160" y="135048"/>
                </a:lnTo>
                <a:lnTo>
                  <a:pt x="5537391" y="135721"/>
                </a:lnTo>
                <a:lnTo>
                  <a:pt x="5537634" y="136384"/>
                </a:lnTo>
                <a:lnTo>
                  <a:pt x="5537890" y="137035"/>
                </a:lnTo>
                <a:lnTo>
                  <a:pt x="5538158" y="137675"/>
                </a:lnTo>
                <a:lnTo>
                  <a:pt x="5538439" y="138304"/>
                </a:lnTo>
                <a:lnTo>
                  <a:pt x="5538732" y="138922"/>
                </a:lnTo>
                <a:lnTo>
                  <a:pt x="5539036" y="139529"/>
                </a:lnTo>
                <a:lnTo>
                  <a:pt x="5539350" y="140127"/>
                </a:lnTo>
                <a:lnTo>
                  <a:pt x="5539673" y="140716"/>
                </a:lnTo>
                <a:lnTo>
                  <a:pt x="5540007" y="141294"/>
                </a:lnTo>
                <a:lnTo>
                  <a:pt x="5540350" y="141864"/>
                </a:lnTo>
                <a:lnTo>
                  <a:pt x="5540702" y="142424"/>
                </a:lnTo>
                <a:lnTo>
                  <a:pt x="5541065" y="142975"/>
                </a:lnTo>
                <a:lnTo>
                  <a:pt x="5541437" y="143516"/>
                </a:lnTo>
                <a:lnTo>
                  <a:pt x="5541819" y="144048"/>
                </a:lnTo>
                <a:lnTo>
                  <a:pt x="5542210" y="144570"/>
                </a:lnTo>
                <a:lnTo>
                  <a:pt x="5542612" y="145083"/>
                </a:lnTo>
                <a:lnTo>
                  <a:pt x="5543022" y="145586"/>
                </a:lnTo>
                <a:lnTo>
                  <a:pt x="5543443" y="146080"/>
                </a:lnTo>
                <a:lnTo>
                  <a:pt x="5543873" y="146564"/>
                </a:lnTo>
                <a:lnTo>
                  <a:pt x="5544313" y="147039"/>
                </a:lnTo>
                <a:lnTo>
                  <a:pt x="5544763" y="147505"/>
                </a:lnTo>
                <a:lnTo>
                  <a:pt x="5545223" y="147961"/>
                </a:lnTo>
                <a:lnTo>
                  <a:pt x="5545692" y="148408"/>
                </a:lnTo>
                <a:lnTo>
                  <a:pt x="5546171" y="148845"/>
                </a:lnTo>
                <a:lnTo>
                  <a:pt x="5546659" y="149273"/>
                </a:lnTo>
                <a:lnTo>
                  <a:pt x="5547157" y="149691"/>
                </a:lnTo>
                <a:lnTo>
                  <a:pt x="5547665" y="150100"/>
                </a:lnTo>
                <a:lnTo>
                  <a:pt x="5548183" y="150499"/>
                </a:lnTo>
                <a:lnTo>
                  <a:pt x="5548710" y="150889"/>
                </a:lnTo>
                <a:lnTo>
                  <a:pt x="5549246" y="151269"/>
                </a:lnTo>
                <a:lnTo>
                  <a:pt x="5549788" y="151641"/>
                </a:lnTo>
                <a:lnTo>
                  <a:pt x="5550338" y="152004"/>
                </a:lnTo>
                <a:lnTo>
                  <a:pt x="5550894" y="152358"/>
                </a:lnTo>
                <a:lnTo>
                  <a:pt x="5551458" y="152703"/>
                </a:lnTo>
                <a:lnTo>
                  <a:pt x="5552028" y="153039"/>
                </a:lnTo>
                <a:lnTo>
                  <a:pt x="5552605" y="153367"/>
                </a:lnTo>
                <a:lnTo>
                  <a:pt x="5553189" y="153685"/>
                </a:lnTo>
                <a:lnTo>
                  <a:pt x="5553781" y="153995"/>
                </a:lnTo>
                <a:lnTo>
                  <a:pt x="5554379" y="154296"/>
                </a:lnTo>
                <a:lnTo>
                  <a:pt x="5554983" y="154588"/>
                </a:lnTo>
                <a:lnTo>
                  <a:pt x="5555595" y="154871"/>
                </a:lnTo>
                <a:lnTo>
                  <a:pt x="5556214" y="155146"/>
                </a:lnTo>
                <a:lnTo>
                  <a:pt x="5556840" y="155411"/>
                </a:lnTo>
                <a:lnTo>
                  <a:pt x="5557473" y="155668"/>
                </a:lnTo>
                <a:lnTo>
                  <a:pt x="5558112" y="155916"/>
                </a:lnTo>
                <a:lnTo>
                  <a:pt x="5558759" y="156155"/>
                </a:lnTo>
                <a:lnTo>
                  <a:pt x="5559412" y="156386"/>
                </a:lnTo>
                <a:lnTo>
                  <a:pt x="5560073" y="156607"/>
                </a:lnTo>
                <a:lnTo>
                  <a:pt x="5560740" y="156820"/>
                </a:lnTo>
                <a:lnTo>
                  <a:pt x="5561414" y="157023"/>
                </a:lnTo>
                <a:lnTo>
                  <a:pt x="5562095" y="157218"/>
                </a:lnTo>
                <a:lnTo>
                  <a:pt x="5562783" y="157404"/>
                </a:lnTo>
                <a:lnTo>
                  <a:pt x="5563478" y="157582"/>
                </a:lnTo>
                <a:lnTo>
                  <a:pt x="5564179" y="157751"/>
                </a:lnTo>
                <a:lnTo>
                  <a:pt x="5564883" y="157913"/>
                </a:lnTo>
                <a:lnTo>
                  <a:pt x="5565591" y="158068"/>
                </a:lnTo>
                <a:lnTo>
                  <a:pt x="5566302" y="158215"/>
                </a:lnTo>
                <a:lnTo>
                  <a:pt x="5567018" y="158356"/>
                </a:lnTo>
                <a:lnTo>
                  <a:pt x="5567737" y="158489"/>
                </a:lnTo>
                <a:lnTo>
                  <a:pt x="5568460" y="158615"/>
                </a:lnTo>
                <a:lnTo>
                  <a:pt x="5569187" y="158734"/>
                </a:lnTo>
                <a:lnTo>
                  <a:pt x="5569917" y="158845"/>
                </a:lnTo>
                <a:lnTo>
                  <a:pt x="5570651" y="158950"/>
                </a:lnTo>
                <a:lnTo>
                  <a:pt x="5571389" y="159047"/>
                </a:lnTo>
                <a:lnTo>
                  <a:pt x="5572131" y="159137"/>
                </a:lnTo>
                <a:lnTo>
                  <a:pt x="5572877" y="159220"/>
                </a:lnTo>
                <a:lnTo>
                  <a:pt x="5573626" y="159296"/>
                </a:lnTo>
                <a:lnTo>
                  <a:pt x="5574379" y="159364"/>
                </a:lnTo>
                <a:lnTo>
                  <a:pt x="5575136" y="159425"/>
                </a:lnTo>
                <a:lnTo>
                  <a:pt x="5575896" y="159479"/>
                </a:lnTo>
                <a:lnTo>
                  <a:pt x="5576661" y="159526"/>
                </a:lnTo>
                <a:lnTo>
                  <a:pt x="5577429" y="159566"/>
                </a:lnTo>
                <a:lnTo>
                  <a:pt x="5578201" y="159598"/>
                </a:lnTo>
                <a:lnTo>
                  <a:pt x="5578976" y="159623"/>
                </a:lnTo>
                <a:lnTo>
                  <a:pt x="5579756" y="159641"/>
                </a:lnTo>
                <a:lnTo>
                  <a:pt x="5580539" y="159652"/>
                </a:lnTo>
                <a:lnTo>
                  <a:pt x="5581326" y="159656"/>
                </a:lnTo>
                <a:lnTo>
                  <a:pt x="5582103" y="159652"/>
                </a:lnTo>
                <a:lnTo>
                  <a:pt x="5582875" y="159642"/>
                </a:lnTo>
                <a:lnTo>
                  <a:pt x="5583643" y="159625"/>
                </a:lnTo>
                <a:lnTo>
                  <a:pt x="5584406" y="159601"/>
                </a:lnTo>
                <a:lnTo>
                  <a:pt x="5585165" y="159571"/>
                </a:lnTo>
                <a:lnTo>
                  <a:pt x="5585919" y="159533"/>
                </a:lnTo>
                <a:lnTo>
                  <a:pt x="5586669" y="159489"/>
                </a:lnTo>
                <a:close/>
                <a:moveTo>
                  <a:pt x="5285344" y="159358"/>
                </a:moveTo>
                <a:lnTo>
                  <a:pt x="5286400" y="159251"/>
                </a:lnTo>
                <a:lnTo>
                  <a:pt x="5287442" y="159127"/>
                </a:lnTo>
                <a:lnTo>
                  <a:pt x="5288471" y="158986"/>
                </a:lnTo>
                <a:lnTo>
                  <a:pt x="5289488" y="158829"/>
                </a:lnTo>
                <a:lnTo>
                  <a:pt x="5290491" y="158656"/>
                </a:lnTo>
                <a:lnTo>
                  <a:pt x="5291481" y="158465"/>
                </a:lnTo>
                <a:lnTo>
                  <a:pt x="5292458" y="158259"/>
                </a:lnTo>
                <a:lnTo>
                  <a:pt x="5293422" y="158036"/>
                </a:lnTo>
                <a:lnTo>
                  <a:pt x="5294373" y="157796"/>
                </a:lnTo>
                <a:lnTo>
                  <a:pt x="5295311" y="157540"/>
                </a:lnTo>
                <a:lnTo>
                  <a:pt x="5296236" y="157267"/>
                </a:lnTo>
                <a:lnTo>
                  <a:pt x="5297147" y="156978"/>
                </a:lnTo>
                <a:lnTo>
                  <a:pt x="5298046" y="156672"/>
                </a:lnTo>
                <a:lnTo>
                  <a:pt x="5298932" y="156349"/>
                </a:lnTo>
                <a:lnTo>
                  <a:pt x="5299804" y="156010"/>
                </a:lnTo>
                <a:lnTo>
                  <a:pt x="5300664" y="155655"/>
                </a:lnTo>
                <a:lnTo>
                  <a:pt x="5301510" y="155283"/>
                </a:lnTo>
                <a:lnTo>
                  <a:pt x="5302343" y="154895"/>
                </a:lnTo>
                <a:lnTo>
                  <a:pt x="5303162" y="154491"/>
                </a:lnTo>
                <a:lnTo>
                  <a:pt x="5303966" y="154073"/>
                </a:lnTo>
                <a:lnTo>
                  <a:pt x="5304755" y="153641"/>
                </a:lnTo>
                <a:lnTo>
                  <a:pt x="5305528" y="153195"/>
                </a:lnTo>
                <a:lnTo>
                  <a:pt x="5306287" y="152736"/>
                </a:lnTo>
                <a:lnTo>
                  <a:pt x="5307030" y="152262"/>
                </a:lnTo>
                <a:lnTo>
                  <a:pt x="5307757" y="151775"/>
                </a:lnTo>
                <a:lnTo>
                  <a:pt x="5308470" y="151274"/>
                </a:lnTo>
                <a:lnTo>
                  <a:pt x="5309167" y="150759"/>
                </a:lnTo>
                <a:lnTo>
                  <a:pt x="5309849" y="150230"/>
                </a:lnTo>
                <a:lnTo>
                  <a:pt x="5310516" y="149687"/>
                </a:lnTo>
                <a:lnTo>
                  <a:pt x="5311167" y="149130"/>
                </a:lnTo>
                <a:lnTo>
                  <a:pt x="5311803" y="148560"/>
                </a:lnTo>
                <a:lnTo>
                  <a:pt x="5312424" y="147975"/>
                </a:lnTo>
                <a:lnTo>
                  <a:pt x="5313030" y="147377"/>
                </a:lnTo>
                <a:lnTo>
                  <a:pt x="5313621" y="146764"/>
                </a:lnTo>
                <a:lnTo>
                  <a:pt x="5314196" y="146138"/>
                </a:lnTo>
                <a:lnTo>
                  <a:pt x="5314756" y="145498"/>
                </a:lnTo>
                <a:lnTo>
                  <a:pt x="5315301" y="144844"/>
                </a:lnTo>
                <a:lnTo>
                  <a:pt x="5315830" y="144177"/>
                </a:lnTo>
                <a:lnTo>
                  <a:pt x="5316344" y="143495"/>
                </a:lnTo>
                <a:lnTo>
                  <a:pt x="5316843" y="142799"/>
                </a:lnTo>
                <a:lnTo>
                  <a:pt x="5317327" y="142090"/>
                </a:lnTo>
                <a:lnTo>
                  <a:pt x="5317796" y="141367"/>
                </a:lnTo>
                <a:lnTo>
                  <a:pt x="5318248" y="140630"/>
                </a:lnTo>
                <a:lnTo>
                  <a:pt x="5318681" y="139883"/>
                </a:lnTo>
                <a:lnTo>
                  <a:pt x="5319097" y="139123"/>
                </a:lnTo>
                <a:lnTo>
                  <a:pt x="5319495" y="138352"/>
                </a:lnTo>
                <a:lnTo>
                  <a:pt x="5319875" y="137570"/>
                </a:lnTo>
                <a:lnTo>
                  <a:pt x="5320237" y="136776"/>
                </a:lnTo>
                <a:lnTo>
                  <a:pt x="5320581" y="135970"/>
                </a:lnTo>
                <a:lnTo>
                  <a:pt x="5320906" y="135152"/>
                </a:lnTo>
                <a:lnTo>
                  <a:pt x="5321214" y="134323"/>
                </a:lnTo>
                <a:lnTo>
                  <a:pt x="5321504" y="133482"/>
                </a:lnTo>
                <a:lnTo>
                  <a:pt x="5321776" y="132630"/>
                </a:lnTo>
                <a:lnTo>
                  <a:pt x="5322029" y="131766"/>
                </a:lnTo>
                <a:lnTo>
                  <a:pt x="5322265" y="130890"/>
                </a:lnTo>
                <a:lnTo>
                  <a:pt x="5322483" y="130003"/>
                </a:lnTo>
                <a:lnTo>
                  <a:pt x="5322682" y="129104"/>
                </a:lnTo>
                <a:lnTo>
                  <a:pt x="5322864" y="128193"/>
                </a:lnTo>
                <a:lnTo>
                  <a:pt x="5323028" y="127271"/>
                </a:lnTo>
                <a:lnTo>
                  <a:pt x="5323173" y="126337"/>
                </a:lnTo>
                <a:lnTo>
                  <a:pt x="5323301" y="125392"/>
                </a:lnTo>
                <a:lnTo>
                  <a:pt x="5323411" y="124435"/>
                </a:lnTo>
                <a:lnTo>
                  <a:pt x="5323502" y="123466"/>
                </a:lnTo>
                <a:lnTo>
                  <a:pt x="5323576" y="122486"/>
                </a:lnTo>
                <a:lnTo>
                  <a:pt x="5323631" y="121494"/>
                </a:lnTo>
                <a:lnTo>
                  <a:pt x="5323669" y="120490"/>
                </a:lnTo>
                <a:lnTo>
                  <a:pt x="5304852" y="120490"/>
                </a:lnTo>
                <a:lnTo>
                  <a:pt x="5304812" y="121469"/>
                </a:lnTo>
                <a:lnTo>
                  <a:pt x="5304750" y="122429"/>
                </a:lnTo>
                <a:lnTo>
                  <a:pt x="5304666" y="123370"/>
                </a:lnTo>
                <a:lnTo>
                  <a:pt x="5304559" y="124291"/>
                </a:lnTo>
                <a:lnTo>
                  <a:pt x="5304430" y="125193"/>
                </a:lnTo>
                <a:lnTo>
                  <a:pt x="5304278" y="126075"/>
                </a:lnTo>
                <a:lnTo>
                  <a:pt x="5304104" y="126939"/>
                </a:lnTo>
                <a:lnTo>
                  <a:pt x="5303908" y="127782"/>
                </a:lnTo>
                <a:lnTo>
                  <a:pt x="5303689" y="128607"/>
                </a:lnTo>
                <a:lnTo>
                  <a:pt x="5303448" y="129412"/>
                </a:lnTo>
                <a:lnTo>
                  <a:pt x="5303185" y="130198"/>
                </a:lnTo>
                <a:lnTo>
                  <a:pt x="5302899" y="130964"/>
                </a:lnTo>
                <a:lnTo>
                  <a:pt x="5302591" y="131711"/>
                </a:lnTo>
                <a:lnTo>
                  <a:pt x="5302261" y="132439"/>
                </a:lnTo>
                <a:lnTo>
                  <a:pt x="5301908" y="133147"/>
                </a:lnTo>
                <a:lnTo>
                  <a:pt x="5301532" y="133836"/>
                </a:lnTo>
                <a:lnTo>
                  <a:pt x="5301135" y="134506"/>
                </a:lnTo>
                <a:lnTo>
                  <a:pt x="5300715" y="135156"/>
                </a:lnTo>
                <a:lnTo>
                  <a:pt x="5300272" y="135787"/>
                </a:lnTo>
                <a:lnTo>
                  <a:pt x="5299807" y="136398"/>
                </a:lnTo>
                <a:lnTo>
                  <a:pt x="5299320" y="136990"/>
                </a:lnTo>
                <a:lnTo>
                  <a:pt x="5298811" y="137563"/>
                </a:lnTo>
                <a:lnTo>
                  <a:pt x="5298279" y="138117"/>
                </a:lnTo>
                <a:lnTo>
                  <a:pt x="5297725" y="138651"/>
                </a:lnTo>
                <a:lnTo>
                  <a:pt x="5297150" y="139165"/>
                </a:lnTo>
                <a:lnTo>
                  <a:pt x="5296556" y="139656"/>
                </a:lnTo>
                <a:lnTo>
                  <a:pt x="5295944" y="140126"/>
                </a:lnTo>
                <a:lnTo>
                  <a:pt x="5295312" y="140574"/>
                </a:lnTo>
                <a:lnTo>
                  <a:pt x="5294662" y="141000"/>
                </a:lnTo>
                <a:lnTo>
                  <a:pt x="5293993" y="141404"/>
                </a:lnTo>
                <a:lnTo>
                  <a:pt x="5293306" y="141787"/>
                </a:lnTo>
                <a:lnTo>
                  <a:pt x="5292599" y="142147"/>
                </a:lnTo>
                <a:lnTo>
                  <a:pt x="5291874" y="142486"/>
                </a:lnTo>
                <a:lnTo>
                  <a:pt x="5291130" y="142803"/>
                </a:lnTo>
                <a:lnTo>
                  <a:pt x="5290367" y="143098"/>
                </a:lnTo>
                <a:lnTo>
                  <a:pt x="5289585" y="143371"/>
                </a:lnTo>
                <a:lnTo>
                  <a:pt x="5288785" y="143622"/>
                </a:lnTo>
                <a:lnTo>
                  <a:pt x="5287965" y="143852"/>
                </a:lnTo>
                <a:lnTo>
                  <a:pt x="5287127" y="144060"/>
                </a:lnTo>
                <a:lnTo>
                  <a:pt x="5286270" y="144245"/>
                </a:lnTo>
                <a:lnTo>
                  <a:pt x="5285394" y="144409"/>
                </a:lnTo>
                <a:lnTo>
                  <a:pt x="5284500" y="144551"/>
                </a:lnTo>
                <a:lnTo>
                  <a:pt x="5283586" y="144671"/>
                </a:lnTo>
                <a:lnTo>
                  <a:pt x="5282654" y="144770"/>
                </a:lnTo>
                <a:lnTo>
                  <a:pt x="5281703" y="144846"/>
                </a:lnTo>
                <a:lnTo>
                  <a:pt x="5280733" y="144901"/>
                </a:lnTo>
                <a:lnTo>
                  <a:pt x="5279744" y="144934"/>
                </a:lnTo>
                <a:lnTo>
                  <a:pt x="5278737" y="144945"/>
                </a:lnTo>
                <a:lnTo>
                  <a:pt x="5277804" y="144935"/>
                </a:lnTo>
                <a:lnTo>
                  <a:pt x="5276885" y="144905"/>
                </a:lnTo>
                <a:lnTo>
                  <a:pt x="5275981" y="144855"/>
                </a:lnTo>
                <a:lnTo>
                  <a:pt x="5275093" y="144786"/>
                </a:lnTo>
                <a:lnTo>
                  <a:pt x="5274219" y="144697"/>
                </a:lnTo>
                <a:lnTo>
                  <a:pt x="5273359" y="144588"/>
                </a:lnTo>
                <a:lnTo>
                  <a:pt x="5272515" y="144459"/>
                </a:lnTo>
                <a:lnTo>
                  <a:pt x="5271686" y="144310"/>
                </a:lnTo>
                <a:lnTo>
                  <a:pt x="5270871" y="144142"/>
                </a:lnTo>
                <a:lnTo>
                  <a:pt x="5270071" y="143953"/>
                </a:lnTo>
                <a:lnTo>
                  <a:pt x="5269286" y="143745"/>
                </a:lnTo>
                <a:lnTo>
                  <a:pt x="5268516" y="143517"/>
                </a:lnTo>
                <a:lnTo>
                  <a:pt x="5267761" y="143269"/>
                </a:lnTo>
                <a:lnTo>
                  <a:pt x="5267021" y="143002"/>
                </a:lnTo>
                <a:lnTo>
                  <a:pt x="5266295" y="142714"/>
                </a:lnTo>
                <a:lnTo>
                  <a:pt x="5265584" y="142407"/>
                </a:lnTo>
                <a:lnTo>
                  <a:pt x="5264889" y="142080"/>
                </a:lnTo>
                <a:lnTo>
                  <a:pt x="5264208" y="141733"/>
                </a:lnTo>
                <a:lnTo>
                  <a:pt x="5263542" y="141366"/>
                </a:lnTo>
                <a:lnTo>
                  <a:pt x="5262890" y="140980"/>
                </a:lnTo>
                <a:lnTo>
                  <a:pt x="5262254" y="140574"/>
                </a:lnTo>
                <a:lnTo>
                  <a:pt x="5261632" y="140147"/>
                </a:lnTo>
                <a:lnTo>
                  <a:pt x="5261026" y="139701"/>
                </a:lnTo>
                <a:lnTo>
                  <a:pt x="5260434" y="139235"/>
                </a:lnTo>
                <a:lnTo>
                  <a:pt x="5259856" y="138753"/>
                </a:lnTo>
                <a:lnTo>
                  <a:pt x="5259291" y="138258"/>
                </a:lnTo>
                <a:lnTo>
                  <a:pt x="5258740" y="137750"/>
                </a:lnTo>
                <a:lnTo>
                  <a:pt x="5258202" y="137228"/>
                </a:lnTo>
                <a:lnTo>
                  <a:pt x="5257677" y="136694"/>
                </a:lnTo>
                <a:lnTo>
                  <a:pt x="5257166" y="136147"/>
                </a:lnTo>
                <a:lnTo>
                  <a:pt x="5256667" y="135586"/>
                </a:lnTo>
                <a:lnTo>
                  <a:pt x="5256183" y="135013"/>
                </a:lnTo>
                <a:lnTo>
                  <a:pt x="5255711" y="134427"/>
                </a:lnTo>
                <a:lnTo>
                  <a:pt x="5255252" y="133828"/>
                </a:lnTo>
                <a:lnTo>
                  <a:pt x="5254807" y="133215"/>
                </a:lnTo>
                <a:lnTo>
                  <a:pt x="5254375" y="132590"/>
                </a:lnTo>
                <a:lnTo>
                  <a:pt x="5253957" y="131952"/>
                </a:lnTo>
                <a:lnTo>
                  <a:pt x="5253551" y="131300"/>
                </a:lnTo>
                <a:lnTo>
                  <a:pt x="5253159" y="130636"/>
                </a:lnTo>
                <a:lnTo>
                  <a:pt x="5252780" y="129959"/>
                </a:lnTo>
                <a:lnTo>
                  <a:pt x="5252415" y="129268"/>
                </a:lnTo>
                <a:lnTo>
                  <a:pt x="5252062" y="128565"/>
                </a:lnTo>
                <a:lnTo>
                  <a:pt x="5251723" y="127849"/>
                </a:lnTo>
                <a:lnTo>
                  <a:pt x="5251398" y="127119"/>
                </a:lnTo>
                <a:lnTo>
                  <a:pt x="5251085" y="126377"/>
                </a:lnTo>
                <a:lnTo>
                  <a:pt x="5250786" y="125621"/>
                </a:lnTo>
                <a:lnTo>
                  <a:pt x="5250500" y="124853"/>
                </a:lnTo>
                <a:lnTo>
                  <a:pt x="5250227" y="124072"/>
                </a:lnTo>
                <a:lnTo>
                  <a:pt x="5249966" y="123281"/>
                </a:lnTo>
                <a:lnTo>
                  <a:pt x="5249716" y="122483"/>
                </a:lnTo>
                <a:lnTo>
                  <a:pt x="5249477" y="121679"/>
                </a:lnTo>
                <a:lnTo>
                  <a:pt x="5249248" y="120869"/>
                </a:lnTo>
                <a:lnTo>
                  <a:pt x="5249030" y="120052"/>
                </a:lnTo>
                <a:lnTo>
                  <a:pt x="5248823" y="119229"/>
                </a:lnTo>
                <a:lnTo>
                  <a:pt x="5248626" y="118400"/>
                </a:lnTo>
                <a:lnTo>
                  <a:pt x="5248440" y="117564"/>
                </a:lnTo>
                <a:lnTo>
                  <a:pt x="5248265" y="116722"/>
                </a:lnTo>
                <a:lnTo>
                  <a:pt x="5248101" y="115873"/>
                </a:lnTo>
                <a:lnTo>
                  <a:pt x="5247947" y="115018"/>
                </a:lnTo>
                <a:lnTo>
                  <a:pt x="5247804" y="114156"/>
                </a:lnTo>
                <a:lnTo>
                  <a:pt x="5247671" y="113289"/>
                </a:lnTo>
                <a:lnTo>
                  <a:pt x="5247550" y="112414"/>
                </a:lnTo>
                <a:lnTo>
                  <a:pt x="5247438" y="111534"/>
                </a:lnTo>
                <a:lnTo>
                  <a:pt x="5247338" y="110647"/>
                </a:lnTo>
                <a:lnTo>
                  <a:pt x="5247248" y="109753"/>
                </a:lnTo>
                <a:lnTo>
                  <a:pt x="5247169" y="108853"/>
                </a:lnTo>
                <a:lnTo>
                  <a:pt x="5247101" y="107947"/>
                </a:lnTo>
                <a:lnTo>
                  <a:pt x="5247043" y="107035"/>
                </a:lnTo>
                <a:lnTo>
                  <a:pt x="5246997" y="106116"/>
                </a:lnTo>
                <a:lnTo>
                  <a:pt x="5246960" y="105190"/>
                </a:lnTo>
                <a:lnTo>
                  <a:pt x="5246935" y="104258"/>
                </a:lnTo>
                <a:lnTo>
                  <a:pt x="5246920" y="103320"/>
                </a:lnTo>
                <a:lnTo>
                  <a:pt x="5323213" y="103320"/>
                </a:lnTo>
                <a:lnTo>
                  <a:pt x="5323231" y="103230"/>
                </a:lnTo>
                <a:lnTo>
                  <a:pt x="5323249" y="103135"/>
                </a:lnTo>
                <a:lnTo>
                  <a:pt x="5323267" y="103035"/>
                </a:lnTo>
                <a:lnTo>
                  <a:pt x="5323284" y="102931"/>
                </a:lnTo>
                <a:lnTo>
                  <a:pt x="5323300" y="102822"/>
                </a:lnTo>
                <a:lnTo>
                  <a:pt x="5323316" y="102708"/>
                </a:lnTo>
                <a:lnTo>
                  <a:pt x="5323331" y="102590"/>
                </a:lnTo>
                <a:lnTo>
                  <a:pt x="5323346" y="102467"/>
                </a:lnTo>
                <a:lnTo>
                  <a:pt x="5323360" y="102339"/>
                </a:lnTo>
                <a:lnTo>
                  <a:pt x="5323373" y="102207"/>
                </a:lnTo>
                <a:lnTo>
                  <a:pt x="5323386" y="102070"/>
                </a:lnTo>
                <a:lnTo>
                  <a:pt x="5323398" y="101928"/>
                </a:lnTo>
                <a:lnTo>
                  <a:pt x="5323409" y="101782"/>
                </a:lnTo>
                <a:lnTo>
                  <a:pt x="5323420" y="101631"/>
                </a:lnTo>
                <a:lnTo>
                  <a:pt x="5323431" y="101475"/>
                </a:lnTo>
                <a:lnTo>
                  <a:pt x="5323441" y="101315"/>
                </a:lnTo>
                <a:lnTo>
                  <a:pt x="5323450" y="101150"/>
                </a:lnTo>
                <a:lnTo>
                  <a:pt x="5323458" y="100980"/>
                </a:lnTo>
                <a:lnTo>
                  <a:pt x="5323466" y="100806"/>
                </a:lnTo>
                <a:lnTo>
                  <a:pt x="5323474" y="100626"/>
                </a:lnTo>
                <a:lnTo>
                  <a:pt x="5323481" y="100443"/>
                </a:lnTo>
                <a:lnTo>
                  <a:pt x="5323487" y="100254"/>
                </a:lnTo>
                <a:lnTo>
                  <a:pt x="5323493" y="100061"/>
                </a:lnTo>
                <a:lnTo>
                  <a:pt x="5323498" y="99863"/>
                </a:lnTo>
                <a:lnTo>
                  <a:pt x="5323502" y="99664"/>
                </a:lnTo>
                <a:lnTo>
                  <a:pt x="5323507" y="99467"/>
                </a:lnTo>
                <a:lnTo>
                  <a:pt x="5323511" y="99272"/>
                </a:lnTo>
                <a:lnTo>
                  <a:pt x="5323515" y="99079"/>
                </a:lnTo>
                <a:lnTo>
                  <a:pt x="5323519" y="98889"/>
                </a:lnTo>
                <a:lnTo>
                  <a:pt x="5323523" y="98701"/>
                </a:lnTo>
                <a:lnTo>
                  <a:pt x="5323526" y="98515"/>
                </a:lnTo>
                <a:lnTo>
                  <a:pt x="5323529" y="98331"/>
                </a:lnTo>
                <a:lnTo>
                  <a:pt x="5323532" y="98150"/>
                </a:lnTo>
                <a:lnTo>
                  <a:pt x="5323535" y="97971"/>
                </a:lnTo>
                <a:lnTo>
                  <a:pt x="5323538" y="97794"/>
                </a:lnTo>
                <a:lnTo>
                  <a:pt x="5323540" y="97619"/>
                </a:lnTo>
                <a:lnTo>
                  <a:pt x="5323543" y="97446"/>
                </a:lnTo>
                <a:lnTo>
                  <a:pt x="5323545" y="97276"/>
                </a:lnTo>
                <a:lnTo>
                  <a:pt x="5323547" y="97108"/>
                </a:lnTo>
                <a:lnTo>
                  <a:pt x="5323548" y="96943"/>
                </a:lnTo>
                <a:lnTo>
                  <a:pt x="5323550" y="96779"/>
                </a:lnTo>
                <a:lnTo>
                  <a:pt x="5323551" y="96618"/>
                </a:lnTo>
                <a:lnTo>
                  <a:pt x="5323552" y="96459"/>
                </a:lnTo>
                <a:lnTo>
                  <a:pt x="5323553" y="96302"/>
                </a:lnTo>
                <a:lnTo>
                  <a:pt x="5323554" y="96147"/>
                </a:lnTo>
                <a:lnTo>
                  <a:pt x="5323554" y="95995"/>
                </a:lnTo>
                <a:lnTo>
                  <a:pt x="5323555" y="95845"/>
                </a:lnTo>
                <a:lnTo>
                  <a:pt x="5323555" y="95697"/>
                </a:lnTo>
                <a:lnTo>
                  <a:pt x="5323533" y="93520"/>
                </a:lnTo>
                <a:lnTo>
                  <a:pt x="5323468" y="91385"/>
                </a:lnTo>
                <a:lnTo>
                  <a:pt x="5323360" y="89293"/>
                </a:lnTo>
                <a:lnTo>
                  <a:pt x="5323209" y="87244"/>
                </a:lnTo>
                <a:lnTo>
                  <a:pt x="5323015" y="85238"/>
                </a:lnTo>
                <a:lnTo>
                  <a:pt x="5322778" y="83274"/>
                </a:lnTo>
                <a:lnTo>
                  <a:pt x="5322497" y="81353"/>
                </a:lnTo>
                <a:lnTo>
                  <a:pt x="5322174" y="79475"/>
                </a:lnTo>
                <a:lnTo>
                  <a:pt x="5321807" y="77640"/>
                </a:lnTo>
                <a:lnTo>
                  <a:pt x="5321397" y="75847"/>
                </a:lnTo>
                <a:lnTo>
                  <a:pt x="5320943" y="74097"/>
                </a:lnTo>
                <a:lnTo>
                  <a:pt x="5320447" y="72390"/>
                </a:lnTo>
                <a:lnTo>
                  <a:pt x="5319908" y="70726"/>
                </a:lnTo>
                <a:lnTo>
                  <a:pt x="5319325" y="69105"/>
                </a:lnTo>
                <a:lnTo>
                  <a:pt x="5318699" y="67526"/>
                </a:lnTo>
                <a:lnTo>
                  <a:pt x="5318030" y="65990"/>
                </a:lnTo>
                <a:lnTo>
                  <a:pt x="5317318" y="64497"/>
                </a:lnTo>
                <a:lnTo>
                  <a:pt x="5316563" y="63046"/>
                </a:lnTo>
                <a:lnTo>
                  <a:pt x="5315764" y="61638"/>
                </a:lnTo>
                <a:lnTo>
                  <a:pt x="5314922" y="60274"/>
                </a:lnTo>
                <a:lnTo>
                  <a:pt x="5314038" y="58951"/>
                </a:lnTo>
                <a:lnTo>
                  <a:pt x="5313110" y="57672"/>
                </a:lnTo>
                <a:lnTo>
                  <a:pt x="5312139" y="56435"/>
                </a:lnTo>
                <a:lnTo>
                  <a:pt x="5311124" y="55242"/>
                </a:lnTo>
                <a:lnTo>
                  <a:pt x="5310072" y="54093"/>
                </a:lnTo>
                <a:lnTo>
                  <a:pt x="5308986" y="52994"/>
                </a:lnTo>
                <a:lnTo>
                  <a:pt x="5307867" y="51943"/>
                </a:lnTo>
                <a:lnTo>
                  <a:pt x="5306715" y="50941"/>
                </a:lnTo>
                <a:lnTo>
                  <a:pt x="5305529" y="49989"/>
                </a:lnTo>
                <a:lnTo>
                  <a:pt x="5304310" y="49085"/>
                </a:lnTo>
                <a:lnTo>
                  <a:pt x="5303058" y="48229"/>
                </a:lnTo>
                <a:lnTo>
                  <a:pt x="5301773" y="47423"/>
                </a:lnTo>
                <a:lnTo>
                  <a:pt x="5300454" y="46666"/>
                </a:lnTo>
                <a:lnTo>
                  <a:pt x="5299103" y="45957"/>
                </a:lnTo>
                <a:lnTo>
                  <a:pt x="5297718" y="45297"/>
                </a:lnTo>
                <a:lnTo>
                  <a:pt x="5296299" y="44687"/>
                </a:lnTo>
                <a:lnTo>
                  <a:pt x="5294848" y="44125"/>
                </a:lnTo>
                <a:lnTo>
                  <a:pt x="5293363" y="43612"/>
                </a:lnTo>
                <a:lnTo>
                  <a:pt x="5291844" y="43147"/>
                </a:lnTo>
                <a:lnTo>
                  <a:pt x="5290293" y="42732"/>
                </a:lnTo>
                <a:lnTo>
                  <a:pt x="5288708" y="42366"/>
                </a:lnTo>
                <a:lnTo>
                  <a:pt x="5287090" y="42048"/>
                </a:lnTo>
                <a:lnTo>
                  <a:pt x="5285439" y="41779"/>
                </a:lnTo>
                <a:lnTo>
                  <a:pt x="5283755" y="41559"/>
                </a:lnTo>
                <a:lnTo>
                  <a:pt x="5282037" y="41388"/>
                </a:lnTo>
                <a:lnTo>
                  <a:pt x="5280286" y="41266"/>
                </a:lnTo>
                <a:lnTo>
                  <a:pt x="5278502" y="41193"/>
                </a:lnTo>
                <a:lnTo>
                  <a:pt x="5276684" y="41168"/>
                </a:lnTo>
                <a:lnTo>
                  <a:pt x="5275325" y="41181"/>
                </a:lnTo>
                <a:lnTo>
                  <a:pt x="5273986" y="41221"/>
                </a:lnTo>
                <a:lnTo>
                  <a:pt x="5272665" y="41286"/>
                </a:lnTo>
                <a:lnTo>
                  <a:pt x="5271364" y="41377"/>
                </a:lnTo>
                <a:lnTo>
                  <a:pt x="5270082" y="41495"/>
                </a:lnTo>
                <a:lnTo>
                  <a:pt x="5268819" y="41638"/>
                </a:lnTo>
                <a:lnTo>
                  <a:pt x="5267576" y="41808"/>
                </a:lnTo>
                <a:lnTo>
                  <a:pt x="5266351" y="42003"/>
                </a:lnTo>
                <a:lnTo>
                  <a:pt x="5265146" y="42225"/>
                </a:lnTo>
                <a:lnTo>
                  <a:pt x="5263960" y="42473"/>
                </a:lnTo>
                <a:lnTo>
                  <a:pt x="5262793" y="42747"/>
                </a:lnTo>
                <a:lnTo>
                  <a:pt x="5261645" y="43047"/>
                </a:lnTo>
                <a:lnTo>
                  <a:pt x="5260517" y="43374"/>
                </a:lnTo>
                <a:lnTo>
                  <a:pt x="5259408" y="43726"/>
                </a:lnTo>
                <a:lnTo>
                  <a:pt x="5258318" y="44104"/>
                </a:lnTo>
                <a:lnTo>
                  <a:pt x="5257247" y="44509"/>
                </a:lnTo>
                <a:lnTo>
                  <a:pt x="5256195" y="44939"/>
                </a:lnTo>
                <a:lnTo>
                  <a:pt x="5255163" y="45396"/>
                </a:lnTo>
                <a:lnTo>
                  <a:pt x="5254150" y="45879"/>
                </a:lnTo>
                <a:lnTo>
                  <a:pt x="5253156" y="46388"/>
                </a:lnTo>
                <a:lnTo>
                  <a:pt x="5252181" y="46923"/>
                </a:lnTo>
                <a:lnTo>
                  <a:pt x="5251225" y="47484"/>
                </a:lnTo>
                <a:lnTo>
                  <a:pt x="5250289" y="48071"/>
                </a:lnTo>
                <a:lnTo>
                  <a:pt x="5249372" y="48684"/>
                </a:lnTo>
                <a:lnTo>
                  <a:pt x="5248474" y="49321"/>
                </a:lnTo>
                <a:lnTo>
                  <a:pt x="5247595" y="49977"/>
                </a:lnTo>
                <a:lnTo>
                  <a:pt x="5246736" y="50654"/>
                </a:lnTo>
                <a:lnTo>
                  <a:pt x="5245895" y="51351"/>
                </a:lnTo>
                <a:lnTo>
                  <a:pt x="5245074" y="52068"/>
                </a:lnTo>
                <a:lnTo>
                  <a:pt x="5244272" y="52806"/>
                </a:lnTo>
                <a:lnTo>
                  <a:pt x="5243489" y="53563"/>
                </a:lnTo>
                <a:lnTo>
                  <a:pt x="5242726" y="54341"/>
                </a:lnTo>
                <a:lnTo>
                  <a:pt x="5241981" y="55139"/>
                </a:lnTo>
                <a:lnTo>
                  <a:pt x="5241256" y="55957"/>
                </a:lnTo>
                <a:lnTo>
                  <a:pt x="5240550" y="56795"/>
                </a:lnTo>
                <a:lnTo>
                  <a:pt x="5239864" y="57653"/>
                </a:lnTo>
                <a:lnTo>
                  <a:pt x="5239196" y="58532"/>
                </a:lnTo>
                <a:lnTo>
                  <a:pt x="5238548" y="59431"/>
                </a:lnTo>
                <a:lnTo>
                  <a:pt x="5237919" y="60350"/>
                </a:lnTo>
                <a:lnTo>
                  <a:pt x="5237309" y="61289"/>
                </a:lnTo>
                <a:lnTo>
                  <a:pt x="5236718" y="62248"/>
                </a:lnTo>
                <a:lnTo>
                  <a:pt x="5236147" y="63228"/>
                </a:lnTo>
                <a:lnTo>
                  <a:pt x="5235594" y="64227"/>
                </a:lnTo>
                <a:lnTo>
                  <a:pt x="5235061" y="65247"/>
                </a:lnTo>
                <a:lnTo>
                  <a:pt x="5234548" y="66287"/>
                </a:lnTo>
                <a:lnTo>
                  <a:pt x="5234053" y="67348"/>
                </a:lnTo>
                <a:lnTo>
                  <a:pt x="5233577" y="68428"/>
                </a:lnTo>
                <a:lnTo>
                  <a:pt x="5233121" y="69529"/>
                </a:lnTo>
                <a:lnTo>
                  <a:pt x="5232684" y="70647"/>
                </a:lnTo>
                <a:lnTo>
                  <a:pt x="5232265" y="71779"/>
                </a:lnTo>
                <a:lnTo>
                  <a:pt x="5231865" y="72926"/>
                </a:lnTo>
                <a:lnTo>
                  <a:pt x="5231483" y="74087"/>
                </a:lnTo>
                <a:lnTo>
                  <a:pt x="5231120" y="75263"/>
                </a:lnTo>
                <a:lnTo>
                  <a:pt x="5230776" y="76453"/>
                </a:lnTo>
                <a:lnTo>
                  <a:pt x="5230451" y="77658"/>
                </a:lnTo>
                <a:lnTo>
                  <a:pt x="5230143" y="78878"/>
                </a:lnTo>
                <a:lnTo>
                  <a:pt x="5229855" y="80111"/>
                </a:lnTo>
                <a:lnTo>
                  <a:pt x="5229585" y="81360"/>
                </a:lnTo>
                <a:lnTo>
                  <a:pt x="5229334" y="82622"/>
                </a:lnTo>
                <a:lnTo>
                  <a:pt x="5229101" y="83899"/>
                </a:lnTo>
                <a:lnTo>
                  <a:pt x="5228887" y="85191"/>
                </a:lnTo>
                <a:lnTo>
                  <a:pt x="5228692" y="86497"/>
                </a:lnTo>
                <a:lnTo>
                  <a:pt x="5228515" y="87818"/>
                </a:lnTo>
                <a:lnTo>
                  <a:pt x="5228357" y="89153"/>
                </a:lnTo>
                <a:lnTo>
                  <a:pt x="5228217" y="90503"/>
                </a:lnTo>
                <a:lnTo>
                  <a:pt x="5228096" y="91867"/>
                </a:lnTo>
                <a:lnTo>
                  <a:pt x="5227994" y="93245"/>
                </a:lnTo>
                <a:lnTo>
                  <a:pt x="5227910" y="94638"/>
                </a:lnTo>
                <a:lnTo>
                  <a:pt x="5227845" y="96046"/>
                </a:lnTo>
                <a:lnTo>
                  <a:pt x="5227798" y="97468"/>
                </a:lnTo>
                <a:lnTo>
                  <a:pt x="5227771" y="98904"/>
                </a:lnTo>
                <a:lnTo>
                  <a:pt x="5227761" y="100355"/>
                </a:lnTo>
                <a:lnTo>
                  <a:pt x="5227771" y="101749"/>
                </a:lnTo>
                <a:lnTo>
                  <a:pt x="5227800" y="103130"/>
                </a:lnTo>
                <a:lnTo>
                  <a:pt x="5227848" y="104501"/>
                </a:lnTo>
                <a:lnTo>
                  <a:pt x="5227915" y="105859"/>
                </a:lnTo>
                <a:lnTo>
                  <a:pt x="5228001" y="107207"/>
                </a:lnTo>
                <a:lnTo>
                  <a:pt x="5228107" y="108542"/>
                </a:lnTo>
                <a:lnTo>
                  <a:pt x="5228232" y="109866"/>
                </a:lnTo>
                <a:lnTo>
                  <a:pt x="5228376" y="111178"/>
                </a:lnTo>
                <a:lnTo>
                  <a:pt x="5228539" y="112479"/>
                </a:lnTo>
                <a:lnTo>
                  <a:pt x="5228721" y="113768"/>
                </a:lnTo>
                <a:lnTo>
                  <a:pt x="5228923" y="115045"/>
                </a:lnTo>
                <a:lnTo>
                  <a:pt x="5229144" y="116311"/>
                </a:lnTo>
                <a:lnTo>
                  <a:pt x="5229384" y="117565"/>
                </a:lnTo>
                <a:lnTo>
                  <a:pt x="5229643" y="118807"/>
                </a:lnTo>
                <a:lnTo>
                  <a:pt x="5229922" y="120038"/>
                </a:lnTo>
                <a:lnTo>
                  <a:pt x="5230219" y="121258"/>
                </a:lnTo>
                <a:lnTo>
                  <a:pt x="5230536" y="122465"/>
                </a:lnTo>
                <a:lnTo>
                  <a:pt x="5230872" y="123661"/>
                </a:lnTo>
                <a:lnTo>
                  <a:pt x="5231228" y="124846"/>
                </a:lnTo>
                <a:lnTo>
                  <a:pt x="5231602" y="126018"/>
                </a:lnTo>
                <a:lnTo>
                  <a:pt x="5231996" y="127180"/>
                </a:lnTo>
                <a:lnTo>
                  <a:pt x="5232409" y="128329"/>
                </a:lnTo>
                <a:lnTo>
                  <a:pt x="5232841" y="129467"/>
                </a:lnTo>
                <a:lnTo>
                  <a:pt x="5233292" y="130593"/>
                </a:lnTo>
                <a:lnTo>
                  <a:pt x="5233763" y="131704"/>
                </a:lnTo>
                <a:lnTo>
                  <a:pt x="5234254" y="132795"/>
                </a:lnTo>
                <a:lnTo>
                  <a:pt x="5234765" y="133866"/>
                </a:lnTo>
                <a:lnTo>
                  <a:pt x="5235296" y="134918"/>
                </a:lnTo>
                <a:lnTo>
                  <a:pt x="5235847" y="135950"/>
                </a:lnTo>
                <a:lnTo>
                  <a:pt x="5236418" y="136963"/>
                </a:lnTo>
                <a:lnTo>
                  <a:pt x="5237008" y="137956"/>
                </a:lnTo>
                <a:lnTo>
                  <a:pt x="5237619" y="138929"/>
                </a:lnTo>
                <a:lnTo>
                  <a:pt x="5238250" y="139883"/>
                </a:lnTo>
                <a:lnTo>
                  <a:pt x="5238901" y="140818"/>
                </a:lnTo>
                <a:lnTo>
                  <a:pt x="5239572" y="141733"/>
                </a:lnTo>
                <a:lnTo>
                  <a:pt x="5240263" y="142628"/>
                </a:lnTo>
                <a:lnTo>
                  <a:pt x="5240974" y="143504"/>
                </a:lnTo>
                <a:lnTo>
                  <a:pt x="5241705" y="144360"/>
                </a:lnTo>
                <a:lnTo>
                  <a:pt x="5242455" y="145197"/>
                </a:lnTo>
                <a:lnTo>
                  <a:pt x="5243226" y="146014"/>
                </a:lnTo>
                <a:lnTo>
                  <a:pt x="5244017" y="146812"/>
                </a:lnTo>
                <a:lnTo>
                  <a:pt x="5244828" y="147590"/>
                </a:lnTo>
                <a:lnTo>
                  <a:pt x="5245659" y="148348"/>
                </a:lnTo>
                <a:lnTo>
                  <a:pt x="5246510" y="149087"/>
                </a:lnTo>
                <a:lnTo>
                  <a:pt x="5247381" y="149807"/>
                </a:lnTo>
                <a:lnTo>
                  <a:pt x="5248271" y="150506"/>
                </a:lnTo>
                <a:lnTo>
                  <a:pt x="5249182" y="151187"/>
                </a:lnTo>
                <a:lnTo>
                  <a:pt x="5250113" y="151848"/>
                </a:lnTo>
                <a:lnTo>
                  <a:pt x="5251064" y="152485"/>
                </a:lnTo>
                <a:lnTo>
                  <a:pt x="5252037" y="153095"/>
                </a:lnTo>
                <a:lnTo>
                  <a:pt x="5253030" y="153678"/>
                </a:lnTo>
                <a:lnTo>
                  <a:pt x="5254044" y="154233"/>
                </a:lnTo>
                <a:lnTo>
                  <a:pt x="5255080" y="154762"/>
                </a:lnTo>
                <a:lnTo>
                  <a:pt x="5256136" y="155264"/>
                </a:lnTo>
                <a:lnTo>
                  <a:pt x="5257213" y="155738"/>
                </a:lnTo>
                <a:lnTo>
                  <a:pt x="5258311" y="156185"/>
                </a:lnTo>
                <a:lnTo>
                  <a:pt x="5259430" y="156606"/>
                </a:lnTo>
                <a:lnTo>
                  <a:pt x="5260571" y="156999"/>
                </a:lnTo>
                <a:lnTo>
                  <a:pt x="5261732" y="157365"/>
                </a:lnTo>
                <a:lnTo>
                  <a:pt x="5262914" y="157704"/>
                </a:lnTo>
                <a:lnTo>
                  <a:pt x="5264117" y="158015"/>
                </a:lnTo>
                <a:lnTo>
                  <a:pt x="5265341" y="158300"/>
                </a:lnTo>
                <a:lnTo>
                  <a:pt x="5266586" y="158558"/>
                </a:lnTo>
                <a:lnTo>
                  <a:pt x="5267853" y="158788"/>
                </a:lnTo>
                <a:lnTo>
                  <a:pt x="5269140" y="158991"/>
                </a:lnTo>
                <a:lnTo>
                  <a:pt x="5270448" y="159168"/>
                </a:lnTo>
                <a:lnTo>
                  <a:pt x="5271777" y="159317"/>
                </a:lnTo>
                <a:lnTo>
                  <a:pt x="5273127" y="159439"/>
                </a:lnTo>
                <a:lnTo>
                  <a:pt x="5274498" y="159534"/>
                </a:lnTo>
                <a:lnTo>
                  <a:pt x="5275890" y="159601"/>
                </a:lnTo>
                <a:lnTo>
                  <a:pt x="5277303" y="159642"/>
                </a:lnTo>
                <a:lnTo>
                  <a:pt x="5278737" y="159656"/>
                </a:lnTo>
                <a:lnTo>
                  <a:pt x="5279871" y="159647"/>
                </a:lnTo>
                <a:lnTo>
                  <a:pt x="5280992" y="159623"/>
                </a:lnTo>
                <a:lnTo>
                  <a:pt x="5282099" y="159581"/>
                </a:lnTo>
                <a:lnTo>
                  <a:pt x="5283194" y="159523"/>
                </a:lnTo>
                <a:lnTo>
                  <a:pt x="5284276" y="159449"/>
                </a:lnTo>
                <a:lnTo>
                  <a:pt x="5285344" y="159358"/>
                </a:lnTo>
                <a:close/>
                <a:moveTo>
                  <a:pt x="5248100" y="81669"/>
                </a:moveTo>
                <a:lnTo>
                  <a:pt x="5248351" y="80475"/>
                </a:lnTo>
                <a:lnTo>
                  <a:pt x="5248624" y="79308"/>
                </a:lnTo>
                <a:lnTo>
                  <a:pt x="5248918" y="78169"/>
                </a:lnTo>
                <a:lnTo>
                  <a:pt x="5249234" y="77056"/>
                </a:lnTo>
                <a:lnTo>
                  <a:pt x="5249570" y="75972"/>
                </a:lnTo>
                <a:lnTo>
                  <a:pt x="5249928" y="74914"/>
                </a:lnTo>
                <a:lnTo>
                  <a:pt x="5250307" y="73884"/>
                </a:lnTo>
                <a:lnTo>
                  <a:pt x="5250707" y="72882"/>
                </a:lnTo>
                <a:lnTo>
                  <a:pt x="5251128" y="71906"/>
                </a:lnTo>
                <a:lnTo>
                  <a:pt x="5251570" y="70958"/>
                </a:lnTo>
                <a:lnTo>
                  <a:pt x="5252034" y="70037"/>
                </a:lnTo>
                <a:lnTo>
                  <a:pt x="5252519" y="69144"/>
                </a:lnTo>
                <a:lnTo>
                  <a:pt x="5253025" y="68278"/>
                </a:lnTo>
                <a:lnTo>
                  <a:pt x="5253552" y="67439"/>
                </a:lnTo>
                <a:lnTo>
                  <a:pt x="5254100" y="66628"/>
                </a:lnTo>
                <a:lnTo>
                  <a:pt x="5254670" y="65844"/>
                </a:lnTo>
                <a:lnTo>
                  <a:pt x="5255260" y="65087"/>
                </a:lnTo>
                <a:lnTo>
                  <a:pt x="5255872" y="64358"/>
                </a:lnTo>
                <a:lnTo>
                  <a:pt x="5256505" y="63657"/>
                </a:lnTo>
                <a:lnTo>
                  <a:pt x="5257158" y="62985"/>
                </a:lnTo>
                <a:lnTo>
                  <a:pt x="5257831" y="62344"/>
                </a:lnTo>
                <a:lnTo>
                  <a:pt x="5258525" y="61732"/>
                </a:lnTo>
                <a:lnTo>
                  <a:pt x="5259239" y="61150"/>
                </a:lnTo>
                <a:lnTo>
                  <a:pt x="5259974" y="60599"/>
                </a:lnTo>
                <a:lnTo>
                  <a:pt x="5260729" y="60076"/>
                </a:lnTo>
                <a:lnTo>
                  <a:pt x="5261504" y="59584"/>
                </a:lnTo>
                <a:lnTo>
                  <a:pt x="5262300" y="59122"/>
                </a:lnTo>
                <a:lnTo>
                  <a:pt x="5263116" y="58689"/>
                </a:lnTo>
                <a:lnTo>
                  <a:pt x="5263953" y="58286"/>
                </a:lnTo>
                <a:lnTo>
                  <a:pt x="5264810" y="57913"/>
                </a:lnTo>
                <a:lnTo>
                  <a:pt x="5265687" y="57570"/>
                </a:lnTo>
                <a:lnTo>
                  <a:pt x="5266585" y="57257"/>
                </a:lnTo>
                <a:lnTo>
                  <a:pt x="5267503" y="56974"/>
                </a:lnTo>
                <a:lnTo>
                  <a:pt x="5268442" y="56720"/>
                </a:lnTo>
                <a:lnTo>
                  <a:pt x="5269401" y="56496"/>
                </a:lnTo>
                <a:lnTo>
                  <a:pt x="5270380" y="56302"/>
                </a:lnTo>
                <a:lnTo>
                  <a:pt x="5271380" y="56138"/>
                </a:lnTo>
                <a:lnTo>
                  <a:pt x="5272400" y="56004"/>
                </a:lnTo>
                <a:lnTo>
                  <a:pt x="5273440" y="55900"/>
                </a:lnTo>
                <a:lnTo>
                  <a:pt x="5274501" y="55825"/>
                </a:lnTo>
                <a:lnTo>
                  <a:pt x="5275583" y="55780"/>
                </a:lnTo>
                <a:lnTo>
                  <a:pt x="5276684" y="55765"/>
                </a:lnTo>
                <a:lnTo>
                  <a:pt x="5277767" y="55780"/>
                </a:lnTo>
                <a:lnTo>
                  <a:pt x="5278830" y="55826"/>
                </a:lnTo>
                <a:lnTo>
                  <a:pt x="5279872" y="55901"/>
                </a:lnTo>
                <a:lnTo>
                  <a:pt x="5280894" y="56006"/>
                </a:lnTo>
                <a:lnTo>
                  <a:pt x="5281896" y="56141"/>
                </a:lnTo>
                <a:lnTo>
                  <a:pt x="5282878" y="56306"/>
                </a:lnTo>
                <a:lnTo>
                  <a:pt x="5283840" y="56502"/>
                </a:lnTo>
                <a:lnTo>
                  <a:pt x="5284781" y="56727"/>
                </a:lnTo>
                <a:lnTo>
                  <a:pt x="5285702" y="56982"/>
                </a:lnTo>
                <a:lnTo>
                  <a:pt x="5286603" y="57268"/>
                </a:lnTo>
                <a:lnTo>
                  <a:pt x="5287484" y="57583"/>
                </a:lnTo>
                <a:lnTo>
                  <a:pt x="5288345" y="57929"/>
                </a:lnTo>
                <a:lnTo>
                  <a:pt x="5289185" y="58304"/>
                </a:lnTo>
                <a:lnTo>
                  <a:pt x="5290006" y="58710"/>
                </a:lnTo>
                <a:lnTo>
                  <a:pt x="5290806" y="59145"/>
                </a:lnTo>
                <a:lnTo>
                  <a:pt x="5291586" y="59611"/>
                </a:lnTo>
                <a:lnTo>
                  <a:pt x="5292345" y="60107"/>
                </a:lnTo>
                <a:lnTo>
                  <a:pt x="5293085" y="60633"/>
                </a:lnTo>
                <a:lnTo>
                  <a:pt x="5293804" y="61188"/>
                </a:lnTo>
                <a:lnTo>
                  <a:pt x="5294503" y="61774"/>
                </a:lnTo>
                <a:lnTo>
                  <a:pt x="5295182" y="62390"/>
                </a:lnTo>
                <a:lnTo>
                  <a:pt x="5295841" y="63036"/>
                </a:lnTo>
                <a:lnTo>
                  <a:pt x="5296479" y="63712"/>
                </a:lnTo>
                <a:lnTo>
                  <a:pt x="5297097" y="64418"/>
                </a:lnTo>
                <a:lnTo>
                  <a:pt x="5297694" y="65152"/>
                </a:lnTo>
                <a:lnTo>
                  <a:pt x="5298266" y="65913"/>
                </a:lnTo>
                <a:lnTo>
                  <a:pt x="5298813" y="66701"/>
                </a:lnTo>
                <a:lnTo>
                  <a:pt x="5299337" y="67515"/>
                </a:lnTo>
                <a:lnTo>
                  <a:pt x="5299837" y="68356"/>
                </a:lnTo>
                <a:lnTo>
                  <a:pt x="5300312" y="69223"/>
                </a:lnTo>
                <a:lnTo>
                  <a:pt x="5300763" y="70118"/>
                </a:lnTo>
                <a:lnTo>
                  <a:pt x="5301190" y="71039"/>
                </a:lnTo>
                <a:lnTo>
                  <a:pt x="5301593" y="71987"/>
                </a:lnTo>
                <a:lnTo>
                  <a:pt x="5301972" y="72961"/>
                </a:lnTo>
                <a:lnTo>
                  <a:pt x="5302326" y="73962"/>
                </a:lnTo>
                <a:lnTo>
                  <a:pt x="5302657" y="74990"/>
                </a:lnTo>
                <a:lnTo>
                  <a:pt x="5302963" y="76045"/>
                </a:lnTo>
                <a:lnTo>
                  <a:pt x="5303245" y="77126"/>
                </a:lnTo>
                <a:lnTo>
                  <a:pt x="5303503" y="78234"/>
                </a:lnTo>
                <a:lnTo>
                  <a:pt x="5303737" y="79369"/>
                </a:lnTo>
                <a:lnTo>
                  <a:pt x="5303947" y="80530"/>
                </a:lnTo>
                <a:lnTo>
                  <a:pt x="5304132" y="81718"/>
                </a:lnTo>
                <a:lnTo>
                  <a:pt x="5304294" y="82933"/>
                </a:lnTo>
                <a:lnTo>
                  <a:pt x="5304431" y="84174"/>
                </a:lnTo>
                <a:lnTo>
                  <a:pt x="5304544" y="85442"/>
                </a:lnTo>
                <a:lnTo>
                  <a:pt x="5304633" y="86737"/>
                </a:lnTo>
                <a:lnTo>
                  <a:pt x="5304698" y="88059"/>
                </a:lnTo>
                <a:lnTo>
                  <a:pt x="5304738" y="89407"/>
                </a:lnTo>
                <a:lnTo>
                  <a:pt x="5247034" y="89407"/>
                </a:lnTo>
                <a:lnTo>
                  <a:pt x="5247159" y="88049"/>
                </a:lnTo>
                <a:lnTo>
                  <a:pt x="5247304" y="86718"/>
                </a:lnTo>
                <a:lnTo>
                  <a:pt x="5247471" y="85415"/>
                </a:lnTo>
                <a:lnTo>
                  <a:pt x="5247660" y="84139"/>
                </a:lnTo>
                <a:lnTo>
                  <a:pt x="5247869" y="82890"/>
                </a:lnTo>
                <a:lnTo>
                  <a:pt x="5248100" y="81669"/>
                </a:lnTo>
                <a:close/>
                <a:moveTo>
                  <a:pt x="4989566" y="159056"/>
                </a:moveTo>
                <a:lnTo>
                  <a:pt x="4990778" y="158872"/>
                </a:lnTo>
                <a:lnTo>
                  <a:pt x="4991974" y="158664"/>
                </a:lnTo>
                <a:lnTo>
                  <a:pt x="4993154" y="158431"/>
                </a:lnTo>
                <a:lnTo>
                  <a:pt x="4994318" y="158174"/>
                </a:lnTo>
                <a:lnTo>
                  <a:pt x="4995466" y="157893"/>
                </a:lnTo>
                <a:lnTo>
                  <a:pt x="4996599" y="157586"/>
                </a:lnTo>
                <a:lnTo>
                  <a:pt x="4997715" y="157256"/>
                </a:lnTo>
                <a:lnTo>
                  <a:pt x="4998816" y="156901"/>
                </a:lnTo>
                <a:lnTo>
                  <a:pt x="4999901" y="156521"/>
                </a:lnTo>
                <a:lnTo>
                  <a:pt x="5000970" y="156117"/>
                </a:lnTo>
                <a:lnTo>
                  <a:pt x="5002023" y="155689"/>
                </a:lnTo>
                <a:lnTo>
                  <a:pt x="5003061" y="155236"/>
                </a:lnTo>
                <a:lnTo>
                  <a:pt x="5004082" y="154758"/>
                </a:lnTo>
                <a:lnTo>
                  <a:pt x="5005088" y="154256"/>
                </a:lnTo>
                <a:lnTo>
                  <a:pt x="5006078" y="153729"/>
                </a:lnTo>
                <a:lnTo>
                  <a:pt x="5007052" y="153179"/>
                </a:lnTo>
                <a:lnTo>
                  <a:pt x="5008010" y="152603"/>
                </a:lnTo>
                <a:lnTo>
                  <a:pt x="5008951" y="152005"/>
                </a:lnTo>
                <a:lnTo>
                  <a:pt x="5009874" y="151385"/>
                </a:lnTo>
                <a:lnTo>
                  <a:pt x="5010778" y="150743"/>
                </a:lnTo>
                <a:lnTo>
                  <a:pt x="5011663" y="150081"/>
                </a:lnTo>
                <a:lnTo>
                  <a:pt x="5012529" y="149397"/>
                </a:lnTo>
                <a:lnTo>
                  <a:pt x="5013377" y="148691"/>
                </a:lnTo>
                <a:lnTo>
                  <a:pt x="5014207" y="147964"/>
                </a:lnTo>
                <a:lnTo>
                  <a:pt x="5015018" y="147215"/>
                </a:lnTo>
                <a:lnTo>
                  <a:pt x="5015810" y="146446"/>
                </a:lnTo>
                <a:lnTo>
                  <a:pt x="5016583" y="145654"/>
                </a:lnTo>
                <a:lnTo>
                  <a:pt x="5017338" y="144841"/>
                </a:lnTo>
                <a:lnTo>
                  <a:pt x="5018074" y="144007"/>
                </a:lnTo>
                <a:lnTo>
                  <a:pt x="5018792" y="143152"/>
                </a:lnTo>
                <a:lnTo>
                  <a:pt x="5019491" y="142275"/>
                </a:lnTo>
                <a:lnTo>
                  <a:pt x="5020172" y="141376"/>
                </a:lnTo>
                <a:lnTo>
                  <a:pt x="5020834" y="140456"/>
                </a:lnTo>
                <a:lnTo>
                  <a:pt x="5021477" y="139515"/>
                </a:lnTo>
                <a:lnTo>
                  <a:pt x="5022101" y="138552"/>
                </a:lnTo>
                <a:lnTo>
                  <a:pt x="5022708" y="137568"/>
                </a:lnTo>
                <a:lnTo>
                  <a:pt x="5023295" y="136562"/>
                </a:lnTo>
                <a:lnTo>
                  <a:pt x="5023864" y="135535"/>
                </a:lnTo>
                <a:lnTo>
                  <a:pt x="5024414" y="134487"/>
                </a:lnTo>
                <a:lnTo>
                  <a:pt x="5024946" y="133417"/>
                </a:lnTo>
                <a:lnTo>
                  <a:pt x="5025459" y="132325"/>
                </a:lnTo>
                <a:lnTo>
                  <a:pt x="5025952" y="131214"/>
                </a:lnTo>
                <a:lnTo>
                  <a:pt x="5026424" y="130086"/>
                </a:lnTo>
                <a:lnTo>
                  <a:pt x="5026875" y="128939"/>
                </a:lnTo>
                <a:lnTo>
                  <a:pt x="5027305" y="127775"/>
                </a:lnTo>
                <a:lnTo>
                  <a:pt x="5027715" y="126593"/>
                </a:lnTo>
                <a:lnTo>
                  <a:pt x="5028103" y="125393"/>
                </a:lnTo>
                <a:lnTo>
                  <a:pt x="5028470" y="124176"/>
                </a:lnTo>
                <a:lnTo>
                  <a:pt x="5028816" y="122941"/>
                </a:lnTo>
                <a:lnTo>
                  <a:pt x="5029142" y="121688"/>
                </a:lnTo>
                <a:lnTo>
                  <a:pt x="5029446" y="120417"/>
                </a:lnTo>
                <a:lnTo>
                  <a:pt x="5029729" y="119129"/>
                </a:lnTo>
                <a:lnTo>
                  <a:pt x="5029992" y="117823"/>
                </a:lnTo>
                <a:lnTo>
                  <a:pt x="5030233" y="116499"/>
                </a:lnTo>
                <a:lnTo>
                  <a:pt x="5030453" y="115157"/>
                </a:lnTo>
                <a:lnTo>
                  <a:pt x="5030653" y="113798"/>
                </a:lnTo>
                <a:lnTo>
                  <a:pt x="5030831" y="112421"/>
                </a:lnTo>
                <a:lnTo>
                  <a:pt x="5030988" y="111026"/>
                </a:lnTo>
                <a:lnTo>
                  <a:pt x="5031125" y="109613"/>
                </a:lnTo>
                <a:lnTo>
                  <a:pt x="5031240" y="108183"/>
                </a:lnTo>
                <a:lnTo>
                  <a:pt x="5031335" y="106735"/>
                </a:lnTo>
                <a:lnTo>
                  <a:pt x="5031408" y="105269"/>
                </a:lnTo>
                <a:lnTo>
                  <a:pt x="5031461" y="103785"/>
                </a:lnTo>
                <a:lnTo>
                  <a:pt x="5031492" y="102284"/>
                </a:lnTo>
                <a:lnTo>
                  <a:pt x="5031503" y="100765"/>
                </a:lnTo>
                <a:lnTo>
                  <a:pt x="5031492" y="99226"/>
                </a:lnTo>
                <a:lnTo>
                  <a:pt x="5031461" y="97705"/>
                </a:lnTo>
                <a:lnTo>
                  <a:pt x="5031408" y="96203"/>
                </a:lnTo>
                <a:lnTo>
                  <a:pt x="5031335" y="94719"/>
                </a:lnTo>
                <a:lnTo>
                  <a:pt x="5031240" y="93253"/>
                </a:lnTo>
                <a:lnTo>
                  <a:pt x="5031125" y="91805"/>
                </a:lnTo>
                <a:lnTo>
                  <a:pt x="5030988" y="90375"/>
                </a:lnTo>
                <a:lnTo>
                  <a:pt x="5030831" y="88964"/>
                </a:lnTo>
                <a:lnTo>
                  <a:pt x="5030653" y="87570"/>
                </a:lnTo>
                <a:lnTo>
                  <a:pt x="5030453" y="86195"/>
                </a:lnTo>
                <a:lnTo>
                  <a:pt x="5030233" y="84838"/>
                </a:lnTo>
                <a:lnTo>
                  <a:pt x="5029992" y="83499"/>
                </a:lnTo>
                <a:lnTo>
                  <a:pt x="5029729" y="82179"/>
                </a:lnTo>
                <a:lnTo>
                  <a:pt x="5029446" y="80876"/>
                </a:lnTo>
                <a:lnTo>
                  <a:pt x="5029142" y="79592"/>
                </a:lnTo>
                <a:lnTo>
                  <a:pt x="5028816" y="78326"/>
                </a:lnTo>
                <a:lnTo>
                  <a:pt x="5028470" y="77078"/>
                </a:lnTo>
                <a:lnTo>
                  <a:pt x="5028103" y="75848"/>
                </a:lnTo>
                <a:lnTo>
                  <a:pt x="5027715" y="74637"/>
                </a:lnTo>
                <a:lnTo>
                  <a:pt x="5027305" y="73443"/>
                </a:lnTo>
                <a:lnTo>
                  <a:pt x="5026875" y="72268"/>
                </a:lnTo>
                <a:lnTo>
                  <a:pt x="5026424" y="71111"/>
                </a:lnTo>
                <a:lnTo>
                  <a:pt x="5025952" y="69972"/>
                </a:lnTo>
                <a:lnTo>
                  <a:pt x="5025459" y="68852"/>
                </a:lnTo>
                <a:lnTo>
                  <a:pt x="5024946" y="67750"/>
                </a:lnTo>
                <a:lnTo>
                  <a:pt x="5024414" y="66671"/>
                </a:lnTo>
                <a:lnTo>
                  <a:pt x="5023864" y="65612"/>
                </a:lnTo>
                <a:lnTo>
                  <a:pt x="5023295" y="64575"/>
                </a:lnTo>
                <a:lnTo>
                  <a:pt x="5022708" y="63560"/>
                </a:lnTo>
                <a:lnTo>
                  <a:pt x="5022101" y="62566"/>
                </a:lnTo>
                <a:lnTo>
                  <a:pt x="5021477" y="61593"/>
                </a:lnTo>
                <a:lnTo>
                  <a:pt x="5020834" y="60642"/>
                </a:lnTo>
                <a:lnTo>
                  <a:pt x="5020172" y="59713"/>
                </a:lnTo>
                <a:lnTo>
                  <a:pt x="5019491" y="58804"/>
                </a:lnTo>
                <a:lnTo>
                  <a:pt x="5018792" y="57917"/>
                </a:lnTo>
                <a:lnTo>
                  <a:pt x="5018074" y="57052"/>
                </a:lnTo>
                <a:lnTo>
                  <a:pt x="5017338" y="56208"/>
                </a:lnTo>
                <a:lnTo>
                  <a:pt x="5016583" y="55385"/>
                </a:lnTo>
                <a:lnTo>
                  <a:pt x="5015810" y="54584"/>
                </a:lnTo>
                <a:lnTo>
                  <a:pt x="5015018" y="53805"/>
                </a:lnTo>
                <a:lnTo>
                  <a:pt x="5014207" y="53046"/>
                </a:lnTo>
                <a:lnTo>
                  <a:pt x="5013377" y="52310"/>
                </a:lnTo>
                <a:lnTo>
                  <a:pt x="5012529" y="51594"/>
                </a:lnTo>
                <a:lnTo>
                  <a:pt x="5011663" y="50900"/>
                </a:lnTo>
                <a:lnTo>
                  <a:pt x="5010778" y="50228"/>
                </a:lnTo>
                <a:lnTo>
                  <a:pt x="5009874" y="49577"/>
                </a:lnTo>
                <a:lnTo>
                  <a:pt x="5008951" y="48947"/>
                </a:lnTo>
                <a:lnTo>
                  <a:pt x="5008010" y="48339"/>
                </a:lnTo>
                <a:lnTo>
                  <a:pt x="5007052" y="47754"/>
                </a:lnTo>
                <a:lnTo>
                  <a:pt x="5006078" y="47193"/>
                </a:lnTo>
                <a:lnTo>
                  <a:pt x="5005088" y="46658"/>
                </a:lnTo>
                <a:lnTo>
                  <a:pt x="5004082" y="46148"/>
                </a:lnTo>
                <a:lnTo>
                  <a:pt x="5003061" y="45662"/>
                </a:lnTo>
                <a:lnTo>
                  <a:pt x="5002023" y="45202"/>
                </a:lnTo>
                <a:lnTo>
                  <a:pt x="5000970" y="44766"/>
                </a:lnTo>
                <a:lnTo>
                  <a:pt x="4999901" y="44355"/>
                </a:lnTo>
                <a:lnTo>
                  <a:pt x="4998816" y="43969"/>
                </a:lnTo>
                <a:lnTo>
                  <a:pt x="4997715" y="43608"/>
                </a:lnTo>
                <a:lnTo>
                  <a:pt x="4996599" y="43272"/>
                </a:lnTo>
                <a:lnTo>
                  <a:pt x="4995466" y="42961"/>
                </a:lnTo>
                <a:lnTo>
                  <a:pt x="4994318" y="42675"/>
                </a:lnTo>
                <a:lnTo>
                  <a:pt x="4993154" y="42413"/>
                </a:lnTo>
                <a:lnTo>
                  <a:pt x="4991974" y="42177"/>
                </a:lnTo>
                <a:lnTo>
                  <a:pt x="4990778" y="41965"/>
                </a:lnTo>
                <a:lnTo>
                  <a:pt x="4989566" y="41778"/>
                </a:lnTo>
                <a:lnTo>
                  <a:pt x="4988339" y="41616"/>
                </a:lnTo>
                <a:lnTo>
                  <a:pt x="4987095" y="41480"/>
                </a:lnTo>
                <a:lnTo>
                  <a:pt x="4985836" y="41368"/>
                </a:lnTo>
                <a:lnTo>
                  <a:pt x="4984561" y="41280"/>
                </a:lnTo>
                <a:lnTo>
                  <a:pt x="4983270" y="41218"/>
                </a:lnTo>
                <a:lnTo>
                  <a:pt x="4981963" y="41181"/>
                </a:lnTo>
                <a:lnTo>
                  <a:pt x="4980641" y="41168"/>
                </a:lnTo>
                <a:lnTo>
                  <a:pt x="4979347" y="41181"/>
                </a:lnTo>
                <a:lnTo>
                  <a:pt x="4978069" y="41218"/>
                </a:lnTo>
                <a:lnTo>
                  <a:pt x="4976806" y="41280"/>
                </a:lnTo>
                <a:lnTo>
                  <a:pt x="4975560" y="41368"/>
                </a:lnTo>
                <a:lnTo>
                  <a:pt x="4974329" y="41480"/>
                </a:lnTo>
                <a:lnTo>
                  <a:pt x="4973114" y="41616"/>
                </a:lnTo>
                <a:lnTo>
                  <a:pt x="4971915" y="41778"/>
                </a:lnTo>
                <a:lnTo>
                  <a:pt x="4970732" y="41965"/>
                </a:lnTo>
                <a:lnTo>
                  <a:pt x="4969565" y="42177"/>
                </a:lnTo>
                <a:lnTo>
                  <a:pt x="4968413" y="42413"/>
                </a:lnTo>
                <a:lnTo>
                  <a:pt x="4967278" y="42675"/>
                </a:lnTo>
                <a:lnTo>
                  <a:pt x="4966158" y="42961"/>
                </a:lnTo>
                <a:lnTo>
                  <a:pt x="4965054" y="43272"/>
                </a:lnTo>
                <a:lnTo>
                  <a:pt x="4963966" y="43608"/>
                </a:lnTo>
                <a:lnTo>
                  <a:pt x="4962893" y="43969"/>
                </a:lnTo>
                <a:lnTo>
                  <a:pt x="4961837" y="44355"/>
                </a:lnTo>
                <a:lnTo>
                  <a:pt x="4960796" y="44766"/>
                </a:lnTo>
                <a:lnTo>
                  <a:pt x="4959772" y="45202"/>
                </a:lnTo>
                <a:lnTo>
                  <a:pt x="4958763" y="45662"/>
                </a:lnTo>
                <a:lnTo>
                  <a:pt x="4957770" y="46148"/>
                </a:lnTo>
                <a:lnTo>
                  <a:pt x="4956792" y="46658"/>
                </a:lnTo>
                <a:lnTo>
                  <a:pt x="4955831" y="47193"/>
                </a:lnTo>
                <a:lnTo>
                  <a:pt x="4954885" y="47754"/>
                </a:lnTo>
                <a:lnTo>
                  <a:pt x="4953956" y="48339"/>
                </a:lnTo>
                <a:lnTo>
                  <a:pt x="4953043" y="48947"/>
                </a:lnTo>
                <a:lnTo>
                  <a:pt x="4952148" y="49577"/>
                </a:lnTo>
                <a:lnTo>
                  <a:pt x="4951271" y="50228"/>
                </a:lnTo>
                <a:lnTo>
                  <a:pt x="4950412" y="50900"/>
                </a:lnTo>
                <a:lnTo>
                  <a:pt x="4949572" y="51594"/>
                </a:lnTo>
                <a:lnTo>
                  <a:pt x="4948749" y="52310"/>
                </a:lnTo>
                <a:lnTo>
                  <a:pt x="4947944" y="53046"/>
                </a:lnTo>
                <a:lnTo>
                  <a:pt x="4947158" y="53805"/>
                </a:lnTo>
                <a:lnTo>
                  <a:pt x="4946389" y="54584"/>
                </a:lnTo>
                <a:lnTo>
                  <a:pt x="4945638" y="55385"/>
                </a:lnTo>
                <a:lnTo>
                  <a:pt x="4944906" y="56208"/>
                </a:lnTo>
                <a:lnTo>
                  <a:pt x="4944191" y="57052"/>
                </a:lnTo>
                <a:lnTo>
                  <a:pt x="4943494" y="57917"/>
                </a:lnTo>
                <a:lnTo>
                  <a:pt x="4942816" y="58804"/>
                </a:lnTo>
                <a:lnTo>
                  <a:pt x="4942155" y="59713"/>
                </a:lnTo>
                <a:lnTo>
                  <a:pt x="4941513" y="60642"/>
                </a:lnTo>
                <a:lnTo>
                  <a:pt x="4940888" y="61593"/>
                </a:lnTo>
                <a:lnTo>
                  <a:pt x="4940281" y="62566"/>
                </a:lnTo>
                <a:lnTo>
                  <a:pt x="4939693" y="63560"/>
                </a:lnTo>
                <a:lnTo>
                  <a:pt x="4939122" y="64575"/>
                </a:lnTo>
                <a:lnTo>
                  <a:pt x="4938570" y="65612"/>
                </a:lnTo>
                <a:lnTo>
                  <a:pt x="4938036" y="66671"/>
                </a:lnTo>
                <a:lnTo>
                  <a:pt x="4937519" y="67750"/>
                </a:lnTo>
                <a:lnTo>
                  <a:pt x="4937021" y="68852"/>
                </a:lnTo>
                <a:lnTo>
                  <a:pt x="4936541" y="69972"/>
                </a:lnTo>
                <a:lnTo>
                  <a:pt x="4936083" y="71111"/>
                </a:lnTo>
                <a:lnTo>
                  <a:pt x="4935644" y="72268"/>
                </a:lnTo>
                <a:lnTo>
                  <a:pt x="4935226" y="73443"/>
                </a:lnTo>
                <a:lnTo>
                  <a:pt x="4934828" y="74637"/>
                </a:lnTo>
                <a:lnTo>
                  <a:pt x="4934451" y="75848"/>
                </a:lnTo>
                <a:lnTo>
                  <a:pt x="4934094" y="77078"/>
                </a:lnTo>
                <a:lnTo>
                  <a:pt x="4933758" y="78326"/>
                </a:lnTo>
                <a:lnTo>
                  <a:pt x="4933442" y="79592"/>
                </a:lnTo>
                <a:lnTo>
                  <a:pt x="4933146" y="80876"/>
                </a:lnTo>
                <a:lnTo>
                  <a:pt x="4932871" y="82179"/>
                </a:lnTo>
                <a:lnTo>
                  <a:pt x="4932616" y="83499"/>
                </a:lnTo>
                <a:lnTo>
                  <a:pt x="4932381" y="84838"/>
                </a:lnTo>
                <a:lnTo>
                  <a:pt x="4932167" y="86195"/>
                </a:lnTo>
                <a:lnTo>
                  <a:pt x="4931974" y="87570"/>
                </a:lnTo>
                <a:lnTo>
                  <a:pt x="4931800" y="88964"/>
                </a:lnTo>
                <a:lnTo>
                  <a:pt x="4931647" y="90375"/>
                </a:lnTo>
                <a:lnTo>
                  <a:pt x="4931515" y="91805"/>
                </a:lnTo>
                <a:lnTo>
                  <a:pt x="4931403" y="93253"/>
                </a:lnTo>
                <a:lnTo>
                  <a:pt x="4931311" y="94719"/>
                </a:lnTo>
                <a:lnTo>
                  <a:pt x="4931239" y="96203"/>
                </a:lnTo>
                <a:lnTo>
                  <a:pt x="4931188" y="97705"/>
                </a:lnTo>
                <a:lnTo>
                  <a:pt x="4931158" y="99226"/>
                </a:lnTo>
                <a:lnTo>
                  <a:pt x="4931148" y="100765"/>
                </a:lnTo>
                <a:lnTo>
                  <a:pt x="4931158" y="102284"/>
                </a:lnTo>
                <a:lnTo>
                  <a:pt x="4931188" y="103785"/>
                </a:lnTo>
                <a:lnTo>
                  <a:pt x="4931239" y="105269"/>
                </a:lnTo>
                <a:lnTo>
                  <a:pt x="4931311" y="106735"/>
                </a:lnTo>
                <a:lnTo>
                  <a:pt x="4931403" y="108183"/>
                </a:lnTo>
                <a:lnTo>
                  <a:pt x="4931515" y="109613"/>
                </a:lnTo>
                <a:lnTo>
                  <a:pt x="4931647" y="111026"/>
                </a:lnTo>
                <a:lnTo>
                  <a:pt x="4931800" y="112421"/>
                </a:lnTo>
                <a:lnTo>
                  <a:pt x="4931974" y="113798"/>
                </a:lnTo>
                <a:lnTo>
                  <a:pt x="4932167" y="115157"/>
                </a:lnTo>
                <a:lnTo>
                  <a:pt x="4932381" y="116499"/>
                </a:lnTo>
                <a:lnTo>
                  <a:pt x="4932616" y="117823"/>
                </a:lnTo>
                <a:lnTo>
                  <a:pt x="4932871" y="119129"/>
                </a:lnTo>
                <a:lnTo>
                  <a:pt x="4933146" y="120417"/>
                </a:lnTo>
                <a:lnTo>
                  <a:pt x="4933442" y="121688"/>
                </a:lnTo>
                <a:lnTo>
                  <a:pt x="4933758" y="122941"/>
                </a:lnTo>
                <a:lnTo>
                  <a:pt x="4934094" y="124176"/>
                </a:lnTo>
                <a:lnTo>
                  <a:pt x="4934451" y="125393"/>
                </a:lnTo>
                <a:lnTo>
                  <a:pt x="4934828" y="126593"/>
                </a:lnTo>
                <a:lnTo>
                  <a:pt x="4935226" y="127775"/>
                </a:lnTo>
                <a:lnTo>
                  <a:pt x="4935644" y="128939"/>
                </a:lnTo>
                <a:lnTo>
                  <a:pt x="4936083" y="130086"/>
                </a:lnTo>
                <a:lnTo>
                  <a:pt x="4936541" y="131214"/>
                </a:lnTo>
                <a:lnTo>
                  <a:pt x="4937021" y="132325"/>
                </a:lnTo>
                <a:lnTo>
                  <a:pt x="4937519" y="133417"/>
                </a:lnTo>
                <a:lnTo>
                  <a:pt x="4938036" y="134487"/>
                </a:lnTo>
                <a:lnTo>
                  <a:pt x="4938570" y="135535"/>
                </a:lnTo>
                <a:lnTo>
                  <a:pt x="4939122" y="136562"/>
                </a:lnTo>
                <a:lnTo>
                  <a:pt x="4939693" y="137568"/>
                </a:lnTo>
                <a:lnTo>
                  <a:pt x="4940281" y="138552"/>
                </a:lnTo>
                <a:lnTo>
                  <a:pt x="4940888" y="139515"/>
                </a:lnTo>
                <a:lnTo>
                  <a:pt x="4941513" y="140456"/>
                </a:lnTo>
                <a:lnTo>
                  <a:pt x="4942155" y="141376"/>
                </a:lnTo>
                <a:lnTo>
                  <a:pt x="4942816" y="142275"/>
                </a:lnTo>
                <a:lnTo>
                  <a:pt x="4943494" y="143152"/>
                </a:lnTo>
                <a:lnTo>
                  <a:pt x="4944191" y="144007"/>
                </a:lnTo>
                <a:lnTo>
                  <a:pt x="4944906" y="144841"/>
                </a:lnTo>
                <a:lnTo>
                  <a:pt x="4945638" y="145654"/>
                </a:lnTo>
                <a:lnTo>
                  <a:pt x="4946389" y="146446"/>
                </a:lnTo>
                <a:lnTo>
                  <a:pt x="4947158" y="147215"/>
                </a:lnTo>
                <a:lnTo>
                  <a:pt x="4947944" y="147964"/>
                </a:lnTo>
                <a:lnTo>
                  <a:pt x="4948749" y="148691"/>
                </a:lnTo>
                <a:lnTo>
                  <a:pt x="4949572" y="149397"/>
                </a:lnTo>
                <a:lnTo>
                  <a:pt x="4950412" y="150081"/>
                </a:lnTo>
                <a:lnTo>
                  <a:pt x="4951271" y="150743"/>
                </a:lnTo>
                <a:lnTo>
                  <a:pt x="4952148" y="151385"/>
                </a:lnTo>
                <a:lnTo>
                  <a:pt x="4953043" y="152005"/>
                </a:lnTo>
                <a:lnTo>
                  <a:pt x="4953956" y="152603"/>
                </a:lnTo>
                <a:lnTo>
                  <a:pt x="4954885" y="153179"/>
                </a:lnTo>
                <a:lnTo>
                  <a:pt x="4955831" y="153729"/>
                </a:lnTo>
                <a:lnTo>
                  <a:pt x="4956792" y="154256"/>
                </a:lnTo>
                <a:lnTo>
                  <a:pt x="4957770" y="154758"/>
                </a:lnTo>
                <a:lnTo>
                  <a:pt x="4958763" y="155236"/>
                </a:lnTo>
                <a:lnTo>
                  <a:pt x="4959772" y="155689"/>
                </a:lnTo>
                <a:lnTo>
                  <a:pt x="4960796" y="156117"/>
                </a:lnTo>
                <a:lnTo>
                  <a:pt x="4961837" y="156521"/>
                </a:lnTo>
                <a:lnTo>
                  <a:pt x="4962893" y="156901"/>
                </a:lnTo>
                <a:lnTo>
                  <a:pt x="4963966" y="157256"/>
                </a:lnTo>
                <a:lnTo>
                  <a:pt x="4965054" y="157586"/>
                </a:lnTo>
                <a:lnTo>
                  <a:pt x="4966158" y="157893"/>
                </a:lnTo>
                <a:lnTo>
                  <a:pt x="4967278" y="158174"/>
                </a:lnTo>
                <a:lnTo>
                  <a:pt x="4968413" y="158431"/>
                </a:lnTo>
                <a:lnTo>
                  <a:pt x="4969565" y="158664"/>
                </a:lnTo>
                <a:lnTo>
                  <a:pt x="4970732" y="158872"/>
                </a:lnTo>
                <a:lnTo>
                  <a:pt x="4971915" y="159056"/>
                </a:lnTo>
                <a:lnTo>
                  <a:pt x="4973114" y="159215"/>
                </a:lnTo>
                <a:lnTo>
                  <a:pt x="4974329" y="159350"/>
                </a:lnTo>
                <a:lnTo>
                  <a:pt x="4975560" y="159460"/>
                </a:lnTo>
                <a:lnTo>
                  <a:pt x="4976806" y="159545"/>
                </a:lnTo>
                <a:lnTo>
                  <a:pt x="4978069" y="159607"/>
                </a:lnTo>
                <a:lnTo>
                  <a:pt x="4979347" y="159643"/>
                </a:lnTo>
                <a:lnTo>
                  <a:pt x="4980641" y="159656"/>
                </a:lnTo>
                <a:lnTo>
                  <a:pt x="4981963" y="159643"/>
                </a:lnTo>
                <a:lnTo>
                  <a:pt x="4983270" y="159607"/>
                </a:lnTo>
                <a:lnTo>
                  <a:pt x="4984561" y="159545"/>
                </a:lnTo>
                <a:lnTo>
                  <a:pt x="4985836" y="159460"/>
                </a:lnTo>
                <a:lnTo>
                  <a:pt x="4987095" y="159350"/>
                </a:lnTo>
                <a:lnTo>
                  <a:pt x="4988339" y="159215"/>
                </a:lnTo>
                <a:lnTo>
                  <a:pt x="4989566" y="159056"/>
                </a:lnTo>
                <a:close/>
                <a:moveTo>
                  <a:pt x="4974680" y="144117"/>
                </a:moveTo>
                <a:lnTo>
                  <a:pt x="4973887" y="143969"/>
                </a:lnTo>
                <a:lnTo>
                  <a:pt x="4973109" y="143801"/>
                </a:lnTo>
                <a:lnTo>
                  <a:pt x="4972345" y="143613"/>
                </a:lnTo>
                <a:lnTo>
                  <a:pt x="4971596" y="143405"/>
                </a:lnTo>
                <a:lnTo>
                  <a:pt x="4970862" y="143177"/>
                </a:lnTo>
                <a:lnTo>
                  <a:pt x="4970142" y="142929"/>
                </a:lnTo>
                <a:lnTo>
                  <a:pt x="4969437" y="142662"/>
                </a:lnTo>
                <a:lnTo>
                  <a:pt x="4968747" y="142375"/>
                </a:lnTo>
                <a:lnTo>
                  <a:pt x="4968071" y="142068"/>
                </a:lnTo>
                <a:lnTo>
                  <a:pt x="4967410" y="141742"/>
                </a:lnTo>
                <a:lnTo>
                  <a:pt x="4966764" y="141395"/>
                </a:lnTo>
                <a:lnTo>
                  <a:pt x="4966132" y="141029"/>
                </a:lnTo>
                <a:lnTo>
                  <a:pt x="4965515" y="140643"/>
                </a:lnTo>
                <a:lnTo>
                  <a:pt x="4964912" y="140237"/>
                </a:lnTo>
                <a:lnTo>
                  <a:pt x="4964324" y="139811"/>
                </a:lnTo>
                <a:lnTo>
                  <a:pt x="4963751" y="139366"/>
                </a:lnTo>
                <a:lnTo>
                  <a:pt x="4963193" y="138900"/>
                </a:lnTo>
                <a:lnTo>
                  <a:pt x="4962648" y="138418"/>
                </a:lnTo>
                <a:lnTo>
                  <a:pt x="4962116" y="137921"/>
                </a:lnTo>
                <a:lnTo>
                  <a:pt x="4961597" y="137409"/>
                </a:lnTo>
                <a:lnTo>
                  <a:pt x="4961091" y="136883"/>
                </a:lnTo>
                <a:lnTo>
                  <a:pt x="4960598" y="136343"/>
                </a:lnTo>
                <a:lnTo>
                  <a:pt x="4960117" y="135788"/>
                </a:lnTo>
                <a:lnTo>
                  <a:pt x="4959650" y="135219"/>
                </a:lnTo>
                <a:lnTo>
                  <a:pt x="4959195" y="134635"/>
                </a:lnTo>
                <a:lnTo>
                  <a:pt x="4958753" y="134037"/>
                </a:lnTo>
                <a:lnTo>
                  <a:pt x="4958324" y="133424"/>
                </a:lnTo>
                <a:lnTo>
                  <a:pt x="4957908" y="132797"/>
                </a:lnTo>
                <a:lnTo>
                  <a:pt x="4957505" y="132156"/>
                </a:lnTo>
                <a:lnTo>
                  <a:pt x="4957115" y="131500"/>
                </a:lnTo>
                <a:lnTo>
                  <a:pt x="4956737" y="130830"/>
                </a:lnTo>
                <a:lnTo>
                  <a:pt x="4956373" y="130145"/>
                </a:lnTo>
                <a:lnTo>
                  <a:pt x="4956021" y="129446"/>
                </a:lnTo>
                <a:lnTo>
                  <a:pt x="4955682" y="128733"/>
                </a:lnTo>
                <a:lnTo>
                  <a:pt x="4955356" y="128005"/>
                </a:lnTo>
                <a:lnTo>
                  <a:pt x="4955043" y="127262"/>
                </a:lnTo>
                <a:lnTo>
                  <a:pt x="4954743" y="126506"/>
                </a:lnTo>
                <a:lnTo>
                  <a:pt x="4954455" y="125734"/>
                </a:lnTo>
                <a:lnTo>
                  <a:pt x="4954181" y="124949"/>
                </a:lnTo>
                <a:lnTo>
                  <a:pt x="4953919" y="124149"/>
                </a:lnTo>
                <a:lnTo>
                  <a:pt x="4953670" y="123334"/>
                </a:lnTo>
                <a:lnTo>
                  <a:pt x="4953433" y="122508"/>
                </a:lnTo>
                <a:lnTo>
                  <a:pt x="4953206" y="121672"/>
                </a:lnTo>
                <a:lnTo>
                  <a:pt x="4952989" y="120826"/>
                </a:lnTo>
                <a:lnTo>
                  <a:pt x="4952782" y="119971"/>
                </a:lnTo>
                <a:lnTo>
                  <a:pt x="4952585" y="119107"/>
                </a:lnTo>
                <a:lnTo>
                  <a:pt x="4952398" y="118233"/>
                </a:lnTo>
                <a:lnTo>
                  <a:pt x="4952222" y="117349"/>
                </a:lnTo>
                <a:lnTo>
                  <a:pt x="4952055" y="116456"/>
                </a:lnTo>
                <a:lnTo>
                  <a:pt x="4951898" y="115554"/>
                </a:lnTo>
                <a:lnTo>
                  <a:pt x="4951752" y="114642"/>
                </a:lnTo>
                <a:lnTo>
                  <a:pt x="4951616" y="113721"/>
                </a:lnTo>
                <a:lnTo>
                  <a:pt x="4951489" y="112790"/>
                </a:lnTo>
                <a:lnTo>
                  <a:pt x="4951373" y="111849"/>
                </a:lnTo>
                <a:lnTo>
                  <a:pt x="4951267" y="110900"/>
                </a:lnTo>
                <a:lnTo>
                  <a:pt x="4951171" y="109940"/>
                </a:lnTo>
                <a:lnTo>
                  <a:pt x="4951086" y="108971"/>
                </a:lnTo>
                <a:lnTo>
                  <a:pt x="4951010" y="107993"/>
                </a:lnTo>
                <a:lnTo>
                  <a:pt x="4950944" y="107005"/>
                </a:lnTo>
                <a:lnTo>
                  <a:pt x="4950889" y="106008"/>
                </a:lnTo>
                <a:lnTo>
                  <a:pt x="4950843" y="105001"/>
                </a:lnTo>
                <a:lnTo>
                  <a:pt x="4950808" y="103985"/>
                </a:lnTo>
                <a:lnTo>
                  <a:pt x="4950783" y="102959"/>
                </a:lnTo>
                <a:lnTo>
                  <a:pt x="4950768" y="101924"/>
                </a:lnTo>
                <a:lnTo>
                  <a:pt x="4950762" y="100879"/>
                </a:lnTo>
                <a:lnTo>
                  <a:pt x="4950768" y="99815"/>
                </a:lnTo>
                <a:lnTo>
                  <a:pt x="4950783" y="98760"/>
                </a:lnTo>
                <a:lnTo>
                  <a:pt x="4950808" y="97716"/>
                </a:lnTo>
                <a:lnTo>
                  <a:pt x="4950843" y="96682"/>
                </a:lnTo>
                <a:lnTo>
                  <a:pt x="4950889" y="95657"/>
                </a:lnTo>
                <a:lnTo>
                  <a:pt x="4950944" y="94642"/>
                </a:lnTo>
                <a:lnTo>
                  <a:pt x="4951010" y="93638"/>
                </a:lnTo>
                <a:lnTo>
                  <a:pt x="4951086" y="92643"/>
                </a:lnTo>
                <a:lnTo>
                  <a:pt x="4951171" y="91658"/>
                </a:lnTo>
                <a:lnTo>
                  <a:pt x="4951267" y="90683"/>
                </a:lnTo>
                <a:lnTo>
                  <a:pt x="4951373" y="89717"/>
                </a:lnTo>
                <a:lnTo>
                  <a:pt x="4951489" y="88762"/>
                </a:lnTo>
                <a:lnTo>
                  <a:pt x="4951616" y="87817"/>
                </a:lnTo>
                <a:lnTo>
                  <a:pt x="4951752" y="86881"/>
                </a:lnTo>
                <a:lnTo>
                  <a:pt x="4951898" y="85956"/>
                </a:lnTo>
                <a:lnTo>
                  <a:pt x="4952055" y="85040"/>
                </a:lnTo>
                <a:lnTo>
                  <a:pt x="4952222" y="84134"/>
                </a:lnTo>
                <a:lnTo>
                  <a:pt x="4952398" y="83238"/>
                </a:lnTo>
                <a:lnTo>
                  <a:pt x="4952585" y="82352"/>
                </a:lnTo>
                <a:lnTo>
                  <a:pt x="4952782" y="81476"/>
                </a:lnTo>
                <a:lnTo>
                  <a:pt x="4952989" y="80610"/>
                </a:lnTo>
                <a:lnTo>
                  <a:pt x="4953206" y="79754"/>
                </a:lnTo>
                <a:lnTo>
                  <a:pt x="4953433" y="78907"/>
                </a:lnTo>
                <a:lnTo>
                  <a:pt x="4953670" y="78071"/>
                </a:lnTo>
                <a:lnTo>
                  <a:pt x="4953919" y="77246"/>
                </a:lnTo>
                <a:lnTo>
                  <a:pt x="4954181" y="76437"/>
                </a:lnTo>
                <a:lnTo>
                  <a:pt x="4954455" y="75641"/>
                </a:lnTo>
                <a:lnTo>
                  <a:pt x="4954743" y="74861"/>
                </a:lnTo>
                <a:lnTo>
                  <a:pt x="4955043" y="74095"/>
                </a:lnTo>
                <a:lnTo>
                  <a:pt x="4955356" y="73344"/>
                </a:lnTo>
                <a:lnTo>
                  <a:pt x="4955682" y="72607"/>
                </a:lnTo>
                <a:lnTo>
                  <a:pt x="4956021" y="71885"/>
                </a:lnTo>
                <a:lnTo>
                  <a:pt x="4956373" y="71178"/>
                </a:lnTo>
                <a:lnTo>
                  <a:pt x="4956737" y="70485"/>
                </a:lnTo>
                <a:lnTo>
                  <a:pt x="4957115" y="69807"/>
                </a:lnTo>
                <a:lnTo>
                  <a:pt x="4957505" y="69144"/>
                </a:lnTo>
                <a:lnTo>
                  <a:pt x="4957908" y="68495"/>
                </a:lnTo>
                <a:lnTo>
                  <a:pt x="4958324" y="67861"/>
                </a:lnTo>
                <a:lnTo>
                  <a:pt x="4958753" y="67242"/>
                </a:lnTo>
                <a:lnTo>
                  <a:pt x="4959195" y="66637"/>
                </a:lnTo>
                <a:lnTo>
                  <a:pt x="4959650" y="66047"/>
                </a:lnTo>
                <a:lnTo>
                  <a:pt x="4960117" y="65471"/>
                </a:lnTo>
                <a:lnTo>
                  <a:pt x="4960598" y="64911"/>
                </a:lnTo>
                <a:lnTo>
                  <a:pt x="4961091" y="64364"/>
                </a:lnTo>
                <a:lnTo>
                  <a:pt x="4961597" y="63833"/>
                </a:lnTo>
                <a:lnTo>
                  <a:pt x="4962116" y="63316"/>
                </a:lnTo>
                <a:lnTo>
                  <a:pt x="4962648" y="62814"/>
                </a:lnTo>
                <a:lnTo>
                  <a:pt x="4963193" y="62326"/>
                </a:lnTo>
                <a:lnTo>
                  <a:pt x="4963751" y="61856"/>
                </a:lnTo>
                <a:lnTo>
                  <a:pt x="4964324" y="61406"/>
                </a:lnTo>
                <a:lnTo>
                  <a:pt x="4964912" y="60976"/>
                </a:lnTo>
                <a:lnTo>
                  <a:pt x="4965515" y="60566"/>
                </a:lnTo>
                <a:lnTo>
                  <a:pt x="4966132" y="60175"/>
                </a:lnTo>
                <a:lnTo>
                  <a:pt x="4966764" y="59805"/>
                </a:lnTo>
                <a:lnTo>
                  <a:pt x="4967410" y="59455"/>
                </a:lnTo>
                <a:lnTo>
                  <a:pt x="4968071" y="59125"/>
                </a:lnTo>
                <a:lnTo>
                  <a:pt x="4968747" y="58815"/>
                </a:lnTo>
                <a:lnTo>
                  <a:pt x="4969437" y="58525"/>
                </a:lnTo>
                <a:lnTo>
                  <a:pt x="4970142" y="58254"/>
                </a:lnTo>
                <a:lnTo>
                  <a:pt x="4970862" y="58004"/>
                </a:lnTo>
                <a:lnTo>
                  <a:pt x="4971596" y="57774"/>
                </a:lnTo>
                <a:lnTo>
                  <a:pt x="4972345" y="57564"/>
                </a:lnTo>
                <a:lnTo>
                  <a:pt x="4973109" y="57374"/>
                </a:lnTo>
                <a:lnTo>
                  <a:pt x="4973887" y="57204"/>
                </a:lnTo>
                <a:lnTo>
                  <a:pt x="4974680" y="57054"/>
                </a:lnTo>
                <a:lnTo>
                  <a:pt x="4975488" y="56924"/>
                </a:lnTo>
                <a:lnTo>
                  <a:pt x="4976310" y="56814"/>
                </a:lnTo>
                <a:lnTo>
                  <a:pt x="4977147" y="56724"/>
                </a:lnTo>
                <a:lnTo>
                  <a:pt x="4977998" y="56654"/>
                </a:lnTo>
                <a:lnTo>
                  <a:pt x="4978865" y="56604"/>
                </a:lnTo>
                <a:lnTo>
                  <a:pt x="4979745" y="56574"/>
                </a:lnTo>
                <a:lnTo>
                  <a:pt x="4980641" y="56564"/>
                </a:lnTo>
                <a:lnTo>
                  <a:pt x="4981593" y="56574"/>
                </a:lnTo>
                <a:lnTo>
                  <a:pt x="4982528" y="56604"/>
                </a:lnTo>
                <a:lnTo>
                  <a:pt x="4983446" y="56654"/>
                </a:lnTo>
                <a:lnTo>
                  <a:pt x="4984349" y="56724"/>
                </a:lnTo>
                <a:lnTo>
                  <a:pt x="4985235" y="56814"/>
                </a:lnTo>
                <a:lnTo>
                  <a:pt x="4986104" y="56924"/>
                </a:lnTo>
                <a:lnTo>
                  <a:pt x="4986957" y="57054"/>
                </a:lnTo>
                <a:lnTo>
                  <a:pt x="4987794" y="57204"/>
                </a:lnTo>
                <a:lnTo>
                  <a:pt x="4988614" y="57374"/>
                </a:lnTo>
                <a:lnTo>
                  <a:pt x="4989418" y="57564"/>
                </a:lnTo>
                <a:lnTo>
                  <a:pt x="4990205" y="57774"/>
                </a:lnTo>
                <a:lnTo>
                  <a:pt x="4990976" y="58004"/>
                </a:lnTo>
                <a:lnTo>
                  <a:pt x="4991730" y="58254"/>
                </a:lnTo>
                <a:lnTo>
                  <a:pt x="4992468" y="58525"/>
                </a:lnTo>
                <a:lnTo>
                  <a:pt x="4993190" y="58815"/>
                </a:lnTo>
                <a:lnTo>
                  <a:pt x="4993895" y="59125"/>
                </a:lnTo>
                <a:lnTo>
                  <a:pt x="4994584" y="59455"/>
                </a:lnTo>
                <a:lnTo>
                  <a:pt x="4995256" y="59805"/>
                </a:lnTo>
                <a:lnTo>
                  <a:pt x="4995912" y="60175"/>
                </a:lnTo>
                <a:lnTo>
                  <a:pt x="4996551" y="60566"/>
                </a:lnTo>
                <a:lnTo>
                  <a:pt x="4997174" y="60976"/>
                </a:lnTo>
                <a:lnTo>
                  <a:pt x="4997781" y="61406"/>
                </a:lnTo>
                <a:lnTo>
                  <a:pt x="4998371" y="61856"/>
                </a:lnTo>
                <a:lnTo>
                  <a:pt x="4998944" y="62326"/>
                </a:lnTo>
                <a:lnTo>
                  <a:pt x="4999503" y="62814"/>
                </a:lnTo>
                <a:lnTo>
                  <a:pt x="5000049" y="63316"/>
                </a:lnTo>
                <a:lnTo>
                  <a:pt x="5000582" y="63833"/>
                </a:lnTo>
                <a:lnTo>
                  <a:pt x="5001102" y="64364"/>
                </a:lnTo>
                <a:lnTo>
                  <a:pt x="5001608" y="64911"/>
                </a:lnTo>
                <a:lnTo>
                  <a:pt x="5002102" y="65471"/>
                </a:lnTo>
                <a:lnTo>
                  <a:pt x="5002582" y="66047"/>
                </a:lnTo>
                <a:lnTo>
                  <a:pt x="5003050" y="66637"/>
                </a:lnTo>
                <a:lnTo>
                  <a:pt x="5003504" y="67242"/>
                </a:lnTo>
                <a:lnTo>
                  <a:pt x="5003945" y="67861"/>
                </a:lnTo>
                <a:lnTo>
                  <a:pt x="5004374" y="68495"/>
                </a:lnTo>
                <a:lnTo>
                  <a:pt x="5004789" y="69144"/>
                </a:lnTo>
                <a:lnTo>
                  <a:pt x="5005191" y="69807"/>
                </a:lnTo>
                <a:lnTo>
                  <a:pt x="5005580" y="70485"/>
                </a:lnTo>
                <a:lnTo>
                  <a:pt x="5005956" y="71178"/>
                </a:lnTo>
                <a:lnTo>
                  <a:pt x="5006319" y="71885"/>
                </a:lnTo>
                <a:lnTo>
                  <a:pt x="5006669" y="72607"/>
                </a:lnTo>
                <a:lnTo>
                  <a:pt x="5007005" y="73344"/>
                </a:lnTo>
                <a:lnTo>
                  <a:pt x="5007329" y="74095"/>
                </a:lnTo>
                <a:lnTo>
                  <a:pt x="5007640" y="74861"/>
                </a:lnTo>
                <a:lnTo>
                  <a:pt x="5007937" y="75641"/>
                </a:lnTo>
                <a:lnTo>
                  <a:pt x="5008222" y="76437"/>
                </a:lnTo>
                <a:lnTo>
                  <a:pt x="5008493" y="77246"/>
                </a:lnTo>
                <a:lnTo>
                  <a:pt x="5008752" y="78071"/>
                </a:lnTo>
                <a:lnTo>
                  <a:pt x="5008998" y="78907"/>
                </a:lnTo>
                <a:lnTo>
                  <a:pt x="5009234" y="79753"/>
                </a:lnTo>
                <a:lnTo>
                  <a:pt x="5009460" y="80608"/>
                </a:lnTo>
                <a:lnTo>
                  <a:pt x="5009675" y="81473"/>
                </a:lnTo>
                <a:lnTo>
                  <a:pt x="5009880" y="82347"/>
                </a:lnTo>
                <a:lnTo>
                  <a:pt x="5010074" y="83231"/>
                </a:lnTo>
                <a:lnTo>
                  <a:pt x="5010257" y="84124"/>
                </a:lnTo>
                <a:lnTo>
                  <a:pt x="5010431" y="85027"/>
                </a:lnTo>
                <a:lnTo>
                  <a:pt x="5010593" y="85939"/>
                </a:lnTo>
                <a:lnTo>
                  <a:pt x="5010745" y="86861"/>
                </a:lnTo>
                <a:lnTo>
                  <a:pt x="5010887" y="87792"/>
                </a:lnTo>
                <a:lnTo>
                  <a:pt x="5011018" y="88733"/>
                </a:lnTo>
                <a:lnTo>
                  <a:pt x="5011139" y="89683"/>
                </a:lnTo>
                <a:lnTo>
                  <a:pt x="5011249" y="90643"/>
                </a:lnTo>
                <a:lnTo>
                  <a:pt x="5011349" y="91612"/>
                </a:lnTo>
                <a:lnTo>
                  <a:pt x="5011438" y="92590"/>
                </a:lnTo>
                <a:lnTo>
                  <a:pt x="5011517" y="93579"/>
                </a:lnTo>
                <a:lnTo>
                  <a:pt x="5011585" y="94576"/>
                </a:lnTo>
                <a:lnTo>
                  <a:pt x="5011643" y="95583"/>
                </a:lnTo>
                <a:lnTo>
                  <a:pt x="5011690" y="96600"/>
                </a:lnTo>
                <a:lnTo>
                  <a:pt x="5011727" y="97626"/>
                </a:lnTo>
                <a:lnTo>
                  <a:pt x="5011753" y="98662"/>
                </a:lnTo>
                <a:lnTo>
                  <a:pt x="5011768" y="99707"/>
                </a:lnTo>
                <a:lnTo>
                  <a:pt x="5011774" y="100761"/>
                </a:lnTo>
                <a:lnTo>
                  <a:pt x="5011768" y="101816"/>
                </a:lnTo>
                <a:lnTo>
                  <a:pt x="5011753" y="102860"/>
                </a:lnTo>
                <a:lnTo>
                  <a:pt x="5011727" y="103895"/>
                </a:lnTo>
                <a:lnTo>
                  <a:pt x="5011690" y="104919"/>
                </a:lnTo>
                <a:lnTo>
                  <a:pt x="5011643" y="105934"/>
                </a:lnTo>
                <a:lnTo>
                  <a:pt x="5011585" y="106939"/>
                </a:lnTo>
                <a:lnTo>
                  <a:pt x="5011517" y="107934"/>
                </a:lnTo>
                <a:lnTo>
                  <a:pt x="5011438" y="108919"/>
                </a:lnTo>
                <a:lnTo>
                  <a:pt x="5011349" y="109894"/>
                </a:lnTo>
                <a:lnTo>
                  <a:pt x="5011249" y="110860"/>
                </a:lnTo>
                <a:lnTo>
                  <a:pt x="5011139" y="111815"/>
                </a:lnTo>
                <a:lnTo>
                  <a:pt x="5011018" y="112760"/>
                </a:lnTo>
                <a:lnTo>
                  <a:pt x="5010887" y="113696"/>
                </a:lnTo>
                <a:lnTo>
                  <a:pt x="5010745" y="114622"/>
                </a:lnTo>
                <a:lnTo>
                  <a:pt x="5010593" y="115537"/>
                </a:lnTo>
                <a:lnTo>
                  <a:pt x="5010431" y="116443"/>
                </a:lnTo>
                <a:lnTo>
                  <a:pt x="5010257" y="117339"/>
                </a:lnTo>
                <a:lnTo>
                  <a:pt x="5010074" y="118225"/>
                </a:lnTo>
                <a:lnTo>
                  <a:pt x="5009880" y="119102"/>
                </a:lnTo>
                <a:lnTo>
                  <a:pt x="5009675" y="119968"/>
                </a:lnTo>
                <a:lnTo>
                  <a:pt x="5009460" y="120824"/>
                </a:lnTo>
                <a:lnTo>
                  <a:pt x="5009234" y="121671"/>
                </a:lnTo>
                <a:lnTo>
                  <a:pt x="5008998" y="122507"/>
                </a:lnTo>
                <a:lnTo>
                  <a:pt x="5008752" y="123334"/>
                </a:lnTo>
                <a:lnTo>
                  <a:pt x="5008493" y="124149"/>
                </a:lnTo>
                <a:lnTo>
                  <a:pt x="5008222" y="124949"/>
                </a:lnTo>
                <a:lnTo>
                  <a:pt x="5007937" y="125734"/>
                </a:lnTo>
                <a:lnTo>
                  <a:pt x="5007640" y="126506"/>
                </a:lnTo>
                <a:lnTo>
                  <a:pt x="5007329" y="127262"/>
                </a:lnTo>
                <a:lnTo>
                  <a:pt x="5007005" y="128005"/>
                </a:lnTo>
                <a:lnTo>
                  <a:pt x="5006669" y="128733"/>
                </a:lnTo>
                <a:lnTo>
                  <a:pt x="5006319" y="129446"/>
                </a:lnTo>
                <a:lnTo>
                  <a:pt x="5005956" y="130145"/>
                </a:lnTo>
                <a:lnTo>
                  <a:pt x="5005580" y="130830"/>
                </a:lnTo>
                <a:lnTo>
                  <a:pt x="5005191" y="131500"/>
                </a:lnTo>
                <a:lnTo>
                  <a:pt x="5004789" y="132156"/>
                </a:lnTo>
                <a:lnTo>
                  <a:pt x="5004374" y="132797"/>
                </a:lnTo>
                <a:lnTo>
                  <a:pt x="5003945" y="133424"/>
                </a:lnTo>
                <a:lnTo>
                  <a:pt x="5003504" y="134037"/>
                </a:lnTo>
                <a:lnTo>
                  <a:pt x="5003050" y="134635"/>
                </a:lnTo>
                <a:lnTo>
                  <a:pt x="5002582" y="135219"/>
                </a:lnTo>
                <a:lnTo>
                  <a:pt x="5002102" y="135788"/>
                </a:lnTo>
                <a:lnTo>
                  <a:pt x="5001608" y="136343"/>
                </a:lnTo>
                <a:lnTo>
                  <a:pt x="5001102" y="136883"/>
                </a:lnTo>
                <a:lnTo>
                  <a:pt x="5000582" y="137409"/>
                </a:lnTo>
                <a:lnTo>
                  <a:pt x="5000049" y="137921"/>
                </a:lnTo>
                <a:lnTo>
                  <a:pt x="4999503" y="138418"/>
                </a:lnTo>
                <a:lnTo>
                  <a:pt x="4998944" y="138900"/>
                </a:lnTo>
                <a:lnTo>
                  <a:pt x="4998371" y="139366"/>
                </a:lnTo>
                <a:lnTo>
                  <a:pt x="4997781" y="139811"/>
                </a:lnTo>
                <a:lnTo>
                  <a:pt x="4997174" y="140237"/>
                </a:lnTo>
                <a:lnTo>
                  <a:pt x="4996551" y="140643"/>
                </a:lnTo>
                <a:lnTo>
                  <a:pt x="4995912" y="141029"/>
                </a:lnTo>
                <a:lnTo>
                  <a:pt x="4995256" y="141395"/>
                </a:lnTo>
                <a:lnTo>
                  <a:pt x="4994584" y="141742"/>
                </a:lnTo>
                <a:lnTo>
                  <a:pt x="4993895" y="142068"/>
                </a:lnTo>
                <a:lnTo>
                  <a:pt x="4993190" y="142375"/>
                </a:lnTo>
                <a:lnTo>
                  <a:pt x="4992468" y="142662"/>
                </a:lnTo>
                <a:lnTo>
                  <a:pt x="4991730" y="142929"/>
                </a:lnTo>
                <a:lnTo>
                  <a:pt x="4990976" y="143177"/>
                </a:lnTo>
                <a:lnTo>
                  <a:pt x="4990205" y="143405"/>
                </a:lnTo>
                <a:lnTo>
                  <a:pt x="4989418" y="143613"/>
                </a:lnTo>
                <a:lnTo>
                  <a:pt x="4988614" y="143801"/>
                </a:lnTo>
                <a:lnTo>
                  <a:pt x="4987794" y="143969"/>
                </a:lnTo>
                <a:lnTo>
                  <a:pt x="4986957" y="144117"/>
                </a:lnTo>
                <a:lnTo>
                  <a:pt x="4986104" y="144246"/>
                </a:lnTo>
                <a:lnTo>
                  <a:pt x="4985235" y="144355"/>
                </a:lnTo>
                <a:lnTo>
                  <a:pt x="4984349" y="144444"/>
                </a:lnTo>
                <a:lnTo>
                  <a:pt x="4983446" y="144513"/>
                </a:lnTo>
                <a:lnTo>
                  <a:pt x="4982528" y="144563"/>
                </a:lnTo>
                <a:lnTo>
                  <a:pt x="4981593" y="144593"/>
                </a:lnTo>
                <a:lnTo>
                  <a:pt x="4980641" y="144602"/>
                </a:lnTo>
                <a:lnTo>
                  <a:pt x="4979745" y="144593"/>
                </a:lnTo>
                <a:lnTo>
                  <a:pt x="4978865" y="144563"/>
                </a:lnTo>
                <a:lnTo>
                  <a:pt x="4977998" y="144513"/>
                </a:lnTo>
                <a:lnTo>
                  <a:pt x="4977147" y="144444"/>
                </a:lnTo>
                <a:lnTo>
                  <a:pt x="4976310" y="144355"/>
                </a:lnTo>
                <a:lnTo>
                  <a:pt x="4975488" y="144246"/>
                </a:lnTo>
                <a:lnTo>
                  <a:pt x="4974680" y="1441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" name="Text SoftwareDevelopmentLifeCycle">
            <a:extLst xmlns:a="http://schemas.openxmlformats.org/drawingml/2006/main">
              <a:ext uri="{FF2B5EF4-FFF2-40B4-BE49-F238E27FC236}">
                <a16:creationId xmlns:a16="http://schemas.microsoft.com/office/drawing/2014/main" id="{93A81C70-DD8F-4FAD-BB74-96BE7BB849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8531" y="9118831"/>
            <a:ext cx="3142996" cy="198429"/>
          </a:xfrm>
          <a:custGeom xmlns:a="http://schemas.openxmlformats.org/drawingml/2006/main">
            <a:pathLst>
              <a:path w="3142996" h="198429">
                <a:moveTo>
                  <a:pt x="310508" y="43107"/>
                </a:moveTo>
                <a:lnTo>
                  <a:pt x="284849" y="43107"/>
                </a:lnTo>
                <a:lnTo>
                  <a:pt x="284849" y="37815"/>
                </a:lnTo>
                <a:lnTo>
                  <a:pt x="284853" y="37065"/>
                </a:lnTo>
                <a:lnTo>
                  <a:pt x="284867" y="36330"/>
                </a:lnTo>
                <a:lnTo>
                  <a:pt x="284891" y="35610"/>
                </a:lnTo>
                <a:lnTo>
                  <a:pt x="284923" y="34905"/>
                </a:lnTo>
                <a:lnTo>
                  <a:pt x="284965" y="34214"/>
                </a:lnTo>
                <a:lnTo>
                  <a:pt x="285016" y="33538"/>
                </a:lnTo>
                <a:lnTo>
                  <a:pt x="285077" y="32877"/>
                </a:lnTo>
                <a:lnTo>
                  <a:pt x="285146" y="32230"/>
                </a:lnTo>
                <a:lnTo>
                  <a:pt x="285226" y="31598"/>
                </a:lnTo>
                <a:lnTo>
                  <a:pt x="285314" y="30981"/>
                </a:lnTo>
                <a:lnTo>
                  <a:pt x="285412" y="30379"/>
                </a:lnTo>
                <a:lnTo>
                  <a:pt x="285519" y="29791"/>
                </a:lnTo>
                <a:lnTo>
                  <a:pt x="285635" y="29218"/>
                </a:lnTo>
                <a:lnTo>
                  <a:pt x="285761" y="28660"/>
                </a:lnTo>
                <a:lnTo>
                  <a:pt x="285896" y="28116"/>
                </a:lnTo>
                <a:lnTo>
                  <a:pt x="286040" y="27588"/>
                </a:lnTo>
                <a:lnTo>
                  <a:pt x="286193" y="27074"/>
                </a:lnTo>
                <a:lnTo>
                  <a:pt x="286356" y="26574"/>
                </a:lnTo>
                <a:lnTo>
                  <a:pt x="286528" y="26090"/>
                </a:lnTo>
                <a:lnTo>
                  <a:pt x="286710" y="25620"/>
                </a:lnTo>
                <a:lnTo>
                  <a:pt x="286900" y="25165"/>
                </a:lnTo>
                <a:lnTo>
                  <a:pt x="287101" y="24724"/>
                </a:lnTo>
                <a:lnTo>
                  <a:pt x="287310" y="24299"/>
                </a:lnTo>
                <a:lnTo>
                  <a:pt x="287529" y="23888"/>
                </a:lnTo>
                <a:lnTo>
                  <a:pt x="287765" y="23493"/>
                </a:lnTo>
                <a:lnTo>
                  <a:pt x="288026" y="23114"/>
                </a:lnTo>
                <a:lnTo>
                  <a:pt x="288314" y="22753"/>
                </a:lnTo>
                <a:lnTo>
                  <a:pt x="288626" y="22408"/>
                </a:lnTo>
                <a:lnTo>
                  <a:pt x="288964" y="22080"/>
                </a:lnTo>
                <a:lnTo>
                  <a:pt x="289328" y="21769"/>
                </a:lnTo>
                <a:lnTo>
                  <a:pt x="289718" y="21475"/>
                </a:lnTo>
                <a:lnTo>
                  <a:pt x="290133" y="21197"/>
                </a:lnTo>
                <a:lnTo>
                  <a:pt x="290573" y="20936"/>
                </a:lnTo>
                <a:lnTo>
                  <a:pt x="291039" y="20693"/>
                </a:lnTo>
                <a:lnTo>
                  <a:pt x="291530" y="20466"/>
                </a:lnTo>
                <a:lnTo>
                  <a:pt x="292047" y="20255"/>
                </a:lnTo>
                <a:lnTo>
                  <a:pt x="292590" y="20062"/>
                </a:lnTo>
                <a:lnTo>
                  <a:pt x="293158" y="19885"/>
                </a:lnTo>
                <a:lnTo>
                  <a:pt x="293752" y="19726"/>
                </a:lnTo>
                <a:lnTo>
                  <a:pt x="294371" y="19583"/>
                </a:lnTo>
                <a:lnTo>
                  <a:pt x="295016" y="19457"/>
                </a:lnTo>
                <a:lnTo>
                  <a:pt x="295686" y="19347"/>
                </a:lnTo>
                <a:lnTo>
                  <a:pt x="296382" y="19255"/>
                </a:lnTo>
                <a:lnTo>
                  <a:pt x="297103" y="19179"/>
                </a:lnTo>
                <a:lnTo>
                  <a:pt x="297850" y="19120"/>
                </a:lnTo>
                <a:lnTo>
                  <a:pt x="298623" y="19078"/>
                </a:lnTo>
                <a:lnTo>
                  <a:pt x="299421" y="19053"/>
                </a:lnTo>
                <a:lnTo>
                  <a:pt x="300244" y="19045"/>
                </a:lnTo>
                <a:lnTo>
                  <a:pt x="310736" y="19045"/>
                </a:lnTo>
                <a:lnTo>
                  <a:pt x="310736" y="4105"/>
                </a:lnTo>
                <a:lnTo>
                  <a:pt x="299104" y="4105"/>
                </a:lnTo>
                <a:lnTo>
                  <a:pt x="298255" y="4109"/>
                </a:lnTo>
                <a:lnTo>
                  <a:pt x="297420" y="4121"/>
                </a:lnTo>
                <a:lnTo>
                  <a:pt x="296597" y="4140"/>
                </a:lnTo>
                <a:lnTo>
                  <a:pt x="295789" y="4167"/>
                </a:lnTo>
                <a:lnTo>
                  <a:pt x="294993" y="4201"/>
                </a:lnTo>
                <a:lnTo>
                  <a:pt x="294211" y="4243"/>
                </a:lnTo>
                <a:lnTo>
                  <a:pt x="293442" y="4293"/>
                </a:lnTo>
                <a:lnTo>
                  <a:pt x="292686" y="4350"/>
                </a:lnTo>
                <a:lnTo>
                  <a:pt x="291943" y="4415"/>
                </a:lnTo>
                <a:lnTo>
                  <a:pt x="291214" y="4488"/>
                </a:lnTo>
                <a:lnTo>
                  <a:pt x="290498" y="4568"/>
                </a:lnTo>
                <a:lnTo>
                  <a:pt x="289795" y="4656"/>
                </a:lnTo>
                <a:lnTo>
                  <a:pt x="289106" y="4752"/>
                </a:lnTo>
                <a:lnTo>
                  <a:pt x="288429" y="4855"/>
                </a:lnTo>
                <a:lnTo>
                  <a:pt x="287766" y="4966"/>
                </a:lnTo>
                <a:lnTo>
                  <a:pt x="287117" y="5084"/>
                </a:lnTo>
                <a:lnTo>
                  <a:pt x="286480" y="5210"/>
                </a:lnTo>
                <a:lnTo>
                  <a:pt x="285857" y="5344"/>
                </a:lnTo>
                <a:lnTo>
                  <a:pt x="285247" y="5486"/>
                </a:lnTo>
                <a:lnTo>
                  <a:pt x="284651" y="5635"/>
                </a:lnTo>
                <a:lnTo>
                  <a:pt x="284067" y="5792"/>
                </a:lnTo>
                <a:lnTo>
                  <a:pt x="283497" y="5956"/>
                </a:lnTo>
                <a:lnTo>
                  <a:pt x="282940" y="6128"/>
                </a:lnTo>
                <a:lnTo>
                  <a:pt x="282397" y="6308"/>
                </a:lnTo>
                <a:lnTo>
                  <a:pt x="281865" y="6495"/>
                </a:lnTo>
                <a:lnTo>
                  <a:pt x="281342" y="6689"/>
                </a:lnTo>
                <a:lnTo>
                  <a:pt x="280830" y="6891"/>
                </a:lnTo>
                <a:lnTo>
                  <a:pt x="280327" y="7100"/>
                </a:lnTo>
                <a:lnTo>
                  <a:pt x="279833" y="7316"/>
                </a:lnTo>
                <a:lnTo>
                  <a:pt x="279350" y="7540"/>
                </a:lnTo>
                <a:lnTo>
                  <a:pt x="278876" y="7771"/>
                </a:lnTo>
                <a:lnTo>
                  <a:pt x="278412" y="8009"/>
                </a:lnTo>
                <a:lnTo>
                  <a:pt x="277957" y="8254"/>
                </a:lnTo>
                <a:lnTo>
                  <a:pt x="277513" y="8507"/>
                </a:lnTo>
                <a:lnTo>
                  <a:pt x="277077" y="8767"/>
                </a:lnTo>
                <a:lnTo>
                  <a:pt x="276652" y="9034"/>
                </a:lnTo>
                <a:lnTo>
                  <a:pt x="276236" y="9309"/>
                </a:lnTo>
                <a:lnTo>
                  <a:pt x="275830" y="9590"/>
                </a:lnTo>
                <a:lnTo>
                  <a:pt x="275434" y="9879"/>
                </a:lnTo>
                <a:lnTo>
                  <a:pt x="275048" y="10176"/>
                </a:lnTo>
                <a:lnTo>
                  <a:pt x="274671" y="10479"/>
                </a:lnTo>
                <a:lnTo>
                  <a:pt x="274304" y="10790"/>
                </a:lnTo>
                <a:lnTo>
                  <a:pt x="273946" y="11108"/>
                </a:lnTo>
                <a:lnTo>
                  <a:pt x="273598" y="11434"/>
                </a:lnTo>
                <a:lnTo>
                  <a:pt x="273260" y="11766"/>
                </a:lnTo>
                <a:lnTo>
                  <a:pt x="272932" y="12106"/>
                </a:lnTo>
                <a:lnTo>
                  <a:pt x="272613" y="12454"/>
                </a:lnTo>
                <a:lnTo>
                  <a:pt x="272304" y="12808"/>
                </a:lnTo>
                <a:lnTo>
                  <a:pt x="272004" y="13169"/>
                </a:lnTo>
                <a:lnTo>
                  <a:pt x="271712" y="13537"/>
                </a:lnTo>
                <a:lnTo>
                  <a:pt x="271427" y="13911"/>
                </a:lnTo>
                <a:lnTo>
                  <a:pt x="271150" y="14292"/>
                </a:lnTo>
                <a:lnTo>
                  <a:pt x="270880" y="14679"/>
                </a:lnTo>
                <a:lnTo>
                  <a:pt x="270619" y="15072"/>
                </a:lnTo>
                <a:lnTo>
                  <a:pt x="270365" y="15471"/>
                </a:lnTo>
                <a:lnTo>
                  <a:pt x="270119" y="15877"/>
                </a:lnTo>
                <a:lnTo>
                  <a:pt x="269880" y="16290"/>
                </a:lnTo>
                <a:lnTo>
                  <a:pt x="269649" y="16708"/>
                </a:lnTo>
                <a:lnTo>
                  <a:pt x="269426" y="17133"/>
                </a:lnTo>
                <a:lnTo>
                  <a:pt x="269211" y="17565"/>
                </a:lnTo>
                <a:lnTo>
                  <a:pt x="269003" y="18003"/>
                </a:lnTo>
                <a:lnTo>
                  <a:pt x="268804" y="18447"/>
                </a:lnTo>
                <a:lnTo>
                  <a:pt x="268611" y="18897"/>
                </a:lnTo>
                <a:lnTo>
                  <a:pt x="268427" y="19354"/>
                </a:lnTo>
                <a:lnTo>
                  <a:pt x="268250" y="19818"/>
                </a:lnTo>
                <a:lnTo>
                  <a:pt x="268081" y="20287"/>
                </a:lnTo>
                <a:lnTo>
                  <a:pt x="267920" y="20763"/>
                </a:lnTo>
                <a:lnTo>
                  <a:pt x="267766" y="21246"/>
                </a:lnTo>
                <a:lnTo>
                  <a:pt x="267621" y="21735"/>
                </a:lnTo>
                <a:lnTo>
                  <a:pt x="267483" y="22230"/>
                </a:lnTo>
                <a:lnTo>
                  <a:pt x="267352" y="22731"/>
                </a:lnTo>
                <a:lnTo>
                  <a:pt x="267230" y="23239"/>
                </a:lnTo>
                <a:lnTo>
                  <a:pt x="267113" y="23753"/>
                </a:lnTo>
                <a:lnTo>
                  <a:pt x="267002" y="24273"/>
                </a:lnTo>
                <a:lnTo>
                  <a:pt x="266895" y="24800"/>
                </a:lnTo>
                <a:lnTo>
                  <a:pt x="266794" y="25332"/>
                </a:lnTo>
                <a:lnTo>
                  <a:pt x="266697" y="25870"/>
                </a:lnTo>
                <a:lnTo>
                  <a:pt x="266606" y="26414"/>
                </a:lnTo>
                <a:lnTo>
                  <a:pt x="266519" y="26964"/>
                </a:lnTo>
                <a:lnTo>
                  <a:pt x="266438" y="27520"/>
                </a:lnTo>
                <a:lnTo>
                  <a:pt x="266361" y="28083"/>
                </a:lnTo>
                <a:lnTo>
                  <a:pt x="266289" y="28651"/>
                </a:lnTo>
                <a:lnTo>
                  <a:pt x="266222" y="29225"/>
                </a:lnTo>
                <a:lnTo>
                  <a:pt x="266160" y="29805"/>
                </a:lnTo>
                <a:lnTo>
                  <a:pt x="266103" y="30392"/>
                </a:lnTo>
                <a:lnTo>
                  <a:pt x="266052" y="30984"/>
                </a:lnTo>
                <a:lnTo>
                  <a:pt x="266004" y="31582"/>
                </a:lnTo>
                <a:lnTo>
                  <a:pt x="265962" y="32187"/>
                </a:lnTo>
                <a:lnTo>
                  <a:pt x="265925" y="32797"/>
                </a:lnTo>
                <a:lnTo>
                  <a:pt x="265893" y="33413"/>
                </a:lnTo>
                <a:lnTo>
                  <a:pt x="265866" y="34036"/>
                </a:lnTo>
                <a:lnTo>
                  <a:pt x="265844" y="34664"/>
                </a:lnTo>
                <a:lnTo>
                  <a:pt x="265826" y="35298"/>
                </a:lnTo>
                <a:lnTo>
                  <a:pt x="265814" y="35939"/>
                </a:lnTo>
                <a:lnTo>
                  <a:pt x="265806" y="36585"/>
                </a:lnTo>
                <a:lnTo>
                  <a:pt x="265804" y="37238"/>
                </a:lnTo>
                <a:lnTo>
                  <a:pt x="265804" y="43107"/>
                </a:lnTo>
                <a:lnTo>
                  <a:pt x="247330" y="43107"/>
                </a:lnTo>
                <a:lnTo>
                  <a:pt x="247330" y="58502"/>
                </a:lnTo>
                <a:lnTo>
                  <a:pt x="265804" y="58502"/>
                </a:lnTo>
                <a:lnTo>
                  <a:pt x="265804" y="157603"/>
                </a:lnTo>
                <a:lnTo>
                  <a:pt x="284849" y="157603"/>
                </a:lnTo>
                <a:lnTo>
                  <a:pt x="284849" y="58502"/>
                </a:lnTo>
                <a:lnTo>
                  <a:pt x="310508" y="58502"/>
                </a:lnTo>
                <a:lnTo>
                  <a:pt x="310508" y="43107"/>
                </a:lnTo>
                <a:close/>
                <a:moveTo>
                  <a:pt x="969086" y="157353"/>
                </a:moveTo>
                <a:lnTo>
                  <a:pt x="970980" y="157212"/>
                </a:lnTo>
                <a:lnTo>
                  <a:pt x="972849" y="157040"/>
                </a:lnTo>
                <a:lnTo>
                  <a:pt x="974693" y="156837"/>
                </a:lnTo>
                <a:lnTo>
                  <a:pt x="976513" y="156602"/>
                </a:lnTo>
                <a:lnTo>
                  <a:pt x="978308" y="156336"/>
                </a:lnTo>
                <a:lnTo>
                  <a:pt x="980078" y="156039"/>
                </a:lnTo>
                <a:lnTo>
                  <a:pt x="981823" y="155710"/>
                </a:lnTo>
                <a:lnTo>
                  <a:pt x="983544" y="155351"/>
                </a:lnTo>
                <a:lnTo>
                  <a:pt x="985239" y="154960"/>
                </a:lnTo>
                <a:lnTo>
                  <a:pt x="986911" y="154537"/>
                </a:lnTo>
                <a:lnTo>
                  <a:pt x="988557" y="154084"/>
                </a:lnTo>
                <a:lnTo>
                  <a:pt x="990178" y="153599"/>
                </a:lnTo>
                <a:lnTo>
                  <a:pt x="991775" y="153083"/>
                </a:lnTo>
                <a:lnTo>
                  <a:pt x="993347" y="152535"/>
                </a:lnTo>
                <a:lnTo>
                  <a:pt x="994895" y="151957"/>
                </a:lnTo>
                <a:lnTo>
                  <a:pt x="996417" y="151347"/>
                </a:lnTo>
                <a:lnTo>
                  <a:pt x="997915" y="150705"/>
                </a:lnTo>
                <a:lnTo>
                  <a:pt x="999388" y="150033"/>
                </a:lnTo>
                <a:lnTo>
                  <a:pt x="1000837" y="149329"/>
                </a:lnTo>
                <a:lnTo>
                  <a:pt x="1002260" y="148594"/>
                </a:lnTo>
                <a:lnTo>
                  <a:pt x="1003658" y="147829"/>
                </a:lnTo>
                <a:lnTo>
                  <a:pt x="1005028" y="147035"/>
                </a:lnTo>
                <a:lnTo>
                  <a:pt x="1006370" y="146213"/>
                </a:lnTo>
                <a:lnTo>
                  <a:pt x="1007685" y="145363"/>
                </a:lnTo>
                <a:lnTo>
                  <a:pt x="1008973" y="144484"/>
                </a:lnTo>
                <a:lnTo>
                  <a:pt x="1010232" y="143576"/>
                </a:lnTo>
                <a:lnTo>
                  <a:pt x="1011465" y="142640"/>
                </a:lnTo>
                <a:lnTo>
                  <a:pt x="1012670" y="141675"/>
                </a:lnTo>
                <a:lnTo>
                  <a:pt x="1013847" y="140682"/>
                </a:lnTo>
                <a:lnTo>
                  <a:pt x="1014997" y="139661"/>
                </a:lnTo>
                <a:lnTo>
                  <a:pt x="1016119" y="138611"/>
                </a:lnTo>
                <a:lnTo>
                  <a:pt x="1017214" y="137532"/>
                </a:lnTo>
                <a:lnTo>
                  <a:pt x="1018281" y="136425"/>
                </a:lnTo>
                <a:lnTo>
                  <a:pt x="1019321" y="135289"/>
                </a:lnTo>
                <a:lnTo>
                  <a:pt x="1020333" y="134125"/>
                </a:lnTo>
                <a:lnTo>
                  <a:pt x="1021318" y="132932"/>
                </a:lnTo>
                <a:lnTo>
                  <a:pt x="1022275" y="131711"/>
                </a:lnTo>
                <a:lnTo>
                  <a:pt x="1023204" y="130461"/>
                </a:lnTo>
                <a:lnTo>
                  <a:pt x="1024107" y="129183"/>
                </a:lnTo>
                <a:lnTo>
                  <a:pt x="1024981" y="127877"/>
                </a:lnTo>
                <a:lnTo>
                  <a:pt x="1025828" y="126541"/>
                </a:lnTo>
                <a:lnTo>
                  <a:pt x="1026648" y="125178"/>
                </a:lnTo>
                <a:lnTo>
                  <a:pt x="1027440" y="123785"/>
                </a:lnTo>
                <a:lnTo>
                  <a:pt x="1028204" y="122365"/>
                </a:lnTo>
                <a:lnTo>
                  <a:pt x="1028940" y="120917"/>
                </a:lnTo>
                <a:lnTo>
                  <a:pt x="1029643" y="119446"/>
                </a:lnTo>
                <a:lnTo>
                  <a:pt x="1030316" y="117949"/>
                </a:lnTo>
                <a:lnTo>
                  <a:pt x="1030957" y="116428"/>
                </a:lnTo>
                <a:lnTo>
                  <a:pt x="1031567" y="114883"/>
                </a:lnTo>
                <a:lnTo>
                  <a:pt x="1032146" y="113313"/>
                </a:lnTo>
                <a:lnTo>
                  <a:pt x="1032693" y="111718"/>
                </a:lnTo>
                <a:lnTo>
                  <a:pt x="1033209" y="110099"/>
                </a:lnTo>
                <a:lnTo>
                  <a:pt x="1033694" y="108455"/>
                </a:lnTo>
                <a:lnTo>
                  <a:pt x="1034148" y="106787"/>
                </a:lnTo>
                <a:lnTo>
                  <a:pt x="1034570" y="105094"/>
                </a:lnTo>
                <a:lnTo>
                  <a:pt x="1034961" y="103377"/>
                </a:lnTo>
                <a:lnTo>
                  <a:pt x="1035321" y="101635"/>
                </a:lnTo>
                <a:lnTo>
                  <a:pt x="1035649" y="99869"/>
                </a:lnTo>
                <a:lnTo>
                  <a:pt x="1035947" y="98078"/>
                </a:lnTo>
                <a:lnTo>
                  <a:pt x="1036213" y="96262"/>
                </a:lnTo>
                <a:lnTo>
                  <a:pt x="1036447" y="94422"/>
                </a:lnTo>
                <a:lnTo>
                  <a:pt x="1036650" y="92558"/>
                </a:lnTo>
                <a:lnTo>
                  <a:pt x="1036823" y="90668"/>
                </a:lnTo>
                <a:lnTo>
                  <a:pt x="1036963" y="88755"/>
                </a:lnTo>
                <a:lnTo>
                  <a:pt x="1037073" y="86816"/>
                </a:lnTo>
                <a:lnTo>
                  <a:pt x="1037151" y="84854"/>
                </a:lnTo>
                <a:lnTo>
                  <a:pt x="1037198" y="82866"/>
                </a:lnTo>
                <a:lnTo>
                  <a:pt x="1037214" y="80854"/>
                </a:lnTo>
                <a:lnTo>
                  <a:pt x="1037198" y="78852"/>
                </a:lnTo>
                <a:lnTo>
                  <a:pt x="1037151" y="76873"/>
                </a:lnTo>
                <a:lnTo>
                  <a:pt x="1037074" y="74919"/>
                </a:lnTo>
                <a:lnTo>
                  <a:pt x="1036965" y="72989"/>
                </a:lnTo>
                <a:lnTo>
                  <a:pt x="1036825" y="71083"/>
                </a:lnTo>
                <a:lnTo>
                  <a:pt x="1036654" y="69201"/>
                </a:lnTo>
                <a:lnTo>
                  <a:pt x="1036452" y="67343"/>
                </a:lnTo>
                <a:lnTo>
                  <a:pt x="1036219" y="65510"/>
                </a:lnTo>
                <a:lnTo>
                  <a:pt x="1035955" y="63700"/>
                </a:lnTo>
                <a:lnTo>
                  <a:pt x="1035659" y="61915"/>
                </a:lnTo>
                <a:lnTo>
                  <a:pt x="1035333" y="60154"/>
                </a:lnTo>
                <a:lnTo>
                  <a:pt x="1034976" y="58417"/>
                </a:lnTo>
                <a:lnTo>
                  <a:pt x="1034587" y="56704"/>
                </a:lnTo>
                <a:lnTo>
                  <a:pt x="1034167" y="55015"/>
                </a:lnTo>
                <a:lnTo>
                  <a:pt x="1033717" y="53351"/>
                </a:lnTo>
                <a:lnTo>
                  <a:pt x="1033235" y="51711"/>
                </a:lnTo>
                <a:lnTo>
                  <a:pt x="1032722" y="50095"/>
                </a:lnTo>
                <a:lnTo>
                  <a:pt x="1032178" y="48503"/>
                </a:lnTo>
                <a:lnTo>
                  <a:pt x="1031603" y="46935"/>
                </a:lnTo>
                <a:lnTo>
                  <a:pt x="1030997" y="45391"/>
                </a:lnTo>
                <a:lnTo>
                  <a:pt x="1030360" y="43871"/>
                </a:lnTo>
                <a:lnTo>
                  <a:pt x="1029691" y="42376"/>
                </a:lnTo>
                <a:lnTo>
                  <a:pt x="1028992" y="40905"/>
                </a:lnTo>
                <a:lnTo>
                  <a:pt x="1028261" y="39458"/>
                </a:lnTo>
                <a:lnTo>
                  <a:pt x="1027501" y="38037"/>
                </a:lnTo>
                <a:lnTo>
                  <a:pt x="1026714" y="36644"/>
                </a:lnTo>
                <a:lnTo>
                  <a:pt x="1025898" y="35280"/>
                </a:lnTo>
                <a:lnTo>
                  <a:pt x="1025054" y="33944"/>
                </a:lnTo>
                <a:lnTo>
                  <a:pt x="1024182" y="32637"/>
                </a:lnTo>
                <a:lnTo>
                  <a:pt x="1023283" y="31357"/>
                </a:lnTo>
                <a:lnTo>
                  <a:pt x="1022355" y="30106"/>
                </a:lnTo>
                <a:lnTo>
                  <a:pt x="1021400" y="28884"/>
                </a:lnTo>
                <a:lnTo>
                  <a:pt x="1020417" y="27689"/>
                </a:lnTo>
                <a:lnTo>
                  <a:pt x="1019406" y="26523"/>
                </a:lnTo>
                <a:lnTo>
                  <a:pt x="1018366" y="25386"/>
                </a:lnTo>
                <a:lnTo>
                  <a:pt x="1017299" y="24276"/>
                </a:lnTo>
                <a:lnTo>
                  <a:pt x="1016204" y="23195"/>
                </a:lnTo>
                <a:lnTo>
                  <a:pt x="1015082" y="22142"/>
                </a:lnTo>
                <a:lnTo>
                  <a:pt x="1013931" y="21118"/>
                </a:lnTo>
                <a:lnTo>
                  <a:pt x="1012752" y="20122"/>
                </a:lnTo>
                <a:lnTo>
                  <a:pt x="1011545" y="19154"/>
                </a:lnTo>
                <a:lnTo>
                  <a:pt x="1010311" y="18214"/>
                </a:lnTo>
                <a:lnTo>
                  <a:pt x="1009048" y="17303"/>
                </a:lnTo>
                <a:lnTo>
                  <a:pt x="1007758" y="16420"/>
                </a:lnTo>
                <a:lnTo>
                  <a:pt x="1006440" y="15566"/>
                </a:lnTo>
                <a:lnTo>
                  <a:pt x="1005094" y="14739"/>
                </a:lnTo>
                <a:lnTo>
                  <a:pt x="1003719" y="13941"/>
                </a:lnTo>
                <a:lnTo>
                  <a:pt x="1002317" y="13172"/>
                </a:lnTo>
                <a:lnTo>
                  <a:pt x="1000889" y="12432"/>
                </a:lnTo>
                <a:lnTo>
                  <a:pt x="999436" y="11724"/>
                </a:lnTo>
                <a:lnTo>
                  <a:pt x="997959" y="11047"/>
                </a:lnTo>
                <a:lnTo>
                  <a:pt x="996457" y="10401"/>
                </a:lnTo>
                <a:lnTo>
                  <a:pt x="994931" y="9788"/>
                </a:lnTo>
                <a:lnTo>
                  <a:pt x="993379" y="9205"/>
                </a:lnTo>
                <a:lnTo>
                  <a:pt x="991804" y="8654"/>
                </a:lnTo>
                <a:lnTo>
                  <a:pt x="990204" y="8135"/>
                </a:lnTo>
                <a:lnTo>
                  <a:pt x="988579" y="7647"/>
                </a:lnTo>
                <a:lnTo>
                  <a:pt x="986930" y="7190"/>
                </a:lnTo>
                <a:lnTo>
                  <a:pt x="985256" y="6765"/>
                </a:lnTo>
                <a:lnTo>
                  <a:pt x="983558" y="6372"/>
                </a:lnTo>
                <a:lnTo>
                  <a:pt x="981835" y="6010"/>
                </a:lnTo>
                <a:lnTo>
                  <a:pt x="980088" y="5679"/>
                </a:lnTo>
                <a:lnTo>
                  <a:pt x="978316" y="5380"/>
                </a:lnTo>
                <a:lnTo>
                  <a:pt x="976519" y="5113"/>
                </a:lnTo>
                <a:lnTo>
                  <a:pt x="974698" y="4877"/>
                </a:lnTo>
                <a:lnTo>
                  <a:pt x="972852" y="4672"/>
                </a:lnTo>
                <a:lnTo>
                  <a:pt x="970982" y="4499"/>
                </a:lnTo>
                <a:lnTo>
                  <a:pt x="969087" y="4357"/>
                </a:lnTo>
                <a:lnTo>
                  <a:pt x="967168" y="4247"/>
                </a:lnTo>
                <a:lnTo>
                  <a:pt x="965224" y="4168"/>
                </a:lnTo>
                <a:lnTo>
                  <a:pt x="963256" y="4121"/>
                </a:lnTo>
                <a:lnTo>
                  <a:pt x="961263" y="4105"/>
                </a:lnTo>
                <a:lnTo>
                  <a:pt x="911998" y="4105"/>
                </a:lnTo>
                <a:lnTo>
                  <a:pt x="911998" y="157603"/>
                </a:lnTo>
                <a:lnTo>
                  <a:pt x="961263" y="157603"/>
                </a:lnTo>
                <a:lnTo>
                  <a:pt x="963256" y="157587"/>
                </a:lnTo>
                <a:lnTo>
                  <a:pt x="965224" y="157540"/>
                </a:lnTo>
                <a:lnTo>
                  <a:pt x="967167" y="157462"/>
                </a:lnTo>
                <a:lnTo>
                  <a:pt x="969086" y="157353"/>
                </a:lnTo>
                <a:close/>
                <a:moveTo>
                  <a:pt x="961558" y="21427"/>
                </a:moveTo>
                <a:lnTo>
                  <a:pt x="963130" y="21506"/>
                </a:lnTo>
                <a:lnTo>
                  <a:pt x="964680" y="21608"/>
                </a:lnTo>
                <a:lnTo>
                  <a:pt x="966206" y="21732"/>
                </a:lnTo>
                <a:lnTo>
                  <a:pt x="967709" y="21878"/>
                </a:lnTo>
                <a:lnTo>
                  <a:pt x="969189" y="22048"/>
                </a:lnTo>
                <a:lnTo>
                  <a:pt x="970645" y="22240"/>
                </a:lnTo>
                <a:lnTo>
                  <a:pt x="972079" y="22454"/>
                </a:lnTo>
                <a:lnTo>
                  <a:pt x="973489" y="22691"/>
                </a:lnTo>
                <a:lnTo>
                  <a:pt x="974877" y="22951"/>
                </a:lnTo>
                <a:lnTo>
                  <a:pt x="976241" y="23233"/>
                </a:lnTo>
                <a:lnTo>
                  <a:pt x="977581" y="23537"/>
                </a:lnTo>
                <a:lnTo>
                  <a:pt x="978899" y="23865"/>
                </a:lnTo>
                <a:lnTo>
                  <a:pt x="980194" y="24214"/>
                </a:lnTo>
                <a:lnTo>
                  <a:pt x="981465" y="24587"/>
                </a:lnTo>
                <a:lnTo>
                  <a:pt x="982713" y="24982"/>
                </a:lnTo>
                <a:lnTo>
                  <a:pt x="983938" y="25399"/>
                </a:lnTo>
                <a:lnTo>
                  <a:pt x="985140" y="25840"/>
                </a:lnTo>
                <a:lnTo>
                  <a:pt x="986319" y="26302"/>
                </a:lnTo>
                <a:lnTo>
                  <a:pt x="987474" y="26787"/>
                </a:lnTo>
                <a:lnTo>
                  <a:pt x="988607" y="27295"/>
                </a:lnTo>
                <a:lnTo>
                  <a:pt x="989716" y="27826"/>
                </a:lnTo>
                <a:lnTo>
                  <a:pt x="990802" y="28379"/>
                </a:lnTo>
                <a:lnTo>
                  <a:pt x="991866" y="28955"/>
                </a:lnTo>
                <a:lnTo>
                  <a:pt x="992906" y="29555"/>
                </a:lnTo>
                <a:lnTo>
                  <a:pt x="993924" y="30178"/>
                </a:lnTo>
                <a:lnTo>
                  <a:pt x="994920" y="30824"/>
                </a:lnTo>
                <a:lnTo>
                  <a:pt x="995892" y="31493"/>
                </a:lnTo>
                <a:lnTo>
                  <a:pt x="996842" y="32185"/>
                </a:lnTo>
                <a:lnTo>
                  <a:pt x="997768" y="32900"/>
                </a:lnTo>
                <a:lnTo>
                  <a:pt x="998673" y="33639"/>
                </a:lnTo>
                <a:lnTo>
                  <a:pt x="999554" y="34401"/>
                </a:lnTo>
                <a:lnTo>
                  <a:pt x="1000412" y="35186"/>
                </a:lnTo>
                <a:lnTo>
                  <a:pt x="1001248" y="35994"/>
                </a:lnTo>
                <a:lnTo>
                  <a:pt x="1002061" y="36825"/>
                </a:lnTo>
                <a:lnTo>
                  <a:pt x="1002852" y="37679"/>
                </a:lnTo>
                <a:lnTo>
                  <a:pt x="1003619" y="38557"/>
                </a:lnTo>
                <a:lnTo>
                  <a:pt x="1004364" y="39458"/>
                </a:lnTo>
                <a:lnTo>
                  <a:pt x="1005086" y="40382"/>
                </a:lnTo>
                <a:lnTo>
                  <a:pt x="1005785" y="41329"/>
                </a:lnTo>
                <a:lnTo>
                  <a:pt x="1006461" y="42299"/>
                </a:lnTo>
                <a:lnTo>
                  <a:pt x="1007115" y="43292"/>
                </a:lnTo>
                <a:lnTo>
                  <a:pt x="1007746" y="44309"/>
                </a:lnTo>
                <a:lnTo>
                  <a:pt x="1008354" y="45349"/>
                </a:lnTo>
                <a:lnTo>
                  <a:pt x="1008939" y="46412"/>
                </a:lnTo>
                <a:lnTo>
                  <a:pt x="1009502" y="47498"/>
                </a:lnTo>
                <a:lnTo>
                  <a:pt x="1010042" y="48607"/>
                </a:lnTo>
                <a:lnTo>
                  <a:pt x="1010558" y="49741"/>
                </a:lnTo>
                <a:lnTo>
                  <a:pt x="1011052" y="50898"/>
                </a:lnTo>
                <a:lnTo>
                  <a:pt x="1011523" y="52080"/>
                </a:lnTo>
                <a:lnTo>
                  <a:pt x="1011971" y="53285"/>
                </a:lnTo>
                <a:lnTo>
                  <a:pt x="1012396" y="54515"/>
                </a:lnTo>
                <a:lnTo>
                  <a:pt x="1012798" y="55768"/>
                </a:lnTo>
                <a:lnTo>
                  <a:pt x="1013176" y="57045"/>
                </a:lnTo>
                <a:lnTo>
                  <a:pt x="1013532" y="58346"/>
                </a:lnTo>
                <a:lnTo>
                  <a:pt x="1013865" y="59672"/>
                </a:lnTo>
                <a:lnTo>
                  <a:pt x="1014176" y="61021"/>
                </a:lnTo>
                <a:lnTo>
                  <a:pt x="1014463" y="62394"/>
                </a:lnTo>
                <a:lnTo>
                  <a:pt x="1014727" y="63791"/>
                </a:lnTo>
                <a:lnTo>
                  <a:pt x="1014968" y="65212"/>
                </a:lnTo>
                <a:lnTo>
                  <a:pt x="1015186" y="66657"/>
                </a:lnTo>
                <a:lnTo>
                  <a:pt x="1015381" y="68126"/>
                </a:lnTo>
                <a:lnTo>
                  <a:pt x="1015553" y="69619"/>
                </a:lnTo>
                <a:lnTo>
                  <a:pt x="1015703" y="71136"/>
                </a:lnTo>
                <a:lnTo>
                  <a:pt x="1015829" y="72677"/>
                </a:lnTo>
                <a:lnTo>
                  <a:pt x="1015932" y="74241"/>
                </a:lnTo>
                <a:lnTo>
                  <a:pt x="1016013" y="75830"/>
                </a:lnTo>
                <a:lnTo>
                  <a:pt x="1016070" y="77443"/>
                </a:lnTo>
                <a:lnTo>
                  <a:pt x="1016105" y="79080"/>
                </a:lnTo>
                <a:lnTo>
                  <a:pt x="1016116" y="80740"/>
                </a:lnTo>
                <a:lnTo>
                  <a:pt x="1016105" y="82410"/>
                </a:lnTo>
                <a:lnTo>
                  <a:pt x="1016071" y="84056"/>
                </a:lnTo>
                <a:lnTo>
                  <a:pt x="1016015" y="85679"/>
                </a:lnTo>
                <a:lnTo>
                  <a:pt x="1015936" y="87277"/>
                </a:lnTo>
                <a:lnTo>
                  <a:pt x="1015834" y="88851"/>
                </a:lnTo>
                <a:lnTo>
                  <a:pt x="1015710" y="90401"/>
                </a:lnTo>
                <a:lnTo>
                  <a:pt x="1015563" y="91928"/>
                </a:lnTo>
                <a:lnTo>
                  <a:pt x="1015394" y="93430"/>
                </a:lnTo>
                <a:lnTo>
                  <a:pt x="1015202" y="94909"/>
                </a:lnTo>
                <a:lnTo>
                  <a:pt x="1014988" y="96363"/>
                </a:lnTo>
                <a:lnTo>
                  <a:pt x="1014751" y="97794"/>
                </a:lnTo>
                <a:lnTo>
                  <a:pt x="1014491" y="99200"/>
                </a:lnTo>
                <a:lnTo>
                  <a:pt x="1014209" y="100583"/>
                </a:lnTo>
                <a:lnTo>
                  <a:pt x="1013904" y="101942"/>
                </a:lnTo>
                <a:lnTo>
                  <a:pt x="1013577" y="103276"/>
                </a:lnTo>
                <a:lnTo>
                  <a:pt x="1013227" y="104587"/>
                </a:lnTo>
                <a:lnTo>
                  <a:pt x="1012855" y="105874"/>
                </a:lnTo>
                <a:lnTo>
                  <a:pt x="1012460" y="107137"/>
                </a:lnTo>
                <a:lnTo>
                  <a:pt x="1012042" y="108376"/>
                </a:lnTo>
                <a:lnTo>
                  <a:pt x="1011602" y="109591"/>
                </a:lnTo>
                <a:lnTo>
                  <a:pt x="1011139" y="110782"/>
                </a:lnTo>
                <a:lnTo>
                  <a:pt x="1010654" y="111949"/>
                </a:lnTo>
                <a:lnTo>
                  <a:pt x="1010146" y="113092"/>
                </a:lnTo>
                <a:lnTo>
                  <a:pt x="1009616" y="114211"/>
                </a:lnTo>
                <a:lnTo>
                  <a:pt x="1009063" y="115306"/>
                </a:lnTo>
                <a:lnTo>
                  <a:pt x="1008487" y="116378"/>
                </a:lnTo>
                <a:lnTo>
                  <a:pt x="1007887" y="117425"/>
                </a:lnTo>
                <a:lnTo>
                  <a:pt x="1007265" y="118449"/>
                </a:lnTo>
                <a:lnTo>
                  <a:pt x="1006620" y="119450"/>
                </a:lnTo>
                <a:lnTo>
                  <a:pt x="1005952" y="120426"/>
                </a:lnTo>
                <a:lnTo>
                  <a:pt x="1005261" y="121379"/>
                </a:lnTo>
                <a:lnTo>
                  <a:pt x="1004547" y="122308"/>
                </a:lnTo>
                <a:lnTo>
                  <a:pt x="1003811" y="123213"/>
                </a:lnTo>
                <a:lnTo>
                  <a:pt x="1003051" y="124094"/>
                </a:lnTo>
                <a:lnTo>
                  <a:pt x="1002268" y="124952"/>
                </a:lnTo>
                <a:lnTo>
                  <a:pt x="1001462" y="125786"/>
                </a:lnTo>
                <a:lnTo>
                  <a:pt x="1000633" y="126596"/>
                </a:lnTo>
                <a:lnTo>
                  <a:pt x="999782" y="127382"/>
                </a:lnTo>
                <a:lnTo>
                  <a:pt x="998907" y="128145"/>
                </a:lnTo>
                <a:lnTo>
                  <a:pt x="998009" y="128884"/>
                </a:lnTo>
                <a:lnTo>
                  <a:pt x="997089" y="129599"/>
                </a:lnTo>
                <a:lnTo>
                  <a:pt x="996145" y="130290"/>
                </a:lnTo>
                <a:lnTo>
                  <a:pt x="995178" y="130958"/>
                </a:lnTo>
                <a:lnTo>
                  <a:pt x="994189" y="131602"/>
                </a:lnTo>
                <a:lnTo>
                  <a:pt x="993176" y="132222"/>
                </a:lnTo>
                <a:lnTo>
                  <a:pt x="992141" y="132818"/>
                </a:lnTo>
                <a:lnTo>
                  <a:pt x="991082" y="133391"/>
                </a:lnTo>
                <a:lnTo>
                  <a:pt x="990001" y="133940"/>
                </a:lnTo>
                <a:lnTo>
                  <a:pt x="988896" y="134465"/>
                </a:lnTo>
                <a:lnTo>
                  <a:pt x="987766" y="134969"/>
                </a:lnTo>
                <a:lnTo>
                  <a:pt x="986612" y="135450"/>
                </a:lnTo>
                <a:lnTo>
                  <a:pt x="985433" y="135908"/>
                </a:lnTo>
                <a:lnTo>
                  <a:pt x="984230" y="136345"/>
                </a:lnTo>
                <a:lnTo>
                  <a:pt x="983002" y="136759"/>
                </a:lnTo>
                <a:lnTo>
                  <a:pt x="981749" y="137150"/>
                </a:lnTo>
                <a:lnTo>
                  <a:pt x="980472" y="137519"/>
                </a:lnTo>
                <a:lnTo>
                  <a:pt x="979171" y="137866"/>
                </a:lnTo>
                <a:lnTo>
                  <a:pt x="977845" y="138190"/>
                </a:lnTo>
                <a:lnTo>
                  <a:pt x="976494" y="138492"/>
                </a:lnTo>
                <a:lnTo>
                  <a:pt x="975119" y="138772"/>
                </a:lnTo>
                <a:lnTo>
                  <a:pt x="973719" y="139029"/>
                </a:lnTo>
                <a:lnTo>
                  <a:pt x="972295" y="139264"/>
                </a:lnTo>
                <a:lnTo>
                  <a:pt x="970846" y="139477"/>
                </a:lnTo>
                <a:lnTo>
                  <a:pt x="969373" y="139667"/>
                </a:lnTo>
                <a:lnTo>
                  <a:pt x="967875" y="139835"/>
                </a:lnTo>
                <a:lnTo>
                  <a:pt x="966352" y="139980"/>
                </a:lnTo>
                <a:lnTo>
                  <a:pt x="964805" y="140103"/>
                </a:lnTo>
                <a:lnTo>
                  <a:pt x="963233" y="140204"/>
                </a:lnTo>
                <a:lnTo>
                  <a:pt x="961637" y="140282"/>
                </a:lnTo>
                <a:lnTo>
                  <a:pt x="960017" y="140338"/>
                </a:lnTo>
                <a:lnTo>
                  <a:pt x="958371" y="140372"/>
                </a:lnTo>
                <a:lnTo>
                  <a:pt x="956701" y="140383"/>
                </a:lnTo>
                <a:lnTo>
                  <a:pt x="932525" y="140383"/>
                </a:lnTo>
                <a:lnTo>
                  <a:pt x="932525" y="21325"/>
                </a:lnTo>
                <a:lnTo>
                  <a:pt x="956701" y="21325"/>
                </a:lnTo>
                <a:lnTo>
                  <a:pt x="958343" y="21337"/>
                </a:lnTo>
                <a:lnTo>
                  <a:pt x="959962" y="21371"/>
                </a:lnTo>
                <a:lnTo>
                  <a:pt x="961558" y="21427"/>
                </a:lnTo>
                <a:close/>
                <a:moveTo>
                  <a:pt x="1427060" y="142056"/>
                </a:moveTo>
                <a:lnTo>
                  <a:pt x="1426288" y="142008"/>
                </a:lnTo>
                <a:lnTo>
                  <a:pt x="1425541" y="141942"/>
                </a:lnTo>
                <a:lnTo>
                  <a:pt x="1424819" y="141856"/>
                </a:lnTo>
                <a:lnTo>
                  <a:pt x="1424123" y="141751"/>
                </a:lnTo>
                <a:lnTo>
                  <a:pt x="1423453" y="141628"/>
                </a:lnTo>
                <a:lnTo>
                  <a:pt x="1422808" y="141485"/>
                </a:lnTo>
                <a:lnTo>
                  <a:pt x="1422189" y="141324"/>
                </a:lnTo>
                <a:lnTo>
                  <a:pt x="1421596" y="141143"/>
                </a:lnTo>
                <a:lnTo>
                  <a:pt x="1421027" y="140944"/>
                </a:lnTo>
                <a:lnTo>
                  <a:pt x="1420485" y="140725"/>
                </a:lnTo>
                <a:lnTo>
                  <a:pt x="1419968" y="140487"/>
                </a:lnTo>
                <a:lnTo>
                  <a:pt x="1419476" y="140231"/>
                </a:lnTo>
                <a:lnTo>
                  <a:pt x="1419010" y="139955"/>
                </a:lnTo>
                <a:lnTo>
                  <a:pt x="1418570" y="139661"/>
                </a:lnTo>
                <a:lnTo>
                  <a:pt x="1418155" y="139347"/>
                </a:lnTo>
                <a:lnTo>
                  <a:pt x="1417766" y="139014"/>
                </a:lnTo>
                <a:lnTo>
                  <a:pt x="1417402" y="138663"/>
                </a:lnTo>
                <a:lnTo>
                  <a:pt x="1417064" y="138292"/>
                </a:lnTo>
                <a:lnTo>
                  <a:pt x="1416751" y="137903"/>
                </a:lnTo>
                <a:lnTo>
                  <a:pt x="1416464" y="137494"/>
                </a:lnTo>
                <a:lnTo>
                  <a:pt x="1416202" y="137066"/>
                </a:lnTo>
                <a:lnTo>
                  <a:pt x="1415966" y="136620"/>
                </a:lnTo>
                <a:lnTo>
                  <a:pt x="1415747" y="136155"/>
                </a:lnTo>
                <a:lnTo>
                  <a:pt x="1415538" y="135673"/>
                </a:lnTo>
                <a:lnTo>
                  <a:pt x="1415338" y="135175"/>
                </a:lnTo>
                <a:lnTo>
                  <a:pt x="1415147" y="134659"/>
                </a:lnTo>
                <a:lnTo>
                  <a:pt x="1414966" y="134126"/>
                </a:lnTo>
                <a:lnTo>
                  <a:pt x="1414794" y="133576"/>
                </a:lnTo>
                <a:lnTo>
                  <a:pt x="1414631" y="133009"/>
                </a:lnTo>
                <a:lnTo>
                  <a:pt x="1414477" y="132426"/>
                </a:lnTo>
                <a:lnTo>
                  <a:pt x="1414333" y="131825"/>
                </a:lnTo>
                <a:lnTo>
                  <a:pt x="1414198" y="131207"/>
                </a:lnTo>
                <a:lnTo>
                  <a:pt x="1414072" y="130572"/>
                </a:lnTo>
                <a:lnTo>
                  <a:pt x="1413956" y="129920"/>
                </a:lnTo>
                <a:lnTo>
                  <a:pt x="1413849" y="129251"/>
                </a:lnTo>
                <a:lnTo>
                  <a:pt x="1413751" y="128565"/>
                </a:lnTo>
                <a:lnTo>
                  <a:pt x="1413663" y="127862"/>
                </a:lnTo>
                <a:lnTo>
                  <a:pt x="1413584" y="127142"/>
                </a:lnTo>
                <a:lnTo>
                  <a:pt x="1413514" y="126405"/>
                </a:lnTo>
                <a:lnTo>
                  <a:pt x="1413454" y="125650"/>
                </a:lnTo>
                <a:lnTo>
                  <a:pt x="1413402" y="124879"/>
                </a:lnTo>
                <a:lnTo>
                  <a:pt x="1413361" y="124091"/>
                </a:lnTo>
                <a:lnTo>
                  <a:pt x="1413328" y="123286"/>
                </a:lnTo>
                <a:lnTo>
                  <a:pt x="1413305" y="122464"/>
                </a:lnTo>
                <a:lnTo>
                  <a:pt x="1413291" y="121624"/>
                </a:lnTo>
                <a:lnTo>
                  <a:pt x="1413286" y="120768"/>
                </a:lnTo>
                <a:lnTo>
                  <a:pt x="1413286" y="4105"/>
                </a:lnTo>
                <a:lnTo>
                  <a:pt x="1394241" y="4105"/>
                </a:lnTo>
                <a:lnTo>
                  <a:pt x="1394241" y="121680"/>
                </a:lnTo>
                <a:lnTo>
                  <a:pt x="1394246" y="122616"/>
                </a:lnTo>
                <a:lnTo>
                  <a:pt x="1394260" y="123540"/>
                </a:lnTo>
                <a:lnTo>
                  <a:pt x="1394283" y="124452"/>
                </a:lnTo>
                <a:lnTo>
                  <a:pt x="1394316" y="125353"/>
                </a:lnTo>
                <a:lnTo>
                  <a:pt x="1394358" y="126244"/>
                </a:lnTo>
                <a:lnTo>
                  <a:pt x="1394409" y="127122"/>
                </a:lnTo>
                <a:lnTo>
                  <a:pt x="1394469" y="127990"/>
                </a:lnTo>
                <a:lnTo>
                  <a:pt x="1394539" y="128846"/>
                </a:lnTo>
                <a:lnTo>
                  <a:pt x="1394618" y="129691"/>
                </a:lnTo>
                <a:lnTo>
                  <a:pt x="1394707" y="130524"/>
                </a:lnTo>
                <a:lnTo>
                  <a:pt x="1394804" y="131347"/>
                </a:lnTo>
                <a:lnTo>
                  <a:pt x="1394911" y="132158"/>
                </a:lnTo>
                <a:lnTo>
                  <a:pt x="1395028" y="132958"/>
                </a:lnTo>
                <a:lnTo>
                  <a:pt x="1395153" y="133746"/>
                </a:lnTo>
                <a:lnTo>
                  <a:pt x="1395288" y="134523"/>
                </a:lnTo>
                <a:lnTo>
                  <a:pt x="1395433" y="135289"/>
                </a:lnTo>
                <a:lnTo>
                  <a:pt x="1395586" y="136044"/>
                </a:lnTo>
                <a:lnTo>
                  <a:pt x="1395749" y="136787"/>
                </a:lnTo>
                <a:lnTo>
                  <a:pt x="1395921" y="137519"/>
                </a:lnTo>
                <a:lnTo>
                  <a:pt x="1396103" y="138240"/>
                </a:lnTo>
                <a:lnTo>
                  <a:pt x="1396293" y="138949"/>
                </a:lnTo>
                <a:lnTo>
                  <a:pt x="1396493" y="139648"/>
                </a:lnTo>
                <a:lnTo>
                  <a:pt x="1396703" y="140335"/>
                </a:lnTo>
                <a:lnTo>
                  <a:pt x="1396921" y="141010"/>
                </a:lnTo>
                <a:lnTo>
                  <a:pt x="1397153" y="141674"/>
                </a:lnTo>
                <a:lnTo>
                  <a:pt x="1397399" y="142324"/>
                </a:lnTo>
                <a:lnTo>
                  <a:pt x="1397662" y="142961"/>
                </a:lnTo>
                <a:lnTo>
                  <a:pt x="1397940" y="143586"/>
                </a:lnTo>
                <a:lnTo>
                  <a:pt x="1398234" y="144197"/>
                </a:lnTo>
                <a:lnTo>
                  <a:pt x="1398543" y="144795"/>
                </a:lnTo>
                <a:lnTo>
                  <a:pt x="1398868" y="145380"/>
                </a:lnTo>
                <a:lnTo>
                  <a:pt x="1399209" y="145952"/>
                </a:lnTo>
                <a:lnTo>
                  <a:pt x="1399565" y="146511"/>
                </a:lnTo>
                <a:lnTo>
                  <a:pt x="1399937" y="147057"/>
                </a:lnTo>
                <a:lnTo>
                  <a:pt x="1400324" y="147589"/>
                </a:lnTo>
                <a:lnTo>
                  <a:pt x="1400727" y="148109"/>
                </a:lnTo>
                <a:lnTo>
                  <a:pt x="1401146" y="148616"/>
                </a:lnTo>
                <a:lnTo>
                  <a:pt x="1401581" y="149109"/>
                </a:lnTo>
                <a:lnTo>
                  <a:pt x="1402031" y="149590"/>
                </a:lnTo>
                <a:lnTo>
                  <a:pt x="1402497" y="150057"/>
                </a:lnTo>
                <a:lnTo>
                  <a:pt x="1402978" y="150512"/>
                </a:lnTo>
                <a:lnTo>
                  <a:pt x="1403475" y="150953"/>
                </a:lnTo>
                <a:lnTo>
                  <a:pt x="1403988" y="151381"/>
                </a:lnTo>
                <a:lnTo>
                  <a:pt x="1404516" y="151796"/>
                </a:lnTo>
                <a:lnTo>
                  <a:pt x="1405060" y="152199"/>
                </a:lnTo>
                <a:lnTo>
                  <a:pt x="1405620" y="152588"/>
                </a:lnTo>
                <a:lnTo>
                  <a:pt x="1406195" y="152964"/>
                </a:lnTo>
                <a:lnTo>
                  <a:pt x="1406786" y="153326"/>
                </a:lnTo>
                <a:lnTo>
                  <a:pt x="1407395" y="153675"/>
                </a:lnTo>
                <a:lnTo>
                  <a:pt x="1408027" y="154010"/>
                </a:lnTo>
                <a:lnTo>
                  <a:pt x="1408680" y="154329"/>
                </a:lnTo>
                <a:lnTo>
                  <a:pt x="1409355" y="154633"/>
                </a:lnTo>
                <a:lnTo>
                  <a:pt x="1410052" y="154923"/>
                </a:lnTo>
                <a:lnTo>
                  <a:pt x="1410770" y="155197"/>
                </a:lnTo>
                <a:lnTo>
                  <a:pt x="1411510" y="155457"/>
                </a:lnTo>
                <a:lnTo>
                  <a:pt x="1412272" y="155702"/>
                </a:lnTo>
                <a:lnTo>
                  <a:pt x="1413056" y="155932"/>
                </a:lnTo>
                <a:lnTo>
                  <a:pt x="1413862" y="156148"/>
                </a:lnTo>
                <a:lnTo>
                  <a:pt x="1414689" y="156348"/>
                </a:lnTo>
                <a:lnTo>
                  <a:pt x="1415538" y="156534"/>
                </a:lnTo>
                <a:lnTo>
                  <a:pt x="1416409" y="156705"/>
                </a:lnTo>
                <a:lnTo>
                  <a:pt x="1417302" y="156861"/>
                </a:lnTo>
                <a:lnTo>
                  <a:pt x="1418217" y="157002"/>
                </a:lnTo>
                <a:lnTo>
                  <a:pt x="1419153" y="157128"/>
                </a:lnTo>
                <a:lnTo>
                  <a:pt x="1420111" y="157239"/>
                </a:lnTo>
                <a:lnTo>
                  <a:pt x="1421091" y="157336"/>
                </a:lnTo>
                <a:lnTo>
                  <a:pt x="1422092" y="157417"/>
                </a:lnTo>
                <a:lnTo>
                  <a:pt x="1423116" y="157484"/>
                </a:lnTo>
                <a:lnTo>
                  <a:pt x="1424161" y="157536"/>
                </a:lnTo>
                <a:lnTo>
                  <a:pt x="1425228" y="157573"/>
                </a:lnTo>
                <a:lnTo>
                  <a:pt x="1426317" y="157596"/>
                </a:lnTo>
                <a:lnTo>
                  <a:pt x="1427427" y="157603"/>
                </a:lnTo>
                <a:lnTo>
                  <a:pt x="1433813" y="157603"/>
                </a:lnTo>
                <a:lnTo>
                  <a:pt x="1433813" y="142094"/>
                </a:lnTo>
                <a:lnTo>
                  <a:pt x="1428681" y="142094"/>
                </a:lnTo>
                <a:lnTo>
                  <a:pt x="1427858" y="142084"/>
                </a:lnTo>
                <a:lnTo>
                  <a:pt x="1427060" y="142056"/>
                </a:lnTo>
                <a:close/>
                <a:moveTo>
                  <a:pt x="65128" y="159443"/>
                </a:moveTo>
                <a:lnTo>
                  <a:pt x="66396" y="159349"/>
                </a:lnTo>
                <a:lnTo>
                  <a:pt x="67653" y="159239"/>
                </a:lnTo>
                <a:lnTo>
                  <a:pt x="68899" y="159111"/>
                </a:lnTo>
                <a:lnTo>
                  <a:pt x="70134" y="158966"/>
                </a:lnTo>
                <a:lnTo>
                  <a:pt x="71357" y="158804"/>
                </a:lnTo>
                <a:lnTo>
                  <a:pt x="72569" y="158626"/>
                </a:lnTo>
                <a:lnTo>
                  <a:pt x="73769" y="158430"/>
                </a:lnTo>
                <a:lnTo>
                  <a:pt x="74959" y="158217"/>
                </a:lnTo>
                <a:lnTo>
                  <a:pt x="76137" y="157987"/>
                </a:lnTo>
                <a:lnTo>
                  <a:pt x="77304" y="157740"/>
                </a:lnTo>
                <a:lnTo>
                  <a:pt x="78459" y="157476"/>
                </a:lnTo>
                <a:lnTo>
                  <a:pt x="79604" y="157195"/>
                </a:lnTo>
                <a:lnTo>
                  <a:pt x="80737" y="156897"/>
                </a:lnTo>
                <a:lnTo>
                  <a:pt x="81858" y="156582"/>
                </a:lnTo>
                <a:lnTo>
                  <a:pt x="82969" y="156250"/>
                </a:lnTo>
                <a:lnTo>
                  <a:pt x="84068" y="155901"/>
                </a:lnTo>
                <a:lnTo>
                  <a:pt x="85156" y="155535"/>
                </a:lnTo>
                <a:lnTo>
                  <a:pt x="86232" y="155152"/>
                </a:lnTo>
                <a:lnTo>
                  <a:pt x="87297" y="154752"/>
                </a:lnTo>
                <a:lnTo>
                  <a:pt x="88348" y="154335"/>
                </a:lnTo>
                <a:lnTo>
                  <a:pt x="89380" y="153901"/>
                </a:lnTo>
                <a:lnTo>
                  <a:pt x="90394" y="153450"/>
                </a:lnTo>
                <a:lnTo>
                  <a:pt x="91390" y="152983"/>
                </a:lnTo>
                <a:lnTo>
                  <a:pt x="92368" y="152498"/>
                </a:lnTo>
                <a:lnTo>
                  <a:pt x="93327" y="151997"/>
                </a:lnTo>
                <a:lnTo>
                  <a:pt x="94269" y="151479"/>
                </a:lnTo>
                <a:lnTo>
                  <a:pt x="95192" y="150944"/>
                </a:lnTo>
                <a:lnTo>
                  <a:pt x="96096" y="150393"/>
                </a:lnTo>
                <a:lnTo>
                  <a:pt x="96983" y="149824"/>
                </a:lnTo>
                <a:lnTo>
                  <a:pt x="97851" y="149239"/>
                </a:lnTo>
                <a:lnTo>
                  <a:pt x="98701" y="148637"/>
                </a:lnTo>
                <a:lnTo>
                  <a:pt x="99533" y="148018"/>
                </a:lnTo>
                <a:lnTo>
                  <a:pt x="100347" y="147382"/>
                </a:lnTo>
                <a:lnTo>
                  <a:pt x="101143" y="146729"/>
                </a:lnTo>
                <a:lnTo>
                  <a:pt x="101920" y="146060"/>
                </a:lnTo>
                <a:lnTo>
                  <a:pt x="102679" y="145373"/>
                </a:lnTo>
                <a:lnTo>
                  <a:pt x="103420" y="144670"/>
                </a:lnTo>
                <a:lnTo>
                  <a:pt x="104142" y="143950"/>
                </a:lnTo>
                <a:lnTo>
                  <a:pt x="104847" y="143213"/>
                </a:lnTo>
                <a:lnTo>
                  <a:pt x="105533" y="142460"/>
                </a:lnTo>
                <a:lnTo>
                  <a:pt x="106201" y="141689"/>
                </a:lnTo>
                <a:lnTo>
                  <a:pt x="106851" y="140902"/>
                </a:lnTo>
                <a:lnTo>
                  <a:pt x="107482" y="140098"/>
                </a:lnTo>
                <a:lnTo>
                  <a:pt x="108092" y="139277"/>
                </a:lnTo>
                <a:lnTo>
                  <a:pt x="108676" y="138438"/>
                </a:lnTo>
                <a:lnTo>
                  <a:pt x="109233" y="137581"/>
                </a:lnTo>
                <a:lnTo>
                  <a:pt x="109765" y="136707"/>
                </a:lnTo>
                <a:lnTo>
                  <a:pt x="110271" y="135815"/>
                </a:lnTo>
                <a:lnTo>
                  <a:pt x="110750" y="134905"/>
                </a:lnTo>
                <a:lnTo>
                  <a:pt x="111204" y="133978"/>
                </a:lnTo>
                <a:lnTo>
                  <a:pt x="111632" y="133034"/>
                </a:lnTo>
                <a:lnTo>
                  <a:pt x="112034" y="132071"/>
                </a:lnTo>
                <a:lnTo>
                  <a:pt x="112410" y="131091"/>
                </a:lnTo>
                <a:lnTo>
                  <a:pt x="112760" y="130094"/>
                </a:lnTo>
                <a:lnTo>
                  <a:pt x="113085" y="129079"/>
                </a:lnTo>
                <a:lnTo>
                  <a:pt x="113383" y="128046"/>
                </a:lnTo>
                <a:lnTo>
                  <a:pt x="113655" y="126996"/>
                </a:lnTo>
                <a:lnTo>
                  <a:pt x="113902" y="125928"/>
                </a:lnTo>
                <a:lnTo>
                  <a:pt x="114122" y="124842"/>
                </a:lnTo>
                <a:lnTo>
                  <a:pt x="114317" y="123739"/>
                </a:lnTo>
                <a:lnTo>
                  <a:pt x="114485" y="122618"/>
                </a:lnTo>
                <a:lnTo>
                  <a:pt x="114628" y="121479"/>
                </a:lnTo>
                <a:lnTo>
                  <a:pt x="114745" y="120323"/>
                </a:lnTo>
                <a:lnTo>
                  <a:pt x="114835" y="119149"/>
                </a:lnTo>
                <a:lnTo>
                  <a:pt x="114900" y="117958"/>
                </a:lnTo>
                <a:lnTo>
                  <a:pt x="114939" y="116749"/>
                </a:lnTo>
                <a:lnTo>
                  <a:pt x="114952" y="115522"/>
                </a:lnTo>
                <a:lnTo>
                  <a:pt x="114943" y="114372"/>
                </a:lnTo>
                <a:lnTo>
                  <a:pt x="114916" y="113241"/>
                </a:lnTo>
                <a:lnTo>
                  <a:pt x="114870" y="112128"/>
                </a:lnTo>
                <a:lnTo>
                  <a:pt x="114806" y="111034"/>
                </a:lnTo>
                <a:lnTo>
                  <a:pt x="114724" y="109958"/>
                </a:lnTo>
                <a:lnTo>
                  <a:pt x="114624" y="108901"/>
                </a:lnTo>
                <a:lnTo>
                  <a:pt x="114506" y="107862"/>
                </a:lnTo>
                <a:lnTo>
                  <a:pt x="114369" y="106843"/>
                </a:lnTo>
                <a:lnTo>
                  <a:pt x="114214" y="105841"/>
                </a:lnTo>
                <a:lnTo>
                  <a:pt x="114041" y="104859"/>
                </a:lnTo>
                <a:lnTo>
                  <a:pt x="113850" y="103895"/>
                </a:lnTo>
                <a:lnTo>
                  <a:pt x="113641" y="102949"/>
                </a:lnTo>
                <a:lnTo>
                  <a:pt x="113413" y="102023"/>
                </a:lnTo>
                <a:lnTo>
                  <a:pt x="113167" y="101114"/>
                </a:lnTo>
                <a:lnTo>
                  <a:pt x="112903" y="100225"/>
                </a:lnTo>
                <a:lnTo>
                  <a:pt x="112621" y="99354"/>
                </a:lnTo>
                <a:lnTo>
                  <a:pt x="112320" y="98502"/>
                </a:lnTo>
                <a:lnTo>
                  <a:pt x="112001" y="97668"/>
                </a:lnTo>
                <a:lnTo>
                  <a:pt x="111664" y="96853"/>
                </a:lnTo>
                <a:lnTo>
                  <a:pt x="111309" y="96056"/>
                </a:lnTo>
                <a:lnTo>
                  <a:pt x="110936" y="95278"/>
                </a:lnTo>
                <a:lnTo>
                  <a:pt x="110544" y="94519"/>
                </a:lnTo>
                <a:lnTo>
                  <a:pt x="110134" y="93779"/>
                </a:lnTo>
                <a:lnTo>
                  <a:pt x="109706" y="93056"/>
                </a:lnTo>
                <a:lnTo>
                  <a:pt x="109259" y="92349"/>
                </a:lnTo>
                <a:lnTo>
                  <a:pt x="108792" y="91652"/>
                </a:lnTo>
                <a:lnTo>
                  <a:pt x="108304" y="90966"/>
                </a:lnTo>
                <a:lnTo>
                  <a:pt x="107796" y="90291"/>
                </a:lnTo>
                <a:lnTo>
                  <a:pt x="107268" y="89626"/>
                </a:lnTo>
                <a:lnTo>
                  <a:pt x="106720" y="88972"/>
                </a:lnTo>
                <a:lnTo>
                  <a:pt x="106151" y="88329"/>
                </a:lnTo>
                <a:lnTo>
                  <a:pt x="105563" y="87697"/>
                </a:lnTo>
                <a:lnTo>
                  <a:pt x="104954" y="87075"/>
                </a:lnTo>
                <a:lnTo>
                  <a:pt x="104325" y="86464"/>
                </a:lnTo>
                <a:lnTo>
                  <a:pt x="103676" y="85863"/>
                </a:lnTo>
                <a:lnTo>
                  <a:pt x="103006" y="85273"/>
                </a:lnTo>
                <a:lnTo>
                  <a:pt x="102317" y="84694"/>
                </a:lnTo>
                <a:lnTo>
                  <a:pt x="101607" y="84126"/>
                </a:lnTo>
                <a:lnTo>
                  <a:pt x="100877" y="83568"/>
                </a:lnTo>
                <a:lnTo>
                  <a:pt x="100127" y="83021"/>
                </a:lnTo>
                <a:lnTo>
                  <a:pt x="99357" y="82485"/>
                </a:lnTo>
                <a:lnTo>
                  <a:pt x="98566" y="81959"/>
                </a:lnTo>
                <a:lnTo>
                  <a:pt x="97755" y="81444"/>
                </a:lnTo>
                <a:lnTo>
                  <a:pt x="96924" y="80940"/>
                </a:lnTo>
                <a:lnTo>
                  <a:pt x="96073" y="80446"/>
                </a:lnTo>
                <a:lnTo>
                  <a:pt x="95202" y="79963"/>
                </a:lnTo>
                <a:lnTo>
                  <a:pt x="94310" y="79491"/>
                </a:lnTo>
                <a:lnTo>
                  <a:pt x="93399" y="79030"/>
                </a:lnTo>
                <a:lnTo>
                  <a:pt x="92465" y="78575"/>
                </a:lnTo>
                <a:lnTo>
                  <a:pt x="91508" y="78122"/>
                </a:lnTo>
                <a:lnTo>
                  <a:pt x="90528" y="77672"/>
                </a:lnTo>
                <a:lnTo>
                  <a:pt x="89524" y="77224"/>
                </a:lnTo>
                <a:lnTo>
                  <a:pt x="88497" y="76778"/>
                </a:lnTo>
                <a:lnTo>
                  <a:pt x="87447" y="76335"/>
                </a:lnTo>
                <a:lnTo>
                  <a:pt x="86373" y="75895"/>
                </a:lnTo>
                <a:lnTo>
                  <a:pt x="85276" y="75456"/>
                </a:lnTo>
                <a:lnTo>
                  <a:pt x="84156" y="75020"/>
                </a:lnTo>
                <a:lnTo>
                  <a:pt x="83012" y="74587"/>
                </a:lnTo>
                <a:lnTo>
                  <a:pt x="81845" y="74156"/>
                </a:lnTo>
                <a:lnTo>
                  <a:pt x="80655" y="73727"/>
                </a:lnTo>
                <a:lnTo>
                  <a:pt x="79441" y="73300"/>
                </a:lnTo>
                <a:lnTo>
                  <a:pt x="78204" y="72876"/>
                </a:lnTo>
                <a:lnTo>
                  <a:pt x="76943" y="72454"/>
                </a:lnTo>
                <a:lnTo>
                  <a:pt x="75659" y="72035"/>
                </a:lnTo>
                <a:lnTo>
                  <a:pt x="74352" y="71618"/>
                </a:lnTo>
                <a:lnTo>
                  <a:pt x="73021" y="71204"/>
                </a:lnTo>
                <a:lnTo>
                  <a:pt x="71667" y="70791"/>
                </a:lnTo>
                <a:lnTo>
                  <a:pt x="70290" y="70382"/>
                </a:lnTo>
                <a:lnTo>
                  <a:pt x="68889" y="69974"/>
                </a:lnTo>
                <a:lnTo>
                  <a:pt x="67465" y="69569"/>
                </a:lnTo>
                <a:lnTo>
                  <a:pt x="66017" y="69166"/>
                </a:lnTo>
                <a:lnTo>
                  <a:pt x="64547" y="68766"/>
                </a:lnTo>
                <a:lnTo>
                  <a:pt x="63275" y="68434"/>
                </a:lnTo>
                <a:lnTo>
                  <a:pt x="62027" y="68103"/>
                </a:lnTo>
                <a:lnTo>
                  <a:pt x="60802" y="67773"/>
                </a:lnTo>
                <a:lnTo>
                  <a:pt x="59600" y="67445"/>
                </a:lnTo>
                <a:lnTo>
                  <a:pt x="58421" y="67118"/>
                </a:lnTo>
                <a:lnTo>
                  <a:pt x="57266" y="66792"/>
                </a:lnTo>
                <a:lnTo>
                  <a:pt x="56133" y="66467"/>
                </a:lnTo>
                <a:lnTo>
                  <a:pt x="55024" y="66143"/>
                </a:lnTo>
                <a:lnTo>
                  <a:pt x="53938" y="65821"/>
                </a:lnTo>
                <a:lnTo>
                  <a:pt x="52875" y="65499"/>
                </a:lnTo>
                <a:lnTo>
                  <a:pt x="51836" y="65179"/>
                </a:lnTo>
                <a:lnTo>
                  <a:pt x="50819" y="64860"/>
                </a:lnTo>
                <a:lnTo>
                  <a:pt x="49826" y="64542"/>
                </a:lnTo>
                <a:lnTo>
                  <a:pt x="48855" y="64226"/>
                </a:lnTo>
                <a:lnTo>
                  <a:pt x="47908" y="63910"/>
                </a:lnTo>
                <a:lnTo>
                  <a:pt x="46984" y="63596"/>
                </a:lnTo>
                <a:lnTo>
                  <a:pt x="46084" y="63283"/>
                </a:lnTo>
                <a:lnTo>
                  <a:pt x="45206" y="62971"/>
                </a:lnTo>
                <a:lnTo>
                  <a:pt x="44352" y="62661"/>
                </a:lnTo>
                <a:lnTo>
                  <a:pt x="43520" y="62351"/>
                </a:lnTo>
                <a:lnTo>
                  <a:pt x="42712" y="62043"/>
                </a:lnTo>
                <a:lnTo>
                  <a:pt x="41927" y="61736"/>
                </a:lnTo>
                <a:lnTo>
                  <a:pt x="41166" y="61430"/>
                </a:lnTo>
                <a:lnTo>
                  <a:pt x="40427" y="61125"/>
                </a:lnTo>
                <a:lnTo>
                  <a:pt x="39709" y="60820"/>
                </a:lnTo>
                <a:lnTo>
                  <a:pt x="39009" y="60511"/>
                </a:lnTo>
                <a:lnTo>
                  <a:pt x="38327" y="60200"/>
                </a:lnTo>
                <a:lnTo>
                  <a:pt x="37663" y="59885"/>
                </a:lnTo>
                <a:lnTo>
                  <a:pt x="37017" y="59568"/>
                </a:lnTo>
                <a:lnTo>
                  <a:pt x="36389" y="59247"/>
                </a:lnTo>
                <a:lnTo>
                  <a:pt x="35779" y="58924"/>
                </a:lnTo>
                <a:lnTo>
                  <a:pt x="35188" y="58597"/>
                </a:lnTo>
                <a:lnTo>
                  <a:pt x="34614" y="58268"/>
                </a:lnTo>
                <a:lnTo>
                  <a:pt x="34058" y="57936"/>
                </a:lnTo>
                <a:lnTo>
                  <a:pt x="33520" y="57600"/>
                </a:lnTo>
                <a:lnTo>
                  <a:pt x="33000" y="57262"/>
                </a:lnTo>
                <a:lnTo>
                  <a:pt x="32498" y="56921"/>
                </a:lnTo>
                <a:lnTo>
                  <a:pt x="32015" y="56577"/>
                </a:lnTo>
                <a:lnTo>
                  <a:pt x="31549" y="56230"/>
                </a:lnTo>
                <a:lnTo>
                  <a:pt x="31101" y="55879"/>
                </a:lnTo>
                <a:lnTo>
                  <a:pt x="30671" y="55526"/>
                </a:lnTo>
                <a:lnTo>
                  <a:pt x="30260" y="55170"/>
                </a:lnTo>
                <a:lnTo>
                  <a:pt x="29866" y="54811"/>
                </a:lnTo>
                <a:lnTo>
                  <a:pt x="29490" y="54449"/>
                </a:lnTo>
                <a:lnTo>
                  <a:pt x="29133" y="54084"/>
                </a:lnTo>
                <a:lnTo>
                  <a:pt x="28793" y="53716"/>
                </a:lnTo>
                <a:lnTo>
                  <a:pt x="28471" y="53345"/>
                </a:lnTo>
                <a:lnTo>
                  <a:pt x="28168" y="52971"/>
                </a:lnTo>
                <a:lnTo>
                  <a:pt x="27879" y="52592"/>
                </a:lnTo>
                <a:lnTo>
                  <a:pt x="27603" y="52205"/>
                </a:lnTo>
                <a:lnTo>
                  <a:pt x="27339" y="51811"/>
                </a:lnTo>
                <a:lnTo>
                  <a:pt x="27088" y="51408"/>
                </a:lnTo>
                <a:lnTo>
                  <a:pt x="26848" y="50998"/>
                </a:lnTo>
                <a:lnTo>
                  <a:pt x="26621" y="50580"/>
                </a:lnTo>
                <a:lnTo>
                  <a:pt x="26406" y="50155"/>
                </a:lnTo>
                <a:lnTo>
                  <a:pt x="26204" y="49721"/>
                </a:lnTo>
                <a:lnTo>
                  <a:pt x="26014" y="49280"/>
                </a:lnTo>
                <a:lnTo>
                  <a:pt x="25836" y="48832"/>
                </a:lnTo>
                <a:lnTo>
                  <a:pt x="25670" y="48375"/>
                </a:lnTo>
                <a:lnTo>
                  <a:pt x="25516" y="47911"/>
                </a:lnTo>
                <a:lnTo>
                  <a:pt x="25375" y="47439"/>
                </a:lnTo>
                <a:lnTo>
                  <a:pt x="25246" y="46959"/>
                </a:lnTo>
                <a:lnTo>
                  <a:pt x="25130" y="46472"/>
                </a:lnTo>
                <a:lnTo>
                  <a:pt x="25025" y="45977"/>
                </a:lnTo>
                <a:lnTo>
                  <a:pt x="24933" y="45474"/>
                </a:lnTo>
                <a:lnTo>
                  <a:pt x="24854" y="44964"/>
                </a:lnTo>
                <a:lnTo>
                  <a:pt x="24786" y="44446"/>
                </a:lnTo>
                <a:lnTo>
                  <a:pt x="24731" y="43920"/>
                </a:lnTo>
                <a:lnTo>
                  <a:pt x="24688" y="43386"/>
                </a:lnTo>
                <a:lnTo>
                  <a:pt x="24657" y="42845"/>
                </a:lnTo>
                <a:lnTo>
                  <a:pt x="24639" y="42295"/>
                </a:lnTo>
                <a:lnTo>
                  <a:pt x="24633" y="41739"/>
                </a:lnTo>
                <a:lnTo>
                  <a:pt x="24647" y="40807"/>
                </a:lnTo>
                <a:lnTo>
                  <a:pt x="24690" y="39895"/>
                </a:lnTo>
                <a:lnTo>
                  <a:pt x="24762" y="39001"/>
                </a:lnTo>
                <a:lnTo>
                  <a:pt x="24862" y="38126"/>
                </a:lnTo>
                <a:lnTo>
                  <a:pt x="24991" y="37270"/>
                </a:lnTo>
                <a:lnTo>
                  <a:pt x="25149" y="36432"/>
                </a:lnTo>
                <a:lnTo>
                  <a:pt x="25336" y="35614"/>
                </a:lnTo>
                <a:lnTo>
                  <a:pt x="25551" y="34814"/>
                </a:lnTo>
                <a:lnTo>
                  <a:pt x="25795" y="34033"/>
                </a:lnTo>
                <a:lnTo>
                  <a:pt x="26068" y="33271"/>
                </a:lnTo>
                <a:lnTo>
                  <a:pt x="26369" y="32527"/>
                </a:lnTo>
                <a:lnTo>
                  <a:pt x="26700" y="31803"/>
                </a:lnTo>
                <a:lnTo>
                  <a:pt x="27058" y="31097"/>
                </a:lnTo>
                <a:lnTo>
                  <a:pt x="27446" y="30410"/>
                </a:lnTo>
                <a:lnTo>
                  <a:pt x="27862" y="29742"/>
                </a:lnTo>
                <a:lnTo>
                  <a:pt x="28307" y="29093"/>
                </a:lnTo>
                <a:lnTo>
                  <a:pt x="28781" y="28462"/>
                </a:lnTo>
                <a:lnTo>
                  <a:pt x="29283" y="27851"/>
                </a:lnTo>
                <a:lnTo>
                  <a:pt x="29814" y="27258"/>
                </a:lnTo>
                <a:lnTo>
                  <a:pt x="30374" y="26684"/>
                </a:lnTo>
                <a:lnTo>
                  <a:pt x="30963" y="26128"/>
                </a:lnTo>
                <a:lnTo>
                  <a:pt x="31580" y="25592"/>
                </a:lnTo>
                <a:lnTo>
                  <a:pt x="32226" y="25074"/>
                </a:lnTo>
                <a:lnTo>
                  <a:pt x="32900" y="24576"/>
                </a:lnTo>
                <a:lnTo>
                  <a:pt x="33600" y="24096"/>
                </a:lnTo>
                <a:lnTo>
                  <a:pt x="34322" y="23638"/>
                </a:lnTo>
                <a:lnTo>
                  <a:pt x="35066" y="23199"/>
                </a:lnTo>
                <a:lnTo>
                  <a:pt x="35832" y="22781"/>
                </a:lnTo>
                <a:lnTo>
                  <a:pt x="36620" y="22383"/>
                </a:lnTo>
                <a:lnTo>
                  <a:pt x="37430" y="22006"/>
                </a:lnTo>
                <a:lnTo>
                  <a:pt x="38262" y="21649"/>
                </a:lnTo>
                <a:lnTo>
                  <a:pt x="39116" y="21313"/>
                </a:lnTo>
                <a:lnTo>
                  <a:pt x="39991" y="20997"/>
                </a:lnTo>
                <a:lnTo>
                  <a:pt x="40889" y="20701"/>
                </a:lnTo>
                <a:lnTo>
                  <a:pt x="41809" y="20426"/>
                </a:lnTo>
                <a:lnTo>
                  <a:pt x="42751" y="20171"/>
                </a:lnTo>
                <a:lnTo>
                  <a:pt x="43714" y="19936"/>
                </a:lnTo>
                <a:lnTo>
                  <a:pt x="44700" y="19722"/>
                </a:lnTo>
                <a:lnTo>
                  <a:pt x="45708" y="19528"/>
                </a:lnTo>
                <a:lnTo>
                  <a:pt x="46737" y="19355"/>
                </a:lnTo>
                <a:lnTo>
                  <a:pt x="47789" y="19202"/>
                </a:lnTo>
                <a:lnTo>
                  <a:pt x="48862" y="19070"/>
                </a:lnTo>
                <a:lnTo>
                  <a:pt x="49958" y="18957"/>
                </a:lnTo>
                <a:lnTo>
                  <a:pt x="51076" y="18866"/>
                </a:lnTo>
                <a:lnTo>
                  <a:pt x="52215" y="18794"/>
                </a:lnTo>
                <a:lnTo>
                  <a:pt x="53377" y="18743"/>
                </a:lnTo>
                <a:lnTo>
                  <a:pt x="54560" y="18713"/>
                </a:lnTo>
                <a:lnTo>
                  <a:pt x="55765" y="18703"/>
                </a:lnTo>
                <a:lnTo>
                  <a:pt x="56945" y="18714"/>
                </a:lnTo>
                <a:lnTo>
                  <a:pt x="58110" y="18749"/>
                </a:lnTo>
                <a:lnTo>
                  <a:pt x="59258" y="18807"/>
                </a:lnTo>
                <a:lnTo>
                  <a:pt x="60390" y="18888"/>
                </a:lnTo>
                <a:lnTo>
                  <a:pt x="61507" y="18992"/>
                </a:lnTo>
                <a:lnTo>
                  <a:pt x="62608" y="19119"/>
                </a:lnTo>
                <a:lnTo>
                  <a:pt x="63693" y="19270"/>
                </a:lnTo>
                <a:lnTo>
                  <a:pt x="64762" y="19444"/>
                </a:lnTo>
                <a:lnTo>
                  <a:pt x="65815" y="19641"/>
                </a:lnTo>
                <a:lnTo>
                  <a:pt x="66853" y="19861"/>
                </a:lnTo>
                <a:lnTo>
                  <a:pt x="67874" y="20104"/>
                </a:lnTo>
                <a:lnTo>
                  <a:pt x="68880" y="20370"/>
                </a:lnTo>
                <a:lnTo>
                  <a:pt x="69870" y="20660"/>
                </a:lnTo>
                <a:lnTo>
                  <a:pt x="70844" y="20973"/>
                </a:lnTo>
                <a:lnTo>
                  <a:pt x="71802" y="21309"/>
                </a:lnTo>
                <a:lnTo>
                  <a:pt x="72745" y="21668"/>
                </a:lnTo>
                <a:lnTo>
                  <a:pt x="73671" y="22050"/>
                </a:lnTo>
                <a:lnTo>
                  <a:pt x="74582" y="22455"/>
                </a:lnTo>
                <a:lnTo>
                  <a:pt x="75477" y="22884"/>
                </a:lnTo>
                <a:lnTo>
                  <a:pt x="76356" y="23335"/>
                </a:lnTo>
                <a:lnTo>
                  <a:pt x="77219" y="23810"/>
                </a:lnTo>
                <a:lnTo>
                  <a:pt x="78067" y="24308"/>
                </a:lnTo>
                <a:lnTo>
                  <a:pt x="78898" y="24829"/>
                </a:lnTo>
                <a:lnTo>
                  <a:pt x="79714" y="25374"/>
                </a:lnTo>
                <a:lnTo>
                  <a:pt x="80504" y="25941"/>
                </a:lnTo>
                <a:lnTo>
                  <a:pt x="81260" y="26530"/>
                </a:lnTo>
                <a:lnTo>
                  <a:pt x="81982" y="27141"/>
                </a:lnTo>
                <a:lnTo>
                  <a:pt x="82669" y="27773"/>
                </a:lnTo>
                <a:lnTo>
                  <a:pt x="83322" y="28428"/>
                </a:lnTo>
                <a:lnTo>
                  <a:pt x="83940" y="29105"/>
                </a:lnTo>
                <a:lnTo>
                  <a:pt x="84524" y="29804"/>
                </a:lnTo>
                <a:lnTo>
                  <a:pt x="85074" y="30525"/>
                </a:lnTo>
                <a:lnTo>
                  <a:pt x="85589" y="31267"/>
                </a:lnTo>
                <a:lnTo>
                  <a:pt x="86069" y="32032"/>
                </a:lnTo>
                <a:lnTo>
                  <a:pt x="86515" y="32819"/>
                </a:lnTo>
                <a:lnTo>
                  <a:pt x="86927" y="33627"/>
                </a:lnTo>
                <a:lnTo>
                  <a:pt x="87304" y="34458"/>
                </a:lnTo>
                <a:lnTo>
                  <a:pt x="87647" y="35311"/>
                </a:lnTo>
                <a:lnTo>
                  <a:pt x="87955" y="36185"/>
                </a:lnTo>
                <a:lnTo>
                  <a:pt x="88229" y="37082"/>
                </a:lnTo>
                <a:lnTo>
                  <a:pt x="88468" y="38000"/>
                </a:lnTo>
                <a:lnTo>
                  <a:pt x="88673" y="38941"/>
                </a:lnTo>
                <a:lnTo>
                  <a:pt x="88844" y="39904"/>
                </a:lnTo>
                <a:lnTo>
                  <a:pt x="88980" y="40888"/>
                </a:lnTo>
                <a:lnTo>
                  <a:pt x="89081" y="41894"/>
                </a:lnTo>
                <a:lnTo>
                  <a:pt x="89148" y="42923"/>
                </a:lnTo>
                <a:lnTo>
                  <a:pt x="89181" y="43973"/>
                </a:lnTo>
                <a:lnTo>
                  <a:pt x="89179" y="45046"/>
                </a:lnTo>
                <a:lnTo>
                  <a:pt x="109820" y="45046"/>
                </a:lnTo>
                <a:lnTo>
                  <a:pt x="109808" y="43866"/>
                </a:lnTo>
                <a:lnTo>
                  <a:pt x="109769" y="42702"/>
                </a:lnTo>
                <a:lnTo>
                  <a:pt x="109705" y="41555"/>
                </a:lnTo>
                <a:lnTo>
                  <a:pt x="109616" y="40424"/>
                </a:lnTo>
                <a:lnTo>
                  <a:pt x="109501" y="39309"/>
                </a:lnTo>
                <a:lnTo>
                  <a:pt x="109361" y="38210"/>
                </a:lnTo>
                <a:lnTo>
                  <a:pt x="109195" y="37128"/>
                </a:lnTo>
                <a:lnTo>
                  <a:pt x="109003" y="36062"/>
                </a:lnTo>
                <a:lnTo>
                  <a:pt x="108786" y="35012"/>
                </a:lnTo>
                <a:lnTo>
                  <a:pt x="108543" y="33978"/>
                </a:lnTo>
                <a:lnTo>
                  <a:pt x="108275" y="32961"/>
                </a:lnTo>
                <a:lnTo>
                  <a:pt x="107981" y="31960"/>
                </a:lnTo>
                <a:lnTo>
                  <a:pt x="107662" y="30975"/>
                </a:lnTo>
                <a:lnTo>
                  <a:pt x="107317" y="30006"/>
                </a:lnTo>
                <a:lnTo>
                  <a:pt x="106947" y="29053"/>
                </a:lnTo>
                <a:lnTo>
                  <a:pt x="106551" y="28117"/>
                </a:lnTo>
                <a:lnTo>
                  <a:pt x="106130" y="27197"/>
                </a:lnTo>
                <a:lnTo>
                  <a:pt x="105683" y="26293"/>
                </a:lnTo>
                <a:lnTo>
                  <a:pt x="105210" y="25406"/>
                </a:lnTo>
                <a:lnTo>
                  <a:pt x="104712" y="24534"/>
                </a:lnTo>
                <a:lnTo>
                  <a:pt x="104189" y="23679"/>
                </a:lnTo>
                <a:lnTo>
                  <a:pt x="103640" y="22840"/>
                </a:lnTo>
                <a:lnTo>
                  <a:pt x="103065" y="22018"/>
                </a:lnTo>
                <a:lnTo>
                  <a:pt x="102465" y="21211"/>
                </a:lnTo>
                <a:lnTo>
                  <a:pt x="101843" y="20421"/>
                </a:lnTo>
                <a:lnTo>
                  <a:pt x="101204" y="19648"/>
                </a:lnTo>
                <a:lnTo>
                  <a:pt x="100548" y="18891"/>
                </a:lnTo>
                <a:lnTo>
                  <a:pt x="99875" y="18151"/>
                </a:lnTo>
                <a:lnTo>
                  <a:pt x="99185" y="17428"/>
                </a:lnTo>
                <a:lnTo>
                  <a:pt x="98477" y="16721"/>
                </a:lnTo>
                <a:lnTo>
                  <a:pt x="97752" y="16031"/>
                </a:lnTo>
                <a:lnTo>
                  <a:pt x="97010" y="15357"/>
                </a:lnTo>
                <a:lnTo>
                  <a:pt x="96250" y="14700"/>
                </a:lnTo>
                <a:lnTo>
                  <a:pt x="95474" y="14060"/>
                </a:lnTo>
                <a:lnTo>
                  <a:pt x="94680" y="13437"/>
                </a:lnTo>
                <a:lnTo>
                  <a:pt x="93869" y="12829"/>
                </a:lnTo>
                <a:lnTo>
                  <a:pt x="93041" y="12239"/>
                </a:lnTo>
                <a:lnTo>
                  <a:pt x="92195" y="11665"/>
                </a:lnTo>
                <a:lnTo>
                  <a:pt x="91332" y="11108"/>
                </a:lnTo>
                <a:lnTo>
                  <a:pt x="90453" y="10568"/>
                </a:lnTo>
                <a:lnTo>
                  <a:pt x="89555" y="10044"/>
                </a:lnTo>
                <a:lnTo>
                  <a:pt x="88641" y="9537"/>
                </a:lnTo>
                <a:lnTo>
                  <a:pt x="87709" y="9046"/>
                </a:lnTo>
                <a:lnTo>
                  <a:pt x="86761" y="8572"/>
                </a:lnTo>
                <a:lnTo>
                  <a:pt x="85794" y="8115"/>
                </a:lnTo>
                <a:lnTo>
                  <a:pt x="84811" y="7674"/>
                </a:lnTo>
                <a:lnTo>
                  <a:pt x="83811" y="7250"/>
                </a:lnTo>
                <a:lnTo>
                  <a:pt x="82793" y="6842"/>
                </a:lnTo>
                <a:lnTo>
                  <a:pt x="81762" y="6452"/>
                </a:lnTo>
                <a:lnTo>
                  <a:pt x="80723" y="6077"/>
                </a:lnTo>
                <a:lnTo>
                  <a:pt x="79675" y="5720"/>
                </a:lnTo>
                <a:lnTo>
                  <a:pt x="78618" y="5379"/>
                </a:lnTo>
                <a:lnTo>
                  <a:pt x="77552" y="5055"/>
                </a:lnTo>
                <a:lnTo>
                  <a:pt x="76478" y="4747"/>
                </a:lnTo>
                <a:lnTo>
                  <a:pt x="75395" y="4456"/>
                </a:lnTo>
                <a:lnTo>
                  <a:pt x="74303" y="4181"/>
                </a:lnTo>
                <a:lnTo>
                  <a:pt x="73203" y="3924"/>
                </a:lnTo>
                <a:lnTo>
                  <a:pt x="72094" y="3683"/>
                </a:lnTo>
                <a:lnTo>
                  <a:pt x="70976" y="3458"/>
                </a:lnTo>
                <a:lnTo>
                  <a:pt x="69849" y="3250"/>
                </a:lnTo>
                <a:lnTo>
                  <a:pt x="68714" y="3059"/>
                </a:lnTo>
                <a:lnTo>
                  <a:pt x="67570" y="2884"/>
                </a:lnTo>
                <a:lnTo>
                  <a:pt x="66417" y="2726"/>
                </a:lnTo>
                <a:lnTo>
                  <a:pt x="65256" y="2585"/>
                </a:lnTo>
                <a:lnTo>
                  <a:pt x="64086" y="2460"/>
                </a:lnTo>
                <a:lnTo>
                  <a:pt x="62907" y="2352"/>
                </a:lnTo>
                <a:lnTo>
                  <a:pt x="61720" y="2261"/>
                </a:lnTo>
                <a:lnTo>
                  <a:pt x="60523" y="2186"/>
                </a:lnTo>
                <a:lnTo>
                  <a:pt x="59319" y="2128"/>
                </a:lnTo>
                <a:lnTo>
                  <a:pt x="58105" y="2086"/>
                </a:lnTo>
                <a:lnTo>
                  <a:pt x="56882" y="2061"/>
                </a:lnTo>
                <a:lnTo>
                  <a:pt x="55651" y="2053"/>
                </a:lnTo>
                <a:lnTo>
                  <a:pt x="54329" y="2061"/>
                </a:lnTo>
                <a:lnTo>
                  <a:pt x="53022" y="2085"/>
                </a:lnTo>
                <a:lnTo>
                  <a:pt x="51730" y="2126"/>
                </a:lnTo>
                <a:lnTo>
                  <a:pt x="50455" y="2183"/>
                </a:lnTo>
                <a:lnTo>
                  <a:pt x="49195" y="2256"/>
                </a:lnTo>
                <a:lnTo>
                  <a:pt x="47950" y="2345"/>
                </a:lnTo>
                <a:lnTo>
                  <a:pt x="46721" y="2450"/>
                </a:lnTo>
                <a:lnTo>
                  <a:pt x="45508" y="2572"/>
                </a:lnTo>
                <a:lnTo>
                  <a:pt x="44311" y="2710"/>
                </a:lnTo>
                <a:lnTo>
                  <a:pt x="43129" y="2864"/>
                </a:lnTo>
                <a:lnTo>
                  <a:pt x="41963" y="3035"/>
                </a:lnTo>
                <a:lnTo>
                  <a:pt x="40812" y="3222"/>
                </a:lnTo>
                <a:lnTo>
                  <a:pt x="39677" y="3425"/>
                </a:lnTo>
                <a:lnTo>
                  <a:pt x="38558" y="3644"/>
                </a:lnTo>
                <a:lnTo>
                  <a:pt x="37454" y="3879"/>
                </a:lnTo>
                <a:lnTo>
                  <a:pt x="36366" y="4131"/>
                </a:lnTo>
                <a:lnTo>
                  <a:pt x="35294" y="4399"/>
                </a:lnTo>
                <a:lnTo>
                  <a:pt x="34237" y="4683"/>
                </a:lnTo>
                <a:lnTo>
                  <a:pt x="33196" y="4983"/>
                </a:lnTo>
                <a:lnTo>
                  <a:pt x="32170" y="5300"/>
                </a:lnTo>
                <a:lnTo>
                  <a:pt x="31160" y="5632"/>
                </a:lnTo>
                <a:lnTo>
                  <a:pt x="30166" y="5982"/>
                </a:lnTo>
                <a:lnTo>
                  <a:pt x="29188" y="6347"/>
                </a:lnTo>
                <a:lnTo>
                  <a:pt x="28225" y="6728"/>
                </a:lnTo>
                <a:lnTo>
                  <a:pt x="27279" y="7125"/>
                </a:lnTo>
                <a:lnTo>
                  <a:pt x="26352" y="7537"/>
                </a:lnTo>
                <a:lnTo>
                  <a:pt x="25442" y="7964"/>
                </a:lnTo>
                <a:lnTo>
                  <a:pt x="24552" y="8406"/>
                </a:lnTo>
                <a:lnTo>
                  <a:pt x="23680" y="8862"/>
                </a:lnTo>
                <a:lnTo>
                  <a:pt x="22826" y="9333"/>
                </a:lnTo>
                <a:lnTo>
                  <a:pt x="21990" y="9820"/>
                </a:lnTo>
                <a:lnTo>
                  <a:pt x="21173" y="10321"/>
                </a:lnTo>
                <a:lnTo>
                  <a:pt x="20375" y="10836"/>
                </a:lnTo>
                <a:lnTo>
                  <a:pt x="19595" y="11367"/>
                </a:lnTo>
                <a:lnTo>
                  <a:pt x="18833" y="11913"/>
                </a:lnTo>
                <a:lnTo>
                  <a:pt x="18090" y="12473"/>
                </a:lnTo>
                <a:lnTo>
                  <a:pt x="17365" y="13048"/>
                </a:lnTo>
                <a:lnTo>
                  <a:pt x="16658" y="13638"/>
                </a:lnTo>
                <a:lnTo>
                  <a:pt x="15970" y="14243"/>
                </a:lnTo>
                <a:lnTo>
                  <a:pt x="15300" y="14863"/>
                </a:lnTo>
                <a:lnTo>
                  <a:pt x="14649" y="15498"/>
                </a:lnTo>
                <a:lnTo>
                  <a:pt x="14016" y="16147"/>
                </a:lnTo>
                <a:lnTo>
                  <a:pt x="13402" y="16812"/>
                </a:lnTo>
                <a:lnTo>
                  <a:pt x="12806" y="17491"/>
                </a:lnTo>
                <a:lnTo>
                  <a:pt x="12228" y="18185"/>
                </a:lnTo>
                <a:lnTo>
                  <a:pt x="11669" y="18894"/>
                </a:lnTo>
                <a:lnTo>
                  <a:pt x="11128" y="19618"/>
                </a:lnTo>
                <a:lnTo>
                  <a:pt x="10606" y="20356"/>
                </a:lnTo>
                <a:lnTo>
                  <a:pt x="10103" y="21109"/>
                </a:lnTo>
                <a:lnTo>
                  <a:pt x="9622" y="21877"/>
                </a:lnTo>
                <a:lnTo>
                  <a:pt x="9162" y="22659"/>
                </a:lnTo>
                <a:lnTo>
                  <a:pt x="8724" y="23456"/>
                </a:lnTo>
                <a:lnTo>
                  <a:pt x="8307" y="24267"/>
                </a:lnTo>
                <a:lnTo>
                  <a:pt x="7912" y="25092"/>
                </a:lnTo>
                <a:lnTo>
                  <a:pt x="7537" y="25932"/>
                </a:lnTo>
                <a:lnTo>
                  <a:pt x="7185" y="26787"/>
                </a:lnTo>
                <a:lnTo>
                  <a:pt x="6853" y="27656"/>
                </a:lnTo>
                <a:lnTo>
                  <a:pt x="6543" y="28539"/>
                </a:lnTo>
                <a:lnTo>
                  <a:pt x="6254" y="29437"/>
                </a:lnTo>
                <a:lnTo>
                  <a:pt x="5987" y="30349"/>
                </a:lnTo>
                <a:lnTo>
                  <a:pt x="5741" y="31276"/>
                </a:lnTo>
                <a:lnTo>
                  <a:pt x="5517" y="32217"/>
                </a:lnTo>
                <a:lnTo>
                  <a:pt x="5314" y="33172"/>
                </a:lnTo>
                <a:lnTo>
                  <a:pt x="5132" y="34142"/>
                </a:lnTo>
                <a:lnTo>
                  <a:pt x="4971" y="35127"/>
                </a:lnTo>
                <a:lnTo>
                  <a:pt x="4832" y="36126"/>
                </a:lnTo>
                <a:lnTo>
                  <a:pt x="4715" y="37139"/>
                </a:lnTo>
                <a:lnTo>
                  <a:pt x="4619" y="38167"/>
                </a:lnTo>
                <a:lnTo>
                  <a:pt x="4544" y="39209"/>
                </a:lnTo>
                <a:lnTo>
                  <a:pt x="4490" y="40266"/>
                </a:lnTo>
                <a:lnTo>
                  <a:pt x="4458" y="41337"/>
                </a:lnTo>
                <a:lnTo>
                  <a:pt x="4448" y="42423"/>
                </a:lnTo>
                <a:lnTo>
                  <a:pt x="4457" y="43451"/>
                </a:lnTo>
                <a:lnTo>
                  <a:pt x="4485" y="44464"/>
                </a:lnTo>
                <a:lnTo>
                  <a:pt x="4532" y="45463"/>
                </a:lnTo>
                <a:lnTo>
                  <a:pt x="4598" y="46446"/>
                </a:lnTo>
                <a:lnTo>
                  <a:pt x="4683" y="47414"/>
                </a:lnTo>
                <a:lnTo>
                  <a:pt x="4786" y="48367"/>
                </a:lnTo>
                <a:lnTo>
                  <a:pt x="4908" y="49305"/>
                </a:lnTo>
                <a:lnTo>
                  <a:pt x="5049" y="50228"/>
                </a:lnTo>
                <a:lnTo>
                  <a:pt x="5209" y="51136"/>
                </a:lnTo>
                <a:lnTo>
                  <a:pt x="5388" y="52029"/>
                </a:lnTo>
                <a:lnTo>
                  <a:pt x="5585" y="52907"/>
                </a:lnTo>
                <a:lnTo>
                  <a:pt x="5802" y="53770"/>
                </a:lnTo>
                <a:lnTo>
                  <a:pt x="6037" y="54618"/>
                </a:lnTo>
                <a:lnTo>
                  <a:pt x="6291" y="55450"/>
                </a:lnTo>
                <a:lnTo>
                  <a:pt x="6564" y="56268"/>
                </a:lnTo>
                <a:lnTo>
                  <a:pt x="6855" y="57071"/>
                </a:lnTo>
                <a:lnTo>
                  <a:pt x="7165" y="57858"/>
                </a:lnTo>
                <a:lnTo>
                  <a:pt x="7495" y="58631"/>
                </a:lnTo>
                <a:lnTo>
                  <a:pt x="7843" y="59388"/>
                </a:lnTo>
                <a:lnTo>
                  <a:pt x="8209" y="60131"/>
                </a:lnTo>
                <a:lnTo>
                  <a:pt x="8595" y="60858"/>
                </a:lnTo>
                <a:lnTo>
                  <a:pt x="8999" y="61570"/>
                </a:lnTo>
                <a:lnTo>
                  <a:pt x="9422" y="62268"/>
                </a:lnTo>
                <a:lnTo>
                  <a:pt x="9864" y="62950"/>
                </a:lnTo>
                <a:lnTo>
                  <a:pt x="10326" y="63620"/>
                </a:lnTo>
                <a:lnTo>
                  <a:pt x="10807" y="64281"/>
                </a:lnTo>
                <a:lnTo>
                  <a:pt x="11309" y="64932"/>
                </a:lnTo>
                <a:lnTo>
                  <a:pt x="11830" y="65574"/>
                </a:lnTo>
                <a:lnTo>
                  <a:pt x="12371" y="66207"/>
                </a:lnTo>
                <a:lnTo>
                  <a:pt x="12933" y="66831"/>
                </a:lnTo>
                <a:lnTo>
                  <a:pt x="13514" y="67445"/>
                </a:lnTo>
                <a:lnTo>
                  <a:pt x="14116" y="68050"/>
                </a:lnTo>
                <a:lnTo>
                  <a:pt x="14737" y="68646"/>
                </a:lnTo>
                <a:lnTo>
                  <a:pt x="15378" y="69232"/>
                </a:lnTo>
                <a:lnTo>
                  <a:pt x="16040" y="69809"/>
                </a:lnTo>
                <a:lnTo>
                  <a:pt x="16721" y="70377"/>
                </a:lnTo>
                <a:lnTo>
                  <a:pt x="17422" y="70935"/>
                </a:lnTo>
                <a:lnTo>
                  <a:pt x="18144" y="71484"/>
                </a:lnTo>
                <a:lnTo>
                  <a:pt x="18885" y="72024"/>
                </a:lnTo>
                <a:lnTo>
                  <a:pt x="19647" y="72555"/>
                </a:lnTo>
                <a:lnTo>
                  <a:pt x="20428" y="73076"/>
                </a:lnTo>
                <a:lnTo>
                  <a:pt x="21229" y="73588"/>
                </a:lnTo>
                <a:lnTo>
                  <a:pt x="22051" y="74090"/>
                </a:lnTo>
                <a:lnTo>
                  <a:pt x="22892" y="74584"/>
                </a:lnTo>
                <a:lnTo>
                  <a:pt x="23753" y="75068"/>
                </a:lnTo>
                <a:lnTo>
                  <a:pt x="24635" y="75542"/>
                </a:lnTo>
                <a:lnTo>
                  <a:pt x="25536" y="76008"/>
                </a:lnTo>
                <a:lnTo>
                  <a:pt x="26457" y="76464"/>
                </a:lnTo>
                <a:lnTo>
                  <a:pt x="27399" y="76914"/>
                </a:lnTo>
                <a:lnTo>
                  <a:pt x="28363" y="77361"/>
                </a:lnTo>
                <a:lnTo>
                  <a:pt x="29347" y="77805"/>
                </a:lnTo>
                <a:lnTo>
                  <a:pt x="30354" y="78246"/>
                </a:lnTo>
                <a:lnTo>
                  <a:pt x="31381" y="78684"/>
                </a:lnTo>
                <a:lnTo>
                  <a:pt x="32430" y="79119"/>
                </a:lnTo>
                <a:lnTo>
                  <a:pt x="33500" y="79551"/>
                </a:lnTo>
                <a:lnTo>
                  <a:pt x="34592" y="79980"/>
                </a:lnTo>
                <a:lnTo>
                  <a:pt x="35705" y="80406"/>
                </a:lnTo>
                <a:lnTo>
                  <a:pt x="36840" y="80829"/>
                </a:lnTo>
                <a:lnTo>
                  <a:pt x="37995" y="81249"/>
                </a:lnTo>
                <a:lnTo>
                  <a:pt x="39173" y="81667"/>
                </a:lnTo>
                <a:lnTo>
                  <a:pt x="40371" y="82081"/>
                </a:lnTo>
                <a:lnTo>
                  <a:pt x="41591" y="82492"/>
                </a:lnTo>
                <a:lnTo>
                  <a:pt x="42833" y="82901"/>
                </a:lnTo>
                <a:lnTo>
                  <a:pt x="44095" y="83306"/>
                </a:lnTo>
                <a:lnTo>
                  <a:pt x="45380" y="83708"/>
                </a:lnTo>
                <a:lnTo>
                  <a:pt x="46685" y="84108"/>
                </a:lnTo>
                <a:lnTo>
                  <a:pt x="48012" y="84504"/>
                </a:lnTo>
                <a:lnTo>
                  <a:pt x="49360" y="84898"/>
                </a:lnTo>
                <a:lnTo>
                  <a:pt x="50730" y="85288"/>
                </a:lnTo>
                <a:lnTo>
                  <a:pt x="52121" y="85676"/>
                </a:lnTo>
                <a:lnTo>
                  <a:pt x="53533" y="86061"/>
                </a:lnTo>
                <a:lnTo>
                  <a:pt x="54967" y="86442"/>
                </a:lnTo>
                <a:lnTo>
                  <a:pt x="56192" y="86756"/>
                </a:lnTo>
                <a:lnTo>
                  <a:pt x="57395" y="87070"/>
                </a:lnTo>
                <a:lnTo>
                  <a:pt x="58577" y="87384"/>
                </a:lnTo>
                <a:lnTo>
                  <a:pt x="59738" y="87698"/>
                </a:lnTo>
                <a:lnTo>
                  <a:pt x="60877" y="88013"/>
                </a:lnTo>
                <a:lnTo>
                  <a:pt x="61995" y="88327"/>
                </a:lnTo>
                <a:lnTo>
                  <a:pt x="63091" y="88642"/>
                </a:lnTo>
                <a:lnTo>
                  <a:pt x="64166" y="88957"/>
                </a:lnTo>
                <a:lnTo>
                  <a:pt x="65220" y="89273"/>
                </a:lnTo>
                <a:lnTo>
                  <a:pt x="66252" y="89588"/>
                </a:lnTo>
                <a:lnTo>
                  <a:pt x="67263" y="89904"/>
                </a:lnTo>
                <a:lnTo>
                  <a:pt x="68253" y="90220"/>
                </a:lnTo>
                <a:lnTo>
                  <a:pt x="69221" y="90536"/>
                </a:lnTo>
                <a:lnTo>
                  <a:pt x="70168" y="90852"/>
                </a:lnTo>
                <a:lnTo>
                  <a:pt x="71093" y="91169"/>
                </a:lnTo>
                <a:lnTo>
                  <a:pt x="71997" y="91485"/>
                </a:lnTo>
                <a:lnTo>
                  <a:pt x="72880" y="91802"/>
                </a:lnTo>
                <a:lnTo>
                  <a:pt x="73741" y="92119"/>
                </a:lnTo>
                <a:lnTo>
                  <a:pt x="74581" y="92436"/>
                </a:lnTo>
                <a:lnTo>
                  <a:pt x="75399" y="92754"/>
                </a:lnTo>
                <a:lnTo>
                  <a:pt x="76196" y="93072"/>
                </a:lnTo>
                <a:lnTo>
                  <a:pt x="76972" y="93389"/>
                </a:lnTo>
                <a:lnTo>
                  <a:pt x="77726" y="93708"/>
                </a:lnTo>
                <a:lnTo>
                  <a:pt x="78459" y="94026"/>
                </a:lnTo>
                <a:lnTo>
                  <a:pt x="79173" y="94346"/>
                </a:lnTo>
                <a:lnTo>
                  <a:pt x="79870" y="94672"/>
                </a:lnTo>
                <a:lnTo>
                  <a:pt x="80549" y="95001"/>
                </a:lnTo>
                <a:lnTo>
                  <a:pt x="81212" y="95336"/>
                </a:lnTo>
                <a:lnTo>
                  <a:pt x="81858" y="95675"/>
                </a:lnTo>
                <a:lnTo>
                  <a:pt x="82486" y="96018"/>
                </a:lnTo>
                <a:lnTo>
                  <a:pt x="83098" y="96366"/>
                </a:lnTo>
                <a:lnTo>
                  <a:pt x="83693" y="96718"/>
                </a:lnTo>
                <a:lnTo>
                  <a:pt x="84270" y="97075"/>
                </a:lnTo>
                <a:lnTo>
                  <a:pt x="84831" y="97437"/>
                </a:lnTo>
                <a:lnTo>
                  <a:pt x="85374" y="97803"/>
                </a:lnTo>
                <a:lnTo>
                  <a:pt x="85900" y="98174"/>
                </a:lnTo>
                <a:lnTo>
                  <a:pt x="86410" y="98549"/>
                </a:lnTo>
                <a:lnTo>
                  <a:pt x="86902" y="98929"/>
                </a:lnTo>
                <a:lnTo>
                  <a:pt x="87378" y="99313"/>
                </a:lnTo>
                <a:lnTo>
                  <a:pt x="87836" y="99702"/>
                </a:lnTo>
                <a:lnTo>
                  <a:pt x="88277" y="100096"/>
                </a:lnTo>
                <a:lnTo>
                  <a:pt x="88702" y="100494"/>
                </a:lnTo>
                <a:lnTo>
                  <a:pt x="89109" y="100897"/>
                </a:lnTo>
                <a:lnTo>
                  <a:pt x="89499" y="101304"/>
                </a:lnTo>
                <a:lnTo>
                  <a:pt x="89872" y="101715"/>
                </a:lnTo>
                <a:lnTo>
                  <a:pt x="90228" y="102132"/>
                </a:lnTo>
                <a:lnTo>
                  <a:pt x="90568" y="102553"/>
                </a:lnTo>
                <a:lnTo>
                  <a:pt x="90890" y="102978"/>
                </a:lnTo>
                <a:lnTo>
                  <a:pt x="91197" y="103411"/>
                </a:lnTo>
                <a:lnTo>
                  <a:pt x="91491" y="103854"/>
                </a:lnTo>
                <a:lnTo>
                  <a:pt x="91772" y="104307"/>
                </a:lnTo>
                <a:lnTo>
                  <a:pt x="92040" y="104771"/>
                </a:lnTo>
                <a:lnTo>
                  <a:pt x="92294" y="105245"/>
                </a:lnTo>
                <a:lnTo>
                  <a:pt x="92536" y="105729"/>
                </a:lnTo>
                <a:lnTo>
                  <a:pt x="92765" y="106224"/>
                </a:lnTo>
                <a:lnTo>
                  <a:pt x="92980" y="106729"/>
                </a:lnTo>
                <a:lnTo>
                  <a:pt x="93183" y="107244"/>
                </a:lnTo>
                <a:lnTo>
                  <a:pt x="93372" y="107769"/>
                </a:lnTo>
                <a:lnTo>
                  <a:pt x="93549" y="108305"/>
                </a:lnTo>
                <a:lnTo>
                  <a:pt x="93712" y="108851"/>
                </a:lnTo>
                <a:lnTo>
                  <a:pt x="93862" y="109407"/>
                </a:lnTo>
                <a:lnTo>
                  <a:pt x="94000" y="109974"/>
                </a:lnTo>
                <a:lnTo>
                  <a:pt x="94124" y="110551"/>
                </a:lnTo>
                <a:lnTo>
                  <a:pt x="94235" y="111138"/>
                </a:lnTo>
                <a:lnTo>
                  <a:pt x="94333" y="111736"/>
                </a:lnTo>
                <a:lnTo>
                  <a:pt x="94418" y="112343"/>
                </a:lnTo>
                <a:lnTo>
                  <a:pt x="94490" y="112962"/>
                </a:lnTo>
                <a:lnTo>
                  <a:pt x="94548" y="113590"/>
                </a:lnTo>
                <a:lnTo>
                  <a:pt x="94594" y="114229"/>
                </a:lnTo>
                <a:lnTo>
                  <a:pt x="94627" y="114878"/>
                </a:lnTo>
                <a:lnTo>
                  <a:pt x="94646" y="115537"/>
                </a:lnTo>
                <a:lnTo>
                  <a:pt x="94653" y="116207"/>
                </a:lnTo>
                <a:lnTo>
                  <a:pt x="94645" y="116961"/>
                </a:lnTo>
                <a:lnTo>
                  <a:pt x="94620" y="117704"/>
                </a:lnTo>
                <a:lnTo>
                  <a:pt x="94578" y="118437"/>
                </a:lnTo>
                <a:lnTo>
                  <a:pt x="94520" y="119157"/>
                </a:lnTo>
                <a:lnTo>
                  <a:pt x="94445" y="119867"/>
                </a:lnTo>
                <a:lnTo>
                  <a:pt x="94354" y="120565"/>
                </a:lnTo>
                <a:lnTo>
                  <a:pt x="94246" y="121252"/>
                </a:lnTo>
                <a:lnTo>
                  <a:pt x="94121" y="121928"/>
                </a:lnTo>
                <a:lnTo>
                  <a:pt x="93979" y="122592"/>
                </a:lnTo>
                <a:lnTo>
                  <a:pt x="93821" y="123245"/>
                </a:lnTo>
                <a:lnTo>
                  <a:pt x="93647" y="123887"/>
                </a:lnTo>
                <a:lnTo>
                  <a:pt x="93456" y="124517"/>
                </a:lnTo>
                <a:lnTo>
                  <a:pt x="93248" y="125136"/>
                </a:lnTo>
                <a:lnTo>
                  <a:pt x="93023" y="125744"/>
                </a:lnTo>
                <a:lnTo>
                  <a:pt x="92782" y="126341"/>
                </a:lnTo>
                <a:lnTo>
                  <a:pt x="92524" y="126926"/>
                </a:lnTo>
                <a:lnTo>
                  <a:pt x="92250" y="127500"/>
                </a:lnTo>
                <a:lnTo>
                  <a:pt x="91959" y="128063"/>
                </a:lnTo>
                <a:lnTo>
                  <a:pt x="91651" y="128615"/>
                </a:lnTo>
                <a:lnTo>
                  <a:pt x="91327" y="129155"/>
                </a:lnTo>
                <a:lnTo>
                  <a:pt x="90986" y="129684"/>
                </a:lnTo>
                <a:lnTo>
                  <a:pt x="90628" y="130201"/>
                </a:lnTo>
                <a:lnTo>
                  <a:pt x="90254" y="130708"/>
                </a:lnTo>
                <a:lnTo>
                  <a:pt x="89863" y="131203"/>
                </a:lnTo>
                <a:lnTo>
                  <a:pt x="89459" y="131687"/>
                </a:lnTo>
                <a:lnTo>
                  <a:pt x="89042" y="132161"/>
                </a:lnTo>
                <a:lnTo>
                  <a:pt x="88615" y="132625"/>
                </a:lnTo>
                <a:lnTo>
                  <a:pt x="88177" y="133078"/>
                </a:lnTo>
                <a:lnTo>
                  <a:pt x="87727" y="133521"/>
                </a:lnTo>
                <a:lnTo>
                  <a:pt x="87265" y="133954"/>
                </a:lnTo>
                <a:lnTo>
                  <a:pt x="86793" y="134376"/>
                </a:lnTo>
                <a:lnTo>
                  <a:pt x="86309" y="134789"/>
                </a:lnTo>
                <a:lnTo>
                  <a:pt x="85814" y="135191"/>
                </a:lnTo>
                <a:lnTo>
                  <a:pt x="85308" y="135582"/>
                </a:lnTo>
                <a:lnTo>
                  <a:pt x="84790" y="135964"/>
                </a:lnTo>
                <a:lnTo>
                  <a:pt x="84261" y="136335"/>
                </a:lnTo>
                <a:lnTo>
                  <a:pt x="83721" y="136695"/>
                </a:lnTo>
                <a:lnTo>
                  <a:pt x="83169" y="137046"/>
                </a:lnTo>
                <a:lnTo>
                  <a:pt x="82607" y="137386"/>
                </a:lnTo>
                <a:lnTo>
                  <a:pt x="82033" y="137716"/>
                </a:lnTo>
                <a:lnTo>
                  <a:pt x="81447" y="138035"/>
                </a:lnTo>
                <a:lnTo>
                  <a:pt x="80851" y="138344"/>
                </a:lnTo>
                <a:lnTo>
                  <a:pt x="80243" y="138643"/>
                </a:lnTo>
                <a:lnTo>
                  <a:pt x="79624" y="138932"/>
                </a:lnTo>
                <a:lnTo>
                  <a:pt x="78993" y="139210"/>
                </a:lnTo>
                <a:lnTo>
                  <a:pt x="78351" y="139479"/>
                </a:lnTo>
                <a:lnTo>
                  <a:pt x="77698" y="139736"/>
                </a:lnTo>
                <a:lnTo>
                  <a:pt x="77034" y="139984"/>
                </a:lnTo>
                <a:lnTo>
                  <a:pt x="76361" y="140221"/>
                </a:lnTo>
                <a:lnTo>
                  <a:pt x="75682" y="140448"/>
                </a:lnTo>
                <a:lnTo>
                  <a:pt x="74996" y="140665"/>
                </a:lnTo>
                <a:lnTo>
                  <a:pt x="74305" y="140872"/>
                </a:lnTo>
                <a:lnTo>
                  <a:pt x="73607" y="141069"/>
                </a:lnTo>
                <a:lnTo>
                  <a:pt x="72903" y="141256"/>
                </a:lnTo>
                <a:lnTo>
                  <a:pt x="72194" y="141433"/>
                </a:lnTo>
                <a:lnTo>
                  <a:pt x="71478" y="141599"/>
                </a:lnTo>
                <a:lnTo>
                  <a:pt x="70755" y="141756"/>
                </a:lnTo>
                <a:lnTo>
                  <a:pt x="70027" y="141902"/>
                </a:lnTo>
                <a:lnTo>
                  <a:pt x="69293" y="142039"/>
                </a:lnTo>
                <a:lnTo>
                  <a:pt x="68552" y="142165"/>
                </a:lnTo>
                <a:lnTo>
                  <a:pt x="67805" y="142281"/>
                </a:lnTo>
                <a:lnTo>
                  <a:pt x="67053" y="142387"/>
                </a:lnTo>
                <a:lnTo>
                  <a:pt x="66294" y="142483"/>
                </a:lnTo>
                <a:lnTo>
                  <a:pt x="65529" y="142569"/>
                </a:lnTo>
                <a:lnTo>
                  <a:pt x="64757" y="142644"/>
                </a:lnTo>
                <a:lnTo>
                  <a:pt x="63980" y="142710"/>
                </a:lnTo>
                <a:lnTo>
                  <a:pt x="63196" y="142766"/>
                </a:lnTo>
                <a:lnTo>
                  <a:pt x="62407" y="142811"/>
                </a:lnTo>
                <a:lnTo>
                  <a:pt x="61611" y="142846"/>
                </a:lnTo>
                <a:lnTo>
                  <a:pt x="60809" y="142872"/>
                </a:lnTo>
                <a:lnTo>
                  <a:pt x="60001" y="142887"/>
                </a:lnTo>
                <a:lnTo>
                  <a:pt x="59187" y="142892"/>
                </a:lnTo>
                <a:lnTo>
                  <a:pt x="58315" y="142887"/>
                </a:lnTo>
                <a:lnTo>
                  <a:pt x="57450" y="142872"/>
                </a:lnTo>
                <a:lnTo>
                  <a:pt x="56591" y="142847"/>
                </a:lnTo>
                <a:lnTo>
                  <a:pt x="55739" y="142813"/>
                </a:lnTo>
                <a:lnTo>
                  <a:pt x="54892" y="142768"/>
                </a:lnTo>
                <a:lnTo>
                  <a:pt x="54051" y="142714"/>
                </a:lnTo>
                <a:lnTo>
                  <a:pt x="53217" y="142649"/>
                </a:lnTo>
                <a:lnTo>
                  <a:pt x="52389" y="142575"/>
                </a:lnTo>
                <a:lnTo>
                  <a:pt x="51566" y="142491"/>
                </a:lnTo>
                <a:lnTo>
                  <a:pt x="50750" y="142397"/>
                </a:lnTo>
                <a:lnTo>
                  <a:pt x="49941" y="142293"/>
                </a:lnTo>
                <a:lnTo>
                  <a:pt x="49137" y="142179"/>
                </a:lnTo>
                <a:lnTo>
                  <a:pt x="48339" y="142055"/>
                </a:lnTo>
                <a:lnTo>
                  <a:pt x="47548" y="141922"/>
                </a:lnTo>
                <a:lnTo>
                  <a:pt x="46763" y="141778"/>
                </a:lnTo>
                <a:lnTo>
                  <a:pt x="45983" y="141625"/>
                </a:lnTo>
                <a:lnTo>
                  <a:pt x="45210" y="141461"/>
                </a:lnTo>
                <a:lnTo>
                  <a:pt x="44443" y="141288"/>
                </a:lnTo>
                <a:lnTo>
                  <a:pt x="43683" y="141105"/>
                </a:lnTo>
                <a:lnTo>
                  <a:pt x="42928" y="140912"/>
                </a:lnTo>
                <a:lnTo>
                  <a:pt x="42180" y="140709"/>
                </a:lnTo>
                <a:lnTo>
                  <a:pt x="41437" y="140496"/>
                </a:lnTo>
                <a:lnTo>
                  <a:pt x="40701" y="140273"/>
                </a:lnTo>
                <a:lnTo>
                  <a:pt x="39971" y="140041"/>
                </a:lnTo>
                <a:lnTo>
                  <a:pt x="39250" y="139796"/>
                </a:lnTo>
                <a:lnTo>
                  <a:pt x="38541" y="139537"/>
                </a:lnTo>
                <a:lnTo>
                  <a:pt x="37843" y="139264"/>
                </a:lnTo>
                <a:lnTo>
                  <a:pt x="37158" y="138976"/>
                </a:lnTo>
                <a:lnTo>
                  <a:pt x="36484" y="138675"/>
                </a:lnTo>
                <a:lnTo>
                  <a:pt x="35823" y="138359"/>
                </a:lnTo>
                <a:lnTo>
                  <a:pt x="35173" y="138029"/>
                </a:lnTo>
                <a:lnTo>
                  <a:pt x="34535" y="137684"/>
                </a:lnTo>
                <a:lnTo>
                  <a:pt x="33909" y="137325"/>
                </a:lnTo>
                <a:lnTo>
                  <a:pt x="33295" y="136952"/>
                </a:lnTo>
                <a:lnTo>
                  <a:pt x="32693" y="136565"/>
                </a:lnTo>
                <a:lnTo>
                  <a:pt x="32102" y="136163"/>
                </a:lnTo>
                <a:lnTo>
                  <a:pt x="31524" y="135748"/>
                </a:lnTo>
                <a:lnTo>
                  <a:pt x="30957" y="135318"/>
                </a:lnTo>
                <a:lnTo>
                  <a:pt x="30402" y="134873"/>
                </a:lnTo>
                <a:lnTo>
                  <a:pt x="29859" y="134415"/>
                </a:lnTo>
                <a:lnTo>
                  <a:pt x="29328" y="133942"/>
                </a:lnTo>
                <a:lnTo>
                  <a:pt x="28809" y="133455"/>
                </a:lnTo>
                <a:lnTo>
                  <a:pt x="28302" y="132954"/>
                </a:lnTo>
                <a:lnTo>
                  <a:pt x="27807" y="132438"/>
                </a:lnTo>
                <a:lnTo>
                  <a:pt x="27323" y="131908"/>
                </a:lnTo>
                <a:lnTo>
                  <a:pt x="26852" y="131364"/>
                </a:lnTo>
                <a:lnTo>
                  <a:pt x="26392" y="130806"/>
                </a:lnTo>
                <a:lnTo>
                  <a:pt x="25944" y="130233"/>
                </a:lnTo>
                <a:lnTo>
                  <a:pt x="25511" y="129645"/>
                </a:lnTo>
                <a:lnTo>
                  <a:pt x="25096" y="129038"/>
                </a:lnTo>
                <a:lnTo>
                  <a:pt x="24699" y="128412"/>
                </a:lnTo>
                <a:lnTo>
                  <a:pt x="24321" y="127769"/>
                </a:lnTo>
                <a:lnTo>
                  <a:pt x="23960" y="127107"/>
                </a:lnTo>
                <a:lnTo>
                  <a:pt x="23617" y="126427"/>
                </a:lnTo>
                <a:lnTo>
                  <a:pt x="23292" y="125729"/>
                </a:lnTo>
                <a:lnTo>
                  <a:pt x="22985" y="125013"/>
                </a:lnTo>
                <a:lnTo>
                  <a:pt x="22697" y="124278"/>
                </a:lnTo>
                <a:lnTo>
                  <a:pt x="22426" y="123526"/>
                </a:lnTo>
                <a:lnTo>
                  <a:pt x="22173" y="122755"/>
                </a:lnTo>
                <a:lnTo>
                  <a:pt x="21938" y="121966"/>
                </a:lnTo>
                <a:lnTo>
                  <a:pt x="21722" y="121158"/>
                </a:lnTo>
                <a:lnTo>
                  <a:pt x="21523" y="120333"/>
                </a:lnTo>
                <a:lnTo>
                  <a:pt x="21342" y="119489"/>
                </a:lnTo>
                <a:lnTo>
                  <a:pt x="21180" y="118627"/>
                </a:lnTo>
                <a:lnTo>
                  <a:pt x="21035" y="117746"/>
                </a:lnTo>
                <a:lnTo>
                  <a:pt x="20908" y="116848"/>
                </a:lnTo>
                <a:lnTo>
                  <a:pt x="20800" y="115931"/>
                </a:lnTo>
                <a:lnTo>
                  <a:pt x="20709" y="114996"/>
                </a:lnTo>
                <a:lnTo>
                  <a:pt x="20637" y="114043"/>
                </a:lnTo>
                <a:lnTo>
                  <a:pt x="20582" y="113072"/>
                </a:lnTo>
                <a:lnTo>
                  <a:pt x="20546" y="112082"/>
                </a:lnTo>
                <a:lnTo>
                  <a:pt x="20527" y="111075"/>
                </a:lnTo>
                <a:lnTo>
                  <a:pt x="0" y="111075"/>
                </a:lnTo>
                <a:lnTo>
                  <a:pt x="13" y="112489"/>
                </a:lnTo>
                <a:lnTo>
                  <a:pt x="54" y="113881"/>
                </a:lnTo>
                <a:lnTo>
                  <a:pt x="121" y="115251"/>
                </a:lnTo>
                <a:lnTo>
                  <a:pt x="215" y="116599"/>
                </a:lnTo>
                <a:lnTo>
                  <a:pt x="337" y="117925"/>
                </a:lnTo>
                <a:lnTo>
                  <a:pt x="485" y="119229"/>
                </a:lnTo>
                <a:lnTo>
                  <a:pt x="660" y="120510"/>
                </a:lnTo>
                <a:lnTo>
                  <a:pt x="862" y="121769"/>
                </a:lnTo>
                <a:lnTo>
                  <a:pt x="1091" y="123006"/>
                </a:lnTo>
                <a:lnTo>
                  <a:pt x="1346" y="124221"/>
                </a:lnTo>
                <a:lnTo>
                  <a:pt x="1629" y="125414"/>
                </a:lnTo>
                <a:lnTo>
                  <a:pt x="1939" y="126584"/>
                </a:lnTo>
                <a:lnTo>
                  <a:pt x="2275" y="127732"/>
                </a:lnTo>
                <a:lnTo>
                  <a:pt x="2639" y="128859"/>
                </a:lnTo>
                <a:lnTo>
                  <a:pt x="3029" y="129963"/>
                </a:lnTo>
                <a:lnTo>
                  <a:pt x="3447" y="131044"/>
                </a:lnTo>
                <a:lnTo>
                  <a:pt x="3891" y="132104"/>
                </a:lnTo>
                <a:lnTo>
                  <a:pt x="4362" y="133141"/>
                </a:lnTo>
                <a:lnTo>
                  <a:pt x="4860" y="134157"/>
                </a:lnTo>
                <a:lnTo>
                  <a:pt x="5385" y="135150"/>
                </a:lnTo>
                <a:lnTo>
                  <a:pt x="5937" y="136121"/>
                </a:lnTo>
                <a:lnTo>
                  <a:pt x="6516" y="137069"/>
                </a:lnTo>
                <a:lnTo>
                  <a:pt x="7122" y="137996"/>
                </a:lnTo>
                <a:lnTo>
                  <a:pt x="7755" y="138900"/>
                </a:lnTo>
                <a:lnTo>
                  <a:pt x="8411" y="139784"/>
                </a:lnTo>
                <a:lnTo>
                  <a:pt x="9086" y="140647"/>
                </a:lnTo>
                <a:lnTo>
                  <a:pt x="9781" y="141491"/>
                </a:lnTo>
                <a:lnTo>
                  <a:pt x="10495" y="142315"/>
                </a:lnTo>
                <a:lnTo>
                  <a:pt x="11228" y="143120"/>
                </a:lnTo>
                <a:lnTo>
                  <a:pt x="11981" y="143904"/>
                </a:lnTo>
                <a:lnTo>
                  <a:pt x="12754" y="144669"/>
                </a:lnTo>
                <a:lnTo>
                  <a:pt x="13545" y="145413"/>
                </a:lnTo>
                <a:lnTo>
                  <a:pt x="14357" y="146138"/>
                </a:lnTo>
                <a:lnTo>
                  <a:pt x="15187" y="146844"/>
                </a:lnTo>
                <a:lnTo>
                  <a:pt x="16037" y="147529"/>
                </a:lnTo>
                <a:lnTo>
                  <a:pt x="16906" y="148195"/>
                </a:lnTo>
                <a:lnTo>
                  <a:pt x="17795" y="148841"/>
                </a:lnTo>
                <a:lnTo>
                  <a:pt x="18703" y="149467"/>
                </a:lnTo>
                <a:lnTo>
                  <a:pt x="19631" y="150073"/>
                </a:lnTo>
                <a:lnTo>
                  <a:pt x="20578" y="150659"/>
                </a:lnTo>
                <a:lnTo>
                  <a:pt x="21544" y="151226"/>
                </a:lnTo>
                <a:lnTo>
                  <a:pt x="22530" y="151773"/>
                </a:lnTo>
                <a:lnTo>
                  <a:pt x="23535" y="152300"/>
                </a:lnTo>
                <a:lnTo>
                  <a:pt x="24560" y="152807"/>
                </a:lnTo>
                <a:lnTo>
                  <a:pt x="25604" y="153294"/>
                </a:lnTo>
                <a:lnTo>
                  <a:pt x="26667" y="153762"/>
                </a:lnTo>
                <a:lnTo>
                  <a:pt x="27750" y="154210"/>
                </a:lnTo>
                <a:lnTo>
                  <a:pt x="28852" y="154638"/>
                </a:lnTo>
                <a:lnTo>
                  <a:pt x="29969" y="155047"/>
                </a:lnTo>
                <a:lnTo>
                  <a:pt x="31097" y="155439"/>
                </a:lnTo>
                <a:lnTo>
                  <a:pt x="32236" y="155814"/>
                </a:lnTo>
                <a:lnTo>
                  <a:pt x="33385" y="156171"/>
                </a:lnTo>
                <a:lnTo>
                  <a:pt x="34545" y="156511"/>
                </a:lnTo>
                <a:lnTo>
                  <a:pt x="35716" y="156833"/>
                </a:lnTo>
                <a:lnTo>
                  <a:pt x="36897" y="157138"/>
                </a:lnTo>
                <a:lnTo>
                  <a:pt x="38089" y="157426"/>
                </a:lnTo>
                <a:lnTo>
                  <a:pt x="39292" y="157696"/>
                </a:lnTo>
                <a:lnTo>
                  <a:pt x="40506" y="157948"/>
                </a:lnTo>
                <a:lnTo>
                  <a:pt x="41730" y="158183"/>
                </a:lnTo>
                <a:lnTo>
                  <a:pt x="42964" y="158401"/>
                </a:lnTo>
                <a:lnTo>
                  <a:pt x="44210" y="158602"/>
                </a:lnTo>
                <a:lnTo>
                  <a:pt x="45466" y="158785"/>
                </a:lnTo>
                <a:lnTo>
                  <a:pt x="46733" y="158950"/>
                </a:lnTo>
                <a:lnTo>
                  <a:pt x="48011" y="159098"/>
                </a:lnTo>
                <a:lnTo>
                  <a:pt x="49299" y="159229"/>
                </a:lnTo>
                <a:lnTo>
                  <a:pt x="50598" y="159342"/>
                </a:lnTo>
                <a:lnTo>
                  <a:pt x="51908" y="159438"/>
                </a:lnTo>
                <a:lnTo>
                  <a:pt x="53228" y="159516"/>
                </a:lnTo>
                <a:lnTo>
                  <a:pt x="54559" y="159577"/>
                </a:lnTo>
                <a:lnTo>
                  <a:pt x="55901" y="159621"/>
                </a:lnTo>
                <a:lnTo>
                  <a:pt x="57253" y="159647"/>
                </a:lnTo>
                <a:lnTo>
                  <a:pt x="58616" y="159656"/>
                </a:lnTo>
                <a:lnTo>
                  <a:pt x="59941" y="159647"/>
                </a:lnTo>
                <a:lnTo>
                  <a:pt x="61255" y="159622"/>
                </a:lnTo>
                <a:lnTo>
                  <a:pt x="62557" y="159579"/>
                </a:lnTo>
                <a:lnTo>
                  <a:pt x="63848" y="159519"/>
                </a:lnTo>
                <a:lnTo>
                  <a:pt x="65128" y="159443"/>
                </a:lnTo>
                <a:close/>
                <a:moveTo>
                  <a:pt x="361910" y="142054"/>
                </a:moveTo>
                <a:lnTo>
                  <a:pt x="361137" y="142004"/>
                </a:lnTo>
                <a:lnTo>
                  <a:pt x="360391" y="141935"/>
                </a:lnTo>
                <a:lnTo>
                  <a:pt x="359669" y="141846"/>
                </a:lnTo>
                <a:lnTo>
                  <a:pt x="358973" y="141737"/>
                </a:lnTo>
                <a:lnTo>
                  <a:pt x="358303" y="141608"/>
                </a:lnTo>
                <a:lnTo>
                  <a:pt x="357658" y="141460"/>
                </a:lnTo>
                <a:lnTo>
                  <a:pt x="357039" y="141291"/>
                </a:lnTo>
                <a:lnTo>
                  <a:pt x="356446" y="141103"/>
                </a:lnTo>
                <a:lnTo>
                  <a:pt x="355877" y="140895"/>
                </a:lnTo>
                <a:lnTo>
                  <a:pt x="355335" y="140667"/>
                </a:lnTo>
                <a:lnTo>
                  <a:pt x="354818" y="140420"/>
                </a:lnTo>
                <a:lnTo>
                  <a:pt x="354326" y="140152"/>
                </a:lnTo>
                <a:lnTo>
                  <a:pt x="353860" y="139865"/>
                </a:lnTo>
                <a:lnTo>
                  <a:pt x="353420" y="139558"/>
                </a:lnTo>
                <a:lnTo>
                  <a:pt x="353005" y="139231"/>
                </a:lnTo>
                <a:lnTo>
                  <a:pt x="352616" y="138884"/>
                </a:lnTo>
                <a:lnTo>
                  <a:pt x="352252" y="138518"/>
                </a:lnTo>
                <a:lnTo>
                  <a:pt x="351914" y="138131"/>
                </a:lnTo>
                <a:lnTo>
                  <a:pt x="351601" y="137725"/>
                </a:lnTo>
                <a:lnTo>
                  <a:pt x="351314" y="137299"/>
                </a:lnTo>
                <a:lnTo>
                  <a:pt x="351052" y="136854"/>
                </a:lnTo>
                <a:lnTo>
                  <a:pt x="350816" y="136388"/>
                </a:lnTo>
                <a:lnTo>
                  <a:pt x="350597" y="135903"/>
                </a:lnTo>
                <a:lnTo>
                  <a:pt x="350388" y="135401"/>
                </a:lnTo>
                <a:lnTo>
                  <a:pt x="350188" y="134881"/>
                </a:lnTo>
                <a:lnTo>
                  <a:pt x="349997" y="134343"/>
                </a:lnTo>
                <a:lnTo>
                  <a:pt x="349816" y="133787"/>
                </a:lnTo>
                <a:lnTo>
                  <a:pt x="349644" y="133214"/>
                </a:lnTo>
                <a:lnTo>
                  <a:pt x="349481" y="132623"/>
                </a:lnTo>
                <a:lnTo>
                  <a:pt x="349327" y="132014"/>
                </a:lnTo>
                <a:lnTo>
                  <a:pt x="349183" y="131388"/>
                </a:lnTo>
                <a:lnTo>
                  <a:pt x="349048" y="130743"/>
                </a:lnTo>
                <a:lnTo>
                  <a:pt x="348922" y="130081"/>
                </a:lnTo>
                <a:lnTo>
                  <a:pt x="348806" y="129401"/>
                </a:lnTo>
                <a:lnTo>
                  <a:pt x="348699" y="128704"/>
                </a:lnTo>
                <a:lnTo>
                  <a:pt x="348601" y="127988"/>
                </a:lnTo>
                <a:lnTo>
                  <a:pt x="348513" y="127255"/>
                </a:lnTo>
                <a:lnTo>
                  <a:pt x="348434" y="126505"/>
                </a:lnTo>
                <a:lnTo>
                  <a:pt x="348364" y="125736"/>
                </a:lnTo>
                <a:lnTo>
                  <a:pt x="348304" y="124950"/>
                </a:lnTo>
                <a:lnTo>
                  <a:pt x="348252" y="124146"/>
                </a:lnTo>
                <a:lnTo>
                  <a:pt x="348210" y="123324"/>
                </a:lnTo>
                <a:lnTo>
                  <a:pt x="348178" y="122484"/>
                </a:lnTo>
                <a:lnTo>
                  <a:pt x="348155" y="121627"/>
                </a:lnTo>
                <a:lnTo>
                  <a:pt x="348141" y="120752"/>
                </a:lnTo>
                <a:lnTo>
                  <a:pt x="348136" y="119859"/>
                </a:lnTo>
                <a:lnTo>
                  <a:pt x="348136" y="58502"/>
                </a:lnTo>
                <a:lnTo>
                  <a:pt x="375620" y="58502"/>
                </a:lnTo>
                <a:lnTo>
                  <a:pt x="375620" y="43107"/>
                </a:lnTo>
                <a:lnTo>
                  <a:pt x="348136" y="43107"/>
                </a:lnTo>
                <a:lnTo>
                  <a:pt x="348136" y="17676"/>
                </a:lnTo>
                <a:lnTo>
                  <a:pt x="329091" y="17676"/>
                </a:lnTo>
                <a:lnTo>
                  <a:pt x="329091" y="43107"/>
                </a:lnTo>
                <a:lnTo>
                  <a:pt x="310617" y="43107"/>
                </a:lnTo>
                <a:lnTo>
                  <a:pt x="310617" y="58502"/>
                </a:lnTo>
                <a:lnTo>
                  <a:pt x="329091" y="58502"/>
                </a:lnTo>
                <a:lnTo>
                  <a:pt x="329091" y="120397"/>
                </a:lnTo>
                <a:lnTo>
                  <a:pt x="329096" y="121366"/>
                </a:lnTo>
                <a:lnTo>
                  <a:pt x="329110" y="122323"/>
                </a:lnTo>
                <a:lnTo>
                  <a:pt x="329133" y="123268"/>
                </a:lnTo>
                <a:lnTo>
                  <a:pt x="329166" y="124202"/>
                </a:lnTo>
                <a:lnTo>
                  <a:pt x="329208" y="125123"/>
                </a:lnTo>
                <a:lnTo>
                  <a:pt x="329259" y="126034"/>
                </a:lnTo>
                <a:lnTo>
                  <a:pt x="329319" y="126932"/>
                </a:lnTo>
                <a:lnTo>
                  <a:pt x="329389" y="127819"/>
                </a:lnTo>
                <a:lnTo>
                  <a:pt x="329468" y="128694"/>
                </a:lnTo>
                <a:lnTo>
                  <a:pt x="329557" y="129557"/>
                </a:lnTo>
                <a:lnTo>
                  <a:pt x="329654" y="130409"/>
                </a:lnTo>
                <a:lnTo>
                  <a:pt x="329761" y="131249"/>
                </a:lnTo>
                <a:lnTo>
                  <a:pt x="329878" y="132077"/>
                </a:lnTo>
                <a:lnTo>
                  <a:pt x="330003" y="132894"/>
                </a:lnTo>
                <a:lnTo>
                  <a:pt x="330138" y="133699"/>
                </a:lnTo>
                <a:lnTo>
                  <a:pt x="330282" y="134492"/>
                </a:lnTo>
                <a:lnTo>
                  <a:pt x="330436" y="135274"/>
                </a:lnTo>
                <a:lnTo>
                  <a:pt x="330599" y="136044"/>
                </a:lnTo>
                <a:lnTo>
                  <a:pt x="330771" y="136802"/>
                </a:lnTo>
                <a:lnTo>
                  <a:pt x="330952" y="137549"/>
                </a:lnTo>
                <a:lnTo>
                  <a:pt x="331143" y="138284"/>
                </a:lnTo>
                <a:lnTo>
                  <a:pt x="331343" y="139007"/>
                </a:lnTo>
                <a:lnTo>
                  <a:pt x="331553" y="139719"/>
                </a:lnTo>
                <a:lnTo>
                  <a:pt x="331771" y="140419"/>
                </a:lnTo>
                <a:lnTo>
                  <a:pt x="332003" y="141106"/>
                </a:lnTo>
                <a:lnTo>
                  <a:pt x="332250" y="141779"/>
                </a:lnTo>
                <a:lnTo>
                  <a:pt x="332513" y="142439"/>
                </a:lnTo>
                <a:lnTo>
                  <a:pt x="332791" y="143085"/>
                </a:lnTo>
                <a:lnTo>
                  <a:pt x="333086" y="143718"/>
                </a:lnTo>
                <a:lnTo>
                  <a:pt x="333396" y="144338"/>
                </a:lnTo>
                <a:lnTo>
                  <a:pt x="333723" y="144943"/>
                </a:lnTo>
                <a:lnTo>
                  <a:pt x="334065" y="145536"/>
                </a:lnTo>
                <a:lnTo>
                  <a:pt x="334423" y="146115"/>
                </a:lnTo>
                <a:lnTo>
                  <a:pt x="334797" y="146680"/>
                </a:lnTo>
                <a:lnTo>
                  <a:pt x="335186" y="147232"/>
                </a:lnTo>
                <a:lnTo>
                  <a:pt x="335592" y="147770"/>
                </a:lnTo>
                <a:lnTo>
                  <a:pt x="336013" y="148294"/>
                </a:lnTo>
                <a:lnTo>
                  <a:pt x="336450" y="148806"/>
                </a:lnTo>
                <a:lnTo>
                  <a:pt x="336903" y="149303"/>
                </a:lnTo>
                <a:lnTo>
                  <a:pt x="337372" y="149787"/>
                </a:lnTo>
                <a:lnTo>
                  <a:pt x="337857" y="150258"/>
                </a:lnTo>
                <a:lnTo>
                  <a:pt x="338357" y="150715"/>
                </a:lnTo>
                <a:lnTo>
                  <a:pt x="338873" y="151158"/>
                </a:lnTo>
                <a:lnTo>
                  <a:pt x="339406" y="151588"/>
                </a:lnTo>
                <a:lnTo>
                  <a:pt x="339954" y="152005"/>
                </a:lnTo>
                <a:lnTo>
                  <a:pt x="340518" y="152408"/>
                </a:lnTo>
                <a:lnTo>
                  <a:pt x="341097" y="152797"/>
                </a:lnTo>
                <a:lnTo>
                  <a:pt x="341693" y="153173"/>
                </a:lnTo>
                <a:lnTo>
                  <a:pt x="342307" y="153535"/>
                </a:lnTo>
                <a:lnTo>
                  <a:pt x="342942" y="153881"/>
                </a:lnTo>
                <a:lnTo>
                  <a:pt x="343599" y="154211"/>
                </a:lnTo>
                <a:lnTo>
                  <a:pt x="344276" y="154527"/>
                </a:lnTo>
                <a:lnTo>
                  <a:pt x="344975" y="154827"/>
                </a:lnTo>
                <a:lnTo>
                  <a:pt x="345695" y="155111"/>
                </a:lnTo>
                <a:lnTo>
                  <a:pt x="346436" y="155380"/>
                </a:lnTo>
                <a:lnTo>
                  <a:pt x="347198" y="155634"/>
                </a:lnTo>
                <a:lnTo>
                  <a:pt x="347982" y="155873"/>
                </a:lnTo>
                <a:lnTo>
                  <a:pt x="348787" y="156096"/>
                </a:lnTo>
                <a:lnTo>
                  <a:pt x="349613" y="156303"/>
                </a:lnTo>
                <a:lnTo>
                  <a:pt x="350460" y="156496"/>
                </a:lnTo>
                <a:lnTo>
                  <a:pt x="351328" y="156672"/>
                </a:lnTo>
                <a:lnTo>
                  <a:pt x="352217" y="156834"/>
                </a:lnTo>
                <a:lnTo>
                  <a:pt x="353128" y="156980"/>
                </a:lnTo>
                <a:lnTo>
                  <a:pt x="354060" y="157111"/>
                </a:lnTo>
                <a:lnTo>
                  <a:pt x="355013" y="157226"/>
                </a:lnTo>
                <a:lnTo>
                  <a:pt x="355987" y="157326"/>
                </a:lnTo>
                <a:lnTo>
                  <a:pt x="356982" y="157411"/>
                </a:lnTo>
                <a:lnTo>
                  <a:pt x="357999" y="157480"/>
                </a:lnTo>
                <a:lnTo>
                  <a:pt x="359037" y="157534"/>
                </a:lnTo>
                <a:lnTo>
                  <a:pt x="360096" y="157572"/>
                </a:lnTo>
                <a:lnTo>
                  <a:pt x="361176" y="157595"/>
                </a:lnTo>
                <a:lnTo>
                  <a:pt x="362277" y="157603"/>
                </a:lnTo>
                <a:lnTo>
                  <a:pt x="375620" y="157603"/>
                </a:lnTo>
                <a:lnTo>
                  <a:pt x="375620" y="142094"/>
                </a:lnTo>
                <a:lnTo>
                  <a:pt x="363531" y="142094"/>
                </a:lnTo>
                <a:lnTo>
                  <a:pt x="362708" y="142084"/>
                </a:lnTo>
                <a:lnTo>
                  <a:pt x="361910" y="142054"/>
                </a:lnTo>
                <a:close/>
                <a:moveTo>
                  <a:pt x="697444" y="75034"/>
                </a:moveTo>
                <a:lnTo>
                  <a:pt x="697768" y="74613"/>
                </a:lnTo>
                <a:lnTo>
                  <a:pt x="698095" y="74197"/>
                </a:lnTo>
                <a:lnTo>
                  <a:pt x="698425" y="73785"/>
                </a:lnTo>
                <a:lnTo>
                  <a:pt x="698758" y="73378"/>
                </a:lnTo>
                <a:lnTo>
                  <a:pt x="699094" y="72974"/>
                </a:lnTo>
                <a:lnTo>
                  <a:pt x="699433" y="72576"/>
                </a:lnTo>
                <a:lnTo>
                  <a:pt x="699775" y="72181"/>
                </a:lnTo>
                <a:lnTo>
                  <a:pt x="700120" y="71791"/>
                </a:lnTo>
                <a:lnTo>
                  <a:pt x="700467" y="71405"/>
                </a:lnTo>
                <a:lnTo>
                  <a:pt x="700818" y="71023"/>
                </a:lnTo>
                <a:lnTo>
                  <a:pt x="701172" y="70646"/>
                </a:lnTo>
                <a:lnTo>
                  <a:pt x="701528" y="70273"/>
                </a:lnTo>
                <a:lnTo>
                  <a:pt x="701888" y="69905"/>
                </a:lnTo>
                <a:lnTo>
                  <a:pt x="702251" y="69541"/>
                </a:lnTo>
                <a:lnTo>
                  <a:pt x="702616" y="69181"/>
                </a:lnTo>
                <a:lnTo>
                  <a:pt x="702985" y="68825"/>
                </a:lnTo>
                <a:lnTo>
                  <a:pt x="703356" y="68474"/>
                </a:lnTo>
                <a:lnTo>
                  <a:pt x="703731" y="68127"/>
                </a:lnTo>
                <a:lnTo>
                  <a:pt x="704108" y="67785"/>
                </a:lnTo>
                <a:lnTo>
                  <a:pt x="704489" y="67446"/>
                </a:lnTo>
                <a:lnTo>
                  <a:pt x="704872" y="67112"/>
                </a:lnTo>
                <a:lnTo>
                  <a:pt x="705260" y="66784"/>
                </a:lnTo>
                <a:lnTo>
                  <a:pt x="705653" y="66461"/>
                </a:lnTo>
                <a:lnTo>
                  <a:pt x="706053" y="66144"/>
                </a:lnTo>
                <a:lnTo>
                  <a:pt x="706458" y="65833"/>
                </a:lnTo>
                <a:lnTo>
                  <a:pt x="706868" y="65529"/>
                </a:lnTo>
                <a:lnTo>
                  <a:pt x="707285" y="65230"/>
                </a:lnTo>
                <a:lnTo>
                  <a:pt x="707707" y="64937"/>
                </a:lnTo>
                <a:lnTo>
                  <a:pt x="708135" y="64650"/>
                </a:lnTo>
                <a:lnTo>
                  <a:pt x="708569" y="64369"/>
                </a:lnTo>
                <a:lnTo>
                  <a:pt x="709008" y="64095"/>
                </a:lnTo>
                <a:lnTo>
                  <a:pt x="709453" y="63826"/>
                </a:lnTo>
                <a:lnTo>
                  <a:pt x="709904" y="63563"/>
                </a:lnTo>
                <a:lnTo>
                  <a:pt x="710361" y="63306"/>
                </a:lnTo>
                <a:lnTo>
                  <a:pt x="710823" y="63055"/>
                </a:lnTo>
                <a:lnTo>
                  <a:pt x="711291" y="62810"/>
                </a:lnTo>
                <a:lnTo>
                  <a:pt x="711765" y="62571"/>
                </a:lnTo>
                <a:lnTo>
                  <a:pt x="712245" y="62339"/>
                </a:lnTo>
                <a:lnTo>
                  <a:pt x="712730" y="62112"/>
                </a:lnTo>
                <a:lnTo>
                  <a:pt x="713221" y="61891"/>
                </a:lnTo>
                <a:lnTo>
                  <a:pt x="713718" y="61676"/>
                </a:lnTo>
                <a:lnTo>
                  <a:pt x="714221" y="61467"/>
                </a:lnTo>
                <a:lnTo>
                  <a:pt x="714729" y="61264"/>
                </a:lnTo>
                <a:lnTo>
                  <a:pt x="715243" y="61067"/>
                </a:lnTo>
                <a:lnTo>
                  <a:pt x="715763" y="60876"/>
                </a:lnTo>
                <a:lnTo>
                  <a:pt x="716289" y="60691"/>
                </a:lnTo>
                <a:lnTo>
                  <a:pt x="716822" y="60515"/>
                </a:lnTo>
                <a:lnTo>
                  <a:pt x="717363" y="60346"/>
                </a:lnTo>
                <a:lnTo>
                  <a:pt x="717911" y="60185"/>
                </a:lnTo>
                <a:lnTo>
                  <a:pt x="718465" y="60032"/>
                </a:lnTo>
                <a:lnTo>
                  <a:pt x="719027" y="59887"/>
                </a:lnTo>
                <a:lnTo>
                  <a:pt x="719596" y="59750"/>
                </a:lnTo>
                <a:lnTo>
                  <a:pt x="720172" y="59621"/>
                </a:lnTo>
                <a:lnTo>
                  <a:pt x="720756" y="59499"/>
                </a:lnTo>
                <a:lnTo>
                  <a:pt x="721346" y="59385"/>
                </a:lnTo>
                <a:lnTo>
                  <a:pt x="721944" y="59279"/>
                </a:lnTo>
                <a:lnTo>
                  <a:pt x="722548" y="59181"/>
                </a:lnTo>
                <a:lnTo>
                  <a:pt x="723160" y="59091"/>
                </a:lnTo>
                <a:lnTo>
                  <a:pt x="723779" y="59009"/>
                </a:lnTo>
                <a:lnTo>
                  <a:pt x="724405" y="58934"/>
                </a:lnTo>
                <a:lnTo>
                  <a:pt x="725038" y="58867"/>
                </a:lnTo>
                <a:lnTo>
                  <a:pt x="725678" y="58809"/>
                </a:lnTo>
                <a:lnTo>
                  <a:pt x="726326" y="58758"/>
                </a:lnTo>
                <a:lnTo>
                  <a:pt x="726980" y="58715"/>
                </a:lnTo>
                <a:lnTo>
                  <a:pt x="727642" y="58679"/>
                </a:lnTo>
                <a:lnTo>
                  <a:pt x="728311" y="58652"/>
                </a:lnTo>
                <a:lnTo>
                  <a:pt x="728987" y="58632"/>
                </a:lnTo>
                <a:lnTo>
                  <a:pt x="729670" y="58620"/>
                </a:lnTo>
                <a:lnTo>
                  <a:pt x="730360" y="58616"/>
                </a:lnTo>
                <a:lnTo>
                  <a:pt x="732983" y="58616"/>
                </a:lnTo>
                <a:lnTo>
                  <a:pt x="732983" y="41168"/>
                </a:lnTo>
                <a:lnTo>
                  <a:pt x="730702" y="41168"/>
                </a:lnTo>
                <a:lnTo>
                  <a:pt x="729608" y="41178"/>
                </a:lnTo>
                <a:lnTo>
                  <a:pt x="728531" y="41209"/>
                </a:lnTo>
                <a:lnTo>
                  <a:pt x="727472" y="41259"/>
                </a:lnTo>
                <a:lnTo>
                  <a:pt x="726429" y="41330"/>
                </a:lnTo>
                <a:lnTo>
                  <a:pt x="725403" y="41421"/>
                </a:lnTo>
                <a:lnTo>
                  <a:pt x="724394" y="41532"/>
                </a:lnTo>
                <a:lnTo>
                  <a:pt x="723403" y="41663"/>
                </a:lnTo>
                <a:lnTo>
                  <a:pt x="722428" y="41815"/>
                </a:lnTo>
                <a:lnTo>
                  <a:pt x="721470" y="41986"/>
                </a:lnTo>
                <a:lnTo>
                  <a:pt x="720530" y="42178"/>
                </a:lnTo>
                <a:lnTo>
                  <a:pt x="719606" y="42390"/>
                </a:lnTo>
                <a:lnTo>
                  <a:pt x="718699" y="42622"/>
                </a:lnTo>
                <a:lnTo>
                  <a:pt x="717810" y="42875"/>
                </a:lnTo>
                <a:lnTo>
                  <a:pt x="716937" y="43147"/>
                </a:lnTo>
                <a:lnTo>
                  <a:pt x="716082" y="43440"/>
                </a:lnTo>
                <a:lnTo>
                  <a:pt x="715243" y="43753"/>
                </a:lnTo>
                <a:lnTo>
                  <a:pt x="714422" y="44086"/>
                </a:lnTo>
                <a:lnTo>
                  <a:pt x="713617" y="44440"/>
                </a:lnTo>
                <a:lnTo>
                  <a:pt x="712830" y="44813"/>
                </a:lnTo>
                <a:lnTo>
                  <a:pt x="712060" y="45207"/>
                </a:lnTo>
                <a:lnTo>
                  <a:pt x="711306" y="45621"/>
                </a:lnTo>
                <a:lnTo>
                  <a:pt x="710570" y="46055"/>
                </a:lnTo>
                <a:lnTo>
                  <a:pt x="709851" y="46510"/>
                </a:lnTo>
                <a:lnTo>
                  <a:pt x="709149" y="46984"/>
                </a:lnTo>
                <a:lnTo>
                  <a:pt x="708461" y="47474"/>
                </a:lnTo>
                <a:lnTo>
                  <a:pt x="707786" y="47973"/>
                </a:lnTo>
                <a:lnTo>
                  <a:pt x="707123" y="48481"/>
                </a:lnTo>
                <a:lnTo>
                  <a:pt x="706472" y="48999"/>
                </a:lnTo>
                <a:lnTo>
                  <a:pt x="705833" y="49527"/>
                </a:lnTo>
                <a:lnTo>
                  <a:pt x="705207" y="50063"/>
                </a:lnTo>
                <a:lnTo>
                  <a:pt x="704593" y="50610"/>
                </a:lnTo>
                <a:lnTo>
                  <a:pt x="703991" y="51166"/>
                </a:lnTo>
                <a:lnTo>
                  <a:pt x="703402" y="51731"/>
                </a:lnTo>
                <a:lnTo>
                  <a:pt x="702825" y="52306"/>
                </a:lnTo>
                <a:lnTo>
                  <a:pt x="702260" y="52891"/>
                </a:lnTo>
                <a:lnTo>
                  <a:pt x="701707" y="53485"/>
                </a:lnTo>
                <a:lnTo>
                  <a:pt x="701167" y="54088"/>
                </a:lnTo>
                <a:lnTo>
                  <a:pt x="700639" y="54701"/>
                </a:lnTo>
                <a:lnTo>
                  <a:pt x="700123" y="55324"/>
                </a:lnTo>
                <a:lnTo>
                  <a:pt x="699620" y="55956"/>
                </a:lnTo>
                <a:lnTo>
                  <a:pt x="699129" y="56597"/>
                </a:lnTo>
                <a:lnTo>
                  <a:pt x="698650" y="57248"/>
                </a:lnTo>
                <a:lnTo>
                  <a:pt x="698183" y="57908"/>
                </a:lnTo>
                <a:lnTo>
                  <a:pt x="697729" y="58578"/>
                </a:lnTo>
                <a:lnTo>
                  <a:pt x="697287" y="59258"/>
                </a:lnTo>
                <a:lnTo>
                  <a:pt x="696857" y="59947"/>
                </a:lnTo>
                <a:lnTo>
                  <a:pt x="696439" y="60645"/>
                </a:lnTo>
                <a:lnTo>
                  <a:pt x="696034" y="61353"/>
                </a:lnTo>
                <a:lnTo>
                  <a:pt x="695350" y="43107"/>
                </a:lnTo>
                <a:lnTo>
                  <a:pt x="677445" y="43107"/>
                </a:lnTo>
                <a:lnTo>
                  <a:pt x="677445" y="157603"/>
                </a:lnTo>
                <a:lnTo>
                  <a:pt x="696490" y="157603"/>
                </a:lnTo>
                <a:lnTo>
                  <a:pt x="696490" y="76321"/>
                </a:lnTo>
                <a:lnTo>
                  <a:pt x="696805" y="75888"/>
                </a:lnTo>
                <a:lnTo>
                  <a:pt x="697123" y="75458"/>
                </a:lnTo>
                <a:lnTo>
                  <a:pt x="697444" y="75034"/>
                </a:lnTo>
                <a:close/>
                <a:moveTo>
                  <a:pt x="1781055" y="57319"/>
                </a:moveTo>
                <a:lnTo>
                  <a:pt x="1780522" y="56256"/>
                </a:lnTo>
                <a:lnTo>
                  <a:pt x="1779962" y="55223"/>
                </a:lnTo>
                <a:lnTo>
                  <a:pt x="1779375" y="54221"/>
                </a:lnTo>
                <a:lnTo>
                  <a:pt x="1778760" y="53248"/>
                </a:lnTo>
                <a:lnTo>
                  <a:pt x="1778118" y="52305"/>
                </a:lnTo>
                <a:lnTo>
                  <a:pt x="1777444" y="51396"/>
                </a:lnTo>
                <a:lnTo>
                  <a:pt x="1776734" y="50526"/>
                </a:lnTo>
                <a:lnTo>
                  <a:pt x="1775989" y="49695"/>
                </a:lnTo>
                <a:lnTo>
                  <a:pt x="1775207" y="48902"/>
                </a:lnTo>
                <a:lnTo>
                  <a:pt x="1774389" y="48148"/>
                </a:lnTo>
                <a:lnTo>
                  <a:pt x="1773535" y="47433"/>
                </a:lnTo>
                <a:lnTo>
                  <a:pt x="1772645" y="46756"/>
                </a:lnTo>
                <a:lnTo>
                  <a:pt x="1771719" y="46118"/>
                </a:lnTo>
                <a:lnTo>
                  <a:pt x="1770757" y="45519"/>
                </a:lnTo>
                <a:lnTo>
                  <a:pt x="1769759" y="44958"/>
                </a:lnTo>
                <a:lnTo>
                  <a:pt x="1768725" y="44436"/>
                </a:lnTo>
                <a:lnTo>
                  <a:pt x="1767655" y="43953"/>
                </a:lnTo>
                <a:lnTo>
                  <a:pt x="1766549" y="43508"/>
                </a:lnTo>
                <a:lnTo>
                  <a:pt x="1765406" y="43102"/>
                </a:lnTo>
                <a:lnTo>
                  <a:pt x="1764228" y="42734"/>
                </a:lnTo>
                <a:lnTo>
                  <a:pt x="1763014" y="42406"/>
                </a:lnTo>
                <a:lnTo>
                  <a:pt x="1761764" y="42116"/>
                </a:lnTo>
                <a:lnTo>
                  <a:pt x="1760477" y="41864"/>
                </a:lnTo>
                <a:lnTo>
                  <a:pt x="1759155" y="41652"/>
                </a:lnTo>
                <a:lnTo>
                  <a:pt x="1757797" y="41478"/>
                </a:lnTo>
                <a:lnTo>
                  <a:pt x="1756402" y="41342"/>
                </a:lnTo>
                <a:lnTo>
                  <a:pt x="1754972" y="41246"/>
                </a:lnTo>
                <a:lnTo>
                  <a:pt x="1753505" y="41188"/>
                </a:lnTo>
                <a:lnTo>
                  <a:pt x="1752003" y="41168"/>
                </a:lnTo>
                <a:lnTo>
                  <a:pt x="1750917" y="41178"/>
                </a:lnTo>
                <a:lnTo>
                  <a:pt x="1749847" y="41208"/>
                </a:lnTo>
                <a:lnTo>
                  <a:pt x="1748792" y="41258"/>
                </a:lnTo>
                <a:lnTo>
                  <a:pt x="1747752" y="41328"/>
                </a:lnTo>
                <a:lnTo>
                  <a:pt x="1746727" y="41418"/>
                </a:lnTo>
                <a:lnTo>
                  <a:pt x="1745716" y="41528"/>
                </a:lnTo>
                <a:lnTo>
                  <a:pt x="1744721" y="41658"/>
                </a:lnTo>
                <a:lnTo>
                  <a:pt x="1743741" y="41808"/>
                </a:lnTo>
                <a:lnTo>
                  <a:pt x="1742776" y="41978"/>
                </a:lnTo>
                <a:lnTo>
                  <a:pt x="1741826" y="42168"/>
                </a:lnTo>
                <a:lnTo>
                  <a:pt x="1740891" y="42378"/>
                </a:lnTo>
                <a:lnTo>
                  <a:pt x="1739972" y="42608"/>
                </a:lnTo>
                <a:lnTo>
                  <a:pt x="1739067" y="42858"/>
                </a:lnTo>
                <a:lnTo>
                  <a:pt x="1738177" y="43128"/>
                </a:lnTo>
                <a:lnTo>
                  <a:pt x="1737302" y="43418"/>
                </a:lnTo>
                <a:lnTo>
                  <a:pt x="1736443" y="43728"/>
                </a:lnTo>
                <a:lnTo>
                  <a:pt x="1735598" y="44058"/>
                </a:lnTo>
                <a:lnTo>
                  <a:pt x="1734769" y="44408"/>
                </a:lnTo>
                <a:lnTo>
                  <a:pt x="1733954" y="44778"/>
                </a:lnTo>
                <a:lnTo>
                  <a:pt x="1733155" y="45168"/>
                </a:lnTo>
                <a:lnTo>
                  <a:pt x="1732370" y="45578"/>
                </a:lnTo>
                <a:lnTo>
                  <a:pt x="1731601" y="46008"/>
                </a:lnTo>
                <a:lnTo>
                  <a:pt x="1730846" y="46457"/>
                </a:lnTo>
                <a:lnTo>
                  <a:pt x="1730107" y="46927"/>
                </a:lnTo>
                <a:lnTo>
                  <a:pt x="1729382" y="47409"/>
                </a:lnTo>
                <a:lnTo>
                  <a:pt x="1728671" y="47893"/>
                </a:lnTo>
                <a:lnTo>
                  <a:pt x="1727974" y="48380"/>
                </a:lnTo>
                <a:lnTo>
                  <a:pt x="1727291" y="48871"/>
                </a:lnTo>
                <a:lnTo>
                  <a:pt x="1726622" y="49364"/>
                </a:lnTo>
                <a:lnTo>
                  <a:pt x="1725966" y="49860"/>
                </a:lnTo>
                <a:lnTo>
                  <a:pt x="1725324" y="50360"/>
                </a:lnTo>
                <a:lnTo>
                  <a:pt x="1724697" y="50862"/>
                </a:lnTo>
                <a:lnTo>
                  <a:pt x="1724083" y="51367"/>
                </a:lnTo>
                <a:lnTo>
                  <a:pt x="1723483" y="51875"/>
                </a:lnTo>
                <a:lnTo>
                  <a:pt x="1722896" y="52386"/>
                </a:lnTo>
                <a:lnTo>
                  <a:pt x="1722324" y="52900"/>
                </a:lnTo>
                <a:lnTo>
                  <a:pt x="1721765" y="53417"/>
                </a:lnTo>
                <a:lnTo>
                  <a:pt x="1721221" y="53937"/>
                </a:lnTo>
                <a:lnTo>
                  <a:pt x="1720690" y="54460"/>
                </a:lnTo>
                <a:lnTo>
                  <a:pt x="1720173" y="54986"/>
                </a:lnTo>
                <a:lnTo>
                  <a:pt x="1719670" y="55515"/>
                </a:lnTo>
                <a:lnTo>
                  <a:pt x="1719181" y="56047"/>
                </a:lnTo>
                <a:lnTo>
                  <a:pt x="1718705" y="56582"/>
                </a:lnTo>
                <a:lnTo>
                  <a:pt x="1718244" y="57120"/>
                </a:lnTo>
                <a:lnTo>
                  <a:pt x="1717796" y="57660"/>
                </a:lnTo>
                <a:lnTo>
                  <a:pt x="1717362" y="58204"/>
                </a:lnTo>
                <a:lnTo>
                  <a:pt x="1716943" y="58751"/>
                </a:lnTo>
                <a:lnTo>
                  <a:pt x="1716536" y="59301"/>
                </a:lnTo>
                <a:lnTo>
                  <a:pt x="1716080" y="43107"/>
                </a:lnTo>
                <a:lnTo>
                  <a:pt x="1697606" y="43107"/>
                </a:lnTo>
                <a:lnTo>
                  <a:pt x="1697606" y="157603"/>
                </a:lnTo>
                <a:lnTo>
                  <a:pt x="1716650" y="157603"/>
                </a:lnTo>
                <a:lnTo>
                  <a:pt x="1716650" y="75370"/>
                </a:lnTo>
                <a:lnTo>
                  <a:pt x="1717055" y="74815"/>
                </a:lnTo>
                <a:lnTo>
                  <a:pt x="1717469" y="74263"/>
                </a:lnTo>
                <a:lnTo>
                  <a:pt x="1717893" y="73715"/>
                </a:lnTo>
                <a:lnTo>
                  <a:pt x="1718328" y="73169"/>
                </a:lnTo>
                <a:lnTo>
                  <a:pt x="1718772" y="72627"/>
                </a:lnTo>
                <a:lnTo>
                  <a:pt x="1719227" y="72088"/>
                </a:lnTo>
                <a:lnTo>
                  <a:pt x="1719692" y="71552"/>
                </a:lnTo>
                <a:lnTo>
                  <a:pt x="1720167" y="71019"/>
                </a:lnTo>
                <a:lnTo>
                  <a:pt x="1720652" y="70489"/>
                </a:lnTo>
                <a:lnTo>
                  <a:pt x="1721147" y="69962"/>
                </a:lnTo>
                <a:lnTo>
                  <a:pt x="1721652" y="69439"/>
                </a:lnTo>
                <a:lnTo>
                  <a:pt x="1722167" y="68918"/>
                </a:lnTo>
                <a:lnTo>
                  <a:pt x="1722693" y="68401"/>
                </a:lnTo>
                <a:lnTo>
                  <a:pt x="1723228" y="67887"/>
                </a:lnTo>
                <a:lnTo>
                  <a:pt x="1723774" y="67375"/>
                </a:lnTo>
                <a:lnTo>
                  <a:pt x="1724329" y="66867"/>
                </a:lnTo>
                <a:lnTo>
                  <a:pt x="1724895" y="66362"/>
                </a:lnTo>
                <a:lnTo>
                  <a:pt x="1725471" y="65860"/>
                </a:lnTo>
                <a:lnTo>
                  <a:pt x="1726057" y="65362"/>
                </a:lnTo>
                <a:lnTo>
                  <a:pt x="1726653" y="64866"/>
                </a:lnTo>
                <a:lnTo>
                  <a:pt x="1727259" y="64373"/>
                </a:lnTo>
                <a:lnTo>
                  <a:pt x="1727875" y="63884"/>
                </a:lnTo>
                <a:lnTo>
                  <a:pt x="1728501" y="63398"/>
                </a:lnTo>
                <a:lnTo>
                  <a:pt x="1729138" y="62914"/>
                </a:lnTo>
                <a:lnTo>
                  <a:pt x="1729785" y="62443"/>
                </a:lnTo>
                <a:lnTo>
                  <a:pt x="1730443" y="61991"/>
                </a:lnTo>
                <a:lnTo>
                  <a:pt x="1731113" y="61560"/>
                </a:lnTo>
                <a:lnTo>
                  <a:pt x="1731794" y="61148"/>
                </a:lnTo>
                <a:lnTo>
                  <a:pt x="1732486" y="60757"/>
                </a:lnTo>
                <a:lnTo>
                  <a:pt x="1733190" y="60385"/>
                </a:lnTo>
                <a:lnTo>
                  <a:pt x="1733905" y="60034"/>
                </a:lnTo>
                <a:lnTo>
                  <a:pt x="1734631" y="59703"/>
                </a:lnTo>
                <a:lnTo>
                  <a:pt x="1735368" y="59392"/>
                </a:lnTo>
                <a:lnTo>
                  <a:pt x="1736117" y="59101"/>
                </a:lnTo>
                <a:lnTo>
                  <a:pt x="1736877" y="58830"/>
                </a:lnTo>
                <a:lnTo>
                  <a:pt x="1737648" y="58579"/>
                </a:lnTo>
                <a:lnTo>
                  <a:pt x="1738431" y="58348"/>
                </a:lnTo>
                <a:lnTo>
                  <a:pt x="1739224" y="58137"/>
                </a:lnTo>
                <a:lnTo>
                  <a:pt x="1740030" y="57947"/>
                </a:lnTo>
                <a:lnTo>
                  <a:pt x="1740846" y="57776"/>
                </a:lnTo>
                <a:lnTo>
                  <a:pt x="1741674" y="57626"/>
                </a:lnTo>
                <a:lnTo>
                  <a:pt x="1742513" y="57495"/>
                </a:lnTo>
                <a:lnTo>
                  <a:pt x="1743363" y="57385"/>
                </a:lnTo>
                <a:lnTo>
                  <a:pt x="1744224" y="57294"/>
                </a:lnTo>
                <a:lnTo>
                  <a:pt x="1745097" y="57224"/>
                </a:lnTo>
                <a:lnTo>
                  <a:pt x="1745981" y="57174"/>
                </a:lnTo>
                <a:lnTo>
                  <a:pt x="1746877" y="57144"/>
                </a:lnTo>
                <a:lnTo>
                  <a:pt x="1747783" y="57134"/>
                </a:lnTo>
                <a:lnTo>
                  <a:pt x="1748442" y="57140"/>
                </a:lnTo>
                <a:lnTo>
                  <a:pt x="1749087" y="57159"/>
                </a:lnTo>
                <a:lnTo>
                  <a:pt x="1749719" y="57191"/>
                </a:lnTo>
                <a:lnTo>
                  <a:pt x="1750338" y="57235"/>
                </a:lnTo>
                <a:lnTo>
                  <a:pt x="1750944" y="57292"/>
                </a:lnTo>
                <a:lnTo>
                  <a:pt x="1751536" y="57361"/>
                </a:lnTo>
                <a:lnTo>
                  <a:pt x="1752115" y="57443"/>
                </a:lnTo>
                <a:lnTo>
                  <a:pt x="1752681" y="57538"/>
                </a:lnTo>
                <a:lnTo>
                  <a:pt x="1753233" y="57645"/>
                </a:lnTo>
                <a:lnTo>
                  <a:pt x="1753772" y="57765"/>
                </a:lnTo>
                <a:lnTo>
                  <a:pt x="1754298" y="57898"/>
                </a:lnTo>
                <a:lnTo>
                  <a:pt x="1754811" y="58043"/>
                </a:lnTo>
                <a:lnTo>
                  <a:pt x="1755310" y="58200"/>
                </a:lnTo>
                <a:lnTo>
                  <a:pt x="1755797" y="58371"/>
                </a:lnTo>
                <a:lnTo>
                  <a:pt x="1756270" y="58554"/>
                </a:lnTo>
                <a:lnTo>
                  <a:pt x="1756729" y="58749"/>
                </a:lnTo>
                <a:lnTo>
                  <a:pt x="1757176" y="58958"/>
                </a:lnTo>
                <a:lnTo>
                  <a:pt x="1757609" y="59179"/>
                </a:lnTo>
                <a:lnTo>
                  <a:pt x="1758028" y="59412"/>
                </a:lnTo>
                <a:lnTo>
                  <a:pt x="1758435" y="59658"/>
                </a:lnTo>
                <a:lnTo>
                  <a:pt x="1758828" y="59917"/>
                </a:lnTo>
                <a:lnTo>
                  <a:pt x="1759208" y="60188"/>
                </a:lnTo>
                <a:lnTo>
                  <a:pt x="1759575" y="60472"/>
                </a:lnTo>
                <a:lnTo>
                  <a:pt x="1759929" y="60769"/>
                </a:lnTo>
                <a:lnTo>
                  <a:pt x="1760271" y="61077"/>
                </a:lnTo>
                <a:lnTo>
                  <a:pt x="1760604" y="61394"/>
                </a:lnTo>
                <a:lnTo>
                  <a:pt x="1760927" y="61721"/>
                </a:lnTo>
                <a:lnTo>
                  <a:pt x="1761242" y="62058"/>
                </a:lnTo>
                <a:lnTo>
                  <a:pt x="1761547" y="62405"/>
                </a:lnTo>
                <a:lnTo>
                  <a:pt x="1761842" y="62762"/>
                </a:lnTo>
                <a:lnTo>
                  <a:pt x="1762129" y="63128"/>
                </a:lnTo>
                <a:lnTo>
                  <a:pt x="1762406" y="63504"/>
                </a:lnTo>
                <a:lnTo>
                  <a:pt x="1762674" y="63889"/>
                </a:lnTo>
                <a:lnTo>
                  <a:pt x="1762932" y="64284"/>
                </a:lnTo>
                <a:lnTo>
                  <a:pt x="1763181" y="64689"/>
                </a:lnTo>
                <a:lnTo>
                  <a:pt x="1763421" y="65104"/>
                </a:lnTo>
                <a:lnTo>
                  <a:pt x="1763652" y="65529"/>
                </a:lnTo>
                <a:lnTo>
                  <a:pt x="1763873" y="65963"/>
                </a:lnTo>
                <a:lnTo>
                  <a:pt x="1764085" y="66407"/>
                </a:lnTo>
                <a:lnTo>
                  <a:pt x="1764287" y="66861"/>
                </a:lnTo>
                <a:lnTo>
                  <a:pt x="1764481" y="67324"/>
                </a:lnTo>
                <a:lnTo>
                  <a:pt x="1764665" y="67797"/>
                </a:lnTo>
                <a:lnTo>
                  <a:pt x="1764840" y="68280"/>
                </a:lnTo>
                <a:lnTo>
                  <a:pt x="1765005" y="68773"/>
                </a:lnTo>
                <a:lnTo>
                  <a:pt x="1765161" y="69275"/>
                </a:lnTo>
                <a:lnTo>
                  <a:pt x="1765308" y="69787"/>
                </a:lnTo>
                <a:lnTo>
                  <a:pt x="1765445" y="70309"/>
                </a:lnTo>
                <a:lnTo>
                  <a:pt x="1765574" y="70840"/>
                </a:lnTo>
                <a:lnTo>
                  <a:pt x="1765695" y="71380"/>
                </a:lnTo>
                <a:lnTo>
                  <a:pt x="1765810" y="71925"/>
                </a:lnTo>
                <a:lnTo>
                  <a:pt x="1765921" y="72477"/>
                </a:lnTo>
                <a:lnTo>
                  <a:pt x="1766027" y="73035"/>
                </a:lnTo>
                <a:lnTo>
                  <a:pt x="1766127" y="73599"/>
                </a:lnTo>
                <a:lnTo>
                  <a:pt x="1766222" y="74170"/>
                </a:lnTo>
                <a:lnTo>
                  <a:pt x="1766312" y="74746"/>
                </a:lnTo>
                <a:lnTo>
                  <a:pt x="1766397" y="75329"/>
                </a:lnTo>
                <a:lnTo>
                  <a:pt x="1766477" y="75918"/>
                </a:lnTo>
                <a:lnTo>
                  <a:pt x="1766552" y="76513"/>
                </a:lnTo>
                <a:lnTo>
                  <a:pt x="1766621" y="77115"/>
                </a:lnTo>
                <a:lnTo>
                  <a:pt x="1766685" y="77723"/>
                </a:lnTo>
                <a:lnTo>
                  <a:pt x="1766745" y="78336"/>
                </a:lnTo>
                <a:lnTo>
                  <a:pt x="1766799" y="78956"/>
                </a:lnTo>
                <a:lnTo>
                  <a:pt x="1766848" y="79583"/>
                </a:lnTo>
                <a:lnTo>
                  <a:pt x="1766891" y="80215"/>
                </a:lnTo>
                <a:lnTo>
                  <a:pt x="1766930" y="80854"/>
                </a:lnTo>
                <a:lnTo>
                  <a:pt x="1766963" y="81499"/>
                </a:lnTo>
                <a:lnTo>
                  <a:pt x="1766992" y="82150"/>
                </a:lnTo>
                <a:lnTo>
                  <a:pt x="1767015" y="82807"/>
                </a:lnTo>
                <a:lnTo>
                  <a:pt x="1767033" y="83470"/>
                </a:lnTo>
                <a:lnTo>
                  <a:pt x="1767046" y="84140"/>
                </a:lnTo>
                <a:lnTo>
                  <a:pt x="1767053" y="84816"/>
                </a:lnTo>
                <a:lnTo>
                  <a:pt x="1767056" y="85498"/>
                </a:lnTo>
                <a:lnTo>
                  <a:pt x="1767056" y="157603"/>
                </a:lnTo>
                <a:lnTo>
                  <a:pt x="1785987" y="157603"/>
                </a:lnTo>
                <a:lnTo>
                  <a:pt x="1785987" y="83217"/>
                </a:lnTo>
                <a:lnTo>
                  <a:pt x="1785973" y="81584"/>
                </a:lnTo>
                <a:lnTo>
                  <a:pt x="1785932" y="79981"/>
                </a:lnTo>
                <a:lnTo>
                  <a:pt x="1785864" y="78407"/>
                </a:lnTo>
                <a:lnTo>
                  <a:pt x="1785768" y="76864"/>
                </a:lnTo>
                <a:lnTo>
                  <a:pt x="1785645" y="75351"/>
                </a:lnTo>
                <a:lnTo>
                  <a:pt x="1785553" y="74438"/>
                </a:lnTo>
                <a:lnTo>
                  <a:pt x="1785926" y="73937"/>
                </a:lnTo>
                <a:lnTo>
                  <a:pt x="1786332" y="73410"/>
                </a:lnTo>
                <a:lnTo>
                  <a:pt x="1786749" y="72886"/>
                </a:lnTo>
                <a:lnTo>
                  <a:pt x="1787178" y="72365"/>
                </a:lnTo>
                <a:lnTo>
                  <a:pt x="1787617" y="71847"/>
                </a:lnTo>
                <a:lnTo>
                  <a:pt x="1788068" y="71332"/>
                </a:lnTo>
                <a:lnTo>
                  <a:pt x="1788530" y="70820"/>
                </a:lnTo>
                <a:lnTo>
                  <a:pt x="1789002" y="70312"/>
                </a:lnTo>
                <a:lnTo>
                  <a:pt x="1789486" y="69807"/>
                </a:lnTo>
                <a:lnTo>
                  <a:pt x="1789981" y="69305"/>
                </a:lnTo>
                <a:lnTo>
                  <a:pt x="1790487" y="68806"/>
                </a:lnTo>
                <a:lnTo>
                  <a:pt x="1791004" y="68310"/>
                </a:lnTo>
                <a:lnTo>
                  <a:pt x="1791533" y="67817"/>
                </a:lnTo>
                <a:lnTo>
                  <a:pt x="1792072" y="67328"/>
                </a:lnTo>
                <a:lnTo>
                  <a:pt x="1792622" y="66842"/>
                </a:lnTo>
                <a:lnTo>
                  <a:pt x="1793184" y="66358"/>
                </a:lnTo>
                <a:lnTo>
                  <a:pt x="1793756" y="65879"/>
                </a:lnTo>
                <a:lnTo>
                  <a:pt x="1794340" y="65402"/>
                </a:lnTo>
                <a:lnTo>
                  <a:pt x="1794935" y="64928"/>
                </a:lnTo>
                <a:lnTo>
                  <a:pt x="1795541" y="64458"/>
                </a:lnTo>
                <a:lnTo>
                  <a:pt x="1796158" y="63991"/>
                </a:lnTo>
                <a:lnTo>
                  <a:pt x="1796786" y="63526"/>
                </a:lnTo>
                <a:lnTo>
                  <a:pt x="1797425" y="63066"/>
                </a:lnTo>
                <a:lnTo>
                  <a:pt x="1798075" y="62608"/>
                </a:lnTo>
                <a:lnTo>
                  <a:pt x="1798736" y="62161"/>
                </a:lnTo>
                <a:lnTo>
                  <a:pt x="1799408" y="61734"/>
                </a:lnTo>
                <a:lnTo>
                  <a:pt x="1800090" y="61325"/>
                </a:lnTo>
                <a:lnTo>
                  <a:pt x="1800783" y="60935"/>
                </a:lnTo>
                <a:lnTo>
                  <a:pt x="1801487" y="60565"/>
                </a:lnTo>
                <a:lnTo>
                  <a:pt x="1802202" y="60213"/>
                </a:lnTo>
                <a:lnTo>
                  <a:pt x="1802927" y="59880"/>
                </a:lnTo>
                <a:lnTo>
                  <a:pt x="1803663" y="59567"/>
                </a:lnTo>
                <a:lnTo>
                  <a:pt x="1804409" y="59272"/>
                </a:lnTo>
                <a:lnTo>
                  <a:pt x="1805167" y="58997"/>
                </a:lnTo>
                <a:lnTo>
                  <a:pt x="1805935" y="58740"/>
                </a:lnTo>
                <a:lnTo>
                  <a:pt x="1806713" y="58502"/>
                </a:lnTo>
                <a:lnTo>
                  <a:pt x="1807503" y="58284"/>
                </a:lnTo>
                <a:lnTo>
                  <a:pt x="1808303" y="58084"/>
                </a:lnTo>
                <a:lnTo>
                  <a:pt x="1809114" y="57904"/>
                </a:lnTo>
                <a:lnTo>
                  <a:pt x="1809935" y="57742"/>
                </a:lnTo>
                <a:lnTo>
                  <a:pt x="1810767" y="57600"/>
                </a:lnTo>
                <a:lnTo>
                  <a:pt x="1811610" y="57476"/>
                </a:lnTo>
                <a:lnTo>
                  <a:pt x="1812463" y="57372"/>
                </a:lnTo>
                <a:lnTo>
                  <a:pt x="1813328" y="57286"/>
                </a:lnTo>
                <a:lnTo>
                  <a:pt x="1814203" y="57219"/>
                </a:lnTo>
                <a:lnTo>
                  <a:pt x="1815088" y="57172"/>
                </a:lnTo>
                <a:lnTo>
                  <a:pt x="1815984" y="57143"/>
                </a:lnTo>
                <a:lnTo>
                  <a:pt x="1816891" y="57134"/>
                </a:lnTo>
                <a:lnTo>
                  <a:pt x="1817541" y="57140"/>
                </a:lnTo>
                <a:lnTo>
                  <a:pt x="1818177" y="57159"/>
                </a:lnTo>
                <a:lnTo>
                  <a:pt x="1818800" y="57191"/>
                </a:lnTo>
                <a:lnTo>
                  <a:pt x="1819410" y="57235"/>
                </a:lnTo>
                <a:lnTo>
                  <a:pt x="1820007" y="57292"/>
                </a:lnTo>
                <a:lnTo>
                  <a:pt x="1820591" y="57361"/>
                </a:lnTo>
                <a:lnTo>
                  <a:pt x="1821161" y="57443"/>
                </a:lnTo>
                <a:lnTo>
                  <a:pt x="1821719" y="57538"/>
                </a:lnTo>
                <a:lnTo>
                  <a:pt x="1822264" y="57645"/>
                </a:lnTo>
                <a:lnTo>
                  <a:pt x="1822795" y="57765"/>
                </a:lnTo>
                <a:lnTo>
                  <a:pt x="1823314" y="57898"/>
                </a:lnTo>
                <a:lnTo>
                  <a:pt x="1823819" y="58043"/>
                </a:lnTo>
                <a:lnTo>
                  <a:pt x="1824312" y="58200"/>
                </a:lnTo>
                <a:lnTo>
                  <a:pt x="1824791" y="58371"/>
                </a:lnTo>
                <a:lnTo>
                  <a:pt x="1825257" y="58554"/>
                </a:lnTo>
                <a:lnTo>
                  <a:pt x="1825711" y="58749"/>
                </a:lnTo>
                <a:lnTo>
                  <a:pt x="1826151" y="58958"/>
                </a:lnTo>
                <a:lnTo>
                  <a:pt x="1826578" y="59179"/>
                </a:lnTo>
                <a:lnTo>
                  <a:pt x="1826992" y="59412"/>
                </a:lnTo>
                <a:lnTo>
                  <a:pt x="1827393" y="59658"/>
                </a:lnTo>
                <a:lnTo>
                  <a:pt x="1827780" y="59917"/>
                </a:lnTo>
                <a:lnTo>
                  <a:pt x="1828155" y="60188"/>
                </a:lnTo>
                <a:lnTo>
                  <a:pt x="1828517" y="60472"/>
                </a:lnTo>
                <a:lnTo>
                  <a:pt x="1828866" y="60769"/>
                </a:lnTo>
                <a:lnTo>
                  <a:pt x="1829203" y="61077"/>
                </a:lnTo>
                <a:lnTo>
                  <a:pt x="1829532" y="61394"/>
                </a:lnTo>
                <a:lnTo>
                  <a:pt x="1829852" y="61721"/>
                </a:lnTo>
                <a:lnTo>
                  <a:pt x="1830163" y="62058"/>
                </a:lnTo>
                <a:lnTo>
                  <a:pt x="1830465" y="62405"/>
                </a:lnTo>
                <a:lnTo>
                  <a:pt x="1830758" y="62762"/>
                </a:lnTo>
                <a:lnTo>
                  <a:pt x="1831042" y="63128"/>
                </a:lnTo>
                <a:lnTo>
                  <a:pt x="1831317" y="63504"/>
                </a:lnTo>
                <a:lnTo>
                  <a:pt x="1831584" y="63889"/>
                </a:lnTo>
                <a:lnTo>
                  <a:pt x="1831841" y="64284"/>
                </a:lnTo>
                <a:lnTo>
                  <a:pt x="1832090" y="64689"/>
                </a:lnTo>
                <a:lnTo>
                  <a:pt x="1832330" y="65104"/>
                </a:lnTo>
                <a:lnTo>
                  <a:pt x="1832560" y="65529"/>
                </a:lnTo>
                <a:lnTo>
                  <a:pt x="1832782" y="65963"/>
                </a:lnTo>
                <a:lnTo>
                  <a:pt x="1832995" y="66407"/>
                </a:lnTo>
                <a:lnTo>
                  <a:pt x="1833199" y="66861"/>
                </a:lnTo>
                <a:lnTo>
                  <a:pt x="1833394" y="67324"/>
                </a:lnTo>
                <a:lnTo>
                  <a:pt x="1833580" y="67797"/>
                </a:lnTo>
                <a:lnTo>
                  <a:pt x="1833758" y="68280"/>
                </a:lnTo>
                <a:lnTo>
                  <a:pt x="1833926" y="68773"/>
                </a:lnTo>
                <a:lnTo>
                  <a:pt x="1834086" y="69275"/>
                </a:lnTo>
                <a:lnTo>
                  <a:pt x="1834236" y="69787"/>
                </a:lnTo>
                <a:lnTo>
                  <a:pt x="1834378" y="70309"/>
                </a:lnTo>
                <a:lnTo>
                  <a:pt x="1834511" y="70840"/>
                </a:lnTo>
                <a:lnTo>
                  <a:pt x="1834636" y="71380"/>
                </a:lnTo>
                <a:lnTo>
                  <a:pt x="1834756" y="71925"/>
                </a:lnTo>
                <a:lnTo>
                  <a:pt x="1834871" y="72477"/>
                </a:lnTo>
                <a:lnTo>
                  <a:pt x="1834981" y="73035"/>
                </a:lnTo>
                <a:lnTo>
                  <a:pt x="1835085" y="73599"/>
                </a:lnTo>
                <a:lnTo>
                  <a:pt x="1835184" y="74170"/>
                </a:lnTo>
                <a:lnTo>
                  <a:pt x="1835278" y="74746"/>
                </a:lnTo>
                <a:lnTo>
                  <a:pt x="1835366" y="75329"/>
                </a:lnTo>
                <a:lnTo>
                  <a:pt x="1835449" y="75918"/>
                </a:lnTo>
                <a:lnTo>
                  <a:pt x="1835526" y="76513"/>
                </a:lnTo>
                <a:lnTo>
                  <a:pt x="1835598" y="77115"/>
                </a:lnTo>
                <a:lnTo>
                  <a:pt x="1835665" y="77723"/>
                </a:lnTo>
                <a:lnTo>
                  <a:pt x="1835727" y="78336"/>
                </a:lnTo>
                <a:lnTo>
                  <a:pt x="1835783" y="78956"/>
                </a:lnTo>
                <a:lnTo>
                  <a:pt x="1835834" y="79583"/>
                </a:lnTo>
                <a:lnTo>
                  <a:pt x="1835879" y="80215"/>
                </a:lnTo>
                <a:lnTo>
                  <a:pt x="1835919" y="80854"/>
                </a:lnTo>
                <a:lnTo>
                  <a:pt x="1835954" y="81499"/>
                </a:lnTo>
                <a:lnTo>
                  <a:pt x="1835983" y="82150"/>
                </a:lnTo>
                <a:lnTo>
                  <a:pt x="1836007" y="82807"/>
                </a:lnTo>
                <a:lnTo>
                  <a:pt x="1836026" y="83470"/>
                </a:lnTo>
                <a:lnTo>
                  <a:pt x="1836039" y="84140"/>
                </a:lnTo>
                <a:lnTo>
                  <a:pt x="1836047" y="84816"/>
                </a:lnTo>
                <a:lnTo>
                  <a:pt x="1836050" y="85498"/>
                </a:lnTo>
                <a:lnTo>
                  <a:pt x="1836050" y="157603"/>
                </a:lnTo>
                <a:lnTo>
                  <a:pt x="1855095" y="157603"/>
                </a:lnTo>
                <a:lnTo>
                  <a:pt x="1855095" y="83217"/>
                </a:lnTo>
                <a:lnTo>
                  <a:pt x="1855081" y="81584"/>
                </a:lnTo>
                <a:lnTo>
                  <a:pt x="1855039" y="79981"/>
                </a:lnTo>
                <a:lnTo>
                  <a:pt x="1854970" y="78407"/>
                </a:lnTo>
                <a:lnTo>
                  <a:pt x="1854873" y="76864"/>
                </a:lnTo>
                <a:lnTo>
                  <a:pt x="1854748" y="75351"/>
                </a:lnTo>
                <a:lnTo>
                  <a:pt x="1854596" y="73868"/>
                </a:lnTo>
                <a:lnTo>
                  <a:pt x="1854416" y="72415"/>
                </a:lnTo>
                <a:lnTo>
                  <a:pt x="1854208" y="70992"/>
                </a:lnTo>
                <a:lnTo>
                  <a:pt x="1853972" y="69599"/>
                </a:lnTo>
                <a:lnTo>
                  <a:pt x="1853709" y="68236"/>
                </a:lnTo>
                <a:lnTo>
                  <a:pt x="1853418" y="66903"/>
                </a:lnTo>
                <a:lnTo>
                  <a:pt x="1853099" y="65600"/>
                </a:lnTo>
                <a:lnTo>
                  <a:pt x="1852753" y="64327"/>
                </a:lnTo>
                <a:lnTo>
                  <a:pt x="1852378" y="63084"/>
                </a:lnTo>
                <a:lnTo>
                  <a:pt x="1851977" y="61871"/>
                </a:lnTo>
                <a:lnTo>
                  <a:pt x="1851547" y="60688"/>
                </a:lnTo>
                <a:lnTo>
                  <a:pt x="1851090" y="59535"/>
                </a:lnTo>
                <a:lnTo>
                  <a:pt x="1850604" y="58412"/>
                </a:lnTo>
                <a:lnTo>
                  <a:pt x="1850092" y="57319"/>
                </a:lnTo>
                <a:lnTo>
                  <a:pt x="1849551" y="56256"/>
                </a:lnTo>
                <a:lnTo>
                  <a:pt x="1848983" y="55223"/>
                </a:lnTo>
                <a:lnTo>
                  <a:pt x="1848387" y="54221"/>
                </a:lnTo>
                <a:lnTo>
                  <a:pt x="1847763" y="53248"/>
                </a:lnTo>
                <a:lnTo>
                  <a:pt x="1847112" y="52305"/>
                </a:lnTo>
                <a:lnTo>
                  <a:pt x="1846430" y="51396"/>
                </a:lnTo>
                <a:lnTo>
                  <a:pt x="1845713" y="50526"/>
                </a:lnTo>
                <a:lnTo>
                  <a:pt x="1844961" y="49695"/>
                </a:lnTo>
                <a:lnTo>
                  <a:pt x="1844175" y="48902"/>
                </a:lnTo>
                <a:lnTo>
                  <a:pt x="1843355" y="48148"/>
                </a:lnTo>
                <a:lnTo>
                  <a:pt x="1842501" y="47433"/>
                </a:lnTo>
                <a:lnTo>
                  <a:pt x="1841611" y="46756"/>
                </a:lnTo>
                <a:lnTo>
                  <a:pt x="1840688" y="46118"/>
                </a:lnTo>
                <a:lnTo>
                  <a:pt x="1839730" y="45519"/>
                </a:lnTo>
                <a:lnTo>
                  <a:pt x="1838737" y="44958"/>
                </a:lnTo>
                <a:lnTo>
                  <a:pt x="1837710" y="44436"/>
                </a:lnTo>
                <a:lnTo>
                  <a:pt x="1836649" y="43953"/>
                </a:lnTo>
                <a:lnTo>
                  <a:pt x="1835553" y="43508"/>
                </a:lnTo>
                <a:lnTo>
                  <a:pt x="1834423" y="43102"/>
                </a:lnTo>
                <a:lnTo>
                  <a:pt x="1833258" y="42734"/>
                </a:lnTo>
                <a:lnTo>
                  <a:pt x="1832059" y="42406"/>
                </a:lnTo>
                <a:lnTo>
                  <a:pt x="1830825" y="42116"/>
                </a:lnTo>
                <a:lnTo>
                  <a:pt x="1829557" y="41864"/>
                </a:lnTo>
                <a:lnTo>
                  <a:pt x="1828254" y="41652"/>
                </a:lnTo>
                <a:lnTo>
                  <a:pt x="1826917" y="41478"/>
                </a:lnTo>
                <a:lnTo>
                  <a:pt x="1825546" y="41342"/>
                </a:lnTo>
                <a:lnTo>
                  <a:pt x="1824140" y="41246"/>
                </a:lnTo>
                <a:lnTo>
                  <a:pt x="1822700" y="41188"/>
                </a:lnTo>
                <a:lnTo>
                  <a:pt x="1821225" y="41168"/>
                </a:lnTo>
                <a:lnTo>
                  <a:pt x="1820120" y="41179"/>
                </a:lnTo>
                <a:lnTo>
                  <a:pt x="1819028" y="41210"/>
                </a:lnTo>
                <a:lnTo>
                  <a:pt x="1817950" y="41263"/>
                </a:lnTo>
                <a:lnTo>
                  <a:pt x="1816885" y="41336"/>
                </a:lnTo>
                <a:lnTo>
                  <a:pt x="1815834" y="41431"/>
                </a:lnTo>
                <a:lnTo>
                  <a:pt x="1814796" y="41546"/>
                </a:lnTo>
                <a:lnTo>
                  <a:pt x="1813772" y="41683"/>
                </a:lnTo>
                <a:lnTo>
                  <a:pt x="1812761" y="41840"/>
                </a:lnTo>
                <a:lnTo>
                  <a:pt x="1811763" y="42018"/>
                </a:lnTo>
                <a:lnTo>
                  <a:pt x="1810779" y="42218"/>
                </a:lnTo>
                <a:lnTo>
                  <a:pt x="1809809" y="42438"/>
                </a:lnTo>
                <a:lnTo>
                  <a:pt x="1808852" y="42679"/>
                </a:lnTo>
                <a:lnTo>
                  <a:pt x="1807908" y="42942"/>
                </a:lnTo>
                <a:lnTo>
                  <a:pt x="1806978" y="43225"/>
                </a:lnTo>
                <a:lnTo>
                  <a:pt x="1806061" y="43529"/>
                </a:lnTo>
                <a:lnTo>
                  <a:pt x="1805158" y="43855"/>
                </a:lnTo>
                <a:lnTo>
                  <a:pt x="1804268" y="44201"/>
                </a:lnTo>
                <a:lnTo>
                  <a:pt x="1803392" y="44568"/>
                </a:lnTo>
                <a:lnTo>
                  <a:pt x="1802529" y="44956"/>
                </a:lnTo>
                <a:lnTo>
                  <a:pt x="1801680" y="45366"/>
                </a:lnTo>
                <a:lnTo>
                  <a:pt x="1800844" y="45796"/>
                </a:lnTo>
                <a:lnTo>
                  <a:pt x="1800021" y="46247"/>
                </a:lnTo>
                <a:lnTo>
                  <a:pt x="1799213" y="46719"/>
                </a:lnTo>
                <a:lnTo>
                  <a:pt x="1798417" y="47212"/>
                </a:lnTo>
                <a:lnTo>
                  <a:pt x="1797634" y="47718"/>
                </a:lnTo>
                <a:lnTo>
                  <a:pt x="1796862" y="48228"/>
                </a:lnTo>
                <a:lnTo>
                  <a:pt x="1796101" y="48741"/>
                </a:lnTo>
                <a:lnTo>
                  <a:pt x="1795351" y="49259"/>
                </a:lnTo>
                <a:lnTo>
                  <a:pt x="1794612" y="49780"/>
                </a:lnTo>
                <a:lnTo>
                  <a:pt x="1793884" y="50306"/>
                </a:lnTo>
                <a:lnTo>
                  <a:pt x="1793167" y="50835"/>
                </a:lnTo>
                <a:lnTo>
                  <a:pt x="1792462" y="51369"/>
                </a:lnTo>
                <a:lnTo>
                  <a:pt x="1791767" y="51906"/>
                </a:lnTo>
                <a:lnTo>
                  <a:pt x="1791084" y="52447"/>
                </a:lnTo>
                <a:lnTo>
                  <a:pt x="1790411" y="52992"/>
                </a:lnTo>
                <a:lnTo>
                  <a:pt x="1789750" y="53542"/>
                </a:lnTo>
                <a:lnTo>
                  <a:pt x="1789100" y="54095"/>
                </a:lnTo>
                <a:lnTo>
                  <a:pt x="1788461" y="54652"/>
                </a:lnTo>
                <a:lnTo>
                  <a:pt x="1787833" y="55213"/>
                </a:lnTo>
                <a:lnTo>
                  <a:pt x="1787216" y="55778"/>
                </a:lnTo>
                <a:lnTo>
                  <a:pt x="1786610" y="56347"/>
                </a:lnTo>
                <a:lnTo>
                  <a:pt x="1786015" y="56920"/>
                </a:lnTo>
                <a:lnTo>
                  <a:pt x="1785432" y="57497"/>
                </a:lnTo>
                <a:lnTo>
                  <a:pt x="1784859" y="58078"/>
                </a:lnTo>
                <a:lnTo>
                  <a:pt x="1784297" y="58663"/>
                </a:lnTo>
                <a:lnTo>
                  <a:pt x="1783747" y="59252"/>
                </a:lnTo>
                <a:lnTo>
                  <a:pt x="1783208" y="59844"/>
                </a:lnTo>
                <a:lnTo>
                  <a:pt x="1782680" y="60441"/>
                </a:lnTo>
                <a:lnTo>
                  <a:pt x="1783064" y="62334"/>
                </a:lnTo>
                <a:lnTo>
                  <a:pt x="1782913" y="61871"/>
                </a:lnTo>
                <a:lnTo>
                  <a:pt x="1782489" y="60688"/>
                </a:lnTo>
                <a:lnTo>
                  <a:pt x="1782039" y="59535"/>
                </a:lnTo>
                <a:lnTo>
                  <a:pt x="1781561" y="58412"/>
                </a:lnTo>
                <a:lnTo>
                  <a:pt x="1781055" y="57319"/>
                </a:lnTo>
                <a:close/>
                <a:moveTo>
                  <a:pt x="550728" y="43107"/>
                </a:moveTo>
                <a:lnTo>
                  <a:pt x="532025" y="43107"/>
                </a:lnTo>
                <a:lnTo>
                  <a:pt x="505910" y="135387"/>
                </a:lnTo>
                <a:lnTo>
                  <a:pt x="478883" y="43107"/>
                </a:lnTo>
                <a:lnTo>
                  <a:pt x="457785" y="43107"/>
                </a:lnTo>
                <a:lnTo>
                  <a:pt x="431100" y="135504"/>
                </a:lnTo>
                <a:lnTo>
                  <a:pt x="404757" y="43107"/>
                </a:lnTo>
                <a:lnTo>
                  <a:pt x="384914" y="43107"/>
                </a:lnTo>
                <a:lnTo>
                  <a:pt x="420494" y="157603"/>
                </a:lnTo>
                <a:lnTo>
                  <a:pt x="440679" y="157603"/>
                </a:lnTo>
                <a:lnTo>
                  <a:pt x="467935" y="64383"/>
                </a:lnTo>
                <a:lnTo>
                  <a:pt x="495076" y="157603"/>
                </a:lnTo>
                <a:lnTo>
                  <a:pt x="515261" y="157603"/>
                </a:lnTo>
                <a:lnTo>
                  <a:pt x="550728" y="43107"/>
                </a:lnTo>
                <a:close/>
                <a:moveTo>
                  <a:pt x="1185314" y="43107"/>
                </a:moveTo>
                <a:lnTo>
                  <a:pt x="1165243" y="43107"/>
                </a:lnTo>
                <a:lnTo>
                  <a:pt x="1205955" y="157603"/>
                </a:lnTo>
                <a:lnTo>
                  <a:pt x="1226939" y="157603"/>
                </a:lnTo>
                <a:lnTo>
                  <a:pt x="1267195" y="43107"/>
                </a:lnTo>
                <a:lnTo>
                  <a:pt x="1247808" y="43107"/>
                </a:lnTo>
                <a:lnTo>
                  <a:pt x="1216447" y="138323"/>
                </a:lnTo>
                <a:lnTo>
                  <a:pt x="1185314" y="43107"/>
                </a:lnTo>
                <a:close/>
                <a:moveTo>
                  <a:pt x="185488" y="159350"/>
                </a:moveTo>
                <a:lnTo>
                  <a:pt x="186731" y="159215"/>
                </a:lnTo>
                <a:lnTo>
                  <a:pt x="187959" y="159056"/>
                </a:lnTo>
                <a:lnTo>
                  <a:pt x="189171" y="158872"/>
                </a:lnTo>
                <a:lnTo>
                  <a:pt x="190366" y="158664"/>
                </a:lnTo>
                <a:lnTo>
                  <a:pt x="191546" y="158431"/>
                </a:lnTo>
                <a:lnTo>
                  <a:pt x="192710" y="158174"/>
                </a:lnTo>
                <a:lnTo>
                  <a:pt x="193859" y="157893"/>
                </a:lnTo>
                <a:lnTo>
                  <a:pt x="194991" y="157586"/>
                </a:lnTo>
                <a:lnTo>
                  <a:pt x="196108" y="157256"/>
                </a:lnTo>
                <a:lnTo>
                  <a:pt x="197209" y="156901"/>
                </a:lnTo>
                <a:lnTo>
                  <a:pt x="198294" y="156521"/>
                </a:lnTo>
                <a:lnTo>
                  <a:pt x="199363" y="156117"/>
                </a:lnTo>
                <a:lnTo>
                  <a:pt x="200416" y="155689"/>
                </a:lnTo>
                <a:lnTo>
                  <a:pt x="201454" y="155236"/>
                </a:lnTo>
                <a:lnTo>
                  <a:pt x="202475" y="154758"/>
                </a:lnTo>
                <a:lnTo>
                  <a:pt x="203481" y="154256"/>
                </a:lnTo>
                <a:lnTo>
                  <a:pt x="204471" y="153729"/>
                </a:lnTo>
                <a:lnTo>
                  <a:pt x="205445" y="153179"/>
                </a:lnTo>
                <a:lnTo>
                  <a:pt x="206403" y="152603"/>
                </a:lnTo>
                <a:lnTo>
                  <a:pt x="207344" y="152005"/>
                </a:lnTo>
                <a:lnTo>
                  <a:pt x="208267" y="151385"/>
                </a:lnTo>
                <a:lnTo>
                  <a:pt x="209170" y="150743"/>
                </a:lnTo>
                <a:lnTo>
                  <a:pt x="210056" y="150081"/>
                </a:lnTo>
                <a:lnTo>
                  <a:pt x="210922" y="149397"/>
                </a:lnTo>
                <a:lnTo>
                  <a:pt x="211770" y="148691"/>
                </a:lnTo>
                <a:lnTo>
                  <a:pt x="212600" y="147964"/>
                </a:lnTo>
                <a:lnTo>
                  <a:pt x="213410" y="147215"/>
                </a:lnTo>
                <a:lnTo>
                  <a:pt x="214202" y="146446"/>
                </a:lnTo>
                <a:lnTo>
                  <a:pt x="214976" y="145654"/>
                </a:lnTo>
                <a:lnTo>
                  <a:pt x="215731" y="144841"/>
                </a:lnTo>
                <a:lnTo>
                  <a:pt x="216467" y="144007"/>
                </a:lnTo>
                <a:lnTo>
                  <a:pt x="217185" y="143152"/>
                </a:lnTo>
                <a:lnTo>
                  <a:pt x="217884" y="142275"/>
                </a:lnTo>
                <a:lnTo>
                  <a:pt x="218564" y="141376"/>
                </a:lnTo>
                <a:lnTo>
                  <a:pt x="219226" y="140456"/>
                </a:lnTo>
                <a:lnTo>
                  <a:pt x="219870" y="139515"/>
                </a:lnTo>
                <a:lnTo>
                  <a:pt x="220494" y="138552"/>
                </a:lnTo>
                <a:lnTo>
                  <a:pt x="221100" y="137568"/>
                </a:lnTo>
                <a:lnTo>
                  <a:pt x="221688" y="136562"/>
                </a:lnTo>
                <a:lnTo>
                  <a:pt x="222256" y="135535"/>
                </a:lnTo>
                <a:lnTo>
                  <a:pt x="222807" y="134487"/>
                </a:lnTo>
                <a:lnTo>
                  <a:pt x="223338" y="133417"/>
                </a:lnTo>
                <a:lnTo>
                  <a:pt x="223851" y="132325"/>
                </a:lnTo>
                <a:lnTo>
                  <a:pt x="224344" y="131214"/>
                </a:lnTo>
                <a:lnTo>
                  <a:pt x="224817" y="130086"/>
                </a:lnTo>
                <a:lnTo>
                  <a:pt x="225268" y="128939"/>
                </a:lnTo>
                <a:lnTo>
                  <a:pt x="225698" y="127775"/>
                </a:lnTo>
                <a:lnTo>
                  <a:pt x="226107" y="126593"/>
                </a:lnTo>
                <a:lnTo>
                  <a:pt x="226496" y="125393"/>
                </a:lnTo>
                <a:lnTo>
                  <a:pt x="226863" y="124176"/>
                </a:lnTo>
                <a:lnTo>
                  <a:pt x="227209" y="122941"/>
                </a:lnTo>
                <a:lnTo>
                  <a:pt x="227534" y="121688"/>
                </a:lnTo>
                <a:lnTo>
                  <a:pt x="227839" y="120417"/>
                </a:lnTo>
                <a:lnTo>
                  <a:pt x="228122" y="119129"/>
                </a:lnTo>
                <a:lnTo>
                  <a:pt x="228384" y="117823"/>
                </a:lnTo>
                <a:lnTo>
                  <a:pt x="228626" y="116499"/>
                </a:lnTo>
                <a:lnTo>
                  <a:pt x="228846" y="115157"/>
                </a:lnTo>
                <a:lnTo>
                  <a:pt x="229045" y="113798"/>
                </a:lnTo>
                <a:lnTo>
                  <a:pt x="229224" y="112421"/>
                </a:lnTo>
                <a:lnTo>
                  <a:pt x="229381" y="111026"/>
                </a:lnTo>
                <a:lnTo>
                  <a:pt x="229518" y="109613"/>
                </a:lnTo>
                <a:lnTo>
                  <a:pt x="229633" y="108183"/>
                </a:lnTo>
                <a:lnTo>
                  <a:pt x="229727" y="106735"/>
                </a:lnTo>
                <a:lnTo>
                  <a:pt x="229801" y="105269"/>
                </a:lnTo>
                <a:lnTo>
                  <a:pt x="229853" y="103785"/>
                </a:lnTo>
                <a:lnTo>
                  <a:pt x="229885" y="102284"/>
                </a:lnTo>
                <a:lnTo>
                  <a:pt x="229895" y="100765"/>
                </a:lnTo>
                <a:lnTo>
                  <a:pt x="229885" y="99226"/>
                </a:lnTo>
                <a:lnTo>
                  <a:pt x="229853" y="97705"/>
                </a:lnTo>
                <a:lnTo>
                  <a:pt x="229801" y="96203"/>
                </a:lnTo>
                <a:lnTo>
                  <a:pt x="229727" y="94719"/>
                </a:lnTo>
                <a:lnTo>
                  <a:pt x="229633" y="93253"/>
                </a:lnTo>
                <a:lnTo>
                  <a:pt x="229518" y="91805"/>
                </a:lnTo>
                <a:lnTo>
                  <a:pt x="229381" y="90375"/>
                </a:lnTo>
                <a:lnTo>
                  <a:pt x="229224" y="88964"/>
                </a:lnTo>
                <a:lnTo>
                  <a:pt x="229045" y="87570"/>
                </a:lnTo>
                <a:lnTo>
                  <a:pt x="228846" y="86195"/>
                </a:lnTo>
                <a:lnTo>
                  <a:pt x="228626" y="84838"/>
                </a:lnTo>
                <a:lnTo>
                  <a:pt x="228384" y="83499"/>
                </a:lnTo>
                <a:lnTo>
                  <a:pt x="228122" y="82179"/>
                </a:lnTo>
                <a:lnTo>
                  <a:pt x="227839" y="80876"/>
                </a:lnTo>
                <a:lnTo>
                  <a:pt x="227534" y="79592"/>
                </a:lnTo>
                <a:lnTo>
                  <a:pt x="227209" y="78326"/>
                </a:lnTo>
                <a:lnTo>
                  <a:pt x="226863" y="77078"/>
                </a:lnTo>
                <a:lnTo>
                  <a:pt x="226496" y="75848"/>
                </a:lnTo>
                <a:lnTo>
                  <a:pt x="226107" y="74637"/>
                </a:lnTo>
                <a:lnTo>
                  <a:pt x="225698" y="73443"/>
                </a:lnTo>
                <a:lnTo>
                  <a:pt x="225268" y="72268"/>
                </a:lnTo>
                <a:lnTo>
                  <a:pt x="224817" y="71111"/>
                </a:lnTo>
                <a:lnTo>
                  <a:pt x="224344" y="69972"/>
                </a:lnTo>
                <a:lnTo>
                  <a:pt x="223851" y="68852"/>
                </a:lnTo>
                <a:lnTo>
                  <a:pt x="223338" y="67750"/>
                </a:lnTo>
                <a:lnTo>
                  <a:pt x="222807" y="66671"/>
                </a:lnTo>
                <a:lnTo>
                  <a:pt x="222256" y="65612"/>
                </a:lnTo>
                <a:lnTo>
                  <a:pt x="221688" y="64575"/>
                </a:lnTo>
                <a:lnTo>
                  <a:pt x="221100" y="63560"/>
                </a:lnTo>
                <a:lnTo>
                  <a:pt x="220494" y="62566"/>
                </a:lnTo>
                <a:lnTo>
                  <a:pt x="219870" y="61593"/>
                </a:lnTo>
                <a:lnTo>
                  <a:pt x="219226" y="60642"/>
                </a:lnTo>
                <a:lnTo>
                  <a:pt x="218564" y="59713"/>
                </a:lnTo>
                <a:lnTo>
                  <a:pt x="217884" y="58804"/>
                </a:lnTo>
                <a:lnTo>
                  <a:pt x="217185" y="57917"/>
                </a:lnTo>
                <a:lnTo>
                  <a:pt x="216467" y="57052"/>
                </a:lnTo>
                <a:lnTo>
                  <a:pt x="215731" y="56208"/>
                </a:lnTo>
                <a:lnTo>
                  <a:pt x="214976" y="55385"/>
                </a:lnTo>
                <a:lnTo>
                  <a:pt x="214202" y="54584"/>
                </a:lnTo>
                <a:lnTo>
                  <a:pt x="213410" y="53805"/>
                </a:lnTo>
                <a:lnTo>
                  <a:pt x="212600" y="53046"/>
                </a:lnTo>
                <a:lnTo>
                  <a:pt x="211770" y="52310"/>
                </a:lnTo>
                <a:lnTo>
                  <a:pt x="210922" y="51594"/>
                </a:lnTo>
                <a:lnTo>
                  <a:pt x="210056" y="50900"/>
                </a:lnTo>
                <a:lnTo>
                  <a:pt x="209170" y="50228"/>
                </a:lnTo>
                <a:lnTo>
                  <a:pt x="208267" y="49577"/>
                </a:lnTo>
                <a:lnTo>
                  <a:pt x="207344" y="48947"/>
                </a:lnTo>
                <a:lnTo>
                  <a:pt x="206403" y="48339"/>
                </a:lnTo>
                <a:lnTo>
                  <a:pt x="205445" y="47754"/>
                </a:lnTo>
                <a:lnTo>
                  <a:pt x="204471" y="47193"/>
                </a:lnTo>
                <a:lnTo>
                  <a:pt x="203481" y="46658"/>
                </a:lnTo>
                <a:lnTo>
                  <a:pt x="202475" y="46148"/>
                </a:lnTo>
                <a:lnTo>
                  <a:pt x="201454" y="45662"/>
                </a:lnTo>
                <a:lnTo>
                  <a:pt x="200416" y="45202"/>
                </a:lnTo>
                <a:lnTo>
                  <a:pt x="199363" y="44766"/>
                </a:lnTo>
                <a:lnTo>
                  <a:pt x="198294" y="44355"/>
                </a:lnTo>
                <a:lnTo>
                  <a:pt x="197209" y="43969"/>
                </a:lnTo>
                <a:lnTo>
                  <a:pt x="196108" y="43608"/>
                </a:lnTo>
                <a:lnTo>
                  <a:pt x="194991" y="43272"/>
                </a:lnTo>
                <a:lnTo>
                  <a:pt x="193859" y="42961"/>
                </a:lnTo>
                <a:lnTo>
                  <a:pt x="192710" y="42675"/>
                </a:lnTo>
                <a:lnTo>
                  <a:pt x="191546" y="42413"/>
                </a:lnTo>
                <a:lnTo>
                  <a:pt x="190366" y="42177"/>
                </a:lnTo>
                <a:lnTo>
                  <a:pt x="189171" y="41965"/>
                </a:lnTo>
                <a:lnTo>
                  <a:pt x="187959" y="41778"/>
                </a:lnTo>
                <a:lnTo>
                  <a:pt x="186731" y="41616"/>
                </a:lnTo>
                <a:lnTo>
                  <a:pt x="185488" y="41480"/>
                </a:lnTo>
                <a:lnTo>
                  <a:pt x="184229" y="41368"/>
                </a:lnTo>
                <a:lnTo>
                  <a:pt x="182954" y="41280"/>
                </a:lnTo>
                <a:lnTo>
                  <a:pt x="181663" y="41218"/>
                </a:lnTo>
                <a:lnTo>
                  <a:pt x="180356" y="41181"/>
                </a:lnTo>
                <a:lnTo>
                  <a:pt x="179034" y="41168"/>
                </a:lnTo>
                <a:lnTo>
                  <a:pt x="177740" y="41181"/>
                </a:lnTo>
                <a:lnTo>
                  <a:pt x="176461" y="41218"/>
                </a:lnTo>
                <a:lnTo>
                  <a:pt x="175199" y="41280"/>
                </a:lnTo>
                <a:lnTo>
                  <a:pt x="173953" y="41368"/>
                </a:lnTo>
                <a:lnTo>
                  <a:pt x="172722" y="41480"/>
                </a:lnTo>
                <a:lnTo>
                  <a:pt x="171507" y="41616"/>
                </a:lnTo>
                <a:lnTo>
                  <a:pt x="170308" y="41778"/>
                </a:lnTo>
                <a:lnTo>
                  <a:pt x="169125" y="41965"/>
                </a:lnTo>
                <a:lnTo>
                  <a:pt x="167958" y="42177"/>
                </a:lnTo>
                <a:lnTo>
                  <a:pt x="166806" y="42413"/>
                </a:lnTo>
                <a:lnTo>
                  <a:pt x="165670" y="42675"/>
                </a:lnTo>
                <a:lnTo>
                  <a:pt x="164551" y="42961"/>
                </a:lnTo>
                <a:lnTo>
                  <a:pt x="163447" y="43272"/>
                </a:lnTo>
                <a:lnTo>
                  <a:pt x="162358" y="43608"/>
                </a:lnTo>
                <a:lnTo>
                  <a:pt x="161286" y="43969"/>
                </a:lnTo>
                <a:lnTo>
                  <a:pt x="160230" y="44355"/>
                </a:lnTo>
                <a:lnTo>
                  <a:pt x="159189" y="44766"/>
                </a:lnTo>
                <a:lnTo>
                  <a:pt x="158164" y="45202"/>
                </a:lnTo>
                <a:lnTo>
                  <a:pt x="157155" y="45662"/>
                </a:lnTo>
                <a:lnTo>
                  <a:pt x="156162" y="46148"/>
                </a:lnTo>
                <a:lnTo>
                  <a:pt x="155185" y="46658"/>
                </a:lnTo>
                <a:lnTo>
                  <a:pt x="154224" y="47193"/>
                </a:lnTo>
                <a:lnTo>
                  <a:pt x="153278" y="47754"/>
                </a:lnTo>
                <a:lnTo>
                  <a:pt x="152348" y="48339"/>
                </a:lnTo>
                <a:lnTo>
                  <a:pt x="151436" y="48947"/>
                </a:lnTo>
                <a:lnTo>
                  <a:pt x="150541" y="49577"/>
                </a:lnTo>
                <a:lnTo>
                  <a:pt x="149664" y="50228"/>
                </a:lnTo>
                <a:lnTo>
                  <a:pt x="148805" y="50900"/>
                </a:lnTo>
                <a:lnTo>
                  <a:pt x="147964" y="51594"/>
                </a:lnTo>
                <a:lnTo>
                  <a:pt x="147142" y="52310"/>
                </a:lnTo>
                <a:lnTo>
                  <a:pt x="146337" y="53046"/>
                </a:lnTo>
                <a:lnTo>
                  <a:pt x="145550" y="53805"/>
                </a:lnTo>
                <a:lnTo>
                  <a:pt x="144782" y="54584"/>
                </a:lnTo>
                <a:lnTo>
                  <a:pt x="144031" y="55385"/>
                </a:lnTo>
                <a:lnTo>
                  <a:pt x="143298" y="56208"/>
                </a:lnTo>
                <a:lnTo>
                  <a:pt x="142584" y="57052"/>
                </a:lnTo>
                <a:lnTo>
                  <a:pt x="141887" y="57917"/>
                </a:lnTo>
                <a:lnTo>
                  <a:pt x="141208" y="58804"/>
                </a:lnTo>
                <a:lnTo>
                  <a:pt x="140548" y="59713"/>
                </a:lnTo>
                <a:lnTo>
                  <a:pt x="139905" y="60642"/>
                </a:lnTo>
                <a:lnTo>
                  <a:pt x="139281" y="61593"/>
                </a:lnTo>
                <a:lnTo>
                  <a:pt x="138674" y="62566"/>
                </a:lnTo>
                <a:lnTo>
                  <a:pt x="138086" y="63560"/>
                </a:lnTo>
                <a:lnTo>
                  <a:pt x="137515" y="64575"/>
                </a:lnTo>
                <a:lnTo>
                  <a:pt x="136963" y="65612"/>
                </a:lnTo>
                <a:lnTo>
                  <a:pt x="136428" y="66671"/>
                </a:lnTo>
                <a:lnTo>
                  <a:pt x="135912" y="67750"/>
                </a:lnTo>
                <a:lnTo>
                  <a:pt x="135413" y="68852"/>
                </a:lnTo>
                <a:lnTo>
                  <a:pt x="134934" y="69972"/>
                </a:lnTo>
                <a:lnTo>
                  <a:pt x="134475" y="71111"/>
                </a:lnTo>
                <a:lnTo>
                  <a:pt x="134037" y="72268"/>
                </a:lnTo>
                <a:lnTo>
                  <a:pt x="133619" y="73443"/>
                </a:lnTo>
                <a:lnTo>
                  <a:pt x="133221" y="74637"/>
                </a:lnTo>
                <a:lnTo>
                  <a:pt x="132844" y="75848"/>
                </a:lnTo>
                <a:lnTo>
                  <a:pt x="132487" y="77078"/>
                </a:lnTo>
                <a:lnTo>
                  <a:pt x="132151" y="78326"/>
                </a:lnTo>
                <a:lnTo>
                  <a:pt x="131835" y="79592"/>
                </a:lnTo>
                <a:lnTo>
                  <a:pt x="131539" y="80876"/>
                </a:lnTo>
                <a:lnTo>
                  <a:pt x="131264" y="82179"/>
                </a:lnTo>
                <a:lnTo>
                  <a:pt x="131009" y="83499"/>
                </a:lnTo>
                <a:lnTo>
                  <a:pt x="130774" y="84838"/>
                </a:lnTo>
                <a:lnTo>
                  <a:pt x="130560" y="86195"/>
                </a:lnTo>
                <a:lnTo>
                  <a:pt x="130366" y="87570"/>
                </a:lnTo>
                <a:lnTo>
                  <a:pt x="130193" y="88964"/>
                </a:lnTo>
                <a:lnTo>
                  <a:pt x="130040" y="90375"/>
                </a:lnTo>
                <a:lnTo>
                  <a:pt x="129907" y="91805"/>
                </a:lnTo>
                <a:lnTo>
                  <a:pt x="129795" y="93253"/>
                </a:lnTo>
                <a:lnTo>
                  <a:pt x="129704" y="94719"/>
                </a:lnTo>
                <a:lnTo>
                  <a:pt x="129632" y="96203"/>
                </a:lnTo>
                <a:lnTo>
                  <a:pt x="129581" y="97705"/>
                </a:lnTo>
                <a:lnTo>
                  <a:pt x="129551" y="99226"/>
                </a:lnTo>
                <a:lnTo>
                  <a:pt x="129540" y="100765"/>
                </a:lnTo>
                <a:lnTo>
                  <a:pt x="129551" y="102284"/>
                </a:lnTo>
                <a:lnTo>
                  <a:pt x="129581" y="103785"/>
                </a:lnTo>
                <a:lnTo>
                  <a:pt x="129632" y="105269"/>
                </a:lnTo>
                <a:lnTo>
                  <a:pt x="129704" y="106735"/>
                </a:lnTo>
                <a:lnTo>
                  <a:pt x="129795" y="108183"/>
                </a:lnTo>
                <a:lnTo>
                  <a:pt x="129907" y="109613"/>
                </a:lnTo>
                <a:lnTo>
                  <a:pt x="130040" y="111026"/>
                </a:lnTo>
                <a:lnTo>
                  <a:pt x="130193" y="112421"/>
                </a:lnTo>
                <a:lnTo>
                  <a:pt x="130366" y="113798"/>
                </a:lnTo>
                <a:lnTo>
                  <a:pt x="130560" y="115157"/>
                </a:lnTo>
                <a:lnTo>
                  <a:pt x="130774" y="116499"/>
                </a:lnTo>
                <a:lnTo>
                  <a:pt x="131009" y="117823"/>
                </a:lnTo>
                <a:lnTo>
                  <a:pt x="131264" y="119129"/>
                </a:lnTo>
                <a:lnTo>
                  <a:pt x="131539" y="120417"/>
                </a:lnTo>
                <a:lnTo>
                  <a:pt x="131835" y="121688"/>
                </a:lnTo>
                <a:lnTo>
                  <a:pt x="132151" y="122941"/>
                </a:lnTo>
                <a:lnTo>
                  <a:pt x="132487" y="124176"/>
                </a:lnTo>
                <a:lnTo>
                  <a:pt x="132844" y="125393"/>
                </a:lnTo>
                <a:lnTo>
                  <a:pt x="133221" y="126593"/>
                </a:lnTo>
                <a:lnTo>
                  <a:pt x="133619" y="127775"/>
                </a:lnTo>
                <a:lnTo>
                  <a:pt x="134037" y="128939"/>
                </a:lnTo>
                <a:lnTo>
                  <a:pt x="134475" y="130086"/>
                </a:lnTo>
                <a:lnTo>
                  <a:pt x="134934" y="131214"/>
                </a:lnTo>
                <a:lnTo>
                  <a:pt x="135413" y="132325"/>
                </a:lnTo>
                <a:lnTo>
                  <a:pt x="135912" y="133417"/>
                </a:lnTo>
                <a:lnTo>
                  <a:pt x="136428" y="134487"/>
                </a:lnTo>
                <a:lnTo>
                  <a:pt x="136963" y="135535"/>
                </a:lnTo>
                <a:lnTo>
                  <a:pt x="137515" y="136562"/>
                </a:lnTo>
                <a:lnTo>
                  <a:pt x="138086" y="137568"/>
                </a:lnTo>
                <a:lnTo>
                  <a:pt x="138674" y="138552"/>
                </a:lnTo>
                <a:lnTo>
                  <a:pt x="139281" y="139515"/>
                </a:lnTo>
                <a:lnTo>
                  <a:pt x="139905" y="140456"/>
                </a:lnTo>
                <a:lnTo>
                  <a:pt x="140548" y="141376"/>
                </a:lnTo>
                <a:lnTo>
                  <a:pt x="141208" y="142275"/>
                </a:lnTo>
                <a:lnTo>
                  <a:pt x="141887" y="143152"/>
                </a:lnTo>
                <a:lnTo>
                  <a:pt x="142584" y="144007"/>
                </a:lnTo>
                <a:lnTo>
                  <a:pt x="143298" y="144841"/>
                </a:lnTo>
                <a:lnTo>
                  <a:pt x="144031" y="145654"/>
                </a:lnTo>
                <a:lnTo>
                  <a:pt x="144782" y="146446"/>
                </a:lnTo>
                <a:lnTo>
                  <a:pt x="145550" y="147215"/>
                </a:lnTo>
                <a:lnTo>
                  <a:pt x="146337" y="147964"/>
                </a:lnTo>
                <a:lnTo>
                  <a:pt x="147142" y="148691"/>
                </a:lnTo>
                <a:lnTo>
                  <a:pt x="147964" y="149397"/>
                </a:lnTo>
                <a:lnTo>
                  <a:pt x="148805" y="150081"/>
                </a:lnTo>
                <a:lnTo>
                  <a:pt x="149664" y="150743"/>
                </a:lnTo>
                <a:lnTo>
                  <a:pt x="150541" y="151385"/>
                </a:lnTo>
                <a:lnTo>
                  <a:pt x="151436" y="152005"/>
                </a:lnTo>
                <a:lnTo>
                  <a:pt x="152348" y="152603"/>
                </a:lnTo>
                <a:lnTo>
                  <a:pt x="153278" y="153179"/>
                </a:lnTo>
                <a:lnTo>
                  <a:pt x="154224" y="153729"/>
                </a:lnTo>
                <a:lnTo>
                  <a:pt x="155185" y="154256"/>
                </a:lnTo>
                <a:lnTo>
                  <a:pt x="156162" y="154758"/>
                </a:lnTo>
                <a:lnTo>
                  <a:pt x="157155" y="155236"/>
                </a:lnTo>
                <a:lnTo>
                  <a:pt x="158164" y="155689"/>
                </a:lnTo>
                <a:lnTo>
                  <a:pt x="159189" y="156117"/>
                </a:lnTo>
                <a:lnTo>
                  <a:pt x="160230" y="156521"/>
                </a:lnTo>
                <a:lnTo>
                  <a:pt x="161286" y="156901"/>
                </a:lnTo>
                <a:lnTo>
                  <a:pt x="162358" y="157256"/>
                </a:lnTo>
                <a:lnTo>
                  <a:pt x="163447" y="157586"/>
                </a:lnTo>
                <a:lnTo>
                  <a:pt x="164551" y="157893"/>
                </a:lnTo>
                <a:lnTo>
                  <a:pt x="165670" y="158174"/>
                </a:lnTo>
                <a:lnTo>
                  <a:pt x="166806" y="158431"/>
                </a:lnTo>
                <a:lnTo>
                  <a:pt x="167958" y="158664"/>
                </a:lnTo>
                <a:lnTo>
                  <a:pt x="169125" y="158872"/>
                </a:lnTo>
                <a:lnTo>
                  <a:pt x="170308" y="159056"/>
                </a:lnTo>
                <a:lnTo>
                  <a:pt x="171507" y="159215"/>
                </a:lnTo>
                <a:lnTo>
                  <a:pt x="172722" y="159350"/>
                </a:lnTo>
                <a:lnTo>
                  <a:pt x="173953" y="159460"/>
                </a:lnTo>
                <a:lnTo>
                  <a:pt x="175199" y="159545"/>
                </a:lnTo>
                <a:lnTo>
                  <a:pt x="176461" y="159607"/>
                </a:lnTo>
                <a:lnTo>
                  <a:pt x="177740" y="159643"/>
                </a:lnTo>
                <a:lnTo>
                  <a:pt x="179034" y="159656"/>
                </a:lnTo>
                <a:lnTo>
                  <a:pt x="180356" y="159643"/>
                </a:lnTo>
                <a:lnTo>
                  <a:pt x="181663" y="159607"/>
                </a:lnTo>
                <a:lnTo>
                  <a:pt x="182954" y="159545"/>
                </a:lnTo>
                <a:lnTo>
                  <a:pt x="184229" y="159460"/>
                </a:lnTo>
                <a:lnTo>
                  <a:pt x="185488" y="159350"/>
                </a:lnTo>
                <a:close/>
                <a:moveTo>
                  <a:pt x="174703" y="144355"/>
                </a:moveTo>
                <a:lnTo>
                  <a:pt x="173880" y="144246"/>
                </a:lnTo>
                <a:lnTo>
                  <a:pt x="173073" y="144117"/>
                </a:lnTo>
                <a:lnTo>
                  <a:pt x="172280" y="143969"/>
                </a:lnTo>
                <a:lnTo>
                  <a:pt x="171502" y="143801"/>
                </a:lnTo>
                <a:lnTo>
                  <a:pt x="170738" y="143613"/>
                </a:lnTo>
                <a:lnTo>
                  <a:pt x="169989" y="143405"/>
                </a:lnTo>
                <a:lnTo>
                  <a:pt x="169255" y="143177"/>
                </a:lnTo>
                <a:lnTo>
                  <a:pt x="168535" y="142929"/>
                </a:lnTo>
                <a:lnTo>
                  <a:pt x="167830" y="142662"/>
                </a:lnTo>
                <a:lnTo>
                  <a:pt x="167140" y="142375"/>
                </a:lnTo>
                <a:lnTo>
                  <a:pt x="166464" y="142068"/>
                </a:lnTo>
                <a:lnTo>
                  <a:pt x="165803" y="141742"/>
                </a:lnTo>
                <a:lnTo>
                  <a:pt x="165156" y="141395"/>
                </a:lnTo>
                <a:lnTo>
                  <a:pt x="164525" y="141029"/>
                </a:lnTo>
                <a:lnTo>
                  <a:pt x="163908" y="140643"/>
                </a:lnTo>
                <a:lnTo>
                  <a:pt x="163305" y="140237"/>
                </a:lnTo>
                <a:lnTo>
                  <a:pt x="162717" y="139811"/>
                </a:lnTo>
                <a:lnTo>
                  <a:pt x="162144" y="139366"/>
                </a:lnTo>
                <a:lnTo>
                  <a:pt x="161586" y="138900"/>
                </a:lnTo>
                <a:lnTo>
                  <a:pt x="161041" y="138418"/>
                </a:lnTo>
                <a:lnTo>
                  <a:pt x="160509" y="137921"/>
                </a:lnTo>
                <a:lnTo>
                  <a:pt x="159990" y="137409"/>
                </a:lnTo>
                <a:lnTo>
                  <a:pt x="159484" y="136883"/>
                </a:lnTo>
                <a:lnTo>
                  <a:pt x="158990" y="136343"/>
                </a:lnTo>
                <a:lnTo>
                  <a:pt x="158510" y="135788"/>
                </a:lnTo>
                <a:lnTo>
                  <a:pt x="158043" y="135219"/>
                </a:lnTo>
                <a:lnTo>
                  <a:pt x="157588" y="134635"/>
                </a:lnTo>
                <a:lnTo>
                  <a:pt x="157146" y="134037"/>
                </a:lnTo>
                <a:lnTo>
                  <a:pt x="156717" y="133424"/>
                </a:lnTo>
                <a:lnTo>
                  <a:pt x="156301" y="132797"/>
                </a:lnTo>
                <a:lnTo>
                  <a:pt x="155898" y="132156"/>
                </a:lnTo>
                <a:lnTo>
                  <a:pt x="155507" y="131500"/>
                </a:lnTo>
                <a:lnTo>
                  <a:pt x="155130" y="130830"/>
                </a:lnTo>
                <a:lnTo>
                  <a:pt x="154765" y="130145"/>
                </a:lnTo>
                <a:lnTo>
                  <a:pt x="154414" y="129446"/>
                </a:lnTo>
                <a:lnTo>
                  <a:pt x="154075" y="128733"/>
                </a:lnTo>
                <a:lnTo>
                  <a:pt x="153749" y="128005"/>
                </a:lnTo>
                <a:lnTo>
                  <a:pt x="153436" y="127262"/>
                </a:lnTo>
                <a:lnTo>
                  <a:pt x="153136" y="126506"/>
                </a:lnTo>
                <a:lnTo>
                  <a:pt x="152848" y="125734"/>
                </a:lnTo>
                <a:lnTo>
                  <a:pt x="152574" y="124949"/>
                </a:lnTo>
                <a:lnTo>
                  <a:pt x="152312" y="124149"/>
                </a:lnTo>
                <a:lnTo>
                  <a:pt x="152063" y="123334"/>
                </a:lnTo>
                <a:lnTo>
                  <a:pt x="151826" y="122508"/>
                </a:lnTo>
                <a:lnTo>
                  <a:pt x="151599" y="121672"/>
                </a:lnTo>
                <a:lnTo>
                  <a:pt x="151382" y="120826"/>
                </a:lnTo>
                <a:lnTo>
                  <a:pt x="151175" y="119971"/>
                </a:lnTo>
                <a:lnTo>
                  <a:pt x="150978" y="119107"/>
                </a:lnTo>
                <a:lnTo>
                  <a:pt x="150791" y="118233"/>
                </a:lnTo>
                <a:lnTo>
                  <a:pt x="150614" y="117349"/>
                </a:lnTo>
                <a:lnTo>
                  <a:pt x="150448" y="116456"/>
                </a:lnTo>
                <a:lnTo>
                  <a:pt x="150291" y="115554"/>
                </a:lnTo>
                <a:lnTo>
                  <a:pt x="150145" y="114642"/>
                </a:lnTo>
                <a:lnTo>
                  <a:pt x="150008" y="113721"/>
                </a:lnTo>
                <a:lnTo>
                  <a:pt x="149882" y="112790"/>
                </a:lnTo>
                <a:lnTo>
                  <a:pt x="149766" y="111849"/>
                </a:lnTo>
                <a:lnTo>
                  <a:pt x="149660" y="110900"/>
                </a:lnTo>
                <a:lnTo>
                  <a:pt x="149564" y="109940"/>
                </a:lnTo>
                <a:lnTo>
                  <a:pt x="149478" y="108971"/>
                </a:lnTo>
                <a:lnTo>
                  <a:pt x="149403" y="107993"/>
                </a:lnTo>
                <a:lnTo>
                  <a:pt x="149337" y="107005"/>
                </a:lnTo>
                <a:lnTo>
                  <a:pt x="149281" y="106008"/>
                </a:lnTo>
                <a:lnTo>
                  <a:pt x="149236" y="105001"/>
                </a:lnTo>
                <a:lnTo>
                  <a:pt x="149201" y="103985"/>
                </a:lnTo>
                <a:lnTo>
                  <a:pt x="149175" y="102959"/>
                </a:lnTo>
                <a:lnTo>
                  <a:pt x="149160" y="101924"/>
                </a:lnTo>
                <a:lnTo>
                  <a:pt x="149155" y="100879"/>
                </a:lnTo>
                <a:lnTo>
                  <a:pt x="149160" y="99815"/>
                </a:lnTo>
                <a:lnTo>
                  <a:pt x="149175" y="98760"/>
                </a:lnTo>
                <a:lnTo>
                  <a:pt x="149201" y="97716"/>
                </a:lnTo>
                <a:lnTo>
                  <a:pt x="149236" y="96682"/>
                </a:lnTo>
                <a:lnTo>
                  <a:pt x="149281" y="95657"/>
                </a:lnTo>
                <a:lnTo>
                  <a:pt x="149337" y="94642"/>
                </a:lnTo>
                <a:lnTo>
                  <a:pt x="149403" y="93638"/>
                </a:lnTo>
                <a:lnTo>
                  <a:pt x="149478" y="92643"/>
                </a:lnTo>
                <a:lnTo>
                  <a:pt x="149564" y="91658"/>
                </a:lnTo>
                <a:lnTo>
                  <a:pt x="149660" y="90683"/>
                </a:lnTo>
                <a:lnTo>
                  <a:pt x="149766" y="89717"/>
                </a:lnTo>
                <a:lnTo>
                  <a:pt x="149882" y="88762"/>
                </a:lnTo>
                <a:lnTo>
                  <a:pt x="150008" y="87817"/>
                </a:lnTo>
                <a:lnTo>
                  <a:pt x="150145" y="86881"/>
                </a:lnTo>
                <a:lnTo>
                  <a:pt x="150291" y="85956"/>
                </a:lnTo>
                <a:lnTo>
                  <a:pt x="150448" y="85040"/>
                </a:lnTo>
                <a:lnTo>
                  <a:pt x="150614" y="84134"/>
                </a:lnTo>
                <a:lnTo>
                  <a:pt x="150791" y="83238"/>
                </a:lnTo>
                <a:lnTo>
                  <a:pt x="150978" y="82352"/>
                </a:lnTo>
                <a:lnTo>
                  <a:pt x="151175" y="81476"/>
                </a:lnTo>
                <a:lnTo>
                  <a:pt x="151382" y="80610"/>
                </a:lnTo>
                <a:lnTo>
                  <a:pt x="151599" y="79754"/>
                </a:lnTo>
                <a:lnTo>
                  <a:pt x="151826" y="78907"/>
                </a:lnTo>
                <a:lnTo>
                  <a:pt x="152063" y="78071"/>
                </a:lnTo>
                <a:lnTo>
                  <a:pt x="152312" y="77246"/>
                </a:lnTo>
                <a:lnTo>
                  <a:pt x="152574" y="76437"/>
                </a:lnTo>
                <a:lnTo>
                  <a:pt x="152848" y="75641"/>
                </a:lnTo>
                <a:lnTo>
                  <a:pt x="153136" y="74861"/>
                </a:lnTo>
                <a:lnTo>
                  <a:pt x="153436" y="74095"/>
                </a:lnTo>
                <a:lnTo>
                  <a:pt x="153749" y="73344"/>
                </a:lnTo>
                <a:lnTo>
                  <a:pt x="154075" y="72607"/>
                </a:lnTo>
                <a:lnTo>
                  <a:pt x="154414" y="71885"/>
                </a:lnTo>
                <a:lnTo>
                  <a:pt x="154765" y="71178"/>
                </a:lnTo>
                <a:lnTo>
                  <a:pt x="155130" y="70485"/>
                </a:lnTo>
                <a:lnTo>
                  <a:pt x="155507" y="69807"/>
                </a:lnTo>
                <a:lnTo>
                  <a:pt x="155898" y="69144"/>
                </a:lnTo>
                <a:lnTo>
                  <a:pt x="156301" y="68495"/>
                </a:lnTo>
                <a:lnTo>
                  <a:pt x="156717" y="67861"/>
                </a:lnTo>
                <a:lnTo>
                  <a:pt x="157146" y="67242"/>
                </a:lnTo>
                <a:lnTo>
                  <a:pt x="157588" y="66637"/>
                </a:lnTo>
                <a:lnTo>
                  <a:pt x="158043" y="66047"/>
                </a:lnTo>
                <a:lnTo>
                  <a:pt x="158510" y="65471"/>
                </a:lnTo>
                <a:lnTo>
                  <a:pt x="158990" y="64911"/>
                </a:lnTo>
                <a:lnTo>
                  <a:pt x="159484" y="64364"/>
                </a:lnTo>
                <a:lnTo>
                  <a:pt x="159990" y="63833"/>
                </a:lnTo>
                <a:lnTo>
                  <a:pt x="160509" y="63316"/>
                </a:lnTo>
                <a:lnTo>
                  <a:pt x="161041" y="62814"/>
                </a:lnTo>
                <a:lnTo>
                  <a:pt x="161586" y="62326"/>
                </a:lnTo>
                <a:lnTo>
                  <a:pt x="162144" y="61856"/>
                </a:lnTo>
                <a:lnTo>
                  <a:pt x="162717" y="61406"/>
                </a:lnTo>
                <a:lnTo>
                  <a:pt x="163305" y="60976"/>
                </a:lnTo>
                <a:lnTo>
                  <a:pt x="163908" y="60566"/>
                </a:lnTo>
                <a:lnTo>
                  <a:pt x="164525" y="60175"/>
                </a:lnTo>
                <a:lnTo>
                  <a:pt x="165156" y="59805"/>
                </a:lnTo>
                <a:lnTo>
                  <a:pt x="165803" y="59455"/>
                </a:lnTo>
                <a:lnTo>
                  <a:pt x="166464" y="59125"/>
                </a:lnTo>
                <a:lnTo>
                  <a:pt x="167140" y="58815"/>
                </a:lnTo>
                <a:lnTo>
                  <a:pt x="167830" y="58525"/>
                </a:lnTo>
                <a:lnTo>
                  <a:pt x="168535" y="58254"/>
                </a:lnTo>
                <a:lnTo>
                  <a:pt x="169255" y="58004"/>
                </a:lnTo>
                <a:lnTo>
                  <a:pt x="169989" y="57774"/>
                </a:lnTo>
                <a:lnTo>
                  <a:pt x="170738" y="57564"/>
                </a:lnTo>
                <a:lnTo>
                  <a:pt x="171502" y="57374"/>
                </a:lnTo>
                <a:lnTo>
                  <a:pt x="172280" y="57204"/>
                </a:lnTo>
                <a:lnTo>
                  <a:pt x="173073" y="57054"/>
                </a:lnTo>
                <a:lnTo>
                  <a:pt x="173880" y="56924"/>
                </a:lnTo>
                <a:lnTo>
                  <a:pt x="174703" y="56814"/>
                </a:lnTo>
                <a:lnTo>
                  <a:pt x="175540" y="56724"/>
                </a:lnTo>
                <a:lnTo>
                  <a:pt x="176391" y="56654"/>
                </a:lnTo>
                <a:lnTo>
                  <a:pt x="177257" y="56604"/>
                </a:lnTo>
                <a:lnTo>
                  <a:pt x="178138" y="56574"/>
                </a:lnTo>
                <a:lnTo>
                  <a:pt x="179034" y="56564"/>
                </a:lnTo>
                <a:lnTo>
                  <a:pt x="179985" y="56574"/>
                </a:lnTo>
                <a:lnTo>
                  <a:pt x="180920" y="56604"/>
                </a:lnTo>
                <a:lnTo>
                  <a:pt x="181839" y="56654"/>
                </a:lnTo>
                <a:lnTo>
                  <a:pt x="182742" y="56724"/>
                </a:lnTo>
                <a:lnTo>
                  <a:pt x="183627" y="56814"/>
                </a:lnTo>
                <a:lnTo>
                  <a:pt x="184497" y="56924"/>
                </a:lnTo>
                <a:lnTo>
                  <a:pt x="185350" y="57054"/>
                </a:lnTo>
                <a:lnTo>
                  <a:pt x="186186" y="57204"/>
                </a:lnTo>
                <a:lnTo>
                  <a:pt x="187007" y="57374"/>
                </a:lnTo>
                <a:lnTo>
                  <a:pt x="187810" y="57564"/>
                </a:lnTo>
                <a:lnTo>
                  <a:pt x="188598" y="57774"/>
                </a:lnTo>
                <a:lnTo>
                  <a:pt x="189368" y="58004"/>
                </a:lnTo>
                <a:lnTo>
                  <a:pt x="190123" y="58254"/>
                </a:lnTo>
                <a:lnTo>
                  <a:pt x="190861" y="58525"/>
                </a:lnTo>
                <a:lnTo>
                  <a:pt x="191582" y="58815"/>
                </a:lnTo>
                <a:lnTo>
                  <a:pt x="192288" y="59125"/>
                </a:lnTo>
                <a:lnTo>
                  <a:pt x="192976" y="59455"/>
                </a:lnTo>
                <a:lnTo>
                  <a:pt x="193649" y="59805"/>
                </a:lnTo>
                <a:lnTo>
                  <a:pt x="194304" y="60175"/>
                </a:lnTo>
                <a:lnTo>
                  <a:pt x="194944" y="60566"/>
                </a:lnTo>
                <a:lnTo>
                  <a:pt x="195567" y="60976"/>
                </a:lnTo>
                <a:lnTo>
                  <a:pt x="196173" y="61406"/>
                </a:lnTo>
                <a:lnTo>
                  <a:pt x="196763" y="61856"/>
                </a:lnTo>
                <a:lnTo>
                  <a:pt x="197337" y="62326"/>
                </a:lnTo>
                <a:lnTo>
                  <a:pt x="197896" y="62814"/>
                </a:lnTo>
                <a:lnTo>
                  <a:pt x="198442" y="63316"/>
                </a:lnTo>
                <a:lnTo>
                  <a:pt x="198975" y="63833"/>
                </a:lnTo>
                <a:lnTo>
                  <a:pt x="199494" y="64364"/>
                </a:lnTo>
                <a:lnTo>
                  <a:pt x="200001" y="64911"/>
                </a:lnTo>
                <a:lnTo>
                  <a:pt x="200495" y="65471"/>
                </a:lnTo>
                <a:lnTo>
                  <a:pt x="200975" y="66047"/>
                </a:lnTo>
                <a:lnTo>
                  <a:pt x="201442" y="66637"/>
                </a:lnTo>
                <a:lnTo>
                  <a:pt x="201897" y="67242"/>
                </a:lnTo>
                <a:lnTo>
                  <a:pt x="202338" y="67861"/>
                </a:lnTo>
                <a:lnTo>
                  <a:pt x="202766" y="68495"/>
                </a:lnTo>
                <a:lnTo>
                  <a:pt x="203182" y="69144"/>
                </a:lnTo>
                <a:lnTo>
                  <a:pt x="203584" y="69807"/>
                </a:lnTo>
                <a:lnTo>
                  <a:pt x="203973" y="70485"/>
                </a:lnTo>
                <a:lnTo>
                  <a:pt x="204349" y="71178"/>
                </a:lnTo>
                <a:lnTo>
                  <a:pt x="204712" y="71885"/>
                </a:lnTo>
                <a:lnTo>
                  <a:pt x="205061" y="72607"/>
                </a:lnTo>
                <a:lnTo>
                  <a:pt x="205398" y="73344"/>
                </a:lnTo>
                <a:lnTo>
                  <a:pt x="205722" y="74095"/>
                </a:lnTo>
                <a:lnTo>
                  <a:pt x="206033" y="74861"/>
                </a:lnTo>
                <a:lnTo>
                  <a:pt x="206330" y="75641"/>
                </a:lnTo>
                <a:lnTo>
                  <a:pt x="206615" y="76437"/>
                </a:lnTo>
                <a:lnTo>
                  <a:pt x="206886" y="77246"/>
                </a:lnTo>
                <a:lnTo>
                  <a:pt x="207144" y="78071"/>
                </a:lnTo>
                <a:lnTo>
                  <a:pt x="207391" y="78907"/>
                </a:lnTo>
                <a:lnTo>
                  <a:pt x="207627" y="79753"/>
                </a:lnTo>
                <a:lnTo>
                  <a:pt x="207853" y="80608"/>
                </a:lnTo>
                <a:lnTo>
                  <a:pt x="208068" y="81473"/>
                </a:lnTo>
                <a:lnTo>
                  <a:pt x="208272" y="82347"/>
                </a:lnTo>
                <a:lnTo>
                  <a:pt x="208467" y="83231"/>
                </a:lnTo>
                <a:lnTo>
                  <a:pt x="208650" y="84124"/>
                </a:lnTo>
                <a:lnTo>
                  <a:pt x="208823" y="85027"/>
                </a:lnTo>
                <a:lnTo>
                  <a:pt x="208986" y="85939"/>
                </a:lnTo>
                <a:lnTo>
                  <a:pt x="209138" y="86861"/>
                </a:lnTo>
                <a:lnTo>
                  <a:pt x="209280" y="87792"/>
                </a:lnTo>
                <a:lnTo>
                  <a:pt x="209411" y="88733"/>
                </a:lnTo>
                <a:lnTo>
                  <a:pt x="209532" y="89683"/>
                </a:lnTo>
                <a:lnTo>
                  <a:pt x="209642" y="90643"/>
                </a:lnTo>
                <a:lnTo>
                  <a:pt x="209742" y="91612"/>
                </a:lnTo>
                <a:lnTo>
                  <a:pt x="209831" y="92590"/>
                </a:lnTo>
                <a:lnTo>
                  <a:pt x="209909" y="93579"/>
                </a:lnTo>
                <a:lnTo>
                  <a:pt x="209978" y="94576"/>
                </a:lnTo>
                <a:lnTo>
                  <a:pt x="210035" y="95583"/>
                </a:lnTo>
                <a:lnTo>
                  <a:pt x="210083" y="96600"/>
                </a:lnTo>
                <a:lnTo>
                  <a:pt x="210119" y="97626"/>
                </a:lnTo>
                <a:lnTo>
                  <a:pt x="210146" y="98662"/>
                </a:lnTo>
                <a:lnTo>
                  <a:pt x="210161" y="99707"/>
                </a:lnTo>
                <a:lnTo>
                  <a:pt x="210167" y="100761"/>
                </a:lnTo>
                <a:lnTo>
                  <a:pt x="210161" y="101816"/>
                </a:lnTo>
                <a:lnTo>
                  <a:pt x="210146" y="102860"/>
                </a:lnTo>
                <a:lnTo>
                  <a:pt x="210119" y="103895"/>
                </a:lnTo>
                <a:lnTo>
                  <a:pt x="210083" y="104919"/>
                </a:lnTo>
                <a:lnTo>
                  <a:pt x="210035" y="105934"/>
                </a:lnTo>
                <a:lnTo>
                  <a:pt x="209978" y="106939"/>
                </a:lnTo>
                <a:lnTo>
                  <a:pt x="209909" y="107934"/>
                </a:lnTo>
                <a:lnTo>
                  <a:pt x="209831" y="108919"/>
                </a:lnTo>
                <a:lnTo>
                  <a:pt x="209742" y="109894"/>
                </a:lnTo>
                <a:lnTo>
                  <a:pt x="209642" y="110860"/>
                </a:lnTo>
                <a:lnTo>
                  <a:pt x="209532" y="111815"/>
                </a:lnTo>
                <a:lnTo>
                  <a:pt x="209411" y="112760"/>
                </a:lnTo>
                <a:lnTo>
                  <a:pt x="209280" y="113696"/>
                </a:lnTo>
                <a:lnTo>
                  <a:pt x="209138" y="114622"/>
                </a:lnTo>
                <a:lnTo>
                  <a:pt x="208986" y="115537"/>
                </a:lnTo>
                <a:lnTo>
                  <a:pt x="208823" y="116443"/>
                </a:lnTo>
                <a:lnTo>
                  <a:pt x="208650" y="117339"/>
                </a:lnTo>
                <a:lnTo>
                  <a:pt x="208467" y="118225"/>
                </a:lnTo>
                <a:lnTo>
                  <a:pt x="208272" y="119102"/>
                </a:lnTo>
                <a:lnTo>
                  <a:pt x="208068" y="119968"/>
                </a:lnTo>
                <a:lnTo>
                  <a:pt x="207853" y="120824"/>
                </a:lnTo>
                <a:lnTo>
                  <a:pt x="207627" y="121671"/>
                </a:lnTo>
                <a:lnTo>
                  <a:pt x="207391" y="122507"/>
                </a:lnTo>
                <a:lnTo>
                  <a:pt x="207144" y="123334"/>
                </a:lnTo>
                <a:lnTo>
                  <a:pt x="206886" y="124149"/>
                </a:lnTo>
                <a:lnTo>
                  <a:pt x="206615" y="124949"/>
                </a:lnTo>
                <a:lnTo>
                  <a:pt x="206330" y="125734"/>
                </a:lnTo>
                <a:lnTo>
                  <a:pt x="206033" y="126506"/>
                </a:lnTo>
                <a:lnTo>
                  <a:pt x="205722" y="127262"/>
                </a:lnTo>
                <a:lnTo>
                  <a:pt x="205398" y="128005"/>
                </a:lnTo>
                <a:lnTo>
                  <a:pt x="205061" y="128733"/>
                </a:lnTo>
                <a:lnTo>
                  <a:pt x="204712" y="129446"/>
                </a:lnTo>
                <a:lnTo>
                  <a:pt x="204349" y="130145"/>
                </a:lnTo>
                <a:lnTo>
                  <a:pt x="203973" y="130830"/>
                </a:lnTo>
                <a:lnTo>
                  <a:pt x="203584" y="131500"/>
                </a:lnTo>
                <a:lnTo>
                  <a:pt x="203182" y="132156"/>
                </a:lnTo>
                <a:lnTo>
                  <a:pt x="202766" y="132797"/>
                </a:lnTo>
                <a:lnTo>
                  <a:pt x="202338" y="133424"/>
                </a:lnTo>
                <a:lnTo>
                  <a:pt x="201897" y="134037"/>
                </a:lnTo>
                <a:lnTo>
                  <a:pt x="201442" y="134635"/>
                </a:lnTo>
                <a:lnTo>
                  <a:pt x="200975" y="135219"/>
                </a:lnTo>
                <a:lnTo>
                  <a:pt x="200495" y="135788"/>
                </a:lnTo>
                <a:lnTo>
                  <a:pt x="200001" y="136343"/>
                </a:lnTo>
                <a:lnTo>
                  <a:pt x="199494" y="136883"/>
                </a:lnTo>
                <a:lnTo>
                  <a:pt x="198975" y="137409"/>
                </a:lnTo>
                <a:lnTo>
                  <a:pt x="198442" y="137921"/>
                </a:lnTo>
                <a:lnTo>
                  <a:pt x="197896" y="138418"/>
                </a:lnTo>
                <a:lnTo>
                  <a:pt x="197337" y="138900"/>
                </a:lnTo>
                <a:lnTo>
                  <a:pt x="196763" y="139366"/>
                </a:lnTo>
                <a:lnTo>
                  <a:pt x="196173" y="139811"/>
                </a:lnTo>
                <a:lnTo>
                  <a:pt x="195567" y="140237"/>
                </a:lnTo>
                <a:lnTo>
                  <a:pt x="194944" y="140643"/>
                </a:lnTo>
                <a:lnTo>
                  <a:pt x="194304" y="141029"/>
                </a:lnTo>
                <a:lnTo>
                  <a:pt x="193649" y="141395"/>
                </a:lnTo>
                <a:lnTo>
                  <a:pt x="192976" y="141742"/>
                </a:lnTo>
                <a:lnTo>
                  <a:pt x="192288" y="142068"/>
                </a:lnTo>
                <a:lnTo>
                  <a:pt x="191582" y="142375"/>
                </a:lnTo>
                <a:lnTo>
                  <a:pt x="190861" y="142662"/>
                </a:lnTo>
                <a:lnTo>
                  <a:pt x="190123" y="142929"/>
                </a:lnTo>
                <a:lnTo>
                  <a:pt x="189368" y="143177"/>
                </a:lnTo>
                <a:lnTo>
                  <a:pt x="188598" y="143405"/>
                </a:lnTo>
                <a:lnTo>
                  <a:pt x="187810" y="143613"/>
                </a:lnTo>
                <a:lnTo>
                  <a:pt x="187007" y="143801"/>
                </a:lnTo>
                <a:lnTo>
                  <a:pt x="186186" y="143969"/>
                </a:lnTo>
                <a:lnTo>
                  <a:pt x="185350" y="144117"/>
                </a:lnTo>
                <a:lnTo>
                  <a:pt x="184497" y="144246"/>
                </a:lnTo>
                <a:lnTo>
                  <a:pt x="183627" y="144355"/>
                </a:lnTo>
                <a:lnTo>
                  <a:pt x="182742" y="144444"/>
                </a:lnTo>
                <a:lnTo>
                  <a:pt x="181839" y="144513"/>
                </a:lnTo>
                <a:lnTo>
                  <a:pt x="180920" y="144563"/>
                </a:lnTo>
                <a:lnTo>
                  <a:pt x="179985" y="144593"/>
                </a:lnTo>
                <a:lnTo>
                  <a:pt x="179034" y="144602"/>
                </a:lnTo>
                <a:lnTo>
                  <a:pt x="178138" y="144593"/>
                </a:lnTo>
                <a:lnTo>
                  <a:pt x="177257" y="144563"/>
                </a:lnTo>
                <a:lnTo>
                  <a:pt x="176391" y="144513"/>
                </a:lnTo>
                <a:lnTo>
                  <a:pt x="175540" y="144444"/>
                </a:lnTo>
                <a:lnTo>
                  <a:pt x="174703" y="144355"/>
                </a:lnTo>
                <a:close/>
                <a:moveTo>
                  <a:pt x="595796" y="159443"/>
                </a:moveTo>
                <a:lnTo>
                  <a:pt x="596801" y="159349"/>
                </a:lnTo>
                <a:lnTo>
                  <a:pt x="597796" y="159239"/>
                </a:lnTo>
                <a:lnTo>
                  <a:pt x="598780" y="159111"/>
                </a:lnTo>
                <a:lnTo>
                  <a:pt x="599754" y="158966"/>
                </a:lnTo>
                <a:lnTo>
                  <a:pt x="600716" y="158804"/>
                </a:lnTo>
                <a:lnTo>
                  <a:pt x="601669" y="158626"/>
                </a:lnTo>
                <a:lnTo>
                  <a:pt x="602610" y="158430"/>
                </a:lnTo>
                <a:lnTo>
                  <a:pt x="603541" y="158217"/>
                </a:lnTo>
                <a:lnTo>
                  <a:pt x="604461" y="157987"/>
                </a:lnTo>
                <a:lnTo>
                  <a:pt x="605370" y="157740"/>
                </a:lnTo>
                <a:lnTo>
                  <a:pt x="606269" y="157476"/>
                </a:lnTo>
                <a:lnTo>
                  <a:pt x="607157" y="157195"/>
                </a:lnTo>
                <a:lnTo>
                  <a:pt x="608034" y="156897"/>
                </a:lnTo>
                <a:lnTo>
                  <a:pt x="608901" y="156582"/>
                </a:lnTo>
                <a:lnTo>
                  <a:pt x="609757" y="156250"/>
                </a:lnTo>
                <a:lnTo>
                  <a:pt x="610602" y="155901"/>
                </a:lnTo>
                <a:lnTo>
                  <a:pt x="611436" y="155535"/>
                </a:lnTo>
                <a:lnTo>
                  <a:pt x="612260" y="155152"/>
                </a:lnTo>
                <a:lnTo>
                  <a:pt x="613073" y="154752"/>
                </a:lnTo>
                <a:lnTo>
                  <a:pt x="613877" y="154337"/>
                </a:lnTo>
                <a:lnTo>
                  <a:pt x="614672" y="153910"/>
                </a:lnTo>
                <a:lnTo>
                  <a:pt x="615459" y="153471"/>
                </a:lnTo>
                <a:lnTo>
                  <a:pt x="616238" y="153019"/>
                </a:lnTo>
                <a:lnTo>
                  <a:pt x="617008" y="152555"/>
                </a:lnTo>
                <a:lnTo>
                  <a:pt x="617770" y="152079"/>
                </a:lnTo>
                <a:lnTo>
                  <a:pt x="618524" y="151591"/>
                </a:lnTo>
                <a:lnTo>
                  <a:pt x="619269" y="151090"/>
                </a:lnTo>
                <a:lnTo>
                  <a:pt x="620006" y="150577"/>
                </a:lnTo>
                <a:lnTo>
                  <a:pt x="620735" y="150052"/>
                </a:lnTo>
                <a:lnTo>
                  <a:pt x="621456" y="149514"/>
                </a:lnTo>
                <a:lnTo>
                  <a:pt x="622168" y="148964"/>
                </a:lnTo>
                <a:lnTo>
                  <a:pt x="622872" y="148402"/>
                </a:lnTo>
                <a:lnTo>
                  <a:pt x="623567" y="147828"/>
                </a:lnTo>
                <a:lnTo>
                  <a:pt x="624254" y="147241"/>
                </a:lnTo>
                <a:lnTo>
                  <a:pt x="624933" y="146642"/>
                </a:lnTo>
                <a:lnTo>
                  <a:pt x="625604" y="146031"/>
                </a:lnTo>
                <a:lnTo>
                  <a:pt x="626266" y="145408"/>
                </a:lnTo>
                <a:lnTo>
                  <a:pt x="626920" y="144772"/>
                </a:lnTo>
                <a:lnTo>
                  <a:pt x="627566" y="144124"/>
                </a:lnTo>
                <a:lnTo>
                  <a:pt x="628203" y="143464"/>
                </a:lnTo>
                <a:lnTo>
                  <a:pt x="628832" y="142791"/>
                </a:lnTo>
                <a:lnTo>
                  <a:pt x="629453" y="142106"/>
                </a:lnTo>
                <a:lnTo>
                  <a:pt x="630065" y="141409"/>
                </a:lnTo>
                <a:lnTo>
                  <a:pt x="630749" y="157603"/>
                </a:lnTo>
                <a:lnTo>
                  <a:pt x="648311" y="157603"/>
                </a:lnTo>
                <a:lnTo>
                  <a:pt x="648311" y="81114"/>
                </a:lnTo>
                <a:lnTo>
                  <a:pt x="648306" y="80094"/>
                </a:lnTo>
                <a:lnTo>
                  <a:pt x="648288" y="79090"/>
                </a:lnTo>
                <a:lnTo>
                  <a:pt x="648258" y="78101"/>
                </a:lnTo>
                <a:lnTo>
                  <a:pt x="648216" y="77129"/>
                </a:lnTo>
                <a:lnTo>
                  <a:pt x="648163" y="76171"/>
                </a:lnTo>
                <a:lnTo>
                  <a:pt x="648098" y="75230"/>
                </a:lnTo>
                <a:lnTo>
                  <a:pt x="648020" y="74304"/>
                </a:lnTo>
                <a:lnTo>
                  <a:pt x="647931" y="73394"/>
                </a:lnTo>
                <a:lnTo>
                  <a:pt x="647830" y="72500"/>
                </a:lnTo>
                <a:lnTo>
                  <a:pt x="647718" y="71621"/>
                </a:lnTo>
                <a:lnTo>
                  <a:pt x="647593" y="70758"/>
                </a:lnTo>
                <a:lnTo>
                  <a:pt x="647456" y="69911"/>
                </a:lnTo>
                <a:lnTo>
                  <a:pt x="647308" y="69079"/>
                </a:lnTo>
                <a:lnTo>
                  <a:pt x="647147" y="68263"/>
                </a:lnTo>
                <a:lnTo>
                  <a:pt x="646975" y="67463"/>
                </a:lnTo>
                <a:lnTo>
                  <a:pt x="646791" y="66679"/>
                </a:lnTo>
                <a:lnTo>
                  <a:pt x="646595" y="65910"/>
                </a:lnTo>
                <a:lnTo>
                  <a:pt x="646387" y="65157"/>
                </a:lnTo>
                <a:lnTo>
                  <a:pt x="646167" y="64420"/>
                </a:lnTo>
                <a:lnTo>
                  <a:pt x="645936" y="63698"/>
                </a:lnTo>
                <a:lnTo>
                  <a:pt x="645692" y="62992"/>
                </a:lnTo>
                <a:lnTo>
                  <a:pt x="645437" y="62302"/>
                </a:lnTo>
                <a:lnTo>
                  <a:pt x="645169" y="61627"/>
                </a:lnTo>
                <a:lnTo>
                  <a:pt x="644890" y="60969"/>
                </a:lnTo>
                <a:lnTo>
                  <a:pt x="644601" y="60323"/>
                </a:lnTo>
                <a:lnTo>
                  <a:pt x="644303" y="59690"/>
                </a:lnTo>
                <a:lnTo>
                  <a:pt x="643996" y="59069"/>
                </a:lnTo>
                <a:lnTo>
                  <a:pt x="643680" y="58460"/>
                </a:lnTo>
                <a:lnTo>
                  <a:pt x="643356" y="57863"/>
                </a:lnTo>
                <a:lnTo>
                  <a:pt x="643023" y="57278"/>
                </a:lnTo>
                <a:lnTo>
                  <a:pt x="642681" y="56705"/>
                </a:lnTo>
                <a:lnTo>
                  <a:pt x="642331" y="56144"/>
                </a:lnTo>
                <a:lnTo>
                  <a:pt x="641972" y="55595"/>
                </a:lnTo>
                <a:lnTo>
                  <a:pt x="641604" y="55058"/>
                </a:lnTo>
                <a:lnTo>
                  <a:pt x="641227" y="54533"/>
                </a:lnTo>
                <a:lnTo>
                  <a:pt x="640842" y="54020"/>
                </a:lnTo>
                <a:lnTo>
                  <a:pt x="640448" y="53519"/>
                </a:lnTo>
                <a:lnTo>
                  <a:pt x="640045" y="53031"/>
                </a:lnTo>
                <a:lnTo>
                  <a:pt x="639634" y="52554"/>
                </a:lnTo>
                <a:lnTo>
                  <a:pt x="639214" y="52089"/>
                </a:lnTo>
                <a:lnTo>
                  <a:pt x="638785" y="51637"/>
                </a:lnTo>
                <a:lnTo>
                  <a:pt x="638347" y="51196"/>
                </a:lnTo>
                <a:lnTo>
                  <a:pt x="637901" y="50768"/>
                </a:lnTo>
                <a:lnTo>
                  <a:pt x="637446" y="50351"/>
                </a:lnTo>
                <a:lnTo>
                  <a:pt x="636982" y="49947"/>
                </a:lnTo>
                <a:lnTo>
                  <a:pt x="636510" y="49554"/>
                </a:lnTo>
                <a:lnTo>
                  <a:pt x="636029" y="49174"/>
                </a:lnTo>
                <a:lnTo>
                  <a:pt x="635539" y="48805"/>
                </a:lnTo>
                <a:lnTo>
                  <a:pt x="635042" y="48448"/>
                </a:lnTo>
                <a:lnTo>
                  <a:pt x="634540" y="48100"/>
                </a:lnTo>
                <a:lnTo>
                  <a:pt x="634033" y="47761"/>
                </a:lnTo>
                <a:lnTo>
                  <a:pt x="633521" y="47431"/>
                </a:lnTo>
                <a:lnTo>
                  <a:pt x="633004" y="47111"/>
                </a:lnTo>
                <a:lnTo>
                  <a:pt x="632481" y="46801"/>
                </a:lnTo>
                <a:lnTo>
                  <a:pt x="631954" y="46499"/>
                </a:lnTo>
                <a:lnTo>
                  <a:pt x="631421" y="46207"/>
                </a:lnTo>
                <a:lnTo>
                  <a:pt x="630883" y="45925"/>
                </a:lnTo>
                <a:lnTo>
                  <a:pt x="630340" y="45652"/>
                </a:lnTo>
                <a:lnTo>
                  <a:pt x="629792" y="45388"/>
                </a:lnTo>
                <a:lnTo>
                  <a:pt x="629238" y="45134"/>
                </a:lnTo>
                <a:lnTo>
                  <a:pt x="628680" y="44889"/>
                </a:lnTo>
                <a:lnTo>
                  <a:pt x="628116" y="44653"/>
                </a:lnTo>
                <a:lnTo>
                  <a:pt x="627547" y="44427"/>
                </a:lnTo>
                <a:lnTo>
                  <a:pt x="626973" y="44211"/>
                </a:lnTo>
                <a:lnTo>
                  <a:pt x="626394" y="44003"/>
                </a:lnTo>
                <a:lnTo>
                  <a:pt x="625810" y="43805"/>
                </a:lnTo>
                <a:lnTo>
                  <a:pt x="625221" y="43617"/>
                </a:lnTo>
                <a:lnTo>
                  <a:pt x="624626" y="43438"/>
                </a:lnTo>
                <a:lnTo>
                  <a:pt x="624026" y="43268"/>
                </a:lnTo>
                <a:lnTo>
                  <a:pt x="623421" y="43107"/>
                </a:lnTo>
                <a:lnTo>
                  <a:pt x="622811" y="42956"/>
                </a:lnTo>
                <a:lnTo>
                  <a:pt x="622196" y="42815"/>
                </a:lnTo>
                <a:lnTo>
                  <a:pt x="621578" y="42680"/>
                </a:lnTo>
                <a:lnTo>
                  <a:pt x="620957" y="42552"/>
                </a:lnTo>
                <a:lnTo>
                  <a:pt x="620334" y="42429"/>
                </a:lnTo>
                <a:lnTo>
                  <a:pt x="619710" y="42312"/>
                </a:lnTo>
                <a:lnTo>
                  <a:pt x="619083" y="42200"/>
                </a:lnTo>
                <a:lnTo>
                  <a:pt x="618454" y="42094"/>
                </a:lnTo>
                <a:lnTo>
                  <a:pt x="617824" y="41994"/>
                </a:lnTo>
                <a:lnTo>
                  <a:pt x="617191" y="41900"/>
                </a:lnTo>
                <a:lnTo>
                  <a:pt x="616557" y="41812"/>
                </a:lnTo>
                <a:lnTo>
                  <a:pt x="615920" y="41729"/>
                </a:lnTo>
                <a:lnTo>
                  <a:pt x="615282" y="41651"/>
                </a:lnTo>
                <a:lnTo>
                  <a:pt x="614641" y="41580"/>
                </a:lnTo>
                <a:lnTo>
                  <a:pt x="613999" y="41514"/>
                </a:lnTo>
                <a:lnTo>
                  <a:pt x="613354" y="41454"/>
                </a:lnTo>
                <a:lnTo>
                  <a:pt x="612708" y="41400"/>
                </a:lnTo>
                <a:lnTo>
                  <a:pt x="612059" y="41351"/>
                </a:lnTo>
                <a:lnTo>
                  <a:pt x="611409" y="41308"/>
                </a:lnTo>
                <a:lnTo>
                  <a:pt x="610757" y="41271"/>
                </a:lnTo>
                <a:lnTo>
                  <a:pt x="610102" y="41240"/>
                </a:lnTo>
                <a:lnTo>
                  <a:pt x="609446" y="41214"/>
                </a:lnTo>
                <a:lnTo>
                  <a:pt x="608788" y="41194"/>
                </a:lnTo>
                <a:lnTo>
                  <a:pt x="608127" y="41180"/>
                </a:lnTo>
                <a:lnTo>
                  <a:pt x="607465" y="41171"/>
                </a:lnTo>
                <a:lnTo>
                  <a:pt x="606801" y="41168"/>
                </a:lnTo>
                <a:lnTo>
                  <a:pt x="605751" y="41175"/>
                </a:lnTo>
                <a:lnTo>
                  <a:pt x="604710" y="41196"/>
                </a:lnTo>
                <a:lnTo>
                  <a:pt x="603679" y="41230"/>
                </a:lnTo>
                <a:lnTo>
                  <a:pt x="602658" y="41278"/>
                </a:lnTo>
                <a:lnTo>
                  <a:pt x="601645" y="41339"/>
                </a:lnTo>
                <a:lnTo>
                  <a:pt x="600643" y="41414"/>
                </a:lnTo>
                <a:lnTo>
                  <a:pt x="599650" y="41503"/>
                </a:lnTo>
                <a:lnTo>
                  <a:pt x="598666" y="41606"/>
                </a:lnTo>
                <a:lnTo>
                  <a:pt x="597692" y="41722"/>
                </a:lnTo>
                <a:lnTo>
                  <a:pt x="596727" y="41851"/>
                </a:lnTo>
                <a:lnTo>
                  <a:pt x="595772" y="41995"/>
                </a:lnTo>
                <a:lnTo>
                  <a:pt x="594827" y="42152"/>
                </a:lnTo>
                <a:lnTo>
                  <a:pt x="593891" y="42323"/>
                </a:lnTo>
                <a:lnTo>
                  <a:pt x="592964" y="42507"/>
                </a:lnTo>
                <a:lnTo>
                  <a:pt x="592047" y="42705"/>
                </a:lnTo>
                <a:lnTo>
                  <a:pt x="591140" y="42917"/>
                </a:lnTo>
                <a:lnTo>
                  <a:pt x="590241" y="43142"/>
                </a:lnTo>
                <a:lnTo>
                  <a:pt x="589353" y="43381"/>
                </a:lnTo>
                <a:lnTo>
                  <a:pt x="588474" y="43634"/>
                </a:lnTo>
                <a:lnTo>
                  <a:pt x="587604" y="43901"/>
                </a:lnTo>
                <a:lnTo>
                  <a:pt x="586744" y="44181"/>
                </a:lnTo>
                <a:lnTo>
                  <a:pt x="585894" y="44474"/>
                </a:lnTo>
                <a:lnTo>
                  <a:pt x="585053" y="44782"/>
                </a:lnTo>
                <a:lnTo>
                  <a:pt x="584221" y="45103"/>
                </a:lnTo>
                <a:lnTo>
                  <a:pt x="583402" y="45439"/>
                </a:lnTo>
                <a:lnTo>
                  <a:pt x="582597" y="45791"/>
                </a:lnTo>
                <a:lnTo>
                  <a:pt x="581808" y="46160"/>
                </a:lnTo>
                <a:lnTo>
                  <a:pt x="581033" y="46545"/>
                </a:lnTo>
                <a:lnTo>
                  <a:pt x="580273" y="46946"/>
                </a:lnTo>
                <a:lnTo>
                  <a:pt x="579528" y="47363"/>
                </a:lnTo>
                <a:lnTo>
                  <a:pt x="578797" y="47797"/>
                </a:lnTo>
                <a:lnTo>
                  <a:pt x="578082" y="48248"/>
                </a:lnTo>
                <a:lnTo>
                  <a:pt x="577381" y="48714"/>
                </a:lnTo>
                <a:lnTo>
                  <a:pt x="576696" y="49197"/>
                </a:lnTo>
                <a:lnTo>
                  <a:pt x="576025" y="49696"/>
                </a:lnTo>
                <a:lnTo>
                  <a:pt x="575369" y="50211"/>
                </a:lnTo>
                <a:lnTo>
                  <a:pt x="574728" y="50743"/>
                </a:lnTo>
                <a:lnTo>
                  <a:pt x="574101" y="51291"/>
                </a:lnTo>
                <a:lnTo>
                  <a:pt x="573490" y="51855"/>
                </a:lnTo>
                <a:lnTo>
                  <a:pt x="572893" y="52436"/>
                </a:lnTo>
                <a:lnTo>
                  <a:pt x="572311" y="53033"/>
                </a:lnTo>
                <a:lnTo>
                  <a:pt x="571744" y="53646"/>
                </a:lnTo>
                <a:lnTo>
                  <a:pt x="571192" y="54276"/>
                </a:lnTo>
                <a:lnTo>
                  <a:pt x="570655" y="54922"/>
                </a:lnTo>
                <a:lnTo>
                  <a:pt x="570133" y="55584"/>
                </a:lnTo>
                <a:lnTo>
                  <a:pt x="569625" y="56263"/>
                </a:lnTo>
                <a:lnTo>
                  <a:pt x="569133" y="56957"/>
                </a:lnTo>
                <a:lnTo>
                  <a:pt x="568655" y="57668"/>
                </a:lnTo>
                <a:lnTo>
                  <a:pt x="568194" y="58397"/>
                </a:lnTo>
                <a:lnTo>
                  <a:pt x="567753" y="59143"/>
                </a:lnTo>
                <a:lnTo>
                  <a:pt x="567332" y="59908"/>
                </a:lnTo>
                <a:lnTo>
                  <a:pt x="566930" y="60691"/>
                </a:lnTo>
                <a:lnTo>
                  <a:pt x="566548" y="61492"/>
                </a:lnTo>
                <a:lnTo>
                  <a:pt x="566185" y="62311"/>
                </a:lnTo>
                <a:lnTo>
                  <a:pt x="565842" y="63148"/>
                </a:lnTo>
                <a:lnTo>
                  <a:pt x="565519" y="64003"/>
                </a:lnTo>
                <a:lnTo>
                  <a:pt x="565215" y="64877"/>
                </a:lnTo>
                <a:lnTo>
                  <a:pt x="564931" y="65768"/>
                </a:lnTo>
                <a:lnTo>
                  <a:pt x="564666" y="66678"/>
                </a:lnTo>
                <a:lnTo>
                  <a:pt x="564421" y="67606"/>
                </a:lnTo>
                <a:lnTo>
                  <a:pt x="564196" y="68552"/>
                </a:lnTo>
                <a:lnTo>
                  <a:pt x="563990" y="69516"/>
                </a:lnTo>
                <a:lnTo>
                  <a:pt x="563804" y="70499"/>
                </a:lnTo>
                <a:lnTo>
                  <a:pt x="563637" y="71499"/>
                </a:lnTo>
                <a:lnTo>
                  <a:pt x="563490" y="72518"/>
                </a:lnTo>
                <a:lnTo>
                  <a:pt x="563363" y="73554"/>
                </a:lnTo>
                <a:lnTo>
                  <a:pt x="563255" y="74609"/>
                </a:lnTo>
                <a:lnTo>
                  <a:pt x="563167" y="75682"/>
                </a:lnTo>
                <a:lnTo>
                  <a:pt x="563098" y="76773"/>
                </a:lnTo>
                <a:lnTo>
                  <a:pt x="563049" y="77883"/>
                </a:lnTo>
                <a:lnTo>
                  <a:pt x="563020" y="79010"/>
                </a:lnTo>
                <a:lnTo>
                  <a:pt x="563010" y="80156"/>
                </a:lnTo>
                <a:lnTo>
                  <a:pt x="581484" y="80156"/>
                </a:lnTo>
                <a:lnTo>
                  <a:pt x="581497" y="79083"/>
                </a:lnTo>
                <a:lnTo>
                  <a:pt x="581535" y="78035"/>
                </a:lnTo>
                <a:lnTo>
                  <a:pt x="581598" y="77011"/>
                </a:lnTo>
                <a:lnTo>
                  <a:pt x="581687" y="76013"/>
                </a:lnTo>
                <a:lnTo>
                  <a:pt x="581801" y="75038"/>
                </a:lnTo>
                <a:lnTo>
                  <a:pt x="581940" y="74089"/>
                </a:lnTo>
                <a:lnTo>
                  <a:pt x="582105" y="73164"/>
                </a:lnTo>
                <a:lnTo>
                  <a:pt x="582295" y="72264"/>
                </a:lnTo>
                <a:lnTo>
                  <a:pt x="582511" y="71389"/>
                </a:lnTo>
                <a:lnTo>
                  <a:pt x="582751" y="70538"/>
                </a:lnTo>
                <a:lnTo>
                  <a:pt x="583017" y="69712"/>
                </a:lnTo>
                <a:lnTo>
                  <a:pt x="583309" y="68911"/>
                </a:lnTo>
                <a:lnTo>
                  <a:pt x="583626" y="68135"/>
                </a:lnTo>
                <a:lnTo>
                  <a:pt x="583968" y="67383"/>
                </a:lnTo>
                <a:lnTo>
                  <a:pt x="584335" y="66656"/>
                </a:lnTo>
                <a:lnTo>
                  <a:pt x="584728" y="65953"/>
                </a:lnTo>
                <a:lnTo>
                  <a:pt x="585146" y="65275"/>
                </a:lnTo>
                <a:lnTo>
                  <a:pt x="585590" y="64622"/>
                </a:lnTo>
                <a:lnTo>
                  <a:pt x="586058" y="63994"/>
                </a:lnTo>
                <a:lnTo>
                  <a:pt x="586553" y="63390"/>
                </a:lnTo>
                <a:lnTo>
                  <a:pt x="587072" y="62811"/>
                </a:lnTo>
                <a:lnTo>
                  <a:pt x="587617" y="62256"/>
                </a:lnTo>
                <a:lnTo>
                  <a:pt x="588187" y="61727"/>
                </a:lnTo>
                <a:lnTo>
                  <a:pt x="588783" y="61222"/>
                </a:lnTo>
                <a:lnTo>
                  <a:pt x="589397" y="60739"/>
                </a:lnTo>
                <a:lnTo>
                  <a:pt x="590023" y="60277"/>
                </a:lnTo>
                <a:lnTo>
                  <a:pt x="590661" y="59836"/>
                </a:lnTo>
                <a:lnTo>
                  <a:pt x="591311" y="59415"/>
                </a:lnTo>
                <a:lnTo>
                  <a:pt x="591972" y="59015"/>
                </a:lnTo>
                <a:lnTo>
                  <a:pt x="592646" y="58635"/>
                </a:lnTo>
                <a:lnTo>
                  <a:pt x="593331" y="58276"/>
                </a:lnTo>
                <a:lnTo>
                  <a:pt x="594029" y="57937"/>
                </a:lnTo>
                <a:lnTo>
                  <a:pt x="594738" y="57619"/>
                </a:lnTo>
                <a:lnTo>
                  <a:pt x="595459" y="57321"/>
                </a:lnTo>
                <a:lnTo>
                  <a:pt x="596192" y="57044"/>
                </a:lnTo>
                <a:lnTo>
                  <a:pt x="596937" y="56787"/>
                </a:lnTo>
                <a:lnTo>
                  <a:pt x="597693" y="56551"/>
                </a:lnTo>
                <a:lnTo>
                  <a:pt x="598462" y="56336"/>
                </a:lnTo>
                <a:lnTo>
                  <a:pt x="599242" y="56141"/>
                </a:lnTo>
                <a:lnTo>
                  <a:pt x="600035" y="55966"/>
                </a:lnTo>
                <a:lnTo>
                  <a:pt x="600839" y="55812"/>
                </a:lnTo>
                <a:lnTo>
                  <a:pt x="601655" y="55679"/>
                </a:lnTo>
                <a:lnTo>
                  <a:pt x="602483" y="55566"/>
                </a:lnTo>
                <a:lnTo>
                  <a:pt x="603323" y="55474"/>
                </a:lnTo>
                <a:lnTo>
                  <a:pt x="604175" y="55402"/>
                </a:lnTo>
                <a:lnTo>
                  <a:pt x="605038" y="55350"/>
                </a:lnTo>
                <a:lnTo>
                  <a:pt x="605914" y="55320"/>
                </a:lnTo>
                <a:lnTo>
                  <a:pt x="606801" y="55309"/>
                </a:lnTo>
                <a:lnTo>
                  <a:pt x="607613" y="55319"/>
                </a:lnTo>
                <a:lnTo>
                  <a:pt x="608413" y="55348"/>
                </a:lnTo>
                <a:lnTo>
                  <a:pt x="609201" y="55397"/>
                </a:lnTo>
                <a:lnTo>
                  <a:pt x="609978" y="55464"/>
                </a:lnTo>
                <a:lnTo>
                  <a:pt x="610744" y="55552"/>
                </a:lnTo>
                <a:lnTo>
                  <a:pt x="611498" y="55658"/>
                </a:lnTo>
                <a:lnTo>
                  <a:pt x="612241" y="55784"/>
                </a:lnTo>
                <a:lnTo>
                  <a:pt x="612972" y="55930"/>
                </a:lnTo>
                <a:lnTo>
                  <a:pt x="613691" y="56095"/>
                </a:lnTo>
                <a:lnTo>
                  <a:pt x="614400" y="56279"/>
                </a:lnTo>
                <a:lnTo>
                  <a:pt x="615096" y="56482"/>
                </a:lnTo>
                <a:lnTo>
                  <a:pt x="615782" y="56705"/>
                </a:lnTo>
                <a:lnTo>
                  <a:pt x="616455" y="56948"/>
                </a:lnTo>
                <a:lnTo>
                  <a:pt x="617118" y="57210"/>
                </a:lnTo>
                <a:lnTo>
                  <a:pt x="617768" y="57491"/>
                </a:lnTo>
                <a:lnTo>
                  <a:pt x="618408" y="57791"/>
                </a:lnTo>
                <a:lnTo>
                  <a:pt x="619036" y="58111"/>
                </a:lnTo>
                <a:lnTo>
                  <a:pt x="619652" y="58451"/>
                </a:lnTo>
                <a:lnTo>
                  <a:pt x="620257" y="58809"/>
                </a:lnTo>
                <a:lnTo>
                  <a:pt x="620850" y="59187"/>
                </a:lnTo>
                <a:lnTo>
                  <a:pt x="621432" y="59585"/>
                </a:lnTo>
                <a:lnTo>
                  <a:pt x="622002" y="60002"/>
                </a:lnTo>
                <a:lnTo>
                  <a:pt x="622561" y="60438"/>
                </a:lnTo>
                <a:lnTo>
                  <a:pt x="623109" y="60894"/>
                </a:lnTo>
                <a:lnTo>
                  <a:pt x="623639" y="61375"/>
                </a:lnTo>
                <a:lnTo>
                  <a:pt x="624147" y="61890"/>
                </a:lnTo>
                <a:lnTo>
                  <a:pt x="624632" y="62437"/>
                </a:lnTo>
                <a:lnTo>
                  <a:pt x="625095" y="63017"/>
                </a:lnTo>
                <a:lnTo>
                  <a:pt x="625535" y="63630"/>
                </a:lnTo>
                <a:lnTo>
                  <a:pt x="625953" y="64275"/>
                </a:lnTo>
                <a:lnTo>
                  <a:pt x="626348" y="64953"/>
                </a:lnTo>
                <a:lnTo>
                  <a:pt x="626720" y="65664"/>
                </a:lnTo>
                <a:lnTo>
                  <a:pt x="627070" y="66408"/>
                </a:lnTo>
                <a:lnTo>
                  <a:pt x="627397" y="67184"/>
                </a:lnTo>
                <a:lnTo>
                  <a:pt x="627702" y="67994"/>
                </a:lnTo>
                <a:lnTo>
                  <a:pt x="627984" y="68835"/>
                </a:lnTo>
                <a:lnTo>
                  <a:pt x="628243" y="69710"/>
                </a:lnTo>
                <a:lnTo>
                  <a:pt x="628480" y="70617"/>
                </a:lnTo>
                <a:lnTo>
                  <a:pt x="628695" y="71558"/>
                </a:lnTo>
                <a:lnTo>
                  <a:pt x="628887" y="72530"/>
                </a:lnTo>
                <a:lnTo>
                  <a:pt x="629056" y="73536"/>
                </a:lnTo>
                <a:lnTo>
                  <a:pt x="629203" y="74574"/>
                </a:lnTo>
                <a:lnTo>
                  <a:pt x="629327" y="75646"/>
                </a:lnTo>
                <a:lnTo>
                  <a:pt x="629428" y="76749"/>
                </a:lnTo>
                <a:lnTo>
                  <a:pt x="629507" y="77886"/>
                </a:lnTo>
                <a:lnTo>
                  <a:pt x="629564" y="79055"/>
                </a:lnTo>
                <a:lnTo>
                  <a:pt x="629598" y="80257"/>
                </a:lnTo>
                <a:lnTo>
                  <a:pt x="629609" y="81492"/>
                </a:lnTo>
                <a:lnTo>
                  <a:pt x="629609" y="90020"/>
                </a:lnTo>
                <a:lnTo>
                  <a:pt x="627813" y="90044"/>
                </a:lnTo>
                <a:lnTo>
                  <a:pt x="626036" y="90077"/>
                </a:lnTo>
                <a:lnTo>
                  <a:pt x="624278" y="90119"/>
                </a:lnTo>
                <a:lnTo>
                  <a:pt x="622538" y="90170"/>
                </a:lnTo>
                <a:lnTo>
                  <a:pt x="620818" y="90230"/>
                </a:lnTo>
                <a:lnTo>
                  <a:pt x="619117" y="90298"/>
                </a:lnTo>
                <a:lnTo>
                  <a:pt x="617435" y="90376"/>
                </a:lnTo>
                <a:lnTo>
                  <a:pt x="615772" y="90462"/>
                </a:lnTo>
                <a:lnTo>
                  <a:pt x="614128" y="90558"/>
                </a:lnTo>
                <a:lnTo>
                  <a:pt x="612503" y="90662"/>
                </a:lnTo>
                <a:lnTo>
                  <a:pt x="610897" y="90776"/>
                </a:lnTo>
                <a:lnTo>
                  <a:pt x="609310" y="90898"/>
                </a:lnTo>
                <a:lnTo>
                  <a:pt x="607742" y="91029"/>
                </a:lnTo>
                <a:lnTo>
                  <a:pt x="606193" y="91169"/>
                </a:lnTo>
                <a:lnTo>
                  <a:pt x="604663" y="91318"/>
                </a:lnTo>
                <a:lnTo>
                  <a:pt x="603152" y="91476"/>
                </a:lnTo>
                <a:lnTo>
                  <a:pt x="601660" y="91643"/>
                </a:lnTo>
                <a:lnTo>
                  <a:pt x="600187" y="91818"/>
                </a:lnTo>
                <a:lnTo>
                  <a:pt x="598733" y="92003"/>
                </a:lnTo>
                <a:lnTo>
                  <a:pt x="597298" y="92197"/>
                </a:lnTo>
                <a:lnTo>
                  <a:pt x="595882" y="92399"/>
                </a:lnTo>
                <a:lnTo>
                  <a:pt x="594485" y="92610"/>
                </a:lnTo>
                <a:lnTo>
                  <a:pt x="593107" y="92831"/>
                </a:lnTo>
                <a:lnTo>
                  <a:pt x="591748" y="93060"/>
                </a:lnTo>
                <a:lnTo>
                  <a:pt x="590411" y="93302"/>
                </a:lnTo>
                <a:lnTo>
                  <a:pt x="589100" y="93563"/>
                </a:lnTo>
                <a:lnTo>
                  <a:pt x="587814" y="93841"/>
                </a:lnTo>
                <a:lnTo>
                  <a:pt x="586554" y="94137"/>
                </a:lnTo>
                <a:lnTo>
                  <a:pt x="585320" y="94450"/>
                </a:lnTo>
                <a:lnTo>
                  <a:pt x="584111" y="94782"/>
                </a:lnTo>
                <a:lnTo>
                  <a:pt x="582927" y="95132"/>
                </a:lnTo>
                <a:lnTo>
                  <a:pt x="581769" y="95499"/>
                </a:lnTo>
                <a:lnTo>
                  <a:pt x="580637" y="95885"/>
                </a:lnTo>
                <a:lnTo>
                  <a:pt x="579530" y="96288"/>
                </a:lnTo>
                <a:lnTo>
                  <a:pt x="578449" y="96709"/>
                </a:lnTo>
                <a:lnTo>
                  <a:pt x="577393" y="97148"/>
                </a:lnTo>
                <a:lnTo>
                  <a:pt x="576363" y="97604"/>
                </a:lnTo>
                <a:lnTo>
                  <a:pt x="575358" y="98079"/>
                </a:lnTo>
                <a:lnTo>
                  <a:pt x="574379" y="98572"/>
                </a:lnTo>
                <a:lnTo>
                  <a:pt x="573425" y="99082"/>
                </a:lnTo>
                <a:lnTo>
                  <a:pt x="572497" y="99610"/>
                </a:lnTo>
                <a:lnTo>
                  <a:pt x="571595" y="100156"/>
                </a:lnTo>
                <a:lnTo>
                  <a:pt x="570718" y="100720"/>
                </a:lnTo>
                <a:lnTo>
                  <a:pt x="569866" y="101302"/>
                </a:lnTo>
                <a:lnTo>
                  <a:pt x="569040" y="101902"/>
                </a:lnTo>
                <a:lnTo>
                  <a:pt x="568240" y="102519"/>
                </a:lnTo>
                <a:lnTo>
                  <a:pt x="567465" y="103155"/>
                </a:lnTo>
                <a:lnTo>
                  <a:pt x="566716" y="103808"/>
                </a:lnTo>
                <a:lnTo>
                  <a:pt x="565995" y="104483"/>
                </a:lnTo>
                <a:lnTo>
                  <a:pt x="565304" y="105184"/>
                </a:lnTo>
                <a:lnTo>
                  <a:pt x="564645" y="105911"/>
                </a:lnTo>
                <a:lnTo>
                  <a:pt x="564015" y="106664"/>
                </a:lnTo>
                <a:lnTo>
                  <a:pt x="563417" y="107443"/>
                </a:lnTo>
                <a:lnTo>
                  <a:pt x="562849" y="108248"/>
                </a:lnTo>
                <a:lnTo>
                  <a:pt x="562312" y="109078"/>
                </a:lnTo>
                <a:lnTo>
                  <a:pt x="561806" y="109935"/>
                </a:lnTo>
                <a:lnTo>
                  <a:pt x="561330" y="110818"/>
                </a:lnTo>
                <a:lnTo>
                  <a:pt x="560885" y="111727"/>
                </a:lnTo>
                <a:lnTo>
                  <a:pt x="560471" y="112661"/>
                </a:lnTo>
                <a:lnTo>
                  <a:pt x="560087" y="113622"/>
                </a:lnTo>
                <a:lnTo>
                  <a:pt x="559735" y="114609"/>
                </a:lnTo>
                <a:lnTo>
                  <a:pt x="559412" y="115621"/>
                </a:lnTo>
                <a:lnTo>
                  <a:pt x="559121" y="116660"/>
                </a:lnTo>
                <a:lnTo>
                  <a:pt x="558860" y="117724"/>
                </a:lnTo>
                <a:lnTo>
                  <a:pt x="558630" y="118815"/>
                </a:lnTo>
                <a:lnTo>
                  <a:pt x="558430" y="119931"/>
                </a:lnTo>
                <a:lnTo>
                  <a:pt x="558262" y="121074"/>
                </a:lnTo>
                <a:lnTo>
                  <a:pt x="558123" y="122242"/>
                </a:lnTo>
                <a:lnTo>
                  <a:pt x="558016" y="123437"/>
                </a:lnTo>
                <a:lnTo>
                  <a:pt x="557939" y="124657"/>
                </a:lnTo>
                <a:lnTo>
                  <a:pt x="557893" y="125903"/>
                </a:lnTo>
                <a:lnTo>
                  <a:pt x="557878" y="127176"/>
                </a:lnTo>
                <a:lnTo>
                  <a:pt x="557886" y="128065"/>
                </a:lnTo>
                <a:lnTo>
                  <a:pt x="557909" y="128943"/>
                </a:lnTo>
                <a:lnTo>
                  <a:pt x="557947" y="129808"/>
                </a:lnTo>
                <a:lnTo>
                  <a:pt x="558001" y="130661"/>
                </a:lnTo>
                <a:lnTo>
                  <a:pt x="558071" y="131502"/>
                </a:lnTo>
                <a:lnTo>
                  <a:pt x="558156" y="132331"/>
                </a:lnTo>
                <a:lnTo>
                  <a:pt x="558256" y="133148"/>
                </a:lnTo>
                <a:lnTo>
                  <a:pt x="558372" y="133952"/>
                </a:lnTo>
                <a:lnTo>
                  <a:pt x="558503" y="134744"/>
                </a:lnTo>
                <a:lnTo>
                  <a:pt x="558650" y="135524"/>
                </a:lnTo>
                <a:lnTo>
                  <a:pt x="558812" y="136292"/>
                </a:lnTo>
                <a:lnTo>
                  <a:pt x="558990" y="137048"/>
                </a:lnTo>
                <a:lnTo>
                  <a:pt x="559183" y="137792"/>
                </a:lnTo>
                <a:lnTo>
                  <a:pt x="559391" y="138523"/>
                </a:lnTo>
                <a:lnTo>
                  <a:pt x="559615" y="139243"/>
                </a:lnTo>
                <a:lnTo>
                  <a:pt x="559855" y="139950"/>
                </a:lnTo>
                <a:lnTo>
                  <a:pt x="560109" y="140645"/>
                </a:lnTo>
                <a:lnTo>
                  <a:pt x="560380" y="141328"/>
                </a:lnTo>
                <a:lnTo>
                  <a:pt x="560665" y="141998"/>
                </a:lnTo>
                <a:lnTo>
                  <a:pt x="560966" y="142657"/>
                </a:lnTo>
                <a:lnTo>
                  <a:pt x="561283" y="143303"/>
                </a:lnTo>
                <a:lnTo>
                  <a:pt x="561615" y="143937"/>
                </a:lnTo>
                <a:lnTo>
                  <a:pt x="561963" y="144559"/>
                </a:lnTo>
                <a:lnTo>
                  <a:pt x="562325" y="145169"/>
                </a:lnTo>
                <a:lnTo>
                  <a:pt x="562701" y="145766"/>
                </a:lnTo>
                <a:lnTo>
                  <a:pt x="563087" y="146351"/>
                </a:lnTo>
                <a:lnTo>
                  <a:pt x="563484" y="146923"/>
                </a:lnTo>
                <a:lnTo>
                  <a:pt x="563890" y="147482"/>
                </a:lnTo>
                <a:lnTo>
                  <a:pt x="564307" y="148029"/>
                </a:lnTo>
                <a:lnTo>
                  <a:pt x="564735" y="148564"/>
                </a:lnTo>
                <a:lnTo>
                  <a:pt x="565172" y="149086"/>
                </a:lnTo>
                <a:lnTo>
                  <a:pt x="565620" y="149595"/>
                </a:lnTo>
                <a:lnTo>
                  <a:pt x="566078" y="150092"/>
                </a:lnTo>
                <a:lnTo>
                  <a:pt x="566547" y="150576"/>
                </a:lnTo>
                <a:lnTo>
                  <a:pt x="567025" y="151047"/>
                </a:lnTo>
                <a:lnTo>
                  <a:pt x="567514" y="151506"/>
                </a:lnTo>
                <a:lnTo>
                  <a:pt x="568014" y="151953"/>
                </a:lnTo>
                <a:lnTo>
                  <a:pt x="568523" y="152387"/>
                </a:lnTo>
                <a:lnTo>
                  <a:pt x="569043" y="152808"/>
                </a:lnTo>
                <a:lnTo>
                  <a:pt x="569573" y="153217"/>
                </a:lnTo>
                <a:lnTo>
                  <a:pt x="570114" y="153613"/>
                </a:lnTo>
                <a:lnTo>
                  <a:pt x="570665" y="153997"/>
                </a:lnTo>
                <a:lnTo>
                  <a:pt x="571226" y="154368"/>
                </a:lnTo>
                <a:lnTo>
                  <a:pt x="571797" y="154726"/>
                </a:lnTo>
                <a:lnTo>
                  <a:pt x="572379" y="155072"/>
                </a:lnTo>
                <a:lnTo>
                  <a:pt x="572971" y="155406"/>
                </a:lnTo>
                <a:lnTo>
                  <a:pt x="573573" y="155727"/>
                </a:lnTo>
                <a:lnTo>
                  <a:pt x="574186" y="156035"/>
                </a:lnTo>
                <a:lnTo>
                  <a:pt x="574806" y="156330"/>
                </a:lnTo>
                <a:lnTo>
                  <a:pt x="575432" y="156613"/>
                </a:lnTo>
                <a:lnTo>
                  <a:pt x="576064" y="156884"/>
                </a:lnTo>
                <a:lnTo>
                  <a:pt x="576701" y="157141"/>
                </a:lnTo>
                <a:lnTo>
                  <a:pt x="577343" y="157386"/>
                </a:lnTo>
                <a:lnTo>
                  <a:pt x="577992" y="157619"/>
                </a:lnTo>
                <a:lnTo>
                  <a:pt x="578645" y="157839"/>
                </a:lnTo>
                <a:lnTo>
                  <a:pt x="579305" y="158046"/>
                </a:lnTo>
                <a:lnTo>
                  <a:pt x="579970" y="158241"/>
                </a:lnTo>
                <a:lnTo>
                  <a:pt x="580640" y="158424"/>
                </a:lnTo>
                <a:lnTo>
                  <a:pt x="581316" y="158593"/>
                </a:lnTo>
                <a:lnTo>
                  <a:pt x="581997" y="158750"/>
                </a:lnTo>
                <a:lnTo>
                  <a:pt x="582684" y="158895"/>
                </a:lnTo>
                <a:lnTo>
                  <a:pt x="583377" y="159027"/>
                </a:lnTo>
                <a:lnTo>
                  <a:pt x="584075" y="159147"/>
                </a:lnTo>
                <a:lnTo>
                  <a:pt x="584779" y="159253"/>
                </a:lnTo>
                <a:lnTo>
                  <a:pt x="585488" y="159348"/>
                </a:lnTo>
                <a:lnTo>
                  <a:pt x="586203" y="159429"/>
                </a:lnTo>
                <a:lnTo>
                  <a:pt x="586923" y="159499"/>
                </a:lnTo>
                <a:lnTo>
                  <a:pt x="587649" y="159555"/>
                </a:lnTo>
                <a:lnTo>
                  <a:pt x="588380" y="159599"/>
                </a:lnTo>
                <a:lnTo>
                  <a:pt x="589117" y="159631"/>
                </a:lnTo>
                <a:lnTo>
                  <a:pt x="589859" y="159649"/>
                </a:lnTo>
                <a:lnTo>
                  <a:pt x="590607" y="159656"/>
                </a:lnTo>
                <a:lnTo>
                  <a:pt x="591666" y="159647"/>
                </a:lnTo>
                <a:lnTo>
                  <a:pt x="592715" y="159622"/>
                </a:lnTo>
                <a:lnTo>
                  <a:pt x="593752" y="159579"/>
                </a:lnTo>
                <a:lnTo>
                  <a:pt x="594779" y="159519"/>
                </a:lnTo>
                <a:lnTo>
                  <a:pt x="595796" y="159443"/>
                </a:lnTo>
                <a:close/>
                <a:moveTo>
                  <a:pt x="591932" y="144840"/>
                </a:moveTo>
                <a:lnTo>
                  <a:pt x="591242" y="144744"/>
                </a:lnTo>
                <a:lnTo>
                  <a:pt x="590568" y="144630"/>
                </a:lnTo>
                <a:lnTo>
                  <a:pt x="589910" y="144499"/>
                </a:lnTo>
                <a:lnTo>
                  <a:pt x="589269" y="144350"/>
                </a:lnTo>
                <a:lnTo>
                  <a:pt x="588644" y="144184"/>
                </a:lnTo>
                <a:lnTo>
                  <a:pt x="588035" y="144000"/>
                </a:lnTo>
                <a:lnTo>
                  <a:pt x="587443" y="143799"/>
                </a:lnTo>
                <a:lnTo>
                  <a:pt x="586866" y="143580"/>
                </a:lnTo>
                <a:lnTo>
                  <a:pt x="586306" y="143344"/>
                </a:lnTo>
                <a:lnTo>
                  <a:pt x="585762" y="143090"/>
                </a:lnTo>
                <a:lnTo>
                  <a:pt x="585235" y="142819"/>
                </a:lnTo>
                <a:lnTo>
                  <a:pt x="584723" y="142530"/>
                </a:lnTo>
                <a:lnTo>
                  <a:pt x="584228" y="142224"/>
                </a:lnTo>
                <a:lnTo>
                  <a:pt x="583749" y="141900"/>
                </a:lnTo>
                <a:lnTo>
                  <a:pt x="583287" y="141559"/>
                </a:lnTo>
                <a:lnTo>
                  <a:pt x="582840" y="141201"/>
                </a:lnTo>
                <a:lnTo>
                  <a:pt x="582410" y="140824"/>
                </a:lnTo>
                <a:lnTo>
                  <a:pt x="581996" y="140431"/>
                </a:lnTo>
                <a:lnTo>
                  <a:pt x="581598" y="140019"/>
                </a:lnTo>
                <a:lnTo>
                  <a:pt x="581217" y="139593"/>
                </a:lnTo>
                <a:lnTo>
                  <a:pt x="580851" y="139155"/>
                </a:lnTo>
                <a:lnTo>
                  <a:pt x="580502" y="138704"/>
                </a:lnTo>
                <a:lnTo>
                  <a:pt x="580170" y="138241"/>
                </a:lnTo>
                <a:lnTo>
                  <a:pt x="579853" y="137766"/>
                </a:lnTo>
                <a:lnTo>
                  <a:pt x="579553" y="137279"/>
                </a:lnTo>
                <a:lnTo>
                  <a:pt x="579268" y="136780"/>
                </a:lnTo>
                <a:lnTo>
                  <a:pt x="579001" y="136269"/>
                </a:lnTo>
                <a:lnTo>
                  <a:pt x="578749" y="135745"/>
                </a:lnTo>
                <a:lnTo>
                  <a:pt x="578514" y="135210"/>
                </a:lnTo>
                <a:lnTo>
                  <a:pt x="578294" y="134662"/>
                </a:lnTo>
                <a:lnTo>
                  <a:pt x="578091" y="134102"/>
                </a:lnTo>
                <a:lnTo>
                  <a:pt x="577905" y="133530"/>
                </a:lnTo>
                <a:lnTo>
                  <a:pt x="577734" y="132945"/>
                </a:lnTo>
                <a:lnTo>
                  <a:pt x="577580" y="132349"/>
                </a:lnTo>
                <a:lnTo>
                  <a:pt x="577442" y="131740"/>
                </a:lnTo>
                <a:lnTo>
                  <a:pt x="577320" y="131120"/>
                </a:lnTo>
                <a:lnTo>
                  <a:pt x="577215" y="130487"/>
                </a:lnTo>
                <a:lnTo>
                  <a:pt x="577125" y="129842"/>
                </a:lnTo>
                <a:lnTo>
                  <a:pt x="577052" y="129185"/>
                </a:lnTo>
                <a:lnTo>
                  <a:pt x="576996" y="128515"/>
                </a:lnTo>
                <a:lnTo>
                  <a:pt x="576955" y="127834"/>
                </a:lnTo>
                <a:lnTo>
                  <a:pt x="576931" y="127140"/>
                </a:lnTo>
                <a:lnTo>
                  <a:pt x="576923" y="126434"/>
                </a:lnTo>
                <a:lnTo>
                  <a:pt x="576944" y="125370"/>
                </a:lnTo>
                <a:lnTo>
                  <a:pt x="577007" y="124330"/>
                </a:lnTo>
                <a:lnTo>
                  <a:pt x="577113" y="123316"/>
                </a:lnTo>
                <a:lnTo>
                  <a:pt x="577262" y="122327"/>
                </a:lnTo>
                <a:lnTo>
                  <a:pt x="577452" y="121364"/>
                </a:lnTo>
                <a:lnTo>
                  <a:pt x="577685" y="120426"/>
                </a:lnTo>
                <a:lnTo>
                  <a:pt x="577961" y="119513"/>
                </a:lnTo>
                <a:lnTo>
                  <a:pt x="578278" y="118626"/>
                </a:lnTo>
                <a:lnTo>
                  <a:pt x="578639" y="117763"/>
                </a:lnTo>
                <a:lnTo>
                  <a:pt x="579041" y="116927"/>
                </a:lnTo>
                <a:lnTo>
                  <a:pt x="579486" y="116115"/>
                </a:lnTo>
                <a:lnTo>
                  <a:pt x="579973" y="115329"/>
                </a:lnTo>
                <a:lnTo>
                  <a:pt x="580503" y="114568"/>
                </a:lnTo>
                <a:lnTo>
                  <a:pt x="581075" y="113833"/>
                </a:lnTo>
                <a:lnTo>
                  <a:pt x="581689" y="113122"/>
                </a:lnTo>
                <a:lnTo>
                  <a:pt x="582346" y="112438"/>
                </a:lnTo>
                <a:lnTo>
                  <a:pt x="583045" y="111778"/>
                </a:lnTo>
                <a:lnTo>
                  <a:pt x="583786" y="111144"/>
                </a:lnTo>
                <a:lnTo>
                  <a:pt x="584570" y="110535"/>
                </a:lnTo>
                <a:lnTo>
                  <a:pt x="585396" y="109952"/>
                </a:lnTo>
                <a:lnTo>
                  <a:pt x="586265" y="109393"/>
                </a:lnTo>
                <a:lnTo>
                  <a:pt x="587176" y="108861"/>
                </a:lnTo>
                <a:lnTo>
                  <a:pt x="588129" y="108353"/>
                </a:lnTo>
                <a:lnTo>
                  <a:pt x="589125" y="107871"/>
                </a:lnTo>
                <a:lnTo>
                  <a:pt x="590169" y="107411"/>
                </a:lnTo>
                <a:lnTo>
                  <a:pt x="591269" y="106969"/>
                </a:lnTo>
                <a:lnTo>
                  <a:pt x="592425" y="106545"/>
                </a:lnTo>
                <a:lnTo>
                  <a:pt x="593636" y="106139"/>
                </a:lnTo>
                <a:lnTo>
                  <a:pt x="594902" y="105752"/>
                </a:lnTo>
                <a:lnTo>
                  <a:pt x="596224" y="105384"/>
                </a:lnTo>
                <a:lnTo>
                  <a:pt x="597601" y="105033"/>
                </a:lnTo>
                <a:lnTo>
                  <a:pt x="599034" y="104701"/>
                </a:lnTo>
                <a:lnTo>
                  <a:pt x="600522" y="104387"/>
                </a:lnTo>
                <a:lnTo>
                  <a:pt x="602065" y="104092"/>
                </a:lnTo>
                <a:lnTo>
                  <a:pt x="603664" y="103815"/>
                </a:lnTo>
                <a:lnTo>
                  <a:pt x="605318" y="103556"/>
                </a:lnTo>
                <a:lnTo>
                  <a:pt x="607028" y="103316"/>
                </a:lnTo>
                <a:lnTo>
                  <a:pt x="608794" y="103094"/>
                </a:lnTo>
                <a:lnTo>
                  <a:pt x="610614" y="102890"/>
                </a:lnTo>
                <a:lnTo>
                  <a:pt x="612490" y="102704"/>
                </a:lnTo>
                <a:lnTo>
                  <a:pt x="614422" y="102537"/>
                </a:lnTo>
                <a:lnTo>
                  <a:pt x="616409" y="102388"/>
                </a:lnTo>
                <a:lnTo>
                  <a:pt x="618451" y="102258"/>
                </a:lnTo>
                <a:lnTo>
                  <a:pt x="620549" y="102146"/>
                </a:lnTo>
                <a:lnTo>
                  <a:pt x="622702" y="102052"/>
                </a:lnTo>
                <a:lnTo>
                  <a:pt x="624911" y="101976"/>
                </a:lnTo>
                <a:lnTo>
                  <a:pt x="627175" y="101919"/>
                </a:lnTo>
                <a:lnTo>
                  <a:pt x="629495" y="101880"/>
                </a:lnTo>
                <a:lnTo>
                  <a:pt x="629495" y="125960"/>
                </a:lnTo>
                <a:lnTo>
                  <a:pt x="628996" y="126667"/>
                </a:lnTo>
                <a:lnTo>
                  <a:pt x="628488" y="127362"/>
                </a:lnTo>
                <a:lnTo>
                  <a:pt x="627971" y="128045"/>
                </a:lnTo>
                <a:lnTo>
                  <a:pt x="627445" y="128717"/>
                </a:lnTo>
                <a:lnTo>
                  <a:pt x="626910" y="129378"/>
                </a:lnTo>
                <a:lnTo>
                  <a:pt x="626366" y="130028"/>
                </a:lnTo>
                <a:lnTo>
                  <a:pt x="625813" y="130666"/>
                </a:lnTo>
                <a:lnTo>
                  <a:pt x="625250" y="131293"/>
                </a:lnTo>
                <a:lnTo>
                  <a:pt x="624678" y="131908"/>
                </a:lnTo>
                <a:lnTo>
                  <a:pt x="624098" y="132512"/>
                </a:lnTo>
                <a:lnTo>
                  <a:pt x="623508" y="133105"/>
                </a:lnTo>
                <a:lnTo>
                  <a:pt x="622909" y="133687"/>
                </a:lnTo>
                <a:lnTo>
                  <a:pt x="622301" y="134257"/>
                </a:lnTo>
                <a:lnTo>
                  <a:pt x="621684" y="134816"/>
                </a:lnTo>
                <a:lnTo>
                  <a:pt x="621058" y="135363"/>
                </a:lnTo>
                <a:lnTo>
                  <a:pt x="620422" y="135899"/>
                </a:lnTo>
                <a:lnTo>
                  <a:pt x="619778" y="136424"/>
                </a:lnTo>
                <a:lnTo>
                  <a:pt x="619124" y="136938"/>
                </a:lnTo>
                <a:lnTo>
                  <a:pt x="618462" y="137440"/>
                </a:lnTo>
                <a:lnTo>
                  <a:pt x="617790" y="137931"/>
                </a:lnTo>
                <a:lnTo>
                  <a:pt x="617109" y="138410"/>
                </a:lnTo>
                <a:lnTo>
                  <a:pt x="616419" y="138878"/>
                </a:lnTo>
                <a:lnTo>
                  <a:pt x="615720" y="139335"/>
                </a:lnTo>
                <a:lnTo>
                  <a:pt x="615012" y="139781"/>
                </a:lnTo>
                <a:lnTo>
                  <a:pt x="614295" y="140211"/>
                </a:lnTo>
                <a:lnTo>
                  <a:pt x="613571" y="140624"/>
                </a:lnTo>
                <a:lnTo>
                  <a:pt x="612838" y="141018"/>
                </a:lnTo>
                <a:lnTo>
                  <a:pt x="612097" y="141393"/>
                </a:lnTo>
                <a:lnTo>
                  <a:pt x="611349" y="141751"/>
                </a:lnTo>
                <a:lnTo>
                  <a:pt x="610593" y="142090"/>
                </a:lnTo>
                <a:lnTo>
                  <a:pt x="609829" y="142410"/>
                </a:lnTo>
                <a:lnTo>
                  <a:pt x="609056" y="142713"/>
                </a:lnTo>
                <a:lnTo>
                  <a:pt x="608276" y="142997"/>
                </a:lnTo>
                <a:lnTo>
                  <a:pt x="607488" y="143263"/>
                </a:lnTo>
                <a:lnTo>
                  <a:pt x="606692" y="143510"/>
                </a:lnTo>
                <a:lnTo>
                  <a:pt x="605889" y="143739"/>
                </a:lnTo>
                <a:lnTo>
                  <a:pt x="605077" y="143950"/>
                </a:lnTo>
                <a:lnTo>
                  <a:pt x="604257" y="144142"/>
                </a:lnTo>
                <a:lnTo>
                  <a:pt x="603430" y="144316"/>
                </a:lnTo>
                <a:lnTo>
                  <a:pt x="602594" y="144472"/>
                </a:lnTo>
                <a:lnTo>
                  <a:pt x="601751" y="144610"/>
                </a:lnTo>
                <a:lnTo>
                  <a:pt x="600899" y="144729"/>
                </a:lnTo>
                <a:lnTo>
                  <a:pt x="600040" y="144830"/>
                </a:lnTo>
                <a:lnTo>
                  <a:pt x="599173" y="144912"/>
                </a:lnTo>
                <a:lnTo>
                  <a:pt x="598298" y="144976"/>
                </a:lnTo>
                <a:lnTo>
                  <a:pt x="597415" y="145022"/>
                </a:lnTo>
                <a:lnTo>
                  <a:pt x="596524" y="145049"/>
                </a:lnTo>
                <a:lnTo>
                  <a:pt x="595625" y="145059"/>
                </a:lnTo>
                <a:lnTo>
                  <a:pt x="594854" y="145050"/>
                </a:lnTo>
                <a:lnTo>
                  <a:pt x="594099" y="145024"/>
                </a:lnTo>
                <a:lnTo>
                  <a:pt x="593360" y="144980"/>
                </a:lnTo>
                <a:lnTo>
                  <a:pt x="592638" y="144919"/>
                </a:lnTo>
                <a:lnTo>
                  <a:pt x="591932" y="144840"/>
                </a:lnTo>
                <a:close/>
                <a:moveTo>
                  <a:pt x="797264" y="159449"/>
                </a:moveTo>
                <a:lnTo>
                  <a:pt x="798333" y="159358"/>
                </a:lnTo>
                <a:lnTo>
                  <a:pt x="799388" y="159251"/>
                </a:lnTo>
                <a:lnTo>
                  <a:pt x="800431" y="159127"/>
                </a:lnTo>
                <a:lnTo>
                  <a:pt x="801460" y="158986"/>
                </a:lnTo>
                <a:lnTo>
                  <a:pt x="802476" y="158829"/>
                </a:lnTo>
                <a:lnTo>
                  <a:pt x="803480" y="158656"/>
                </a:lnTo>
                <a:lnTo>
                  <a:pt x="804470" y="158465"/>
                </a:lnTo>
                <a:lnTo>
                  <a:pt x="805447" y="158259"/>
                </a:lnTo>
                <a:lnTo>
                  <a:pt x="806411" y="158036"/>
                </a:lnTo>
                <a:lnTo>
                  <a:pt x="807362" y="157796"/>
                </a:lnTo>
                <a:lnTo>
                  <a:pt x="808299" y="157540"/>
                </a:lnTo>
                <a:lnTo>
                  <a:pt x="809224" y="157267"/>
                </a:lnTo>
                <a:lnTo>
                  <a:pt x="810136" y="156978"/>
                </a:lnTo>
                <a:lnTo>
                  <a:pt x="811035" y="156672"/>
                </a:lnTo>
                <a:lnTo>
                  <a:pt x="811920" y="156349"/>
                </a:lnTo>
                <a:lnTo>
                  <a:pt x="812793" y="156010"/>
                </a:lnTo>
                <a:lnTo>
                  <a:pt x="813652" y="155655"/>
                </a:lnTo>
                <a:lnTo>
                  <a:pt x="814499" y="155283"/>
                </a:lnTo>
                <a:lnTo>
                  <a:pt x="815332" y="154895"/>
                </a:lnTo>
                <a:lnTo>
                  <a:pt x="816151" y="154491"/>
                </a:lnTo>
                <a:lnTo>
                  <a:pt x="816955" y="154073"/>
                </a:lnTo>
                <a:lnTo>
                  <a:pt x="817744" y="153641"/>
                </a:lnTo>
                <a:lnTo>
                  <a:pt x="818517" y="153195"/>
                </a:lnTo>
                <a:lnTo>
                  <a:pt x="819275" y="152736"/>
                </a:lnTo>
                <a:lnTo>
                  <a:pt x="820018" y="152262"/>
                </a:lnTo>
                <a:lnTo>
                  <a:pt x="820746" y="151775"/>
                </a:lnTo>
                <a:lnTo>
                  <a:pt x="821458" y="151274"/>
                </a:lnTo>
                <a:lnTo>
                  <a:pt x="822156" y="150759"/>
                </a:lnTo>
                <a:lnTo>
                  <a:pt x="822838" y="150230"/>
                </a:lnTo>
                <a:lnTo>
                  <a:pt x="823504" y="149687"/>
                </a:lnTo>
                <a:lnTo>
                  <a:pt x="824156" y="149130"/>
                </a:lnTo>
                <a:lnTo>
                  <a:pt x="824792" y="148560"/>
                </a:lnTo>
                <a:lnTo>
                  <a:pt x="825413" y="147975"/>
                </a:lnTo>
                <a:lnTo>
                  <a:pt x="826019" y="147377"/>
                </a:lnTo>
                <a:lnTo>
                  <a:pt x="826609" y="146764"/>
                </a:lnTo>
                <a:lnTo>
                  <a:pt x="827184" y="146138"/>
                </a:lnTo>
                <a:lnTo>
                  <a:pt x="827744" y="145498"/>
                </a:lnTo>
                <a:lnTo>
                  <a:pt x="828289" y="144844"/>
                </a:lnTo>
                <a:lnTo>
                  <a:pt x="828819" y="144177"/>
                </a:lnTo>
                <a:lnTo>
                  <a:pt x="829333" y="143495"/>
                </a:lnTo>
                <a:lnTo>
                  <a:pt x="829832" y="142799"/>
                </a:lnTo>
                <a:lnTo>
                  <a:pt x="830316" y="142090"/>
                </a:lnTo>
                <a:lnTo>
                  <a:pt x="830784" y="141367"/>
                </a:lnTo>
                <a:lnTo>
                  <a:pt x="831236" y="140630"/>
                </a:lnTo>
                <a:lnTo>
                  <a:pt x="831670" y="139883"/>
                </a:lnTo>
                <a:lnTo>
                  <a:pt x="832086" y="139123"/>
                </a:lnTo>
                <a:lnTo>
                  <a:pt x="832484" y="138352"/>
                </a:lnTo>
                <a:lnTo>
                  <a:pt x="832864" y="137570"/>
                </a:lnTo>
                <a:lnTo>
                  <a:pt x="833225" y="136776"/>
                </a:lnTo>
                <a:lnTo>
                  <a:pt x="833569" y="135970"/>
                </a:lnTo>
                <a:lnTo>
                  <a:pt x="833895" y="135152"/>
                </a:lnTo>
                <a:lnTo>
                  <a:pt x="834203" y="134323"/>
                </a:lnTo>
                <a:lnTo>
                  <a:pt x="834493" y="133482"/>
                </a:lnTo>
                <a:lnTo>
                  <a:pt x="834764" y="132630"/>
                </a:lnTo>
                <a:lnTo>
                  <a:pt x="835018" y="131766"/>
                </a:lnTo>
                <a:lnTo>
                  <a:pt x="835254" y="130890"/>
                </a:lnTo>
                <a:lnTo>
                  <a:pt x="835471" y="130003"/>
                </a:lnTo>
                <a:lnTo>
                  <a:pt x="835671" y="129104"/>
                </a:lnTo>
                <a:lnTo>
                  <a:pt x="835853" y="128193"/>
                </a:lnTo>
                <a:lnTo>
                  <a:pt x="836016" y="127271"/>
                </a:lnTo>
                <a:lnTo>
                  <a:pt x="836162" y="126337"/>
                </a:lnTo>
                <a:lnTo>
                  <a:pt x="836290" y="125392"/>
                </a:lnTo>
                <a:lnTo>
                  <a:pt x="836399" y="124435"/>
                </a:lnTo>
                <a:lnTo>
                  <a:pt x="836491" y="123466"/>
                </a:lnTo>
                <a:lnTo>
                  <a:pt x="836564" y="122486"/>
                </a:lnTo>
                <a:lnTo>
                  <a:pt x="836620" y="121494"/>
                </a:lnTo>
                <a:lnTo>
                  <a:pt x="836657" y="120490"/>
                </a:lnTo>
                <a:lnTo>
                  <a:pt x="817841" y="120490"/>
                </a:lnTo>
                <a:lnTo>
                  <a:pt x="817801" y="121469"/>
                </a:lnTo>
                <a:lnTo>
                  <a:pt x="817739" y="122429"/>
                </a:lnTo>
                <a:lnTo>
                  <a:pt x="817655" y="123370"/>
                </a:lnTo>
                <a:lnTo>
                  <a:pt x="817548" y="124291"/>
                </a:lnTo>
                <a:lnTo>
                  <a:pt x="817419" y="125193"/>
                </a:lnTo>
                <a:lnTo>
                  <a:pt x="817267" y="126075"/>
                </a:lnTo>
                <a:lnTo>
                  <a:pt x="817093" y="126939"/>
                </a:lnTo>
                <a:lnTo>
                  <a:pt x="816897" y="127782"/>
                </a:lnTo>
                <a:lnTo>
                  <a:pt x="816678" y="128607"/>
                </a:lnTo>
                <a:lnTo>
                  <a:pt x="816437" y="129412"/>
                </a:lnTo>
                <a:lnTo>
                  <a:pt x="816174" y="130198"/>
                </a:lnTo>
                <a:lnTo>
                  <a:pt x="815888" y="130964"/>
                </a:lnTo>
                <a:lnTo>
                  <a:pt x="815580" y="131711"/>
                </a:lnTo>
                <a:lnTo>
                  <a:pt x="815249" y="132439"/>
                </a:lnTo>
                <a:lnTo>
                  <a:pt x="814896" y="133147"/>
                </a:lnTo>
                <a:lnTo>
                  <a:pt x="814521" y="133836"/>
                </a:lnTo>
                <a:lnTo>
                  <a:pt x="814123" y="134506"/>
                </a:lnTo>
                <a:lnTo>
                  <a:pt x="813703" y="135156"/>
                </a:lnTo>
                <a:lnTo>
                  <a:pt x="813261" y="135787"/>
                </a:lnTo>
                <a:lnTo>
                  <a:pt x="812796" y="136398"/>
                </a:lnTo>
                <a:lnTo>
                  <a:pt x="812309" y="136990"/>
                </a:lnTo>
                <a:lnTo>
                  <a:pt x="811799" y="137563"/>
                </a:lnTo>
                <a:lnTo>
                  <a:pt x="811268" y="138117"/>
                </a:lnTo>
                <a:lnTo>
                  <a:pt x="810713" y="138651"/>
                </a:lnTo>
                <a:lnTo>
                  <a:pt x="810138" y="139165"/>
                </a:lnTo>
                <a:lnTo>
                  <a:pt x="809545" y="139656"/>
                </a:lnTo>
                <a:lnTo>
                  <a:pt x="808932" y="140126"/>
                </a:lnTo>
                <a:lnTo>
                  <a:pt x="808301" y="140574"/>
                </a:lnTo>
                <a:lnTo>
                  <a:pt x="807651" y="141000"/>
                </a:lnTo>
                <a:lnTo>
                  <a:pt x="806982" y="141404"/>
                </a:lnTo>
                <a:lnTo>
                  <a:pt x="806294" y="141787"/>
                </a:lnTo>
                <a:lnTo>
                  <a:pt x="805588" y="142147"/>
                </a:lnTo>
                <a:lnTo>
                  <a:pt x="804863" y="142486"/>
                </a:lnTo>
                <a:lnTo>
                  <a:pt x="804118" y="142803"/>
                </a:lnTo>
                <a:lnTo>
                  <a:pt x="803355" y="143098"/>
                </a:lnTo>
                <a:lnTo>
                  <a:pt x="802574" y="143371"/>
                </a:lnTo>
                <a:lnTo>
                  <a:pt x="801773" y="143622"/>
                </a:lnTo>
                <a:lnTo>
                  <a:pt x="800954" y="143852"/>
                </a:lnTo>
                <a:lnTo>
                  <a:pt x="800116" y="144060"/>
                </a:lnTo>
                <a:lnTo>
                  <a:pt x="799259" y="144245"/>
                </a:lnTo>
                <a:lnTo>
                  <a:pt x="798383" y="144409"/>
                </a:lnTo>
                <a:lnTo>
                  <a:pt x="797488" y="144551"/>
                </a:lnTo>
                <a:lnTo>
                  <a:pt x="796575" y="144671"/>
                </a:lnTo>
                <a:lnTo>
                  <a:pt x="795643" y="144770"/>
                </a:lnTo>
                <a:lnTo>
                  <a:pt x="794692" y="144846"/>
                </a:lnTo>
                <a:lnTo>
                  <a:pt x="793722" y="144901"/>
                </a:lnTo>
                <a:lnTo>
                  <a:pt x="792733" y="144934"/>
                </a:lnTo>
                <a:lnTo>
                  <a:pt x="791726" y="144945"/>
                </a:lnTo>
                <a:lnTo>
                  <a:pt x="790792" y="144935"/>
                </a:lnTo>
                <a:lnTo>
                  <a:pt x="789874" y="144905"/>
                </a:lnTo>
                <a:lnTo>
                  <a:pt x="788970" y="144855"/>
                </a:lnTo>
                <a:lnTo>
                  <a:pt x="788081" y="144786"/>
                </a:lnTo>
                <a:lnTo>
                  <a:pt x="787207" y="144697"/>
                </a:lnTo>
                <a:lnTo>
                  <a:pt x="786348" y="144588"/>
                </a:lnTo>
                <a:lnTo>
                  <a:pt x="785504" y="144459"/>
                </a:lnTo>
                <a:lnTo>
                  <a:pt x="784674" y="144310"/>
                </a:lnTo>
                <a:lnTo>
                  <a:pt x="783860" y="144142"/>
                </a:lnTo>
                <a:lnTo>
                  <a:pt x="783060" y="143953"/>
                </a:lnTo>
                <a:lnTo>
                  <a:pt x="782275" y="143745"/>
                </a:lnTo>
                <a:lnTo>
                  <a:pt x="781505" y="143517"/>
                </a:lnTo>
                <a:lnTo>
                  <a:pt x="780750" y="143269"/>
                </a:lnTo>
                <a:lnTo>
                  <a:pt x="780009" y="143002"/>
                </a:lnTo>
                <a:lnTo>
                  <a:pt x="779284" y="142714"/>
                </a:lnTo>
                <a:lnTo>
                  <a:pt x="778573" y="142407"/>
                </a:lnTo>
                <a:lnTo>
                  <a:pt x="777877" y="142080"/>
                </a:lnTo>
                <a:lnTo>
                  <a:pt x="777196" y="141733"/>
                </a:lnTo>
                <a:lnTo>
                  <a:pt x="776530" y="141366"/>
                </a:lnTo>
                <a:lnTo>
                  <a:pt x="775879" y="140980"/>
                </a:lnTo>
                <a:lnTo>
                  <a:pt x="775242" y="140574"/>
                </a:lnTo>
                <a:lnTo>
                  <a:pt x="774621" y="140147"/>
                </a:lnTo>
                <a:lnTo>
                  <a:pt x="774014" y="139701"/>
                </a:lnTo>
                <a:lnTo>
                  <a:pt x="773422" y="139235"/>
                </a:lnTo>
                <a:lnTo>
                  <a:pt x="772844" y="138753"/>
                </a:lnTo>
                <a:lnTo>
                  <a:pt x="772280" y="138258"/>
                </a:lnTo>
                <a:lnTo>
                  <a:pt x="771729" y="137750"/>
                </a:lnTo>
                <a:lnTo>
                  <a:pt x="771191" y="137228"/>
                </a:lnTo>
                <a:lnTo>
                  <a:pt x="770666" y="136694"/>
                </a:lnTo>
                <a:lnTo>
                  <a:pt x="770154" y="136147"/>
                </a:lnTo>
                <a:lnTo>
                  <a:pt x="769656" y="135586"/>
                </a:lnTo>
                <a:lnTo>
                  <a:pt x="769171" y="135013"/>
                </a:lnTo>
                <a:lnTo>
                  <a:pt x="768699" y="134427"/>
                </a:lnTo>
                <a:lnTo>
                  <a:pt x="768241" y="133828"/>
                </a:lnTo>
                <a:lnTo>
                  <a:pt x="767796" y="133215"/>
                </a:lnTo>
                <a:lnTo>
                  <a:pt x="767364" y="132590"/>
                </a:lnTo>
                <a:lnTo>
                  <a:pt x="766945" y="131952"/>
                </a:lnTo>
                <a:lnTo>
                  <a:pt x="766540" y="131300"/>
                </a:lnTo>
                <a:lnTo>
                  <a:pt x="766148" y="130636"/>
                </a:lnTo>
                <a:lnTo>
                  <a:pt x="765769" y="129959"/>
                </a:lnTo>
                <a:lnTo>
                  <a:pt x="765403" y="129268"/>
                </a:lnTo>
                <a:lnTo>
                  <a:pt x="765051" y="128565"/>
                </a:lnTo>
                <a:lnTo>
                  <a:pt x="764712" y="127849"/>
                </a:lnTo>
                <a:lnTo>
                  <a:pt x="764386" y="127119"/>
                </a:lnTo>
                <a:lnTo>
                  <a:pt x="764074" y="126377"/>
                </a:lnTo>
                <a:lnTo>
                  <a:pt x="763774" y="125621"/>
                </a:lnTo>
                <a:lnTo>
                  <a:pt x="763488" y="124853"/>
                </a:lnTo>
                <a:lnTo>
                  <a:pt x="763216" y="124072"/>
                </a:lnTo>
                <a:lnTo>
                  <a:pt x="762955" y="123281"/>
                </a:lnTo>
                <a:lnTo>
                  <a:pt x="762705" y="122483"/>
                </a:lnTo>
                <a:lnTo>
                  <a:pt x="762466" y="121679"/>
                </a:lnTo>
                <a:lnTo>
                  <a:pt x="762237" y="120869"/>
                </a:lnTo>
                <a:lnTo>
                  <a:pt x="762019" y="120052"/>
                </a:lnTo>
                <a:lnTo>
                  <a:pt x="761812" y="119229"/>
                </a:lnTo>
                <a:lnTo>
                  <a:pt x="761615" y="118400"/>
                </a:lnTo>
                <a:lnTo>
                  <a:pt x="761429" y="117564"/>
                </a:lnTo>
                <a:lnTo>
                  <a:pt x="761254" y="116722"/>
                </a:lnTo>
                <a:lnTo>
                  <a:pt x="761089" y="115873"/>
                </a:lnTo>
                <a:lnTo>
                  <a:pt x="760936" y="115018"/>
                </a:lnTo>
                <a:lnTo>
                  <a:pt x="760792" y="114156"/>
                </a:lnTo>
                <a:lnTo>
                  <a:pt x="760660" y="113289"/>
                </a:lnTo>
                <a:lnTo>
                  <a:pt x="760538" y="112414"/>
                </a:lnTo>
                <a:lnTo>
                  <a:pt x="760427" y="111534"/>
                </a:lnTo>
                <a:lnTo>
                  <a:pt x="760327" y="110647"/>
                </a:lnTo>
                <a:lnTo>
                  <a:pt x="760237" y="109753"/>
                </a:lnTo>
                <a:lnTo>
                  <a:pt x="760158" y="108853"/>
                </a:lnTo>
                <a:lnTo>
                  <a:pt x="760090" y="107947"/>
                </a:lnTo>
                <a:lnTo>
                  <a:pt x="760032" y="107035"/>
                </a:lnTo>
                <a:lnTo>
                  <a:pt x="759985" y="106116"/>
                </a:lnTo>
                <a:lnTo>
                  <a:pt x="759949" y="105190"/>
                </a:lnTo>
                <a:lnTo>
                  <a:pt x="759923" y="104258"/>
                </a:lnTo>
                <a:lnTo>
                  <a:pt x="759909" y="103320"/>
                </a:lnTo>
                <a:lnTo>
                  <a:pt x="836201" y="103320"/>
                </a:lnTo>
                <a:lnTo>
                  <a:pt x="836220" y="103230"/>
                </a:lnTo>
                <a:lnTo>
                  <a:pt x="836238" y="103135"/>
                </a:lnTo>
                <a:lnTo>
                  <a:pt x="836256" y="103035"/>
                </a:lnTo>
                <a:lnTo>
                  <a:pt x="836272" y="102931"/>
                </a:lnTo>
                <a:lnTo>
                  <a:pt x="836289" y="102822"/>
                </a:lnTo>
                <a:lnTo>
                  <a:pt x="836305" y="102708"/>
                </a:lnTo>
                <a:lnTo>
                  <a:pt x="836320" y="102590"/>
                </a:lnTo>
                <a:lnTo>
                  <a:pt x="836334" y="102467"/>
                </a:lnTo>
                <a:lnTo>
                  <a:pt x="836348" y="102339"/>
                </a:lnTo>
                <a:lnTo>
                  <a:pt x="836362" y="102207"/>
                </a:lnTo>
                <a:lnTo>
                  <a:pt x="836374" y="102070"/>
                </a:lnTo>
                <a:lnTo>
                  <a:pt x="836387" y="101928"/>
                </a:lnTo>
                <a:lnTo>
                  <a:pt x="836398" y="101782"/>
                </a:lnTo>
                <a:lnTo>
                  <a:pt x="836409" y="101631"/>
                </a:lnTo>
                <a:lnTo>
                  <a:pt x="836419" y="101475"/>
                </a:lnTo>
                <a:lnTo>
                  <a:pt x="836429" y="101315"/>
                </a:lnTo>
                <a:lnTo>
                  <a:pt x="836438" y="101150"/>
                </a:lnTo>
                <a:lnTo>
                  <a:pt x="836447" y="100980"/>
                </a:lnTo>
                <a:lnTo>
                  <a:pt x="836455" y="100806"/>
                </a:lnTo>
                <a:lnTo>
                  <a:pt x="836463" y="100626"/>
                </a:lnTo>
                <a:lnTo>
                  <a:pt x="836469" y="100443"/>
                </a:lnTo>
                <a:lnTo>
                  <a:pt x="836476" y="100254"/>
                </a:lnTo>
                <a:lnTo>
                  <a:pt x="836481" y="100061"/>
                </a:lnTo>
                <a:lnTo>
                  <a:pt x="836486" y="99863"/>
                </a:lnTo>
                <a:lnTo>
                  <a:pt x="836491" y="99664"/>
                </a:lnTo>
                <a:lnTo>
                  <a:pt x="836495" y="99467"/>
                </a:lnTo>
                <a:lnTo>
                  <a:pt x="836500" y="99272"/>
                </a:lnTo>
                <a:lnTo>
                  <a:pt x="836504" y="99079"/>
                </a:lnTo>
                <a:lnTo>
                  <a:pt x="836508" y="98889"/>
                </a:lnTo>
                <a:lnTo>
                  <a:pt x="836511" y="98701"/>
                </a:lnTo>
                <a:lnTo>
                  <a:pt x="836515" y="98515"/>
                </a:lnTo>
                <a:lnTo>
                  <a:pt x="836518" y="98331"/>
                </a:lnTo>
                <a:lnTo>
                  <a:pt x="836521" y="98150"/>
                </a:lnTo>
                <a:lnTo>
                  <a:pt x="836524" y="97971"/>
                </a:lnTo>
                <a:lnTo>
                  <a:pt x="836527" y="97794"/>
                </a:lnTo>
                <a:lnTo>
                  <a:pt x="836529" y="97619"/>
                </a:lnTo>
                <a:lnTo>
                  <a:pt x="836531" y="97446"/>
                </a:lnTo>
                <a:lnTo>
                  <a:pt x="836533" y="97276"/>
                </a:lnTo>
                <a:lnTo>
                  <a:pt x="836535" y="97108"/>
                </a:lnTo>
                <a:lnTo>
                  <a:pt x="836537" y="96943"/>
                </a:lnTo>
                <a:lnTo>
                  <a:pt x="836538" y="96779"/>
                </a:lnTo>
                <a:lnTo>
                  <a:pt x="836540" y="96618"/>
                </a:lnTo>
                <a:lnTo>
                  <a:pt x="836541" y="96459"/>
                </a:lnTo>
                <a:lnTo>
                  <a:pt x="836542" y="96302"/>
                </a:lnTo>
                <a:lnTo>
                  <a:pt x="836542" y="96147"/>
                </a:lnTo>
                <a:lnTo>
                  <a:pt x="836543" y="95995"/>
                </a:lnTo>
                <a:lnTo>
                  <a:pt x="836543" y="95845"/>
                </a:lnTo>
                <a:lnTo>
                  <a:pt x="836543" y="95697"/>
                </a:lnTo>
                <a:lnTo>
                  <a:pt x="836522" y="93520"/>
                </a:lnTo>
                <a:lnTo>
                  <a:pt x="836457" y="91385"/>
                </a:lnTo>
                <a:lnTo>
                  <a:pt x="836349" y="89293"/>
                </a:lnTo>
                <a:lnTo>
                  <a:pt x="836198" y="87244"/>
                </a:lnTo>
                <a:lnTo>
                  <a:pt x="836004" y="85238"/>
                </a:lnTo>
                <a:lnTo>
                  <a:pt x="835766" y="83274"/>
                </a:lnTo>
                <a:lnTo>
                  <a:pt x="835486" y="81353"/>
                </a:lnTo>
                <a:lnTo>
                  <a:pt x="835162" y="79475"/>
                </a:lnTo>
                <a:lnTo>
                  <a:pt x="834795" y="77640"/>
                </a:lnTo>
                <a:lnTo>
                  <a:pt x="834385" y="75847"/>
                </a:lnTo>
                <a:lnTo>
                  <a:pt x="833932" y="74097"/>
                </a:lnTo>
                <a:lnTo>
                  <a:pt x="833436" y="72390"/>
                </a:lnTo>
                <a:lnTo>
                  <a:pt x="832896" y="70726"/>
                </a:lnTo>
                <a:lnTo>
                  <a:pt x="832314" y="69105"/>
                </a:lnTo>
                <a:lnTo>
                  <a:pt x="831688" y="67526"/>
                </a:lnTo>
                <a:lnTo>
                  <a:pt x="831019" y="65990"/>
                </a:lnTo>
                <a:lnTo>
                  <a:pt x="830307" y="64497"/>
                </a:lnTo>
                <a:lnTo>
                  <a:pt x="829551" y="63046"/>
                </a:lnTo>
                <a:lnTo>
                  <a:pt x="828753" y="61638"/>
                </a:lnTo>
                <a:lnTo>
                  <a:pt x="827911" y="60274"/>
                </a:lnTo>
                <a:lnTo>
                  <a:pt x="827026" y="58951"/>
                </a:lnTo>
                <a:lnTo>
                  <a:pt x="826098" y="57672"/>
                </a:lnTo>
                <a:lnTo>
                  <a:pt x="825127" y="56435"/>
                </a:lnTo>
                <a:lnTo>
                  <a:pt x="824113" y="55242"/>
                </a:lnTo>
                <a:lnTo>
                  <a:pt x="823060" y="54093"/>
                </a:lnTo>
                <a:lnTo>
                  <a:pt x="821975" y="52994"/>
                </a:lnTo>
                <a:lnTo>
                  <a:pt x="820856" y="51943"/>
                </a:lnTo>
                <a:lnTo>
                  <a:pt x="819703" y="50941"/>
                </a:lnTo>
                <a:lnTo>
                  <a:pt x="818518" y="49989"/>
                </a:lnTo>
                <a:lnTo>
                  <a:pt x="817299" y="49085"/>
                </a:lnTo>
                <a:lnTo>
                  <a:pt x="816047" y="48229"/>
                </a:lnTo>
                <a:lnTo>
                  <a:pt x="814762" y="47423"/>
                </a:lnTo>
                <a:lnTo>
                  <a:pt x="813443" y="46666"/>
                </a:lnTo>
                <a:lnTo>
                  <a:pt x="812091" y="45957"/>
                </a:lnTo>
                <a:lnTo>
                  <a:pt x="810706" y="45297"/>
                </a:lnTo>
                <a:lnTo>
                  <a:pt x="809288" y="44687"/>
                </a:lnTo>
                <a:lnTo>
                  <a:pt x="807836" y="44125"/>
                </a:lnTo>
                <a:lnTo>
                  <a:pt x="806351" y="43612"/>
                </a:lnTo>
                <a:lnTo>
                  <a:pt x="804833" y="43147"/>
                </a:lnTo>
                <a:lnTo>
                  <a:pt x="803282" y="42732"/>
                </a:lnTo>
                <a:lnTo>
                  <a:pt x="801697" y="42366"/>
                </a:lnTo>
                <a:lnTo>
                  <a:pt x="800079" y="42048"/>
                </a:lnTo>
                <a:lnTo>
                  <a:pt x="798428" y="41779"/>
                </a:lnTo>
                <a:lnTo>
                  <a:pt x="796743" y="41559"/>
                </a:lnTo>
                <a:lnTo>
                  <a:pt x="795026" y="41388"/>
                </a:lnTo>
                <a:lnTo>
                  <a:pt x="793275" y="41266"/>
                </a:lnTo>
                <a:lnTo>
                  <a:pt x="791490" y="41193"/>
                </a:lnTo>
                <a:lnTo>
                  <a:pt x="789673" y="41168"/>
                </a:lnTo>
                <a:lnTo>
                  <a:pt x="788314" y="41181"/>
                </a:lnTo>
                <a:lnTo>
                  <a:pt x="786974" y="41221"/>
                </a:lnTo>
                <a:lnTo>
                  <a:pt x="785654" y="41286"/>
                </a:lnTo>
                <a:lnTo>
                  <a:pt x="784353" y="41377"/>
                </a:lnTo>
                <a:lnTo>
                  <a:pt x="783071" y="41495"/>
                </a:lnTo>
                <a:lnTo>
                  <a:pt x="781808" y="41638"/>
                </a:lnTo>
                <a:lnTo>
                  <a:pt x="780564" y="41808"/>
                </a:lnTo>
                <a:lnTo>
                  <a:pt x="779340" y="42003"/>
                </a:lnTo>
                <a:lnTo>
                  <a:pt x="778134" y="42225"/>
                </a:lnTo>
                <a:lnTo>
                  <a:pt x="776948" y="42473"/>
                </a:lnTo>
                <a:lnTo>
                  <a:pt x="775782" y="42747"/>
                </a:lnTo>
                <a:lnTo>
                  <a:pt x="774634" y="43047"/>
                </a:lnTo>
                <a:lnTo>
                  <a:pt x="773506" y="43374"/>
                </a:lnTo>
                <a:lnTo>
                  <a:pt x="772396" y="43726"/>
                </a:lnTo>
                <a:lnTo>
                  <a:pt x="771306" y="44104"/>
                </a:lnTo>
                <a:lnTo>
                  <a:pt x="770236" y="44509"/>
                </a:lnTo>
                <a:lnTo>
                  <a:pt x="769184" y="44939"/>
                </a:lnTo>
                <a:lnTo>
                  <a:pt x="768152" y="45396"/>
                </a:lnTo>
                <a:lnTo>
                  <a:pt x="767138" y="45879"/>
                </a:lnTo>
                <a:lnTo>
                  <a:pt x="766144" y="46388"/>
                </a:lnTo>
                <a:lnTo>
                  <a:pt x="765170" y="46923"/>
                </a:lnTo>
                <a:lnTo>
                  <a:pt x="764214" y="47484"/>
                </a:lnTo>
                <a:lnTo>
                  <a:pt x="763278" y="48071"/>
                </a:lnTo>
                <a:lnTo>
                  <a:pt x="762360" y="48684"/>
                </a:lnTo>
                <a:lnTo>
                  <a:pt x="761462" y="49321"/>
                </a:lnTo>
                <a:lnTo>
                  <a:pt x="760584" y="49977"/>
                </a:lnTo>
                <a:lnTo>
                  <a:pt x="759724" y="50654"/>
                </a:lnTo>
                <a:lnTo>
                  <a:pt x="758884" y="51351"/>
                </a:lnTo>
                <a:lnTo>
                  <a:pt x="758063" y="52068"/>
                </a:lnTo>
                <a:lnTo>
                  <a:pt x="757261" y="52806"/>
                </a:lnTo>
                <a:lnTo>
                  <a:pt x="756478" y="53563"/>
                </a:lnTo>
                <a:lnTo>
                  <a:pt x="755714" y="54341"/>
                </a:lnTo>
                <a:lnTo>
                  <a:pt x="754970" y="55139"/>
                </a:lnTo>
                <a:lnTo>
                  <a:pt x="754245" y="55957"/>
                </a:lnTo>
                <a:lnTo>
                  <a:pt x="753539" y="56795"/>
                </a:lnTo>
                <a:lnTo>
                  <a:pt x="752852" y="57653"/>
                </a:lnTo>
                <a:lnTo>
                  <a:pt x="752185" y="58532"/>
                </a:lnTo>
                <a:lnTo>
                  <a:pt x="751537" y="59431"/>
                </a:lnTo>
                <a:lnTo>
                  <a:pt x="750907" y="60350"/>
                </a:lnTo>
                <a:lnTo>
                  <a:pt x="750298" y="61289"/>
                </a:lnTo>
                <a:lnTo>
                  <a:pt x="749707" y="62248"/>
                </a:lnTo>
                <a:lnTo>
                  <a:pt x="749135" y="63228"/>
                </a:lnTo>
                <a:lnTo>
                  <a:pt x="748583" y="64227"/>
                </a:lnTo>
                <a:lnTo>
                  <a:pt x="748050" y="65247"/>
                </a:lnTo>
                <a:lnTo>
                  <a:pt x="747536" y="66287"/>
                </a:lnTo>
                <a:lnTo>
                  <a:pt x="747042" y="67348"/>
                </a:lnTo>
                <a:lnTo>
                  <a:pt x="746566" y="68428"/>
                </a:lnTo>
                <a:lnTo>
                  <a:pt x="746110" y="69529"/>
                </a:lnTo>
                <a:lnTo>
                  <a:pt x="745672" y="70647"/>
                </a:lnTo>
                <a:lnTo>
                  <a:pt x="745254" y="71779"/>
                </a:lnTo>
                <a:lnTo>
                  <a:pt x="744854" y="72926"/>
                </a:lnTo>
                <a:lnTo>
                  <a:pt x="744472" y="74087"/>
                </a:lnTo>
                <a:lnTo>
                  <a:pt x="744109" y="75263"/>
                </a:lnTo>
                <a:lnTo>
                  <a:pt x="743765" y="76453"/>
                </a:lnTo>
                <a:lnTo>
                  <a:pt x="743439" y="77658"/>
                </a:lnTo>
                <a:lnTo>
                  <a:pt x="743132" y="78878"/>
                </a:lnTo>
                <a:lnTo>
                  <a:pt x="742844" y="80111"/>
                </a:lnTo>
                <a:lnTo>
                  <a:pt x="742574" y="81360"/>
                </a:lnTo>
                <a:lnTo>
                  <a:pt x="742323" y="82622"/>
                </a:lnTo>
                <a:lnTo>
                  <a:pt x="742090" y="83899"/>
                </a:lnTo>
                <a:lnTo>
                  <a:pt x="741876" y="85191"/>
                </a:lnTo>
                <a:lnTo>
                  <a:pt x="741680" y="86497"/>
                </a:lnTo>
                <a:lnTo>
                  <a:pt x="741504" y="87818"/>
                </a:lnTo>
                <a:lnTo>
                  <a:pt x="741345" y="89153"/>
                </a:lnTo>
                <a:lnTo>
                  <a:pt x="741206" y="90503"/>
                </a:lnTo>
                <a:lnTo>
                  <a:pt x="741085" y="91867"/>
                </a:lnTo>
                <a:lnTo>
                  <a:pt x="740983" y="93245"/>
                </a:lnTo>
                <a:lnTo>
                  <a:pt x="740899" y="94638"/>
                </a:lnTo>
                <a:lnTo>
                  <a:pt x="740834" y="96046"/>
                </a:lnTo>
                <a:lnTo>
                  <a:pt x="740787" y="97468"/>
                </a:lnTo>
                <a:lnTo>
                  <a:pt x="740759" y="98904"/>
                </a:lnTo>
                <a:lnTo>
                  <a:pt x="740750" y="100355"/>
                </a:lnTo>
                <a:lnTo>
                  <a:pt x="740760" y="101749"/>
                </a:lnTo>
                <a:lnTo>
                  <a:pt x="740788" y="103130"/>
                </a:lnTo>
                <a:lnTo>
                  <a:pt x="740836" y="104501"/>
                </a:lnTo>
                <a:lnTo>
                  <a:pt x="740904" y="105859"/>
                </a:lnTo>
                <a:lnTo>
                  <a:pt x="740990" y="107207"/>
                </a:lnTo>
                <a:lnTo>
                  <a:pt x="741096" y="108542"/>
                </a:lnTo>
                <a:lnTo>
                  <a:pt x="741220" y="109866"/>
                </a:lnTo>
                <a:lnTo>
                  <a:pt x="741364" y="111178"/>
                </a:lnTo>
                <a:lnTo>
                  <a:pt x="741528" y="112479"/>
                </a:lnTo>
                <a:lnTo>
                  <a:pt x="741710" y="113768"/>
                </a:lnTo>
                <a:lnTo>
                  <a:pt x="741912" y="115045"/>
                </a:lnTo>
                <a:lnTo>
                  <a:pt x="742133" y="116311"/>
                </a:lnTo>
                <a:lnTo>
                  <a:pt x="742373" y="117565"/>
                </a:lnTo>
                <a:lnTo>
                  <a:pt x="742632" y="118807"/>
                </a:lnTo>
                <a:lnTo>
                  <a:pt x="742910" y="120038"/>
                </a:lnTo>
                <a:lnTo>
                  <a:pt x="743208" y="121258"/>
                </a:lnTo>
                <a:lnTo>
                  <a:pt x="743525" y="122465"/>
                </a:lnTo>
                <a:lnTo>
                  <a:pt x="743861" y="123661"/>
                </a:lnTo>
                <a:lnTo>
                  <a:pt x="744216" y="124846"/>
                </a:lnTo>
                <a:lnTo>
                  <a:pt x="744591" y="126018"/>
                </a:lnTo>
                <a:lnTo>
                  <a:pt x="744985" y="127180"/>
                </a:lnTo>
                <a:lnTo>
                  <a:pt x="745397" y="128329"/>
                </a:lnTo>
                <a:lnTo>
                  <a:pt x="745830" y="129467"/>
                </a:lnTo>
                <a:lnTo>
                  <a:pt x="746281" y="130593"/>
                </a:lnTo>
                <a:lnTo>
                  <a:pt x="746752" y="131704"/>
                </a:lnTo>
                <a:lnTo>
                  <a:pt x="747243" y="132795"/>
                </a:lnTo>
                <a:lnTo>
                  <a:pt x="747754" y="133866"/>
                </a:lnTo>
                <a:lnTo>
                  <a:pt x="748284" y="134918"/>
                </a:lnTo>
                <a:lnTo>
                  <a:pt x="748835" y="135950"/>
                </a:lnTo>
                <a:lnTo>
                  <a:pt x="749406" y="136963"/>
                </a:lnTo>
                <a:lnTo>
                  <a:pt x="749997" y="137956"/>
                </a:lnTo>
                <a:lnTo>
                  <a:pt x="750608" y="138929"/>
                </a:lnTo>
                <a:lnTo>
                  <a:pt x="751239" y="139883"/>
                </a:lnTo>
                <a:lnTo>
                  <a:pt x="751890" y="140818"/>
                </a:lnTo>
                <a:lnTo>
                  <a:pt x="752561" y="141733"/>
                </a:lnTo>
                <a:lnTo>
                  <a:pt x="753252" y="142628"/>
                </a:lnTo>
                <a:lnTo>
                  <a:pt x="753962" y="143504"/>
                </a:lnTo>
                <a:lnTo>
                  <a:pt x="754693" y="144360"/>
                </a:lnTo>
                <a:lnTo>
                  <a:pt x="755444" y="145197"/>
                </a:lnTo>
                <a:lnTo>
                  <a:pt x="756215" y="146014"/>
                </a:lnTo>
                <a:lnTo>
                  <a:pt x="757006" y="146812"/>
                </a:lnTo>
                <a:lnTo>
                  <a:pt x="757817" y="147590"/>
                </a:lnTo>
                <a:lnTo>
                  <a:pt x="758648" y="148348"/>
                </a:lnTo>
                <a:lnTo>
                  <a:pt x="759498" y="149087"/>
                </a:lnTo>
                <a:lnTo>
                  <a:pt x="760369" y="149807"/>
                </a:lnTo>
                <a:lnTo>
                  <a:pt x="761260" y="150506"/>
                </a:lnTo>
                <a:lnTo>
                  <a:pt x="762171" y="151187"/>
                </a:lnTo>
                <a:lnTo>
                  <a:pt x="763102" y="151848"/>
                </a:lnTo>
                <a:lnTo>
                  <a:pt x="764053" y="152485"/>
                </a:lnTo>
                <a:lnTo>
                  <a:pt x="765025" y="153095"/>
                </a:lnTo>
                <a:lnTo>
                  <a:pt x="766019" y="153678"/>
                </a:lnTo>
                <a:lnTo>
                  <a:pt x="767033" y="154233"/>
                </a:lnTo>
                <a:lnTo>
                  <a:pt x="768068" y="154762"/>
                </a:lnTo>
                <a:lnTo>
                  <a:pt x="769124" y="155264"/>
                </a:lnTo>
                <a:lnTo>
                  <a:pt x="770202" y="155738"/>
                </a:lnTo>
                <a:lnTo>
                  <a:pt x="771300" y="156185"/>
                </a:lnTo>
                <a:lnTo>
                  <a:pt x="772419" y="156606"/>
                </a:lnTo>
                <a:lnTo>
                  <a:pt x="773559" y="156999"/>
                </a:lnTo>
                <a:lnTo>
                  <a:pt x="774721" y="157365"/>
                </a:lnTo>
                <a:lnTo>
                  <a:pt x="775903" y="157704"/>
                </a:lnTo>
                <a:lnTo>
                  <a:pt x="777106" y="158015"/>
                </a:lnTo>
                <a:lnTo>
                  <a:pt x="778330" y="158300"/>
                </a:lnTo>
                <a:lnTo>
                  <a:pt x="779575" y="158558"/>
                </a:lnTo>
                <a:lnTo>
                  <a:pt x="780841" y="158788"/>
                </a:lnTo>
                <a:lnTo>
                  <a:pt x="782128" y="158991"/>
                </a:lnTo>
                <a:lnTo>
                  <a:pt x="783436" y="159168"/>
                </a:lnTo>
                <a:lnTo>
                  <a:pt x="784766" y="159317"/>
                </a:lnTo>
                <a:lnTo>
                  <a:pt x="786116" y="159439"/>
                </a:lnTo>
                <a:lnTo>
                  <a:pt x="787487" y="159534"/>
                </a:lnTo>
                <a:lnTo>
                  <a:pt x="788879" y="159601"/>
                </a:lnTo>
                <a:lnTo>
                  <a:pt x="790292" y="159642"/>
                </a:lnTo>
                <a:lnTo>
                  <a:pt x="791726" y="159656"/>
                </a:lnTo>
                <a:lnTo>
                  <a:pt x="792860" y="159647"/>
                </a:lnTo>
                <a:lnTo>
                  <a:pt x="793980" y="159623"/>
                </a:lnTo>
                <a:lnTo>
                  <a:pt x="795088" y="159581"/>
                </a:lnTo>
                <a:lnTo>
                  <a:pt x="796183" y="159523"/>
                </a:lnTo>
                <a:lnTo>
                  <a:pt x="797264" y="159449"/>
                </a:lnTo>
                <a:close/>
                <a:moveTo>
                  <a:pt x="760858" y="82890"/>
                </a:moveTo>
                <a:lnTo>
                  <a:pt x="761088" y="81669"/>
                </a:lnTo>
                <a:lnTo>
                  <a:pt x="761340" y="80475"/>
                </a:lnTo>
                <a:lnTo>
                  <a:pt x="761613" y="79308"/>
                </a:lnTo>
                <a:lnTo>
                  <a:pt x="761907" y="78169"/>
                </a:lnTo>
                <a:lnTo>
                  <a:pt x="762222" y="77056"/>
                </a:lnTo>
                <a:lnTo>
                  <a:pt x="762559" y="75972"/>
                </a:lnTo>
                <a:lnTo>
                  <a:pt x="762916" y="74914"/>
                </a:lnTo>
                <a:lnTo>
                  <a:pt x="763295" y="73884"/>
                </a:lnTo>
                <a:lnTo>
                  <a:pt x="763695" y="72882"/>
                </a:lnTo>
                <a:lnTo>
                  <a:pt x="764116" y="71906"/>
                </a:lnTo>
                <a:lnTo>
                  <a:pt x="764559" y="70958"/>
                </a:lnTo>
                <a:lnTo>
                  <a:pt x="765022" y="70037"/>
                </a:lnTo>
                <a:lnTo>
                  <a:pt x="765507" y="69144"/>
                </a:lnTo>
                <a:lnTo>
                  <a:pt x="766013" y="68278"/>
                </a:lnTo>
                <a:lnTo>
                  <a:pt x="766540" y="67439"/>
                </a:lnTo>
                <a:lnTo>
                  <a:pt x="767089" y="66628"/>
                </a:lnTo>
                <a:lnTo>
                  <a:pt x="767658" y="65844"/>
                </a:lnTo>
                <a:lnTo>
                  <a:pt x="768249" y="65087"/>
                </a:lnTo>
                <a:lnTo>
                  <a:pt x="768861" y="64358"/>
                </a:lnTo>
                <a:lnTo>
                  <a:pt x="769493" y="63657"/>
                </a:lnTo>
                <a:lnTo>
                  <a:pt x="770146" y="62985"/>
                </a:lnTo>
                <a:lnTo>
                  <a:pt x="770820" y="62344"/>
                </a:lnTo>
                <a:lnTo>
                  <a:pt x="771514" y="61732"/>
                </a:lnTo>
                <a:lnTo>
                  <a:pt x="772228" y="61150"/>
                </a:lnTo>
                <a:lnTo>
                  <a:pt x="772963" y="60599"/>
                </a:lnTo>
                <a:lnTo>
                  <a:pt x="773718" y="60076"/>
                </a:lnTo>
                <a:lnTo>
                  <a:pt x="774493" y="59584"/>
                </a:lnTo>
                <a:lnTo>
                  <a:pt x="775289" y="59122"/>
                </a:lnTo>
                <a:lnTo>
                  <a:pt x="776105" y="58689"/>
                </a:lnTo>
                <a:lnTo>
                  <a:pt x="776942" y="58286"/>
                </a:lnTo>
                <a:lnTo>
                  <a:pt x="777799" y="57913"/>
                </a:lnTo>
                <a:lnTo>
                  <a:pt x="778676" y="57570"/>
                </a:lnTo>
                <a:lnTo>
                  <a:pt x="779574" y="57257"/>
                </a:lnTo>
                <a:lnTo>
                  <a:pt x="780492" y="56974"/>
                </a:lnTo>
                <a:lnTo>
                  <a:pt x="781430" y="56720"/>
                </a:lnTo>
                <a:lnTo>
                  <a:pt x="782389" y="56496"/>
                </a:lnTo>
                <a:lnTo>
                  <a:pt x="783369" y="56302"/>
                </a:lnTo>
                <a:lnTo>
                  <a:pt x="784368" y="56138"/>
                </a:lnTo>
                <a:lnTo>
                  <a:pt x="785389" y="56004"/>
                </a:lnTo>
                <a:lnTo>
                  <a:pt x="786429" y="55900"/>
                </a:lnTo>
                <a:lnTo>
                  <a:pt x="787490" y="55825"/>
                </a:lnTo>
                <a:lnTo>
                  <a:pt x="788571" y="55780"/>
                </a:lnTo>
                <a:lnTo>
                  <a:pt x="789673" y="55765"/>
                </a:lnTo>
                <a:lnTo>
                  <a:pt x="790756" y="55780"/>
                </a:lnTo>
                <a:lnTo>
                  <a:pt x="791818" y="55826"/>
                </a:lnTo>
                <a:lnTo>
                  <a:pt x="792861" y="55901"/>
                </a:lnTo>
                <a:lnTo>
                  <a:pt x="793883" y="56006"/>
                </a:lnTo>
                <a:lnTo>
                  <a:pt x="794885" y="56141"/>
                </a:lnTo>
                <a:lnTo>
                  <a:pt x="795867" y="56306"/>
                </a:lnTo>
                <a:lnTo>
                  <a:pt x="796828" y="56502"/>
                </a:lnTo>
                <a:lnTo>
                  <a:pt x="797770" y="56727"/>
                </a:lnTo>
                <a:lnTo>
                  <a:pt x="798691" y="56982"/>
                </a:lnTo>
                <a:lnTo>
                  <a:pt x="799592" y="57268"/>
                </a:lnTo>
                <a:lnTo>
                  <a:pt x="800473" y="57583"/>
                </a:lnTo>
                <a:lnTo>
                  <a:pt x="801334" y="57929"/>
                </a:lnTo>
                <a:lnTo>
                  <a:pt x="802174" y="58304"/>
                </a:lnTo>
                <a:lnTo>
                  <a:pt x="802994" y="58710"/>
                </a:lnTo>
                <a:lnTo>
                  <a:pt x="803794" y="59145"/>
                </a:lnTo>
                <a:lnTo>
                  <a:pt x="804574" y="59611"/>
                </a:lnTo>
                <a:lnTo>
                  <a:pt x="805334" y="60107"/>
                </a:lnTo>
                <a:lnTo>
                  <a:pt x="806073" y="60633"/>
                </a:lnTo>
                <a:lnTo>
                  <a:pt x="806793" y="61188"/>
                </a:lnTo>
                <a:lnTo>
                  <a:pt x="807492" y="61774"/>
                </a:lnTo>
                <a:lnTo>
                  <a:pt x="808171" y="62390"/>
                </a:lnTo>
                <a:lnTo>
                  <a:pt x="808829" y="63036"/>
                </a:lnTo>
                <a:lnTo>
                  <a:pt x="809468" y="63712"/>
                </a:lnTo>
                <a:lnTo>
                  <a:pt x="810086" y="64418"/>
                </a:lnTo>
                <a:lnTo>
                  <a:pt x="810682" y="65152"/>
                </a:lnTo>
                <a:lnTo>
                  <a:pt x="811254" y="65913"/>
                </a:lnTo>
                <a:lnTo>
                  <a:pt x="811802" y="66701"/>
                </a:lnTo>
                <a:lnTo>
                  <a:pt x="812326" y="67515"/>
                </a:lnTo>
                <a:lnTo>
                  <a:pt x="812825" y="68356"/>
                </a:lnTo>
                <a:lnTo>
                  <a:pt x="813301" y="69223"/>
                </a:lnTo>
                <a:lnTo>
                  <a:pt x="813752" y="70118"/>
                </a:lnTo>
                <a:lnTo>
                  <a:pt x="814179" y="71039"/>
                </a:lnTo>
                <a:lnTo>
                  <a:pt x="814582" y="71987"/>
                </a:lnTo>
                <a:lnTo>
                  <a:pt x="814961" y="72961"/>
                </a:lnTo>
                <a:lnTo>
                  <a:pt x="815315" y="73962"/>
                </a:lnTo>
                <a:lnTo>
                  <a:pt x="815646" y="74990"/>
                </a:lnTo>
                <a:lnTo>
                  <a:pt x="815952" y="76045"/>
                </a:lnTo>
                <a:lnTo>
                  <a:pt x="816234" y="77126"/>
                </a:lnTo>
                <a:lnTo>
                  <a:pt x="816492" y="78234"/>
                </a:lnTo>
                <a:lnTo>
                  <a:pt x="816726" y="79369"/>
                </a:lnTo>
                <a:lnTo>
                  <a:pt x="816935" y="80530"/>
                </a:lnTo>
                <a:lnTo>
                  <a:pt x="817121" y="81718"/>
                </a:lnTo>
                <a:lnTo>
                  <a:pt x="817282" y="82933"/>
                </a:lnTo>
                <a:lnTo>
                  <a:pt x="817419" y="84174"/>
                </a:lnTo>
                <a:lnTo>
                  <a:pt x="817533" y="85442"/>
                </a:lnTo>
                <a:lnTo>
                  <a:pt x="817621" y="86737"/>
                </a:lnTo>
                <a:lnTo>
                  <a:pt x="817686" y="88059"/>
                </a:lnTo>
                <a:lnTo>
                  <a:pt x="817727" y="89407"/>
                </a:lnTo>
                <a:lnTo>
                  <a:pt x="760023" y="89407"/>
                </a:lnTo>
                <a:lnTo>
                  <a:pt x="760147" y="88049"/>
                </a:lnTo>
                <a:lnTo>
                  <a:pt x="760293" y="86718"/>
                </a:lnTo>
                <a:lnTo>
                  <a:pt x="760460" y="85415"/>
                </a:lnTo>
                <a:lnTo>
                  <a:pt x="760648" y="84139"/>
                </a:lnTo>
                <a:lnTo>
                  <a:pt x="760858" y="82890"/>
                </a:lnTo>
                <a:close/>
                <a:moveTo>
                  <a:pt x="1118400" y="159449"/>
                </a:moveTo>
                <a:lnTo>
                  <a:pt x="1119469" y="159358"/>
                </a:lnTo>
                <a:lnTo>
                  <a:pt x="1120524" y="159251"/>
                </a:lnTo>
                <a:lnTo>
                  <a:pt x="1121567" y="159127"/>
                </a:lnTo>
                <a:lnTo>
                  <a:pt x="1122596" y="158986"/>
                </a:lnTo>
                <a:lnTo>
                  <a:pt x="1123612" y="158829"/>
                </a:lnTo>
                <a:lnTo>
                  <a:pt x="1124615" y="158656"/>
                </a:lnTo>
                <a:lnTo>
                  <a:pt x="1125605" y="158465"/>
                </a:lnTo>
                <a:lnTo>
                  <a:pt x="1126583" y="158259"/>
                </a:lnTo>
                <a:lnTo>
                  <a:pt x="1127547" y="158036"/>
                </a:lnTo>
                <a:lnTo>
                  <a:pt x="1128497" y="157796"/>
                </a:lnTo>
                <a:lnTo>
                  <a:pt x="1129435" y="157540"/>
                </a:lnTo>
                <a:lnTo>
                  <a:pt x="1130360" y="157267"/>
                </a:lnTo>
                <a:lnTo>
                  <a:pt x="1131272" y="156978"/>
                </a:lnTo>
                <a:lnTo>
                  <a:pt x="1132171" y="156672"/>
                </a:lnTo>
                <a:lnTo>
                  <a:pt x="1133056" y="156349"/>
                </a:lnTo>
                <a:lnTo>
                  <a:pt x="1133929" y="156010"/>
                </a:lnTo>
                <a:lnTo>
                  <a:pt x="1134788" y="155655"/>
                </a:lnTo>
                <a:lnTo>
                  <a:pt x="1135634" y="155283"/>
                </a:lnTo>
                <a:lnTo>
                  <a:pt x="1136468" y="154895"/>
                </a:lnTo>
                <a:lnTo>
                  <a:pt x="1137287" y="154491"/>
                </a:lnTo>
                <a:lnTo>
                  <a:pt x="1138091" y="154073"/>
                </a:lnTo>
                <a:lnTo>
                  <a:pt x="1138880" y="153641"/>
                </a:lnTo>
                <a:lnTo>
                  <a:pt x="1139653" y="153195"/>
                </a:lnTo>
                <a:lnTo>
                  <a:pt x="1140411" y="152736"/>
                </a:lnTo>
                <a:lnTo>
                  <a:pt x="1141154" y="152262"/>
                </a:lnTo>
                <a:lnTo>
                  <a:pt x="1141882" y="151775"/>
                </a:lnTo>
                <a:lnTo>
                  <a:pt x="1142594" y="151274"/>
                </a:lnTo>
                <a:lnTo>
                  <a:pt x="1143291" y="150759"/>
                </a:lnTo>
                <a:lnTo>
                  <a:pt x="1143973" y="150230"/>
                </a:lnTo>
                <a:lnTo>
                  <a:pt x="1144640" y="149687"/>
                </a:lnTo>
                <a:lnTo>
                  <a:pt x="1145292" y="149130"/>
                </a:lnTo>
                <a:lnTo>
                  <a:pt x="1145928" y="148560"/>
                </a:lnTo>
                <a:lnTo>
                  <a:pt x="1146549" y="147975"/>
                </a:lnTo>
                <a:lnTo>
                  <a:pt x="1147155" y="147377"/>
                </a:lnTo>
                <a:lnTo>
                  <a:pt x="1147745" y="146764"/>
                </a:lnTo>
                <a:lnTo>
                  <a:pt x="1148320" y="146138"/>
                </a:lnTo>
                <a:lnTo>
                  <a:pt x="1148880" y="145498"/>
                </a:lnTo>
                <a:lnTo>
                  <a:pt x="1149425" y="144844"/>
                </a:lnTo>
                <a:lnTo>
                  <a:pt x="1149955" y="144177"/>
                </a:lnTo>
                <a:lnTo>
                  <a:pt x="1150469" y="143495"/>
                </a:lnTo>
                <a:lnTo>
                  <a:pt x="1150968" y="142799"/>
                </a:lnTo>
                <a:lnTo>
                  <a:pt x="1151452" y="142090"/>
                </a:lnTo>
                <a:lnTo>
                  <a:pt x="1151920" y="141367"/>
                </a:lnTo>
                <a:lnTo>
                  <a:pt x="1152372" y="140630"/>
                </a:lnTo>
                <a:lnTo>
                  <a:pt x="1152806" y="139883"/>
                </a:lnTo>
                <a:lnTo>
                  <a:pt x="1153222" y="139123"/>
                </a:lnTo>
                <a:lnTo>
                  <a:pt x="1153620" y="138352"/>
                </a:lnTo>
                <a:lnTo>
                  <a:pt x="1154000" y="137570"/>
                </a:lnTo>
                <a:lnTo>
                  <a:pt x="1154361" y="136776"/>
                </a:lnTo>
                <a:lnTo>
                  <a:pt x="1154705" y="135970"/>
                </a:lnTo>
                <a:lnTo>
                  <a:pt x="1155031" y="135152"/>
                </a:lnTo>
                <a:lnTo>
                  <a:pt x="1155339" y="134323"/>
                </a:lnTo>
                <a:lnTo>
                  <a:pt x="1155628" y="133482"/>
                </a:lnTo>
                <a:lnTo>
                  <a:pt x="1155900" y="132630"/>
                </a:lnTo>
                <a:lnTo>
                  <a:pt x="1156154" y="131766"/>
                </a:lnTo>
                <a:lnTo>
                  <a:pt x="1156390" y="130890"/>
                </a:lnTo>
                <a:lnTo>
                  <a:pt x="1156607" y="130003"/>
                </a:lnTo>
                <a:lnTo>
                  <a:pt x="1156807" y="129104"/>
                </a:lnTo>
                <a:lnTo>
                  <a:pt x="1156989" y="128193"/>
                </a:lnTo>
                <a:lnTo>
                  <a:pt x="1157152" y="127271"/>
                </a:lnTo>
                <a:lnTo>
                  <a:pt x="1157298" y="126337"/>
                </a:lnTo>
                <a:lnTo>
                  <a:pt x="1157425" y="125392"/>
                </a:lnTo>
                <a:lnTo>
                  <a:pt x="1157535" y="124435"/>
                </a:lnTo>
                <a:lnTo>
                  <a:pt x="1157627" y="123466"/>
                </a:lnTo>
                <a:lnTo>
                  <a:pt x="1157700" y="122486"/>
                </a:lnTo>
                <a:lnTo>
                  <a:pt x="1157756" y="121494"/>
                </a:lnTo>
                <a:lnTo>
                  <a:pt x="1157793" y="120490"/>
                </a:lnTo>
                <a:lnTo>
                  <a:pt x="1138977" y="120490"/>
                </a:lnTo>
                <a:lnTo>
                  <a:pt x="1138937" y="121469"/>
                </a:lnTo>
                <a:lnTo>
                  <a:pt x="1138875" y="122429"/>
                </a:lnTo>
                <a:lnTo>
                  <a:pt x="1138790" y="123370"/>
                </a:lnTo>
                <a:lnTo>
                  <a:pt x="1138684" y="124291"/>
                </a:lnTo>
                <a:lnTo>
                  <a:pt x="1138554" y="125193"/>
                </a:lnTo>
                <a:lnTo>
                  <a:pt x="1138403" y="126075"/>
                </a:lnTo>
                <a:lnTo>
                  <a:pt x="1138229" y="126939"/>
                </a:lnTo>
                <a:lnTo>
                  <a:pt x="1138033" y="127782"/>
                </a:lnTo>
                <a:lnTo>
                  <a:pt x="1137814" y="128607"/>
                </a:lnTo>
                <a:lnTo>
                  <a:pt x="1137573" y="129412"/>
                </a:lnTo>
                <a:lnTo>
                  <a:pt x="1137310" y="130198"/>
                </a:lnTo>
                <a:lnTo>
                  <a:pt x="1137024" y="130964"/>
                </a:lnTo>
                <a:lnTo>
                  <a:pt x="1136716" y="131711"/>
                </a:lnTo>
                <a:lnTo>
                  <a:pt x="1136385" y="132439"/>
                </a:lnTo>
                <a:lnTo>
                  <a:pt x="1136032" y="133147"/>
                </a:lnTo>
                <a:lnTo>
                  <a:pt x="1135657" y="133836"/>
                </a:lnTo>
                <a:lnTo>
                  <a:pt x="1135259" y="134506"/>
                </a:lnTo>
                <a:lnTo>
                  <a:pt x="1134839" y="135156"/>
                </a:lnTo>
                <a:lnTo>
                  <a:pt x="1134397" y="135787"/>
                </a:lnTo>
                <a:lnTo>
                  <a:pt x="1133932" y="136398"/>
                </a:lnTo>
                <a:lnTo>
                  <a:pt x="1133445" y="136990"/>
                </a:lnTo>
                <a:lnTo>
                  <a:pt x="1132935" y="137563"/>
                </a:lnTo>
                <a:lnTo>
                  <a:pt x="1132403" y="138117"/>
                </a:lnTo>
                <a:lnTo>
                  <a:pt x="1131849" y="138651"/>
                </a:lnTo>
                <a:lnTo>
                  <a:pt x="1131274" y="139165"/>
                </a:lnTo>
                <a:lnTo>
                  <a:pt x="1130681" y="139656"/>
                </a:lnTo>
                <a:lnTo>
                  <a:pt x="1130068" y="140126"/>
                </a:lnTo>
                <a:lnTo>
                  <a:pt x="1129437" y="140574"/>
                </a:lnTo>
                <a:lnTo>
                  <a:pt x="1128787" y="141000"/>
                </a:lnTo>
                <a:lnTo>
                  <a:pt x="1128118" y="141404"/>
                </a:lnTo>
                <a:lnTo>
                  <a:pt x="1127430" y="141787"/>
                </a:lnTo>
                <a:lnTo>
                  <a:pt x="1126724" y="142147"/>
                </a:lnTo>
                <a:lnTo>
                  <a:pt x="1125998" y="142486"/>
                </a:lnTo>
                <a:lnTo>
                  <a:pt x="1125254" y="142803"/>
                </a:lnTo>
                <a:lnTo>
                  <a:pt x="1124491" y="143098"/>
                </a:lnTo>
                <a:lnTo>
                  <a:pt x="1123710" y="143371"/>
                </a:lnTo>
                <a:lnTo>
                  <a:pt x="1122909" y="143622"/>
                </a:lnTo>
                <a:lnTo>
                  <a:pt x="1122090" y="143852"/>
                </a:lnTo>
                <a:lnTo>
                  <a:pt x="1121251" y="144060"/>
                </a:lnTo>
                <a:lnTo>
                  <a:pt x="1120395" y="144245"/>
                </a:lnTo>
                <a:lnTo>
                  <a:pt x="1119519" y="144409"/>
                </a:lnTo>
                <a:lnTo>
                  <a:pt x="1118624" y="144551"/>
                </a:lnTo>
                <a:lnTo>
                  <a:pt x="1117711" y="144671"/>
                </a:lnTo>
                <a:lnTo>
                  <a:pt x="1116778" y="144770"/>
                </a:lnTo>
                <a:lnTo>
                  <a:pt x="1115827" y="144846"/>
                </a:lnTo>
                <a:lnTo>
                  <a:pt x="1114858" y="144901"/>
                </a:lnTo>
                <a:lnTo>
                  <a:pt x="1113869" y="144934"/>
                </a:lnTo>
                <a:lnTo>
                  <a:pt x="1112862" y="144945"/>
                </a:lnTo>
                <a:lnTo>
                  <a:pt x="1111928" y="144935"/>
                </a:lnTo>
                <a:lnTo>
                  <a:pt x="1111010" y="144905"/>
                </a:lnTo>
                <a:lnTo>
                  <a:pt x="1110106" y="144855"/>
                </a:lnTo>
                <a:lnTo>
                  <a:pt x="1109217" y="144786"/>
                </a:lnTo>
                <a:lnTo>
                  <a:pt x="1108343" y="144697"/>
                </a:lnTo>
                <a:lnTo>
                  <a:pt x="1107484" y="144588"/>
                </a:lnTo>
                <a:lnTo>
                  <a:pt x="1106640" y="144459"/>
                </a:lnTo>
                <a:lnTo>
                  <a:pt x="1105810" y="144310"/>
                </a:lnTo>
                <a:lnTo>
                  <a:pt x="1104995" y="144142"/>
                </a:lnTo>
                <a:lnTo>
                  <a:pt x="1104196" y="143953"/>
                </a:lnTo>
                <a:lnTo>
                  <a:pt x="1103411" y="143745"/>
                </a:lnTo>
                <a:lnTo>
                  <a:pt x="1102641" y="143517"/>
                </a:lnTo>
                <a:lnTo>
                  <a:pt x="1101886" y="143269"/>
                </a:lnTo>
                <a:lnTo>
                  <a:pt x="1101145" y="143002"/>
                </a:lnTo>
                <a:lnTo>
                  <a:pt x="1100420" y="142714"/>
                </a:lnTo>
                <a:lnTo>
                  <a:pt x="1099709" y="142407"/>
                </a:lnTo>
                <a:lnTo>
                  <a:pt x="1099013" y="142080"/>
                </a:lnTo>
                <a:lnTo>
                  <a:pt x="1098332" y="141733"/>
                </a:lnTo>
                <a:lnTo>
                  <a:pt x="1097666" y="141366"/>
                </a:lnTo>
                <a:lnTo>
                  <a:pt x="1097015" y="140980"/>
                </a:lnTo>
                <a:lnTo>
                  <a:pt x="1096378" y="140574"/>
                </a:lnTo>
                <a:lnTo>
                  <a:pt x="1095757" y="140147"/>
                </a:lnTo>
                <a:lnTo>
                  <a:pt x="1095150" y="139701"/>
                </a:lnTo>
                <a:lnTo>
                  <a:pt x="1094558" y="139235"/>
                </a:lnTo>
                <a:lnTo>
                  <a:pt x="1093980" y="138753"/>
                </a:lnTo>
                <a:lnTo>
                  <a:pt x="1093416" y="138258"/>
                </a:lnTo>
                <a:lnTo>
                  <a:pt x="1092864" y="137750"/>
                </a:lnTo>
                <a:lnTo>
                  <a:pt x="1092326" y="137228"/>
                </a:lnTo>
                <a:lnTo>
                  <a:pt x="1091802" y="136694"/>
                </a:lnTo>
                <a:lnTo>
                  <a:pt x="1091290" y="136147"/>
                </a:lnTo>
                <a:lnTo>
                  <a:pt x="1090792" y="135586"/>
                </a:lnTo>
                <a:lnTo>
                  <a:pt x="1090307" y="135013"/>
                </a:lnTo>
                <a:lnTo>
                  <a:pt x="1089835" y="134427"/>
                </a:lnTo>
                <a:lnTo>
                  <a:pt x="1089377" y="133828"/>
                </a:lnTo>
                <a:lnTo>
                  <a:pt x="1088932" y="133215"/>
                </a:lnTo>
                <a:lnTo>
                  <a:pt x="1088500" y="132590"/>
                </a:lnTo>
                <a:lnTo>
                  <a:pt x="1088081" y="131952"/>
                </a:lnTo>
                <a:lnTo>
                  <a:pt x="1087676" y="131300"/>
                </a:lnTo>
                <a:lnTo>
                  <a:pt x="1087284" y="130636"/>
                </a:lnTo>
                <a:lnTo>
                  <a:pt x="1086905" y="129959"/>
                </a:lnTo>
                <a:lnTo>
                  <a:pt x="1086539" y="129268"/>
                </a:lnTo>
                <a:lnTo>
                  <a:pt x="1086187" y="128565"/>
                </a:lnTo>
                <a:lnTo>
                  <a:pt x="1085848" y="127849"/>
                </a:lnTo>
                <a:lnTo>
                  <a:pt x="1085522" y="127119"/>
                </a:lnTo>
                <a:lnTo>
                  <a:pt x="1085210" y="126377"/>
                </a:lnTo>
                <a:lnTo>
                  <a:pt x="1084910" y="125621"/>
                </a:lnTo>
                <a:lnTo>
                  <a:pt x="1084624" y="124853"/>
                </a:lnTo>
                <a:lnTo>
                  <a:pt x="1084352" y="124072"/>
                </a:lnTo>
                <a:lnTo>
                  <a:pt x="1084091" y="123281"/>
                </a:lnTo>
                <a:lnTo>
                  <a:pt x="1083841" y="122483"/>
                </a:lnTo>
                <a:lnTo>
                  <a:pt x="1083601" y="121679"/>
                </a:lnTo>
                <a:lnTo>
                  <a:pt x="1083373" y="120869"/>
                </a:lnTo>
                <a:lnTo>
                  <a:pt x="1083155" y="120052"/>
                </a:lnTo>
                <a:lnTo>
                  <a:pt x="1082947" y="119229"/>
                </a:lnTo>
                <a:lnTo>
                  <a:pt x="1082751" y="118400"/>
                </a:lnTo>
                <a:lnTo>
                  <a:pt x="1082565" y="117564"/>
                </a:lnTo>
                <a:lnTo>
                  <a:pt x="1082390" y="116722"/>
                </a:lnTo>
                <a:lnTo>
                  <a:pt x="1082225" y="115873"/>
                </a:lnTo>
                <a:lnTo>
                  <a:pt x="1082071" y="115018"/>
                </a:lnTo>
                <a:lnTo>
                  <a:pt x="1081928" y="114156"/>
                </a:lnTo>
                <a:lnTo>
                  <a:pt x="1081796" y="113289"/>
                </a:lnTo>
                <a:lnTo>
                  <a:pt x="1081674" y="112414"/>
                </a:lnTo>
                <a:lnTo>
                  <a:pt x="1081563" y="111534"/>
                </a:lnTo>
                <a:lnTo>
                  <a:pt x="1081463" y="110647"/>
                </a:lnTo>
                <a:lnTo>
                  <a:pt x="1081373" y="109753"/>
                </a:lnTo>
                <a:lnTo>
                  <a:pt x="1081294" y="108853"/>
                </a:lnTo>
                <a:lnTo>
                  <a:pt x="1081226" y="107947"/>
                </a:lnTo>
                <a:lnTo>
                  <a:pt x="1081168" y="107035"/>
                </a:lnTo>
                <a:lnTo>
                  <a:pt x="1081121" y="106116"/>
                </a:lnTo>
                <a:lnTo>
                  <a:pt x="1081085" y="105190"/>
                </a:lnTo>
                <a:lnTo>
                  <a:pt x="1081059" y="104258"/>
                </a:lnTo>
                <a:lnTo>
                  <a:pt x="1081044" y="103320"/>
                </a:lnTo>
                <a:lnTo>
                  <a:pt x="1157337" y="103320"/>
                </a:lnTo>
                <a:lnTo>
                  <a:pt x="1157356" y="103230"/>
                </a:lnTo>
                <a:lnTo>
                  <a:pt x="1157374" y="103135"/>
                </a:lnTo>
                <a:lnTo>
                  <a:pt x="1157391" y="103035"/>
                </a:lnTo>
                <a:lnTo>
                  <a:pt x="1157408" y="102931"/>
                </a:lnTo>
                <a:lnTo>
                  <a:pt x="1157425" y="102822"/>
                </a:lnTo>
                <a:lnTo>
                  <a:pt x="1157440" y="102708"/>
                </a:lnTo>
                <a:lnTo>
                  <a:pt x="1157456" y="102590"/>
                </a:lnTo>
                <a:lnTo>
                  <a:pt x="1157470" y="102467"/>
                </a:lnTo>
                <a:lnTo>
                  <a:pt x="1157484" y="102339"/>
                </a:lnTo>
                <a:lnTo>
                  <a:pt x="1157497" y="102207"/>
                </a:lnTo>
                <a:lnTo>
                  <a:pt x="1157510" y="102070"/>
                </a:lnTo>
                <a:lnTo>
                  <a:pt x="1157522" y="101928"/>
                </a:lnTo>
                <a:lnTo>
                  <a:pt x="1157534" y="101782"/>
                </a:lnTo>
                <a:lnTo>
                  <a:pt x="1157545" y="101631"/>
                </a:lnTo>
                <a:lnTo>
                  <a:pt x="1157555" y="101475"/>
                </a:lnTo>
                <a:lnTo>
                  <a:pt x="1157565" y="101315"/>
                </a:lnTo>
                <a:lnTo>
                  <a:pt x="1157574" y="101150"/>
                </a:lnTo>
                <a:lnTo>
                  <a:pt x="1157583" y="100980"/>
                </a:lnTo>
                <a:lnTo>
                  <a:pt x="1157591" y="100806"/>
                </a:lnTo>
                <a:lnTo>
                  <a:pt x="1157598" y="100626"/>
                </a:lnTo>
                <a:lnTo>
                  <a:pt x="1157605" y="100443"/>
                </a:lnTo>
                <a:lnTo>
                  <a:pt x="1157611" y="100254"/>
                </a:lnTo>
                <a:lnTo>
                  <a:pt x="1157617" y="100061"/>
                </a:lnTo>
                <a:lnTo>
                  <a:pt x="1157622" y="99863"/>
                </a:lnTo>
                <a:lnTo>
                  <a:pt x="1157627" y="99664"/>
                </a:lnTo>
                <a:lnTo>
                  <a:pt x="1157631" y="99467"/>
                </a:lnTo>
                <a:lnTo>
                  <a:pt x="1157636" y="99272"/>
                </a:lnTo>
                <a:lnTo>
                  <a:pt x="1157640" y="99079"/>
                </a:lnTo>
                <a:lnTo>
                  <a:pt x="1157643" y="98889"/>
                </a:lnTo>
                <a:lnTo>
                  <a:pt x="1157647" y="98701"/>
                </a:lnTo>
                <a:lnTo>
                  <a:pt x="1157651" y="98515"/>
                </a:lnTo>
                <a:lnTo>
                  <a:pt x="1157654" y="98331"/>
                </a:lnTo>
                <a:lnTo>
                  <a:pt x="1157657" y="98150"/>
                </a:lnTo>
                <a:lnTo>
                  <a:pt x="1157660" y="97971"/>
                </a:lnTo>
                <a:lnTo>
                  <a:pt x="1157662" y="97794"/>
                </a:lnTo>
                <a:lnTo>
                  <a:pt x="1157665" y="97619"/>
                </a:lnTo>
                <a:lnTo>
                  <a:pt x="1157667" y="97446"/>
                </a:lnTo>
                <a:lnTo>
                  <a:pt x="1157669" y="97276"/>
                </a:lnTo>
                <a:lnTo>
                  <a:pt x="1157671" y="97108"/>
                </a:lnTo>
                <a:lnTo>
                  <a:pt x="1157673" y="96943"/>
                </a:lnTo>
                <a:lnTo>
                  <a:pt x="1157674" y="96779"/>
                </a:lnTo>
                <a:lnTo>
                  <a:pt x="1157676" y="96618"/>
                </a:lnTo>
                <a:lnTo>
                  <a:pt x="1157677" y="96459"/>
                </a:lnTo>
                <a:lnTo>
                  <a:pt x="1157678" y="96302"/>
                </a:lnTo>
                <a:lnTo>
                  <a:pt x="1157678" y="96147"/>
                </a:lnTo>
                <a:lnTo>
                  <a:pt x="1157679" y="95995"/>
                </a:lnTo>
                <a:lnTo>
                  <a:pt x="1157679" y="95845"/>
                </a:lnTo>
                <a:lnTo>
                  <a:pt x="1157679" y="95697"/>
                </a:lnTo>
                <a:lnTo>
                  <a:pt x="1157658" y="93520"/>
                </a:lnTo>
                <a:lnTo>
                  <a:pt x="1157593" y="91385"/>
                </a:lnTo>
                <a:lnTo>
                  <a:pt x="1157485" y="89293"/>
                </a:lnTo>
                <a:lnTo>
                  <a:pt x="1157334" y="87244"/>
                </a:lnTo>
                <a:lnTo>
                  <a:pt x="1157140" y="85238"/>
                </a:lnTo>
                <a:lnTo>
                  <a:pt x="1156902" y="83274"/>
                </a:lnTo>
                <a:lnTo>
                  <a:pt x="1156622" y="81353"/>
                </a:lnTo>
                <a:lnTo>
                  <a:pt x="1156298" y="79475"/>
                </a:lnTo>
                <a:lnTo>
                  <a:pt x="1155931" y="77640"/>
                </a:lnTo>
                <a:lnTo>
                  <a:pt x="1155521" y="75847"/>
                </a:lnTo>
                <a:lnTo>
                  <a:pt x="1155068" y="74097"/>
                </a:lnTo>
                <a:lnTo>
                  <a:pt x="1154572" y="72390"/>
                </a:lnTo>
                <a:lnTo>
                  <a:pt x="1154032" y="70726"/>
                </a:lnTo>
                <a:lnTo>
                  <a:pt x="1153449" y="69105"/>
                </a:lnTo>
                <a:lnTo>
                  <a:pt x="1152824" y="67526"/>
                </a:lnTo>
                <a:lnTo>
                  <a:pt x="1152155" y="65990"/>
                </a:lnTo>
                <a:lnTo>
                  <a:pt x="1151442" y="64497"/>
                </a:lnTo>
                <a:lnTo>
                  <a:pt x="1150687" y="63046"/>
                </a:lnTo>
                <a:lnTo>
                  <a:pt x="1149889" y="61638"/>
                </a:lnTo>
                <a:lnTo>
                  <a:pt x="1149047" y="60274"/>
                </a:lnTo>
                <a:lnTo>
                  <a:pt x="1148162" y="58951"/>
                </a:lnTo>
                <a:lnTo>
                  <a:pt x="1147234" y="57672"/>
                </a:lnTo>
                <a:lnTo>
                  <a:pt x="1146263" y="56435"/>
                </a:lnTo>
                <a:lnTo>
                  <a:pt x="1145249" y="55242"/>
                </a:lnTo>
                <a:lnTo>
                  <a:pt x="1144196" y="54093"/>
                </a:lnTo>
                <a:lnTo>
                  <a:pt x="1143111" y="52994"/>
                </a:lnTo>
                <a:lnTo>
                  <a:pt x="1141992" y="51943"/>
                </a:lnTo>
                <a:lnTo>
                  <a:pt x="1140839" y="50941"/>
                </a:lnTo>
                <a:lnTo>
                  <a:pt x="1139654" y="49989"/>
                </a:lnTo>
                <a:lnTo>
                  <a:pt x="1138435" y="49085"/>
                </a:lnTo>
                <a:lnTo>
                  <a:pt x="1137183" y="48229"/>
                </a:lnTo>
                <a:lnTo>
                  <a:pt x="1135898" y="47423"/>
                </a:lnTo>
                <a:lnTo>
                  <a:pt x="1134579" y="46666"/>
                </a:lnTo>
                <a:lnTo>
                  <a:pt x="1133227" y="45957"/>
                </a:lnTo>
                <a:lnTo>
                  <a:pt x="1131842" y="45297"/>
                </a:lnTo>
                <a:lnTo>
                  <a:pt x="1130424" y="44687"/>
                </a:lnTo>
                <a:lnTo>
                  <a:pt x="1128972" y="44125"/>
                </a:lnTo>
                <a:lnTo>
                  <a:pt x="1127487" y="43612"/>
                </a:lnTo>
                <a:lnTo>
                  <a:pt x="1125969" y="43147"/>
                </a:lnTo>
                <a:lnTo>
                  <a:pt x="1124418" y="42732"/>
                </a:lnTo>
                <a:lnTo>
                  <a:pt x="1122833" y="42366"/>
                </a:lnTo>
                <a:lnTo>
                  <a:pt x="1121215" y="42048"/>
                </a:lnTo>
                <a:lnTo>
                  <a:pt x="1119564" y="41779"/>
                </a:lnTo>
                <a:lnTo>
                  <a:pt x="1117879" y="41559"/>
                </a:lnTo>
                <a:lnTo>
                  <a:pt x="1116162" y="41388"/>
                </a:lnTo>
                <a:lnTo>
                  <a:pt x="1114411" y="41266"/>
                </a:lnTo>
                <a:lnTo>
                  <a:pt x="1112626" y="41193"/>
                </a:lnTo>
                <a:lnTo>
                  <a:pt x="1110809" y="41168"/>
                </a:lnTo>
                <a:lnTo>
                  <a:pt x="1109450" y="41181"/>
                </a:lnTo>
                <a:lnTo>
                  <a:pt x="1108110" y="41221"/>
                </a:lnTo>
                <a:lnTo>
                  <a:pt x="1106790" y="41286"/>
                </a:lnTo>
                <a:lnTo>
                  <a:pt x="1105489" y="41377"/>
                </a:lnTo>
                <a:lnTo>
                  <a:pt x="1104207" y="41495"/>
                </a:lnTo>
                <a:lnTo>
                  <a:pt x="1102944" y="41638"/>
                </a:lnTo>
                <a:lnTo>
                  <a:pt x="1101700" y="41808"/>
                </a:lnTo>
                <a:lnTo>
                  <a:pt x="1100476" y="42003"/>
                </a:lnTo>
                <a:lnTo>
                  <a:pt x="1099270" y="42225"/>
                </a:lnTo>
                <a:lnTo>
                  <a:pt x="1098084" y="42473"/>
                </a:lnTo>
                <a:lnTo>
                  <a:pt x="1096917" y="42747"/>
                </a:lnTo>
                <a:lnTo>
                  <a:pt x="1095770" y="43047"/>
                </a:lnTo>
                <a:lnTo>
                  <a:pt x="1094641" y="43374"/>
                </a:lnTo>
                <a:lnTo>
                  <a:pt x="1093532" y="43726"/>
                </a:lnTo>
                <a:lnTo>
                  <a:pt x="1092442" y="44104"/>
                </a:lnTo>
                <a:lnTo>
                  <a:pt x="1091371" y="44509"/>
                </a:lnTo>
                <a:lnTo>
                  <a:pt x="1090320" y="44939"/>
                </a:lnTo>
                <a:lnTo>
                  <a:pt x="1089287" y="45396"/>
                </a:lnTo>
                <a:lnTo>
                  <a:pt x="1088274" y="45879"/>
                </a:lnTo>
                <a:lnTo>
                  <a:pt x="1087280" y="46388"/>
                </a:lnTo>
                <a:lnTo>
                  <a:pt x="1086305" y="46923"/>
                </a:lnTo>
                <a:lnTo>
                  <a:pt x="1085350" y="47484"/>
                </a:lnTo>
                <a:lnTo>
                  <a:pt x="1084413" y="48071"/>
                </a:lnTo>
                <a:lnTo>
                  <a:pt x="1083496" y="48684"/>
                </a:lnTo>
                <a:lnTo>
                  <a:pt x="1082598" y="49321"/>
                </a:lnTo>
                <a:lnTo>
                  <a:pt x="1081720" y="49977"/>
                </a:lnTo>
                <a:lnTo>
                  <a:pt x="1080860" y="50654"/>
                </a:lnTo>
                <a:lnTo>
                  <a:pt x="1080020" y="51351"/>
                </a:lnTo>
                <a:lnTo>
                  <a:pt x="1079199" y="52068"/>
                </a:lnTo>
                <a:lnTo>
                  <a:pt x="1078397" y="52806"/>
                </a:lnTo>
                <a:lnTo>
                  <a:pt x="1077614" y="53563"/>
                </a:lnTo>
                <a:lnTo>
                  <a:pt x="1076850" y="54341"/>
                </a:lnTo>
                <a:lnTo>
                  <a:pt x="1076106" y="55139"/>
                </a:lnTo>
                <a:lnTo>
                  <a:pt x="1075381" y="55957"/>
                </a:lnTo>
                <a:lnTo>
                  <a:pt x="1074675" y="56795"/>
                </a:lnTo>
                <a:lnTo>
                  <a:pt x="1073988" y="57653"/>
                </a:lnTo>
                <a:lnTo>
                  <a:pt x="1073321" y="58532"/>
                </a:lnTo>
                <a:lnTo>
                  <a:pt x="1072672" y="59431"/>
                </a:lnTo>
                <a:lnTo>
                  <a:pt x="1072043" y="60350"/>
                </a:lnTo>
                <a:lnTo>
                  <a:pt x="1071433" y="61289"/>
                </a:lnTo>
                <a:lnTo>
                  <a:pt x="1070843" y="62248"/>
                </a:lnTo>
                <a:lnTo>
                  <a:pt x="1070271" y="63228"/>
                </a:lnTo>
                <a:lnTo>
                  <a:pt x="1069719" y="64227"/>
                </a:lnTo>
                <a:lnTo>
                  <a:pt x="1069186" y="65247"/>
                </a:lnTo>
                <a:lnTo>
                  <a:pt x="1068672" y="66287"/>
                </a:lnTo>
                <a:lnTo>
                  <a:pt x="1068177" y="67348"/>
                </a:lnTo>
                <a:lnTo>
                  <a:pt x="1067702" y="68428"/>
                </a:lnTo>
                <a:lnTo>
                  <a:pt x="1067246" y="69529"/>
                </a:lnTo>
                <a:lnTo>
                  <a:pt x="1066808" y="70647"/>
                </a:lnTo>
                <a:lnTo>
                  <a:pt x="1066390" y="71779"/>
                </a:lnTo>
                <a:lnTo>
                  <a:pt x="1065989" y="72926"/>
                </a:lnTo>
                <a:lnTo>
                  <a:pt x="1065608" y="74087"/>
                </a:lnTo>
                <a:lnTo>
                  <a:pt x="1065245" y="75263"/>
                </a:lnTo>
                <a:lnTo>
                  <a:pt x="1064901" y="76453"/>
                </a:lnTo>
                <a:lnTo>
                  <a:pt x="1064575" y="77658"/>
                </a:lnTo>
                <a:lnTo>
                  <a:pt x="1064268" y="78878"/>
                </a:lnTo>
                <a:lnTo>
                  <a:pt x="1063979" y="80111"/>
                </a:lnTo>
                <a:lnTo>
                  <a:pt x="1063710" y="81360"/>
                </a:lnTo>
                <a:lnTo>
                  <a:pt x="1063458" y="82622"/>
                </a:lnTo>
                <a:lnTo>
                  <a:pt x="1063226" y="83899"/>
                </a:lnTo>
                <a:lnTo>
                  <a:pt x="1063012" y="85191"/>
                </a:lnTo>
                <a:lnTo>
                  <a:pt x="1062816" y="86497"/>
                </a:lnTo>
                <a:lnTo>
                  <a:pt x="1062640" y="87818"/>
                </a:lnTo>
                <a:lnTo>
                  <a:pt x="1062481" y="89153"/>
                </a:lnTo>
                <a:lnTo>
                  <a:pt x="1062342" y="90503"/>
                </a:lnTo>
                <a:lnTo>
                  <a:pt x="1062221" y="91867"/>
                </a:lnTo>
                <a:lnTo>
                  <a:pt x="1062118" y="93245"/>
                </a:lnTo>
                <a:lnTo>
                  <a:pt x="1062035" y="94638"/>
                </a:lnTo>
                <a:lnTo>
                  <a:pt x="1061970" y="96046"/>
                </a:lnTo>
                <a:lnTo>
                  <a:pt x="1061923" y="97468"/>
                </a:lnTo>
                <a:lnTo>
                  <a:pt x="1061895" y="98904"/>
                </a:lnTo>
                <a:lnTo>
                  <a:pt x="1061886" y="100355"/>
                </a:lnTo>
                <a:lnTo>
                  <a:pt x="1061895" y="101749"/>
                </a:lnTo>
                <a:lnTo>
                  <a:pt x="1061924" y="103130"/>
                </a:lnTo>
                <a:lnTo>
                  <a:pt x="1061972" y="104501"/>
                </a:lnTo>
                <a:lnTo>
                  <a:pt x="1062039" y="105859"/>
                </a:lnTo>
                <a:lnTo>
                  <a:pt x="1062126" y="107207"/>
                </a:lnTo>
                <a:lnTo>
                  <a:pt x="1062231" y="108542"/>
                </a:lnTo>
                <a:lnTo>
                  <a:pt x="1062356" y="109866"/>
                </a:lnTo>
                <a:lnTo>
                  <a:pt x="1062500" y="111178"/>
                </a:lnTo>
                <a:lnTo>
                  <a:pt x="1062664" y="112479"/>
                </a:lnTo>
                <a:lnTo>
                  <a:pt x="1062846" y="113768"/>
                </a:lnTo>
                <a:lnTo>
                  <a:pt x="1063048" y="115045"/>
                </a:lnTo>
                <a:lnTo>
                  <a:pt x="1063269" y="116311"/>
                </a:lnTo>
                <a:lnTo>
                  <a:pt x="1063509" y="117565"/>
                </a:lnTo>
                <a:lnTo>
                  <a:pt x="1063768" y="118807"/>
                </a:lnTo>
                <a:lnTo>
                  <a:pt x="1064046" y="120038"/>
                </a:lnTo>
                <a:lnTo>
                  <a:pt x="1064344" y="121258"/>
                </a:lnTo>
                <a:lnTo>
                  <a:pt x="1064661" y="122465"/>
                </a:lnTo>
                <a:lnTo>
                  <a:pt x="1064997" y="123661"/>
                </a:lnTo>
                <a:lnTo>
                  <a:pt x="1065352" y="124846"/>
                </a:lnTo>
                <a:lnTo>
                  <a:pt x="1065727" y="126018"/>
                </a:lnTo>
                <a:lnTo>
                  <a:pt x="1066120" y="127180"/>
                </a:lnTo>
                <a:lnTo>
                  <a:pt x="1066533" y="128329"/>
                </a:lnTo>
                <a:lnTo>
                  <a:pt x="1066965" y="129467"/>
                </a:lnTo>
                <a:lnTo>
                  <a:pt x="1067417" y="130593"/>
                </a:lnTo>
                <a:lnTo>
                  <a:pt x="1067888" y="131704"/>
                </a:lnTo>
                <a:lnTo>
                  <a:pt x="1068379" y="132795"/>
                </a:lnTo>
                <a:lnTo>
                  <a:pt x="1068889" y="133866"/>
                </a:lnTo>
                <a:lnTo>
                  <a:pt x="1069420" y="134918"/>
                </a:lnTo>
                <a:lnTo>
                  <a:pt x="1069971" y="135950"/>
                </a:lnTo>
                <a:lnTo>
                  <a:pt x="1070542" y="136963"/>
                </a:lnTo>
                <a:lnTo>
                  <a:pt x="1071133" y="137956"/>
                </a:lnTo>
                <a:lnTo>
                  <a:pt x="1071744" y="138929"/>
                </a:lnTo>
                <a:lnTo>
                  <a:pt x="1072375" y="139883"/>
                </a:lnTo>
                <a:lnTo>
                  <a:pt x="1073026" y="140818"/>
                </a:lnTo>
                <a:lnTo>
                  <a:pt x="1073697" y="141733"/>
                </a:lnTo>
                <a:lnTo>
                  <a:pt x="1074387" y="142628"/>
                </a:lnTo>
                <a:lnTo>
                  <a:pt x="1075098" y="143504"/>
                </a:lnTo>
                <a:lnTo>
                  <a:pt x="1075829" y="144360"/>
                </a:lnTo>
                <a:lnTo>
                  <a:pt x="1076580" y="145197"/>
                </a:lnTo>
                <a:lnTo>
                  <a:pt x="1077351" y="146014"/>
                </a:lnTo>
                <a:lnTo>
                  <a:pt x="1078142" y="146812"/>
                </a:lnTo>
                <a:lnTo>
                  <a:pt x="1078953" y="147590"/>
                </a:lnTo>
                <a:lnTo>
                  <a:pt x="1079783" y="148348"/>
                </a:lnTo>
                <a:lnTo>
                  <a:pt x="1080634" y="149087"/>
                </a:lnTo>
                <a:lnTo>
                  <a:pt x="1081505" y="149807"/>
                </a:lnTo>
                <a:lnTo>
                  <a:pt x="1082396" y="150506"/>
                </a:lnTo>
                <a:lnTo>
                  <a:pt x="1083307" y="151187"/>
                </a:lnTo>
                <a:lnTo>
                  <a:pt x="1084238" y="151848"/>
                </a:lnTo>
                <a:lnTo>
                  <a:pt x="1085189" y="152485"/>
                </a:lnTo>
                <a:lnTo>
                  <a:pt x="1086161" y="153095"/>
                </a:lnTo>
                <a:lnTo>
                  <a:pt x="1087154" y="153678"/>
                </a:lnTo>
                <a:lnTo>
                  <a:pt x="1088169" y="154233"/>
                </a:lnTo>
                <a:lnTo>
                  <a:pt x="1089204" y="154762"/>
                </a:lnTo>
                <a:lnTo>
                  <a:pt x="1090260" y="155264"/>
                </a:lnTo>
                <a:lnTo>
                  <a:pt x="1091338" y="155738"/>
                </a:lnTo>
                <a:lnTo>
                  <a:pt x="1092436" y="156185"/>
                </a:lnTo>
                <a:lnTo>
                  <a:pt x="1093555" y="156606"/>
                </a:lnTo>
                <a:lnTo>
                  <a:pt x="1094695" y="156999"/>
                </a:lnTo>
                <a:lnTo>
                  <a:pt x="1095856" y="157365"/>
                </a:lnTo>
                <a:lnTo>
                  <a:pt x="1097039" y="157704"/>
                </a:lnTo>
                <a:lnTo>
                  <a:pt x="1098242" y="158015"/>
                </a:lnTo>
                <a:lnTo>
                  <a:pt x="1099466" y="158300"/>
                </a:lnTo>
                <a:lnTo>
                  <a:pt x="1100711" y="158558"/>
                </a:lnTo>
                <a:lnTo>
                  <a:pt x="1101977" y="158788"/>
                </a:lnTo>
                <a:lnTo>
                  <a:pt x="1103264" y="158991"/>
                </a:lnTo>
                <a:lnTo>
                  <a:pt x="1104572" y="159168"/>
                </a:lnTo>
                <a:lnTo>
                  <a:pt x="1105901" y="159317"/>
                </a:lnTo>
                <a:lnTo>
                  <a:pt x="1107251" y="159439"/>
                </a:lnTo>
                <a:lnTo>
                  <a:pt x="1108622" y="159534"/>
                </a:lnTo>
                <a:lnTo>
                  <a:pt x="1110015" y="159601"/>
                </a:lnTo>
                <a:lnTo>
                  <a:pt x="1111428" y="159642"/>
                </a:lnTo>
                <a:lnTo>
                  <a:pt x="1112862" y="159656"/>
                </a:lnTo>
                <a:lnTo>
                  <a:pt x="1113995" y="159647"/>
                </a:lnTo>
                <a:lnTo>
                  <a:pt x="1115116" y="159623"/>
                </a:lnTo>
                <a:lnTo>
                  <a:pt x="1116224" y="159581"/>
                </a:lnTo>
                <a:lnTo>
                  <a:pt x="1117319" y="159523"/>
                </a:lnTo>
                <a:lnTo>
                  <a:pt x="1118400" y="159449"/>
                </a:lnTo>
                <a:close/>
                <a:moveTo>
                  <a:pt x="1081993" y="82890"/>
                </a:moveTo>
                <a:lnTo>
                  <a:pt x="1082224" y="81669"/>
                </a:lnTo>
                <a:lnTo>
                  <a:pt x="1082476" y="80475"/>
                </a:lnTo>
                <a:lnTo>
                  <a:pt x="1082749" y="79308"/>
                </a:lnTo>
                <a:lnTo>
                  <a:pt x="1083043" y="78169"/>
                </a:lnTo>
                <a:lnTo>
                  <a:pt x="1083358" y="77056"/>
                </a:lnTo>
                <a:lnTo>
                  <a:pt x="1083695" y="75972"/>
                </a:lnTo>
                <a:lnTo>
                  <a:pt x="1084052" y="74914"/>
                </a:lnTo>
                <a:lnTo>
                  <a:pt x="1084431" y="73884"/>
                </a:lnTo>
                <a:lnTo>
                  <a:pt x="1084831" y="72882"/>
                </a:lnTo>
                <a:lnTo>
                  <a:pt x="1085252" y="71906"/>
                </a:lnTo>
                <a:lnTo>
                  <a:pt x="1085695" y="70958"/>
                </a:lnTo>
                <a:lnTo>
                  <a:pt x="1086158" y="70037"/>
                </a:lnTo>
                <a:lnTo>
                  <a:pt x="1086643" y="69144"/>
                </a:lnTo>
                <a:lnTo>
                  <a:pt x="1087149" y="68278"/>
                </a:lnTo>
                <a:lnTo>
                  <a:pt x="1087676" y="67439"/>
                </a:lnTo>
                <a:lnTo>
                  <a:pt x="1088225" y="66628"/>
                </a:lnTo>
                <a:lnTo>
                  <a:pt x="1088794" y="65844"/>
                </a:lnTo>
                <a:lnTo>
                  <a:pt x="1089385" y="65087"/>
                </a:lnTo>
                <a:lnTo>
                  <a:pt x="1089997" y="64358"/>
                </a:lnTo>
                <a:lnTo>
                  <a:pt x="1090629" y="63657"/>
                </a:lnTo>
                <a:lnTo>
                  <a:pt x="1091282" y="62985"/>
                </a:lnTo>
                <a:lnTo>
                  <a:pt x="1091956" y="62344"/>
                </a:lnTo>
                <a:lnTo>
                  <a:pt x="1092650" y="61732"/>
                </a:lnTo>
                <a:lnTo>
                  <a:pt x="1093364" y="61150"/>
                </a:lnTo>
                <a:lnTo>
                  <a:pt x="1094098" y="60599"/>
                </a:lnTo>
                <a:lnTo>
                  <a:pt x="1094853" y="60076"/>
                </a:lnTo>
                <a:lnTo>
                  <a:pt x="1095629" y="59584"/>
                </a:lnTo>
                <a:lnTo>
                  <a:pt x="1096425" y="59122"/>
                </a:lnTo>
                <a:lnTo>
                  <a:pt x="1097241" y="58689"/>
                </a:lnTo>
                <a:lnTo>
                  <a:pt x="1098077" y="58286"/>
                </a:lnTo>
                <a:lnTo>
                  <a:pt x="1098934" y="57913"/>
                </a:lnTo>
                <a:lnTo>
                  <a:pt x="1099812" y="57570"/>
                </a:lnTo>
                <a:lnTo>
                  <a:pt x="1100710" y="57257"/>
                </a:lnTo>
                <a:lnTo>
                  <a:pt x="1101628" y="56974"/>
                </a:lnTo>
                <a:lnTo>
                  <a:pt x="1102566" y="56720"/>
                </a:lnTo>
                <a:lnTo>
                  <a:pt x="1103525" y="56496"/>
                </a:lnTo>
                <a:lnTo>
                  <a:pt x="1104505" y="56302"/>
                </a:lnTo>
                <a:lnTo>
                  <a:pt x="1105504" y="56138"/>
                </a:lnTo>
                <a:lnTo>
                  <a:pt x="1106524" y="56004"/>
                </a:lnTo>
                <a:lnTo>
                  <a:pt x="1107565" y="55900"/>
                </a:lnTo>
                <a:lnTo>
                  <a:pt x="1108626" y="55825"/>
                </a:lnTo>
                <a:lnTo>
                  <a:pt x="1109707" y="55780"/>
                </a:lnTo>
                <a:lnTo>
                  <a:pt x="1110809" y="55765"/>
                </a:lnTo>
                <a:lnTo>
                  <a:pt x="1111892" y="55780"/>
                </a:lnTo>
                <a:lnTo>
                  <a:pt x="1112954" y="55826"/>
                </a:lnTo>
                <a:lnTo>
                  <a:pt x="1113997" y="55901"/>
                </a:lnTo>
                <a:lnTo>
                  <a:pt x="1115019" y="56006"/>
                </a:lnTo>
                <a:lnTo>
                  <a:pt x="1116021" y="56141"/>
                </a:lnTo>
                <a:lnTo>
                  <a:pt x="1117003" y="56306"/>
                </a:lnTo>
                <a:lnTo>
                  <a:pt x="1117964" y="56502"/>
                </a:lnTo>
                <a:lnTo>
                  <a:pt x="1118906" y="56727"/>
                </a:lnTo>
                <a:lnTo>
                  <a:pt x="1119827" y="56982"/>
                </a:lnTo>
                <a:lnTo>
                  <a:pt x="1120728" y="57268"/>
                </a:lnTo>
                <a:lnTo>
                  <a:pt x="1121609" y="57583"/>
                </a:lnTo>
                <a:lnTo>
                  <a:pt x="1122469" y="57929"/>
                </a:lnTo>
                <a:lnTo>
                  <a:pt x="1123310" y="58304"/>
                </a:lnTo>
                <a:lnTo>
                  <a:pt x="1124130" y="58710"/>
                </a:lnTo>
                <a:lnTo>
                  <a:pt x="1124930" y="59145"/>
                </a:lnTo>
                <a:lnTo>
                  <a:pt x="1125710" y="59611"/>
                </a:lnTo>
                <a:lnTo>
                  <a:pt x="1126470" y="60107"/>
                </a:lnTo>
                <a:lnTo>
                  <a:pt x="1127209" y="60633"/>
                </a:lnTo>
                <a:lnTo>
                  <a:pt x="1127928" y="61188"/>
                </a:lnTo>
                <a:lnTo>
                  <a:pt x="1128628" y="61774"/>
                </a:lnTo>
                <a:lnTo>
                  <a:pt x="1129306" y="62390"/>
                </a:lnTo>
                <a:lnTo>
                  <a:pt x="1129965" y="63036"/>
                </a:lnTo>
                <a:lnTo>
                  <a:pt x="1130604" y="63712"/>
                </a:lnTo>
                <a:lnTo>
                  <a:pt x="1131222" y="64418"/>
                </a:lnTo>
                <a:lnTo>
                  <a:pt x="1131818" y="65152"/>
                </a:lnTo>
                <a:lnTo>
                  <a:pt x="1132390" y="65913"/>
                </a:lnTo>
                <a:lnTo>
                  <a:pt x="1132938" y="66701"/>
                </a:lnTo>
                <a:lnTo>
                  <a:pt x="1133462" y="67515"/>
                </a:lnTo>
                <a:lnTo>
                  <a:pt x="1133961" y="68356"/>
                </a:lnTo>
                <a:lnTo>
                  <a:pt x="1134436" y="69223"/>
                </a:lnTo>
                <a:lnTo>
                  <a:pt x="1134888" y="70118"/>
                </a:lnTo>
                <a:lnTo>
                  <a:pt x="1135315" y="71039"/>
                </a:lnTo>
                <a:lnTo>
                  <a:pt x="1135718" y="71987"/>
                </a:lnTo>
                <a:lnTo>
                  <a:pt x="1136096" y="72961"/>
                </a:lnTo>
                <a:lnTo>
                  <a:pt x="1136451" y="73962"/>
                </a:lnTo>
                <a:lnTo>
                  <a:pt x="1136781" y="74990"/>
                </a:lnTo>
                <a:lnTo>
                  <a:pt x="1137088" y="76045"/>
                </a:lnTo>
                <a:lnTo>
                  <a:pt x="1137370" y="77126"/>
                </a:lnTo>
                <a:lnTo>
                  <a:pt x="1137628" y="78234"/>
                </a:lnTo>
                <a:lnTo>
                  <a:pt x="1137862" y="79369"/>
                </a:lnTo>
                <a:lnTo>
                  <a:pt x="1138071" y="80530"/>
                </a:lnTo>
                <a:lnTo>
                  <a:pt x="1138257" y="81718"/>
                </a:lnTo>
                <a:lnTo>
                  <a:pt x="1138418" y="82933"/>
                </a:lnTo>
                <a:lnTo>
                  <a:pt x="1138555" y="84174"/>
                </a:lnTo>
                <a:lnTo>
                  <a:pt x="1138668" y="85442"/>
                </a:lnTo>
                <a:lnTo>
                  <a:pt x="1138757" y="86737"/>
                </a:lnTo>
                <a:lnTo>
                  <a:pt x="1138822" y="88059"/>
                </a:lnTo>
                <a:lnTo>
                  <a:pt x="1138863" y="89407"/>
                </a:lnTo>
                <a:lnTo>
                  <a:pt x="1081158" y="89407"/>
                </a:lnTo>
                <a:lnTo>
                  <a:pt x="1081283" y="88049"/>
                </a:lnTo>
                <a:lnTo>
                  <a:pt x="1081429" y="86718"/>
                </a:lnTo>
                <a:lnTo>
                  <a:pt x="1081596" y="85415"/>
                </a:lnTo>
                <a:lnTo>
                  <a:pt x="1081784" y="84139"/>
                </a:lnTo>
                <a:lnTo>
                  <a:pt x="1081993" y="82890"/>
                </a:lnTo>
                <a:close/>
                <a:moveTo>
                  <a:pt x="1333035" y="159449"/>
                </a:moveTo>
                <a:lnTo>
                  <a:pt x="1334104" y="159358"/>
                </a:lnTo>
                <a:lnTo>
                  <a:pt x="1335159" y="159251"/>
                </a:lnTo>
                <a:lnTo>
                  <a:pt x="1336202" y="159127"/>
                </a:lnTo>
                <a:lnTo>
                  <a:pt x="1337231" y="158986"/>
                </a:lnTo>
                <a:lnTo>
                  <a:pt x="1338247" y="158829"/>
                </a:lnTo>
                <a:lnTo>
                  <a:pt x="1339250" y="158656"/>
                </a:lnTo>
                <a:lnTo>
                  <a:pt x="1340241" y="158465"/>
                </a:lnTo>
                <a:lnTo>
                  <a:pt x="1341218" y="158259"/>
                </a:lnTo>
                <a:lnTo>
                  <a:pt x="1342182" y="158036"/>
                </a:lnTo>
                <a:lnTo>
                  <a:pt x="1343133" y="157796"/>
                </a:lnTo>
                <a:lnTo>
                  <a:pt x="1344070" y="157540"/>
                </a:lnTo>
                <a:lnTo>
                  <a:pt x="1344995" y="157267"/>
                </a:lnTo>
                <a:lnTo>
                  <a:pt x="1345907" y="156978"/>
                </a:lnTo>
                <a:lnTo>
                  <a:pt x="1346806" y="156672"/>
                </a:lnTo>
                <a:lnTo>
                  <a:pt x="1347691" y="156349"/>
                </a:lnTo>
                <a:lnTo>
                  <a:pt x="1348564" y="156010"/>
                </a:lnTo>
                <a:lnTo>
                  <a:pt x="1349423" y="155655"/>
                </a:lnTo>
                <a:lnTo>
                  <a:pt x="1350270" y="155283"/>
                </a:lnTo>
                <a:lnTo>
                  <a:pt x="1351103" y="154895"/>
                </a:lnTo>
                <a:lnTo>
                  <a:pt x="1351922" y="154491"/>
                </a:lnTo>
                <a:lnTo>
                  <a:pt x="1352726" y="154073"/>
                </a:lnTo>
                <a:lnTo>
                  <a:pt x="1353515" y="153641"/>
                </a:lnTo>
                <a:lnTo>
                  <a:pt x="1354288" y="153195"/>
                </a:lnTo>
                <a:lnTo>
                  <a:pt x="1355046" y="152736"/>
                </a:lnTo>
                <a:lnTo>
                  <a:pt x="1355789" y="152262"/>
                </a:lnTo>
                <a:lnTo>
                  <a:pt x="1356517" y="151775"/>
                </a:lnTo>
                <a:lnTo>
                  <a:pt x="1357229" y="151274"/>
                </a:lnTo>
                <a:lnTo>
                  <a:pt x="1357927" y="150759"/>
                </a:lnTo>
                <a:lnTo>
                  <a:pt x="1358609" y="150230"/>
                </a:lnTo>
                <a:lnTo>
                  <a:pt x="1359275" y="149687"/>
                </a:lnTo>
                <a:lnTo>
                  <a:pt x="1359927" y="149130"/>
                </a:lnTo>
                <a:lnTo>
                  <a:pt x="1360563" y="148560"/>
                </a:lnTo>
                <a:lnTo>
                  <a:pt x="1361184" y="147975"/>
                </a:lnTo>
                <a:lnTo>
                  <a:pt x="1361790" y="147377"/>
                </a:lnTo>
                <a:lnTo>
                  <a:pt x="1362380" y="146764"/>
                </a:lnTo>
                <a:lnTo>
                  <a:pt x="1362955" y="146138"/>
                </a:lnTo>
                <a:lnTo>
                  <a:pt x="1363515" y="145498"/>
                </a:lnTo>
                <a:lnTo>
                  <a:pt x="1364060" y="144844"/>
                </a:lnTo>
                <a:lnTo>
                  <a:pt x="1364590" y="144177"/>
                </a:lnTo>
                <a:lnTo>
                  <a:pt x="1365104" y="143495"/>
                </a:lnTo>
                <a:lnTo>
                  <a:pt x="1365603" y="142799"/>
                </a:lnTo>
                <a:lnTo>
                  <a:pt x="1366087" y="142090"/>
                </a:lnTo>
                <a:lnTo>
                  <a:pt x="1366555" y="141367"/>
                </a:lnTo>
                <a:lnTo>
                  <a:pt x="1367007" y="140630"/>
                </a:lnTo>
                <a:lnTo>
                  <a:pt x="1367441" y="139883"/>
                </a:lnTo>
                <a:lnTo>
                  <a:pt x="1367857" y="139123"/>
                </a:lnTo>
                <a:lnTo>
                  <a:pt x="1368255" y="138352"/>
                </a:lnTo>
                <a:lnTo>
                  <a:pt x="1368635" y="137570"/>
                </a:lnTo>
                <a:lnTo>
                  <a:pt x="1368996" y="136776"/>
                </a:lnTo>
                <a:lnTo>
                  <a:pt x="1369340" y="135970"/>
                </a:lnTo>
                <a:lnTo>
                  <a:pt x="1369666" y="135152"/>
                </a:lnTo>
                <a:lnTo>
                  <a:pt x="1369974" y="134323"/>
                </a:lnTo>
                <a:lnTo>
                  <a:pt x="1370264" y="133482"/>
                </a:lnTo>
                <a:lnTo>
                  <a:pt x="1370535" y="132630"/>
                </a:lnTo>
                <a:lnTo>
                  <a:pt x="1370789" y="131766"/>
                </a:lnTo>
                <a:lnTo>
                  <a:pt x="1371025" y="130890"/>
                </a:lnTo>
                <a:lnTo>
                  <a:pt x="1371242" y="130003"/>
                </a:lnTo>
                <a:lnTo>
                  <a:pt x="1371442" y="129104"/>
                </a:lnTo>
                <a:lnTo>
                  <a:pt x="1371624" y="128193"/>
                </a:lnTo>
                <a:lnTo>
                  <a:pt x="1371787" y="127271"/>
                </a:lnTo>
                <a:lnTo>
                  <a:pt x="1371933" y="126337"/>
                </a:lnTo>
                <a:lnTo>
                  <a:pt x="1372061" y="125392"/>
                </a:lnTo>
                <a:lnTo>
                  <a:pt x="1372170" y="124435"/>
                </a:lnTo>
                <a:lnTo>
                  <a:pt x="1372262" y="123466"/>
                </a:lnTo>
                <a:lnTo>
                  <a:pt x="1372335" y="122486"/>
                </a:lnTo>
                <a:lnTo>
                  <a:pt x="1372391" y="121494"/>
                </a:lnTo>
                <a:lnTo>
                  <a:pt x="1372428" y="120490"/>
                </a:lnTo>
                <a:lnTo>
                  <a:pt x="1353612" y="120490"/>
                </a:lnTo>
                <a:lnTo>
                  <a:pt x="1353572" y="121469"/>
                </a:lnTo>
                <a:lnTo>
                  <a:pt x="1353510" y="122429"/>
                </a:lnTo>
                <a:lnTo>
                  <a:pt x="1353426" y="123370"/>
                </a:lnTo>
                <a:lnTo>
                  <a:pt x="1353319" y="124291"/>
                </a:lnTo>
                <a:lnTo>
                  <a:pt x="1353190" y="125193"/>
                </a:lnTo>
                <a:lnTo>
                  <a:pt x="1353038" y="126075"/>
                </a:lnTo>
                <a:lnTo>
                  <a:pt x="1352864" y="126939"/>
                </a:lnTo>
                <a:lnTo>
                  <a:pt x="1352668" y="127782"/>
                </a:lnTo>
                <a:lnTo>
                  <a:pt x="1352449" y="128607"/>
                </a:lnTo>
                <a:lnTo>
                  <a:pt x="1352208" y="129412"/>
                </a:lnTo>
                <a:lnTo>
                  <a:pt x="1351945" y="130198"/>
                </a:lnTo>
                <a:lnTo>
                  <a:pt x="1351659" y="130964"/>
                </a:lnTo>
                <a:lnTo>
                  <a:pt x="1351351" y="131711"/>
                </a:lnTo>
                <a:lnTo>
                  <a:pt x="1351020" y="132439"/>
                </a:lnTo>
                <a:lnTo>
                  <a:pt x="1350667" y="133147"/>
                </a:lnTo>
                <a:lnTo>
                  <a:pt x="1350292" y="133836"/>
                </a:lnTo>
                <a:lnTo>
                  <a:pt x="1349894" y="134506"/>
                </a:lnTo>
                <a:lnTo>
                  <a:pt x="1349474" y="135156"/>
                </a:lnTo>
                <a:lnTo>
                  <a:pt x="1349032" y="135787"/>
                </a:lnTo>
                <a:lnTo>
                  <a:pt x="1348567" y="136398"/>
                </a:lnTo>
                <a:lnTo>
                  <a:pt x="1348080" y="136990"/>
                </a:lnTo>
                <a:lnTo>
                  <a:pt x="1347570" y="137563"/>
                </a:lnTo>
                <a:lnTo>
                  <a:pt x="1347039" y="138117"/>
                </a:lnTo>
                <a:lnTo>
                  <a:pt x="1346484" y="138651"/>
                </a:lnTo>
                <a:lnTo>
                  <a:pt x="1345909" y="139165"/>
                </a:lnTo>
                <a:lnTo>
                  <a:pt x="1345316" y="139656"/>
                </a:lnTo>
                <a:lnTo>
                  <a:pt x="1344703" y="140126"/>
                </a:lnTo>
                <a:lnTo>
                  <a:pt x="1344072" y="140574"/>
                </a:lnTo>
                <a:lnTo>
                  <a:pt x="1343422" y="141000"/>
                </a:lnTo>
                <a:lnTo>
                  <a:pt x="1342753" y="141404"/>
                </a:lnTo>
                <a:lnTo>
                  <a:pt x="1342065" y="141787"/>
                </a:lnTo>
                <a:lnTo>
                  <a:pt x="1341359" y="142147"/>
                </a:lnTo>
                <a:lnTo>
                  <a:pt x="1340634" y="142486"/>
                </a:lnTo>
                <a:lnTo>
                  <a:pt x="1339889" y="142803"/>
                </a:lnTo>
                <a:lnTo>
                  <a:pt x="1339126" y="143098"/>
                </a:lnTo>
                <a:lnTo>
                  <a:pt x="1338345" y="143371"/>
                </a:lnTo>
                <a:lnTo>
                  <a:pt x="1337544" y="143622"/>
                </a:lnTo>
                <a:lnTo>
                  <a:pt x="1336725" y="143852"/>
                </a:lnTo>
                <a:lnTo>
                  <a:pt x="1335887" y="144060"/>
                </a:lnTo>
                <a:lnTo>
                  <a:pt x="1335030" y="144245"/>
                </a:lnTo>
                <a:lnTo>
                  <a:pt x="1334154" y="144409"/>
                </a:lnTo>
                <a:lnTo>
                  <a:pt x="1333259" y="144551"/>
                </a:lnTo>
                <a:lnTo>
                  <a:pt x="1332346" y="144671"/>
                </a:lnTo>
                <a:lnTo>
                  <a:pt x="1331414" y="144770"/>
                </a:lnTo>
                <a:lnTo>
                  <a:pt x="1330463" y="144846"/>
                </a:lnTo>
                <a:lnTo>
                  <a:pt x="1329493" y="144901"/>
                </a:lnTo>
                <a:lnTo>
                  <a:pt x="1328504" y="144934"/>
                </a:lnTo>
                <a:lnTo>
                  <a:pt x="1327497" y="144945"/>
                </a:lnTo>
                <a:lnTo>
                  <a:pt x="1326563" y="144935"/>
                </a:lnTo>
                <a:lnTo>
                  <a:pt x="1325645" y="144905"/>
                </a:lnTo>
                <a:lnTo>
                  <a:pt x="1324741" y="144855"/>
                </a:lnTo>
                <a:lnTo>
                  <a:pt x="1323852" y="144786"/>
                </a:lnTo>
                <a:lnTo>
                  <a:pt x="1322978" y="144697"/>
                </a:lnTo>
                <a:lnTo>
                  <a:pt x="1322119" y="144588"/>
                </a:lnTo>
                <a:lnTo>
                  <a:pt x="1321275" y="144459"/>
                </a:lnTo>
                <a:lnTo>
                  <a:pt x="1320445" y="144310"/>
                </a:lnTo>
                <a:lnTo>
                  <a:pt x="1319631" y="144142"/>
                </a:lnTo>
                <a:lnTo>
                  <a:pt x="1318831" y="143953"/>
                </a:lnTo>
                <a:lnTo>
                  <a:pt x="1318046" y="143745"/>
                </a:lnTo>
                <a:lnTo>
                  <a:pt x="1317276" y="143517"/>
                </a:lnTo>
                <a:lnTo>
                  <a:pt x="1316521" y="143269"/>
                </a:lnTo>
                <a:lnTo>
                  <a:pt x="1315780" y="143002"/>
                </a:lnTo>
                <a:lnTo>
                  <a:pt x="1315055" y="142714"/>
                </a:lnTo>
                <a:lnTo>
                  <a:pt x="1314344" y="142407"/>
                </a:lnTo>
                <a:lnTo>
                  <a:pt x="1313648" y="142080"/>
                </a:lnTo>
                <a:lnTo>
                  <a:pt x="1312967" y="141733"/>
                </a:lnTo>
                <a:lnTo>
                  <a:pt x="1312301" y="141366"/>
                </a:lnTo>
                <a:lnTo>
                  <a:pt x="1311650" y="140980"/>
                </a:lnTo>
                <a:lnTo>
                  <a:pt x="1311013" y="140574"/>
                </a:lnTo>
                <a:lnTo>
                  <a:pt x="1310392" y="140147"/>
                </a:lnTo>
                <a:lnTo>
                  <a:pt x="1309785" y="139701"/>
                </a:lnTo>
                <a:lnTo>
                  <a:pt x="1309193" y="139235"/>
                </a:lnTo>
                <a:lnTo>
                  <a:pt x="1308615" y="138753"/>
                </a:lnTo>
                <a:lnTo>
                  <a:pt x="1308051" y="138258"/>
                </a:lnTo>
                <a:lnTo>
                  <a:pt x="1307500" y="137750"/>
                </a:lnTo>
                <a:lnTo>
                  <a:pt x="1306962" y="137228"/>
                </a:lnTo>
                <a:lnTo>
                  <a:pt x="1306437" y="136694"/>
                </a:lnTo>
                <a:lnTo>
                  <a:pt x="1305925" y="136147"/>
                </a:lnTo>
                <a:lnTo>
                  <a:pt x="1305427" y="135586"/>
                </a:lnTo>
                <a:lnTo>
                  <a:pt x="1304942" y="135013"/>
                </a:lnTo>
                <a:lnTo>
                  <a:pt x="1304470" y="134427"/>
                </a:lnTo>
                <a:lnTo>
                  <a:pt x="1304012" y="133828"/>
                </a:lnTo>
                <a:lnTo>
                  <a:pt x="1303567" y="133215"/>
                </a:lnTo>
                <a:lnTo>
                  <a:pt x="1303135" y="132590"/>
                </a:lnTo>
                <a:lnTo>
                  <a:pt x="1302716" y="131952"/>
                </a:lnTo>
                <a:lnTo>
                  <a:pt x="1302311" y="131300"/>
                </a:lnTo>
                <a:lnTo>
                  <a:pt x="1301919" y="130636"/>
                </a:lnTo>
                <a:lnTo>
                  <a:pt x="1301540" y="129959"/>
                </a:lnTo>
                <a:lnTo>
                  <a:pt x="1301174" y="129268"/>
                </a:lnTo>
                <a:lnTo>
                  <a:pt x="1300822" y="128565"/>
                </a:lnTo>
                <a:lnTo>
                  <a:pt x="1300483" y="127849"/>
                </a:lnTo>
                <a:lnTo>
                  <a:pt x="1300157" y="127119"/>
                </a:lnTo>
                <a:lnTo>
                  <a:pt x="1299845" y="126377"/>
                </a:lnTo>
                <a:lnTo>
                  <a:pt x="1299545" y="125621"/>
                </a:lnTo>
                <a:lnTo>
                  <a:pt x="1299259" y="124853"/>
                </a:lnTo>
                <a:lnTo>
                  <a:pt x="1298987" y="124072"/>
                </a:lnTo>
                <a:lnTo>
                  <a:pt x="1298726" y="123281"/>
                </a:lnTo>
                <a:lnTo>
                  <a:pt x="1298476" y="122483"/>
                </a:lnTo>
                <a:lnTo>
                  <a:pt x="1298237" y="121679"/>
                </a:lnTo>
                <a:lnTo>
                  <a:pt x="1298008" y="120869"/>
                </a:lnTo>
                <a:lnTo>
                  <a:pt x="1297790" y="120052"/>
                </a:lnTo>
                <a:lnTo>
                  <a:pt x="1297583" y="119229"/>
                </a:lnTo>
                <a:lnTo>
                  <a:pt x="1297386" y="118400"/>
                </a:lnTo>
                <a:lnTo>
                  <a:pt x="1297200" y="117564"/>
                </a:lnTo>
                <a:lnTo>
                  <a:pt x="1297025" y="116722"/>
                </a:lnTo>
                <a:lnTo>
                  <a:pt x="1296860" y="115873"/>
                </a:lnTo>
                <a:lnTo>
                  <a:pt x="1296707" y="115018"/>
                </a:lnTo>
                <a:lnTo>
                  <a:pt x="1296563" y="114156"/>
                </a:lnTo>
                <a:lnTo>
                  <a:pt x="1296431" y="113289"/>
                </a:lnTo>
                <a:lnTo>
                  <a:pt x="1296309" y="112414"/>
                </a:lnTo>
                <a:lnTo>
                  <a:pt x="1296198" y="111534"/>
                </a:lnTo>
                <a:lnTo>
                  <a:pt x="1296098" y="110647"/>
                </a:lnTo>
                <a:lnTo>
                  <a:pt x="1296008" y="109753"/>
                </a:lnTo>
                <a:lnTo>
                  <a:pt x="1295929" y="108853"/>
                </a:lnTo>
                <a:lnTo>
                  <a:pt x="1295861" y="107947"/>
                </a:lnTo>
                <a:lnTo>
                  <a:pt x="1295803" y="107035"/>
                </a:lnTo>
                <a:lnTo>
                  <a:pt x="1295756" y="106116"/>
                </a:lnTo>
                <a:lnTo>
                  <a:pt x="1295720" y="105190"/>
                </a:lnTo>
                <a:lnTo>
                  <a:pt x="1295694" y="104258"/>
                </a:lnTo>
                <a:lnTo>
                  <a:pt x="1295680" y="103320"/>
                </a:lnTo>
                <a:lnTo>
                  <a:pt x="1371972" y="103320"/>
                </a:lnTo>
                <a:lnTo>
                  <a:pt x="1371991" y="103230"/>
                </a:lnTo>
                <a:lnTo>
                  <a:pt x="1372009" y="103135"/>
                </a:lnTo>
                <a:lnTo>
                  <a:pt x="1372027" y="103035"/>
                </a:lnTo>
                <a:lnTo>
                  <a:pt x="1372043" y="102931"/>
                </a:lnTo>
                <a:lnTo>
                  <a:pt x="1372060" y="102822"/>
                </a:lnTo>
                <a:lnTo>
                  <a:pt x="1372076" y="102708"/>
                </a:lnTo>
                <a:lnTo>
                  <a:pt x="1372091" y="102590"/>
                </a:lnTo>
                <a:lnTo>
                  <a:pt x="1372105" y="102467"/>
                </a:lnTo>
                <a:lnTo>
                  <a:pt x="1372119" y="102339"/>
                </a:lnTo>
                <a:lnTo>
                  <a:pt x="1372133" y="102207"/>
                </a:lnTo>
                <a:lnTo>
                  <a:pt x="1372145" y="102070"/>
                </a:lnTo>
                <a:lnTo>
                  <a:pt x="1372157" y="101928"/>
                </a:lnTo>
                <a:lnTo>
                  <a:pt x="1372169" y="101782"/>
                </a:lnTo>
                <a:lnTo>
                  <a:pt x="1372180" y="101631"/>
                </a:lnTo>
                <a:lnTo>
                  <a:pt x="1372190" y="101475"/>
                </a:lnTo>
                <a:lnTo>
                  <a:pt x="1372200" y="101315"/>
                </a:lnTo>
                <a:lnTo>
                  <a:pt x="1372209" y="101150"/>
                </a:lnTo>
                <a:lnTo>
                  <a:pt x="1372218" y="100980"/>
                </a:lnTo>
                <a:lnTo>
                  <a:pt x="1372226" y="100806"/>
                </a:lnTo>
                <a:lnTo>
                  <a:pt x="1372234" y="100626"/>
                </a:lnTo>
                <a:lnTo>
                  <a:pt x="1372240" y="100443"/>
                </a:lnTo>
                <a:lnTo>
                  <a:pt x="1372247" y="100254"/>
                </a:lnTo>
                <a:lnTo>
                  <a:pt x="1372252" y="100061"/>
                </a:lnTo>
                <a:lnTo>
                  <a:pt x="1372257" y="99863"/>
                </a:lnTo>
                <a:lnTo>
                  <a:pt x="1372262" y="99664"/>
                </a:lnTo>
                <a:lnTo>
                  <a:pt x="1372266" y="99467"/>
                </a:lnTo>
                <a:lnTo>
                  <a:pt x="1372271" y="99272"/>
                </a:lnTo>
                <a:lnTo>
                  <a:pt x="1372275" y="99079"/>
                </a:lnTo>
                <a:lnTo>
                  <a:pt x="1372279" y="98889"/>
                </a:lnTo>
                <a:lnTo>
                  <a:pt x="1372282" y="98701"/>
                </a:lnTo>
                <a:lnTo>
                  <a:pt x="1372286" y="98515"/>
                </a:lnTo>
                <a:lnTo>
                  <a:pt x="1372289" y="98331"/>
                </a:lnTo>
                <a:lnTo>
                  <a:pt x="1372292" y="98150"/>
                </a:lnTo>
                <a:lnTo>
                  <a:pt x="1372295" y="97971"/>
                </a:lnTo>
                <a:lnTo>
                  <a:pt x="1372298" y="97794"/>
                </a:lnTo>
                <a:lnTo>
                  <a:pt x="1372300" y="97619"/>
                </a:lnTo>
                <a:lnTo>
                  <a:pt x="1372302" y="97446"/>
                </a:lnTo>
                <a:lnTo>
                  <a:pt x="1372304" y="97276"/>
                </a:lnTo>
                <a:lnTo>
                  <a:pt x="1372306" y="97108"/>
                </a:lnTo>
                <a:lnTo>
                  <a:pt x="1372308" y="96943"/>
                </a:lnTo>
                <a:lnTo>
                  <a:pt x="1372309" y="96779"/>
                </a:lnTo>
                <a:lnTo>
                  <a:pt x="1372311" y="96618"/>
                </a:lnTo>
                <a:lnTo>
                  <a:pt x="1372312" y="96459"/>
                </a:lnTo>
                <a:lnTo>
                  <a:pt x="1372313" y="96302"/>
                </a:lnTo>
                <a:lnTo>
                  <a:pt x="1372313" y="96147"/>
                </a:lnTo>
                <a:lnTo>
                  <a:pt x="1372314" y="95995"/>
                </a:lnTo>
                <a:lnTo>
                  <a:pt x="1372314" y="95845"/>
                </a:lnTo>
                <a:lnTo>
                  <a:pt x="1372314" y="95697"/>
                </a:lnTo>
                <a:lnTo>
                  <a:pt x="1372293" y="93520"/>
                </a:lnTo>
                <a:lnTo>
                  <a:pt x="1372228" y="91385"/>
                </a:lnTo>
                <a:lnTo>
                  <a:pt x="1372120" y="89293"/>
                </a:lnTo>
                <a:lnTo>
                  <a:pt x="1371969" y="87244"/>
                </a:lnTo>
                <a:lnTo>
                  <a:pt x="1371775" y="85238"/>
                </a:lnTo>
                <a:lnTo>
                  <a:pt x="1371537" y="83274"/>
                </a:lnTo>
                <a:lnTo>
                  <a:pt x="1371257" y="81353"/>
                </a:lnTo>
                <a:lnTo>
                  <a:pt x="1370933" y="79475"/>
                </a:lnTo>
                <a:lnTo>
                  <a:pt x="1370566" y="77640"/>
                </a:lnTo>
                <a:lnTo>
                  <a:pt x="1370156" y="75847"/>
                </a:lnTo>
                <a:lnTo>
                  <a:pt x="1369703" y="74097"/>
                </a:lnTo>
                <a:lnTo>
                  <a:pt x="1369207" y="72390"/>
                </a:lnTo>
                <a:lnTo>
                  <a:pt x="1368667" y="70726"/>
                </a:lnTo>
                <a:lnTo>
                  <a:pt x="1368085" y="69105"/>
                </a:lnTo>
                <a:lnTo>
                  <a:pt x="1367459" y="67526"/>
                </a:lnTo>
                <a:lnTo>
                  <a:pt x="1366790" y="65990"/>
                </a:lnTo>
                <a:lnTo>
                  <a:pt x="1366078" y="64497"/>
                </a:lnTo>
                <a:lnTo>
                  <a:pt x="1365322" y="63046"/>
                </a:lnTo>
                <a:lnTo>
                  <a:pt x="1364524" y="61638"/>
                </a:lnTo>
                <a:lnTo>
                  <a:pt x="1363682" y="60274"/>
                </a:lnTo>
                <a:lnTo>
                  <a:pt x="1362797" y="58951"/>
                </a:lnTo>
                <a:lnTo>
                  <a:pt x="1361869" y="57672"/>
                </a:lnTo>
                <a:lnTo>
                  <a:pt x="1360898" y="56435"/>
                </a:lnTo>
                <a:lnTo>
                  <a:pt x="1359884" y="55242"/>
                </a:lnTo>
                <a:lnTo>
                  <a:pt x="1358831" y="54093"/>
                </a:lnTo>
                <a:lnTo>
                  <a:pt x="1357746" y="52994"/>
                </a:lnTo>
                <a:lnTo>
                  <a:pt x="1356627" y="51943"/>
                </a:lnTo>
                <a:lnTo>
                  <a:pt x="1355474" y="50941"/>
                </a:lnTo>
                <a:lnTo>
                  <a:pt x="1354289" y="49989"/>
                </a:lnTo>
                <a:lnTo>
                  <a:pt x="1353070" y="49085"/>
                </a:lnTo>
                <a:lnTo>
                  <a:pt x="1351818" y="48229"/>
                </a:lnTo>
                <a:lnTo>
                  <a:pt x="1350533" y="47423"/>
                </a:lnTo>
                <a:lnTo>
                  <a:pt x="1349214" y="46666"/>
                </a:lnTo>
                <a:lnTo>
                  <a:pt x="1347862" y="45957"/>
                </a:lnTo>
                <a:lnTo>
                  <a:pt x="1346477" y="45297"/>
                </a:lnTo>
                <a:lnTo>
                  <a:pt x="1345059" y="44687"/>
                </a:lnTo>
                <a:lnTo>
                  <a:pt x="1343607" y="44125"/>
                </a:lnTo>
                <a:lnTo>
                  <a:pt x="1342122" y="43612"/>
                </a:lnTo>
                <a:lnTo>
                  <a:pt x="1340604" y="43147"/>
                </a:lnTo>
                <a:lnTo>
                  <a:pt x="1339053" y="42732"/>
                </a:lnTo>
                <a:lnTo>
                  <a:pt x="1337468" y="42366"/>
                </a:lnTo>
                <a:lnTo>
                  <a:pt x="1335850" y="42048"/>
                </a:lnTo>
                <a:lnTo>
                  <a:pt x="1334199" y="41779"/>
                </a:lnTo>
                <a:lnTo>
                  <a:pt x="1332514" y="41559"/>
                </a:lnTo>
                <a:lnTo>
                  <a:pt x="1330797" y="41388"/>
                </a:lnTo>
                <a:lnTo>
                  <a:pt x="1329046" y="41266"/>
                </a:lnTo>
                <a:lnTo>
                  <a:pt x="1327261" y="41193"/>
                </a:lnTo>
                <a:lnTo>
                  <a:pt x="1325444" y="41168"/>
                </a:lnTo>
                <a:lnTo>
                  <a:pt x="1324085" y="41181"/>
                </a:lnTo>
                <a:lnTo>
                  <a:pt x="1322745" y="41221"/>
                </a:lnTo>
                <a:lnTo>
                  <a:pt x="1321425" y="41286"/>
                </a:lnTo>
                <a:lnTo>
                  <a:pt x="1320124" y="41377"/>
                </a:lnTo>
                <a:lnTo>
                  <a:pt x="1318842" y="41495"/>
                </a:lnTo>
                <a:lnTo>
                  <a:pt x="1317579" y="41638"/>
                </a:lnTo>
                <a:lnTo>
                  <a:pt x="1316335" y="41808"/>
                </a:lnTo>
                <a:lnTo>
                  <a:pt x="1315111" y="42003"/>
                </a:lnTo>
                <a:lnTo>
                  <a:pt x="1313905" y="42225"/>
                </a:lnTo>
                <a:lnTo>
                  <a:pt x="1312719" y="42473"/>
                </a:lnTo>
                <a:lnTo>
                  <a:pt x="1311553" y="42747"/>
                </a:lnTo>
                <a:lnTo>
                  <a:pt x="1310405" y="43047"/>
                </a:lnTo>
                <a:lnTo>
                  <a:pt x="1309277" y="43374"/>
                </a:lnTo>
                <a:lnTo>
                  <a:pt x="1308167" y="43726"/>
                </a:lnTo>
                <a:lnTo>
                  <a:pt x="1307077" y="44104"/>
                </a:lnTo>
                <a:lnTo>
                  <a:pt x="1306006" y="44509"/>
                </a:lnTo>
                <a:lnTo>
                  <a:pt x="1304955" y="44939"/>
                </a:lnTo>
                <a:lnTo>
                  <a:pt x="1303922" y="45396"/>
                </a:lnTo>
                <a:lnTo>
                  <a:pt x="1302909" y="45879"/>
                </a:lnTo>
                <a:lnTo>
                  <a:pt x="1301915" y="46388"/>
                </a:lnTo>
                <a:lnTo>
                  <a:pt x="1300941" y="46923"/>
                </a:lnTo>
                <a:lnTo>
                  <a:pt x="1299985" y="47484"/>
                </a:lnTo>
                <a:lnTo>
                  <a:pt x="1299049" y="48071"/>
                </a:lnTo>
                <a:lnTo>
                  <a:pt x="1298131" y="48684"/>
                </a:lnTo>
                <a:lnTo>
                  <a:pt x="1297233" y="49321"/>
                </a:lnTo>
                <a:lnTo>
                  <a:pt x="1296355" y="49977"/>
                </a:lnTo>
                <a:lnTo>
                  <a:pt x="1295495" y="50654"/>
                </a:lnTo>
                <a:lnTo>
                  <a:pt x="1294655" y="51351"/>
                </a:lnTo>
                <a:lnTo>
                  <a:pt x="1293834" y="52068"/>
                </a:lnTo>
                <a:lnTo>
                  <a:pt x="1293032" y="52806"/>
                </a:lnTo>
                <a:lnTo>
                  <a:pt x="1292249" y="53563"/>
                </a:lnTo>
                <a:lnTo>
                  <a:pt x="1291485" y="54341"/>
                </a:lnTo>
                <a:lnTo>
                  <a:pt x="1290741" y="55139"/>
                </a:lnTo>
                <a:lnTo>
                  <a:pt x="1290016" y="55957"/>
                </a:lnTo>
                <a:lnTo>
                  <a:pt x="1289310" y="56795"/>
                </a:lnTo>
                <a:lnTo>
                  <a:pt x="1288623" y="57653"/>
                </a:lnTo>
                <a:lnTo>
                  <a:pt x="1287956" y="58532"/>
                </a:lnTo>
                <a:lnTo>
                  <a:pt x="1287308" y="59431"/>
                </a:lnTo>
                <a:lnTo>
                  <a:pt x="1286678" y="60350"/>
                </a:lnTo>
                <a:lnTo>
                  <a:pt x="1286069" y="61289"/>
                </a:lnTo>
                <a:lnTo>
                  <a:pt x="1285478" y="62248"/>
                </a:lnTo>
                <a:lnTo>
                  <a:pt x="1284906" y="63228"/>
                </a:lnTo>
                <a:lnTo>
                  <a:pt x="1284354" y="64227"/>
                </a:lnTo>
                <a:lnTo>
                  <a:pt x="1283821" y="65247"/>
                </a:lnTo>
                <a:lnTo>
                  <a:pt x="1283307" y="66287"/>
                </a:lnTo>
                <a:lnTo>
                  <a:pt x="1282812" y="67348"/>
                </a:lnTo>
                <a:lnTo>
                  <a:pt x="1282337" y="68428"/>
                </a:lnTo>
                <a:lnTo>
                  <a:pt x="1281881" y="69529"/>
                </a:lnTo>
                <a:lnTo>
                  <a:pt x="1281443" y="70647"/>
                </a:lnTo>
                <a:lnTo>
                  <a:pt x="1281025" y="71779"/>
                </a:lnTo>
                <a:lnTo>
                  <a:pt x="1280625" y="72926"/>
                </a:lnTo>
                <a:lnTo>
                  <a:pt x="1280243" y="74087"/>
                </a:lnTo>
                <a:lnTo>
                  <a:pt x="1279880" y="75263"/>
                </a:lnTo>
                <a:lnTo>
                  <a:pt x="1279536" y="76453"/>
                </a:lnTo>
                <a:lnTo>
                  <a:pt x="1279210" y="77658"/>
                </a:lnTo>
                <a:lnTo>
                  <a:pt x="1278903" y="78878"/>
                </a:lnTo>
                <a:lnTo>
                  <a:pt x="1278615" y="80111"/>
                </a:lnTo>
                <a:lnTo>
                  <a:pt x="1278345" y="81360"/>
                </a:lnTo>
                <a:lnTo>
                  <a:pt x="1278093" y="82622"/>
                </a:lnTo>
                <a:lnTo>
                  <a:pt x="1277861" y="83899"/>
                </a:lnTo>
                <a:lnTo>
                  <a:pt x="1277647" y="85191"/>
                </a:lnTo>
                <a:lnTo>
                  <a:pt x="1277451" y="86497"/>
                </a:lnTo>
                <a:lnTo>
                  <a:pt x="1277275" y="87818"/>
                </a:lnTo>
                <a:lnTo>
                  <a:pt x="1277116" y="89153"/>
                </a:lnTo>
                <a:lnTo>
                  <a:pt x="1276977" y="90503"/>
                </a:lnTo>
                <a:lnTo>
                  <a:pt x="1276856" y="91867"/>
                </a:lnTo>
                <a:lnTo>
                  <a:pt x="1276754" y="93245"/>
                </a:lnTo>
                <a:lnTo>
                  <a:pt x="1276670" y="94638"/>
                </a:lnTo>
                <a:lnTo>
                  <a:pt x="1276605" y="96046"/>
                </a:lnTo>
                <a:lnTo>
                  <a:pt x="1276558" y="97468"/>
                </a:lnTo>
                <a:lnTo>
                  <a:pt x="1276530" y="98904"/>
                </a:lnTo>
                <a:lnTo>
                  <a:pt x="1276521" y="100355"/>
                </a:lnTo>
                <a:lnTo>
                  <a:pt x="1276530" y="101749"/>
                </a:lnTo>
                <a:lnTo>
                  <a:pt x="1276559" y="103130"/>
                </a:lnTo>
                <a:lnTo>
                  <a:pt x="1276607" y="104501"/>
                </a:lnTo>
                <a:lnTo>
                  <a:pt x="1276675" y="105859"/>
                </a:lnTo>
                <a:lnTo>
                  <a:pt x="1276761" y="107207"/>
                </a:lnTo>
                <a:lnTo>
                  <a:pt x="1276867" y="108542"/>
                </a:lnTo>
                <a:lnTo>
                  <a:pt x="1276991" y="109866"/>
                </a:lnTo>
                <a:lnTo>
                  <a:pt x="1277135" y="111178"/>
                </a:lnTo>
                <a:lnTo>
                  <a:pt x="1277299" y="112479"/>
                </a:lnTo>
                <a:lnTo>
                  <a:pt x="1277481" y="113768"/>
                </a:lnTo>
                <a:lnTo>
                  <a:pt x="1277683" y="115045"/>
                </a:lnTo>
                <a:lnTo>
                  <a:pt x="1277904" y="116311"/>
                </a:lnTo>
                <a:lnTo>
                  <a:pt x="1278144" y="117565"/>
                </a:lnTo>
                <a:lnTo>
                  <a:pt x="1278403" y="118807"/>
                </a:lnTo>
                <a:lnTo>
                  <a:pt x="1278681" y="120038"/>
                </a:lnTo>
                <a:lnTo>
                  <a:pt x="1278979" y="121258"/>
                </a:lnTo>
                <a:lnTo>
                  <a:pt x="1279296" y="122465"/>
                </a:lnTo>
                <a:lnTo>
                  <a:pt x="1279632" y="123661"/>
                </a:lnTo>
                <a:lnTo>
                  <a:pt x="1279987" y="124846"/>
                </a:lnTo>
                <a:lnTo>
                  <a:pt x="1280362" y="126018"/>
                </a:lnTo>
                <a:lnTo>
                  <a:pt x="1280755" y="127180"/>
                </a:lnTo>
                <a:lnTo>
                  <a:pt x="1281168" y="128329"/>
                </a:lnTo>
                <a:lnTo>
                  <a:pt x="1281601" y="129467"/>
                </a:lnTo>
                <a:lnTo>
                  <a:pt x="1282052" y="130593"/>
                </a:lnTo>
                <a:lnTo>
                  <a:pt x="1282523" y="131704"/>
                </a:lnTo>
                <a:lnTo>
                  <a:pt x="1283014" y="132795"/>
                </a:lnTo>
                <a:lnTo>
                  <a:pt x="1283525" y="133866"/>
                </a:lnTo>
                <a:lnTo>
                  <a:pt x="1284055" y="134918"/>
                </a:lnTo>
                <a:lnTo>
                  <a:pt x="1284606" y="135950"/>
                </a:lnTo>
                <a:lnTo>
                  <a:pt x="1285177" y="136963"/>
                </a:lnTo>
                <a:lnTo>
                  <a:pt x="1285768" y="137956"/>
                </a:lnTo>
                <a:lnTo>
                  <a:pt x="1286379" y="138929"/>
                </a:lnTo>
                <a:lnTo>
                  <a:pt x="1287010" y="139883"/>
                </a:lnTo>
                <a:lnTo>
                  <a:pt x="1287661" y="140818"/>
                </a:lnTo>
                <a:lnTo>
                  <a:pt x="1288332" y="141733"/>
                </a:lnTo>
                <a:lnTo>
                  <a:pt x="1289022" y="142628"/>
                </a:lnTo>
                <a:lnTo>
                  <a:pt x="1289733" y="143504"/>
                </a:lnTo>
                <a:lnTo>
                  <a:pt x="1290464" y="144360"/>
                </a:lnTo>
                <a:lnTo>
                  <a:pt x="1291215" y="145197"/>
                </a:lnTo>
                <a:lnTo>
                  <a:pt x="1291986" y="146014"/>
                </a:lnTo>
                <a:lnTo>
                  <a:pt x="1292777" y="146812"/>
                </a:lnTo>
                <a:lnTo>
                  <a:pt x="1293588" y="147590"/>
                </a:lnTo>
                <a:lnTo>
                  <a:pt x="1294418" y="148348"/>
                </a:lnTo>
                <a:lnTo>
                  <a:pt x="1295269" y="149087"/>
                </a:lnTo>
                <a:lnTo>
                  <a:pt x="1296140" y="149807"/>
                </a:lnTo>
                <a:lnTo>
                  <a:pt x="1297031" y="150506"/>
                </a:lnTo>
                <a:lnTo>
                  <a:pt x="1297942" y="151187"/>
                </a:lnTo>
                <a:lnTo>
                  <a:pt x="1298873" y="151848"/>
                </a:lnTo>
                <a:lnTo>
                  <a:pt x="1299824" y="152485"/>
                </a:lnTo>
                <a:lnTo>
                  <a:pt x="1300796" y="153095"/>
                </a:lnTo>
                <a:lnTo>
                  <a:pt x="1301790" y="153678"/>
                </a:lnTo>
                <a:lnTo>
                  <a:pt x="1302804" y="154233"/>
                </a:lnTo>
                <a:lnTo>
                  <a:pt x="1303839" y="154762"/>
                </a:lnTo>
                <a:lnTo>
                  <a:pt x="1304895" y="155264"/>
                </a:lnTo>
                <a:lnTo>
                  <a:pt x="1305973" y="155738"/>
                </a:lnTo>
                <a:lnTo>
                  <a:pt x="1307071" y="156185"/>
                </a:lnTo>
                <a:lnTo>
                  <a:pt x="1308190" y="156606"/>
                </a:lnTo>
                <a:lnTo>
                  <a:pt x="1309330" y="156999"/>
                </a:lnTo>
                <a:lnTo>
                  <a:pt x="1310491" y="157365"/>
                </a:lnTo>
                <a:lnTo>
                  <a:pt x="1311674" y="157704"/>
                </a:lnTo>
                <a:lnTo>
                  <a:pt x="1312877" y="158015"/>
                </a:lnTo>
                <a:lnTo>
                  <a:pt x="1314101" y="158300"/>
                </a:lnTo>
                <a:lnTo>
                  <a:pt x="1315346" y="158558"/>
                </a:lnTo>
                <a:lnTo>
                  <a:pt x="1316612" y="158788"/>
                </a:lnTo>
                <a:lnTo>
                  <a:pt x="1317899" y="158991"/>
                </a:lnTo>
                <a:lnTo>
                  <a:pt x="1319207" y="159168"/>
                </a:lnTo>
                <a:lnTo>
                  <a:pt x="1320536" y="159317"/>
                </a:lnTo>
                <a:lnTo>
                  <a:pt x="1321887" y="159439"/>
                </a:lnTo>
                <a:lnTo>
                  <a:pt x="1323258" y="159534"/>
                </a:lnTo>
                <a:lnTo>
                  <a:pt x="1324650" y="159601"/>
                </a:lnTo>
                <a:lnTo>
                  <a:pt x="1326063" y="159642"/>
                </a:lnTo>
                <a:lnTo>
                  <a:pt x="1327497" y="159656"/>
                </a:lnTo>
                <a:lnTo>
                  <a:pt x="1328631" y="159647"/>
                </a:lnTo>
                <a:lnTo>
                  <a:pt x="1329751" y="159623"/>
                </a:lnTo>
                <a:lnTo>
                  <a:pt x="1330859" y="159581"/>
                </a:lnTo>
                <a:lnTo>
                  <a:pt x="1331954" y="159523"/>
                </a:lnTo>
                <a:lnTo>
                  <a:pt x="1333035" y="159449"/>
                </a:lnTo>
                <a:close/>
                <a:moveTo>
                  <a:pt x="1296629" y="82890"/>
                </a:moveTo>
                <a:lnTo>
                  <a:pt x="1296859" y="81669"/>
                </a:lnTo>
                <a:lnTo>
                  <a:pt x="1297111" y="80475"/>
                </a:lnTo>
                <a:lnTo>
                  <a:pt x="1297384" y="79308"/>
                </a:lnTo>
                <a:lnTo>
                  <a:pt x="1297678" y="78169"/>
                </a:lnTo>
                <a:lnTo>
                  <a:pt x="1297993" y="77056"/>
                </a:lnTo>
                <a:lnTo>
                  <a:pt x="1298330" y="75972"/>
                </a:lnTo>
                <a:lnTo>
                  <a:pt x="1298687" y="74914"/>
                </a:lnTo>
                <a:lnTo>
                  <a:pt x="1299066" y="73884"/>
                </a:lnTo>
                <a:lnTo>
                  <a:pt x="1299466" y="72882"/>
                </a:lnTo>
                <a:lnTo>
                  <a:pt x="1299887" y="71906"/>
                </a:lnTo>
                <a:lnTo>
                  <a:pt x="1300330" y="70958"/>
                </a:lnTo>
                <a:lnTo>
                  <a:pt x="1300793" y="70037"/>
                </a:lnTo>
                <a:lnTo>
                  <a:pt x="1301278" y="69144"/>
                </a:lnTo>
                <a:lnTo>
                  <a:pt x="1301784" y="68278"/>
                </a:lnTo>
                <a:lnTo>
                  <a:pt x="1302311" y="67439"/>
                </a:lnTo>
                <a:lnTo>
                  <a:pt x="1302860" y="66628"/>
                </a:lnTo>
                <a:lnTo>
                  <a:pt x="1303429" y="65844"/>
                </a:lnTo>
                <a:lnTo>
                  <a:pt x="1304020" y="65087"/>
                </a:lnTo>
                <a:lnTo>
                  <a:pt x="1304632" y="64358"/>
                </a:lnTo>
                <a:lnTo>
                  <a:pt x="1305264" y="63657"/>
                </a:lnTo>
                <a:lnTo>
                  <a:pt x="1305917" y="62985"/>
                </a:lnTo>
                <a:lnTo>
                  <a:pt x="1306591" y="62344"/>
                </a:lnTo>
                <a:lnTo>
                  <a:pt x="1307285" y="61732"/>
                </a:lnTo>
                <a:lnTo>
                  <a:pt x="1307999" y="61150"/>
                </a:lnTo>
                <a:lnTo>
                  <a:pt x="1308734" y="60599"/>
                </a:lnTo>
                <a:lnTo>
                  <a:pt x="1309489" y="60076"/>
                </a:lnTo>
                <a:lnTo>
                  <a:pt x="1310264" y="59584"/>
                </a:lnTo>
                <a:lnTo>
                  <a:pt x="1311060" y="59122"/>
                </a:lnTo>
                <a:lnTo>
                  <a:pt x="1311876" y="58689"/>
                </a:lnTo>
                <a:lnTo>
                  <a:pt x="1312713" y="58286"/>
                </a:lnTo>
                <a:lnTo>
                  <a:pt x="1313570" y="57913"/>
                </a:lnTo>
                <a:lnTo>
                  <a:pt x="1314447" y="57570"/>
                </a:lnTo>
                <a:lnTo>
                  <a:pt x="1315345" y="57257"/>
                </a:lnTo>
                <a:lnTo>
                  <a:pt x="1316263" y="56974"/>
                </a:lnTo>
                <a:lnTo>
                  <a:pt x="1317201" y="56720"/>
                </a:lnTo>
                <a:lnTo>
                  <a:pt x="1318160" y="56496"/>
                </a:lnTo>
                <a:lnTo>
                  <a:pt x="1319140" y="56302"/>
                </a:lnTo>
                <a:lnTo>
                  <a:pt x="1320139" y="56138"/>
                </a:lnTo>
                <a:lnTo>
                  <a:pt x="1321160" y="56004"/>
                </a:lnTo>
                <a:lnTo>
                  <a:pt x="1322200" y="55900"/>
                </a:lnTo>
                <a:lnTo>
                  <a:pt x="1323261" y="55825"/>
                </a:lnTo>
                <a:lnTo>
                  <a:pt x="1324342" y="55780"/>
                </a:lnTo>
                <a:lnTo>
                  <a:pt x="1325444" y="55765"/>
                </a:lnTo>
                <a:lnTo>
                  <a:pt x="1326527" y="55780"/>
                </a:lnTo>
                <a:lnTo>
                  <a:pt x="1327589" y="55826"/>
                </a:lnTo>
                <a:lnTo>
                  <a:pt x="1328632" y="55901"/>
                </a:lnTo>
                <a:lnTo>
                  <a:pt x="1329654" y="56006"/>
                </a:lnTo>
                <a:lnTo>
                  <a:pt x="1330656" y="56141"/>
                </a:lnTo>
                <a:lnTo>
                  <a:pt x="1331638" y="56306"/>
                </a:lnTo>
                <a:lnTo>
                  <a:pt x="1332599" y="56502"/>
                </a:lnTo>
                <a:lnTo>
                  <a:pt x="1333541" y="56727"/>
                </a:lnTo>
                <a:lnTo>
                  <a:pt x="1334462" y="56982"/>
                </a:lnTo>
                <a:lnTo>
                  <a:pt x="1335363" y="57268"/>
                </a:lnTo>
                <a:lnTo>
                  <a:pt x="1336244" y="57583"/>
                </a:lnTo>
                <a:lnTo>
                  <a:pt x="1337105" y="57929"/>
                </a:lnTo>
                <a:lnTo>
                  <a:pt x="1337945" y="58304"/>
                </a:lnTo>
                <a:lnTo>
                  <a:pt x="1338765" y="58710"/>
                </a:lnTo>
                <a:lnTo>
                  <a:pt x="1339565" y="59145"/>
                </a:lnTo>
                <a:lnTo>
                  <a:pt x="1340345" y="59611"/>
                </a:lnTo>
                <a:lnTo>
                  <a:pt x="1341105" y="60107"/>
                </a:lnTo>
                <a:lnTo>
                  <a:pt x="1341844" y="60633"/>
                </a:lnTo>
                <a:lnTo>
                  <a:pt x="1342564" y="61188"/>
                </a:lnTo>
                <a:lnTo>
                  <a:pt x="1343263" y="61774"/>
                </a:lnTo>
                <a:lnTo>
                  <a:pt x="1343942" y="62390"/>
                </a:lnTo>
                <a:lnTo>
                  <a:pt x="1344600" y="63036"/>
                </a:lnTo>
                <a:lnTo>
                  <a:pt x="1345239" y="63712"/>
                </a:lnTo>
                <a:lnTo>
                  <a:pt x="1345857" y="64418"/>
                </a:lnTo>
                <a:lnTo>
                  <a:pt x="1346453" y="65152"/>
                </a:lnTo>
                <a:lnTo>
                  <a:pt x="1347025" y="65913"/>
                </a:lnTo>
                <a:lnTo>
                  <a:pt x="1347573" y="66701"/>
                </a:lnTo>
                <a:lnTo>
                  <a:pt x="1348097" y="67515"/>
                </a:lnTo>
                <a:lnTo>
                  <a:pt x="1348596" y="68356"/>
                </a:lnTo>
                <a:lnTo>
                  <a:pt x="1349072" y="69223"/>
                </a:lnTo>
                <a:lnTo>
                  <a:pt x="1349523" y="70118"/>
                </a:lnTo>
                <a:lnTo>
                  <a:pt x="1349950" y="71039"/>
                </a:lnTo>
                <a:lnTo>
                  <a:pt x="1350353" y="71987"/>
                </a:lnTo>
                <a:lnTo>
                  <a:pt x="1350731" y="72961"/>
                </a:lnTo>
                <a:lnTo>
                  <a:pt x="1351086" y="73962"/>
                </a:lnTo>
                <a:lnTo>
                  <a:pt x="1351417" y="74990"/>
                </a:lnTo>
                <a:lnTo>
                  <a:pt x="1351723" y="76045"/>
                </a:lnTo>
                <a:lnTo>
                  <a:pt x="1352005" y="77126"/>
                </a:lnTo>
                <a:lnTo>
                  <a:pt x="1352263" y="78234"/>
                </a:lnTo>
                <a:lnTo>
                  <a:pt x="1352497" y="79369"/>
                </a:lnTo>
                <a:lnTo>
                  <a:pt x="1352706" y="80530"/>
                </a:lnTo>
                <a:lnTo>
                  <a:pt x="1352892" y="81718"/>
                </a:lnTo>
                <a:lnTo>
                  <a:pt x="1353053" y="82933"/>
                </a:lnTo>
                <a:lnTo>
                  <a:pt x="1353190" y="84174"/>
                </a:lnTo>
                <a:lnTo>
                  <a:pt x="1353304" y="85442"/>
                </a:lnTo>
                <a:lnTo>
                  <a:pt x="1353392" y="86737"/>
                </a:lnTo>
                <a:lnTo>
                  <a:pt x="1353457" y="88059"/>
                </a:lnTo>
                <a:lnTo>
                  <a:pt x="1353498" y="89407"/>
                </a:lnTo>
                <a:lnTo>
                  <a:pt x="1295794" y="89407"/>
                </a:lnTo>
                <a:lnTo>
                  <a:pt x="1295918" y="88049"/>
                </a:lnTo>
                <a:lnTo>
                  <a:pt x="1296064" y="86718"/>
                </a:lnTo>
                <a:lnTo>
                  <a:pt x="1296231" y="85415"/>
                </a:lnTo>
                <a:lnTo>
                  <a:pt x="1296419" y="84139"/>
                </a:lnTo>
                <a:lnTo>
                  <a:pt x="1296629" y="82890"/>
                </a:lnTo>
                <a:close/>
                <a:moveTo>
                  <a:pt x="1508568" y="159350"/>
                </a:moveTo>
                <a:lnTo>
                  <a:pt x="1509811" y="159215"/>
                </a:lnTo>
                <a:lnTo>
                  <a:pt x="1511038" y="159056"/>
                </a:lnTo>
                <a:lnTo>
                  <a:pt x="1512250" y="158872"/>
                </a:lnTo>
                <a:lnTo>
                  <a:pt x="1513446" y="158664"/>
                </a:lnTo>
                <a:lnTo>
                  <a:pt x="1514626" y="158431"/>
                </a:lnTo>
                <a:lnTo>
                  <a:pt x="1515790" y="158174"/>
                </a:lnTo>
                <a:lnTo>
                  <a:pt x="1516938" y="157893"/>
                </a:lnTo>
                <a:lnTo>
                  <a:pt x="1518071" y="157586"/>
                </a:lnTo>
                <a:lnTo>
                  <a:pt x="1519188" y="157256"/>
                </a:lnTo>
                <a:lnTo>
                  <a:pt x="1520288" y="156901"/>
                </a:lnTo>
                <a:lnTo>
                  <a:pt x="1521373" y="156521"/>
                </a:lnTo>
                <a:lnTo>
                  <a:pt x="1522442" y="156117"/>
                </a:lnTo>
                <a:lnTo>
                  <a:pt x="1523496" y="155689"/>
                </a:lnTo>
                <a:lnTo>
                  <a:pt x="1524533" y="155236"/>
                </a:lnTo>
                <a:lnTo>
                  <a:pt x="1525555" y="154758"/>
                </a:lnTo>
                <a:lnTo>
                  <a:pt x="1526561" y="154256"/>
                </a:lnTo>
                <a:lnTo>
                  <a:pt x="1527551" y="153729"/>
                </a:lnTo>
                <a:lnTo>
                  <a:pt x="1528525" y="153179"/>
                </a:lnTo>
                <a:lnTo>
                  <a:pt x="1529483" y="152603"/>
                </a:lnTo>
                <a:lnTo>
                  <a:pt x="1530424" y="152005"/>
                </a:lnTo>
                <a:lnTo>
                  <a:pt x="1531346" y="151385"/>
                </a:lnTo>
                <a:lnTo>
                  <a:pt x="1532250" y="150743"/>
                </a:lnTo>
                <a:lnTo>
                  <a:pt x="1533135" y="150081"/>
                </a:lnTo>
                <a:lnTo>
                  <a:pt x="1534002" y="149397"/>
                </a:lnTo>
                <a:lnTo>
                  <a:pt x="1534850" y="148691"/>
                </a:lnTo>
                <a:lnTo>
                  <a:pt x="1535679" y="147964"/>
                </a:lnTo>
                <a:lnTo>
                  <a:pt x="1536490" y="147215"/>
                </a:lnTo>
                <a:lnTo>
                  <a:pt x="1537282" y="146446"/>
                </a:lnTo>
                <a:lnTo>
                  <a:pt x="1538056" y="145654"/>
                </a:lnTo>
                <a:lnTo>
                  <a:pt x="1538811" y="144841"/>
                </a:lnTo>
                <a:lnTo>
                  <a:pt x="1539547" y="144007"/>
                </a:lnTo>
                <a:lnTo>
                  <a:pt x="1540265" y="143152"/>
                </a:lnTo>
                <a:lnTo>
                  <a:pt x="1540964" y="142275"/>
                </a:lnTo>
                <a:lnTo>
                  <a:pt x="1541644" y="141376"/>
                </a:lnTo>
                <a:lnTo>
                  <a:pt x="1542306" y="140456"/>
                </a:lnTo>
                <a:lnTo>
                  <a:pt x="1542949" y="139515"/>
                </a:lnTo>
                <a:lnTo>
                  <a:pt x="1543574" y="138552"/>
                </a:lnTo>
                <a:lnTo>
                  <a:pt x="1544180" y="137568"/>
                </a:lnTo>
                <a:lnTo>
                  <a:pt x="1544767" y="136562"/>
                </a:lnTo>
                <a:lnTo>
                  <a:pt x="1545336" y="135535"/>
                </a:lnTo>
                <a:lnTo>
                  <a:pt x="1545886" y="134487"/>
                </a:lnTo>
                <a:lnTo>
                  <a:pt x="1546418" y="133417"/>
                </a:lnTo>
                <a:lnTo>
                  <a:pt x="1546931" y="132325"/>
                </a:lnTo>
                <a:lnTo>
                  <a:pt x="1547424" y="131214"/>
                </a:lnTo>
                <a:lnTo>
                  <a:pt x="1547896" y="130086"/>
                </a:lnTo>
                <a:lnTo>
                  <a:pt x="1548348" y="128939"/>
                </a:lnTo>
                <a:lnTo>
                  <a:pt x="1548778" y="127775"/>
                </a:lnTo>
                <a:lnTo>
                  <a:pt x="1549187" y="126593"/>
                </a:lnTo>
                <a:lnTo>
                  <a:pt x="1549575" y="125393"/>
                </a:lnTo>
                <a:lnTo>
                  <a:pt x="1549942" y="124176"/>
                </a:lnTo>
                <a:lnTo>
                  <a:pt x="1550289" y="122941"/>
                </a:lnTo>
                <a:lnTo>
                  <a:pt x="1550614" y="121688"/>
                </a:lnTo>
                <a:lnTo>
                  <a:pt x="1550918" y="120417"/>
                </a:lnTo>
                <a:lnTo>
                  <a:pt x="1551202" y="119129"/>
                </a:lnTo>
                <a:lnTo>
                  <a:pt x="1551464" y="117823"/>
                </a:lnTo>
                <a:lnTo>
                  <a:pt x="1551705" y="116499"/>
                </a:lnTo>
                <a:lnTo>
                  <a:pt x="1551926" y="115157"/>
                </a:lnTo>
                <a:lnTo>
                  <a:pt x="1552125" y="113798"/>
                </a:lnTo>
                <a:lnTo>
                  <a:pt x="1552303" y="112421"/>
                </a:lnTo>
                <a:lnTo>
                  <a:pt x="1552461" y="111026"/>
                </a:lnTo>
                <a:lnTo>
                  <a:pt x="1552597" y="109613"/>
                </a:lnTo>
                <a:lnTo>
                  <a:pt x="1552713" y="108183"/>
                </a:lnTo>
                <a:lnTo>
                  <a:pt x="1552807" y="106735"/>
                </a:lnTo>
                <a:lnTo>
                  <a:pt x="1552881" y="105269"/>
                </a:lnTo>
                <a:lnTo>
                  <a:pt x="1552933" y="103785"/>
                </a:lnTo>
                <a:lnTo>
                  <a:pt x="1552965" y="102284"/>
                </a:lnTo>
                <a:lnTo>
                  <a:pt x="1552975" y="100765"/>
                </a:lnTo>
                <a:lnTo>
                  <a:pt x="1552965" y="99226"/>
                </a:lnTo>
                <a:lnTo>
                  <a:pt x="1552933" y="97705"/>
                </a:lnTo>
                <a:lnTo>
                  <a:pt x="1552881" y="96203"/>
                </a:lnTo>
                <a:lnTo>
                  <a:pt x="1552807" y="94719"/>
                </a:lnTo>
                <a:lnTo>
                  <a:pt x="1552713" y="93253"/>
                </a:lnTo>
                <a:lnTo>
                  <a:pt x="1552597" y="91805"/>
                </a:lnTo>
                <a:lnTo>
                  <a:pt x="1552461" y="90375"/>
                </a:lnTo>
                <a:lnTo>
                  <a:pt x="1552303" y="88964"/>
                </a:lnTo>
                <a:lnTo>
                  <a:pt x="1552125" y="87570"/>
                </a:lnTo>
                <a:lnTo>
                  <a:pt x="1551926" y="86195"/>
                </a:lnTo>
                <a:lnTo>
                  <a:pt x="1551705" y="84838"/>
                </a:lnTo>
                <a:lnTo>
                  <a:pt x="1551464" y="83499"/>
                </a:lnTo>
                <a:lnTo>
                  <a:pt x="1551202" y="82179"/>
                </a:lnTo>
                <a:lnTo>
                  <a:pt x="1550918" y="80876"/>
                </a:lnTo>
                <a:lnTo>
                  <a:pt x="1550614" y="79592"/>
                </a:lnTo>
                <a:lnTo>
                  <a:pt x="1550289" y="78326"/>
                </a:lnTo>
                <a:lnTo>
                  <a:pt x="1549942" y="77078"/>
                </a:lnTo>
                <a:lnTo>
                  <a:pt x="1549575" y="75848"/>
                </a:lnTo>
                <a:lnTo>
                  <a:pt x="1549187" y="74637"/>
                </a:lnTo>
                <a:lnTo>
                  <a:pt x="1548778" y="73443"/>
                </a:lnTo>
                <a:lnTo>
                  <a:pt x="1548348" y="72268"/>
                </a:lnTo>
                <a:lnTo>
                  <a:pt x="1547896" y="71111"/>
                </a:lnTo>
                <a:lnTo>
                  <a:pt x="1547424" y="69972"/>
                </a:lnTo>
                <a:lnTo>
                  <a:pt x="1546931" y="68852"/>
                </a:lnTo>
                <a:lnTo>
                  <a:pt x="1546418" y="67750"/>
                </a:lnTo>
                <a:lnTo>
                  <a:pt x="1545886" y="66671"/>
                </a:lnTo>
                <a:lnTo>
                  <a:pt x="1545336" y="65612"/>
                </a:lnTo>
                <a:lnTo>
                  <a:pt x="1544767" y="64575"/>
                </a:lnTo>
                <a:lnTo>
                  <a:pt x="1544180" y="63560"/>
                </a:lnTo>
                <a:lnTo>
                  <a:pt x="1543574" y="62566"/>
                </a:lnTo>
                <a:lnTo>
                  <a:pt x="1542949" y="61593"/>
                </a:lnTo>
                <a:lnTo>
                  <a:pt x="1542306" y="60642"/>
                </a:lnTo>
                <a:lnTo>
                  <a:pt x="1541644" y="59713"/>
                </a:lnTo>
                <a:lnTo>
                  <a:pt x="1540964" y="58804"/>
                </a:lnTo>
                <a:lnTo>
                  <a:pt x="1540265" y="57917"/>
                </a:lnTo>
                <a:lnTo>
                  <a:pt x="1539547" y="57052"/>
                </a:lnTo>
                <a:lnTo>
                  <a:pt x="1538811" y="56208"/>
                </a:lnTo>
                <a:lnTo>
                  <a:pt x="1538056" y="55385"/>
                </a:lnTo>
                <a:lnTo>
                  <a:pt x="1537282" y="54584"/>
                </a:lnTo>
                <a:lnTo>
                  <a:pt x="1536490" y="53805"/>
                </a:lnTo>
                <a:lnTo>
                  <a:pt x="1535679" y="53046"/>
                </a:lnTo>
                <a:lnTo>
                  <a:pt x="1534850" y="52310"/>
                </a:lnTo>
                <a:lnTo>
                  <a:pt x="1534002" y="51594"/>
                </a:lnTo>
                <a:lnTo>
                  <a:pt x="1533135" y="50900"/>
                </a:lnTo>
                <a:lnTo>
                  <a:pt x="1532250" y="50228"/>
                </a:lnTo>
                <a:lnTo>
                  <a:pt x="1531346" y="49577"/>
                </a:lnTo>
                <a:lnTo>
                  <a:pt x="1530424" y="48947"/>
                </a:lnTo>
                <a:lnTo>
                  <a:pt x="1529483" y="48339"/>
                </a:lnTo>
                <a:lnTo>
                  <a:pt x="1528525" y="47754"/>
                </a:lnTo>
                <a:lnTo>
                  <a:pt x="1527551" y="47193"/>
                </a:lnTo>
                <a:lnTo>
                  <a:pt x="1526561" y="46658"/>
                </a:lnTo>
                <a:lnTo>
                  <a:pt x="1525555" y="46148"/>
                </a:lnTo>
                <a:lnTo>
                  <a:pt x="1524533" y="45662"/>
                </a:lnTo>
                <a:lnTo>
                  <a:pt x="1523496" y="45202"/>
                </a:lnTo>
                <a:lnTo>
                  <a:pt x="1522442" y="44766"/>
                </a:lnTo>
                <a:lnTo>
                  <a:pt x="1521373" y="44355"/>
                </a:lnTo>
                <a:lnTo>
                  <a:pt x="1520288" y="43969"/>
                </a:lnTo>
                <a:lnTo>
                  <a:pt x="1519188" y="43608"/>
                </a:lnTo>
                <a:lnTo>
                  <a:pt x="1518071" y="43272"/>
                </a:lnTo>
                <a:lnTo>
                  <a:pt x="1516938" y="42961"/>
                </a:lnTo>
                <a:lnTo>
                  <a:pt x="1515790" y="42675"/>
                </a:lnTo>
                <a:lnTo>
                  <a:pt x="1514626" y="42413"/>
                </a:lnTo>
                <a:lnTo>
                  <a:pt x="1513446" y="42177"/>
                </a:lnTo>
                <a:lnTo>
                  <a:pt x="1512250" y="41965"/>
                </a:lnTo>
                <a:lnTo>
                  <a:pt x="1511038" y="41778"/>
                </a:lnTo>
                <a:lnTo>
                  <a:pt x="1509811" y="41616"/>
                </a:lnTo>
                <a:lnTo>
                  <a:pt x="1508568" y="41480"/>
                </a:lnTo>
                <a:lnTo>
                  <a:pt x="1507308" y="41368"/>
                </a:lnTo>
                <a:lnTo>
                  <a:pt x="1506033" y="41280"/>
                </a:lnTo>
                <a:lnTo>
                  <a:pt x="1504743" y="41218"/>
                </a:lnTo>
                <a:lnTo>
                  <a:pt x="1503436" y="41181"/>
                </a:lnTo>
                <a:lnTo>
                  <a:pt x="1502113" y="41168"/>
                </a:lnTo>
                <a:lnTo>
                  <a:pt x="1500819" y="41181"/>
                </a:lnTo>
                <a:lnTo>
                  <a:pt x="1499541" y="41218"/>
                </a:lnTo>
                <a:lnTo>
                  <a:pt x="1498279" y="41280"/>
                </a:lnTo>
                <a:lnTo>
                  <a:pt x="1497032" y="41368"/>
                </a:lnTo>
                <a:lnTo>
                  <a:pt x="1495802" y="41480"/>
                </a:lnTo>
                <a:lnTo>
                  <a:pt x="1494587" y="41616"/>
                </a:lnTo>
                <a:lnTo>
                  <a:pt x="1493388" y="41778"/>
                </a:lnTo>
                <a:lnTo>
                  <a:pt x="1492205" y="41965"/>
                </a:lnTo>
                <a:lnTo>
                  <a:pt x="1491037" y="42177"/>
                </a:lnTo>
                <a:lnTo>
                  <a:pt x="1489886" y="42413"/>
                </a:lnTo>
                <a:lnTo>
                  <a:pt x="1488750" y="42675"/>
                </a:lnTo>
                <a:lnTo>
                  <a:pt x="1487630" y="42961"/>
                </a:lnTo>
                <a:lnTo>
                  <a:pt x="1486526" y="43272"/>
                </a:lnTo>
                <a:lnTo>
                  <a:pt x="1485438" y="43608"/>
                </a:lnTo>
                <a:lnTo>
                  <a:pt x="1484366" y="43969"/>
                </a:lnTo>
                <a:lnTo>
                  <a:pt x="1483309" y="44355"/>
                </a:lnTo>
                <a:lnTo>
                  <a:pt x="1482269" y="44766"/>
                </a:lnTo>
                <a:lnTo>
                  <a:pt x="1481244" y="45202"/>
                </a:lnTo>
                <a:lnTo>
                  <a:pt x="1480235" y="45662"/>
                </a:lnTo>
                <a:lnTo>
                  <a:pt x="1479242" y="46148"/>
                </a:lnTo>
                <a:lnTo>
                  <a:pt x="1478265" y="46658"/>
                </a:lnTo>
                <a:lnTo>
                  <a:pt x="1477303" y="47193"/>
                </a:lnTo>
                <a:lnTo>
                  <a:pt x="1476358" y="47754"/>
                </a:lnTo>
                <a:lnTo>
                  <a:pt x="1475428" y="48339"/>
                </a:lnTo>
                <a:lnTo>
                  <a:pt x="1474515" y="48947"/>
                </a:lnTo>
                <a:lnTo>
                  <a:pt x="1473620" y="49577"/>
                </a:lnTo>
                <a:lnTo>
                  <a:pt x="1472744" y="50228"/>
                </a:lnTo>
                <a:lnTo>
                  <a:pt x="1471885" y="50900"/>
                </a:lnTo>
                <a:lnTo>
                  <a:pt x="1471044" y="51594"/>
                </a:lnTo>
                <a:lnTo>
                  <a:pt x="1470221" y="52310"/>
                </a:lnTo>
                <a:lnTo>
                  <a:pt x="1469417" y="53046"/>
                </a:lnTo>
                <a:lnTo>
                  <a:pt x="1468630" y="53805"/>
                </a:lnTo>
                <a:lnTo>
                  <a:pt x="1467861" y="54584"/>
                </a:lnTo>
                <a:lnTo>
                  <a:pt x="1467111" y="55385"/>
                </a:lnTo>
                <a:lnTo>
                  <a:pt x="1466378" y="56208"/>
                </a:lnTo>
                <a:lnTo>
                  <a:pt x="1465663" y="57052"/>
                </a:lnTo>
                <a:lnTo>
                  <a:pt x="1464967" y="57917"/>
                </a:lnTo>
                <a:lnTo>
                  <a:pt x="1464288" y="58804"/>
                </a:lnTo>
                <a:lnTo>
                  <a:pt x="1463628" y="59713"/>
                </a:lnTo>
                <a:lnTo>
                  <a:pt x="1462985" y="60642"/>
                </a:lnTo>
                <a:lnTo>
                  <a:pt x="1462360" y="61593"/>
                </a:lnTo>
                <a:lnTo>
                  <a:pt x="1461754" y="62566"/>
                </a:lnTo>
                <a:lnTo>
                  <a:pt x="1461165" y="63560"/>
                </a:lnTo>
                <a:lnTo>
                  <a:pt x="1460595" y="64575"/>
                </a:lnTo>
                <a:lnTo>
                  <a:pt x="1460042" y="65612"/>
                </a:lnTo>
                <a:lnTo>
                  <a:pt x="1459508" y="66671"/>
                </a:lnTo>
                <a:lnTo>
                  <a:pt x="1458992" y="67750"/>
                </a:lnTo>
                <a:lnTo>
                  <a:pt x="1458493" y="68852"/>
                </a:lnTo>
                <a:lnTo>
                  <a:pt x="1458014" y="69972"/>
                </a:lnTo>
                <a:lnTo>
                  <a:pt x="1457555" y="71111"/>
                </a:lnTo>
                <a:lnTo>
                  <a:pt x="1457117" y="72268"/>
                </a:lnTo>
                <a:lnTo>
                  <a:pt x="1456699" y="73443"/>
                </a:lnTo>
                <a:lnTo>
                  <a:pt x="1456301" y="74637"/>
                </a:lnTo>
                <a:lnTo>
                  <a:pt x="1455924" y="75848"/>
                </a:lnTo>
                <a:lnTo>
                  <a:pt x="1455567" y="77078"/>
                </a:lnTo>
                <a:lnTo>
                  <a:pt x="1455230" y="78326"/>
                </a:lnTo>
                <a:lnTo>
                  <a:pt x="1454914" y="79592"/>
                </a:lnTo>
                <a:lnTo>
                  <a:pt x="1454619" y="80876"/>
                </a:lnTo>
                <a:lnTo>
                  <a:pt x="1454343" y="82179"/>
                </a:lnTo>
                <a:lnTo>
                  <a:pt x="1454088" y="83499"/>
                </a:lnTo>
                <a:lnTo>
                  <a:pt x="1453854" y="84838"/>
                </a:lnTo>
                <a:lnTo>
                  <a:pt x="1453640" y="86195"/>
                </a:lnTo>
                <a:lnTo>
                  <a:pt x="1453446" y="87570"/>
                </a:lnTo>
                <a:lnTo>
                  <a:pt x="1453273" y="88964"/>
                </a:lnTo>
                <a:lnTo>
                  <a:pt x="1453120" y="90375"/>
                </a:lnTo>
                <a:lnTo>
                  <a:pt x="1452987" y="91805"/>
                </a:lnTo>
                <a:lnTo>
                  <a:pt x="1452875" y="93253"/>
                </a:lnTo>
                <a:lnTo>
                  <a:pt x="1452783" y="94719"/>
                </a:lnTo>
                <a:lnTo>
                  <a:pt x="1452712" y="96203"/>
                </a:lnTo>
                <a:lnTo>
                  <a:pt x="1452661" y="97705"/>
                </a:lnTo>
                <a:lnTo>
                  <a:pt x="1452630" y="99226"/>
                </a:lnTo>
                <a:lnTo>
                  <a:pt x="1452620" y="100765"/>
                </a:lnTo>
                <a:lnTo>
                  <a:pt x="1452630" y="102284"/>
                </a:lnTo>
                <a:lnTo>
                  <a:pt x="1452661" y="103785"/>
                </a:lnTo>
                <a:lnTo>
                  <a:pt x="1452712" y="105269"/>
                </a:lnTo>
                <a:lnTo>
                  <a:pt x="1452783" y="106735"/>
                </a:lnTo>
                <a:lnTo>
                  <a:pt x="1452875" y="108183"/>
                </a:lnTo>
                <a:lnTo>
                  <a:pt x="1452987" y="109613"/>
                </a:lnTo>
                <a:lnTo>
                  <a:pt x="1453120" y="111026"/>
                </a:lnTo>
                <a:lnTo>
                  <a:pt x="1453273" y="112421"/>
                </a:lnTo>
                <a:lnTo>
                  <a:pt x="1453446" y="113798"/>
                </a:lnTo>
                <a:lnTo>
                  <a:pt x="1453640" y="115157"/>
                </a:lnTo>
                <a:lnTo>
                  <a:pt x="1453854" y="116499"/>
                </a:lnTo>
                <a:lnTo>
                  <a:pt x="1454088" y="117823"/>
                </a:lnTo>
                <a:lnTo>
                  <a:pt x="1454343" y="119129"/>
                </a:lnTo>
                <a:lnTo>
                  <a:pt x="1454619" y="120417"/>
                </a:lnTo>
                <a:lnTo>
                  <a:pt x="1454914" y="121688"/>
                </a:lnTo>
                <a:lnTo>
                  <a:pt x="1455230" y="122941"/>
                </a:lnTo>
                <a:lnTo>
                  <a:pt x="1455567" y="124176"/>
                </a:lnTo>
                <a:lnTo>
                  <a:pt x="1455924" y="125393"/>
                </a:lnTo>
                <a:lnTo>
                  <a:pt x="1456301" y="126593"/>
                </a:lnTo>
                <a:lnTo>
                  <a:pt x="1456699" y="127775"/>
                </a:lnTo>
                <a:lnTo>
                  <a:pt x="1457117" y="128939"/>
                </a:lnTo>
                <a:lnTo>
                  <a:pt x="1457555" y="130086"/>
                </a:lnTo>
                <a:lnTo>
                  <a:pt x="1458014" y="131214"/>
                </a:lnTo>
                <a:lnTo>
                  <a:pt x="1458493" y="132325"/>
                </a:lnTo>
                <a:lnTo>
                  <a:pt x="1458992" y="133417"/>
                </a:lnTo>
                <a:lnTo>
                  <a:pt x="1459508" y="134487"/>
                </a:lnTo>
                <a:lnTo>
                  <a:pt x="1460042" y="135535"/>
                </a:lnTo>
                <a:lnTo>
                  <a:pt x="1460595" y="136562"/>
                </a:lnTo>
                <a:lnTo>
                  <a:pt x="1461165" y="137568"/>
                </a:lnTo>
                <a:lnTo>
                  <a:pt x="1461754" y="138552"/>
                </a:lnTo>
                <a:lnTo>
                  <a:pt x="1462360" y="139515"/>
                </a:lnTo>
                <a:lnTo>
                  <a:pt x="1462985" y="140456"/>
                </a:lnTo>
                <a:lnTo>
                  <a:pt x="1463628" y="141376"/>
                </a:lnTo>
                <a:lnTo>
                  <a:pt x="1464288" y="142275"/>
                </a:lnTo>
                <a:lnTo>
                  <a:pt x="1464967" y="143152"/>
                </a:lnTo>
                <a:lnTo>
                  <a:pt x="1465663" y="144007"/>
                </a:lnTo>
                <a:lnTo>
                  <a:pt x="1466378" y="144841"/>
                </a:lnTo>
                <a:lnTo>
                  <a:pt x="1467111" y="145654"/>
                </a:lnTo>
                <a:lnTo>
                  <a:pt x="1467861" y="146446"/>
                </a:lnTo>
                <a:lnTo>
                  <a:pt x="1468630" y="147215"/>
                </a:lnTo>
                <a:lnTo>
                  <a:pt x="1469417" y="147964"/>
                </a:lnTo>
                <a:lnTo>
                  <a:pt x="1470221" y="148691"/>
                </a:lnTo>
                <a:lnTo>
                  <a:pt x="1471044" y="149397"/>
                </a:lnTo>
                <a:lnTo>
                  <a:pt x="1471885" y="150081"/>
                </a:lnTo>
                <a:lnTo>
                  <a:pt x="1472744" y="150743"/>
                </a:lnTo>
                <a:lnTo>
                  <a:pt x="1473620" y="151385"/>
                </a:lnTo>
                <a:lnTo>
                  <a:pt x="1474515" y="152005"/>
                </a:lnTo>
                <a:lnTo>
                  <a:pt x="1475428" y="152603"/>
                </a:lnTo>
                <a:lnTo>
                  <a:pt x="1476358" y="153179"/>
                </a:lnTo>
                <a:lnTo>
                  <a:pt x="1477303" y="153729"/>
                </a:lnTo>
                <a:lnTo>
                  <a:pt x="1478265" y="154256"/>
                </a:lnTo>
                <a:lnTo>
                  <a:pt x="1479242" y="154758"/>
                </a:lnTo>
                <a:lnTo>
                  <a:pt x="1480235" y="155236"/>
                </a:lnTo>
                <a:lnTo>
                  <a:pt x="1481244" y="155689"/>
                </a:lnTo>
                <a:lnTo>
                  <a:pt x="1482269" y="156117"/>
                </a:lnTo>
                <a:lnTo>
                  <a:pt x="1483309" y="156521"/>
                </a:lnTo>
                <a:lnTo>
                  <a:pt x="1484366" y="156901"/>
                </a:lnTo>
                <a:lnTo>
                  <a:pt x="1485438" y="157256"/>
                </a:lnTo>
                <a:lnTo>
                  <a:pt x="1486526" y="157586"/>
                </a:lnTo>
                <a:lnTo>
                  <a:pt x="1487630" y="157893"/>
                </a:lnTo>
                <a:lnTo>
                  <a:pt x="1488750" y="158174"/>
                </a:lnTo>
                <a:lnTo>
                  <a:pt x="1489886" y="158431"/>
                </a:lnTo>
                <a:lnTo>
                  <a:pt x="1491037" y="158664"/>
                </a:lnTo>
                <a:lnTo>
                  <a:pt x="1492205" y="158872"/>
                </a:lnTo>
                <a:lnTo>
                  <a:pt x="1493388" y="159056"/>
                </a:lnTo>
                <a:lnTo>
                  <a:pt x="1494587" y="159215"/>
                </a:lnTo>
                <a:lnTo>
                  <a:pt x="1495802" y="159350"/>
                </a:lnTo>
                <a:lnTo>
                  <a:pt x="1497032" y="159460"/>
                </a:lnTo>
                <a:lnTo>
                  <a:pt x="1498279" y="159545"/>
                </a:lnTo>
                <a:lnTo>
                  <a:pt x="1499541" y="159607"/>
                </a:lnTo>
                <a:lnTo>
                  <a:pt x="1500819" y="159643"/>
                </a:lnTo>
                <a:lnTo>
                  <a:pt x="1502113" y="159656"/>
                </a:lnTo>
                <a:lnTo>
                  <a:pt x="1503436" y="159643"/>
                </a:lnTo>
                <a:lnTo>
                  <a:pt x="1504743" y="159607"/>
                </a:lnTo>
                <a:lnTo>
                  <a:pt x="1506033" y="159545"/>
                </a:lnTo>
                <a:lnTo>
                  <a:pt x="1507308" y="159460"/>
                </a:lnTo>
                <a:lnTo>
                  <a:pt x="1508568" y="159350"/>
                </a:lnTo>
                <a:close/>
                <a:moveTo>
                  <a:pt x="1497782" y="144355"/>
                </a:moveTo>
                <a:lnTo>
                  <a:pt x="1496960" y="144246"/>
                </a:lnTo>
                <a:lnTo>
                  <a:pt x="1496153" y="144117"/>
                </a:lnTo>
                <a:lnTo>
                  <a:pt x="1495360" y="143969"/>
                </a:lnTo>
                <a:lnTo>
                  <a:pt x="1494581" y="143801"/>
                </a:lnTo>
                <a:lnTo>
                  <a:pt x="1493818" y="143613"/>
                </a:lnTo>
                <a:lnTo>
                  <a:pt x="1493069" y="143405"/>
                </a:lnTo>
                <a:lnTo>
                  <a:pt x="1492334" y="143177"/>
                </a:lnTo>
                <a:lnTo>
                  <a:pt x="1491615" y="142929"/>
                </a:lnTo>
                <a:lnTo>
                  <a:pt x="1490910" y="142662"/>
                </a:lnTo>
                <a:lnTo>
                  <a:pt x="1490219" y="142375"/>
                </a:lnTo>
                <a:lnTo>
                  <a:pt x="1489544" y="142068"/>
                </a:lnTo>
                <a:lnTo>
                  <a:pt x="1488883" y="141742"/>
                </a:lnTo>
                <a:lnTo>
                  <a:pt x="1488236" y="141395"/>
                </a:lnTo>
                <a:lnTo>
                  <a:pt x="1487604" y="141029"/>
                </a:lnTo>
                <a:lnTo>
                  <a:pt x="1486987" y="140643"/>
                </a:lnTo>
                <a:lnTo>
                  <a:pt x="1486385" y="140237"/>
                </a:lnTo>
                <a:lnTo>
                  <a:pt x="1485797" y="139811"/>
                </a:lnTo>
                <a:lnTo>
                  <a:pt x="1485224" y="139366"/>
                </a:lnTo>
                <a:lnTo>
                  <a:pt x="1484665" y="138900"/>
                </a:lnTo>
                <a:lnTo>
                  <a:pt x="1484120" y="138418"/>
                </a:lnTo>
                <a:lnTo>
                  <a:pt x="1483589" y="137921"/>
                </a:lnTo>
                <a:lnTo>
                  <a:pt x="1483070" y="137409"/>
                </a:lnTo>
                <a:lnTo>
                  <a:pt x="1482563" y="136883"/>
                </a:lnTo>
                <a:lnTo>
                  <a:pt x="1482070" y="136343"/>
                </a:lnTo>
                <a:lnTo>
                  <a:pt x="1481590" y="135788"/>
                </a:lnTo>
                <a:lnTo>
                  <a:pt x="1481122" y="135219"/>
                </a:lnTo>
                <a:lnTo>
                  <a:pt x="1480667" y="134635"/>
                </a:lnTo>
                <a:lnTo>
                  <a:pt x="1480226" y="134037"/>
                </a:lnTo>
                <a:lnTo>
                  <a:pt x="1479797" y="133424"/>
                </a:lnTo>
                <a:lnTo>
                  <a:pt x="1479381" y="132797"/>
                </a:lnTo>
                <a:lnTo>
                  <a:pt x="1478977" y="132156"/>
                </a:lnTo>
                <a:lnTo>
                  <a:pt x="1478587" y="131500"/>
                </a:lnTo>
                <a:lnTo>
                  <a:pt x="1478210" y="130830"/>
                </a:lnTo>
                <a:lnTo>
                  <a:pt x="1477845" y="130145"/>
                </a:lnTo>
                <a:lnTo>
                  <a:pt x="1477493" y="129446"/>
                </a:lnTo>
                <a:lnTo>
                  <a:pt x="1477155" y="128733"/>
                </a:lnTo>
                <a:lnTo>
                  <a:pt x="1476829" y="128005"/>
                </a:lnTo>
                <a:lnTo>
                  <a:pt x="1476515" y="127262"/>
                </a:lnTo>
                <a:lnTo>
                  <a:pt x="1476215" y="126506"/>
                </a:lnTo>
                <a:lnTo>
                  <a:pt x="1475928" y="125734"/>
                </a:lnTo>
                <a:lnTo>
                  <a:pt x="1475653" y="124949"/>
                </a:lnTo>
                <a:lnTo>
                  <a:pt x="1475392" y="124149"/>
                </a:lnTo>
                <a:lnTo>
                  <a:pt x="1475143" y="123334"/>
                </a:lnTo>
                <a:lnTo>
                  <a:pt x="1474906" y="122508"/>
                </a:lnTo>
                <a:lnTo>
                  <a:pt x="1474678" y="121672"/>
                </a:lnTo>
                <a:lnTo>
                  <a:pt x="1474461" y="120826"/>
                </a:lnTo>
                <a:lnTo>
                  <a:pt x="1474254" y="119971"/>
                </a:lnTo>
                <a:lnTo>
                  <a:pt x="1474057" y="119107"/>
                </a:lnTo>
                <a:lnTo>
                  <a:pt x="1473871" y="118233"/>
                </a:lnTo>
                <a:lnTo>
                  <a:pt x="1473694" y="117349"/>
                </a:lnTo>
                <a:lnTo>
                  <a:pt x="1473527" y="116456"/>
                </a:lnTo>
                <a:lnTo>
                  <a:pt x="1473371" y="115554"/>
                </a:lnTo>
                <a:lnTo>
                  <a:pt x="1473224" y="114642"/>
                </a:lnTo>
                <a:lnTo>
                  <a:pt x="1473088" y="113721"/>
                </a:lnTo>
                <a:lnTo>
                  <a:pt x="1472962" y="112790"/>
                </a:lnTo>
                <a:lnTo>
                  <a:pt x="1472846" y="111849"/>
                </a:lnTo>
                <a:lnTo>
                  <a:pt x="1472740" y="110900"/>
                </a:lnTo>
                <a:lnTo>
                  <a:pt x="1472644" y="109940"/>
                </a:lnTo>
                <a:lnTo>
                  <a:pt x="1472558" y="108971"/>
                </a:lnTo>
                <a:lnTo>
                  <a:pt x="1472482" y="107993"/>
                </a:lnTo>
                <a:lnTo>
                  <a:pt x="1472417" y="107005"/>
                </a:lnTo>
                <a:lnTo>
                  <a:pt x="1472361" y="106008"/>
                </a:lnTo>
                <a:lnTo>
                  <a:pt x="1472316" y="105001"/>
                </a:lnTo>
                <a:lnTo>
                  <a:pt x="1472280" y="103985"/>
                </a:lnTo>
                <a:lnTo>
                  <a:pt x="1472255" y="102959"/>
                </a:lnTo>
                <a:lnTo>
                  <a:pt x="1472240" y="101924"/>
                </a:lnTo>
                <a:lnTo>
                  <a:pt x="1472235" y="100879"/>
                </a:lnTo>
                <a:lnTo>
                  <a:pt x="1472240" y="99815"/>
                </a:lnTo>
                <a:lnTo>
                  <a:pt x="1472255" y="98760"/>
                </a:lnTo>
                <a:lnTo>
                  <a:pt x="1472280" y="97716"/>
                </a:lnTo>
                <a:lnTo>
                  <a:pt x="1472316" y="96682"/>
                </a:lnTo>
                <a:lnTo>
                  <a:pt x="1472361" y="95657"/>
                </a:lnTo>
                <a:lnTo>
                  <a:pt x="1472417" y="94642"/>
                </a:lnTo>
                <a:lnTo>
                  <a:pt x="1472482" y="93638"/>
                </a:lnTo>
                <a:lnTo>
                  <a:pt x="1472558" y="92643"/>
                </a:lnTo>
                <a:lnTo>
                  <a:pt x="1472644" y="91658"/>
                </a:lnTo>
                <a:lnTo>
                  <a:pt x="1472740" y="90683"/>
                </a:lnTo>
                <a:lnTo>
                  <a:pt x="1472846" y="89717"/>
                </a:lnTo>
                <a:lnTo>
                  <a:pt x="1472962" y="88762"/>
                </a:lnTo>
                <a:lnTo>
                  <a:pt x="1473088" y="87817"/>
                </a:lnTo>
                <a:lnTo>
                  <a:pt x="1473224" y="86881"/>
                </a:lnTo>
                <a:lnTo>
                  <a:pt x="1473371" y="85956"/>
                </a:lnTo>
                <a:lnTo>
                  <a:pt x="1473527" y="85040"/>
                </a:lnTo>
                <a:lnTo>
                  <a:pt x="1473694" y="84134"/>
                </a:lnTo>
                <a:lnTo>
                  <a:pt x="1473871" y="83238"/>
                </a:lnTo>
                <a:lnTo>
                  <a:pt x="1474057" y="82352"/>
                </a:lnTo>
                <a:lnTo>
                  <a:pt x="1474254" y="81476"/>
                </a:lnTo>
                <a:lnTo>
                  <a:pt x="1474461" y="80610"/>
                </a:lnTo>
                <a:lnTo>
                  <a:pt x="1474678" y="79754"/>
                </a:lnTo>
                <a:lnTo>
                  <a:pt x="1474906" y="78907"/>
                </a:lnTo>
                <a:lnTo>
                  <a:pt x="1475143" y="78071"/>
                </a:lnTo>
                <a:lnTo>
                  <a:pt x="1475392" y="77246"/>
                </a:lnTo>
                <a:lnTo>
                  <a:pt x="1475653" y="76437"/>
                </a:lnTo>
                <a:lnTo>
                  <a:pt x="1475928" y="75641"/>
                </a:lnTo>
                <a:lnTo>
                  <a:pt x="1476215" y="74861"/>
                </a:lnTo>
                <a:lnTo>
                  <a:pt x="1476515" y="74095"/>
                </a:lnTo>
                <a:lnTo>
                  <a:pt x="1476829" y="73344"/>
                </a:lnTo>
                <a:lnTo>
                  <a:pt x="1477155" y="72607"/>
                </a:lnTo>
                <a:lnTo>
                  <a:pt x="1477493" y="71885"/>
                </a:lnTo>
                <a:lnTo>
                  <a:pt x="1477845" y="71178"/>
                </a:lnTo>
                <a:lnTo>
                  <a:pt x="1478210" y="70485"/>
                </a:lnTo>
                <a:lnTo>
                  <a:pt x="1478587" y="69807"/>
                </a:lnTo>
                <a:lnTo>
                  <a:pt x="1478977" y="69144"/>
                </a:lnTo>
                <a:lnTo>
                  <a:pt x="1479381" y="68495"/>
                </a:lnTo>
                <a:lnTo>
                  <a:pt x="1479797" y="67861"/>
                </a:lnTo>
                <a:lnTo>
                  <a:pt x="1480226" y="67242"/>
                </a:lnTo>
                <a:lnTo>
                  <a:pt x="1480667" y="66637"/>
                </a:lnTo>
                <a:lnTo>
                  <a:pt x="1481122" y="66047"/>
                </a:lnTo>
                <a:lnTo>
                  <a:pt x="1481590" y="65471"/>
                </a:lnTo>
                <a:lnTo>
                  <a:pt x="1482070" y="64911"/>
                </a:lnTo>
                <a:lnTo>
                  <a:pt x="1482563" y="64364"/>
                </a:lnTo>
                <a:lnTo>
                  <a:pt x="1483070" y="63833"/>
                </a:lnTo>
                <a:lnTo>
                  <a:pt x="1483589" y="63316"/>
                </a:lnTo>
                <a:lnTo>
                  <a:pt x="1484120" y="62814"/>
                </a:lnTo>
                <a:lnTo>
                  <a:pt x="1484665" y="62326"/>
                </a:lnTo>
                <a:lnTo>
                  <a:pt x="1485224" y="61856"/>
                </a:lnTo>
                <a:lnTo>
                  <a:pt x="1485797" y="61406"/>
                </a:lnTo>
                <a:lnTo>
                  <a:pt x="1486385" y="60976"/>
                </a:lnTo>
                <a:lnTo>
                  <a:pt x="1486987" y="60566"/>
                </a:lnTo>
                <a:lnTo>
                  <a:pt x="1487604" y="60175"/>
                </a:lnTo>
                <a:lnTo>
                  <a:pt x="1488236" y="59805"/>
                </a:lnTo>
                <a:lnTo>
                  <a:pt x="1488883" y="59455"/>
                </a:lnTo>
                <a:lnTo>
                  <a:pt x="1489544" y="59125"/>
                </a:lnTo>
                <a:lnTo>
                  <a:pt x="1490219" y="58815"/>
                </a:lnTo>
                <a:lnTo>
                  <a:pt x="1490910" y="58525"/>
                </a:lnTo>
                <a:lnTo>
                  <a:pt x="1491615" y="58254"/>
                </a:lnTo>
                <a:lnTo>
                  <a:pt x="1492334" y="58004"/>
                </a:lnTo>
                <a:lnTo>
                  <a:pt x="1493069" y="57774"/>
                </a:lnTo>
                <a:lnTo>
                  <a:pt x="1493818" y="57564"/>
                </a:lnTo>
                <a:lnTo>
                  <a:pt x="1494581" y="57374"/>
                </a:lnTo>
                <a:lnTo>
                  <a:pt x="1495360" y="57204"/>
                </a:lnTo>
                <a:lnTo>
                  <a:pt x="1496153" y="57054"/>
                </a:lnTo>
                <a:lnTo>
                  <a:pt x="1496960" y="56924"/>
                </a:lnTo>
                <a:lnTo>
                  <a:pt x="1497782" y="56814"/>
                </a:lnTo>
                <a:lnTo>
                  <a:pt x="1498619" y="56724"/>
                </a:lnTo>
                <a:lnTo>
                  <a:pt x="1499471" y="56654"/>
                </a:lnTo>
                <a:lnTo>
                  <a:pt x="1500337" y="56604"/>
                </a:lnTo>
                <a:lnTo>
                  <a:pt x="1501218" y="56574"/>
                </a:lnTo>
                <a:lnTo>
                  <a:pt x="1502113" y="56564"/>
                </a:lnTo>
                <a:lnTo>
                  <a:pt x="1503065" y="56574"/>
                </a:lnTo>
                <a:lnTo>
                  <a:pt x="1504000" y="56604"/>
                </a:lnTo>
                <a:lnTo>
                  <a:pt x="1504919" y="56654"/>
                </a:lnTo>
                <a:lnTo>
                  <a:pt x="1505821" y="56724"/>
                </a:lnTo>
                <a:lnTo>
                  <a:pt x="1506707" y="56814"/>
                </a:lnTo>
                <a:lnTo>
                  <a:pt x="1507577" y="56924"/>
                </a:lnTo>
                <a:lnTo>
                  <a:pt x="1508430" y="57054"/>
                </a:lnTo>
                <a:lnTo>
                  <a:pt x="1509266" y="57204"/>
                </a:lnTo>
                <a:lnTo>
                  <a:pt x="1510086" y="57374"/>
                </a:lnTo>
                <a:lnTo>
                  <a:pt x="1510890" y="57564"/>
                </a:lnTo>
                <a:lnTo>
                  <a:pt x="1511677" y="57774"/>
                </a:lnTo>
                <a:lnTo>
                  <a:pt x="1512448" y="58004"/>
                </a:lnTo>
                <a:lnTo>
                  <a:pt x="1513203" y="58254"/>
                </a:lnTo>
                <a:lnTo>
                  <a:pt x="1513941" y="58525"/>
                </a:lnTo>
                <a:lnTo>
                  <a:pt x="1514662" y="58815"/>
                </a:lnTo>
                <a:lnTo>
                  <a:pt x="1515367" y="59125"/>
                </a:lnTo>
                <a:lnTo>
                  <a:pt x="1516056" y="59455"/>
                </a:lnTo>
                <a:lnTo>
                  <a:pt x="1516728" y="59805"/>
                </a:lnTo>
                <a:lnTo>
                  <a:pt x="1517384" y="60175"/>
                </a:lnTo>
                <a:lnTo>
                  <a:pt x="1518023" y="60566"/>
                </a:lnTo>
                <a:lnTo>
                  <a:pt x="1518646" y="60976"/>
                </a:lnTo>
                <a:lnTo>
                  <a:pt x="1519253" y="61406"/>
                </a:lnTo>
                <a:lnTo>
                  <a:pt x="1519843" y="61856"/>
                </a:lnTo>
                <a:lnTo>
                  <a:pt x="1520417" y="62326"/>
                </a:lnTo>
                <a:lnTo>
                  <a:pt x="1520976" y="62814"/>
                </a:lnTo>
                <a:lnTo>
                  <a:pt x="1521521" y="63316"/>
                </a:lnTo>
                <a:lnTo>
                  <a:pt x="1522054" y="63833"/>
                </a:lnTo>
                <a:lnTo>
                  <a:pt x="1522574" y="64364"/>
                </a:lnTo>
                <a:lnTo>
                  <a:pt x="1523081" y="64911"/>
                </a:lnTo>
                <a:lnTo>
                  <a:pt x="1523574" y="65471"/>
                </a:lnTo>
                <a:lnTo>
                  <a:pt x="1524055" y="66047"/>
                </a:lnTo>
                <a:lnTo>
                  <a:pt x="1524522" y="66637"/>
                </a:lnTo>
                <a:lnTo>
                  <a:pt x="1524976" y="67242"/>
                </a:lnTo>
                <a:lnTo>
                  <a:pt x="1525418" y="67861"/>
                </a:lnTo>
                <a:lnTo>
                  <a:pt x="1525846" y="68495"/>
                </a:lnTo>
                <a:lnTo>
                  <a:pt x="1526261" y="69144"/>
                </a:lnTo>
                <a:lnTo>
                  <a:pt x="1526663" y="69807"/>
                </a:lnTo>
                <a:lnTo>
                  <a:pt x="1527052" y="70485"/>
                </a:lnTo>
                <a:lnTo>
                  <a:pt x="1527428" y="71178"/>
                </a:lnTo>
                <a:lnTo>
                  <a:pt x="1527791" y="71885"/>
                </a:lnTo>
                <a:lnTo>
                  <a:pt x="1528141" y="72607"/>
                </a:lnTo>
                <a:lnTo>
                  <a:pt x="1528478" y="73344"/>
                </a:lnTo>
                <a:lnTo>
                  <a:pt x="1528802" y="74095"/>
                </a:lnTo>
                <a:lnTo>
                  <a:pt x="1529112" y="74861"/>
                </a:lnTo>
                <a:lnTo>
                  <a:pt x="1529410" y="75641"/>
                </a:lnTo>
                <a:lnTo>
                  <a:pt x="1529694" y="76437"/>
                </a:lnTo>
                <a:lnTo>
                  <a:pt x="1529966" y="77246"/>
                </a:lnTo>
                <a:lnTo>
                  <a:pt x="1530224" y="78071"/>
                </a:lnTo>
                <a:lnTo>
                  <a:pt x="1530471" y="78907"/>
                </a:lnTo>
                <a:lnTo>
                  <a:pt x="1530707" y="79753"/>
                </a:lnTo>
                <a:lnTo>
                  <a:pt x="1530932" y="80608"/>
                </a:lnTo>
                <a:lnTo>
                  <a:pt x="1531148" y="81473"/>
                </a:lnTo>
                <a:lnTo>
                  <a:pt x="1531352" y="82347"/>
                </a:lnTo>
                <a:lnTo>
                  <a:pt x="1531546" y="83231"/>
                </a:lnTo>
                <a:lnTo>
                  <a:pt x="1531730" y="84124"/>
                </a:lnTo>
                <a:lnTo>
                  <a:pt x="1531903" y="85027"/>
                </a:lnTo>
                <a:lnTo>
                  <a:pt x="1532066" y="85939"/>
                </a:lnTo>
                <a:lnTo>
                  <a:pt x="1532218" y="86861"/>
                </a:lnTo>
                <a:lnTo>
                  <a:pt x="1532359" y="87792"/>
                </a:lnTo>
                <a:lnTo>
                  <a:pt x="1532491" y="88733"/>
                </a:lnTo>
                <a:lnTo>
                  <a:pt x="1532611" y="89683"/>
                </a:lnTo>
                <a:lnTo>
                  <a:pt x="1532721" y="90643"/>
                </a:lnTo>
                <a:lnTo>
                  <a:pt x="1532821" y="91612"/>
                </a:lnTo>
                <a:lnTo>
                  <a:pt x="1532910" y="92590"/>
                </a:lnTo>
                <a:lnTo>
                  <a:pt x="1532989" y="93579"/>
                </a:lnTo>
                <a:lnTo>
                  <a:pt x="1533057" y="94576"/>
                </a:lnTo>
                <a:lnTo>
                  <a:pt x="1533115" y="95583"/>
                </a:lnTo>
                <a:lnTo>
                  <a:pt x="1533162" y="96600"/>
                </a:lnTo>
                <a:lnTo>
                  <a:pt x="1533199" y="97626"/>
                </a:lnTo>
                <a:lnTo>
                  <a:pt x="1533225" y="98662"/>
                </a:lnTo>
                <a:lnTo>
                  <a:pt x="1533241" y="99707"/>
                </a:lnTo>
                <a:lnTo>
                  <a:pt x="1533246" y="100761"/>
                </a:lnTo>
                <a:lnTo>
                  <a:pt x="1533241" y="101816"/>
                </a:lnTo>
                <a:lnTo>
                  <a:pt x="1533225" y="102860"/>
                </a:lnTo>
                <a:lnTo>
                  <a:pt x="1533199" y="103895"/>
                </a:lnTo>
                <a:lnTo>
                  <a:pt x="1533162" y="104919"/>
                </a:lnTo>
                <a:lnTo>
                  <a:pt x="1533115" y="105934"/>
                </a:lnTo>
                <a:lnTo>
                  <a:pt x="1533057" y="106939"/>
                </a:lnTo>
                <a:lnTo>
                  <a:pt x="1532989" y="107934"/>
                </a:lnTo>
                <a:lnTo>
                  <a:pt x="1532910" y="108919"/>
                </a:lnTo>
                <a:lnTo>
                  <a:pt x="1532821" y="109894"/>
                </a:lnTo>
                <a:lnTo>
                  <a:pt x="1532721" y="110860"/>
                </a:lnTo>
                <a:lnTo>
                  <a:pt x="1532611" y="111815"/>
                </a:lnTo>
                <a:lnTo>
                  <a:pt x="1532491" y="112760"/>
                </a:lnTo>
                <a:lnTo>
                  <a:pt x="1532359" y="113696"/>
                </a:lnTo>
                <a:lnTo>
                  <a:pt x="1532218" y="114622"/>
                </a:lnTo>
                <a:lnTo>
                  <a:pt x="1532066" y="115537"/>
                </a:lnTo>
                <a:lnTo>
                  <a:pt x="1531903" y="116443"/>
                </a:lnTo>
                <a:lnTo>
                  <a:pt x="1531730" y="117339"/>
                </a:lnTo>
                <a:lnTo>
                  <a:pt x="1531546" y="118225"/>
                </a:lnTo>
                <a:lnTo>
                  <a:pt x="1531352" y="119102"/>
                </a:lnTo>
                <a:lnTo>
                  <a:pt x="1531148" y="119968"/>
                </a:lnTo>
                <a:lnTo>
                  <a:pt x="1530932" y="120824"/>
                </a:lnTo>
                <a:lnTo>
                  <a:pt x="1530707" y="121671"/>
                </a:lnTo>
                <a:lnTo>
                  <a:pt x="1530471" y="122507"/>
                </a:lnTo>
                <a:lnTo>
                  <a:pt x="1530224" y="123334"/>
                </a:lnTo>
                <a:lnTo>
                  <a:pt x="1529966" y="124149"/>
                </a:lnTo>
                <a:lnTo>
                  <a:pt x="1529694" y="124949"/>
                </a:lnTo>
                <a:lnTo>
                  <a:pt x="1529410" y="125734"/>
                </a:lnTo>
                <a:lnTo>
                  <a:pt x="1529112" y="126506"/>
                </a:lnTo>
                <a:lnTo>
                  <a:pt x="1528802" y="127262"/>
                </a:lnTo>
                <a:lnTo>
                  <a:pt x="1528478" y="128005"/>
                </a:lnTo>
                <a:lnTo>
                  <a:pt x="1528141" y="128733"/>
                </a:lnTo>
                <a:lnTo>
                  <a:pt x="1527791" y="129446"/>
                </a:lnTo>
                <a:lnTo>
                  <a:pt x="1527428" y="130145"/>
                </a:lnTo>
                <a:lnTo>
                  <a:pt x="1527052" y="130830"/>
                </a:lnTo>
                <a:lnTo>
                  <a:pt x="1526663" y="131500"/>
                </a:lnTo>
                <a:lnTo>
                  <a:pt x="1526261" y="132156"/>
                </a:lnTo>
                <a:lnTo>
                  <a:pt x="1525846" y="132797"/>
                </a:lnTo>
                <a:lnTo>
                  <a:pt x="1525418" y="133424"/>
                </a:lnTo>
                <a:lnTo>
                  <a:pt x="1524976" y="134037"/>
                </a:lnTo>
                <a:lnTo>
                  <a:pt x="1524522" y="134635"/>
                </a:lnTo>
                <a:lnTo>
                  <a:pt x="1524055" y="135219"/>
                </a:lnTo>
                <a:lnTo>
                  <a:pt x="1523574" y="135788"/>
                </a:lnTo>
                <a:lnTo>
                  <a:pt x="1523081" y="136343"/>
                </a:lnTo>
                <a:lnTo>
                  <a:pt x="1522574" y="136883"/>
                </a:lnTo>
                <a:lnTo>
                  <a:pt x="1522054" y="137409"/>
                </a:lnTo>
                <a:lnTo>
                  <a:pt x="1521521" y="137921"/>
                </a:lnTo>
                <a:lnTo>
                  <a:pt x="1520976" y="138418"/>
                </a:lnTo>
                <a:lnTo>
                  <a:pt x="1520417" y="138900"/>
                </a:lnTo>
                <a:lnTo>
                  <a:pt x="1519843" y="139366"/>
                </a:lnTo>
                <a:lnTo>
                  <a:pt x="1519253" y="139811"/>
                </a:lnTo>
                <a:lnTo>
                  <a:pt x="1518646" y="140237"/>
                </a:lnTo>
                <a:lnTo>
                  <a:pt x="1518023" y="140643"/>
                </a:lnTo>
                <a:lnTo>
                  <a:pt x="1517384" y="141029"/>
                </a:lnTo>
                <a:lnTo>
                  <a:pt x="1516728" y="141395"/>
                </a:lnTo>
                <a:lnTo>
                  <a:pt x="1516056" y="141742"/>
                </a:lnTo>
                <a:lnTo>
                  <a:pt x="1515367" y="142068"/>
                </a:lnTo>
                <a:lnTo>
                  <a:pt x="1514662" y="142375"/>
                </a:lnTo>
                <a:lnTo>
                  <a:pt x="1513941" y="142662"/>
                </a:lnTo>
                <a:lnTo>
                  <a:pt x="1513203" y="142929"/>
                </a:lnTo>
                <a:lnTo>
                  <a:pt x="1512448" y="143177"/>
                </a:lnTo>
                <a:lnTo>
                  <a:pt x="1511677" y="143405"/>
                </a:lnTo>
                <a:lnTo>
                  <a:pt x="1510890" y="143613"/>
                </a:lnTo>
                <a:lnTo>
                  <a:pt x="1510086" y="143801"/>
                </a:lnTo>
                <a:lnTo>
                  <a:pt x="1509266" y="143969"/>
                </a:lnTo>
                <a:lnTo>
                  <a:pt x="1508430" y="144117"/>
                </a:lnTo>
                <a:lnTo>
                  <a:pt x="1507577" y="144246"/>
                </a:lnTo>
                <a:lnTo>
                  <a:pt x="1506707" y="144355"/>
                </a:lnTo>
                <a:lnTo>
                  <a:pt x="1505821" y="144444"/>
                </a:lnTo>
                <a:lnTo>
                  <a:pt x="1504919" y="144513"/>
                </a:lnTo>
                <a:lnTo>
                  <a:pt x="1504000" y="144563"/>
                </a:lnTo>
                <a:lnTo>
                  <a:pt x="1503065" y="144593"/>
                </a:lnTo>
                <a:lnTo>
                  <a:pt x="1502113" y="144602"/>
                </a:lnTo>
                <a:lnTo>
                  <a:pt x="1501218" y="144593"/>
                </a:lnTo>
                <a:lnTo>
                  <a:pt x="1500337" y="144563"/>
                </a:lnTo>
                <a:lnTo>
                  <a:pt x="1499471" y="144513"/>
                </a:lnTo>
                <a:lnTo>
                  <a:pt x="1498619" y="144444"/>
                </a:lnTo>
                <a:lnTo>
                  <a:pt x="1497782" y="144355"/>
                </a:lnTo>
                <a:close/>
                <a:moveTo>
                  <a:pt x="1597993" y="144030"/>
                </a:moveTo>
                <a:lnTo>
                  <a:pt x="1598512" y="144686"/>
                </a:lnTo>
                <a:lnTo>
                  <a:pt x="1599040" y="145330"/>
                </a:lnTo>
                <a:lnTo>
                  <a:pt x="1599578" y="145960"/>
                </a:lnTo>
                <a:lnTo>
                  <a:pt x="1600126" y="146577"/>
                </a:lnTo>
                <a:lnTo>
                  <a:pt x="1600683" y="147181"/>
                </a:lnTo>
                <a:lnTo>
                  <a:pt x="1601250" y="147771"/>
                </a:lnTo>
                <a:lnTo>
                  <a:pt x="1601827" y="148349"/>
                </a:lnTo>
                <a:lnTo>
                  <a:pt x="1602414" y="148913"/>
                </a:lnTo>
                <a:lnTo>
                  <a:pt x="1603010" y="149463"/>
                </a:lnTo>
                <a:lnTo>
                  <a:pt x="1603616" y="150001"/>
                </a:lnTo>
                <a:lnTo>
                  <a:pt x="1604231" y="150525"/>
                </a:lnTo>
                <a:lnTo>
                  <a:pt x="1604857" y="151036"/>
                </a:lnTo>
                <a:lnTo>
                  <a:pt x="1605492" y="151534"/>
                </a:lnTo>
                <a:lnTo>
                  <a:pt x="1606137" y="152018"/>
                </a:lnTo>
                <a:lnTo>
                  <a:pt x="1606791" y="152489"/>
                </a:lnTo>
                <a:lnTo>
                  <a:pt x="1607455" y="152947"/>
                </a:lnTo>
                <a:lnTo>
                  <a:pt x="1608129" y="153391"/>
                </a:lnTo>
                <a:lnTo>
                  <a:pt x="1608813" y="153823"/>
                </a:lnTo>
                <a:lnTo>
                  <a:pt x="1609506" y="154241"/>
                </a:lnTo>
                <a:lnTo>
                  <a:pt x="1610209" y="154646"/>
                </a:lnTo>
                <a:lnTo>
                  <a:pt x="1610921" y="155037"/>
                </a:lnTo>
                <a:lnTo>
                  <a:pt x="1611645" y="155414"/>
                </a:lnTo>
                <a:lnTo>
                  <a:pt x="1612379" y="155775"/>
                </a:lnTo>
                <a:lnTo>
                  <a:pt x="1613125" y="156120"/>
                </a:lnTo>
                <a:lnTo>
                  <a:pt x="1613882" y="156448"/>
                </a:lnTo>
                <a:lnTo>
                  <a:pt x="1614650" y="156761"/>
                </a:lnTo>
                <a:lnTo>
                  <a:pt x="1615430" y="157058"/>
                </a:lnTo>
                <a:lnTo>
                  <a:pt x="1616220" y="157338"/>
                </a:lnTo>
                <a:lnTo>
                  <a:pt x="1617023" y="157603"/>
                </a:lnTo>
                <a:lnTo>
                  <a:pt x="1617836" y="157852"/>
                </a:lnTo>
                <a:lnTo>
                  <a:pt x="1618661" y="158084"/>
                </a:lnTo>
                <a:lnTo>
                  <a:pt x="1619497" y="158301"/>
                </a:lnTo>
                <a:lnTo>
                  <a:pt x="1620344" y="158501"/>
                </a:lnTo>
                <a:lnTo>
                  <a:pt x="1621203" y="158685"/>
                </a:lnTo>
                <a:lnTo>
                  <a:pt x="1622072" y="158854"/>
                </a:lnTo>
                <a:lnTo>
                  <a:pt x="1622954" y="159006"/>
                </a:lnTo>
                <a:lnTo>
                  <a:pt x="1623846" y="159143"/>
                </a:lnTo>
                <a:lnTo>
                  <a:pt x="1624750" y="159263"/>
                </a:lnTo>
                <a:lnTo>
                  <a:pt x="1625665" y="159367"/>
                </a:lnTo>
                <a:lnTo>
                  <a:pt x="1626591" y="159455"/>
                </a:lnTo>
                <a:lnTo>
                  <a:pt x="1627528" y="159527"/>
                </a:lnTo>
                <a:lnTo>
                  <a:pt x="1628477" y="159584"/>
                </a:lnTo>
                <a:lnTo>
                  <a:pt x="1629437" y="159624"/>
                </a:lnTo>
                <a:lnTo>
                  <a:pt x="1630409" y="159648"/>
                </a:lnTo>
                <a:lnTo>
                  <a:pt x="1631392" y="159656"/>
                </a:lnTo>
                <a:lnTo>
                  <a:pt x="1632469" y="159644"/>
                </a:lnTo>
                <a:lnTo>
                  <a:pt x="1633535" y="159610"/>
                </a:lnTo>
                <a:lnTo>
                  <a:pt x="1634588" y="159552"/>
                </a:lnTo>
                <a:lnTo>
                  <a:pt x="1635630" y="159471"/>
                </a:lnTo>
                <a:lnTo>
                  <a:pt x="1636660" y="159368"/>
                </a:lnTo>
                <a:lnTo>
                  <a:pt x="1637678" y="159241"/>
                </a:lnTo>
                <a:lnTo>
                  <a:pt x="1638684" y="159091"/>
                </a:lnTo>
                <a:lnTo>
                  <a:pt x="1639678" y="158918"/>
                </a:lnTo>
                <a:lnTo>
                  <a:pt x="1640661" y="158723"/>
                </a:lnTo>
                <a:lnTo>
                  <a:pt x="1641631" y="158504"/>
                </a:lnTo>
                <a:lnTo>
                  <a:pt x="1642590" y="158262"/>
                </a:lnTo>
                <a:lnTo>
                  <a:pt x="1643537" y="157997"/>
                </a:lnTo>
                <a:lnTo>
                  <a:pt x="1644472" y="157709"/>
                </a:lnTo>
                <a:lnTo>
                  <a:pt x="1645395" y="157398"/>
                </a:lnTo>
                <a:lnTo>
                  <a:pt x="1646306" y="157064"/>
                </a:lnTo>
                <a:lnTo>
                  <a:pt x="1647205" y="156706"/>
                </a:lnTo>
                <a:lnTo>
                  <a:pt x="1648092" y="156326"/>
                </a:lnTo>
                <a:lnTo>
                  <a:pt x="1648968" y="155923"/>
                </a:lnTo>
                <a:lnTo>
                  <a:pt x="1649832" y="155497"/>
                </a:lnTo>
                <a:lnTo>
                  <a:pt x="1650683" y="155048"/>
                </a:lnTo>
                <a:lnTo>
                  <a:pt x="1651523" y="154575"/>
                </a:lnTo>
                <a:lnTo>
                  <a:pt x="1652351" y="154080"/>
                </a:lnTo>
                <a:lnTo>
                  <a:pt x="1653167" y="153561"/>
                </a:lnTo>
                <a:lnTo>
                  <a:pt x="1653971" y="153020"/>
                </a:lnTo>
                <a:lnTo>
                  <a:pt x="1654762" y="152456"/>
                </a:lnTo>
                <a:lnTo>
                  <a:pt x="1655538" y="151868"/>
                </a:lnTo>
                <a:lnTo>
                  <a:pt x="1656299" y="151257"/>
                </a:lnTo>
                <a:lnTo>
                  <a:pt x="1657044" y="150624"/>
                </a:lnTo>
                <a:lnTo>
                  <a:pt x="1657775" y="149967"/>
                </a:lnTo>
                <a:lnTo>
                  <a:pt x="1658490" y="149288"/>
                </a:lnTo>
                <a:lnTo>
                  <a:pt x="1659191" y="148585"/>
                </a:lnTo>
                <a:lnTo>
                  <a:pt x="1659876" y="147859"/>
                </a:lnTo>
                <a:lnTo>
                  <a:pt x="1660547" y="147111"/>
                </a:lnTo>
                <a:lnTo>
                  <a:pt x="1661202" y="146339"/>
                </a:lnTo>
                <a:lnTo>
                  <a:pt x="1661842" y="145544"/>
                </a:lnTo>
                <a:lnTo>
                  <a:pt x="1662467" y="144726"/>
                </a:lnTo>
                <a:lnTo>
                  <a:pt x="1663078" y="143885"/>
                </a:lnTo>
                <a:lnTo>
                  <a:pt x="1663673" y="143022"/>
                </a:lnTo>
                <a:lnTo>
                  <a:pt x="1664253" y="142135"/>
                </a:lnTo>
                <a:lnTo>
                  <a:pt x="1664818" y="141225"/>
                </a:lnTo>
                <a:lnTo>
                  <a:pt x="1665368" y="140292"/>
                </a:lnTo>
                <a:lnTo>
                  <a:pt x="1665903" y="139336"/>
                </a:lnTo>
                <a:lnTo>
                  <a:pt x="1666423" y="138357"/>
                </a:lnTo>
                <a:lnTo>
                  <a:pt x="1666928" y="137355"/>
                </a:lnTo>
                <a:lnTo>
                  <a:pt x="1667417" y="136330"/>
                </a:lnTo>
                <a:lnTo>
                  <a:pt x="1667892" y="135282"/>
                </a:lnTo>
                <a:lnTo>
                  <a:pt x="1668352" y="134211"/>
                </a:lnTo>
                <a:lnTo>
                  <a:pt x="1668797" y="133116"/>
                </a:lnTo>
                <a:lnTo>
                  <a:pt x="1669225" y="132000"/>
                </a:lnTo>
                <a:lnTo>
                  <a:pt x="1669634" y="130861"/>
                </a:lnTo>
                <a:lnTo>
                  <a:pt x="1670026" y="129701"/>
                </a:lnTo>
                <a:lnTo>
                  <a:pt x="1670400" y="128520"/>
                </a:lnTo>
                <a:lnTo>
                  <a:pt x="1670755" y="127317"/>
                </a:lnTo>
                <a:lnTo>
                  <a:pt x="1671092" y="126092"/>
                </a:lnTo>
                <a:lnTo>
                  <a:pt x="1671410" y="124846"/>
                </a:lnTo>
                <a:lnTo>
                  <a:pt x="1671711" y="123578"/>
                </a:lnTo>
                <a:lnTo>
                  <a:pt x="1671993" y="122288"/>
                </a:lnTo>
                <a:lnTo>
                  <a:pt x="1672257" y="120977"/>
                </a:lnTo>
                <a:lnTo>
                  <a:pt x="1672503" y="119645"/>
                </a:lnTo>
                <a:lnTo>
                  <a:pt x="1672731" y="118290"/>
                </a:lnTo>
                <a:lnTo>
                  <a:pt x="1672940" y="116915"/>
                </a:lnTo>
                <a:lnTo>
                  <a:pt x="1673132" y="115517"/>
                </a:lnTo>
                <a:lnTo>
                  <a:pt x="1673305" y="114098"/>
                </a:lnTo>
                <a:lnTo>
                  <a:pt x="1673460" y="112657"/>
                </a:lnTo>
                <a:lnTo>
                  <a:pt x="1673596" y="111195"/>
                </a:lnTo>
                <a:lnTo>
                  <a:pt x="1673715" y="109711"/>
                </a:lnTo>
                <a:lnTo>
                  <a:pt x="1673815" y="108206"/>
                </a:lnTo>
                <a:lnTo>
                  <a:pt x="1673897" y="106679"/>
                </a:lnTo>
                <a:lnTo>
                  <a:pt x="1673960" y="105130"/>
                </a:lnTo>
                <a:lnTo>
                  <a:pt x="1674006" y="103560"/>
                </a:lnTo>
                <a:lnTo>
                  <a:pt x="1674033" y="101968"/>
                </a:lnTo>
                <a:lnTo>
                  <a:pt x="1674042" y="100355"/>
                </a:lnTo>
                <a:lnTo>
                  <a:pt x="1674034" y="98732"/>
                </a:lnTo>
                <a:lnTo>
                  <a:pt x="1674007" y="97131"/>
                </a:lnTo>
                <a:lnTo>
                  <a:pt x="1673963" y="95553"/>
                </a:lnTo>
                <a:lnTo>
                  <a:pt x="1673901" y="93997"/>
                </a:lnTo>
                <a:lnTo>
                  <a:pt x="1673822" y="92464"/>
                </a:lnTo>
                <a:lnTo>
                  <a:pt x="1673725" y="90953"/>
                </a:lnTo>
                <a:lnTo>
                  <a:pt x="1673611" y="89465"/>
                </a:lnTo>
                <a:lnTo>
                  <a:pt x="1673479" y="87999"/>
                </a:lnTo>
                <a:lnTo>
                  <a:pt x="1673329" y="86555"/>
                </a:lnTo>
                <a:lnTo>
                  <a:pt x="1673161" y="85134"/>
                </a:lnTo>
                <a:lnTo>
                  <a:pt x="1672976" y="83735"/>
                </a:lnTo>
                <a:lnTo>
                  <a:pt x="1672774" y="82359"/>
                </a:lnTo>
                <a:lnTo>
                  <a:pt x="1672553" y="81005"/>
                </a:lnTo>
                <a:lnTo>
                  <a:pt x="1672316" y="79674"/>
                </a:lnTo>
                <a:lnTo>
                  <a:pt x="1672060" y="78365"/>
                </a:lnTo>
                <a:lnTo>
                  <a:pt x="1671787" y="77078"/>
                </a:lnTo>
                <a:lnTo>
                  <a:pt x="1671496" y="75814"/>
                </a:lnTo>
                <a:lnTo>
                  <a:pt x="1671188" y="74572"/>
                </a:lnTo>
                <a:lnTo>
                  <a:pt x="1670862" y="73353"/>
                </a:lnTo>
                <a:lnTo>
                  <a:pt x="1670518" y="72156"/>
                </a:lnTo>
                <a:lnTo>
                  <a:pt x="1670157" y="70982"/>
                </a:lnTo>
                <a:lnTo>
                  <a:pt x="1669778" y="69830"/>
                </a:lnTo>
                <a:lnTo>
                  <a:pt x="1669382" y="68701"/>
                </a:lnTo>
                <a:lnTo>
                  <a:pt x="1668968" y="67594"/>
                </a:lnTo>
                <a:lnTo>
                  <a:pt x="1668537" y="66509"/>
                </a:lnTo>
                <a:lnTo>
                  <a:pt x="1668091" y="65446"/>
                </a:lnTo>
                <a:lnTo>
                  <a:pt x="1667630" y="64407"/>
                </a:lnTo>
                <a:lnTo>
                  <a:pt x="1667154" y="63390"/>
                </a:lnTo>
                <a:lnTo>
                  <a:pt x="1666663" y="62396"/>
                </a:lnTo>
                <a:lnTo>
                  <a:pt x="1666156" y="61424"/>
                </a:lnTo>
                <a:lnTo>
                  <a:pt x="1665634" y="60475"/>
                </a:lnTo>
                <a:lnTo>
                  <a:pt x="1665097" y="59549"/>
                </a:lnTo>
                <a:lnTo>
                  <a:pt x="1664544" y="58645"/>
                </a:lnTo>
                <a:lnTo>
                  <a:pt x="1663976" y="57764"/>
                </a:lnTo>
                <a:lnTo>
                  <a:pt x="1663393" y="56905"/>
                </a:lnTo>
                <a:lnTo>
                  <a:pt x="1662795" y="56069"/>
                </a:lnTo>
                <a:lnTo>
                  <a:pt x="1662182" y="55256"/>
                </a:lnTo>
                <a:lnTo>
                  <a:pt x="1661553" y="54465"/>
                </a:lnTo>
                <a:lnTo>
                  <a:pt x="1660909" y="53697"/>
                </a:lnTo>
                <a:lnTo>
                  <a:pt x="1660250" y="52952"/>
                </a:lnTo>
                <a:lnTo>
                  <a:pt x="1659576" y="52229"/>
                </a:lnTo>
                <a:lnTo>
                  <a:pt x="1658886" y="51529"/>
                </a:lnTo>
                <a:lnTo>
                  <a:pt x="1658181" y="50852"/>
                </a:lnTo>
                <a:lnTo>
                  <a:pt x="1657461" y="50197"/>
                </a:lnTo>
                <a:lnTo>
                  <a:pt x="1656725" y="49565"/>
                </a:lnTo>
                <a:lnTo>
                  <a:pt x="1655975" y="48955"/>
                </a:lnTo>
                <a:lnTo>
                  <a:pt x="1655209" y="48368"/>
                </a:lnTo>
                <a:lnTo>
                  <a:pt x="1654428" y="47804"/>
                </a:lnTo>
                <a:lnTo>
                  <a:pt x="1653633" y="47263"/>
                </a:lnTo>
                <a:lnTo>
                  <a:pt x="1652826" y="46744"/>
                </a:lnTo>
                <a:lnTo>
                  <a:pt x="1652006" y="46249"/>
                </a:lnTo>
                <a:lnTo>
                  <a:pt x="1651174" y="45776"/>
                </a:lnTo>
                <a:lnTo>
                  <a:pt x="1650330" y="45327"/>
                </a:lnTo>
                <a:lnTo>
                  <a:pt x="1649474" y="44901"/>
                </a:lnTo>
                <a:lnTo>
                  <a:pt x="1648605" y="44498"/>
                </a:lnTo>
                <a:lnTo>
                  <a:pt x="1647725" y="44118"/>
                </a:lnTo>
                <a:lnTo>
                  <a:pt x="1646831" y="43760"/>
                </a:lnTo>
                <a:lnTo>
                  <a:pt x="1645926" y="43426"/>
                </a:lnTo>
                <a:lnTo>
                  <a:pt x="1645008" y="43115"/>
                </a:lnTo>
                <a:lnTo>
                  <a:pt x="1644078" y="42827"/>
                </a:lnTo>
                <a:lnTo>
                  <a:pt x="1643136" y="42562"/>
                </a:lnTo>
                <a:lnTo>
                  <a:pt x="1642182" y="42320"/>
                </a:lnTo>
                <a:lnTo>
                  <a:pt x="1641215" y="42102"/>
                </a:lnTo>
                <a:lnTo>
                  <a:pt x="1640236" y="41906"/>
                </a:lnTo>
                <a:lnTo>
                  <a:pt x="1639245" y="41733"/>
                </a:lnTo>
                <a:lnTo>
                  <a:pt x="1638241" y="41583"/>
                </a:lnTo>
                <a:lnTo>
                  <a:pt x="1637225" y="41456"/>
                </a:lnTo>
                <a:lnTo>
                  <a:pt x="1636197" y="41353"/>
                </a:lnTo>
                <a:lnTo>
                  <a:pt x="1635157" y="41272"/>
                </a:lnTo>
                <a:lnTo>
                  <a:pt x="1634104" y="41214"/>
                </a:lnTo>
                <a:lnTo>
                  <a:pt x="1633039" y="41180"/>
                </a:lnTo>
                <a:lnTo>
                  <a:pt x="1631962" y="41168"/>
                </a:lnTo>
                <a:lnTo>
                  <a:pt x="1630979" y="41178"/>
                </a:lnTo>
                <a:lnTo>
                  <a:pt x="1630006" y="41206"/>
                </a:lnTo>
                <a:lnTo>
                  <a:pt x="1629045" y="41254"/>
                </a:lnTo>
                <a:lnTo>
                  <a:pt x="1628094" y="41320"/>
                </a:lnTo>
                <a:lnTo>
                  <a:pt x="1627154" y="41406"/>
                </a:lnTo>
                <a:lnTo>
                  <a:pt x="1626224" y="41510"/>
                </a:lnTo>
                <a:lnTo>
                  <a:pt x="1625305" y="41634"/>
                </a:lnTo>
                <a:lnTo>
                  <a:pt x="1624397" y="41777"/>
                </a:lnTo>
                <a:lnTo>
                  <a:pt x="1623500" y="41938"/>
                </a:lnTo>
                <a:lnTo>
                  <a:pt x="1622613" y="42119"/>
                </a:lnTo>
                <a:lnTo>
                  <a:pt x="1621737" y="42318"/>
                </a:lnTo>
                <a:lnTo>
                  <a:pt x="1620871" y="42537"/>
                </a:lnTo>
                <a:lnTo>
                  <a:pt x="1620017" y="42774"/>
                </a:lnTo>
                <a:lnTo>
                  <a:pt x="1619173" y="43031"/>
                </a:lnTo>
                <a:lnTo>
                  <a:pt x="1618339" y="43307"/>
                </a:lnTo>
                <a:lnTo>
                  <a:pt x="1617517" y="43601"/>
                </a:lnTo>
                <a:lnTo>
                  <a:pt x="1616705" y="43915"/>
                </a:lnTo>
                <a:lnTo>
                  <a:pt x="1615904" y="44247"/>
                </a:lnTo>
                <a:lnTo>
                  <a:pt x="1615113" y="44599"/>
                </a:lnTo>
                <a:lnTo>
                  <a:pt x="1614333" y="44970"/>
                </a:lnTo>
                <a:lnTo>
                  <a:pt x="1613564" y="45359"/>
                </a:lnTo>
                <a:lnTo>
                  <a:pt x="1612805" y="45768"/>
                </a:lnTo>
                <a:lnTo>
                  <a:pt x="1612058" y="46196"/>
                </a:lnTo>
                <a:lnTo>
                  <a:pt x="1611321" y="46642"/>
                </a:lnTo>
                <a:lnTo>
                  <a:pt x="1610594" y="47105"/>
                </a:lnTo>
                <a:lnTo>
                  <a:pt x="1609878" y="47580"/>
                </a:lnTo>
                <a:lnTo>
                  <a:pt x="1609173" y="48068"/>
                </a:lnTo>
                <a:lnTo>
                  <a:pt x="1608479" y="48568"/>
                </a:lnTo>
                <a:lnTo>
                  <a:pt x="1607795" y="49081"/>
                </a:lnTo>
                <a:lnTo>
                  <a:pt x="1607122" y="49607"/>
                </a:lnTo>
                <a:lnTo>
                  <a:pt x="1606460" y="50146"/>
                </a:lnTo>
                <a:lnTo>
                  <a:pt x="1605809" y="50697"/>
                </a:lnTo>
                <a:lnTo>
                  <a:pt x="1605168" y="51261"/>
                </a:lnTo>
                <a:lnTo>
                  <a:pt x="1604538" y="51837"/>
                </a:lnTo>
                <a:lnTo>
                  <a:pt x="1603918" y="52427"/>
                </a:lnTo>
                <a:lnTo>
                  <a:pt x="1603309" y="53028"/>
                </a:lnTo>
                <a:lnTo>
                  <a:pt x="1602711" y="53643"/>
                </a:lnTo>
                <a:lnTo>
                  <a:pt x="1602124" y="54270"/>
                </a:lnTo>
                <a:lnTo>
                  <a:pt x="1601547" y="54910"/>
                </a:lnTo>
                <a:lnTo>
                  <a:pt x="1600981" y="55563"/>
                </a:lnTo>
                <a:lnTo>
                  <a:pt x="1600426" y="56228"/>
                </a:lnTo>
                <a:lnTo>
                  <a:pt x="1599881" y="56906"/>
                </a:lnTo>
                <a:lnTo>
                  <a:pt x="1599347" y="57596"/>
                </a:lnTo>
                <a:lnTo>
                  <a:pt x="1598824" y="58300"/>
                </a:lnTo>
                <a:lnTo>
                  <a:pt x="1598311" y="59016"/>
                </a:lnTo>
                <a:lnTo>
                  <a:pt x="1597809" y="59744"/>
                </a:lnTo>
                <a:lnTo>
                  <a:pt x="1597318" y="60485"/>
                </a:lnTo>
                <a:lnTo>
                  <a:pt x="1596838" y="61239"/>
                </a:lnTo>
                <a:lnTo>
                  <a:pt x="1596723" y="43107"/>
                </a:lnTo>
                <a:lnTo>
                  <a:pt x="1577793" y="43107"/>
                </a:lnTo>
                <a:lnTo>
                  <a:pt x="1577793" y="198429"/>
                </a:lnTo>
                <a:lnTo>
                  <a:pt x="1596495" y="198429"/>
                </a:lnTo>
                <a:lnTo>
                  <a:pt x="1596495" y="141980"/>
                </a:lnTo>
                <a:lnTo>
                  <a:pt x="1596985" y="142676"/>
                </a:lnTo>
                <a:lnTo>
                  <a:pt x="1597484" y="143359"/>
                </a:lnTo>
                <a:lnTo>
                  <a:pt x="1597993" y="144030"/>
                </a:lnTo>
                <a:close/>
                <a:moveTo>
                  <a:pt x="1623311" y="143782"/>
                </a:moveTo>
                <a:lnTo>
                  <a:pt x="1622439" y="143673"/>
                </a:lnTo>
                <a:lnTo>
                  <a:pt x="1621581" y="143543"/>
                </a:lnTo>
                <a:lnTo>
                  <a:pt x="1620735" y="143393"/>
                </a:lnTo>
                <a:lnTo>
                  <a:pt x="1619902" y="143223"/>
                </a:lnTo>
                <a:lnTo>
                  <a:pt x="1619082" y="143033"/>
                </a:lnTo>
                <a:lnTo>
                  <a:pt x="1618274" y="142823"/>
                </a:lnTo>
                <a:lnTo>
                  <a:pt x="1617479" y="142593"/>
                </a:lnTo>
                <a:lnTo>
                  <a:pt x="1616696" y="142344"/>
                </a:lnTo>
                <a:lnTo>
                  <a:pt x="1615927" y="142074"/>
                </a:lnTo>
                <a:lnTo>
                  <a:pt x="1615169" y="141784"/>
                </a:lnTo>
                <a:lnTo>
                  <a:pt x="1614425" y="141474"/>
                </a:lnTo>
                <a:lnTo>
                  <a:pt x="1613693" y="141145"/>
                </a:lnTo>
                <a:lnTo>
                  <a:pt x="1612974" y="140795"/>
                </a:lnTo>
                <a:lnTo>
                  <a:pt x="1612268" y="140425"/>
                </a:lnTo>
                <a:lnTo>
                  <a:pt x="1611574" y="140035"/>
                </a:lnTo>
                <a:lnTo>
                  <a:pt x="1610893" y="139626"/>
                </a:lnTo>
                <a:lnTo>
                  <a:pt x="1610225" y="139196"/>
                </a:lnTo>
                <a:lnTo>
                  <a:pt x="1609569" y="138746"/>
                </a:lnTo>
                <a:lnTo>
                  <a:pt x="1608926" y="138277"/>
                </a:lnTo>
                <a:lnTo>
                  <a:pt x="1608295" y="137792"/>
                </a:lnTo>
                <a:lnTo>
                  <a:pt x="1607675" y="137297"/>
                </a:lnTo>
                <a:lnTo>
                  <a:pt x="1607067" y="136791"/>
                </a:lnTo>
                <a:lnTo>
                  <a:pt x="1606471" y="136274"/>
                </a:lnTo>
                <a:lnTo>
                  <a:pt x="1605886" y="135747"/>
                </a:lnTo>
                <a:lnTo>
                  <a:pt x="1605312" y="135210"/>
                </a:lnTo>
                <a:lnTo>
                  <a:pt x="1604750" y="134662"/>
                </a:lnTo>
                <a:lnTo>
                  <a:pt x="1604199" y="134103"/>
                </a:lnTo>
                <a:lnTo>
                  <a:pt x="1603660" y="133534"/>
                </a:lnTo>
                <a:lnTo>
                  <a:pt x="1603133" y="132955"/>
                </a:lnTo>
                <a:lnTo>
                  <a:pt x="1602617" y="132365"/>
                </a:lnTo>
                <a:lnTo>
                  <a:pt x="1602112" y="131764"/>
                </a:lnTo>
                <a:lnTo>
                  <a:pt x="1601619" y="131153"/>
                </a:lnTo>
                <a:lnTo>
                  <a:pt x="1601137" y="130531"/>
                </a:lnTo>
                <a:lnTo>
                  <a:pt x="1600667" y="129899"/>
                </a:lnTo>
                <a:lnTo>
                  <a:pt x="1600208" y="129257"/>
                </a:lnTo>
                <a:lnTo>
                  <a:pt x="1599761" y="128603"/>
                </a:lnTo>
                <a:lnTo>
                  <a:pt x="1599325" y="127940"/>
                </a:lnTo>
                <a:lnTo>
                  <a:pt x="1598901" y="127266"/>
                </a:lnTo>
                <a:lnTo>
                  <a:pt x="1598488" y="126581"/>
                </a:lnTo>
                <a:lnTo>
                  <a:pt x="1598087" y="125886"/>
                </a:lnTo>
                <a:lnTo>
                  <a:pt x="1597697" y="125180"/>
                </a:lnTo>
                <a:lnTo>
                  <a:pt x="1597318" y="124464"/>
                </a:lnTo>
                <a:lnTo>
                  <a:pt x="1596952" y="123737"/>
                </a:lnTo>
                <a:lnTo>
                  <a:pt x="1596952" y="79112"/>
                </a:lnTo>
                <a:lnTo>
                  <a:pt x="1597318" y="78354"/>
                </a:lnTo>
                <a:lnTo>
                  <a:pt x="1597696" y="77606"/>
                </a:lnTo>
                <a:lnTo>
                  <a:pt x="1598086" y="76865"/>
                </a:lnTo>
                <a:lnTo>
                  <a:pt x="1598486" y="76133"/>
                </a:lnTo>
                <a:lnTo>
                  <a:pt x="1598898" y="75410"/>
                </a:lnTo>
                <a:lnTo>
                  <a:pt x="1599321" y="74695"/>
                </a:lnTo>
                <a:lnTo>
                  <a:pt x="1599756" y="73988"/>
                </a:lnTo>
                <a:lnTo>
                  <a:pt x="1600202" y="73290"/>
                </a:lnTo>
                <a:lnTo>
                  <a:pt x="1600659" y="72601"/>
                </a:lnTo>
                <a:lnTo>
                  <a:pt x="1601127" y="71920"/>
                </a:lnTo>
                <a:lnTo>
                  <a:pt x="1601607" y="71247"/>
                </a:lnTo>
                <a:lnTo>
                  <a:pt x="1602098" y="70583"/>
                </a:lnTo>
                <a:lnTo>
                  <a:pt x="1602600" y="69927"/>
                </a:lnTo>
                <a:lnTo>
                  <a:pt x="1603113" y="69279"/>
                </a:lnTo>
                <a:lnTo>
                  <a:pt x="1603638" y="68641"/>
                </a:lnTo>
                <a:lnTo>
                  <a:pt x="1604174" y="68010"/>
                </a:lnTo>
                <a:lnTo>
                  <a:pt x="1604721" y="67388"/>
                </a:lnTo>
                <a:lnTo>
                  <a:pt x="1605280" y="66775"/>
                </a:lnTo>
                <a:lnTo>
                  <a:pt x="1605850" y="66169"/>
                </a:lnTo>
                <a:lnTo>
                  <a:pt x="1606431" y="65573"/>
                </a:lnTo>
                <a:lnTo>
                  <a:pt x="1607024" y="64985"/>
                </a:lnTo>
                <a:lnTo>
                  <a:pt x="1607627" y="64405"/>
                </a:lnTo>
                <a:lnTo>
                  <a:pt x="1608242" y="63834"/>
                </a:lnTo>
                <a:lnTo>
                  <a:pt x="1608869" y="63271"/>
                </a:lnTo>
                <a:lnTo>
                  <a:pt x="1609508" y="62723"/>
                </a:lnTo>
                <a:lnTo>
                  <a:pt x="1610160" y="62199"/>
                </a:lnTo>
                <a:lnTo>
                  <a:pt x="1610826" y="61699"/>
                </a:lnTo>
                <a:lnTo>
                  <a:pt x="1611506" y="61221"/>
                </a:lnTo>
                <a:lnTo>
                  <a:pt x="1612199" y="60767"/>
                </a:lnTo>
                <a:lnTo>
                  <a:pt x="1612906" y="60336"/>
                </a:lnTo>
                <a:lnTo>
                  <a:pt x="1613627" y="59929"/>
                </a:lnTo>
                <a:lnTo>
                  <a:pt x="1614362" y="59545"/>
                </a:lnTo>
                <a:lnTo>
                  <a:pt x="1615110" y="59184"/>
                </a:lnTo>
                <a:lnTo>
                  <a:pt x="1615871" y="58846"/>
                </a:lnTo>
                <a:lnTo>
                  <a:pt x="1616647" y="58532"/>
                </a:lnTo>
                <a:lnTo>
                  <a:pt x="1617436" y="58240"/>
                </a:lnTo>
                <a:lnTo>
                  <a:pt x="1618239" y="57973"/>
                </a:lnTo>
                <a:lnTo>
                  <a:pt x="1619055" y="57728"/>
                </a:lnTo>
                <a:lnTo>
                  <a:pt x="1619885" y="57507"/>
                </a:lnTo>
                <a:lnTo>
                  <a:pt x="1620729" y="57309"/>
                </a:lnTo>
                <a:lnTo>
                  <a:pt x="1621586" y="57134"/>
                </a:lnTo>
                <a:lnTo>
                  <a:pt x="1622457" y="56983"/>
                </a:lnTo>
                <a:lnTo>
                  <a:pt x="1623342" y="56855"/>
                </a:lnTo>
                <a:lnTo>
                  <a:pt x="1624240" y="56750"/>
                </a:lnTo>
                <a:lnTo>
                  <a:pt x="1625152" y="56669"/>
                </a:lnTo>
                <a:lnTo>
                  <a:pt x="1626078" y="56610"/>
                </a:lnTo>
                <a:lnTo>
                  <a:pt x="1627017" y="56575"/>
                </a:lnTo>
                <a:lnTo>
                  <a:pt x="1627970" y="56564"/>
                </a:lnTo>
                <a:lnTo>
                  <a:pt x="1629052" y="56583"/>
                </a:lnTo>
                <a:lnTo>
                  <a:pt x="1630111" y="56642"/>
                </a:lnTo>
                <a:lnTo>
                  <a:pt x="1631148" y="56741"/>
                </a:lnTo>
                <a:lnTo>
                  <a:pt x="1632163" y="56879"/>
                </a:lnTo>
                <a:lnTo>
                  <a:pt x="1633155" y="57056"/>
                </a:lnTo>
                <a:lnTo>
                  <a:pt x="1634125" y="57272"/>
                </a:lnTo>
                <a:lnTo>
                  <a:pt x="1635072" y="57528"/>
                </a:lnTo>
                <a:lnTo>
                  <a:pt x="1635998" y="57823"/>
                </a:lnTo>
                <a:lnTo>
                  <a:pt x="1636900" y="58158"/>
                </a:lnTo>
                <a:lnTo>
                  <a:pt x="1637781" y="58532"/>
                </a:lnTo>
                <a:lnTo>
                  <a:pt x="1638639" y="58945"/>
                </a:lnTo>
                <a:lnTo>
                  <a:pt x="1639474" y="59398"/>
                </a:lnTo>
                <a:lnTo>
                  <a:pt x="1640287" y="59890"/>
                </a:lnTo>
                <a:lnTo>
                  <a:pt x="1641078" y="60421"/>
                </a:lnTo>
                <a:lnTo>
                  <a:pt x="1641847" y="60992"/>
                </a:lnTo>
                <a:lnTo>
                  <a:pt x="1642593" y="61602"/>
                </a:lnTo>
                <a:lnTo>
                  <a:pt x="1643317" y="62252"/>
                </a:lnTo>
                <a:lnTo>
                  <a:pt x="1644018" y="62940"/>
                </a:lnTo>
                <a:lnTo>
                  <a:pt x="1644697" y="63669"/>
                </a:lnTo>
                <a:lnTo>
                  <a:pt x="1645354" y="64436"/>
                </a:lnTo>
                <a:lnTo>
                  <a:pt x="1645988" y="65243"/>
                </a:lnTo>
                <a:lnTo>
                  <a:pt x="1646600" y="66089"/>
                </a:lnTo>
                <a:lnTo>
                  <a:pt x="1647189" y="66975"/>
                </a:lnTo>
                <a:lnTo>
                  <a:pt x="1647756" y="67900"/>
                </a:lnTo>
                <a:lnTo>
                  <a:pt x="1648301" y="68861"/>
                </a:lnTo>
                <a:lnTo>
                  <a:pt x="1648822" y="69857"/>
                </a:lnTo>
                <a:lnTo>
                  <a:pt x="1649320" y="70886"/>
                </a:lnTo>
                <a:lnTo>
                  <a:pt x="1649795" y="71950"/>
                </a:lnTo>
                <a:lnTo>
                  <a:pt x="1650246" y="73047"/>
                </a:lnTo>
                <a:lnTo>
                  <a:pt x="1650675" y="74178"/>
                </a:lnTo>
                <a:lnTo>
                  <a:pt x="1651080" y="75344"/>
                </a:lnTo>
                <a:lnTo>
                  <a:pt x="1651463" y="76543"/>
                </a:lnTo>
                <a:lnTo>
                  <a:pt x="1651822" y="77777"/>
                </a:lnTo>
                <a:lnTo>
                  <a:pt x="1652158" y="79044"/>
                </a:lnTo>
                <a:lnTo>
                  <a:pt x="1652470" y="80346"/>
                </a:lnTo>
                <a:lnTo>
                  <a:pt x="1652760" y="81681"/>
                </a:lnTo>
                <a:lnTo>
                  <a:pt x="1653026" y="83050"/>
                </a:lnTo>
                <a:lnTo>
                  <a:pt x="1653269" y="84454"/>
                </a:lnTo>
                <a:lnTo>
                  <a:pt x="1653489" y="85891"/>
                </a:lnTo>
                <a:lnTo>
                  <a:pt x="1653686" y="87363"/>
                </a:lnTo>
                <a:lnTo>
                  <a:pt x="1653860" y="88868"/>
                </a:lnTo>
                <a:lnTo>
                  <a:pt x="1654011" y="90408"/>
                </a:lnTo>
                <a:lnTo>
                  <a:pt x="1654138" y="91981"/>
                </a:lnTo>
                <a:lnTo>
                  <a:pt x="1654242" y="93589"/>
                </a:lnTo>
                <a:lnTo>
                  <a:pt x="1654323" y="95230"/>
                </a:lnTo>
                <a:lnTo>
                  <a:pt x="1654381" y="96906"/>
                </a:lnTo>
                <a:lnTo>
                  <a:pt x="1654416" y="98615"/>
                </a:lnTo>
                <a:lnTo>
                  <a:pt x="1654428" y="100359"/>
                </a:lnTo>
                <a:lnTo>
                  <a:pt x="1654416" y="102083"/>
                </a:lnTo>
                <a:lnTo>
                  <a:pt x="1654382" y="103774"/>
                </a:lnTo>
                <a:lnTo>
                  <a:pt x="1654325" y="105432"/>
                </a:lnTo>
                <a:lnTo>
                  <a:pt x="1654245" y="107057"/>
                </a:lnTo>
                <a:lnTo>
                  <a:pt x="1654143" y="108649"/>
                </a:lnTo>
                <a:lnTo>
                  <a:pt x="1654018" y="110209"/>
                </a:lnTo>
                <a:lnTo>
                  <a:pt x="1653870" y="111735"/>
                </a:lnTo>
                <a:lnTo>
                  <a:pt x="1653699" y="113228"/>
                </a:lnTo>
                <a:lnTo>
                  <a:pt x="1653505" y="114689"/>
                </a:lnTo>
                <a:lnTo>
                  <a:pt x="1653289" y="116116"/>
                </a:lnTo>
                <a:lnTo>
                  <a:pt x="1653050" y="117511"/>
                </a:lnTo>
                <a:lnTo>
                  <a:pt x="1652788" y="118872"/>
                </a:lnTo>
                <a:lnTo>
                  <a:pt x="1652504" y="120201"/>
                </a:lnTo>
                <a:lnTo>
                  <a:pt x="1652196" y="121496"/>
                </a:lnTo>
                <a:lnTo>
                  <a:pt x="1651866" y="122759"/>
                </a:lnTo>
                <a:lnTo>
                  <a:pt x="1651513" y="123989"/>
                </a:lnTo>
                <a:lnTo>
                  <a:pt x="1651138" y="125185"/>
                </a:lnTo>
                <a:lnTo>
                  <a:pt x="1650739" y="126349"/>
                </a:lnTo>
                <a:lnTo>
                  <a:pt x="1650318" y="127480"/>
                </a:lnTo>
                <a:lnTo>
                  <a:pt x="1649874" y="128577"/>
                </a:lnTo>
                <a:lnTo>
                  <a:pt x="1649407" y="129642"/>
                </a:lnTo>
                <a:lnTo>
                  <a:pt x="1648918" y="130674"/>
                </a:lnTo>
                <a:lnTo>
                  <a:pt x="1648405" y="131673"/>
                </a:lnTo>
                <a:lnTo>
                  <a:pt x="1647870" y="132639"/>
                </a:lnTo>
                <a:lnTo>
                  <a:pt x="1647312" y="133569"/>
                </a:lnTo>
                <a:lnTo>
                  <a:pt x="1646730" y="134459"/>
                </a:lnTo>
                <a:lnTo>
                  <a:pt x="1646123" y="135309"/>
                </a:lnTo>
                <a:lnTo>
                  <a:pt x="1645493" y="136120"/>
                </a:lnTo>
                <a:lnTo>
                  <a:pt x="1644839" y="136892"/>
                </a:lnTo>
                <a:lnTo>
                  <a:pt x="1644160" y="137624"/>
                </a:lnTo>
                <a:lnTo>
                  <a:pt x="1643458" y="138316"/>
                </a:lnTo>
                <a:lnTo>
                  <a:pt x="1642732" y="138969"/>
                </a:lnTo>
                <a:lnTo>
                  <a:pt x="1641982" y="139582"/>
                </a:lnTo>
                <a:lnTo>
                  <a:pt x="1641208" y="140155"/>
                </a:lnTo>
                <a:lnTo>
                  <a:pt x="1640410" y="140689"/>
                </a:lnTo>
                <a:lnTo>
                  <a:pt x="1639588" y="141184"/>
                </a:lnTo>
                <a:lnTo>
                  <a:pt x="1638742" y="141639"/>
                </a:lnTo>
                <a:lnTo>
                  <a:pt x="1637872" y="142054"/>
                </a:lnTo>
                <a:lnTo>
                  <a:pt x="1636979" y="142430"/>
                </a:lnTo>
                <a:lnTo>
                  <a:pt x="1636061" y="142766"/>
                </a:lnTo>
                <a:lnTo>
                  <a:pt x="1635119" y="143063"/>
                </a:lnTo>
                <a:lnTo>
                  <a:pt x="1634153" y="143320"/>
                </a:lnTo>
                <a:lnTo>
                  <a:pt x="1633164" y="143538"/>
                </a:lnTo>
                <a:lnTo>
                  <a:pt x="1632150" y="143716"/>
                </a:lnTo>
                <a:lnTo>
                  <a:pt x="1631113" y="143854"/>
                </a:lnTo>
                <a:lnTo>
                  <a:pt x="1630051" y="143953"/>
                </a:lnTo>
                <a:lnTo>
                  <a:pt x="1628966" y="144012"/>
                </a:lnTo>
                <a:lnTo>
                  <a:pt x="1627856" y="144032"/>
                </a:lnTo>
                <a:lnTo>
                  <a:pt x="1626922" y="144022"/>
                </a:lnTo>
                <a:lnTo>
                  <a:pt x="1626000" y="143992"/>
                </a:lnTo>
                <a:lnTo>
                  <a:pt x="1625091" y="143942"/>
                </a:lnTo>
                <a:lnTo>
                  <a:pt x="1624194" y="143872"/>
                </a:lnTo>
                <a:lnTo>
                  <a:pt x="1623311" y="143782"/>
                </a:lnTo>
                <a:close/>
                <a:moveTo>
                  <a:pt x="2363979" y="21988"/>
                </a:moveTo>
                <a:lnTo>
                  <a:pt x="2364387" y="21928"/>
                </a:lnTo>
                <a:lnTo>
                  <a:pt x="2364787" y="21857"/>
                </a:lnTo>
                <a:lnTo>
                  <a:pt x="2365180" y="21775"/>
                </a:lnTo>
                <a:lnTo>
                  <a:pt x="2365567" y="21683"/>
                </a:lnTo>
                <a:lnTo>
                  <a:pt x="2365945" y="21579"/>
                </a:lnTo>
                <a:lnTo>
                  <a:pt x="2366317" y="21465"/>
                </a:lnTo>
                <a:lnTo>
                  <a:pt x="2366682" y="21340"/>
                </a:lnTo>
                <a:lnTo>
                  <a:pt x="2367040" y="21204"/>
                </a:lnTo>
                <a:lnTo>
                  <a:pt x="2367390" y="21057"/>
                </a:lnTo>
                <a:lnTo>
                  <a:pt x="2367733" y="20899"/>
                </a:lnTo>
                <a:lnTo>
                  <a:pt x="2368069" y="20730"/>
                </a:lnTo>
                <a:lnTo>
                  <a:pt x="2368399" y="20550"/>
                </a:lnTo>
                <a:lnTo>
                  <a:pt x="2368720" y="20360"/>
                </a:lnTo>
                <a:lnTo>
                  <a:pt x="2369035" y="20158"/>
                </a:lnTo>
                <a:lnTo>
                  <a:pt x="2369343" y="19946"/>
                </a:lnTo>
                <a:lnTo>
                  <a:pt x="2369643" y="19723"/>
                </a:lnTo>
                <a:lnTo>
                  <a:pt x="2369937" y="19489"/>
                </a:lnTo>
                <a:lnTo>
                  <a:pt x="2370223" y="19244"/>
                </a:lnTo>
                <a:lnTo>
                  <a:pt x="2370502" y="18988"/>
                </a:lnTo>
                <a:lnTo>
                  <a:pt x="2370772" y="18723"/>
                </a:lnTo>
                <a:lnTo>
                  <a:pt x="2371031" y="18453"/>
                </a:lnTo>
                <a:lnTo>
                  <a:pt x="2371277" y="18178"/>
                </a:lnTo>
                <a:lnTo>
                  <a:pt x="2371513" y="17896"/>
                </a:lnTo>
                <a:lnTo>
                  <a:pt x="2371737" y="17609"/>
                </a:lnTo>
                <a:lnTo>
                  <a:pt x="2371949" y="17316"/>
                </a:lnTo>
                <a:lnTo>
                  <a:pt x="2372150" y="17018"/>
                </a:lnTo>
                <a:lnTo>
                  <a:pt x="2372340" y="16713"/>
                </a:lnTo>
                <a:lnTo>
                  <a:pt x="2372518" y="16403"/>
                </a:lnTo>
                <a:lnTo>
                  <a:pt x="2372684" y="16087"/>
                </a:lnTo>
                <a:lnTo>
                  <a:pt x="2372839" y="15766"/>
                </a:lnTo>
                <a:lnTo>
                  <a:pt x="2372983" y="15438"/>
                </a:lnTo>
                <a:lnTo>
                  <a:pt x="2373115" y="15105"/>
                </a:lnTo>
                <a:lnTo>
                  <a:pt x="2373235" y="14766"/>
                </a:lnTo>
                <a:lnTo>
                  <a:pt x="2373344" y="14422"/>
                </a:lnTo>
                <a:lnTo>
                  <a:pt x="2373442" y="14071"/>
                </a:lnTo>
                <a:lnTo>
                  <a:pt x="2373528" y="13715"/>
                </a:lnTo>
                <a:lnTo>
                  <a:pt x="2373603" y="13353"/>
                </a:lnTo>
                <a:lnTo>
                  <a:pt x="2373666" y="12986"/>
                </a:lnTo>
                <a:lnTo>
                  <a:pt x="2373718" y="12612"/>
                </a:lnTo>
                <a:lnTo>
                  <a:pt x="2373758" y="12233"/>
                </a:lnTo>
                <a:lnTo>
                  <a:pt x="2373787" y="11849"/>
                </a:lnTo>
                <a:lnTo>
                  <a:pt x="2373804" y="11458"/>
                </a:lnTo>
                <a:lnTo>
                  <a:pt x="2373809" y="11062"/>
                </a:lnTo>
                <a:lnTo>
                  <a:pt x="2373804" y="10666"/>
                </a:lnTo>
                <a:lnTo>
                  <a:pt x="2373787" y="10275"/>
                </a:lnTo>
                <a:lnTo>
                  <a:pt x="2373758" y="9890"/>
                </a:lnTo>
                <a:lnTo>
                  <a:pt x="2373718" y="9511"/>
                </a:lnTo>
                <a:lnTo>
                  <a:pt x="2373666" y="9138"/>
                </a:lnTo>
                <a:lnTo>
                  <a:pt x="2373603" y="8770"/>
                </a:lnTo>
                <a:lnTo>
                  <a:pt x="2373528" y="8409"/>
                </a:lnTo>
                <a:lnTo>
                  <a:pt x="2373442" y="8052"/>
                </a:lnTo>
                <a:lnTo>
                  <a:pt x="2373344" y="7702"/>
                </a:lnTo>
                <a:lnTo>
                  <a:pt x="2373235" y="7358"/>
                </a:lnTo>
                <a:lnTo>
                  <a:pt x="2373115" y="7019"/>
                </a:lnTo>
                <a:lnTo>
                  <a:pt x="2372983" y="6686"/>
                </a:lnTo>
                <a:lnTo>
                  <a:pt x="2372839" y="6358"/>
                </a:lnTo>
                <a:lnTo>
                  <a:pt x="2372684" y="6037"/>
                </a:lnTo>
                <a:lnTo>
                  <a:pt x="2372518" y="5721"/>
                </a:lnTo>
                <a:lnTo>
                  <a:pt x="2372340" y="5411"/>
                </a:lnTo>
                <a:lnTo>
                  <a:pt x="2372150" y="5106"/>
                </a:lnTo>
                <a:lnTo>
                  <a:pt x="2371949" y="4807"/>
                </a:lnTo>
                <a:lnTo>
                  <a:pt x="2371737" y="4515"/>
                </a:lnTo>
                <a:lnTo>
                  <a:pt x="2371513" y="4227"/>
                </a:lnTo>
                <a:lnTo>
                  <a:pt x="2371277" y="3946"/>
                </a:lnTo>
                <a:lnTo>
                  <a:pt x="2371031" y="3670"/>
                </a:lnTo>
                <a:lnTo>
                  <a:pt x="2370772" y="3400"/>
                </a:lnTo>
                <a:lnTo>
                  <a:pt x="2370502" y="3136"/>
                </a:lnTo>
                <a:lnTo>
                  <a:pt x="2370223" y="2880"/>
                </a:lnTo>
                <a:lnTo>
                  <a:pt x="2369937" y="2635"/>
                </a:lnTo>
                <a:lnTo>
                  <a:pt x="2369643" y="2401"/>
                </a:lnTo>
                <a:lnTo>
                  <a:pt x="2369343" y="2178"/>
                </a:lnTo>
                <a:lnTo>
                  <a:pt x="2369035" y="1966"/>
                </a:lnTo>
                <a:lnTo>
                  <a:pt x="2368720" y="1764"/>
                </a:lnTo>
                <a:lnTo>
                  <a:pt x="2368399" y="1573"/>
                </a:lnTo>
                <a:lnTo>
                  <a:pt x="2368069" y="1394"/>
                </a:lnTo>
                <a:lnTo>
                  <a:pt x="2367733" y="1225"/>
                </a:lnTo>
                <a:lnTo>
                  <a:pt x="2367390" y="1067"/>
                </a:lnTo>
                <a:lnTo>
                  <a:pt x="2367040" y="920"/>
                </a:lnTo>
                <a:lnTo>
                  <a:pt x="2366682" y="784"/>
                </a:lnTo>
                <a:lnTo>
                  <a:pt x="2366317" y="659"/>
                </a:lnTo>
                <a:lnTo>
                  <a:pt x="2365945" y="544"/>
                </a:lnTo>
                <a:lnTo>
                  <a:pt x="2365567" y="441"/>
                </a:lnTo>
                <a:lnTo>
                  <a:pt x="2365180" y="348"/>
                </a:lnTo>
                <a:lnTo>
                  <a:pt x="2364787" y="267"/>
                </a:lnTo>
                <a:lnTo>
                  <a:pt x="2364387" y="196"/>
                </a:lnTo>
                <a:lnTo>
                  <a:pt x="2363979" y="136"/>
                </a:lnTo>
                <a:lnTo>
                  <a:pt x="2363565" y="87"/>
                </a:lnTo>
                <a:lnTo>
                  <a:pt x="2363143" y="49"/>
                </a:lnTo>
                <a:lnTo>
                  <a:pt x="2362714" y="22"/>
                </a:lnTo>
                <a:lnTo>
                  <a:pt x="2362278" y="5"/>
                </a:lnTo>
                <a:lnTo>
                  <a:pt x="2361835" y="0"/>
                </a:lnTo>
                <a:lnTo>
                  <a:pt x="2361383" y="5"/>
                </a:lnTo>
                <a:lnTo>
                  <a:pt x="2360939" y="22"/>
                </a:lnTo>
                <a:lnTo>
                  <a:pt x="2360502" y="49"/>
                </a:lnTo>
                <a:lnTo>
                  <a:pt x="2360074" y="87"/>
                </a:lnTo>
                <a:lnTo>
                  <a:pt x="2359653" y="136"/>
                </a:lnTo>
                <a:lnTo>
                  <a:pt x="2359241" y="196"/>
                </a:lnTo>
                <a:lnTo>
                  <a:pt x="2358836" y="267"/>
                </a:lnTo>
                <a:lnTo>
                  <a:pt x="2358439" y="348"/>
                </a:lnTo>
                <a:lnTo>
                  <a:pt x="2358051" y="441"/>
                </a:lnTo>
                <a:lnTo>
                  <a:pt x="2357670" y="544"/>
                </a:lnTo>
                <a:lnTo>
                  <a:pt x="2357297" y="659"/>
                </a:lnTo>
                <a:lnTo>
                  <a:pt x="2356932" y="784"/>
                </a:lnTo>
                <a:lnTo>
                  <a:pt x="2356574" y="920"/>
                </a:lnTo>
                <a:lnTo>
                  <a:pt x="2356225" y="1067"/>
                </a:lnTo>
                <a:lnTo>
                  <a:pt x="2355884" y="1225"/>
                </a:lnTo>
                <a:lnTo>
                  <a:pt x="2355550" y="1394"/>
                </a:lnTo>
                <a:lnTo>
                  <a:pt x="2355225" y="1573"/>
                </a:lnTo>
                <a:lnTo>
                  <a:pt x="2354907" y="1764"/>
                </a:lnTo>
                <a:lnTo>
                  <a:pt x="2354598" y="1966"/>
                </a:lnTo>
                <a:lnTo>
                  <a:pt x="2354296" y="2178"/>
                </a:lnTo>
                <a:lnTo>
                  <a:pt x="2354002" y="2401"/>
                </a:lnTo>
                <a:lnTo>
                  <a:pt x="2353716" y="2635"/>
                </a:lnTo>
                <a:lnTo>
                  <a:pt x="2353438" y="2880"/>
                </a:lnTo>
                <a:lnTo>
                  <a:pt x="2353168" y="3136"/>
                </a:lnTo>
                <a:lnTo>
                  <a:pt x="2352908" y="3400"/>
                </a:lnTo>
                <a:lnTo>
                  <a:pt x="2352658" y="3670"/>
                </a:lnTo>
                <a:lnTo>
                  <a:pt x="2352420" y="3946"/>
                </a:lnTo>
                <a:lnTo>
                  <a:pt x="2352193" y="4227"/>
                </a:lnTo>
                <a:lnTo>
                  <a:pt x="2351976" y="4515"/>
                </a:lnTo>
                <a:lnTo>
                  <a:pt x="2351771" y="4807"/>
                </a:lnTo>
                <a:lnTo>
                  <a:pt x="2351577" y="5106"/>
                </a:lnTo>
                <a:lnTo>
                  <a:pt x="2351394" y="5411"/>
                </a:lnTo>
                <a:lnTo>
                  <a:pt x="2351222" y="5721"/>
                </a:lnTo>
                <a:lnTo>
                  <a:pt x="2351062" y="6037"/>
                </a:lnTo>
                <a:lnTo>
                  <a:pt x="2350912" y="6358"/>
                </a:lnTo>
                <a:lnTo>
                  <a:pt x="2350773" y="6686"/>
                </a:lnTo>
                <a:lnTo>
                  <a:pt x="2350646" y="7019"/>
                </a:lnTo>
                <a:lnTo>
                  <a:pt x="2350530" y="7358"/>
                </a:lnTo>
                <a:lnTo>
                  <a:pt x="2350424" y="7702"/>
                </a:lnTo>
                <a:lnTo>
                  <a:pt x="2350330" y="8052"/>
                </a:lnTo>
                <a:lnTo>
                  <a:pt x="2350247" y="8409"/>
                </a:lnTo>
                <a:lnTo>
                  <a:pt x="2350175" y="8770"/>
                </a:lnTo>
                <a:lnTo>
                  <a:pt x="2350114" y="9138"/>
                </a:lnTo>
                <a:lnTo>
                  <a:pt x="2350064" y="9511"/>
                </a:lnTo>
                <a:lnTo>
                  <a:pt x="2350025" y="9890"/>
                </a:lnTo>
                <a:lnTo>
                  <a:pt x="2349997" y="10275"/>
                </a:lnTo>
                <a:lnTo>
                  <a:pt x="2349981" y="10666"/>
                </a:lnTo>
                <a:lnTo>
                  <a:pt x="2349975" y="11062"/>
                </a:lnTo>
                <a:lnTo>
                  <a:pt x="2349981" y="11458"/>
                </a:lnTo>
                <a:lnTo>
                  <a:pt x="2349997" y="11849"/>
                </a:lnTo>
                <a:lnTo>
                  <a:pt x="2350025" y="12233"/>
                </a:lnTo>
                <a:lnTo>
                  <a:pt x="2350064" y="12612"/>
                </a:lnTo>
                <a:lnTo>
                  <a:pt x="2350114" y="12986"/>
                </a:lnTo>
                <a:lnTo>
                  <a:pt x="2350175" y="13353"/>
                </a:lnTo>
                <a:lnTo>
                  <a:pt x="2350247" y="13715"/>
                </a:lnTo>
                <a:lnTo>
                  <a:pt x="2350330" y="14071"/>
                </a:lnTo>
                <a:lnTo>
                  <a:pt x="2350424" y="14422"/>
                </a:lnTo>
                <a:lnTo>
                  <a:pt x="2350530" y="14766"/>
                </a:lnTo>
                <a:lnTo>
                  <a:pt x="2350646" y="15105"/>
                </a:lnTo>
                <a:lnTo>
                  <a:pt x="2350773" y="15438"/>
                </a:lnTo>
                <a:lnTo>
                  <a:pt x="2350912" y="15766"/>
                </a:lnTo>
                <a:lnTo>
                  <a:pt x="2351062" y="16087"/>
                </a:lnTo>
                <a:lnTo>
                  <a:pt x="2351222" y="16403"/>
                </a:lnTo>
                <a:lnTo>
                  <a:pt x="2351394" y="16713"/>
                </a:lnTo>
                <a:lnTo>
                  <a:pt x="2351577" y="17018"/>
                </a:lnTo>
                <a:lnTo>
                  <a:pt x="2351771" y="17316"/>
                </a:lnTo>
                <a:lnTo>
                  <a:pt x="2351976" y="17609"/>
                </a:lnTo>
                <a:lnTo>
                  <a:pt x="2352193" y="17896"/>
                </a:lnTo>
                <a:lnTo>
                  <a:pt x="2352420" y="18178"/>
                </a:lnTo>
                <a:lnTo>
                  <a:pt x="2352658" y="18453"/>
                </a:lnTo>
                <a:lnTo>
                  <a:pt x="2352908" y="18723"/>
                </a:lnTo>
                <a:lnTo>
                  <a:pt x="2353168" y="18988"/>
                </a:lnTo>
                <a:lnTo>
                  <a:pt x="2353438" y="19244"/>
                </a:lnTo>
                <a:lnTo>
                  <a:pt x="2353716" y="19489"/>
                </a:lnTo>
                <a:lnTo>
                  <a:pt x="2354002" y="19723"/>
                </a:lnTo>
                <a:lnTo>
                  <a:pt x="2354296" y="19946"/>
                </a:lnTo>
                <a:lnTo>
                  <a:pt x="2354598" y="20158"/>
                </a:lnTo>
                <a:lnTo>
                  <a:pt x="2354907" y="20360"/>
                </a:lnTo>
                <a:lnTo>
                  <a:pt x="2355225" y="20550"/>
                </a:lnTo>
                <a:lnTo>
                  <a:pt x="2355550" y="20730"/>
                </a:lnTo>
                <a:lnTo>
                  <a:pt x="2355884" y="20899"/>
                </a:lnTo>
                <a:lnTo>
                  <a:pt x="2356225" y="21057"/>
                </a:lnTo>
                <a:lnTo>
                  <a:pt x="2356574" y="21204"/>
                </a:lnTo>
                <a:lnTo>
                  <a:pt x="2356932" y="21340"/>
                </a:lnTo>
                <a:lnTo>
                  <a:pt x="2357297" y="21465"/>
                </a:lnTo>
                <a:lnTo>
                  <a:pt x="2357670" y="21579"/>
                </a:lnTo>
                <a:lnTo>
                  <a:pt x="2358051" y="21683"/>
                </a:lnTo>
                <a:lnTo>
                  <a:pt x="2358439" y="21775"/>
                </a:lnTo>
                <a:lnTo>
                  <a:pt x="2358836" y="21857"/>
                </a:lnTo>
                <a:lnTo>
                  <a:pt x="2359241" y="21928"/>
                </a:lnTo>
                <a:lnTo>
                  <a:pt x="2359653" y="21988"/>
                </a:lnTo>
                <a:lnTo>
                  <a:pt x="2360074" y="22037"/>
                </a:lnTo>
                <a:lnTo>
                  <a:pt x="2360502" y="22075"/>
                </a:lnTo>
                <a:lnTo>
                  <a:pt x="2360939" y="22102"/>
                </a:lnTo>
                <a:lnTo>
                  <a:pt x="2361383" y="22118"/>
                </a:lnTo>
                <a:lnTo>
                  <a:pt x="2361835" y="22124"/>
                </a:lnTo>
                <a:lnTo>
                  <a:pt x="2362278" y="22118"/>
                </a:lnTo>
                <a:lnTo>
                  <a:pt x="2362714" y="22102"/>
                </a:lnTo>
                <a:lnTo>
                  <a:pt x="2363143" y="22075"/>
                </a:lnTo>
                <a:lnTo>
                  <a:pt x="2363565" y="22037"/>
                </a:lnTo>
                <a:lnTo>
                  <a:pt x="2363979" y="21988"/>
                </a:lnTo>
                <a:close/>
                <a:moveTo>
                  <a:pt x="2241383" y="4105"/>
                </a:moveTo>
                <a:lnTo>
                  <a:pt x="2241383" y="157603"/>
                </a:lnTo>
                <a:lnTo>
                  <a:pt x="2333641" y="157603"/>
                </a:lnTo>
                <a:lnTo>
                  <a:pt x="2333641" y="139927"/>
                </a:lnTo>
                <a:lnTo>
                  <a:pt x="2261910" y="139927"/>
                </a:lnTo>
                <a:lnTo>
                  <a:pt x="2261910" y="4105"/>
                </a:lnTo>
                <a:lnTo>
                  <a:pt x="2241383" y="4105"/>
                </a:lnTo>
                <a:close/>
                <a:moveTo>
                  <a:pt x="2427000" y="43107"/>
                </a:moveTo>
                <a:lnTo>
                  <a:pt x="2427000" y="37815"/>
                </a:lnTo>
                <a:lnTo>
                  <a:pt x="2427004" y="37065"/>
                </a:lnTo>
                <a:lnTo>
                  <a:pt x="2427018" y="36330"/>
                </a:lnTo>
                <a:lnTo>
                  <a:pt x="2427041" y="35610"/>
                </a:lnTo>
                <a:lnTo>
                  <a:pt x="2427074" y="34905"/>
                </a:lnTo>
                <a:lnTo>
                  <a:pt x="2427116" y="34214"/>
                </a:lnTo>
                <a:lnTo>
                  <a:pt x="2427167" y="33538"/>
                </a:lnTo>
                <a:lnTo>
                  <a:pt x="2427228" y="32877"/>
                </a:lnTo>
                <a:lnTo>
                  <a:pt x="2427297" y="32230"/>
                </a:lnTo>
                <a:lnTo>
                  <a:pt x="2427376" y="31598"/>
                </a:lnTo>
                <a:lnTo>
                  <a:pt x="2427465" y="30981"/>
                </a:lnTo>
                <a:lnTo>
                  <a:pt x="2427563" y="30379"/>
                </a:lnTo>
                <a:lnTo>
                  <a:pt x="2427670" y="29791"/>
                </a:lnTo>
                <a:lnTo>
                  <a:pt x="2427786" y="29218"/>
                </a:lnTo>
                <a:lnTo>
                  <a:pt x="2427911" y="28660"/>
                </a:lnTo>
                <a:lnTo>
                  <a:pt x="2428046" y="28116"/>
                </a:lnTo>
                <a:lnTo>
                  <a:pt x="2428191" y="27588"/>
                </a:lnTo>
                <a:lnTo>
                  <a:pt x="2428344" y="27074"/>
                </a:lnTo>
                <a:lnTo>
                  <a:pt x="2428507" y="26574"/>
                </a:lnTo>
                <a:lnTo>
                  <a:pt x="2428679" y="26090"/>
                </a:lnTo>
                <a:lnTo>
                  <a:pt x="2428861" y="25620"/>
                </a:lnTo>
                <a:lnTo>
                  <a:pt x="2429051" y="25165"/>
                </a:lnTo>
                <a:lnTo>
                  <a:pt x="2429251" y="24724"/>
                </a:lnTo>
                <a:lnTo>
                  <a:pt x="2429461" y="24299"/>
                </a:lnTo>
                <a:lnTo>
                  <a:pt x="2429679" y="23888"/>
                </a:lnTo>
                <a:lnTo>
                  <a:pt x="2429916" y="23493"/>
                </a:lnTo>
                <a:lnTo>
                  <a:pt x="2430177" y="23114"/>
                </a:lnTo>
                <a:lnTo>
                  <a:pt x="2430464" y="22753"/>
                </a:lnTo>
                <a:lnTo>
                  <a:pt x="2430777" y="22408"/>
                </a:lnTo>
                <a:lnTo>
                  <a:pt x="2431115" y="22080"/>
                </a:lnTo>
                <a:lnTo>
                  <a:pt x="2431479" y="21769"/>
                </a:lnTo>
                <a:lnTo>
                  <a:pt x="2431869" y="21475"/>
                </a:lnTo>
                <a:lnTo>
                  <a:pt x="2432283" y="21197"/>
                </a:lnTo>
                <a:lnTo>
                  <a:pt x="2432724" y="20936"/>
                </a:lnTo>
                <a:lnTo>
                  <a:pt x="2433190" y="20693"/>
                </a:lnTo>
                <a:lnTo>
                  <a:pt x="2433681" y="20466"/>
                </a:lnTo>
                <a:lnTo>
                  <a:pt x="2434198" y="20255"/>
                </a:lnTo>
                <a:lnTo>
                  <a:pt x="2434741" y="20062"/>
                </a:lnTo>
                <a:lnTo>
                  <a:pt x="2435309" y="19885"/>
                </a:lnTo>
                <a:lnTo>
                  <a:pt x="2435903" y="19726"/>
                </a:lnTo>
                <a:lnTo>
                  <a:pt x="2436522" y="19583"/>
                </a:lnTo>
                <a:lnTo>
                  <a:pt x="2437167" y="19457"/>
                </a:lnTo>
                <a:lnTo>
                  <a:pt x="2437837" y="19347"/>
                </a:lnTo>
                <a:lnTo>
                  <a:pt x="2438533" y="19255"/>
                </a:lnTo>
                <a:lnTo>
                  <a:pt x="2439254" y="19179"/>
                </a:lnTo>
                <a:lnTo>
                  <a:pt x="2440001" y="19120"/>
                </a:lnTo>
                <a:lnTo>
                  <a:pt x="2440773" y="19078"/>
                </a:lnTo>
                <a:lnTo>
                  <a:pt x="2441571" y="19053"/>
                </a:lnTo>
                <a:lnTo>
                  <a:pt x="2442395" y="19045"/>
                </a:lnTo>
                <a:lnTo>
                  <a:pt x="2452887" y="19045"/>
                </a:lnTo>
                <a:lnTo>
                  <a:pt x="2452887" y="4105"/>
                </a:lnTo>
                <a:lnTo>
                  <a:pt x="2441255" y="4105"/>
                </a:lnTo>
                <a:lnTo>
                  <a:pt x="2440406" y="4109"/>
                </a:lnTo>
                <a:lnTo>
                  <a:pt x="2439570" y="4121"/>
                </a:lnTo>
                <a:lnTo>
                  <a:pt x="2438748" y="4140"/>
                </a:lnTo>
                <a:lnTo>
                  <a:pt x="2437939" y="4167"/>
                </a:lnTo>
                <a:lnTo>
                  <a:pt x="2437144" y="4201"/>
                </a:lnTo>
                <a:lnTo>
                  <a:pt x="2436361" y="4243"/>
                </a:lnTo>
                <a:lnTo>
                  <a:pt x="2435592" y="4293"/>
                </a:lnTo>
                <a:lnTo>
                  <a:pt x="2434837" y="4350"/>
                </a:lnTo>
                <a:lnTo>
                  <a:pt x="2434094" y="4415"/>
                </a:lnTo>
                <a:lnTo>
                  <a:pt x="2433365" y="4488"/>
                </a:lnTo>
                <a:lnTo>
                  <a:pt x="2432649" y="4568"/>
                </a:lnTo>
                <a:lnTo>
                  <a:pt x="2431946" y="4656"/>
                </a:lnTo>
                <a:lnTo>
                  <a:pt x="2431257" y="4752"/>
                </a:lnTo>
                <a:lnTo>
                  <a:pt x="2430580" y="4855"/>
                </a:lnTo>
                <a:lnTo>
                  <a:pt x="2429917" y="4966"/>
                </a:lnTo>
                <a:lnTo>
                  <a:pt x="2429268" y="5084"/>
                </a:lnTo>
                <a:lnTo>
                  <a:pt x="2428631" y="5210"/>
                </a:lnTo>
                <a:lnTo>
                  <a:pt x="2428008" y="5344"/>
                </a:lnTo>
                <a:lnTo>
                  <a:pt x="2427398" y="5486"/>
                </a:lnTo>
                <a:lnTo>
                  <a:pt x="2426802" y="5635"/>
                </a:lnTo>
                <a:lnTo>
                  <a:pt x="2426218" y="5792"/>
                </a:lnTo>
                <a:lnTo>
                  <a:pt x="2425648" y="5956"/>
                </a:lnTo>
                <a:lnTo>
                  <a:pt x="2425091" y="6128"/>
                </a:lnTo>
                <a:lnTo>
                  <a:pt x="2424548" y="6308"/>
                </a:lnTo>
                <a:lnTo>
                  <a:pt x="2424016" y="6495"/>
                </a:lnTo>
                <a:lnTo>
                  <a:pt x="2423493" y="6689"/>
                </a:lnTo>
                <a:lnTo>
                  <a:pt x="2422981" y="6891"/>
                </a:lnTo>
                <a:lnTo>
                  <a:pt x="2422478" y="7100"/>
                </a:lnTo>
                <a:lnTo>
                  <a:pt x="2421984" y="7316"/>
                </a:lnTo>
                <a:lnTo>
                  <a:pt x="2421501" y="7540"/>
                </a:lnTo>
                <a:lnTo>
                  <a:pt x="2421027" y="7771"/>
                </a:lnTo>
                <a:lnTo>
                  <a:pt x="2420563" y="8009"/>
                </a:lnTo>
                <a:lnTo>
                  <a:pt x="2420108" y="8254"/>
                </a:lnTo>
                <a:lnTo>
                  <a:pt x="2419663" y="8507"/>
                </a:lnTo>
                <a:lnTo>
                  <a:pt x="2419228" y="8767"/>
                </a:lnTo>
                <a:lnTo>
                  <a:pt x="2418803" y="9034"/>
                </a:lnTo>
                <a:lnTo>
                  <a:pt x="2418387" y="9309"/>
                </a:lnTo>
                <a:lnTo>
                  <a:pt x="2417981" y="9590"/>
                </a:lnTo>
                <a:lnTo>
                  <a:pt x="2417585" y="9879"/>
                </a:lnTo>
                <a:lnTo>
                  <a:pt x="2417198" y="10176"/>
                </a:lnTo>
                <a:lnTo>
                  <a:pt x="2416822" y="10479"/>
                </a:lnTo>
                <a:lnTo>
                  <a:pt x="2416454" y="10790"/>
                </a:lnTo>
                <a:lnTo>
                  <a:pt x="2416097" y="11108"/>
                </a:lnTo>
                <a:lnTo>
                  <a:pt x="2415749" y="11434"/>
                </a:lnTo>
                <a:lnTo>
                  <a:pt x="2415411" y="11766"/>
                </a:lnTo>
                <a:lnTo>
                  <a:pt x="2415083" y="12106"/>
                </a:lnTo>
                <a:lnTo>
                  <a:pt x="2414764" y="12454"/>
                </a:lnTo>
                <a:lnTo>
                  <a:pt x="2414455" y="12808"/>
                </a:lnTo>
                <a:lnTo>
                  <a:pt x="2414155" y="13169"/>
                </a:lnTo>
                <a:lnTo>
                  <a:pt x="2413862" y="13537"/>
                </a:lnTo>
                <a:lnTo>
                  <a:pt x="2413578" y="13911"/>
                </a:lnTo>
                <a:lnTo>
                  <a:pt x="2413301" y="14292"/>
                </a:lnTo>
                <a:lnTo>
                  <a:pt x="2413031" y="14679"/>
                </a:lnTo>
                <a:lnTo>
                  <a:pt x="2412770" y="15072"/>
                </a:lnTo>
                <a:lnTo>
                  <a:pt x="2412516" y="15471"/>
                </a:lnTo>
                <a:lnTo>
                  <a:pt x="2412269" y="15877"/>
                </a:lnTo>
                <a:lnTo>
                  <a:pt x="2412031" y="16290"/>
                </a:lnTo>
                <a:lnTo>
                  <a:pt x="2411800" y="16708"/>
                </a:lnTo>
                <a:lnTo>
                  <a:pt x="2411577" y="17133"/>
                </a:lnTo>
                <a:lnTo>
                  <a:pt x="2411362" y="17565"/>
                </a:lnTo>
                <a:lnTo>
                  <a:pt x="2411154" y="18003"/>
                </a:lnTo>
                <a:lnTo>
                  <a:pt x="2410954" y="18447"/>
                </a:lnTo>
                <a:lnTo>
                  <a:pt x="2410762" y="18897"/>
                </a:lnTo>
                <a:lnTo>
                  <a:pt x="2410578" y="19354"/>
                </a:lnTo>
                <a:lnTo>
                  <a:pt x="2410401" y="19818"/>
                </a:lnTo>
                <a:lnTo>
                  <a:pt x="2410232" y="20287"/>
                </a:lnTo>
                <a:lnTo>
                  <a:pt x="2410071" y="20763"/>
                </a:lnTo>
                <a:lnTo>
                  <a:pt x="2409917" y="21246"/>
                </a:lnTo>
                <a:lnTo>
                  <a:pt x="2409772" y="21735"/>
                </a:lnTo>
                <a:lnTo>
                  <a:pt x="2409633" y="22230"/>
                </a:lnTo>
                <a:lnTo>
                  <a:pt x="2409503" y="22731"/>
                </a:lnTo>
                <a:lnTo>
                  <a:pt x="2409380" y="23239"/>
                </a:lnTo>
                <a:lnTo>
                  <a:pt x="2409264" y="23753"/>
                </a:lnTo>
                <a:lnTo>
                  <a:pt x="2409153" y="24273"/>
                </a:lnTo>
                <a:lnTo>
                  <a:pt x="2409046" y="24800"/>
                </a:lnTo>
                <a:lnTo>
                  <a:pt x="2408945" y="25332"/>
                </a:lnTo>
                <a:lnTo>
                  <a:pt x="2408848" y="25870"/>
                </a:lnTo>
                <a:lnTo>
                  <a:pt x="2408757" y="26414"/>
                </a:lnTo>
                <a:lnTo>
                  <a:pt x="2408670" y="26964"/>
                </a:lnTo>
                <a:lnTo>
                  <a:pt x="2408588" y="27520"/>
                </a:lnTo>
                <a:lnTo>
                  <a:pt x="2408512" y="28083"/>
                </a:lnTo>
                <a:lnTo>
                  <a:pt x="2408440" y="28651"/>
                </a:lnTo>
                <a:lnTo>
                  <a:pt x="2408373" y="29225"/>
                </a:lnTo>
                <a:lnTo>
                  <a:pt x="2408311" y="29805"/>
                </a:lnTo>
                <a:lnTo>
                  <a:pt x="2408254" y="30392"/>
                </a:lnTo>
                <a:lnTo>
                  <a:pt x="2408202" y="30984"/>
                </a:lnTo>
                <a:lnTo>
                  <a:pt x="2408155" y="31582"/>
                </a:lnTo>
                <a:lnTo>
                  <a:pt x="2408113" y="32187"/>
                </a:lnTo>
                <a:lnTo>
                  <a:pt x="2408076" y="32797"/>
                </a:lnTo>
                <a:lnTo>
                  <a:pt x="2408044" y="33413"/>
                </a:lnTo>
                <a:lnTo>
                  <a:pt x="2408017" y="34036"/>
                </a:lnTo>
                <a:lnTo>
                  <a:pt x="2407994" y="34664"/>
                </a:lnTo>
                <a:lnTo>
                  <a:pt x="2407977" y="35298"/>
                </a:lnTo>
                <a:lnTo>
                  <a:pt x="2407965" y="35939"/>
                </a:lnTo>
                <a:lnTo>
                  <a:pt x="2407957" y="36585"/>
                </a:lnTo>
                <a:lnTo>
                  <a:pt x="2407955" y="37238"/>
                </a:lnTo>
                <a:lnTo>
                  <a:pt x="2407955" y="43107"/>
                </a:lnTo>
                <a:lnTo>
                  <a:pt x="2389480" y="43107"/>
                </a:lnTo>
                <a:lnTo>
                  <a:pt x="2389480" y="58502"/>
                </a:lnTo>
                <a:lnTo>
                  <a:pt x="2407955" y="58502"/>
                </a:lnTo>
                <a:lnTo>
                  <a:pt x="2407955" y="157603"/>
                </a:lnTo>
                <a:lnTo>
                  <a:pt x="2427000" y="157603"/>
                </a:lnTo>
                <a:lnTo>
                  <a:pt x="2427000" y="58502"/>
                </a:lnTo>
                <a:lnTo>
                  <a:pt x="2452658" y="58502"/>
                </a:lnTo>
                <a:lnTo>
                  <a:pt x="2452658" y="43107"/>
                </a:lnTo>
                <a:lnTo>
                  <a:pt x="2427000" y="43107"/>
                </a:lnTo>
                <a:close/>
                <a:moveTo>
                  <a:pt x="3027368" y="142056"/>
                </a:moveTo>
                <a:lnTo>
                  <a:pt x="3026595" y="142008"/>
                </a:lnTo>
                <a:lnTo>
                  <a:pt x="3025848" y="141942"/>
                </a:lnTo>
                <a:lnTo>
                  <a:pt x="3025127" y="141856"/>
                </a:lnTo>
                <a:lnTo>
                  <a:pt x="3024431" y="141751"/>
                </a:lnTo>
                <a:lnTo>
                  <a:pt x="3023761" y="141628"/>
                </a:lnTo>
                <a:lnTo>
                  <a:pt x="3023116" y="141485"/>
                </a:lnTo>
                <a:lnTo>
                  <a:pt x="3022497" y="141324"/>
                </a:lnTo>
                <a:lnTo>
                  <a:pt x="3021903" y="141143"/>
                </a:lnTo>
                <a:lnTo>
                  <a:pt x="3021335" y="140944"/>
                </a:lnTo>
                <a:lnTo>
                  <a:pt x="3020793" y="140725"/>
                </a:lnTo>
                <a:lnTo>
                  <a:pt x="3020276" y="140487"/>
                </a:lnTo>
                <a:lnTo>
                  <a:pt x="3019784" y="140231"/>
                </a:lnTo>
                <a:lnTo>
                  <a:pt x="3019318" y="139955"/>
                </a:lnTo>
                <a:lnTo>
                  <a:pt x="3018878" y="139661"/>
                </a:lnTo>
                <a:lnTo>
                  <a:pt x="3018463" y="139347"/>
                </a:lnTo>
                <a:lnTo>
                  <a:pt x="3018073" y="139014"/>
                </a:lnTo>
                <a:lnTo>
                  <a:pt x="3017710" y="138663"/>
                </a:lnTo>
                <a:lnTo>
                  <a:pt x="3017371" y="138292"/>
                </a:lnTo>
                <a:lnTo>
                  <a:pt x="3017059" y="137903"/>
                </a:lnTo>
                <a:lnTo>
                  <a:pt x="3016771" y="137494"/>
                </a:lnTo>
                <a:lnTo>
                  <a:pt x="3016510" y="137066"/>
                </a:lnTo>
                <a:lnTo>
                  <a:pt x="3016274" y="136620"/>
                </a:lnTo>
                <a:lnTo>
                  <a:pt x="3016055" y="136155"/>
                </a:lnTo>
                <a:lnTo>
                  <a:pt x="3015846" y="135673"/>
                </a:lnTo>
                <a:lnTo>
                  <a:pt x="3015646" y="135175"/>
                </a:lnTo>
                <a:lnTo>
                  <a:pt x="3015455" y="134659"/>
                </a:lnTo>
                <a:lnTo>
                  <a:pt x="3015273" y="134126"/>
                </a:lnTo>
                <a:lnTo>
                  <a:pt x="3015101" y="133576"/>
                </a:lnTo>
                <a:lnTo>
                  <a:pt x="3014938" y="133009"/>
                </a:lnTo>
                <a:lnTo>
                  <a:pt x="3014785" y="132426"/>
                </a:lnTo>
                <a:lnTo>
                  <a:pt x="3014641" y="131825"/>
                </a:lnTo>
                <a:lnTo>
                  <a:pt x="3014506" y="131207"/>
                </a:lnTo>
                <a:lnTo>
                  <a:pt x="3014380" y="130572"/>
                </a:lnTo>
                <a:lnTo>
                  <a:pt x="3014264" y="129920"/>
                </a:lnTo>
                <a:lnTo>
                  <a:pt x="3014157" y="129251"/>
                </a:lnTo>
                <a:lnTo>
                  <a:pt x="3014059" y="128565"/>
                </a:lnTo>
                <a:lnTo>
                  <a:pt x="3013971" y="127862"/>
                </a:lnTo>
                <a:lnTo>
                  <a:pt x="3013892" y="127142"/>
                </a:lnTo>
                <a:lnTo>
                  <a:pt x="3013822" y="126405"/>
                </a:lnTo>
                <a:lnTo>
                  <a:pt x="3013761" y="125650"/>
                </a:lnTo>
                <a:lnTo>
                  <a:pt x="3013710" y="124879"/>
                </a:lnTo>
                <a:lnTo>
                  <a:pt x="3013668" y="124091"/>
                </a:lnTo>
                <a:lnTo>
                  <a:pt x="3013636" y="123286"/>
                </a:lnTo>
                <a:lnTo>
                  <a:pt x="3013612" y="122464"/>
                </a:lnTo>
                <a:lnTo>
                  <a:pt x="3013598" y="121624"/>
                </a:lnTo>
                <a:lnTo>
                  <a:pt x="3013594" y="120768"/>
                </a:lnTo>
                <a:lnTo>
                  <a:pt x="3013594" y="4105"/>
                </a:lnTo>
                <a:lnTo>
                  <a:pt x="2994549" y="4105"/>
                </a:lnTo>
                <a:lnTo>
                  <a:pt x="2994549" y="121680"/>
                </a:lnTo>
                <a:lnTo>
                  <a:pt x="2994554" y="122616"/>
                </a:lnTo>
                <a:lnTo>
                  <a:pt x="2994568" y="123540"/>
                </a:lnTo>
                <a:lnTo>
                  <a:pt x="2994591" y="124452"/>
                </a:lnTo>
                <a:lnTo>
                  <a:pt x="2994624" y="125353"/>
                </a:lnTo>
                <a:lnTo>
                  <a:pt x="2994665" y="126244"/>
                </a:lnTo>
                <a:lnTo>
                  <a:pt x="2994717" y="127122"/>
                </a:lnTo>
                <a:lnTo>
                  <a:pt x="2994777" y="127990"/>
                </a:lnTo>
                <a:lnTo>
                  <a:pt x="2994847" y="128846"/>
                </a:lnTo>
                <a:lnTo>
                  <a:pt x="2994926" y="129691"/>
                </a:lnTo>
                <a:lnTo>
                  <a:pt x="2995014" y="130524"/>
                </a:lnTo>
                <a:lnTo>
                  <a:pt x="2995112" y="131347"/>
                </a:lnTo>
                <a:lnTo>
                  <a:pt x="2995219" y="132158"/>
                </a:lnTo>
                <a:lnTo>
                  <a:pt x="2995335" y="132958"/>
                </a:lnTo>
                <a:lnTo>
                  <a:pt x="2995461" y="133746"/>
                </a:lnTo>
                <a:lnTo>
                  <a:pt x="2995596" y="134523"/>
                </a:lnTo>
                <a:lnTo>
                  <a:pt x="2995740" y="135289"/>
                </a:lnTo>
                <a:lnTo>
                  <a:pt x="2995894" y="136044"/>
                </a:lnTo>
                <a:lnTo>
                  <a:pt x="2996057" y="136787"/>
                </a:lnTo>
                <a:lnTo>
                  <a:pt x="2996229" y="137519"/>
                </a:lnTo>
                <a:lnTo>
                  <a:pt x="2996410" y="138240"/>
                </a:lnTo>
                <a:lnTo>
                  <a:pt x="2996601" y="138949"/>
                </a:lnTo>
                <a:lnTo>
                  <a:pt x="2996801" y="139648"/>
                </a:lnTo>
                <a:lnTo>
                  <a:pt x="2997010" y="140335"/>
                </a:lnTo>
                <a:lnTo>
                  <a:pt x="2997229" y="141010"/>
                </a:lnTo>
                <a:lnTo>
                  <a:pt x="2997460" y="141674"/>
                </a:lnTo>
                <a:lnTo>
                  <a:pt x="2997707" y="142324"/>
                </a:lnTo>
                <a:lnTo>
                  <a:pt x="2997969" y="142961"/>
                </a:lnTo>
                <a:lnTo>
                  <a:pt x="2998248" y="143586"/>
                </a:lnTo>
                <a:lnTo>
                  <a:pt x="2998541" y="144197"/>
                </a:lnTo>
                <a:lnTo>
                  <a:pt x="2998851" y="144795"/>
                </a:lnTo>
                <a:lnTo>
                  <a:pt x="2999176" y="145380"/>
                </a:lnTo>
                <a:lnTo>
                  <a:pt x="2999516" y="145952"/>
                </a:lnTo>
                <a:lnTo>
                  <a:pt x="2999873" y="146511"/>
                </a:lnTo>
                <a:lnTo>
                  <a:pt x="3000244" y="147057"/>
                </a:lnTo>
                <a:lnTo>
                  <a:pt x="3000632" y="147589"/>
                </a:lnTo>
                <a:lnTo>
                  <a:pt x="3001035" y="148109"/>
                </a:lnTo>
                <a:lnTo>
                  <a:pt x="3001454" y="148616"/>
                </a:lnTo>
                <a:lnTo>
                  <a:pt x="3001889" y="149109"/>
                </a:lnTo>
                <a:lnTo>
                  <a:pt x="3002339" y="149590"/>
                </a:lnTo>
                <a:lnTo>
                  <a:pt x="3002804" y="150057"/>
                </a:lnTo>
                <a:lnTo>
                  <a:pt x="3003286" y="150512"/>
                </a:lnTo>
                <a:lnTo>
                  <a:pt x="3003783" y="150953"/>
                </a:lnTo>
                <a:lnTo>
                  <a:pt x="3004296" y="151381"/>
                </a:lnTo>
                <a:lnTo>
                  <a:pt x="3004824" y="151796"/>
                </a:lnTo>
                <a:lnTo>
                  <a:pt x="3005368" y="152199"/>
                </a:lnTo>
                <a:lnTo>
                  <a:pt x="3005927" y="152588"/>
                </a:lnTo>
                <a:lnTo>
                  <a:pt x="3006503" y="152964"/>
                </a:lnTo>
                <a:lnTo>
                  <a:pt x="3007094" y="153326"/>
                </a:lnTo>
                <a:lnTo>
                  <a:pt x="3007703" y="153675"/>
                </a:lnTo>
                <a:lnTo>
                  <a:pt x="3008335" y="154010"/>
                </a:lnTo>
                <a:lnTo>
                  <a:pt x="3008988" y="154329"/>
                </a:lnTo>
                <a:lnTo>
                  <a:pt x="3009663" y="154633"/>
                </a:lnTo>
                <a:lnTo>
                  <a:pt x="3010359" y="154923"/>
                </a:lnTo>
                <a:lnTo>
                  <a:pt x="3011078" y="155197"/>
                </a:lnTo>
                <a:lnTo>
                  <a:pt x="3011818" y="155457"/>
                </a:lnTo>
                <a:lnTo>
                  <a:pt x="3012580" y="155702"/>
                </a:lnTo>
                <a:lnTo>
                  <a:pt x="3013364" y="155932"/>
                </a:lnTo>
                <a:lnTo>
                  <a:pt x="3014170" y="156148"/>
                </a:lnTo>
                <a:lnTo>
                  <a:pt x="3014997" y="156348"/>
                </a:lnTo>
                <a:lnTo>
                  <a:pt x="3015846" y="156534"/>
                </a:lnTo>
                <a:lnTo>
                  <a:pt x="3016717" y="156705"/>
                </a:lnTo>
                <a:lnTo>
                  <a:pt x="3017610" y="156861"/>
                </a:lnTo>
                <a:lnTo>
                  <a:pt x="3018524" y="157002"/>
                </a:lnTo>
                <a:lnTo>
                  <a:pt x="3019461" y="157128"/>
                </a:lnTo>
                <a:lnTo>
                  <a:pt x="3020419" y="157239"/>
                </a:lnTo>
                <a:lnTo>
                  <a:pt x="3021398" y="157336"/>
                </a:lnTo>
                <a:lnTo>
                  <a:pt x="3022400" y="157417"/>
                </a:lnTo>
                <a:lnTo>
                  <a:pt x="3023423" y="157484"/>
                </a:lnTo>
                <a:lnTo>
                  <a:pt x="3024469" y="157536"/>
                </a:lnTo>
                <a:lnTo>
                  <a:pt x="3025536" y="157573"/>
                </a:lnTo>
                <a:lnTo>
                  <a:pt x="3026624" y="157596"/>
                </a:lnTo>
                <a:lnTo>
                  <a:pt x="3027735" y="157603"/>
                </a:lnTo>
                <a:lnTo>
                  <a:pt x="3034121" y="157603"/>
                </a:lnTo>
                <a:lnTo>
                  <a:pt x="3034121" y="142094"/>
                </a:lnTo>
                <a:lnTo>
                  <a:pt x="3028989" y="142094"/>
                </a:lnTo>
                <a:lnTo>
                  <a:pt x="3028166" y="142084"/>
                </a:lnTo>
                <a:lnTo>
                  <a:pt x="3027368" y="142056"/>
                </a:lnTo>
                <a:close/>
                <a:moveTo>
                  <a:pt x="2696698" y="159398"/>
                </a:moveTo>
                <a:lnTo>
                  <a:pt x="2698024" y="159285"/>
                </a:lnTo>
                <a:lnTo>
                  <a:pt x="2699338" y="159151"/>
                </a:lnTo>
                <a:lnTo>
                  <a:pt x="2700641" y="158997"/>
                </a:lnTo>
                <a:lnTo>
                  <a:pt x="2701932" y="158822"/>
                </a:lnTo>
                <a:lnTo>
                  <a:pt x="2703212" y="158626"/>
                </a:lnTo>
                <a:lnTo>
                  <a:pt x="2704481" y="158410"/>
                </a:lnTo>
                <a:lnTo>
                  <a:pt x="2705739" y="158173"/>
                </a:lnTo>
                <a:lnTo>
                  <a:pt x="2706986" y="157916"/>
                </a:lnTo>
                <a:lnTo>
                  <a:pt x="2708221" y="157638"/>
                </a:lnTo>
                <a:lnTo>
                  <a:pt x="2709445" y="157339"/>
                </a:lnTo>
                <a:lnTo>
                  <a:pt x="2710657" y="157020"/>
                </a:lnTo>
                <a:lnTo>
                  <a:pt x="2711858" y="156680"/>
                </a:lnTo>
                <a:lnTo>
                  <a:pt x="2713048" y="156320"/>
                </a:lnTo>
                <a:lnTo>
                  <a:pt x="2714227" y="155939"/>
                </a:lnTo>
                <a:lnTo>
                  <a:pt x="2715394" y="155538"/>
                </a:lnTo>
                <a:lnTo>
                  <a:pt x="2716551" y="155115"/>
                </a:lnTo>
                <a:lnTo>
                  <a:pt x="2717695" y="154673"/>
                </a:lnTo>
                <a:lnTo>
                  <a:pt x="2718829" y="154209"/>
                </a:lnTo>
                <a:lnTo>
                  <a:pt x="2719951" y="153726"/>
                </a:lnTo>
                <a:lnTo>
                  <a:pt x="2721060" y="153221"/>
                </a:lnTo>
                <a:lnTo>
                  <a:pt x="2722151" y="152696"/>
                </a:lnTo>
                <a:lnTo>
                  <a:pt x="2723226" y="152150"/>
                </a:lnTo>
                <a:lnTo>
                  <a:pt x="2724283" y="151583"/>
                </a:lnTo>
                <a:lnTo>
                  <a:pt x="2725324" y="150995"/>
                </a:lnTo>
                <a:lnTo>
                  <a:pt x="2726348" y="150386"/>
                </a:lnTo>
                <a:lnTo>
                  <a:pt x="2727355" y="149757"/>
                </a:lnTo>
                <a:lnTo>
                  <a:pt x="2728346" y="149107"/>
                </a:lnTo>
                <a:lnTo>
                  <a:pt x="2729320" y="148436"/>
                </a:lnTo>
                <a:lnTo>
                  <a:pt x="2730276" y="147744"/>
                </a:lnTo>
                <a:lnTo>
                  <a:pt x="2731216" y="147032"/>
                </a:lnTo>
                <a:lnTo>
                  <a:pt x="2732139" y="146299"/>
                </a:lnTo>
                <a:lnTo>
                  <a:pt x="2733046" y="145545"/>
                </a:lnTo>
                <a:lnTo>
                  <a:pt x="2733935" y="144770"/>
                </a:lnTo>
                <a:lnTo>
                  <a:pt x="2734808" y="143974"/>
                </a:lnTo>
                <a:lnTo>
                  <a:pt x="2735663" y="143158"/>
                </a:lnTo>
                <a:lnTo>
                  <a:pt x="2736502" y="142321"/>
                </a:lnTo>
                <a:lnTo>
                  <a:pt x="2737325" y="141463"/>
                </a:lnTo>
                <a:lnTo>
                  <a:pt x="2738130" y="140584"/>
                </a:lnTo>
                <a:lnTo>
                  <a:pt x="2738918" y="139684"/>
                </a:lnTo>
                <a:lnTo>
                  <a:pt x="2739690" y="138764"/>
                </a:lnTo>
                <a:lnTo>
                  <a:pt x="2740445" y="137823"/>
                </a:lnTo>
                <a:lnTo>
                  <a:pt x="2741183" y="136861"/>
                </a:lnTo>
                <a:lnTo>
                  <a:pt x="2741904" y="135878"/>
                </a:lnTo>
                <a:lnTo>
                  <a:pt x="2742605" y="134875"/>
                </a:lnTo>
                <a:lnTo>
                  <a:pt x="2743282" y="133849"/>
                </a:lnTo>
                <a:lnTo>
                  <a:pt x="2743935" y="132802"/>
                </a:lnTo>
                <a:lnTo>
                  <a:pt x="2744565" y="131733"/>
                </a:lnTo>
                <a:lnTo>
                  <a:pt x="2745171" y="130643"/>
                </a:lnTo>
                <a:lnTo>
                  <a:pt x="2745753" y="129531"/>
                </a:lnTo>
                <a:lnTo>
                  <a:pt x="2746311" y="128398"/>
                </a:lnTo>
                <a:lnTo>
                  <a:pt x="2746846" y="127243"/>
                </a:lnTo>
                <a:lnTo>
                  <a:pt x="2747357" y="126067"/>
                </a:lnTo>
                <a:lnTo>
                  <a:pt x="2747844" y="124868"/>
                </a:lnTo>
                <a:lnTo>
                  <a:pt x="2748307" y="123649"/>
                </a:lnTo>
                <a:lnTo>
                  <a:pt x="2748746" y="122407"/>
                </a:lnTo>
                <a:lnTo>
                  <a:pt x="2749162" y="121145"/>
                </a:lnTo>
                <a:lnTo>
                  <a:pt x="2749554" y="119860"/>
                </a:lnTo>
                <a:lnTo>
                  <a:pt x="2749922" y="118554"/>
                </a:lnTo>
                <a:lnTo>
                  <a:pt x="2750267" y="117227"/>
                </a:lnTo>
                <a:lnTo>
                  <a:pt x="2750588" y="115877"/>
                </a:lnTo>
                <a:lnTo>
                  <a:pt x="2750885" y="114507"/>
                </a:lnTo>
                <a:lnTo>
                  <a:pt x="2751158" y="113114"/>
                </a:lnTo>
                <a:lnTo>
                  <a:pt x="2751407" y="111700"/>
                </a:lnTo>
                <a:lnTo>
                  <a:pt x="2751633" y="110265"/>
                </a:lnTo>
                <a:lnTo>
                  <a:pt x="2751835" y="108808"/>
                </a:lnTo>
                <a:lnTo>
                  <a:pt x="2752013" y="107329"/>
                </a:lnTo>
                <a:lnTo>
                  <a:pt x="2752168" y="105829"/>
                </a:lnTo>
                <a:lnTo>
                  <a:pt x="2731412" y="105829"/>
                </a:lnTo>
                <a:lnTo>
                  <a:pt x="2731235" y="107343"/>
                </a:lnTo>
                <a:lnTo>
                  <a:pt x="2731027" y="108826"/>
                </a:lnTo>
                <a:lnTo>
                  <a:pt x="2730787" y="110276"/>
                </a:lnTo>
                <a:lnTo>
                  <a:pt x="2730516" y="111696"/>
                </a:lnTo>
                <a:lnTo>
                  <a:pt x="2730214" y="113083"/>
                </a:lnTo>
                <a:lnTo>
                  <a:pt x="2729880" y="114439"/>
                </a:lnTo>
                <a:lnTo>
                  <a:pt x="2729515" y="115763"/>
                </a:lnTo>
                <a:lnTo>
                  <a:pt x="2729119" y="117055"/>
                </a:lnTo>
                <a:lnTo>
                  <a:pt x="2728691" y="118316"/>
                </a:lnTo>
                <a:lnTo>
                  <a:pt x="2728233" y="119545"/>
                </a:lnTo>
                <a:lnTo>
                  <a:pt x="2727743" y="120743"/>
                </a:lnTo>
                <a:lnTo>
                  <a:pt x="2727221" y="121909"/>
                </a:lnTo>
                <a:lnTo>
                  <a:pt x="2726669" y="123043"/>
                </a:lnTo>
                <a:lnTo>
                  <a:pt x="2726085" y="124145"/>
                </a:lnTo>
                <a:lnTo>
                  <a:pt x="2725470" y="125216"/>
                </a:lnTo>
                <a:lnTo>
                  <a:pt x="2724823" y="126255"/>
                </a:lnTo>
                <a:lnTo>
                  <a:pt x="2724146" y="127262"/>
                </a:lnTo>
                <a:lnTo>
                  <a:pt x="2723437" y="128238"/>
                </a:lnTo>
                <a:lnTo>
                  <a:pt x="2722696" y="129182"/>
                </a:lnTo>
                <a:lnTo>
                  <a:pt x="2721925" y="130094"/>
                </a:lnTo>
                <a:lnTo>
                  <a:pt x="2721122" y="130975"/>
                </a:lnTo>
                <a:lnTo>
                  <a:pt x="2720288" y="131824"/>
                </a:lnTo>
                <a:lnTo>
                  <a:pt x="2719423" y="132641"/>
                </a:lnTo>
                <a:lnTo>
                  <a:pt x="2718526" y="133427"/>
                </a:lnTo>
                <a:lnTo>
                  <a:pt x="2717602" y="134180"/>
                </a:lnTo>
                <a:lnTo>
                  <a:pt x="2716654" y="134902"/>
                </a:lnTo>
                <a:lnTo>
                  <a:pt x="2715684" y="135592"/>
                </a:lnTo>
                <a:lnTo>
                  <a:pt x="2714690" y="136249"/>
                </a:lnTo>
                <a:lnTo>
                  <a:pt x="2713672" y="136874"/>
                </a:lnTo>
                <a:lnTo>
                  <a:pt x="2712631" y="137468"/>
                </a:lnTo>
                <a:lnTo>
                  <a:pt x="2711567" y="138029"/>
                </a:lnTo>
                <a:lnTo>
                  <a:pt x="2710480" y="138558"/>
                </a:lnTo>
                <a:lnTo>
                  <a:pt x="2709369" y="139055"/>
                </a:lnTo>
                <a:lnTo>
                  <a:pt x="2708235" y="139521"/>
                </a:lnTo>
                <a:lnTo>
                  <a:pt x="2707077" y="139954"/>
                </a:lnTo>
                <a:lnTo>
                  <a:pt x="2705896" y="140354"/>
                </a:lnTo>
                <a:lnTo>
                  <a:pt x="2704692" y="140723"/>
                </a:lnTo>
                <a:lnTo>
                  <a:pt x="2703464" y="141060"/>
                </a:lnTo>
                <a:lnTo>
                  <a:pt x="2702213" y="141365"/>
                </a:lnTo>
                <a:lnTo>
                  <a:pt x="2700938" y="141637"/>
                </a:lnTo>
                <a:lnTo>
                  <a:pt x="2699641" y="141878"/>
                </a:lnTo>
                <a:lnTo>
                  <a:pt x="2698319" y="142086"/>
                </a:lnTo>
                <a:lnTo>
                  <a:pt x="2696975" y="142263"/>
                </a:lnTo>
                <a:lnTo>
                  <a:pt x="2695607" y="142407"/>
                </a:lnTo>
                <a:lnTo>
                  <a:pt x="2694216" y="142519"/>
                </a:lnTo>
                <a:lnTo>
                  <a:pt x="2692801" y="142600"/>
                </a:lnTo>
                <a:lnTo>
                  <a:pt x="2691363" y="142648"/>
                </a:lnTo>
                <a:lnTo>
                  <a:pt x="2689902" y="142664"/>
                </a:lnTo>
                <a:lnTo>
                  <a:pt x="2688441" y="142649"/>
                </a:lnTo>
                <a:lnTo>
                  <a:pt x="2687003" y="142606"/>
                </a:lnTo>
                <a:lnTo>
                  <a:pt x="2685588" y="142535"/>
                </a:lnTo>
                <a:lnTo>
                  <a:pt x="2684197" y="142434"/>
                </a:lnTo>
                <a:lnTo>
                  <a:pt x="2682829" y="142305"/>
                </a:lnTo>
                <a:lnTo>
                  <a:pt x="2681484" y="142147"/>
                </a:lnTo>
                <a:lnTo>
                  <a:pt x="2680163" y="141960"/>
                </a:lnTo>
                <a:lnTo>
                  <a:pt x="2678865" y="141745"/>
                </a:lnTo>
                <a:lnTo>
                  <a:pt x="2677591" y="141501"/>
                </a:lnTo>
                <a:lnTo>
                  <a:pt x="2676340" y="141228"/>
                </a:lnTo>
                <a:lnTo>
                  <a:pt x="2675112" y="140927"/>
                </a:lnTo>
                <a:lnTo>
                  <a:pt x="2673908" y="140597"/>
                </a:lnTo>
                <a:lnTo>
                  <a:pt x="2672727" y="140238"/>
                </a:lnTo>
                <a:lnTo>
                  <a:pt x="2671569" y="139850"/>
                </a:lnTo>
                <a:lnTo>
                  <a:pt x="2670435" y="139434"/>
                </a:lnTo>
                <a:lnTo>
                  <a:pt x="2669324" y="138989"/>
                </a:lnTo>
                <a:lnTo>
                  <a:pt x="2668236" y="138515"/>
                </a:lnTo>
                <a:lnTo>
                  <a:pt x="2667172" y="138013"/>
                </a:lnTo>
                <a:lnTo>
                  <a:pt x="2666131" y="137482"/>
                </a:lnTo>
                <a:lnTo>
                  <a:pt x="2665114" y="136922"/>
                </a:lnTo>
                <a:lnTo>
                  <a:pt x="2664120" y="136334"/>
                </a:lnTo>
                <a:lnTo>
                  <a:pt x="2663149" y="135716"/>
                </a:lnTo>
                <a:lnTo>
                  <a:pt x="2662202" y="135071"/>
                </a:lnTo>
                <a:lnTo>
                  <a:pt x="2661278" y="134396"/>
                </a:lnTo>
                <a:lnTo>
                  <a:pt x="2660376" y="133697"/>
                </a:lnTo>
                <a:lnTo>
                  <a:pt x="2659494" y="132978"/>
                </a:lnTo>
                <a:lnTo>
                  <a:pt x="2658633" y="132239"/>
                </a:lnTo>
                <a:lnTo>
                  <a:pt x="2657792" y="131480"/>
                </a:lnTo>
                <a:lnTo>
                  <a:pt x="2656971" y="130701"/>
                </a:lnTo>
                <a:lnTo>
                  <a:pt x="2656171" y="129902"/>
                </a:lnTo>
                <a:lnTo>
                  <a:pt x="2655391" y="129083"/>
                </a:lnTo>
                <a:lnTo>
                  <a:pt x="2654632" y="128244"/>
                </a:lnTo>
                <a:lnTo>
                  <a:pt x="2653893" y="127385"/>
                </a:lnTo>
                <a:lnTo>
                  <a:pt x="2653174" y="126506"/>
                </a:lnTo>
                <a:lnTo>
                  <a:pt x="2652476" y="125607"/>
                </a:lnTo>
                <a:lnTo>
                  <a:pt x="2651798" y="124688"/>
                </a:lnTo>
                <a:lnTo>
                  <a:pt x="2651141" y="123749"/>
                </a:lnTo>
                <a:lnTo>
                  <a:pt x="2650504" y="122790"/>
                </a:lnTo>
                <a:lnTo>
                  <a:pt x="2649887" y="121811"/>
                </a:lnTo>
                <a:lnTo>
                  <a:pt x="2649291" y="120812"/>
                </a:lnTo>
                <a:lnTo>
                  <a:pt x="2648715" y="119794"/>
                </a:lnTo>
                <a:lnTo>
                  <a:pt x="2648160" y="118755"/>
                </a:lnTo>
                <a:lnTo>
                  <a:pt x="2647625" y="117696"/>
                </a:lnTo>
                <a:lnTo>
                  <a:pt x="2647110" y="116617"/>
                </a:lnTo>
                <a:lnTo>
                  <a:pt x="2646616" y="115518"/>
                </a:lnTo>
                <a:lnTo>
                  <a:pt x="2646142" y="114399"/>
                </a:lnTo>
                <a:lnTo>
                  <a:pt x="2645688" y="113260"/>
                </a:lnTo>
                <a:lnTo>
                  <a:pt x="2645255" y="112101"/>
                </a:lnTo>
                <a:lnTo>
                  <a:pt x="2644841" y="110927"/>
                </a:lnTo>
                <a:lnTo>
                  <a:pt x="2644445" y="109742"/>
                </a:lnTo>
                <a:lnTo>
                  <a:pt x="2644066" y="108546"/>
                </a:lnTo>
                <a:lnTo>
                  <a:pt x="2643705" y="107340"/>
                </a:lnTo>
                <a:lnTo>
                  <a:pt x="2643361" y="106123"/>
                </a:lnTo>
                <a:lnTo>
                  <a:pt x="2643035" y="104895"/>
                </a:lnTo>
                <a:lnTo>
                  <a:pt x="2642727" y="103657"/>
                </a:lnTo>
                <a:lnTo>
                  <a:pt x="2642436" y="102408"/>
                </a:lnTo>
                <a:lnTo>
                  <a:pt x="2642163" y="101148"/>
                </a:lnTo>
                <a:lnTo>
                  <a:pt x="2641907" y="99877"/>
                </a:lnTo>
                <a:lnTo>
                  <a:pt x="2641669" y="98596"/>
                </a:lnTo>
                <a:lnTo>
                  <a:pt x="2641449" y="97304"/>
                </a:lnTo>
                <a:lnTo>
                  <a:pt x="2641247" y="96002"/>
                </a:lnTo>
                <a:lnTo>
                  <a:pt x="2641062" y="94689"/>
                </a:lnTo>
                <a:lnTo>
                  <a:pt x="2640894" y="93365"/>
                </a:lnTo>
                <a:lnTo>
                  <a:pt x="2640744" y="92030"/>
                </a:lnTo>
                <a:lnTo>
                  <a:pt x="2640612" y="90685"/>
                </a:lnTo>
                <a:lnTo>
                  <a:pt x="2640498" y="89329"/>
                </a:lnTo>
                <a:lnTo>
                  <a:pt x="2640401" y="87962"/>
                </a:lnTo>
                <a:lnTo>
                  <a:pt x="2640321" y="86585"/>
                </a:lnTo>
                <a:lnTo>
                  <a:pt x="2640260" y="85197"/>
                </a:lnTo>
                <a:lnTo>
                  <a:pt x="2640216" y="83798"/>
                </a:lnTo>
                <a:lnTo>
                  <a:pt x="2640189" y="82388"/>
                </a:lnTo>
                <a:lnTo>
                  <a:pt x="2640181" y="80968"/>
                </a:lnTo>
                <a:lnTo>
                  <a:pt x="2640189" y="79539"/>
                </a:lnTo>
                <a:lnTo>
                  <a:pt x="2640216" y="78120"/>
                </a:lnTo>
                <a:lnTo>
                  <a:pt x="2640260" y="76713"/>
                </a:lnTo>
                <a:lnTo>
                  <a:pt x="2640321" y="75317"/>
                </a:lnTo>
                <a:lnTo>
                  <a:pt x="2640401" y="73932"/>
                </a:lnTo>
                <a:lnTo>
                  <a:pt x="2640498" y="72558"/>
                </a:lnTo>
                <a:lnTo>
                  <a:pt x="2640612" y="71195"/>
                </a:lnTo>
                <a:lnTo>
                  <a:pt x="2640744" y="69843"/>
                </a:lnTo>
                <a:lnTo>
                  <a:pt x="2640894" y="68502"/>
                </a:lnTo>
                <a:lnTo>
                  <a:pt x="2641062" y="67173"/>
                </a:lnTo>
                <a:lnTo>
                  <a:pt x="2641247" y="65854"/>
                </a:lnTo>
                <a:lnTo>
                  <a:pt x="2641449" y="64547"/>
                </a:lnTo>
                <a:lnTo>
                  <a:pt x="2641669" y="63250"/>
                </a:lnTo>
                <a:lnTo>
                  <a:pt x="2641907" y="61965"/>
                </a:lnTo>
                <a:lnTo>
                  <a:pt x="2642163" y="60691"/>
                </a:lnTo>
                <a:lnTo>
                  <a:pt x="2642436" y="59427"/>
                </a:lnTo>
                <a:lnTo>
                  <a:pt x="2642727" y="58175"/>
                </a:lnTo>
                <a:lnTo>
                  <a:pt x="2643035" y="56934"/>
                </a:lnTo>
                <a:lnTo>
                  <a:pt x="2643361" y="55704"/>
                </a:lnTo>
                <a:lnTo>
                  <a:pt x="2643705" y="54486"/>
                </a:lnTo>
                <a:lnTo>
                  <a:pt x="2644066" y="53278"/>
                </a:lnTo>
                <a:lnTo>
                  <a:pt x="2644445" y="52081"/>
                </a:lnTo>
                <a:lnTo>
                  <a:pt x="2644841" y="50896"/>
                </a:lnTo>
                <a:lnTo>
                  <a:pt x="2645255" y="49721"/>
                </a:lnTo>
                <a:lnTo>
                  <a:pt x="2645688" y="48562"/>
                </a:lnTo>
                <a:lnTo>
                  <a:pt x="2646142" y="47422"/>
                </a:lnTo>
                <a:lnTo>
                  <a:pt x="2646616" y="46302"/>
                </a:lnTo>
                <a:lnTo>
                  <a:pt x="2647110" y="45201"/>
                </a:lnTo>
                <a:lnTo>
                  <a:pt x="2647625" y="44119"/>
                </a:lnTo>
                <a:lnTo>
                  <a:pt x="2648160" y="43057"/>
                </a:lnTo>
                <a:lnTo>
                  <a:pt x="2648715" y="42014"/>
                </a:lnTo>
                <a:lnTo>
                  <a:pt x="2649291" y="40991"/>
                </a:lnTo>
                <a:lnTo>
                  <a:pt x="2649887" y="39987"/>
                </a:lnTo>
                <a:lnTo>
                  <a:pt x="2650504" y="39002"/>
                </a:lnTo>
                <a:lnTo>
                  <a:pt x="2651141" y="38037"/>
                </a:lnTo>
                <a:lnTo>
                  <a:pt x="2651798" y="37091"/>
                </a:lnTo>
                <a:lnTo>
                  <a:pt x="2652476" y="36165"/>
                </a:lnTo>
                <a:lnTo>
                  <a:pt x="2653174" y="35258"/>
                </a:lnTo>
                <a:lnTo>
                  <a:pt x="2653893" y="34371"/>
                </a:lnTo>
                <a:lnTo>
                  <a:pt x="2654632" y="33502"/>
                </a:lnTo>
                <a:lnTo>
                  <a:pt x="2655391" y="32654"/>
                </a:lnTo>
                <a:lnTo>
                  <a:pt x="2656171" y="31824"/>
                </a:lnTo>
                <a:lnTo>
                  <a:pt x="2656971" y="31014"/>
                </a:lnTo>
                <a:lnTo>
                  <a:pt x="2657792" y="30224"/>
                </a:lnTo>
                <a:lnTo>
                  <a:pt x="2658633" y="29453"/>
                </a:lnTo>
                <a:lnTo>
                  <a:pt x="2659494" y="28701"/>
                </a:lnTo>
                <a:lnTo>
                  <a:pt x="2660376" y="27968"/>
                </a:lnTo>
                <a:lnTo>
                  <a:pt x="2661278" y="27256"/>
                </a:lnTo>
                <a:lnTo>
                  <a:pt x="2662202" y="26567"/>
                </a:lnTo>
                <a:lnTo>
                  <a:pt x="2663149" y="25908"/>
                </a:lnTo>
                <a:lnTo>
                  <a:pt x="2664120" y="25278"/>
                </a:lnTo>
                <a:lnTo>
                  <a:pt x="2665114" y="24677"/>
                </a:lnTo>
                <a:lnTo>
                  <a:pt x="2666131" y="24106"/>
                </a:lnTo>
                <a:lnTo>
                  <a:pt x="2667172" y="23563"/>
                </a:lnTo>
                <a:lnTo>
                  <a:pt x="2668236" y="23051"/>
                </a:lnTo>
                <a:lnTo>
                  <a:pt x="2669324" y="22567"/>
                </a:lnTo>
                <a:lnTo>
                  <a:pt x="2670435" y="22113"/>
                </a:lnTo>
                <a:lnTo>
                  <a:pt x="2671569" y="21688"/>
                </a:lnTo>
                <a:lnTo>
                  <a:pt x="2672727" y="21293"/>
                </a:lnTo>
                <a:lnTo>
                  <a:pt x="2673908" y="20926"/>
                </a:lnTo>
                <a:lnTo>
                  <a:pt x="2675112" y="20589"/>
                </a:lnTo>
                <a:lnTo>
                  <a:pt x="2676340" y="20282"/>
                </a:lnTo>
                <a:lnTo>
                  <a:pt x="2677591" y="20003"/>
                </a:lnTo>
                <a:lnTo>
                  <a:pt x="2678865" y="19754"/>
                </a:lnTo>
                <a:lnTo>
                  <a:pt x="2680163" y="19534"/>
                </a:lnTo>
                <a:lnTo>
                  <a:pt x="2681484" y="19344"/>
                </a:lnTo>
                <a:lnTo>
                  <a:pt x="2682829" y="19183"/>
                </a:lnTo>
                <a:lnTo>
                  <a:pt x="2684197" y="19051"/>
                </a:lnTo>
                <a:lnTo>
                  <a:pt x="2685588" y="18948"/>
                </a:lnTo>
                <a:lnTo>
                  <a:pt x="2687003" y="18875"/>
                </a:lnTo>
                <a:lnTo>
                  <a:pt x="2688441" y="18831"/>
                </a:lnTo>
                <a:lnTo>
                  <a:pt x="2689902" y="18817"/>
                </a:lnTo>
                <a:lnTo>
                  <a:pt x="2690745" y="18823"/>
                </a:lnTo>
                <a:lnTo>
                  <a:pt x="2691584" y="18842"/>
                </a:lnTo>
                <a:lnTo>
                  <a:pt x="2692419" y="18874"/>
                </a:lnTo>
                <a:lnTo>
                  <a:pt x="2693249" y="18918"/>
                </a:lnTo>
                <a:lnTo>
                  <a:pt x="2694074" y="18975"/>
                </a:lnTo>
                <a:lnTo>
                  <a:pt x="2694895" y="19045"/>
                </a:lnTo>
                <a:lnTo>
                  <a:pt x="2695711" y="19127"/>
                </a:lnTo>
                <a:lnTo>
                  <a:pt x="2696522" y="19222"/>
                </a:lnTo>
                <a:lnTo>
                  <a:pt x="2697330" y="19330"/>
                </a:lnTo>
                <a:lnTo>
                  <a:pt x="2698132" y="19450"/>
                </a:lnTo>
                <a:lnTo>
                  <a:pt x="2698930" y="19583"/>
                </a:lnTo>
                <a:lnTo>
                  <a:pt x="2699724" y="19729"/>
                </a:lnTo>
                <a:lnTo>
                  <a:pt x="2700512" y="19887"/>
                </a:lnTo>
                <a:lnTo>
                  <a:pt x="2701297" y="20058"/>
                </a:lnTo>
                <a:lnTo>
                  <a:pt x="2702076" y="20242"/>
                </a:lnTo>
                <a:lnTo>
                  <a:pt x="2702852" y="20438"/>
                </a:lnTo>
                <a:lnTo>
                  <a:pt x="2703622" y="20648"/>
                </a:lnTo>
                <a:lnTo>
                  <a:pt x="2704388" y="20869"/>
                </a:lnTo>
                <a:lnTo>
                  <a:pt x="2705150" y="21104"/>
                </a:lnTo>
                <a:lnTo>
                  <a:pt x="2705907" y="21351"/>
                </a:lnTo>
                <a:lnTo>
                  <a:pt x="2706659" y="21611"/>
                </a:lnTo>
                <a:lnTo>
                  <a:pt x="2707407" y="21883"/>
                </a:lnTo>
                <a:lnTo>
                  <a:pt x="2708151" y="22168"/>
                </a:lnTo>
                <a:lnTo>
                  <a:pt x="2708889" y="22466"/>
                </a:lnTo>
                <a:lnTo>
                  <a:pt x="2709621" y="22777"/>
                </a:lnTo>
                <a:lnTo>
                  <a:pt x="2710342" y="23101"/>
                </a:lnTo>
                <a:lnTo>
                  <a:pt x="2711054" y="23438"/>
                </a:lnTo>
                <a:lnTo>
                  <a:pt x="2711755" y="23788"/>
                </a:lnTo>
                <a:lnTo>
                  <a:pt x="2712446" y="24152"/>
                </a:lnTo>
                <a:lnTo>
                  <a:pt x="2713127" y="24529"/>
                </a:lnTo>
                <a:lnTo>
                  <a:pt x="2713798" y="24920"/>
                </a:lnTo>
                <a:lnTo>
                  <a:pt x="2714458" y="25323"/>
                </a:lnTo>
                <a:lnTo>
                  <a:pt x="2715109" y="25740"/>
                </a:lnTo>
                <a:lnTo>
                  <a:pt x="2715750" y="26170"/>
                </a:lnTo>
                <a:lnTo>
                  <a:pt x="2716380" y="26614"/>
                </a:lnTo>
                <a:lnTo>
                  <a:pt x="2717001" y="27070"/>
                </a:lnTo>
                <a:lnTo>
                  <a:pt x="2717611" y="27540"/>
                </a:lnTo>
                <a:lnTo>
                  <a:pt x="2718211" y="28023"/>
                </a:lnTo>
                <a:lnTo>
                  <a:pt x="2718801" y="28520"/>
                </a:lnTo>
                <a:lnTo>
                  <a:pt x="2719381" y="29029"/>
                </a:lnTo>
                <a:lnTo>
                  <a:pt x="2719951" y="29552"/>
                </a:lnTo>
                <a:lnTo>
                  <a:pt x="2720511" y="30089"/>
                </a:lnTo>
                <a:lnTo>
                  <a:pt x="2721061" y="30638"/>
                </a:lnTo>
                <a:lnTo>
                  <a:pt x="2721600" y="31201"/>
                </a:lnTo>
                <a:lnTo>
                  <a:pt x="2722130" y="31777"/>
                </a:lnTo>
                <a:lnTo>
                  <a:pt x="2722649" y="32366"/>
                </a:lnTo>
                <a:lnTo>
                  <a:pt x="2723158" y="32969"/>
                </a:lnTo>
                <a:lnTo>
                  <a:pt x="2723658" y="33585"/>
                </a:lnTo>
                <a:lnTo>
                  <a:pt x="2724144" y="34214"/>
                </a:lnTo>
                <a:lnTo>
                  <a:pt x="2724613" y="34858"/>
                </a:lnTo>
                <a:lnTo>
                  <a:pt x="2725067" y="35515"/>
                </a:lnTo>
                <a:lnTo>
                  <a:pt x="2725504" y="36187"/>
                </a:lnTo>
                <a:lnTo>
                  <a:pt x="2725926" y="36873"/>
                </a:lnTo>
                <a:lnTo>
                  <a:pt x="2726330" y="37573"/>
                </a:lnTo>
                <a:lnTo>
                  <a:pt x="2726719" y="38286"/>
                </a:lnTo>
                <a:lnTo>
                  <a:pt x="2727091" y="39014"/>
                </a:lnTo>
                <a:lnTo>
                  <a:pt x="2727448" y="39756"/>
                </a:lnTo>
                <a:lnTo>
                  <a:pt x="2727788" y="40512"/>
                </a:lnTo>
                <a:lnTo>
                  <a:pt x="2728111" y="41282"/>
                </a:lnTo>
                <a:lnTo>
                  <a:pt x="2728419" y="42066"/>
                </a:lnTo>
                <a:lnTo>
                  <a:pt x="2728710" y="42865"/>
                </a:lnTo>
                <a:lnTo>
                  <a:pt x="2728985" y="43677"/>
                </a:lnTo>
                <a:lnTo>
                  <a:pt x="2729244" y="44503"/>
                </a:lnTo>
                <a:lnTo>
                  <a:pt x="2729486" y="45343"/>
                </a:lnTo>
                <a:lnTo>
                  <a:pt x="2729713" y="46198"/>
                </a:lnTo>
                <a:lnTo>
                  <a:pt x="2729923" y="47066"/>
                </a:lnTo>
                <a:lnTo>
                  <a:pt x="2730117" y="47949"/>
                </a:lnTo>
                <a:lnTo>
                  <a:pt x="2730294" y="48845"/>
                </a:lnTo>
                <a:lnTo>
                  <a:pt x="2730455" y="49756"/>
                </a:lnTo>
                <a:lnTo>
                  <a:pt x="2730601" y="50681"/>
                </a:lnTo>
                <a:lnTo>
                  <a:pt x="2730729" y="51620"/>
                </a:lnTo>
                <a:lnTo>
                  <a:pt x="2730842" y="52572"/>
                </a:lnTo>
                <a:lnTo>
                  <a:pt x="2751483" y="52572"/>
                </a:lnTo>
                <a:lnTo>
                  <a:pt x="2751347" y="51157"/>
                </a:lnTo>
                <a:lnTo>
                  <a:pt x="2751184" y="49762"/>
                </a:lnTo>
                <a:lnTo>
                  <a:pt x="2750995" y="48388"/>
                </a:lnTo>
                <a:lnTo>
                  <a:pt x="2750780" y="47033"/>
                </a:lnTo>
                <a:lnTo>
                  <a:pt x="2750539" y="45700"/>
                </a:lnTo>
                <a:lnTo>
                  <a:pt x="2750272" y="44386"/>
                </a:lnTo>
                <a:lnTo>
                  <a:pt x="2749978" y="43093"/>
                </a:lnTo>
                <a:lnTo>
                  <a:pt x="2749659" y="41821"/>
                </a:lnTo>
                <a:lnTo>
                  <a:pt x="2749313" y="40569"/>
                </a:lnTo>
                <a:lnTo>
                  <a:pt x="2748941" y="39337"/>
                </a:lnTo>
                <a:lnTo>
                  <a:pt x="2748543" y="38126"/>
                </a:lnTo>
                <a:lnTo>
                  <a:pt x="2748119" y="36935"/>
                </a:lnTo>
                <a:lnTo>
                  <a:pt x="2747669" y="35764"/>
                </a:lnTo>
                <a:lnTo>
                  <a:pt x="2747193" y="34614"/>
                </a:lnTo>
                <a:lnTo>
                  <a:pt x="2746690" y="33484"/>
                </a:lnTo>
                <a:lnTo>
                  <a:pt x="2746161" y="32375"/>
                </a:lnTo>
                <a:lnTo>
                  <a:pt x="2745607" y="31286"/>
                </a:lnTo>
                <a:lnTo>
                  <a:pt x="2745026" y="30217"/>
                </a:lnTo>
                <a:lnTo>
                  <a:pt x="2744419" y="29169"/>
                </a:lnTo>
                <a:lnTo>
                  <a:pt x="2743786" y="28141"/>
                </a:lnTo>
                <a:lnTo>
                  <a:pt x="2743126" y="27133"/>
                </a:lnTo>
                <a:lnTo>
                  <a:pt x="2742441" y="26146"/>
                </a:lnTo>
                <a:lnTo>
                  <a:pt x="2741729" y="25180"/>
                </a:lnTo>
                <a:lnTo>
                  <a:pt x="2740992" y="24233"/>
                </a:lnTo>
                <a:lnTo>
                  <a:pt x="2740233" y="23307"/>
                </a:lnTo>
                <a:lnTo>
                  <a:pt x="2739459" y="22401"/>
                </a:lnTo>
                <a:lnTo>
                  <a:pt x="2738670" y="21515"/>
                </a:lnTo>
                <a:lnTo>
                  <a:pt x="2737865" y="20649"/>
                </a:lnTo>
                <a:lnTo>
                  <a:pt x="2737045" y="19803"/>
                </a:lnTo>
                <a:lnTo>
                  <a:pt x="2736209" y="18977"/>
                </a:lnTo>
                <a:lnTo>
                  <a:pt x="2735358" y="18171"/>
                </a:lnTo>
                <a:lnTo>
                  <a:pt x="2734491" y="17385"/>
                </a:lnTo>
                <a:lnTo>
                  <a:pt x="2733609" y="16619"/>
                </a:lnTo>
                <a:lnTo>
                  <a:pt x="2732712" y="15873"/>
                </a:lnTo>
                <a:lnTo>
                  <a:pt x="2731799" y="15146"/>
                </a:lnTo>
                <a:lnTo>
                  <a:pt x="2730871" y="14440"/>
                </a:lnTo>
                <a:lnTo>
                  <a:pt x="2729927" y="13754"/>
                </a:lnTo>
                <a:lnTo>
                  <a:pt x="2728968" y="13088"/>
                </a:lnTo>
                <a:lnTo>
                  <a:pt x="2727993" y="12442"/>
                </a:lnTo>
                <a:lnTo>
                  <a:pt x="2727003" y="11816"/>
                </a:lnTo>
                <a:lnTo>
                  <a:pt x="2725997" y="11210"/>
                </a:lnTo>
                <a:lnTo>
                  <a:pt x="2724976" y="10624"/>
                </a:lnTo>
                <a:lnTo>
                  <a:pt x="2723940" y="10057"/>
                </a:lnTo>
                <a:lnTo>
                  <a:pt x="2722888" y="9511"/>
                </a:lnTo>
                <a:lnTo>
                  <a:pt x="2721821" y="8985"/>
                </a:lnTo>
                <a:lnTo>
                  <a:pt x="2720738" y="8479"/>
                </a:lnTo>
                <a:lnTo>
                  <a:pt x="2719639" y="7993"/>
                </a:lnTo>
                <a:lnTo>
                  <a:pt x="2718526" y="7527"/>
                </a:lnTo>
                <a:lnTo>
                  <a:pt x="2717401" y="7080"/>
                </a:lnTo>
                <a:lnTo>
                  <a:pt x="2716271" y="6652"/>
                </a:lnTo>
                <a:lnTo>
                  <a:pt x="2715135" y="6244"/>
                </a:lnTo>
                <a:lnTo>
                  <a:pt x="2713993" y="5854"/>
                </a:lnTo>
                <a:lnTo>
                  <a:pt x="2712845" y="5483"/>
                </a:lnTo>
                <a:lnTo>
                  <a:pt x="2711691" y="5132"/>
                </a:lnTo>
                <a:lnTo>
                  <a:pt x="2710531" y="4799"/>
                </a:lnTo>
                <a:lnTo>
                  <a:pt x="2709365" y="4486"/>
                </a:lnTo>
                <a:lnTo>
                  <a:pt x="2708193" y="4191"/>
                </a:lnTo>
                <a:lnTo>
                  <a:pt x="2707015" y="3915"/>
                </a:lnTo>
                <a:lnTo>
                  <a:pt x="2705831" y="3659"/>
                </a:lnTo>
                <a:lnTo>
                  <a:pt x="2704641" y="3421"/>
                </a:lnTo>
                <a:lnTo>
                  <a:pt x="2703446" y="3203"/>
                </a:lnTo>
                <a:lnTo>
                  <a:pt x="2702244" y="3003"/>
                </a:lnTo>
                <a:lnTo>
                  <a:pt x="2701037" y="2822"/>
                </a:lnTo>
                <a:lnTo>
                  <a:pt x="2699823" y="2661"/>
                </a:lnTo>
                <a:lnTo>
                  <a:pt x="2698604" y="2518"/>
                </a:lnTo>
                <a:lnTo>
                  <a:pt x="2697379" y="2395"/>
                </a:lnTo>
                <a:lnTo>
                  <a:pt x="2696147" y="2290"/>
                </a:lnTo>
                <a:lnTo>
                  <a:pt x="2694910" y="2205"/>
                </a:lnTo>
                <a:lnTo>
                  <a:pt x="2693667" y="2138"/>
                </a:lnTo>
                <a:lnTo>
                  <a:pt x="2692418" y="2091"/>
                </a:lnTo>
                <a:lnTo>
                  <a:pt x="2691163" y="2062"/>
                </a:lnTo>
                <a:lnTo>
                  <a:pt x="2689902" y="2053"/>
                </a:lnTo>
                <a:lnTo>
                  <a:pt x="2687995" y="2070"/>
                </a:lnTo>
                <a:lnTo>
                  <a:pt x="2686113" y="2122"/>
                </a:lnTo>
                <a:lnTo>
                  <a:pt x="2684256" y="2210"/>
                </a:lnTo>
                <a:lnTo>
                  <a:pt x="2682424" y="2331"/>
                </a:lnTo>
                <a:lnTo>
                  <a:pt x="2680618" y="2488"/>
                </a:lnTo>
                <a:lnTo>
                  <a:pt x="2678836" y="2680"/>
                </a:lnTo>
                <a:lnTo>
                  <a:pt x="2677080" y="2906"/>
                </a:lnTo>
                <a:lnTo>
                  <a:pt x="2675349" y="3168"/>
                </a:lnTo>
                <a:lnTo>
                  <a:pt x="2673643" y="3464"/>
                </a:lnTo>
                <a:lnTo>
                  <a:pt x="2671962" y="3795"/>
                </a:lnTo>
                <a:lnTo>
                  <a:pt x="2670307" y="4161"/>
                </a:lnTo>
                <a:lnTo>
                  <a:pt x="2668676" y="4562"/>
                </a:lnTo>
                <a:lnTo>
                  <a:pt x="2667071" y="4997"/>
                </a:lnTo>
                <a:lnTo>
                  <a:pt x="2665491" y="5468"/>
                </a:lnTo>
                <a:lnTo>
                  <a:pt x="2663936" y="5973"/>
                </a:lnTo>
                <a:lnTo>
                  <a:pt x="2662406" y="6513"/>
                </a:lnTo>
                <a:lnTo>
                  <a:pt x="2660901" y="7088"/>
                </a:lnTo>
                <a:lnTo>
                  <a:pt x="2659421" y="7698"/>
                </a:lnTo>
                <a:lnTo>
                  <a:pt x="2657967" y="8342"/>
                </a:lnTo>
                <a:lnTo>
                  <a:pt x="2656537" y="9022"/>
                </a:lnTo>
                <a:lnTo>
                  <a:pt x="2655133" y="9736"/>
                </a:lnTo>
                <a:lnTo>
                  <a:pt x="2653754" y="10485"/>
                </a:lnTo>
                <a:lnTo>
                  <a:pt x="2652400" y="11269"/>
                </a:lnTo>
                <a:lnTo>
                  <a:pt x="2651071" y="12088"/>
                </a:lnTo>
                <a:lnTo>
                  <a:pt x="2649768" y="12938"/>
                </a:lnTo>
                <a:lnTo>
                  <a:pt x="2648492" y="13815"/>
                </a:lnTo>
                <a:lnTo>
                  <a:pt x="2647243" y="14718"/>
                </a:lnTo>
                <a:lnTo>
                  <a:pt x="2646020" y="15649"/>
                </a:lnTo>
                <a:lnTo>
                  <a:pt x="2644824" y="16606"/>
                </a:lnTo>
                <a:lnTo>
                  <a:pt x="2643655" y="17591"/>
                </a:lnTo>
                <a:lnTo>
                  <a:pt x="2642513" y="18602"/>
                </a:lnTo>
                <a:lnTo>
                  <a:pt x="2641397" y="19640"/>
                </a:lnTo>
                <a:lnTo>
                  <a:pt x="2640308" y="20705"/>
                </a:lnTo>
                <a:lnTo>
                  <a:pt x="2639246" y="21797"/>
                </a:lnTo>
                <a:lnTo>
                  <a:pt x="2638210" y="22916"/>
                </a:lnTo>
                <a:lnTo>
                  <a:pt x="2637201" y="24062"/>
                </a:lnTo>
                <a:lnTo>
                  <a:pt x="2636219" y="25235"/>
                </a:lnTo>
                <a:lnTo>
                  <a:pt x="2635264" y="26435"/>
                </a:lnTo>
                <a:lnTo>
                  <a:pt x="2634335" y="27662"/>
                </a:lnTo>
                <a:lnTo>
                  <a:pt x="2633433" y="28915"/>
                </a:lnTo>
                <a:lnTo>
                  <a:pt x="2632558" y="30196"/>
                </a:lnTo>
                <a:lnTo>
                  <a:pt x="2631709" y="31503"/>
                </a:lnTo>
                <a:lnTo>
                  <a:pt x="2630888" y="32838"/>
                </a:lnTo>
                <a:lnTo>
                  <a:pt x="2630093" y="34199"/>
                </a:lnTo>
                <a:lnTo>
                  <a:pt x="2629324" y="35588"/>
                </a:lnTo>
                <a:lnTo>
                  <a:pt x="2628583" y="37003"/>
                </a:lnTo>
                <a:lnTo>
                  <a:pt x="2627868" y="38445"/>
                </a:lnTo>
                <a:lnTo>
                  <a:pt x="2627180" y="39914"/>
                </a:lnTo>
                <a:lnTo>
                  <a:pt x="2626519" y="41406"/>
                </a:lnTo>
                <a:lnTo>
                  <a:pt x="2625887" y="42917"/>
                </a:lnTo>
                <a:lnTo>
                  <a:pt x="2625282" y="44447"/>
                </a:lnTo>
                <a:lnTo>
                  <a:pt x="2624706" y="45996"/>
                </a:lnTo>
                <a:lnTo>
                  <a:pt x="2624158" y="47564"/>
                </a:lnTo>
                <a:lnTo>
                  <a:pt x="2623638" y="49151"/>
                </a:lnTo>
                <a:lnTo>
                  <a:pt x="2623146" y="50757"/>
                </a:lnTo>
                <a:lnTo>
                  <a:pt x="2622682" y="52382"/>
                </a:lnTo>
                <a:lnTo>
                  <a:pt x="2622246" y="54026"/>
                </a:lnTo>
                <a:lnTo>
                  <a:pt x="2621838" y="55689"/>
                </a:lnTo>
                <a:lnTo>
                  <a:pt x="2621459" y="57372"/>
                </a:lnTo>
                <a:lnTo>
                  <a:pt x="2621107" y="59073"/>
                </a:lnTo>
                <a:lnTo>
                  <a:pt x="2620784" y="60793"/>
                </a:lnTo>
                <a:lnTo>
                  <a:pt x="2620489" y="62532"/>
                </a:lnTo>
                <a:lnTo>
                  <a:pt x="2620222" y="64290"/>
                </a:lnTo>
                <a:lnTo>
                  <a:pt x="2619983" y="66067"/>
                </a:lnTo>
                <a:lnTo>
                  <a:pt x="2619772" y="67863"/>
                </a:lnTo>
                <a:lnTo>
                  <a:pt x="2619589" y="69678"/>
                </a:lnTo>
                <a:lnTo>
                  <a:pt x="2619435" y="71512"/>
                </a:lnTo>
                <a:lnTo>
                  <a:pt x="2619308" y="73366"/>
                </a:lnTo>
                <a:lnTo>
                  <a:pt x="2619210" y="75238"/>
                </a:lnTo>
                <a:lnTo>
                  <a:pt x="2619139" y="77129"/>
                </a:lnTo>
                <a:lnTo>
                  <a:pt x="2619097" y="79039"/>
                </a:lnTo>
                <a:lnTo>
                  <a:pt x="2619083" y="80968"/>
                </a:lnTo>
                <a:lnTo>
                  <a:pt x="2619097" y="82897"/>
                </a:lnTo>
                <a:lnTo>
                  <a:pt x="2619139" y="84807"/>
                </a:lnTo>
                <a:lnTo>
                  <a:pt x="2619210" y="86697"/>
                </a:lnTo>
                <a:lnTo>
                  <a:pt x="2619308" y="88568"/>
                </a:lnTo>
                <a:lnTo>
                  <a:pt x="2619435" y="90419"/>
                </a:lnTo>
                <a:lnTo>
                  <a:pt x="2619589" y="92251"/>
                </a:lnTo>
                <a:lnTo>
                  <a:pt x="2619772" y="94064"/>
                </a:lnTo>
                <a:lnTo>
                  <a:pt x="2619983" y="95857"/>
                </a:lnTo>
                <a:lnTo>
                  <a:pt x="2620222" y="97631"/>
                </a:lnTo>
                <a:lnTo>
                  <a:pt x="2620489" y="99385"/>
                </a:lnTo>
                <a:lnTo>
                  <a:pt x="2620784" y="101120"/>
                </a:lnTo>
                <a:lnTo>
                  <a:pt x="2621107" y="102835"/>
                </a:lnTo>
                <a:lnTo>
                  <a:pt x="2621459" y="104532"/>
                </a:lnTo>
                <a:lnTo>
                  <a:pt x="2621838" y="106208"/>
                </a:lnTo>
                <a:lnTo>
                  <a:pt x="2622246" y="107866"/>
                </a:lnTo>
                <a:lnTo>
                  <a:pt x="2622682" y="109504"/>
                </a:lnTo>
                <a:lnTo>
                  <a:pt x="2623146" y="111122"/>
                </a:lnTo>
                <a:lnTo>
                  <a:pt x="2623638" y="112721"/>
                </a:lnTo>
                <a:lnTo>
                  <a:pt x="2624158" y="114301"/>
                </a:lnTo>
                <a:lnTo>
                  <a:pt x="2624706" y="115861"/>
                </a:lnTo>
                <a:lnTo>
                  <a:pt x="2625282" y="117402"/>
                </a:lnTo>
                <a:lnTo>
                  <a:pt x="2625887" y="118924"/>
                </a:lnTo>
                <a:lnTo>
                  <a:pt x="2626519" y="120426"/>
                </a:lnTo>
                <a:lnTo>
                  <a:pt x="2627180" y="121909"/>
                </a:lnTo>
                <a:lnTo>
                  <a:pt x="2627868" y="123368"/>
                </a:lnTo>
                <a:lnTo>
                  <a:pt x="2628583" y="124801"/>
                </a:lnTo>
                <a:lnTo>
                  <a:pt x="2629324" y="126208"/>
                </a:lnTo>
                <a:lnTo>
                  <a:pt x="2630093" y="127588"/>
                </a:lnTo>
                <a:lnTo>
                  <a:pt x="2630888" y="128942"/>
                </a:lnTo>
                <a:lnTo>
                  <a:pt x="2631709" y="130269"/>
                </a:lnTo>
                <a:lnTo>
                  <a:pt x="2632558" y="131570"/>
                </a:lnTo>
                <a:lnTo>
                  <a:pt x="2633433" y="132844"/>
                </a:lnTo>
                <a:lnTo>
                  <a:pt x="2634335" y="134091"/>
                </a:lnTo>
                <a:lnTo>
                  <a:pt x="2635264" y="135312"/>
                </a:lnTo>
                <a:lnTo>
                  <a:pt x="2636219" y="136507"/>
                </a:lnTo>
                <a:lnTo>
                  <a:pt x="2637201" y="137675"/>
                </a:lnTo>
                <a:lnTo>
                  <a:pt x="2638210" y="138816"/>
                </a:lnTo>
                <a:lnTo>
                  <a:pt x="2639246" y="139931"/>
                </a:lnTo>
                <a:lnTo>
                  <a:pt x="2640308" y="141019"/>
                </a:lnTo>
                <a:lnTo>
                  <a:pt x="2641397" y="142081"/>
                </a:lnTo>
                <a:lnTo>
                  <a:pt x="2642513" y="143116"/>
                </a:lnTo>
                <a:lnTo>
                  <a:pt x="2643655" y="144125"/>
                </a:lnTo>
                <a:lnTo>
                  <a:pt x="2644824" y="145107"/>
                </a:lnTo>
                <a:lnTo>
                  <a:pt x="2646020" y="146063"/>
                </a:lnTo>
                <a:lnTo>
                  <a:pt x="2647243" y="146992"/>
                </a:lnTo>
                <a:lnTo>
                  <a:pt x="2648492" y="147895"/>
                </a:lnTo>
                <a:lnTo>
                  <a:pt x="2649768" y="148771"/>
                </a:lnTo>
                <a:lnTo>
                  <a:pt x="2651071" y="149620"/>
                </a:lnTo>
                <a:lnTo>
                  <a:pt x="2652400" y="150439"/>
                </a:lnTo>
                <a:lnTo>
                  <a:pt x="2653754" y="151223"/>
                </a:lnTo>
                <a:lnTo>
                  <a:pt x="2655133" y="151972"/>
                </a:lnTo>
                <a:lnTo>
                  <a:pt x="2656537" y="152687"/>
                </a:lnTo>
                <a:lnTo>
                  <a:pt x="2657967" y="153366"/>
                </a:lnTo>
                <a:lnTo>
                  <a:pt x="2659421" y="154011"/>
                </a:lnTo>
                <a:lnTo>
                  <a:pt x="2660901" y="154621"/>
                </a:lnTo>
                <a:lnTo>
                  <a:pt x="2662406" y="155195"/>
                </a:lnTo>
                <a:lnTo>
                  <a:pt x="2663936" y="155736"/>
                </a:lnTo>
                <a:lnTo>
                  <a:pt x="2665491" y="156241"/>
                </a:lnTo>
                <a:lnTo>
                  <a:pt x="2667071" y="156711"/>
                </a:lnTo>
                <a:lnTo>
                  <a:pt x="2668676" y="157147"/>
                </a:lnTo>
                <a:lnTo>
                  <a:pt x="2670307" y="157548"/>
                </a:lnTo>
                <a:lnTo>
                  <a:pt x="2671962" y="157913"/>
                </a:lnTo>
                <a:lnTo>
                  <a:pt x="2673643" y="158244"/>
                </a:lnTo>
                <a:lnTo>
                  <a:pt x="2675349" y="158541"/>
                </a:lnTo>
                <a:lnTo>
                  <a:pt x="2677080" y="158802"/>
                </a:lnTo>
                <a:lnTo>
                  <a:pt x="2678836" y="159028"/>
                </a:lnTo>
                <a:lnTo>
                  <a:pt x="2680618" y="159220"/>
                </a:lnTo>
                <a:lnTo>
                  <a:pt x="2682424" y="159377"/>
                </a:lnTo>
                <a:lnTo>
                  <a:pt x="2684256" y="159499"/>
                </a:lnTo>
                <a:lnTo>
                  <a:pt x="2686113" y="159586"/>
                </a:lnTo>
                <a:lnTo>
                  <a:pt x="2687995" y="159638"/>
                </a:lnTo>
                <a:lnTo>
                  <a:pt x="2689902" y="159656"/>
                </a:lnTo>
                <a:lnTo>
                  <a:pt x="2691284" y="159645"/>
                </a:lnTo>
                <a:lnTo>
                  <a:pt x="2692654" y="159614"/>
                </a:lnTo>
                <a:lnTo>
                  <a:pt x="2694014" y="159563"/>
                </a:lnTo>
                <a:lnTo>
                  <a:pt x="2695361" y="159491"/>
                </a:lnTo>
                <a:lnTo>
                  <a:pt x="2696698" y="159398"/>
                </a:lnTo>
                <a:close/>
                <a:moveTo>
                  <a:pt x="2157701" y="142054"/>
                </a:moveTo>
                <a:lnTo>
                  <a:pt x="2156928" y="142004"/>
                </a:lnTo>
                <a:lnTo>
                  <a:pt x="2156182" y="141935"/>
                </a:lnTo>
                <a:lnTo>
                  <a:pt x="2155460" y="141846"/>
                </a:lnTo>
                <a:lnTo>
                  <a:pt x="2154764" y="141737"/>
                </a:lnTo>
                <a:lnTo>
                  <a:pt x="2154094" y="141608"/>
                </a:lnTo>
                <a:lnTo>
                  <a:pt x="2153449" y="141460"/>
                </a:lnTo>
                <a:lnTo>
                  <a:pt x="2152830" y="141291"/>
                </a:lnTo>
                <a:lnTo>
                  <a:pt x="2152237" y="141103"/>
                </a:lnTo>
                <a:lnTo>
                  <a:pt x="2151668" y="140895"/>
                </a:lnTo>
                <a:lnTo>
                  <a:pt x="2151126" y="140667"/>
                </a:lnTo>
                <a:lnTo>
                  <a:pt x="2150609" y="140420"/>
                </a:lnTo>
                <a:lnTo>
                  <a:pt x="2150117" y="140152"/>
                </a:lnTo>
                <a:lnTo>
                  <a:pt x="2149651" y="139865"/>
                </a:lnTo>
                <a:lnTo>
                  <a:pt x="2149211" y="139558"/>
                </a:lnTo>
                <a:lnTo>
                  <a:pt x="2148796" y="139231"/>
                </a:lnTo>
                <a:lnTo>
                  <a:pt x="2148407" y="138884"/>
                </a:lnTo>
                <a:lnTo>
                  <a:pt x="2148043" y="138518"/>
                </a:lnTo>
                <a:lnTo>
                  <a:pt x="2147705" y="138131"/>
                </a:lnTo>
                <a:lnTo>
                  <a:pt x="2147392" y="137725"/>
                </a:lnTo>
                <a:lnTo>
                  <a:pt x="2147105" y="137299"/>
                </a:lnTo>
                <a:lnTo>
                  <a:pt x="2146843" y="136854"/>
                </a:lnTo>
                <a:lnTo>
                  <a:pt x="2146607" y="136388"/>
                </a:lnTo>
                <a:lnTo>
                  <a:pt x="2146388" y="135903"/>
                </a:lnTo>
                <a:lnTo>
                  <a:pt x="2146179" y="135401"/>
                </a:lnTo>
                <a:lnTo>
                  <a:pt x="2145979" y="134881"/>
                </a:lnTo>
                <a:lnTo>
                  <a:pt x="2145788" y="134343"/>
                </a:lnTo>
                <a:lnTo>
                  <a:pt x="2145607" y="133787"/>
                </a:lnTo>
                <a:lnTo>
                  <a:pt x="2145435" y="133214"/>
                </a:lnTo>
                <a:lnTo>
                  <a:pt x="2145272" y="132623"/>
                </a:lnTo>
                <a:lnTo>
                  <a:pt x="2145118" y="132014"/>
                </a:lnTo>
                <a:lnTo>
                  <a:pt x="2144974" y="131388"/>
                </a:lnTo>
                <a:lnTo>
                  <a:pt x="2144839" y="130743"/>
                </a:lnTo>
                <a:lnTo>
                  <a:pt x="2144713" y="130081"/>
                </a:lnTo>
                <a:lnTo>
                  <a:pt x="2144597" y="129401"/>
                </a:lnTo>
                <a:lnTo>
                  <a:pt x="2144490" y="128704"/>
                </a:lnTo>
                <a:lnTo>
                  <a:pt x="2144392" y="127988"/>
                </a:lnTo>
                <a:lnTo>
                  <a:pt x="2144304" y="127255"/>
                </a:lnTo>
                <a:lnTo>
                  <a:pt x="2144225" y="126505"/>
                </a:lnTo>
                <a:lnTo>
                  <a:pt x="2144155" y="125736"/>
                </a:lnTo>
                <a:lnTo>
                  <a:pt x="2144095" y="124950"/>
                </a:lnTo>
                <a:lnTo>
                  <a:pt x="2144043" y="124146"/>
                </a:lnTo>
                <a:lnTo>
                  <a:pt x="2144002" y="123324"/>
                </a:lnTo>
                <a:lnTo>
                  <a:pt x="2143969" y="122484"/>
                </a:lnTo>
                <a:lnTo>
                  <a:pt x="2143946" y="121627"/>
                </a:lnTo>
                <a:lnTo>
                  <a:pt x="2143932" y="120752"/>
                </a:lnTo>
                <a:lnTo>
                  <a:pt x="2143927" y="119859"/>
                </a:lnTo>
                <a:lnTo>
                  <a:pt x="2143927" y="58502"/>
                </a:lnTo>
                <a:lnTo>
                  <a:pt x="2171411" y="58502"/>
                </a:lnTo>
                <a:lnTo>
                  <a:pt x="2171411" y="43107"/>
                </a:lnTo>
                <a:lnTo>
                  <a:pt x="2143927" y="43107"/>
                </a:lnTo>
                <a:lnTo>
                  <a:pt x="2143927" y="17676"/>
                </a:lnTo>
                <a:lnTo>
                  <a:pt x="2124882" y="17676"/>
                </a:lnTo>
                <a:lnTo>
                  <a:pt x="2124882" y="43107"/>
                </a:lnTo>
                <a:lnTo>
                  <a:pt x="2106408" y="43107"/>
                </a:lnTo>
                <a:lnTo>
                  <a:pt x="2106408" y="58502"/>
                </a:lnTo>
                <a:lnTo>
                  <a:pt x="2124882" y="58502"/>
                </a:lnTo>
                <a:lnTo>
                  <a:pt x="2124882" y="120397"/>
                </a:lnTo>
                <a:lnTo>
                  <a:pt x="2124887" y="121366"/>
                </a:lnTo>
                <a:lnTo>
                  <a:pt x="2124901" y="122323"/>
                </a:lnTo>
                <a:lnTo>
                  <a:pt x="2124924" y="123268"/>
                </a:lnTo>
                <a:lnTo>
                  <a:pt x="2124957" y="124202"/>
                </a:lnTo>
                <a:lnTo>
                  <a:pt x="2124999" y="125123"/>
                </a:lnTo>
                <a:lnTo>
                  <a:pt x="2125050" y="126034"/>
                </a:lnTo>
                <a:lnTo>
                  <a:pt x="2125110" y="126932"/>
                </a:lnTo>
                <a:lnTo>
                  <a:pt x="2125180" y="127819"/>
                </a:lnTo>
                <a:lnTo>
                  <a:pt x="2125259" y="128694"/>
                </a:lnTo>
                <a:lnTo>
                  <a:pt x="2125348" y="129557"/>
                </a:lnTo>
                <a:lnTo>
                  <a:pt x="2125445" y="130409"/>
                </a:lnTo>
                <a:lnTo>
                  <a:pt x="2125552" y="131249"/>
                </a:lnTo>
                <a:lnTo>
                  <a:pt x="2125669" y="132077"/>
                </a:lnTo>
                <a:lnTo>
                  <a:pt x="2125794" y="132894"/>
                </a:lnTo>
                <a:lnTo>
                  <a:pt x="2125929" y="133699"/>
                </a:lnTo>
                <a:lnTo>
                  <a:pt x="2126074" y="134492"/>
                </a:lnTo>
                <a:lnTo>
                  <a:pt x="2126227" y="135274"/>
                </a:lnTo>
                <a:lnTo>
                  <a:pt x="2126390" y="136044"/>
                </a:lnTo>
                <a:lnTo>
                  <a:pt x="2126562" y="136802"/>
                </a:lnTo>
                <a:lnTo>
                  <a:pt x="2126743" y="137549"/>
                </a:lnTo>
                <a:lnTo>
                  <a:pt x="2126934" y="138284"/>
                </a:lnTo>
                <a:lnTo>
                  <a:pt x="2127134" y="139007"/>
                </a:lnTo>
                <a:lnTo>
                  <a:pt x="2127344" y="139719"/>
                </a:lnTo>
                <a:lnTo>
                  <a:pt x="2127562" y="140419"/>
                </a:lnTo>
                <a:lnTo>
                  <a:pt x="2127794" y="141106"/>
                </a:lnTo>
                <a:lnTo>
                  <a:pt x="2128041" y="141779"/>
                </a:lnTo>
                <a:lnTo>
                  <a:pt x="2128304" y="142439"/>
                </a:lnTo>
                <a:lnTo>
                  <a:pt x="2128582" y="143085"/>
                </a:lnTo>
                <a:lnTo>
                  <a:pt x="2128877" y="143718"/>
                </a:lnTo>
                <a:lnTo>
                  <a:pt x="2129187" y="144338"/>
                </a:lnTo>
                <a:lnTo>
                  <a:pt x="2129514" y="144943"/>
                </a:lnTo>
                <a:lnTo>
                  <a:pt x="2129856" y="145536"/>
                </a:lnTo>
                <a:lnTo>
                  <a:pt x="2130214" y="146115"/>
                </a:lnTo>
                <a:lnTo>
                  <a:pt x="2130588" y="146680"/>
                </a:lnTo>
                <a:lnTo>
                  <a:pt x="2130977" y="147232"/>
                </a:lnTo>
                <a:lnTo>
                  <a:pt x="2131383" y="147770"/>
                </a:lnTo>
                <a:lnTo>
                  <a:pt x="2131804" y="148294"/>
                </a:lnTo>
                <a:lnTo>
                  <a:pt x="2132241" y="148806"/>
                </a:lnTo>
                <a:lnTo>
                  <a:pt x="2132694" y="149303"/>
                </a:lnTo>
                <a:lnTo>
                  <a:pt x="2133163" y="149787"/>
                </a:lnTo>
                <a:lnTo>
                  <a:pt x="2133648" y="150258"/>
                </a:lnTo>
                <a:lnTo>
                  <a:pt x="2134148" y="150715"/>
                </a:lnTo>
                <a:lnTo>
                  <a:pt x="2134665" y="151158"/>
                </a:lnTo>
                <a:lnTo>
                  <a:pt x="2135197" y="151588"/>
                </a:lnTo>
                <a:lnTo>
                  <a:pt x="2135745" y="152005"/>
                </a:lnTo>
                <a:lnTo>
                  <a:pt x="2136309" y="152408"/>
                </a:lnTo>
                <a:lnTo>
                  <a:pt x="2136888" y="152797"/>
                </a:lnTo>
                <a:lnTo>
                  <a:pt x="2137484" y="153173"/>
                </a:lnTo>
                <a:lnTo>
                  <a:pt x="2138098" y="153535"/>
                </a:lnTo>
                <a:lnTo>
                  <a:pt x="2138733" y="153881"/>
                </a:lnTo>
                <a:lnTo>
                  <a:pt x="2139390" y="154211"/>
                </a:lnTo>
                <a:lnTo>
                  <a:pt x="2140067" y="154527"/>
                </a:lnTo>
                <a:lnTo>
                  <a:pt x="2140766" y="154827"/>
                </a:lnTo>
                <a:lnTo>
                  <a:pt x="2141486" y="155111"/>
                </a:lnTo>
                <a:lnTo>
                  <a:pt x="2142227" y="155380"/>
                </a:lnTo>
                <a:lnTo>
                  <a:pt x="2142989" y="155634"/>
                </a:lnTo>
                <a:lnTo>
                  <a:pt x="2143773" y="155873"/>
                </a:lnTo>
                <a:lnTo>
                  <a:pt x="2144578" y="156096"/>
                </a:lnTo>
                <a:lnTo>
                  <a:pt x="2145404" y="156303"/>
                </a:lnTo>
                <a:lnTo>
                  <a:pt x="2146251" y="156496"/>
                </a:lnTo>
                <a:lnTo>
                  <a:pt x="2147119" y="156672"/>
                </a:lnTo>
                <a:lnTo>
                  <a:pt x="2148008" y="156834"/>
                </a:lnTo>
                <a:lnTo>
                  <a:pt x="2148919" y="156980"/>
                </a:lnTo>
                <a:lnTo>
                  <a:pt x="2149851" y="157111"/>
                </a:lnTo>
                <a:lnTo>
                  <a:pt x="2150804" y="157226"/>
                </a:lnTo>
                <a:lnTo>
                  <a:pt x="2151778" y="157326"/>
                </a:lnTo>
                <a:lnTo>
                  <a:pt x="2152773" y="157411"/>
                </a:lnTo>
                <a:lnTo>
                  <a:pt x="2153790" y="157480"/>
                </a:lnTo>
                <a:lnTo>
                  <a:pt x="2154828" y="157534"/>
                </a:lnTo>
                <a:lnTo>
                  <a:pt x="2155887" y="157572"/>
                </a:lnTo>
                <a:lnTo>
                  <a:pt x="2156967" y="157595"/>
                </a:lnTo>
                <a:lnTo>
                  <a:pt x="2158068" y="157603"/>
                </a:lnTo>
                <a:lnTo>
                  <a:pt x="2171411" y="157603"/>
                </a:lnTo>
                <a:lnTo>
                  <a:pt x="2171411" y="142094"/>
                </a:lnTo>
                <a:lnTo>
                  <a:pt x="2159322" y="142094"/>
                </a:lnTo>
                <a:lnTo>
                  <a:pt x="2158499" y="142084"/>
                </a:lnTo>
                <a:lnTo>
                  <a:pt x="2157701" y="142054"/>
                </a:lnTo>
                <a:close/>
                <a:moveTo>
                  <a:pt x="2020348" y="73715"/>
                </a:moveTo>
                <a:lnTo>
                  <a:pt x="2020786" y="73169"/>
                </a:lnTo>
                <a:lnTo>
                  <a:pt x="2021234" y="72627"/>
                </a:lnTo>
                <a:lnTo>
                  <a:pt x="2021693" y="72088"/>
                </a:lnTo>
                <a:lnTo>
                  <a:pt x="2022163" y="71552"/>
                </a:lnTo>
                <a:lnTo>
                  <a:pt x="2022644" y="71019"/>
                </a:lnTo>
                <a:lnTo>
                  <a:pt x="2023135" y="70489"/>
                </a:lnTo>
                <a:lnTo>
                  <a:pt x="2023638" y="69962"/>
                </a:lnTo>
                <a:lnTo>
                  <a:pt x="2024151" y="69439"/>
                </a:lnTo>
                <a:lnTo>
                  <a:pt x="2024676" y="68918"/>
                </a:lnTo>
                <a:lnTo>
                  <a:pt x="2025211" y="68401"/>
                </a:lnTo>
                <a:lnTo>
                  <a:pt x="2025757" y="67887"/>
                </a:lnTo>
                <a:lnTo>
                  <a:pt x="2026314" y="67375"/>
                </a:lnTo>
                <a:lnTo>
                  <a:pt x="2026882" y="66867"/>
                </a:lnTo>
                <a:lnTo>
                  <a:pt x="2027461" y="66362"/>
                </a:lnTo>
                <a:lnTo>
                  <a:pt x="2028051" y="65860"/>
                </a:lnTo>
                <a:lnTo>
                  <a:pt x="2028651" y="65362"/>
                </a:lnTo>
                <a:lnTo>
                  <a:pt x="2029263" y="64866"/>
                </a:lnTo>
                <a:lnTo>
                  <a:pt x="2029885" y="64373"/>
                </a:lnTo>
                <a:lnTo>
                  <a:pt x="2030518" y="63884"/>
                </a:lnTo>
                <a:lnTo>
                  <a:pt x="2031162" y="63398"/>
                </a:lnTo>
                <a:lnTo>
                  <a:pt x="2031817" y="62914"/>
                </a:lnTo>
                <a:lnTo>
                  <a:pt x="2032484" y="62443"/>
                </a:lnTo>
                <a:lnTo>
                  <a:pt x="2033163" y="61991"/>
                </a:lnTo>
                <a:lnTo>
                  <a:pt x="2033855" y="61560"/>
                </a:lnTo>
                <a:lnTo>
                  <a:pt x="2034559" y="61148"/>
                </a:lnTo>
                <a:lnTo>
                  <a:pt x="2035276" y="60757"/>
                </a:lnTo>
                <a:lnTo>
                  <a:pt x="2036005" y="60385"/>
                </a:lnTo>
                <a:lnTo>
                  <a:pt x="2036746" y="60034"/>
                </a:lnTo>
                <a:lnTo>
                  <a:pt x="2037500" y="59703"/>
                </a:lnTo>
                <a:lnTo>
                  <a:pt x="2038267" y="59392"/>
                </a:lnTo>
                <a:lnTo>
                  <a:pt x="2039046" y="59101"/>
                </a:lnTo>
                <a:lnTo>
                  <a:pt x="2039837" y="58830"/>
                </a:lnTo>
                <a:lnTo>
                  <a:pt x="2040641" y="58579"/>
                </a:lnTo>
                <a:lnTo>
                  <a:pt x="2041458" y="58348"/>
                </a:lnTo>
                <a:lnTo>
                  <a:pt x="2042287" y="58137"/>
                </a:lnTo>
                <a:lnTo>
                  <a:pt x="2043128" y="57947"/>
                </a:lnTo>
                <a:lnTo>
                  <a:pt x="2043982" y="57776"/>
                </a:lnTo>
                <a:lnTo>
                  <a:pt x="2044848" y="57626"/>
                </a:lnTo>
                <a:lnTo>
                  <a:pt x="2045727" y="57495"/>
                </a:lnTo>
                <a:lnTo>
                  <a:pt x="2046618" y="57385"/>
                </a:lnTo>
                <a:lnTo>
                  <a:pt x="2047522" y="57294"/>
                </a:lnTo>
                <a:lnTo>
                  <a:pt x="2048438" y="57224"/>
                </a:lnTo>
                <a:lnTo>
                  <a:pt x="2049367" y="57174"/>
                </a:lnTo>
                <a:lnTo>
                  <a:pt x="2050308" y="57144"/>
                </a:lnTo>
                <a:lnTo>
                  <a:pt x="2051261" y="57134"/>
                </a:lnTo>
                <a:lnTo>
                  <a:pt x="2051882" y="57140"/>
                </a:lnTo>
                <a:lnTo>
                  <a:pt x="2052492" y="57159"/>
                </a:lnTo>
                <a:lnTo>
                  <a:pt x="2053089" y="57191"/>
                </a:lnTo>
                <a:lnTo>
                  <a:pt x="2053673" y="57235"/>
                </a:lnTo>
                <a:lnTo>
                  <a:pt x="2054246" y="57292"/>
                </a:lnTo>
                <a:lnTo>
                  <a:pt x="2054807" y="57361"/>
                </a:lnTo>
                <a:lnTo>
                  <a:pt x="2055356" y="57443"/>
                </a:lnTo>
                <a:lnTo>
                  <a:pt x="2055893" y="57538"/>
                </a:lnTo>
                <a:lnTo>
                  <a:pt x="2056417" y="57645"/>
                </a:lnTo>
                <a:lnTo>
                  <a:pt x="2056930" y="57765"/>
                </a:lnTo>
                <a:lnTo>
                  <a:pt x="2057430" y="57898"/>
                </a:lnTo>
                <a:lnTo>
                  <a:pt x="2057918" y="58043"/>
                </a:lnTo>
                <a:lnTo>
                  <a:pt x="2058395" y="58200"/>
                </a:lnTo>
                <a:lnTo>
                  <a:pt x="2058859" y="58371"/>
                </a:lnTo>
                <a:lnTo>
                  <a:pt x="2059311" y="58554"/>
                </a:lnTo>
                <a:lnTo>
                  <a:pt x="2059751" y="58749"/>
                </a:lnTo>
                <a:lnTo>
                  <a:pt x="2060179" y="58958"/>
                </a:lnTo>
                <a:lnTo>
                  <a:pt x="2060595" y="59179"/>
                </a:lnTo>
                <a:lnTo>
                  <a:pt x="2060998" y="59412"/>
                </a:lnTo>
                <a:lnTo>
                  <a:pt x="2061390" y="59658"/>
                </a:lnTo>
                <a:lnTo>
                  <a:pt x="2061770" y="59917"/>
                </a:lnTo>
                <a:lnTo>
                  <a:pt x="2062137" y="60188"/>
                </a:lnTo>
                <a:lnTo>
                  <a:pt x="2062493" y="60472"/>
                </a:lnTo>
                <a:lnTo>
                  <a:pt x="2062836" y="60769"/>
                </a:lnTo>
                <a:lnTo>
                  <a:pt x="2063169" y="61077"/>
                </a:lnTo>
                <a:lnTo>
                  <a:pt x="2063494" y="61394"/>
                </a:lnTo>
                <a:lnTo>
                  <a:pt x="2063809" y="61721"/>
                </a:lnTo>
                <a:lnTo>
                  <a:pt x="2064116" y="62058"/>
                </a:lnTo>
                <a:lnTo>
                  <a:pt x="2064414" y="62405"/>
                </a:lnTo>
                <a:lnTo>
                  <a:pt x="2064704" y="62762"/>
                </a:lnTo>
                <a:lnTo>
                  <a:pt x="2064984" y="63128"/>
                </a:lnTo>
                <a:lnTo>
                  <a:pt x="2065256" y="63504"/>
                </a:lnTo>
                <a:lnTo>
                  <a:pt x="2065520" y="63889"/>
                </a:lnTo>
                <a:lnTo>
                  <a:pt x="2065774" y="64284"/>
                </a:lnTo>
                <a:lnTo>
                  <a:pt x="2066020" y="64689"/>
                </a:lnTo>
                <a:lnTo>
                  <a:pt x="2066257" y="65104"/>
                </a:lnTo>
                <a:lnTo>
                  <a:pt x="2066486" y="65529"/>
                </a:lnTo>
                <a:lnTo>
                  <a:pt x="2066706" y="65963"/>
                </a:lnTo>
                <a:lnTo>
                  <a:pt x="2066917" y="66407"/>
                </a:lnTo>
                <a:lnTo>
                  <a:pt x="2067119" y="66861"/>
                </a:lnTo>
                <a:lnTo>
                  <a:pt x="2067313" y="67324"/>
                </a:lnTo>
                <a:lnTo>
                  <a:pt x="2067498" y="67797"/>
                </a:lnTo>
                <a:lnTo>
                  <a:pt x="2067674" y="68280"/>
                </a:lnTo>
                <a:lnTo>
                  <a:pt x="2067841" y="68773"/>
                </a:lnTo>
                <a:lnTo>
                  <a:pt x="2068000" y="69275"/>
                </a:lnTo>
                <a:lnTo>
                  <a:pt x="2068150" y="69787"/>
                </a:lnTo>
                <a:lnTo>
                  <a:pt x="2068292" y="70309"/>
                </a:lnTo>
                <a:lnTo>
                  <a:pt x="2068424" y="70840"/>
                </a:lnTo>
                <a:lnTo>
                  <a:pt x="2068550" y="71380"/>
                </a:lnTo>
                <a:lnTo>
                  <a:pt x="2068670" y="71925"/>
                </a:lnTo>
                <a:lnTo>
                  <a:pt x="2068785" y="72477"/>
                </a:lnTo>
                <a:lnTo>
                  <a:pt x="2068895" y="73035"/>
                </a:lnTo>
                <a:lnTo>
                  <a:pt x="2068999" y="73599"/>
                </a:lnTo>
                <a:lnTo>
                  <a:pt x="2069098" y="74170"/>
                </a:lnTo>
                <a:lnTo>
                  <a:pt x="2069191" y="74746"/>
                </a:lnTo>
                <a:lnTo>
                  <a:pt x="2069280" y="75329"/>
                </a:lnTo>
                <a:lnTo>
                  <a:pt x="2069362" y="75918"/>
                </a:lnTo>
                <a:lnTo>
                  <a:pt x="2069440" y="76513"/>
                </a:lnTo>
                <a:lnTo>
                  <a:pt x="2069512" y="77115"/>
                </a:lnTo>
                <a:lnTo>
                  <a:pt x="2069579" y="77723"/>
                </a:lnTo>
                <a:lnTo>
                  <a:pt x="2069640" y="78336"/>
                </a:lnTo>
                <a:lnTo>
                  <a:pt x="2069696" y="78956"/>
                </a:lnTo>
                <a:lnTo>
                  <a:pt x="2069747" y="79583"/>
                </a:lnTo>
                <a:lnTo>
                  <a:pt x="2069793" y="80215"/>
                </a:lnTo>
                <a:lnTo>
                  <a:pt x="2069833" y="80854"/>
                </a:lnTo>
                <a:lnTo>
                  <a:pt x="2069868" y="81499"/>
                </a:lnTo>
                <a:lnTo>
                  <a:pt x="2069897" y="82150"/>
                </a:lnTo>
                <a:lnTo>
                  <a:pt x="2069921" y="82807"/>
                </a:lnTo>
                <a:lnTo>
                  <a:pt x="2069940" y="83470"/>
                </a:lnTo>
                <a:lnTo>
                  <a:pt x="2069953" y="84140"/>
                </a:lnTo>
                <a:lnTo>
                  <a:pt x="2069961" y="84816"/>
                </a:lnTo>
                <a:lnTo>
                  <a:pt x="2069964" y="85498"/>
                </a:lnTo>
                <a:lnTo>
                  <a:pt x="2069964" y="157603"/>
                </a:lnTo>
                <a:lnTo>
                  <a:pt x="2088894" y="157603"/>
                </a:lnTo>
                <a:lnTo>
                  <a:pt x="2088894" y="83217"/>
                </a:lnTo>
                <a:lnTo>
                  <a:pt x="2088881" y="81564"/>
                </a:lnTo>
                <a:lnTo>
                  <a:pt x="2088841" y="79943"/>
                </a:lnTo>
                <a:lnTo>
                  <a:pt x="2088775" y="78353"/>
                </a:lnTo>
                <a:lnTo>
                  <a:pt x="2088682" y="76795"/>
                </a:lnTo>
                <a:lnTo>
                  <a:pt x="2088563" y="75267"/>
                </a:lnTo>
                <a:lnTo>
                  <a:pt x="2088417" y="73771"/>
                </a:lnTo>
                <a:lnTo>
                  <a:pt x="2088244" y="72306"/>
                </a:lnTo>
                <a:lnTo>
                  <a:pt x="2088045" y="70872"/>
                </a:lnTo>
                <a:lnTo>
                  <a:pt x="2087820" y="69470"/>
                </a:lnTo>
                <a:lnTo>
                  <a:pt x="2087568" y="68099"/>
                </a:lnTo>
                <a:lnTo>
                  <a:pt x="2087289" y="66759"/>
                </a:lnTo>
                <a:lnTo>
                  <a:pt x="2086984" y="65450"/>
                </a:lnTo>
                <a:lnTo>
                  <a:pt x="2086653" y="64173"/>
                </a:lnTo>
                <a:lnTo>
                  <a:pt x="2086294" y="62926"/>
                </a:lnTo>
                <a:lnTo>
                  <a:pt x="2085910" y="61711"/>
                </a:lnTo>
                <a:lnTo>
                  <a:pt x="2085499" y="60528"/>
                </a:lnTo>
                <a:lnTo>
                  <a:pt x="2085061" y="59375"/>
                </a:lnTo>
                <a:lnTo>
                  <a:pt x="2084596" y="58254"/>
                </a:lnTo>
                <a:lnTo>
                  <a:pt x="2084106" y="57164"/>
                </a:lnTo>
                <a:lnTo>
                  <a:pt x="2083588" y="56106"/>
                </a:lnTo>
                <a:lnTo>
                  <a:pt x="2083044" y="55078"/>
                </a:lnTo>
                <a:lnTo>
                  <a:pt x="2082474" y="54082"/>
                </a:lnTo>
                <a:lnTo>
                  <a:pt x="2081877" y="53117"/>
                </a:lnTo>
                <a:lnTo>
                  <a:pt x="2081254" y="52184"/>
                </a:lnTo>
                <a:lnTo>
                  <a:pt x="2080599" y="51285"/>
                </a:lnTo>
                <a:lnTo>
                  <a:pt x="2079910" y="50424"/>
                </a:lnTo>
                <a:lnTo>
                  <a:pt x="2079185" y="49602"/>
                </a:lnTo>
                <a:lnTo>
                  <a:pt x="2078425" y="48818"/>
                </a:lnTo>
                <a:lnTo>
                  <a:pt x="2077630" y="48072"/>
                </a:lnTo>
                <a:lnTo>
                  <a:pt x="2076799" y="47365"/>
                </a:lnTo>
                <a:lnTo>
                  <a:pt x="2075933" y="46695"/>
                </a:lnTo>
                <a:lnTo>
                  <a:pt x="2075032" y="46064"/>
                </a:lnTo>
                <a:lnTo>
                  <a:pt x="2074096" y="45471"/>
                </a:lnTo>
                <a:lnTo>
                  <a:pt x="2073124" y="44917"/>
                </a:lnTo>
                <a:lnTo>
                  <a:pt x="2072118" y="44400"/>
                </a:lnTo>
                <a:lnTo>
                  <a:pt x="2071076" y="43922"/>
                </a:lnTo>
                <a:lnTo>
                  <a:pt x="2069998" y="43482"/>
                </a:lnTo>
                <a:lnTo>
                  <a:pt x="2068886" y="43081"/>
                </a:lnTo>
                <a:lnTo>
                  <a:pt x="2067738" y="42717"/>
                </a:lnTo>
                <a:lnTo>
                  <a:pt x="2066555" y="42392"/>
                </a:lnTo>
                <a:lnTo>
                  <a:pt x="2065337" y="42105"/>
                </a:lnTo>
                <a:lnTo>
                  <a:pt x="2064084" y="41857"/>
                </a:lnTo>
                <a:lnTo>
                  <a:pt x="2062795" y="41646"/>
                </a:lnTo>
                <a:lnTo>
                  <a:pt x="2061471" y="41474"/>
                </a:lnTo>
                <a:lnTo>
                  <a:pt x="2060112" y="41340"/>
                </a:lnTo>
                <a:lnTo>
                  <a:pt x="2058717" y="41245"/>
                </a:lnTo>
                <a:lnTo>
                  <a:pt x="2057288" y="41187"/>
                </a:lnTo>
                <a:lnTo>
                  <a:pt x="2055823" y="41168"/>
                </a:lnTo>
                <a:lnTo>
                  <a:pt x="2054690" y="41178"/>
                </a:lnTo>
                <a:lnTo>
                  <a:pt x="2053574" y="41208"/>
                </a:lnTo>
                <a:lnTo>
                  <a:pt x="2052473" y="41258"/>
                </a:lnTo>
                <a:lnTo>
                  <a:pt x="2051388" y="41328"/>
                </a:lnTo>
                <a:lnTo>
                  <a:pt x="2050319" y="41418"/>
                </a:lnTo>
                <a:lnTo>
                  <a:pt x="2049266" y="41528"/>
                </a:lnTo>
                <a:lnTo>
                  <a:pt x="2048228" y="41658"/>
                </a:lnTo>
                <a:lnTo>
                  <a:pt x="2047206" y="41808"/>
                </a:lnTo>
                <a:lnTo>
                  <a:pt x="2046201" y="41978"/>
                </a:lnTo>
                <a:lnTo>
                  <a:pt x="2045211" y="42168"/>
                </a:lnTo>
                <a:lnTo>
                  <a:pt x="2044237" y="42378"/>
                </a:lnTo>
                <a:lnTo>
                  <a:pt x="2043278" y="42608"/>
                </a:lnTo>
                <a:lnTo>
                  <a:pt x="2042336" y="42858"/>
                </a:lnTo>
                <a:lnTo>
                  <a:pt x="2041409" y="43128"/>
                </a:lnTo>
                <a:lnTo>
                  <a:pt x="2040499" y="43418"/>
                </a:lnTo>
                <a:lnTo>
                  <a:pt x="2039604" y="43728"/>
                </a:lnTo>
                <a:lnTo>
                  <a:pt x="2038725" y="44058"/>
                </a:lnTo>
                <a:lnTo>
                  <a:pt x="2037862" y="44408"/>
                </a:lnTo>
                <a:lnTo>
                  <a:pt x="2037014" y="44778"/>
                </a:lnTo>
                <a:lnTo>
                  <a:pt x="2036183" y="45168"/>
                </a:lnTo>
                <a:lnTo>
                  <a:pt x="2035367" y="45578"/>
                </a:lnTo>
                <a:lnTo>
                  <a:pt x="2034567" y="46008"/>
                </a:lnTo>
                <a:lnTo>
                  <a:pt x="2033783" y="46457"/>
                </a:lnTo>
                <a:lnTo>
                  <a:pt x="2033015" y="46927"/>
                </a:lnTo>
                <a:lnTo>
                  <a:pt x="2032262" y="47409"/>
                </a:lnTo>
                <a:lnTo>
                  <a:pt x="2031524" y="47893"/>
                </a:lnTo>
                <a:lnTo>
                  <a:pt x="2030800" y="48380"/>
                </a:lnTo>
                <a:lnTo>
                  <a:pt x="2030091" y="48871"/>
                </a:lnTo>
                <a:lnTo>
                  <a:pt x="2029397" y="49364"/>
                </a:lnTo>
                <a:lnTo>
                  <a:pt x="2028717" y="49860"/>
                </a:lnTo>
                <a:lnTo>
                  <a:pt x="2028052" y="50360"/>
                </a:lnTo>
                <a:lnTo>
                  <a:pt x="2027402" y="50862"/>
                </a:lnTo>
                <a:lnTo>
                  <a:pt x="2026766" y="51367"/>
                </a:lnTo>
                <a:lnTo>
                  <a:pt x="2026145" y="51875"/>
                </a:lnTo>
                <a:lnTo>
                  <a:pt x="2025538" y="52386"/>
                </a:lnTo>
                <a:lnTo>
                  <a:pt x="2024947" y="52900"/>
                </a:lnTo>
                <a:lnTo>
                  <a:pt x="2024369" y="53417"/>
                </a:lnTo>
                <a:lnTo>
                  <a:pt x="2023807" y="53937"/>
                </a:lnTo>
                <a:lnTo>
                  <a:pt x="2023259" y="54460"/>
                </a:lnTo>
                <a:lnTo>
                  <a:pt x="2022726" y="54986"/>
                </a:lnTo>
                <a:lnTo>
                  <a:pt x="2022207" y="55515"/>
                </a:lnTo>
                <a:lnTo>
                  <a:pt x="2021704" y="56047"/>
                </a:lnTo>
                <a:lnTo>
                  <a:pt x="2021214" y="56582"/>
                </a:lnTo>
                <a:lnTo>
                  <a:pt x="2020740" y="57120"/>
                </a:lnTo>
                <a:lnTo>
                  <a:pt x="2020280" y="57660"/>
                </a:lnTo>
                <a:lnTo>
                  <a:pt x="2019835" y="58204"/>
                </a:lnTo>
                <a:lnTo>
                  <a:pt x="2019404" y="58751"/>
                </a:lnTo>
                <a:lnTo>
                  <a:pt x="2018988" y="59301"/>
                </a:lnTo>
                <a:lnTo>
                  <a:pt x="2018532" y="43107"/>
                </a:lnTo>
                <a:lnTo>
                  <a:pt x="2000057" y="43107"/>
                </a:lnTo>
                <a:lnTo>
                  <a:pt x="2000057" y="157603"/>
                </a:lnTo>
                <a:lnTo>
                  <a:pt x="2019102" y="157603"/>
                </a:lnTo>
                <a:lnTo>
                  <a:pt x="2019102" y="75370"/>
                </a:lnTo>
                <a:lnTo>
                  <a:pt x="2019507" y="74815"/>
                </a:lnTo>
                <a:lnTo>
                  <a:pt x="2019922" y="74263"/>
                </a:lnTo>
                <a:lnTo>
                  <a:pt x="2020348" y="73715"/>
                </a:lnTo>
                <a:close/>
                <a:moveTo>
                  <a:pt x="2371301" y="157603"/>
                </a:moveTo>
                <a:lnTo>
                  <a:pt x="2371301" y="43107"/>
                </a:lnTo>
                <a:lnTo>
                  <a:pt x="2352256" y="43107"/>
                </a:lnTo>
                <a:lnTo>
                  <a:pt x="2352256" y="157603"/>
                </a:lnTo>
                <a:lnTo>
                  <a:pt x="2371301" y="157603"/>
                </a:lnTo>
                <a:close/>
                <a:moveTo>
                  <a:pt x="1937705" y="159449"/>
                </a:moveTo>
                <a:lnTo>
                  <a:pt x="1938774" y="159358"/>
                </a:lnTo>
                <a:lnTo>
                  <a:pt x="1939829" y="159251"/>
                </a:lnTo>
                <a:lnTo>
                  <a:pt x="1940872" y="159127"/>
                </a:lnTo>
                <a:lnTo>
                  <a:pt x="1941901" y="158986"/>
                </a:lnTo>
                <a:lnTo>
                  <a:pt x="1942917" y="158829"/>
                </a:lnTo>
                <a:lnTo>
                  <a:pt x="1943921" y="158656"/>
                </a:lnTo>
                <a:lnTo>
                  <a:pt x="1944911" y="158465"/>
                </a:lnTo>
                <a:lnTo>
                  <a:pt x="1945888" y="158259"/>
                </a:lnTo>
                <a:lnTo>
                  <a:pt x="1946852" y="158036"/>
                </a:lnTo>
                <a:lnTo>
                  <a:pt x="1947803" y="157796"/>
                </a:lnTo>
                <a:lnTo>
                  <a:pt x="1948741" y="157540"/>
                </a:lnTo>
                <a:lnTo>
                  <a:pt x="1949665" y="157267"/>
                </a:lnTo>
                <a:lnTo>
                  <a:pt x="1950577" y="156978"/>
                </a:lnTo>
                <a:lnTo>
                  <a:pt x="1951476" y="156672"/>
                </a:lnTo>
                <a:lnTo>
                  <a:pt x="1952361" y="156349"/>
                </a:lnTo>
                <a:lnTo>
                  <a:pt x="1953234" y="156010"/>
                </a:lnTo>
                <a:lnTo>
                  <a:pt x="1954093" y="155655"/>
                </a:lnTo>
                <a:lnTo>
                  <a:pt x="1954940" y="155283"/>
                </a:lnTo>
                <a:lnTo>
                  <a:pt x="1955773" y="154895"/>
                </a:lnTo>
                <a:lnTo>
                  <a:pt x="1956592" y="154491"/>
                </a:lnTo>
                <a:lnTo>
                  <a:pt x="1957396" y="154073"/>
                </a:lnTo>
                <a:lnTo>
                  <a:pt x="1958185" y="153641"/>
                </a:lnTo>
                <a:lnTo>
                  <a:pt x="1958958" y="153195"/>
                </a:lnTo>
                <a:lnTo>
                  <a:pt x="1959716" y="152736"/>
                </a:lnTo>
                <a:lnTo>
                  <a:pt x="1960459" y="152262"/>
                </a:lnTo>
                <a:lnTo>
                  <a:pt x="1961187" y="151775"/>
                </a:lnTo>
                <a:lnTo>
                  <a:pt x="1961900" y="151274"/>
                </a:lnTo>
                <a:lnTo>
                  <a:pt x="1962597" y="150759"/>
                </a:lnTo>
                <a:lnTo>
                  <a:pt x="1963279" y="150230"/>
                </a:lnTo>
                <a:lnTo>
                  <a:pt x="1963945" y="149687"/>
                </a:lnTo>
                <a:lnTo>
                  <a:pt x="1964597" y="149130"/>
                </a:lnTo>
                <a:lnTo>
                  <a:pt x="1965233" y="148560"/>
                </a:lnTo>
                <a:lnTo>
                  <a:pt x="1965854" y="147975"/>
                </a:lnTo>
                <a:lnTo>
                  <a:pt x="1966460" y="147377"/>
                </a:lnTo>
                <a:lnTo>
                  <a:pt x="1967050" y="146764"/>
                </a:lnTo>
                <a:lnTo>
                  <a:pt x="1967626" y="146138"/>
                </a:lnTo>
                <a:lnTo>
                  <a:pt x="1968186" y="145498"/>
                </a:lnTo>
                <a:lnTo>
                  <a:pt x="1968730" y="144844"/>
                </a:lnTo>
                <a:lnTo>
                  <a:pt x="1969260" y="144177"/>
                </a:lnTo>
                <a:lnTo>
                  <a:pt x="1969774" y="143495"/>
                </a:lnTo>
                <a:lnTo>
                  <a:pt x="1970273" y="142799"/>
                </a:lnTo>
                <a:lnTo>
                  <a:pt x="1970757" y="142090"/>
                </a:lnTo>
                <a:lnTo>
                  <a:pt x="1971225" y="141367"/>
                </a:lnTo>
                <a:lnTo>
                  <a:pt x="1971677" y="140630"/>
                </a:lnTo>
                <a:lnTo>
                  <a:pt x="1972111" y="139883"/>
                </a:lnTo>
                <a:lnTo>
                  <a:pt x="1972527" y="139123"/>
                </a:lnTo>
                <a:lnTo>
                  <a:pt x="1972925" y="138352"/>
                </a:lnTo>
                <a:lnTo>
                  <a:pt x="1973305" y="137570"/>
                </a:lnTo>
                <a:lnTo>
                  <a:pt x="1973667" y="136776"/>
                </a:lnTo>
                <a:lnTo>
                  <a:pt x="1974010" y="135970"/>
                </a:lnTo>
                <a:lnTo>
                  <a:pt x="1974336" y="135152"/>
                </a:lnTo>
                <a:lnTo>
                  <a:pt x="1974644" y="134323"/>
                </a:lnTo>
                <a:lnTo>
                  <a:pt x="1974934" y="133482"/>
                </a:lnTo>
                <a:lnTo>
                  <a:pt x="1975205" y="132630"/>
                </a:lnTo>
                <a:lnTo>
                  <a:pt x="1975459" y="131766"/>
                </a:lnTo>
                <a:lnTo>
                  <a:pt x="1975695" y="130890"/>
                </a:lnTo>
                <a:lnTo>
                  <a:pt x="1975913" y="130003"/>
                </a:lnTo>
                <a:lnTo>
                  <a:pt x="1976112" y="129104"/>
                </a:lnTo>
                <a:lnTo>
                  <a:pt x="1976294" y="128193"/>
                </a:lnTo>
                <a:lnTo>
                  <a:pt x="1976457" y="127271"/>
                </a:lnTo>
                <a:lnTo>
                  <a:pt x="1976603" y="126337"/>
                </a:lnTo>
                <a:lnTo>
                  <a:pt x="1976731" y="125392"/>
                </a:lnTo>
                <a:lnTo>
                  <a:pt x="1976840" y="124435"/>
                </a:lnTo>
                <a:lnTo>
                  <a:pt x="1976932" y="123466"/>
                </a:lnTo>
                <a:lnTo>
                  <a:pt x="1977005" y="122486"/>
                </a:lnTo>
                <a:lnTo>
                  <a:pt x="1977061" y="121494"/>
                </a:lnTo>
                <a:lnTo>
                  <a:pt x="1977098" y="120490"/>
                </a:lnTo>
                <a:lnTo>
                  <a:pt x="1958282" y="120490"/>
                </a:lnTo>
                <a:lnTo>
                  <a:pt x="1958242" y="121469"/>
                </a:lnTo>
                <a:lnTo>
                  <a:pt x="1958180" y="122429"/>
                </a:lnTo>
                <a:lnTo>
                  <a:pt x="1958096" y="123370"/>
                </a:lnTo>
                <a:lnTo>
                  <a:pt x="1957989" y="124291"/>
                </a:lnTo>
                <a:lnTo>
                  <a:pt x="1957860" y="125193"/>
                </a:lnTo>
                <a:lnTo>
                  <a:pt x="1957708" y="126075"/>
                </a:lnTo>
                <a:lnTo>
                  <a:pt x="1957534" y="126939"/>
                </a:lnTo>
                <a:lnTo>
                  <a:pt x="1957338" y="127782"/>
                </a:lnTo>
                <a:lnTo>
                  <a:pt x="1957119" y="128607"/>
                </a:lnTo>
                <a:lnTo>
                  <a:pt x="1956878" y="129412"/>
                </a:lnTo>
                <a:lnTo>
                  <a:pt x="1956615" y="130198"/>
                </a:lnTo>
                <a:lnTo>
                  <a:pt x="1956329" y="130964"/>
                </a:lnTo>
                <a:lnTo>
                  <a:pt x="1956021" y="131711"/>
                </a:lnTo>
                <a:lnTo>
                  <a:pt x="1955690" y="132439"/>
                </a:lnTo>
                <a:lnTo>
                  <a:pt x="1955337" y="133147"/>
                </a:lnTo>
                <a:lnTo>
                  <a:pt x="1954962" y="133836"/>
                </a:lnTo>
                <a:lnTo>
                  <a:pt x="1954564" y="134506"/>
                </a:lnTo>
                <a:lnTo>
                  <a:pt x="1954144" y="135156"/>
                </a:lnTo>
                <a:lnTo>
                  <a:pt x="1953702" y="135787"/>
                </a:lnTo>
                <a:lnTo>
                  <a:pt x="1953237" y="136398"/>
                </a:lnTo>
                <a:lnTo>
                  <a:pt x="1952750" y="136990"/>
                </a:lnTo>
                <a:lnTo>
                  <a:pt x="1952241" y="137563"/>
                </a:lnTo>
                <a:lnTo>
                  <a:pt x="1951709" y="138117"/>
                </a:lnTo>
                <a:lnTo>
                  <a:pt x="1951154" y="138651"/>
                </a:lnTo>
                <a:lnTo>
                  <a:pt x="1950580" y="139165"/>
                </a:lnTo>
                <a:lnTo>
                  <a:pt x="1949986" y="139656"/>
                </a:lnTo>
                <a:lnTo>
                  <a:pt x="1949373" y="140126"/>
                </a:lnTo>
                <a:lnTo>
                  <a:pt x="1948742" y="140574"/>
                </a:lnTo>
                <a:lnTo>
                  <a:pt x="1948092" y="141000"/>
                </a:lnTo>
                <a:lnTo>
                  <a:pt x="1947423" y="141404"/>
                </a:lnTo>
                <a:lnTo>
                  <a:pt x="1946735" y="141787"/>
                </a:lnTo>
                <a:lnTo>
                  <a:pt x="1946029" y="142147"/>
                </a:lnTo>
                <a:lnTo>
                  <a:pt x="1945304" y="142486"/>
                </a:lnTo>
                <a:lnTo>
                  <a:pt x="1944560" y="142803"/>
                </a:lnTo>
                <a:lnTo>
                  <a:pt x="1943797" y="143098"/>
                </a:lnTo>
                <a:lnTo>
                  <a:pt x="1943015" y="143371"/>
                </a:lnTo>
                <a:lnTo>
                  <a:pt x="1942214" y="143622"/>
                </a:lnTo>
                <a:lnTo>
                  <a:pt x="1941395" y="143852"/>
                </a:lnTo>
                <a:lnTo>
                  <a:pt x="1940557" y="144060"/>
                </a:lnTo>
                <a:lnTo>
                  <a:pt x="1939700" y="144245"/>
                </a:lnTo>
                <a:lnTo>
                  <a:pt x="1938824" y="144409"/>
                </a:lnTo>
                <a:lnTo>
                  <a:pt x="1937929" y="144551"/>
                </a:lnTo>
                <a:lnTo>
                  <a:pt x="1937016" y="144671"/>
                </a:lnTo>
                <a:lnTo>
                  <a:pt x="1936084" y="144770"/>
                </a:lnTo>
                <a:lnTo>
                  <a:pt x="1935133" y="144846"/>
                </a:lnTo>
                <a:lnTo>
                  <a:pt x="1934163" y="144901"/>
                </a:lnTo>
                <a:lnTo>
                  <a:pt x="1933174" y="144934"/>
                </a:lnTo>
                <a:lnTo>
                  <a:pt x="1932167" y="144945"/>
                </a:lnTo>
                <a:lnTo>
                  <a:pt x="1931233" y="144935"/>
                </a:lnTo>
                <a:lnTo>
                  <a:pt x="1930315" y="144905"/>
                </a:lnTo>
                <a:lnTo>
                  <a:pt x="1929411" y="144855"/>
                </a:lnTo>
                <a:lnTo>
                  <a:pt x="1928522" y="144786"/>
                </a:lnTo>
                <a:lnTo>
                  <a:pt x="1927648" y="144697"/>
                </a:lnTo>
                <a:lnTo>
                  <a:pt x="1926789" y="144588"/>
                </a:lnTo>
                <a:lnTo>
                  <a:pt x="1925945" y="144459"/>
                </a:lnTo>
                <a:lnTo>
                  <a:pt x="1925115" y="144310"/>
                </a:lnTo>
                <a:lnTo>
                  <a:pt x="1924301" y="144142"/>
                </a:lnTo>
                <a:lnTo>
                  <a:pt x="1923501" y="143953"/>
                </a:lnTo>
                <a:lnTo>
                  <a:pt x="1922716" y="143745"/>
                </a:lnTo>
                <a:lnTo>
                  <a:pt x="1921946" y="143517"/>
                </a:lnTo>
                <a:lnTo>
                  <a:pt x="1921191" y="143269"/>
                </a:lnTo>
                <a:lnTo>
                  <a:pt x="1920450" y="143002"/>
                </a:lnTo>
                <a:lnTo>
                  <a:pt x="1919725" y="142714"/>
                </a:lnTo>
                <a:lnTo>
                  <a:pt x="1919014" y="142407"/>
                </a:lnTo>
                <a:lnTo>
                  <a:pt x="1918318" y="142080"/>
                </a:lnTo>
                <a:lnTo>
                  <a:pt x="1917637" y="141733"/>
                </a:lnTo>
                <a:lnTo>
                  <a:pt x="1916971" y="141366"/>
                </a:lnTo>
                <a:lnTo>
                  <a:pt x="1916320" y="140980"/>
                </a:lnTo>
                <a:lnTo>
                  <a:pt x="1915684" y="140574"/>
                </a:lnTo>
                <a:lnTo>
                  <a:pt x="1915062" y="140147"/>
                </a:lnTo>
                <a:lnTo>
                  <a:pt x="1914455" y="139701"/>
                </a:lnTo>
                <a:lnTo>
                  <a:pt x="1913863" y="139235"/>
                </a:lnTo>
                <a:lnTo>
                  <a:pt x="1913286" y="138753"/>
                </a:lnTo>
                <a:lnTo>
                  <a:pt x="1912721" y="138258"/>
                </a:lnTo>
                <a:lnTo>
                  <a:pt x="1912170" y="137750"/>
                </a:lnTo>
                <a:lnTo>
                  <a:pt x="1911632" y="137228"/>
                </a:lnTo>
                <a:lnTo>
                  <a:pt x="1911107" y="136694"/>
                </a:lnTo>
                <a:lnTo>
                  <a:pt x="1910595" y="136147"/>
                </a:lnTo>
                <a:lnTo>
                  <a:pt x="1910097" y="135586"/>
                </a:lnTo>
                <a:lnTo>
                  <a:pt x="1909612" y="135013"/>
                </a:lnTo>
                <a:lnTo>
                  <a:pt x="1909141" y="134427"/>
                </a:lnTo>
                <a:lnTo>
                  <a:pt x="1908682" y="133828"/>
                </a:lnTo>
                <a:lnTo>
                  <a:pt x="1908237" y="133215"/>
                </a:lnTo>
                <a:lnTo>
                  <a:pt x="1907805" y="132590"/>
                </a:lnTo>
                <a:lnTo>
                  <a:pt x="1907386" y="131952"/>
                </a:lnTo>
                <a:lnTo>
                  <a:pt x="1906981" y="131300"/>
                </a:lnTo>
                <a:lnTo>
                  <a:pt x="1906589" y="130636"/>
                </a:lnTo>
                <a:lnTo>
                  <a:pt x="1906210" y="129959"/>
                </a:lnTo>
                <a:lnTo>
                  <a:pt x="1905845" y="129268"/>
                </a:lnTo>
                <a:lnTo>
                  <a:pt x="1905492" y="128565"/>
                </a:lnTo>
                <a:lnTo>
                  <a:pt x="1905153" y="127849"/>
                </a:lnTo>
                <a:lnTo>
                  <a:pt x="1904827" y="127119"/>
                </a:lnTo>
                <a:lnTo>
                  <a:pt x="1904515" y="126377"/>
                </a:lnTo>
                <a:lnTo>
                  <a:pt x="1904216" y="125621"/>
                </a:lnTo>
                <a:lnTo>
                  <a:pt x="1903930" y="124853"/>
                </a:lnTo>
                <a:lnTo>
                  <a:pt x="1903657" y="124072"/>
                </a:lnTo>
                <a:lnTo>
                  <a:pt x="1903396" y="123281"/>
                </a:lnTo>
                <a:lnTo>
                  <a:pt x="1903146" y="122483"/>
                </a:lnTo>
                <a:lnTo>
                  <a:pt x="1902907" y="121679"/>
                </a:lnTo>
                <a:lnTo>
                  <a:pt x="1902678" y="120869"/>
                </a:lnTo>
                <a:lnTo>
                  <a:pt x="1902460" y="120052"/>
                </a:lnTo>
                <a:lnTo>
                  <a:pt x="1902253" y="119229"/>
                </a:lnTo>
                <a:lnTo>
                  <a:pt x="1902056" y="118400"/>
                </a:lnTo>
                <a:lnTo>
                  <a:pt x="1901870" y="117564"/>
                </a:lnTo>
                <a:lnTo>
                  <a:pt x="1901695" y="116722"/>
                </a:lnTo>
                <a:lnTo>
                  <a:pt x="1901530" y="115873"/>
                </a:lnTo>
                <a:lnTo>
                  <a:pt x="1901377" y="115018"/>
                </a:lnTo>
                <a:lnTo>
                  <a:pt x="1901234" y="114156"/>
                </a:lnTo>
                <a:lnTo>
                  <a:pt x="1901101" y="113289"/>
                </a:lnTo>
                <a:lnTo>
                  <a:pt x="1900979" y="112414"/>
                </a:lnTo>
                <a:lnTo>
                  <a:pt x="1900868" y="111534"/>
                </a:lnTo>
                <a:lnTo>
                  <a:pt x="1900768" y="110647"/>
                </a:lnTo>
                <a:lnTo>
                  <a:pt x="1900678" y="109753"/>
                </a:lnTo>
                <a:lnTo>
                  <a:pt x="1900599" y="108853"/>
                </a:lnTo>
                <a:lnTo>
                  <a:pt x="1900531" y="107947"/>
                </a:lnTo>
                <a:lnTo>
                  <a:pt x="1900473" y="107035"/>
                </a:lnTo>
                <a:lnTo>
                  <a:pt x="1900426" y="106116"/>
                </a:lnTo>
                <a:lnTo>
                  <a:pt x="1900390" y="105190"/>
                </a:lnTo>
                <a:lnTo>
                  <a:pt x="1900365" y="104258"/>
                </a:lnTo>
                <a:lnTo>
                  <a:pt x="1900350" y="103320"/>
                </a:lnTo>
                <a:lnTo>
                  <a:pt x="1976642" y="103320"/>
                </a:lnTo>
                <a:lnTo>
                  <a:pt x="1976661" y="103230"/>
                </a:lnTo>
                <a:lnTo>
                  <a:pt x="1976679" y="103135"/>
                </a:lnTo>
                <a:lnTo>
                  <a:pt x="1976697" y="103035"/>
                </a:lnTo>
                <a:lnTo>
                  <a:pt x="1976714" y="102931"/>
                </a:lnTo>
                <a:lnTo>
                  <a:pt x="1976730" y="102822"/>
                </a:lnTo>
                <a:lnTo>
                  <a:pt x="1976746" y="102708"/>
                </a:lnTo>
                <a:lnTo>
                  <a:pt x="1976761" y="102590"/>
                </a:lnTo>
                <a:lnTo>
                  <a:pt x="1976775" y="102467"/>
                </a:lnTo>
                <a:lnTo>
                  <a:pt x="1976789" y="102339"/>
                </a:lnTo>
                <a:lnTo>
                  <a:pt x="1976803" y="102207"/>
                </a:lnTo>
                <a:lnTo>
                  <a:pt x="1976815" y="102070"/>
                </a:lnTo>
                <a:lnTo>
                  <a:pt x="1976828" y="101928"/>
                </a:lnTo>
                <a:lnTo>
                  <a:pt x="1976839" y="101782"/>
                </a:lnTo>
                <a:lnTo>
                  <a:pt x="1976850" y="101631"/>
                </a:lnTo>
                <a:lnTo>
                  <a:pt x="1976861" y="101475"/>
                </a:lnTo>
                <a:lnTo>
                  <a:pt x="1976870" y="101315"/>
                </a:lnTo>
                <a:lnTo>
                  <a:pt x="1976880" y="101150"/>
                </a:lnTo>
                <a:lnTo>
                  <a:pt x="1976888" y="100980"/>
                </a:lnTo>
                <a:lnTo>
                  <a:pt x="1976896" y="100806"/>
                </a:lnTo>
                <a:lnTo>
                  <a:pt x="1976904" y="100626"/>
                </a:lnTo>
                <a:lnTo>
                  <a:pt x="1976910" y="100443"/>
                </a:lnTo>
                <a:lnTo>
                  <a:pt x="1976917" y="100254"/>
                </a:lnTo>
                <a:lnTo>
                  <a:pt x="1976922" y="100061"/>
                </a:lnTo>
                <a:lnTo>
                  <a:pt x="1976927" y="99863"/>
                </a:lnTo>
                <a:lnTo>
                  <a:pt x="1976932" y="99664"/>
                </a:lnTo>
                <a:lnTo>
                  <a:pt x="1976937" y="99467"/>
                </a:lnTo>
                <a:lnTo>
                  <a:pt x="1976941" y="99272"/>
                </a:lnTo>
                <a:lnTo>
                  <a:pt x="1976945" y="99079"/>
                </a:lnTo>
                <a:lnTo>
                  <a:pt x="1976949" y="98889"/>
                </a:lnTo>
                <a:lnTo>
                  <a:pt x="1976952" y="98701"/>
                </a:lnTo>
                <a:lnTo>
                  <a:pt x="1976956" y="98515"/>
                </a:lnTo>
                <a:lnTo>
                  <a:pt x="1976959" y="98331"/>
                </a:lnTo>
                <a:lnTo>
                  <a:pt x="1976962" y="98150"/>
                </a:lnTo>
                <a:lnTo>
                  <a:pt x="1976965" y="97971"/>
                </a:lnTo>
                <a:lnTo>
                  <a:pt x="1976968" y="97794"/>
                </a:lnTo>
                <a:lnTo>
                  <a:pt x="1976970" y="97619"/>
                </a:lnTo>
                <a:lnTo>
                  <a:pt x="1976972" y="97446"/>
                </a:lnTo>
                <a:lnTo>
                  <a:pt x="1976975" y="97276"/>
                </a:lnTo>
                <a:lnTo>
                  <a:pt x="1976976" y="97108"/>
                </a:lnTo>
                <a:lnTo>
                  <a:pt x="1976978" y="96943"/>
                </a:lnTo>
                <a:lnTo>
                  <a:pt x="1976980" y="96779"/>
                </a:lnTo>
                <a:lnTo>
                  <a:pt x="1976981" y="96618"/>
                </a:lnTo>
                <a:lnTo>
                  <a:pt x="1976982" y="96459"/>
                </a:lnTo>
                <a:lnTo>
                  <a:pt x="1976983" y="96302"/>
                </a:lnTo>
                <a:lnTo>
                  <a:pt x="1976984" y="96147"/>
                </a:lnTo>
                <a:lnTo>
                  <a:pt x="1976984" y="95995"/>
                </a:lnTo>
                <a:lnTo>
                  <a:pt x="1976984" y="95845"/>
                </a:lnTo>
                <a:lnTo>
                  <a:pt x="1976984" y="95697"/>
                </a:lnTo>
                <a:lnTo>
                  <a:pt x="1976963" y="93520"/>
                </a:lnTo>
                <a:lnTo>
                  <a:pt x="1976898" y="91385"/>
                </a:lnTo>
                <a:lnTo>
                  <a:pt x="1976790" y="89293"/>
                </a:lnTo>
                <a:lnTo>
                  <a:pt x="1976639" y="87244"/>
                </a:lnTo>
                <a:lnTo>
                  <a:pt x="1976445" y="85238"/>
                </a:lnTo>
                <a:lnTo>
                  <a:pt x="1976208" y="83274"/>
                </a:lnTo>
                <a:lnTo>
                  <a:pt x="1975927" y="81353"/>
                </a:lnTo>
                <a:lnTo>
                  <a:pt x="1975603" y="79475"/>
                </a:lnTo>
                <a:lnTo>
                  <a:pt x="1975236" y="77640"/>
                </a:lnTo>
                <a:lnTo>
                  <a:pt x="1974826" y="75847"/>
                </a:lnTo>
                <a:lnTo>
                  <a:pt x="1974373" y="74097"/>
                </a:lnTo>
                <a:lnTo>
                  <a:pt x="1973877" y="72390"/>
                </a:lnTo>
                <a:lnTo>
                  <a:pt x="1973337" y="70726"/>
                </a:lnTo>
                <a:lnTo>
                  <a:pt x="1972755" y="69105"/>
                </a:lnTo>
                <a:lnTo>
                  <a:pt x="1972129" y="67526"/>
                </a:lnTo>
                <a:lnTo>
                  <a:pt x="1971460" y="65990"/>
                </a:lnTo>
                <a:lnTo>
                  <a:pt x="1970748" y="64497"/>
                </a:lnTo>
                <a:lnTo>
                  <a:pt x="1969992" y="63046"/>
                </a:lnTo>
                <a:lnTo>
                  <a:pt x="1969194" y="61638"/>
                </a:lnTo>
                <a:lnTo>
                  <a:pt x="1968352" y="60274"/>
                </a:lnTo>
                <a:lnTo>
                  <a:pt x="1967467" y="58951"/>
                </a:lnTo>
                <a:lnTo>
                  <a:pt x="1966540" y="57672"/>
                </a:lnTo>
                <a:lnTo>
                  <a:pt x="1965568" y="56435"/>
                </a:lnTo>
                <a:lnTo>
                  <a:pt x="1964554" y="55242"/>
                </a:lnTo>
                <a:lnTo>
                  <a:pt x="1963502" y="54093"/>
                </a:lnTo>
                <a:lnTo>
                  <a:pt x="1962416" y="52994"/>
                </a:lnTo>
                <a:lnTo>
                  <a:pt x="1961297" y="51943"/>
                </a:lnTo>
                <a:lnTo>
                  <a:pt x="1960145" y="50941"/>
                </a:lnTo>
                <a:lnTo>
                  <a:pt x="1958959" y="49989"/>
                </a:lnTo>
                <a:lnTo>
                  <a:pt x="1957740" y="49085"/>
                </a:lnTo>
                <a:lnTo>
                  <a:pt x="1956488" y="48229"/>
                </a:lnTo>
                <a:lnTo>
                  <a:pt x="1955203" y="47423"/>
                </a:lnTo>
                <a:lnTo>
                  <a:pt x="1953884" y="46666"/>
                </a:lnTo>
                <a:lnTo>
                  <a:pt x="1952532" y="45957"/>
                </a:lnTo>
                <a:lnTo>
                  <a:pt x="1951147" y="45297"/>
                </a:lnTo>
                <a:lnTo>
                  <a:pt x="1949729" y="44687"/>
                </a:lnTo>
                <a:lnTo>
                  <a:pt x="1948277" y="44125"/>
                </a:lnTo>
                <a:lnTo>
                  <a:pt x="1946792" y="43612"/>
                </a:lnTo>
                <a:lnTo>
                  <a:pt x="1945274" y="43147"/>
                </a:lnTo>
                <a:lnTo>
                  <a:pt x="1943723" y="42732"/>
                </a:lnTo>
                <a:lnTo>
                  <a:pt x="1942138" y="42366"/>
                </a:lnTo>
                <a:lnTo>
                  <a:pt x="1940520" y="42048"/>
                </a:lnTo>
                <a:lnTo>
                  <a:pt x="1938869" y="41779"/>
                </a:lnTo>
                <a:lnTo>
                  <a:pt x="1937185" y="41559"/>
                </a:lnTo>
                <a:lnTo>
                  <a:pt x="1935467" y="41388"/>
                </a:lnTo>
                <a:lnTo>
                  <a:pt x="1933716" y="41266"/>
                </a:lnTo>
                <a:lnTo>
                  <a:pt x="1931932" y="41193"/>
                </a:lnTo>
                <a:lnTo>
                  <a:pt x="1930114" y="41168"/>
                </a:lnTo>
                <a:lnTo>
                  <a:pt x="1928755" y="41181"/>
                </a:lnTo>
                <a:lnTo>
                  <a:pt x="1927416" y="41221"/>
                </a:lnTo>
                <a:lnTo>
                  <a:pt x="1926095" y="41286"/>
                </a:lnTo>
                <a:lnTo>
                  <a:pt x="1924794" y="41377"/>
                </a:lnTo>
                <a:lnTo>
                  <a:pt x="1923512" y="41495"/>
                </a:lnTo>
                <a:lnTo>
                  <a:pt x="1922249" y="41638"/>
                </a:lnTo>
                <a:lnTo>
                  <a:pt x="1921005" y="41808"/>
                </a:lnTo>
                <a:lnTo>
                  <a:pt x="1919781" y="42003"/>
                </a:lnTo>
                <a:lnTo>
                  <a:pt x="1918576" y="42225"/>
                </a:lnTo>
                <a:lnTo>
                  <a:pt x="1917390" y="42473"/>
                </a:lnTo>
                <a:lnTo>
                  <a:pt x="1916223" y="42747"/>
                </a:lnTo>
                <a:lnTo>
                  <a:pt x="1915075" y="43047"/>
                </a:lnTo>
                <a:lnTo>
                  <a:pt x="1913947" y="43374"/>
                </a:lnTo>
                <a:lnTo>
                  <a:pt x="1912837" y="43726"/>
                </a:lnTo>
                <a:lnTo>
                  <a:pt x="1911747" y="44104"/>
                </a:lnTo>
                <a:lnTo>
                  <a:pt x="1910677" y="44509"/>
                </a:lnTo>
                <a:lnTo>
                  <a:pt x="1909625" y="44939"/>
                </a:lnTo>
                <a:lnTo>
                  <a:pt x="1908593" y="45396"/>
                </a:lnTo>
                <a:lnTo>
                  <a:pt x="1907579" y="45879"/>
                </a:lnTo>
                <a:lnTo>
                  <a:pt x="1906585" y="46388"/>
                </a:lnTo>
                <a:lnTo>
                  <a:pt x="1905611" y="46923"/>
                </a:lnTo>
                <a:lnTo>
                  <a:pt x="1904655" y="47484"/>
                </a:lnTo>
                <a:lnTo>
                  <a:pt x="1903719" y="48071"/>
                </a:lnTo>
                <a:lnTo>
                  <a:pt x="1902802" y="48684"/>
                </a:lnTo>
                <a:lnTo>
                  <a:pt x="1901904" y="49321"/>
                </a:lnTo>
                <a:lnTo>
                  <a:pt x="1901025" y="49977"/>
                </a:lnTo>
                <a:lnTo>
                  <a:pt x="1900165" y="50654"/>
                </a:lnTo>
                <a:lnTo>
                  <a:pt x="1899325" y="51351"/>
                </a:lnTo>
                <a:lnTo>
                  <a:pt x="1898504" y="52068"/>
                </a:lnTo>
                <a:lnTo>
                  <a:pt x="1897702" y="52806"/>
                </a:lnTo>
                <a:lnTo>
                  <a:pt x="1896919" y="53563"/>
                </a:lnTo>
                <a:lnTo>
                  <a:pt x="1896156" y="54341"/>
                </a:lnTo>
                <a:lnTo>
                  <a:pt x="1895411" y="55139"/>
                </a:lnTo>
                <a:lnTo>
                  <a:pt x="1894686" y="55957"/>
                </a:lnTo>
                <a:lnTo>
                  <a:pt x="1893980" y="56795"/>
                </a:lnTo>
                <a:lnTo>
                  <a:pt x="1893293" y="57653"/>
                </a:lnTo>
                <a:lnTo>
                  <a:pt x="1892626" y="58532"/>
                </a:lnTo>
                <a:lnTo>
                  <a:pt x="1891978" y="59431"/>
                </a:lnTo>
                <a:lnTo>
                  <a:pt x="1891349" y="60350"/>
                </a:lnTo>
                <a:lnTo>
                  <a:pt x="1890739" y="61289"/>
                </a:lnTo>
                <a:lnTo>
                  <a:pt x="1890148" y="62248"/>
                </a:lnTo>
                <a:lnTo>
                  <a:pt x="1889577" y="63228"/>
                </a:lnTo>
                <a:lnTo>
                  <a:pt x="1889024" y="64227"/>
                </a:lnTo>
                <a:lnTo>
                  <a:pt x="1888491" y="65247"/>
                </a:lnTo>
                <a:lnTo>
                  <a:pt x="1887977" y="66287"/>
                </a:lnTo>
                <a:lnTo>
                  <a:pt x="1887483" y="67348"/>
                </a:lnTo>
                <a:lnTo>
                  <a:pt x="1887007" y="68428"/>
                </a:lnTo>
                <a:lnTo>
                  <a:pt x="1886551" y="69529"/>
                </a:lnTo>
                <a:lnTo>
                  <a:pt x="1886114" y="70647"/>
                </a:lnTo>
                <a:lnTo>
                  <a:pt x="1885695" y="71779"/>
                </a:lnTo>
                <a:lnTo>
                  <a:pt x="1885295" y="72926"/>
                </a:lnTo>
                <a:lnTo>
                  <a:pt x="1884913" y="74087"/>
                </a:lnTo>
                <a:lnTo>
                  <a:pt x="1884550" y="75263"/>
                </a:lnTo>
                <a:lnTo>
                  <a:pt x="1884206" y="76453"/>
                </a:lnTo>
                <a:lnTo>
                  <a:pt x="1883880" y="77658"/>
                </a:lnTo>
                <a:lnTo>
                  <a:pt x="1883573" y="78878"/>
                </a:lnTo>
                <a:lnTo>
                  <a:pt x="1883285" y="80111"/>
                </a:lnTo>
                <a:lnTo>
                  <a:pt x="1883015" y="81360"/>
                </a:lnTo>
                <a:lnTo>
                  <a:pt x="1882764" y="82622"/>
                </a:lnTo>
                <a:lnTo>
                  <a:pt x="1882531" y="83899"/>
                </a:lnTo>
                <a:lnTo>
                  <a:pt x="1882317" y="85191"/>
                </a:lnTo>
                <a:lnTo>
                  <a:pt x="1882122" y="86497"/>
                </a:lnTo>
                <a:lnTo>
                  <a:pt x="1881945" y="87818"/>
                </a:lnTo>
                <a:lnTo>
                  <a:pt x="1881787" y="89153"/>
                </a:lnTo>
                <a:lnTo>
                  <a:pt x="1881647" y="90503"/>
                </a:lnTo>
                <a:lnTo>
                  <a:pt x="1881526" y="91867"/>
                </a:lnTo>
                <a:lnTo>
                  <a:pt x="1881424" y="93245"/>
                </a:lnTo>
                <a:lnTo>
                  <a:pt x="1881340" y="94638"/>
                </a:lnTo>
                <a:lnTo>
                  <a:pt x="1881275" y="96046"/>
                </a:lnTo>
                <a:lnTo>
                  <a:pt x="1881228" y="97468"/>
                </a:lnTo>
                <a:lnTo>
                  <a:pt x="1881200" y="98904"/>
                </a:lnTo>
                <a:lnTo>
                  <a:pt x="1881191" y="100355"/>
                </a:lnTo>
                <a:lnTo>
                  <a:pt x="1881201" y="101749"/>
                </a:lnTo>
                <a:lnTo>
                  <a:pt x="1881229" y="103130"/>
                </a:lnTo>
                <a:lnTo>
                  <a:pt x="1881277" y="104501"/>
                </a:lnTo>
                <a:lnTo>
                  <a:pt x="1881345" y="105859"/>
                </a:lnTo>
                <a:lnTo>
                  <a:pt x="1881431" y="107207"/>
                </a:lnTo>
                <a:lnTo>
                  <a:pt x="1881537" y="108542"/>
                </a:lnTo>
                <a:lnTo>
                  <a:pt x="1881662" y="109866"/>
                </a:lnTo>
                <a:lnTo>
                  <a:pt x="1881806" y="111178"/>
                </a:lnTo>
                <a:lnTo>
                  <a:pt x="1881969" y="112479"/>
                </a:lnTo>
                <a:lnTo>
                  <a:pt x="1882151" y="113768"/>
                </a:lnTo>
                <a:lnTo>
                  <a:pt x="1882353" y="115045"/>
                </a:lnTo>
                <a:lnTo>
                  <a:pt x="1882574" y="116311"/>
                </a:lnTo>
                <a:lnTo>
                  <a:pt x="1882814" y="117565"/>
                </a:lnTo>
                <a:lnTo>
                  <a:pt x="1883073" y="118807"/>
                </a:lnTo>
                <a:lnTo>
                  <a:pt x="1883352" y="120038"/>
                </a:lnTo>
                <a:lnTo>
                  <a:pt x="1883649" y="121258"/>
                </a:lnTo>
                <a:lnTo>
                  <a:pt x="1883966" y="122465"/>
                </a:lnTo>
                <a:lnTo>
                  <a:pt x="1884302" y="123661"/>
                </a:lnTo>
                <a:lnTo>
                  <a:pt x="1884657" y="124846"/>
                </a:lnTo>
                <a:lnTo>
                  <a:pt x="1885032" y="126018"/>
                </a:lnTo>
                <a:lnTo>
                  <a:pt x="1885426" y="127180"/>
                </a:lnTo>
                <a:lnTo>
                  <a:pt x="1885839" y="128329"/>
                </a:lnTo>
                <a:lnTo>
                  <a:pt x="1886271" y="129467"/>
                </a:lnTo>
                <a:lnTo>
                  <a:pt x="1886722" y="130593"/>
                </a:lnTo>
                <a:lnTo>
                  <a:pt x="1887193" y="131704"/>
                </a:lnTo>
                <a:lnTo>
                  <a:pt x="1887684" y="132795"/>
                </a:lnTo>
                <a:lnTo>
                  <a:pt x="1888195" y="133866"/>
                </a:lnTo>
                <a:lnTo>
                  <a:pt x="1888726" y="134918"/>
                </a:lnTo>
                <a:lnTo>
                  <a:pt x="1889276" y="135950"/>
                </a:lnTo>
                <a:lnTo>
                  <a:pt x="1889847" y="136963"/>
                </a:lnTo>
                <a:lnTo>
                  <a:pt x="1890438" y="137956"/>
                </a:lnTo>
                <a:lnTo>
                  <a:pt x="1891049" y="138929"/>
                </a:lnTo>
                <a:lnTo>
                  <a:pt x="1891680" y="139883"/>
                </a:lnTo>
                <a:lnTo>
                  <a:pt x="1892331" y="140818"/>
                </a:lnTo>
                <a:lnTo>
                  <a:pt x="1893002" y="141733"/>
                </a:lnTo>
                <a:lnTo>
                  <a:pt x="1893693" y="142628"/>
                </a:lnTo>
                <a:lnTo>
                  <a:pt x="1894404" y="143504"/>
                </a:lnTo>
                <a:lnTo>
                  <a:pt x="1895134" y="144360"/>
                </a:lnTo>
                <a:lnTo>
                  <a:pt x="1895885" y="145197"/>
                </a:lnTo>
                <a:lnTo>
                  <a:pt x="1896656" y="146014"/>
                </a:lnTo>
                <a:lnTo>
                  <a:pt x="1897447" y="146812"/>
                </a:lnTo>
                <a:lnTo>
                  <a:pt x="1898258" y="147590"/>
                </a:lnTo>
                <a:lnTo>
                  <a:pt x="1899089" y="148348"/>
                </a:lnTo>
                <a:lnTo>
                  <a:pt x="1899939" y="149087"/>
                </a:lnTo>
                <a:lnTo>
                  <a:pt x="1900810" y="149807"/>
                </a:lnTo>
                <a:lnTo>
                  <a:pt x="1901701" y="150506"/>
                </a:lnTo>
                <a:lnTo>
                  <a:pt x="1902612" y="151187"/>
                </a:lnTo>
                <a:lnTo>
                  <a:pt x="1903543" y="151848"/>
                </a:lnTo>
                <a:lnTo>
                  <a:pt x="1904494" y="152485"/>
                </a:lnTo>
                <a:lnTo>
                  <a:pt x="1905466" y="153095"/>
                </a:lnTo>
                <a:lnTo>
                  <a:pt x="1906460" y="153678"/>
                </a:lnTo>
                <a:lnTo>
                  <a:pt x="1907474" y="154233"/>
                </a:lnTo>
                <a:lnTo>
                  <a:pt x="1908509" y="154762"/>
                </a:lnTo>
                <a:lnTo>
                  <a:pt x="1909566" y="155264"/>
                </a:lnTo>
                <a:lnTo>
                  <a:pt x="1910643" y="155738"/>
                </a:lnTo>
                <a:lnTo>
                  <a:pt x="1911741" y="156185"/>
                </a:lnTo>
                <a:lnTo>
                  <a:pt x="1912860" y="156606"/>
                </a:lnTo>
                <a:lnTo>
                  <a:pt x="1914000" y="156999"/>
                </a:lnTo>
                <a:lnTo>
                  <a:pt x="1915162" y="157365"/>
                </a:lnTo>
                <a:lnTo>
                  <a:pt x="1916344" y="157704"/>
                </a:lnTo>
                <a:lnTo>
                  <a:pt x="1917547" y="158015"/>
                </a:lnTo>
                <a:lnTo>
                  <a:pt x="1918771" y="158300"/>
                </a:lnTo>
                <a:lnTo>
                  <a:pt x="1920016" y="158558"/>
                </a:lnTo>
                <a:lnTo>
                  <a:pt x="1921282" y="158788"/>
                </a:lnTo>
                <a:lnTo>
                  <a:pt x="1922569" y="158991"/>
                </a:lnTo>
                <a:lnTo>
                  <a:pt x="1923878" y="159168"/>
                </a:lnTo>
                <a:lnTo>
                  <a:pt x="1925207" y="159317"/>
                </a:lnTo>
                <a:lnTo>
                  <a:pt x="1926557" y="159439"/>
                </a:lnTo>
                <a:lnTo>
                  <a:pt x="1927928" y="159534"/>
                </a:lnTo>
                <a:lnTo>
                  <a:pt x="1929320" y="159601"/>
                </a:lnTo>
                <a:lnTo>
                  <a:pt x="1930733" y="159642"/>
                </a:lnTo>
                <a:lnTo>
                  <a:pt x="1932167" y="159656"/>
                </a:lnTo>
                <a:lnTo>
                  <a:pt x="1933301" y="159647"/>
                </a:lnTo>
                <a:lnTo>
                  <a:pt x="1934421" y="159623"/>
                </a:lnTo>
                <a:lnTo>
                  <a:pt x="1935529" y="159581"/>
                </a:lnTo>
                <a:lnTo>
                  <a:pt x="1936624" y="159523"/>
                </a:lnTo>
                <a:lnTo>
                  <a:pt x="1937705" y="159449"/>
                </a:lnTo>
                <a:close/>
                <a:moveTo>
                  <a:pt x="1901299" y="82890"/>
                </a:moveTo>
                <a:lnTo>
                  <a:pt x="1901529" y="81669"/>
                </a:lnTo>
                <a:lnTo>
                  <a:pt x="1901781" y="80475"/>
                </a:lnTo>
                <a:lnTo>
                  <a:pt x="1902054" y="79308"/>
                </a:lnTo>
                <a:lnTo>
                  <a:pt x="1902348" y="78169"/>
                </a:lnTo>
                <a:lnTo>
                  <a:pt x="1902663" y="77056"/>
                </a:lnTo>
                <a:lnTo>
                  <a:pt x="1903000" y="75972"/>
                </a:lnTo>
                <a:lnTo>
                  <a:pt x="1903358" y="74914"/>
                </a:lnTo>
                <a:lnTo>
                  <a:pt x="1903736" y="73884"/>
                </a:lnTo>
                <a:lnTo>
                  <a:pt x="1904136" y="72882"/>
                </a:lnTo>
                <a:lnTo>
                  <a:pt x="1904558" y="71906"/>
                </a:lnTo>
                <a:lnTo>
                  <a:pt x="1905000" y="70958"/>
                </a:lnTo>
                <a:lnTo>
                  <a:pt x="1905464" y="70037"/>
                </a:lnTo>
                <a:lnTo>
                  <a:pt x="1905948" y="69144"/>
                </a:lnTo>
                <a:lnTo>
                  <a:pt x="1906454" y="68278"/>
                </a:lnTo>
                <a:lnTo>
                  <a:pt x="1906981" y="67439"/>
                </a:lnTo>
                <a:lnTo>
                  <a:pt x="1907530" y="66628"/>
                </a:lnTo>
                <a:lnTo>
                  <a:pt x="1908099" y="65844"/>
                </a:lnTo>
                <a:lnTo>
                  <a:pt x="1908690" y="65087"/>
                </a:lnTo>
                <a:lnTo>
                  <a:pt x="1909302" y="64358"/>
                </a:lnTo>
                <a:lnTo>
                  <a:pt x="1909934" y="63657"/>
                </a:lnTo>
                <a:lnTo>
                  <a:pt x="1910588" y="62985"/>
                </a:lnTo>
                <a:lnTo>
                  <a:pt x="1911261" y="62344"/>
                </a:lnTo>
                <a:lnTo>
                  <a:pt x="1911955" y="61732"/>
                </a:lnTo>
                <a:lnTo>
                  <a:pt x="1912669" y="61150"/>
                </a:lnTo>
                <a:lnTo>
                  <a:pt x="1913404" y="60599"/>
                </a:lnTo>
                <a:lnTo>
                  <a:pt x="1914159" y="60076"/>
                </a:lnTo>
                <a:lnTo>
                  <a:pt x="1914934" y="59584"/>
                </a:lnTo>
                <a:lnTo>
                  <a:pt x="1915730" y="59122"/>
                </a:lnTo>
                <a:lnTo>
                  <a:pt x="1916546" y="58689"/>
                </a:lnTo>
                <a:lnTo>
                  <a:pt x="1917383" y="58286"/>
                </a:lnTo>
                <a:lnTo>
                  <a:pt x="1918240" y="57913"/>
                </a:lnTo>
                <a:lnTo>
                  <a:pt x="1919117" y="57570"/>
                </a:lnTo>
                <a:lnTo>
                  <a:pt x="1920015" y="57257"/>
                </a:lnTo>
                <a:lnTo>
                  <a:pt x="1920933" y="56974"/>
                </a:lnTo>
                <a:lnTo>
                  <a:pt x="1921872" y="56720"/>
                </a:lnTo>
                <a:lnTo>
                  <a:pt x="1922830" y="56496"/>
                </a:lnTo>
                <a:lnTo>
                  <a:pt x="1923810" y="56302"/>
                </a:lnTo>
                <a:lnTo>
                  <a:pt x="1924810" y="56138"/>
                </a:lnTo>
                <a:lnTo>
                  <a:pt x="1925830" y="56004"/>
                </a:lnTo>
                <a:lnTo>
                  <a:pt x="1926870" y="55900"/>
                </a:lnTo>
                <a:lnTo>
                  <a:pt x="1927931" y="55825"/>
                </a:lnTo>
                <a:lnTo>
                  <a:pt x="1929012" y="55780"/>
                </a:lnTo>
                <a:lnTo>
                  <a:pt x="1930114" y="55765"/>
                </a:lnTo>
                <a:lnTo>
                  <a:pt x="1931197" y="55780"/>
                </a:lnTo>
                <a:lnTo>
                  <a:pt x="1932259" y="55826"/>
                </a:lnTo>
                <a:lnTo>
                  <a:pt x="1933302" y="55901"/>
                </a:lnTo>
                <a:lnTo>
                  <a:pt x="1934324" y="56006"/>
                </a:lnTo>
                <a:lnTo>
                  <a:pt x="1935326" y="56141"/>
                </a:lnTo>
                <a:lnTo>
                  <a:pt x="1936308" y="56306"/>
                </a:lnTo>
                <a:lnTo>
                  <a:pt x="1937269" y="56502"/>
                </a:lnTo>
                <a:lnTo>
                  <a:pt x="1938211" y="56727"/>
                </a:lnTo>
                <a:lnTo>
                  <a:pt x="1939132" y="56982"/>
                </a:lnTo>
                <a:lnTo>
                  <a:pt x="1940033" y="57268"/>
                </a:lnTo>
                <a:lnTo>
                  <a:pt x="1940914" y="57583"/>
                </a:lnTo>
                <a:lnTo>
                  <a:pt x="1941775" y="57929"/>
                </a:lnTo>
                <a:lnTo>
                  <a:pt x="1942615" y="58304"/>
                </a:lnTo>
                <a:lnTo>
                  <a:pt x="1943435" y="58710"/>
                </a:lnTo>
                <a:lnTo>
                  <a:pt x="1944235" y="59145"/>
                </a:lnTo>
                <a:lnTo>
                  <a:pt x="1945015" y="59611"/>
                </a:lnTo>
                <a:lnTo>
                  <a:pt x="1945775" y="60107"/>
                </a:lnTo>
                <a:lnTo>
                  <a:pt x="1946514" y="60633"/>
                </a:lnTo>
                <a:lnTo>
                  <a:pt x="1947234" y="61188"/>
                </a:lnTo>
                <a:lnTo>
                  <a:pt x="1947933" y="61774"/>
                </a:lnTo>
                <a:lnTo>
                  <a:pt x="1948612" y="62390"/>
                </a:lnTo>
                <a:lnTo>
                  <a:pt x="1949270" y="63036"/>
                </a:lnTo>
                <a:lnTo>
                  <a:pt x="1949909" y="63712"/>
                </a:lnTo>
                <a:lnTo>
                  <a:pt x="1950527" y="64418"/>
                </a:lnTo>
                <a:lnTo>
                  <a:pt x="1951123" y="65152"/>
                </a:lnTo>
                <a:lnTo>
                  <a:pt x="1951695" y="65913"/>
                </a:lnTo>
                <a:lnTo>
                  <a:pt x="1952243" y="66701"/>
                </a:lnTo>
                <a:lnTo>
                  <a:pt x="1952767" y="67515"/>
                </a:lnTo>
                <a:lnTo>
                  <a:pt x="1953266" y="68356"/>
                </a:lnTo>
                <a:lnTo>
                  <a:pt x="1953742" y="69223"/>
                </a:lnTo>
                <a:lnTo>
                  <a:pt x="1954193" y="70118"/>
                </a:lnTo>
                <a:lnTo>
                  <a:pt x="1954620" y="71039"/>
                </a:lnTo>
                <a:lnTo>
                  <a:pt x="1955023" y="71987"/>
                </a:lnTo>
                <a:lnTo>
                  <a:pt x="1955402" y="72961"/>
                </a:lnTo>
                <a:lnTo>
                  <a:pt x="1955756" y="73962"/>
                </a:lnTo>
                <a:lnTo>
                  <a:pt x="1956087" y="74990"/>
                </a:lnTo>
                <a:lnTo>
                  <a:pt x="1956393" y="76045"/>
                </a:lnTo>
                <a:lnTo>
                  <a:pt x="1956675" y="77126"/>
                </a:lnTo>
                <a:lnTo>
                  <a:pt x="1956933" y="78234"/>
                </a:lnTo>
                <a:lnTo>
                  <a:pt x="1957167" y="79369"/>
                </a:lnTo>
                <a:lnTo>
                  <a:pt x="1957377" y="80530"/>
                </a:lnTo>
                <a:lnTo>
                  <a:pt x="1957562" y="81718"/>
                </a:lnTo>
                <a:lnTo>
                  <a:pt x="1957723" y="82933"/>
                </a:lnTo>
                <a:lnTo>
                  <a:pt x="1957861" y="84174"/>
                </a:lnTo>
                <a:lnTo>
                  <a:pt x="1957974" y="85442"/>
                </a:lnTo>
                <a:lnTo>
                  <a:pt x="1958063" y="86737"/>
                </a:lnTo>
                <a:lnTo>
                  <a:pt x="1958127" y="88059"/>
                </a:lnTo>
                <a:lnTo>
                  <a:pt x="1958168" y="89407"/>
                </a:lnTo>
                <a:lnTo>
                  <a:pt x="1900464" y="89407"/>
                </a:lnTo>
                <a:lnTo>
                  <a:pt x="1900588" y="88049"/>
                </a:lnTo>
                <a:lnTo>
                  <a:pt x="1900734" y="86718"/>
                </a:lnTo>
                <a:lnTo>
                  <a:pt x="1900901" y="85415"/>
                </a:lnTo>
                <a:lnTo>
                  <a:pt x="1901089" y="84139"/>
                </a:lnTo>
                <a:lnTo>
                  <a:pt x="1901299" y="82890"/>
                </a:lnTo>
                <a:close/>
                <a:moveTo>
                  <a:pt x="2517151" y="159449"/>
                </a:moveTo>
                <a:lnTo>
                  <a:pt x="2518220" y="159358"/>
                </a:lnTo>
                <a:lnTo>
                  <a:pt x="2519275" y="159251"/>
                </a:lnTo>
                <a:lnTo>
                  <a:pt x="2520317" y="159127"/>
                </a:lnTo>
                <a:lnTo>
                  <a:pt x="2521347" y="158986"/>
                </a:lnTo>
                <a:lnTo>
                  <a:pt x="2522363" y="158829"/>
                </a:lnTo>
                <a:lnTo>
                  <a:pt x="2523366" y="158656"/>
                </a:lnTo>
                <a:lnTo>
                  <a:pt x="2524356" y="158465"/>
                </a:lnTo>
                <a:lnTo>
                  <a:pt x="2525333" y="158259"/>
                </a:lnTo>
                <a:lnTo>
                  <a:pt x="2526297" y="158036"/>
                </a:lnTo>
                <a:lnTo>
                  <a:pt x="2527248" y="157796"/>
                </a:lnTo>
                <a:lnTo>
                  <a:pt x="2528186" y="157540"/>
                </a:lnTo>
                <a:lnTo>
                  <a:pt x="2529111" y="157267"/>
                </a:lnTo>
                <a:lnTo>
                  <a:pt x="2530023" y="156978"/>
                </a:lnTo>
                <a:lnTo>
                  <a:pt x="2530921" y="156672"/>
                </a:lnTo>
                <a:lnTo>
                  <a:pt x="2531807" y="156349"/>
                </a:lnTo>
                <a:lnTo>
                  <a:pt x="2532679" y="156010"/>
                </a:lnTo>
                <a:lnTo>
                  <a:pt x="2533539" y="155655"/>
                </a:lnTo>
                <a:lnTo>
                  <a:pt x="2534385" y="155283"/>
                </a:lnTo>
                <a:lnTo>
                  <a:pt x="2535219" y="154895"/>
                </a:lnTo>
                <a:lnTo>
                  <a:pt x="2536038" y="154491"/>
                </a:lnTo>
                <a:lnTo>
                  <a:pt x="2536842" y="154073"/>
                </a:lnTo>
                <a:lnTo>
                  <a:pt x="2537630" y="153641"/>
                </a:lnTo>
                <a:lnTo>
                  <a:pt x="2538404" y="153195"/>
                </a:lnTo>
                <a:lnTo>
                  <a:pt x="2539162" y="152736"/>
                </a:lnTo>
                <a:lnTo>
                  <a:pt x="2539905" y="152262"/>
                </a:lnTo>
                <a:lnTo>
                  <a:pt x="2540633" y="151775"/>
                </a:lnTo>
                <a:lnTo>
                  <a:pt x="2541345" y="151274"/>
                </a:lnTo>
                <a:lnTo>
                  <a:pt x="2542042" y="150759"/>
                </a:lnTo>
                <a:lnTo>
                  <a:pt x="2542724" y="150230"/>
                </a:lnTo>
                <a:lnTo>
                  <a:pt x="2543391" y="149687"/>
                </a:lnTo>
                <a:lnTo>
                  <a:pt x="2544042" y="149130"/>
                </a:lnTo>
                <a:lnTo>
                  <a:pt x="2544679" y="148560"/>
                </a:lnTo>
                <a:lnTo>
                  <a:pt x="2545300" y="147975"/>
                </a:lnTo>
                <a:lnTo>
                  <a:pt x="2545905" y="147377"/>
                </a:lnTo>
                <a:lnTo>
                  <a:pt x="2546496" y="146764"/>
                </a:lnTo>
                <a:lnTo>
                  <a:pt x="2547071" y="146138"/>
                </a:lnTo>
                <a:lnTo>
                  <a:pt x="2547631" y="145498"/>
                </a:lnTo>
                <a:lnTo>
                  <a:pt x="2548176" y="144844"/>
                </a:lnTo>
                <a:lnTo>
                  <a:pt x="2548705" y="144177"/>
                </a:lnTo>
                <a:lnTo>
                  <a:pt x="2549220" y="143495"/>
                </a:lnTo>
                <a:lnTo>
                  <a:pt x="2549719" y="142799"/>
                </a:lnTo>
                <a:lnTo>
                  <a:pt x="2550202" y="142090"/>
                </a:lnTo>
                <a:lnTo>
                  <a:pt x="2550671" y="141367"/>
                </a:lnTo>
                <a:lnTo>
                  <a:pt x="2551123" y="140630"/>
                </a:lnTo>
                <a:lnTo>
                  <a:pt x="2551557" y="139883"/>
                </a:lnTo>
                <a:lnTo>
                  <a:pt x="2551973" y="139123"/>
                </a:lnTo>
                <a:lnTo>
                  <a:pt x="2552370" y="138352"/>
                </a:lnTo>
                <a:lnTo>
                  <a:pt x="2552750" y="137570"/>
                </a:lnTo>
                <a:lnTo>
                  <a:pt x="2553112" y="136776"/>
                </a:lnTo>
                <a:lnTo>
                  <a:pt x="2553456" y="135970"/>
                </a:lnTo>
                <a:lnTo>
                  <a:pt x="2553782" y="135152"/>
                </a:lnTo>
                <a:lnTo>
                  <a:pt x="2554090" y="134323"/>
                </a:lnTo>
                <a:lnTo>
                  <a:pt x="2554379" y="133482"/>
                </a:lnTo>
                <a:lnTo>
                  <a:pt x="2554651" y="132630"/>
                </a:lnTo>
                <a:lnTo>
                  <a:pt x="2554905" y="131766"/>
                </a:lnTo>
                <a:lnTo>
                  <a:pt x="2555140" y="130890"/>
                </a:lnTo>
                <a:lnTo>
                  <a:pt x="2555358" y="130003"/>
                </a:lnTo>
                <a:lnTo>
                  <a:pt x="2555558" y="129104"/>
                </a:lnTo>
                <a:lnTo>
                  <a:pt x="2555739" y="128193"/>
                </a:lnTo>
                <a:lnTo>
                  <a:pt x="2555903" y="127271"/>
                </a:lnTo>
                <a:lnTo>
                  <a:pt x="2556049" y="126337"/>
                </a:lnTo>
                <a:lnTo>
                  <a:pt x="2556176" y="125392"/>
                </a:lnTo>
                <a:lnTo>
                  <a:pt x="2556286" y="124435"/>
                </a:lnTo>
                <a:lnTo>
                  <a:pt x="2556377" y="123466"/>
                </a:lnTo>
                <a:lnTo>
                  <a:pt x="2556451" y="122486"/>
                </a:lnTo>
                <a:lnTo>
                  <a:pt x="2556507" y="121494"/>
                </a:lnTo>
                <a:lnTo>
                  <a:pt x="2556544" y="120490"/>
                </a:lnTo>
                <a:lnTo>
                  <a:pt x="2537727" y="120490"/>
                </a:lnTo>
                <a:lnTo>
                  <a:pt x="2537688" y="121469"/>
                </a:lnTo>
                <a:lnTo>
                  <a:pt x="2537626" y="122429"/>
                </a:lnTo>
                <a:lnTo>
                  <a:pt x="2537541" y="123370"/>
                </a:lnTo>
                <a:lnTo>
                  <a:pt x="2537434" y="124291"/>
                </a:lnTo>
                <a:lnTo>
                  <a:pt x="2537305" y="125193"/>
                </a:lnTo>
                <a:lnTo>
                  <a:pt x="2537154" y="126075"/>
                </a:lnTo>
                <a:lnTo>
                  <a:pt x="2536980" y="126939"/>
                </a:lnTo>
                <a:lnTo>
                  <a:pt x="2536783" y="127782"/>
                </a:lnTo>
                <a:lnTo>
                  <a:pt x="2536565" y="128607"/>
                </a:lnTo>
                <a:lnTo>
                  <a:pt x="2536324" y="129412"/>
                </a:lnTo>
                <a:lnTo>
                  <a:pt x="2536060" y="130198"/>
                </a:lnTo>
                <a:lnTo>
                  <a:pt x="2535775" y="130964"/>
                </a:lnTo>
                <a:lnTo>
                  <a:pt x="2535466" y="131711"/>
                </a:lnTo>
                <a:lnTo>
                  <a:pt x="2535136" y="132439"/>
                </a:lnTo>
                <a:lnTo>
                  <a:pt x="2534783" y="133147"/>
                </a:lnTo>
                <a:lnTo>
                  <a:pt x="2534408" y="133836"/>
                </a:lnTo>
                <a:lnTo>
                  <a:pt x="2534010" y="134506"/>
                </a:lnTo>
                <a:lnTo>
                  <a:pt x="2533590" y="135156"/>
                </a:lnTo>
                <a:lnTo>
                  <a:pt x="2533148" y="135787"/>
                </a:lnTo>
                <a:lnTo>
                  <a:pt x="2532683" y="136398"/>
                </a:lnTo>
                <a:lnTo>
                  <a:pt x="2532196" y="136990"/>
                </a:lnTo>
                <a:lnTo>
                  <a:pt x="2531686" y="137563"/>
                </a:lnTo>
                <a:lnTo>
                  <a:pt x="2531154" y="138117"/>
                </a:lnTo>
                <a:lnTo>
                  <a:pt x="2530600" y="138651"/>
                </a:lnTo>
                <a:lnTo>
                  <a:pt x="2530025" y="139165"/>
                </a:lnTo>
                <a:lnTo>
                  <a:pt x="2529431" y="139656"/>
                </a:lnTo>
                <a:lnTo>
                  <a:pt x="2528819" y="140126"/>
                </a:lnTo>
                <a:lnTo>
                  <a:pt x="2528188" y="140574"/>
                </a:lnTo>
                <a:lnTo>
                  <a:pt x="2527538" y="141000"/>
                </a:lnTo>
                <a:lnTo>
                  <a:pt x="2526869" y="141404"/>
                </a:lnTo>
                <a:lnTo>
                  <a:pt x="2526181" y="141787"/>
                </a:lnTo>
                <a:lnTo>
                  <a:pt x="2525475" y="142147"/>
                </a:lnTo>
                <a:lnTo>
                  <a:pt x="2524749" y="142486"/>
                </a:lnTo>
                <a:lnTo>
                  <a:pt x="2524005" y="142803"/>
                </a:lnTo>
                <a:lnTo>
                  <a:pt x="2523242" y="143098"/>
                </a:lnTo>
                <a:lnTo>
                  <a:pt x="2522460" y="143371"/>
                </a:lnTo>
                <a:lnTo>
                  <a:pt x="2521660" y="143622"/>
                </a:lnTo>
                <a:lnTo>
                  <a:pt x="2520840" y="143852"/>
                </a:lnTo>
                <a:lnTo>
                  <a:pt x="2520002" y="144060"/>
                </a:lnTo>
                <a:lnTo>
                  <a:pt x="2519145" y="144245"/>
                </a:lnTo>
                <a:lnTo>
                  <a:pt x="2518270" y="144409"/>
                </a:lnTo>
                <a:lnTo>
                  <a:pt x="2517375" y="144551"/>
                </a:lnTo>
                <a:lnTo>
                  <a:pt x="2516462" y="144671"/>
                </a:lnTo>
                <a:lnTo>
                  <a:pt x="2515529" y="144770"/>
                </a:lnTo>
                <a:lnTo>
                  <a:pt x="2514578" y="144846"/>
                </a:lnTo>
                <a:lnTo>
                  <a:pt x="2513608" y="144901"/>
                </a:lnTo>
                <a:lnTo>
                  <a:pt x="2512620" y="144934"/>
                </a:lnTo>
                <a:lnTo>
                  <a:pt x="2511612" y="144945"/>
                </a:lnTo>
                <a:lnTo>
                  <a:pt x="2510679" y="144935"/>
                </a:lnTo>
                <a:lnTo>
                  <a:pt x="2509760" y="144905"/>
                </a:lnTo>
                <a:lnTo>
                  <a:pt x="2508857" y="144855"/>
                </a:lnTo>
                <a:lnTo>
                  <a:pt x="2507968" y="144786"/>
                </a:lnTo>
                <a:lnTo>
                  <a:pt x="2507094" y="144697"/>
                </a:lnTo>
                <a:lnTo>
                  <a:pt x="2506235" y="144588"/>
                </a:lnTo>
                <a:lnTo>
                  <a:pt x="2505390" y="144459"/>
                </a:lnTo>
                <a:lnTo>
                  <a:pt x="2504561" y="144310"/>
                </a:lnTo>
                <a:lnTo>
                  <a:pt x="2503746" y="144142"/>
                </a:lnTo>
                <a:lnTo>
                  <a:pt x="2502947" y="143953"/>
                </a:lnTo>
                <a:lnTo>
                  <a:pt x="2502162" y="143745"/>
                </a:lnTo>
                <a:lnTo>
                  <a:pt x="2501392" y="143517"/>
                </a:lnTo>
                <a:lnTo>
                  <a:pt x="2500636" y="143269"/>
                </a:lnTo>
                <a:lnTo>
                  <a:pt x="2499896" y="143002"/>
                </a:lnTo>
                <a:lnTo>
                  <a:pt x="2499170" y="142714"/>
                </a:lnTo>
                <a:lnTo>
                  <a:pt x="2498460" y="142407"/>
                </a:lnTo>
                <a:lnTo>
                  <a:pt x="2497764" y="142080"/>
                </a:lnTo>
                <a:lnTo>
                  <a:pt x="2497083" y="141733"/>
                </a:lnTo>
                <a:lnTo>
                  <a:pt x="2496417" y="141366"/>
                </a:lnTo>
                <a:lnTo>
                  <a:pt x="2495766" y="140980"/>
                </a:lnTo>
                <a:lnTo>
                  <a:pt x="2495129" y="140574"/>
                </a:lnTo>
                <a:lnTo>
                  <a:pt x="2494508" y="140147"/>
                </a:lnTo>
                <a:lnTo>
                  <a:pt x="2493901" y="139701"/>
                </a:lnTo>
                <a:lnTo>
                  <a:pt x="2493309" y="139235"/>
                </a:lnTo>
                <a:lnTo>
                  <a:pt x="2492731" y="138753"/>
                </a:lnTo>
                <a:lnTo>
                  <a:pt x="2492167" y="138258"/>
                </a:lnTo>
                <a:lnTo>
                  <a:pt x="2491615" y="137750"/>
                </a:lnTo>
                <a:lnTo>
                  <a:pt x="2491077" y="137228"/>
                </a:lnTo>
                <a:lnTo>
                  <a:pt x="2490553" y="136694"/>
                </a:lnTo>
                <a:lnTo>
                  <a:pt x="2490041" y="136147"/>
                </a:lnTo>
                <a:lnTo>
                  <a:pt x="2489543" y="135586"/>
                </a:lnTo>
                <a:lnTo>
                  <a:pt x="2489058" y="135013"/>
                </a:lnTo>
                <a:lnTo>
                  <a:pt x="2488586" y="134427"/>
                </a:lnTo>
                <a:lnTo>
                  <a:pt x="2488128" y="133828"/>
                </a:lnTo>
                <a:lnTo>
                  <a:pt x="2487683" y="133215"/>
                </a:lnTo>
                <a:lnTo>
                  <a:pt x="2487251" y="132590"/>
                </a:lnTo>
                <a:lnTo>
                  <a:pt x="2486832" y="131952"/>
                </a:lnTo>
                <a:lnTo>
                  <a:pt x="2486427" y="131300"/>
                </a:lnTo>
                <a:lnTo>
                  <a:pt x="2486034" y="130636"/>
                </a:lnTo>
                <a:lnTo>
                  <a:pt x="2485656" y="129959"/>
                </a:lnTo>
                <a:lnTo>
                  <a:pt x="2485290" y="129268"/>
                </a:lnTo>
                <a:lnTo>
                  <a:pt x="2484938" y="128565"/>
                </a:lnTo>
                <a:lnTo>
                  <a:pt x="2484599" y="127849"/>
                </a:lnTo>
                <a:lnTo>
                  <a:pt x="2484273" y="127119"/>
                </a:lnTo>
                <a:lnTo>
                  <a:pt x="2483960" y="126377"/>
                </a:lnTo>
                <a:lnTo>
                  <a:pt x="2483661" y="125621"/>
                </a:lnTo>
                <a:lnTo>
                  <a:pt x="2483375" y="124853"/>
                </a:lnTo>
                <a:lnTo>
                  <a:pt x="2483102" y="124072"/>
                </a:lnTo>
                <a:lnTo>
                  <a:pt x="2482842" y="123281"/>
                </a:lnTo>
                <a:lnTo>
                  <a:pt x="2482592" y="122483"/>
                </a:lnTo>
                <a:lnTo>
                  <a:pt x="2482352" y="121679"/>
                </a:lnTo>
                <a:lnTo>
                  <a:pt x="2482124" y="120869"/>
                </a:lnTo>
                <a:lnTo>
                  <a:pt x="2481906" y="120052"/>
                </a:lnTo>
                <a:lnTo>
                  <a:pt x="2481698" y="119229"/>
                </a:lnTo>
                <a:lnTo>
                  <a:pt x="2481502" y="118400"/>
                </a:lnTo>
                <a:lnTo>
                  <a:pt x="2481316" y="117564"/>
                </a:lnTo>
                <a:lnTo>
                  <a:pt x="2481141" y="116722"/>
                </a:lnTo>
                <a:lnTo>
                  <a:pt x="2480976" y="115873"/>
                </a:lnTo>
                <a:lnTo>
                  <a:pt x="2480822" y="115018"/>
                </a:lnTo>
                <a:lnTo>
                  <a:pt x="2480679" y="114156"/>
                </a:lnTo>
                <a:lnTo>
                  <a:pt x="2480547" y="113289"/>
                </a:lnTo>
                <a:lnTo>
                  <a:pt x="2480425" y="112414"/>
                </a:lnTo>
                <a:lnTo>
                  <a:pt x="2480314" y="111534"/>
                </a:lnTo>
                <a:lnTo>
                  <a:pt x="2480213" y="110647"/>
                </a:lnTo>
                <a:lnTo>
                  <a:pt x="2480124" y="109753"/>
                </a:lnTo>
                <a:lnTo>
                  <a:pt x="2480045" y="108853"/>
                </a:lnTo>
                <a:lnTo>
                  <a:pt x="2479976" y="107947"/>
                </a:lnTo>
                <a:lnTo>
                  <a:pt x="2479919" y="107035"/>
                </a:lnTo>
                <a:lnTo>
                  <a:pt x="2479872" y="106116"/>
                </a:lnTo>
                <a:lnTo>
                  <a:pt x="2479836" y="105190"/>
                </a:lnTo>
                <a:lnTo>
                  <a:pt x="2479810" y="104258"/>
                </a:lnTo>
                <a:lnTo>
                  <a:pt x="2479795" y="103320"/>
                </a:lnTo>
                <a:lnTo>
                  <a:pt x="2556088" y="103320"/>
                </a:lnTo>
                <a:lnTo>
                  <a:pt x="2556107" y="103230"/>
                </a:lnTo>
                <a:lnTo>
                  <a:pt x="2556125" y="103135"/>
                </a:lnTo>
                <a:lnTo>
                  <a:pt x="2556142" y="103035"/>
                </a:lnTo>
                <a:lnTo>
                  <a:pt x="2556159" y="102931"/>
                </a:lnTo>
                <a:lnTo>
                  <a:pt x="2556175" y="102822"/>
                </a:lnTo>
                <a:lnTo>
                  <a:pt x="2556191" y="102708"/>
                </a:lnTo>
                <a:lnTo>
                  <a:pt x="2556206" y="102590"/>
                </a:lnTo>
                <a:lnTo>
                  <a:pt x="2556221" y="102467"/>
                </a:lnTo>
                <a:lnTo>
                  <a:pt x="2556235" y="102339"/>
                </a:lnTo>
                <a:lnTo>
                  <a:pt x="2556248" y="102207"/>
                </a:lnTo>
                <a:lnTo>
                  <a:pt x="2556261" y="102070"/>
                </a:lnTo>
                <a:lnTo>
                  <a:pt x="2556273" y="101928"/>
                </a:lnTo>
                <a:lnTo>
                  <a:pt x="2556285" y="101782"/>
                </a:lnTo>
                <a:lnTo>
                  <a:pt x="2556296" y="101631"/>
                </a:lnTo>
                <a:lnTo>
                  <a:pt x="2556306" y="101475"/>
                </a:lnTo>
                <a:lnTo>
                  <a:pt x="2556316" y="101315"/>
                </a:lnTo>
                <a:lnTo>
                  <a:pt x="2556325" y="101150"/>
                </a:lnTo>
                <a:lnTo>
                  <a:pt x="2556334" y="100980"/>
                </a:lnTo>
                <a:lnTo>
                  <a:pt x="2556342" y="100806"/>
                </a:lnTo>
                <a:lnTo>
                  <a:pt x="2556349" y="100626"/>
                </a:lnTo>
                <a:lnTo>
                  <a:pt x="2556356" y="100443"/>
                </a:lnTo>
                <a:lnTo>
                  <a:pt x="2556362" y="100254"/>
                </a:lnTo>
                <a:lnTo>
                  <a:pt x="2556368" y="100061"/>
                </a:lnTo>
                <a:lnTo>
                  <a:pt x="2556373" y="99863"/>
                </a:lnTo>
                <a:lnTo>
                  <a:pt x="2556378" y="99664"/>
                </a:lnTo>
                <a:lnTo>
                  <a:pt x="2556382" y="99467"/>
                </a:lnTo>
                <a:lnTo>
                  <a:pt x="2556386" y="99272"/>
                </a:lnTo>
                <a:lnTo>
                  <a:pt x="2556390" y="99079"/>
                </a:lnTo>
                <a:lnTo>
                  <a:pt x="2556394" y="98889"/>
                </a:lnTo>
                <a:lnTo>
                  <a:pt x="2556398" y="98701"/>
                </a:lnTo>
                <a:lnTo>
                  <a:pt x="2556401" y="98515"/>
                </a:lnTo>
                <a:lnTo>
                  <a:pt x="2556405" y="98331"/>
                </a:lnTo>
                <a:lnTo>
                  <a:pt x="2556408" y="98150"/>
                </a:lnTo>
                <a:lnTo>
                  <a:pt x="2556411" y="97971"/>
                </a:lnTo>
                <a:lnTo>
                  <a:pt x="2556413" y="97794"/>
                </a:lnTo>
                <a:lnTo>
                  <a:pt x="2556416" y="97619"/>
                </a:lnTo>
                <a:lnTo>
                  <a:pt x="2556418" y="97446"/>
                </a:lnTo>
                <a:lnTo>
                  <a:pt x="2556420" y="97276"/>
                </a:lnTo>
                <a:lnTo>
                  <a:pt x="2556422" y="97108"/>
                </a:lnTo>
                <a:lnTo>
                  <a:pt x="2556424" y="96943"/>
                </a:lnTo>
                <a:lnTo>
                  <a:pt x="2556425" y="96779"/>
                </a:lnTo>
                <a:lnTo>
                  <a:pt x="2556426" y="96618"/>
                </a:lnTo>
                <a:lnTo>
                  <a:pt x="2556428" y="96459"/>
                </a:lnTo>
                <a:lnTo>
                  <a:pt x="2556428" y="96302"/>
                </a:lnTo>
                <a:lnTo>
                  <a:pt x="2556429" y="96147"/>
                </a:lnTo>
                <a:lnTo>
                  <a:pt x="2556430" y="95995"/>
                </a:lnTo>
                <a:lnTo>
                  <a:pt x="2556430" y="95845"/>
                </a:lnTo>
                <a:lnTo>
                  <a:pt x="2556430" y="95697"/>
                </a:lnTo>
                <a:lnTo>
                  <a:pt x="2556408" y="93520"/>
                </a:lnTo>
                <a:lnTo>
                  <a:pt x="2556344" y="91385"/>
                </a:lnTo>
                <a:lnTo>
                  <a:pt x="2556236" y="89293"/>
                </a:lnTo>
                <a:lnTo>
                  <a:pt x="2556085" y="87244"/>
                </a:lnTo>
                <a:lnTo>
                  <a:pt x="2555890" y="85238"/>
                </a:lnTo>
                <a:lnTo>
                  <a:pt x="2555653" y="83274"/>
                </a:lnTo>
                <a:lnTo>
                  <a:pt x="2555373" y="81353"/>
                </a:lnTo>
                <a:lnTo>
                  <a:pt x="2555049" y="79475"/>
                </a:lnTo>
                <a:lnTo>
                  <a:pt x="2554682" y="77640"/>
                </a:lnTo>
                <a:lnTo>
                  <a:pt x="2554272" y="75847"/>
                </a:lnTo>
                <a:lnTo>
                  <a:pt x="2553819" y="74097"/>
                </a:lnTo>
                <a:lnTo>
                  <a:pt x="2553322" y="72390"/>
                </a:lnTo>
                <a:lnTo>
                  <a:pt x="2552783" y="70726"/>
                </a:lnTo>
                <a:lnTo>
                  <a:pt x="2552200" y="69105"/>
                </a:lnTo>
                <a:lnTo>
                  <a:pt x="2551574" y="67526"/>
                </a:lnTo>
                <a:lnTo>
                  <a:pt x="2550905" y="65990"/>
                </a:lnTo>
                <a:lnTo>
                  <a:pt x="2550193" y="64497"/>
                </a:lnTo>
                <a:lnTo>
                  <a:pt x="2549438" y="63046"/>
                </a:lnTo>
                <a:lnTo>
                  <a:pt x="2548639" y="61638"/>
                </a:lnTo>
                <a:lnTo>
                  <a:pt x="2547798" y="60274"/>
                </a:lnTo>
                <a:lnTo>
                  <a:pt x="2546913" y="58951"/>
                </a:lnTo>
                <a:lnTo>
                  <a:pt x="2545985" y="57672"/>
                </a:lnTo>
                <a:lnTo>
                  <a:pt x="2545014" y="56435"/>
                </a:lnTo>
                <a:lnTo>
                  <a:pt x="2544000" y="55242"/>
                </a:lnTo>
                <a:lnTo>
                  <a:pt x="2542947" y="54093"/>
                </a:lnTo>
                <a:lnTo>
                  <a:pt x="2541861" y="52994"/>
                </a:lnTo>
                <a:lnTo>
                  <a:pt x="2540742" y="51943"/>
                </a:lnTo>
                <a:lnTo>
                  <a:pt x="2539590" y="50941"/>
                </a:lnTo>
                <a:lnTo>
                  <a:pt x="2538405" y="49989"/>
                </a:lnTo>
                <a:lnTo>
                  <a:pt x="2537186" y="49085"/>
                </a:lnTo>
                <a:lnTo>
                  <a:pt x="2535934" y="48229"/>
                </a:lnTo>
                <a:lnTo>
                  <a:pt x="2534648" y="47423"/>
                </a:lnTo>
                <a:lnTo>
                  <a:pt x="2533330" y="46666"/>
                </a:lnTo>
                <a:lnTo>
                  <a:pt x="2531978" y="45957"/>
                </a:lnTo>
                <a:lnTo>
                  <a:pt x="2530593" y="45297"/>
                </a:lnTo>
                <a:lnTo>
                  <a:pt x="2529174" y="44687"/>
                </a:lnTo>
                <a:lnTo>
                  <a:pt x="2527723" y="44125"/>
                </a:lnTo>
                <a:lnTo>
                  <a:pt x="2526238" y="43612"/>
                </a:lnTo>
                <a:lnTo>
                  <a:pt x="2524720" y="43147"/>
                </a:lnTo>
                <a:lnTo>
                  <a:pt x="2523168" y="42732"/>
                </a:lnTo>
                <a:lnTo>
                  <a:pt x="2521584" y="42366"/>
                </a:lnTo>
                <a:lnTo>
                  <a:pt x="2519966" y="42048"/>
                </a:lnTo>
                <a:lnTo>
                  <a:pt x="2518315" y="41779"/>
                </a:lnTo>
                <a:lnTo>
                  <a:pt x="2516630" y="41559"/>
                </a:lnTo>
                <a:lnTo>
                  <a:pt x="2514912" y="41388"/>
                </a:lnTo>
                <a:lnTo>
                  <a:pt x="2513161" y="41266"/>
                </a:lnTo>
                <a:lnTo>
                  <a:pt x="2511377" y="41193"/>
                </a:lnTo>
                <a:lnTo>
                  <a:pt x="2509560" y="41168"/>
                </a:lnTo>
                <a:lnTo>
                  <a:pt x="2508201" y="41181"/>
                </a:lnTo>
                <a:lnTo>
                  <a:pt x="2506861" y="41221"/>
                </a:lnTo>
                <a:lnTo>
                  <a:pt x="2505541" y="41286"/>
                </a:lnTo>
                <a:lnTo>
                  <a:pt x="2504239" y="41377"/>
                </a:lnTo>
                <a:lnTo>
                  <a:pt x="2502957" y="41495"/>
                </a:lnTo>
                <a:lnTo>
                  <a:pt x="2501694" y="41638"/>
                </a:lnTo>
                <a:lnTo>
                  <a:pt x="2500451" y="41808"/>
                </a:lnTo>
                <a:lnTo>
                  <a:pt x="2499226" y="42003"/>
                </a:lnTo>
                <a:lnTo>
                  <a:pt x="2498021" y="42225"/>
                </a:lnTo>
                <a:lnTo>
                  <a:pt x="2496835" y="42473"/>
                </a:lnTo>
                <a:lnTo>
                  <a:pt x="2495668" y="42747"/>
                </a:lnTo>
                <a:lnTo>
                  <a:pt x="2494521" y="43047"/>
                </a:lnTo>
                <a:lnTo>
                  <a:pt x="2493392" y="43374"/>
                </a:lnTo>
                <a:lnTo>
                  <a:pt x="2492283" y="43726"/>
                </a:lnTo>
                <a:lnTo>
                  <a:pt x="2491193" y="44104"/>
                </a:lnTo>
                <a:lnTo>
                  <a:pt x="2490122" y="44509"/>
                </a:lnTo>
                <a:lnTo>
                  <a:pt x="2489071" y="44939"/>
                </a:lnTo>
                <a:lnTo>
                  <a:pt x="2488038" y="45396"/>
                </a:lnTo>
                <a:lnTo>
                  <a:pt x="2487025" y="45879"/>
                </a:lnTo>
                <a:lnTo>
                  <a:pt x="2486031" y="46388"/>
                </a:lnTo>
                <a:lnTo>
                  <a:pt x="2485056" y="46923"/>
                </a:lnTo>
                <a:lnTo>
                  <a:pt x="2484101" y="47484"/>
                </a:lnTo>
                <a:lnTo>
                  <a:pt x="2483164" y="48071"/>
                </a:lnTo>
                <a:lnTo>
                  <a:pt x="2482247" y="48684"/>
                </a:lnTo>
                <a:lnTo>
                  <a:pt x="2481349" y="49321"/>
                </a:lnTo>
                <a:lnTo>
                  <a:pt x="2480470" y="49977"/>
                </a:lnTo>
                <a:lnTo>
                  <a:pt x="2479611" y="50654"/>
                </a:lnTo>
                <a:lnTo>
                  <a:pt x="2478770" y="51351"/>
                </a:lnTo>
                <a:lnTo>
                  <a:pt x="2477949" y="52068"/>
                </a:lnTo>
                <a:lnTo>
                  <a:pt x="2477147" y="52806"/>
                </a:lnTo>
                <a:lnTo>
                  <a:pt x="2476365" y="53563"/>
                </a:lnTo>
                <a:lnTo>
                  <a:pt x="2475601" y="54341"/>
                </a:lnTo>
                <a:lnTo>
                  <a:pt x="2474857" y="55139"/>
                </a:lnTo>
                <a:lnTo>
                  <a:pt x="2474132" y="55957"/>
                </a:lnTo>
                <a:lnTo>
                  <a:pt x="2473426" y="56795"/>
                </a:lnTo>
                <a:lnTo>
                  <a:pt x="2472739" y="57653"/>
                </a:lnTo>
                <a:lnTo>
                  <a:pt x="2472072" y="58532"/>
                </a:lnTo>
                <a:lnTo>
                  <a:pt x="2471423" y="59431"/>
                </a:lnTo>
                <a:lnTo>
                  <a:pt x="2470794" y="60350"/>
                </a:lnTo>
                <a:lnTo>
                  <a:pt x="2470184" y="61289"/>
                </a:lnTo>
                <a:lnTo>
                  <a:pt x="2469594" y="62248"/>
                </a:lnTo>
                <a:lnTo>
                  <a:pt x="2469022" y="63228"/>
                </a:lnTo>
                <a:lnTo>
                  <a:pt x="2468470" y="64227"/>
                </a:lnTo>
                <a:lnTo>
                  <a:pt x="2467937" y="65247"/>
                </a:lnTo>
                <a:lnTo>
                  <a:pt x="2467423" y="66287"/>
                </a:lnTo>
                <a:lnTo>
                  <a:pt x="2466928" y="67348"/>
                </a:lnTo>
                <a:lnTo>
                  <a:pt x="2466453" y="68428"/>
                </a:lnTo>
                <a:lnTo>
                  <a:pt x="2465996" y="69529"/>
                </a:lnTo>
                <a:lnTo>
                  <a:pt x="2465559" y="70647"/>
                </a:lnTo>
                <a:lnTo>
                  <a:pt x="2465140" y="71779"/>
                </a:lnTo>
                <a:lnTo>
                  <a:pt x="2464740" y="72926"/>
                </a:lnTo>
                <a:lnTo>
                  <a:pt x="2464359" y="74087"/>
                </a:lnTo>
                <a:lnTo>
                  <a:pt x="2463996" y="75263"/>
                </a:lnTo>
                <a:lnTo>
                  <a:pt x="2463652" y="76453"/>
                </a:lnTo>
                <a:lnTo>
                  <a:pt x="2463326" y="77658"/>
                </a:lnTo>
                <a:lnTo>
                  <a:pt x="2463019" y="78878"/>
                </a:lnTo>
                <a:lnTo>
                  <a:pt x="2462730" y="80111"/>
                </a:lnTo>
                <a:lnTo>
                  <a:pt x="2462460" y="81360"/>
                </a:lnTo>
                <a:lnTo>
                  <a:pt x="2462209" y="82622"/>
                </a:lnTo>
                <a:lnTo>
                  <a:pt x="2461977" y="83899"/>
                </a:lnTo>
                <a:lnTo>
                  <a:pt x="2461763" y="85191"/>
                </a:lnTo>
                <a:lnTo>
                  <a:pt x="2461567" y="86497"/>
                </a:lnTo>
                <a:lnTo>
                  <a:pt x="2461390" y="87818"/>
                </a:lnTo>
                <a:lnTo>
                  <a:pt x="2461232" y="89153"/>
                </a:lnTo>
                <a:lnTo>
                  <a:pt x="2461093" y="90503"/>
                </a:lnTo>
                <a:lnTo>
                  <a:pt x="2460972" y="91867"/>
                </a:lnTo>
                <a:lnTo>
                  <a:pt x="2460869" y="93245"/>
                </a:lnTo>
                <a:lnTo>
                  <a:pt x="2460785" y="94638"/>
                </a:lnTo>
                <a:lnTo>
                  <a:pt x="2460720" y="96046"/>
                </a:lnTo>
                <a:lnTo>
                  <a:pt x="2460674" y="97468"/>
                </a:lnTo>
                <a:lnTo>
                  <a:pt x="2460646" y="98904"/>
                </a:lnTo>
                <a:lnTo>
                  <a:pt x="2460637" y="100355"/>
                </a:lnTo>
                <a:lnTo>
                  <a:pt x="2460646" y="101749"/>
                </a:lnTo>
                <a:lnTo>
                  <a:pt x="2460675" y="103130"/>
                </a:lnTo>
                <a:lnTo>
                  <a:pt x="2460723" y="104501"/>
                </a:lnTo>
                <a:lnTo>
                  <a:pt x="2460790" y="105859"/>
                </a:lnTo>
                <a:lnTo>
                  <a:pt x="2460877" y="107207"/>
                </a:lnTo>
                <a:lnTo>
                  <a:pt x="2460982" y="108542"/>
                </a:lnTo>
                <a:lnTo>
                  <a:pt x="2461107" y="109866"/>
                </a:lnTo>
                <a:lnTo>
                  <a:pt x="2461251" y="111178"/>
                </a:lnTo>
                <a:lnTo>
                  <a:pt x="2461414" y="112479"/>
                </a:lnTo>
                <a:lnTo>
                  <a:pt x="2461597" y="113768"/>
                </a:lnTo>
                <a:lnTo>
                  <a:pt x="2461798" y="115045"/>
                </a:lnTo>
                <a:lnTo>
                  <a:pt x="2462019" y="116311"/>
                </a:lnTo>
                <a:lnTo>
                  <a:pt x="2462259" y="117565"/>
                </a:lnTo>
                <a:lnTo>
                  <a:pt x="2462519" y="118807"/>
                </a:lnTo>
                <a:lnTo>
                  <a:pt x="2462797" y="120038"/>
                </a:lnTo>
                <a:lnTo>
                  <a:pt x="2463095" y="121258"/>
                </a:lnTo>
                <a:lnTo>
                  <a:pt x="2463412" y="122465"/>
                </a:lnTo>
                <a:lnTo>
                  <a:pt x="2463748" y="123661"/>
                </a:lnTo>
                <a:lnTo>
                  <a:pt x="2464103" y="124846"/>
                </a:lnTo>
                <a:lnTo>
                  <a:pt x="2464478" y="126018"/>
                </a:lnTo>
                <a:lnTo>
                  <a:pt x="2464871" y="127180"/>
                </a:lnTo>
                <a:lnTo>
                  <a:pt x="2465284" y="128329"/>
                </a:lnTo>
                <a:lnTo>
                  <a:pt x="2465716" y="129467"/>
                </a:lnTo>
                <a:lnTo>
                  <a:pt x="2466168" y="130593"/>
                </a:lnTo>
                <a:lnTo>
                  <a:pt x="2466638" y="131704"/>
                </a:lnTo>
                <a:lnTo>
                  <a:pt x="2467129" y="132795"/>
                </a:lnTo>
                <a:lnTo>
                  <a:pt x="2467640" y="133866"/>
                </a:lnTo>
                <a:lnTo>
                  <a:pt x="2468171" y="134918"/>
                </a:lnTo>
                <a:lnTo>
                  <a:pt x="2468722" y="135950"/>
                </a:lnTo>
                <a:lnTo>
                  <a:pt x="2469293" y="136963"/>
                </a:lnTo>
                <a:lnTo>
                  <a:pt x="2469884" y="137956"/>
                </a:lnTo>
                <a:lnTo>
                  <a:pt x="2470495" y="138929"/>
                </a:lnTo>
                <a:lnTo>
                  <a:pt x="2471126" y="139883"/>
                </a:lnTo>
                <a:lnTo>
                  <a:pt x="2471776" y="140818"/>
                </a:lnTo>
                <a:lnTo>
                  <a:pt x="2472447" y="141733"/>
                </a:lnTo>
                <a:lnTo>
                  <a:pt x="2473138" y="142628"/>
                </a:lnTo>
                <a:lnTo>
                  <a:pt x="2473849" y="143504"/>
                </a:lnTo>
                <a:lnTo>
                  <a:pt x="2474580" y="144360"/>
                </a:lnTo>
                <a:lnTo>
                  <a:pt x="2475331" y="145197"/>
                </a:lnTo>
                <a:lnTo>
                  <a:pt x="2476102" y="146014"/>
                </a:lnTo>
                <a:lnTo>
                  <a:pt x="2476893" y="146812"/>
                </a:lnTo>
                <a:lnTo>
                  <a:pt x="2477703" y="147590"/>
                </a:lnTo>
                <a:lnTo>
                  <a:pt x="2478534" y="148348"/>
                </a:lnTo>
                <a:lnTo>
                  <a:pt x="2479385" y="149087"/>
                </a:lnTo>
                <a:lnTo>
                  <a:pt x="2480256" y="149807"/>
                </a:lnTo>
                <a:lnTo>
                  <a:pt x="2481147" y="150506"/>
                </a:lnTo>
                <a:lnTo>
                  <a:pt x="2482058" y="151187"/>
                </a:lnTo>
                <a:lnTo>
                  <a:pt x="2482988" y="151848"/>
                </a:lnTo>
                <a:lnTo>
                  <a:pt x="2483940" y="152485"/>
                </a:lnTo>
                <a:lnTo>
                  <a:pt x="2484912" y="153095"/>
                </a:lnTo>
                <a:lnTo>
                  <a:pt x="2485905" y="153678"/>
                </a:lnTo>
                <a:lnTo>
                  <a:pt x="2486920" y="154233"/>
                </a:lnTo>
                <a:lnTo>
                  <a:pt x="2487955" y="154762"/>
                </a:lnTo>
                <a:lnTo>
                  <a:pt x="2489011" y="155264"/>
                </a:lnTo>
                <a:lnTo>
                  <a:pt x="2490088" y="155738"/>
                </a:lnTo>
                <a:lnTo>
                  <a:pt x="2491187" y="156185"/>
                </a:lnTo>
                <a:lnTo>
                  <a:pt x="2492306" y="156606"/>
                </a:lnTo>
                <a:lnTo>
                  <a:pt x="2493446" y="156999"/>
                </a:lnTo>
                <a:lnTo>
                  <a:pt x="2494607" y="157365"/>
                </a:lnTo>
                <a:lnTo>
                  <a:pt x="2495789" y="157704"/>
                </a:lnTo>
                <a:lnTo>
                  <a:pt x="2496993" y="158015"/>
                </a:lnTo>
                <a:lnTo>
                  <a:pt x="2498217" y="158300"/>
                </a:lnTo>
                <a:lnTo>
                  <a:pt x="2499462" y="158558"/>
                </a:lnTo>
                <a:lnTo>
                  <a:pt x="2500728" y="158788"/>
                </a:lnTo>
                <a:lnTo>
                  <a:pt x="2502015" y="158991"/>
                </a:lnTo>
                <a:lnTo>
                  <a:pt x="2503323" y="159168"/>
                </a:lnTo>
                <a:lnTo>
                  <a:pt x="2504652" y="159317"/>
                </a:lnTo>
                <a:lnTo>
                  <a:pt x="2506002" y="159439"/>
                </a:lnTo>
                <a:lnTo>
                  <a:pt x="2507373" y="159534"/>
                </a:lnTo>
                <a:lnTo>
                  <a:pt x="2508765" y="159601"/>
                </a:lnTo>
                <a:lnTo>
                  <a:pt x="2510178" y="159642"/>
                </a:lnTo>
                <a:lnTo>
                  <a:pt x="2511612" y="159656"/>
                </a:lnTo>
                <a:lnTo>
                  <a:pt x="2512746" y="159647"/>
                </a:lnTo>
                <a:lnTo>
                  <a:pt x="2513867" y="159623"/>
                </a:lnTo>
                <a:lnTo>
                  <a:pt x="2514975" y="159581"/>
                </a:lnTo>
                <a:lnTo>
                  <a:pt x="2516069" y="159523"/>
                </a:lnTo>
                <a:lnTo>
                  <a:pt x="2517151" y="159449"/>
                </a:lnTo>
                <a:close/>
                <a:moveTo>
                  <a:pt x="2480744" y="82890"/>
                </a:moveTo>
                <a:lnTo>
                  <a:pt x="2480975" y="81669"/>
                </a:lnTo>
                <a:lnTo>
                  <a:pt x="2481227" y="80475"/>
                </a:lnTo>
                <a:lnTo>
                  <a:pt x="2481500" y="79308"/>
                </a:lnTo>
                <a:lnTo>
                  <a:pt x="2481794" y="78169"/>
                </a:lnTo>
                <a:lnTo>
                  <a:pt x="2482109" y="77056"/>
                </a:lnTo>
                <a:lnTo>
                  <a:pt x="2482445" y="75972"/>
                </a:lnTo>
                <a:lnTo>
                  <a:pt x="2482803" y="74914"/>
                </a:lnTo>
                <a:lnTo>
                  <a:pt x="2483182" y="73884"/>
                </a:lnTo>
                <a:lnTo>
                  <a:pt x="2483582" y="72882"/>
                </a:lnTo>
                <a:lnTo>
                  <a:pt x="2484003" y="71906"/>
                </a:lnTo>
                <a:lnTo>
                  <a:pt x="2484446" y="70958"/>
                </a:lnTo>
                <a:lnTo>
                  <a:pt x="2484909" y="70037"/>
                </a:lnTo>
                <a:lnTo>
                  <a:pt x="2485394" y="69144"/>
                </a:lnTo>
                <a:lnTo>
                  <a:pt x="2485900" y="68278"/>
                </a:lnTo>
                <a:lnTo>
                  <a:pt x="2486427" y="67439"/>
                </a:lnTo>
                <a:lnTo>
                  <a:pt x="2486975" y="66628"/>
                </a:lnTo>
                <a:lnTo>
                  <a:pt x="2487545" y="65844"/>
                </a:lnTo>
                <a:lnTo>
                  <a:pt x="2488136" y="65087"/>
                </a:lnTo>
                <a:lnTo>
                  <a:pt x="2488747" y="64358"/>
                </a:lnTo>
                <a:lnTo>
                  <a:pt x="2489380" y="63657"/>
                </a:lnTo>
                <a:lnTo>
                  <a:pt x="2490033" y="62985"/>
                </a:lnTo>
                <a:lnTo>
                  <a:pt x="2490707" y="62344"/>
                </a:lnTo>
                <a:lnTo>
                  <a:pt x="2491400" y="61732"/>
                </a:lnTo>
                <a:lnTo>
                  <a:pt x="2492115" y="61150"/>
                </a:lnTo>
                <a:lnTo>
                  <a:pt x="2492849" y="60599"/>
                </a:lnTo>
                <a:lnTo>
                  <a:pt x="2493604" y="60076"/>
                </a:lnTo>
                <a:lnTo>
                  <a:pt x="2494380" y="59584"/>
                </a:lnTo>
                <a:lnTo>
                  <a:pt x="2495175" y="59122"/>
                </a:lnTo>
                <a:lnTo>
                  <a:pt x="2495992" y="58689"/>
                </a:lnTo>
                <a:lnTo>
                  <a:pt x="2496828" y="58286"/>
                </a:lnTo>
                <a:lnTo>
                  <a:pt x="2497685" y="57913"/>
                </a:lnTo>
                <a:lnTo>
                  <a:pt x="2498563" y="57570"/>
                </a:lnTo>
                <a:lnTo>
                  <a:pt x="2499460" y="57257"/>
                </a:lnTo>
                <a:lnTo>
                  <a:pt x="2500379" y="56974"/>
                </a:lnTo>
                <a:lnTo>
                  <a:pt x="2501317" y="56720"/>
                </a:lnTo>
                <a:lnTo>
                  <a:pt x="2502276" y="56496"/>
                </a:lnTo>
                <a:lnTo>
                  <a:pt x="2503255" y="56302"/>
                </a:lnTo>
                <a:lnTo>
                  <a:pt x="2504255" y="56138"/>
                </a:lnTo>
                <a:lnTo>
                  <a:pt x="2505275" y="56004"/>
                </a:lnTo>
                <a:lnTo>
                  <a:pt x="2506316" y="55900"/>
                </a:lnTo>
                <a:lnTo>
                  <a:pt x="2507377" y="55825"/>
                </a:lnTo>
                <a:lnTo>
                  <a:pt x="2508458" y="55780"/>
                </a:lnTo>
                <a:lnTo>
                  <a:pt x="2509560" y="55765"/>
                </a:lnTo>
                <a:lnTo>
                  <a:pt x="2510642" y="55780"/>
                </a:lnTo>
                <a:lnTo>
                  <a:pt x="2511705" y="55826"/>
                </a:lnTo>
                <a:lnTo>
                  <a:pt x="2512747" y="55901"/>
                </a:lnTo>
                <a:lnTo>
                  <a:pt x="2513770" y="56006"/>
                </a:lnTo>
                <a:lnTo>
                  <a:pt x="2514772" y="56141"/>
                </a:lnTo>
                <a:lnTo>
                  <a:pt x="2515753" y="56306"/>
                </a:lnTo>
                <a:lnTo>
                  <a:pt x="2516715" y="56502"/>
                </a:lnTo>
                <a:lnTo>
                  <a:pt x="2517656" y="56727"/>
                </a:lnTo>
                <a:lnTo>
                  <a:pt x="2518578" y="56982"/>
                </a:lnTo>
                <a:lnTo>
                  <a:pt x="2519479" y="57268"/>
                </a:lnTo>
                <a:lnTo>
                  <a:pt x="2520360" y="57583"/>
                </a:lnTo>
                <a:lnTo>
                  <a:pt x="2521220" y="57929"/>
                </a:lnTo>
                <a:lnTo>
                  <a:pt x="2522061" y="58304"/>
                </a:lnTo>
                <a:lnTo>
                  <a:pt x="2522881" y="58710"/>
                </a:lnTo>
                <a:lnTo>
                  <a:pt x="2523681" y="59145"/>
                </a:lnTo>
                <a:lnTo>
                  <a:pt x="2524461" y="59611"/>
                </a:lnTo>
                <a:lnTo>
                  <a:pt x="2525221" y="60107"/>
                </a:lnTo>
                <a:lnTo>
                  <a:pt x="2525960" y="60633"/>
                </a:lnTo>
                <a:lnTo>
                  <a:pt x="2526679" y="61188"/>
                </a:lnTo>
                <a:lnTo>
                  <a:pt x="2527378" y="61774"/>
                </a:lnTo>
                <a:lnTo>
                  <a:pt x="2528057" y="62390"/>
                </a:lnTo>
                <a:lnTo>
                  <a:pt x="2528716" y="63036"/>
                </a:lnTo>
                <a:lnTo>
                  <a:pt x="2529354" y="63712"/>
                </a:lnTo>
                <a:lnTo>
                  <a:pt x="2529973" y="64418"/>
                </a:lnTo>
                <a:lnTo>
                  <a:pt x="2530569" y="65152"/>
                </a:lnTo>
                <a:lnTo>
                  <a:pt x="2531141" y="65913"/>
                </a:lnTo>
                <a:lnTo>
                  <a:pt x="2531689" y="66701"/>
                </a:lnTo>
                <a:lnTo>
                  <a:pt x="2532212" y="67515"/>
                </a:lnTo>
                <a:lnTo>
                  <a:pt x="2532712" y="68356"/>
                </a:lnTo>
                <a:lnTo>
                  <a:pt x="2533187" y="69223"/>
                </a:lnTo>
                <a:lnTo>
                  <a:pt x="2533638" y="70118"/>
                </a:lnTo>
                <a:lnTo>
                  <a:pt x="2534066" y="71039"/>
                </a:lnTo>
                <a:lnTo>
                  <a:pt x="2534468" y="71987"/>
                </a:lnTo>
                <a:lnTo>
                  <a:pt x="2534847" y="72961"/>
                </a:lnTo>
                <a:lnTo>
                  <a:pt x="2535202" y="73962"/>
                </a:lnTo>
                <a:lnTo>
                  <a:pt x="2535532" y="74990"/>
                </a:lnTo>
                <a:lnTo>
                  <a:pt x="2535838" y="76045"/>
                </a:lnTo>
                <a:lnTo>
                  <a:pt x="2536121" y="77126"/>
                </a:lnTo>
                <a:lnTo>
                  <a:pt x="2536379" y="78234"/>
                </a:lnTo>
                <a:lnTo>
                  <a:pt x="2536612" y="79369"/>
                </a:lnTo>
                <a:lnTo>
                  <a:pt x="2536822" y="80530"/>
                </a:lnTo>
                <a:lnTo>
                  <a:pt x="2537008" y="81718"/>
                </a:lnTo>
                <a:lnTo>
                  <a:pt x="2537169" y="82933"/>
                </a:lnTo>
                <a:lnTo>
                  <a:pt x="2537306" y="84174"/>
                </a:lnTo>
                <a:lnTo>
                  <a:pt x="2537419" y="85442"/>
                </a:lnTo>
                <a:lnTo>
                  <a:pt x="2537508" y="86737"/>
                </a:lnTo>
                <a:lnTo>
                  <a:pt x="2537573" y="88059"/>
                </a:lnTo>
                <a:lnTo>
                  <a:pt x="2537613" y="89407"/>
                </a:lnTo>
                <a:lnTo>
                  <a:pt x="2479909" y="89407"/>
                </a:lnTo>
                <a:lnTo>
                  <a:pt x="2480034" y="88049"/>
                </a:lnTo>
                <a:lnTo>
                  <a:pt x="2480180" y="86718"/>
                </a:lnTo>
                <a:lnTo>
                  <a:pt x="2480347" y="85415"/>
                </a:lnTo>
                <a:lnTo>
                  <a:pt x="2480535" y="84139"/>
                </a:lnTo>
                <a:lnTo>
                  <a:pt x="2480744" y="82890"/>
                </a:lnTo>
                <a:close/>
                <a:moveTo>
                  <a:pt x="2931989" y="159456"/>
                </a:moveTo>
                <a:lnTo>
                  <a:pt x="2933004" y="159368"/>
                </a:lnTo>
                <a:lnTo>
                  <a:pt x="2934011" y="159265"/>
                </a:lnTo>
                <a:lnTo>
                  <a:pt x="2935008" y="159145"/>
                </a:lnTo>
                <a:lnTo>
                  <a:pt x="2935997" y="159009"/>
                </a:lnTo>
                <a:lnTo>
                  <a:pt x="2936977" y="158858"/>
                </a:lnTo>
                <a:lnTo>
                  <a:pt x="2937947" y="158690"/>
                </a:lnTo>
                <a:lnTo>
                  <a:pt x="2938909" y="158506"/>
                </a:lnTo>
                <a:lnTo>
                  <a:pt x="2939862" y="158307"/>
                </a:lnTo>
                <a:lnTo>
                  <a:pt x="2940806" y="158091"/>
                </a:lnTo>
                <a:lnTo>
                  <a:pt x="2941742" y="157860"/>
                </a:lnTo>
                <a:lnTo>
                  <a:pt x="2942668" y="157612"/>
                </a:lnTo>
                <a:lnTo>
                  <a:pt x="2943585" y="157349"/>
                </a:lnTo>
                <a:lnTo>
                  <a:pt x="2944494" y="157070"/>
                </a:lnTo>
                <a:lnTo>
                  <a:pt x="2945393" y="156774"/>
                </a:lnTo>
                <a:lnTo>
                  <a:pt x="2946284" y="156463"/>
                </a:lnTo>
                <a:lnTo>
                  <a:pt x="2947166" y="156136"/>
                </a:lnTo>
                <a:lnTo>
                  <a:pt x="2948038" y="155793"/>
                </a:lnTo>
                <a:lnTo>
                  <a:pt x="2948902" y="155434"/>
                </a:lnTo>
                <a:lnTo>
                  <a:pt x="2949757" y="155058"/>
                </a:lnTo>
                <a:lnTo>
                  <a:pt x="2950601" y="154667"/>
                </a:lnTo>
                <a:lnTo>
                  <a:pt x="2951430" y="154259"/>
                </a:lnTo>
                <a:lnTo>
                  <a:pt x="2952245" y="153836"/>
                </a:lnTo>
                <a:lnTo>
                  <a:pt x="2953045" y="153396"/>
                </a:lnTo>
                <a:lnTo>
                  <a:pt x="2953832" y="152939"/>
                </a:lnTo>
                <a:lnTo>
                  <a:pt x="2954604" y="152467"/>
                </a:lnTo>
                <a:lnTo>
                  <a:pt x="2955362" y="151979"/>
                </a:lnTo>
                <a:lnTo>
                  <a:pt x="2956106" y="151474"/>
                </a:lnTo>
                <a:lnTo>
                  <a:pt x="2956835" y="150953"/>
                </a:lnTo>
                <a:lnTo>
                  <a:pt x="2957550" y="150416"/>
                </a:lnTo>
                <a:lnTo>
                  <a:pt x="2958251" y="149863"/>
                </a:lnTo>
                <a:lnTo>
                  <a:pt x="2958938" y="149294"/>
                </a:lnTo>
                <a:lnTo>
                  <a:pt x="2959610" y="148709"/>
                </a:lnTo>
                <a:lnTo>
                  <a:pt x="2960268" y="148107"/>
                </a:lnTo>
                <a:lnTo>
                  <a:pt x="2960912" y="147489"/>
                </a:lnTo>
                <a:lnTo>
                  <a:pt x="2961541" y="146856"/>
                </a:lnTo>
                <a:lnTo>
                  <a:pt x="2962157" y="146205"/>
                </a:lnTo>
                <a:lnTo>
                  <a:pt x="2962758" y="145539"/>
                </a:lnTo>
                <a:lnTo>
                  <a:pt x="2963345" y="144857"/>
                </a:lnTo>
                <a:lnTo>
                  <a:pt x="2963917" y="144158"/>
                </a:lnTo>
                <a:lnTo>
                  <a:pt x="2964476" y="143444"/>
                </a:lnTo>
                <a:lnTo>
                  <a:pt x="2965020" y="142713"/>
                </a:lnTo>
                <a:lnTo>
                  <a:pt x="2965549" y="141966"/>
                </a:lnTo>
                <a:lnTo>
                  <a:pt x="2966065" y="141203"/>
                </a:lnTo>
                <a:lnTo>
                  <a:pt x="2966563" y="140423"/>
                </a:lnTo>
                <a:lnTo>
                  <a:pt x="2967041" y="139628"/>
                </a:lnTo>
                <a:lnTo>
                  <a:pt x="2967499" y="138817"/>
                </a:lnTo>
                <a:lnTo>
                  <a:pt x="2967936" y="137990"/>
                </a:lnTo>
                <a:lnTo>
                  <a:pt x="2968352" y="137148"/>
                </a:lnTo>
                <a:lnTo>
                  <a:pt x="2968749" y="136290"/>
                </a:lnTo>
                <a:lnTo>
                  <a:pt x="2969124" y="135416"/>
                </a:lnTo>
                <a:lnTo>
                  <a:pt x="2969480" y="134526"/>
                </a:lnTo>
                <a:lnTo>
                  <a:pt x="2969815" y="133620"/>
                </a:lnTo>
                <a:lnTo>
                  <a:pt x="2970130" y="132699"/>
                </a:lnTo>
                <a:lnTo>
                  <a:pt x="2970424" y="131762"/>
                </a:lnTo>
                <a:lnTo>
                  <a:pt x="2970698" y="130809"/>
                </a:lnTo>
                <a:lnTo>
                  <a:pt x="2970951" y="129840"/>
                </a:lnTo>
                <a:lnTo>
                  <a:pt x="2971185" y="128856"/>
                </a:lnTo>
                <a:lnTo>
                  <a:pt x="2971397" y="127856"/>
                </a:lnTo>
                <a:lnTo>
                  <a:pt x="2971590" y="126840"/>
                </a:lnTo>
                <a:lnTo>
                  <a:pt x="2971762" y="125808"/>
                </a:lnTo>
                <a:lnTo>
                  <a:pt x="2971913" y="124761"/>
                </a:lnTo>
                <a:lnTo>
                  <a:pt x="2972044" y="123698"/>
                </a:lnTo>
                <a:lnTo>
                  <a:pt x="2972155" y="122619"/>
                </a:lnTo>
                <a:lnTo>
                  <a:pt x="2972245" y="121524"/>
                </a:lnTo>
                <a:lnTo>
                  <a:pt x="2972315" y="120413"/>
                </a:lnTo>
                <a:lnTo>
                  <a:pt x="2972365" y="119287"/>
                </a:lnTo>
                <a:lnTo>
                  <a:pt x="2972394" y="118145"/>
                </a:lnTo>
                <a:lnTo>
                  <a:pt x="2953692" y="118145"/>
                </a:lnTo>
                <a:lnTo>
                  <a:pt x="2953651" y="119207"/>
                </a:lnTo>
                <a:lnTo>
                  <a:pt x="2953586" y="120248"/>
                </a:lnTo>
                <a:lnTo>
                  <a:pt x="2953496" y="121266"/>
                </a:lnTo>
                <a:lnTo>
                  <a:pt x="2953381" y="122263"/>
                </a:lnTo>
                <a:lnTo>
                  <a:pt x="2953242" y="123239"/>
                </a:lnTo>
                <a:lnTo>
                  <a:pt x="2953079" y="124192"/>
                </a:lnTo>
                <a:lnTo>
                  <a:pt x="2952891" y="125124"/>
                </a:lnTo>
                <a:lnTo>
                  <a:pt x="2952678" y="126034"/>
                </a:lnTo>
                <a:lnTo>
                  <a:pt x="2952441" y="126923"/>
                </a:lnTo>
                <a:lnTo>
                  <a:pt x="2952179" y="127789"/>
                </a:lnTo>
                <a:lnTo>
                  <a:pt x="2951893" y="128634"/>
                </a:lnTo>
                <a:lnTo>
                  <a:pt x="2951582" y="129457"/>
                </a:lnTo>
                <a:lnTo>
                  <a:pt x="2951247" y="130259"/>
                </a:lnTo>
                <a:lnTo>
                  <a:pt x="2950887" y="131039"/>
                </a:lnTo>
                <a:lnTo>
                  <a:pt x="2950502" y="131797"/>
                </a:lnTo>
                <a:lnTo>
                  <a:pt x="2950093" y="132533"/>
                </a:lnTo>
                <a:lnTo>
                  <a:pt x="2949660" y="133248"/>
                </a:lnTo>
                <a:lnTo>
                  <a:pt x="2949201" y="133941"/>
                </a:lnTo>
                <a:lnTo>
                  <a:pt x="2948719" y="134612"/>
                </a:lnTo>
                <a:lnTo>
                  <a:pt x="2948211" y="135262"/>
                </a:lnTo>
                <a:lnTo>
                  <a:pt x="2947680" y="135889"/>
                </a:lnTo>
                <a:lnTo>
                  <a:pt x="2947123" y="136495"/>
                </a:lnTo>
                <a:lnTo>
                  <a:pt x="2946542" y="137080"/>
                </a:lnTo>
                <a:lnTo>
                  <a:pt x="2945937" y="137642"/>
                </a:lnTo>
                <a:lnTo>
                  <a:pt x="2945312" y="138182"/>
                </a:lnTo>
                <a:lnTo>
                  <a:pt x="2944674" y="138699"/>
                </a:lnTo>
                <a:lnTo>
                  <a:pt x="2944021" y="139194"/>
                </a:lnTo>
                <a:lnTo>
                  <a:pt x="2943355" y="139665"/>
                </a:lnTo>
                <a:lnTo>
                  <a:pt x="2942675" y="140113"/>
                </a:lnTo>
                <a:lnTo>
                  <a:pt x="2941981" y="140538"/>
                </a:lnTo>
                <a:lnTo>
                  <a:pt x="2941273" y="140940"/>
                </a:lnTo>
                <a:lnTo>
                  <a:pt x="2940552" y="141319"/>
                </a:lnTo>
                <a:lnTo>
                  <a:pt x="2939816" y="141675"/>
                </a:lnTo>
                <a:lnTo>
                  <a:pt x="2939067" y="142008"/>
                </a:lnTo>
                <a:lnTo>
                  <a:pt x="2938304" y="142319"/>
                </a:lnTo>
                <a:lnTo>
                  <a:pt x="2937527" y="142606"/>
                </a:lnTo>
                <a:lnTo>
                  <a:pt x="2936736" y="142870"/>
                </a:lnTo>
                <a:lnTo>
                  <a:pt x="2935931" y="143111"/>
                </a:lnTo>
                <a:lnTo>
                  <a:pt x="2935112" y="143330"/>
                </a:lnTo>
                <a:lnTo>
                  <a:pt x="2934280" y="143525"/>
                </a:lnTo>
                <a:lnTo>
                  <a:pt x="2933433" y="143697"/>
                </a:lnTo>
                <a:lnTo>
                  <a:pt x="2932573" y="143847"/>
                </a:lnTo>
                <a:lnTo>
                  <a:pt x="2931699" y="143973"/>
                </a:lnTo>
                <a:lnTo>
                  <a:pt x="2930811" y="144076"/>
                </a:lnTo>
                <a:lnTo>
                  <a:pt x="2929909" y="144157"/>
                </a:lnTo>
                <a:lnTo>
                  <a:pt x="2928993" y="144214"/>
                </a:lnTo>
                <a:lnTo>
                  <a:pt x="2928064" y="144249"/>
                </a:lnTo>
                <a:lnTo>
                  <a:pt x="2927120" y="144260"/>
                </a:lnTo>
                <a:lnTo>
                  <a:pt x="2926280" y="144251"/>
                </a:lnTo>
                <a:lnTo>
                  <a:pt x="2925452" y="144225"/>
                </a:lnTo>
                <a:lnTo>
                  <a:pt x="2924635" y="144180"/>
                </a:lnTo>
                <a:lnTo>
                  <a:pt x="2923829" y="144118"/>
                </a:lnTo>
                <a:lnTo>
                  <a:pt x="2923035" y="144038"/>
                </a:lnTo>
                <a:lnTo>
                  <a:pt x="2922252" y="143941"/>
                </a:lnTo>
                <a:lnTo>
                  <a:pt x="2921481" y="143825"/>
                </a:lnTo>
                <a:lnTo>
                  <a:pt x="2920722" y="143692"/>
                </a:lnTo>
                <a:lnTo>
                  <a:pt x="2919973" y="143541"/>
                </a:lnTo>
                <a:lnTo>
                  <a:pt x="2919237" y="143372"/>
                </a:lnTo>
                <a:lnTo>
                  <a:pt x="2918511" y="143186"/>
                </a:lnTo>
                <a:lnTo>
                  <a:pt x="2917798" y="142982"/>
                </a:lnTo>
                <a:lnTo>
                  <a:pt x="2917095" y="142760"/>
                </a:lnTo>
                <a:lnTo>
                  <a:pt x="2916405" y="142520"/>
                </a:lnTo>
                <a:lnTo>
                  <a:pt x="2915725" y="142263"/>
                </a:lnTo>
                <a:lnTo>
                  <a:pt x="2915058" y="141987"/>
                </a:lnTo>
                <a:lnTo>
                  <a:pt x="2914401" y="141694"/>
                </a:lnTo>
                <a:lnTo>
                  <a:pt x="2913756" y="141384"/>
                </a:lnTo>
                <a:lnTo>
                  <a:pt x="2913123" y="141055"/>
                </a:lnTo>
                <a:lnTo>
                  <a:pt x="2912501" y="140709"/>
                </a:lnTo>
                <a:lnTo>
                  <a:pt x="2911891" y="140345"/>
                </a:lnTo>
                <a:lnTo>
                  <a:pt x="2911292" y="139963"/>
                </a:lnTo>
                <a:lnTo>
                  <a:pt x="2910704" y="139564"/>
                </a:lnTo>
                <a:lnTo>
                  <a:pt x="2910129" y="139146"/>
                </a:lnTo>
                <a:lnTo>
                  <a:pt x="2909564" y="138712"/>
                </a:lnTo>
                <a:lnTo>
                  <a:pt x="2909012" y="138261"/>
                </a:lnTo>
                <a:lnTo>
                  <a:pt x="2908471" y="137794"/>
                </a:lnTo>
                <a:lnTo>
                  <a:pt x="2907943" y="137312"/>
                </a:lnTo>
                <a:lnTo>
                  <a:pt x="2907426" y="136813"/>
                </a:lnTo>
                <a:lnTo>
                  <a:pt x="2906921" y="136298"/>
                </a:lnTo>
                <a:lnTo>
                  <a:pt x="2906428" y="135766"/>
                </a:lnTo>
                <a:lnTo>
                  <a:pt x="2905947" y="135219"/>
                </a:lnTo>
                <a:lnTo>
                  <a:pt x="2905478" y="134656"/>
                </a:lnTo>
                <a:lnTo>
                  <a:pt x="2905020" y="134076"/>
                </a:lnTo>
                <a:lnTo>
                  <a:pt x="2904575" y="133481"/>
                </a:lnTo>
                <a:lnTo>
                  <a:pt x="2904141" y="132869"/>
                </a:lnTo>
                <a:lnTo>
                  <a:pt x="2903720" y="132241"/>
                </a:lnTo>
                <a:lnTo>
                  <a:pt x="2903310" y="131597"/>
                </a:lnTo>
                <a:lnTo>
                  <a:pt x="2902912" y="130937"/>
                </a:lnTo>
                <a:lnTo>
                  <a:pt x="2902526" y="130261"/>
                </a:lnTo>
                <a:lnTo>
                  <a:pt x="2902152" y="129568"/>
                </a:lnTo>
                <a:lnTo>
                  <a:pt x="2901789" y="128860"/>
                </a:lnTo>
                <a:lnTo>
                  <a:pt x="2901439" y="128136"/>
                </a:lnTo>
                <a:lnTo>
                  <a:pt x="2901100" y="127395"/>
                </a:lnTo>
                <a:lnTo>
                  <a:pt x="2900774" y="126638"/>
                </a:lnTo>
                <a:lnTo>
                  <a:pt x="2900459" y="125865"/>
                </a:lnTo>
                <a:lnTo>
                  <a:pt x="2900156" y="125076"/>
                </a:lnTo>
                <a:lnTo>
                  <a:pt x="2899865" y="124271"/>
                </a:lnTo>
                <a:lnTo>
                  <a:pt x="2899586" y="123451"/>
                </a:lnTo>
                <a:lnTo>
                  <a:pt x="2899318" y="122617"/>
                </a:lnTo>
                <a:lnTo>
                  <a:pt x="2899063" y="121769"/>
                </a:lnTo>
                <a:lnTo>
                  <a:pt x="2898820" y="120906"/>
                </a:lnTo>
                <a:lnTo>
                  <a:pt x="2898588" y="120030"/>
                </a:lnTo>
                <a:lnTo>
                  <a:pt x="2898368" y="119139"/>
                </a:lnTo>
                <a:lnTo>
                  <a:pt x="2898160" y="118235"/>
                </a:lnTo>
                <a:lnTo>
                  <a:pt x="2897964" y="117316"/>
                </a:lnTo>
                <a:lnTo>
                  <a:pt x="2897780" y="116384"/>
                </a:lnTo>
                <a:lnTo>
                  <a:pt x="2897608" y="115437"/>
                </a:lnTo>
                <a:lnTo>
                  <a:pt x="2897448" y="114476"/>
                </a:lnTo>
                <a:lnTo>
                  <a:pt x="2897299" y="113502"/>
                </a:lnTo>
                <a:lnTo>
                  <a:pt x="2897162" y="112513"/>
                </a:lnTo>
                <a:lnTo>
                  <a:pt x="2897038" y="111510"/>
                </a:lnTo>
                <a:lnTo>
                  <a:pt x="2896925" y="110493"/>
                </a:lnTo>
                <a:lnTo>
                  <a:pt x="2896824" y="109462"/>
                </a:lnTo>
                <a:lnTo>
                  <a:pt x="2896735" y="108417"/>
                </a:lnTo>
                <a:lnTo>
                  <a:pt x="2896658" y="107358"/>
                </a:lnTo>
                <a:lnTo>
                  <a:pt x="2896592" y="106285"/>
                </a:lnTo>
                <a:lnTo>
                  <a:pt x="2896539" y="105197"/>
                </a:lnTo>
                <a:lnTo>
                  <a:pt x="2896497" y="104096"/>
                </a:lnTo>
                <a:lnTo>
                  <a:pt x="2896467" y="102981"/>
                </a:lnTo>
                <a:lnTo>
                  <a:pt x="2896450" y="101851"/>
                </a:lnTo>
                <a:lnTo>
                  <a:pt x="2896444" y="100708"/>
                </a:lnTo>
                <a:lnTo>
                  <a:pt x="2896457" y="98979"/>
                </a:lnTo>
                <a:lnTo>
                  <a:pt x="2896498" y="97283"/>
                </a:lnTo>
                <a:lnTo>
                  <a:pt x="2896565" y="95619"/>
                </a:lnTo>
                <a:lnTo>
                  <a:pt x="2896659" y="93987"/>
                </a:lnTo>
                <a:lnTo>
                  <a:pt x="2896780" y="92388"/>
                </a:lnTo>
                <a:lnTo>
                  <a:pt x="2896928" y="90821"/>
                </a:lnTo>
                <a:lnTo>
                  <a:pt x="2897103" y="89287"/>
                </a:lnTo>
                <a:lnTo>
                  <a:pt x="2897305" y="87785"/>
                </a:lnTo>
                <a:lnTo>
                  <a:pt x="2897534" y="86316"/>
                </a:lnTo>
                <a:lnTo>
                  <a:pt x="2897790" y="84879"/>
                </a:lnTo>
                <a:lnTo>
                  <a:pt x="2898073" y="83474"/>
                </a:lnTo>
                <a:lnTo>
                  <a:pt x="2898382" y="82102"/>
                </a:lnTo>
                <a:lnTo>
                  <a:pt x="2898719" y="80763"/>
                </a:lnTo>
                <a:lnTo>
                  <a:pt x="2899082" y="79456"/>
                </a:lnTo>
                <a:lnTo>
                  <a:pt x="2899473" y="78181"/>
                </a:lnTo>
                <a:lnTo>
                  <a:pt x="2899890" y="76938"/>
                </a:lnTo>
                <a:lnTo>
                  <a:pt x="2900335" y="75729"/>
                </a:lnTo>
                <a:lnTo>
                  <a:pt x="2900806" y="74551"/>
                </a:lnTo>
                <a:lnTo>
                  <a:pt x="2901304" y="73406"/>
                </a:lnTo>
                <a:lnTo>
                  <a:pt x="2901829" y="72293"/>
                </a:lnTo>
                <a:lnTo>
                  <a:pt x="2902381" y="71213"/>
                </a:lnTo>
                <a:lnTo>
                  <a:pt x="2902960" y="70165"/>
                </a:lnTo>
                <a:lnTo>
                  <a:pt x="2903566" y="69150"/>
                </a:lnTo>
                <a:lnTo>
                  <a:pt x="2904198" y="68167"/>
                </a:lnTo>
                <a:lnTo>
                  <a:pt x="2904858" y="67220"/>
                </a:lnTo>
                <a:lnTo>
                  <a:pt x="2905542" y="66314"/>
                </a:lnTo>
                <a:lnTo>
                  <a:pt x="2906253" y="65448"/>
                </a:lnTo>
                <a:lnTo>
                  <a:pt x="2906989" y="64622"/>
                </a:lnTo>
                <a:lnTo>
                  <a:pt x="2907751" y="63836"/>
                </a:lnTo>
                <a:lnTo>
                  <a:pt x="2908539" y="63091"/>
                </a:lnTo>
                <a:lnTo>
                  <a:pt x="2909353" y="62386"/>
                </a:lnTo>
                <a:lnTo>
                  <a:pt x="2910192" y="61721"/>
                </a:lnTo>
                <a:lnTo>
                  <a:pt x="2911057" y="61096"/>
                </a:lnTo>
                <a:lnTo>
                  <a:pt x="2911948" y="60512"/>
                </a:lnTo>
                <a:lnTo>
                  <a:pt x="2912864" y="59968"/>
                </a:lnTo>
                <a:lnTo>
                  <a:pt x="2913806" y="59465"/>
                </a:lnTo>
                <a:lnTo>
                  <a:pt x="2914774" y="59001"/>
                </a:lnTo>
                <a:lnTo>
                  <a:pt x="2915768" y="58578"/>
                </a:lnTo>
                <a:lnTo>
                  <a:pt x="2916787" y="58195"/>
                </a:lnTo>
                <a:lnTo>
                  <a:pt x="2917833" y="57853"/>
                </a:lnTo>
                <a:lnTo>
                  <a:pt x="2918903" y="57551"/>
                </a:lnTo>
                <a:lnTo>
                  <a:pt x="2920000" y="57289"/>
                </a:lnTo>
                <a:lnTo>
                  <a:pt x="2921122" y="57067"/>
                </a:lnTo>
                <a:lnTo>
                  <a:pt x="2922271" y="56886"/>
                </a:lnTo>
                <a:lnTo>
                  <a:pt x="2923444" y="56745"/>
                </a:lnTo>
                <a:lnTo>
                  <a:pt x="2924644" y="56644"/>
                </a:lnTo>
                <a:lnTo>
                  <a:pt x="2925869" y="56584"/>
                </a:lnTo>
                <a:lnTo>
                  <a:pt x="2927120" y="56564"/>
                </a:lnTo>
                <a:lnTo>
                  <a:pt x="2928044" y="56575"/>
                </a:lnTo>
                <a:lnTo>
                  <a:pt x="2928953" y="56609"/>
                </a:lnTo>
                <a:lnTo>
                  <a:pt x="2929848" y="56665"/>
                </a:lnTo>
                <a:lnTo>
                  <a:pt x="2930727" y="56743"/>
                </a:lnTo>
                <a:lnTo>
                  <a:pt x="2931591" y="56844"/>
                </a:lnTo>
                <a:lnTo>
                  <a:pt x="2932441" y="56968"/>
                </a:lnTo>
                <a:lnTo>
                  <a:pt x="2933276" y="57114"/>
                </a:lnTo>
                <a:lnTo>
                  <a:pt x="2934096" y="57282"/>
                </a:lnTo>
                <a:lnTo>
                  <a:pt x="2934901" y="57473"/>
                </a:lnTo>
                <a:lnTo>
                  <a:pt x="2935691" y="57686"/>
                </a:lnTo>
                <a:lnTo>
                  <a:pt x="2936467" y="57922"/>
                </a:lnTo>
                <a:lnTo>
                  <a:pt x="2937227" y="58180"/>
                </a:lnTo>
                <a:lnTo>
                  <a:pt x="2937973" y="58460"/>
                </a:lnTo>
                <a:lnTo>
                  <a:pt x="2938704" y="58763"/>
                </a:lnTo>
                <a:lnTo>
                  <a:pt x="2939420" y="59089"/>
                </a:lnTo>
                <a:lnTo>
                  <a:pt x="2940121" y="59437"/>
                </a:lnTo>
                <a:lnTo>
                  <a:pt x="2940807" y="59807"/>
                </a:lnTo>
                <a:lnTo>
                  <a:pt x="2941479" y="60200"/>
                </a:lnTo>
                <a:lnTo>
                  <a:pt x="2942135" y="60615"/>
                </a:lnTo>
                <a:lnTo>
                  <a:pt x="2942777" y="61053"/>
                </a:lnTo>
                <a:lnTo>
                  <a:pt x="2943404" y="61513"/>
                </a:lnTo>
                <a:lnTo>
                  <a:pt x="2944016" y="61996"/>
                </a:lnTo>
                <a:lnTo>
                  <a:pt x="2944613" y="62501"/>
                </a:lnTo>
                <a:lnTo>
                  <a:pt x="2945196" y="63028"/>
                </a:lnTo>
                <a:lnTo>
                  <a:pt x="2945760" y="63575"/>
                </a:lnTo>
                <a:lnTo>
                  <a:pt x="2946303" y="64138"/>
                </a:lnTo>
                <a:lnTo>
                  <a:pt x="2946825" y="64718"/>
                </a:lnTo>
                <a:lnTo>
                  <a:pt x="2947326" y="65315"/>
                </a:lnTo>
                <a:lnTo>
                  <a:pt x="2947806" y="65928"/>
                </a:lnTo>
                <a:lnTo>
                  <a:pt x="2948264" y="66558"/>
                </a:lnTo>
                <a:lnTo>
                  <a:pt x="2948701" y="67205"/>
                </a:lnTo>
                <a:lnTo>
                  <a:pt x="2949117" y="67868"/>
                </a:lnTo>
                <a:lnTo>
                  <a:pt x="2949512" y="68548"/>
                </a:lnTo>
                <a:lnTo>
                  <a:pt x="2949886" y="69244"/>
                </a:lnTo>
                <a:lnTo>
                  <a:pt x="2950239" y="69957"/>
                </a:lnTo>
                <a:lnTo>
                  <a:pt x="2950570" y="70687"/>
                </a:lnTo>
                <a:lnTo>
                  <a:pt x="2950880" y="71433"/>
                </a:lnTo>
                <a:lnTo>
                  <a:pt x="2951169" y="72196"/>
                </a:lnTo>
                <a:lnTo>
                  <a:pt x="2951437" y="72976"/>
                </a:lnTo>
                <a:lnTo>
                  <a:pt x="2951683" y="73772"/>
                </a:lnTo>
                <a:lnTo>
                  <a:pt x="2951909" y="74585"/>
                </a:lnTo>
                <a:lnTo>
                  <a:pt x="2952113" y="75414"/>
                </a:lnTo>
                <a:lnTo>
                  <a:pt x="2952296" y="76260"/>
                </a:lnTo>
                <a:lnTo>
                  <a:pt x="2952458" y="77123"/>
                </a:lnTo>
                <a:lnTo>
                  <a:pt x="2952599" y="78002"/>
                </a:lnTo>
                <a:lnTo>
                  <a:pt x="2952718" y="78898"/>
                </a:lnTo>
                <a:lnTo>
                  <a:pt x="2952816" y="79811"/>
                </a:lnTo>
                <a:lnTo>
                  <a:pt x="2952893" y="80740"/>
                </a:lnTo>
                <a:lnTo>
                  <a:pt x="2971710" y="80740"/>
                </a:lnTo>
                <a:lnTo>
                  <a:pt x="2971662" y="79633"/>
                </a:lnTo>
                <a:lnTo>
                  <a:pt x="2971596" y="78541"/>
                </a:lnTo>
                <a:lnTo>
                  <a:pt x="2971510" y="77466"/>
                </a:lnTo>
                <a:lnTo>
                  <a:pt x="2971404" y="76407"/>
                </a:lnTo>
                <a:lnTo>
                  <a:pt x="2971280" y="75364"/>
                </a:lnTo>
                <a:lnTo>
                  <a:pt x="2971136" y="74337"/>
                </a:lnTo>
                <a:lnTo>
                  <a:pt x="2970973" y="73326"/>
                </a:lnTo>
                <a:lnTo>
                  <a:pt x="2970791" y="72332"/>
                </a:lnTo>
                <a:lnTo>
                  <a:pt x="2970590" y="71353"/>
                </a:lnTo>
                <a:lnTo>
                  <a:pt x="2970370" y="70391"/>
                </a:lnTo>
                <a:lnTo>
                  <a:pt x="2970130" y="69444"/>
                </a:lnTo>
                <a:lnTo>
                  <a:pt x="2969871" y="68514"/>
                </a:lnTo>
                <a:lnTo>
                  <a:pt x="2969593" y="67600"/>
                </a:lnTo>
                <a:lnTo>
                  <a:pt x="2969296" y="66702"/>
                </a:lnTo>
                <a:lnTo>
                  <a:pt x="2968979" y="65819"/>
                </a:lnTo>
                <a:lnTo>
                  <a:pt x="2968644" y="64954"/>
                </a:lnTo>
                <a:lnTo>
                  <a:pt x="2968289" y="64104"/>
                </a:lnTo>
                <a:lnTo>
                  <a:pt x="2967915" y="63270"/>
                </a:lnTo>
                <a:lnTo>
                  <a:pt x="2967521" y="62452"/>
                </a:lnTo>
                <a:lnTo>
                  <a:pt x="2967109" y="61651"/>
                </a:lnTo>
                <a:lnTo>
                  <a:pt x="2966677" y="60865"/>
                </a:lnTo>
                <a:lnTo>
                  <a:pt x="2966226" y="60096"/>
                </a:lnTo>
                <a:lnTo>
                  <a:pt x="2965756" y="59343"/>
                </a:lnTo>
                <a:lnTo>
                  <a:pt x="2965267" y="58606"/>
                </a:lnTo>
                <a:lnTo>
                  <a:pt x="2964761" y="57884"/>
                </a:lnTo>
                <a:lnTo>
                  <a:pt x="2964241" y="57178"/>
                </a:lnTo>
                <a:lnTo>
                  <a:pt x="2963708" y="56487"/>
                </a:lnTo>
                <a:lnTo>
                  <a:pt x="2963160" y="55812"/>
                </a:lnTo>
                <a:lnTo>
                  <a:pt x="2962599" y="55152"/>
                </a:lnTo>
                <a:lnTo>
                  <a:pt x="2962024" y="54507"/>
                </a:lnTo>
                <a:lnTo>
                  <a:pt x="2961435" y="53877"/>
                </a:lnTo>
                <a:lnTo>
                  <a:pt x="2960832" y="53263"/>
                </a:lnTo>
                <a:lnTo>
                  <a:pt x="2960215" y="52663"/>
                </a:lnTo>
                <a:lnTo>
                  <a:pt x="2959585" y="52080"/>
                </a:lnTo>
                <a:lnTo>
                  <a:pt x="2958940" y="51511"/>
                </a:lnTo>
                <a:lnTo>
                  <a:pt x="2958282" y="50958"/>
                </a:lnTo>
                <a:lnTo>
                  <a:pt x="2957610" y="50420"/>
                </a:lnTo>
                <a:lnTo>
                  <a:pt x="2956924" y="49897"/>
                </a:lnTo>
                <a:lnTo>
                  <a:pt x="2956224" y="49390"/>
                </a:lnTo>
                <a:lnTo>
                  <a:pt x="2955510" y="48898"/>
                </a:lnTo>
                <a:lnTo>
                  <a:pt x="2954782" y="48421"/>
                </a:lnTo>
                <a:lnTo>
                  <a:pt x="2954041" y="47960"/>
                </a:lnTo>
                <a:lnTo>
                  <a:pt x="2953286" y="47514"/>
                </a:lnTo>
                <a:lnTo>
                  <a:pt x="2952516" y="47083"/>
                </a:lnTo>
                <a:lnTo>
                  <a:pt x="2951733" y="46667"/>
                </a:lnTo>
                <a:lnTo>
                  <a:pt x="2950937" y="46267"/>
                </a:lnTo>
                <a:lnTo>
                  <a:pt x="2950126" y="45882"/>
                </a:lnTo>
                <a:lnTo>
                  <a:pt x="2949301" y="45513"/>
                </a:lnTo>
                <a:lnTo>
                  <a:pt x="2948465" y="45158"/>
                </a:lnTo>
                <a:lnTo>
                  <a:pt x="2947620" y="44819"/>
                </a:lnTo>
                <a:lnTo>
                  <a:pt x="2946766" y="44494"/>
                </a:lnTo>
                <a:lnTo>
                  <a:pt x="2945904" y="44185"/>
                </a:lnTo>
                <a:lnTo>
                  <a:pt x="2945032" y="43891"/>
                </a:lnTo>
                <a:lnTo>
                  <a:pt x="2944152" y="43612"/>
                </a:lnTo>
                <a:lnTo>
                  <a:pt x="2943262" y="43348"/>
                </a:lnTo>
                <a:lnTo>
                  <a:pt x="2942364" y="43099"/>
                </a:lnTo>
                <a:lnTo>
                  <a:pt x="2941456" y="42865"/>
                </a:lnTo>
                <a:lnTo>
                  <a:pt x="2940540" y="42647"/>
                </a:lnTo>
                <a:lnTo>
                  <a:pt x="2939615" y="42443"/>
                </a:lnTo>
                <a:lnTo>
                  <a:pt x="2938681" y="42254"/>
                </a:lnTo>
                <a:lnTo>
                  <a:pt x="2937738" y="42081"/>
                </a:lnTo>
                <a:lnTo>
                  <a:pt x="2936786" y="41923"/>
                </a:lnTo>
                <a:lnTo>
                  <a:pt x="2935826" y="41779"/>
                </a:lnTo>
                <a:lnTo>
                  <a:pt x="2934856" y="41651"/>
                </a:lnTo>
                <a:lnTo>
                  <a:pt x="2933878" y="41538"/>
                </a:lnTo>
                <a:lnTo>
                  <a:pt x="2932890" y="41440"/>
                </a:lnTo>
                <a:lnTo>
                  <a:pt x="2931894" y="41357"/>
                </a:lnTo>
                <a:lnTo>
                  <a:pt x="2930888" y="41289"/>
                </a:lnTo>
                <a:lnTo>
                  <a:pt x="2929874" y="41236"/>
                </a:lnTo>
                <a:lnTo>
                  <a:pt x="2928851" y="41199"/>
                </a:lnTo>
                <a:lnTo>
                  <a:pt x="2927819" y="41176"/>
                </a:lnTo>
                <a:lnTo>
                  <a:pt x="2926778" y="41168"/>
                </a:lnTo>
                <a:lnTo>
                  <a:pt x="2925540" y="41180"/>
                </a:lnTo>
                <a:lnTo>
                  <a:pt x="2924314" y="41215"/>
                </a:lnTo>
                <a:lnTo>
                  <a:pt x="2923101" y="41273"/>
                </a:lnTo>
                <a:lnTo>
                  <a:pt x="2921902" y="41355"/>
                </a:lnTo>
                <a:lnTo>
                  <a:pt x="2920715" y="41459"/>
                </a:lnTo>
                <a:lnTo>
                  <a:pt x="2919540" y="41588"/>
                </a:lnTo>
                <a:lnTo>
                  <a:pt x="2918379" y="41739"/>
                </a:lnTo>
                <a:lnTo>
                  <a:pt x="2917231" y="41914"/>
                </a:lnTo>
                <a:lnTo>
                  <a:pt x="2916095" y="42112"/>
                </a:lnTo>
                <a:lnTo>
                  <a:pt x="2914972" y="42333"/>
                </a:lnTo>
                <a:lnTo>
                  <a:pt x="2913863" y="42577"/>
                </a:lnTo>
                <a:lnTo>
                  <a:pt x="2912766" y="42845"/>
                </a:lnTo>
                <a:lnTo>
                  <a:pt x="2911682" y="43136"/>
                </a:lnTo>
                <a:lnTo>
                  <a:pt x="2910610" y="43451"/>
                </a:lnTo>
                <a:lnTo>
                  <a:pt x="2909552" y="43788"/>
                </a:lnTo>
                <a:lnTo>
                  <a:pt x="2908507" y="44149"/>
                </a:lnTo>
                <a:lnTo>
                  <a:pt x="2907474" y="44533"/>
                </a:lnTo>
                <a:lnTo>
                  <a:pt x="2906454" y="44941"/>
                </a:lnTo>
                <a:lnTo>
                  <a:pt x="2905447" y="45372"/>
                </a:lnTo>
                <a:lnTo>
                  <a:pt x="2904453" y="45826"/>
                </a:lnTo>
                <a:lnTo>
                  <a:pt x="2903472" y="46303"/>
                </a:lnTo>
                <a:lnTo>
                  <a:pt x="2902504" y="46804"/>
                </a:lnTo>
                <a:lnTo>
                  <a:pt x="2901549" y="47328"/>
                </a:lnTo>
                <a:lnTo>
                  <a:pt x="2900606" y="47875"/>
                </a:lnTo>
                <a:lnTo>
                  <a:pt x="2899679" y="48446"/>
                </a:lnTo>
                <a:lnTo>
                  <a:pt x="2898768" y="49039"/>
                </a:lnTo>
                <a:lnTo>
                  <a:pt x="2897875" y="49655"/>
                </a:lnTo>
                <a:lnTo>
                  <a:pt x="2897000" y="50294"/>
                </a:lnTo>
                <a:lnTo>
                  <a:pt x="2896141" y="50956"/>
                </a:lnTo>
                <a:lnTo>
                  <a:pt x="2895300" y="51641"/>
                </a:lnTo>
                <a:lnTo>
                  <a:pt x="2894476" y="52348"/>
                </a:lnTo>
                <a:lnTo>
                  <a:pt x="2893669" y="53079"/>
                </a:lnTo>
                <a:lnTo>
                  <a:pt x="2892879" y="53832"/>
                </a:lnTo>
                <a:lnTo>
                  <a:pt x="2892107" y="54608"/>
                </a:lnTo>
                <a:lnTo>
                  <a:pt x="2891351" y="55408"/>
                </a:lnTo>
                <a:lnTo>
                  <a:pt x="2890613" y="56230"/>
                </a:lnTo>
                <a:lnTo>
                  <a:pt x="2889893" y="57075"/>
                </a:lnTo>
                <a:lnTo>
                  <a:pt x="2889189" y="57942"/>
                </a:lnTo>
                <a:lnTo>
                  <a:pt x="2888503" y="58833"/>
                </a:lnTo>
                <a:lnTo>
                  <a:pt x="2887834" y="59747"/>
                </a:lnTo>
                <a:lnTo>
                  <a:pt x="2887182" y="60683"/>
                </a:lnTo>
                <a:lnTo>
                  <a:pt x="2886547" y="61642"/>
                </a:lnTo>
                <a:lnTo>
                  <a:pt x="2885930" y="62624"/>
                </a:lnTo>
                <a:lnTo>
                  <a:pt x="2885330" y="63630"/>
                </a:lnTo>
                <a:lnTo>
                  <a:pt x="2884747" y="64657"/>
                </a:lnTo>
                <a:lnTo>
                  <a:pt x="2884181" y="65708"/>
                </a:lnTo>
                <a:lnTo>
                  <a:pt x="2883632" y="66782"/>
                </a:lnTo>
                <a:lnTo>
                  <a:pt x="2883101" y="67879"/>
                </a:lnTo>
                <a:lnTo>
                  <a:pt x="2882589" y="68997"/>
                </a:lnTo>
                <a:lnTo>
                  <a:pt x="2882099" y="70138"/>
                </a:lnTo>
                <a:lnTo>
                  <a:pt x="2881631" y="71300"/>
                </a:lnTo>
                <a:lnTo>
                  <a:pt x="2881185" y="72484"/>
                </a:lnTo>
                <a:lnTo>
                  <a:pt x="2880760" y="73689"/>
                </a:lnTo>
                <a:lnTo>
                  <a:pt x="2880357" y="74917"/>
                </a:lnTo>
                <a:lnTo>
                  <a:pt x="2879976" y="76165"/>
                </a:lnTo>
                <a:lnTo>
                  <a:pt x="2879617" y="77436"/>
                </a:lnTo>
                <a:lnTo>
                  <a:pt x="2879279" y="78728"/>
                </a:lnTo>
                <a:lnTo>
                  <a:pt x="2878963" y="80042"/>
                </a:lnTo>
                <a:lnTo>
                  <a:pt x="2878669" y="81377"/>
                </a:lnTo>
                <a:lnTo>
                  <a:pt x="2878397" y="82734"/>
                </a:lnTo>
                <a:lnTo>
                  <a:pt x="2878146" y="84113"/>
                </a:lnTo>
                <a:lnTo>
                  <a:pt x="2877918" y="85513"/>
                </a:lnTo>
                <a:lnTo>
                  <a:pt x="2877711" y="86935"/>
                </a:lnTo>
                <a:lnTo>
                  <a:pt x="2877526" y="88379"/>
                </a:lnTo>
                <a:lnTo>
                  <a:pt x="2877362" y="89844"/>
                </a:lnTo>
                <a:lnTo>
                  <a:pt x="2877221" y="91331"/>
                </a:lnTo>
                <a:lnTo>
                  <a:pt x="2877101" y="92840"/>
                </a:lnTo>
                <a:lnTo>
                  <a:pt x="2877003" y="94370"/>
                </a:lnTo>
                <a:lnTo>
                  <a:pt x="2876927" y="95922"/>
                </a:lnTo>
                <a:lnTo>
                  <a:pt x="2876872" y="97496"/>
                </a:lnTo>
                <a:lnTo>
                  <a:pt x="2876840" y="99091"/>
                </a:lnTo>
                <a:lnTo>
                  <a:pt x="2876829" y="100708"/>
                </a:lnTo>
                <a:lnTo>
                  <a:pt x="2876840" y="102324"/>
                </a:lnTo>
                <a:lnTo>
                  <a:pt x="2876873" y="103918"/>
                </a:lnTo>
                <a:lnTo>
                  <a:pt x="2876929" y="105490"/>
                </a:lnTo>
                <a:lnTo>
                  <a:pt x="2877006" y="107040"/>
                </a:lnTo>
                <a:lnTo>
                  <a:pt x="2877106" y="108567"/>
                </a:lnTo>
                <a:lnTo>
                  <a:pt x="2877228" y="110072"/>
                </a:lnTo>
                <a:lnTo>
                  <a:pt x="2877372" y="111555"/>
                </a:lnTo>
                <a:lnTo>
                  <a:pt x="2877538" y="113015"/>
                </a:lnTo>
                <a:lnTo>
                  <a:pt x="2877727" y="114454"/>
                </a:lnTo>
                <a:lnTo>
                  <a:pt x="2877938" y="115870"/>
                </a:lnTo>
                <a:lnTo>
                  <a:pt x="2878170" y="117264"/>
                </a:lnTo>
                <a:lnTo>
                  <a:pt x="2878425" y="118635"/>
                </a:lnTo>
                <a:lnTo>
                  <a:pt x="2878703" y="119985"/>
                </a:lnTo>
                <a:lnTo>
                  <a:pt x="2879002" y="121312"/>
                </a:lnTo>
                <a:lnTo>
                  <a:pt x="2879324" y="122616"/>
                </a:lnTo>
                <a:lnTo>
                  <a:pt x="2879667" y="123899"/>
                </a:lnTo>
                <a:lnTo>
                  <a:pt x="2880033" y="125159"/>
                </a:lnTo>
                <a:lnTo>
                  <a:pt x="2880421" y="126397"/>
                </a:lnTo>
                <a:lnTo>
                  <a:pt x="2880831" y="127613"/>
                </a:lnTo>
                <a:lnTo>
                  <a:pt x="2881264" y="128807"/>
                </a:lnTo>
                <a:lnTo>
                  <a:pt x="2881718" y="129978"/>
                </a:lnTo>
                <a:lnTo>
                  <a:pt x="2882195" y="131127"/>
                </a:lnTo>
                <a:lnTo>
                  <a:pt x="2882694" y="132254"/>
                </a:lnTo>
                <a:lnTo>
                  <a:pt x="2883215" y="133359"/>
                </a:lnTo>
                <a:lnTo>
                  <a:pt x="2883756" y="134441"/>
                </a:lnTo>
                <a:lnTo>
                  <a:pt x="2884314" y="135500"/>
                </a:lnTo>
                <a:lnTo>
                  <a:pt x="2884888" y="136536"/>
                </a:lnTo>
                <a:lnTo>
                  <a:pt x="2885480" y="137550"/>
                </a:lnTo>
                <a:lnTo>
                  <a:pt x="2886089" y="138541"/>
                </a:lnTo>
                <a:lnTo>
                  <a:pt x="2886715" y="139510"/>
                </a:lnTo>
                <a:lnTo>
                  <a:pt x="2887358" y="140456"/>
                </a:lnTo>
                <a:lnTo>
                  <a:pt x="2888017" y="141379"/>
                </a:lnTo>
                <a:lnTo>
                  <a:pt x="2888694" y="142279"/>
                </a:lnTo>
                <a:lnTo>
                  <a:pt x="2889388" y="143157"/>
                </a:lnTo>
                <a:lnTo>
                  <a:pt x="2890099" y="144012"/>
                </a:lnTo>
                <a:lnTo>
                  <a:pt x="2890827" y="144845"/>
                </a:lnTo>
                <a:lnTo>
                  <a:pt x="2891572" y="145655"/>
                </a:lnTo>
                <a:lnTo>
                  <a:pt x="2892334" y="146442"/>
                </a:lnTo>
                <a:lnTo>
                  <a:pt x="2893113" y="147206"/>
                </a:lnTo>
                <a:lnTo>
                  <a:pt x="2893910" y="147948"/>
                </a:lnTo>
                <a:lnTo>
                  <a:pt x="2894723" y="148667"/>
                </a:lnTo>
                <a:lnTo>
                  <a:pt x="2895553" y="149364"/>
                </a:lnTo>
                <a:lnTo>
                  <a:pt x="2896400" y="150037"/>
                </a:lnTo>
                <a:lnTo>
                  <a:pt x="2897264" y="150689"/>
                </a:lnTo>
                <a:lnTo>
                  <a:pt x="2898145" y="151317"/>
                </a:lnTo>
                <a:lnTo>
                  <a:pt x="2899044" y="151923"/>
                </a:lnTo>
                <a:lnTo>
                  <a:pt x="2899959" y="152506"/>
                </a:lnTo>
                <a:lnTo>
                  <a:pt x="2900891" y="153066"/>
                </a:lnTo>
                <a:lnTo>
                  <a:pt x="2901838" y="153604"/>
                </a:lnTo>
                <a:lnTo>
                  <a:pt x="2902796" y="154119"/>
                </a:lnTo>
                <a:lnTo>
                  <a:pt x="2903765" y="154611"/>
                </a:lnTo>
                <a:lnTo>
                  <a:pt x="2904746" y="155080"/>
                </a:lnTo>
                <a:lnTo>
                  <a:pt x="2905739" y="155526"/>
                </a:lnTo>
                <a:lnTo>
                  <a:pt x="2906743" y="155949"/>
                </a:lnTo>
                <a:lnTo>
                  <a:pt x="2907758" y="156350"/>
                </a:lnTo>
                <a:lnTo>
                  <a:pt x="2908785" y="156727"/>
                </a:lnTo>
                <a:lnTo>
                  <a:pt x="2909824" y="157082"/>
                </a:lnTo>
                <a:lnTo>
                  <a:pt x="2910874" y="157413"/>
                </a:lnTo>
                <a:lnTo>
                  <a:pt x="2911935" y="157722"/>
                </a:lnTo>
                <a:lnTo>
                  <a:pt x="2913008" y="158008"/>
                </a:lnTo>
                <a:lnTo>
                  <a:pt x="2914092" y="158271"/>
                </a:lnTo>
                <a:lnTo>
                  <a:pt x="2915188" y="158512"/>
                </a:lnTo>
                <a:lnTo>
                  <a:pt x="2916296" y="158729"/>
                </a:lnTo>
                <a:lnTo>
                  <a:pt x="2917414" y="158924"/>
                </a:lnTo>
                <a:lnTo>
                  <a:pt x="2918545" y="159095"/>
                </a:lnTo>
                <a:lnTo>
                  <a:pt x="2919686" y="159244"/>
                </a:lnTo>
                <a:lnTo>
                  <a:pt x="2920840" y="159370"/>
                </a:lnTo>
                <a:lnTo>
                  <a:pt x="2922004" y="159473"/>
                </a:lnTo>
                <a:lnTo>
                  <a:pt x="2923181" y="159553"/>
                </a:lnTo>
                <a:lnTo>
                  <a:pt x="2924368" y="159610"/>
                </a:lnTo>
                <a:lnTo>
                  <a:pt x="2925568" y="159644"/>
                </a:lnTo>
                <a:lnTo>
                  <a:pt x="2926778" y="159656"/>
                </a:lnTo>
                <a:lnTo>
                  <a:pt x="2927838" y="159648"/>
                </a:lnTo>
                <a:lnTo>
                  <a:pt x="2928889" y="159624"/>
                </a:lnTo>
                <a:lnTo>
                  <a:pt x="2929931" y="159584"/>
                </a:lnTo>
                <a:lnTo>
                  <a:pt x="2930965" y="159528"/>
                </a:lnTo>
                <a:lnTo>
                  <a:pt x="2931989" y="159456"/>
                </a:lnTo>
                <a:close/>
                <a:moveTo>
                  <a:pt x="3103603" y="159449"/>
                </a:moveTo>
                <a:lnTo>
                  <a:pt x="3104671" y="159358"/>
                </a:lnTo>
                <a:lnTo>
                  <a:pt x="3105727" y="159251"/>
                </a:lnTo>
                <a:lnTo>
                  <a:pt x="3106769" y="159127"/>
                </a:lnTo>
                <a:lnTo>
                  <a:pt x="3107798" y="158986"/>
                </a:lnTo>
                <a:lnTo>
                  <a:pt x="3108815" y="158829"/>
                </a:lnTo>
                <a:lnTo>
                  <a:pt x="3109818" y="158656"/>
                </a:lnTo>
                <a:lnTo>
                  <a:pt x="3110808" y="158465"/>
                </a:lnTo>
                <a:lnTo>
                  <a:pt x="3111785" y="158259"/>
                </a:lnTo>
                <a:lnTo>
                  <a:pt x="3112749" y="158036"/>
                </a:lnTo>
                <a:lnTo>
                  <a:pt x="3113700" y="157796"/>
                </a:lnTo>
                <a:lnTo>
                  <a:pt x="3114638" y="157540"/>
                </a:lnTo>
                <a:lnTo>
                  <a:pt x="3115563" y="157267"/>
                </a:lnTo>
                <a:lnTo>
                  <a:pt x="3116474" y="156978"/>
                </a:lnTo>
                <a:lnTo>
                  <a:pt x="3117373" y="156672"/>
                </a:lnTo>
                <a:lnTo>
                  <a:pt x="3118258" y="156349"/>
                </a:lnTo>
                <a:lnTo>
                  <a:pt x="3119131" y="156010"/>
                </a:lnTo>
                <a:lnTo>
                  <a:pt x="3119990" y="155655"/>
                </a:lnTo>
                <a:lnTo>
                  <a:pt x="3120837" y="155283"/>
                </a:lnTo>
                <a:lnTo>
                  <a:pt x="3121670" y="154895"/>
                </a:lnTo>
                <a:lnTo>
                  <a:pt x="3122489" y="154491"/>
                </a:lnTo>
                <a:lnTo>
                  <a:pt x="3123293" y="154073"/>
                </a:lnTo>
                <a:lnTo>
                  <a:pt x="3124082" y="153641"/>
                </a:lnTo>
                <a:lnTo>
                  <a:pt x="3124855" y="153195"/>
                </a:lnTo>
                <a:lnTo>
                  <a:pt x="3125614" y="152736"/>
                </a:lnTo>
                <a:lnTo>
                  <a:pt x="3126357" y="152262"/>
                </a:lnTo>
                <a:lnTo>
                  <a:pt x="3127084" y="151775"/>
                </a:lnTo>
                <a:lnTo>
                  <a:pt x="3127797" y="151274"/>
                </a:lnTo>
                <a:lnTo>
                  <a:pt x="3128494" y="150759"/>
                </a:lnTo>
                <a:lnTo>
                  <a:pt x="3129176" y="150230"/>
                </a:lnTo>
                <a:lnTo>
                  <a:pt x="3129843" y="149687"/>
                </a:lnTo>
                <a:lnTo>
                  <a:pt x="3130494" y="149130"/>
                </a:lnTo>
                <a:lnTo>
                  <a:pt x="3131130" y="148560"/>
                </a:lnTo>
                <a:lnTo>
                  <a:pt x="3131751" y="147975"/>
                </a:lnTo>
                <a:lnTo>
                  <a:pt x="3132357" y="147377"/>
                </a:lnTo>
                <a:lnTo>
                  <a:pt x="3132947" y="146764"/>
                </a:lnTo>
                <a:lnTo>
                  <a:pt x="3133523" y="146138"/>
                </a:lnTo>
                <a:lnTo>
                  <a:pt x="3134083" y="145498"/>
                </a:lnTo>
                <a:lnTo>
                  <a:pt x="3134627" y="144844"/>
                </a:lnTo>
                <a:lnTo>
                  <a:pt x="3135157" y="144177"/>
                </a:lnTo>
                <a:lnTo>
                  <a:pt x="3135671" y="143495"/>
                </a:lnTo>
                <a:lnTo>
                  <a:pt x="3136170" y="142799"/>
                </a:lnTo>
                <a:lnTo>
                  <a:pt x="3136654" y="142090"/>
                </a:lnTo>
                <a:lnTo>
                  <a:pt x="3137123" y="141367"/>
                </a:lnTo>
                <a:lnTo>
                  <a:pt x="3137574" y="140630"/>
                </a:lnTo>
                <a:lnTo>
                  <a:pt x="3138008" y="139883"/>
                </a:lnTo>
                <a:lnTo>
                  <a:pt x="3138424" y="139123"/>
                </a:lnTo>
                <a:lnTo>
                  <a:pt x="3138822" y="138352"/>
                </a:lnTo>
                <a:lnTo>
                  <a:pt x="3139202" y="137570"/>
                </a:lnTo>
                <a:lnTo>
                  <a:pt x="3139564" y="136776"/>
                </a:lnTo>
                <a:lnTo>
                  <a:pt x="3139908" y="135970"/>
                </a:lnTo>
                <a:lnTo>
                  <a:pt x="3140233" y="135152"/>
                </a:lnTo>
                <a:lnTo>
                  <a:pt x="3140541" y="134323"/>
                </a:lnTo>
                <a:lnTo>
                  <a:pt x="3140831" y="133482"/>
                </a:lnTo>
                <a:lnTo>
                  <a:pt x="3141103" y="132630"/>
                </a:lnTo>
                <a:lnTo>
                  <a:pt x="3141356" y="131766"/>
                </a:lnTo>
                <a:lnTo>
                  <a:pt x="3141592" y="130890"/>
                </a:lnTo>
                <a:lnTo>
                  <a:pt x="3141810" y="130003"/>
                </a:lnTo>
                <a:lnTo>
                  <a:pt x="3142009" y="129104"/>
                </a:lnTo>
                <a:lnTo>
                  <a:pt x="3142191" y="128193"/>
                </a:lnTo>
                <a:lnTo>
                  <a:pt x="3142355" y="127271"/>
                </a:lnTo>
                <a:lnTo>
                  <a:pt x="3142500" y="126337"/>
                </a:lnTo>
                <a:lnTo>
                  <a:pt x="3142628" y="125392"/>
                </a:lnTo>
                <a:lnTo>
                  <a:pt x="3142737" y="124435"/>
                </a:lnTo>
                <a:lnTo>
                  <a:pt x="3142829" y="123466"/>
                </a:lnTo>
                <a:lnTo>
                  <a:pt x="3142903" y="122486"/>
                </a:lnTo>
                <a:lnTo>
                  <a:pt x="3142958" y="121494"/>
                </a:lnTo>
                <a:lnTo>
                  <a:pt x="3142996" y="120490"/>
                </a:lnTo>
                <a:lnTo>
                  <a:pt x="3124179" y="120490"/>
                </a:lnTo>
                <a:lnTo>
                  <a:pt x="3124139" y="121469"/>
                </a:lnTo>
                <a:lnTo>
                  <a:pt x="3124077" y="122429"/>
                </a:lnTo>
                <a:lnTo>
                  <a:pt x="3123993" y="123370"/>
                </a:lnTo>
                <a:lnTo>
                  <a:pt x="3123886" y="124291"/>
                </a:lnTo>
                <a:lnTo>
                  <a:pt x="3123757" y="125193"/>
                </a:lnTo>
                <a:lnTo>
                  <a:pt x="3123605" y="126075"/>
                </a:lnTo>
                <a:lnTo>
                  <a:pt x="3123431" y="126939"/>
                </a:lnTo>
                <a:lnTo>
                  <a:pt x="3123235" y="127782"/>
                </a:lnTo>
                <a:lnTo>
                  <a:pt x="3123016" y="128607"/>
                </a:lnTo>
                <a:lnTo>
                  <a:pt x="3122775" y="129412"/>
                </a:lnTo>
                <a:lnTo>
                  <a:pt x="3122512" y="130198"/>
                </a:lnTo>
                <a:lnTo>
                  <a:pt x="3122226" y="130964"/>
                </a:lnTo>
                <a:lnTo>
                  <a:pt x="3121918" y="131711"/>
                </a:lnTo>
                <a:lnTo>
                  <a:pt x="3121587" y="132439"/>
                </a:lnTo>
                <a:lnTo>
                  <a:pt x="3121235" y="133147"/>
                </a:lnTo>
                <a:lnTo>
                  <a:pt x="3120859" y="133836"/>
                </a:lnTo>
                <a:lnTo>
                  <a:pt x="3120462" y="134506"/>
                </a:lnTo>
                <a:lnTo>
                  <a:pt x="3120042" y="135156"/>
                </a:lnTo>
                <a:lnTo>
                  <a:pt x="3119599" y="135787"/>
                </a:lnTo>
                <a:lnTo>
                  <a:pt x="3119134" y="136398"/>
                </a:lnTo>
                <a:lnTo>
                  <a:pt x="3118647" y="136990"/>
                </a:lnTo>
                <a:lnTo>
                  <a:pt x="3118138" y="137563"/>
                </a:lnTo>
                <a:lnTo>
                  <a:pt x="3117606" y="138117"/>
                </a:lnTo>
                <a:lnTo>
                  <a:pt x="3117052" y="138651"/>
                </a:lnTo>
                <a:lnTo>
                  <a:pt x="3116477" y="139165"/>
                </a:lnTo>
                <a:lnTo>
                  <a:pt x="3115883" y="139656"/>
                </a:lnTo>
                <a:lnTo>
                  <a:pt x="3115271" y="140126"/>
                </a:lnTo>
                <a:lnTo>
                  <a:pt x="3114639" y="140574"/>
                </a:lnTo>
                <a:lnTo>
                  <a:pt x="3113989" y="141000"/>
                </a:lnTo>
                <a:lnTo>
                  <a:pt x="3113320" y="141404"/>
                </a:lnTo>
                <a:lnTo>
                  <a:pt x="3112633" y="141787"/>
                </a:lnTo>
                <a:lnTo>
                  <a:pt x="3111926" y="142147"/>
                </a:lnTo>
                <a:lnTo>
                  <a:pt x="3111201" y="142486"/>
                </a:lnTo>
                <a:lnTo>
                  <a:pt x="3110457" y="142803"/>
                </a:lnTo>
                <a:lnTo>
                  <a:pt x="3109694" y="143098"/>
                </a:lnTo>
                <a:lnTo>
                  <a:pt x="3108912" y="143371"/>
                </a:lnTo>
                <a:lnTo>
                  <a:pt x="3108111" y="143622"/>
                </a:lnTo>
                <a:lnTo>
                  <a:pt x="3107292" y="143852"/>
                </a:lnTo>
                <a:lnTo>
                  <a:pt x="3106454" y="144060"/>
                </a:lnTo>
                <a:lnTo>
                  <a:pt x="3105597" y="144245"/>
                </a:lnTo>
                <a:lnTo>
                  <a:pt x="3104721" y="144409"/>
                </a:lnTo>
                <a:lnTo>
                  <a:pt x="3103827" y="144551"/>
                </a:lnTo>
                <a:lnTo>
                  <a:pt x="3102913" y="144671"/>
                </a:lnTo>
                <a:lnTo>
                  <a:pt x="3101981" y="144770"/>
                </a:lnTo>
                <a:lnTo>
                  <a:pt x="3101030" y="144846"/>
                </a:lnTo>
                <a:lnTo>
                  <a:pt x="3100060" y="144901"/>
                </a:lnTo>
                <a:lnTo>
                  <a:pt x="3099071" y="144934"/>
                </a:lnTo>
                <a:lnTo>
                  <a:pt x="3098064" y="144945"/>
                </a:lnTo>
                <a:lnTo>
                  <a:pt x="3097131" y="144935"/>
                </a:lnTo>
                <a:lnTo>
                  <a:pt x="3096212" y="144905"/>
                </a:lnTo>
                <a:lnTo>
                  <a:pt x="3095308" y="144855"/>
                </a:lnTo>
                <a:lnTo>
                  <a:pt x="3094419" y="144786"/>
                </a:lnTo>
                <a:lnTo>
                  <a:pt x="3093545" y="144697"/>
                </a:lnTo>
                <a:lnTo>
                  <a:pt x="3092686" y="144588"/>
                </a:lnTo>
                <a:lnTo>
                  <a:pt x="3091842" y="144459"/>
                </a:lnTo>
                <a:lnTo>
                  <a:pt x="3091012" y="144310"/>
                </a:lnTo>
                <a:lnTo>
                  <a:pt x="3090198" y="144142"/>
                </a:lnTo>
                <a:lnTo>
                  <a:pt x="3089398" y="143953"/>
                </a:lnTo>
                <a:lnTo>
                  <a:pt x="3088613" y="143745"/>
                </a:lnTo>
                <a:lnTo>
                  <a:pt x="3087843" y="143517"/>
                </a:lnTo>
                <a:lnTo>
                  <a:pt x="3087088" y="143269"/>
                </a:lnTo>
                <a:lnTo>
                  <a:pt x="3086348" y="143002"/>
                </a:lnTo>
                <a:lnTo>
                  <a:pt x="3085622" y="142714"/>
                </a:lnTo>
                <a:lnTo>
                  <a:pt x="3084911" y="142407"/>
                </a:lnTo>
                <a:lnTo>
                  <a:pt x="3084216" y="142080"/>
                </a:lnTo>
                <a:lnTo>
                  <a:pt x="3083535" y="141733"/>
                </a:lnTo>
                <a:lnTo>
                  <a:pt x="3082868" y="141366"/>
                </a:lnTo>
                <a:lnTo>
                  <a:pt x="3082217" y="140980"/>
                </a:lnTo>
                <a:lnTo>
                  <a:pt x="3081581" y="140574"/>
                </a:lnTo>
                <a:lnTo>
                  <a:pt x="3080959" y="140147"/>
                </a:lnTo>
                <a:lnTo>
                  <a:pt x="3080352" y="139701"/>
                </a:lnTo>
                <a:lnTo>
                  <a:pt x="3079761" y="139235"/>
                </a:lnTo>
                <a:lnTo>
                  <a:pt x="3079183" y="138753"/>
                </a:lnTo>
                <a:lnTo>
                  <a:pt x="3078618" y="138258"/>
                </a:lnTo>
                <a:lnTo>
                  <a:pt x="3078067" y="137750"/>
                </a:lnTo>
                <a:lnTo>
                  <a:pt x="3077529" y="137228"/>
                </a:lnTo>
                <a:lnTo>
                  <a:pt x="3077004" y="136694"/>
                </a:lnTo>
                <a:lnTo>
                  <a:pt x="3076493" y="136147"/>
                </a:lnTo>
                <a:lnTo>
                  <a:pt x="3075994" y="135586"/>
                </a:lnTo>
                <a:lnTo>
                  <a:pt x="3075509" y="135013"/>
                </a:lnTo>
                <a:lnTo>
                  <a:pt x="3075038" y="134427"/>
                </a:lnTo>
                <a:lnTo>
                  <a:pt x="3074579" y="133828"/>
                </a:lnTo>
                <a:lnTo>
                  <a:pt x="3074134" y="133215"/>
                </a:lnTo>
                <a:lnTo>
                  <a:pt x="3073702" y="132590"/>
                </a:lnTo>
                <a:lnTo>
                  <a:pt x="3073284" y="131952"/>
                </a:lnTo>
                <a:lnTo>
                  <a:pt x="3072878" y="131300"/>
                </a:lnTo>
                <a:lnTo>
                  <a:pt x="3072486" y="130636"/>
                </a:lnTo>
                <a:lnTo>
                  <a:pt x="3072107" y="129959"/>
                </a:lnTo>
                <a:lnTo>
                  <a:pt x="3071742" y="129268"/>
                </a:lnTo>
                <a:lnTo>
                  <a:pt x="3071389" y="128565"/>
                </a:lnTo>
                <a:lnTo>
                  <a:pt x="3071050" y="127849"/>
                </a:lnTo>
                <a:lnTo>
                  <a:pt x="3070725" y="127119"/>
                </a:lnTo>
                <a:lnTo>
                  <a:pt x="3070412" y="126377"/>
                </a:lnTo>
                <a:lnTo>
                  <a:pt x="3070113" y="125621"/>
                </a:lnTo>
                <a:lnTo>
                  <a:pt x="3069827" y="124853"/>
                </a:lnTo>
                <a:lnTo>
                  <a:pt x="3069554" y="124072"/>
                </a:lnTo>
                <a:lnTo>
                  <a:pt x="3069293" y="123281"/>
                </a:lnTo>
                <a:lnTo>
                  <a:pt x="3069043" y="122483"/>
                </a:lnTo>
                <a:lnTo>
                  <a:pt x="3068804" y="121679"/>
                </a:lnTo>
                <a:lnTo>
                  <a:pt x="3068575" y="120869"/>
                </a:lnTo>
                <a:lnTo>
                  <a:pt x="3068357" y="120052"/>
                </a:lnTo>
                <a:lnTo>
                  <a:pt x="3068150" y="119229"/>
                </a:lnTo>
                <a:lnTo>
                  <a:pt x="3067953" y="118400"/>
                </a:lnTo>
                <a:lnTo>
                  <a:pt x="3067767" y="117564"/>
                </a:lnTo>
                <a:lnTo>
                  <a:pt x="3067592" y="116722"/>
                </a:lnTo>
                <a:lnTo>
                  <a:pt x="3067428" y="115873"/>
                </a:lnTo>
                <a:lnTo>
                  <a:pt x="3067274" y="115018"/>
                </a:lnTo>
                <a:lnTo>
                  <a:pt x="3067131" y="114156"/>
                </a:lnTo>
                <a:lnTo>
                  <a:pt x="3066998" y="113289"/>
                </a:lnTo>
                <a:lnTo>
                  <a:pt x="3066876" y="112414"/>
                </a:lnTo>
                <a:lnTo>
                  <a:pt x="3066765" y="111534"/>
                </a:lnTo>
                <a:lnTo>
                  <a:pt x="3066665" y="110647"/>
                </a:lnTo>
                <a:lnTo>
                  <a:pt x="3066575" y="109753"/>
                </a:lnTo>
                <a:lnTo>
                  <a:pt x="3066496" y="108853"/>
                </a:lnTo>
                <a:lnTo>
                  <a:pt x="3066428" y="107947"/>
                </a:lnTo>
                <a:lnTo>
                  <a:pt x="3066370" y="107035"/>
                </a:lnTo>
                <a:lnTo>
                  <a:pt x="3066323" y="106116"/>
                </a:lnTo>
                <a:lnTo>
                  <a:pt x="3066287" y="105190"/>
                </a:lnTo>
                <a:lnTo>
                  <a:pt x="3066262" y="104258"/>
                </a:lnTo>
                <a:lnTo>
                  <a:pt x="3066247" y="103320"/>
                </a:lnTo>
                <a:lnTo>
                  <a:pt x="3142539" y="103320"/>
                </a:lnTo>
                <a:lnTo>
                  <a:pt x="3142558" y="103230"/>
                </a:lnTo>
                <a:lnTo>
                  <a:pt x="3142576" y="103135"/>
                </a:lnTo>
                <a:lnTo>
                  <a:pt x="3142594" y="103035"/>
                </a:lnTo>
                <a:lnTo>
                  <a:pt x="3142611" y="102931"/>
                </a:lnTo>
                <a:lnTo>
                  <a:pt x="3142627" y="102822"/>
                </a:lnTo>
                <a:lnTo>
                  <a:pt x="3142643" y="102708"/>
                </a:lnTo>
                <a:lnTo>
                  <a:pt x="3142658" y="102590"/>
                </a:lnTo>
                <a:lnTo>
                  <a:pt x="3142673" y="102467"/>
                </a:lnTo>
                <a:lnTo>
                  <a:pt x="3142686" y="102339"/>
                </a:lnTo>
                <a:lnTo>
                  <a:pt x="3142700" y="102207"/>
                </a:lnTo>
                <a:lnTo>
                  <a:pt x="3142713" y="102070"/>
                </a:lnTo>
                <a:lnTo>
                  <a:pt x="3142725" y="101928"/>
                </a:lnTo>
                <a:lnTo>
                  <a:pt x="3142736" y="101782"/>
                </a:lnTo>
                <a:lnTo>
                  <a:pt x="3142747" y="101631"/>
                </a:lnTo>
                <a:lnTo>
                  <a:pt x="3142758" y="101475"/>
                </a:lnTo>
                <a:lnTo>
                  <a:pt x="3142768" y="101315"/>
                </a:lnTo>
                <a:lnTo>
                  <a:pt x="3142777" y="101150"/>
                </a:lnTo>
                <a:lnTo>
                  <a:pt x="3142785" y="100980"/>
                </a:lnTo>
                <a:lnTo>
                  <a:pt x="3142793" y="100806"/>
                </a:lnTo>
                <a:lnTo>
                  <a:pt x="3142801" y="100626"/>
                </a:lnTo>
                <a:lnTo>
                  <a:pt x="3142808" y="100443"/>
                </a:lnTo>
                <a:lnTo>
                  <a:pt x="3142814" y="100254"/>
                </a:lnTo>
                <a:lnTo>
                  <a:pt x="3142820" y="100061"/>
                </a:lnTo>
                <a:lnTo>
                  <a:pt x="3142825" y="99863"/>
                </a:lnTo>
                <a:lnTo>
                  <a:pt x="3142829" y="99664"/>
                </a:lnTo>
                <a:lnTo>
                  <a:pt x="3142834" y="99467"/>
                </a:lnTo>
                <a:lnTo>
                  <a:pt x="3142838" y="99272"/>
                </a:lnTo>
                <a:lnTo>
                  <a:pt x="3142842" y="99079"/>
                </a:lnTo>
                <a:lnTo>
                  <a:pt x="3142846" y="98889"/>
                </a:lnTo>
                <a:lnTo>
                  <a:pt x="3142850" y="98701"/>
                </a:lnTo>
                <a:lnTo>
                  <a:pt x="3142853" y="98515"/>
                </a:lnTo>
                <a:lnTo>
                  <a:pt x="3142856" y="98331"/>
                </a:lnTo>
                <a:lnTo>
                  <a:pt x="3142859" y="98150"/>
                </a:lnTo>
                <a:lnTo>
                  <a:pt x="3142862" y="97971"/>
                </a:lnTo>
                <a:lnTo>
                  <a:pt x="3142865" y="97794"/>
                </a:lnTo>
                <a:lnTo>
                  <a:pt x="3142867" y="97619"/>
                </a:lnTo>
                <a:lnTo>
                  <a:pt x="3142870" y="97446"/>
                </a:lnTo>
                <a:lnTo>
                  <a:pt x="3142872" y="97276"/>
                </a:lnTo>
                <a:lnTo>
                  <a:pt x="3142874" y="97108"/>
                </a:lnTo>
                <a:lnTo>
                  <a:pt x="3142875" y="96943"/>
                </a:lnTo>
                <a:lnTo>
                  <a:pt x="3142877" y="96779"/>
                </a:lnTo>
                <a:lnTo>
                  <a:pt x="3142878" y="96618"/>
                </a:lnTo>
                <a:lnTo>
                  <a:pt x="3142879" y="96459"/>
                </a:lnTo>
                <a:lnTo>
                  <a:pt x="3142880" y="96302"/>
                </a:lnTo>
                <a:lnTo>
                  <a:pt x="3142881" y="96147"/>
                </a:lnTo>
                <a:lnTo>
                  <a:pt x="3142881" y="95995"/>
                </a:lnTo>
                <a:lnTo>
                  <a:pt x="3142881" y="95845"/>
                </a:lnTo>
                <a:lnTo>
                  <a:pt x="3142882" y="95697"/>
                </a:lnTo>
                <a:lnTo>
                  <a:pt x="3142860" y="93520"/>
                </a:lnTo>
                <a:lnTo>
                  <a:pt x="3142795" y="91385"/>
                </a:lnTo>
                <a:lnTo>
                  <a:pt x="3142687" y="89293"/>
                </a:lnTo>
                <a:lnTo>
                  <a:pt x="3142536" y="87244"/>
                </a:lnTo>
                <a:lnTo>
                  <a:pt x="3142342" y="85238"/>
                </a:lnTo>
                <a:lnTo>
                  <a:pt x="3142105" y="83274"/>
                </a:lnTo>
                <a:lnTo>
                  <a:pt x="3141824" y="81353"/>
                </a:lnTo>
                <a:lnTo>
                  <a:pt x="3141500" y="79475"/>
                </a:lnTo>
                <a:lnTo>
                  <a:pt x="3141134" y="77640"/>
                </a:lnTo>
                <a:lnTo>
                  <a:pt x="3140724" y="75847"/>
                </a:lnTo>
                <a:lnTo>
                  <a:pt x="3140270" y="74097"/>
                </a:lnTo>
                <a:lnTo>
                  <a:pt x="3139774" y="72390"/>
                </a:lnTo>
                <a:lnTo>
                  <a:pt x="3139234" y="70726"/>
                </a:lnTo>
                <a:lnTo>
                  <a:pt x="3138652" y="69105"/>
                </a:lnTo>
                <a:lnTo>
                  <a:pt x="3138026" y="67526"/>
                </a:lnTo>
                <a:lnTo>
                  <a:pt x="3137357" y="65990"/>
                </a:lnTo>
                <a:lnTo>
                  <a:pt x="3136645" y="64497"/>
                </a:lnTo>
                <a:lnTo>
                  <a:pt x="3135890" y="63046"/>
                </a:lnTo>
                <a:lnTo>
                  <a:pt x="3135091" y="61638"/>
                </a:lnTo>
                <a:lnTo>
                  <a:pt x="3134249" y="60274"/>
                </a:lnTo>
                <a:lnTo>
                  <a:pt x="3133365" y="58951"/>
                </a:lnTo>
                <a:lnTo>
                  <a:pt x="3132437" y="57672"/>
                </a:lnTo>
                <a:lnTo>
                  <a:pt x="3131466" y="56435"/>
                </a:lnTo>
                <a:lnTo>
                  <a:pt x="3130451" y="55242"/>
                </a:lnTo>
                <a:lnTo>
                  <a:pt x="3129399" y="54093"/>
                </a:lnTo>
                <a:lnTo>
                  <a:pt x="3128313" y="52994"/>
                </a:lnTo>
                <a:lnTo>
                  <a:pt x="3127194" y="51943"/>
                </a:lnTo>
                <a:lnTo>
                  <a:pt x="3126042" y="50941"/>
                </a:lnTo>
                <a:lnTo>
                  <a:pt x="3124856" y="49989"/>
                </a:lnTo>
                <a:lnTo>
                  <a:pt x="3123637" y="49085"/>
                </a:lnTo>
                <a:lnTo>
                  <a:pt x="3122385" y="48229"/>
                </a:lnTo>
                <a:lnTo>
                  <a:pt x="3121100" y="47423"/>
                </a:lnTo>
                <a:lnTo>
                  <a:pt x="3119781" y="46666"/>
                </a:lnTo>
                <a:lnTo>
                  <a:pt x="3118430" y="45957"/>
                </a:lnTo>
                <a:lnTo>
                  <a:pt x="3117044" y="45297"/>
                </a:lnTo>
                <a:lnTo>
                  <a:pt x="3115626" y="44687"/>
                </a:lnTo>
                <a:lnTo>
                  <a:pt x="3114174" y="44125"/>
                </a:lnTo>
                <a:lnTo>
                  <a:pt x="3112690" y="43612"/>
                </a:lnTo>
                <a:lnTo>
                  <a:pt x="3111171" y="43147"/>
                </a:lnTo>
                <a:lnTo>
                  <a:pt x="3109620" y="42732"/>
                </a:lnTo>
                <a:lnTo>
                  <a:pt x="3108035" y="42366"/>
                </a:lnTo>
                <a:lnTo>
                  <a:pt x="3106417" y="42048"/>
                </a:lnTo>
                <a:lnTo>
                  <a:pt x="3104766" y="41779"/>
                </a:lnTo>
                <a:lnTo>
                  <a:pt x="3103082" y="41559"/>
                </a:lnTo>
                <a:lnTo>
                  <a:pt x="3101364" y="41388"/>
                </a:lnTo>
                <a:lnTo>
                  <a:pt x="3099613" y="41266"/>
                </a:lnTo>
                <a:lnTo>
                  <a:pt x="3097829" y="41193"/>
                </a:lnTo>
                <a:lnTo>
                  <a:pt x="3096011" y="41168"/>
                </a:lnTo>
                <a:lnTo>
                  <a:pt x="3094652" y="41181"/>
                </a:lnTo>
                <a:lnTo>
                  <a:pt x="3093313" y="41221"/>
                </a:lnTo>
                <a:lnTo>
                  <a:pt x="3091992" y="41286"/>
                </a:lnTo>
                <a:lnTo>
                  <a:pt x="3090691" y="41377"/>
                </a:lnTo>
                <a:lnTo>
                  <a:pt x="3089409" y="41495"/>
                </a:lnTo>
                <a:lnTo>
                  <a:pt x="3088146" y="41638"/>
                </a:lnTo>
                <a:lnTo>
                  <a:pt x="3086902" y="41808"/>
                </a:lnTo>
                <a:lnTo>
                  <a:pt x="3085678" y="42003"/>
                </a:lnTo>
                <a:lnTo>
                  <a:pt x="3084473" y="42225"/>
                </a:lnTo>
                <a:lnTo>
                  <a:pt x="3083287" y="42473"/>
                </a:lnTo>
                <a:lnTo>
                  <a:pt x="3082120" y="42747"/>
                </a:lnTo>
                <a:lnTo>
                  <a:pt x="3080972" y="43047"/>
                </a:lnTo>
                <a:lnTo>
                  <a:pt x="3079844" y="43374"/>
                </a:lnTo>
                <a:lnTo>
                  <a:pt x="3078735" y="43726"/>
                </a:lnTo>
                <a:lnTo>
                  <a:pt x="3077645" y="44104"/>
                </a:lnTo>
                <a:lnTo>
                  <a:pt x="3076574" y="44509"/>
                </a:lnTo>
                <a:lnTo>
                  <a:pt x="3075522" y="44939"/>
                </a:lnTo>
                <a:lnTo>
                  <a:pt x="3074490" y="45396"/>
                </a:lnTo>
                <a:lnTo>
                  <a:pt x="3073477" y="45879"/>
                </a:lnTo>
                <a:lnTo>
                  <a:pt x="3072483" y="46388"/>
                </a:lnTo>
                <a:lnTo>
                  <a:pt x="3071508" y="46923"/>
                </a:lnTo>
                <a:lnTo>
                  <a:pt x="3070552" y="47484"/>
                </a:lnTo>
                <a:lnTo>
                  <a:pt x="3069616" y="48071"/>
                </a:lnTo>
                <a:lnTo>
                  <a:pt x="3068699" y="48684"/>
                </a:lnTo>
                <a:lnTo>
                  <a:pt x="3067801" y="49321"/>
                </a:lnTo>
                <a:lnTo>
                  <a:pt x="3066922" y="49977"/>
                </a:lnTo>
                <a:lnTo>
                  <a:pt x="3066062" y="50654"/>
                </a:lnTo>
                <a:lnTo>
                  <a:pt x="3065222" y="51351"/>
                </a:lnTo>
                <a:lnTo>
                  <a:pt x="3064401" y="52068"/>
                </a:lnTo>
                <a:lnTo>
                  <a:pt x="3063599" y="52806"/>
                </a:lnTo>
                <a:lnTo>
                  <a:pt x="3062816" y="53563"/>
                </a:lnTo>
                <a:lnTo>
                  <a:pt x="3062053" y="54341"/>
                </a:lnTo>
                <a:lnTo>
                  <a:pt x="3061308" y="55139"/>
                </a:lnTo>
                <a:lnTo>
                  <a:pt x="3060583" y="55957"/>
                </a:lnTo>
                <a:lnTo>
                  <a:pt x="3059877" y="56795"/>
                </a:lnTo>
                <a:lnTo>
                  <a:pt x="3059191" y="57653"/>
                </a:lnTo>
                <a:lnTo>
                  <a:pt x="3058523" y="58532"/>
                </a:lnTo>
                <a:lnTo>
                  <a:pt x="3057875" y="59431"/>
                </a:lnTo>
                <a:lnTo>
                  <a:pt x="3057246" y="60350"/>
                </a:lnTo>
                <a:lnTo>
                  <a:pt x="3056636" y="61289"/>
                </a:lnTo>
                <a:lnTo>
                  <a:pt x="3056045" y="62248"/>
                </a:lnTo>
                <a:lnTo>
                  <a:pt x="3055474" y="63228"/>
                </a:lnTo>
                <a:lnTo>
                  <a:pt x="3054921" y="64227"/>
                </a:lnTo>
                <a:lnTo>
                  <a:pt x="3054388" y="65247"/>
                </a:lnTo>
                <a:lnTo>
                  <a:pt x="3053874" y="66287"/>
                </a:lnTo>
                <a:lnTo>
                  <a:pt x="3053380" y="67348"/>
                </a:lnTo>
                <a:lnTo>
                  <a:pt x="3052904" y="68428"/>
                </a:lnTo>
                <a:lnTo>
                  <a:pt x="3052448" y="69529"/>
                </a:lnTo>
                <a:lnTo>
                  <a:pt x="3052011" y="70647"/>
                </a:lnTo>
                <a:lnTo>
                  <a:pt x="3051592" y="71779"/>
                </a:lnTo>
                <a:lnTo>
                  <a:pt x="3051192" y="72926"/>
                </a:lnTo>
                <a:lnTo>
                  <a:pt x="3050810" y="74087"/>
                </a:lnTo>
                <a:lnTo>
                  <a:pt x="3050447" y="75263"/>
                </a:lnTo>
                <a:lnTo>
                  <a:pt x="3050103" y="76453"/>
                </a:lnTo>
                <a:lnTo>
                  <a:pt x="3049777" y="77658"/>
                </a:lnTo>
                <a:lnTo>
                  <a:pt x="3049470" y="78878"/>
                </a:lnTo>
                <a:lnTo>
                  <a:pt x="3049182" y="80111"/>
                </a:lnTo>
                <a:lnTo>
                  <a:pt x="3048912" y="81360"/>
                </a:lnTo>
                <a:lnTo>
                  <a:pt x="3048661" y="82622"/>
                </a:lnTo>
                <a:lnTo>
                  <a:pt x="3048428" y="83899"/>
                </a:lnTo>
                <a:lnTo>
                  <a:pt x="3048214" y="85191"/>
                </a:lnTo>
                <a:lnTo>
                  <a:pt x="3048019" y="86497"/>
                </a:lnTo>
                <a:lnTo>
                  <a:pt x="3047842" y="87818"/>
                </a:lnTo>
                <a:lnTo>
                  <a:pt x="3047684" y="89153"/>
                </a:lnTo>
                <a:lnTo>
                  <a:pt x="3047544" y="90503"/>
                </a:lnTo>
                <a:lnTo>
                  <a:pt x="3047423" y="91867"/>
                </a:lnTo>
                <a:lnTo>
                  <a:pt x="3047321" y="93245"/>
                </a:lnTo>
                <a:lnTo>
                  <a:pt x="3047237" y="94638"/>
                </a:lnTo>
                <a:lnTo>
                  <a:pt x="3047172" y="96046"/>
                </a:lnTo>
                <a:lnTo>
                  <a:pt x="3047125" y="97468"/>
                </a:lnTo>
                <a:lnTo>
                  <a:pt x="3047097" y="98904"/>
                </a:lnTo>
                <a:lnTo>
                  <a:pt x="3047088" y="100355"/>
                </a:lnTo>
                <a:lnTo>
                  <a:pt x="3047098" y="101749"/>
                </a:lnTo>
                <a:lnTo>
                  <a:pt x="3047127" y="103130"/>
                </a:lnTo>
                <a:lnTo>
                  <a:pt x="3047175" y="104501"/>
                </a:lnTo>
                <a:lnTo>
                  <a:pt x="3047242" y="105859"/>
                </a:lnTo>
                <a:lnTo>
                  <a:pt x="3047328" y="107207"/>
                </a:lnTo>
                <a:lnTo>
                  <a:pt x="3047434" y="108542"/>
                </a:lnTo>
                <a:lnTo>
                  <a:pt x="3047559" y="109866"/>
                </a:lnTo>
                <a:lnTo>
                  <a:pt x="3047703" y="111178"/>
                </a:lnTo>
                <a:lnTo>
                  <a:pt x="3047866" y="112479"/>
                </a:lnTo>
                <a:lnTo>
                  <a:pt x="3048048" y="113768"/>
                </a:lnTo>
                <a:lnTo>
                  <a:pt x="3048250" y="115045"/>
                </a:lnTo>
                <a:lnTo>
                  <a:pt x="3048471" y="116311"/>
                </a:lnTo>
                <a:lnTo>
                  <a:pt x="3048711" y="117565"/>
                </a:lnTo>
                <a:lnTo>
                  <a:pt x="3048970" y="118807"/>
                </a:lnTo>
                <a:lnTo>
                  <a:pt x="3049249" y="120038"/>
                </a:lnTo>
                <a:lnTo>
                  <a:pt x="3049546" y="121258"/>
                </a:lnTo>
                <a:lnTo>
                  <a:pt x="3049863" y="122465"/>
                </a:lnTo>
                <a:lnTo>
                  <a:pt x="3050199" y="123661"/>
                </a:lnTo>
                <a:lnTo>
                  <a:pt x="3050555" y="124846"/>
                </a:lnTo>
                <a:lnTo>
                  <a:pt x="3050929" y="126018"/>
                </a:lnTo>
                <a:lnTo>
                  <a:pt x="3051323" y="127180"/>
                </a:lnTo>
                <a:lnTo>
                  <a:pt x="3051736" y="128329"/>
                </a:lnTo>
                <a:lnTo>
                  <a:pt x="3052168" y="129467"/>
                </a:lnTo>
                <a:lnTo>
                  <a:pt x="3052619" y="130593"/>
                </a:lnTo>
                <a:lnTo>
                  <a:pt x="3053090" y="131704"/>
                </a:lnTo>
                <a:lnTo>
                  <a:pt x="3053581" y="132795"/>
                </a:lnTo>
                <a:lnTo>
                  <a:pt x="3054092" y="133866"/>
                </a:lnTo>
                <a:lnTo>
                  <a:pt x="3054623" y="134918"/>
                </a:lnTo>
                <a:lnTo>
                  <a:pt x="3055174" y="135950"/>
                </a:lnTo>
                <a:lnTo>
                  <a:pt x="3055745" y="136963"/>
                </a:lnTo>
                <a:lnTo>
                  <a:pt x="3056335" y="137956"/>
                </a:lnTo>
                <a:lnTo>
                  <a:pt x="3056946" y="138929"/>
                </a:lnTo>
                <a:lnTo>
                  <a:pt x="3057577" y="139883"/>
                </a:lnTo>
                <a:lnTo>
                  <a:pt x="3058228" y="140818"/>
                </a:lnTo>
                <a:lnTo>
                  <a:pt x="3058899" y="141733"/>
                </a:lnTo>
                <a:lnTo>
                  <a:pt x="3059590" y="142628"/>
                </a:lnTo>
                <a:lnTo>
                  <a:pt x="3060301" y="143504"/>
                </a:lnTo>
                <a:lnTo>
                  <a:pt x="3061032" y="144360"/>
                </a:lnTo>
                <a:lnTo>
                  <a:pt x="3061782" y="145197"/>
                </a:lnTo>
                <a:lnTo>
                  <a:pt x="3062553" y="146014"/>
                </a:lnTo>
                <a:lnTo>
                  <a:pt x="3063344" y="146812"/>
                </a:lnTo>
                <a:lnTo>
                  <a:pt x="3064155" y="147590"/>
                </a:lnTo>
                <a:lnTo>
                  <a:pt x="3064986" y="148348"/>
                </a:lnTo>
                <a:lnTo>
                  <a:pt x="3065837" y="149087"/>
                </a:lnTo>
                <a:lnTo>
                  <a:pt x="3066707" y="149807"/>
                </a:lnTo>
                <a:lnTo>
                  <a:pt x="3067598" y="150506"/>
                </a:lnTo>
                <a:lnTo>
                  <a:pt x="3068509" y="151187"/>
                </a:lnTo>
                <a:lnTo>
                  <a:pt x="3069440" y="151848"/>
                </a:lnTo>
                <a:lnTo>
                  <a:pt x="3070391" y="152485"/>
                </a:lnTo>
                <a:lnTo>
                  <a:pt x="3071364" y="153095"/>
                </a:lnTo>
                <a:lnTo>
                  <a:pt x="3072357" y="153678"/>
                </a:lnTo>
                <a:lnTo>
                  <a:pt x="3073371" y="154233"/>
                </a:lnTo>
                <a:lnTo>
                  <a:pt x="3074406" y="154762"/>
                </a:lnTo>
                <a:lnTo>
                  <a:pt x="3075463" y="155264"/>
                </a:lnTo>
                <a:lnTo>
                  <a:pt x="3076540" y="155738"/>
                </a:lnTo>
                <a:lnTo>
                  <a:pt x="3077638" y="156185"/>
                </a:lnTo>
                <a:lnTo>
                  <a:pt x="3078757" y="156606"/>
                </a:lnTo>
                <a:lnTo>
                  <a:pt x="3079898" y="156999"/>
                </a:lnTo>
                <a:lnTo>
                  <a:pt x="3081059" y="157365"/>
                </a:lnTo>
                <a:lnTo>
                  <a:pt x="3082241" y="157704"/>
                </a:lnTo>
                <a:lnTo>
                  <a:pt x="3083444" y="158015"/>
                </a:lnTo>
                <a:lnTo>
                  <a:pt x="3084668" y="158300"/>
                </a:lnTo>
                <a:lnTo>
                  <a:pt x="3085913" y="158558"/>
                </a:lnTo>
                <a:lnTo>
                  <a:pt x="3087179" y="158788"/>
                </a:lnTo>
                <a:lnTo>
                  <a:pt x="3088467" y="158991"/>
                </a:lnTo>
                <a:lnTo>
                  <a:pt x="3089775" y="159168"/>
                </a:lnTo>
                <a:lnTo>
                  <a:pt x="3091104" y="159317"/>
                </a:lnTo>
                <a:lnTo>
                  <a:pt x="3092454" y="159439"/>
                </a:lnTo>
                <a:lnTo>
                  <a:pt x="3093825" y="159534"/>
                </a:lnTo>
                <a:lnTo>
                  <a:pt x="3095217" y="159601"/>
                </a:lnTo>
                <a:lnTo>
                  <a:pt x="3096630" y="159642"/>
                </a:lnTo>
                <a:lnTo>
                  <a:pt x="3098064" y="159656"/>
                </a:lnTo>
                <a:lnTo>
                  <a:pt x="3099198" y="159647"/>
                </a:lnTo>
                <a:lnTo>
                  <a:pt x="3100319" y="159623"/>
                </a:lnTo>
                <a:lnTo>
                  <a:pt x="3101426" y="159581"/>
                </a:lnTo>
                <a:lnTo>
                  <a:pt x="3102521" y="159523"/>
                </a:lnTo>
                <a:lnTo>
                  <a:pt x="3103603" y="159449"/>
                </a:lnTo>
                <a:close/>
                <a:moveTo>
                  <a:pt x="3067196" y="82890"/>
                </a:moveTo>
                <a:lnTo>
                  <a:pt x="3067426" y="81669"/>
                </a:lnTo>
                <a:lnTo>
                  <a:pt x="3067678" y="80475"/>
                </a:lnTo>
                <a:lnTo>
                  <a:pt x="3067951" y="79308"/>
                </a:lnTo>
                <a:lnTo>
                  <a:pt x="3068245" y="78169"/>
                </a:lnTo>
                <a:lnTo>
                  <a:pt x="3068561" y="77056"/>
                </a:lnTo>
                <a:lnTo>
                  <a:pt x="3068897" y="75972"/>
                </a:lnTo>
                <a:lnTo>
                  <a:pt x="3069255" y="74914"/>
                </a:lnTo>
                <a:lnTo>
                  <a:pt x="3069634" y="73884"/>
                </a:lnTo>
                <a:lnTo>
                  <a:pt x="3070034" y="72882"/>
                </a:lnTo>
                <a:lnTo>
                  <a:pt x="3070455" y="71906"/>
                </a:lnTo>
                <a:lnTo>
                  <a:pt x="3070897" y="70958"/>
                </a:lnTo>
                <a:lnTo>
                  <a:pt x="3071361" y="70037"/>
                </a:lnTo>
                <a:lnTo>
                  <a:pt x="3071845" y="69144"/>
                </a:lnTo>
                <a:lnTo>
                  <a:pt x="3072351" y="68278"/>
                </a:lnTo>
                <a:lnTo>
                  <a:pt x="3072879" y="67439"/>
                </a:lnTo>
                <a:lnTo>
                  <a:pt x="3073427" y="66628"/>
                </a:lnTo>
                <a:lnTo>
                  <a:pt x="3073996" y="65844"/>
                </a:lnTo>
                <a:lnTo>
                  <a:pt x="3074587" y="65087"/>
                </a:lnTo>
                <a:lnTo>
                  <a:pt x="3075199" y="64358"/>
                </a:lnTo>
                <a:lnTo>
                  <a:pt x="3075832" y="63657"/>
                </a:lnTo>
                <a:lnTo>
                  <a:pt x="3076485" y="62985"/>
                </a:lnTo>
                <a:lnTo>
                  <a:pt x="3077158" y="62344"/>
                </a:lnTo>
                <a:lnTo>
                  <a:pt x="3077852" y="61732"/>
                </a:lnTo>
                <a:lnTo>
                  <a:pt x="3078566" y="61150"/>
                </a:lnTo>
                <a:lnTo>
                  <a:pt x="3079301" y="60599"/>
                </a:lnTo>
                <a:lnTo>
                  <a:pt x="3080056" y="60076"/>
                </a:lnTo>
                <a:lnTo>
                  <a:pt x="3080831" y="59584"/>
                </a:lnTo>
                <a:lnTo>
                  <a:pt x="3081627" y="59122"/>
                </a:lnTo>
                <a:lnTo>
                  <a:pt x="3082443" y="58689"/>
                </a:lnTo>
                <a:lnTo>
                  <a:pt x="3083280" y="58286"/>
                </a:lnTo>
                <a:lnTo>
                  <a:pt x="3084137" y="57913"/>
                </a:lnTo>
                <a:lnTo>
                  <a:pt x="3085014" y="57570"/>
                </a:lnTo>
                <a:lnTo>
                  <a:pt x="3085912" y="57257"/>
                </a:lnTo>
                <a:lnTo>
                  <a:pt x="3086830" y="56974"/>
                </a:lnTo>
                <a:lnTo>
                  <a:pt x="3087769" y="56720"/>
                </a:lnTo>
                <a:lnTo>
                  <a:pt x="3088728" y="56496"/>
                </a:lnTo>
                <a:lnTo>
                  <a:pt x="3089707" y="56302"/>
                </a:lnTo>
                <a:lnTo>
                  <a:pt x="3090707" y="56138"/>
                </a:lnTo>
                <a:lnTo>
                  <a:pt x="3091727" y="56004"/>
                </a:lnTo>
                <a:lnTo>
                  <a:pt x="3092767" y="55900"/>
                </a:lnTo>
                <a:lnTo>
                  <a:pt x="3093828" y="55825"/>
                </a:lnTo>
                <a:lnTo>
                  <a:pt x="3094910" y="55780"/>
                </a:lnTo>
                <a:lnTo>
                  <a:pt x="3096011" y="55765"/>
                </a:lnTo>
                <a:lnTo>
                  <a:pt x="3097094" y="55780"/>
                </a:lnTo>
                <a:lnTo>
                  <a:pt x="3098157" y="55826"/>
                </a:lnTo>
                <a:lnTo>
                  <a:pt x="3099199" y="55901"/>
                </a:lnTo>
                <a:lnTo>
                  <a:pt x="3100221" y="56006"/>
                </a:lnTo>
                <a:lnTo>
                  <a:pt x="3101223" y="56141"/>
                </a:lnTo>
                <a:lnTo>
                  <a:pt x="3102205" y="56306"/>
                </a:lnTo>
                <a:lnTo>
                  <a:pt x="3103167" y="56502"/>
                </a:lnTo>
                <a:lnTo>
                  <a:pt x="3104108" y="56727"/>
                </a:lnTo>
                <a:lnTo>
                  <a:pt x="3105029" y="56982"/>
                </a:lnTo>
                <a:lnTo>
                  <a:pt x="3105930" y="57268"/>
                </a:lnTo>
                <a:lnTo>
                  <a:pt x="3106811" y="57583"/>
                </a:lnTo>
                <a:lnTo>
                  <a:pt x="3107672" y="57929"/>
                </a:lnTo>
                <a:lnTo>
                  <a:pt x="3108512" y="58304"/>
                </a:lnTo>
                <a:lnTo>
                  <a:pt x="3109333" y="58710"/>
                </a:lnTo>
                <a:lnTo>
                  <a:pt x="3110133" y="59145"/>
                </a:lnTo>
                <a:lnTo>
                  <a:pt x="3110912" y="59611"/>
                </a:lnTo>
                <a:lnTo>
                  <a:pt x="3111672" y="60107"/>
                </a:lnTo>
                <a:lnTo>
                  <a:pt x="3112412" y="60633"/>
                </a:lnTo>
                <a:lnTo>
                  <a:pt x="3113131" y="61188"/>
                </a:lnTo>
                <a:lnTo>
                  <a:pt x="3113830" y="61774"/>
                </a:lnTo>
                <a:lnTo>
                  <a:pt x="3114509" y="62390"/>
                </a:lnTo>
                <a:lnTo>
                  <a:pt x="3115168" y="63036"/>
                </a:lnTo>
                <a:lnTo>
                  <a:pt x="3115806" y="63712"/>
                </a:lnTo>
                <a:lnTo>
                  <a:pt x="3116424" y="64418"/>
                </a:lnTo>
                <a:lnTo>
                  <a:pt x="3117020" y="65152"/>
                </a:lnTo>
                <a:lnTo>
                  <a:pt x="3117592" y="65913"/>
                </a:lnTo>
                <a:lnTo>
                  <a:pt x="3118140" y="66701"/>
                </a:lnTo>
                <a:lnTo>
                  <a:pt x="3118664" y="67515"/>
                </a:lnTo>
                <a:lnTo>
                  <a:pt x="3119163" y="68356"/>
                </a:lnTo>
                <a:lnTo>
                  <a:pt x="3119639" y="69223"/>
                </a:lnTo>
                <a:lnTo>
                  <a:pt x="3120090" y="70118"/>
                </a:lnTo>
                <a:lnTo>
                  <a:pt x="3120517" y="71039"/>
                </a:lnTo>
                <a:lnTo>
                  <a:pt x="3120920" y="71987"/>
                </a:lnTo>
                <a:lnTo>
                  <a:pt x="3121299" y="72961"/>
                </a:lnTo>
                <a:lnTo>
                  <a:pt x="3121653" y="73962"/>
                </a:lnTo>
                <a:lnTo>
                  <a:pt x="3121984" y="74990"/>
                </a:lnTo>
                <a:lnTo>
                  <a:pt x="3122290" y="76045"/>
                </a:lnTo>
                <a:lnTo>
                  <a:pt x="3122572" y="77126"/>
                </a:lnTo>
                <a:lnTo>
                  <a:pt x="3122830" y="78234"/>
                </a:lnTo>
                <a:lnTo>
                  <a:pt x="3123064" y="79369"/>
                </a:lnTo>
                <a:lnTo>
                  <a:pt x="3123274" y="80530"/>
                </a:lnTo>
                <a:lnTo>
                  <a:pt x="3123459" y="81718"/>
                </a:lnTo>
                <a:lnTo>
                  <a:pt x="3123621" y="82933"/>
                </a:lnTo>
                <a:lnTo>
                  <a:pt x="3123758" y="84174"/>
                </a:lnTo>
                <a:lnTo>
                  <a:pt x="3123871" y="85442"/>
                </a:lnTo>
                <a:lnTo>
                  <a:pt x="3123960" y="86737"/>
                </a:lnTo>
                <a:lnTo>
                  <a:pt x="3124024" y="88059"/>
                </a:lnTo>
                <a:lnTo>
                  <a:pt x="3124065" y="89407"/>
                </a:lnTo>
                <a:lnTo>
                  <a:pt x="3066361" y="89407"/>
                </a:lnTo>
                <a:lnTo>
                  <a:pt x="3066486" y="88049"/>
                </a:lnTo>
                <a:lnTo>
                  <a:pt x="3066631" y="86718"/>
                </a:lnTo>
                <a:lnTo>
                  <a:pt x="3066798" y="85415"/>
                </a:lnTo>
                <a:lnTo>
                  <a:pt x="3066987" y="84139"/>
                </a:lnTo>
                <a:lnTo>
                  <a:pt x="3067196" y="82890"/>
                </a:lnTo>
                <a:close/>
                <a:moveTo>
                  <a:pt x="2790174" y="198355"/>
                </a:moveTo>
                <a:lnTo>
                  <a:pt x="2790914" y="198313"/>
                </a:lnTo>
                <a:lnTo>
                  <a:pt x="2791644" y="198262"/>
                </a:lnTo>
                <a:lnTo>
                  <a:pt x="2792363" y="198202"/>
                </a:lnTo>
                <a:lnTo>
                  <a:pt x="2793072" y="198132"/>
                </a:lnTo>
                <a:lnTo>
                  <a:pt x="2793770" y="198053"/>
                </a:lnTo>
                <a:lnTo>
                  <a:pt x="2794457" y="197965"/>
                </a:lnTo>
                <a:lnTo>
                  <a:pt x="2795134" y="197867"/>
                </a:lnTo>
                <a:lnTo>
                  <a:pt x="2795799" y="197760"/>
                </a:lnTo>
                <a:lnTo>
                  <a:pt x="2796455" y="197644"/>
                </a:lnTo>
                <a:lnTo>
                  <a:pt x="2797099" y="197518"/>
                </a:lnTo>
                <a:lnTo>
                  <a:pt x="2797733" y="197384"/>
                </a:lnTo>
                <a:lnTo>
                  <a:pt x="2798356" y="197240"/>
                </a:lnTo>
                <a:lnTo>
                  <a:pt x="2798968" y="197086"/>
                </a:lnTo>
                <a:lnTo>
                  <a:pt x="2799570" y="196924"/>
                </a:lnTo>
                <a:lnTo>
                  <a:pt x="2800161" y="196752"/>
                </a:lnTo>
                <a:lnTo>
                  <a:pt x="2800741" y="196571"/>
                </a:lnTo>
                <a:lnTo>
                  <a:pt x="2801311" y="196380"/>
                </a:lnTo>
                <a:lnTo>
                  <a:pt x="2801870" y="196180"/>
                </a:lnTo>
                <a:lnTo>
                  <a:pt x="2802418" y="195971"/>
                </a:lnTo>
                <a:lnTo>
                  <a:pt x="2802955" y="195753"/>
                </a:lnTo>
                <a:lnTo>
                  <a:pt x="2803485" y="195524"/>
                </a:lnTo>
                <a:lnTo>
                  <a:pt x="2804008" y="195282"/>
                </a:lnTo>
                <a:lnTo>
                  <a:pt x="2804524" y="195027"/>
                </a:lnTo>
                <a:lnTo>
                  <a:pt x="2805035" y="194761"/>
                </a:lnTo>
                <a:lnTo>
                  <a:pt x="2805540" y="194481"/>
                </a:lnTo>
                <a:lnTo>
                  <a:pt x="2806038" y="194189"/>
                </a:lnTo>
                <a:lnTo>
                  <a:pt x="2806530" y="193885"/>
                </a:lnTo>
                <a:lnTo>
                  <a:pt x="2807017" y="193568"/>
                </a:lnTo>
                <a:lnTo>
                  <a:pt x="2807497" y="193238"/>
                </a:lnTo>
                <a:lnTo>
                  <a:pt x="2807970" y="192896"/>
                </a:lnTo>
                <a:lnTo>
                  <a:pt x="2808438" y="192542"/>
                </a:lnTo>
                <a:lnTo>
                  <a:pt x="2808900" y="192175"/>
                </a:lnTo>
                <a:lnTo>
                  <a:pt x="2809355" y="191795"/>
                </a:lnTo>
                <a:lnTo>
                  <a:pt x="2809805" y="191403"/>
                </a:lnTo>
                <a:lnTo>
                  <a:pt x="2810248" y="190999"/>
                </a:lnTo>
                <a:lnTo>
                  <a:pt x="2810685" y="190581"/>
                </a:lnTo>
                <a:lnTo>
                  <a:pt x="2811116" y="190152"/>
                </a:lnTo>
                <a:lnTo>
                  <a:pt x="2811541" y="189710"/>
                </a:lnTo>
                <a:lnTo>
                  <a:pt x="2811959" y="189255"/>
                </a:lnTo>
                <a:lnTo>
                  <a:pt x="2812372" y="188788"/>
                </a:lnTo>
                <a:lnTo>
                  <a:pt x="2812778" y="188308"/>
                </a:lnTo>
                <a:lnTo>
                  <a:pt x="2813178" y="187816"/>
                </a:lnTo>
                <a:lnTo>
                  <a:pt x="2813572" y="187311"/>
                </a:lnTo>
                <a:lnTo>
                  <a:pt x="2813960" y="186794"/>
                </a:lnTo>
                <a:lnTo>
                  <a:pt x="2814344" y="186262"/>
                </a:lnTo>
                <a:lnTo>
                  <a:pt x="2814726" y="185715"/>
                </a:lnTo>
                <a:lnTo>
                  <a:pt x="2815105" y="185152"/>
                </a:lnTo>
                <a:lnTo>
                  <a:pt x="2815482" y="184573"/>
                </a:lnTo>
                <a:lnTo>
                  <a:pt x="2815858" y="183979"/>
                </a:lnTo>
                <a:lnTo>
                  <a:pt x="2816230" y="183369"/>
                </a:lnTo>
                <a:lnTo>
                  <a:pt x="2816601" y="182743"/>
                </a:lnTo>
                <a:lnTo>
                  <a:pt x="2816970" y="182101"/>
                </a:lnTo>
                <a:lnTo>
                  <a:pt x="2817336" y="181443"/>
                </a:lnTo>
                <a:lnTo>
                  <a:pt x="2817700" y="180770"/>
                </a:lnTo>
                <a:lnTo>
                  <a:pt x="2818062" y="180081"/>
                </a:lnTo>
                <a:lnTo>
                  <a:pt x="2818422" y="179377"/>
                </a:lnTo>
                <a:lnTo>
                  <a:pt x="2818780" y="178656"/>
                </a:lnTo>
                <a:lnTo>
                  <a:pt x="2819135" y="177920"/>
                </a:lnTo>
                <a:lnTo>
                  <a:pt x="2819489" y="177168"/>
                </a:lnTo>
                <a:lnTo>
                  <a:pt x="2819840" y="176400"/>
                </a:lnTo>
                <a:lnTo>
                  <a:pt x="2820189" y="175617"/>
                </a:lnTo>
                <a:lnTo>
                  <a:pt x="2820535" y="174817"/>
                </a:lnTo>
                <a:lnTo>
                  <a:pt x="2820880" y="174002"/>
                </a:lnTo>
                <a:lnTo>
                  <a:pt x="2821222" y="173172"/>
                </a:lnTo>
                <a:lnTo>
                  <a:pt x="2821563" y="172325"/>
                </a:lnTo>
                <a:lnTo>
                  <a:pt x="2821901" y="171463"/>
                </a:lnTo>
                <a:lnTo>
                  <a:pt x="2822237" y="170585"/>
                </a:lnTo>
                <a:lnTo>
                  <a:pt x="2822570" y="169691"/>
                </a:lnTo>
                <a:lnTo>
                  <a:pt x="2827588" y="156427"/>
                </a:lnTo>
                <a:lnTo>
                  <a:pt x="2867502" y="43107"/>
                </a:lnTo>
                <a:lnTo>
                  <a:pt x="2848115" y="43107"/>
                </a:lnTo>
                <a:lnTo>
                  <a:pt x="2818123" y="136798"/>
                </a:lnTo>
                <a:lnTo>
                  <a:pt x="2785621" y="43107"/>
                </a:lnTo>
                <a:lnTo>
                  <a:pt x="2765550" y="43107"/>
                </a:lnTo>
                <a:lnTo>
                  <a:pt x="2808087" y="157603"/>
                </a:lnTo>
                <a:lnTo>
                  <a:pt x="2803868" y="167503"/>
                </a:lnTo>
                <a:lnTo>
                  <a:pt x="2803591" y="168170"/>
                </a:lnTo>
                <a:lnTo>
                  <a:pt x="2803310" y="168821"/>
                </a:lnTo>
                <a:lnTo>
                  <a:pt x="2803027" y="169457"/>
                </a:lnTo>
                <a:lnTo>
                  <a:pt x="2802740" y="170077"/>
                </a:lnTo>
                <a:lnTo>
                  <a:pt x="2802450" y="170680"/>
                </a:lnTo>
                <a:lnTo>
                  <a:pt x="2802157" y="171268"/>
                </a:lnTo>
                <a:lnTo>
                  <a:pt x="2801861" y="171841"/>
                </a:lnTo>
                <a:lnTo>
                  <a:pt x="2801562" y="172397"/>
                </a:lnTo>
                <a:lnTo>
                  <a:pt x="2801259" y="172937"/>
                </a:lnTo>
                <a:lnTo>
                  <a:pt x="2800953" y="173462"/>
                </a:lnTo>
                <a:lnTo>
                  <a:pt x="2800645" y="173971"/>
                </a:lnTo>
                <a:lnTo>
                  <a:pt x="2800333" y="174464"/>
                </a:lnTo>
                <a:lnTo>
                  <a:pt x="2800017" y="174941"/>
                </a:lnTo>
                <a:lnTo>
                  <a:pt x="2799699" y="175402"/>
                </a:lnTo>
                <a:lnTo>
                  <a:pt x="2799377" y="175848"/>
                </a:lnTo>
                <a:lnTo>
                  <a:pt x="2799053" y="176278"/>
                </a:lnTo>
                <a:lnTo>
                  <a:pt x="2798725" y="176692"/>
                </a:lnTo>
                <a:lnTo>
                  <a:pt x="2798394" y="177090"/>
                </a:lnTo>
                <a:lnTo>
                  <a:pt x="2798060" y="177472"/>
                </a:lnTo>
                <a:lnTo>
                  <a:pt x="2797722" y="177838"/>
                </a:lnTo>
                <a:lnTo>
                  <a:pt x="2797382" y="178189"/>
                </a:lnTo>
                <a:lnTo>
                  <a:pt x="2797038" y="178524"/>
                </a:lnTo>
                <a:lnTo>
                  <a:pt x="2796691" y="178843"/>
                </a:lnTo>
                <a:lnTo>
                  <a:pt x="2796341" y="179146"/>
                </a:lnTo>
                <a:lnTo>
                  <a:pt x="2795985" y="179435"/>
                </a:lnTo>
                <a:lnTo>
                  <a:pt x="2795619" y="179712"/>
                </a:lnTo>
                <a:lnTo>
                  <a:pt x="2795244" y="179977"/>
                </a:lnTo>
                <a:lnTo>
                  <a:pt x="2794859" y="180229"/>
                </a:lnTo>
                <a:lnTo>
                  <a:pt x="2794464" y="180469"/>
                </a:lnTo>
                <a:lnTo>
                  <a:pt x="2794060" y="180697"/>
                </a:lnTo>
                <a:lnTo>
                  <a:pt x="2793647" y="180913"/>
                </a:lnTo>
                <a:lnTo>
                  <a:pt x="2793224" y="181116"/>
                </a:lnTo>
                <a:lnTo>
                  <a:pt x="2792792" y="181307"/>
                </a:lnTo>
                <a:lnTo>
                  <a:pt x="2792350" y="181485"/>
                </a:lnTo>
                <a:lnTo>
                  <a:pt x="2791898" y="181651"/>
                </a:lnTo>
                <a:lnTo>
                  <a:pt x="2791437" y="181805"/>
                </a:lnTo>
                <a:lnTo>
                  <a:pt x="2790967" y="181947"/>
                </a:lnTo>
                <a:lnTo>
                  <a:pt x="2790487" y="182076"/>
                </a:lnTo>
                <a:lnTo>
                  <a:pt x="2789998" y="182193"/>
                </a:lnTo>
                <a:lnTo>
                  <a:pt x="2789499" y="182298"/>
                </a:lnTo>
                <a:lnTo>
                  <a:pt x="2788990" y="182390"/>
                </a:lnTo>
                <a:lnTo>
                  <a:pt x="2788472" y="182470"/>
                </a:lnTo>
                <a:lnTo>
                  <a:pt x="2787945" y="182538"/>
                </a:lnTo>
                <a:lnTo>
                  <a:pt x="2787408" y="182593"/>
                </a:lnTo>
                <a:lnTo>
                  <a:pt x="2786862" y="182636"/>
                </a:lnTo>
                <a:lnTo>
                  <a:pt x="2786306" y="182667"/>
                </a:lnTo>
                <a:lnTo>
                  <a:pt x="2785740" y="182686"/>
                </a:lnTo>
                <a:lnTo>
                  <a:pt x="2785165" y="182692"/>
                </a:lnTo>
                <a:lnTo>
                  <a:pt x="2775700" y="182692"/>
                </a:lnTo>
                <a:lnTo>
                  <a:pt x="2775700" y="198429"/>
                </a:lnTo>
                <a:lnTo>
                  <a:pt x="2787104" y="198429"/>
                </a:lnTo>
                <a:lnTo>
                  <a:pt x="2787887" y="198425"/>
                </a:lnTo>
                <a:lnTo>
                  <a:pt x="2788660" y="198411"/>
                </a:lnTo>
                <a:lnTo>
                  <a:pt x="2789422" y="198387"/>
                </a:lnTo>
                <a:lnTo>
                  <a:pt x="2790174" y="19835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" name="Text IterativeRefinement">
            <a:extLst xmlns:a="http://schemas.openxmlformats.org/drawingml/2006/main">
              <a:ext uri="{FF2B5EF4-FFF2-40B4-BE49-F238E27FC236}">
                <a16:creationId xmlns:a16="http://schemas.microsoft.com/office/drawing/2014/main" id="{BB96E214-A5FF-436A-AC1C-B8697E32C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61093" y="8044543"/>
            <a:ext cx="2008268" cy="159512"/>
          </a:xfrm>
          <a:custGeom xmlns:a="http://schemas.openxmlformats.org/drawingml/2006/main">
            <a:pathLst>
              <a:path w="2008268" h="159512">
                <a:moveTo>
                  <a:pt x="538465" y="22017"/>
                </a:moveTo>
                <a:lnTo>
                  <a:pt x="538879" y="21968"/>
                </a:lnTo>
                <a:lnTo>
                  <a:pt x="539286" y="21908"/>
                </a:lnTo>
                <a:lnTo>
                  <a:pt x="539686" y="21837"/>
                </a:lnTo>
                <a:lnTo>
                  <a:pt x="540079" y="21756"/>
                </a:lnTo>
                <a:lnTo>
                  <a:pt x="540465" y="21663"/>
                </a:lnTo>
                <a:lnTo>
                  <a:pt x="540843" y="21560"/>
                </a:lnTo>
                <a:lnTo>
                  <a:pt x="541215" y="21446"/>
                </a:lnTo>
                <a:lnTo>
                  <a:pt x="541579" y="21320"/>
                </a:lnTo>
                <a:lnTo>
                  <a:pt x="541936" y="21185"/>
                </a:lnTo>
                <a:lnTo>
                  <a:pt x="542286" y="21038"/>
                </a:lnTo>
                <a:lnTo>
                  <a:pt x="542629" y="20880"/>
                </a:lnTo>
                <a:lnTo>
                  <a:pt x="542965" y="20711"/>
                </a:lnTo>
                <a:lnTo>
                  <a:pt x="543294" y="20532"/>
                </a:lnTo>
                <a:lnTo>
                  <a:pt x="543616" y="20341"/>
                </a:lnTo>
                <a:lnTo>
                  <a:pt x="543930" y="20140"/>
                </a:lnTo>
                <a:lnTo>
                  <a:pt x="544238" y="19928"/>
                </a:lnTo>
                <a:lnTo>
                  <a:pt x="544538" y="19705"/>
                </a:lnTo>
                <a:lnTo>
                  <a:pt x="544831" y="19471"/>
                </a:lnTo>
                <a:lnTo>
                  <a:pt x="545117" y="19226"/>
                </a:lnTo>
                <a:lnTo>
                  <a:pt x="545396" y="18971"/>
                </a:lnTo>
                <a:lnTo>
                  <a:pt x="545666" y="18707"/>
                </a:lnTo>
                <a:lnTo>
                  <a:pt x="545924" y="18437"/>
                </a:lnTo>
                <a:lnTo>
                  <a:pt x="546170" y="18161"/>
                </a:lnTo>
                <a:lnTo>
                  <a:pt x="546406" y="17880"/>
                </a:lnTo>
                <a:lnTo>
                  <a:pt x="546629" y="17593"/>
                </a:lnTo>
                <a:lnTo>
                  <a:pt x="546841" y="17301"/>
                </a:lnTo>
                <a:lnTo>
                  <a:pt x="547042" y="17002"/>
                </a:lnTo>
                <a:lnTo>
                  <a:pt x="547232" y="16698"/>
                </a:lnTo>
                <a:lnTo>
                  <a:pt x="547409" y="16388"/>
                </a:lnTo>
                <a:lnTo>
                  <a:pt x="547576" y="16073"/>
                </a:lnTo>
                <a:lnTo>
                  <a:pt x="547731" y="15751"/>
                </a:lnTo>
                <a:lnTo>
                  <a:pt x="547874" y="15424"/>
                </a:lnTo>
                <a:lnTo>
                  <a:pt x="548006" y="15091"/>
                </a:lnTo>
                <a:lnTo>
                  <a:pt x="548126" y="14753"/>
                </a:lnTo>
                <a:lnTo>
                  <a:pt x="548235" y="14409"/>
                </a:lnTo>
                <a:lnTo>
                  <a:pt x="548333" y="14059"/>
                </a:lnTo>
                <a:lnTo>
                  <a:pt x="548419" y="13703"/>
                </a:lnTo>
                <a:lnTo>
                  <a:pt x="548494" y="13341"/>
                </a:lnTo>
                <a:lnTo>
                  <a:pt x="548557" y="12974"/>
                </a:lnTo>
                <a:lnTo>
                  <a:pt x="548608" y="12601"/>
                </a:lnTo>
                <a:lnTo>
                  <a:pt x="548648" y="12222"/>
                </a:lnTo>
                <a:lnTo>
                  <a:pt x="548677" y="11838"/>
                </a:lnTo>
                <a:lnTo>
                  <a:pt x="548694" y="11448"/>
                </a:lnTo>
                <a:lnTo>
                  <a:pt x="548700" y="11052"/>
                </a:lnTo>
                <a:lnTo>
                  <a:pt x="548694" y="10656"/>
                </a:lnTo>
                <a:lnTo>
                  <a:pt x="548677" y="10266"/>
                </a:lnTo>
                <a:lnTo>
                  <a:pt x="548648" y="9881"/>
                </a:lnTo>
                <a:lnTo>
                  <a:pt x="548608" y="9503"/>
                </a:lnTo>
                <a:lnTo>
                  <a:pt x="548557" y="9130"/>
                </a:lnTo>
                <a:lnTo>
                  <a:pt x="548494" y="8762"/>
                </a:lnTo>
                <a:lnTo>
                  <a:pt x="548419" y="8401"/>
                </a:lnTo>
                <a:lnTo>
                  <a:pt x="548333" y="8045"/>
                </a:lnTo>
                <a:lnTo>
                  <a:pt x="548235" y="7695"/>
                </a:lnTo>
                <a:lnTo>
                  <a:pt x="548126" y="7351"/>
                </a:lnTo>
                <a:lnTo>
                  <a:pt x="548006" y="7012"/>
                </a:lnTo>
                <a:lnTo>
                  <a:pt x="547874" y="6680"/>
                </a:lnTo>
                <a:lnTo>
                  <a:pt x="547731" y="6352"/>
                </a:lnTo>
                <a:lnTo>
                  <a:pt x="547576" y="6031"/>
                </a:lnTo>
                <a:lnTo>
                  <a:pt x="547409" y="5716"/>
                </a:lnTo>
                <a:lnTo>
                  <a:pt x="547232" y="5406"/>
                </a:lnTo>
                <a:lnTo>
                  <a:pt x="547042" y="5102"/>
                </a:lnTo>
                <a:lnTo>
                  <a:pt x="546841" y="4803"/>
                </a:lnTo>
                <a:lnTo>
                  <a:pt x="546629" y="4511"/>
                </a:lnTo>
                <a:lnTo>
                  <a:pt x="546406" y="4224"/>
                </a:lnTo>
                <a:lnTo>
                  <a:pt x="546170" y="3942"/>
                </a:lnTo>
                <a:lnTo>
                  <a:pt x="545924" y="3667"/>
                </a:lnTo>
                <a:lnTo>
                  <a:pt x="545666" y="3397"/>
                </a:lnTo>
                <a:lnTo>
                  <a:pt x="545396" y="3133"/>
                </a:lnTo>
                <a:lnTo>
                  <a:pt x="545117" y="2878"/>
                </a:lnTo>
                <a:lnTo>
                  <a:pt x="544831" y="2633"/>
                </a:lnTo>
                <a:lnTo>
                  <a:pt x="544538" y="2399"/>
                </a:lnTo>
                <a:lnTo>
                  <a:pt x="544238" y="2176"/>
                </a:lnTo>
                <a:lnTo>
                  <a:pt x="543930" y="1964"/>
                </a:lnTo>
                <a:lnTo>
                  <a:pt x="543616" y="1762"/>
                </a:lnTo>
                <a:lnTo>
                  <a:pt x="543294" y="1572"/>
                </a:lnTo>
                <a:lnTo>
                  <a:pt x="542965" y="1393"/>
                </a:lnTo>
                <a:lnTo>
                  <a:pt x="542629" y="1224"/>
                </a:lnTo>
                <a:lnTo>
                  <a:pt x="542286" y="1066"/>
                </a:lnTo>
                <a:lnTo>
                  <a:pt x="541936" y="919"/>
                </a:lnTo>
                <a:lnTo>
                  <a:pt x="541579" y="783"/>
                </a:lnTo>
                <a:lnTo>
                  <a:pt x="541215" y="658"/>
                </a:lnTo>
                <a:lnTo>
                  <a:pt x="540843" y="544"/>
                </a:lnTo>
                <a:lnTo>
                  <a:pt x="540465" y="441"/>
                </a:lnTo>
                <a:lnTo>
                  <a:pt x="540079" y="348"/>
                </a:lnTo>
                <a:lnTo>
                  <a:pt x="539686" y="267"/>
                </a:lnTo>
                <a:lnTo>
                  <a:pt x="539286" y="196"/>
                </a:lnTo>
                <a:lnTo>
                  <a:pt x="538879" y="136"/>
                </a:lnTo>
                <a:lnTo>
                  <a:pt x="538465" y="87"/>
                </a:lnTo>
                <a:lnTo>
                  <a:pt x="538043" y="49"/>
                </a:lnTo>
                <a:lnTo>
                  <a:pt x="537615" y="22"/>
                </a:lnTo>
                <a:lnTo>
                  <a:pt x="537179" y="5"/>
                </a:lnTo>
                <a:lnTo>
                  <a:pt x="536737" y="0"/>
                </a:lnTo>
                <a:lnTo>
                  <a:pt x="536294" y="5"/>
                </a:lnTo>
                <a:lnTo>
                  <a:pt x="535859" y="22"/>
                </a:lnTo>
                <a:lnTo>
                  <a:pt x="535431" y="49"/>
                </a:lnTo>
                <a:lnTo>
                  <a:pt x="535010" y="87"/>
                </a:lnTo>
                <a:lnTo>
                  <a:pt x="534597" y="136"/>
                </a:lnTo>
                <a:lnTo>
                  <a:pt x="534191" y="196"/>
                </a:lnTo>
                <a:lnTo>
                  <a:pt x="533792" y="267"/>
                </a:lnTo>
                <a:lnTo>
                  <a:pt x="533401" y="348"/>
                </a:lnTo>
                <a:lnTo>
                  <a:pt x="533017" y="441"/>
                </a:lnTo>
                <a:lnTo>
                  <a:pt x="532640" y="544"/>
                </a:lnTo>
                <a:lnTo>
                  <a:pt x="532271" y="658"/>
                </a:lnTo>
                <a:lnTo>
                  <a:pt x="531909" y="783"/>
                </a:lnTo>
                <a:lnTo>
                  <a:pt x="531554" y="919"/>
                </a:lnTo>
                <a:lnTo>
                  <a:pt x="531206" y="1066"/>
                </a:lnTo>
                <a:lnTo>
                  <a:pt x="530866" y="1224"/>
                </a:lnTo>
                <a:lnTo>
                  <a:pt x="530533" y="1393"/>
                </a:lnTo>
                <a:lnTo>
                  <a:pt x="530208" y="1572"/>
                </a:lnTo>
                <a:lnTo>
                  <a:pt x="529890" y="1762"/>
                </a:lnTo>
                <a:lnTo>
                  <a:pt x="529579" y="1964"/>
                </a:lnTo>
                <a:lnTo>
                  <a:pt x="529275" y="2176"/>
                </a:lnTo>
                <a:lnTo>
                  <a:pt x="528979" y="2399"/>
                </a:lnTo>
                <a:lnTo>
                  <a:pt x="528690" y="2633"/>
                </a:lnTo>
                <a:lnTo>
                  <a:pt x="528409" y="2878"/>
                </a:lnTo>
                <a:lnTo>
                  <a:pt x="528134" y="3133"/>
                </a:lnTo>
                <a:lnTo>
                  <a:pt x="527869" y="3397"/>
                </a:lnTo>
                <a:lnTo>
                  <a:pt x="527616" y="3667"/>
                </a:lnTo>
                <a:lnTo>
                  <a:pt x="527373" y="3942"/>
                </a:lnTo>
                <a:lnTo>
                  <a:pt x="527142" y="4224"/>
                </a:lnTo>
                <a:lnTo>
                  <a:pt x="526922" y="4511"/>
                </a:lnTo>
                <a:lnTo>
                  <a:pt x="526714" y="4803"/>
                </a:lnTo>
                <a:lnTo>
                  <a:pt x="526516" y="5102"/>
                </a:lnTo>
                <a:lnTo>
                  <a:pt x="526330" y="5406"/>
                </a:lnTo>
                <a:lnTo>
                  <a:pt x="526156" y="5716"/>
                </a:lnTo>
                <a:lnTo>
                  <a:pt x="525992" y="6031"/>
                </a:lnTo>
                <a:lnTo>
                  <a:pt x="525840" y="6352"/>
                </a:lnTo>
                <a:lnTo>
                  <a:pt x="525699" y="6680"/>
                </a:lnTo>
                <a:lnTo>
                  <a:pt x="525569" y="7012"/>
                </a:lnTo>
                <a:lnTo>
                  <a:pt x="525451" y="7351"/>
                </a:lnTo>
                <a:lnTo>
                  <a:pt x="525344" y="7695"/>
                </a:lnTo>
                <a:lnTo>
                  <a:pt x="525248" y="8045"/>
                </a:lnTo>
                <a:lnTo>
                  <a:pt x="525163" y="8401"/>
                </a:lnTo>
                <a:lnTo>
                  <a:pt x="525090" y="8762"/>
                </a:lnTo>
                <a:lnTo>
                  <a:pt x="525028" y="9130"/>
                </a:lnTo>
                <a:lnTo>
                  <a:pt x="524977" y="9503"/>
                </a:lnTo>
                <a:lnTo>
                  <a:pt x="524938" y="9881"/>
                </a:lnTo>
                <a:lnTo>
                  <a:pt x="524910" y="10266"/>
                </a:lnTo>
                <a:lnTo>
                  <a:pt x="524893" y="10656"/>
                </a:lnTo>
                <a:lnTo>
                  <a:pt x="524887" y="11052"/>
                </a:lnTo>
                <a:lnTo>
                  <a:pt x="524893" y="11448"/>
                </a:lnTo>
                <a:lnTo>
                  <a:pt x="524910" y="11838"/>
                </a:lnTo>
                <a:lnTo>
                  <a:pt x="524938" y="12222"/>
                </a:lnTo>
                <a:lnTo>
                  <a:pt x="524977" y="12601"/>
                </a:lnTo>
                <a:lnTo>
                  <a:pt x="525028" y="12974"/>
                </a:lnTo>
                <a:lnTo>
                  <a:pt x="525090" y="13341"/>
                </a:lnTo>
                <a:lnTo>
                  <a:pt x="525163" y="13703"/>
                </a:lnTo>
                <a:lnTo>
                  <a:pt x="525248" y="14059"/>
                </a:lnTo>
                <a:lnTo>
                  <a:pt x="525344" y="14409"/>
                </a:lnTo>
                <a:lnTo>
                  <a:pt x="525451" y="14753"/>
                </a:lnTo>
                <a:lnTo>
                  <a:pt x="525569" y="15091"/>
                </a:lnTo>
                <a:lnTo>
                  <a:pt x="525699" y="15424"/>
                </a:lnTo>
                <a:lnTo>
                  <a:pt x="525840" y="15751"/>
                </a:lnTo>
                <a:lnTo>
                  <a:pt x="525992" y="16073"/>
                </a:lnTo>
                <a:lnTo>
                  <a:pt x="526156" y="16388"/>
                </a:lnTo>
                <a:lnTo>
                  <a:pt x="526330" y="16698"/>
                </a:lnTo>
                <a:lnTo>
                  <a:pt x="526516" y="17002"/>
                </a:lnTo>
                <a:lnTo>
                  <a:pt x="526714" y="17301"/>
                </a:lnTo>
                <a:lnTo>
                  <a:pt x="526922" y="17593"/>
                </a:lnTo>
                <a:lnTo>
                  <a:pt x="527142" y="17880"/>
                </a:lnTo>
                <a:lnTo>
                  <a:pt x="527373" y="18161"/>
                </a:lnTo>
                <a:lnTo>
                  <a:pt x="527616" y="18437"/>
                </a:lnTo>
                <a:lnTo>
                  <a:pt x="527869" y="18707"/>
                </a:lnTo>
                <a:lnTo>
                  <a:pt x="528134" y="18971"/>
                </a:lnTo>
                <a:lnTo>
                  <a:pt x="528409" y="19226"/>
                </a:lnTo>
                <a:lnTo>
                  <a:pt x="528690" y="19471"/>
                </a:lnTo>
                <a:lnTo>
                  <a:pt x="528979" y="19705"/>
                </a:lnTo>
                <a:lnTo>
                  <a:pt x="529275" y="19928"/>
                </a:lnTo>
                <a:lnTo>
                  <a:pt x="529579" y="20140"/>
                </a:lnTo>
                <a:lnTo>
                  <a:pt x="529890" y="20341"/>
                </a:lnTo>
                <a:lnTo>
                  <a:pt x="530208" y="20532"/>
                </a:lnTo>
                <a:lnTo>
                  <a:pt x="530533" y="20711"/>
                </a:lnTo>
                <a:lnTo>
                  <a:pt x="530866" y="20880"/>
                </a:lnTo>
                <a:lnTo>
                  <a:pt x="531206" y="21038"/>
                </a:lnTo>
                <a:lnTo>
                  <a:pt x="531554" y="21185"/>
                </a:lnTo>
                <a:lnTo>
                  <a:pt x="531909" y="21320"/>
                </a:lnTo>
                <a:lnTo>
                  <a:pt x="532271" y="21446"/>
                </a:lnTo>
                <a:lnTo>
                  <a:pt x="532640" y="21560"/>
                </a:lnTo>
                <a:lnTo>
                  <a:pt x="533017" y="21663"/>
                </a:lnTo>
                <a:lnTo>
                  <a:pt x="533401" y="21756"/>
                </a:lnTo>
                <a:lnTo>
                  <a:pt x="533792" y="21837"/>
                </a:lnTo>
                <a:lnTo>
                  <a:pt x="534191" y="21908"/>
                </a:lnTo>
                <a:lnTo>
                  <a:pt x="534597" y="21968"/>
                </a:lnTo>
                <a:lnTo>
                  <a:pt x="535010" y="22017"/>
                </a:lnTo>
                <a:lnTo>
                  <a:pt x="535431" y="22055"/>
                </a:lnTo>
                <a:lnTo>
                  <a:pt x="535859" y="22082"/>
                </a:lnTo>
                <a:lnTo>
                  <a:pt x="536294" y="22098"/>
                </a:lnTo>
                <a:lnTo>
                  <a:pt x="536737" y="22104"/>
                </a:lnTo>
                <a:lnTo>
                  <a:pt x="537179" y="22098"/>
                </a:lnTo>
                <a:lnTo>
                  <a:pt x="537615" y="22082"/>
                </a:lnTo>
                <a:lnTo>
                  <a:pt x="538043" y="22055"/>
                </a:lnTo>
                <a:lnTo>
                  <a:pt x="538465" y="22017"/>
                </a:lnTo>
                <a:close/>
                <a:moveTo>
                  <a:pt x="0" y="157461"/>
                </a:moveTo>
                <a:lnTo>
                  <a:pt x="20509" y="157461"/>
                </a:lnTo>
                <a:lnTo>
                  <a:pt x="20509" y="4102"/>
                </a:lnTo>
                <a:lnTo>
                  <a:pt x="0" y="4102"/>
                </a:lnTo>
                <a:lnTo>
                  <a:pt x="0" y="157461"/>
                </a:lnTo>
                <a:close/>
                <a:moveTo>
                  <a:pt x="920140" y="92523"/>
                </a:moveTo>
                <a:lnTo>
                  <a:pt x="920853" y="92541"/>
                </a:lnTo>
                <a:lnTo>
                  <a:pt x="921553" y="92571"/>
                </a:lnTo>
                <a:lnTo>
                  <a:pt x="922242" y="92613"/>
                </a:lnTo>
                <a:lnTo>
                  <a:pt x="922917" y="92668"/>
                </a:lnTo>
                <a:lnTo>
                  <a:pt x="923581" y="92734"/>
                </a:lnTo>
                <a:lnTo>
                  <a:pt x="924232" y="92813"/>
                </a:lnTo>
                <a:lnTo>
                  <a:pt x="924872" y="92903"/>
                </a:lnTo>
                <a:lnTo>
                  <a:pt x="925498" y="93006"/>
                </a:lnTo>
                <a:lnTo>
                  <a:pt x="926113" y="93120"/>
                </a:lnTo>
                <a:lnTo>
                  <a:pt x="926715" y="93247"/>
                </a:lnTo>
                <a:lnTo>
                  <a:pt x="927305" y="93386"/>
                </a:lnTo>
                <a:lnTo>
                  <a:pt x="927883" y="93537"/>
                </a:lnTo>
                <a:lnTo>
                  <a:pt x="928449" y="93699"/>
                </a:lnTo>
                <a:lnTo>
                  <a:pt x="929002" y="93874"/>
                </a:lnTo>
                <a:lnTo>
                  <a:pt x="929543" y="94061"/>
                </a:lnTo>
                <a:lnTo>
                  <a:pt x="930072" y="94261"/>
                </a:lnTo>
                <a:lnTo>
                  <a:pt x="930588" y="94472"/>
                </a:lnTo>
                <a:lnTo>
                  <a:pt x="931092" y="94695"/>
                </a:lnTo>
                <a:lnTo>
                  <a:pt x="931584" y="94930"/>
                </a:lnTo>
                <a:lnTo>
                  <a:pt x="932064" y="95178"/>
                </a:lnTo>
                <a:lnTo>
                  <a:pt x="932531" y="95437"/>
                </a:lnTo>
                <a:lnTo>
                  <a:pt x="932987" y="95708"/>
                </a:lnTo>
                <a:lnTo>
                  <a:pt x="933430" y="95992"/>
                </a:lnTo>
                <a:lnTo>
                  <a:pt x="933863" y="96287"/>
                </a:lnTo>
                <a:lnTo>
                  <a:pt x="934288" y="96593"/>
                </a:lnTo>
                <a:lnTo>
                  <a:pt x="934707" y="96911"/>
                </a:lnTo>
                <a:lnTo>
                  <a:pt x="935118" y="97239"/>
                </a:lnTo>
                <a:lnTo>
                  <a:pt x="935522" y="97578"/>
                </a:lnTo>
                <a:lnTo>
                  <a:pt x="935918" y="97929"/>
                </a:lnTo>
                <a:lnTo>
                  <a:pt x="936308" y="98291"/>
                </a:lnTo>
                <a:lnTo>
                  <a:pt x="936689" y="98663"/>
                </a:lnTo>
                <a:lnTo>
                  <a:pt x="937064" y="99047"/>
                </a:lnTo>
                <a:lnTo>
                  <a:pt x="937431" y="99442"/>
                </a:lnTo>
                <a:lnTo>
                  <a:pt x="937791" y="99848"/>
                </a:lnTo>
                <a:lnTo>
                  <a:pt x="938144" y="100265"/>
                </a:lnTo>
                <a:lnTo>
                  <a:pt x="938489" y="100693"/>
                </a:lnTo>
                <a:lnTo>
                  <a:pt x="938827" y="101132"/>
                </a:lnTo>
                <a:lnTo>
                  <a:pt x="939158" y="101582"/>
                </a:lnTo>
                <a:lnTo>
                  <a:pt x="939481" y="102043"/>
                </a:lnTo>
                <a:lnTo>
                  <a:pt x="939797" y="102516"/>
                </a:lnTo>
                <a:lnTo>
                  <a:pt x="940106" y="102999"/>
                </a:lnTo>
                <a:lnTo>
                  <a:pt x="940407" y="103494"/>
                </a:lnTo>
                <a:lnTo>
                  <a:pt x="940701" y="103999"/>
                </a:lnTo>
                <a:lnTo>
                  <a:pt x="940988" y="104516"/>
                </a:lnTo>
                <a:lnTo>
                  <a:pt x="941267" y="105044"/>
                </a:lnTo>
                <a:lnTo>
                  <a:pt x="941539" y="105583"/>
                </a:lnTo>
                <a:lnTo>
                  <a:pt x="941804" y="106132"/>
                </a:lnTo>
                <a:lnTo>
                  <a:pt x="942064" y="106693"/>
                </a:lnTo>
                <a:lnTo>
                  <a:pt x="942320" y="107263"/>
                </a:lnTo>
                <a:lnTo>
                  <a:pt x="942574" y="107842"/>
                </a:lnTo>
                <a:lnTo>
                  <a:pt x="942825" y="108432"/>
                </a:lnTo>
                <a:lnTo>
                  <a:pt x="943072" y="109031"/>
                </a:lnTo>
                <a:lnTo>
                  <a:pt x="943317" y="109640"/>
                </a:lnTo>
                <a:lnTo>
                  <a:pt x="943559" y="110258"/>
                </a:lnTo>
                <a:lnTo>
                  <a:pt x="943798" y="110886"/>
                </a:lnTo>
                <a:lnTo>
                  <a:pt x="944034" y="111524"/>
                </a:lnTo>
                <a:lnTo>
                  <a:pt x="944267" y="112172"/>
                </a:lnTo>
                <a:lnTo>
                  <a:pt x="944497" y="112829"/>
                </a:lnTo>
                <a:lnTo>
                  <a:pt x="944724" y="113496"/>
                </a:lnTo>
                <a:lnTo>
                  <a:pt x="944948" y="114172"/>
                </a:lnTo>
                <a:lnTo>
                  <a:pt x="945169" y="114859"/>
                </a:lnTo>
                <a:lnTo>
                  <a:pt x="945387" y="115555"/>
                </a:lnTo>
                <a:lnTo>
                  <a:pt x="945602" y="116260"/>
                </a:lnTo>
                <a:lnTo>
                  <a:pt x="945814" y="116976"/>
                </a:lnTo>
                <a:lnTo>
                  <a:pt x="946023" y="117701"/>
                </a:lnTo>
                <a:lnTo>
                  <a:pt x="946229" y="118435"/>
                </a:lnTo>
                <a:lnTo>
                  <a:pt x="946433" y="119180"/>
                </a:lnTo>
                <a:lnTo>
                  <a:pt x="946633" y="119934"/>
                </a:lnTo>
                <a:lnTo>
                  <a:pt x="946830" y="120698"/>
                </a:lnTo>
                <a:lnTo>
                  <a:pt x="947025" y="121471"/>
                </a:lnTo>
                <a:lnTo>
                  <a:pt x="947216" y="122255"/>
                </a:lnTo>
                <a:lnTo>
                  <a:pt x="955989" y="157461"/>
                </a:lnTo>
                <a:lnTo>
                  <a:pt x="976953" y="157461"/>
                </a:lnTo>
                <a:lnTo>
                  <a:pt x="966927" y="119064"/>
                </a:lnTo>
                <a:lnTo>
                  <a:pt x="966697" y="118168"/>
                </a:lnTo>
                <a:lnTo>
                  <a:pt x="966465" y="117284"/>
                </a:lnTo>
                <a:lnTo>
                  <a:pt x="966228" y="116413"/>
                </a:lnTo>
                <a:lnTo>
                  <a:pt x="965989" y="115553"/>
                </a:lnTo>
                <a:lnTo>
                  <a:pt x="965746" y="114705"/>
                </a:lnTo>
                <a:lnTo>
                  <a:pt x="965499" y="113869"/>
                </a:lnTo>
                <a:lnTo>
                  <a:pt x="965250" y="113046"/>
                </a:lnTo>
                <a:lnTo>
                  <a:pt x="964996" y="112234"/>
                </a:lnTo>
                <a:lnTo>
                  <a:pt x="964740" y="111435"/>
                </a:lnTo>
                <a:lnTo>
                  <a:pt x="964480" y="110648"/>
                </a:lnTo>
                <a:lnTo>
                  <a:pt x="964217" y="109872"/>
                </a:lnTo>
                <a:lnTo>
                  <a:pt x="963950" y="109109"/>
                </a:lnTo>
                <a:lnTo>
                  <a:pt x="963681" y="108358"/>
                </a:lnTo>
                <a:lnTo>
                  <a:pt x="963407" y="107619"/>
                </a:lnTo>
                <a:lnTo>
                  <a:pt x="963131" y="106892"/>
                </a:lnTo>
                <a:lnTo>
                  <a:pt x="962851" y="106177"/>
                </a:lnTo>
                <a:lnTo>
                  <a:pt x="962567" y="105474"/>
                </a:lnTo>
                <a:lnTo>
                  <a:pt x="962281" y="104783"/>
                </a:lnTo>
                <a:lnTo>
                  <a:pt x="961990" y="104104"/>
                </a:lnTo>
                <a:lnTo>
                  <a:pt x="961697" y="103438"/>
                </a:lnTo>
                <a:lnTo>
                  <a:pt x="961400" y="102783"/>
                </a:lnTo>
                <a:lnTo>
                  <a:pt x="961100" y="102140"/>
                </a:lnTo>
                <a:lnTo>
                  <a:pt x="960796" y="101510"/>
                </a:lnTo>
                <a:lnTo>
                  <a:pt x="960490" y="100891"/>
                </a:lnTo>
                <a:lnTo>
                  <a:pt x="960178" y="100284"/>
                </a:lnTo>
                <a:lnTo>
                  <a:pt x="959859" y="99687"/>
                </a:lnTo>
                <a:lnTo>
                  <a:pt x="959534" y="99101"/>
                </a:lnTo>
                <a:lnTo>
                  <a:pt x="959203" y="98526"/>
                </a:lnTo>
                <a:lnTo>
                  <a:pt x="958865" y="97960"/>
                </a:lnTo>
                <a:lnTo>
                  <a:pt x="958521" y="97406"/>
                </a:lnTo>
                <a:lnTo>
                  <a:pt x="958170" y="96861"/>
                </a:lnTo>
                <a:lnTo>
                  <a:pt x="957812" y="96328"/>
                </a:lnTo>
                <a:lnTo>
                  <a:pt x="957448" y="95804"/>
                </a:lnTo>
                <a:lnTo>
                  <a:pt x="957077" y="95291"/>
                </a:lnTo>
                <a:lnTo>
                  <a:pt x="956700" y="94789"/>
                </a:lnTo>
                <a:lnTo>
                  <a:pt x="956317" y="94297"/>
                </a:lnTo>
                <a:lnTo>
                  <a:pt x="955926" y="93816"/>
                </a:lnTo>
                <a:lnTo>
                  <a:pt x="955530" y="93345"/>
                </a:lnTo>
                <a:lnTo>
                  <a:pt x="955127" y="92885"/>
                </a:lnTo>
                <a:lnTo>
                  <a:pt x="954717" y="92435"/>
                </a:lnTo>
                <a:lnTo>
                  <a:pt x="954300" y="91995"/>
                </a:lnTo>
                <a:lnTo>
                  <a:pt x="953878" y="91566"/>
                </a:lnTo>
                <a:lnTo>
                  <a:pt x="953448" y="91148"/>
                </a:lnTo>
                <a:lnTo>
                  <a:pt x="953012" y="90740"/>
                </a:lnTo>
                <a:lnTo>
                  <a:pt x="952570" y="90342"/>
                </a:lnTo>
                <a:lnTo>
                  <a:pt x="952121" y="89955"/>
                </a:lnTo>
                <a:lnTo>
                  <a:pt x="951666" y="89579"/>
                </a:lnTo>
                <a:lnTo>
                  <a:pt x="951204" y="89213"/>
                </a:lnTo>
                <a:lnTo>
                  <a:pt x="950733" y="88857"/>
                </a:lnTo>
                <a:lnTo>
                  <a:pt x="950252" y="88513"/>
                </a:lnTo>
                <a:lnTo>
                  <a:pt x="949760" y="88178"/>
                </a:lnTo>
                <a:lnTo>
                  <a:pt x="949257" y="87855"/>
                </a:lnTo>
                <a:lnTo>
                  <a:pt x="948744" y="87542"/>
                </a:lnTo>
                <a:lnTo>
                  <a:pt x="948220" y="87240"/>
                </a:lnTo>
                <a:lnTo>
                  <a:pt x="947685" y="86949"/>
                </a:lnTo>
                <a:lnTo>
                  <a:pt x="947140" y="86668"/>
                </a:lnTo>
                <a:lnTo>
                  <a:pt x="946584" y="86398"/>
                </a:lnTo>
                <a:lnTo>
                  <a:pt x="946017" y="86139"/>
                </a:lnTo>
                <a:lnTo>
                  <a:pt x="945440" y="85890"/>
                </a:lnTo>
                <a:lnTo>
                  <a:pt x="944852" y="85652"/>
                </a:lnTo>
                <a:lnTo>
                  <a:pt x="944253" y="85425"/>
                </a:lnTo>
                <a:lnTo>
                  <a:pt x="943643" y="85208"/>
                </a:lnTo>
                <a:lnTo>
                  <a:pt x="943023" y="85002"/>
                </a:lnTo>
                <a:lnTo>
                  <a:pt x="942393" y="84807"/>
                </a:lnTo>
                <a:lnTo>
                  <a:pt x="941751" y="84623"/>
                </a:lnTo>
                <a:lnTo>
                  <a:pt x="941099" y="84449"/>
                </a:lnTo>
                <a:lnTo>
                  <a:pt x="940436" y="84286"/>
                </a:lnTo>
                <a:lnTo>
                  <a:pt x="939763" y="84133"/>
                </a:lnTo>
                <a:lnTo>
                  <a:pt x="939078" y="83991"/>
                </a:lnTo>
                <a:lnTo>
                  <a:pt x="938383" y="83860"/>
                </a:lnTo>
                <a:lnTo>
                  <a:pt x="937678" y="83740"/>
                </a:lnTo>
                <a:lnTo>
                  <a:pt x="936962" y="83630"/>
                </a:lnTo>
                <a:lnTo>
                  <a:pt x="938259" y="83315"/>
                </a:lnTo>
                <a:lnTo>
                  <a:pt x="939529" y="82976"/>
                </a:lnTo>
                <a:lnTo>
                  <a:pt x="940774" y="82615"/>
                </a:lnTo>
                <a:lnTo>
                  <a:pt x="941992" y="82231"/>
                </a:lnTo>
                <a:lnTo>
                  <a:pt x="943184" y="81824"/>
                </a:lnTo>
                <a:lnTo>
                  <a:pt x="944350" y="81394"/>
                </a:lnTo>
                <a:lnTo>
                  <a:pt x="945489" y="80941"/>
                </a:lnTo>
                <a:lnTo>
                  <a:pt x="946602" y="80465"/>
                </a:lnTo>
                <a:lnTo>
                  <a:pt x="947689" y="79966"/>
                </a:lnTo>
                <a:lnTo>
                  <a:pt x="948749" y="79444"/>
                </a:lnTo>
                <a:lnTo>
                  <a:pt x="949783" y="78899"/>
                </a:lnTo>
                <a:lnTo>
                  <a:pt x="950791" y="78332"/>
                </a:lnTo>
                <a:lnTo>
                  <a:pt x="951772" y="77741"/>
                </a:lnTo>
                <a:lnTo>
                  <a:pt x="952727" y="77128"/>
                </a:lnTo>
                <a:lnTo>
                  <a:pt x="953656" y="76491"/>
                </a:lnTo>
                <a:lnTo>
                  <a:pt x="954559" y="75831"/>
                </a:lnTo>
                <a:lnTo>
                  <a:pt x="955435" y="75149"/>
                </a:lnTo>
                <a:lnTo>
                  <a:pt x="956285" y="74444"/>
                </a:lnTo>
                <a:lnTo>
                  <a:pt x="957108" y="73715"/>
                </a:lnTo>
                <a:lnTo>
                  <a:pt x="957905" y="72964"/>
                </a:lnTo>
                <a:lnTo>
                  <a:pt x="958676" y="72190"/>
                </a:lnTo>
                <a:lnTo>
                  <a:pt x="959421" y="71393"/>
                </a:lnTo>
                <a:lnTo>
                  <a:pt x="960139" y="70573"/>
                </a:lnTo>
                <a:lnTo>
                  <a:pt x="960831" y="69730"/>
                </a:lnTo>
                <a:lnTo>
                  <a:pt x="961496" y="68867"/>
                </a:lnTo>
                <a:lnTo>
                  <a:pt x="962133" y="67990"/>
                </a:lnTo>
                <a:lnTo>
                  <a:pt x="962741" y="67098"/>
                </a:lnTo>
                <a:lnTo>
                  <a:pt x="963321" y="66191"/>
                </a:lnTo>
                <a:lnTo>
                  <a:pt x="963872" y="65269"/>
                </a:lnTo>
                <a:lnTo>
                  <a:pt x="964395" y="64332"/>
                </a:lnTo>
                <a:lnTo>
                  <a:pt x="964891" y="63380"/>
                </a:lnTo>
                <a:lnTo>
                  <a:pt x="965357" y="62412"/>
                </a:lnTo>
                <a:lnTo>
                  <a:pt x="965796" y="61430"/>
                </a:lnTo>
                <a:lnTo>
                  <a:pt x="966206" y="60433"/>
                </a:lnTo>
                <a:lnTo>
                  <a:pt x="966588" y="59420"/>
                </a:lnTo>
                <a:lnTo>
                  <a:pt x="966941" y="58393"/>
                </a:lnTo>
                <a:lnTo>
                  <a:pt x="967267" y="57350"/>
                </a:lnTo>
                <a:lnTo>
                  <a:pt x="967564" y="56293"/>
                </a:lnTo>
                <a:lnTo>
                  <a:pt x="967832" y="55220"/>
                </a:lnTo>
                <a:lnTo>
                  <a:pt x="968073" y="54133"/>
                </a:lnTo>
                <a:lnTo>
                  <a:pt x="968285" y="53030"/>
                </a:lnTo>
                <a:lnTo>
                  <a:pt x="968469" y="51913"/>
                </a:lnTo>
                <a:lnTo>
                  <a:pt x="968624" y="50780"/>
                </a:lnTo>
                <a:lnTo>
                  <a:pt x="968752" y="49632"/>
                </a:lnTo>
                <a:lnTo>
                  <a:pt x="968851" y="48470"/>
                </a:lnTo>
                <a:lnTo>
                  <a:pt x="968921" y="47292"/>
                </a:lnTo>
                <a:lnTo>
                  <a:pt x="968964" y="46099"/>
                </a:lnTo>
                <a:lnTo>
                  <a:pt x="968978" y="44891"/>
                </a:lnTo>
                <a:lnTo>
                  <a:pt x="968967" y="43704"/>
                </a:lnTo>
                <a:lnTo>
                  <a:pt x="968933" y="42536"/>
                </a:lnTo>
                <a:lnTo>
                  <a:pt x="968876" y="41386"/>
                </a:lnTo>
                <a:lnTo>
                  <a:pt x="968797" y="40255"/>
                </a:lnTo>
                <a:lnTo>
                  <a:pt x="968696" y="39142"/>
                </a:lnTo>
                <a:lnTo>
                  <a:pt x="968572" y="38048"/>
                </a:lnTo>
                <a:lnTo>
                  <a:pt x="968425" y="36972"/>
                </a:lnTo>
                <a:lnTo>
                  <a:pt x="968256" y="35916"/>
                </a:lnTo>
                <a:lnTo>
                  <a:pt x="968065" y="34877"/>
                </a:lnTo>
                <a:lnTo>
                  <a:pt x="967850" y="33858"/>
                </a:lnTo>
                <a:lnTo>
                  <a:pt x="967614" y="32856"/>
                </a:lnTo>
                <a:lnTo>
                  <a:pt x="967354" y="31874"/>
                </a:lnTo>
                <a:lnTo>
                  <a:pt x="967072" y="30910"/>
                </a:lnTo>
                <a:lnTo>
                  <a:pt x="966768" y="29965"/>
                </a:lnTo>
                <a:lnTo>
                  <a:pt x="966441" y="29038"/>
                </a:lnTo>
                <a:lnTo>
                  <a:pt x="966091" y="28130"/>
                </a:lnTo>
                <a:lnTo>
                  <a:pt x="965719" y="27240"/>
                </a:lnTo>
                <a:lnTo>
                  <a:pt x="965325" y="26369"/>
                </a:lnTo>
                <a:lnTo>
                  <a:pt x="964908" y="25517"/>
                </a:lnTo>
                <a:lnTo>
                  <a:pt x="964468" y="24683"/>
                </a:lnTo>
                <a:lnTo>
                  <a:pt x="964006" y="23868"/>
                </a:lnTo>
                <a:lnTo>
                  <a:pt x="963521" y="23071"/>
                </a:lnTo>
                <a:lnTo>
                  <a:pt x="963013" y="22293"/>
                </a:lnTo>
                <a:lnTo>
                  <a:pt x="962483" y="21534"/>
                </a:lnTo>
                <a:lnTo>
                  <a:pt x="961935" y="20792"/>
                </a:lnTo>
                <a:lnTo>
                  <a:pt x="961371" y="20067"/>
                </a:lnTo>
                <a:lnTo>
                  <a:pt x="960791" y="19359"/>
                </a:lnTo>
                <a:lnTo>
                  <a:pt x="960197" y="18667"/>
                </a:lnTo>
                <a:lnTo>
                  <a:pt x="959587" y="17991"/>
                </a:lnTo>
                <a:lnTo>
                  <a:pt x="958962" y="17333"/>
                </a:lnTo>
                <a:lnTo>
                  <a:pt x="958322" y="16691"/>
                </a:lnTo>
                <a:lnTo>
                  <a:pt x="957666" y="16065"/>
                </a:lnTo>
                <a:lnTo>
                  <a:pt x="956996" y="15456"/>
                </a:lnTo>
                <a:lnTo>
                  <a:pt x="956310" y="14864"/>
                </a:lnTo>
                <a:lnTo>
                  <a:pt x="955609" y="14288"/>
                </a:lnTo>
                <a:lnTo>
                  <a:pt x="954892" y="13729"/>
                </a:lnTo>
                <a:lnTo>
                  <a:pt x="954161" y="13187"/>
                </a:lnTo>
                <a:lnTo>
                  <a:pt x="953414" y="12661"/>
                </a:lnTo>
                <a:lnTo>
                  <a:pt x="952652" y="12152"/>
                </a:lnTo>
                <a:lnTo>
                  <a:pt x="951875" y="11660"/>
                </a:lnTo>
                <a:lnTo>
                  <a:pt x="951082" y="11184"/>
                </a:lnTo>
                <a:lnTo>
                  <a:pt x="950274" y="10724"/>
                </a:lnTo>
                <a:lnTo>
                  <a:pt x="949451" y="10282"/>
                </a:lnTo>
                <a:lnTo>
                  <a:pt x="948613" y="9856"/>
                </a:lnTo>
                <a:lnTo>
                  <a:pt x="947760" y="9446"/>
                </a:lnTo>
                <a:lnTo>
                  <a:pt x="946891" y="9053"/>
                </a:lnTo>
                <a:lnTo>
                  <a:pt x="946007" y="8677"/>
                </a:lnTo>
                <a:lnTo>
                  <a:pt x="945108" y="8317"/>
                </a:lnTo>
                <a:lnTo>
                  <a:pt x="944197" y="7973"/>
                </a:lnTo>
                <a:lnTo>
                  <a:pt x="943278" y="7644"/>
                </a:lnTo>
                <a:lnTo>
                  <a:pt x="942350" y="7329"/>
                </a:lnTo>
                <a:lnTo>
                  <a:pt x="941413" y="7029"/>
                </a:lnTo>
                <a:lnTo>
                  <a:pt x="940468" y="6744"/>
                </a:lnTo>
                <a:lnTo>
                  <a:pt x="939514" y="6473"/>
                </a:lnTo>
                <a:lnTo>
                  <a:pt x="938552" y="6217"/>
                </a:lnTo>
                <a:lnTo>
                  <a:pt x="937582" y="5975"/>
                </a:lnTo>
                <a:lnTo>
                  <a:pt x="936603" y="5748"/>
                </a:lnTo>
                <a:lnTo>
                  <a:pt x="935615" y="5536"/>
                </a:lnTo>
                <a:lnTo>
                  <a:pt x="934619" y="5339"/>
                </a:lnTo>
                <a:lnTo>
                  <a:pt x="933615" y="5156"/>
                </a:lnTo>
                <a:lnTo>
                  <a:pt x="932602" y="4987"/>
                </a:lnTo>
                <a:lnTo>
                  <a:pt x="931580" y="4834"/>
                </a:lnTo>
                <a:lnTo>
                  <a:pt x="930550" y="4695"/>
                </a:lnTo>
                <a:lnTo>
                  <a:pt x="929511" y="4570"/>
                </a:lnTo>
                <a:lnTo>
                  <a:pt x="928464" y="4460"/>
                </a:lnTo>
                <a:lnTo>
                  <a:pt x="927409" y="4365"/>
                </a:lnTo>
                <a:lnTo>
                  <a:pt x="926345" y="4285"/>
                </a:lnTo>
                <a:lnTo>
                  <a:pt x="925272" y="4219"/>
                </a:lnTo>
                <a:lnTo>
                  <a:pt x="924191" y="4168"/>
                </a:lnTo>
                <a:lnTo>
                  <a:pt x="923101" y="4131"/>
                </a:lnTo>
                <a:lnTo>
                  <a:pt x="922003" y="4109"/>
                </a:lnTo>
                <a:lnTo>
                  <a:pt x="920896" y="4102"/>
                </a:lnTo>
                <a:lnTo>
                  <a:pt x="862902" y="4102"/>
                </a:lnTo>
                <a:lnTo>
                  <a:pt x="862902" y="157461"/>
                </a:lnTo>
                <a:lnTo>
                  <a:pt x="883411" y="157461"/>
                </a:lnTo>
                <a:lnTo>
                  <a:pt x="883411" y="92517"/>
                </a:lnTo>
                <a:lnTo>
                  <a:pt x="919415" y="92517"/>
                </a:lnTo>
                <a:lnTo>
                  <a:pt x="920140" y="92523"/>
                </a:lnTo>
                <a:close/>
                <a:moveTo>
                  <a:pt x="921209" y="21242"/>
                </a:moveTo>
                <a:lnTo>
                  <a:pt x="922355" y="21304"/>
                </a:lnTo>
                <a:lnTo>
                  <a:pt x="923477" y="21392"/>
                </a:lnTo>
                <a:lnTo>
                  <a:pt x="924576" y="21504"/>
                </a:lnTo>
                <a:lnTo>
                  <a:pt x="925650" y="21641"/>
                </a:lnTo>
                <a:lnTo>
                  <a:pt x="926700" y="21803"/>
                </a:lnTo>
                <a:lnTo>
                  <a:pt x="927726" y="21990"/>
                </a:lnTo>
                <a:lnTo>
                  <a:pt x="928729" y="22202"/>
                </a:lnTo>
                <a:lnTo>
                  <a:pt x="929707" y="22438"/>
                </a:lnTo>
                <a:lnTo>
                  <a:pt x="930662" y="22700"/>
                </a:lnTo>
                <a:lnTo>
                  <a:pt x="931592" y="22987"/>
                </a:lnTo>
                <a:lnTo>
                  <a:pt x="932499" y="23298"/>
                </a:lnTo>
                <a:lnTo>
                  <a:pt x="933382" y="23635"/>
                </a:lnTo>
                <a:lnTo>
                  <a:pt x="934240" y="23996"/>
                </a:lnTo>
                <a:lnTo>
                  <a:pt x="935075" y="24383"/>
                </a:lnTo>
                <a:lnTo>
                  <a:pt x="935886" y="24794"/>
                </a:lnTo>
                <a:lnTo>
                  <a:pt x="936673" y="25230"/>
                </a:lnTo>
                <a:lnTo>
                  <a:pt x="937436" y="25691"/>
                </a:lnTo>
                <a:lnTo>
                  <a:pt x="938175" y="26177"/>
                </a:lnTo>
                <a:lnTo>
                  <a:pt x="938890" y="26688"/>
                </a:lnTo>
                <a:lnTo>
                  <a:pt x="939582" y="27224"/>
                </a:lnTo>
                <a:lnTo>
                  <a:pt x="940249" y="27785"/>
                </a:lnTo>
                <a:lnTo>
                  <a:pt x="940892" y="28370"/>
                </a:lnTo>
                <a:lnTo>
                  <a:pt x="941511" y="28978"/>
                </a:lnTo>
                <a:lnTo>
                  <a:pt x="942103" y="29606"/>
                </a:lnTo>
                <a:lnTo>
                  <a:pt x="942668" y="30254"/>
                </a:lnTo>
                <a:lnTo>
                  <a:pt x="943208" y="30921"/>
                </a:lnTo>
                <a:lnTo>
                  <a:pt x="943721" y="31608"/>
                </a:lnTo>
                <a:lnTo>
                  <a:pt x="944207" y="32315"/>
                </a:lnTo>
                <a:lnTo>
                  <a:pt x="944668" y="33042"/>
                </a:lnTo>
                <a:lnTo>
                  <a:pt x="945102" y="33789"/>
                </a:lnTo>
                <a:lnTo>
                  <a:pt x="945510" y="34555"/>
                </a:lnTo>
                <a:lnTo>
                  <a:pt x="945891" y="35341"/>
                </a:lnTo>
                <a:lnTo>
                  <a:pt x="946246" y="36147"/>
                </a:lnTo>
                <a:lnTo>
                  <a:pt x="946575" y="36973"/>
                </a:lnTo>
                <a:lnTo>
                  <a:pt x="946878" y="37818"/>
                </a:lnTo>
                <a:lnTo>
                  <a:pt x="947154" y="38683"/>
                </a:lnTo>
                <a:lnTo>
                  <a:pt x="947404" y="39568"/>
                </a:lnTo>
                <a:lnTo>
                  <a:pt x="947627" y="40473"/>
                </a:lnTo>
                <a:lnTo>
                  <a:pt x="947825" y="41398"/>
                </a:lnTo>
                <a:lnTo>
                  <a:pt x="947996" y="42342"/>
                </a:lnTo>
                <a:lnTo>
                  <a:pt x="948140" y="43306"/>
                </a:lnTo>
                <a:lnTo>
                  <a:pt x="948259" y="44290"/>
                </a:lnTo>
                <a:lnTo>
                  <a:pt x="948351" y="45294"/>
                </a:lnTo>
                <a:lnTo>
                  <a:pt x="948417" y="46317"/>
                </a:lnTo>
                <a:lnTo>
                  <a:pt x="948456" y="47360"/>
                </a:lnTo>
                <a:lnTo>
                  <a:pt x="948469" y="48423"/>
                </a:lnTo>
                <a:lnTo>
                  <a:pt x="948462" y="49131"/>
                </a:lnTo>
                <a:lnTo>
                  <a:pt x="948441" y="49830"/>
                </a:lnTo>
                <a:lnTo>
                  <a:pt x="948406" y="50520"/>
                </a:lnTo>
                <a:lnTo>
                  <a:pt x="948357" y="51202"/>
                </a:lnTo>
                <a:lnTo>
                  <a:pt x="948294" y="51875"/>
                </a:lnTo>
                <a:lnTo>
                  <a:pt x="948216" y="52539"/>
                </a:lnTo>
                <a:lnTo>
                  <a:pt x="948125" y="53195"/>
                </a:lnTo>
                <a:lnTo>
                  <a:pt x="948020" y="53842"/>
                </a:lnTo>
                <a:lnTo>
                  <a:pt x="947900" y="54480"/>
                </a:lnTo>
                <a:lnTo>
                  <a:pt x="947767" y="55109"/>
                </a:lnTo>
                <a:lnTo>
                  <a:pt x="947620" y="55730"/>
                </a:lnTo>
                <a:lnTo>
                  <a:pt x="947458" y="56342"/>
                </a:lnTo>
                <a:lnTo>
                  <a:pt x="947282" y="56945"/>
                </a:lnTo>
                <a:lnTo>
                  <a:pt x="947093" y="57540"/>
                </a:lnTo>
                <a:lnTo>
                  <a:pt x="946889" y="58126"/>
                </a:lnTo>
                <a:lnTo>
                  <a:pt x="946672" y="58703"/>
                </a:lnTo>
                <a:lnTo>
                  <a:pt x="946440" y="59271"/>
                </a:lnTo>
                <a:lnTo>
                  <a:pt x="946194" y="59831"/>
                </a:lnTo>
                <a:lnTo>
                  <a:pt x="945934" y="60382"/>
                </a:lnTo>
                <a:lnTo>
                  <a:pt x="945660" y="60925"/>
                </a:lnTo>
                <a:lnTo>
                  <a:pt x="945372" y="61458"/>
                </a:lnTo>
                <a:lnTo>
                  <a:pt x="945070" y="61983"/>
                </a:lnTo>
                <a:lnTo>
                  <a:pt x="944754" y="62500"/>
                </a:lnTo>
                <a:lnTo>
                  <a:pt x="944424" y="63007"/>
                </a:lnTo>
                <a:lnTo>
                  <a:pt x="944083" y="63506"/>
                </a:lnTo>
                <a:lnTo>
                  <a:pt x="943731" y="63994"/>
                </a:lnTo>
                <a:lnTo>
                  <a:pt x="943370" y="64472"/>
                </a:lnTo>
                <a:lnTo>
                  <a:pt x="942999" y="64941"/>
                </a:lnTo>
                <a:lnTo>
                  <a:pt x="942618" y="65400"/>
                </a:lnTo>
                <a:lnTo>
                  <a:pt x="942228" y="65849"/>
                </a:lnTo>
                <a:lnTo>
                  <a:pt x="941828" y="66287"/>
                </a:lnTo>
                <a:lnTo>
                  <a:pt x="941418" y="66717"/>
                </a:lnTo>
                <a:lnTo>
                  <a:pt x="940998" y="67136"/>
                </a:lnTo>
                <a:lnTo>
                  <a:pt x="940569" y="67545"/>
                </a:lnTo>
                <a:lnTo>
                  <a:pt x="940130" y="67944"/>
                </a:lnTo>
                <a:lnTo>
                  <a:pt x="939682" y="68334"/>
                </a:lnTo>
                <a:lnTo>
                  <a:pt x="939224" y="68713"/>
                </a:lnTo>
                <a:lnTo>
                  <a:pt x="938756" y="69083"/>
                </a:lnTo>
                <a:lnTo>
                  <a:pt x="938278" y="69443"/>
                </a:lnTo>
                <a:lnTo>
                  <a:pt x="937791" y="69793"/>
                </a:lnTo>
                <a:lnTo>
                  <a:pt x="937294" y="70133"/>
                </a:lnTo>
                <a:lnTo>
                  <a:pt x="936787" y="70463"/>
                </a:lnTo>
                <a:lnTo>
                  <a:pt x="936271" y="70783"/>
                </a:lnTo>
                <a:lnTo>
                  <a:pt x="935745" y="71094"/>
                </a:lnTo>
                <a:lnTo>
                  <a:pt x="935209" y="71394"/>
                </a:lnTo>
                <a:lnTo>
                  <a:pt x="934663" y="71685"/>
                </a:lnTo>
                <a:lnTo>
                  <a:pt x="934108" y="71965"/>
                </a:lnTo>
                <a:lnTo>
                  <a:pt x="933543" y="72236"/>
                </a:lnTo>
                <a:lnTo>
                  <a:pt x="932971" y="72496"/>
                </a:lnTo>
                <a:lnTo>
                  <a:pt x="932393" y="72746"/>
                </a:lnTo>
                <a:lnTo>
                  <a:pt x="931809" y="72984"/>
                </a:lnTo>
                <a:lnTo>
                  <a:pt x="931220" y="73211"/>
                </a:lnTo>
                <a:lnTo>
                  <a:pt x="930626" y="73427"/>
                </a:lnTo>
                <a:lnTo>
                  <a:pt x="930026" y="73632"/>
                </a:lnTo>
                <a:lnTo>
                  <a:pt x="929420" y="73826"/>
                </a:lnTo>
                <a:lnTo>
                  <a:pt x="928809" y="74009"/>
                </a:lnTo>
                <a:lnTo>
                  <a:pt x="928192" y="74180"/>
                </a:lnTo>
                <a:lnTo>
                  <a:pt x="927570" y="74341"/>
                </a:lnTo>
                <a:lnTo>
                  <a:pt x="926942" y="74490"/>
                </a:lnTo>
                <a:lnTo>
                  <a:pt x="926308" y="74629"/>
                </a:lnTo>
                <a:lnTo>
                  <a:pt x="925670" y="74756"/>
                </a:lnTo>
                <a:lnTo>
                  <a:pt x="925025" y="74873"/>
                </a:lnTo>
                <a:lnTo>
                  <a:pt x="924375" y="74978"/>
                </a:lnTo>
                <a:lnTo>
                  <a:pt x="923720" y="75072"/>
                </a:lnTo>
                <a:lnTo>
                  <a:pt x="923058" y="75155"/>
                </a:lnTo>
                <a:lnTo>
                  <a:pt x="922392" y="75227"/>
                </a:lnTo>
                <a:lnTo>
                  <a:pt x="921720" y="75288"/>
                </a:lnTo>
                <a:lnTo>
                  <a:pt x="921042" y="75338"/>
                </a:lnTo>
                <a:lnTo>
                  <a:pt x="920359" y="75377"/>
                </a:lnTo>
                <a:lnTo>
                  <a:pt x="919670" y="75404"/>
                </a:lnTo>
                <a:lnTo>
                  <a:pt x="918976" y="75421"/>
                </a:lnTo>
                <a:lnTo>
                  <a:pt x="918276" y="75426"/>
                </a:lnTo>
                <a:lnTo>
                  <a:pt x="883411" y="75426"/>
                </a:lnTo>
                <a:lnTo>
                  <a:pt x="883411" y="21192"/>
                </a:lnTo>
                <a:lnTo>
                  <a:pt x="918846" y="21192"/>
                </a:lnTo>
                <a:lnTo>
                  <a:pt x="920039" y="21205"/>
                </a:lnTo>
                <a:lnTo>
                  <a:pt x="921209" y="21242"/>
                </a:lnTo>
                <a:close/>
                <a:moveTo>
                  <a:pt x="97705" y="142040"/>
                </a:moveTo>
                <a:lnTo>
                  <a:pt x="96925" y="141990"/>
                </a:lnTo>
                <a:lnTo>
                  <a:pt x="96170" y="141920"/>
                </a:lnTo>
                <a:lnTo>
                  <a:pt x="95442" y="141830"/>
                </a:lnTo>
                <a:lnTo>
                  <a:pt x="94739" y="141720"/>
                </a:lnTo>
                <a:lnTo>
                  <a:pt x="94063" y="141590"/>
                </a:lnTo>
                <a:lnTo>
                  <a:pt x="93412" y="141440"/>
                </a:lnTo>
                <a:lnTo>
                  <a:pt x="92787" y="141269"/>
                </a:lnTo>
                <a:lnTo>
                  <a:pt x="92188" y="141079"/>
                </a:lnTo>
                <a:lnTo>
                  <a:pt x="91615" y="140869"/>
                </a:lnTo>
                <a:lnTo>
                  <a:pt x="91068" y="140639"/>
                </a:lnTo>
                <a:lnTo>
                  <a:pt x="90547" y="140389"/>
                </a:lnTo>
                <a:lnTo>
                  <a:pt x="90052" y="140119"/>
                </a:lnTo>
                <a:lnTo>
                  <a:pt x="89583" y="139829"/>
                </a:lnTo>
                <a:lnTo>
                  <a:pt x="89139" y="139519"/>
                </a:lnTo>
                <a:lnTo>
                  <a:pt x="88722" y="139189"/>
                </a:lnTo>
                <a:lnTo>
                  <a:pt x="88330" y="138839"/>
                </a:lnTo>
                <a:lnTo>
                  <a:pt x="87965" y="138469"/>
                </a:lnTo>
                <a:lnTo>
                  <a:pt x="87625" y="138079"/>
                </a:lnTo>
                <a:lnTo>
                  <a:pt x="87311" y="137669"/>
                </a:lnTo>
                <a:lnTo>
                  <a:pt x="87023" y="137239"/>
                </a:lnTo>
                <a:lnTo>
                  <a:pt x="86761" y="136789"/>
                </a:lnTo>
                <a:lnTo>
                  <a:pt x="86525" y="136319"/>
                </a:lnTo>
                <a:lnTo>
                  <a:pt x="86307" y="135830"/>
                </a:lnTo>
                <a:lnTo>
                  <a:pt x="86098" y="135323"/>
                </a:lnTo>
                <a:lnTo>
                  <a:pt x="85898" y="134800"/>
                </a:lnTo>
                <a:lnTo>
                  <a:pt x="85707" y="134258"/>
                </a:lnTo>
                <a:lnTo>
                  <a:pt x="85526" y="133699"/>
                </a:lnTo>
                <a:lnTo>
                  <a:pt x="85354" y="133123"/>
                </a:lnTo>
                <a:lnTo>
                  <a:pt x="85191" y="132529"/>
                </a:lnTo>
                <a:lnTo>
                  <a:pt x="85038" y="131917"/>
                </a:lnTo>
                <a:lnTo>
                  <a:pt x="84894" y="131288"/>
                </a:lnTo>
                <a:lnTo>
                  <a:pt x="84759" y="130641"/>
                </a:lnTo>
                <a:lnTo>
                  <a:pt x="84633" y="129977"/>
                </a:lnTo>
                <a:lnTo>
                  <a:pt x="84517" y="129296"/>
                </a:lnTo>
                <a:lnTo>
                  <a:pt x="84410" y="128596"/>
                </a:lnTo>
                <a:lnTo>
                  <a:pt x="84312" y="127880"/>
                </a:lnTo>
                <a:lnTo>
                  <a:pt x="84224" y="127145"/>
                </a:lnTo>
                <a:lnTo>
                  <a:pt x="84145" y="126393"/>
                </a:lnTo>
                <a:lnTo>
                  <a:pt x="84075" y="125624"/>
                </a:lnTo>
                <a:lnTo>
                  <a:pt x="84015" y="124837"/>
                </a:lnTo>
                <a:lnTo>
                  <a:pt x="83964" y="124033"/>
                </a:lnTo>
                <a:lnTo>
                  <a:pt x="83922" y="123211"/>
                </a:lnTo>
                <a:lnTo>
                  <a:pt x="83889" y="122371"/>
                </a:lnTo>
                <a:lnTo>
                  <a:pt x="83866" y="121514"/>
                </a:lnTo>
                <a:lnTo>
                  <a:pt x="83852" y="120640"/>
                </a:lnTo>
                <a:lnTo>
                  <a:pt x="83848" y="119748"/>
                </a:lnTo>
                <a:lnTo>
                  <a:pt x="83848" y="58450"/>
                </a:lnTo>
                <a:lnTo>
                  <a:pt x="111193" y="58450"/>
                </a:lnTo>
                <a:lnTo>
                  <a:pt x="111193" y="43068"/>
                </a:lnTo>
                <a:lnTo>
                  <a:pt x="83848" y="43068"/>
                </a:lnTo>
                <a:lnTo>
                  <a:pt x="83848" y="17660"/>
                </a:lnTo>
                <a:lnTo>
                  <a:pt x="64934" y="17660"/>
                </a:lnTo>
                <a:lnTo>
                  <a:pt x="64934" y="43068"/>
                </a:lnTo>
                <a:lnTo>
                  <a:pt x="46362" y="43068"/>
                </a:lnTo>
                <a:lnTo>
                  <a:pt x="46362" y="58450"/>
                </a:lnTo>
                <a:lnTo>
                  <a:pt x="64934" y="58450"/>
                </a:lnTo>
                <a:lnTo>
                  <a:pt x="64934" y="120289"/>
                </a:lnTo>
                <a:lnTo>
                  <a:pt x="64939" y="121257"/>
                </a:lnTo>
                <a:lnTo>
                  <a:pt x="64953" y="122213"/>
                </a:lnTo>
                <a:lnTo>
                  <a:pt x="64976" y="123157"/>
                </a:lnTo>
                <a:lnTo>
                  <a:pt x="65008" y="124090"/>
                </a:lnTo>
                <a:lnTo>
                  <a:pt x="65050" y="125011"/>
                </a:lnTo>
                <a:lnTo>
                  <a:pt x="65101" y="125920"/>
                </a:lnTo>
                <a:lnTo>
                  <a:pt x="65162" y="126818"/>
                </a:lnTo>
                <a:lnTo>
                  <a:pt x="65232" y="127704"/>
                </a:lnTo>
                <a:lnTo>
                  <a:pt x="65311" y="128578"/>
                </a:lnTo>
                <a:lnTo>
                  <a:pt x="65399" y="129441"/>
                </a:lnTo>
                <a:lnTo>
                  <a:pt x="65497" y="130292"/>
                </a:lnTo>
                <a:lnTo>
                  <a:pt x="65603" y="131131"/>
                </a:lnTo>
                <a:lnTo>
                  <a:pt x="65720" y="131959"/>
                </a:lnTo>
                <a:lnTo>
                  <a:pt x="65845" y="132775"/>
                </a:lnTo>
                <a:lnTo>
                  <a:pt x="65980" y="133579"/>
                </a:lnTo>
                <a:lnTo>
                  <a:pt x="66124" y="134371"/>
                </a:lnTo>
                <a:lnTo>
                  <a:pt x="66277" y="135152"/>
                </a:lnTo>
                <a:lnTo>
                  <a:pt x="66440" y="135922"/>
                </a:lnTo>
                <a:lnTo>
                  <a:pt x="66612" y="136679"/>
                </a:lnTo>
                <a:lnTo>
                  <a:pt x="66793" y="137425"/>
                </a:lnTo>
                <a:lnTo>
                  <a:pt x="66984" y="138159"/>
                </a:lnTo>
                <a:lnTo>
                  <a:pt x="67184" y="138882"/>
                </a:lnTo>
                <a:lnTo>
                  <a:pt x="67393" y="139593"/>
                </a:lnTo>
                <a:lnTo>
                  <a:pt x="67612" y="140292"/>
                </a:lnTo>
                <a:lnTo>
                  <a:pt x="67843" y="140979"/>
                </a:lnTo>
                <a:lnTo>
                  <a:pt x="68089" y="141651"/>
                </a:lnTo>
                <a:lnTo>
                  <a:pt x="68351" y="142311"/>
                </a:lnTo>
                <a:lnTo>
                  <a:pt x="68629" y="142957"/>
                </a:lnTo>
                <a:lnTo>
                  <a:pt x="68923" y="143589"/>
                </a:lnTo>
                <a:lnTo>
                  <a:pt x="69232" y="144208"/>
                </a:lnTo>
                <a:lnTo>
                  <a:pt x="69556" y="144813"/>
                </a:lnTo>
                <a:lnTo>
                  <a:pt x="69897" y="145405"/>
                </a:lnTo>
                <a:lnTo>
                  <a:pt x="70253" y="145983"/>
                </a:lnTo>
                <a:lnTo>
                  <a:pt x="70624" y="146548"/>
                </a:lnTo>
                <a:lnTo>
                  <a:pt x="71011" y="147099"/>
                </a:lnTo>
                <a:lnTo>
                  <a:pt x="71414" y="147637"/>
                </a:lnTo>
                <a:lnTo>
                  <a:pt x="71833" y="148161"/>
                </a:lnTo>
                <a:lnTo>
                  <a:pt x="72267" y="148672"/>
                </a:lnTo>
                <a:lnTo>
                  <a:pt x="72717" y="149169"/>
                </a:lnTo>
                <a:lnTo>
                  <a:pt x="73182" y="149652"/>
                </a:lnTo>
                <a:lnTo>
                  <a:pt x="73663" y="150123"/>
                </a:lnTo>
                <a:lnTo>
                  <a:pt x="74159" y="150579"/>
                </a:lnTo>
                <a:lnTo>
                  <a:pt x="74672" y="151022"/>
                </a:lnTo>
                <a:lnTo>
                  <a:pt x="75199" y="151452"/>
                </a:lnTo>
                <a:lnTo>
                  <a:pt x="75743" y="151868"/>
                </a:lnTo>
                <a:lnTo>
                  <a:pt x="76302" y="152271"/>
                </a:lnTo>
                <a:lnTo>
                  <a:pt x="76877" y="152660"/>
                </a:lnTo>
                <a:lnTo>
                  <a:pt x="77467" y="153035"/>
                </a:lnTo>
                <a:lnTo>
                  <a:pt x="78076" y="153397"/>
                </a:lnTo>
                <a:lnTo>
                  <a:pt x="78707" y="153742"/>
                </a:lnTo>
                <a:lnTo>
                  <a:pt x="79360" y="154073"/>
                </a:lnTo>
                <a:lnTo>
                  <a:pt x="80034" y="154388"/>
                </a:lnTo>
                <a:lnTo>
                  <a:pt x="80730" y="154687"/>
                </a:lnTo>
                <a:lnTo>
                  <a:pt x="81448" y="154972"/>
                </a:lnTo>
                <a:lnTo>
                  <a:pt x="82187" y="155241"/>
                </a:lnTo>
                <a:lnTo>
                  <a:pt x="82949" y="155494"/>
                </a:lnTo>
                <a:lnTo>
                  <a:pt x="83732" y="155732"/>
                </a:lnTo>
                <a:lnTo>
                  <a:pt x="84537" y="155955"/>
                </a:lnTo>
                <a:lnTo>
                  <a:pt x="85363" y="156163"/>
                </a:lnTo>
                <a:lnTo>
                  <a:pt x="86212" y="156355"/>
                </a:lnTo>
                <a:lnTo>
                  <a:pt x="87082" y="156531"/>
                </a:lnTo>
                <a:lnTo>
                  <a:pt x="87974" y="156693"/>
                </a:lnTo>
                <a:lnTo>
                  <a:pt x="88888" y="156839"/>
                </a:lnTo>
                <a:lnTo>
                  <a:pt x="89823" y="156969"/>
                </a:lnTo>
                <a:lnTo>
                  <a:pt x="90780" y="157085"/>
                </a:lnTo>
                <a:lnTo>
                  <a:pt x="91759" y="157185"/>
                </a:lnTo>
                <a:lnTo>
                  <a:pt x="92760" y="157269"/>
                </a:lnTo>
                <a:lnTo>
                  <a:pt x="93782" y="157338"/>
                </a:lnTo>
                <a:lnTo>
                  <a:pt x="94827" y="157392"/>
                </a:lnTo>
                <a:lnTo>
                  <a:pt x="95893" y="157430"/>
                </a:lnTo>
                <a:lnTo>
                  <a:pt x="96980" y="157453"/>
                </a:lnTo>
                <a:lnTo>
                  <a:pt x="98090" y="157461"/>
                </a:lnTo>
                <a:lnTo>
                  <a:pt x="111420" y="157461"/>
                </a:lnTo>
                <a:lnTo>
                  <a:pt x="111420" y="142080"/>
                </a:lnTo>
                <a:lnTo>
                  <a:pt x="99343" y="142080"/>
                </a:lnTo>
                <a:lnTo>
                  <a:pt x="98511" y="142070"/>
                </a:lnTo>
                <a:lnTo>
                  <a:pt x="97705" y="142040"/>
                </a:lnTo>
                <a:close/>
                <a:moveTo>
                  <a:pt x="488554" y="142040"/>
                </a:moveTo>
                <a:lnTo>
                  <a:pt x="487774" y="141990"/>
                </a:lnTo>
                <a:lnTo>
                  <a:pt x="487020" y="141920"/>
                </a:lnTo>
                <a:lnTo>
                  <a:pt x="486291" y="141830"/>
                </a:lnTo>
                <a:lnTo>
                  <a:pt x="485589" y="141720"/>
                </a:lnTo>
                <a:lnTo>
                  <a:pt x="484912" y="141590"/>
                </a:lnTo>
                <a:lnTo>
                  <a:pt x="484261" y="141440"/>
                </a:lnTo>
                <a:lnTo>
                  <a:pt x="483637" y="141269"/>
                </a:lnTo>
                <a:lnTo>
                  <a:pt x="483038" y="141079"/>
                </a:lnTo>
                <a:lnTo>
                  <a:pt x="482465" y="140869"/>
                </a:lnTo>
                <a:lnTo>
                  <a:pt x="481918" y="140639"/>
                </a:lnTo>
                <a:lnTo>
                  <a:pt x="481397" y="140389"/>
                </a:lnTo>
                <a:lnTo>
                  <a:pt x="480901" y="140119"/>
                </a:lnTo>
                <a:lnTo>
                  <a:pt x="480432" y="139829"/>
                </a:lnTo>
                <a:lnTo>
                  <a:pt x="479989" y="139519"/>
                </a:lnTo>
                <a:lnTo>
                  <a:pt x="479571" y="139189"/>
                </a:lnTo>
                <a:lnTo>
                  <a:pt x="479180" y="138839"/>
                </a:lnTo>
                <a:lnTo>
                  <a:pt x="478814" y="138469"/>
                </a:lnTo>
                <a:lnTo>
                  <a:pt x="478474" y="138079"/>
                </a:lnTo>
                <a:lnTo>
                  <a:pt x="478161" y="137669"/>
                </a:lnTo>
                <a:lnTo>
                  <a:pt x="477873" y="137239"/>
                </a:lnTo>
                <a:lnTo>
                  <a:pt x="477611" y="136789"/>
                </a:lnTo>
                <a:lnTo>
                  <a:pt x="477375" y="136319"/>
                </a:lnTo>
                <a:lnTo>
                  <a:pt x="477156" y="135830"/>
                </a:lnTo>
                <a:lnTo>
                  <a:pt x="476947" y="135323"/>
                </a:lnTo>
                <a:lnTo>
                  <a:pt x="476747" y="134800"/>
                </a:lnTo>
                <a:lnTo>
                  <a:pt x="476556" y="134258"/>
                </a:lnTo>
                <a:lnTo>
                  <a:pt x="476375" y="133699"/>
                </a:lnTo>
                <a:lnTo>
                  <a:pt x="476203" y="133123"/>
                </a:lnTo>
                <a:lnTo>
                  <a:pt x="476040" y="132529"/>
                </a:lnTo>
                <a:lnTo>
                  <a:pt x="475887" y="131917"/>
                </a:lnTo>
                <a:lnTo>
                  <a:pt x="475743" y="131288"/>
                </a:lnTo>
                <a:lnTo>
                  <a:pt x="475608" y="130641"/>
                </a:lnTo>
                <a:lnTo>
                  <a:pt x="475483" y="129977"/>
                </a:lnTo>
                <a:lnTo>
                  <a:pt x="475366" y="129296"/>
                </a:lnTo>
                <a:lnTo>
                  <a:pt x="475260" y="128596"/>
                </a:lnTo>
                <a:lnTo>
                  <a:pt x="475162" y="127880"/>
                </a:lnTo>
                <a:lnTo>
                  <a:pt x="475074" y="127145"/>
                </a:lnTo>
                <a:lnTo>
                  <a:pt x="474995" y="126393"/>
                </a:lnTo>
                <a:lnTo>
                  <a:pt x="474925" y="125624"/>
                </a:lnTo>
                <a:lnTo>
                  <a:pt x="474864" y="124837"/>
                </a:lnTo>
                <a:lnTo>
                  <a:pt x="474813" y="124033"/>
                </a:lnTo>
                <a:lnTo>
                  <a:pt x="474771" y="123211"/>
                </a:lnTo>
                <a:lnTo>
                  <a:pt x="474739" y="122371"/>
                </a:lnTo>
                <a:lnTo>
                  <a:pt x="474716" y="121514"/>
                </a:lnTo>
                <a:lnTo>
                  <a:pt x="474702" y="120640"/>
                </a:lnTo>
                <a:lnTo>
                  <a:pt x="474697" y="119748"/>
                </a:lnTo>
                <a:lnTo>
                  <a:pt x="474697" y="58450"/>
                </a:lnTo>
                <a:lnTo>
                  <a:pt x="502042" y="58450"/>
                </a:lnTo>
                <a:lnTo>
                  <a:pt x="502042" y="43068"/>
                </a:lnTo>
                <a:lnTo>
                  <a:pt x="474697" y="43068"/>
                </a:lnTo>
                <a:lnTo>
                  <a:pt x="474697" y="17660"/>
                </a:lnTo>
                <a:lnTo>
                  <a:pt x="455784" y="17660"/>
                </a:lnTo>
                <a:lnTo>
                  <a:pt x="455784" y="43068"/>
                </a:lnTo>
                <a:lnTo>
                  <a:pt x="437212" y="43068"/>
                </a:lnTo>
                <a:lnTo>
                  <a:pt x="437212" y="58450"/>
                </a:lnTo>
                <a:lnTo>
                  <a:pt x="455784" y="58450"/>
                </a:lnTo>
                <a:lnTo>
                  <a:pt x="455784" y="120289"/>
                </a:lnTo>
                <a:lnTo>
                  <a:pt x="455788" y="121257"/>
                </a:lnTo>
                <a:lnTo>
                  <a:pt x="455802" y="122213"/>
                </a:lnTo>
                <a:lnTo>
                  <a:pt x="455825" y="123157"/>
                </a:lnTo>
                <a:lnTo>
                  <a:pt x="455858" y="124090"/>
                </a:lnTo>
                <a:lnTo>
                  <a:pt x="455900" y="125011"/>
                </a:lnTo>
                <a:lnTo>
                  <a:pt x="455951" y="125920"/>
                </a:lnTo>
                <a:lnTo>
                  <a:pt x="456011" y="126818"/>
                </a:lnTo>
                <a:lnTo>
                  <a:pt x="456081" y="127704"/>
                </a:lnTo>
                <a:lnTo>
                  <a:pt x="456160" y="128578"/>
                </a:lnTo>
                <a:lnTo>
                  <a:pt x="456248" y="129441"/>
                </a:lnTo>
                <a:lnTo>
                  <a:pt x="456346" y="130292"/>
                </a:lnTo>
                <a:lnTo>
                  <a:pt x="456453" y="131131"/>
                </a:lnTo>
                <a:lnTo>
                  <a:pt x="456569" y="131959"/>
                </a:lnTo>
                <a:lnTo>
                  <a:pt x="456695" y="132775"/>
                </a:lnTo>
                <a:lnTo>
                  <a:pt x="456829" y="133579"/>
                </a:lnTo>
                <a:lnTo>
                  <a:pt x="456974" y="134371"/>
                </a:lnTo>
                <a:lnTo>
                  <a:pt x="457127" y="135152"/>
                </a:lnTo>
                <a:lnTo>
                  <a:pt x="457290" y="135922"/>
                </a:lnTo>
                <a:lnTo>
                  <a:pt x="457462" y="136679"/>
                </a:lnTo>
                <a:lnTo>
                  <a:pt x="457643" y="137425"/>
                </a:lnTo>
                <a:lnTo>
                  <a:pt x="457833" y="138159"/>
                </a:lnTo>
                <a:lnTo>
                  <a:pt x="458033" y="138882"/>
                </a:lnTo>
                <a:lnTo>
                  <a:pt x="458243" y="139593"/>
                </a:lnTo>
                <a:lnTo>
                  <a:pt x="458461" y="140292"/>
                </a:lnTo>
                <a:lnTo>
                  <a:pt x="458692" y="140979"/>
                </a:lnTo>
                <a:lnTo>
                  <a:pt x="458939" y="141651"/>
                </a:lnTo>
                <a:lnTo>
                  <a:pt x="459201" y="142311"/>
                </a:lnTo>
                <a:lnTo>
                  <a:pt x="459479" y="142957"/>
                </a:lnTo>
                <a:lnTo>
                  <a:pt x="459772" y="143589"/>
                </a:lnTo>
                <a:lnTo>
                  <a:pt x="460081" y="144208"/>
                </a:lnTo>
                <a:lnTo>
                  <a:pt x="460406" y="144813"/>
                </a:lnTo>
                <a:lnTo>
                  <a:pt x="460746" y="145405"/>
                </a:lnTo>
                <a:lnTo>
                  <a:pt x="461102" y="145983"/>
                </a:lnTo>
                <a:lnTo>
                  <a:pt x="461474" y="146548"/>
                </a:lnTo>
                <a:lnTo>
                  <a:pt x="461861" y="147099"/>
                </a:lnTo>
                <a:lnTo>
                  <a:pt x="462264" y="147637"/>
                </a:lnTo>
                <a:lnTo>
                  <a:pt x="462682" y="148161"/>
                </a:lnTo>
                <a:lnTo>
                  <a:pt x="463116" y="148672"/>
                </a:lnTo>
                <a:lnTo>
                  <a:pt x="463566" y="149169"/>
                </a:lnTo>
                <a:lnTo>
                  <a:pt x="464031" y="149652"/>
                </a:lnTo>
                <a:lnTo>
                  <a:pt x="464512" y="150123"/>
                </a:lnTo>
                <a:lnTo>
                  <a:pt x="465009" y="150579"/>
                </a:lnTo>
                <a:lnTo>
                  <a:pt x="465521" y="151022"/>
                </a:lnTo>
                <a:lnTo>
                  <a:pt x="466049" y="151452"/>
                </a:lnTo>
                <a:lnTo>
                  <a:pt x="466592" y="151868"/>
                </a:lnTo>
                <a:lnTo>
                  <a:pt x="467151" y="152271"/>
                </a:lnTo>
                <a:lnTo>
                  <a:pt x="467726" y="152660"/>
                </a:lnTo>
                <a:lnTo>
                  <a:pt x="468317" y="153035"/>
                </a:lnTo>
                <a:lnTo>
                  <a:pt x="468926" y="153397"/>
                </a:lnTo>
                <a:lnTo>
                  <a:pt x="469556" y="153742"/>
                </a:lnTo>
                <a:lnTo>
                  <a:pt x="470209" y="154073"/>
                </a:lnTo>
                <a:lnTo>
                  <a:pt x="470883" y="154388"/>
                </a:lnTo>
                <a:lnTo>
                  <a:pt x="471579" y="154687"/>
                </a:lnTo>
                <a:lnTo>
                  <a:pt x="472297" y="154972"/>
                </a:lnTo>
                <a:lnTo>
                  <a:pt x="473037" y="155241"/>
                </a:lnTo>
                <a:lnTo>
                  <a:pt x="473798" y="155494"/>
                </a:lnTo>
                <a:lnTo>
                  <a:pt x="474581" y="155732"/>
                </a:lnTo>
                <a:lnTo>
                  <a:pt x="475386" y="155955"/>
                </a:lnTo>
                <a:lnTo>
                  <a:pt x="476213" y="156163"/>
                </a:lnTo>
                <a:lnTo>
                  <a:pt x="477061" y="156355"/>
                </a:lnTo>
                <a:lnTo>
                  <a:pt x="477931" y="156531"/>
                </a:lnTo>
                <a:lnTo>
                  <a:pt x="478823" y="156693"/>
                </a:lnTo>
                <a:lnTo>
                  <a:pt x="479737" y="156839"/>
                </a:lnTo>
                <a:lnTo>
                  <a:pt x="480672" y="156969"/>
                </a:lnTo>
                <a:lnTo>
                  <a:pt x="481630" y="157085"/>
                </a:lnTo>
                <a:lnTo>
                  <a:pt x="482609" y="157185"/>
                </a:lnTo>
                <a:lnTo>
                  <a:pt x="483609" y="157269"/>
                </a:lnTo>
                <a:lnTo>
                  <a:pt x="484632" y="157338"/>
                </a:lnTo>
                <a:lnTo>
                  <a:pt x="485676" y="157392"/>
                </a:lnTo>
                <a:lnTo>
                  <a:pt x="486742" y="157430"/>
                </a:lnTo>
                <a:lnTo>
                  <a:pt x="487830" y="157453"/>
                </a:lnTo>
                <a:lnTo>
                  <a:pt x="488939" y="157461"/>
                </a:lnTo>
                <a:lnTo>
                  <a:pt x="502270" y="157461"/>
                </a:lnTo>
                <a:lnTo>
                  <a:pt x="502270" y="142080"/>
                </a:lnTo>
                <a:lnTo>
                  <a:pt x="490193" y="142080"/>
                </a:lnTo>
                <a:lnTo>
                  <a:pt x="489360" y="142070"/>
                </a:lnTo>
                <a:lnTo>
                  <a:pt x="488554" y="142040"/>
                </a:lnTo>
                <a:close/>
                <a:moveTo>
                  <a:pt x="276010" y="75391"/>
                </a:moveTo>
                <a:lnTo>
                  <a:pt x="276323" y="74966"/>
                </a:lnTo>
                <a:lnTo>
                  <a:pt x="276639" y="74546"/>
                </a:lnTo>
                <a:lnTo>
                  <a:pt x="276959" y="74130"/>
                </a:lnTo>
                <a:lnTo>
                  <a:pt x="277283" y="73719"/>
                </a:lnTo>
                <a:lnTo>
                  <a:pt x="277610" y="73312"/>
                </a:lnTo>
                <a:lnTo>
                  <a:pt x="277940" y="72909"/>
                </a:lnTo>
                <a:lnTo>
                  <a:pt x="278274" y="72510"/>
                </a:lnTo>
                <a:lnTo>
                  <a:pt x="278612" y="72116"/>
                </a:lnTo>
                <a:lnTo>
                  <a:pt x="278953" y="71726"/>
                </a:lnTo>
                <a:lnTo>
                  <a:pt x="279298" y="71341"/>
                </a:lnTo>
                <a:lnTo>
                  <a:pt x="279646" y="70959"/>
                </a:lnTo>
                <a:lnTo>
                  <a:pt x="279998" y="70583"/>
                </a:lnTo>
                <a:lnTo>
                  <a:pt x="280354" y="70210"/>
                </a:lnTo>
                <a:lnTo>
                  <a:pt x="280713" y="69842"/>
                </a:lnTo>
                <a:lnTo>
                  <a:pt x="281075" y="69478"/>
                </a:lnTo>
                <a:lnTo>
                  <a:pt x="281441" y="69118"/>
                </a:lnTo>
                <a:lnTo>
                  <a:pt x="281811" y="68763"/>
                </a:lnTo>
                <a:lnTo>
                  <a:pt x="282184" y="68412"/>
                </a:lnTo>
                <a:lnTo>
                  <a:pt x="282561" y="68066"/>
                </a:lnTo>
                <a:lnTo>
                  <a:pt x="282942" y="67724"/>
                </a:lnTo>
                <a:lnTo>
                  <a:pt x="283325" y="67386"/>
                </a:lnTo>
                <a:lnTo>
                  <a:pt x="283713" y="67052"/>
                </a:lnTo>
                <a:lnTo>
                  <a:pt x="284105" y="66724"/>
                </a:lnTo>
                <a:lnTo>
                  <a:pt x="284503" y="66401"/>
                </a:lnTo>
                <a:lnTo>
                  <a:pt x="284906" y="66085"/>
                </a:lnTo>
                <a:lnTo>
                  <a:pt x="285314" y="65774"/>
                </a:lnTo>
                <a:lnTo>
                  <a:pt x="285729" y="65470"/>
                </a:lnTo>
                <a:lnTo>
                  <a:pt x="286148" y="65171"/>
                </a:lnTo>
                <a:lnTo>
                  <a:pt x="286574" y="64879"/>
                </a:lnTo>
                <a:lnTo>
                  <a:pt x="287004" y="64592"/>
                </a:lnTo>
                <a:lnTo>
                  <a:pt x="287441" y="64312"/>
                </a:lnTo>
                <a:lnTo>
                  <a:pt x="287883" y="64037"/>
                </a:lnTo>
                <a:lnTo>
                  <a:pt x="288330" y="63768"/>
                </a:lnTo>
                <a:lnTo>
                  <a:pt x="288783" y="63506"/>
                </a:lnTo>
                <a:lnTo>
                  <a:pt x="289242" y="63249"/>
                </a:lnTo>
                <a:lnTo>
                  <a:pt x="289706" y="62998"/>
                </a:lnTo>
                <a:lnTo>
                  <a:pt x="290175" y="62754"/>
                </a:lnTo>
                <a:lnTo>
                  <a:pt x="290650" y="62515"/>
                </a:lnTo>
                <a:lnTo>
                  <a:pt x="291131" y="62282"/>
                </a:lnTo>
                <a:lnTo>
                  <a:pt x="291617" y="62056"/>
                </a:lnTo>
                <a:lnTo>
                  <a:pt x="292109" y="61835"/>
                </a:lnTo>
                <a:lnTo>
                  <a:pt x="292606" y="61620"/>
                </a:lnTo>
                <a:lnTo>
                  <a:pt x="293109" y="61411"/>
                </a:lnTo>
                <a:lnTo>
                  <a:pt x="293618" y="61209"/>
                </a:lnTo>
                <a:lnTo>
                  <a:pt x="294131" y="61012"/>
                </a:lnTo>
                <a:lnTo>
                  <a:pt x="294651" y="60821"/>
                </a:lnTo>
                <a:lnTo>
                  <a:pt x="295177" y="60637"/>
                </a:lnTo>
                <a:lnTo>
                  <a:pt x="295710" y="60461"/>
                </a:lnTo>
                <a:lnTo>
                  <a:pt x="296250" y="60292"/>
                </a:lnTo>
                <a:lnTo>
                  <a:pt x="296797" y="60131"/>
                </a:lnTo>
                <a:lnTo>
                  <a:pt x="297351" y="59978"/>
                </a:lnTo>
                <a:lnTo>
                  <a:pt x="297912" y="59833"/>
                </a:lnTo>
                <a:lnTo>
                  <a:pt x="298481" y="59696"/>
                </a:lnTo>
                <a:lnTo>
                  <a:pt x="299057" y="59567"/>
                </a:lnTo>
                <a:lnTo>
                  <a:pt x="299639" y="59445"/>
                </a:lnTo>
                <a:lnTo>
                  <a:pt x="300229" y="59332"/>
                </a:lnTo>
                <a:lnTo>
                  <a:pt x="300826" y="59226"/>
                </a:lnTo>
                <a:lnTo>
                  <a:pt x="301430" y="59128"/>
                </a:lnTo>
                <a:lnTo>
                  <a:pt x="302041" y="59038"/>
                </a:lnTo>
                <a:lnTo>
                  <a:pt x="302660" y="58956"/>
                </a:lnTo>
                <a:lnTo>
                  <a:pt x="303285" y="58881"/>
                </a:lnTo>
                <a:lnTo>
                  <a:pt x="303918" y="58815"/>
                </a:lnTo>
                <a:lnTo>
                  <a:pt x="304558" y="58756"/>
                </a:lnTo>
                <a:lnTo>
                  <a:pt x="305204" y="58705"/>
                </a:lnTo>
                <a:lnTo>
                  <a:pt x="305858" y="58662"/>
                </a:lnTo>
                <a:lnTo>
                  <a:pt x="306519" y="58626"/>
                </a:lnTo>
                <a:lnTo>
                  <a:pt x="307188" y="58599"/>
                </a:lnTo>
                <a:lnTo>
                  <a:pt x="307863" y="58579"/>
                </a:lnTo>
                <a:lnTo>
                  <a:pt x="308545" y="58568"/>
                </a:lnTo>
                <a:lnTo>
                  <a:pt x="309235" y="58564"/>
                </a:lnTo>
                <a:lnTo>
                  <a:pt x="311855" y="58564"/>
                </a:lnTo>
                <a:lnTo>
                  <a:pt x="311855" y="41131"/>
                </a:lnTo>
                <a:lnTo>
                  <a:pt x="309577" y="41131"/>
                </a:lnTo>
                <a:lnTo>
                  <a:pt x="308475" y="41141"/>
                </a:lnTo>
                <a:lnTo>
                  <a:pt x="307390" y="41172"/>
                </a:lnTo>
                <a:lnTo>
                  <a:pt x="306322" y="41222"/>
                </a:lnTo>
                <a:lnTo>
                  <a:pt x="305272" y="41293"/>
                </a:lnTo>
                <a:lnTo>
                  <a:pt x="304240" y="41384"/>
                </a:lnTo>
                <a:lnTo>
                  <a:pt x="303225" y="41494"/>
                </a:lnTo>
                <a:lnTo>
                  <a:pt x="302227" y="41626"/>
                </a:lnTo>
                <a:lnTo>
                  <a:pt x="301247" y="41777"/>
                </a:lnTo>
                <a:lnTo>
                  <a:pt x="300284" y="41948"/>
                </a:lnTo>
                <a:lnTo>
                  <a:pt x="299338" y="42140"/>
                </a:lnTo>
                <a:lnTo>
                  <a:pt x="298410" y="42352"/>
                </a:lnTo>
                <a:lnTo>
                  <a:pt x="297499" y="42584"/>
                </a:lnTo>
                <a:lnTo>
                  <a:pt x="296606" y="42836"/>
                </a:lnTo>
                <a:lnTo>
                  <a:pt x="295730" y="43109"/>
                </a:lnTo>
                <a:lnTo>
                  <a:pt x="294872" y="43401"/>
                </a:lnTo>
                <a:lnTo>
                  <a:pt x="294031" y="43714"/>
                </a:lnTo>
                <a:lnTo>
                  <a:pt x="293207" y="44047"/>
                </a:lnTo>
                <a:lnTo>
                  <a:pt x="292401" y="44400"/>
                </a:lnTo>
                <a:lnTo>
                  <a:pt x="291612" y="44773"/>
                </a:lnTo>
                <a:lnTo>
                  <a:pt x="290840" y="45167"/>
                </a:lnTo>
                <a:lnTo>
                  <a:pt x="290086" y="45580"/>
                </a:lnTo>
                <a:lnTo>
                  <a:pt x="289350" y="46014"/>
                </a:lnTo>
                <a:lnTo>
                  <a:pt x="288630" y="46468"/>
                </a:lnTo>
                <a:lnTo>
                  <a:pt x="287929" y="46942"/>
                </a:lnTo>
                <a:lnTo>
                  <a:pt x="287242" y="47431"/>
                </a:lnTo>
                <a:lnTo>
                  <a:pt x="286568" y="47930"/>
                </a:lnTo>
                <a:lnTo>
                  <a:pt x="285906" y="48439"/>
                </a:lnTo>
                <a:lnTo>
                  <a:pt x="285257" y="48958"/>
                </a:lnTo>
                <a:lnTo>
                  <a:pt x="284621" y="49487"/>
                </a:lnTo>
                <a:lnTo>
                  <a:pt x="283998" y="50026"/>
                </a:lnTo>
                <a:lnTo>
                  <a:pt x="283387" y="50574"/>
                </a:lnTo>
                <a:lnTo>
                  <a:pt x="282789" y="51132"/>
                </a:lnTo>
                <a:lnTo>
                  <a:pt x="282203" y="51701"/>
                </a:lnTo>
                <a:lnTo>
                  <a:pt x="281630" y="52279"/>
                </a:lnTo>
                <a:lnTo>
                  <a:pt x="281070" y="52867"/>
                </a:lnTo>
                <a:lnTo>
                  <a:pt x="280523" y="53465"/>
                </a:lnTo>
                <a:lnTo>
                  <a:pt x="279988" y="54073"/>
                </a:lnTo>
                <a:lnTo>
                  <a:pt x="279466" y="54691"/>
                </a:lnTo>
                <a:lnTo>
                  <a:pt x="278956" y="55318"/>
                </a:lnTo>
                <a:lnTo>
                  <a:pt x="278459" y="55956"/>
                </a:lnTo>
                <a:lnTo>
                  <a:pt x="277975" y="56603"/>
                </a:lnTo>
                <a:lnTo>
                  <a:pt x="277503" y="57261"/>
                </a:lnTo>
                <a:lnTo>
                  <a:pt x="277044" y="57928"/>
                </a:lnTo>
                <a:lnTo>
                  <a:pt x="276598" y="58605"/>
                </a:lnTo>
                <a:lnTo>
                  <a:pt x="276165" y="59292"/>
                </a:lnTo>
                <a:lnTo>
                  <a:pt x="275744" y="59989"/>
                </a:lnTo>
                <a:lnTo>
                  <a:pt x="275335" y="60695"/>
                </a:lnTo>
                <a:lnTo>
                  <a:pt x="274940" y="61412"/>
                </a:lnTo>
                <a:lnTo>
                  <a:pt x="274256" y="43068"/>
                </a:lnTo>
                <a:lnTo>
                  <a:pt x="256368" y="43068"/>
                </a:lnTo>
                <a:lnTo>
                  <a:pt x="256368" y="157461"/>
                </a:lnTo>
                <a:lnTo>
                  <a:pt x="275396" y="157461"/>
                </a:lnTo>
                <a:lnTo>
                  <a:pt x="275396" y="76252"/>
                </a:lnTo>
                <a:lnTo>
                  <a:pt x="275701" y="75819"/>
                </a:lnTo>
                <a:lnTo>
                  <a:pt x="276010" y="75391"/>
                </a:lnTo>
                <a:close/>
                <a:moveTo>
                  <a:pt x="546307" y="157461"/>
                </a:moveTo>
                <a:lnTo>
                  <a:pt x="546307" y="43068"/>
                </a:lnTo>
                <a:lnTo>
                  <a:pt x="527280" y="43068"/>
                </a:lnTo>
                <a:lnTo>
                  <a:pt x="527280" y="157461"/>
                </a:lnTo>
                <a:lnTo>
                  <a:pt x="546307" y="157461"/>
                </a:lnTo>
                <a:close/>
                <a:moveTo>
                  <a:pt x="586038" y="43068"/>
                </a:moveTo>
                <a:lnTo>
                  <a:pt x="565871" y="43068"/>
                </a:lnTo>
                <a:lnTo>
                  <a:pt x="608483" y="157461"/>
                </a:lnTo>
                <a:lnTo>
                  <a:pt x="629448" y="157461"/>
                </a:lnTo>
                <a:lnTo>
                  <a:pt x="671377" y="43068"/>
                </a:lnTo>
                <a:lnTo>
                  <a:pt x="652007" y="43068"/>
                </a:lnTo>
                <a:lnTo>
                  <a:pt x="618852" y="138199"/>
                </a:lnTo>
                <a:lnTo>
                  <a:pt x="586038" y="43068"/>
                </a:lnTo>
                <a:close/>
                <a:moveTo>
                  <a:pt x="181075" y="159380"/>
                </a:moveTo>
                <a:lnTo>
                  <a:pt x="182184" y="159306"/>
                </a:lnTo>
                <a:lnTo>
                  <a:pt x="183280" y="159215"/>
                </a:lnTo>
                <a:lnTo>
                  <a:pt x="184363" y="159107"/>
                </a:lnTo>
                <a:lnTo>
                  <a:pt x="185433" y="158983"/>
                </a:lnTo>
                <a:lnTo>
                  <a:pt x="186490" y="158843"/>
                </a:lnTo>
                <a:lnTo>
                  <a:pt x="187533" y="158686"/>
                </a:lnTo>
                <a:lnTo>
                  <a:pt x="188564" y="158513"/>
                </a:lnTo>
                <a:lnTo>
                  <a:pt x="189582" y="158323"/>
                </a:lnTo>
                <a:lnTo>
                  <a:pt x="190587" y="158116"/>
                </a:lnTo>
                <a:lnTo>
                  <a:pt x="191578" y="157893"/>
                </a:lnTo>
                <a:lnTo>
                  <a:pt x="192557" y="157654"/>
                </a:lnTo>
                <a:lnTo>
                  <a:pt x="193522" y="157398"/>
                </a:lnTo>
                <a:lnTo>
                  <a:pt x="194475" y="157125"/>
                </a:lnTo>
                <a:lnTo>
                  <a:pt x="195414" y="156836"/>
                </a:lnTo>
                <a:lnTo>
                  <a:pt x="196340" y="156531"/>
                </a:lnTo>
                <a:lnTo>
                  <a:pt x="197254" y="156209"/>
                </a:lnTo>
                <a:lnTo>
                  <a:pt x="198154" y="155870"/>
                </a:lnTo>
                <a:lnTo>
                  <a:pt x="199041" y="155515"/>
                </a:lnTo>
                <a:lnTo>
                  <a:pt x="199915" y="155143"/>
                </a:lnTo>
                <a:lnTo>
                  <a:pt x="200776" y="154755"/>
                </a:lnTo>
                <a:lnTo>
                  <a:pt x="201623" y="154351"/>
                </a:lnTo>
                <a:lnTo>
                  <a:pt x="202454" y="153934"/>
                </a:lnTo>
                <a:lnTo>
                  <a:pt x="203269" y="153503"/>
                </a:lnTo>
                <a:lnTo>
                  <a:pt x="204068" y="153057"/>
                </a:lnTo>
                <a:lnTo>
                  <a:pt x="204851" y="152598"/>
                </a:lnTo>
                <a:lnTo>
                  <a:pt x="205619" y="152125"/>
                </a:lnTo>
                <a:lnTo>
                  <a:pt x="206370" y="151638"/>
                </a:lnTo>
                <a:lnTo>
                  <a:pt x="207106" y="151138"/>
                </a:lnTo>
                <a:lnTo>
                  <a:pt x="207826" y="150623"/>
                </a:lnTo>
                <a:lnTo>
                  <a:pt x="208530" y="150095"/>
                </a:lnTo>
                <a:lnTo>
                  <a:pt x="209219" y="149552"/>
                </a:lnTo>
                <a:lnTo>
                  <a:pt x="209891" y="148996"/>
                </a:lnTo>
                <a:lnTo>
                  <a:pt x="210548" y="148426"/>
                </a:lnTo>
                <a:lnTo>
                  <a:pt x="211189" y="147842"/>
                </a:lnTo>
                <a:lnTo>
                  <a:pt x="211814" y="147244"/>
                </a:lnTo>
                <a:lnTo>
                  <a:pt x="212423" y="146632"/>
                </a:lnTo>
                <a:lnTo>
                  <a:pt x="213017" y="146007"/>
                </a:lnTo>
                <a:lnTo>
                  <a:pt x="213594" y="145367"/>
                </a:lnTo>
                <a:lnTo>
                  <a:pt x="214156" y="144714"/>
                </a:lnTo>
                <a:lnTo>
                  <a:pt x="214702" y="144047"/>
                </a:lnTo>
                <a:lnTo>
                  <a:pt x="215232" y="143366"/>
                </a:lnTo>
                <a:lnTo>
                  <a:pt x="215746" y="142671"/>
                </a:lnTo>
                <a:lnTo>
                  <a:pt x="216245" y="141962"/>
                </a:lnTo>
                <a:lnTo>
                  <a:pt x="216728" y="141239"/>
                </a:lnTo>
                <a:lnTo>
                  <a:pt x="217193" y="140504"/>
                </a:lnTo>
                <a:lnTo>
                  <a:pt x="217640" y="139757"/>
                </a:lnTo>
                <a:lnTo>
                  <a:pt x="218068" y="138998"/>
                </a:lnTo>
                <a:lnTo>
                  <a:pt x="218478" y="138228"/>
                </a:lnTo>
                <a:lnTo>
                  <a:pt x="218869" y="137446"/>
                </a:lnTo>
                <a:lnTo>
                  <a:pt x="219241" y="136652"/>
                </a:lnTo>
                <a:lnTo>
                  <a:pt x="219595" y="135847"/>
                </a:lnTo>
                <a:lnTo>
                  <a:pt x="219930" y="135031"/>
                </a:lnTo>
                <a:lnTo>
                  <a:pt x="220247" y="134202"/>
                </a:lnTo>
                <a:lnTo>
                  <a:pt x="220545" y="133362"/>
                </a:lnTo>
                <a:lnTo>
                  <a:pt x="220825" y="132510"/>
                </a:lnTo>
                <a:lnTo>
                  <a:pt x="221086" y="131647"/>
                </a:lnTo>
                <a:lnTo>
                  <a:pt x="221328" y="130772"/>
                </a:lnTo>
                <a:lnTo>
                  <a:pt x="221552" y="129886"/>
                </a:lnTo>
                <a:lnTo>
                  <a:pt x="221757" y="128988"/>
                </a:lnTo>
                <a:lnTo>
                  <a:pt x="221943" y="128078"/>
                </a:lnTo>
                <a:lnTo>
                  <a:pt x="222111" y="127157"/>
                </a:lnTo>
                <a:lnTo>
                  <a:pt x="222261" y="126224"/>
                </a:lnTo>
                <a:lnTo>
                  <a:pt x="222391" y="125279"/>
                </a:lnTo>
                <a:lnTo>
                  <a:pt x="222503" y="124323"/>
                </a:lnTo>
                <a:lnTo>
                  <a:pt x="222597" y="123355"/>
                </a:lnTo>
                <a:lnTo>
                  <a:pt x="222672" y="122376"/>
                </a:lnTo>
                <a:lnTo>
                  <a:pt x="222728" y="121384"/>
                </a:lnTo>
                <a:lnTo>
                  <a:pt x="222766" y="120382"/>
                </a:lnTo>
                <a:lnTo>
                  <a:pt x="203967" y="120382"/>
                </a:lnTo>
                <a:lnTo>
                  <a:pt x="203926" y="121360"/>
                </a:lnTo>
                <a:lnTo>
                  <a:pt x="203862" y="122319"/>
                </a:lnTo>
                <a:lnTo>
                  <a:pt x="203774" y="123259"/>
                </a:lnTo>
                <a:lnTo>
                  <a:pt x="203663" y="124179"/>
                </a:lnTo>
                <a:lnTo>
                  <a:pt x="203527" y="125080"/>
                </a:lnTo>
                <a:lnTo>
                  <a:pt x="203368" y="125962"/>
                </a:lnTo>
                <a:lnTo>
                  <a:pt x="203186" y="126824"/>
                </a:lnTo>
                <a:lnTo>
                  <a:pt x="202979" y="127667"/>
                </a:lnTo>
                <a:lnTo>
                  <a:pt x="202749" y="128491"/>
                </a:lnTo>
                <a:lnTo>
                  <a:pt x="202495" y="129295"/>
                </a:lnTo>
                <a:lnTo>
                  <a:pt x="202217" y="130080"/>
                </a:lnTo>
                <a:lnTo>
                  <a:pt x="201916" y="130846"/>
                </a:lnTo>
                <a:lnTo>
                  <a:pt x="201590" y="131592"/>
                </a:lnTo>
                <a:lnTo>
                  <a:pt x="201242" y="132319"/>
                </a:lnTo>
                <a:lnTo>
                  <a:pt x="200869" y="133027"/>
                </a:lnTo>
                <a:lnTo>
                  <a:pt x="200472" y="133716"/>
                </a:lnTo>
                <a:lnTo>
                  <a:pt x="200052" y="134385"/>
                </a:lnTo>
                <a:lnTo>
                  <a:pt x="199608" y="135034"/>
                </a:lnTo>
                <a:lnTo>
                  <a:pt x="199141" y="135665"/>
                </a:lnTo>
                <a:lnTo>
                  <a:pt x="198649" y="136276"/>
                </a:lnTo>
                <a:lnTo>
                  <a:pt x="198134" y="136867"/>
                </a:lnTo>
                <a:lnTo>
                  <a:pt x="197596" y="137440"/>
                </a:lnTo>
                <a:lnTo>
                  <a:pt x="197033" y="137993"/>
                </a:lnTo>
                <a:lnTo>
                  <a:pt x="196447" y="138526"/>
                </a:lnTo>
                <a:lnTo>
                  <a:pt x="195839" y="139039"/>
                </a:lnTo>
                <a:lnTo>
                  <a:pt x="195212" y="139531"/>
                </a:lnTo>
                <a:lnTo>
                  <a:pt x="194565" y="140000"/>
                </a:lnTo>
                <a:lnTo>
                  <a:pt x="193899" y="140447"/>
                </a:lnTo>
                <a:lnTo>
                  <a:pt x="193214" y="140873"/>
                </a:lnTo>
                <a:lnTo>
                  <a:pt x="192509" y="141277"/>
                </a:lnTo>
                <a:lnTo>
                  <a:pt x="191785" y="141659"/>
                </a:lnTo>
                <a:lnTo>
                  <a:pt x="191041" y="142019"/>
                </a:lnTo>
                <a:lnTo>
                  <a:pt x="190278" y="142358"/>
                </a:lnTo>
                <a:lnTo>
                  <a:pt x="189496" y="142674"/>
                </a:lnTo>
                <a:lnTo>
                  <a:pt x="188694" y="142969"/>
                </a:lnTo>
                <a:lnTo>
                  <a:pt x="187873" y="143242"/>
                </a:lnTo>
                <a:lnTo>
                  <a:pt x="187032" y="143493"/>
                </a:lnTo>
                <a:lnTo>
                  <a:pt x="186173" y="143722"/>
                </a:lnTo>
                <a:lnTo>
                  <a:pt x="185293" y="143930"/>
                </a:lnTo>
                <a:lnTo>
                  <a:pt x="184395" y="144115"/>
                </a:lnTo>
                <a:lnTo>
                  <a:pt x="183477" y="144279"/>
                </a:lnTo>
                <a:lnTo>
                  <a:pt x="182539" y="144421"/>
                </a:lnTo>
                <a:lnTo>
                  <a:pt x="181582" y="144541"/>
                </a:lnTo>
                <a:lnTo>
                  <a:pt x="180606" y="144639"/>
                </a:lnTo>
                <a:lnTo>
                  <a:pt x="179611" y="144716"/>
                </a:lnTo>
                <a:lnTo>
                  <a:pt x="178596" y="144770"/>
                </a:lnTo>
                <a:lnTo>
                  <a:pt x="177561" y="144803"/>
                </a:lnTo>
                <a:lnTo>
                  <a:pt x="176508" y="144814"/>
                </a:lnTo>
                <a:lnTo>
                  <a:pt x="175519" y="144804"/>
                </a:lnTo>
                <a:lnTo>
                  <a:pt x="174546" y="144774"/>
                </a:lnTo>
                <a:lnTo>
                  <a:pt x="173590" y="144725"/>
                </a:lnTo>
                <a:lnTo>
                  <a:pt x="172650" y="144656"/>
                </a:lnTo>
                <a:lnTo>
                  <a:pt x="171726" y="144567"/>
                </a:lnTo>
                <a:lnTo>
                  <a:pt x="170818" y="144458"/>
                </a:lnTo>
                <a:lnTo>
                  <a:pt x="169926" y="144329"/>
                </a:lnTo>
                <a:lnTo>
                  <a:pt x="169051" y="144180"/>
                </a:lnTo>
                <a:lnTo>
                  <a:pt x="168192" y="144012"/>
                </a:lnTo>
                <a:lnTo>
                  <a:pt x="167349" y="143824"/>
                </a:lnTo>
                <a:lnTo>
                  <a:pt x="166523" y="143616"/>
                </a:lnTo>
                <a:lnTo>
                  <a:pt x="165712" y="143388"/>
                </a:lnTo>
                <a:lnTo>
                  <a:pt x="164918" y="143141"/>
                </a:lnTo>
                <a:lnTo>
                  <a:pt x="164140" y="142873"/>
                </a:lnTo>
                <a:lnTo>
                  <a:pt x="163378" y="142586"/>
                </a:lnTo>
                <a:lnTo>
                  <a:pt x="162633" y="142279"/>
                </a:lnTo>
                <a:lnTo>
                  <a:pt x="161903" y="141952"/>
                </a:lnTo>
                <a:lnTo>
                  <a:pt x="161190" y="141606"/>
                </a:lnTo>
                <a:lnTo>
                  <a:pt x="160493" y="141239"/>
                </a:lnTo>
                <a:lnTo>
                  <a:pt x="159813" y="140853"/>
                </a:lnTo>
                <a:lnTo>
                  <a:pt x="159148" y="140447"/>
                </a:lnTo>
                <a:lnTo>
                  <a:pt x="158500" y="140021"/>
                </a:lnTo>
                <a:lnTo>
                  <a:pt x="157868" y="139576"/>
                </a:lnTo>
                <a:lnTo>
                  <a:pt x="157252" y="139110"/>
                </a:lnTo>
                <a:lnTo>
                  <a:pt x="156651" y="138628"/>
                </a:lnTo>
                <a:lnTo>
                  <a:pt x="156064" y="138133"/>
                </a:lnTo>
                <a:lnTo>
                  <a:pt x="155491" y="137626"/>
                </a:lnTo>
                <a:lnTo>
                  <a:pt x="154931" y="137105"/>
                </a:lnTo>
                <a:lnTo>
                  <a:pt x="154385" y="136571"/>
                </a:lnTo>
                <a:lnTo>
                  <a:pt x="153852" y="136024"/>
                </a:lnTo>
                <a:lnTo>
                  <a:pt x="153333" y="135464"/>
                </a:lnTo>
                <a:lnTo>
                  <a:pt x="152828" y="134892"/>
                </a:lnTo>
                <a:lnTo>
                  <a:pt x="152336" y="134306"/>
                </a:lnTo>
                <a:lnTo>
                  <a:pt x="151858" y="133707"/>
                </a:lnTo>
                <a:lnTo>
                  <a:pt x="151394" y="133095"/>
                </a:lnTo>
                <a:lnTo>
                  <a:pt x="150943" y="132471"/>
                </a:lnTo>
                <a:lnTo>
                  <a:pt x="150506" y="131833"/>
                </a:lnTo>
                <a:lnTo>
                  <a:pt x="150083" y="131182"/>
                </a:lnTo>
                <a:lnTo>
                  <a:pt x="149673" y="130518"/>
                </a:lnTo>
                <a:lnTo>
                  <a:pt x="149277" y="129842"/>
                </a:lnTo>
                <a:lnTo>
                  <a:pt x="148894" y="129152"/>
                </a:lnTo>
                <a:lnTo>
                  <a:pt x="148525" y="128449"/>
                </a:lnTo>
                <a:lnTo>
                  <a:pt x="148170" y="127733"/>
                </a:lnTo>
                <a:lnTo>
                  <a:pt x="147829" y="127005"/>
                </a:lnTo>
                <a:lnTo>
                  <a:pt x="147501" y="126263"/>
                </a:lnTo>
                <a:lnTo>
                  <a:pt x="147187" y="125508"/>
                </a:lnTo>
                <a:lnTo>
                  <a:pt x="146886" y="124741"/>
                </a:lnTo>
                <a:lnTo>
                  <a:pt x="146599" y="123960"/>
                </a:lnTo>
                <a:lnTo>
                  <a:pt x="146325" y="123170"/>
                </a:lnTo>
                <a:lnTo>
                  <a:pt x="146062" y="122373"/>
                </a:lnTo>
                <a:lnTo>
                  <a:pt x="145810" y="121570"/>
                </a:lnTo>
                <a:lnTo>
                  <a:pt x="145569" y="120760"/>
                </a:lnTo>
                <a:lnTo>
                  <a:pt x="145340" y="119944"/>
                </a:lnTo>
                <a:lnTo>
                  <a:pt x="145122" y="119122"/>
                </a:lnTo>
                <a:lnTo>
                  <a:pt x="144915" y="118293"/>
                </a:lnTo>
                <a:lnTo>
                  <a:pt x="144719" y="117458"/>
                </a:lnTo>
                <a:lnTo>
                  <a:pt x="144535" y="116617"/>
                </a:lnTo>
                <a:lnTo>
                  <a:pt x="144362" y="115769"/>
                </a:lnTo>
                <a:lnTo>
                  <a:pt x="144200" y="114914"/>
                </a:lnTo>
                <a:lnTo>
                  <a:pt x="144050" y="114054"/>
                </a:lnTo>
                <a:lnTo>
                  <a:pt x="143911" y="113187"/>
                </a:lnTo>
                <a:lnTo>
                  <a:pt x="143783" y="112313"/>
                </a:lnTo>
                <a:lnTo>
                  <a:pt x="143666" y="111433"/>
                </a:lnTo>
                <a:lnTo>
                  <a:pt x="143561" y="110547"/>
                </a:lnTo>
                <a:lnTo>
                  <a:pt x="143467" y="109654"/>
                </a:lnTo>
                <a:lnTo>
                  <a:pt x="143384" y="108755"/>
                </a:lnTo>
                <a:lnTo>
                  <a:pt x="143313" y="107850"/>
                </a:lnTo>
                <a:lnTo>
                  <a:pt x="143252" y="106938"/>
                </a:lnTo>
                <a:lnTo>
                  <a:pt x="143203" y="106020"/>
                </a:lnTo>
                <a:lnTo>
                  <a:pt x="143166" y="105095"/>
                </a:lnTo>
                <a:lnTo>
                  <a:pt x="143139" y="104164"/>
                </a:lnTo>
                <a:lnTo>
                  <a:pt x="143124" y="103227"/>
                </a:lnTo>
                <a:lnTo>
                  <a:pt x="222196" y="103227"/>
                </a:lnTo>
                <a:lnTo>
                  <a:pt x="222215" y="103137"/>
                </a:lnTo>
                <a:lnTo>
                  <a:pt x="222234" y="103042"/>
                </a:lnTo>
                <a:lnTo>
                  <a:pt x="222252" y="102943"/>
                </a:lnTo>
                <a:lnTo>
                  <a:pt x="222269" y="102838"/>
                </a:lnTo>
                <a:lnTo>
                  <a:pt x="222286" y="102729"/>
                </a:lnTo>
                <a:lnTo>
                  <a:pt x="222303" y="102616"/>
                </a:lnTo>
                <a:lnTo>
                  <a:pt x="222320" y="102498"/>
                </a:lnTo>
                <a:lnTo>
                  <a:pt x="222336" y="102375"/>
                </a:lnTo>
                <a:lnTo>
                  <a:pt x="222351" y="102247"/>
                </a:lnTo>
                <a:lnTo>
                  <a:pt x="222367" y="102115"/>
                </a:lnTo>
                <a:lnTo>
                  <a:pt x="222381" y="101978"/>
                </a:lnTo>
                <a:lnTo>
                  <a:pt x="222396" y="101837"/>
                </a:lnTo>
                <a:lnTo>
                  <a:pt x="222410" y="101690"/>
                </a:lnTo>
                <a:lnTo>
                  <a:pt x="222424" y="101539"/>
                </a:lnTo>
                <a:lnTo>
                  <a:pt x="222437" y="101384"/>
                </a:lnTo>
                <a:lnTo>
                  <a:pt x="222450" y="101224"/>
                </a:lnTo>
                <a:lnTo>
                  <a:pt x="222462" y="101059"/>
                </a:lnTo>
                <a:lnTo>
                  <a:pt x="222474" y="100889"/>
                </a:lnTo>
                <a:lnTo>
                  <a:pt x="222486" y="100715"/>
                </a:lnTo>
                <a:lnTo>
                  <a:pt x="222497" y="100536"/>
                </a:lnTo>
                <a:lnTo>
                  <a:pt x="222508" y="100352"/>
                </a:lnTo>
                <a:lnTo>
                  <a:pt x="222519" y="100164"/>
                </a:lnTo>
                <a:lnTo>
                  <a:pt x="222529" y="99971"/>
                </a:lnTo>
                <a:lnTo>
                  <a:pt x="222538" y="99773"/>
                </a:lnTo>
                <a:lnTo>
                  <a:pt x="222548" y="99574"/>
                </a:lnTo>
                <a:lnTo>
                  <a:pt x="222557" y="99377"/>
                </a:lnTo>
                <a:lnTo>
                  <a:pt x="222565" y="99183"/>
                </a:lnTo>
                <a:lnTo>
                  <a:pt x="222573" y="98990"/>
                </a:lnTo>
                <a:lnTo>
                  <a:pt x="222581" y="98800"/>
                </a:lnTo>
                <a:lnTo>
                  <a:pt x="222588" y="98612"/>
                </a:lnTo>
                <a:lnTo>
                  <a:pt x="222595" y="98426"/>
                </a:lnTo>
                <a:lnTo>
                  <a:pt x="222602" y="98243"/>
                </a:lnTo>
                <a:lnTo>
                  <a:pt x="222608" y="98061"/>
                </a:lnTo>
                <a:lnTo>
                  <a:pt x="222613" y="97882"/>
                </a:lnTo>
                <a:lnTo>
                  <a:pt x="222619" y="97706"/>
                </a:lnTo>
                <a:lnTo>
                  <a:pt x="222624" y="97531"/>
                </a:lnTo>
                <a:lnTo>
                  <a:pt x="222628" y="97359"/>
                </a:lnTo>
                <a:lnTo>
                  <a:pt x="222632" y="97189"/>
                </a:lnTo>
                <a:lnTo>
                  <a:pt x="222636" y="97021"/>
                </a:lnTo>
                <a:lnTo>
                  <a:pt x="222640" y="96855"/>
                </a:lnTo>
                <a:lnTo>
                  <a:pt x="222643" y="96692"/>
                </a:lnTo>
                <a:lnTo>
                  <a:pt x="222645" y="96531"/>
                </a:lnTo>
                <a:lnTo>
                  <a:pt x="222647" y="96372"/>
                </a:lnTo>
                <a:lnTo>
                  <a:pt x="222649" y="96215"/>
                </a:lnTo>
                <a:lnTo>
                  <a:pt x="222650" y="96061"/>
                </a:lnTo>
                <a:lnTo>
                  <a:pt x="222651" y="95909"/>
                </a:lnTo>
                <a:lnTo>
                  <a:pt x="222652" y="95759"/>
                </a:lnTo>
                <a:lnTo>
                  <a:pt x="222652" y="95611"/>
                </a:lnTo>
                <a:lnTo>
                  <a:pt x="222630" y="93436"/>
                </a:lnTo>
                <a:lnTo>
                  <a:pt x="222563" y="91303"/>
                </a:lnTo>
                <a:lnTo>
                  <a:pt x="222451" y="89213"/>
                </a:lnTo>
                <a:lnTo>
                  <a:pt x="222295" y="87165"/>
                </a:lnTo>
                <a:lnTo>
                  <a:pt x="222093" y="85161"/>
                </a:lnTo>
                <a:lnTo>
                  <a:pt x="221848" y="83199"/>
                </a:lnTo>
                <a:lnTo>
                  <a:pt x="221557" y="81280"/>
                </a:lnTo>
                <a:lnTo>
                  <a:pt x="221222" y="79404"/>
                </a:lnTo>
                <a:lnTo>
                  <a:pt x="220842" y="77570"/>
                </a:lnTo>
                <a:lnTo>
                  <a:pt x="220417" y="75779"/>
                </a:lnTo>
                <a:lnTo>
                  <a:pt x="219948" y="74031"/>
                </a:lnTo>
                <a:lnTo>
                  <a:pt x="219434" y="72325"/>
                </a:lnTo>
                <a:lnTo>
                  <a:pt x="218875" y="70662"/>
                </a:lnTo>
                <a:lnTo>
                  <a:pt x="218271" y="69042"/>
                </a:lnTo>
                <a:lnTo>
                  <a:pt x="217623" y="67465"/>
                </a:lnTo>
                <a:lnTo>
                  <a:pt x="216930" y="65930"/>
                </a:lnTo>
                <a:lnTo>
                  <a:pt x="216192" y="64439"/>
                </a:lnTo>
                <a:lnTo>
                  <a:pt x="215410" y="62989"/>
                </a:lnTo>
                <a:lnTo>
                  <a:pt x="214583" y="61583"/>
                </a:lnTo>
                <a:lnTo>
                  <a:pt x="213711" y="60219"/>
                </a:lnTo>
                <a:lnTo>
                  <a:pt x="212795" y="58898"/>
                </a:lnTo>
                <a:lnTo>
                  <a:pt x="211834" y="57620"/>
                </a:lnTo>
                <a:lnTo>
                  <a:pt x="210828" y="56385"/>
                </a:lnTo>
                <a:lnTo>
                  <a:pt x="209777" y="55192"/>
                </a:lnTo>
                <a:lnTo>
                  <a:pt x="208687" y="54045"/>
                </a:lnTo>
                <a:lnTo>
                  <a:pt x="207563" y="52946"/>
                </a:lnTo>
                <a:lnTo>
                  <a:pt x="206406" y="51896"/>
                </a:lnTo>
                <a:lnTo>
                  <a:pt x="205214" y="50896"/>
                </a:lnTo>
                <a:lnTo>
                  <a:pt x="203988" y="49944"/>
                </a:lnTo>
                <a:lnTo>
                  <a:pt x="202727" y="49040"/>
                </a:lnTo>
                <a:lnTo>
                  <a:pt x="201433" y="48186"/>
                </a:lnTo>
                <a:lnTo>
                  <a:pt x="200105" y="47380"/>
                </a:lnTo>
                <a:lnTo>
                  <a:pt x="198743" y="46624"/>
                </a:lnTo>
                <a:lnTo>
                  <a:pt x="197347" y="45916"/>
                </a:lnTo>
                <a:lnTo>
                  <a:pt x="195917" y="45257"/>
                </a:lnTo>
                <a:lnTo>
                  <a:pt x="194453" y="44646"/>
                </a:lnTo>
                <a:lnTo>
                  <a:pt x="192955" y="44085"/>
                </a:lnTo>
                <a:lnTo>
                  <a:pt x="191422" y="43572"/>
                </a:lnTo>
                <a:lnTo>
                  <a:pt x="189856" y="43109"/>
                </a:lnTo>
                <a:lnTo>
                  <a:pt x="188256" y="42694"/>
                </a:lnTo>
                <a:lnTo>
                  <a:pt x="186622" y="42327"/>
                </a:lnTo>
                <a:lnTo>
                  <a:pt x="184953" y="42010"/>
                </a:lnTo>
                <a:lnTo>
                  <a:pt x="183251" y="41742"/>
                </a:lnTo>
                <a:lnTo>
                  <a:pt x="181515" y="41522"/>
                </a:lnTo>
                <a:lnTo>
                  <a:pt x="179744" y="41351"/>
                </a:lnTo>
                <a:lnTo>
                  <a:pt x="177940" y="41229"/>
                </a:lnTo>
                <a:lnTo>
                  <a:pt x="176101" y="41156"/>
                </a:lnTo>
                <a:lnTo>
                  <a:pt x="174229" y="41131"/>
                </a:lnTo>
                <a:lnTo>
                  <a:pt x="172815" y="41144"/>
                </a:lnTo>
                <a:lnTo>
                  <a:pt x="171422" y="41183"/>
                </a:lnTo>
                <a:lnTo>
                  <a:pt x="170050" y="41249"/>
                </a:lnTo>
                <a:lnTo>
                  <a:pt x="168698" y="41340"/>
                </a:lnTo>
                <a:lnTo>
                  <a:pt x="167368" y="41457"/>
                </a:lnTo>
                <a:lnTo>
                  <a:pt x="166058" y="41601"/>
                </a:lnTo>
                <a:lnTo>
                  <a:pt x="164768" y="41770"/>
                </a:lnTo>
                <a:lnTo>
                  <a:pt x="163500" y="41966"/>
                </a:lnTo>
                <a:lnTo>
                  <a:pt x="162252" y="42187"/>
                </a:lnTo>
                <a:lnTo>
                  <a:pt x="161025" y="42435"/>
                </a:lnTo>
                <a:lnTo>
                  <a:pt x="159819" y="42709"/>
                </a:lnTo>
                <a:lnTo>
                  <a:pt x="158634" y="43009"/>
                </a:lnTo>
                <a:lnTo>
                  <a:pt x="157469" y="43335"/>
                </a:lnTo>
                <a:lnTo>
                  <a:pt x="156325" y="43687"/>
                </a:lnTo>
                <a:lnTo>
                  <a:pt x="155202" y="44065"/>
                </a:lnTo>
                <a:lnTo>
                  <a:pt x="154100" y="44469"/>
                </a:lnTo>
                <a:lnTo>
                  <a:pt x="153019" y="44899"/>
                </a:lnTo>
                <a:lnTo>
                  <a:pt x="151958" y="45355"/>
                </a:lnTo>
                <a:lnTo>
                  <a:pt x="150918" y="45838"/>
                </a:lnTo>
                <a:lnTo>
                  <a:pt x="149899" y="46346"/>
                </a:lnTo>
                <a:lnTo>
                  <a:pt x="148900" y="46881"/>
                </a:lnTo>
                <a:lnTo>
                  <a:pt x="147923" y="47441"/>
                </a:lnTo>
                <a:lnTo>
                  <a:pt x="146966" y="48028"/>
                </a:lnTo>
                <a:lnTo>
                  <a:pt x="146030" y="48640"/>
                </a:lnTo>
                <a:lnTo>
                  <a:pt x="145114" y="49276"/>
                </a:lnTo>
                <a:lnTo>
                  <a:pt x="144218" y="49932"/>
                </a:lnTo>
                <a:lnTo>
                  <a:pt x="143341" y="50609"/>
                </a:lnTo>
                <a:lnTo>
                  <a:pt x="142485" y="51305"/>
                </a:lnTo>
                <a:lnTo>
                  <a:pt x="141648" y="52021"/>
                </a:lnTo>
                <a:lnTo>
                  <a:pt x="140831" y="52758"/>
                </a:lnTo>
                <a:lnTo>
                  <a:pt x="140034" y="53515"/>
                </a:lnTo>
                <a:lnTo>
                  <a:pt x="139257" y="54292"/>
                </a:lnTo>
                <a:lnTo>
                  <a:pt x="138499" y="55089"/>
                </a:lnTo>
                <a:lnTo>
                  <a:pt x="137761" y="55906"/>
                </a:lnTo>
                <a:lnTo>
                  <a:pt x="137043" y="56744"/>
                </a:lnTo>
                <a:lnTo>
                  <a:pt x="136345" y="57601"/>
                </a:lnTo>
                <a:lnTo>
                  <a:pt x="135666" y="58479"/>
                </a:lnTo>
                <a:lnTo>
                  <a:pt x="135008" y="59377"/>
                </a:lnTo>
                <a:lnTo>
                  <a:pt x="134369" y="60295"/>
                </a:lnTo>
                <a:lnTo>
                  <a:pt x="133750" y="61234"/>
                </a:lnTo>
                <a:lnTo>
                  <a:pt x="133150" y="62192"/>
                </a:lnTo>
                <a:lnTo>
                  <a:pt x="132571" y="63171"/>
                </a:lnTo>
                <a:lnTo>
                  <a:pt x="132011" y="64170"/>
                </a:lnTo>
                <a:lnTo>
                  <a:pt x="131471" y="65189"/>
                </a:lnTo>
                <a:lnTo>
                  <a:pt x="130951" y="66228"/>
                </a:lnTo>
                <a:lnTo>
                  <a:pt x="130450" y="67287"/>
                </a:lnTo>
                <a:lnTo>
                  <a:pt x="129970" y="68366"/>
                </a:lnTo>
                <a:lnTo>
                  <a:pt x="129509" y="69466"/>
                </a:lnTo>
                <a:lnTo>
                  <a:pt x="129067" y="70583"/>
                </a:lnTo>
                <a:lnTo>
                  <a:pt x="128644" y="71714"/>
                </a:lnTo>
                <a:lnTo>
                  <a:pt x="128240" y="72860"/>
                </a:lnTo>
                <a:lnTo>
                  <a:pt x="127855" y="74021"/>
                </a:lnTo>
                <a:lnTo>
                  <a:pt x="127489" y="75195"/>
                </a:lnTo>
                <a:lnTo>
                  <a:pt x="127141" y="76385"/>
                </a:lnTo>
                <a:lnTo>
                  <a:pt x="126812" y="77588"/>
                </a:lnTo>
                <a:lnTo>
                  <a:pt x="126502" y="78807"/>
                </a:lnTo>
                <a:lnTo>
                  <a:pt x="126211" y="80039"/>
                </a:lnTo>
                <a:lnTo>
                  <a:pt x="125938" y="81286"/>
                </a:lnTo>
                <a:lnTo>
                  <a:pt x="125685" y="82548"/>
                </a:lnTo>
                <a:lnTo>
                  <a:pt x="125450" y="83824"/>
                </a:lnTo>
                <a:lnTo>
                  <a:pt x="125234" y="85114"/>
                </a:lnTo>
                <a:lnTo>
                  <a:pt x="125036" y="86419"/>
                </a:lnTo>
                <a:lnTo>
                  <a:pt x="124858" y="87739"/>
                </a:lnTo>
                <a:lnTo>
                  <a:pt x="124698" y="89073"/>
                </a:lnTo>
                <a:lnTo>
                  <a:pt x="124557" y="90421"/>
                </a:lnTo>
                <a:lnTo>
                  <a:pt x="124435" y="91784"/>
                </a:lnTo>
                <a:lnTo>
                  <a:pt x="124332" y="93161"/>
                </a:lnTo>
                <a:lnTo>
                  <a:pt x="124247" y="94553"/>
                </a:lnTo>
                <a:lnTo>
                  <a:pt x="124181" y="95959"/>
                </a:lnTo>
                <a:lnTo>
                  <a:pt x="124134" y="97380"/>
                </a:lnTo>
                <a:lnTo>
                  <a:pt x="124106" y="98815"/>
                </a:lnTo>
                <a:lnTo>
                  <a:pt x="124097" y="100265"/>
                </a:lnTo>
                <a:lnTo>
                  <a:pt x="124106" y="101657"/>
                </a:lnTo>
                <a:lnTo>
                  <a:pt x="124135" y="103038"/>
                </a:lnTo>
                <a:lnTo>
                  <a:pt x="124184" y="104407"/>
                </a:lnTo>
                <a:lnTo>
                  <a:pt x="124252" y="105764"/>
                </a:lnTo>
                <a:lnTo>
                  <a:pt x="124339" y="107110"/>
                </a:lnTo>
                <a:lnTo>
                  <a:pt x="124446" y="108444"/>
                </a:lnTo>
                <a:lnTo>
                  <a:pt x="124572" y="109767"/>
                </a:lnTo>
                <a:lnTo>
                  <a:pt x="124717" y="111078"/>
                </a:lnTo>
                <a:lnTo>
                  <a:pt x="124882" y="112377"/>
                </a:lnTo>
                <a:lnTo>
                  <a:pt x="125066" y="113665"/>
                </a:lnTo>
                <a:lnTo>
                  <a:pt x="125269" y="114941"/>
                </a:lnTo>
                <a:lnTo>
                  <a:pt x="125492" y="116206"/>
                </a:lnTo>
                <a:lnTo>
                  <a:pt x="125735" y="117459"/>
                </a:lnTo>
                <a:lnTo>
                  <a:pt x="125996" y="118700"/>
                </a:lnTo>
                <a:lnTo>
                  <a:pt x="126277" y="119930"/>
                </a:lnTo>
                <a:lnTo>
                  <a:pt x="126578" y="121148"/>
                </a:lnTo>
                <a:lnTo>
                  <a:pt x="126898" y="122355"/>
                </a:lnTo>
                <a:lnTo>
                  <a:pt x="127237" y="123550"/>
                </a:lnTo>
                <a:lnTo>
                  <a:pt x="127596" y="124733"/>
                </a:lnTo>
                <a:lnTo>
                  <a:pt x="127974" y="125905"/>
                </a:lnTo>
                <a:lnTo>
                  <a:pt x="128371" y="127065"/>
                </a:lnTo>
                <a:lnTo>
                  <a:pt x="128788" y="128214"/>
                </a:lnTo>
                <a:lnTo>
                  <a:pt x="129224" y="129351"/>
                </a:lnTo>
                <a:lnTo>
                  <a:pt x="129680" y="130476"/>
                </a:lnTo>
                <a:lnTo>
                  <a:pt x="130155" y="131585"/>
                </a:lnTo>
                <a:lnTo>
                  <a:pt x="130652" y="132675"/>
                </a:lnTo>
                <a:lnTo>
                  <a:pt x="131169" y="133746"/>
                </a:lnTo>
                <a:lnTo>
                  <a:pt x="131707" y="134796"/>
                </a:lnTo>
                <a:lnTo>
                  <a:pt x="132265" y="135828"/>
                </a:lnTo>
                <a:lnTo>
                  <a:pt x="132845" y="136839"/>
                </a:lnTo>
                <a:lnTo>
                  <a:pt x="133445" y="137832"/>
                </a:lnTo>
                <a:lnTo>
                  <a:pt x="134066" y="138804"/>
                </a:lnTo>
                <a:lnTo>
                  <a:pt x="134708" y="139757"/>
                </a:lnTo>
                <a:lnTo>
                  <a:pt x="135370" y="140691"/>
                </a:lnTo>
                <a:lnTo>
                  <a:pt x="136054" y="141605"/>
                </a:lnTo>
                <a:lnTo>
                  <a:pt x="136758" y="142500"/>
                </a:lnTo>
                <a:lnTo>
                  <a:pt x="137483" y="143375"/>
                </a:lnTo>
                <a:lnTo>
                  <a:pt x="138228" y="144230"/>
                </a:lnTo>
                <a:lnTo>
                  <a:pt x="138995" y="145066"/>
                </a:lnTo>
                <a:lnTo>
                  <a:pt x="139782" y="145883"/>
                </a:lnTo>
                <a:lnTo>
                  <a:pt x="140590" y="146680"/>
                </a:lnTo>
                <a:lnTo>
                  <a:pt x="141419" y="147457"/>
                </a:lnTo>
                <a:lnTo>
                  <a:pt x="142268" y="148215"/>
                </a:lnTo>
                <a:lnTo>
                  <a:pt x="143138" y="148953"/>
                </a:lnTo>
                <a:lnTo>
                  <a:pt x="144029" y="149672"/>
                </a:lnTo>
                <a:lnTo>
                  <a:pt x="144941" y="150371"/>
                </a:lnTo>
                <a:lnTo>
                  <a:pt x="145874" y="151051"/>
                </a:lnTo>
                <a:lnTo>
                  <a:pt x="146827" y="151711"/>
                </a:lnTo>
                <a:lnTo>
                  <a:pt x="147802" y="152347"/>
                </a:lnTo>
                <a:lnTo>
                  <a:pt x="148800" y="152957"/>
                </a:lnTo>
                <a:lnTo>
                  <a:pt x="149821" y="153539"/>
                </a:lnTo>
                <a:lnTo>
                  <a:pt x="150864" y="154095"/>
                </a:lnTo>
                <a:lnTo>
                  <a:pt x="151930" y="154623"/>
                </a:lnTo>
                <a:lnTo>
                  <a:pt x="153019" y="155124"/>
                </a:lnTo>
                <a:lnTo>
                  <a:pt x="154130" y="155598"/>
                </a:lnTo>
                <a:lnTo>
                  <a:pt x="155265" y="156045"/>
                </a:lnTo>
                <a:lnTo>
                  <a:pt x="156422" y="156465"/>
                </a:lnTo>
                <a:lnTo>
                  <a:pt x="157602" y="156857"/>
                </a:lnTo>
                <a:lnTo>
                  <a:pt x="158804" y="157223"/>
                </a:lnTo>
                <a:lnTo>
                  <a:pt x="160030" y="157562"/>
                </a:lnTo>
                <a:lnTo>
                  <a:pt x="161278" y="157873"/>
                </a:lnTo>
                <a:lnTo>
                  <a:pt x="162548" y="158158"/>
                </a:lnTo>
                <a:lnTo>
                  <a:pt x="163842" y="158415"/>
                </a:lnTo>
                <a:lnTo>
                  <a:pt x="165158" y="158645"/>
                </a:lnTo>
                <a:lnTo>
                  <a:pt x="166497" y="158848"/>
                </a:lnTo>
                <a:lnTo>
                  <a:pt x="167859" y="159024"/>
                </a:lnTo>
                <a:lnTo>
                  <a:pt x="169244" y="159173"/>
                </a:lnTo>
                <a:lnTo>
                  <a:pt x="170651" y="159295"/>
                </a:lnTo>
                <a:lnTo>
                  <a:pt x="172081" y="159390"/>
                </a:lnTo>
                <a:lnTo>
                  <a:pt x="173534" y="159458"/>
                </a:lnTo>
                <a:lnTo>
                  <a:pt x="175009" y="159498"/>
                </a:lnTo>
                <a:lnTo>
                  <a:pt x="176508" y="159512"/>
                </a:lnTo>
                <a:lnTo>
                  <a:pt x="177669" y="159504"/>
                </a:lnTo>
                <a:lnTo>
                  <a:pt x="178817" y="159479"/>
                </a:lnTo>
                <a:lnTo>
                  <a:pt x="179953" y="159438"/>
                </a:lnTo>
                <a:lnTo>
                  <a:pt x="181075" y="159380"/>
                </a:lnTo>
                <a:close/>
                <a:moveTo>
                  <a:pt x="143841" y="84063"/>
                </a:moveTo>
                <a:lnTo>
                  <a:pt x="144050" y="82816"/>
                </a:lnTo>
                <a:lnTo>
                  <a:pt x="144281" y="81595"/>
                </a:lnTo>
                <a:lnTo>
                  <a:pt x="144536" y="80402"/>
                </a:lnTo>
                <a:lnTo>
                  <a:pt x="144814" y="79237"/>
                </a:lnTo>
                <a:lnTo>
                  <a:pt x="145115" y="78098"/>
                </a:lnTo>
                <a:lnTo>
                  <a:pt x="145440" y="76987"/>
                </a:lnTo>
                <a:lnTo>
                  <a:pt x="145787" y="75903"/>
                </a:lnTo>
                <a:lnTo>
                  <a:pt x="146158" y="74847"/>
                </a:lnTo>
                <a:lnTo>
                  <a:pt x="146551" y="73818"/>
                </a:lnTo>
                <a:lnTo>
                  <a:pt x="146968" y="72816"/>
                </a:lnTo>
                <a:lnTo>
                  <a:pt x="147408" y="71841"/>
                </a:lnTo>
                <a:lnTo>
                  <a:pt x="147872" y="70894"/>
                </a:lnTo>
                <a:lnTo>
                  <a:pt x="148358" y="69974"/>
                </a:lnTo>
                <a:lnTo>
                  <a:pt x="148867" y="69082"/>
                </a:lnTo>
                <a:lnTo>
                  <a:pt x="149400" y="68216"/>
                </a:lnTo>
                <a:lnTo>
                  <a:pt x="149956" y="67378"/>
                </a:lnTo>
                <a:lnTo>
                  <a:pt x="150534" y="66568"/>
                </a:lnTo>
                <a:lnTo>
                  <a:pt x="151137" y="65784"/>
                </a:lnTo>
                <a:lnTo>
                  <a:pt x="151762" y="65028"/>
                </a:lnTo>
                <a:lnTo>
                  <a:pt x="152410" y="64300"/>
                </a:lnTo>
                <a:lnTo>
                  <a:pt x="153080" y="63599"/>
                </a:lnTo>
                <a:lnTo>
                  <a:pt x="153771" y="62929"/>
                </a:lnTo>
                <a:lnTo>
                  <a:pt x="154483" y="62288"/>
                </a:lnTo>
                <a:lnTo>
                  <a:pt x="155216" y="61677"/>
                </a:lnTo>
                <a:lnTo>
                  <a:pt x="155969" y="61095"/>
                </a:lnTo>
                <a:lnTo>
                  <a:pt x="156743" y="60544"/>
                </a:lnTo>
                <a:lnTo>
                  <a:pt x="157538" y="60022"/>
                </a:lnTo>
                <a:lnTo>
                  <a:pt x="158354" y="59531"/>
                </a:lnTo>
                <a:lnTo>
                  <a:pt x="159190" y="59069"/>
                </a:lnTo>
                <a:lnTo>
                  <a:pt x="160047" y="58636"/>
                </a:lnTo>
                <a:lnTo>
                  <a:pt x="160925" y="58234"/>
                </a:lnTo>
                <a:lnTo>
                  <a:pt x="161824" y="57861"/>
                </a:lnTo>
                <a:lnTo>
                  <a:pt x="162744" y="57519"/>
                </a:lnTo>
                <a:lnTo>
                  <a:pt x="163684" y="57206"/>
                </a:lnTo>
                <a:lnTo>
                  <a:pt x="164645" y="56922"/>
                </a:lnTo>
                <a:lnTo>
                  <a:pt x="165627" y="56669"/>
                </a:lnTo>
                <a:lnTo>
                  <a:pt x="166629" y="56446"/>
                </a:lnTo>
                <a:lnTo>
                  <a:pt x="167653" y="56252"/>
                </a:lnTo>
                <a:lnTo>
                  <a:pt x="168697" y="56088"/>
                </a:lnTo>
                <a:lnTo>
                  <a:pt x="169762" y="55954"/>
                </a:lnTo>
                <a:lnTo>
                  <a:pt x="170847" y="55849"/>
                </a:lnTo>
                <a:lnTo>
                  <a:pt x="171954" y="55775"/>
                </a:lnTo>
                <a:lnTo>
                  <a:pt x="173081" y="55730"/>
                </a:lnTo>
                <a:lnTo>
                  <a:pt x="174229" y="55715"/>
                </a:lnTo>
                <a:lnTo>
                  <a:pt x="175367" y="55730"/>
                </a:lnTo>
                <a:lnTo>
                  <a:pt x="176485" y="55775"/>
                </a:lnTo>
                <a:lnTo>
                  <a:pt x="177581" y="55850"/>
                </a:lnTo>
                <a:lnTo>
                  <a:pt x="178657" y="55955"/>
                </a:lnTo>
                <a:lnTo>
                  <a:pt x="179711" y="56090"/>
                </a:lnTo>
                <a:lnTo>
                  <a:pt x="180745" y="56256"/>
                </a:lnTo>
                <a:lnTo>
                  <a:pt x="181757" y="56451"/>
                </a:lnTo>
                <a:lnTo>
                  <a:pt x="182749" y="56676"/>
                </a:lnTo>
                <a:lnTo>
                  <a:pt x="183720" y="56931"/>
                </a:lnTo>
                <a:lnTo>
                  <a:pt x="184669" y="57216"/>
                </a:lnTo>
                <a:lnTo>
                  <a:pt x="185598" y="57531"/>
                </a:lnTo>
                <a:lnTo>
                  <a:pt x="186506" y="57877"/>
                </a:lnTo>
                <a:lnTo>
                  <a:pt x="187392" y="58252"/>
                </a:lnTo>
                <a:lnTo>
                  <a:pt x="188258" y="58657"/>
                </a:lnTo>
                <a:lnTo>
                  <a:pt x="189103" y="59092"/>
                </a:lnTo>
                <a:lnTo>
                  <a:pt x="189927" y="59557"/>
                </a:lnTo>
                <a:lnTo>
                  <a:pt x="190730" y="60053"/>
                </a:lnTo>
                <a:lnTo>
                  <a:pt x="191512" y="60578"/>
                </a:lnTo>
                <a:lnTo>
                  <a:pt x="192273" y="61133"/>
                </a:lnTo>
                <a:lnTo>
                  <a:pt x="193013" y="61719"/>
                </a:lnTo>
                <a:lnTo>
                  <a:pt x="193732" y="62334"/>
                </a:lnTo>
                <a:lnTo>
                  <a:pt x="194430" y="62979"/>
                </a:lnTo>
                <a:lnTo>
                  <a:pt x="195107" y="63655"/>
                </a:lnTo>
                <a:lnTo>
                  <a:pt x="195763" y="64360"/>
                </a:lnTo>
                <a:lnTo>
                  <a:pt x="196396" y="65094"/>
                </a:lnTo>
                <a:lnTo>
                  <a:pt x="197003" y="65854"/>
                </a:lnTo>
                <a:lnTo>
                  <a:pt x="197584" y="66641"/>
                </a:lnTo>
                <a:lnTo>
                  <a:pt x="198140" y="67454"/>
                </a:lnTo>
                <a:lnTo>
                  <a:pt x="198670" y="68294"/>
                </a:lnTo>
                <a:lnTo>
                  <a:pt x="199174" y="69161"/>
                </a:lnTo>
                <a:lnTo>
                  <a:pt x="199653" y="70055"/>
                </a:lnTo>
                <a:lnTo>
                  <a:pt x="200105" y="70975"/>
                </a:lnTo>
                <a:lnTo>
                  <a:pt x="200532" y="71922"/>
                </a:lnTo>
                <a:lnTo>
                  <a:pt x="200934" y="72895"/>
                </a:lnTo>
                <a:lnTo>
                  <a:pt x="201309" y="73896"/>
                </a:lnTo>
                <a:lnTo>
                  <a:pt x="201659" y="74923"/>
                </a:lnTo>
                <a:lnTo>
                  <a:pt x="201984" y="75976"/>
                </a:lnTo>
                <a:lnTo>
                  <a:pt x="202282" y="77056"/>
                </a:lnTo>
                <a:lnTo>
                  <a:pt x="202555" y="78163"/>
                </a:lnTo>
                <a:lnTo>
                  <a:pt x="202802" y="79297"/>
                </a:lnTo>
                <a:lnTo>
                  <a:pt x="203023" y="80457"/>
                </a:lnTo>
                <a:lnTo>
                  <a:pt x="203219" y="81644"/>
                </a:lnTo>
                <a:lnTo>
                  <a:pt x="203389" y="82858"/>
                </a:lnTo>
                <a:lnTo>
                  <a:pt x="203533" y="84098"/>
                </a:lnTo>
                <a:lnTo>
                  <a:pt x="203651" y="85366"/>
                </a:lnTo>
                <a:lnTo>
                  <a:pt x="203744" y="86659"/>
                </a:lnTo>
                <a:lnTo>
                  <a:pt x="203811" y="87980"/>
                </a:lnTo>
                <a:lnTo>
                  <a:pt x="203853" y="89327"/>
                </a:lnTo>
                <a:lnTo>
                  <a:pt x="143238" y="89327"/>
                </a:lnTo>
                <a:lnTo>
                  <a:pt x="143354" y="87970"/>
                </a:lnTo>
                <a:lnTo>
                  <a:pt x="143493" y="86640"/>
                </a:lnTo>
                <a:lnTo>
                  <a:pt x="143656" y="85338"/>
                </a:lnTo>
                <a:lnTo>
                  <a:pt x="143841" y="84063"/>
                </a:lnTo>
                <a:close/>
                <a:moveTo>
                  <a:pt x="366026" y="159287"/>
                </a:moveTo>
                <a:lnTo>
                  <a:pt x="367082" y="159188"/>
                </a:lnTo>
                <a:lnTo>
                  <a:pt x="368127" y="159071"/>
                </a:lnTo>
                <a:lnTo>
                  <a:pt x="369160" y="158936"/>
                </a:lnTo>
                <a:lnTo>
                  <a:pt x="370181" y="158783"/>
                </a:lnTo>
                <a:lnTo>
                  <a:pt x="371190" y="158612"/>
                </a:lnTo>
                <a:lnTo>
                  <a:pt x="372188" y="158423"/>
                </a:lnTo>
                <a:lnTo>
                  <a:pt x="373174" y="158216"/>
                </a:lnTo>
                <a:lnTo>
                  <a:pt x="374149" y="157991"/>
                </a:lnTo>
                <a:lnTo>
                  <a:pt x="375112" y="157748"/>
                </a:lnTo>
                <a:lnTo>
                  <a:pt x="376063" y="157487"/>
                </a:lnTo>
                <a:lnTo>
                  <a:pt x="377002" y="157208"/>
                </a:lnTo>
                <a:lnTo>
                  <a:pt x="377930" y="156911"/>
                </a:lnTo>
                <a:lnTo>
                  <a:pt x="378846" y="156596"/>
                </a:lnTo>
                <a:lnTo>
                  <a:pt x="379751" y="156263"/>
                </a:lnTo>
                <a:lnTo>
                  <a:pt x="380644" y="155912"/>
                </a:lnTo>
                <a:lnTo>
                  <a:pt x="381525" y="155543"/>
                </a:lnTo>
                <a:lnTo>
                  <a:pt x="382394" y="155156"/>
                </a:lnTo>
                <a:lnTo>
                  <a:pt x="383252" y="154751"/>
                </a:lnTo>
                <a:lnTo>
                  <a:pt x="384098" y="154328"/>
                </a:lnTo>
                <a:lnTo>
                  <a:pt x="384934" y="153890"/>
                </a:lnTo>
                <a:lnTo>
                  <a:pt x="385762" y="153440"/>
                </a:lnTo>
                <a:lnTo>
                  <a:pt x="386581" y="152979"/>
                </a:lnTo>
                <a:lnTo>
                  <a:pt x="387391" y="152506"/>
                </a:lnTo>
                <a:lnTo>
                  <a:pt x="388193" y="152022"/>
                </a:lnTo>
                <a:lnTo>
                  <a:pt x="388987" y="151526"/>
                </a:lnTo>
                <a:lnTo>
                  <a:pt x="389772" y="151018"/>
                </a:lnTo>
                <a:lnTo>
                  <a:pt x="390548" y="150498"/>
                </a:lnTo>
                <a:lnTo>
                  <a:pt x="391316" y="149967"/>
                </a:lnTo>
                <a:lnTo>
                  <a:pt x="392076" y="149424"/>
                </a:lnTo>
                <a:lnTo>
                  <a:pt x="392827" y="148870"/>
                </a:lnTo>
                <a:lnTo>
                  <a:pt x="393569" y="148303"/>
                </a:lnTo>
                <a:lnTo>
                  <a:pt x="394303" y="147726"/>
                </a:lnTo>
                <a:lnTo>
                  <a:pt x="395028" y="147136"/>
                </a:lnTo>
                <a:lnTo>
                  <a:pt x="395745" y="146535"/>
                </a:lnTo>
                <a:lnTo>
                  <a:pt x="396454" y="145922"/>
                </a:lnTo>
                <a:lnTo>
                  <a:pt x="397154" y="145297"/>
                </a:lnTo>
                <a:lnTo>
                  <a:pt x="397845" y="144661"/>
                </a:lnTo>
                <a:lnTo>
                  <a:pt x="398528" y="144013"/>
                </a:lnTo>
                <a:lnTo>
                  <a:pt x="399203" y="143353"/>
                </a:lnTo>
                <a:lnTo>
                  <a:pt x="399869" y="142682"/>
                </a:lnTo>
                <a:lnTo>
                  <a:pt x="400526" y="141999"/>
                </a:lnTo>
                <a:lnTo>
                  <a:pt x="401175" y="141305"/>
                </a:lnTo>
                <a:lnTo>
                  <a:pt x="401815" y="140598"/>
                </a:lnTo>
                <a:lnTo>
                  <a:pt x="402613" y="157461"/>
                </a:lnTo>
                <a:lnTo>
                  <a:pt x="420387" y="157461"/>
                </a:lnTo>
                <a:lnTo>
                  <a:pt x="420387" y="81041"/>
                </a:lnTo>
                <a:lnTo>
                  <a:pt x="420381" y="80022"/>
                </a:lnTo>
                <a:lnTo>
                  <a:pt x="420362" y="79019"/>
                </a:lnTo>
                <a:lnTo>
                  <a:pt x="420330" y="78031"/>
                </a:lnTo>
                <a:lnTo>
                  <a:pt x="420286" y="77059"/>
                </a:lnTo>
                <a:lnTo>
                  <a:pt x="420229" y="76103"/>
                </a:lnTo>
                <a:lnTo>
                  <a:pt x="420159" y="75162"/>
                </a:lnTo>
                <a:lnTo>
                  <a:pt x="420077" y="74237"/>
                </a:lnTo>
                <a:lnTo>
                  <a:pt x="419982" y="73328"/>
                </a:lnTo>
                <a:lnTo>
                  <a:pt x="419874" y="72434"/>
                </a:lnTo>
                <a:lnTo>
                  <a:pt x="419754" y="71557"/>
                </a:lnTo>
                <a:lnTo>
                  <a:pt x="419621" y="70694"/>
                </a:lnTo>
                <a:lnTo>
                  <a:pt x="419476" y="69848"/>
                </a:lnTo>
                <a:lnTo>
                  <a:pt x="419317" y="69017"/>
                </a:lnTo>
                <a:lnTo>
                  <a:pt x="419146" y="68202"/>
                </a:lnTo>
                <a:lnTo>
                  <a:pt x="418963" y="67403"/>
                </a:lnTo>
                <a:lnTo>
                  <a:pt x="418767" y="66619"/>
                </a:lnTo>
                <a:lnTo>
                  <a:pt x="418558" y="65851"/>
                </a:lnTo>
                <a:lnTo>
                  <a:pt x="418336" y="65098"/>
                </a:lnTo>
                <a:lnTo>
                  <a:pt x="418102" y="64362"/>
                </a:lnTo>
                <a:lnTo>
                  <a:pt x="417855" y="63641"/>
                </a:lnTo>
                <a:lnTo>
                  <a:pt x="417596" y="62935"/>
                </a:lnTo>
                <a:lnTo>
                  <a:pt x="417323" y="62246"/>
                </a:lnTo>
                <a:lnTo>
                  <a:pt x="417039" y="61572"/>
                </a:lnTo>
                <a:lnTo>
                  <a:pt x="416741" y="60914"/>
                </a:lnTo>
                <a:lnTo>
                  <a:pt x="416433" y="60269"/>
                </a:lnTo>
                <a:lnTo>
                  <a:pt x="416116" y="59636"/>
                </a:lnTo>
                <a:lnTo>
                  <a:pt x="415789" y="59016"/>
                </a:lnTo>
                <a:lnTo>
                  <a:pt x="415454" y="58407"/>
                </a:lnTo>
                <a:lnTo>
                  <a:pt x="415111" y="57811"/>
                </a:lnTo>
                <a:lnTo>
                  <a:pt x="414758" y="57226"/>
                </a:lnTo>
                <a:lnTo>
                  <a:pt x="414396" y="56654"/>
                </a:lnTo>
                <a:lnTo>
                  <a:pt x="414026" y="56093"/>
                </a:lnTo>
                <a:lnTo>
                  <a:pt x="413646" y="55545"/>
                </a:lnTo>
                <a:lnTo>
                  <a:pt x="413258" y="55008"/>
                </a:lnTo>
                <a:lnTo>
                  <a:pt x="412860" y="54484"/>
                </a:lnTo>
                <a:lnTo>
                  <a:pt x="412454" y="53971"/>
                </a:lnTo>
                <a:lnTo>
                  <a:pt x="412039" y="53471"/>
                </a:lnTo>
                <a:lnTo>
                  <a:pt x="411615" y="52983"/>
                </a:lnTo>
                <a:lnTo>
                  <a:pt x="411182" y="52507"/>
                </a:lnTo>
                <a:lnTo>
                  <a:pt x="410740" y="52042"/>
                </a:lnTo>
                <a:lnTo>
                  <a:pt x="410290" y="51590"/>
                </a:lnTo>
                <a:lnTo>
                  <a:pt x="409830" y="51150"/>
                </a:lnTo>
                <a:lnTo>
                  <a:pt x="409362" y="50722"/>
                </a:lnTo>
                <a:lnTo>
                  <a:pt x="408884" y="50306"/>
                </a:lnTo>
                <a:lnTo>
                  <a:pt x="408398" y="49902"/>
                </a:lnTo>
                <a:lnTo>
                  <a:pt x="407903" y="49510"/>
                </a:lnTo>
                <a:lnTo>
                  <a:pt x="407398" y="49130"/>
                </a:lnTo>
                <a:lnTo>
                  <a:pt x="406885" y="48762"/>
                </a:lnTo>
                <a:lnTo>
                  <a:pt x="406365" y="48404"/>
                </a:lnTo>
                <a:lnTo>
                  <a:pt x="405839" y="48056"/>
                </a:lnTo>
                <a:lnTo>
                  <a:pt x="405308" y="47718"/>
                </a:lnTo>
                <a:lnTo>
                  <a:pt x="404771" y="47389"/>
                </a:lnTo>
                <a:lnTo>
                  <a:pt x="404229" y="47069"/>
                </a:lnTo>
                <a:lnTo>
                  <a:pt x="403681" y="46759"/>
                </a:lnTo>
                <a:lnTo>
                  <a:pt x="403128" y="46458"/>
                </a:lnTo>
                <a:lnTo>
                  <a:pt x="402569" y="46166"/>
                </a:lnTo>
                <a:lnTo>
                  <a:pt x="402004" y="45884"/>
                </a:lnTo>
                <a:lnTo>
                  <a:pt x="401434" y="45611"/>
                </a:lnTo>
                <a:lnTo>
                  <a:pt x="400858" y="45347"/>
                </a:lnTo>
                <a:lnTo>
                  <a:pt x="400277" y="45093"/>
                </a:lnTo>
                <a:lnTo>
                  <a:pt x="399690" y="44849"/>
                </a:lnTo>
                <a:lnTo>
                  <a:pt x="399098" y="44613"/>
                </a:lnTo>
                <a:lnTo>
                  <a:pt x="398500" y="44387"/>
                </a:lnTo>
                <a:lnTo>
                  <a:pt x="397897" y="44171"/>
                </a:lnTo>
                <a:lnTo>
                  <a:pt x="397288" y="43964"/>
                </a:lnTo>
                <a:lnTo>
                  <a:pt x="396674" y="43766"/>
                </a:lnTo>
                <a:lnTo>
                  <a:pt x="396054" y="43577"/>
                </a:lnTo>
                <a:lnTo>
                  <a:pt x="395428" y="43398"/>
                </a:lnTo>
                <a:lnTo>
                  <a:pt x="394797" y="43229"/>
                </a:lnTo>
                <a:lnTo>
                  <a:pt x="394161" y="43069"/>
                </a:lnTo>
                <a:lnTo>
                  <a:pt x="393519" y="42918"/>
                </a:lnTo>
                <a:lnTo>
                  <a:pt x="392871" y="42776"/>
                </a:lnTo>
                <a:lnTo>
                  <a:pt x="392220" y="42642"/>
                </a:lnTo>
                <a:lnTo>
                  <a:pt x="391565" y="42514"/>
                </a:lnTo>
                <a:lnTo>
                  <a:pt x="390908" y="42391"/>
                </a:lnTo>
                <a:lnTo>
                  <a:pt x="390249" y="42274"/>
                </a:lnTo>
                <a:lnTo>
                  <a:pt x="389587" y="42162"/>
                </a:lnTo>
                <a:lnTo>
                  <a:pt x="388923" y="42057"/>
                </a:lnTo>
                <a:lnTo>
                  <a:pt x="388255" y="41957"/>
                </a:lnTo>
                <a:lnTo>
                  <a:pt x="387586" y="41862"/>
                </a:lnTo>
                <a:lnTo>
                  <a:pt x="386914" y="41774"/>
                </a:lnTo>
                <a:lnTo>
                  <a:pt x="386239" y="41691"/>
                </a:lnTo>
                <a:lnTo>
                  <a:pt x="385561" y="41614"/>
                </a:lnTo>
                <a:lnTo>
                  <a:pt x="384881" y="41543"/>
                </a:lnTo>
                <a:lnTo>
                  <a:pt x="384199" y="41477"/>
                </a:lnTo>
                <a:lnTo>
                  <a:pt x="383514" y="41417"/>
                </a:lnTo>
                <a:lnTo>
                  <a:pt x="382826" y="41363"/>
                </a:lnTo>
                <a:lnTo>
                  <a:pt x="382136" y="41314"/>
                </a:lnTo>
                <a:lnTo>
                  <a:pt x="381443" y="41271"/>
                </a:lnTo>
                <a:lnTo>
                  <a:pt x="380748" y="41234"/>
                </a:lnTo>
                <a:lnTo>
                  <a:pt x="380050" y="41203"/>
                </a:lnTo>
                <a:lnTo>
                  <a:pt x="379349" y="41177"/>
                </a:lnTo>
                <a:lnTo>
                  <a:pt x="378646" y="41157"/>
                </a:lnTo>
                <a:lnTo>
                  <a:pt x="377940" y="41143"/>
                </a:lnTo>
                <a:lnTo>
                  <a:pt x="377232" y="41134"/>
                </a:lnTo>
                <a:lnTo>
                  <a:pt x="376521" y="41131"/>
                </a:lnTo>
                <a:lnTo>
                  <a:pt x="375416" y="41138"/>
                </a:lnTo>
                <a:lnTo>
                  <a:pt x="374320" y="41159"/>
                </a:lnTo>
                <a:lnTo>
                  <a:pt x="373236" y="41194"/>
                </a:lnTo>
                <a:lnTo>
                  <a:pt x="372162" y="41242"/>
                </a:lnTo>
                <a:lnTo>
                  <a:pt x="371098" y="41305"/>
                </a:lnTo>
                <a:lnTo>
                  <a:pt x="370045" y="41381"/>
                </a:lnTo>
                <a:lnTo>
                  <a:pt x="369002" y="41471"/>
                </a:lnTo>
                <a:lnTo>
                  <a:pt x="367970" y="41575"/>
                </a:lnTo>
                <a:lnTo>
                  <a:pt x="366948" y="41693"/>
                </a:lnTo>
                <a:lnTo>
                  <a:pt x="365937" y="41824"/>
                </a:lnTo>
                <a:lnTo>
                  <a:pt x="364936" y="41970"/>
                </a:lnTo>
                <a:lnTo>
                  <a:pt x="363945" y="42129"/>
                </a:lnTo>
                <a:lnTo>
                  <a:pt x="362966" y="42302"/>
                </a:lnTo>
                <a:lnTo>
                  <a:pt x="361996" y="42489"/>
                </a:lnTo>
                <a:lnTo>
                  <a:pt x="361037" y="42690"/>
                </a:lnTo>
                <a:lnTo>
                  <a:pt x="360089" y="42905"/>
                </a:lnTo>
                <a:lnTo>
                  <a:pt x="359151" y="43134"/>
                </a:lnTo>
                <a:lnTo>
                  <a:pt x="358224" y="43376"/>
                </a:lnTo>
                <a:lnTo>
                  <a:pt x="357307" y="43633"/>
                </a:lnTo>
                <a:lnTo>
                  <a:pt x="356400" y="43903"/>
                </a:lnTo>
                <a:lnTo>
                  <a:pt x="355504" y="44187"/>
                </a:lnTo>
                <a:lnTo>
                  <a:pt x="354619" y="44485"/>
                </a:lnTo>
                <a:lnTo>
                  <a:pt x="353744" y="44797"/>
                </a:lnTo>
                <a:lnTo>
                  <a:pt x="352879" y="45123"/>
                </a:lnTo>
                <a:lnTo>
                  <a:pt x="352028" y="45463"/>
                </a:lnTo>
                <a:lnTo>
                  <a:pt x="351192" y="45820"/>
                </a:lnTo>
                <a:lnTo>
                  <a:pt x="350371" y="46193"/>
                </a:lnTo>
                <a:lnTo>
                  <a:pt x="349566" y="46582"/>
                </a:lnTo>
                <a:lnTo>
                  <a:pt x="348776" y="46988"/>
                </a:lnTo>
                <a:lnTo>
                  <a:pt x="348001" y="47410"/>
                </a:lnTo>
                <a:lnTo>
                  <a:pt x="347242" y="47848"/>
                </a:lnTo>
                <a:lnTo>
                  <a:pt x="346499" y="48303"/>
                </a:lnTo>
                <a:lnTo>
                  <a:pt x="345771" y="48774"/>
                </a:lnTo>
                <a:lnTo>
                  <a:pt x="345058" y="49261"/>
                </a:lnTo>
                <a:lnTo>
                  <a:pt x="344361" y="49765"/>
                </a:lnTo>
                <a:lnTo>
                  <a:pt x="343679" y="50285"/>
                </a:lnTo>
                <a:lnTo>
                  <a:pt x="343012" y="50821"/>
                </a:lnTo>
                <a:lnTo>
                  <a:pt x="342361" y="51373"/>
                </a:lnTo>
                <a:lnTo>
                  <a:pt x="341726" y="51942"/>
                </a:lnTo>
                <a:lnTo>
                  <a:pt x="341106" y="52527"/>
                </a:lnTo>
                <a:lnTo>
                  <a:pt x="340501" y="53128"/>
                </a:lnTo>
                <a:lnTo>
                  <a:pt x="339912" y="53746"/>
                </a:lnTo>
                <a:lnTo>
                  <a:pt x="339338" y="54380"/>
                </a:lnTo>
                <a:lnTo>
                  <a:pt x="338780" y="55030"/>
                </a:lnTo>
                <a:lnTo>
                  <a:pt x="338237" y="55697"/>
                </a:lnTo>
                <a:lnTo>
                  <a:pt x="337709" y="56380"/>
                </a:lnTo>
                <a:lnTo>
                  <a:pt x="337197" y="57079"/>
                </a:lnTo>
                <a:lnTo>
                  <a:pt x="336700" y="57795"/>
                </a:lnTo>
                <a:lnTo>
                  <a:pt x="336221" y="58527"/>
                </a:lnTo>
                <a:lnTo>
                  <a:pt x="335763" y="59279"/>
                </a:lnTo>
                <a:lnTo>
                  <a:pt x="335325" y="60049"/>
                </a:lnTo>
                <a:lnTo>
                  <a:pt x="334907" y="60838"/>
                </a:lnTo>
                <a:lnTo>
                  <a:pt x="334510" y="61646"/>
                </a:lnTo>
                <a:lnTo>
                  <a:pt x="334133" y="62472"/>
                </a:lnTo>
                <a:lnTo>
                  <a:pt x="333776" y="63317"/>
                </a:lnTo>
                <a:lnTo>
                  <a:pt x="333440" y="64181"/>
                </a:lnTo>
                <a:lnTo>
                  <a:pt x="333125" y="65064"/>
                </a:lnTo>
                <a:lnTo>
                  <a:pt x="332829" y="65966"/>
                </a:lnTo>
                <a:lnTo>
                  <a:pt x="332554" y="66886"/>
                </a:lnTo>
                <a:lnTo>
                  <a:pt x="332299" y="67825"/>
                </a:lnTo>
                <a:lnTo>
                  <a:pt x="332065" y="68782"/>
                </a:lnTo>
                <a:lnTo>
                  <a:pt x="331851" y="69759"/>
                </a:lnTo>
                <a:lnTo>
                  <a:pt x="331658" y="70754"/>
                </a:lnTo>
                <a:lnTo>
                  <a:pt x="331484" y="71768"/>
                </a:lnTo>
                <a:lnTo>
                  <a:pt x="331332" y="72800"/>
                </a:lnTo>
                <a:lnTo>
                  <a:pt x="331199" y="73852"/>
                </a:lnTo>
                <a:lnTo>
                  <a:pt x="331087" y="74922"/>
                </a:lnTo>
                <a:lnTo>
                  <a:pt x="330995" y="76011"/>
                </a:lnTo>
                <a:lnTo>
                  <a:pt x="330924" y="77118"/>
                </a:lnTo>
                <a:lnTo>
                  <a:pt x="330873" y="78245"/>
                </a:lnTo>
                <a:lnTo>
                  <a:pt x="330843" y="79390"/>
                </a:lnTo>
                <a:lnTo>
                  <a:pt x="330832" y="80554"/>
                </a:lnTo>
                <a:lnTo>
                  <a:pt x="349290" y="80554"/>
                </a:lnTo>
                <a:lnTo>
                  <a:pt x="349304" y="79472"/>
                </a:lnTo>
                <a:lnTo>
                  <a:pt x="349345" y="78415"/>
                </a:lnTo>
                <a:lnTo>
                  <a:pt x="349413" y="77383"/>
                </a:lnTo>
                <a:lnTo>
                  <a:pt x="349509" y="76374"/>
                </a:lnTo>
                <a:lnTo>
                  <a:pt x="349631" y="75391"/>
                </a:lnTo>
                <a:lnTo>
                  <a:pt x="349782" y="74431"/>
                </a:lnTo>
                <a:lnTo>
                  <a:pt x="349959" y="73497"/>
                </a:lnTo>
                <a:lnTo>
                  <a:pt x="350164" y="72586"/>
                </a:lnTo>
                <a:lnTo>
                  <a:pt x="350396" y="71700"/>
                </a:lnTo>
                <a:lnTo>
                  <a:pt x="350655" y="70839"/>
                </a:lnTo>
                <a:lnTo>
                  <a:pt x="350942" y="70002"/>
                </a:lnTo>
                <a:lnTo>
                  <a:pt x="351256" y="69189"/>
                </a:lnTo>
                <a:lnTo>
                  <a:pt x="351597" y="68401"/>
                </a:lnTo>
                <a:lnTo>
                  <a:pt x="351965" y="67637"/>
                </a:lnTo>
                <a:lnTo>
                  <a:pt x="352361" y="66898"/>
                </a:lnTo>
                <a:lnTo>
                  <a:pt x="352784" y="66183"/>
                </a:lnTo>
                <a:lnTo>
                  <a:pt x="353235" y="65493"/>
                </a:lnTo>
                <a:lnTo>
                  <a:pt x="353712" y="64827"/>
                </a:lnTo>
                <a:lnTo>
                  <a:pt x="354217" y="64185"/>
                </a:lnTo>
                <a:lnTo>
                  <a:pt x="354750" y="63568"/>
                </a:lnTo>
                <a:lnTo>
                  <a:pt x="355309" y="62976"/>
                </a:lnTo>
                <a:lnTo>
                  <a:pt x="355896" y="62408"/>
                </a:lnTo>
                <a:lnTo>
                  <a:pt x="356510" y="61864"/>
                </a:lnTo>
                <a:lnTo>
                  <a:pt x="357152" y="61344"/>
                </a:lnTo>
                <a:lnTo>
                  <a:pt x="357813" y="60848"/>
                </a:lnTo>
                <a:lnTo>
                  <a:pt x="358487" y="60373"/>
                </a:lnTo>
                <a:lnTo>
                  <a:pt x="359174" y="59918"/>
                </a:lnTo>
                <a:lnTo>
                  <a:pt x="359874" y="59485"/>
                </a:lnTo>
                <a:lnTo>
                  <a:pt x="360586" y="59073"/>
                </a:lnTo>
                <a:lnTo>
                  <a:pt x="361311" y="58682"/>
                </a:lnTo>
                <a:lnTo>
                  <a:pt x="362048" y="58313"/>
                </a:lnTo>
                <a:lnTo>
                  <a:pt x="362798" y="57964"/>
                </a:lnTo>
                <a:lnTo>
                  <a:pt x="363561" y="57636"/>
                </a:lnTo>
                <a:lnTo>
                  <a:pt x="364336" y="57330"/>
                </a:lnTo>
                <a:lnTo>
                  <a:pt x="365124" y="57045"/>
                </a:lnTo>
                <a:lnTo>
                  <a:pt x="365925" y="56781"/>
                </a:lnTo>
                <a:lnTo>
                  <a:pt x="366738" y="56538"/>
                </a:lnTo>
                <a:lnTo>
                  <a:pt x="367564" y="56316"/>
                </a:lnTo>
                <a:lnTo>
                  <a:pt x="368403" y="56115"/>
                </a:lnTo>
                <a:lnTo>
                  <a:pt x="369255" y="55936"/>
                </a:lnTo>
                <a:lnTo>
                  <a:pt x="370119" y="55777"/>
                </a:lnTo>
                <a:lnTo>
                  <a:pt x="370995" y="55640"/>
                </a:lnTo>
                <a:lnTo>
                  <a:pt x="371885" y="55524"/>
                </a:lnTo>
                <a:lnTo>
                  <a:pt x="372787" y="55429"/>
                </a:lnTo>
                <a:lnTo>
                  <a:pt x="373701" y="55355"/>
                </a:lnTo>
                <a:lnTo>
                  <a:pt x="374629" y="55302"/>
                </a:lnTo>
                <a:lnTo>
                  <a:pt x="375569" y="55270"/>
                </a:lnTo>
                <a:lnTo>
                  <a:pt x="376521" y="55260"/>
                </a:lnTo>
                <a:lnTo>
                  <a:pt x="377417" y="55269"/>
                </a:lnTo>
                <a:lnTo>
                  <a:pt x="378299" y="55298"/>
                </a:lnTo>
                <a:lnTo>
                  <a:pt x="379168" y="55347"/>
                </a:lnTo>
                <a:lnTo>
                  <a:pt x="380025" y="55415"/>
                </a:lnTo>
                <a:lnTo>
                  <a:pt x="380868" y="55502"/>
                </a:lnTo>
                <a:lnTo>
                  <a:pt x="381698" y="55608"/>
                </a:lnTo>
                <a:lnTo>
                  <a:pt x="382515" y="55734"/>
                </a:lnTo>
                <a:lnTo>
                  <a:pt x="383319" y="55880"/>
                </a:lnTo>
                <a:lnTo>
                  <a:pt x="384110" y="56045"/>
                </a:lnTo>
                <a:lnTo>
                  <a:pt x="384888" y="56229"/>
                </a:lnTo>
                <a:lnTo>
                  <a:pt x="385653" y="56432"/>
                </a:lnTo>
                <a:lnTo>
                  <a:pt x="386405" y="56655"/>
                </a:lnTo>
                <a:lnTo>
                  <a:pt x="387144" y="56898"/>
                </a:lnTo>
                <a:lnTo>
                  <a:pt x="387870" y="57159"/>
                </a:lnTo>
                <a:lnTo>
                  <a:pt x="388583" y="57440"/>
                </a:lnTo>
                <a:lnTo>
                  <a:pt x="389282" y="57741"/>
                </a:lnTo>
                <a:lnTo>
                  <a:pt x="389969" y="58061"/>
                </a:lnTo>
                <a:lnTo>
                  <a:pt x="390642" y="58400"/>
                </a:lnTo>
                <a:lnTo>
                  <a:pt x="391303" y="58759"/>
                </a:lnTo>
                <a:lnTo>
                  <a:pt x="391950" y="59137"/>
                </a:lnTo>
                <a:lnTo>
                  <a:pt x="392585" y="59534"/>
                </a:lnTo>
                <a:lnTo>
                  <a:pt x="393206" y="59951"/>
                </a:lnTo>
                <a:lnTo>
                  <a:pt x="393814" y="60387"/>
                </a:lnTo>
                <a:lnTo>
                  <a:pt x="394409" y="60842"/>
                </a:lnTo>
                <a:lnTo>
                  <a:pt x="394986" y="61324"/>
                </a:lnTo>
                <a:lnTo>
                  <a:pt x="395538" y="61838"/>
                </a:lnTo>
                <a:lnTo>
                  <a:pt x="396065" y="62385"/>
                </a:lnTo>
                <a:lnTo>
                  <a:pt x="396568" y="62965"/>
                </a:lnTo>
                <a:lnTo>
                  <a:pt x="397046" y="63578"/>
                </a:lnTo>
                <a:lnTo>
                  <a:pt x="397500" y="64223"/>
                </a:lnTo>
                <a:lnTo>
                  <a:pt x="397929" y="64901"/>
                </a:lnTo>
                <a:lnTo>
                  <a:pt x="398334" y="65612"/>
                </a:lnTo>
                <a:lnTo>
                  <a:pt x="398714" y="66355"/>
                </a:lnTo>
                <a:lnTo>
                  <a:pt x="399070" y="67131"/>
                </a:lnTo>
                <a:lnTo>
                  <a:pt x="399401" y="67940"/>
                </a:lnTo>
                <a:lnTo>
                  <a:pt x="399707" y="68782"/>
                </a:lnTo>
                <a:lnTo>
                  <a:pt x="399989" y="69656"/>
                </a:lnTo>
                <a:lnTo>
                  <a:pt x="400247" y="70563"/>
                </a:lnTo>
                <a:lnTo>
                  <a:pt x="400480" y="71503"/>
                </a:lnTo>
                <a:lnTo>
                  <a:pt x="400689" y="72475"/>
                </a:lnTo>
                <a:lnTo>
                  <a:pt x="400873" y="73480"/>
                </a:lnTo>
                <a:lnTo>
                  <a:pt x="401032" y="74518"/>
                </a:lnTo>
                <a:lnTo>
                  <a:pt x="401167" y="75589"/>
                </a:lnTo>
                <a:lnTo>
                  <a:pt x="401277" y="76692"/>
                </a:lnTo>
                <a:lnTo>
                  <a:pt x="401363" y="77828"/>
                </a:lnTo>
                <a:lnTo>
                  <a:pt x="401424" y="78997"/>
                </a:lnTo>
                <a:lnTo>
                  <a:pt x="401461" y="80199"/>
                </a:lnTo>
                <a:lnTo>
                  <a:pt x="401473" y="81433"/>
                </a:lnTo>
                <a:lnTo>
                  <a:pt x="401473" y="89597"/>
                </a:lnTo>
                <a:lnTo>
                  <a:pt x="399575" y="89621"/>
                </a:lnTo>
                <a:lnTo>
                  <a:pt x="397697" y="89655"/>
                </a:lnTo>
                <a:lnTo>
                  <a:pt x="395839" y="89697"/>
                </a:lnTo>
                <a:lnTo>
                  <a:pt x="394001" y="89749"/>
                </a:lnTo>
                <a:lnTo>
                  <a:pt x="392183" y="89809"/>
                </a:lnTo>
                <a:lnTo>
                  <a:pt x="390386" y="89879"/>
                </a:lnTo>
                <a:lnTo>
                  <a:pt x="388609" y="89958"/>
                </a:lnTo>
                <a:lnTo>
                  <a:pt x="386852" y="90046"/>
                </a:lnTo>
                <a:lnTo>
                  <a:pt x="385115" y="90143"/>
                </a:lnTo>
                <a:lnTo>
                  <a:pt x="383398" y="90249"/>
                </a:lnTo>
                <a:lnTo>
                  <a:pt x="381701" y="90364"/>
                </a:lnTo>
                <a:lnTo>
                  <a:pt x="380025" y="90488"/>
                </a:lnTo>
                <a:lnTo>
                  <a:pt x="378369" y="90622"/>
                </a:lnTo>
                <a:lnTo>
                  <a:pt x="376732" y="90764"/>
                </a:lnTo>
                <a:lnTo>
                  <a:pt x="375117" y="90916"/>
                </a:lnTo>
                <a:lnTo>
                  <a:pt x="373521" y="91077"/>
                </a:lnTo>
                <a:lnTo>
                  <a:pt x="371945" y="91247"/>
                </a:lnTo>
                <a:lnTo>
                  <a:pt x="370390" y="91426"/>
                </a:lnTo>
                <a:lnTo>
                  <a:pt x="368855" y="91614"/>
                </a:lnTo>
                <a:lnTo>
                  <a:pt x="367340" y="91811"/>
                </a:lnTo>
                <a:lnTo>
                  <a:pt x="365845" y="92018"/>
                </a:lnTo>
                <a:lnTo>
                  <a:pt x="364370" y="92233"/>
                </a:lnTo>
                <a:lnTo>
                  <a:pt x="362916" y="92458"/>
                </a:lnTo>
                <a:lnTo>
                  <a:pt x="361482" y="92691"/>
                </a:lnTo>
                <a:lnTo>
                  <a:pt x="360071" y="92938"/>
                </a:lnTo>
                <a:lnTo>
                  <a:pt x="358687" y="93203"/>
                </a:lnTo>
                <a:lnTo>
                  <a:pt x="357330" y="93486"/>
                </a:lnTo>
                <a:lnTo>
                  <a:pt x="356000" y="93785"/>
                </a:lnTo>
                <a:lnTo>
                  <a:pt x="354697" y="94103"/>
                </a:lnTo>
                <a:lnTo>
                  <a:pt x="353420" y="94438"/>
                </a:lnTo>
                <a:lnTo>
                  <a:pt x="352171" y="94791"/>
                </a:lnTo>
                <a:lnTo>
                  <a:pt x="350949" y="95162"/>
                </a:lnTo>
                <a:lnTo>
                  <a:pt x="349753" y="95550"/>
                </a:lnTo>
                <a:lnTo>
                  <a:pt x="348584" y="95955"/>
                </a:lnTo>
                <a:lnTo>
                  <a:pt x="347443" y="96379"/>
                </a:lnTo>
                <a:lnTo>
                  <a:pt x="346328" y="96820"/>
                </a:lnTo>
                <a:lnTo>
                  <a:pt x="345240" y="97278"/>
                </a:lnTo>
                <a:lnTo>
                  <a:pt x="344179" y="97755"/>
                </a:lnTo>
                <a:lnTo>
                  <a:pt x="343145" y="98249"/>
                </a:lnTo>
                <a:lnTo>
                  <a:pt x="342138" y="98760"/>
                </a:lnTo>
                <a:lnTo>
                  <a:pt x="341157" y="99289"/>
                </a:lnTo>
                <a:lnTo>
                  <a:pt x="340204" y="99836"/>
                </a:lnTo>
                <a:lnTo>
                  <a:pt x="339277" y="100400"/>
                </a:lnTo>
                <a:lnTo>
                  <a:pt x="338378" y="100983"/>
                </a:lnTo>
                <a:lnTo>
                  <a:pt x="337505" y="101582"/>
                </a:lnTo>
                <a:lnTo>
                  <a:pt x="336659" y="102199"/>
                </a:lnTo>
                <a:lnTo>
                  <a:pt x="335840" y="102834"/>
                </a:lnTo>
                <a:lnTo>
                  <a:pt x="335048" y="103487"/>
                </a:lnTo>
                <a:lnTo>
                  <a:pt x="334286" y="104161"/>
                </a:lnTo>
                <a:lnTo>
                  <a:pt x="333556" y="104861"/>
                </a:lnTo>
                <a:lnTo>
                  <a:pt x="332858" y="105586"/>
                </a:lnTo>
                <a:lnTo>
                  <a:pt x="332193" y="106337"/>
                </a:lnTo>
                <a:lnTo>
                  <a:pt x="331561" y="107113"/>
                </a:lnTo>
                <a:lnTo>
                  <a:pt x="330961" y="107915"/>
                </a:lnTo>
                <a:lnTo>
                  <a:pt x="330393" y="108742"/>
                </a:lnTo>
                <a:lnTo>
                  <a:pt x="329858" y="109595"/>
                </a:lnTo>
                <a:lnTo>
                  <a:pt x="329355" y="110473"/>
                </a:lnTo>
                <a:lnTo>
                  <a:pt x="328884" y="111377"/>
                </a:lnTo>
                <a:lnTo>
                  <a:pt x="328446" y="112307"/>
                </a:lnTo>
                <a:lnTo>
                  <a:pt x="328041" y="113262"/>
                </a:lnTo>
                <a:lnTo>
                  <a:pt x="327668" y="114242"/>
                </a:lnTo>
                <a:lnTo>
                  <a:pt x="327327" y="115248"/>
                </a:lnTo>
                <a:lnTo>
                  <a:pt x="327019" y="116280"/>
                </a:lnTo>
                <a:lnTo>
                  <a:pt x="326743" y="117337"/>
                </a:lnTo>
                <a:lnTo>
                  <a:pt x="326500" y="118419"/>
                </a:lnTo>
                <a:lnTo>
                  <a:pt x="326289" y="119527"/>
                </a:lnTo>
                <a:lnTo>
                  <a:pt x="326111" y="120661"/>
                </a:lnTo>
                <a:lnTo>
                  <a:pt x="325965" y="121820"/>
                </a:lnTo>
                <a:lnTo>
                  <a:pt x="325851" y="123005"/>
                </a:lnTo>
                <a:lnTo>
                  <a:pt x="325770" y="124215"/>
                </a:lnTo>
                <a:lnTo>
                  <a:pt x="325721" y="125451"/>
                </a:lnTo>
                <a:lnTo>
                  <a:pt x="325705" y="126712"/>
                </a:lnTo>
                <a:lnTo>
                  <a:pt x="325713" y="127601"/>
                </a:lnTo>
                <a:lnTo>
                  <a:pt x="325738" y="128478"/>
                </a:lnTo>
                <a:lnTo>
                  <a:pt x="325779" y="129343"/>
                </a:lnTo>
                <a:lnTo>
                  <a:pt x="325837" y="130196"/>
                </a:lnTo>
                <a:lnTo>
                  <a:pt x="325910" y="131037"/>
                </a:lnTo>
                <a:lnTo>
                  <a:pt x="326001" y="131866"/>
                </a:lnTo>
                <a:lnTo>
                  <a:pt x="326107" y="132684"/>
                </a:lnTo>
                <a:lnTo>
                  <a:pt x="326231" y="133489"/>
                </a:lnTo>
                <a:lnTo>
                  <a:pt x="326370" y="134282"/>
                </a:lnTo>
                <a:lnTo>
                  <a:pt x="326526" y="135063"/>
                </a:lnTo>
                <a:lnTo>
                  <a:pt x="326699" y="135833"/>
                </a:lnTo>
                <a:lnTo>
                  <a:pt x="326887" y="136590"/>
                </a:lnTo>
                <a:lnTo>
                  <a:pt x="327093" y="137336"/>
                </a:lnTo>
                <a:lnTo>
                  <a:pt x="327314" y="138069"/>
                </a:lnTo>
                <a:lnTo>
                  <a:pt x="327552" y="138791"/>
                </a:lnTo>
                <a:lnTo>
                  <a:pt x="327807" y="139500"/>
                </a:lnTo>
                <a:lnTo>
                  <a:pt x="328078" y="140198"/>
                </a:lnTo>
                <a:lnTo>
                  <a:pt x="328365" y="140883"/>
                </a:lnTo>
                <a:lnTo>
                  <a:pt x="328669" y="141557"/>
                </a:lnTo>
                <a:lnTo>
                  <a:pt x="328989" y="142219"/>
                </a:lnTo>
                <a:lnTo>
                  <a:pt x="329325" y="142869"/>
                </a:lnTo>
                <a:lnTo>
                  <a:pt x="329678" y="143507"/>
                </a:lnTo>
                <a:lnTo>
                  <a:pt x="330048" y="144133"/>
                </a:lnTo>
                <a:lnTo>
                  <a:pt x="330434" y="144746"/>
                </a:lnTo>
                <a:lnTo>
                  <a:pt x="330833" y="145348"/>
                </a:lnTo>
                <a:lnTo>
                  <a:pt x="331244" y="145938"/>
                </a:lnTo>
                <a:lnTo>
                  <a:pt x="331666" y="146515"/>
                </a:lnTo>
                <a:lnTo>
                  <a:pt x="332098" y="147079"/>
                </a:lnTo>
                <a:lnTo>
                  <a:pt x="332542" y="147632"/>
                </a:lnTo>
                <a:lnTo>
                  <a:pt x="332997" y="148172"/>
                </a:lnTo>
                <a:lnTo>
                  <a:pt x="333463" y="148699"/>
                </a:lnTo>
                <a:lnTo>
                  <a:pt x="333940" y="149215"/>
                </a:lnTo>
                <a:lnTo>
                  <a:pt x="334429" y="149717"/>
                </a:lnTo>
                <a:lnTo>
                  <a:pt x="334928" y="150208"/>
                </a:lnTo>
                <a:lnTo>
                  <a:pt x="335438" y="150686"/>
                </a:lnTo>
                <a:lnTo>
                  <a:pt x="335960" y="151152"/>
                </a:lnTo>
                <a:lnTo>
                  <a:pt x="336492" y="151605"/>
                </a:lnTo>
                <a:lnTo>
                  <a:pt x="337036" y="152046"/>
                </a:lnTo>
                <a:lnTo>
                  <a:pt x="337590" y="152475"/>
                </a:lnTo>
                <a:lnTo>
                  <a:pt x="338156" y="152891"/>
                </a:lnTo>
                <a:lnTo>
                  <a:pt x="338733" y="153295"/>
                </a:lnTo>
                <a:lnTo>
                  <a:pt x="339321" y="153687"/>
                </a:lnTo>
                <a:lnTo>
                  <a:pt x="339920" y="154066"/>
                </a:lnTo>
                <a:lnTo>
                  <a:pt x="340530" y="154433"/>
                </a:lnTo>
                <a:lnTo>
                  <a:pt x="341151" y="154788"/>
                </a:lnTo>
                <a:lnTo>
                  <a:pt x="341783" y="155130"/>
                </a:lnTo>
                <a:lnTo>
                  <a:pt x="342426" y="155460"/>
                </a:lnTo>
                <a:lnTo>
                  <a:pt x="343081" y="155777"/>
                </a:lnTo>
                <a:lnTo>
                  <a:pt x="343743" y="156082"/>
                </a:lnTo>
                <a:lnTo>
                  <a:pt x="344412" y="156374"/>
                </a:lnTo>
                <a:lnTo>
                  <a:pt x="345086" y="156652"/>
                </a:lnTo>
                <a:lnTo>
                  <a:pt x="345766" y="156918"/>
                </a:lnTo>
                <a:lnTo>
                  <a:pt x="346452" y="157171"/>
                </a:lnTo>
                <a:lnTo>
                  <a:pt x="347143" y="157411"/>
                </a:lnTo>
                <a:lnTo>
                  <a:pt x="347840" y="157638"/>
                </a:lnTo>
                <a:lnTo>
                  <a:pt x="348543" y="157852"/>
                </a:lnTo>
                <a:lnTo>
                  <a:pt x="349252" y="158053"/>
                </a:lnTo>
                <a:lnTo>
                  <a:pt x="349966" y="158241"/>
                </a:lnTo>
                <a:lnTo>
                  <a:pt x="350686" y="158416"/>
                </a:lnTo>
                <a:lnTo>
                  <a:pt x="351412" y="158578"/>
                </a:lnTo>
                <a:lnTo>
                  <a:pt x="352144" y="158727"/>
                </a:lnTo>
                <a:lnTo>
                  <a:pt x="352881" y="158864"/>
                </a:lnTo>
                <a:lnTo>
                  <a:pt x="353624" y="158987"/>
                </a:lnTo>
                <a:lnTo>
                  <a:pt x="354373" y="159097"/>
                </a:lnTo>
                <a:lnTo>
                  <a:pt x="355128" y="159194"/>
                </a:lnTo>
                <a:lnTo>
                  <a:pt x="355888" y="159279"/>
                </a:lnTo>
                <a:lnTo>
                  <a:pt x="356654" y="159350"/>
                </a:lnTo>
                <a:lnTo>
                  <a:pt x="357426" y="159408"/>
                </a:lnTo>
                <a:lnTo>
                  <a:pt x="358203" y="159454"/>
                </a:lnTo>
                <a:lnTo>
                  <a:pt x="358986" y="159486"/>
                </a:lnTo>
                <a:lnTo>
                  <a:pt x="359775" y="159506"/>
                </a:lnTo>
                <a:lnTo>
                  <a:pt x="360570" y="159512"/>
                </a:lnTo>
                <a:lnTo>
                  <a:pt x="361685" y="159503"/>
                </a:lnTo>
                <a:lnTo>
                  <a:pt x="362787" y="159476"/>
                </a:lnTo>
                <a:lnTo>
                  <a:pt x="363879" y="159431"/>
                </a:lnTo>
                <a:lnTo>
                  <a:pt x="364958" y="159368"/>
                </a:lnTo>
                <a:lnTo>
                  <a:pt x="366026" y="159287"/>
                </a:lnTo>
                <a:close/>
                <a:moveTo>
                  <a:pt x="361526" y="144704"/>
                </a:moveTo>
                <a:lnTo>
                  <a:pt x="360766" y="144606"/>
                </a:lnTo>
                <a:lnTo>
                  <a:pt x="360023" y="144489"/>
                </a:lnTo>
                <a:lnTo>
                  <a:pt x="359298" y="144355"/>
                </a:lnTo>
                <a:lnTo>
                  <a:pt x="358589" y="144203"/>
                </a:lnTo>
                <a:lnTo>
                  <a:pt x="357898" y="144033"/>
                </a:lnTo>
                <a:lnTo>
                  <a:pt x="357225" y="143845"/>
                </a:lnTo>
                <a:lnTo>
                  <a:pt x="356568" y="143639"/>
                </a:lnTo>
                <a:lnTo>
                  <a:pt x="355929" y="143415"/>
                </a:lnTo>
                <a:lnTo>
                  <a:pt x="355306" y="143174"/>
                </a:lnTo>
                <a:lnTo>
                  <a:pt x="354701" y="142914"/>
                </a:lnTo>
                <a:lnTo>
                  <a:pt x="354114" y="142637"/>
                </a:lnTo>
                <a:lnTo>
                  <a:pt x="353543" y="142341"/>
                </a:lnTo>
                <a:lnTo>
                  <a:pt x="352990" y="142028"/>
                </a:lnTo>
                <a:lnTo>
                  <a:pt x="352453" y="141697"/>
                </a:lnTo>
                <a:lnTo>
                  <a:pt x="351935" y="141348"/>
                </a:lnTo>
                <a:lnTo>
                  <a:pt x="351433" y="140981"/>
                </a:lnTo>
                <a:lnTo>
                  <a:pt x="350948" y="140596"/>
                </a:lnTo>
                <a:lnTo>
                  <a:pt x="350481" y="140193"/>
                </a:lnTo>
                <a:lnTo>
                  <a:pt x="350031" y="139772"/>
                </a:lnTo>
                <a:lnTo>
                  <a:pt x="349599" y="139337"/>
                </a:lnTo>
                <a:lnTo>
                  <a:pt x="349185" y="138889"/>
                </a:lnTo>
                <a:lnTo>
                  <a:pt x="348789" y="138429"/>
                </a:lnTo>
                <a:lnTo>
                  <a:pt x="348412" y="137957"/>
                </a:lnTo>
                <a:lnTo>
                  <a:pt x="348053" y="137472"/>
                </a:lnTo>
                <a:lnTo>
                  <a:pt x="347713" y="136976"/>
                </a:lnTo>
                <a:lnTo>
                  <a:pt x="347391" y="136467"/>
                </a:lnTo>
                <a:lnTo>
                  <a:pt x="347087" y="135947"/>
                </a:lnTo>
                <a:lnTo>
                  <a:pt x="346802" y="135414"/>
                </a:lnTo>
                <a:lnTo>
                  <a:pt x="346536" y="134869"/>
                </a:lnTo>
                <a:lnTo>
                  <a:pt x="346287" y="134312"/>
                </a:lnTo>
                <a:lnTo>
                  <a:pt x="346057" y="133743"/>
                </a:lnTo>
                <a:lnTo>
                  <a:pt x="345846" y="133161"/>
                </a:lnTo>
                <a:lnTo>
                  <a:pt x="345653" y="132568"/>
                </a:lnTo>
                <a:lnTo>
                  <a:pt x="345478" y="131962"/>
                </a:lnTo>
                <a:lnTo>
                  <a:pt x="345321" y="131344"/>
                </a:lnTo>
                <a:lnTo>
                  <a:pt x="345183" y="130714"/>
                </a:lnTo>
                <a:lnTo>
                  <a:pt x="345064" y="130072"/>
                </a:lnTo>
                <a:lnTo>
                  <a:pt x="344963" y="129418"/>
                </a:lnTo>
                <a:lnTo>
                  <a:pt x="344880" y="128752"/>
                </a:lnTo>
                <a:lnTo>
                  <a:pt x="344816" y="128073"/>
                </a:lnTo>
                <a:lnTo>
                  <a:pt x="344770" y="127382"/>
                </a:lnTo>
                <a:lnTo>
                  <a:pt x="344742" y="126680"/>
                </a:lnTo>
                <a:lnTo>
                  <a:pt x="344733" y="125965"/>
                </a:lnTo>
                <a:lnTo>
                  <a:pt x="344756" y="124920"/>
                </a:lnTo>
                <a:lnTo>
                  <a:pt x="344824" y="123901"/>
                </a:lnTo>
                <a:lnTo>
                  <a:pt x="344938" y="122906"/>
                </a:lnTo>
                <a:lnTo>
                  <a:pt x="345098" y="121936"/>
                </a:lnTo>
                <a:lnTo>
                  <a:pt x="345304" y="120990"/>
                </a:lnTo>
                <a:lnTo>
                  <a:pt x="345555" y="120069"/>
                </a:lnTo>
                <a:lnTo>
                  <a:pt x="345852" y="119173"/>
                </a:lnTo>
                <a:lnTo>
                  <a:pt x="346195" y="118302"/>
                </a:lnTo>
                <a:lnTo>
                  <a:pt x="346583" y="117455"/>
                </a:lnTo>
                <a:lnTo>
                  <a:pt x="347017" y="116633"/>
                </a:lnTo>
                <a:lnTo>
                  <a:pt x="347497" y="115836"/>
                </a:lnTo>
                <a:lnTo>
                  <a:pt x="348023" y="115063"/>
                </a:lnTo>
                <a:lnTo>
                  <a:pt x="348594" y="114315"/>
                </a:lnTo>
                <a:lnTo>
                  <a:pt x="349211" y="113592"/>
                </a:lnTo>
                <a:lnTo>
                  <a:pt x="349873" y="112893"/>
                </a:lnTo>
                <a:lnTo>
                  <a:pt x="350582" y="112219"/>
                </a:lnTo>
                <a:lnTo>
                  <a:pt x="351335" y="111570"/>
                </a:lnTo>
                <a:lnTo>
                  <a:pt x="352135" y="110946"/>
                </a:lnTo>
                <a:lnTo>
                  <a:pt x="352980" y="110346"/>
                </a:lnTo>
                <a:lnTo>
                  <a:pt x="353871" y="109771"/>
                </a:lnTo>
                <a:lnTo>
                  <a:pt x="354808" y="109220"/>
                </a:lnTo>
                <a:lnTo>
                  <a:pt x="355791" y="108694"/>
                </a:lnTo>
                <a:lnTo>
                  <a:pt x="356819" y="108193"/>
                </a:lnTo>
                <a:lnTo>
                  <a:pt x="357892" y="107717"/>
                </a:lnTo>
                <a:lnTo>
                  <a:pt x="359019" y="107262"/>
                </a:lnTo>
                <a:lnTo>
                  <a:pt x="360205" y="106824"/>
                </a:lnTo>
                <a:lnTo>
                  <a:pt x="361450" y="106405"/>
                </a:lnTo>
                <a:lnTo>
                  <a:pt x="362755" y="106004"/>
                </a:lnTo>
                <a:lnTo>
                  <a:pt x="364120" y="105622"/>
                </a:lnTo>
                <a:lnTo>
                  <a:pt x="365544" y="105257"/>
                </a:lnTo>
                <a:lnTo>
                  <a:pt x="367028" y="104910"/>
                </a:lnTo>
                <a:lnTo>
                  <a:pt x="368571" y="104582"/>
                </a:lnTo>
                <a:lnTo>
                  <a:pt x="370174" y="104271"/>
                </a:lnTo>
                <a:lnTo>
                  <a:pt x="371836" y="103979"/>
                </a:lnTo>
                <a:lnTo>
                  <a:pt x="373558" y="103705"/>
                </a:lnTo>
                <a:lnTo>
                  <a:pt x="375339" y="103449"/>
                </a:lnTo>
                <a:lnTo>
                  <a:pt x="377180" y="103211"/>
                </a:lnTo>
                <a:lnTo>
                  <a:pt x="379080" y="102991"/>
                </a:lnTo>
                <a:lnTo>
                  <a:pt x="381040" y="102789"/>
                </a:lnTo>
                <a:lnTo>
                  <a:pt x="383060" y="102606"/>
                </a:lnTo>
                <a:lnTo>
                  <a:pt x="385139" y="102440"/>
                </a:lnTo>
                <a:lnTo>
                  <a:pt x="387278" y="102293"/>
                </a:lnTo>
                <a:lnTo>
                  <a:pt x="389476" y="102163"/>
                </a:lnTo>
                <a:lnTo>
                  <a:pt x="391733" y="102052"/>
                </a:lnTo>
                <a:lnTo>
                  <a:pt x="394051" y="101959"/>
                </a:lnTo>
                <a:lnTo>
                  <a:pt x="396427" y="101884"/>
                </a:lnTo>
                <a:lnTo>
                  <a:pt x="398864" y="101827"/>
                </a:lnTo>
                <a:lnTo>
                  <a:pt x="401360" y="101789"/>
                </a:lnTo>
                <a:lnTo>
                  <a:pt x="401360" y="125256"/>
                </a:lnTo>
                <a:lnTo>
                  <a:pt x="400842" y="125962"/>
                </a:lnTo>
                <a:lnTo>
                  <a:pt x="400314" y="126657"/>
                </a:lnTo>
                <a:lnTo>
                  <a:pt x="399775" y="127343"/>
                </a:lnTo>
                <a:lnTo>
                  <a:pt x="399226" y="128018"/>
                </a:lnTo>
                <a:lnTo>
                  <a:pt x="398667" y="128682"/>
                </a:lnTo>
                <a:lnTo>
                  <a:pt x="398098" y="129337"/>
                </a:lnTo>
                <a:lnTo>
                  <a:pt x="397518" y="129981"/>
                </a:lnTo>
                <a:lnTo>
                  <a:pt x="396929" y="130615"/>
                </a:lnTo>
                <a:lnTo>
                  <a:pt x="396328" y="131238"/>
                </a:lnTo>
                <a:lnTo>
                  <a:pt x="395718" y="131852"/>
                </a:lnTo>
                <a:lnTo>
                  <a:pt x="395097" y="132455"/>
                </a:lnTo>
                <a:lnTo>
                  <a:pt x="394466" y="133047"/>
                </a:lnTo>
                <a:lnTo>
                  <a:pt x="393825" y="133630"/>
                </a:lnTo>
                <a:lnTo>
                  <a:pt x="393173" y="134202"/>
                </a:lnTo>
                <a:lnTo>
                  <a:pt x="392512" y="134764"/>
                </a:lnTo>
                <a:lnTo>
                  <a:pt x="391839" y="135316"/>
                </a:lnTo>
                <a:lnTo>
                  <a:pt x="391157" y="135857"/>
                </a:lnTo>
                <a:lnTo>
                  <a:pt x="390464" y="136388"/>
                </a:lnTo>
                <a:lnTo>
                  <a:pt x="389761" y="136909"/>
                </a:lnTo>
                <a:lnTo>
                  <a:pt x="389048" y="137420"/>
                </a:lnTo>
                <a:lnTo>
                  <a:pt x="388324" y="137920"/>
                </a:lnTo>
                <a:lnTo>
                  <a:pt x="387591" y="138410"/>
                </a:lnTo>
                <a:lnTo>
                  <a:pt x="386846" y="138890"/>
                </a:lnTo>
                <a:lnTo>
                  <a:pt x="386092" y="139359"/>
                </a:lnTo>
                <a:lnTo>
                  <a:pt x="385328" y="139814"/>
                </a:lnTo>
                <a:lnTo>
                  <a:pt x="384557" y="140249"/>
                </a:lnTo>
                <a:lnTo>
                  <a:pt x="383778" y="140665"/>
                </a:lnTo>
                <a:lnTo>
                  <a:pt x="382990" y="141061"/>
                </a:lnTo>
                <a:lnTo>
                  <a:pt x="382195" y="141438"/>
                </a:lnTo>
                <a:lnTo>
                  <a:pt x="381392" y="141796"/>
                </a:lnTo>
                <a:lnTo>
                  <a:pt x="380581" y="142134"/>
                </a:lnTo>
                <a:lnTo>
                  <a:pt x="379762" y="142453"/>
                </a:lnTo>
                <a:lnTo>
                  <a:pt x="378935" y="142753"/>
                </a:lnTo>
                <a:lnTo>
                  <a:pt x="378101" y="143033"/>
                </a:lnTo>
                <a:lnTo>
                  <a:pt x="377258" y="143294"/>
                </a:lnTo>
                <a:lnTo>
                  <a:pt x="376407" y="143536"/>
                </a:lnTo>
                <a:lnTo>
                  <a:pt x="375549" y="143758"/>
                </a:lnTo>
                <a:lnTo>
                  <a:pt x="374682" y="143961"/>
                </a:lnTo>
                <a:lnTo>
                  <a:pt x="373808" y="144145"/>
                </a:lnTo>
                <a:lnTo>
                  <a:pt x="372926" y="144309"/>
                </a:lnTo>
                <a:lnTo>
                  <a:pt x="372036" y="144454"/>
                </a:lnTo>
                <a:lnTo>
                  <a:pt x="371138" y="144580"/>
                </a:lnTo>
                <a:lnTo>
                  <a:pt x="370232" y="144686"/>
                </a:lnTo>
                <a:lnTo>
                  <a:pt x="369318" y="144773"/>
                </a:lnTo>
                <a:lnTo>
                  <a:pt x="368396" y="144841"/>
                </a:lnTo>
                <a:lnTo>
                  <a:pt x="367466" y="144889"/>
                </a:lnTo>
                <a:lnTo>
                  <a:pt x="366529" y="144918"/>
                </a:lnTo>
                <a:lnTo>
                  <a:pt x="365583" y="144928"/>
                </a:lnTo>
                <a:lnTo>
                  <a:pt x="364737" y="144919"/>
                </a:lnTo>
                <a:lnTo>
                  <a:pt x="363909" y="144892"/>
                </a:lnTo>
                <a:lnTo>
                  <a:pt x="363097" y="144847"/>
                </a:lnTo>
                <a:lnTo>
                  <a:pt x="362303" y="144785"/>
                </a:lnTo>
                <a:lnTo>
                  <a:pt x="361526" y="144704"/>
                </a:lnTo>
                <a:close/>
                <a:moveTo>
                  <a:pt x="736839" y="159306"/>
                </a:moveTo>
                <a:lnTo>
                  <a:pt x="737935" y="159215"/>
                </a:lnTo>
                <a:lnTo>
                  <a:pt x="739018" y="159107"/>
                </a:lnTo>
                <a:lnTo>
                  <a:pt x="740088" y="158983"/>
                </a:lnTo>
                <a:lnTo>
                  <a:pt x="741145" y="158843"/>
                </a:lnTo>
                <a:lnTo>
                  <a:pt x="742189" y="158686"/>
                </a:lnTo>
                <a:lnTo>
                  <a:pt x="743220" y="158513"/>
                </a:lnTo>
                <a:lnTo>
                  <a:pt x="744238" y="158323"/>
                </a:lnTo>
                <a:lnTo>
                  <a:pt x="745242" y="158116"/>
                </a:lnTo>
                <a:lnTo>
                  <a:pt x="746234" y="157893"/>
                </a:lnTo>
                <a:lnTo>
                  <a:pt x="747212" y="157654"/>
                </a:lnTo>
                <a:lnTo>
                  <a:pt x="748178" y="157398"/>
                </a:lnTo>
                <a:lnTo>
                  <a:pt x="749130" y="157125"/>
                </a:lnTo>
                <a:lnTo>
                  <a:pt x="750070" y="156836"/>
                </a:lnTo>
                <a:lnTo>
                  <a:pt x="750996" y="156531"/>
                </a:lnTo>
                <a:lnTo>
                  <a:pt x="751909" y="156209"/>
                </a:lnTo>
                <a:lnTo>
                  <a:pt x="752810" y="155870"/>
                </a:lnTo>
                <a:lnTo>
                  <a:pt x="753697" y="155515"/>
                </a:lnTo>
                <a:lnTo>
                  <a:pt x="754571" y="155143"/>
                </a:lnTo>
                <a:lnTo>
                  <a:pt x="755432" y="154755"/>
                </a:lnTo>
                <a:lnTo>
                  <a:pt x="756279" y="154351"/>
                </a:lnTo>
                <a:lnTo>
                  <a:pt x="757109" y="153934"/>
                </a:lnTo>
                <a:lnTo>
                  <a:pt x="757924" y="153503"/>
                </a:lnTo>
                <a:lnTo>
                  <a:pt x="758723" y="153057"/>
                </a:lnTo>
                <a:lnTo>
                  <a:pt x="759507" y="152598"/>
                </a:lnTo>
                <a:lnTo>
                  <a:pt x="760274" y="152125"/>
                </a:lnTo>
                <a:lnTo>
                  <a:pt x="761026" y="151638"/>
                </a:lnTo>
                <a:lnTo>
                  <a:pt x="761762" y="151138"/>
                </a:lnTo>
                <a:lnTo>
                  <a:pt x="762482" y="150623"/>
                </a:lnTo>
                <a:lnTo>
                  <a:pt x="763186" y="150095"/>
                </a:lnTo>
                <a:lnTo>
                  <a:pt x="763874" y="149552"/>
                </a:lnTo>
                <a:lnTo>
                  <a:pt x="764547" y="148996"/>
                </a:lnTo>
                <a:lnTo>
                  <a:pt x="765204" y="148426"/>
                </a:lnTo>
                <a:lnTo>
                  <a:pt x="765845" y="147842"/>
                </a:lnTo>
                <a:lnTo>
                  <a:pt x="766470" y="147244"/>
                </a:lnTo>
                <a:lnTo>
                  <a:pt x="767079" y="146632"/>
                </a:lnTo>
                <a:lnTo>
                  <a:pt x="767672" y="146007"/>
                </a:lnTo>
                <a:lnTo>
                  <a:pt x="768250" y="145367"/>
                </a:lnTo>
                <a:lnTo>
                  <a:pt x="768812" y="144714"/>
                </a:lnTo>
                <a:lnTo>
                  <a:pt x="769358" y="144047"/>
                </a:lnTo>
                <a:lnTo>
                  <a:pt x="769888" y="143366"/>
                </a:lnTo>
                <a:lnTo>
                  <a:pt x="770402" y="142671"/>
                </a:lnTo>
                <a:lnTo>
                  <a:pt x="770900" y="141962"/>
                </a:lnTo>
                <a:lnTo>
                  <a:pt x="771383" y="141239"/>
                </a:lnTo>
                <a:lnTo>
                  <a:pt x="771849" y="140504"/>
                </a:lnTo>
                <a:lnTo>
                  <a:pt x="772295" y="139757"/>
                </a:lnTo>
                <a:lnTo>
                  <a:pt x="772724" y="138998"/>
                </a:lnTo>
                <a:lnTo>
                  <a:pt x="773133" y="138228"/>
                </a:lnTo>
                <a:lnTo>
                  <a:pt x="773524" y="137446"/>
                </a:lnTo>
                <a:lnTo>
                  <a:pt x="773897" y="136652"/>
                </a:lnTo>
                <a:lnTo>
                  <a:pt x="774251" y="135847"/>
                </a:lnTo>
                <a:lnTo>
                  <a:pt x="774586" y="135031"/>
                </a:lnTo>
                <a:lnTo>
                  <a:pt x="774903" y="134202"/>
                </a:lnTo>
                <a:lnTo>
                  <a:pt x="775201" y="133362"/>
                </a:lnTo>
                <a:lnTo>
                  <a:pt x="775480" y="132510"/>
                </a:lnTo>
                <a:lnTo>
                  <a:pt x="775741" y="131647"/>
                </a:lnTo>
                <a:lnTo>
                  <a:pt x="775984" y="130772"/>
                </a:lnTo>
                <a:lnTo>
                  <a:pt x="776207" y="129886"/>
                </a:lnTo>
                <a:lnTo>
                  <a:pt x="776412" y="128988"/>
                </a:lnTo>
                <a:lnTo>
                  <a:pt x="776599" y="128078"/>
                </a:lnTo>
                <a:lnTo>
                  <a:pt x="776767" y="127157"/>
                </a:lnTo>
                <a:lnTo>
                  <a:pt x="776916" y="126224"/>
                </a:lnTo>
                <a:lnTo>
                  <a:pt x="777047" y="125279"/>
                </a:lnTo>
                <a:lnTo>
                  <a:pt x="777159" y="124323"/>
                </a:lnTo>
                <a:lnTo>
                  <a:pt x="777253" y="123355"/>
                </a:lnTo>
                <a:lnTo>
                  <a:pt x="777328" y="122376"/>
                </a:lnTo>
                <a:lnTo>
                  <a:pt x="777384" y="121384"/>
                </a:lnTo>
                <a:lnTo>
                  <a:pt x="777422" y="120382"/>
                </a:lnTo>
                <a:lnTo>
                  <a:pt x="758622" y="120382"/>
                </a:lnTo>
                <a:lnTo>
                  <a:pt x="758582" y="121360"/>
                </a:lnTo>
                <a:lnTo>
                  <a:pt x="758518" y="122319"/>
                </a:lnTo>
                <a:lnTo>
                  <a:pt x="758430" y="123259"/>
                </a:lnTo>
                <a:lnTo>
                  <a:pt x="758318" y="124179"/>
                </a:lnTo>
                <a:lnTo>
                  <a:pt x="758183" y="125080"/>
                </a:lnTo>
                <a:lnTo>
                  <a:pt x="758024" y="125962"/>
                </a:lnTo>
                <a:lnTo>
                  <a:pt x="757841" y="126824"/>
                </a:lnTo>
                <a:lnTo>
                  <a:pt x="757635" y="127667"/>
                </a:lnTo>
                <a:lnTo>
                  <a:pt x="757404" y="128491"/>
                </a:lnTo>
                <a:lnTo>
                  <a:pt x="757150" y="129295"/>
                </a:lnTo>
                <a:lnTo>
                  <a:pt x="756873" y="130080"/>
                </a:lnTo>
                <a:lnTo>
                  <a:pt x="756571" y="130846"/>
                </a:lnTo>
                <a:lnTo>
                  <a:pt x="756246" y="131592"/>
                </a:lnTo>
                <a:lnTo>
                  <a:pt x="755897" y="132319"/>
                </a:lnTo>
                <a:lnTo>
                  <a:pt x="755524" y="133027"/>
                </a:lnTo>
                <a:lnTo>
                  <a:pt x="755128" y="133716"/>
                </a:lnTo>
                <a:lnTo>
                  <a:pt x="754708" y="134385"/>
                </a:lnTo>
                <a:lnTo>
                  <a:pt x="754264" y="135034"/>
                </a:lnTo>
                <a:lnTo>
                  <a:pt x="753796" y="135665"/>
                </a:lnTo>
                <a:lnTo>
                  <a:pt x="753305" y="136276"/>
                </a:lnTo>
                <a:lnTo>
                  <a:pt x="752790" y="136867"/>
                </a:lnTo>
                <a:lnTo>
                  <a:pt x="752251" y="137440"/>
                </a:lnTo>
                <a:lnTo>
                  <a:pt x="751689" y="137993"/>
                </a:lnTo>
                <a:lnTo>
                  <a:pt x="751102" y="138526"/>
                </a:lnTo>
                <a:lnTo>
                  <a:pt x="750494" y="139039"/>
                </a:lnTo>
                <a:lnTo>
                  <a:pt x="749867" y="139531"/>
                </a:lnTo>
                <a:lnTo>
                  <a:pt x="749221" y="140000"/>
                </a:lnTo>
                <a:lnTo>
                  <a:pt x="748555" y="140447"/>
                </a:lnTo>
                <a:lnTo>
                  <a:pt x="747869" y="140873"/>
                </a:lnTo>
                <a:lnTo>
                  <a:pt x="747164" y="141277"/>
                </a:lnTo>
                <a:lnTo>
                  <a:pt x="746440" y="141659"/>
                </a:lnTo>
                <a:lnTo>
                  <a:pt x="745697" y="142019"/>
                </a:lnTo>
                <a:lnTo>
                  <a:pt x="744934" y="142358"/>
                </a:lnTo>
                <a:lnTo>
                  <a:pt x="744151" y="142674"/>
                </a:lnTo>
                <a:lnTo>
                  <a:pt x="743350" y="142969"/>
                </a:lnTo>
                <a:lnTo>
                  <a:pt x="742529" y="143242"/>
                </a:lnTo>
                <a:lnTo>
                  <a:pt x="741688" y="143493"/>
                </a:lnTo>
                <a:lnTo>
                  <a:pt x="740828" y="143722"/>
                </a:lnTo>
                <a:lnTo>
                  <a:pt x="739949" y="143930"/>
                </a:lnTo>
                <a:lnTo>
                  <a:pt x="739050" y="144115"/>
                </a:lnTo>
                <a:lnTo>
                  <a:pt x="738132" y="144279"/>
                </a:lnTo>
                <a:lnTo>
                  <a:pt x="737195" y="144421"/>
                </a:lnTo>
                <a:lnTo>
                  <a:pt x="736238" y="144541"/>
                </a:lnTo>
                <a:lnTo>
                  <a:pt x="735262" y="144639"/>
                </a:lnTo>
                <a:lnTo>
                  <a:pt x="734266" y="144716"/>
                </a:lnTo>
                <a:lnTo>
                  <a:pt x="733251" y="144770"/>
                </a:lnTo>
                <a:lnTo>
                  <a:pt x="732217" y="144803"/>
                </a:lnTo>
                <a:lnTo>
                  <a:pt x="731163" y="144814"/>
                </a:lnTo>
                <a:lnTo>
                  <a:pt x="730174" y="144804"/>
                </a:lnTo>
                <a:lnTo>
                  <a:pt x="729202" y="144774"/>
                </a:lnTo>
                <a:lnTo>
                  <a:pt x="728245" y="144725"/>
                </a:lnTo>
                <a:lnTo>
                  <a:pt x="727305" y="144656"/>
                </a:lnTo>
                <a:lnTo>
                  <a:pt x="726381" y="144567"/>
                </a:lnTo>
                <a:lnTo>
                  <a:pt x="725474" y="144458"/>
                </a:lnTo>
                <a:lnTo>
                  <a:pt x="724582" y="144329"/>
                </a:lnTo>
                <a:lnTo>
                  <a:pt x="723707" y="144180"/>
                </a:lnTo>
                <a:lnTo>
                  <a:pt x="722848" y="144012"/>
                </a:lnTo>
                <a:lnTo>
                  <a:pt x="722005" y="143824"/>
                </a:lnTo>
                <a:lnTo>
                  <a:pt x="721178" y="143616"/>
                </a:lnTo>
                <a:lnTo>
                  <a:pt x="720368" y="143388"/>
                </a:lnTo>
                <a:lnTo>
                  <a:pt x="719574" y="143141"/>
                </a:lnTo>
                <a:lnTo>
                  <a:pt x="718796" y="142873"/>
                </a:lnTo>
                <a:lnTo>
                  <a:pt x="718034" y="142586"/>
                </a:lnTo>
                <a:lnTo>
                  <a:pt x="717288" y="142279"/>
                </a:lnTo>
                <a:lnTo>
                  <a:pt x="716559" y="141952"/>
                </a:lnTo>
                <a:lnTo>
                  <a:pt x="715846" y="141606"/>
                </a:lnTo>
                <a:lnTo>
                  <a:pt x="715149" y="141239"/>
                </a:lnTo>
                <a:lnTo>
                  <a:pt x="714468" y="140853"/>
                </a:lnTo>
                <a:lnTo>
                  <a:pt x="713804" y="140447"/>
                </a:lnTo>
                <a:lnTo>
                  <a:pt x="713156" y="140021"/>
                </a:lnTo>
                <a:lnTo>
                  <a:pt x="712524" y="139576"/>
                </a:lnTo>
                <a:lnTo>
                  <a:pt x="711908" y="139110"/>
                </a:lnTo>
                <a:lnTo>
                  <a:pt x="711307" y="138628"/>
                </a:lnTo>
                <a:lnTo>
                  <a:pt x="710720" y="138133"/>
                </a:lnTo>
                <a:lnTo>
                  <a:pt x="710146" y="137626"/>
                </a:lnTo>
                <a:lnTo>
                  <a:pt x="709586" y="137105"/>
                </a:lnTo>
                <a:lnTo>
                  <a:pt x="709040" y="136571"/>
                </a:lnTo>
                <a:lnTo>
                  <a:pt x="708508" y="136024"/>
                </a:lnTo>
                <a:lnTo>
                  <a:pt x="707989" y="135464"/>
                </a:lnTo>
                <a:lnTo>
                  <a:pt x="707483" y="134892"/>
                </a:lnTo>
                <a:lnTo>
                  <a:pt x="706992" y="134306"/>
                </a:lnTo>
                <a:lnTo>
                  <a:pt x="706514" y="133707"/>
                </a:lnTo>
                <a:lnTo>
                  <a:pt x="706049" y="133095"/>
                </a:lnTo>
                <a:lnTo>
                  <a:pt x="705599" y="132471"/>
                </a:lnTo>
                <a:lnTo>
                  <a:pt x="705162" y="131833"/>
                </a:lnTo>
                <a:lnTo>
                  <a:pt x="704738" y="131182"/>
                </a:lnTo>
                <a:lnTo>
                  <a:pt x="704328" y="130518"/>
                </a:lnTo>
                <a:lnTo>
                  <a:pt x="703932" y="129842"/>
                </a:lnTo>
                <a:lnTo>
                  <a:pt x="703550" y="129152"/>
                </a:lnTo>
                <a:lnTo>
                  <a:pt x="703181" y="128449"/>
                </a:lnTo>
                <a:lnTo>
                  <a:pt x="702826" y="127733"/>
                </a:lnTo>
                <a:lnTo>
                  <a:pt x="702484" y="127005"/>
                </a:lnTo>
                <a:lnTo>
                  <a:pt x="702157" y="126263"/>
                </a:lnTo>
                <a:lnTo>
                  <a:pt x="701842" y="125508"/>
                </a:lnTo>
                <a:lnTo>
                  <a:pt x="701542" y="124741"/>
                </a:lnTo>
                <a:lnTo>
                  <a:pt x="701255" y="123960"/>
                </a:lnTo>
                <a:lnTo>
                  <a:pt x="700980" y="123170"/>
                </a:lnTo>
                <a:lnTo>
                  <a:pt x="700717" y="122373"/>
                </a:lnTo>
                <a:lnTo>
                  <a:pt x="700465" y="121570"/>
                </a:lnTo>
                <a:lnTo>
                  <a:pt x="700225" y="120760"/>
                </a:lnTo>
                <a:lnTo>
                  <a:pt x="699995" y="119944"/>
                </a:lnTo>
                <a:lnTo>
                  <a:pt x="699777" y="119122"/>
                </a:lnTo>
                <a:lnTo>
                  <a:pt x="699570" y="118293"/>
                </a:lnTo>
                <a:lnTo>
                  <a:pt x="699375" y="117458"/>
                </a:lnTo>
                <a:lnTo>
                  <a:pt x="699191" y="116617"/>
                </a:lnTo>
                <a:lnTo>
                  <a:pt x="699018" y="115769"/>
                </a:lnTo>
                <a:lnTo>
                  <a:pt x="698856" y="114914"/>
                </a:lnTo>
                <a:lnTo>
                  <a:pt x="698705" y="114054"/>
                </a:lnTo>
                <a:lnTo>
                  <a:pt x="698566" y="113187"/>
                </a:lnTo>
                <a:lnTo>
                  <a:pt x="698438" y="112313"/>
                </a:lnTo>
                <a:lnTo>
                  <a:pt x="698322" y="111433"/>
                </a:lnTo>
                <a:lnTo>
                  <a:pt x="698216" y="110547"/>
                </a:lnTo>
                <a:lnTo>
                  <a:pt x="698122" y="109654"/>
                </a:lnTo>
                <a:lnTo>
                  <a:pt x="698040" y="108755"/>
                </a:lnTo>
                <a:lnTo>
                  <a:pt x="697968" y="107850"/>
                </a:lnTo>
                <a:lnTo>
                  <a:pt x="697908" y="106938"/>
                </a:lnTo>
                <a:lnTo>
                  <a:pt x="697859" y="106020"/>
                </a:lnTo>
                <a:lnTo>
                  <a:pt x="697821" y="105095"/>
                </a:lnTo>
                <a:lnTo>
                  <a:pt x="697795" y="104164"/>
                </a:lnTo>
                <a:lnTo>
                  <a:pt x="697780" y="103227"/>
                </a:lnTo>
                <a:lnTo>
                  <a:pt x="776852" y="103227"/>
                </a:lnTo>
                <a:lnTo>
                  <a:pt x="776871" y="103137"/>
                </a:lnTo>
                <a:lnTo>
                  <a:pt x="776889" y="103042"/>
                </a:lnTo>
                <a:lnTo>
                  <a:pt x="776907" y="102943"/>
                </a:lnTo>
                <a:lnTo>
                  <a:pt x="776925" y="102838"/>
                </a:lnTo>
                <a:lnTo>
                  <a:pt x="776942" y="102729"/>
                </a:lnTo>
                <a:lnTo>
                  <a:pt x="776959" y="102616"/>
                </a:lnTo>
                <a:lnTo>
                  <a:pt x="776975" y="102498"/>
                </a:lnTo>
                <a:lnTo>
                  <a:pt x="776991" y="102375"/>
                </a:lnTo>
                <a:lnTo>
                  <a:pt x="777007" y="102247"/>
                </a:lnTo>
                <a:lnTo>
                  <a:pt x="777022" y="102115"/>
                </a:lnTo>
                <a:lnTo>
                  <a:pt x="777037" y="101978"/>
                </a:lnTo>
                <a:lnTo>
                  <a:pt x="777051" y="101837"/>
                </a:lnTo>
                <a:lnTo>
                  <a:pt x="777066" y="101690"/>
                </a:lnTo>
                <a:lnTo>
                  <a:pt x="777079" y="101539"/>
                </a:lnTo>
                <a:lnTo>
                  <a:pt x="777092" y="101384"/>
                </a:lnTo>
                <a:lnTo>
                  <a:pt x="777105" y="101224"/>
                </a:lnTo>
                <a:lnTo>
                  <a:pt x="777118" y="101059"/>
                </a:lnTo>
                <a:lnTo>
                  <a:pt x="777130" y="100889"/>
                </a:lnTo>
                <a:lnTo>
                  <a:pt x="777141" y="100715"/>
                </a:lnTo>
                <a:lnTo>
                  <a:pt x="777153" y="100536"/>
                </a:lnTo>
                <a:lnTo>
                  <a:pt x="777164" y="100352"/>
                </a:lnTo>
                <a:lnTo>
                  <a:pt x="777174" y="100164"/>
                </a:lnTo>
                <a:lnTo>
                  <a:pt x="777184" y="99971"/>
                </a:lnTo>
                <a:lnTo>
                  <a:pt x="777194" y="99773"/>
                </a:lnTo>
                <a:lnTo>
                  <a:pt x="777203" y="99574"/>
                </a:lnTo>
                <a:lnTo>
                  <a:pt x="777212" y="99377"/>
                </a:lnTo>
                <a:lnTo>
                  <a:pt x="777221" y="99183"/>
                </a:lnTo>
                <a:lnTo>
                  <a:pt x="777229" y="98990"/>
                </a:lnTo>
                <a:lnTo>
                  <a:pt x="777236" y="98800"/>
                </a:lnTo>
                <a:lnTo>
                  <a:pt x="777244" y="98612"/>
                </a:lnTo>
                <a:lnTo>
                  <a:pt x="777251" y="98426"/>
                </a:lnTo>
                <a:lnTo>
                  <a:pt x="777257" y="98243"/>
                </a:lnTo>
                <a:lnTo>
                  <a:pt x="777263" y="98061"/>
                </a:lnTo>
                <a:lnTo>
                  <a:pt x="777269" y="97882"/>
                </a:lnTo>
                <a:lnTo>
                  <a:pt x="777274" y="97706"/>
                </a:lnTo>
                <a:lnTo>
                  <a:pt x="777279" y="97531"/>
                </a:lnTo>
                <a:lnTo>
                  <a:pt x="777284" y="97359"/>
                </a:lnTo>
                <a:lnTo>
                  <a:pt x="777288" y="97189"/>
                </a:lnTo>
                <a:lnTo>
                  <a:pt x="777292" y="97021"/>
                </a:lnTo>
                <a:lnTo>
                  <a:pt x="777295" y="96855"/>
                </a:lnTo>
                <a:lnTo>
                  <a:pt x="777298" y="96692"/>
                </a:lnTo>
                <a:lnTo>
                  <a:pt x="777301" y="96531"/>
                </a:lnTo>
                <a:lnTo>
                  <a:pt x="777303" y="96372"/>
                </a:lnTo>
                <a:lnTo>
                  <a:pt x="777305" y="96215"/>
                </a:lnTo>
                <a:lnTo>
                  <a:pt x="777306" y="96061"/>
                </a:lnTo>
                <a:lnTo>
                  <a:pt x="777307" y="95909"/>
                </a:lnTo>
                <a:lnTo>
                  <a:pt x="777308" y="95759"/>
                </a:lnTo>
                <a:lnTo>
                  <a:pt x="777308" y="95611"/>
                </a:lnTo>
                <a:lnTo>
                  <a:pt x="777286" y="93436"/>
                </a:lnTo>
                <a:lnTo>
                  <a:pt x="777218" y="91303"/>
                </a:lnTo>
                <a:lnTo>
                  <a:pt x="777107" y="89213"/>
                </a:lnTo>
                <a:lnTo>
                  <a:pt x="776950" y="87165"/>
                </a:lnTo>
                <a:lnTo>
                  <a:pt x="776749" y="85161"/>
                </a:lnTo>
                <a:lnTo>
                  <a:pt x="776503" y="83199"/>
                </a:lnTo>
                <a:lnTo>
                  <a:pt x="776213" y="81280"/>
                </a:lnTo>
                <a:lnTo>
                  <a:pt x="775877" y="79404"/>
                </a:lnTo>
                <a:lnTo>
                  <a:pt x="775497" y="77570"/>
                </a:lnTo>
                <a:lnTo>
                  <a:pt x="775073" y="75779"/>
                </a:lnTo>
                <a:lnTo>
                  <a:pt x="774603" y="74031"/>
                </a:lnTo>
                <a:lnTo>
                  <a:pt x="774089" y="72325"/>
                </a:lnTo>
                <a:lnTo>
                  <a:pt x="773530" y="70662"/>
                </a:lnTo>
                <a:lnTo>
                  <a:pt x="772927" y="69042"/>
                </a:lnTo>
                <a:lnTo>
                  <a:pt x="772279" y="67465"/>
                </a:lnTo>
                <a:lnTo>
                  <a:pt x="771586" y="65930"/>
                </a:lnTo>
                <a:lnTo>
                  <a:pt x="770848" y="64439"/>
                </a:lnTo>
                <a:lnTo>
                  <a:pt x="770066" y="62989"/>
                </a:lnTo>
                <a:lnTo>
                  <a:pt x="769239" y="61583"/>
                </a:lnTo>
                <a:lnTo>
                  <a:pt x="768367" y="60219"/>
                </a:lnTo>
                <a:lnTo>
                  <a:pt x="767451" y="58898"/>
                </a:lnTo>
                <a:lnTo>
                  <a:pt x="766489" y="57620"/>
                </a:lnTo>
                <a:lnTo>
                  <a:pt x="765484" y="56385"/>
                </a:lnTo>
                <a:lnTo>
                  <a:pt x="764433" y="55192"/>
                </a:lnTo>
                <a:lnTo>
                  <a:pt x="763343" y="54045"/>
                </a:lnTo>
                <a:lnTo>
                  <a:pt x="762219" y="52946"/>
                </a:lnTo>
                <a:lnTo>
                  <a:pt x="761061" y="51896"/>
                </a:lnTo>
                <a:lnTo>
                  <a:pt x="759869" y="50896"/>
                </a:lnTo>
                <a:lnTo>
                  <a:pt x="758643" y="49944"/>
                </a:lnTo>
                <a:lnTo>
                  <a:pt x="757383" y="49040"/>
                </a:lnTo>
                <a:lnTo>
                  <a:pt x="756089" y="48186"/>
                </a:lnTo>
                <a:lnTo>
                  <a:pt x="754761" y="47380"/>
                </a:lnTo>
                <a:lnTo>
                  <a:pt x="753399" y="46624"/>
                </a:lnTo>
                <a:lnTo>
                  <a:pt x="752003" y="45916"/>
                </a:lnTo>
                <a:lnTo>
                  <a:pt x="750573" y="45257"/>
                </a:lnTo>
                <a:lnTo>
                  <a:pt x="749108" y="44646"/>
                </a:lnTo>
                <a:lnTo>
                  <a:pt x="747610" y="44085"/>
                </a:lnTo>
                <a:lnTo>
                  <a:pt x="746078" y="43572"/>
                </a:lnTo>
                <a:lnTo>
                  <a:pt x="744512" y="43109"/>
                </a:lnTo>
                <a:lnTo>
                  <a:pt x="742912" y="42694"/>
                </a:lnTo>
                <a:lnTo>
                  <a:pt x="741277" y="42327"/>
                </a:lnTo>
                <a:lnTo>
                  <a:pt x="739609" y="42010"/>
                </a:lnTo>
                <a:lnTo>
                  <a:pt x="737907" y="41742"/>
                </a:lnTo>
                <a:lnTo>
                  <a:pt x="736170" y="41522"/>
                </a:lnTo>
                <a:lnTo>
                  <a:pt x="734400" y="41351"/>
                </a:lnTo>
                <a:lnTo>
                  <a:pt x="732595" y="41229"/>
                </a:lnTo>
                <a:lnTo>
                  <a:pt x="730757" y="41156"/>
                </a:lnTo>
                <a:lnTo>
                  <a:pt x="728885" y="41131"/>
                </a:lnTo>
                <a:lnTo>
                  <a:pt x="727471" y="41144"/>
                </a:lnTo>
                <a:lnTo>
                  <a:pt x="726078" y="41183"/>
                </a:lnTo>
                <a:lnTo>
                  <a:pt x="724705" y="41249"/>
                </a:lnTo>
                <a:lnTo>
                  <a:pt x="723354" y="41340"/>
                </a:lnTo>
                <a:lnTo>
                  <a:pt x="722023" y="41457"/>
                </a:lnTo>
                <a:lnTo>
                  <a:pt x="720713" y="41601"/>
                </a:lnTo>
                <a:lnTo>
                  <a:pt x="719424" y="41770"/>
                </a:lnTo>
                <a:lnTo>
                  <a:pt x="718155" y="41966"/>
                </a:lnTo>
                <a:lnTo>
                  <a:pt x="716908" y="42187"/>
                </a:lnTo>
                <a:lnTo>
                  <a:pt x="715681" y="42435"/>
                </a:lnTo>
                <a:lnTo>
                  <a:pt x="714475" y="42709"/>
                </a:lnTo>
                <a:lnTo>
                  <a:pt x="713289" y="43009"/>
                </a:lnTo>
                <a:lnTo>
                  <a:pt x="712125" y="43335"/>
                </a:lnTo>
                <a:lnTo>
                  <a:pt x="710981" y="43687"/>
                </a:lnTo>
                <a:lnTo>
                  <a:pt x="709858" y="44065"/>
                </a:lnTo>
                <a:lnTo>
                  <a:pt x="708756" y="44469"/>
                </a:lnTo>
                <a:lnTo>
                  <a:pt x="707674" y="44899"/>
                </a:lnTo>
                <a:lnTo>
                  <a:pt x="706613" y="45355"/>
                </a:lnTo>
                <a:lnTo>
                  <a:pt x="705573" y="45838"/>
                </a:lnTo>
                <a:lnTo>
                  <a:pt x="704554" y="46346"/>
                </a:lnTo>
                <a:lnTo>
                  <a:pt x="703556" y="46881"/>
                </a:lnTo>
                <a:lnTo>
                  <a:pt x="702578" y="47441"/>
                </a:lnTo>
                <a:lnTo>
                  <a:pt x="701621" y="48028"/>
                </a:lnTo>
                <a:lnTo>
                  <a:pt x="700685" y="48640"/>
                </a:lnTo>
                <a:lnTo>
                  <a:pt x="699769" y="49276"/>
                </a:lnTo>
                <a:lnTo>
                  <a:pt x="698873" y="49932"/>
                </a:lnTo>
                <a:lnTo>
                  <a:pt x="697997" y="50609"/>
                </a:lnTo>
                <a:lnTo>
                  <a:pt x="697140" y="51305"/>
                </a:lnTo>
                <a:lnTo>
                  <a:pt x="696304" y="52021"/>
                </a:lnTo>
                <a:lnTo>
                  <a:pt x="695487" y="52758"/>
                </a:lnTo>
                <a:lnTo>
                  <a:pt x="694690" y="53515"/>
                </a:lnTo>
                <a:lnTo>
                  <a:pt x="693912" y="54292"/>
                </a:lnTo>
                <a:lnTo>
                  <a:pt x="693155" y="55089"/>
                </a:lnTo>
                <a:lnTo>
                  <a:pt x="692417" y="55906"/>
                </a:lnTo>
                <a:lnTo>
                  <a:pt x="691699" y="56744"/>
                </a:lnTo>
                <a:lnTo>
                  <a:pt x="691000" y="57601"/>
                </a:lnTo>
                <a:lnTo>
                  <a:pt x="690322" y="58479"/>
                </a:lnTo>
                <a:lnTo>
                  <a:pt x="689663" y="59377"/>
                </a:lnTo>
                <a:lnTo>
                  <a:pt x="689024" y="60295"/>
                </a:lnTo>
                <a:lnTo>
                  <a:pt x="688405" y="61234"/>
                </a:lnTo>
                <a:lnTo>
                  <a:pt x="687806" y="62192"/>
                </a:lnTo>
                <a:lnTo>
                  <a:pt x="687226" y="63171"/>
                </a:lnTo>
                <a:lnTo>
                  <a:pt x="686667" y="64170"/>
                </a:lnTo>
                <a:lnTo>
                  <a:pt x="686126" y="65189"/>
                </a:lnTo>
                <a:lnTo>
                  <a:pt x="685606" y="66228"/>
                </a:lnTo>
                <a:lnTo>
                  <a:pt x="685106" y="67287"/>
                </a:lnTo>
                <a:lnTo>
                  <a:pt x="684625" y="68366"/>
                </a:lnTo>
                <a:lnTo>
                  <a:pt x="684164" y="69466"/>
                </a:lnTo>
                <a:lnTo>
                  <a:pt x="683723" y="70583"/>
                </a:lnTo>
                <a:lnTo>
                  <a:pt x="683300" y="71714"/>
                </a:lnTo>
                <a:lnTo>
                  <a:pt x="682896" y="72860"/>
                </a:lnTo>
                <a:lnTo>
                  <a:pt x="682511" y="74021"/>
                </a:lnTo>
                <a:lnTo>
                  <a:pt x="682144" y="75195"/>
                </a:lnTo>
                <a:lnTo>
                  <a:pt x="681796" y="76385"/>
                </a:lnTo>
                <a:lnTo>
                  <a:pt x="681468" y="77588"/>
                </a:lnTo>
                <a:lnTo>
                  <a:pt x="681158" y="78807"/>
                </a:lnTo>
                <a:lnTo>
                  <a:pt x="680866" y="80039"/>
                </a:lnTo>
                <a:lnTo>
                  <a:pt x="680594" y="81286"/>
                </a:lnTo>
                <a:lnTo>
                  <a:pt x="680340" y="82548"/>
                </a:lnTo>
                <a:lnTo>
                  <a:pt x="680105" y="83824"/>
                </a:lnTo>
                <a:lnTo>
                  <a:pt x="679889" y="85114"/>
                </a:lnTo>
                <a:lnTo>
                  <a:pt x="679692" y="86419"/>
                </a:lnTo>
                <a:lnTo>
                  <a:pt x="679513" y="87739"/>
                </a:lnTo>
                <a:lnTo>
                  <a:pt x="679354" y="89073"/>
                </a:lnTo>
                <a:lnTo>
                  <a:pt x="679213" y="90421"/>
                </a:lnTo>
                <a:lnTo>
                  <a:pt x="679090" y="91784"/>
                </a:lnTo>
                <a:lnTo>
                  <a:pt x="678987" y="93161"/>
                </a:lnTo>
                <a:lnTo>
                  <a:pt x="678903" y="94553"/>
                </a:lnTo>
                <a:lnTo>
                  <a:pt x="678837" y="95959"/>
                </a:lnTo>
                <a:lnTo>
                  <a:pt x="678790" y="97380"/>
                </a:lnTo>
                <a:lnTo>
                  <a:pt x="678762" y="98815"/>
                </a:lnTo>
                <a:lnTo>
                  <a:pt x="678752" y="100265"/>
                </a:lnTo>
                <a:lnTo>
                  <a:pt x="678762" y="101657"/>
                </a:lnTo>
                <a:lnTo>
                  <a:pt x="678791" y="103038"/>
                </a:lnTo>
                <a:lnTo>
                  <a:pt x="678839" y="104407"/>
                </a:lnTo>
                <a:lnTo>
                  <a:pt x="678907" y="105764"/>
                </a:lnTo>
                <a:lnTo>
                  <a:pt x="678995" y="107110"/>
                </a:lnTo>
                <a:lnTo>
                  <a:pt x="679101" y="108444"/>
                </a:lnTo>
                <a:lnTo>
                  <a:pt x="679227" y="109767"/>
                </a:lnTo>
                <a:lnTo>
                  <a:pt x="679373" y="111078"/>
                </a:lnTo>
                <a:lnTo>
                  <a:pt x="679537" y="112377"/>
                </a:lnTo>
                <a:lnTo>
                  <a:pt x="679721" y="113665"/>
                </a:lnTo>
                <a:lnTo>
                  <a:pt x="679925" y="114941"/>
                </a:lnTo>
                <a:lnTo>
                  <a:pt x="680148" y="116206"/>
                </a:lnTo>
                <a:lnTo>
                  <a:pt x="680390" y="117459"/>
                </a:lnTo>
                <a:lnTo>
                  <a:pt x="680652" y="118700"/>
                </a:lnTo>
                <a:lnTo>
                  <a:pt x="680933" y="119930"/>
                </a:lnTo>
                <a:lnTo>
                  <a:pt x="681234" y="121148"/>
                </a:lnTo>
                <a:lnTo>
                  <a:pt x="681553" y="122355"/>
                </a:lnTo>
                <a:lnTo>
                  <a:pt x="681893" y="123550"/>
                </a:lnTo>
                <a:lnTo>
                  <a:pt x="682251" y="124733"/>
                </a:lnTo>
                <a:lnTo>
                  <a:pt x="682629" y="125905"/>
                </a:lnTo>
                <a:lnTo>
                  <a:pt x="683027" y="127065"/>
                </a:lnTo>
                <a:lnTo>
                  <a:pt x="683443" y="128214"/>
                </a:lnTo>
                <a:lnTo>
                  <a:pt x="683880" y="129351"/>
                </a:lnTo>
                <a:lnTo>
                  <a:pt x="684335" y="130476"/>
                </a:lnTo>
                <a:lnTo>
                  <a:pt x="684811" y="131585"/>
                </a:lnTo>
                <a:lnTo>
                  <a:pt x="685307" y="132675"/>
                </a:lnTo>
                <a:lnTo>
                  <a:pt x="685824" y="133746"/>
                </a:lnTo>
                <a:lnTo>
                  <a:pt x="686362" y="134796"/>
                </a:lnTo>
                <a:lnTo>
                  <a:pt x="686921" y="135828"/>
                </a:lnTo>
                <a:lnTo>
                  <a:pt x="687500" y="136839"/>
                </a:lnTo>
                <a:lnTo>
                  <a:pt x="688101" y="137832"/>
                </a:lnTo>
                <a:lnTo>
                  <a:pt x="688722" y="138804"/>
                </a:lnTo>
                <a:lnTo>
                  <a:pt x="689364" y="139757"/>
                </a:lnTo>
                <a:lnTo>
                  <a:pt x="690026" y="140691"/>
                </a:lnTo>
                <a:lnTo>
                  <a:pt x="690709" y="141605"/>
                </a:lnTo>
                <a:lnTo>
                  <a:pt x="691413" y="142500"/>
                </a:lnTo>
                <a:lnTo>
                  <a:pt x="692138" y="143375"/>
                </a:lnTo>
                <a:lnTo>
                  <a:pt x="692884" y="144230"/>
                </a:lnTo>
                <a:lnTo>
                  <a:pt x="693650" y="145066"/>
                </a:lnTo>
                <a:lnTo>
                  <a:pt x="694438" y="145883"/>
                </a:lnTo>
                <a:lnTo>
                  <a:pt x="695246" y="146680"/>
                </a:lnTo>
                <a:lnTo>
                  <a:pt x="696074" y="147457"/>
                </a:lnTo>
                <a:lnTo>
                  <a:pt x="696924" y="148215"/>
                </a:lnTo>
                <a:lnTo>
                  <a:pt x="697794" y="148953"/>
                </a:lnTo>
                <a:lnTo>
                  <a:pt x="698685" y="149672"/>
                </a:lnTo>
                <a:lnTo>
                  <a:pt x="699597" y="150371"/>
                </a:lnTo>
                <a:lnTo>
                  <a:pt x="700529" y="151051"/>
                </a:lnTo>
                <a:lnTo>
                  <a:pt x="701483" y="151711"/>
                </a:lnTo>
                <a:lnTo>
                  <a:pt x="702458" y="152347"/>
                </a:lnTo>
                <a:lnTo>
                  <a:pt x="703456" y="152957"/>
                </a:lnTo>
                <a:lnTo>
                  <a:pt x="704476" y="153539"/>
                </a:lnTo>
                <a:lnTo>
                  <a:pt x="705520" y="154095"/>
                </a:lnTo>
                <a:lnTo>
                  <a:pt x="706586" y="154623"/>
                </a:lnTo>
                <a:lnTo>
                  <a:pt x="707674" y="155124"/>
                </a:lnTo>
                <a:lnTo>
                  <a:pt x="708786" y="155598"/>
                </a:lnTo>
                <a:lnTo>
                  <a:pt x="709920" y="156045"/>
                </a:lnTo>
                <a:lnTo>
                  <a:pt x="711077" y="156465"/>
                </a:lnTo>
                <a:lnTo>
                  <a:pt x="712257" y="156857"/>
                </a:lnTo>
                <a:lnTo>
                  <a:pt x="713460" y="157223"/>
                </a:lnTo>
                <a:lnTo>
                  <a:pt x="714685" y="157562"/>
                </a:lnTo>
                <a:lnTo>
                  <a:pt x="715933" y="157873"/>
                </a:lnTo>
                <a:lnTo>
                  <a:pt x="717204" y="158158"/>
                </a:lnTo>
                <a:lnTo>
                  <a:pt x="718498" y="158415"/>
                </a:lnTo>
                <a:lnTo>
                  <a:pt x="719814" y="158645"/>
                </a:lnTo>
                <a:lnTo>
                  <a:pt x="721153" y="158848"/>
                </a:lnTo>
                <a:lnTo>
                  <a:pt x="722515" y="159024"/>
                </a:lnTo>
                <a:lnTo>
                  <a:pt x="723899" y="159173"/>
                </a:lnTo>
                <a:lnTo>
                  <a:pt x="725307" y="159295"/>
                </a:lnTo>
                <a:lnTo>
                  <a:pt x="726737" y="159390"/>
                </a:lnTo>
                <a:lnTo>
                  <a:pt x="728189" y="159458"/>
                </a:lnTo>
                <a:lnTo>
                  <a:pt x="729665" y="159498"/>
                </a:lnTo>
                <a:lnTo>
                  <a:pt x="731163" y="159512"/>
                </a:lnTo>
                <a:lnTo>
                  <a:pt x="732325" y="159504"/>
                </a:lnTo>
                <a:lnTo>
                  <a:pt x="733473" y="159479"/>
                </a:lnTo>
                <a:lnTo>
                  <a:pt x="734608" y="159438"/>
                </a:lnTo>
                <a:lnTo>
                  <a:pt x="735730" y="159380"/>
                </a:lnTo>
                <a:lnTo>
                  <a:pt x="736839" y="159306"/>
                </a:lnTo>
                <a:close/>
                <a:moveTo>
                  <a:pt x="698705" y="82816"/>
                </a:moveTo>
                <a:lnTo>
                  <a:pt x="698937" y="81595"/>
                </a:lnTo>
                <a:lnTo>
                  <a:pt x="699192" y="80402"/>
                </a:lnTo>
                <a:lnTo>
                  <a:pt x="699470" y="79237"/>
                </a:lnTo>
                <a:lnTo>
                  <a:pt x="699771" y="78098"/>
                </a:lnTo>
                <a:lnTo>
                  <a:pt x="700095" y="76987"/>
                </a:lnTo>
                <a:lnTo>
                  <a:pt x="700443" y="75903"/>
                </a:lnTo>
                <a:lnTo>
                  <a:pt x="700813" y="74847"/>
                </a:lnTo>
                <a:lnTo>
                  <a:pt x="701207" y="73818"/>
                </a:lnTo>
                <a:lnTo>
                  <a:pt x="701624" y="72816"/>
                </a:lnTo>
                <a:lnTo>
                  <a:pt x="702064" y="71841"/>
                </a:lnTo>
                <a:lnTo>
                  <a:pt x="702527" y="70894"/>
                </a:lnTo>
                <a:lnTo>
                  <a:pt x="703013" y="69974"/>
                </a:lnTo>
                <a:lnTo>
                  <a:pt x="703523" y="69082"/>
                </a:lnTo>
                <a:lnTo>
                  <a:pt x="704055" y="68216"/>
                </a:lnTo>
                <a:lnTo>
                  <a:pt x="704611" y="67378"/>
                </a:lnTo>
                <a:lnTo>
                  <a:pt x="705190" y="66568"/>
                </a:lnTo>
                <a:lnTo>
                  <a:pt x="705792" y="65784"/>
                </a:lnTo>
                <a:lnTo>
                  <a:pt x="706417" y="65028"/>
                </a:lnTo>
                <a:lnTo>
                  <a:pt x="707066" y="64300"/>
                </a:lnTo>
                <a:lnTo>
                  <a:pt x="707736" y="63599"/>
                </a:lnTo>
                <a:lnTo>
                  <a:pt x="708427" y="62929"/>
                </a:lnTo>
                <a:lnTo>
                  <a:pt x="709139" y="62288"/>
                </a:lnTo>
                <a:lnTo>
                  <a:pt x="709871" y="61677"/>
                </a:lnTo>
                <a:lnTo>
                  <a:pt x="710625" y="61095"/>
                </a:lnTo>
                <a:lnTo>
                  <a:pt x="711399" y="60544"/>
                </a:lnTo>
                <a:lnTo>
                  <a:pt x="712194" y="60022"/>
                </a:lnTo>
                <a:lnTo>
                  <a:pt x="713009" y="59531"/>
                </a:lnTo>
                <a:lnTo>
                  <a:pt x="713846" y="59069"/>
                </a:lnTo>
                <a:lnTo>
                  <a:pt x="714703" y="58636"/>
                </a:lnTo>
                <a:lnTo>
                  <a:pt x="715581" y="58234"/>
                </a:lnTo>
                <a:lnTo>
                  <a:pt x="716480" y="57861"/>
                </a:lnTo>
                <a:lnTo>
                  <a:pt x="717399" y="57519"/>
                </a:lnTo>
                <a:lnTo>
                  <a:pt x="718339" y="57206"/>
                </a:lnTo>
                <a:lnTo>
                  <a:pt x="719300" y="56922"/>
                </a:lnTo>
                <a:lnTo>
                  <a:pt x="720282" y="56669"/>
                </a:lnTo>
                <a:lnTo>
                  <a:pt x="721285" y="56446"/>
                </a:lnTo>
                <a:lnTo>
                  <a:pt x="722308" y="56252"/>
                </a:lnTo>
                <a:lnTo>
                  <a:pt x="723352" y="56088"/>
                </a:lnTo>
                <a:lnTo>
                  <a:pt x="724417" y="55954"/>
                </a:lnTo>
                <a:lnTo>
                  <a:pt x="725503" y="55849"/>
                </a:lnTo>
                <a:lnTo>
                  <a:pt x="726609" y="55775"/>
                </a:lnTo>
                <a:lnTo>
                  <a:pt x="727737" y="55730"/>
                </a:lnTo>
                <a:lnTo>
                  <a:pt x="728885" y="55715"/>
                </a:lnTo>
                <a:lnTo>
                  <a:pt x="730023" y="55730"/>
                </a:lnTo>
                <a:lnTo>
                  <a:pt x="731140" y="55775"/>
                </a:lnTo>
                <a:lnTo>
                  <a:pt x="732237" y="55850"/>
                </a:lnTo>
                <a:lnTo>
                  <a:pt x="733312" y="55955"/>
                </a:lnTo>
                <a:lnTo>
                  <a:pt x="734367" y="56090"/>
                </a:lnTo>
                <a:lnTo>
                  <a:pt x="735400" y="56256"/>
                </a:lnTo>
                <a:lnTo>
                  <a:pt x="736413" y="56451"/>
                </a:lnTo>
                <a:lnTo>
                  <a:pt x="737405" y="56676"/>
                </a:lnTo>
                <a:lnTo>
                  <a:pt x="738375" y="56931"/>
                </a:lnTo>
                <a:lnTo>
                  <a:pt x="739325" y="57216"/>
                </a:lnTo>
                <a:lnTo>
                  <a:pt x="740254" y="57531"/>
                </a:lnTo>
                <a:lnTo>
                  <a:pt x="741161" y="57877"/>
                </a:lnTo>
                <a:lnTo>
                  <a:pt x="742048" y="58252"/>
                </a:lnTo>
                <a:lnTo>
                  <a:pt x="742914" y="58657"/>
                </a:lnTo>
                <a:lnTo>
                  <a:pt x="743759" y="59092"/>
                </a:lnTo>
                <a:lnTo>
                  <a:pt x="744583" y="59557"/>
                </a:lnTo>
                <a:lnTo>
                  <a:pt x="745385" y="60053"/>
                </a:lnTo>
                <a:lnTo>
                  <a:pt x="746167" y="60578"/>
                </a:lnTo>
                <a:lnTo>
                  <a:pt x="746928" y="61133"/>
                </a:lnTo>
                <a:lnTo>
                  <a:pt x="747668" y="61719"/>
                </a:lnTo>
                <a:lnTo>
                  <a:pt x="748387" y="62334"/>
                </a:lnTo>
                <a:lnTo>
                  <a:pt x="749085" y="62979"/>
                </a:lnTo>
                <a:lnTo>
                  <a:pt x="749763" y="63655"/>
                </a:lnTo>
                <a:lnTo>
                  <a:pt x="750419" y="64360"/>
                </a:lnTo>
                <a:lnTo>
                  <a:pt x="751051" y="65094"/>
                </a:lnTo>
                <a:lnTo>
                  <a:pt x="751659" y="65854"/>
                </a:lnTo>
                <a:lnTo>
                  <a:pt x="752240" y="66641"/>
                </a:lnTo>
                <a:lnTo>
                  <a:pt x="752796" y="67454"/>
                </a:lnTo>
                <a:lnTo>
                  <a:pt x="753325" y="68294"/>
                </a:lnTo>
                <a:lnTo>
                  <a:pt x="753830" y="69161"/>
                </a:lnTo>
                <a:lnTo>
                  <a:pt x="754308" y="70055"/>
                </a:lnTo>
                <a:lnTo>
                  <a:pt x="754761" y="70975"/>
                </a:lnTo>
                <a:lnTo>
                  <a:pt x="755188" y="71922"/>
                </a:lnTo>
                <a:lnTo>
                  <a:pt x="755589" y="72895"/>
                </a:lnTo>
                <a:lnTo>
                  <a:pt x="755965" y="73896"/>
                </a:lnTo>
                <a:lnTo>
                  <a:pt x="756315" y="74923"/>
                </a:lnTo>
                <a:lnTo>
                  <a:pt x="756639" y="75976"/>
                </a:lnTo>
                <a:lnTo>
                  <a:pt x="756938" y="77056"/>
                </a:lnTo>
                <a:lnTo>
                  <a:pt x="757210" y="78163"/>
                </a:lnTo>
                <a:lnTo>
                  <a:pt x="757457" y="79297"/>
                </a:lnTo>
                <a:lnTo>
                  <a:pt x="757679" y="80457"/>
                </a:lnTo>
                <a:lnTo>
                  <a:pt x="757874" y="81644"/>
                </a:lnTo>
                <a:lnTo>
                  <a:pt x="758044" y="82858"/>
                </a:lnTo>
                <a:lnTo>
                  <a:pt x="758189" y="84098"/>
                </a:lnTo>
                <a:lnTo>
                  <a:pt x="758307" y="85366"/>
                </a:lnTo>
                <a:lnTo>
                  <a:pt x="758400" y="86659"/>
                </a:lnTo>
                <a:lnTo>
                  <a:pt x="758467" y="87980"/>
                </a:lnTo>
                <a:lnTo>
                  <a:pt x="758508" y="89327"/>
                </a:lnTo>
                <a:lnTo>
                  <a:pt x="697894" y="89327"/>
                </a:lnTo>
                <a:lnTo>
                  <a:pt x="698010" y="87970"/>
                </a:lnTo>
                <a:lnTo>
                  <a:pt x="698149" y="86640"/>
                </a:lnTo>
                <a:lnTo>
                  <a:pt x="698311" y="85338"/>
                </a:lnTo>
                <a:lnTo>
                  <a:pt x="698497" y="84063"/>
                </a:lnTo>
                <a:lnTo>
                  <a:pt x="698705" y="82816"/>
                </a:lnTo>
                <a:close/>
                <a:moveTo>
                  <a:pt x="1050744" y="159380"/>
                </a:moveTo>
                <a:lnTo>
                  <a:pt x="1051853" y="159306"/>
                </a:lnTo>
                <a:lnTo>
                  <a:pt x="1052949" y="159215"/>
                </a:lnTo>
                <a:lnTo>
                  <a:pt x="1054032" y="159107"/>
                </a:lnTo>
                <a:lnTo>
                  <a:pt x="1055102" y="158983"/>
                </a:lnTo>
                <a:lnTo>
                  <a:pt x="1056159" y="158843"/>
                </a:lnTo>
                <a:lnTo>
                  <a:pt x="1057203" y="158686"/>
                </a:lnTo>
                <a:lnTo>
                  <a:pt x="1058234" y="158513"/>
                </a:lnTo>
                <a:lnTo>
                  <a:pt x="1059251" y="158323"/>
                </a:lnTo>
                <a:lnTo>
                  <a:pt x="1060256" y="158116"/>
                </a:lnTo>
                <a:lnTo>
                  <a:pt x="1061248" y="157893"/>
                </a:lnTo>
                <a:lnTo>
                  <a:pt x="1062226" y="157654"/>
                </a:lnTo>
                <a:lnTo>
                  <a:pt x="1063192" y="157398"/>
                </a:lnTo>
                <a:lnTo>
                  <a:pt x="1064144" y="157125"/>
                </a:lnTo>
                <a:lnTo>
                  <a:pt x="1065083" y="156836"/>
                </a:lnTo>
                <a:lnTo>
                  <a:pt x="1066010" y="156531"/>
                </a:lnTo>
                <a:lnTo>
                  <a:pt x="1066923" y="156209"/>
                </a:lnTo>
                <a:lnTo>
                  <a:pt x="1067823" y="155870"/>
                </a:lnTo>
                <a:lnTo>
                  <a:pt x="1068710" y="155515"/>
                </a:lnTo>
                <a:lnTo>
                  <a:pt x="1069585" y="155143"/>
                </a:lnTo>
                <a:lnTo>
                  <a:pt x="1070446" y="154755"/>
                </a:lnTo>
                <a:lnTo>
                  <a:pt x="1071292" y="154351"/>
                </a:lnTo>
                <a:lnTo>
                  <a:pt x="1072123" y="153934"/>
                </a:lnTo>
                <a:lnTo>
                  <a:pt x="1072938" y="153503"/>
                </a:lnTo>
                <a:lnTo>
                  <a:pt x="1073737" y="153057"/>
                </a:lnTo>
                <a:lnTo>
                  <a:pt x="1074520" y="152598"/>
                </a:lnTo>
                <a:lnTo>
                  <a:pt x="1075288" y="152125"/>
                </a:lnTo>
                <a:lnTo>
                  <a:pt x="1076040" y="151638"/>
                </a:lnTo>
                <a:lnTo>
                  <a:pt x="1076775" y="151138"/>
                </a:lnTo>
                <a:lnTo>
                  <a:pt x="1077495" y="150623"/>
                </a:lnTo>
                <a:lnTo>
                  <a:pt x="1078200" y="150095"/>
                </a:lnTo>
                <a:lnTo>
                  <a:pt x="1078888" y="149552"/>
                </a:lnTo>
                <a:lnTo>
                  <a:pt x="1079561" y="148996"/>
                </a:lnTo>
                <a:lnTo>
                  <a:pt x="1080217" y="148426"/>
                </a:lnTo>
                <a:lnTo>
                  <a:pt x="1080858" y="147842"/>
                </a:lnTo>
                <a:lnTo>
                  <a:pt x="1081483" y="147244"/>
                </a:lnTo>
                <a:lnTo>
                  <a:pt x="1082092" y="146632"/>
                </a:lnTo>
                <a:lnTo>
                  <a:pt x="1082686" y="146007"/>
                </a:lnTo>
                <a:lnTo>
                  <a:pt x="1083264" y="145367"/>
                </a:lnTo>
                <a:lnTo>
                  <a:pt x="1083825" y="144714"/>
                </a:lnTo>
                <a:lnTo>
                  <a:pt x="1084371" y="144047"/>
                </a:lnTo>
                <a:lnTo>
                  <a:pt x="1084901" y="143366"/>
                </a:lnTo>
                <a:lnTo>
                  <a:pt x="1085416" y="142671"/>
                </a:lnTo>
                <a:lnTo>
                  <a:pt x="1085914" y="141962"/>
                </a:lnTo>
                <a:lnTo>
                  <a:pt x="1086397" y="141239"/>
                </a:lnTo>
                <a:lnTo>
                  <a:pt x="1086862" y="140504"/>
                </a:lnTo>
                <a:lnTo>
                  <a:pt x="1087309" y="139757"/>
                </a:lnTo>
                <a:lnTo>
                  <a:pt x="1087737" y="138998"/>
                </a:lnTo>
                <a:lnTo>
                  <a:pt x="1088147" y="138228"/>
                </a:lnTo>
                <a:lnTo>
                  <a:pt x="1088538" y="137446"/>
                </a:lnTo>
                <a:lnTo>
                  <a:pt x="1088911" y="136652"/>
                </a:lnTo>
                <a:lnTo>
                  <a:pt x="1089264" y="135847"/>
                </a:lnTo>
                <a:lnTo>
                  <a:pt x="1089600" y="135031"/>
                </a:lnTo>
                <a:lnTo>
                  <a:pt x="1089916" y="134202"/>
                </a:lnTo>
                <a:lnTo>
                  <a:pt x="1090214" y="133362"/>
                </a:lnTo>
                <a:lnTo>
                  <a:pt x="1090494" y="132510"/>
                </a:lnTo>
                <a:lnTo>
                  <a:pt x="1090755" y="131647"/>
                </a:lnTo>
                <a:lnTo>
                  <a:pt x="1090997" y="130772"/>
                </a:lnTo>
                <a:lnTo>
                  <a:pt x="1091221" y="129886"/>
                </a:lnTo>
                <a:lnTo>
                  <a:pt x="1091426" y="128988"/>
                </a:lnTo>
                <a:lnTo>
                  <a:pt x="1091613" y="128078"/>
                </a:lnTo>
                <a:lnTo>
                  <a:pt x="1091781" y="127157"/>
                </a:lnTo>
                <a:lnTo>
                  <a:pt x="1091930" y="126224"/>
                </a:lnTo>
                <a:lnTo>
                  <a:pt x="1092061" y="125279"/>
                </a:lnTo>
                <a:lnTo>
                  <a:pt x="1092173" y="124323"/>
                </a:lnTo>
                <a:lnTo>
                  <a:pt x="1092266" y="123355"/>
                </a:lnTo>
                <a:lnTo>
                  <a:pt x="1092341" y="122376"/>
                </a:lnTo>
                <a:lnTo>
                  <a:pt x="1092398" y="121384"/>
                </a:lnTo>
                <a:lnTo>
                  <a:pt x="1092435" y="120382"/>
                </a:lnTo>
                <a:lnTo>
                  <a:pt x="1073636" y="120382"/>
                </a:lnTo>
                <a:lnTo>
                  <a:pt x="1073595" y="121360"/>
                </a:lnTo>
                <a:lnTo>
                  <a:pt x="1073531" y="122319"/>
                </a:lnTo>
                <a:lnTo>
                  <a:pt x="1073444" y="123259"/>
                </a:lnTo>
                <a:lnTo>
                  <a:pt x="1073332" y="124179"/>
                </a:lnTo>
                <a:lnTo>
                  <a:pt x="1073197" y="125080"/>
                </a:lnTo>
                <a:lnTo>
                  <a:pt x="1073038" y="125962"/>
                </a:lnTo>
                <a:lnTo>
                  <a:pt x="1072855" y="126824"/>
                </a:lnTo>
                <a:lnTo>
                  <a:pt x="1072648" y="127667"/>
                </a:lnTo>
                <a:lnTo>
                  <a:pt x="1072418" y="128491"/>
                </a:lnTo>
                <a:lnTo>
                  <a:pt x="1072164" y="129295"/>
                </a:lnTo>
                <a:lnTo>
                  <a:pt x="1071886" y="130080"/>
                </a:lnTo>
                <a:lnTo>
                  <a:pt x="1071585" y="130846"/>
                </a:lnTo>
                <a:lnTo>
                  <a:pt x="1071260" y="131592"/>
                </a:lnTo>
                <a:lnTo>
                  <a:pt x="1070911" y="132319"/>
                </a:lnTo>
                <a:lnTo>
                  <a:pt x="1070538" y="133027"/>
                </a:lnTo>
                <a:lnTo>
                  <a:pt x="1070142" y="133716"/>
                </a:lnTo>
                <a:lnTo>
                  <a:pt x="1069722" y="134385"/>
                </a:lnTo>
                <a:lnTo>
                  <a:pt x="1069278" y="135034"/>
                </a:lnTo>
                <a:lnTo>
                  <a:pt x="1068810" y="135665"/>
                </a:lnTo>
                <a:lnTo>
                  <a:pt x="1068319" y="136276"/>
                </a:lnTo>
                <a:lnTo>
                  <a:pt x="1067804" y="136867"/>
                </a:lnTo>
                <a:lnTo>
                  <a:pt x="1067265" y="137440"/>
                </a:lnTo>
                <a:lnTo>
                  <a:pt x="1066702" y="137993"/>
                </a:lnTo>
                <a:lnTo>
                  <a:pt x="1066116" y="138526"/>
                </a:lnTo>
                <a:lnTo>
                  <a:pt x="1065508" y="139039"/>
                </a:lnTo>
                <a:lnTo>
                  <a:pt x="1064881" y="139531"/>
                </a:lnTo>
                <a:lnTo>
                  <a:pt x="1064234" y="140000"/>
                </a:lnTo>
                <a:lnTo>
                  <a:pt x="1063568" y="140447"/>
                </a:lnTo>
                <a:lnTo>
                  <a:pt x="1062883" y="140873"/>
                </a:lnTo>
                <a:lnTo>
                  <a:pt x="1062178" y="141277"/>
                </a:lnTo>
                <a:lnTo>
                  <a:pt x="1061454" y="141659"/>
                </a:lnTo>
                <a:lnTo>
                  <a:pt x="1060710" y="142019"/>
                </a:lnTo>
                <a:lnTo>
                  <a:pt x="1059947" y="142358"/>
                </a:lnTo>
                <a:lnTo>
                  <a:pt x="1059165" y="142674"/>
                </a:lnTo>
                <a:lnTo>
                  <a:pt x="1058363" y="142969"/>
                </a:lnTo>
                <a:lnTo>
                  <a:pt x="1057542" y="143242"/>
                </a:lnTo>
                <a:lnTo>
                  <a:pt x="1056702" y="143493"/>
                </a:lnTo>
                <a:lnTo>
                  <a:pt x="1055842" y="143722"/>
                </a:lnTo>
                <a:lnTo>
                  <a:pt x="1054963" y="143930"/>
                </a:lnTo>
                <a:lnTo>
                  <a:pt x="1054064" y="144115"/>
                </a:lnTo>
                <a:lnTo>
                  <a:pt x="1053146" y="144279"/>
                </a:lnTo>
                <a:lnTo>
                  <a:pt x="1052209" y="144421"/>
                </a:lnTo>
                <a:lnTo>
                  <a:pt x="1051252" y="144541"/>
                </a:lnTo>
                <a:lnTo>
                  <a:pt x="1050276" y="144639"/>
                </a:lnTo>
                <a:lnTo>
                  <a:pt x="1049280" y="144716"/>
                </a:lnTo>
                <a:lnTo>
                  <a:pt x="1048265" y="144770"/>
                </a:lnTo>
                <a:lnTo>
                  <a:pt x="1047231" y="144803"/>
                </a:lnTo>
                <a:lnTo>
                  <a:pt x="1046177" y="144814"/>
                </a:lnTo>
                <a:lnTo>
                  <a:pt x="1045188" y="144804"/>
                </a:lnTo>
                <a:lnTo>
                  <a:pt x="1044216" y="144774"/>
                </a:lnTo>
                <a:lnTo>
                  <a:pt x="1043259" y="144725"/>
                </a:lnTo>
                <a:lnTo>
                  <a:pt x="1042319" y="144656"/>
                </a:lnTo>
                <a:lnTo>
                  <a:pt x="1041395" y="144567"/>
                </a:lnTo>
                <a:lnTo>
                  <a:pt x="1040487" y="144458"/>
                </a:lnTo>
                <a:lnTo>
                  <a:pt x="1039596" y="144329"/>
                </a:lnTo>
                <a:lnTo>
                  <a:pt x="1038720" y="144180"/>
                </a:lnTo>
                <a:lnTo>
                  <a:pt x="1037861" y="144012"/>
                </a:lnTo>
                <a:lnTo>
                  <a:pt x="1037018" y="143824"/>
                </a:lnTo>
                <a:lnTo>
                  <a:pt x="1036192" y="143616"/>
                </a:lnTo>
                <a:lnTo>
                  <a:pt x="1035381" y="143388"/>
                </a:lnTo>
                <a:lnTo>
                  <a:pt x="1034587" y="143141"/>
                </a:lnTo>
                <a:lnTo>
                  <a:pt x="1033809" y="142873"/>
                </a:lnTo>
                <a:lnTo>
                  <a:pt x="1033047" y="142586"/>
                </a:lnTo>
                <a:lnTo>
                  <a:pt x="1032302" y="142279"/>
                </a:lnTo>
                <a:lnTo>
                  <a:pt x="1031573" y="141952"/>
                </a:lnTo>
                <a:lnTo>
                  <a:pt x="1030860" y="141606"/>
                </a:lnTo>
                <a:lnTo>
                  <a:pt x="1030163" y="141239"/>
                </a:lnTo>
                <a:lnTo>
                  <a:pt x="1029482" y="140853"/>
                </a:lnTo>
                <a:lnTo>
                  <a:pt x="1028818" y="140447"/>
                </a:lnTo>
                <a:lnTo>
                  <a:pt x="1028169" y="140021"/>
                </a:lnTo>
                <a:lnTo>
                  <a:pt x="1027537" y="139576"/>
                </a:lnTo>
                <a:lnTo>
                  <a:pt x="1026922" y="139110"/>
                </a:lnTo>
                <a:lnTo>
                  <a:pt x="1026321" y="138628"/>
                </a:lnTo>
                <a:lnTo>
                  <a:pt x="1025734" y="138133"/>
                </a:lnTo>
                <a:lnTo>
                  <a:pt x="1025160" y="137626"/>
                </a:lnTo>
                <a:lnTo>
                  <a:pt x="1024600" y="137105"/>
                </a:lnTo>
                <a:lnTo>
                  <a:pt x="1024054" y="136571"/>
                </a:lnTo>
                <a:lnTo>
                  <a:pt x="1023521" y="136024"/>
                </a:lnTo>
                <a:lnTo>
                  <a:pt x="1023002" y="135464"/>
                </a:lnTo>
                <a:lnTo>
                  <a:pt x="1022497" y="134892"/>
                </a:lnTo>
                <a:lnTo>
                  <a:pt x="1022005" y="134306"/>
                </a:lnTo>
                <a:lnTo>
                  <a:pt x="1021527" y="133707"/>
                </a:lnTo>
                <a:lnTo>
                  <a:pt x="1021063" y="133095"/>
                </a:lnTo>
                <a:lnTo>
                  <a:pt x="1020612" y="132471"/>
                </a:lnTo>
                <a:lnTo>
                  <a:pt x="1020175" y="131833"/>
                </a:lnTo>
                <a:lnTo>
                  <a:pt x="1019752" y="131182"/>
                </a:lnTo>
                <a:lnTo>
                  <a:pt x="1019342" y="130518"/>
                </a:lnTo>
                <a:lnTo>
                  <a:pt x="1018946" y="129842"/>
                </a:lnTo>
                <a:lnTo>
                  <a:pt x="1018564" y="129152"/>
                </a:lnTo>
                <a:lnTo>
                  <a:pt x="1018195" y="128449"/>
                </a:lnTo>
                <a:lnTo>
                  <a:pt x="1017840" y="127733"/>
                </a:lnTo>
                <a:lnTo>
                  <a:pt x="1017498" y="127005"/>
                </a:lnTo>
                <a:lnTo>
                  <a:pt x="1017170" y="126263"/>
                </a:lnTo>
                <a:lnTo>
                  <a:pt x="1016856" y="125508"/>
                </a:lnTo>
                <a:lnTo>
                  <a:pt x="1016555" y="124741"/>
                </a:lnTo>
                <a:lnTo>
                  <a:pt x="1016268" y="123960"/>
                </a:lnTo>
                <a:lnTo>
                  <a:pt x="1015994" y="123170"/>
                </a:lnTo>
                <a:lnTo>
                  <a:pt x="1015731" y="122373"/>
                </a:lnTo>
                <a:lnTo>
                  <a:pt x="1015479" y="121570"/>
                </a:lnTo>
                <a:lnTo>
                  <a:pt x="1015238" y="120760"/>
                </a:lnTo>
                <a:lnTo>
                  <a:pt x="1015009" y="119944"/>
                </a:lnTo>
                <a:lnTo>
                  <a:pt x="1014791" y="119122"/>
                </a:lnTo>
                <a:lnTo>
                  <a:pt x="1014584" y="118293"/>
                </a:lnTo>
                <a:lnTo>
                  <a:pt x="1014389" y="117458"/>
                </a:lnTo>
                <a:lnTo>
                  <a:pt x="1014204" y="116617"/>
                </a:lnTo>
                <a:lnTo>
                  <a:pt x="1014031" y="115769"/>
                </a:lnTo>
                <a:lnTo>
                  <a:pt x="1013870" y="114914"/>
                </a:lnTo>
                <a:lnTo>
                  <a:pt x="1013719" y="114054"/>
                </a:lnTo>
                <a:lnTo>
                  <a:pt x="1013580" y="113187"/>
                </a:lnTo>
                <a:lnTo>
                  <a:pt x="1013452" y="112313"/>
                </a:lnTo>
                <a:lnTo>
                  <a:pt x="1013335" y="111433"/>
                </a:lnTo>
                <a:lnTo>
                  <a:pt x="1013230" y="110547"/>
                </a:lnTo>
                <a:lnTo>
                  <a:pt x="1013136" y="109654"/>
                </a:lnTo>
                <a:lnTo>
                  <a:pt x="1013053" y="108755"/>
                </a:lnTo>
                <a:lnTo>
                  <a:pt x="1012982" y="107850"/>
                </a:lnTo>
                <a:lnTo>
                  <a:pt x="1012922" y="106938"/>
                </a:lnTo>
                <a:lnTo>
                  <a:pt x="1012873" y="106020"/>
                </a:lnTo>
                <a:lnTo>
                  <a:pt x="1012835" y="105095"/>
                </a:lnTo>
                <a:lnTo>
                  <a:pt x="1012809" y="104164"/>
                </a:lnTo>
                <a:lnTo>
                  <a:pt x="1012793" y="103227"/>
                </a:lnTo>
                <a:lnTo>
                  <a:pt x="1091866" y="103227"/>
                </a:lnTo>
                <a:lnTo>
                  <a:pt x="1091885" y="103137"/>
                </a:lnTo>
                <a:lnTo>
                  <a:pt x="1091903" y="103042"/>
                </a:lnTo>
                <a:lnTo>
                  <a:pt x="1091921" y="102943"/>
                </a:lnTo>
                <a:lnTo>
                  <a:pt x="1091939" y="102838"/>
                </a:lnTo>
                <a:lnTo>
                  <a:pt x="1091956" y="102729"/>
                </a:lnTo>
                <a:lnTo>
                  <a:pt x="1091973" y="102616"/>
                </a:lnTo>
                <a:lnTo>
                  <a:pt x="1091989" y="102498"/>
                </a:lnTo>
                <a:lnTo>
                  <a:pt x="1092005" y="102375"/>
                </a:lnTo>
                <a:lnTo>
                  <a:pt x="1092021" y="102247"/>
                </a:lnTo>
                <a:lnTo>
                  <a:pt x="1092036" y="102115"/>
                </a:lnTo>
                <a:lnTo>
                  <a:pt x="1092051" y="101978"/>
                </a:lnTo>
                <a:lnTo>
                  <a:pt x="1092065" y="101837"/>
                </a:lnTo>
                <a:lnTo>
                  <a:pt x="1092079" y="101690"/>
                </a:lnTo>
                <a:lnTo>
                  <a:pt x="1092093" y="101539"/>
                </a:lnTo>
                <a:lnTo>
                  <a:pt x="1092106" y="101384"/>
                </a:lnTo>
                <a:lnTo>
                  <a:pt x="1092119" y="101224"/>
                </a:lnTo>
                <a:lnTo>
                  <a:pt x="1092131" y="101059"/>
                </a:lnTo>
                <a:lnTo>
                  <a:pt x="1092143" y="100889"/>
                </a:lnTo>
                <a:lnTo>
                  <a:pt x="1092155" y="100715"/>
                </a:lnTo>
                <a:lnTo>
                  <a:pt x="1092166" y="100536"/>
                </a:lnTo>
                <a:lnTo>
                  <a:pt x="1092177" y="100352"/>
                </a:lnTo>
                <a:lnTo>
                  <a:pt x="1092188" y="100164"/>
                </a:lnTo>
                <a:lnTo>
                  <a:pt x="1092198" y="99971"/>
                </a:lnTo>
                <a:lnTo>
                  <a:pt x="1092208" y="99773"/>
                </a:lnTo>
                <a:lnTo>
                  <a:pt x="1092217" y="99574"/>
                </a:lnTo>
                <a:lnTo>
                  <a:pt x="1092226" y="99377"/>
                </a:lnTo>
                <a:lnTo>
                  <a:pt x="1092234" y="99183"/>
                </a:lnTo>
                <a:lnTo>
                  <a:pt x="1092242" y="98990"/>
                </a:lnTo>
                <a:lnTo>
                  <a:pt x="1092250" y="98800"/>
                </a:lnTo>
                <a:lnTo>
                  <a:pt x="1092257" y="98612"/>
                </a:lnTo>
                <a:lnTo>
                  <a:pt x="1092264" y="98426"/>
                </a:lnTo>
                <a:lnTo>
                  <a:pt x="1092271" y="98243"/>
                </a:lnTo>
                <a:lnTo>
                  <a:pt x="1092277" y="98061"/>
                </a:lnTo>
                <a:lnTo>
                  <a:pt x="1092283" y="97882"/>
                </a:lnTo>
                <a:lnTo>
                  <a:pt x="1092288" y="97706"/>
                </a:lnTo>
                <a:lnTo>
                  <a:pt x="1092293" y="97531"/>
                </a:lnTo>
                <a:lnTo>
                  <a:pt x="1092298" y="97359"/>
                </a:lnTo>
                <a:lnTo>
                  <a:pt x="1092302" y="97189"/>
                </a:lnTo>
                <a:lnTo>
                  <a:pt x="1092305" y="97021"/>
                </a:lnTo>
                <a:lnTo>
                  <a:pt x="1092309" y="96855"/>
                </a:lnTo>
                <a:lnTo>
                  <a:pt x="1092312" y="96692"/>
                </a:lnTo>
                <a:lnTo>
                  <a:pt x="1092314" y="96531"/>
                </a:lnTo>
                <a:lnTo>
                  <a:pt x="1092317" y="96372"/>
                </a:lnTo>
                <a:lnTo>
                  <a:pt x="1092318" y="96215"/>
                </a:lnTo>
                <a:lnTo>
                  <a:pt x="1092320" y="96061"/>
                </a:lnTo>
                <a:lnTo>
                  <a:pt x="1092321" y="95909"/>
                </a:lnTo>
                <a:lnTo>
                  <a:pt x="1092321" y="95759"/>
                </a:lnTo>
                <a:lnTo>
                  <a:pt x="1092322" y="95611"/>
                </a:lnTo>
                <a:lnTo>
                  <a:pt x="1092299" y="93436"/>
                </a:lnTo>
                <a:lnTo>
                  <a:pt x="1092232" y="91303"/>
                </a:lnTo>
                <a:lnTo>
                  <a:pt x="1092120" y="89213"/>
                </a:lnTo>
                <a:lnTo>
                  <a:pt x="1091964" y="87165"/>
                </a:lnTo>
                <a:lnTo>
                  <a:pt x="1091763" y="85161"/>
                </a:lnTo>
                <a:lnTo>
                  <a:pt x="1091517" y="83199"/>
                </a:lnTo>
                <a:lnTo>
                  <a:pt x="1091226" y="81280"/>
                </a:lnTo>
                <a:lnTo>
                  <a:pt x="1090891" y="79404"/>
                </a:lnTo>
                <a:lnTo>
                  <a:pt x="1090511" y="77570"/>
                </a:lnTo>
                <a:lnTo>
                  <a:pt x="1090086" y="75779"/>
                </a:lnTo>
                <a:lnTo>
                  <a:pt x="1089617" y="74031"/>
                </a:lnTo>
                <a:lnTo>
                  <a:pt x="1089103" y="72325"/>
                </a:lnTo>
                <a:lnTo>
                  <a:pt x="1088544" y="70662"/>
                </a:lnTo>
                <a:lnTo>
                  <a:pt x="1087940" y="69042"/>
                </a:lnTo>
                <a:lnTo>
                  <a:pt x="1087292" y="67465"/>
                </a:lnTo>
                <a:lnTo>
                  <a:pt x="1086599" y="65930"/>
                </a:lnTo>
                <a:lnTo>
                  <a:pt x="1085862" y="64439"/>
                </a:lnTo>
                <a:lnTo>
                  <a:pt x="1085079" y="62989"/>
                </a:lnTo>
                <a:lnTo>
                  <a:pt x="1084252" y="61583"/>
                </a:lnTo>
                <a:lnTo>
                  <a:pt x="1083381" y="60219"/>
                </a:lnTo>
                <a:lnTo>
                  <a:pt x="1082464" y="58898"/>
                </a:lnTo>
                <a:lnTo>
                  <a:pt x="1081503" y="57620"/>
                </a:lnTo>
                <a:lnTo>
                  <a:pt x="1080497" y="56385"/>
                </a:lnTo>
                <a:lnTo>
                  <a:pt x="1079447" y="55192"/>
                </a:lnTo>
                <a:lnTo>
                  <a:pt x="1078357" y="54045"/>
                </a:lnTo>
                <a:lnTo>
                  <a:pt x="1077233" y="52946"/>
                </a:lnTo>
                <a:lnTo>
                  <a:pt x="1076075" y="51896"/>
                </a:lnTo>
                <a:lnTo>
                  <a:pt x="1074883" y="50896"/>
                </a:lnTo>
                <a:lnTo>
                  <a:pt x="1073657" y="49944"/>
                </a:lnTo>
                <a:lnTo>
                  <a:pt x="1072397" y="49040"/>
                </a:lnTo>
                <a:lnTo>
                  <a:pt x="1071103" y="48186"/>
                </a:lnTo>
                <a:lnTo>
                  <a:pt x="1069775" y="47380"/>
                </a:lnTo>
                <a:lnTo>
                  <a:pt x="1068413" y="46624"/>
                </a:lnTo>
                <a:lnTo>
                  <a:pt x="1067016" y="45916"/>
                </a:lnTo>
                <a:lnTo>
                  <a:pt x="1065586" y="45257"/>
                </a:lnTo>
                <a:lnTo>
                  <a:pt x="1064122" y="44646"/>
                </a:lnTo>
                <a:lnTo>
                  <a:pt x="1062624" y="44085"/>
                </a:lnTo>
                <a:lnTo>
                  <a:pt x="1061092" y="43572"/>
                </a:lnTo>
                <a:lnTo>
                  <a:pt x="1059525" y="43109"/>
                </a:lnTo>
                <a:lnTo>
                  <a:pt x="1057925" y="42694"/>
                </a:lnTo>
                <a:lnTo>
                  <a:pt x="1056291" y="42327"/>
                </a:lnTo>
                <a:lnTo>
                  <a:pt x="1054623" y="42010"/>
                </a:lnTo>
                <a:lnTo>
                  <a:pt x="1052920" y="41742"/>
                </a:lnTo>
                <a:lnTo>
                  <a:pt x="1051184" y="41522"/>
                </a:lnTo>
                <a:lnTo>
                  <a:pt x="1049413" y="41351"/>
                </a:lnTo>
                <a:lnTo>
                  <a:pt x="1047609" y="41229"/>
                </a:lnTo>
                <a:lnTo>
                  <a:pt x="1045771" y="41156"/>
                </a:lnTo>
                <a:lnTo>
                  <a:pt x="1043898" y="41131"/>
                </a:lnTo>
                <a:lnTo>
                  <a:pt x="1042484" y="41144"/>
                </a:lnTo>
                <a:lnTo>
                  <a:pt x="1041091" y="41183"/>
                </a:lnTo>
                <a:lnTo>
                  <a:pt x="1039719" y="41249"/>
                </a:lnTo>
                <a:lnTo>
                  <a:pt x="1038368" y="41340"/>
                </a:lnTo>
                <a:lnTo>
                  <a:pt x="1037037" y="41457"/>
                </a:lnTo>
                <a:lnTo>
                  <a:pt x="1035727" y="41601"/>
                </a:lnTo>
                <a:lnTo>
                  <a:pt x="1034438" y="41770"/>
                </a:lnTo>
                <a:lnTo>
                  <a:pt x="1033169" y="41966"/>
                </a:lnTo>
                <a:lnTo>
                  <a:pt x="1031921" y="42187"/>
                </a:lnTo>
                <a:lnTo>
                  <a:pt x="1030695" y="42435"/>
                </a:lnTo>
                <a:lnTo>
                  <a:pt x="1029488" y="42709"/>
                </a:lnTo>
                <a:lnTo>
                  <a:pt x="1028303" y="43009"/>
                </a:lnTo>
                <a:lnTo>
                  <a:pt x="1027138" y="43335"/>
                </a:lnTo>
                <a:lnTo>
                  <a:pt x="1025995" y="43687"/>
                </a:lnTo>
                <a:lnTo>
                  <a:pt x="1024872" y="44065"/>
                </a:lnTo>
                <a:lnTo>
                  <a:pt x="1023769" y="44469"/>
                </a:lnTo>
                <a:lnTo>
                  <a:pt x="1022688" y="44899"/>
                </a:lnTo>
                <a:lnTo>
                  <a:pt x="1021627" y="45355"/>
                </a:lnTo>
                <a:lnTo>
                  <a:pt x="1020587" y="45838"/>
                </a:lnTo>
                <a:lnTo>
                  <a:pt x="1019568" y="46346"/>
                </a:lnTo>
                <a:lnTo>
                  <a:pt x="1018569" y="46881"/>
                </a:lnTo>
                <a:lnTo>
                  <a:pt x="1017592" y="47441"/>
                </a:lnTo>
                <a:lnTo>
                  <a:pt x="1016635" y="48028"/>
                </a:lnTo>
                <a:lnTo>
                  <a:pt x="1015699" y="48640"/>
                </a:lnTo>
                <a:lnTo>
                  <a:pt x="1014783" y="49276"/>
                </a:lnTo>
                <a:lnTo>
                  <a:pt x="1013887" y="49932"/>
                </a:lnTo>
                <a:lnTo>
                  <a:pt x="1013011" y="50609"/>
                </a:lnTo>
                <a:lnTo>
                  <a:pt x="1012154" y="51305"/>
                </a:lnTo>
                <a:lnTo>
                  <a:pt x="1011317" y="52021"/>
                </a:lnTo>
                <a:lnTo>
                  <a:pt x="1010500" y="52758"/>
                </a:lnTo>
                <a:lnTo>
                  <a:pt x="1009703" y="53515"/>
                </a:lnTo>
                <a:lnTo>
                  <a:pt x="1008926" y="54292"/>
                </a:lnTo>
                <a:lnTo>
                  <a:pt x="1008168" y="55089"/>
                </a:lnTo>
                <a:lnTo>
                  <a:pt x="1007430" y="55906"/>
                </a:lnTo>
                <a:lnTo>
                  <a:pt x="1006712" y="56744"/>
                </a:lnTo>
                <a:lnTo>
                  <a:pt x="1006014" y="57601"/>
                </a:lnTo>
                <a:lnTo>
                  <a:pt x="1005336" y="58479"/>
                </a:lnTo>
                <a:lnTo>
                  <a:pt x="1004677" y="59377"/>
                </a:lnTo>
                <a:lnTo>
                  <a:pt x="1004038" y="60295"/>
                </a:lnTo>
                <a:lnTo>
                  <a:pt x="1003419" y="61234"/>
                </a:lnTo>
                <a:lnTo>
                  <a:pt x="1002820" y="62192"/>
                </a:lnTo>
                <a:lnTo>
                  <a:pt x="1002240" y="63171"/>
                </a:lnTo>
                <a:lnTo>
                  <a:pt x="1001680" y="64170"/>
                </a:lnTo>
                <a:lnTo>
                  <a:pt x="1001140" y="65189"/>
                </a:lnTo>
                <a:lnTo>
                  <a:pt x="1000620" y="66228"/>
                </a:lnTo>
                <a:lnTo>
                  <a:pt x="1000119" y="67287"/>
                </a:lnTo>
                <a:lnTo>
                  <a:pt x="999639" y="68366"/>
                </a:lnTo>
                <a:lnTo>
                  <a:pt x="999178" y="69466"/>
                </a:lnTo>
                <a:lnTo>
                  <a:pt x="998736" y="70583"/>
                </a:lnTo>
                <a:lnTo>
                  <a:pt x="998313" y="71714"/>
                </a:lnTo>
                <a:lnTo>
                  <a:pt x="997909" y="72860"/>
                </a:lnTo>
                <a:lnTo>
                  <a:pt x="997524" y="74021"/>
                </a:lnTo>
                <a:lnTo>
                  <a:pt x="997158" y="75195"/>
                </a:lnTo>
                <a:lnTo>
                  <a:pt x="996810" y="76385"/>
                </a:lnTo>
                <a:lnTo>
                  <a:pt x="996481" y="77588"/>
                </a:lnTo>
                <a:lnTo>
                  <a:pt x="996171" y="78807"/>
                </a:lnTo>
                <a:lnTo>
                  <a:pt x="995880" y="80039"/>
                </a:lnTo>
                <a:lnTo>
                  <a:pt x="995607" y="81286"/>
                </a:lnTo>
                <a:lnTo>
                  <a:pt x="995354" y="82548"/>
                </a:lnTo>
                <a:lnTo>
                  <a:pt x="995119" y="83824"/>
                </a:lnTo>
                <a:lnTo>
                  <a:pt x="994903" y="85114"/>
                </a:lnTo>
                <a:lnTo>
                  <a:pt x="994705" y="86419"/>
                </a:lnTo>
                <a:lnTo>
                  <a:pt x="994527" y="87739"/>
                </a:lnTo>
                <a:lnTo>
                  <a:pt x="994367" y="89073"/>
                </a:lnTo>
                <a:lnTo>
                  <a:pt x="994226" y="90421"/>
                </a:lnTo>
                <a:lnTo>
                  <a:pt x="994104" y="91784"/>
                </a:lnTo>
                <a:lnTo>
                  <a:pt x="994001" y="93161"/>
                </a:lnTo>
                <a:lnTo>
                  <a:pt x="993916" y="94553"/>
                </a:lnTo>
                <a:lnTo>
                  <a:pt x="993850" y="95959"/>
                </a:lnTo>
                <a:lnTo>
                  <a:pt x="993803" y="97380"/>
                </a:lnTo>
                <a:lnTo>
                  <a:pt x="993775" y="98815"/>
                </a:lnTo>
                <a:lnTo>
                  <a:pt x="993766" y="100265"/>
                </a:lnTo>
                <a:lnTo>
                  <a:pt x="993776" y="101657"/>
                </a:lnTo>
                <a:lnTo>
                  <a:pt x="993805" y="103038"/>
                </a:lnTo>
                <a:lnTo>
                  <a:pt x="993853" y="104407"/>
                </a:lnTo>
                <a:lnTo>
                  <a:pt x="993921" y="105764"/>
                </a:lnTo>
                <a:lnTo>
                  <a:pt x="994008" y="107110"/>
                </a:lnTo>
                <a:lnTo>
                  <a:pt x="994115" y="108444"/>
                </a:lnTo>
                <a:lnTo>
                  <a:pt x="994241" y="109767"/>
                </a:lnTo>
                <a:lnTo>
                  <a:pt x="994386" y="111078"/>
                </a:lnTo>
                <a:lnTo>
                  <a:pt x="994551" y="112377"/>
                </a:lnTo>
                <a:lnTo>
                  <a:pt x="994735" y="113665"/>
                </a:lnTo>
                <a:lnTo>
                  <a:pt x="994939" y="114941"/>
                </a:lnTo>
                <a:lnTo>
                  <a:pt x="995162" y="116206"/>
                </a:lnTo>
                <a:lnTo>
                  <a:pt x="995404" y="117459"/>
                </a:lnTo>
                <a:lnTo>
                  <a:pt x="995666" y="118700"/>
                </a:lnTo>
                <a:lnTo>
                  <a:pt x="995947" y="119930"/>
                </a:lnTo>
                <a:lnTo>
                  <a:pt x="996247" y="121148"/>
                </a:lnTo>
                <a:lnTo>
                  <a:pt x="996567" y="122355"/>
                </a:lnTo>
                <a:lnTo>
                  <a:pt x="996906" y="123550"/>
                </a:lnTo>
                <a:lnTo>
                  <a:pt x="997265" y="124733"/>
                </a:lnTo>
                <a:lnTo>
                  <a:pt x="997643" y="125905"/>
                </a:lnTo>
                <a:lnTo>
                  <a:pt x="998040" y="127065"/>
                </a:lnTo>
                <a:lnTo>
                  <a:pt x="998457" y="128214"/>
                </a:lnTo>
                <a:lnTo>
                  <a:pt x="998893" y="129351"/>
                </a:lnTo>
                <a:lnTo>
                  <a:pt x="999349" y="130476"/>
                </a:lnTo>
                <a:lnTo>
                  <a:pt x="999824" y="131585"/>
                </a:lnTo>
                <a:lnTo>
                  <a:pt x="1000321" y="132675"/>
                </a:lnTo>
                <a:lnTo>
                  <a:pt x="1000838" y="133746"/>
                </a:lnTo>
                <a:lnTo>
                  <a:pt x="1001376" y="134796"/>
                </a:lnTo>
                <a:lnTo>
                  <a:pt x="1001935" y="135828"/>
                </a:lnTo>
                <a:lnTo>
                  <a:pt x="1002514" y="136839"/>
                </a:lnTo>
                <a:lnTo>
                  <a:pt x="1003114" y="137832"/>
                </a:lnTo>
                <a:lnTo>
                  <a:pt x="1003735" y="138804"/>
                </a:lnTo>
                <a:lnTo>
                  <a:pt x="1004377" y="139757"/>
                </a:lnTo>
                <a:lnTo>
                  <a:pt x="1005040" y="140691"/>
                </a:lnTo>
                <a:lnTo>
                  <a:pt x="1005723" y="141605"/>
                </a:lnTo>
                <a:lnTo>
                  <a:pt x="1006427" y="142500"/>
                </a:lnTo>
                <a:lnTo>
                  <a:pt x="1007152" y="143375"/>
                </a:lnTo>
                <a:lnTo>
                  <a:pt x="1007898" y="144230"/>
                </a:lnTo>
                <a:lnTo>
                  <a:pt x="1008664" y="145066"/>
                </a:lnTo>
                <a:lnTo>
                  <a:pt x="1009451" y="145883"/>
                </a:lnTo>
                <a:lnTo>
                  <a:pt x="1010259" y="146680"/>
                </a:lnTo>
                <a:lnTo>
                  <a:pt x="1011088" y="147457"/>
                </a:lnTo>
                <a:lnTo>
                  <a:pt x="1011937" y="148215"/>
                </a:lnTo>
                <a:lnTo>
                  <a:pt x="1012808" y="148953"/>
                </a:lnTo>
                <a:lnTo>
                  <a:pt x="1013699" y="149672"/>
                </a:lnTo>
                <a:lnTo>
                  <a:pt x="1014610" y="150371"/>
                </a:lnTo>
                <a:lnTo>
                  <a:pt x="1015543" y="151051"/>
                </a:lnTo>
                <a:lnTo>
                  <a:pt x="1016496" y="151711"/>
                </a:lnTo>
                <a:lnTo>
                  <a:pt x="1017471" y="152347"/>
                </a:lnTo>
                <a:lnTo>
                  <a:pt x="1018469" y="152957"/>
                </a:lnTo>
                <a:lnTo>
                  <a:pt x="1019490" y="153539"/>
                </a:lnTo>
                <a:lnTo>
                  <a:pt x="1020533" y="154095"/>
                </a:lnTo>
                <a:lnTo>
                  <a:pt x="1021599" y="154623"/>
                </a:lnTo>
                <a:lnTo>
                  <a:pt x="1022688" y="155124"/>
                </a:lnTo>
                <a:lnTo>
                  <a:pt x="1023800" y="155598"/>
                </a:lnTo>
                <a:lnTo>
                  <a:pt x="1024934" y="156045"/>
                </a:lnTo>
                <a:lnTo>
                  <a:pt x="1026091" y="156465"/>
                </a:lnTo>
                <a:lnTo>
                  <a:pt x="1027271" y="156857"/>
                </a:lnTo>
                <a:lnTo>
                  <a:pt x="1028473" y="157223"/>
                </a:lnTo>
                <a:lnTo>
                  <a:pt x="1029699" y="157562"/>
                </a:lnTo>
                <a:lnTo>
                  <a:pt x="1030947" y="157873"/>
                </a:lnTo>
                <a:lnTo>
                  <a:pt x="1032218" y="158158"/>
                </a:lnTo>
                <a:lnTo>
                  <a:pt x="1033511" y="158415"/>
                </a:lnTo>
                <a:lnTo>
                  <a:pt x="1034828" y="158645"/>
                </a:lnTo>
                <a:lnTo>
                  <a:pt x="1036167" y="158848"/>
                </a:lnTo>
                <a:lnTo>
                  <a:pt x="1037528" y="159024"/>
                </a:lnTo>
                <a:lnTo>
                  <a:pt x="1038913" y="159173"/>
                </a:lnTo>
                <a:lnTo>
                  <a:pt x="1040320" y="159295"/>
                </a:lnTo>
                <a:lnTo>
                  <a:pt x="1041750" y="159390"/>
                </a:lnTo>
                <a:lnTo>
                  <a:pt x="1043203" y="159458"/>
                </a:lnTo>
                <a:lnTo>
                  <a:pt x="1044679" y="159498"/>
                </a:lnTo>
                <a:lnTo>
                  <a:pt x="1046177" y="159512"/>
                </a:lnTo>
                <a:lnTo>
                  <a:pt x="1047338" y="159504"/>
                </a:lnTo>
                <a:lnTo>
                  <a:pt x="1048487" y="159479"/>
                </a:lnTo>
                <a:lnTo>
                  <a:pt x="1049622" y="159438"/>
                </a:lnTo>
                <a:lnTo>
                  <a:pt x="1050744" y="159380"/>
                </a:lnTo>
                <a:close/>
                <a:moveTo>
                  <a:pt x="1013510" y="84063"/>
                </a:moveTo>
                <a:lnTo>
                  <a:pt x="1013719" y="82816"/>
                </a:lnTo>
                <a:lnTo>
                  <a:pt x="1013951" y="81595"/>
                </a:lnTo>
                <a:lnTo>
                  <a:pt x="1014205" y="80402"/>
                </a:lnTo>
                <a:lnTo>
                  <a:pt x="1014483" y="79237"/>
                </a:lnTo>
                <a:lnTo>
                  <a:pt x="1014785" y="78098"/>
                </a:lnTo>
                <a:lnTo>
                  <a:pt x="1015109" y="76987"/>
                </a:lnTo>
                <a:lnTo>
                  <a:pt x="1015456" y="75903"/>
                </a:lnTo>
                <a:lnTo>
                  <a:pt x="1015827" y="74847"/>
                </a:lnTo>
                <a:lnTo>
                  <a:pt x="1016221" y="73818"/>
                </a:lnTo>
                <a:lnTo>
                  <a:pt x="1016638" y="72816"/>
                </a:lnTo>
                <a:lnTo>
                  <a:pt x="1017078" y="71841"/>
                </a:lnTo>
                <a:lnTo>
                  <a:pt x="1017541" y="70894"/>
                </a:lnTo>
                <a:lnTo>
                  <a:pt x="1018027" y="69974"/>
                </a:lnTo>
                <a:lnTo>
                  <a:pt x="1018537" y="69082"/>
                </a:lnTo>
                <a:lnTo>
                  <a:pt x="1019069" y="68216"/>
                </a:lnTo>
                <a:lnTo>
                  <a:pt x="1019625" y="67378"/>
                </a:lnTo>
                <a:lnTo>
                  <a:pt x="1020204" y="66568"/>
                </a:lnTo>
                <a:lnTo>
                  <a:pt x="1020806" y="65784"/>
                </a:lnTo>
                <a:lnTo>
                  <a:pt x="1021431" y="65028"/>
                </a:lnTo>
                <a:lnTo>
                  <a:pt x="1022079" y="64300"/>
                </a:lnTo>
                <a:lnTo>
                  <a:pt x="1022750" y="63599"/>
                </a:lnTo>
                <a:lnTo>
                  <a:pt x="1023441" y="62929"/>
                </a:lnTo>
                <a:lnTo>
                  <a:pt x="1024152" y="62288"/>
                </a:lnTo>
                <a:lnTo>
                  <a:pt x="1024885" y="61677"/>
                </a:lnTo>
                <a:lnTo>
                  <a:pt x="1025638" y="61095"/>
                </a:lnTo>
                <a:lnTo>
                  <a:pt x="1026412" y="60544"/>
                </a:lnTo>
                <a:lnTo>
                  <a:pt x="1027207" y="60022"/>
                </a:lnTo>
                <a:lnTo>
                  <a:pt x="1028023" y="59531"/>
                </a:lnTo>
                <a:lnTo>
                  <a:pt x="1028859" y="59069"/>
                </a:lnTo>
                <a:lnTo>
                  <a:pt x="1029717" y="58636"/>
                </a:lnTo>
                <a:lnTo>
                  <a:pt x="1030595" y="58234"/>
                </a:lnTo>
                <a:lnTo>
                  <a:pt x="1031493" y="57861"/>
                </a:lnTo>
                <a:lnTo>
                  <a:pt x="1032413" y="57519"/>
                </a:lnTo>
                <a:lnTo>
                  <a:pt x="1033353" y="57206"/>
                </a:lnTo>
                <a:lnTo>
                  <a:pt x="1034314" y="56922"/>
                </a:lnTo>
                <a:lnTo>
                  <a:pt x="1035296" y="56669"/>
                </a:lnTo>
                <a:lnTo>
                  <a:pt x="1036299" y="56446"/>
                </a:lnTo>
                <a:lnTo>
                  <a:pt x="1037322" y="56252"/>
                </a:lnTo>
                <a:lnTo>
                  <a:pt x="1038366" y="56088"/>
                </a:lnTo>
                <a:lnTo>
                  <a:pt x="1039431" y="55954"/>
                </a:lnTo>
                <a:lnTo>
                  <a:pt x="1040517" y="55849"/>
                </a:lnTo>
                <a:lnTo>
                  <a:pt x="1041623" y="55775"/>
                </a:lnTo>
                <a:lnTo>
                  <a:pt x="1042750" y="55730"/>
                </a:lnTo>
                <a:lnTo>
                  <a:pt x="1043898" y="55715"/>
                </a:lnTo>
                <a:lnTo>
                  <a:pt x="1045037" y="55730"/>
                </a:lnTo>
                <a:lnTo>
                  <a:pt x="1046154" y="55775"/>
                </a:lnTo>
                <a:lnTo>
                  <a:pt x="1047250" y="55850"/>
                </a:lnTo>
                <a:lnTo>
                  <a:pt x="1048326" y="55955"/>
                </a:lnTo>
                <a:lnTo>
                  <a:pt x="1049380" y="56090"/>
                </a:lnTo>
                <a:lnTo>
                  <a:pt x="1050414" y="56256"/>
                </a:lnTo>
                <a:lnTo>
                  <a:pt x="1051427" y="56451"/>
                </a:lnTo>
                <a:lnTo>
                  <a:pt x="1052418" y="56676"/>
                </a:lnTo>
                <a:lnTo>
                  <a:pt x="1053389" y="56931"/>
                </a:lnTo>
                <a:lnTo>
                  <a:pt x="1054339" y="57216"/>
                </a:lnTo>
                <a:lnTo>
                  <a:pt x="1055267" y="57531"/>
                </a:lnTo>
                <a:lnTo>
                  <a:pt x="1056175" y="57877"/>
                </a:lnTo>
                <a:lnTo>
                  <a:pt x="1057062" y="58252"/>
                </a:lnTo>
                <a:lnTo>
                  <a:pt x="1057928" y="58657"/>
                </a:lnTo>
                <a:lnTo>
                  <a:pt x="1058772" y="59092"/>
                </a:lnTo>
                <a:lnTo>
                  <a:pt x="1059596" y="59557"/>
                </a:lnTo>
                <a:lnTo>
                  <a:pt x="1060399" y="60053"/>
                </a:lnTo>
                <a:lnTo>
                  <a:pt x="1061181" y="60578"/>
                </a:lnTo>
                <a:lnTo>
                  <a:pt x="1061942" y="61133"/>
                </a:lnTo>
                <a:lnTo>
                  <a:pt x="1062682" y="61719"/>
                </a:lnTo>
                <a:lnTo>
                  <a:pt x="1063401" y="62334"/>
                </a:lnTo>
                <a:lnTo>
                  <a:pt x="1064099" y="62979"/>
                </a:lnTo>
                <a:lnTo>
                  <a:pt x="1064776" y="63655"/>
                </a:lnTo>
                <a:lnTo>
                  <a:pt x="1065432" y="64360"/>
                </a:lnTo>
                <a:lnTo>
                  <a:pt x="1066065" y="65094"/>
                </a:lnTo>
                <a:lnTo>
                  <a:pt x="1066672" y="65854"/>
                </a:lnTo>
                <a:lnTo>
                  <a:pt x="1067254" y="66641"/>
                </a:lnTo>
                <a:lnTo>
                  <a:pt x="1067809" y="67454"/>
                </a:lnTo>
                <a:lnTo>
                  <a:pt x="1068339" y="68294"/>
                </a:lnTo>
                <a:lnTo>
                  <a:pt x="1068843" y="69161"/>
                </a:lnTo>
                <a:lnTo>
                  <a:pt x="1069322" y="70055"/>
                </a:lnTo>
                <a:lnTo>
                  <a:pt x="1069775" y="70975"/>
                </a:lnTo>
                <a:lnTo>
                  <a:pt x="1070202" y="71922"/>
                </a:lnTo>
                <a:lnTo>
                  <a:pt x="1070603" y="72895"/>
                </a:lnTo>
                <a:lnTo>
                  <a:pt x="1070979" y="73896"/>
                </a:lnTo>
                <a:lnTo>
                  <a:pt x="1071329" y="74923"/>
                </a:lnTo>
                <a:lnTo>
                  <a:pt x="1071653" y="75976"/>
                </a:lnTo>
                <a:lnTo>
                  <a:pt x="1071951" y="77056"/>
                </a:lnTo>
                <a:lnTo>
                  <a:pt x="1072224" y="78163"/>
                </a:lnTo>
                <a:lnTo>
                  <a:pt x="1072471" y="79297"/>
                </a:lnTo>
                <a:lnTo>
                  <a:pt x="1072692" y="80457"/>
                </a:lnTo>
                <a:lnTo>
                  <a:pt x="1072888" y="81644"/>
                </a:lnTo>
                <a:lnTo>
                  <a:pt x="1073058" y="82858"/>
                </a:lnTo>
                <a:lnTo>
                  <a:pt x="1073202" y="84098"/>
                </a:lnTo>
                <a:lnTo>
                  <a:pt x="1073321" y="85366"/>
                </a:lnTo>
                <a:lnTo>
                  <a:pt x="1073413" y="86659"/>
                </a:lnTo>
                <a:lnTo>
                  <a:pt x="1073481" y="87980"/>
                </a:lnTo>
                <a:lnTo>
                  <a:pt x="1073522" y="89327"/>
                </a:lnTo>
                <a:lnTo>
                  <a:pt x="1012907" y="89327"/>
                </a:lnTo>
                <a:lnTo>
                  <a:pt x="1013023" y="87970"/>
                </a:lnTo>
                <a:lnTo>
                  <a:pt x="1013162" y="86640"/>
                </a:lnTo>
                <a:lnTo>
                  <a:pt x="1013325" y="85338"/>
                </a:lnTo>
                <a:lnTo>
                  <a:pt x="1013510" y="84063"/>
                </a:lnTo>
                <a:close/>
                <a:moveTo>
                  <a:pt x="1206941" y="21968"/>
                </a:moveTo>
                <a:lnTo>
                  <a:pt x="1207348" y="21908"/>
                </a:lnTo>
                <a:lnTo>
                  <a:pt x="1207748" y="21837"/>
                </a:lnTo>
                <a:lnTo>
                  <a:pt x="1208141" y="21756"/>
                </a:lnTo>
                <a:lnTo>
                  <a:pt x="1208526" y="21663"/>
                </a:lnTo>
                <a:lnTo>
                  <a:pt x="1208905" y="21560"/>
                </a:lnTo>
                <a:lnTo>
                  <a:pt x="1209276" y="21446"/>
                </a:lnTo>
                <a:lnTo>
                  <a:pt x="1209641" y="21320"/>
                </a:lnTo>
                <a:lnTo>
                  <a:pt x="1209998" y="21185"/>
                </a:lnTo>
                <a:lnTo>
                  <a:pt x="1210348" y="21038"/>
                </a:lnTo>
                <a:lnTo>
                  <a:pt x="1210691" y="20880"/>
                </a:lnTo>
                <a:lnTo>
                  <a:pt x="1211027" y="20711"/>
                </a:lnTo>
                <a:lnTo>
                  <a:pt x="1211356" y="20532"/>
                </a:lnTo>
                <a:lnTo>
                  <a:pt x="1211677" y="20341"/>
                </a:lnTo>
                <a:lnTo>
                  <a:pt x="1211992" y="20140"/>
                </a:lnTo>
                <a:lnTo>
                  <a:pt x="1212299" y="19928"/>
                </a:lnTo>
                <a:lnTo>
                  <a:pt x="1212600" y="19705"/>
                </a:lnTo>
                <a:lnTo>
                  <a:pt x="1212893" y="19471"/>
                </a:lnTo>
                <a:lnTo>
                  <a:pt x="1213179" y="19226"/>
                </a:lnTo>
                <a:lnTo>
                  <a:pt x="1213458" y="18971"/>
                </a:lnTo>
                <a:lnTo>
                  <a:pt x="1213727" y="18707"/>
                </a:lnTo>
                <a:lnTo>
                  <a:pt x="1213985" y="18437"/>
                </a:lnTo>
                <a:lnTo>
                  <a:pt x="1214232" y="18161"/>
                </a:lnTo>
                <a:lnTo>
                  <a:pt x="1214467" y="17880"/>
                </a:lnTo>
                <a:lnTo>
                  <a:pt x="1214691" y="17593"/>
                </a:lnTo>
                <a:lnTo>
                  <a:pt x="1214903" y="17301"/>
                </a:lnTo>
                <a:lnTo>
                  <a:pt x="1215104" y="17002"/>
                </a:lnTo>
                <a:lnTo>
                  <a:pt x="1215293" y="16698"/>
                </a:lnTo>
                <a:lnTo>
                  <a:pt x="1215471" y="16388"/>
                </a:lnTo>
                <a:lnTo>
                  <a:pt x="1215638" y="16073"/>
                </a:lnTo>
                <a:lnTo>
                  <a:pt x="1215792" y="15751"/>
                </a:lnTo>
                <a:lnTo>
                  <a:pt x="1215936" y="15424"/>
                </a:lnTo>
                <a:lnTo>
                  <a:pt x="1216068" y="15091"/>
                </a:lnTo>
                <a:lnTo>
                  <a:pt x="1216188" y="14753"/>
                </a:lnTo>
                <a:lnTo>
                  <a:pt x="1216297" y="14409"/>
                </a:lnTo>
                <a:lnTo>
                  <a:pt x="1216395" y="14059"/>
                </a:lnTo>
                <a:lnTo>
                  <a:pt x="1216481" y="13703"/>
                </a:lnTo>
                <a:lnTo>
                  <a:pt x="1216555" y="13341"/>
                </a:lnTo>
                <a:lnTo>
                  <a:pt x="1216618" y="12974"/>
                </a:lnTo>
                <a:lnTo>
                  <a:pt x="1216670" y="12601"/>
                </a:lnTo>
                <a:lnTo>
                  <a:pt x="1216710" y="12222"/>
                </a:lnTo>
                <a:lnTo>
                  <a:pt x="1216739" y="11838"/>
                </a:lnTo>
                <a:lnTo>
                  <a:pt x="1216756" y="11448"/>
                </a:lnTo>
                <a:lnTo>
                  <a:pt x="1216762" y="11052"/>
                </a:lnTo>
                <a:lnTo>
                  <a:pt x="1216756" y="10656"/>
                </a:lnTo>
                <a:lnTo>
                  <a:pt x="1216739" y="10266"/>
                </a:lnTo>
                <a:lnTo>
                  <a:pt x="1216710" y="9881"/>
                </a:lnTo>
                <a:lnTo>
                  <a:pt x="1216670" y="9503"/>
                </a:lnTo>
                <a:lnTo>
                  <a:pt x="1216618" y="9130"/>
                </a:lnTo>
                <a:lnTo>
                  <a:pt x="1216555" y="8762"/>
                </a:lnTo>
                <a:lnTo>
                  <a:pt x="1216481" y="8401"/>
                </a:lnTo>
                <a:lnTo>
                  <a:pt x="1216395" y="8045"/>
                </a:lnTo>
                <a:lnTo>
                  <a:pt x="1216297" y="7695"/>
                </a:lnTo>
                <a:lnTo>
                  <a:pt x="1216188" y="7351"/>
                </a:lnTo>
                <a:lnTo>
                  <a:pt x="1216068" y="7012"/>
                </a:lnTo>
                <a:lnTo>
                  <a:pt x="1215936" y="6680"/>
                </a:lnTo>
                <a:lnTo>
                  <a:pt x="1215792" y="6352"/>
                </a:lnTo>
                <a:lnTo>
                  <a:pt x="1215638" y="6031"/>
                </a:lnTo>
                <a:lnTo>
                  <a:pt x="1215471" y="5716"/>
                </a:lnTo>
                <a:lnTo>
                  <a:pt x="1215293" y="5406"/>
                </a:lnTo>
                <a:lnTo>
                  <a:pt x="1215104" y="5102"/>
                </a:lnTo>
                <a:lnTo>
                  <a:pt x="1214903" y="4803"/>
                </a:lnTo>
                <a:lnTo>
                  <a:pt x="1214691" y="4511"/>
                </a:lnTo>
                <a:lnTo>
                  <a:pt x="1214467" y="4224"/>
                </a:lnTo>
                <a:lnTo>
                  <a:pt x="1214232" y="3942"/>
                </a:lnTo>
                <a:lnTo>
                  <a:pt x="1213985" y="3667"/>
                </a:lnTo>
                <a:lnTo>
                  <a:pt x="1213727" y="3397"/>
                </a:lnTo>
                <a:lnTo>
                  <a:pt x="1213458" y="3133"/>
                </a:lnTo>
                <a:lnTo>
                  <a:pt x="1213179" y="2878"/>
                </a:lnTo>
                <a:lnTo>
                  <a:pt x="1212893" y="2633"/>
                </a:lnTo>
                <a:lnTo>
                  <a:pt x="1212600" y="2399"/>
                </a:lnTo>
                <a:lnTo>
                  <a:pt x="1212299" y="2176"/>
                </a:lnTo>
                <a:lnTo>
                  <a:pt x="1211992" y="1964"/>
                </a:lnTo>
                <a:lnTo>
                  <a:pt x="1211677" y="1762"/>
                </a:lnTo>
                <a:lnTo>
                  <a:pt x="1211356" y="1572"/>
                </a:lnTo>
                <a:lnTo>
                  <a:pt x="1211027" y="1393"/>
                </a:lnTo>
                <a:lnTo>
                  <a:pt x="1210691" y="1224"/>
                </a:lnTo>
                <a:lnTo>
                  <a:pt x="1210348" y="1066"/>
                </a:lnTo>
                <a:lnTo>
                  <a:pt x="1209998" y="919"/>
                </a:lnTo>
                <a:lnTo>
                  <a:pt x="1209641" y="783"/>
                </a:lnTo>
                <a:lnTo>
                  <a:pt x="1209276" y="658"/>
                </a:lnTo>
                <a:lnTo>
                  <a:pt x="1208905" y="544"/>
                </a:lnTo>
                <a:lnTo>
                  <a:pt x="1208526" y="441"/>
                </a:lnTo>
                <a:lnTo>
                  <a:pt x="1208141" y="348"/>
                </a:lnTo>
                <a:lnTo>
                  <a:pt x="1207748" y="267"/>
                </a:lnTo>
                <a:lnTo>
                  <a:pt x="1207348" y="196"/>
                </a:lnTo>
                <a:lnTo>
                  <a:pt x="1206941" y="136"/>
                </a:lnTo>
                <a:lnTo>
                  <a:pt x="1206527" y="87"/>
                </a:lnTo>
                <a:lnTo>
                  <a:pt x="1206105" y="49"/>
                </a:lnTo>
                <a:lnTo>
                  <a:pt x="1205677" y="22"/>
                </a:lnTo>
                <a:lnTo>
                  <a:pt x="1205241" y="5"/>
                </a:lnTo>
                <a:lnTo>
                  <a:pt x="1204798" y="0"/>
                </a:lnTo>
                <a:lnTo>
                  <a:pt x="1204356" y="5"/>
                </a:lnTo>
                <a:lnTo>
                  <a:pt x="1203921" y="22"/>
                </a:lnTo>
                <a:lnTo>
                  <a:pt x="1203493" y="49"/>
                </a:lnTo>
                <a:lnTo>
                  <a:pt x="1203072" y="87"/>
                </a:lnTo>
                <a:lnTo>
                  <a:pt x="1202659" y="136"/>
                </a:lnTo>
                <a:lnTo>
                  <a:pt x="1202253" y="196"/>
                </a:lnTo>
                <a:lnTo>
                  <a:pt x="1201854" y="267"/>
                </a:lnTo>
                <a:lnTo>
                  <a:pt x="1201463" y="348"/>
                </a:lnTo>
                <a:lnTo>
                  <a:pt x="1201079" y="441"/>
                </a:lnTo>
                <a:lnTo>
                  <a:pt x="1200702" y="544"/>
                </a:lnTo>
                <a:lnTo>
                  <a:pt x="1200332" y="658"/>
                </a:lnTo>
                <a:lnTo>
                  <a:pt x="1199970" y="783"/>
                </a:lnTo>
                <a:lnTo>
                  <a:pt x="1199616" y="919"/>
                </a:lnTo>
                <a:lnTo>
                  <a:pt x="1199268" y="1066"/>
                </a:lnTo>
                <a:lnTo>
                  <a:pt x="1198928" y="1224"/>
                </a:lnTo>
                <a:lnTo>
                  <a:pt x="1198595" y="1393"/>
                </a:lnTo>
                <a:lnTo>
                  <a:pt x="1198270" y="1572"/>
                </a:lnTo>
                <a:lnTo>
                  <a:pt x="1197952" y="1762"/>
                </a:lnTo>
                <a:lnTo>
                  <a:pt x="1197641" y="1964"/>
                </a:lnTo>
                <a:lnTo>
                  <a:pt x="1197337" y="2176"/>
                </a:lnTo>
                <a:lnTo>
                  <a:pt x="1197041" y="2399"/>
                </a:lnTo>
                <a:lnTo>
                  <a:pt x="1196752" y="2633"/>
                </a:lnTo>
                <a:lnTo>
                  <a:pt x="1196470" y="2878"/>
                </a:lnTo>
                <a:lnTo>
                  <a:pt x="1196196" y="3133"/>
                </a:lnTo>
                <a:lnTo>
                  <a:pt x="1195931" y="3397"/>
                </a:lnTo>
                <a:lnTo>
                  <a:pt x="1195678" y="3667"/>
                </a:lnTo>
                <a:lnTo>
                  <a:pt x="1195435" y="3942"/>
                </a:lnTo>
                <a:lnTo>
                  <a:pt x="1195204" y="4224"/>
                </a:lnTo>
                <a:lnTo>
                  <a:pt x="1194984" y="4511"/>
                </a:lnTo>
                <a:lnTo>
                  <a:pt x="1194776" y="4803"/>
                </a:lnTo>
                <a:lnTo>
                  <a:pt x="1194578" y="5102"/>
                </a:lnTo>
                <a:lnTo>
                  <a:pt x="1194392" y="5406"/>
                </a:lnTo>
                <a:lnTo>
                  <a:pt x="1194217" y="5716"/>
                </a:lnTo>
                <a:lnTo>
                  <a:pt x="1194054" y="6031"/>
                </a:lnTo>
                <a:lnTo>
                  <a:pt x="1193902" y="6352"/>
                </a:lnTo>
                <a:lnTo>
                  <a:pt x="1193761" y="6680"/>
                </a:lnTo>
                <a:lnTo>
                  <a:pt x="1193631" y="7012"/>
                </a:lnTo>
                <a:lnTo>
                  <a:pt x="1193513" y="7351"/>
                </a:lnTo>
                <a:lnTo>
                  <a:pt x="1193406" y="7695"/>
                </a:lnTo>
                <a:lnTo>
                  <a:pt x="1193310" y="8045"/>
                </a:lnTo>
                <a:lnTo>
                  <a:pt x="1193225" y="8401"/>
                </a:lnTo>
                <a:lnTo>
                  <a:pt x="1193152" y="8762"/>
                </a:lnTo>
                <a:lnTo>
                  <a:pt x="1193090" y="9130"/>
                </a:lnTo>
                <a:lnTo>
                  <a:pt x="1193039" y="9503"/>
                </a:lnTo>
                <a:lnTo>
                  <a:pt x="1193000" y="9881"/>
                </a:lnTo>
                <a:lnTo>
                  <a:pt x="1192972" y="10266"/>
                </a:lnTo>
                <a:lnTo>
                  <a:pt x="1192955" y="10656"/>
                </a:lnTo>
                <a:lnTo>
                  <a:pt x="1192949" y="11052"/>
                </a:lnTo>
                <a:lnTo>
                  <a:pt x="1192955" y="11448"/>
                </a:lnTo>
                <a:lnTo>
                  <a:pt x="1192972" y="11838"/>
                </a:lnTo>
                <a:lnTo>
                  <a:pt x="1193000" y="12222"/>
                </a:lnTo>
                <a:lnTo>
                  <a:pt x="1193039" y="12601"/>
                </a:lnTo>
                <a:lnTo>
                  <a:pt x="1193090" y="12974"/>
                </a:lnTo>
                <a:lnTo>
                  <a:pt x="1193152" y="13341"/>
                </a:lnTo>
                <a:lnTo>
                  <a:pt x="1193225" y="13703"/>
                </a:lnTo>
                <a:lnTo>
                  <a:pt x="1193310" y="14059"/>
                </a:lnTo>
                <a:lnTo>
                  <a:pt x="1193406" y="14409"/>
                </a:lnTo>
                <a:lnTo>
                  <a:pt x="1193513" y="14753"/>
                </a:lnTo>
                <a:lnTo>
                  <a:pt x="1193631" y="15091"/>
                </a:lnTo>
                <a:lnTo>
                  <a:pt x="1193761" y="15424"/>
                </a:lnTo>
                <a:lnTo>
                  <a:pt x="1193902" y="15751"/>
                </a:lnTo>
                <a:lnTo>
                  <a:pt x="1194054" y="16073"/>
                </a:lnTo>
                <a:lnTo>
                  <a:pt x="1194217" y="16388"/>
                </a:lnTo>
                <a:lnTo>
                  <a:pt x="1194392" y="16698"/>
                </a:lnTo>
                <a:lnTo>
                  <a:pt x="1194578" y="17002"/>
                </a:lnTo>
                <a:lnTo>
                  <a:pt x="1194776" y="17301"/>
                </a:lnTo>
                <a:lnTo>
                  <a:pt x="1194984" y="17593"/>
                </a:lnTo>
                <a:lnTo>
                  <a:pt x="1195204" y="17880"/>
                </a:lnTo>
                <a:lnTo>
                  <a:pt x="1195435" y="18161"/>
                </a:lnTo>
                <a:lnTo>
                  <a:pt x="1195678" y="18437"/>
                </a:lnTo>
                <a:lnTo>
                  <a:pt x="1195931" y="18707"/>
                </a:lnTo>
                <a:lnTo>
                  <a:pt x="1196196" y="18971"/>
                </a:lnTo>
                <a:lnTo>
                  <a:pt x="1196470" y="19226"/>
                </a:lnTo>
                <a:lnTo>
                  <a:pt x="1196752" y="19471"/>
                </a:lnTo>
                <a:lnTo>
                  <a:pt x="1197041" y="19705"/>
                </a:lnTo>
                <a:lnTo>
                  <a:pt x="1197337" y="19928"/>
                </a:lnTo>
                <a:lnTo>
                  <a:pt x="1197641" y="20140"/>
                </a:lnTo>
                <a:lnTo>
                  <a:pt x="1197952" y="20341"/>
                </a:lnTo>
                <a:lnTo>
                  <a:pt x="1198270" y="20532"/>
                </a:lnTo>
                <a:lnTo>
                  <a:pt x="1198595" y="20711"/>
                </a:lnTo>
                <a:lnTo>
                  <a:pt x="1198928" y="20880"/>
                </a:lnTo>
                <a:lnTo>
                  <a:pt x="1199268" y="21038"/>
                </a:lnTo>
                <a:lnTo>
                  <a:pt x="1199616" y="21185"/>
                </a:lnTo>
                <a:lnTo>
                  <a:pt x="1199970" y="21320"/>
                </a:lnTo>
                <a:lnTo>
                  <a:pt x="1200332" y="21446"/>
                </a:lnTo>
                <a:lnTo>
                  <a:pt x="1200702" y="21560"/>
                </a:lnTo>
                <a:lnTo>
                  <a:pt x="1201079" y="21663"/>
                </a:lnTo>
                <a:lnTo>
                  <a:pt x="1201463" y="21756"/>
                </a:lnTo>
                <a:lnTo>
                  <a:pt x="1201854" y="21837"/>
                </a:lnTo>
                <a:lnTo>
                  <a:pt x="1202253" y="21908"/>
                </a:lnTo>
                <a:lnTo>
                  <a:pt x="1202659" y="21968"/>
                </a:lnTo>
                <a:lnTo>
                  <a:pt x="1203072" y="22017"/>
                </a:lnTo>
                <a:lnTo>
                  <a:pt x="1203493" y="22055"/>
                </a:lnTo>
                <a:lnTo>
                  <a:pt x="1203921" y="22082"/>
                </a:lnTo>
                <a:lnTo>
                  <a:pt x="1204356" y="22098"/>
                </a:lnTo>
                <a:lnTo>
                  <a:pt x="1204798" y="22104"/>
                </a:lnTo>
                <a:lnTo>
                  <a:pt x="1205241" y="22098"/>
                </a:lnTo>
                <a:lnTo>
                  <a:pt x="1205677" y="22082"/>
                </a:lnTo>
                <a:lnTo>
                  <a:pt x="1206105" y="22055"/>
                </a:lnTo>
                <a:lnTo>
                  <a:pt x="1206527" y="22017"/>
                </a:lnTo>
                <a:lnTo>
                  <a:pt x="1206941" y="21968"/>
                </a:lnTo>
                <a:close/>
                <a:moveTo>
                  <a:pt x="1174689" y="43068"/>
                </a:moveTo>
                <a:lnTo>
                  <a:pt x="1148825" y="43068"/>
                </a:lnTo>
                <a:lnTo>
                  <a:pt x="1148825" y="37681"/>
                </a:lnTo>
                <a:lnTo>
                  <a:pt x="1148830" y="36932"/>
                </a:lnTo>
                <a:lnTo>
                  <a:pt x="1148844" y="36198"/>
                </a:lnTo>
                <a:lnTo>
                  <a:pt x="1148867" y="35479"/>
                </a:lnTo>
                <a:lnTo>
                  <a:pt x="1148900" y="34775"/>
                </a:lnTo>
                <a:lnTo>
                  <a:pt x="1148942" y="34086"/>
                </a:lnTo>
                <a:lnTo>
                  <a:pt x="1148993" y="33411"/>
                </a:lnTo>
                <a:lnTo>
                  <a:pt x="1149053" y="32752"/>
                </a:lnTo>
                <a:lnTo>
                  <a:pt x="1149123" y="32107"/>
                </a:lnTo>
                <a:lnTo>
                  <a:pt x="1149202" y="31477"/>
                </a:lnTo>
                <a:lnTo>
                  <a:pt x="1149290" y="30862"/>
                </a:lnTo>
                <a:lnTo>
                  <a:pt x="1149388" y="30262"/>
                </a:lnTo>
                <a:lnTo>
                  <a:pt x="1149495" y="29677"/>
                </a:lnTo>
                <a:lnTo>
                  <a:pt x="1149611" y="29107"/>
                </a:lnTo>
                <a:lnTo>
                  <a:pt x="1149736" y="28551"/>
                </a:lnTo>
                <a:lnTo>
                  <a:pt x="1149871" y="28011"/>
                </a:lnTo>
                <a:lnTo>
                  <a:pt x="1150015" y="27485"/>
                </a:lnTo>
                <a:lnTo>
                  <a:pt x="1150169" y="26975"/>
                </a:lnTo>
                <a:lnTo>
                  <a:pt x="1150331" y="26479"/>
                </a:lnTo>
                <a:lnTo>
                  <a:pt x="1150503" y="25998"/>
                </a:lnTo>
                <a:lnTo>
                  <a:pt x="1150685" y="25532"/>
                </a:lnTo>
                <a:lnTo>
                  <a:pt x="1150875" y="25081"/>
                </a:lnTo>
                <a:lnTo>
                  <a:pt x="1151075" y="24644"/>
                </a:lnTo>
                <a:lnTo>
                  <a:pt x="1151284" y="24223"/>
                </a:lnTo>
                <a:lnTo>
                  <a:pt x="1151503" y="23816"/>
                </a:lnTo>
                <a:lnTo>
                  <a:pt x="1151739" y="23426"/>
                </a:lnTo>
                <a:lnTo>
                  <a:pt x="1152001" y="23052"/>
                </a:lnTo>
                <a:lnTo>
                  <a:pt x="1152289" y="22694"/>
                </a:lnTo>
                <a:lnTo>
                  <a:pt x="1152603" y="22353"/>
                </a:lnTo>
                <a:lnTo>
                  <a:pt x="1152942" y="22029"/>
                </a:lnTo>
                <a:lnTo>
                  <a:pt x="1153308" y="21721"/>
                </a:lnTo>
                <a:lnTo>
                  <a:pt x="1153700" y="21430"/>
                </a:lnTo>
                <a:lnTo>
                  <a:pt x="1154117" y="21156"/>
                </a:lnTo>
                <a:lnTo>
                  <a:pt x="1154560" y="20898"/>
                </a:lnTo>
                <a:lnTo>
                  <a:pt x="1155030" y="20657"/>
                </a:lnTo>
                <a:lnTo>
                  <a:pt x="1155525" y="20433"/>
                </a:lnTo>
                <a:lnTo>
                  <a:pt x="1156046" y="20225"/>
                </a:lnTo>
                <a:lnTo>
                  <a:pt x="1156593" y="20034"/>
                </a:lnTo>
                <a:lnTo>
                  <a:pt x="1157166" y="19859"/>
                </a:lnTo>
                <a:lnTo>
                  <a:pt x="1157765" y="19701"/>
                </a:lnTo>
                <a:lnTo>
                  <a:pt x="1158390" y="19560"/>
                </a:lnTo>
                <a:lnTo>
                  <a:pt x="1159040" y="19435"/>
                </a:lnTo>
                <a:lnTo>
                  <a:pt x="1159717" y="19327"/>
                </a:lnTo>
                <a:lnTo>
                  <a:pt x="1160420" y="19235"/>
                </a:lnTo>
                <a:lnTo>
                  <a:pt x="1161148" y="19161"/>
                </a:lnTo>
                <a:lnTo>
                  <a:pt x="1161902" y="19102"/>
                </a:lnTo>
                <a:lnTo>
                  <a:pt x="1162683" y="19061"/>
                </a:lnTo>
                <a:lnTo>
                  <a:pt x="1163489" y="19036"/>
                </a:lnTo>
                <a:lnTo>
                  <a:pt x="1164321" y="19028"/>
                </a:lnTo>
                <a:lnTo>
                  <a:pt x="1174575" y="19028"/>
                </a:lnTo>
                <a:lnTo>
                  <a:pt x="1174575" y="4102"/>
                </a:lnTo>
                <a:lnTo>
                  <a:pt x="1163067" y="4102"/>
                </a:lnTo>
                <a:lnTo>
                  <a:pt x="1162220" y="4106"/>
                </a:lnTo>
                <a:lnTo>
                  <a:pt x="1161385" y="4117"/>
                </a:lnTo>
                <a:lnTo>
                  <a:pt x="1160564" y="4137"/>
                </a:lnTo>
                <a:lnTo>
                  <a:pt x="1159755" y="4164"/>
                </a:lnTo>
                <a:lnTo>
                  <a:pt x="1158960" y="4200"/>
                </a:lnTo>
                <a:lnTo>
                  <a:pt x="1158179" y="4243"/>
                </a:lnTo>
                <a:lnTo>
                  <a:pt x="1157410" y="4293"/>
                </a:lnTo>
                <a:lnTo>
                  <a:pt x="1156655" y="4352"/>
                </a:lnTo>
                <a:lnTo>
                  <a:pt x="1155913" y="4419"/>
                </a:lnTo>
                <a:lnTo>
                  <a:pt x="1155185" y="4493"/>
                </a:lnTo>
                <a:lnTo>
                  <a:pt x="1154469" y="4575"/>
                </a:lnTo>
                <a:lnTo>
                  <a:pt x="1153767" y="4665"/>
                </a:lnTo>
                <a:lnTo>
                  <a:pt x="1153078" y="4763"/>
                </a:lnTo>
                <a:lnTo>
                  <a:pt x="1152403" y="4869"/>
                </a:lnTo>
                <a:lnTo>
                  <a:pt x="1151741" y="4982"/>
                </a:lnTo>
                <a:lnTo>
                  <a:pt x="1151091" y="5103"/>
                </a:lnTo>
                <a:lnTo>
                  <a:pt x="1150456" y="5233"/>
                </a:lnTo>
                <a:lnTo>
                  <a:pt x="1149833" y="5370"/>
                </a:lnTo>
                <a:lnTo>
                  <a:pt x="1149224" y="5514"/>
                </a:lnTo>
                <a:lnTo>
                  <a:pt x="1148628" y="5667"/>
                </a:lnTo>
                <a:lnTo>
                  <a:pt x="1148045" y="5827"/>
                </a:lnTo>
                <a:lnTo>
                  <a:pt x="1147475" y="5996"/>
                </a:lnTo>
                <a:lnTo>
                  <a:pt x="1146919" y="6172"/>
                </a:lnTo>
                <a:lnTo>
                  <a:pt x="1146376" y="6356"/>
                </a:lnTo>
                <a:lnTo>
                  <a:pt x="1145844" y="6547"/>
                </a:lnTo>
                <a:lnTo>
                  <a:pt x="1145323" y="6744"/>
                </a:lnTo>
                <a:lnTo>
                  <a:pt x="1144811" y="6949"/>
                </a:lnTo>
                <a:lnTo>
                  <a:pt x="1144309" y="7161"/>
                </a:lnTo>
                <a:lnTo>
                  <a:pt x="1143817" y="7380"/>
                </a:lnTo>
                <a:lnTo>
                  <a:pt x="1143335" y="7605"/>
                </a:lnTo>
                <a:lnTo>
                  <a:pt x="1142863" y="7838"/>
                </a:lnTo>
                <a:lnTo>
                  <a:pt x="1142401" y="8077"/>
                </a:lnTo>
                <a:lnTo>
                  <a:pt x="1141948" y="8324"/>
                </a:lnTo>
                <a:lnTo>
                  <a:pt x="1141506" y="8577"/>
                </a:lnTo>
                <a:lnTo>
                  <a:pt x="1141073" y="8837"/>
                </a:lnTo>
                <a:lnTo>
                  <a:pt x="1140650" y="9104"/>
                </a:lnTo>
                <a:lnTo>
                  <a:pt x="1140238" y="9378"/>
                </a:lnTo>
                <a:lnTo>
                  <a:pt x="1139835" y="9659"/>
                </a:lnTo>
                <a:lnTo>
                  <a:pt x="1139442" y="9947"/>
                </a:lnTo>
                <a:lnTo>
                  <a:pt x="1139058" y="10242"/>
                </a:lnTo>
                <a:lnTo>
                  <a:pt x="1138685" y="10544"/>
                </a:lnTo>
                <a:lnTo>
                  <a:pt x="1138322" y="10853"/>
                </a:lnTo>
                <a:lnTo>
                  <a:pt x="1137968" y="11168"/>
                </a:lnTo>
                <a:lnTo>
                  <a:pt x="1137625" y="11491"/>
                </a:lnTo>
                <a:lnTo>
                  <a:pt x="1137291" y="11820"/>
                </a:lnTo>
                <a:lnTo>
                  <a:pt x="1136967" y="12156"/>
                </a:lnTo>
                <a:lnTo>
                  <a:pt x="1136653" y="12500"/>
                </a:lnTo>
                <a:lnTo>
                  <a:pt x="1136349" y="12850"/>
                </a:lnTo>
                <a:lnTo>
                  <a:pt x="1136054" y="13207"/>
                </a:lnTo>
                <a:lnTo>
                  <a:pt x="1135766" y="13570"/>
                </a:lnTo>
                <a:lnTo>
                  <a:pt x="1135486" y="13940"/>
                </a:lnTo>
                <a:lnTo>
                  <a:pt x="1135213" y="14317"/>
                </a:lnTo>
                <a:lnTo>
                  <a:pt x="1134948" y="14701"/>
                </a:lnTo>
                <a:lnTo>
                  <a:pt x="1134690" y="15092"/>
                </a:lnTo>
                <a:lnTo>
                  <a:pt x="1134440" y="15489"/>
                </a:lnTo>
                <a:lnTo>
                  <a:pt x="1134197" y="15893"/>
                </a:lnTo>
                <a:lnTo>
                  <a:pt x="1133962" y="16303"/>
                </a:lnTo>
                <a:lnTo>
                  <a:pt x="1133734" y="16721"/>
                </a:lnTo>
                <a:lnTo>
                  <a:pt x="1133514" y="17145"/>
                </a:lnTo>
                <a:lnTo>
                  <a:pt x="1133301" y="17576"/>
                </a:lnTo>
                <a:lnTo>
                  <a:pt x="1133096" y="18013"/>
                </a:lnTo>
                <a:lnTo>
                  <a:pt x="1132899" y="18458"/>
                </a:lnTo>
                <a:lnTo>
                  <a:pt x="1132709" y="18909"/>
                </a:lnTo>
                <a:lnTo>
                  <a:pt x="1132526" y="19367"/>
                </a:lnTo>
                <a:lnTo>
                  <a:pt x="1132351" y="19831"/>
                </a:lnTo>
                <a:lnTo>
                  <a:pt x="1132183" y="20302"/>
                </a:lnTo>
                <a:lnTo>
                  <a:pt x="1132023" y="20780"/>
                </a:lnTo>
                <a:lnTo>
                  <a:pt x="1131871" y="21265"/>
                </a:lnTo>
                <a:lnTo>
                  <a:pt x="1131726" y="21757"/>
                </a:lnTo>
                <a:lnTo>
                  <a:pt x="1131588" y="22255"/>
                </a:lnTo>
                <a:lnTo>
                  <a:pt x="1131458" y="22760"/>
                </a:lnTo>
                <a:lnTo>
                  <a:pt x="1131336" y="23272"/>
                </a:lnTo>
                <a:lnTo>
                  <a:pt x="1131220" y="23789"/>
                </a:lnTo>
                <a:lnTo>
                  <a:pt x="1131108" y="24312"/>
                </a:lnTo>
                <a:lnTo>
                  <a:pt x="1131002" y="24841"/>
                </a:lnTo>
                <a:lnTo>
                  <a:pt x="1130901" y="25375"/>
                </a:lnTo>
                <a:lnTo>
                  <a:pt x="1130804" y="25914"/>
                </a:lnTo>
                <a:lnTo>
                  <a:pt x="1130713" y="26459"/>
                </a:lnTo>
                <a:lnTo>
                  <a:pt x="1130626" y="27009"/>
                </a:lnTo>
                <a:lnTo>
                  <a:pt x="1130545" y="27565"/>
                </a:lnTo>
                <a:lnTo>
                  <a:pt x="1130468" y="28127"/>
                </a:lnTo>
                <a:lnTo>
                  <a:pt x="1130396" y="28693"/>
                </a:lnTo>
                <a:lnTo>
                  <a:pt x="1130330" y="29266"/>
                </a:lnTo>
                <a:lnTo>
                  <a:pt x="1130268" y="29844"/>
                </a:lnTo>
                <a:lnTo>
                  <a:pt x="1130211" y="30427"/>
                </a:lnTo>
                <a:lnTo>
                  <a:pt x="1130159" y="31016"/>
                </a:lnTo>
                <a:lnTo>
                  <a:pt x="1130112" y="31610"/>
                </a:lnTo>
                <a:lnTo>
                  <a:pt x="1130070" y="32209"/>
                </a:lnTo>
                <a:lnTo>
                  <a:pt x="1130033" y="32815"/>
                </a:lnTo>
                <a:lnTo>
                  <a:pt x="1130001" y="33425"/>
                </a:lnTo>
                <a:lnTo>
                  <a:pt x="1129974" y="34041"/>
                </a:lnTo>
                <a:lnTo>
                  <a:pt x="1129951" y="34663"/>
                </a:lnTo>
                <a:lnTo>
                  <a:pt x="1129934" y="35290"/>
                </a:lnTo>
                <a:lnTo>
                  <a:pt x="1129922" y="35923"/>
                </a:lnTo>
                <a:lnTo>
                  <a:pt x="1129914" y="36561"/>
                </a:lnTo>
                <a:lnTo>
                  <a:pt x="1129912" y="37204"/>
                </a:lnTo>
                <a:lnTo>
                  <a:pt x="1129912" y="43068"/>
                </a:lnTo>
                <a:lnTo>
                  <a:pt x="1111340" y="43068"/>
                </a:lnTo>
                <a:lnTo>
                  <a:pt x="1111340" y="58450"/>
                </a:lnTo>
                <a:lnTo>
                  <a:pt x="1129912" y="58450"/>
                </a:lnTo>
                <a:lnTo>
                  <a:pt x="1129912" y="157461"/>
                </a:lnTo>
                <a:lnTo>
                  <a:pt x="1148825" y="157461"/>
                </a:lnTo>
                <a:lnTo>
                  <a:pt x="1148825" y="58450"/>
                </a:lnTo>
                <a:lnTo>
                  <a:pt x="1174689" y="58450"/>
                </a:lnTo>
                <a:lnTo>
                  <a:pt x="1174689" y="43068"/>
                </a:lnTo>
                <a:close/>
                <a:moveTo>
                  <a:pt x="1994553" y="142040"/>
                </a:moveTo>
                <a:lnTo>
                  <a:pt x="1993773" y="141990"/>
                </a:lnTo>
                <a:lnTo>
                  <a:pt x="1993018" y="141920"/>
                </a:lnTo>
                <a:lnTo>
                  <a:pt x="1992290" y="141830"/>
                </a:lnTo>
                <a:lnTo>
                  <a:pt x="1991587" y="141720"/>
                </a:lnTo>
                <a:lnTo>
                  <a:pt x="1990911" y="141590"/>
                </a:lnTo>
                <a:lnTo>
                  <a:pt x="1990260" y="141440"/>
                </a:lnTo>
                <a:lnTo>
                  <a:pt x="1989635" y="141269"/>
                </a:lnTo>
                <a:lnTo>
                  <a:pt x="1989036" y="141079"/>
                </a:lnTo>
                <a:lnTo>
                  <a:pt x="1988463" y="140869"/>
                </a:lnTo>
                <a:lnTo>
                  <a:pt x="1987916" y="140639"/>
                </a:lnTo>
                <a:lnTo>
                  <a:pt x="1987395" y="140389"/>
                </a:lnTo>
                <a:lnTo>
                  <a:pt x="1986900" y="140119"/>
                </a:lnTo>
                <a:lnTo>
                  <a:pt x="1986431" y="139829"/>
                </a:lnTo>
                <a:lnTo>
                  <a:pt x="1985987" y="139519"/>
                </a:lnTo>
                <a:lnTo>
                  <a:pt x="1985570" y="139189"/>
                </a:lnTo>
                <a:lnTo>
                  <a:pt x="1985178" y="138839"/>
                </a:lnTo>
                <a:lnTo>
                  <a:pt x="1984813" y="138469"/>
                </a:lnTo>
                <a:lnTo>
                  <a:pt x="1984473" y="138079"/>
                </a:lnTo>
                <a:lnTo>
                  <a:pt x="1984159" y="137669"/>
                </a:lnTo>
                <a:lnTo>
                  <a:pt x="1983871" y="137239"/>
                </a:lnTo>
                <a:lnTo>
                  <a:pt x="1983609" y="136789"/>
                </a:lnTo>
                <a:lnTo>
                  <a:pt x="1983373" y="136319"/>
                </a:lnTo>
                <a:lnTo>
                  <a:pt x="1983155" y="135830"/>
                </a:lnTo>
                <a:lnTo>
                  <a:pt x="1982945" y="135323"/>
                </a:lnTo>
                <a:lnTo>
                  <a:pt x="1982746" y="134800"/>
                </a:lnTo>
                <a:lnTo>
                  <a:pt x="1982555" y="134258"/>
                </a:lnTo>
                <a:lnTo>
                  <a:pt x="1982374" y="133699"/>
                </a:lnTo>
                <a:lnTo>
                  <a:pt x="1982202" y="133123"/>
                </a:lnTo>
                <a:lnTo>
                  <a:pt x="1982039" y="132529"/>
                </a:lnTo>
                <a:lnTo>
                  <a:pt x="1981886" y="131917"/>
                </a:lnTo>
                <a:lnTo>
                  <a:pt x="1981741" y="131288"/>
                </a:lnTo>
                <a:lnTo>
                  <a:pt x="1981607" y="130641"/>
                </a:lnTo>
                <a:lnTo>
                  <a:pt x="1981481" y="129977"/>
                </a:lnTo>
                <a:lnTo>
                  <a:pt x="1981365" y="129296"/>
                </a:lnTo>
                <a:lnTo>
                  <a:pt x="1981258" y="128596"/>
                </a:lnTo>
                <a:lnTo>
                  <a:pt x="1981160" y="127880"/>
                </a:lnTo>
                <a:lnTo>
                  <a:pt x="1981072" y="127145"/>
                </a:lnTo>
                <a:lnTo>
                  <a:pt x="1980993" y="126393"/>
                </a:lnTo>
                <a:lnTo>
                  <a:pt x="1980923" y="125624"/>
                </a:lnTo>
                <a:lnTo>
                  <a:pt x="1980863" y="124837"/>
                </a:lnTo>
                <a:lnTo>
                  <a:pt x="1980812" y="124033"/>
                </a:lnTo>
                <a:lnTo>
                  <a:pt x="1980770" y="123211"/>
                </a:lnTo>
                <a:lnTo>
                  <a:pt x="1980737" y="122371"/>
                </a:lnTo>
                <a:lnTo>
                  <a:pt x="1980714" y="121514"/>
                </a:lnTo>
                <a:lnTo>
                  <a:pt x="1980700" y="120640"/>
                </a:lnTo>
                <a:lnTo>
                  <a:pt x="1980696" y="119748"/>
                </a:lnTo>
                <a:lnTo>
                  <a:pt x="1980696" y="58450"/>
                </a:lnTo>
                <a:lnTo>
                  <a:pt x="2008040" y="58450"/>
                </a:lnTo>
                <a:lnTo>
                  <a:pt x="2008040" y="43068"/>
                </a:lnTo>
                <a:lnTo>
                  <a:pt x="1980696" y="43068"/>
                </a:lnTo>
                <a:lnTo>
                  <a:pt x="1980696" y="17660"/>
                </a:lnTo>
                <a:lnTo>
                  <a:pt x="1961782" y="17660"/>
                </a:lnTo>
                <a:lnTo>
                  <a:pt x="1961782" y="43068"/>
                </a:lnTo>
                <a:lnTo>
                  <a:pt x="1943210" y="43068"/>
                </a:lnTo>
                <a:lnTo>
                  <a:pt x="1943210" y="58450"/>
                </a:lnTo>
                <a:lnTo>
                  <a:pt x="1961782" y="58450"/>
                </a:lnTo>
                <a:lnTo>
                  <a:pt x="1961782" y="120289"/>
                </a:lnTo>
                <a:lnTo>
                  <a:pt x="1961787" y="121257"/>
                </a:lnTo>
                <a:lnTo>
                  <a:pt x="1961801" y="122213"/>
                </a:lnTo>
                <a:lnTo>
                  <a:pt x="1961824" y="123157"/>
                </a:lnTo>
                <a:lnTo>
                  <a:pt x="1961856" y="124090"/>
                </a:lnTo>
                <a:lnTo>
                  <a:pt x="1961898" y="125011"/>
                </a:lnTo>
                <a:lnTo>
                  <a:pt x="1961949" y="125920"/>
                </a:lnTo>
                <a:lnTo>
                  <a:pt x="1962010" y="126818"/>
                </a:lnTo>
                <a:lnTo>
                  <a:pt x="1962080" y="127704"/>
                </a:lnTo>
                <a:lnTo>
                  <a:pt x="1962159" y="128578"/>
                </a:lnTo>
                <a:lnTo>
                  <a:pt x="1962247" y="129441"/>
                </a:lnTo>
                <a:lnTo>
                  <a:pt x="1962344" y="130292"/>
                </a:lnTo>
                <a:lnTo>
                  <a:pt x="1962451" y="131131"/>
                </a:lnTo>
                <a:lnTo>
                  <a:pt x="1962568" y="131959"/>
                </a:lnTo>
                <a:lnTo>
                  <a:pt x="1962693" y="132775"/>
                </a:lnTo>
                <a:lnTo>
                  <a:pt x="1962828" y="133579"/>
                </a:lnTo>
                <a:lnTo>
                  <a:pt x="1962972" y="134371"/>
                </a:lnTo>
                <a:lnTo>
                  <a:pt x="1963125" y="135152"/>
                </a:lnTo>
                <a:lnTo>
                  <a:pt x="1963288" y="135922"/>
                </a:lnTo>
                <a:lnTo>
                  <a:pt x="1963460" y="136679"/>
                </a:lnTo>
                <a:lnTo>
                  <a:pt x="1963641" y="137425"/>
                </a:lnTo>
                <a:lnTo>
                  <a:pt x="1963832" y="138159"/>
                </a:lnTo>
                <a:lnTo>
                  <a:pt x="1964032" y="138882"/>
                </a:lnTo>
                <a:lnTo>
                  <a:pt x="1964241" y="139593"/>
                </a:lnTo>
                <a:lnTo>
                  <a:pt x="1964460" y="140292"/>
                </a:lnTo>
                <a:lnTo>
                  <a:pt x="1964690" y="140979"/>
                </a:lnTo>
                <a:lnTo>
                  <a:pt x="1964937" y="141651"/>
                </a:lnTo>
                <a:lnTo>
                  <a:pt x="1965199" y="142311"/>
                </a:lnTo>
                <a:lnTo>
                  <a:pt x="1965477" y="142957"/>
                </a:lnTo>
                <a:lnTo>
                  <a:pt x="1965771" y="143589"/>
                </a:lnTo>
                <a:lnTo>
                  <a:pt x="1966080" y="144208"/>
                </a:lnTo>
                <a:lnTo>
                  <a:pt x="1966404" y="144813"/>
                </a:lnTo>
                <a:lnTo>
                  <a:pt x="1966745" y="145405"/>
                </a:lnTo>
                <a:lnTo>
                  <a:pt x="1967101" y="145983"/>
                </a:lnTo>
                <a:lnTo>
                  <a:pt x="1967472" y="146548"/>
                </a:lnTo>
                <a:lnTo>
                  <a:pt x="1967859" y="147099"/>
                </a:lnTo>
                <a:lnTo>
                  <a:pt x="1968262" y="147637"/>
                </a:lnTo>
                <a:lnTo>
                  <a:pt x="1968681" y="148161"/>
                </a:lnTo>
                <a:lnTo>
                  <a:pt x="1969115" y="148672"/>
                </a:lnTo>
                <a:lnTo>
                  <a:pt x="1969564" y="149169"/>
                </a:lnTo>
                <a:lnTo>
                  <a:pt x="1970030" y="149652"/>
                </a:lnTo>
                <a:lnTo>
                  <a:pt x="1970511" y="150123"/>
                </a:lnTo>
                <a:lnTo>
                  <a:pt x="1971007" y="150579"/>
                </a:lnTo>
                <a:lnTo>
                  <a:pt x="1971520" y="151022"/>
                </a:lnTo>
                <a:lnTo>
                  <a:pt x="1972047" y="151452"/>
                </a:lnTo>
                <a:lnTo>
                  <a:pt x="1972591" y="151868"/>
                </a:lnTo>
                <a:lnTo>
                  <a:pt x="1973150" y="152271"/>
                </a:lnTo>
                <a:lnTo>
                  <a:pt x="1973725" y="152660"/>
                </a:lnTo>
                <a:lnTo>
                  <a:pt x="1974315" y="153035"/>
                </a:lnTo>
                <a:lnTo>
                  <a:pt x="1974924" y="153397"/>
                </a:lnTo>
                <a:lnTo>
                  <a:pt x="1975555" y="153742"/>
                </a:lnTo>
                <a:lnTo>
                  <a:pt x="1976208" y="154073"/>
                </a:lnTo>
                <a:lnTo>
                  <a:pt x="1976882" y="154388"/>
                </a:lnTo>
                <a:lnTo>
                  <a:pt x="1977578" y="154687"/>
                </a:lnTo>
                <a:lnTo>
                  <a:pt x="1978296" y="154972"/>
                </a:lnTo>
                <a:lnTo>
                  <a:pt x="1979035" y="155241"/>
                </a:lnTo>
                <a:lnTo>
                  <a:pt x="1979797" y="155494"/>
                </a:lnTo>
                <a:lnTo>
                  <a:pt x="1980580" y="155732"/>
                </a:lnTo>
                <a:lnTo>
                  <a:pt x="1981385" y="155955"/>
                </a:lnTo>
                <a:lnTo>
                  <a:pt x="1982211" y="156163"/>
                </a:lnTo>
                <a:lnTo>
                  <a:pt x="1983060" y="156355"/>
                </a:lnTo>
                <a:lnTo>
                  <a:pt x="1983930" y="156531"/>
                </a:lnTo>
                <a:lnTo>
                  <a:pt x="1984822" y="156693"/>
                </a:lnTo>
                <a:lnTo>
                  <a:pt x="1985736" y="156839"/>
                </a:lnTo>
                <a:lnTo>
                  <a:pt x="1986671" y="156969"/>
                </a:lnTo>
                <a:lnTo>
                  <a:pt x="1987628" y="157085"/>
                </a:lnTo>
                <a:lnTo>
                  <a:pt x="1988607" y="157185"/>
                </a:lnTo>
                <a:lnTo>
                  <a:pt x="1989608" y="157269"/>
                </a:lnTo>
                <a:lnTo>
                  <a:pt x="1990630" y="157338"/>
                </a:lnTo>
                <a:lnTo>
                  <a:pt x="1991674" y="157392"/>
                </a:lnTo>
                <a:lnTo>
                  <a:pt x="1992740" y="157430"/>
                </a:lnTo>
                <a:lnTo>
                  <a:pt x="1993828" y="157453"/>
                </a:lnTo>
                <a:lnTo>
                  <a:pt x="1994938" y="157461"/>
                </a:lnTo>
                <a:lnTo>
                  <a:pt x="2008268" y="157461"/>
                </a:lnTo>
                <a:lnTo>
                  <a:pt x="2008268" y="142080"/>
                </a:lnTo>
                <a:lnTo>
                  <a:pt x="1996191" y="142080"/>
                </a:lnTo>
                <a:lnTo>
                  <a:pt x="1995359" y="142070"/>
                </a:lnTo>
                <a:lnTo>
                  <a:pt x="1994553" y="142040"/>
                </a:lnTo>
                <a:close/>
                <a:moveTo>
                  <a:pt x="1272171" y="74057"/>
                </a:moveTo>
                <a:lnTo>
                  <a:pt x="1272638" y="73489"/>
                </a:lnTo>
                <a:lnTo>
                  <a:pt x="1273117" y="72924"/>
                </a:lnTo>
                <a:lnTo>
                  <a:pt x="1273607" y="72364"/>
                </a:lnTo>
                <a:lnTo>
                  <a:pt x="1274109" y="71807"/>
                </a:lnTo>
                <a:lnTo>
                  <a:pt x="1274622" y="71254"/>
                </a:lnTo>
                <a:lnTo>
                  <a:pt x="1275147" y="70705"/>
                </a:lnTo>
                <a:lnTo>
                  <a:pt x="1275683" y="70160"/>
                </a:lnTo>
                <a:lnTo>
                  <a:pt x="1276231" y="69619"/>
                </a:lnTo>
                <a:lnTo>
                  <a:pt x="1276790" y="69082"/>
                </a:lnTo>
                <a:lnTo>
                  <a:pt x="1277361" y="68549"/>
                </a:lnTo>
                <a:lnTo>
                  <a:pt x="1277943" y="68020"/>
                </a:lnTo>
                <a:lnTo>
                  <a:pt x="1278537" y="67495"/>
                </a:lnTo>
                <a:lnTo>
                  <a:pt x="1279142" y="66973"/>
                </a:lnTo>
                <a:lnTo>
                  <a:pt x="1279758" y="66456"/>
                </a:lnTo>
                <a:lnTo>
                  <a:pt x="1280386" y="65942"/>
                </a:lnTo>
                <a:lnTo>
                  <a:pt x="1281026" y="65433"/>
                </a:lnTo>
                <a:lnTo>
                  <a:pt x="1281677" y="64927"/>
                </a:lnTo>
                <a:lnTo>
                  <a:pt x="1282339" y="64425"/>
                </a:lnTo>
                <a:lnTo>
                  <a:pt x="1283013" y="63927"/>
                </a:lnTo>
                <a:lnTo>
                  <a:pt x="1283699" y="63433"/>
                </a:lnTo>
                <a:lnTo>
                  <a:pt x="1284396" y="62943"/>
                </a:lnTo>
                <a:lnTo>
                  <a:pt x="1285105" y="62465"/>
                </a:lnTo>
                <a:lnTo>
                  <a:pt x="1285829" y="62007"/>
                </a:lnTo>
                <a:lnTo>
                  <a:pt x="1286566" y="61570"/>
                </a:lnTo>
                <a:lnTo>
                  <a:pt x="1287317" y="61152"/>
                </a:lnTo>
                <a:lnTo>
                  <a:pt x="1288082" y="60756"/>
                </a:lnTo>
                <a:lnTo>
                  <a:pt x="1288861" y="60379"/>
                </a:lnTo>
                <a:lnTo>
                  <a:pt x="1289653" y="60023"/>
                </a:lnTo>
                <a:lnTo>
                  <a:pt x="1290460" y="59687"/>
                </a:lnTo>
                <a:lnTo>
                  <a:pt x="1291280" y="59372"/>
                </a:lnTo>
                <a:lnTo>
                  <a:pt x="1292114" y="59077"/>
                </a:lnTo>
                <a:lnTo>
                  <a:pt x="1292962" y="58802"/>
                </a:lnTo>
                <a:lnTo>
                  <a:pt x="1293824" y="58548"/>
                </a:lnTo>
                <a:lnTo>
                  <a:pt x="1294700" y="58314"/>
                </a:lnTo>
                <a:lnTo>
                  <a:pt x="1295589" y="58100"/>
                </a:lnTo>
                <a:lnTo>
                  <a:pt x="1296493" y="57907"/>
                </a:lnTo>
                <a:lnTo>
                  <a:pt x="1297410" y="57734"/>
                </a:lnTo>
                <a:lnTo>
                  <a:pt x="1298341" y="57581"/>
                </a:lnTo>
                <a:lnTo>
                  <a:pt x="1299286" y="57449"/>
                </a:lnTo>
                <a:lnTo>
                  <a:pt x="1300245" y="57337"/>
                </a:lnTo>
                <a:lnTo>
                  <a:pt x="1301217" y="57245"/>
                </a:lnTo>
                <a:lnTo>
                  <a:pt x="1302204" y="57174"/>
                </a:lnTo>
                <a:lnTo>
                  <a:pt x="1303204" y="57123"/>
                </a:lnTo>
                <a:lnTo>
                  <a:pt x="1304218" y="57093"/>
                </a:lnTo>
                <a:lnTo>
                  <a:pt x="1305246" y="57083"/>
                </a:lnTo>
                <a:lnTo>
                  <a:pt x="1305932" y="57089"/>
                </a:lnTo>
                <a:lnTo>
                  <a:pt x="1306605" y="57108"/>
                </a:lnTo>
                <a:lnTo>
                  <a:pt x="1307264" y="57141"/>
                </a:lnTo>
                <a:lnTo>
                  <a:pt x="1307909" y="57186"/>
                </a:lnTo>
                <a:lnTo>
                  <a:pt x="1308541" y="57244"/>
                </a:lnTo>
                <a:lnTo>
                  <a:pt x="1309159" y="57315"/>
                </a:lnTo>
                <a:lnTo>
                  <a:pt x="1309764" y="57400"/>
                </a:lnTo>
                <a:lnTo>
                  <a:pt x="1310354" y="57497"/>
                </a:lnTo>
                <a:lnTo>
                  <a:pt x="1310931" y="57607"/>
                </a:lnTo>
                <a:lnTo>
                  <a:pt x="1311495" y="57730"/>
                </a:lnTo>
                <a:lnTo>
                  <a:pt x="1312045" y="57866"/>
                </a:lnTo>
                <a:lnTo>
                  <a:pt x="1312581" y="58014"/>
                </a:lnTo>
                <a:lnTo>
                  <a:pt x="1313103" y="58176"/>
                </a:lnTo>
                <a:lnTo>
                  <a:pt x="1313612" y="58351"/>
                </a:lnTo>
                <a:lnTo>
                  <a:pt x="1314107" y="58539"/>
                </a:lnTo>
                <a:lnTo>
                  <a:pt x="1314589" y="58739"/>
                </a:lnTo>
                <a:lnTo>
                  <a:pt x="1315057" y="58953"/>
                </a:lnTo>
                <a:lnTo>
                  <a:pt x="1315511" y="59179"/>
                </a:lnTo>
                <a:lnTo>
                  <a:pt x="1315952" y="59419"/>
                </a:lnTo>
                <a:lnTo>
                  <a:pt x="1316379" y="59671"/>
                </a:lnTo>
                <a:lnTo>
                  <a:pt x="1316792" y="59937"/>
                </a:lnTo>
                <a:lnTo>
                  <a:pt x="1317192" y="60215"/>
                </a:lnTo>
                <a:lnTo>
                  <a:pt x="1317578" y="60506"/>
                </a:lnTo>
                <a:lnTo>
                  <a:pt x="1317950" y="60810"/>
                </a:lnTo>
                <a:lnTo>
                  <a:pt x="1318311" y="61126"/>
                </a:lnTo>
                <a:lnTo>
                  <a:pt x="1318663" y="61451"/>
                </a:lnTo>
                <a:lnTo>
                  <a:pt x="1319005" y="61786"/>
                </a:lnTo>
                <a:lnTo>
                  <a:pt x="1319338" y="62130"/>
                </a:lnTo>
                <a:lnTo>
                  <a:pt x="1319662" y="62485"/>
                </a:lnTo>
                <a:lnTo>
                  <a:pt x="1319976" y="62848"/>
                </a:lnTo>
                <a:lnTo>
                  <a:pt x="1320281" y="63222"/>
                </a:lnTo>
                <a:lnTo>
                  <a:pt x="1320577" y="63605"/>
                </a:lnTo>
                <a:lnTo>
                  <a:pt x="1320864" y="63998"/>
                </a:lnTo>
                <a:lnTo>
                  <a:pt x="1321141" y="64400"/>
                </a:lnTo>
                <a:lnTo>
                  <a:pt x="1321409" y="64813"/>
                </a:lnTo>
                <a:lnTo>
                  <a:pt x="1321667" y="65234"/>
                </a:lnTo>
                <a:lnTo>
                  <a:pt x="1321917" y="65666"/>
                </a:lnTo>
                <a:lnTo>
                  <a:pt x="1322157" y="66107"/>
                </a:lnTo>
                <a:lnTo>
                  <a:pt x="1322387" y="66558"/>
                </a:lnTo>
                <a:lnTo>
                  <a:pt x="1322609" y="67018"/>
                </a:lnTo>
                <a:lnTo>
                  <a:pt x="1322821" y="67489"/>
                </a:lnTo>
                <a:lnTo>
                  <a:pt x="1323024" y="67968"/>
                </a:lnTo>
                <a:lnTo>
                  <a:pt x="1323217" y="68458"/>
                </a:lnTo>
                <a:lnTo>
                  <a:pt x="1323402" y="68957"/>
                </a:lnTo>
                <a:lnTo>
                  <a:pt x="1323577" y="69466"/>
                </a:lnTo>
                <a:lnTo>
                  <a:pt x="1323742" y="69984"/>
                </a:lnTo>
                <a:lnTo>
                  <a:pt x="1323899" y="70513"/>
                </a:lnTo>
                <a:lnTo>
                  <a:pt x="1324046" y="71050"/>
                </a:lnTo>
                <a:lnTo>
                  <a:pt x="1324185" y="71596"/>
                </a:lnTo>
                <a:lnTo>
                  <a:pt x="1324319" y="72148"/>
                </a:lnTo>
                <a:lnTo>
                  <a:pt x="1324446" y="72707"/>
                </a:lnTo>
                <a:lnTo>
                  <a:pt x="1324568" y="73273"/>
                </a:lnTo>
                <a:lnTo>
                  <a:pt x="1324684" y="73845"/>
                </a:lnTo>
                <a:lnTo>
                  <a:pt x="1324793" y="74423"/>
                </a:lnTo>
                <a:lnTo>
                  <a:pt x="1324897" y="75009"/>
                </a:lnTo>
                <a:lnTo>
                  <a:pt x="1324995" y="75600"/>
                </a:lnTo>
                <a:lnTo>
                  <a:pt x="1325087" y="76199"/>
                </a:lnTo>
                <a:lnTo>
                  <a:pt x="1325173" y="76804"/>
                </a:lnTo>
                <a:lnTo>
                  <a:pt x="1325253" y="77415"/>
                </a:lnTo>
                <a:lnTo>
                  <a:pt x="1325328" y="78034"/>
                </a:lnTo>
                <a:lnTo>
                  <a:pt x="1325396" y="78658"/>
                </a:lnTo>
                <a:lnTo>
                  <a:pt x="1325458" y="79290"/>
                </a:lnTo>
                <a:lnTo>
                  <a:pt x="1325514" y="79928"/>
                </a:lnTo>
                <a:lnTo>
                  <a:pt x="1325565" y="80572"/>
                </a:lnTo>
                <a:lnTo>
                  <a:pt x="1325609" y="81223"/>
                </a:lnTo>
                <a:lnTo>
                  <a:pt x="1325648" y="81881"/>
                </a:lnTo>
                <a:lnTo>
                  <a:pt x="1325681" y="82545"/>
                </a:lnTo>
                <a:lnTo>
                  <a:pt x="1325707" y="83216"/>
                </a:lnTo>
                <a:lnTo>
                  <a:pt x="1325728" y="83894"/>
                </a:lnTo>
                <a:lnTo>
                  <a:pt x="1325743" y="84578"/>
                </a:lnTo>
                <a:lnTo>
                  <a:pt x="1325752" y="85268"/>
                </a:lnTo>
                <a:lnTo>
                  <a:pt x="1325755" y="85966"/>
                </a:lnTo>
                <a:lnTo>
                  <a:pt x="1325755" y="157461"/>
                </a:lnTo>
                <a:lnTo>
                  <a:pt x="1344782" y="157461"/>
                </a:lnTo>
                <a:lnTo>
                  <a:pt x="1344782" y="83519"/>
                </a:lnTo>
                <a:lnTo>
                  <a:pt x="1344768" y="81857"/>
                </a:lnTo>
                <a:lnTo>
                  <a:pt x="1344725" y="80226"/>
                </a:lnTo>
                <a:lnTo>
                  <a:pt x="1344652" y="78627"/>
                </a:lnTo>
                <a:lnTo>
                  <a:pt x="1344551" y="77058"/>
                </a:lnTo>
                <a:lnTo>
                  <a:pt x="1344421" y="75521"/>
                </a:lnTo>
                <a:lnTo>
                  <a:pt x="1344262" y="74015"/>
                </a:lnTo>
                <a:lnTo>
                  <a:pt x="1344075" y="72540"/>
                </a:lnTo>
                <a:lnTo>
                  <a:pt x="1343858" y="71097"/>
                </a:lnTo>
                <a:lnTo>
                  <a:pt x="1343613" y="69685"/>
                </a:lnTo>
                <a:lnTo>
                  <a:pt x="1343338" y="68304"/>
                </a:lnTo>
                <a:lnTo>
                  <a:pt x="1343035" y="66955"/>
                </a:lnTo>
                <a:lnTo>
                  <a:pt x="1342703" y="65637"/>
                </a:lnTo>
                <a:lnTo>
                  <a:pt x="1342342" y="64350"/>
                </a:lnTo>
                <a:lnTo>
                  <a:pt x="1341952" y="63094"/>
                </a:lnTo>
                <a:lnTo>
                  <a:pt x="1341533" y="61870"/>
                </a:lnTo>
                <a:lnTo>
                  <a:pt x="1341086" y="60677"/>
                </a:lnTo>
                <a:lnTo>
                  <a:pt x="1340609" y="59515"/>
                </a:lnTo>
                <a:lnTo>
                  <a:pt x="1340104" y="58384"/>
                </a:lnTo>
                <a:lnTo>
                  <a:pt x="1339569" y="57285"/>
                </a:lnTo>
                <a:lnTo>
                  <a:pt x="1339006" y="56217"/>
                </a:lnTo>
                <a:lnTo>
                  <a:pt x="1338414" y="55180"/>
                </a:lnTo>
                <a:lnTo>
                  <a:pt x="1337793" y="54175"/>
                </a:lnTo>
                <a:lnTo>
                  <a:pt x="1337144" y="53201"/>
                </a:lnTo>
                <a:lnTo>
                  <a:pt x="1336465" y="52258"/>
                </a:lnTo>
                <a:lnTo>
                  <a:pt x="1335755" y="51350"/>
                </a:lnTo>
                <a:lnTo>
                  <a:pt x="1335010" y="50481"/>
                </a:lnTo>
                <a:lnTo>
                  <a:pt x="1334231" y="49650"/>
                </a:lnTo>
                <a:lnTo>
                  <a:pt x="1333417" y="48858"/>
                </a:lnTo>
                <a:lnTo>
                  <a:pt x="1332569" y="48105"/>
                </a:lnTo>
                <a:lnTo>
                  <a:pt x="1331687" y="47390"/>
                </a:lnTo>
                <a:lnTo>
                  <a:pt x="1330770" y="46714"/>
                </a:lnTo>
                <a:lnTo>
                  <a:pt x="1329819" y="46076"/>
                </a:lnTo>
                <a:lnTo>
                  <a:pt x="1328833" y="45478"/>
                </a:lnTo>
                <a:lnTo>
                  <a:pt x="1327813" y="44917"/>
                </a:lnTo>
                <a:lnTo>
                  <a:pt x="1326758" y="44396"/>
                </a:lnTo>
                <a:lnTo>
                  <a:pt x="1325669" y="43913"/>
                </a:lnTo>
                <a:lnTo>
                  <a:pt x="1324546" y="43469"/>
                </a:lnTo>
                <a:lnTo>
                  <a:pt x="1323388" y="43063"/>
                </a:lnTo>
                <a:lnTo>
                  <a:pt x="1322196" y="42696"/>
                </a:lnTo>
                <a:lnTo>
                  <a:pt x="1320969" y="42368"/>
                </a:lnTo>
                <a:lnTo>
                  <a:pt x="1319708" y="42078"/>
                </a:lnTo>
                <a:lnTo>
                  <a:pt x="1318413" y="41827"/>
                </a:lnTo>
                <a:lnTo>
                  <a:pt x="1317083" y="41614"/>
                </a:lnTo>
                <a:lnTo>
                  <a:pt x="1315719" y="41440"/>
                </a:lnTo>
                <a:lnTo>
                  <a:pt x="1314320" y="41305"/>
                </a:lnTo>
                <a:lnTo>
                  <a:pt x="1312887" y="41209"/>
                </a:lnTo>
                <a:lnTo>
                  <a:pt x="1311420" y="41151"/>
                </a:lnTo>
                <a:lnTo>
                  <a:pt x="1309918" y="41131"/>
                </a:lnTo>
                <a:lnTo>
                  <a:pt x="1308683" y="41142"/>
                </a:lnTo>
                <a:lnTo>
                  <a:pt x="1307467" y="41173"/>
                </a:lnTo>
                <a:lnTo>
                  <a:pt x="1306270" y="41225"/>
                </a:lnTo>
                <a:lnTo>
                  <a:pt x="1305091" y="41297"/>
                </a:lnTo>
                <a:lnTo>
                  <a:pt x="1303931" y="41391"/>
                </a:lnTo>
                <a:lnTo>
                  <a:pt x="1302789" y="41505"/>
                </a:lnTo>
                <a:lnTo>
                  <a:pt x="1301666" y="41640"/>
                </a:lnTo>
                <a:lnTo>
                  <a:pt x="1300562" y="41796"/>
                </a:lnTo>
                <a:lnTo>
                  <a:pt x="1299476" y="41972"/>
                </a:lnTo>
                <a:lnTo>
                  <a:pt x="1298409" y="42170"/>
                </a:lnTo>
                <a:lnTo>
                  <a:pt x="1297361" y="42388"/>
                </a:lnTo>
                <a:lnTo>
                  <a:pt x="1296331" y="42627"/>
                </a:lnTo>
                <a:lnTo>
                  <a:pt x="1295319" y="42886"/>
                </a:lnTo>
                <a:lnTo>
                  <a:pt x="1294326" y="43167"/>
                </a:lnTo>
                <a:lnTo>
                  <a:pt x="1293352" y="43468"/>
                </a:lnTo>
                <a:lnTo>
                  <a:pt x="1292397" y="43790"/>
                </a:lnTo>
                <a:lnTo>
                  <a:pt x="1291460" y="44133"/>
                </a:lnTo>
                <a:lnTo>
                  <a:pt x="1290541" y="44496"/>
                </a:lnTo>
                <a:lnTo>
                  <a:pt x="1289641" y="44880"/>
                </a:lnTo>
                <a:lnTo>
                  <a:pt x="1288760" y="45285"/>
                </a:lnTo>
                <a:lnTo>
                  <a:pt x="1287897" y="45711"/>
                </a:lnTo>
                <a:lnTo>
                  <a:pt x="1287053" y="46158"/>
                </a:lnTo>
                <a:lnTo>
                  <a:pt x="1286228" y="46625"/>
                </a:lnTo>
                <a:lnTo>
                  <a:pt x="1285421" y="47113"/>
                </a:lnTo>
                <a:lnTo>
                  <a:pt x="1284631" y="47613"/>
                </a:lnTo>
                <a:lnTo>
                  <a:pt x="1283857" y="48115"/>
                </a:lnTo>
                <a:lnTo>
                  <a:pt x="1283098" y="48620"/>
                </a:lnTo>
                <a:lnTo>
                  <a:pt x="1282354" y="49127"/>
                </a:lnTo>
                <a:lnTo>
                  <a:pt x="1281626" y="49638"/>
                </a:lnTo>
                <a:lnTo>
                  <a:pt x="1280913" y="50150"/>
                </a:lnTo>
                <a:lnTo>
                  <a:pt x="1280216" y="50665"/>
                </a:lnTo>
                <a:lnTo>
                  <a:pt x="1279534" y="51183"/>
                </a:lnTo>
                <a:lnTo>
                  <a:pt x="1278868" y="51703"/>
                </a:lnTo>
                <a:lnTo>
                  <a:pt x="1278217" y="52226"/>
                </a:lnTo>
                <a:lnTo>
                  <a:pt x="1277581" y="52752"/>
                </a:lnTo>
                <a:lnTo>
                  <a:pt x="1276961" y="53280"/>
                </a:lnTo>
                <a:lnTo>
                  <a:pt x="1276357" y="53810"/>
                </a:lnTo>
                <a:lnTo>
                  <a:pt x="1275767" y="54344"/>
                </a:lnTo>
                <a:lnTo>
                  <a:pt x="1275193" y="54879"/>
                </a:lnTo>
                <a:lnTo>
                  <a:pt x="1274635" y="55418"/>
                </a:lnTo>
                <a:lnTo>
                  <a:pt x="1274092" y="55959"/>
                </a:lnTo>
                <a:lnTo>
                  <a:pt x="1273564" y="56502"/>
                </a:lnTo>
                <a:lnTo>
                  <a:pt x="1273052" y="57048"/>
                </a:lnTo>
                <a:lnTo>
                  <a:pt x="1272556" y="57597"/>
                </a:lnTo>
                <a:lnTo>
                  <a:pt x="1272074" y="58148"/>
                </a:lnTo>
                <a:lnTo>
                  <a:pt x="1271609" y="58702"/>
                </a:lnTo>
                <a:lnTo>
                  <a:pt x="1271158" y="59258"/>
                </a:lnTo>
                <a:lnTo>
                  <a:pt x="1270723" y="59817"/>
                </a:lnTo>
                <a:lnTo>
                  <a:pt x="1270040" y="43068"/>
                </a:lnTo>
                <a:lnTo>
                  <a:pt x="1251810" y="43068"/>
                </a:lnTo>
                <a:lnTo>
                  <a:pt x="1251810" y="157461"/>
                </a:lnTo>
                <a:lnTo>
                  <a:pt x="1270837" y="157461"/>
                </a:lnTo>
                <a:lnTo>
                  <a:pt x="1270837" y="75786"/>
                </a:lnTo>
                <a:lnTo>
                  <a:pt x="1271270" y="75206"/>
                </a:lnTo>
                <a:lnTo>
                  <a:pt x="1271715" y="74630"/>
                </a:lnTo>
                <a:lnTo>
                  <a:pt x="1272171" y="74057"/>
                </a:lnTo>
                <a:close/>
                <a:moveTo>
                  <a:pt x="1590476" y="57362"/>
                </a:moveTo>
                <a:lnTo>
                  <a:pt x="1589928" y="56292"/>
                </a:lnTo>
                <a:lnTo>
                  <a:pt x="1589352" y="55252"/>
                </a:lnTo>
                <a:lnTo>
                  <a:pt x="1588748" y="54244"/>
                </a:lnTo>
                <a:lnTo>
                  <a:pt x="1588116" y="53266"/>
                </a:lnTo>
                <a:lnTo>
                  <a:pt x="1587456" y="52319"/>
                </a:lnTo>
                <a:lnTo>
                  <a:pt x="1586764" y="51406"/>
                </a:lnTo>
                <a:lnTo>
                  <a:pt x="1586036" y="50532"/>
                </a:lnTo>
                <a:lnTo>
                  <a:pt x="1585272" y="49697"/>
                </a:lnTo>
                <a:lnTo>
                  <a:pt x="1584472" y="48900"/>
                </a:lnTo>
                <a:lnTo>
                  <a:pt x="1583636" y="48143"/>
                </a:lnTo>
                <a:lnTo>
                  <a:pt x="1582763" y="47424"/>
                </a:lnTo>
                <a:lnTo>
                  <a:pt x="1581855" y="46744"/>
                </a:lnTo>
                <a:lnTo>
                  <a:pt x="1580911" y="46103"/>
                </a:lnTo>
                <a:lnTo>
                  <a:pt x="1579931" y="45501"/>
                </a:lnTo>
                <a:lnTo>
                  <a:pt x="1578915" y="44938"/>
                </a:lnTo>
                <a:lnTo>
                  <a:pt x="1577863" y="44414"/>
                </a:lnTo>
                <a:lnTo>
                  <a:pt x="1576775" y="43928"/>
                </a:lnTo>
                <a:lnTo>
                  <a:pt x="1575651" y="43481"/>
                </a:lnTo>
                <a:lnTo>
                  <a:pt x="1574490" y="43074"/>
                </a:lnTo>
                <a:lnTo>
                  <a:pt x="1573294" y="42705"/>
                </a:lnTo>
                <a:lnTo>
                  <a:pt x="1572062" y="42374"/>
                </a:lnTo>
                <a:lnTo>
                  <a:pt x="1570794" y="42083"/>
                </a:lnTo>
                <a:lnTo>
                  <a:pt x="1569490" y="41831"/>
                </a:lnTo>
                <a:lnTo>
                  <a:pt x="1568150" y="41617"/>
                </a:lnTo>
                <a:lnTo>
                  <a:pt x="1566774" y="41442"/>
                </a:lnTo>
                <a:lnTo>
                  <a:pt x="1565361" y="41306"/>
                </a:lnTo>
                <a:lnTo>
                  <a:pt x="1563913" y="41209"/>
                </a:lnTo>
                <a:lnTo>
                  <a:pt x="1562429" y="41151"/>
                </a:lnTo>
                <a:lnTo>
                  <a:pt x="1560909" y="41131"/>
                </a:lnTo>
                <a:lnTo>
                  <a:pt x="1559740" y="41142"/>
                </a:lnTo>
                <a:lnTo>
                  <a:pt x="1558587" y="41173"/>
                </a:lnTo>
                <a:lnTo>
                  <a:pt x="1557450" y="41225"/>
                </a:lnTo>
                <a:lnTo>
                  <a:pt x="1556329" y="41297"/>
                </a:lnTo>
                <a:lnTo>
                  <a:pt x="1555225" y="41391"/>
                </a:lnTo>
                <a:lnTo>
                  <a:pt x="1554137" y="41505"/>
                </a:lnTo>
                <a:lnTo>
                  <a:pt x="1553065" y="41640"/>
                </a:lnTo>
                <a:lnTo>
                  <a:pt x="1552009" y="41796"/>
                </a:lnTo>
                <a:lnTo>
                  <a:pt x="1550970" y="41972"/>
                </a:lnTo>
                <a:lnTo>
                  <a:pt x="1549946" y="42170"/>
                </a:lnTo>
                <a:lnTo>
                  <a:pt x="1548939" y="42388"/>
                </a:lnTo>
                <a:lnTo>
                  <a:pt x="1547949" y="42627"/>
                </a:lnTo>
                <a:lnTo>
                  <a:pt x="1546974" y="42886"/>
                </a:lnTo>
                <a:lnTo>
                  <a:pt x="1546016" y="43167"/>
                </a:lnTo>
                <a:lnTo>
                  <a:pt x="1545073" y="43468"/>
                </a:lnTo>
                <a:lnTo>
                  <a:pt x="1544147" y="43790"/>
                </a:lnTo>
                <a:lnTo>
                  <a:pt x="1543238" y="44133"/>
                </a:lnTo>
                <a:lnTo>
                  <a:pt x="1542344" y="44496"/>
                </a:lnTo>
                <a:lnTo>
                  <a:pt x="1541467" y="44880"/>
                </a:lnTo>
                <a:lnTo>
                  <a:pt x="1540606" y="45285"/>
                </a:lnTo>
                <a:lnTo>
                  <a:pt x="1539761" y="45711"/>
                </a:lnTo>
                <a:lnTo>
                  <a:pt x="1538932" y="46158"/>
                </a:lnTo>
                <a:lnTo>
                  <a:pt x="1538120" y="46625"/>
                </a:lnTo>
                <a:lnTo>
                  <a:pt x="1537324" y="47113"/>
                </a:lnTo>
                <a:lnTo>
                  <a:pt x="1536544" y="47613"/>
                </a:lnTo>
                <a:lnTo>
                  <a:pt x="1535779" y="48115"/>
                </a:lnTo>
                <a:lnTo>
                  <a:pt x="1535031" y="48620"/>
                </a:lnTo>
                <a:lnTo>
                  <a:pt x="1534298" y="49127"/>
                </a:lnTo>
                <a:lnTo>
                  <a:pt x="1533581" y="49638"/>
                </a:lnTo>
                <a:lnTo>
                  <a:pt x="1532880" y="50150"/>
                </a:lnTo>
                <a:lnTo>
                  <a:pt x="1532195" y="50665"/>
                </a:lnTo>
                <a:lnTo>
                  <a:pt x="1531526" y="51183"/>
                </a:lnTo>
                <a:lnTo>
                  <a:pt x="1530872" y="51703"/>
                </a:lnTo>
                <a:lnTo>
                  <a:pt x="1530235" y="52226"/>
                </a:lnTo>
                <a:lnTo>
                  <a:pt x="1529613" y="52752"/>
                </a:lnTo>
                <a:lnTo>
                  <a:pt x="1529007" y="53280"/>
                </a:lnTo>
                <a:lnTo>
                  <a:pt x="1528416" y="53810"/>
                </a:lnTo>
                <a:lnTo>
                  <a:pt x="1527842" y="54344"/>
                </a:lnTo>
                <a:lnTo>
                  <a:pt x="1527283" y="54879"/>
                </a:lnTo>
                <a:lnTo>
                  <a:pt x="1526740" y="55418"/>
                </a:lnTo>
                <a:lnTo>
                  <a:pt x="1526213" y="55959"/>
                </a:lnTo>
                <a:lnTo>
                  <a:pt x="1525702" y="56502"/>
                </a:lnTo>
                <a:lnTo>
                  <a:pt x="1525207" y="57048"/>
                </a:lnTo>
                <a:lnTo>
                  <a:pt x="1524728" y="57597"/>
                </a:lnTo>
                <a:lnTo>
                  <a:pt x="1524264" y="58148"/>
                </a:lnTo>
                <a:lnTo>
                  <a:pt x="1523816" y="58702"/>
                </a:lnTo>
                <a:lnTo>
                  <a:pt x="1523384" y="59258"/>
                </a:lnTo>
                <a:lnTo>
                  <a:pt x="1522968" y="59817"/>
                </a:lnTo>
                <a:lnTo>
                  <a:pt x="1522284" y="43068"/>
                </a:lnTo>
                <a:lnTo>
                  <a:pt x="1504054" y="43068"/>
                </a:lnTo>
                <a:lnTo>
                  <a:pt x="1504054" y="157461"/>
                </a:lnTo>
                <a:lnTo>
                  <a:pt x="1523082" y="157461"/>
                </a:lnTo>
                <a:lnTo>
                  <a:pt x="1523082" y="75786"/>
                </a:lnTo>
                <a:lnTo>
                  <a:pt x="1523496" y="75206"/>
                </a:lnTo>
                <a:lnTo>
                  <a:pt x="1523920" y="74630"/>
                </a:lnTo>
                <a:lnTo>
                  <a:pt x="1524356" y="74057"/>
                </a:lnTo>
                <a:lnTo>
                  <a:pt x="1524804" y="73489"/>
                </a:lnTo>
                <a:lnTo>
                  <a:pt x="1525262" y="72924"/>
                </a:lnTo>
                <a:lnTo>
                  <a:pt x="1525731" y="72364"/>
                </a:lnTo>
                <a:lnTo>
                  <a:pt x="1526211" y="71807"/>
                </a:lnTo>
                <a:lnTo>
                  <a:pt x="1526702" y="71254"/>
                </a:lnTo>
                <a:lnTo>
                  <a:pt x="1527205" y="70705"/>
                </a:lnTo>
                <a:lnTo>
                  <a:pt x="1527718" y="70160"/>
                </a:lnTo>
                <a:lnTo>
                  <a:pt x="1528243" y="69619"/>
                </a:lnTo>
                <a:lnTo>
                  <a:pt x="1528779" y="69082"/>
                </a:lnTo>
                <a:lnTo>
                  <a:pt x="1529325" y="68549"/>
                </a:lnTo>
                <a:lnTo>
                  <a:pt x="1529883" y="68020"/>
                </a:lnTo>
                <a:lnTo>
                  <a:pt x="1530452" y="67495"/>
                </a:lnTo>
                <a:lnTo>
                  <a:pt x="1531032" y="66973"/>
                </a:lnTo>
                <a:lnTo>
                  <a:pt x="1531623" y="66456"/>
                </a:lnTo>
                <a:lnTo>
                  <a:pt x="1532225" y="65942"/>
                </a:lnTo>
                <a:lnTo>
                  <a:pt x="1532838" y="65433"/>
                </a:lnTo>
                <a:lnTo>
                  <a:pt x="1533463" y="64927"/>
                </a:lnTo>
                <a:lnTo>
                  <a:pt x="1534098" y="64425"/>
                </a:lnTo>
                <a:lnTo>
                  <a:pt x="1534745" y="63927"/>
                </a:lnTo>
                <a:lnTo>
                  <a:pt x="1535402" y="63433"/>
                </a:lnTo>
                <a:lnTo>
                  <a:pt x="1536071" y="62943"/>
                </a:lnTo>
                <a:lnTo>
                  <a:pt x="1536751" y="62465"/>
                </a:lnTo>
                <a:lnTo>
                  <a:pt x="1537444" y="62007"/>
                </a:lnTo>
                <a:lnTo>
                  <a:pt x="1538150" y="61570"/>
                </a:lnTo>
                <a:lnTo>
                  <a:pt x="1538868" y="61152"/>
                </a:lnTo>
                <a:lnTo>
                  <a:pt x="1539600" y="60756"/>
                </a:lnTo>
                <a:lnTo>
                  <a:pt x="1540343" y="60379"/>
                </a:lnTo>
                <a:lnTo>
                  <a:pt x="1541100" y="60023"/>
                </a:lnTo>
                <a:lnTo>
                  <a:pt x="1541869" y="59687"/>
                </a:lnTo>
                <a:lnTo>
                  <a:pt x="1542650" y="59372"/>
                </a:lnTo>
                <a:lnTo>
                  <a:pt x="1543445" y="59077"/>
                </a:lnTo>
                <a:lnTo>
                  <a:pt x="1544252" y="58802"/>
                </a:lnTo>
                <a:lnTo>
                  <a:pt x="1545072" y="58548"/>
                </a:lnTo>
                <a:lnTo>
                  <a:pt x="1545904" y="58314"/>
                </a:lnTo>
                <a:lnTo>
                  <a:pt x="1546749" y="58100"/>
                </a:lnTo>
                <a:lnTo>
                  <a:pt x="1547607" y="57907"/>
                </a:lnTo>
                <a:lnTo>
                  <a:pt x="1548477" y="57734"/>
                </a:lnTo>
                <a:lnTo>
                  <a:pt x="1549360" y="57581"/>
                </a:lnTo>
                <a:lnTo>
                  <a:pt x="1550256" y="57449"/>
                </a:lnTo>
                <a:lnTo>
                  <a:pt x="1551164" y="57337"/>
                </a:lnTo>
                <a:lnTo>
                  <a:pt x="1552085" y="57245"/>
                </a:lnTo>
                <a:lnTo>
                  <a:pt x="1553019" y="57174"/>
                </a:lnTo>
                <a:lnTo>
                  <a:pt x="1553965" y="57123"/>
                </a:lnTo>
                <a:lnTo>
                  <a:pt x="1554924" y="57093"/>
                </a:lnTo>
                <a:lnTo>
                  <a:pt x="1555896" y="57083"/>
                </a:lnTo>
                <a:lnTo>
                  <a:pt x="1556582" y="57089"/>
                </a:lnTo>
                <a:lnTo>
                  <a:pt x="1557255" y="57108"/>
                </a:lnTo>
                <a:lnTo>
                  <a:pt x="1557915" y="57141"/>
                </a:lnTo>
                <a:lnTo>
                  <a:pt x="1558561" y="57186"/>
                </a:lnTo>
                <a:lnTo>
                  <a:pt x="1559193" y="57244"/>
                </a:lnTo>
                <a:lnTo>
                  <a:pt x="1559812" y="57315"/>
                </a:lnTo>
                <a:lnTo>
                  <a:pt x="1560418" y="57400"/>
                </a:lnTo>
                <a:lnTo>
                  <a:pt x="1561010" y="57497"/>
                </a:lnTo>
                <a:lnTo>
                  <a:pt x="1561589" y="57607"/>
                </a:lnTo>
                <a:lnTo>
                  <a:pt x="1562154" y="57730"/>
                </a:lnTo>
                <a:lnTo>
                  <a:pt x="1562706" y="57866"/>
                </a:lnTo>
                <a:lnTo>
                  <a:pt x="1563245" y="58014"/>
                </a:lnTo>
                <a:lnTo>
                  <a:pt x="1563770" y="58176"/>
                </a:lnTo>
                <a:lnTo>
                  <a:pt x="1564281" y="58351"/>
                </a:lnTo>
                <a:lnTo>
                  <a:pt x="1564779" y="58539"/>
                </a:lnTo>
                <a:lnTo>
                  <a:pt x="1565264" y="58739"/>
                </a:lnTo>
                <a:lnTo>
                  <a:pt x="1565735" y="58953"/>
                </a:lnTo>
                <a:lnTo>
                  <a:pt x="1566193" y="59179"/>
                </a:lnTo>
                <a:lnTo>
                  <a:pt x="1566637" y="59419"/>
                </a:lnTo>
                <a:lnTo>
                  <a:pt x="1567068" y="59671"/>
                </a:lnTo>
                <a:lnTo>
                  <a:pt x="1567485" y="59937"/>
                </a:lnTo>
                <a:lnTo>
                  <a:pt x="1567889" y="60215"/>
                </a:lnTo>
                <a:lnTo>
                  <a:pt x="1568280" y="60506"/>
                </a:lnTo>
                <a:lnTo>
                  <a:pt x="1568657" y="60810"/>
                </a:lnTo>
                <a:lnTo>
                  <a:pt x="1569022" y="61126"/>
                </a:lnTo>
                <a:lnTo>
                  <a:pt x="1569378" y="61451"/>
                </a:lnTo>
                <a:lnTo>
                  <a:pt x="1569724" y="61786"/>
                </a:lnTo>
                <a:lnTo>
                  <a:pt x="1570060" y="62130"/>
                </a:lnTo>
                <a:lnTo>
                  <a:pt x="1570387" y="62485"/>
                </a:lnTo>
                <a:lnTo>
                  <a:pt x="1570704" y="62848"/>
                </a:lnTo>
                <a:lnTo>
                  <a:pt x="1571011" y="63222"/>
                </a:lnTo>
                <a:lnTo>
                  <a:pt x="1571309" y="63605"/>
                </a:lnTo>
                <a:lnTo>
                  <a:pt x="1571597" y="63998"/>
                </a:lnTo>
                <a:lnTo>
                  <a:pt x="1571875" y="64400"/>
                </a:lnTo>
                <a:lnTo>
                  <a:pt x="1572143" y="64813"/>
                </a:lnTo>
                <a:lnTo>
                  <a:pt x="1572402" y="65234"/>
                </a:lnTo>
                <a:lnTo>
                  <a:pt x="1572651" y="65666"/>
                </a:lnTo>
                <a:lnTo>
                  <a:pt x="1572891" y="66107"/>
                </a:lnTo>
                <a:lnTo>
                  <a:pt x="1573121" y="66558"/>
                </a:lnTo>
                <a:lnTo>
                  <a:pt x="1573341" y="67018"/>
                </a:lnTo>
                <a:lnTo>
                  <a:pt x="1573551" y="67489"/>
                </a:lnTo>
                <a:lnTo>
                  <a:pt x="1573752" y="67968"/>
                </a:lnTo>
                <a:lnTo>
                  <a:pt x="1573943" y="68458"/>
                </a:lnTo>
                <a:lnTo>
                  <a:pt x="1574124" y="68957"/>
                </a:lnTo>
                <a:lnTo>
                  <a:pt x="1574296" y="69466"/>
                </a:lnTo>
                <a:lnTo>
                  <a:pt x="1574458" y="69984"/>
                </a:lnTo>
                <a:lnTo>
                  <a:pt x="1574610" y="70513"/>
                </a:lnTo>
                <a:lnTo>
                  <a:pt x="1574752" y="71050"/>
                </a:lnTo>
                <a:lnTo>
                  <a:pt x="1574887" y="71596"/>
                </a:lnTo>
                <a:lnTo>
                  <a:pt x="1575016" y="72148"/>
                </a:lnTo>
                <a:lnTo>
                  <a:pt x="1575139" y="72707"/>
                </a:lnTo>
                <a:lnTo>
                  <a:pt x="1575257" y="73273"/>
                </a:lnTo>
                <a:lnTo>
                  <a:pt x="1575369" y="73845"/>
                </a:lnTo>
                <a:lnTo>
                  <a:pt x="1575475" y="74423"/>
                </a:lnTo>
                <a:lnTo>
                  <a:pt x="1575575" y="75009"/>
                </a:lnTo>
                <a:lnTo>
                  <a:pt x="1575670" y="75600"/>
                </a:lnTo>
                <a:lnTo>
                  <a:pt x="1575759" y="76199"/>
                </a:lnTo>
                <a:lnTo>
                  <a:pt x="1575842" y="76804"/>
                </a:lnTo>
                <a:lnTo>
                  <a:pt x="1575920" y="77415"/>
                </a:lnTo>
                <a:lnTo>
                  <a:pt x="1575991" y="78034"/>
                </a:lnTo>
                <a:lnTo>
                  <a:pt x="1576057" y="78658"/>
                </a:lnTo>
                <a:lnTo>
                  <a:pt x="1576118" y="79290"/>
                </a:lnTo>
                <a:lnTo>
                  <a:pt x="1576172" y="79928"/>
                </a:lnTo>
                <a:lnTo>
                  <a:pt x="1576221" y="80572"/>
                </a:lnTo>
                <a:lnTo>
                  <a:pt x="1576264" y="81223"/>
                </a:lnTo>
                <a:lnTo>
                  <a:pt x="1576301" y="81881"/>
                </a:lnTo>
                <a:lnTo>
                  <a:pt x="1576333" y="82545"/>
                </a:lnTo>
                <a:lnTo>
                  <a:pt x="1576358" y="83216"/>
                </a:lnTo>
                <a:lnTo>
                  <a:pt x="1576379" y="83894"/>
                </a:lnTo>
                <a:lnTo>
                  <a:pt x="1576393" y="84578"/>
                </a:lnTo>
                <a:lnTo>
                  <a:pt x="1576401" y="85268"/>
                </a:lnTo>
                <a:lnTo>
                  <a:pt x="1576404" y="85966"/>
                </a:lnTo>
                <a:lnTo>
                  <a:pt x="1576404" y="157461"/>
                </a:lnTo>
                <a:lnTo>
                  <a:pt x="1595546" y="157461"/>
                </a:lnTo>
                <a:lnTo>
                  <a:pt x="1595546" y="83519"/>
                </a:lnTo>
                <a:lnTo>
                  <a:pt x="1595532" y="81867"/>
                </a:lnTo>
                <a:lnTo>
                  <a:pt x="1595490" y="80245"/>
                </a:lnTo>
                <a:lnTo>
                  <a:pt x="1595419" y="78653"/>
                </a:lnTo>
                <a:lnTo>
                  <a:pt x="1595321" y="77092"/>
                </a:lnTo>
                <a:lnTo>
                  <a:pt x="1595195" y="75562"/>
                </a:lnTo>
                <a:lnTo>
                  <a:pt x="1595092" y="74566"/>
                </a:lnTo>
                <a:lnTo>
                  <a:pt x="1595304" y="74299"/>
                </a:lnTo>
                <a:lnTo>
                  <a:pt x="1595755" y="73745"/>
                </a:lnTo>
                <a:lnTo>
                  <a:pt x="1596217" y="73195"/>
                </a:lnTo>
                <a:lnTo>
                  <a:pt x="1596688" y="72649"/>
                </a:lnTo>
                <a:lnTo>
                  <a:pt x="1597170" y="72108"/>
                </a:lnTo>
                <a:lnTo>
                  <a:pt x="1597661" y="71570"/>
                </a:lnTo>
                <a:lnTo>
                  <a:pt x="1598162" y="71037"/>
                </a:lnTo>
                <a:lnTo>
                  <a:pt x="1598673" y="70508"/>
                </a:lnTo>
                <a:lnTo>
                  <a:pt x="1599194" y="69983"/>
                </a:lnTo>
                <a:lnTo>
                  <a:pt x="1599724" y="69462"/>
                </a:lnTo>
                <a:lnTo>
                  <a:pt x="1600265" y="68946"/>
                </a:lnTo>
                <a:lnTo>
                  <a:pt x="1600815" y="68433"/>
                </a:lnTo>
                <a:lnTo>
                  <a:pt x="1601376" y="67925"/>
                </a:lnTo>
                <a:lnTo>
                  <a:pt x="1601946" y="67421"/>
                </a:lnTo>
                <a:lnTo>
                  <a:pt x="1602526" y="66921"/>
                </a:lnTo>
                <a:lnTo>
                  <a:pt x="1603116" y="66425"/>
                </a:lnTo>
                <a:lnTo>
                  <a:pt x="1603716" y="65934"/>
                </a:lnTo>
                <a:lnTo>
                  <a:pt x="1604326" y="65446"/>
                </a:lnTo>
                <a:lnTo>
                  <a:pt x="1604946" y="64963"/>
                </a:lnTo>
                <a:lnTo>
                  <a:pt x="1605575" y="64484"/>
                </a:lnTo>
                <a:lnTo>
                  <a:pt x="1606215" y="64009"/>
                </a:lnTo>
                <a:lnTo>
                  <a:pt x="1606864" y="63538"/>
                </a:lnTo>
                <a:lnTo>
                  <a:pt x="1607524" y="63071"/>
                </a:lnTo>
                <a:lnTo>
                  <a:pt x="1608193" y="62608"/>
                </a:lnTo>
                <a:lnTo>
                  <a:pt x="1608873" y="62158"/>
                </a:lnTo>
                <a:lnTo>
                  <a:pt x="1609567" y="61726"/>
                </a:lnTo>
                <a:lnTo>
                  <a:pt x="1610274" y="61313"/>
                </a:lnTo>
                <a:lnTo>
                  <a:pt x="1610994" y="60920"/>
                </a:lnTo>
                <a:lnTo>
                  <a:pt x="1611727" y="60546"/>
                </a:lnTo>
                <a:lnTo>
                  <a:pt x="1612473" y="60191"/>
                </a:lnTo>
                <a:lnTo>
                  <a:pt x="1613232" y="59855"/>
                </a:lnTo>
                <a:lnTo>
                  <a:pt x="1614004" y="59538"/>
                </a:lnTo>
                <a:lnTo>
                  <a:pt x="1614789" y="59241"/>
                </a:lnTo>
                <a:lnTo>
                  <a:pt x="1615587" y="58963"/>
                </a:lnTo>
                <a:lnTo>
                  <a:pt x="1616398" y="58704"/>
                </a:lnTo>
                <a:lnTo>
                  <a:pt x="1617222" y="58464"/>
                </a:lnTo>
                <a:lnTo>
                  <a:pt x="1618060" y="58243"/>
                </a:lnTo>
                <a:lnTo>
                  <a:pt x="1618910" y="58042"/>
                </a:lnTo>
                <a:lnTo>
                  <a:pt x="1619773" y="57860"/>
                </a:lnTo>
                <a:lnTo>
                  <a:pt x="1620650" y="57696"/>
                </a:lnTo>
                <a:lnTo>
                  <a:pt x="1621539" y="57553"/>
                </a:lnTo>
                <a:lnTo>
                  <a:pt x="1622442" y="57428"/>
                </a:lnTo>
                <a:lnTo>
                  <a:pt x="1623358" y="57322"/>
                </a:lnTo>
                <a:lnTo>
                  <a:pt x="1624286" y="57236"/>
                </a:lnTo>
                <a:lnTo>
                  <a:pt x="1625228" y="57169"/>
                </a:lnTo>
                <a:lnTo>
                  <a:pt x="1626183" y="57121"/>
                </a:lnTo>
                <a:lnTo>
                  <a:pt x="1627151" y="57092"/>
                </a:lnTo>
                <a:lnTo>
                  <a:pt x="1628132" y="57083"/>
                </a:lnTo>
                <a:lnTo>
                  <a:pt x="1628809" y="57089"/>
                </a:lnTo>
                <a:lnTo>
                  <a:pt x="1629473" y="57108"/>
                </a:lnTo>
                <a:lnTo>
                  <a:pt x="1630124" y="57141"/>
                </a:lnTo>
                <a:lnTo>
                  <a:pt x="1630762" y="57186"/>
                </a:lnTo>
                <a:lnTo>
                  <a:pt x="1631387" y="57244"/>
                </a:lnTo>
                <a:lnTo>
                  <a:pt x="1631999" y="57315"/>
                </a:lnTo>
                <a:lnTo>
                  <a:pt x="1632597" y="57400"/>
                </a:lnTo>
                <a:lnTo>
                  <a:pt x="1633183" y="57497"/>
                </a:lnTo>
                <a:lnTo>
                  <a:pt x="1633756" y="57607"/>
                </a:lnTo>
                <a:lnTo>
                  <a:pt x="1634315" y="57730"/>
                </a:lnTo>
                <a:lnTo>
                  <a:pt x="1634862" y="57866"/>
                </a:lnTo>
                <a:lnTo>
                  <a:pt x="1635395" y="58014"/>
                </a:lnTo>
                <a:lnTo>
                  <a:pt x="1635916" y="58176"/>
                </a:lnTo>
                <a:lnTo>
                  <a:pt x="1636423" y="58351"/>
                </a:lnTo>
                <a:lnTo>
                  <a:pt x="1636917" y="58539"/>
                </a:lnTo>
                <a:lnTo>
                  <a:pt x="1637399" y="58739"/>
                </a:lnTo>
                <a:lnTo>
                  <a:pt x="1637867" y="58953"/>
                </a:lnTo>
                <a:lnTo>
                  <a:pt x="1638322" y="59179"/>
                </a:lnTo>
                <a:lnTo>
                  <a:pt x="1638764" y="59419"/>
                </a:lnTo>
                <a:lnTo>
                  <a:pt x="1639193" y="59671"/>
                </a:lnTo>
                <a:lnTo>
                  <a:pt x="1639609" y="59937"/>
                </a:lnTo>
                <a:lnTo>
                  <a:pt x="1640012" y="60215"/>
                </a:lnTo>
                <a:lnTo>
                  <a:pt x="1640402" y="60506"/>
                </a:lnTo>
                <a:lnTo>
                  <a:pt x="1640779" y="60810"/>
                </a:lnTo>
                <a:lnTo>
                  <a:pt x="1641144" y="61126"/>
                </a:lnTo>
                <a:lnTo>
                  <a:pt x="1641500" y="61451"/>
                </a:lnTo>
                <a:lnTo>
                  <a:pt x="1641846" y="61786"/>
                </a:lnTo>
                <a:lnTo>
                  <a:pt x="1642182" y="62130"/>
                </a:lnTo>
                <a:lnTo>
                  <a:pt x="1642509" y="62485"/>
                </a:lnTo>
                <a:lnTo>
                  <a:pt x="1642826" y="62848"/>
                </a:lnTo>
                <a:lnTo>
                  <a:pt x="1643133" y="63222"/>
                </a:lnTo>
                <a:lnTo>
                  <a:pt x="1643431" y="63605"/>
                </a:lnTo>
                <a:lnTo>
                  <a:pt x="1643719" y="63998"/>
                </a:lnTo>
                <a:lnTo>
                  <a:pt x="1643997" y="64400"/>
                </a:lnTo>
                <a:lnTo>
                  <a:pt x="1644266" y="64813"/>
                </a:lnTo>
                <a:lnTo>
                  <a:pt x="1644525" y="65234"/>
                </a:lnTo>
                <a:lnTo>
                  <a:pt x="1644774" y="65666"/>
                </a:lnTo>
                <a:lnTo>
                  <a:pt x="1645013" y="66107"/>
                </a:lnTo>
                <a:lnTo>
                  <a:pt x="1645243" y="66558"/>
                </a:lnTo>
                <a:lnTo>
                  <a:pt x="1645463" y="67018"/>
                </a:lnTo>
                <a:lnTo>
                  <a:pt x="1645673" y="67489"/>
                </a:lnTo>
                <a:lnTo>
                  <a:pt x="1645874" y="67968"/>
                </a:lnTo>
                <a:lnTo>
                  <a:pt x="1646065" y="68458"/>
                </a:lnTo>
                <a:lnTo>
                  <a:pt x="1646246" y="68957"/>
                </a:lnTo>
                <a:lnTo>
                  <a:pt x="1646418" y="69466"/>
                </a:lnTo>
                <a:lnTo>
                  <a:pt x="1646580" y="69984"/>
                </a:lnTo>
                <a:lnTo>
                  <a:pt x="1646732" y="70513"/>
                </a:lnTo>
                <a:lnTo>
                  <a:pt x="1646874" y="71050"/>
                </a:lnTo>
                <a:lnTo>
                  <a:pt x="1647009" y="71596"/>
                </a:lnTo>
                <a:lnTo>
                  <a:pt x="1647138" y="72148"/>
                </a:lnTo>
                <a:lnTo>
                  <a:pt x="1647262" y="72707"/>
                </a:lnTo>
                <a:lnTo>
                  <a:pt x="1647379" y="73273"/>
                </a:lnTo>
                <a:lnTo>
                  <a:pt x="1647491" y="73845"/>
                </a:lnTo>
                <a:lnTo>
                  <a:pt x="1647597" y="74423"/>
                </a:lnTo>
                <a:lnTo>
                  <a:pt x="1647698" y="75009"/>
                </a:lnTo>
                <a:lnTo>
                  <a:pt x="1647792" y="75600"/>
                </a:lnTo>
                <a:lnTo>
                  <a:pt x="1647881" y="76199"/>
                </a:lnTo>
                <a:lnTo>
                  <a:pt x="1647964" y="76804"/>
                </a:lnTo>
                <a:lnTo>
                  <a:pt x="1648042" y="77415"/>
                </a:lnTo>
                <a:lnTo>
                  <a:pt x="1648114" y="78034"/>
                </a:lnTo>
                <a:lnTo>
                  <a:pt x="1648180" y="78658"/>
                </a:lnTo>
                <a:lnTo>
                  <a:pt x="1648240" y="79290"/>
                </a:lnTo>
                <a:lnTo>
                  <a:pt x="1648294" y="79928"/>
                </a:lnTo>
                <a:lnTo>
                  <a:pt x="1648343" y="80572"/>
                </a:lnTo>
                <a:lnTo>
                  <a:pt x="1648386" y="81223"/>
                </a:lnTo>
                <a:lnTo>
                  <a:pt x="1648423" y="81881"/>
                </a:lnTo>
                <a:lnTo>
                  <a:pt x="1648455" y="82545"/>
                </a:lnTo>
                <a:lnTo>
                  <a:pt x="1648481" y="83216"/>
                </a:lnTo>
                <a:lnTo>
                  <a:pt x="1648501" y="83894"/>
                </a:lnTo>
                <a:lnTo>
                  <a:pt x="1648515" y="84578"/>
                </a:lnTo>
                <a:lnTo>
                  <a:pt x="1648524" y="85268"/>
                </a:lnTo>
                <a:lnTo>
                  <a:pt x="1648527" y="85966"/>
                </a:lnTo>
                <a:lnTo>
                  <a:pt x="1648527" y="157461"/>
                </a:lnTo>
                <a:lnTo>
                  <a:pt x="1667554" y="157461"/>
                </a:lnTo>
                <a:lnTo>
                  <a:pt x="1667554" y="83519"/>
                </a:lnTo>
                <a:lnTo>
                  <a:pt x="1667540" y="81867"/>
                </a:lnTo>
                <a:lnTo>
                  <a:pt x="1667498" y="80245"/>
                </a:lnTo>
                <a:lnTo>
                  <a:pt x="1667428" y="78653"/>
                </a:lnTo>
                <a:lnTo>
                  <a:pt x="1667329" y="77092"/>
                </a:lnTo>
                <a:lnTo>
                  <a:pt x="1667203" y="75562"/>
                </a:lnTo>
                <a:lnTo>
                  <a:pt x="1667048" y="74063"/>
                </a:lnTo>
                <a:lnTo>
                  <a:pt x="1666866" y="72594"/>
                </a:lnTo>
                <a:lnTo>
                  <a:pt x="1666655" y="71156"/>
                </a:lnTo>
                <a:lnTo>
                  <a:pt x="1666416" y="69749"/>
                </a:lnTo>
                <a:lnTo>
                  <a:pt x="1666150" y="68372"/>
                </a:lnTo>
                <a:lnTo>
                  <a:pt x="1665855" y="67026"/>
                </a:lnTo>
                <a:lnTo>
                  <a:pt x="1665532" y="65711"/>
                </a:lnTo>
                <a:lnTo>
                  <a:pt x="1665181" y="64426"/>
                </a:lnTo>
                <a:lnTo>
                  <a:pt x="1664801" y="63172"/>
                </a:lnTo>
                <a:lnTo>
                  <a:pt x="1664394" y="61948"/>
                </a:lnTo>
                <a:lnTo>
                  <a:pt x="1663959" y="60756"/>
                </a:lnTo>
                <a:lnTo>
                  <a:pt x="1663495" y="59594"/>
                </a:lnTo>
                <a:lnTo>
                  <a:pt x="1663004" y="58462"/>
                </a:lnTo>
                <a:lnTo>
                  <a:pt x="1662484" y="57362"/>
                </a:lnTo>
                <a:lnTo>
                  <a:pt x="1661936" y="56292"/>
                </a:lnTo>
                <a:lnTo>
                  <a:pt x="1661361" y="55252"/>
                </a:lnTo>
                <a:lnTo>
                  <a:pt x="1660757" y="54244"/>
                </a:lnTo>
                <a:lnTo>
                  <a:pt x="1660125" y="53266"/>
                </a:lnTo>
                <a:lnTo>
                  <a:pt x="1659465" y="52319"/>
                </a:lnTo>
                <a:lnTo>
                  <a:pt x="1658772" y="51406"/>
                </a:lnTo>
                <a:lnTo>
                  <a:pt x="1658044" y="50532"/>
                </a:lnTo>
                <a:lnTo>
                  <a:pt x="1657280" y="49697"/>
                </a:lnTo>
                <a:lnTo>
                  <a:pt x="1656480" y="48900"/>
                </a:lnTo>
                <a:lnTo>
                  <a:pt x="1655644" y="48143"/>
                </a:lnTo>
                <a:lnTo>
                  <a:pt x="1654772" y="47424"/>
                </a:lnTo>
                <a:lnTo>
                  <a:pt x="1653864" y="46744"/>
                </a:lnTo>
                <a:lnTo>
                  <a:pt x="1652919" y="46103"/>
                </a:lnTo>
                <a:lnTo>
                  <a:pt x="1651939" y="45501"/>
                </a:lnTo>
                <a:lnTo>
                  <a:pt x="1650923" y="44938"/>
                </a:lnTo>
                <a:lnTo>
                  <a:pt x="1649871" y="44414"/>
                </a:lnTo>
                <a:lnTo>
                  <a:pt x="1648783" y="43928"/>
                </a:lnTo>
                <a:lnTo>
                  <a:pt x="1647659" y="43481"/>
                </a:lnTo>
                <a:lnTo>
                  <a:pt x="1646499" y="43074"/>
                </a:lnTo>
                <a:lnTo>
                  <a:pt x="1645303" y="42705"/>
                </a:lnTo>
                <a:lnTo>
                  <a:pt x="1644070" y="42374"/>
                </a:lnTo>
                <a:lnTo>
                  <a:pt x="1642802" y="42083"/>
                </a:lnTo>
                <a:lnTo>
                  <a:pt x="1641498" y="41831"/>
                </a:lnTo>
                <a:lnTo>
                  <a:pt x="1640158" y="41617"/>
                </a:lnTo>
                <a:lnTo>
                  <a:pt x="1638782" y="41442"/>
                </a:lnTo>
                <a:lnTo>
                  <a:pt x="1637370" y="41306"/>
                </a:lnTo>
                <a:lnTo>
                  <a:pt x="1635921" y="41209"/>
                </a:lnTo>
                <a:lnTo>
                  <a:pt x="1634437" y="41151"/>
                </a:lnTo>
                <a:lnTo>
                  <a:pt x="1632917" y="41131"/>
                </a:lnTo>
                <a:lnTo>
                  <a:pt x="1631747" y="41142"/>
                </a:lnTo>
                <a:lnTo>
                  <a:pt x="1630591" y="41175"/>
                </a:lnTo>
                <a:lnTo>
                  <a:pt x="1629448" y="41229"/>
                </a:lnTo>
                <a:lnTo>
                  <a:pt x="1628320" y="41305"/>
                </a:lnTo>
                <a:lnTo>
                  <a:pt x="1627206" y="41403"/>
                </a:lnTo>
                <a:lnTo>
                  <a:pt x="1626106" y="41523"/>
                </a:lnTo>
                <a:lnTo>
                  <a:pt x="1625020" y="41664"/>
                </a:lnTo>
                <a:lnTo>
                  <a:pt x="1623948" y="41828"/>
                </a:lnTo>
                <a:lnTo>
                  <a:pt x="1622890" y="42013"/>
                </a:lnTo>
                <a:lnTo>
                  <a:pt x="1621846" y="42219"/>
                </a:lnTo>
                <a:lnTo>
                  <a:pt x="1620816" y="42448"/>
                </a:lnTo>
                <a:lnTo>
                  <a:pt x="1619800" y="42698"/>
                </a:lnTo>
                <a:lnTo>
                  <a:pt x="1618798" y="42970"/>
                </a:lnTo>
                <a:lnTo>
                  <a:pt x="1617811" y="43264"/>
                </a:lnTo>
                <a:lnTo>
                  <a:pt x="1616837" y="43579"/>
                </a:lnTo>
                <a:lnTo>
                  <a:pt x="1615877" y="43916"/>
                </a:lnTo>
                <a:lnTo>
                  <a:pt x="1614932" y="44275"/>
                </a:lnTo>
                <a:lnTo>
                  <a:pt x="1614000" y="44656"/>
                </a:lnTo>
                <a:lnTo>
                  <a:pt x="1613083" y="45059"/>
                </a:lnTo>
                <a:lnTo>
                  <a:pt x="1612179" y="45483"/>
                </a:lnTo>
                <a:lnTo>
                  <a:pt x="1611290" y="45929"/>
                </a:lnTo>
                <a:lnTo>
                  <a:pt x="1610414" y="46397"/>
                </a:lnTo>
                <a:lnTo>
                  <a:pt x="1609553" y="46887"/>
                </a:lnTo>
                <a:lnTo>
                  <a:pt x="1608706" y="47398"/>
                </a:lnTo>
                <a:lnTo>
                  <a:pt x="1607871" y="47922"/>
                </a:lnTo>
                <a:lnTo>
                  <a:pt x="1607049" y="48449"/>
                </a:lnTo>
                <a:lnTo>
                  <a:pt x="1606239" y="48981"/>
                </a:lnTo>
                <a:lnTo>
                  <a:pt x="1605441" y="49515"/>
                </a:lnTo>
                <a:lnTo>
                  <a:pt x="1604655" y="50053"/>
                </a:lnTo>
                <a:lnTo>
                  <a:pt x="1603881" y="50595"/>
                </a:lnTo>
                <a:lnTo>
                  <a:pt x="1603119" y="51141"/>
                </a:lnTo>
                <a:lnTo>
                  <a:pt x="1602369" y="51689"/>
                </a:lnTo>
                <a:lnTo>
                  <a:pt x="1601632" y="52242"/>
                </a:lnTo>
                <a:lnTo>
                  <a:pt x="1600906" y="52798"/>
                </a:lnTo>
                <a:lnTo>
                  <a:pt x="1600192" y="53358"/>
                </a:lnTo>
                <a:lnTo>
                  <a:pt x="1599491" y="53921"/>
                </a:lnTo>
                <a:lnTo>
                  <a:pt x="1598801" y="54487"/>
                </a:lnTo>
                <a:lnTo>
                  <a:pt x="1598124" y="55058"/>
                </a:lnTo>
                <a:lnTo>
                  <a:pt x="1597459" y="55632"/>
                </a:lnTo>
                <a:lnTo>
                  <a:pt x="1596805" y="56209"/>
                </a:lnTo>
                <a:lnTo>
                  <a:pt x="1596164" y="56790"/>
                </a:lnTo>
                <a:lnTo>
                  <a:pt x="1595535" y="57374"/>
                </a:lnTo>
                <a:lnTo>
                  <a:pt x="1594918" y="57963"/>
                </a:lnTo>
                <a:lnTo>
                  <a:pt x="1594313" y="58554"/>
                </a:lnTo>
                <a:lnTo>
                  <a:pt x="1593720" y="59149"/>
                </a:lnTo>
                <a:lnTo>
                  <a:pt x="1593139" y="59748"/>
                </a:lnTo>
                <a:lnTo>
                  <a:pt x="1592570" y="60350"/>
                </a:lnTo>
                <a:lnTo>
                  <a:pt x="1592021" y="60949"/>
                </a:lnTo>
                <a:lnTo>
                  <a:pt x="1591950" y="60756"/>
                </a:lnTo>
                <a:lnTo>
                  <a:pt x="1591487" y="59594"/>
                </a:lnTo>
                <a:lnTo>
                  <a:pt x="1590995" y="58462"/>
                </a:lnTo>
                <a:lnTo>
                  <a:pt x="1590476" y="57362"/>
                </a:lnTo>
                <a:close/>
                <a:moveTo>
                  <a:pt x="1852030" y="74057"/>
                </a:moveTo>
                <a:lnTo>
                  <a:pt x="1852497" y="73489"/>
                </a:lnTo>
                <a:lnTo>
                  <a:pt x="1852976" y="72924"/>
                </a:lnTo>
                <a:lnTo>
                  <a:pt x="1853467" y="72364"/>
                </a:lnTo>
                <a:lnTo>
                  <a:pt x="1853968" y="71807"/>
                </a:lnTo>
                <a:lnTo>
                  <a:pt x="1854482" y="71254"/>
                </a:lnTo>
                <a:lnTo>
                  <a:pt x="1855006" y="70705"/>
                </a:lnTo>
                <a:lnTo>
                  <a:pt x="1855543" y="70160"/>
                </a:lnTo>
                <a:lnTo>
                  <a:pt x="1856090" y="69619"/>
                </a:lnTo>
                <a:lnTo>
                  <a:pt x="1856650" y="69082"/>
                </a:lnTo>
                <a:lnTo>
                  <a:pt x="1857220" y="68549"/>
                </a:lnTo>
                <a:lnTo>
                  <a:pt x="1857802" y="68020"/>
                </a:lnTo>
                <a:lnTo>
                  <a:pt x="1858396" y="67495"/>
                </a:lnTo>
                <a:lnTo>
                  <a:pt x="1859001" y="66973"/>
                </a:lnTo>
                <a:lnTo>
                  <a:pt x="1859618" y="66456"/>
                </a:lnTo>
                <a:lnTo>
                  <a:pt x="1860246" y="65942"/>
                </a:lnTo>
                <a:lnTo>
                  <a:pt x="1860885" y="65433"/>
                </a:lnTo>
                <a:lnTo>
                  <a:pt x="1861536" y="64927"/>
                </a:lnTo>
                <a:lnTo>
                  <a:pt x="1862199" y="64425"/>
                </a:lnTo>
                <a:lnTo>
                  <a:pt x="1862873" y="63927"/>
                </a:lnTo>
                <a:lnTo>
                  <a:pt x="1863558" y="63433"/>
                </a:lnTo>
                <a:lnTo>
                  <a:pt x="1864255" y="62943"/>
                </a:lnTo>
                <a:lnTo>
                  <a:pt x="1864965" y="62465"/>
                </a:lnTo>
                <a:lnTo>
                  <a:pt x="1865688" y="62007"/>
                </a:lnTo>
                <a:lnTo>
                  <a:pt x="1866425" y="61570"/>
                </a:lnTo>
                <a:lnTo>
                  <a:pt x="1867176" y="61152"/>
                </a:lnTo>
                <a:lnTo>
                  <a:pt x="1867941" y="60756"/>
                </a:lnTo>
                <a:lnTo>
                  <a:pt x="1868720" y="60379"/>
                </a:lnTo>
                <a:lnTo>
                  <a:pt x="1869512" y="60023"/>
                </a:lnTo>
                <a:lnTo>
                  <a:pt x="1870319" y="59687"/>
                </a:lnTo>
                <a:lnTo>
                  <a:pt x="1871139" y="59372"/>
                </a:lnTo>
                <a:lnTo>
                  <a:pt x="1871973" y="59077"/>
                </a:lnTo>
                <a:lnTo>
                  <a:pt x="1872821" y="58802"/>
                </a:lnTo>
                <a:lnTo>
                  <a:pt x="1873683" y="58548"/>
                </a:lnTo>
                <a:lnTo>
                  <a:pt x="1874559" y="58314"/>
                </a:lnTo>
                <a:lnTo>
                  <a:pt x="1875448" y="58100"/>
                </a:lnTo>
                <a:lnTo>
                  <a:pt x="1876352" y="57907"/>
                </a:lnTo>
                <a:lnTo>
                  <a:pt x="1877269" y="57734"/>
                </a:lnTo>
                <a:lnTo>
                  <a:pt x="1878200" y="57581"/>
                </a:lnTo>
                <a:lnTo>
                  <a:pt x="1879145" y="57449"/>
                </a:lnTo>
                <a:lnTo>
                  <a:pt x="1880104" y="57337"/>
                </a:lnTo>
                <a:lnTo>
                  <a:pt x="1881077" y="57245"/>
                </a:lnTo>
                <a:lnTo>
                  <a:pt x="1882063" y="57174"/>
                </a:lnTo>
                <a:lnTo>
                  <a:pt x="1883063" y="57123"/>
                </a:lnTo>
                <a:lnTo>
                  <a:pt x="1884077" y="57093"/>
                </a:lnTo>
                <a:lnTo>
                  <a:pt x="1885105" y="57083"/>
                </a:lnTo>
                <a:lnTo>
                  <a:pt x="1885792" y="57089"/>
                </a:lnTo>
                <a:lnTo>
                  <a:pt x="1886464" y="57108"/>
                </a:lnTo>
                <a:lnTo>
                  <a:pt x="1887123" y="57141"/>
                </a:lnTo>
                <a:lnTo>
                  <a:pt x="1887769" y="57186"/>
                </a:lnTo>
                <a:lnTo>
                  <a:pt x="1888400" y="57244"/>
                </a:lnTo>
                <a:lnTo>
                  <a:pt x="1889018" y="57315"/>
                </a:lnTo>
                <a:lnTo>
                  <a:pt x="1889623" y="57400"/>
                </a:lnTo>
                <a:lnTo>
                  <a:pt x="1890214" y="57497"/>
                </a:lnTo>
                <a:lnTo>
                  <a:pt x="1890791" y="57607"/>
                </a:lnTo>
                <a:lnTo>
                  <a:pt x="1891354" y="57730"/>
                </a:lnTo>
                <a:lnTo>
                  <a:pt x="1891904" y="57866"/>
                </a:lnTo>
                <a:lnTo>
                  <a:pt x="1892440" y="58014"/>
                </a:lnTo>
                <a:lnTo>
                  <a:pt x="1892963" y="58176"/>
                </a:lnTo>
                <a:lnTo>
                  <a:pt x="1893472" y="58351"/>
                </a:lnTo>
                <a:lnTo>
                  <a:pt x="1893967" y="58539"/>
                </a:lnTo>
                <a:lnTo>
                  <a:pt x="1894448" y="58739"/>
                </a:lnTo>
                <a:lnTo>
                  <a:pt x="1894916" y="58953"/>
                </a:lnTo>
                <a:lnTo>
                  <a:pt x="1895370" y="59179"/>
                </a:lnTo>
                <a:lnTo>
                  <a:pt x="1895811" y="59419"/>
                </a:lnTo>
                <a:lnTo>
                  <a:pt x="1896238" y="59671"/>
                </a:lnTo>
                <a:lnTo>
                  <a:pt x="1896651" y="59937"/>
                </a:lnTo>
                <a:lnTo>
                  <a:pt x="1897051" y="60215"/>
                </a:lnTo>
                <a:lnTo>
                  <a:pt x="1897437" y="60506"/>
                </a:lnTo>
                <a:lnTo>
                  <a:pt x="1897809" y="60810"/>
                </a:lnTo>
                <a:lnTo>
                  <a:pt x="1898170" y="61126"/>
                </a:lnTo>
                <a:lnTo>
                  <a:pt x="1898522" y="61451"/>
                </a:lnTo>
                <a:lnTo>
                  <a:pt x="1898864" y="61786"/>
                </a:lnTo>
                <a:lnTo>
                  <a:pt x="1899197" y="62130"/>
                </a:lnTo>
                <a:lnTo>
                  <a:pt x="1899521" y="62485"/>
                </a:lnTo>
                <a:lnTo>
                  <a:pt x="1899835" y="62848"/>
                </a:lnTo>
                <a:lnTo>
                  <a:pt x="1900141" y="63222"/>
                </a:lnTo>
                <a:lnTo>
                  <a:pt x="1900436" y="63605"/>
                </a:lnTo>
                <a:lnTo>
                  <a:pt x="1900723" y="63998"/>
                </a:lnTo>
                <a:lnTo>
                  <a:pt x="1901000" y="64400"/>
                </a:lnTo>
                <a:lnTo>
                  <a:pt x="1901268" y="64813"/>
                </a:lnTo>
                <a:lnTo>
                  <a:pt x="1901527" y="65234"/>
                </a:lnTo>
                <a:lnTo>
                  <a:pt x="1901776" y="65666"/>
                </a:lnTo>
                <a:lnTo>
                  <a:pt x="1902016" y="66107"/>
                </a:lnTo>
                <a:lnTo>
                  <a:pt x="1902247" y="66558"/>
                </a:lnTo>
                <a:lnTo>
                  <a:pt x="1902468" y="67018"/>
                </a:lnTo>
                <a:lnTo>
                  <a:pt x="1902680" y="67489"/>
                </a:lnTo>
                <a:lnTo>
                  <a:pt x="1902883" y="67968"/>
                </a:lnTo>
                <a:lnTo>
                  <a:pt x="1903077" y="68458"/>
                </a:lnTo>
                <a:lnTo>
                  <a:pt x="1903261" y="68957"/>
                </a:lnTo>
                <a:lnTo>
                  <a:pt x="1903436" y="69466"/>
                </a:lnTo>
                <a:lnTo>
                  <a:pt x="1903602" y="69984"/>
                </a:lnTo>
                <a:lnTo>
                  <a:pt x="1903758" y="70513"/>
                </a:lnTo>
                <a:lnTo>
                  <a:pt x="1903905" y="71050"/>
                </a:lnTo>
                <a:lnTo>
                  <a:pt x="1904045" y="71596"/>
                </a:lnTo>
                <a:lnTo>
                  <a:pt x="1904178" y="72148"/>
                </a:lnTo>
                <a:lnTo>
                  <a:pt x="1904306" y="72707"/>
                </a:lnTo>
                <a:lnTo>
                  <a:pt x="1904427" y="73273"/>
                </a:lnTo>
                <a:lnTo>
                  <a:pt x="1904543" y="73845"/>
                </a:lnTo>
                <a:lnTo>
                  <a:pt x="1904653" y="74423"/>
                </a:lnTo>
                <a:lnTo>
                  <a:pt x="1904757" y="75009"/>
                </a:lnTo>
                <a:lnTo>
                  <a:pt x="1904855" y="75600"/>
                </a:lnTo>
                <a:lnTo>
                  <a:pt x="1904947" y="76199"/>
                </a:lnTo>
                <a:lnTo>
                  <a:pt x="1905033" y="76804"/>
                </a:lnTo>
                <a:lnTo>
                  <a:pt x="1905113" y="77415"/>
                </a:lnTo>
                <a:lnTo>
                  <a:pt x="1905187" y="78034"/>
                </a:lnTo>
                <a:lnTo>
                  <a:pt x="1905255" y="78658"/>
                </a:lnTo>
                <a:lnTo>
                  <a:pt x="1905317" y="79290"/>
                </a:lnTo>
                <a:lnTo>
                  <a:pt x="1905374" y="79928"/>
                </a:lnTo>
                <a:lnTo>
                  <a:pt x="1905424" y="80572"/>
                </a:lnTo>
                <a:lnTo>
                  <a:pt x="1905469" y="81223"/>
                </a:lnTo>
                <a:lnTo>
                  <a:pt x="1905507" y="81881"/>
                </a:lnTo>
                <a:lnTo>
                  <a:pt x="1905540" y="82545"/>
                </a:lnTo>
                <a:lnTo>
                  <a:pt x="1905567" y="83216"/>
                </a:lnTo>
                <a:lnTo>
                  <a:pt x="1905587" y="83894"/>
                </a:lnTo>
                <a:lnTo>
                  <a:pt x="1905602" y="84578"/>
                </a:lnTo>
                <a:lnTo>
                  <a:pt x="1905611" y="85268"/>
                </a:lnTo>
                <a:lnTo>
                  <a:pt x="1905614" y="85966"/>
                </a:lnTo>
                <a:lnTo>
                  <a:pt x="1905614" y="157461"/>
                </a:lnTo>
                <a:lnTo>
                  <a:pt x="1924642" y="157461"/>
                </a:lnTo>
                <a:lnTo>
                  <a:pt x="1924642" y="83519"/>
                </a:lnTo>
                <a:lnTo>
                  <a:pt x="1924627" y="81857"/>
                </a:lnTo>
                <a:lnTo>
                  <a:pt x="1924584" y="80226"/>
                </a:lnTo>
                <a:lnTo>
                  <a:pt x="1924512" y="78627"/>
                </a:lnTo>
                <a:lnTo>
                  <a:pt x="1924411" y="77058"/>
                </a:lnTo>
                <a:lnTo>
                  <a:pt x="1924281" y="75521"/>
                </a:lnTo>
                <a:lnTo>
                  <a:pt x="1924122" y="74015"/>
                </a:lnTo>
                <a:lnTo>
                  <a:pt x="1923934" y="72540"/>
                </a:lnTo>
                <a:lnTo>
                  <a:pt x="1923717" y="71097"/>
                </a:lnTo>
                <a:lnTo>
                  <a:pt x="1923472" y="69685"/>
                </a:lnTo>
                <a:lnTo>
                  <a:pt x="1923198" y="68304"/>
                </a:lnTo>
                <a:lnTo>
                  <a:pt x="1922894" y="66955"/>
                </a:lnTo>
                <a:lnTo>
                  <a:pt x="1922562" y="65637"/>
                </a:lnTo>
                <a:lnTo>
                  <a:pt x="1922201" y="64350"/>
                </a:lnTo>
                <a:lnTo>
                  <a:pt x="1921811" y="63094"/>
                </a:lnTo>
                <a:lnTo>
                  <a:pt x="1921393" y="61870"/>
                </a:lnTo>
                <a:lnTo>
                  <a:pt x="1920945" y="60677"/>
                </a:lnTo>
                <a:lnTo>
                  <a:pt x="1920469" y="59515"/>
                </a:lnTo>
                <a:lnTo>
                  <a:pt x="1919963" y="58384"/>
                </a:lnTo>
                <a:lnTo>
                  <a:pt x="1919429" y="57285"/>
                </a:lnTo>
                <a:lnTo>
                  <a:pt x="1918866" y="56217"/>
                </a:lnTo>
                <a:lnTo>
                  <a:pt x="1918274" y="55180"/>
                </a:lnTo>
                <a:lnTo>
                  <a:pt x="1917653" y="54175"/>
                </a:lnTo>
                <a:lnTo>
                  <a:pt x="1917003" y="53201"/>
                </a:lnTo>
                <a:lnTo>
                  <a:pt x="1916324" y="52258"/>
                </a:lnTo>
                <a:lnTo>
                  <a:pt x="1915614" y="51350"/>
                </a:lnTo>
                <a:lnTo>
                  <a:pt x="1914869" y="50481"/>
                </a:lnTo>
                <a:lnTo>
                  <a:pt x="1914090" y="49650"/>
                </a:lnTo>
                <a:lnTo>
                  <a:pt x="1913276" y="48858"/>
                </a:lnTo>
                <a:lnTo>
                  <a:pt x="1912428" y="48105"/>
                </a:lnTo>
                <a:lnTo>
                  <a:pt x="1911546" y="47390"/>
                </a:lnTo>
                <a:lnTo>
                  <a:pt x="1910629" y="46714"/>
                </a:lnTo>
                <a:lnTo>
                  <a:pt x="1909678" y="46076"/>
                </a:lnTo>
                <a:lnTo>
                  <a:pt x="1908692" y="45478"/>
                </a:lnTo>
                <a:lnTo>
                  <a:pt x="1907672" y="44917"/>
                </a:lnTo>
                <a:lnTo>
                  <a:pt x="1906618" y="44396"/>
                </a:lnTo>
                <a:lnTo>
                  <a:pt x="1905529" y="43913"/>
                </a:lnTo>
                <a:lnTo>
                  <a:pt x="1904405" y="43469"/>
                </a:lnTo>
                <a:lnTo>
                  <a:pt x="1903248" y="43063"/>
                </a:lnTo>
                <a:lnTo>
                  <a:pt x="1902055" y="42696"/>
                </a:lnTo>
                <a:lnTo>
                  <a:pt x="1900829" y="42368"/>
                </a:lnTo>
                <a:lnTo>
                  <a:pt x="1899568" y="42078"/>
                </a:lnTo>
                <a:lnTo>
                  <a:pt x="1898272" y="41827"/>
                </a:lnTo>
                <a:lnTo>
                  <a:pt x="1896942" y="41614"/>
                </a:lnTo>
                <a:lnTo>
                  <a:pt x="1895578" y="41440"/>
                </a:lnTo>
                <a:lnTo>
                  <a:pt x="1894179" y="41305"/>
                </a:lnTo>
                <a:lnTo>
                  <a:pt x="1892746" y="41209"/>
                </a:lnTo>
                <a:lnTo>
                  <a:pt x="1891279" y="41151"/>
                </a:lnTo>
                <a:lnTo>
                  <a:pt x="1889777" y="41131"/>
                </a:lnTo>
                <a:lnTo>
                  <a:pt x="1888542" y="41142"/>
                </a:lnTo>
                <a:lnTo>
                  <a:pt x="1887326" y="41173"/>
                </a:lnTo>
                <a:lnTo>
                  <a:pt x="1886129" y="41225"/>
                </a:lnTo>
                <a:lnTo>
                  <a:pt x="1884950" y="41297"/>
                </a:lnTo>
                <a:lnTo>
                  <a:pt x="1883790" y="41391"/>
                </a:lnTo>
                <a:lnTo>
                  <a:pt x="1882649" y="41505"/>
                </a:lnTo>
                <a:lnTo>
                  <a:pt x="1881526" y="41640"/>
                </a:lnTo>
                <a:lnTo>
                  <a:pt x="1880421" y="41796"/>
                </a:lnTo>
                <a:lnTo>
                  <a:pt x="1879336" y="41972"/>
                </a:lnTo>
                <a:lnTo>
                  <a:pt x="1878268" y="42170"/>
                </a:lnTo>
                <a:lnTo>
                  <a:pt x="1877220" y="42388"/>
                </a:lnTo>
                <a:lnTo>
                  <a:pt x="1876190" y="42627"/>
                </a:lnTo>
                <a:lnTo>
                  <a:pt x="1875178" y="42886"/>
                </a:lnTo>
                <a:lnTo>
                  <a:pt x="1874186" y="43167"/>
                </a:lnTo>
                <a:lnTo>
                  <a:pt x="1873211" y="43468"/>
                </a:lnTo>
                <a:lnTo>
                  <a:pt x="1872256" y="43790"/>
                </a:lnTo>
                <a:lnTo>
                  <a:pt x="1871319" y="44133"/>
                </a:lnTo>
                <a:lnTo>
                  <a:pt x="1870400" y="44496"/>
                </a:lnTo>
                <a:lnTo>
                  <a:pt x="1869501" y="44880"/>
                </a:lnTo>
                <a:lnTo>
                  <a:pt x="1868619" y="45285"/>
                </a:lnTo>
                <a:lnTo>
                  <a:pt x="1867757" y="45711"/>
                </a:lnTo>
                <a:lnTo>
                  <a:pt x="1866913" y="46158"/>
                </a:lnTo>
                <a:lnTo>
                  <a:pt x="1866087" y="46625"/>
                </a:lnTo>
                <a:lnTo>
                  <a:pt x="1865280" y="47113"/>
                </a:lnTo>
                <a:lnTo>
                  <a:pt x="1864491" y="47613"/>
                </a:lnTo>
                <a:lnTo>
                  <a:pt x="1863716" y="48115"/>
                </a:lnTo>
                <a:lnTo>
                  <a:pt x="1862957" y="48620"/>
                </a:lnTo>
                <a:lnTo>
                  <a:pt x="1862214" y="49127"/>
                </a:lnTo>
                <a:lnTo>
                  <a:pt x="1861485" y="49638"/>
                </a:lnTo>
                <a:lnTo>
                  <a:pt x="1860773" y="50150"/>
                </a:lnTo>
                <a:lnTo>
                  <a:pt x="1860075" y="50665"/>
                </a:lnTo>
                <a:lnTo>
                  <a:pt x="1859394" y="51183"/>
                </a:lnTo>
                <a:lnTo>
                  <a:pt x="1858727" y="51703"/>
                </a:lnTo>
                <a:lnTo>
                  <a:pt x="1858076" y="52226"/>
                </a:lnTo>
                <a:lnTo>
                  <a:pt x="1857441" y="52752"/>
                </a:lnTo>
                <a:lnTo>
                  <a:pt x="1856821" y="53280"/>
                </a:lnTo>
                <a:lnTo>
                  <a:pt x="1856216" y="53810"/>
                </a:lnTo>
                <a:lnTo>
                  <a:pt x="1855627" y="54344"/>
                </a:lnTo>
                <a:lnTo>
                  <a:pt x="1855053" y="54879"/>
                </a:lnTo>
                <a:lnTo>
                  <a:pt x="1854494" y="55418"/>
                </a:lnTo>
                <a:lnTo>
                  <a:pt x="1853951" y="55959"/>
                </a:lnTo>
                <a:lnTo>
                  <a:pt x="1853424" y="56502"/>
                </a:lnTo>
                <a:lnTo>
                  <a:pt x="1852912" y="57048"/>
                </a:lnTo>
                <a:lnTo>
                  <a:pt x="1852415" y="57597"/>
                </a:lnTo>
                <a:lnTo>
                  <a:pt x="1851934" y="58148"/>
                </a:lnTo>
                <a:lnTo>
                  <a:pt x="1851468" y="58702"/>
                </a:lnTo>
                <a:lnTo>
                  <a:pt x="1851017" y="59258"/>
                </a:lnTo>
                <a:lnTo>
                  <a:pt x="1850583" y="59817"/>
                </a:lnTo>
                <a:lnTo>
                  <a:pt x="1849899" y="43068"/>
                </a:lnTo>
                <a:lnTo>
                  <a:pt x="1831669" y="43068"/>
                </a:lnTo>
                <a:lnTo>
                  <a:pt x="1831669" y="157461"/>
                </a:lnTo>
                <a:lnTo>
                  <a:pt x="1850696" y="157461"/>
                </a:lnTo>
                <a:lnTo>
                  <a:pt x="1850696" y="75786"/>
                </a:lnTo>
                <a:lnTo>
                  <a:pt x="1851129" y="75206"/>
                </a:lnTo>
                <a:lnTo>
                  <a:pt x="1851574" y="74630"/>
                </a:lnTo>
                <a:lnTo>
                  <a:pt x="1852030" y="74057"/>
                </a:lnTo>
                <a:close/>
                <a:moveTo>
                  <a:pt x="1195342" y="157461"/>
                </a:moveTo>
                <a:lnTo>
                  <a:pt x="1214369" y="157461"/>
                </a:lnTo>
                <a:lnTo>
                  <a:pt x="1214369" y="43068"/>
                </a:lnTo>
                <a:lnTo>
                  <a:pt x="1195342" y="43068"/>
                </a:lnTo>
                <a:lnTo>
                  <a:pt x="1195342" y="157461"/>
                </a:lnTo>
                <a:close/>
                <a:moveTo>
                  <a:pt x="1435936" y="159306"/>
                </a:moveTo>
                <a:lnTo>
                  <a:pt x="1437032" y="159215"/>
                </a:lnTo>
                <a:lnTo>
                  <a:pt x="1438115" y="159107"/>
                </a:lnTo>
                <a:lnTo>
                  <a:pt x="1439185" y="158983"/>
                </a:lnTo>
                <a:lnTo>
                  <a:pt x="1440242" y="158843"/>
                </a:lnTo>
                <a:lnTo>
                  <a:pt x="1441286" y="158686"/>
                </a:lnTo>
                <a:lnTo>
                  <a:pt x="1442317" y="158513"/>
                </a:lnTo>
                <a:lnTo>
                  <a:pt x="1443334" y="158323"/>
                </a:lnTo>
                <a:lnTo>
                  <a:pt x="1444339" y="158116"/>
                </a:lnTo>
                <a:lnTo>
                  <a:pt x="1445331" y="157893"/>
                </a:lnTo>
                <a:lnTo>
                  <a:pt x="1446309" y="157654"/>
                </a:lnTo>
                <a:lnTo>
                  <a:pt x="1447275" y="157398"/>
                </a:lnTo>
                <a:lnTo>
                  <a:pt x="1448227" y="157125"/>
                </a:lnTo>
                <a:lnTo>
                  <a:pt x="1449167" y="156836"/>
                </a:lnTo>
                <a:lnTo>
                  <a:pt x="1450093" y="156531"/>
                </a:lnTo>
                <a:lnTo>
                  <a:pt x="1451006" y="156209"/>
                </a:lnTo>
                <a:lnTo>
                  <a:pt x="1451906" y="155870"/>
                </a:lnTo>
                <a:lnTo>
                  <a:pt x="1452794" y="155515"/>
                </a:lnTo>
                <a:lnTo>
                  <a:pt x="1453668" y="155143"/>
                </a:lnTo>
                <a:lnTo>
                  <a:pt x="1454529" y="154755"/>
                </a:lnTo>
                <a:lnTo>
                  <a:pt x="1455375" y="154351"/>
                </a:lnTo>
                <a:lnTo>
                  <a:pt x="1456206" y="153934"/>
                </a:lnTo>
                <a:lnTo>
                  <a:pt x="1457021" y="153503"/>
                </a:lnTo>
                <a:lnTo>
                  <a:pt x="1457820" y="153057"/>
                </a:lnTo>
                <a:lnTo>
                  <a:pt x="1458604" y="152598"/>
                </a:lnTo>
                <a:lnTo>
                  <a:pt x="1459371" y="152125"/>
                </a:lnTo>
                <a:lnTo>
                  <a:pt x="1460123" y="151638"/>
                </a:lnTo>
                <a:lnTo>
                  <a:pt x="1460859" y="151138"/>
                </a:lnTo>
                <a:lnTo>
                  <a:pt x="1461579" y="150623"/>
                </a:lnTo>
                <a:lnTo>
                  <a:pt x="1462283" y="150095"/>
                </a:lnTo>
                <a:lnTo>
                  <a:pt x="1462971" y="149552"/>
                </a:lnTo>
                <a:lnTo>
                  <a:pt x="1463644" y="148996"/>
                </a:lnTo>
                <a:lnTo>
                  <a:pt x="1464300" y="148426"/>
                </a:lnTo>
                <a:lnTo>
                  <a:pt x="1464941" y="147842"/>
                </a:lnTo>
                <a:lnTo>
                  <a:pt x="1465566" y="147244"/>
                </a:lnTo>
                <a:lnTo>
                  <a:pt x="1466176" y="146632"/>
                </a:lnTo>
                <a:lnTo>
                  <a:pt x="1466769" y="146007"/>
                </a:lnTo>
                <a:lnTo>
                  <a:pt x="1467347" y="145367"/>
                </a:lnTo>
                <a:lnTo>
                  <a:pt x="1467908" y="144714"/>
                </a:lnTo>
                <a:lnTo>
                  <a:pt x="1468454" y="144047"/>
                </a:lnTo>
                <a:lnTo>
                  <a:pt x="1468985" y="143366"/>
                </a:lnTo>
                <a:lnTo>
                  <a:pt x="1469499" y="142671"/>
                </a:lnTo>
                <a:lnTo>
                  <a:pt x="1469997" y="141962"/>
                </a:lnTo>
                <a:lnTo>
                  <a:pt x="1470480" y="141239"/>
                </a:lnTo>
                <a:lnTo>
                  <a:pt x="1470945" y="140504"/>
                </a:lnTo>
                <a:lnTo>
                  <a:pt x="1471392" y="139757"/>
                </a:lnTo>
                <a:lnTo>
                  <a:pt x="1471820" y="138998"/>
                </a:lnTo>
                <a:lnTo>
                  <a:pt x="1472230" y="138228"/>
                </a:lnTo>
                <a:lnTo>
                  <a:pt x="1472621" y="137446"/>
                </a:lnTo>
                <a:lnTo>
                  <a:pt x="1472994" y="136652"/>
                </a:lnTo>
                <a:lnTo>
                  <a:pt x="1473348" y="135847"/>
                </a:lnTo>
                <a:lnTo>
                  <a:pt x="1473683" y="135031"/>
                </a:lnTo>
                <a:lnTo>
                  <a:pt x="1474000" y="134202"/>
                </a:lnTo>
                <a:lnTo>
                  <a:pt x="1474298" y="133362"/>
                </a:lnTo>
                <a:lnTo>
                  <a:pt x="1474577" y="132510"/>
                </a:lnTo>
                <a:lnTo>
                  <a:pt x="1474838" y="131647"/>
                </a:lnTo>
                <a:lnTo>
                  <a:pt x="1475080" y="130772"/>
                </a:lnTo>
                <a:lnTo>
                  <a:pt x="1475304" y="129886"/>
                </a:lnTo>
                <a:lnTo>
                  <a:pt x="1475509" y="128988"/>
                </a:lnTo>
                <a:lnTo>
                  <a:pt x="1475696" y="128078"/>
                </a:lnTo>
                <a:lnTo>
                  <a:pt x="1475864" y="127157"/>
                </a:lnTo>
                <a:lnTo>
                  <a:pt x="1476013" y="126224"/>
                </a:lnTo>
                <a:lnTo>
                  <a:pt x="1476144" y="125279"/>
                </a:lnTo>
                <a:lnTo>
                  <a:pt x="1476256" y="124323"/>
                </a:lnTo>
                <a:lnTo>
                  <a:pt x="1476349" y="123355"/>
                </a:lnTo>
                <a:lnTo>
                  <a:pt x="1476424" y="122376"/>
                </a:lnTo>
                <a:lnTo>
                  <a:pt x="1476481" y="121384"/>
                </a:lnTo>
                <a:lnTo>
                  <a:pt x="1476519" y="120382"/>
                </a:lnTo>
                <a:lnTo>
                  <a:pt x="1457719" y="120382"/>
                </a:lnTo>
                <a:lnTo>
                  <a:pt x="1457679" y="121360"/>
                </a:lnTo>
                <a:lnTo>
                  <a:pt x="1457615" y="122319"/>
                </a:lnTo>
                <a:lnTo>
                  <a:pt x="1457527" y="123259"/>
                </a:lnTo>
                <a:lnTo>
                  <a:pt x="1457415" y="124179"/>
                </a:lnTo>
                <a:lnTo>
                  <a:pt x="1457280" y="125080"/>
                </a:lnTo>
                <a:lnTo>
                  <a:pt x="1457121" y="125962"/>
                </a:lnTo>
                <a:lnTo>
                  <a:pt x="1456938" y="126824"/>
                </a:lnTo>
                <a:lnTo>
                  <a:pt x="1456732" y="127667"/>
                </a:lnTo>
                <a:lnTo>
                  <a:pt x="1456501" y="128491"/>
                </a:lnTo>
                <a:lnTo>
                  <a:pt x="1456247" y="129295"/>
                </a:lnTo>
                <a:lnTo>
                  <a:pt x="1455970" y="130080"/>
                </a:lnTo>
                <a:lnTo>
                  <a:pt x="1455668" y="130846"/>
                </a:lnTo>
                <a:lnTo>
                  <a:pt x="1455343" y="131592"/>
                </a:lnTo>
                <a:lnTo>
                  <a:pt x="1454994" y="132319"/>
                </a:lnTo>
                <a:lnTo>
                  <a:pt x="1454621" y="133027"/>
                </a:lnTo>
                <a:lnTo>
                  <a:pt x="1454225" y="133716"/>
                </a:lnTo>
                <a:lnTo>
                  <a:pt x="1453805" y="134385"/>
                </a:lnTo>
                <a:lnTo>
                  <a:pt x="1453361" y="135034"/>
                </a:lnTo>
                <a:lnTo>
                  <a:pt x="1452893" y="135665"/>
                </a:lnTo>
                <a:lnTo>
                  <a:pt x="1452402" y="136276"/>
                </a:lnTo>
                <a:lnTo>
                  <a:pt x="1451887" y="136867"/>
                </a:lnTo>
                <a:lnTo>
                  <a:pt x="1451348" y="137440"/>
                </a:lnTo>
                <a:lnTo>
                  <a:pt x="1450785" y="137993"/>
                </a:lnTo>
                <a:lnTo>
                  <a:pt x="1450199" y="138526"/>
                </a:lnTo>
                <a:lnTo>
                  <a:pt x="1449591" y="139039"/>
                </a:lnTo>
                <a:lnTo>
                  <a:pt x="1448964" y="139531"/>
                </a:lnTo>
                <a:lnTo>
                  <a:pt x="1448317" y="140000"/>
                </a:lnTo>
                <a:lnTo>
                  <a:pt x="1447651" y="140447"/>
                </a:lnTo>
                <a:lnTo>
                  <a:pt x="1446966" y="140873"/>
                </a:lnTo>
                <a:lnTo>
                  <a:pt x="1446261" y="141277"/>
                </a:lnTo>
                <a:lnTo>
                  <a:pt x="1445537" y="141659"/>
                </a:lnTo>
                <a:lnTo>
                  <a:pt x="1444793" y="142019"/>
                </a:lnTo>
                <a:lnTo>
                  <a:pt x="1444030" y="142358"/>
                </a:lnTo>
                <a:lnTo>
                  <a:pt x="1443248" y="142674"/>
                </a:lnTo>
                <a:lnTo>
                  <a:pt x="1442446" y="142969"/>
                </a:lnTo>
                <a:lnTo>
                  <a:pt x="1441625" y="143242"/>
                </a:lnTo>
                <a:lnTo>
                  <a:pt x="1440785" y="143493"/>
                </a:lnTo>
                <a:lnTo>
                  <a:pt x="1439925" y="143722"/>
                </a:lnTo>
                <a:lnTo>
                  <a:pt x="1439046" y="143930"/>
                </a:lnTo>
                <a:lnTo>
                  <a:pt x="1438147" y="144115"/>
                </a:lnTo>
                <a:lnTo>
                  <a:pt x="1437229" y="144279"/>
                </a:lnTo>
                <a:lnTo>
                  <a:pt x="1436292" y="144421"/>
                </a:lnTo>
                <a:lnTo>
                  <a:pt x="1435335" y="144541"/>
                </a:lnTo>
                <a:lnTo>
                  <a:pt x="1434359" y="144639"/>
                </a:lnTo>
                <a:lnTo>
                  <a:pt x="1433363" y="144716"/>
                </a:lnTo>
                <a:lnTo>
                  <a:pt x="1432348" y="144770"/>
                </a:lnTo>
                <a:lnTo>
                  <a:pt x="1431314" y="144803"/>
                </a:lnTo>
                <a:lnTo>
                  <a:pt x="1430260" y="144814"/>
                </a:lnTo>
                <a:lnTo>
                  <a:pt x="1429271" y="144804"/>
                </a:lnTo>
                <a:lnTo>
                  <a:pt x="1428299" y="144774"/>
                </a:lnTo>
                <a:lnTo>
                  <a:pt x="1427342" y="144725"/>
                </a:lnTo>
                <a:lnTo>
                  <a:pt x="1426402" y="144656"/>
                </a:lnTo>
                <a:lnTo>
                  <a:pt x="1425478" y="144567"/>
                </a:lnTo>
                <a:lnTo>
                  <a:pt x="1424570" y="144458"/>
                </a:lnTo>
                <a:lnTo>
                  <a:pt x="1423679" y="144329"/>
                </a:lnTo>
                <a:lnTo>
                  <a:pt x="1422804" y="144180"/>
                </a:lnTo>
                <a:lnTo>
                  <a:pt x="1421944" y="144012"/>
                </a:lnTo>
                <a:lnTo>
                  <a:pt x="1421102" y="143824"/>
                </a:lnTo>
                <a:lnTo>
                  <a:pt x="1420275" y="143616"/>
                </a:lnTo>
                <a:lnTo>
                  <a:pt x="1419465" y="143388"/>
                </a:lnTo>
                <a:lnTo>
                  <a:pt x="1418670" y="143141"/>
                </a:lnTo>
                <a:lnTo>
                  <a:pt x="1417892" y="142873"/>
                </a:lnTo>
                <a:lnTo>
                  <a:pt x="1417131" y="142586"/>
                </a:lnTo>
                <a:lnTo>
                  <a:pt x="1416385" y="142279"/>
                </a:lnTo>
                <a:lnTo>
                  <a:pt x="1415656" y="141952"/>
                </a:lnTo>
                <a:lnTo>
                  <a:pt x="1414943" y="141606"/>
                </a:lnTo>
                <a:lnTo>
                  <a:pt x="1414246" y="141239"/>
                </a:lnTo>
                <a:lnTo>
                  <a:pt x="1413565" y="140853"/>
                </a:lnTo>
                <a:lnTo>
                  <a:pt x="1412901" y="140447"/>
                </a:lnTo>
                <a:lnTo>
                  <a:pt x="1412253" y="140021"/>
                </a:lnTo>
                <a:lnTo>
                  <a:pt x="1411621" y="139576"/>
                </a:lnTo>
                <a:lnTo>
                  <a:pt x="1411005" y="139110"/>
                </a:lnTo>
                <a:lnTo>
                  <a:pt x="1410404" y="138628"/>
                </a:lnTo>
                <a:lnTo>
                  <a:pt x="1409817" y="138133"/>
                </a:lnTo>
                <a:lnTo>
                  <a:pt x="1409243" y="137626"/>
                </a:lnTo>
                <a:lnTo>
                  <a:pt x="1408683" y="137105"/>
                </a:lnTo>
                <a:lnTo>
                  <a:pt x="1408137" y="136571"/>
                </a:lnTo>
                <a:lnTo>
                  <a:pt x="1407604" y="136024"/>
                </a:lnTo>
                <a:lnTo>
                  <a:pt x="1407085" y="135464"/>
                </a:lnTo>
                <a:lnTo>
                  <a:pt x="1406580" y="134892"/>
                </a:lnTo>
                <a:lnTo>
                  <a:pt x="1406089" y="134306"/>
                </a:lnTo>
                <a:lnTo>
                  <a:pt x="1405611" y="133707"/>
                </a:lnTo>
                <a:lnTo>
                  <a:pt x="1405146" y="133095"/>
                </a:lnTo>
                <a:lnTo>
                  <a:pt x="1404695" y="132471"/>
                </a:lnTo>
                <a:lnTo>
                  <a:pt x="1404258" y="131833"/>
                </a:lnTo>
                <a:lnTo>
                  <a:pt x="1403835" y="131182"/>
                </a:lnTo>
                <a:lnTo>
                  <a:pt x="1403425" y="130518"/>
                </a:lnTo>
                <a:lnTo>
                  <a:pt x="1403029" y="129842"/>
                </a:lnTo>
                <a:lnTo>
                  <a:pt x="1402647" y="129152"/>
                </a:lnTo>
                <a:lnTo>
                  <a:pt x="1402278" y="128449"/>
                </a:lnTo>
                <a:lnTo>
                  <a:pt x="1401923" y="127733"/>
                </a:lnTo>
                <a:lnTo>
                  <a:pt x="1401581" y="127005"/>
                </a:lnTo>
                <a:lnTo>
                  <a:pt x="1401253" y="126263"/>
                </a:lnTo>
                <a:lnTo>
                  <a:pt x="1400939" y="125508"/>
                </a:lnTo>
                <a:lnTo>
                  <a:pt x="1400639" y="124741"/>
                </a:lnTo>
                <a:lnTo>
                  <a:pt x="1400352" y="123960"/>
                </a:lnTo>
                <a:lnTo>
                  <a:pt x="1400077" y="123170"/>
                </a:lnTo>
                <a:lnTo>
                  <a:pt x="1399814" y="122373"/>
                </a:lnTo>
                <a:lnTo>
                  <a:pt x="1399562" y="121570"/>
                </a:lnTo>
                <a:lnTo>
                  <a:pt x="1399321" y="120760"/>
                </a:lnTo>
                <a:lnTo>
                  <a:pt x="1399092" y="119944"/>
                </a:lnTo>
                <a:lnTo>
                  <a:pt x="1398874" y="119122"/>
                </a:lnTo>
                <a:lnTo>
                  <a:pt x="1398667" y="118293"/>
                </a:lnTo>
                <a:lnTo>
                  <a:pt x="1398472" y="117458"/>
                </a:lnTo>
                <a:lnTo>
                  <a:pt x="1398287" y="116617"/>
                </a:lnTo>
                <a:lnTo>
                  <a:pt x="1398114" y="115769"/>
                </a:lnTo>
                <a:lnTo>
                  <a:pt x="1397953" y="114914"/>
                </a:lnTo>
                <a:lnTo>
                  <a:pt x="1397802" y="114054"/>
                </a:lnTo>
                <a:lnTo>
                  <a:pt x="1397663" y="113187"/>
                </a:lnTo>
                <a:lnTo>
                  <a:pt x="1397535" y="112313"/>
                </a:lnTo>
                <a:lnTo>
                  <a:pt x="1397419" y="111433"/>
                </a:lnTo>
                <a:lnTo>
                  <a:pt x="1397313" y="110547"/>
                </a:lnTo>
                <a:lnTo>
                  <a:pt x="1397219" y="109654"/>
                </a:lnTo>
                <a:lnTo>
                  <a:pt x="1397136" y="108755"/>
                </a:lnTo>
                <a:lnTo>
                  <a:pt x="1397065" y="107850"/>
                </a:lnTo>
                <a:lnTo>
                  <a:pt x="1397005" y="106938"/>
                </a:lnTo>
                <a:lnTo>
                  <a:pt x="1396956" y="106020"/>
                </a:lnTo>
                <a:lnTo>
                  <a:pt x="1396918" y="105095"/>
                </a:lnTo>
                <a:lnTo>
                  <a:pt x="1396892" y="104164"/>
                </a:lnTo>
                <a:lnTo>
                  <a:pt x="1396877" y="103227"/>
                </a:lnTo>
                <a:lnTo>
                  <a:pt x="1475949" y="103227"/>
                </a:lnTo>
                <a:lnTo>
                  <a:pt x="1475968" y="103137"/>
                </a:lnTo>
                <a:lnTo>
                  <a:pt x="1475986" y="103042"/>
                </a:lnTo>
                <a:lnTo>
                  <a:pt x="1476004" y="102943"/>
                </a:lnTo>
                <a:lnTo>
                  <a:pt x="1476022" y="102838"/>
                </a:lnTo>
                <a:lnTo>
                  <a:pt x="1476039" y="102729"/>
                </a:lnTo>
                <a:lnTo>
                  <a:pt x="1476056" y="102616"/>
                </a:lnTo>
                <a:lnTo>
                  <a:pt x="1476072" y="102498"/>
                </a:lnTo>
                <a:lnTo>
                  <a:pt x="1476088" y="102375"/>
                </a:lnTo>
                <a:lnTo>
                  <a:pt x="1476104" y="102247"/>
                </a:lnTo>
                <a:lnTo>
                  <a:pt x="1476119" y="102115"/>
                </a:lnTo>
                <a:lnTo>
                  <a:pt x="1476134" y="101978"/>
                </a:lnTo>
                <a:lnTo>
                  <a:pt x="1476148" y="101837"/>
                </a:lnTo>
                <a:lnTo>
                  <a:pt x="1476162" y="101690"/>
                </a:lnTo>
                <a:lnTo>
                  <a:pt x="1476176" y="101539"/>
                </a:lnTo>
                <a:lnTo>
                  <a:pt x="1476189" y="101384"/>
                </a:lnTo>
                <a:lnTo>
                  <a:pt x="1476202" y="101224"/>
                </a:lnTo>
                <a:lnTo>
                  <a:pt x="1476215" y="101059"/>
                </a:lnTo>
                <a:lnTo>
                  <a:pt x="1476227" y="100889"/>
                </a:lnTo>
                <a:lnTo>
                  <a:pt x="1476238" y="100715"/>
                </a:lnTo>
                <a:lnTo>
                  <a:pt x="1476250" y="100536"/>
                </a:lnTo>
                <a:lnTo>
                  <a:pt x="1476260" y="100352"/>
                </a:lnTo>
                <a:lnTo>
                  <a:pt x="1476271" y="100164"/>
                </a:lnTo>
                <a:lnTo>
                  <a:pt x="1476281" y="99971"/>
                </a:lnTo>
                <a:lnTo>
                  <a:pt x="1476291" y="99773"/>
                </a:lnTo>
                <a:lnTo>
                  <a:pt x="1476300" y="99574"/>
                </a:lnTo>
                <a:lnTo>
                  <a:pt x="1476309" y="99377"/>
                </a:lnTo>
                <a:lnTo>
                  <a:pt x="1476317" y="99183"/>
                </a:lnTo>
                <a:lnTo>
                  <a:pt x="1476326" y="98990"/>
                </a:lnTo>
                <a:lnTo>
                  <a:pt x="1476333" y="98800"/>
                </a:lnTo>
                <a:lnTo>
                  <a:pt x="1476341" y="98612"/>
                </a:lnTo>
                <a:lnTo>
                  <a:pt x="1476347" y="98426"/>
                </a:lnTo>
                <a:lnTo>
                  <a:pt x="1476354" y="98243"/>
                </a:lnTo>
                <a:lnTo>
                  <a:pt x="1476360" y="98061"/>
                </a:lnTo>
                <a:lnTo>
                  <a:pt x="1476366" y="97882"/>
                </a:lnTo>
                <a:lnTo>
                  <a:pt x="1476371" y="97706"/>
                </a:lnTo>
                <a:lnTo>
                  <a:pt x="1476376" y="97531"/>
                </a:lnTo>
                <a:lnTo>
                  <a:pt x="1476381" y="97359"/>
                </a:lnTo>
                <a:lnTo>
                  <a:pt x="1476385" y="97189"/>
                </a:lnTo>
                <a:lnTo>
                  <a:pt x="1476389" y="97021"/>
                </a:lnTo>
                <a:lnTo>
                  <a:pt x="1476392" y="96855"/>
                </a:lnTo>
                <a:lnTo>
                  <a:pt x="1476395" y="96692"/>
                </a:lnTo>
                <a:lnTo>
                  <a:pt x="1476398" y="96531"/>
                </a:lnTo>
                <a:lnTo>
                  <a:pt x="1476400" y="96372"/>
                </a:lnTo>
                <a:lnTo>
                  <a:pt x="1476401" y="96215"/>
                </a:lnTo>
                <a:lnTo>
                  <a:pt x="1476403" y="96061"/>
                </a:lnTo>
                <a:lnTo>
                  <a:pt x="1476404" y="95909"/>
                </a:lnTo>
                <a:lnTo>
                  <a:pt x="1476404" y="95759"/>
                </a:lnTo>
                <a:lnTo>
                  <a:pt x="1476405" y="95611"/>
                </a:lnTo>
                <a:lnTo>
                  <a:pt x="1476382" y="93436"/>
                </a:lnTo>
                <a:lnTo>
                  <a:pt x="1476315" y="91303"/>
                </a:lnTo>
                <a:lnTo>
                  <a:pt x="1476203" y="89213"/>
                </a:lnTo>
                <a:lnTo>
                  <a:pt x="1476047" y="87165"/>
                </a:lnTo>
                <a:lnTo>
                  <a:pt x="1475846" y="85161"/>
                </a:lnTo>
                <a:lnTo>
                  <a:pt x="1475600" y="83199"/>
                </a:lnTo>
                <a:lnTo>
                  <a:pt x="1475309" y="81280"/>
                </a:lnTo>
                <a:lnTo>
                  <a:pt x="1474974" y="79404"/>
                </a:lnTo>
                <a:lnTo>
                  <a:pt x="1474594" y="77570"/>
                </a:lnTo>
                <a:lnTo>
                  <a:pt x="1474169" y="75779"/>
                </a:lnTo>
                <a:lnTo>
                  <a:pt x="1473700" y="74031"/>
                </a:lnTo>
                <a:lnTo>
                  <a:pt x="1473186" y="72325"/>
                </a:lnTo>
                <a:lnTo>
                  <a:pt x="1472627" y="70662"/>
                </a:lnTo>
                <a:lnTo>
                  <a:pt x="1472024" y="69042"/>
                </a:lnTo>
                <a:lnTo>
                  <a:pt x="1471375" y="67465"/>
                </a:lnTo>
                <a:lnTo>
                  <a:pt x="1470682" y="65930"/>
                </a:lnTo>
                <a:lnTo>
                  <a:pt x="1469945" y="64439"/>
                </a:lnTo>
                <a:lnTo>
                  <a:pt x="1469163" y="62989"/>
                </a:lnTo>
                <a:lnTo>
                  <a:pt x="1468335" y="61583"/>
                </a:lnTo>
                <a:lnTo>
                  <a:pt x="1467464" y="60219"/>
                </a:lnTo>
                <a:lnTo>
                  <a:pt x="1466547" y="58898"/>
                </a:lnTo>
                <a:lnTo>
                  <a:pt x="1465586" y="57620"/>
                </a:lnTo>
                <a:lnTo>
                  <a:pt x="1464580" y="56385"/>
                </a:lnTo>
                <a:lnTo>
                  <a:pt x="1463530" y="55192"/>
                </a:lnTo>
                <a:lnTo>
                  <a:pt x="1462440" y="54045"/>
                </a:lnTo>
                <a:lnTo>
                  <a:pt x="1461316" y="52946"/>
                </a:lnTo>
                <a:lnTo>
                  <a:pt x="1460158" y="51896"/>
                </a:lnTo>
                <a:lnTo>
                  <a:pt x="1458966" y="50896"/>
                </a:lnTo>
                <a:lnTo>
                  <a:pt x="1457740" y="49944"/>
                </a:lnTo>
                <a:lnTo>
                  <a:pt x="1456480" y="49040"/>
                </a:lnTo>
                <a:lnTo>
                  <a:pt x="1455186" y="48186"/>
                </a:lnTo>
                <a:lnTo>
                  <a:pt x="1453858" y="47380"/>
                </a:lnTo>
                <a:lnTo>
                  <a:pt x="1452496" y="46624"/>
                </a:lnTo>
                <a:lnTo>
                  <a:pt x="1451100" y="45916"/>
                </a:lnTo>
                <a:lnTo>
                  <a:pt x="1449669" y="45257"/>
                </a:lnTo>
                <a:lnTo>
                  <a:pt x="1448205" y="44646"/>
                </a:lnTo>
                <a:lnTo>
                  <a:pt x="1446707" y="44085"/>
                </a:lnTo>
                <a:lnTo>
                  <a:pt x="1445175" y="43572"/>
                </a:lnTo>
                <a:lnTo>
                  <a:pt x="1443609" y="43109"/>
                </a:lnTo>
                <a:lnTo>
                  <a:pt x="1442008" y="42694"/>
                </a:lnTo>
                <a:lnTo>
                  <a:pt x="1440374" y="42327"/>
                </a:lnTo>
                <a:lnTo>
                  <a:pt x="1438706" y="42010"/>
                </a:lnTo>
                <a:lnTo>
                  <a:pt x="1437003" y="41742"/>
                </a:lnTo>
                <a:lnTo>
                  <a:pt x="1435267" y="41522"/>
                </a:lnTo>
                <a:lnTo>
                  <a:pt x="1433497" y="41351"/>
                </a:lnTo>
                <a:lnTo>
                  <a:pt x="1431692" y="41229"/>
                </a:lnTo>
                <a:lnTo>
                  <a:pt x="1429854" y="41156"/>
                </a:lnTo>
                <a:lnTo>
                  <a:pt x="1427981" y="41131"/>
                </a:lnTo>
                <a:lnTo>
                  <a:pt x="1426568" y="41144"/>
                </a:lnTo>
                <a:lnTo>
                  <a:pt x="1425174" y="41183"/>
                </a:lnTo>
                <a:lnTo>
                  <a:pt x="1423802" y="41249"/>
                </a:lnTo>
                <a:lnTo>
                  <a:pt x="1422451" y="41340"/>
                </a:lnTo>
                <a:lnTo>
                  <a:pt x="1421120" y="41457"/>
                </a:lnTo>
                <a:lnTo>
                  <a:pt x="1419810" y="41601"/>
                </a:lnTo>
                <a:lnTo>
                  <a:pt x="1418521" y="41770"/>
                </a:lnTo>
                <a:lnTo>
                  <a:pt x="1417252" y="41966"/>
                </a:lnTo>
                <a:lnTo>
                  <a:pt x="1416005" y="42187"/>
                </a:lnTo>
                <a:lnTo>
                  <a:pt x="1414778" y="42435"/>
                </a:lnTo>
                <a:lnTo>
                  <a:pt x="1413572" y="42709"/>
                </a:lnTo>
                <a:lnTo>
                  <a:pt x="1412386" y="43009"/>
                </a:lnTo>
                <a:lnTo>
                  <a:pt x="1411222" y="43335"/>
                </a:lnTo>
                <a:lnTo>
                  <a:pt x="1410078" y="43687"/>
                </a:lnTo>
                <a:lnTo>
                  <a:pt x="1408955" y="44065"/>
                </a:lnTo>
                <a:lnTo>
                  <a:pt x="1407852" y="44469"/>
                </a:lnTo>
                <a:lnTo>
                  <a:pt x="1406771" y="44899"/>
                </a:lnTo>
                <a:lnTo>
                  <a:pt x="1405710" y="45355"/>
                </a:lnTo>
                <a:lnTo>
                  <a:pt x="1404670" y="45838"/>
                </a:lnTo>
                <a:lnTo>
                  <a:pt x="1403651" y="46346"/>
                </a:lnTo>
                <a:lnTo>
                  <a:pt x="1402653" y="46881"/>
                </a:lnTo>
                <a:lnTo>
                  <a:pt x="1401675" y="47441"/>
                </a:lnTo>
                <a:lnTo>
                  <a:pt x="1400718" y="48028"/>
                </a:lnTo>
                <a:lnTo>
                  <a:pt x="1399782" y="48640"/>
                </a:lnTo>
                <a:lnTo>
                  <a:pt x="1398866" y="49276"/>
                </a:lnTo>
                <a:lnTo>
                  <a:pt x="1397970" y="49932"/>
                </a:lnTo>
                <a:lnTo>
                  <a:pt x="1397094" y="50609"/>
                </a:lnTo>
                <a:lnTo>
                  <a:pt x="1396237" y="51305"/>
                </a:lnTo>
                <a:lnTo>
                  <a:pt x="1395400" y="52021"/>
                </a:lnTo>
                <a:lnTo>
                  <a:pt x="1394584" y="52758"/>
                </a:lnTo>
                <a:lnTo>
                  <a:pt x="1393786" y="53515"/>
                </a:lnTo>
                <a:lnTo>
                  <a:pt x="1393009" y="54292"/>
                </a:lnTo>
                <a:lnTo>
                  <a:pt x="1392251" y="55089"/>
                </a:lnTo>
                <a:lnTo>
                  <a:pt x="1391514" y="55906"/>
                </a:lnTo>
                <a:lnTo>
                  <a:pt x="1390796" y="56744"/>
                </a:lnTo>
                <a:lnTo>
                  <a:pt x="1390097" y="57601"/>
                </a:lnTo>
                <a:lnTo>
                  <a:pt x="1389419" y="58479"/>
                </a:lnTo>
                <a:lnTo>
                  <a:pt x="1388760" y="59377"/>
                </a:lnTo>
                <a:lnTo>
                  <a:pt x="1388121" y="60295"/>
                </a:lnTo>
                <a:lnTo>
                  <a:pt x="1387502" y="61234"/>
                </a:lnTo>
                <a:lnTo>
                  <a:pt x="1386903" y="62192"/>
                </a:lnTo>
                <a:lnTo>
                  <a:pt x="1386323" y="63171"/>
                </a:lnTo>
                <a:lnTo>
                  <a:pt x="1385763" y="64170"/>
                </a:lnTo>
                <a:lnTo>
                  <a:pt x="1385223" y="65189"/>
                </a:lnTo>
                <a:lnTo>
                  <a:pt x="1384703" y="66228"/>
                </a:lnTo>
                <a:lnTo>
                  <a:pt x="1384203" y="67287"/>
                </a:lnTo>
                <a:lnTo>
                  <a:pt x="1383722" y="68366"/>
                </a:lnTo>
                <a:lnTo>
                  <a:pt x="1383261" y="69466"/>
                </a:lnTo>
                <a:lnTo>
                  <a:pt x="1382819" y="70583"/>
                </a:lnTo>
                <a:lnTo>
                  <a:pt x="1382397" y="71714"/>
                </a:lnTo>
                <a:lnTo>
                  <a:pt x="1381993" y="72860"/>
                </a:lnTo>
                <a:lnTo>
                  <a:pt x="1381607" y="74021"/>
                </a:lnTo>
                <a:lnTo>
                  <a:pt x="1381241" y="75195"/>
                </a:lnTo>
                <a:lnTo>
                  <a:pt x="1380893" y="76385"/>
                </a:lnTo>
                <a:lnTo>
                  <a:pt x="1380564" y="77588"/>
                </a:lnTo>
                <a:lnTo>
                  <a:pt x="1380254" y="78807"/>
                </a:lnTo>
                <a:lnTo>
                  <a:pt x="1379963" y="80039"/>
                </a:lnTo>
                <a:lnTo>
                  <a:pt x="1379691" y="81286"/>
                </a:lnTo>
                <a:lnTo>
                  <a:pt x="1379437" y="82548"/>
                </a:lnTo>
                <a:lnTo>
                  <a:pt x="1379202" y="83824"/>
                </a:lnTo>
                <a:lnTo>
                  <a:pt x="1378986" y="85114"/>
                </a:lnTo>
                <a:lnTo>
                  <a:pt x="1378789" y="86419"/>
                </a:lnTo>
                <a:lnTo>
                  <a:pt x="1378610" y="87739"/>
                </a:lnTo>
                <a:lnTo>
                  <a:pt x="1378450" y="89073"/>
                </a:lnTo>
                <a:lnTo>
                  <a:pt x="1378309" y="90421"/>
                </a:lnTo>
                <a:lnTo>
                  <a:pt x="1378187" y="91784"/>
                </a:lnTo>
                <a:lnTo>
                  <a:pt x="1378084" y="93161"/>
                </a:lnTo>
                <a:lnTo>
                  <a:pt x="1377999" y="94553"/>
                </a:lnTo>
                <a:lnTo>
                  <a:pt x="1377934" y="95959"/>
                </a:lnTo>
                <a:lnTo>
                  <a:pt x="1377887" y="97380"/>
                </a:lnTo>
                <a:lnTo>
                  <a:pt x="1377858" y="98815"/>
                </a:lnTo>
                <a:lnTo>
                  <a:pt x="1377849" y="100265"/>
                </a:lnTo>
                <a:lnTo>
                  <a:pt x="1377859" y="101657"/>
                </a:lnTo>
                <a:lnTo>
                  <a:pt x="1377888" y="103038"/>
                </a:lnTo>
                <a:lnTo>
                  <a:pt x="1377936" y="104407"/>
                </a:lnTo>
                <a:lnTo>
                  <a:pt x="1378004" y="105764"/>
                </a:lnTo>
                <a:lnTo>
                  <a:pt x="1378091" y="107110"/>
                </a:lnTo>
                <a:lnTo>
                  <a:pt x="1378198" y="108444"/>
                </a:lnTo>
                <a:lnTo>
                  <a:pt x="1378324" y="109767"/>
                </a:lnTo>
                <a:lnTo>
                  <a:pt x="1378469" y="111078"/>
                </a:lnTo>
                <a:lnTo>
                  <a:pt x="1378634" y="112377"/>
                </a:lnTo>
                <a:lnTo>
                  <a:pt x="1378818" y="113665"/>
                </a:lnTo>
                <a:lnTo>
                  <a:pt x="1379022" y="114941"/>
                </a:lnTo>
                <a:lnTo>
                  <a:pt x="1379245" y="116206"/>
                </a:lnTo>
                <a:lnTo>
                  <a:pt x="1379487" y="117459"/>
                </a:lnTo>
                <a:lnTo>
                  <a:pt x="1379749" y="118700"/>
                </a:lnTo>
                <a:lnTo>
                  <a:pt x="1380030" y="119930"/>
                </a:lnTo>
                <a:lnTo>
                  <a:pt x="1380330" y="121148"/>
                </a:lnTo>
                <a:lnTo>
                  <a:pt x="1380650" y="122355"/>
                </a:lnTo>
                <a:lnTo>
                  <a:pt x="1380989" y="123550"/>
                </a:lnTo>
                <a:lnTo>
                  <a:pt x="1381348" y="124733"/>
                </a:lnTo>
                <a:lnTo>
                  <a:pt x="1381726" y="125905"/>
                </a:lnTo>
                <a:lnTo>
                  <a:pt x="1382123" y="127065"/>
                </a:lnTo>
                <a:lnTo>
                  <a:pt x="1382540" y="128214"/>
                </a:lnTo>
                <a:lnTo>
                  <a:pt x="1382976" y="129351"/>
                </a:lnTo>
                <a:lnTo>
                  <a:pt x="1383432" y="130476"/>
                </a:lnTo>
                <a:lnTo>
                  <a:pt x="1383908" y="131585"/>
                </a:lnTo>
                <a:lnTo>
                  <a:pt x="1384404" y="132675"/>
                </a:lnTo>
                <a:lnTo>
                  <a:pt x="1384921" y="133746"/>
                </a:lnTo>
                <a:lnTo>
                  <a:pt x="1385459" y="134796"/>
                </a:lnTo>
                <a:lnTo>
                  <a:pt x="1386018" y="135828"/>
                </a:lnTo>
                <a:lnTo>
                  <a:pt x="1386597" y="136839"/>
                </a:lnTo>
                <a:lnTo>
                  <a:pt x="1387198" y="137832"/>
                </a:lnTo>
                <a:lnTo>
                  <a:pt x="1387819" y="138804"/>
                </a:lnTo>
                <a:lnTo>
                  <a:pt x="1388460" y="139757"/>
                </a:lnTo>
                <a:lnTo>
                  <a:pt x="1389123" y="140691"/>
                </a:lnTo>
                <a:lnTo>
                  <a:pt x="1389806" y="141605"/>
                </a:lnTo>
                <a:lnTo>
                  <a:pt x="1390510" y="142500"/>
                </a:lnTo>
                <a:lnTo>
                  <a:pt x="1391235" y="143375"/>
                </a:lnTo>
                <a:lnTo>
                  <a:pt x="1391981" y="144230"/>
                </a:lnTo>
                <a:lnTo>
                  <a:pt x="1392747" y="145066"/>
                </a:lnTo>
                <a:lnTo>
                  <a:pt x="1393534" y="145883"/>
                </a:lnTo>
                <a:lnTo>
                  <a:pt x="1394342" y="146680"/>
                </a:lnTo>
                <a:lnTo>
                  <a:pt x="1395171" y="147457"/>
                </a:lnTo>
                <a:lnTo>
                  <a:pt x="1396021" y="148215"/>
                </a:lnTo>
                <a:lnTo>
                  <a:pt x="1396891" y="148953"/>
                </a:lnTo>
                <a:lnTo>
                  <a:pt x="1397782" y="149672"/>
                </a:lnTo>
                <a:lnTo>
                  <a:pt x="1398694" y="150371"/>
                </a:lnTo>
                <a:lnTo>
                  <a:pt x="1399626" y="151051"/>
                </a:lnTo>
                <a:lnTo>
                  <a:pt x="1400579" y="151711"/>
                </a:lnTo>
                <a:lnTo>
                  <a:pt x="1401555" y="152347"/>
                </a:lnTo>
                <a:lnTo>
                  <a:pt x="1402552" y="152957"/>
                </a:lnTo>
                <a:lnTo>
                  <a:pt x="1403573" y="153539"/>
                </a:lnTo>
                <a:lnTo>
                  <a:pt x="1404616" y="154095"/>
                </a:lnTo>
                <a:lnTo>
                  <a:pt x="1405682" y="154623"/>
                </a:lnTo>
                <a:lnTo>
                  <a:pt x="1406771" y="155124"/>
                </a:lnTo>
                <a:lnTo>
                  <a:pt x="1407883" y="155598"/>
                </a:lnTo>
                <a:lnTo>
                  <a:pt x="1409017" y="156045"/>
                </a:lnTo>
                <a:lnTo>
                  <a:pt x="1410174" y="156465"/>
                </a:lnTo>
                <a:lnTo>
                  <a:pt x="1411354" y="156857"/>
                </a:lnTo>
                <a:lnTo>
                  <a:pt x="1412557" y="157223"/>
                </a:lnTo>
                <a:lnTo>
                  <a:pt x="1413782" y="157562"/>
                </a:lnTo>
                <a:lnTo>
                  <a:pt x="1415030" y="157873"/>
                </a:lnTo>
                <a:lnTo>
                  <a:pt x="1416301" y="158158"/>
                </a:lnTo>
                <a:lnTo>
                  <a:pt x="1417594" y="158415"/>
                </a:lnTo>
                <a:lnTo>
                  <a:pt x="1418911" y="158645"/>
                </a:lnTo>
                <a:lnTo>
                  <a:pt x="1420250" y="158848"/>
                </a:lnTo>
                <a:lnTo>
                  <a:pt x="1421612" y="159024"/>
                </a:lnTo>
                <a:lnTo>
                  <a:pt x="1422996" y="159173"/>
                </a:lnTo>
                <a:lnTo>
                  <a:pt x="1424403" y="159295"/>
                </a:lnTo>
                <a:lnTo>
                  <a:pt x="1425833" y="159390"/>
                </a:lnTo>
                <a:lnTo>
                  <a:pt x="1427286" y="159458"/>
                </a:lnTo>
                <a:lnTo>
                  <a:pt x="1428762" y="159498"/>
                </a:lnTo>
                <a:lnTo>
                  <a:pt x="1430260" y="159512"/>
                </a:lnTo>
                <a:lnTo>
                  <a:pt x="1431421" y="159504"/>
                </a:lnTo>
                <a:lnTo>
                  <a:pt x="1432570" y="159479"/>
                </a:lnTo>
                <a:lnTo>
                  <a:pt x="1433705" y="159438"/>
                </a:lnTo>
                <a:lnTo>
                  <a:pt x="1434827" y="159380"/>
                </a:lnTo>
                <a:lnTo>
                  <a:pt x="1435936" y="159306"/>
                </a:lnTo>
                <a:close/>
                <a:moveTo>
                  <a:pt x="1397802" y="82816"/>
                </a:moveTo>
                <a:lnTo>
                  <a:pt x="1398034" y="81595"/>
                </a:lnTo>
                <a:lnTo>
                  <a:pt x="1398289" y="80402"/>
                </a:lnTo>
                <a:lnTo>
                  <a:pt x="1398567" y="79237"/>
                </a:lnTo>
                <a:lnTo>
                  <a:pt x="1398868" y="78098"/>
                </a:lnTo>
                <a:lnTo>
                  <a:pt x="1399192" y="76987"/>
                </a:lnTo>
                <a:lnTo>
                  <a:pt x="1399540" y="75903"/>
                </a:lnTo>
                <a:lnTo>
                  <a:pt x="1399910" y="74847"/>
                </a:lnTo>
                <a:lnTo>
                  <a:pt x="1400304" y="73818"/>
                </a:lnTo>
                <a:lnTo>
                  <a:pt x="1400721" y="72816"/>
                </a:lnTo>
                <a:lnTo>
                  <a:pt x="1401161" y="71841"/>
                </a:lnTo>
                <a:lnTo>
                  <a:pt x="1401624" y="70894"/>
                </a:lnTo>
                <a:lnTo>
                  <a:pt x="1402110" y="69974"/>
                </a:lnTo>
                <a:lnTo>
                  <a:pt x="1402620" y="69082"/>
                </a:lnTo>
                <a:lnTo>
                  <a:pt x="1403152" y="68216"/>
                </a:lnTo>
                <a:lnTo>
                  <a:pt x="1403708" y="67378"/>
                </a:lnTo>
                <a:lnTo>
                  <a:pt x="1404287" y="66568"/>
                </a:lnTo>
                <a:lnTo>
                  <a:pt x="1404889" y="65784"/>
                </a:lnTo>
                <a:lnTo>
                  <a:pt x="1405514" y="65028"/>
                </a:lnTo>
                <a:lnTo>
                  <a:pt x="1406162" y="64300"/>
                </a:lnTo>
                <a:lnTo>
                  <a:pt x="1406833" y="63599"/>
                </a:lnTo>
                <a:lnTo>
                  <a:pt x="1407524" y="62929"/>
                </a:lnTo>
                <a:lnTo>
                  <a:pt x="1408236" y="62288"/>
                </a:lnTo>
                <a:lnTo>
                  <a:pt x="1408968" y="61677"/>
                </a:lnTo>
                <a:lnTo>
                  <a:pt x="1409721" y="61095"/>
                </a:lnTo>
                <a:lnTo>
                  <a:pt x="1410496" y="60544"/>
                </a:lnTo>
                <a:lnTo>
                  <a:pt x="1411290" y="60022"/>
                </a:lnTo>
                <a:lnTo>
                  <a:pt x="1412106" y="59531"/>
                </a:lnTo>
                <a:lnTo>
                  <a:pt x="1412943" y="59069"/>
                </a:lnTo>
                <a:lnTo>
                  <a:pt x="1413800" y="58636"/>
                </a:lnTo>
                <a:lnTo>
                  <a:pt x="1414678" y="58234"/>
                </a:lnTo>
                <a:lnTo>
                  <a:pt x="1415576" y="57861"/>
                </a:lnTo>
                <a:lnTo>
                  <a:pt x="1416496" y="57519"/>
                </a:lnTo>
                <a:lnTo>
                  <a:pt x="1417436" y="57206"/>
                </a:lnTo>
                <a:lnTo>
                  <a:pt x="1418397" y="56922"/>
                </a:lnTo>
                <a:lnTo>
                  <a:pt x="1419379" y="56669"/>
                </a:lnTo>
                <a:lnTo>
                  <a:pt x="1420382" y="56446"/>
                </a:lnTo>
                <a:lnTo>
                  <a:pt x="1421405" y="56252"/>
                </a:lnTo>
                <a:lnTo>
                  <a:pt x="1422449" y="56088"/>
                </a:lnTo>
                <a:lnTo>
                  <a:pt x="1423514" y="55954"/>
                </a:lnTo>
                <a:lnTo>
                  <a:pt x="1424600" y="55849"/>
                </a:lnTo>
                <a:lnTo>
                  <a:pt x="1425706" y="55775"/>
                </a:lnTo>
                <a:lnTo>
                  <a:pt x="1426833" y="55730"/>
                </a:lnTo>
                <a:lnTo>
                  <a:pt x="1427981" y="55715"/>
                </a:lnTo>
                <a:lnTo>
                  <a:pt x="1429120" y="55730"/>
                </a:lnTo>
                <a:lnTo>
                  <a:pt x="1430237" y="55775"/>
                </a:lnTo>
                <a:lnTo>
                  <a:pt x="1431334" y="55850"/>
                </a:lnTo>
                <a:lnTo>
                  <a:pt x="1432409" y="55955"/>
                </a:lnTo>
                <a:lnTo>
                  <a:pt x="1433464" y="56090"/>
                </a:lnTo>
                <a:lnTo>
                  <a:pt x="1434497" y="56256"/>
                </a:lnTo>
                <a:lnTo>
                  <a:pt x="1435510" y="56451"/>
                </a:lnTo>
                <a:lnTo>
                  <a:pt x="1436501" y="56676"/>
                </a:lnTo>
                <a:lnTo>
                  <a:pt x="1437472" y="56931"/>
                </a:lnTo>
                <a:lnTo>
                  <a:pt x="1438422" y="57216"/>
                </a:lnTo>
                <a:lnTo>
                  <a:pt x="1439350" y="57531"/>
                </a:lnTo>
                <a:lnTo>
                  <a:pt x="1440258" y="57877"/>
                </a:lnTo>
                <a:lnTo>
                  <a:pt x="1441145" y="58252"/>
                </a:lnTo>
                <a:lnTo>
                  <a:pt x="1442011" y="58657"/>
                </a:lnTo>
                <a:lnTo>
                  <a:pt x="1442856" y="59092"/>
                </a:lnTo>
                <a:lnTo>
                  <a:pt x="1443679" y="59557"/>
                </a:lnTo>
                <a:lnTo>
                  <a:pt x="1444482" y="60053"/>
                </a:lnTo>
                <a:lnTo>
                  <a:pt x="1445264" y="60578"/>
                </a:lnTo>
                <a:lnTo>
                  <a:pt x="1446025" y="61133"/>
                </a:lnTo>
                <a:lnTo>
                  <a:pt x="1446765" y="61719"/>
                </a:lnTo>
                <a:lnTo>
                  <a:pt x="1447484" y="62334"/>
                </a:lnTo>
                <a:lnTo>
                  <a:pt x="1448182" y="62979"/>
                </a:lnTo>
                <a:lnTo>
                  <a:pt x="1448859" y="63655"/>
                </a:lnTo>
                <a:lnTo>
                  <a:pt x="1449515" y="64360"/>
                </a:lnTo>
                <a:lnTo>
                  <a:pt x="1450148" y="65094"/>
                </a:lnTo>
                <a:lnTo>
                  <a:pt x="1450755" y="65854"/>
                </a:lnTo>
                <a:lnTo>
                  <a:pt x="1451337" y="66641"/>
                </a:lnTo>
                <a:lnTo>
                  <a:pt x="1451892" y="67454"/>
                </a:lnTo>
                <a:lnTo>
                  <a:pt x="1452422" y="68294"/>
                </a:lnTo>
                <a:lnTo>
                  <a:pt x="1452926" y="69161"/>
                </a:lnTo>
                <a:lnTo>
                  <a:pt x="1453405" y="70055"/>
                </a:lnTo>
                <a:lnTo>
                  <a:pt x="1453858" y="70975"/>
                </a:lnTo>
                <a:lnTo>
                  <a:pt x="1454285" y="71922"/>
                </a:lnTo>
                <a:lnTo>
                  <a:pt x="1454686" y="72895"/>
                </a:lnTo>
                <a:lnTo>
                  <a:pt x="1455062" y="73896"/>
                </a:lnTo>
                <a:lnTo>
                  <a:pt x="1455412" y="74923"/>
                </a:lnTo>
                <a:lnTo>
                  <a:pt x="1455736" y="75976"/>
                </a:lnTo>
                <a:lnTo>
                  <a:pt x="1456034" y="77056"/>
                </a:lnTo>
                <a:lnTo>
                  <a:pt x="1456307" y="78163"/>
                </a:lnTo>
                <a:lnTo>
                  <a:pt x="1456554" y="79297"/>
                </a:lnTo>
                <a:lnTo>
                  <a:pt x="1456776" y="80457"/>
                </a:lnTo>
                <a:lnTo>
                  <a:pt x="1456971" y="81644"/>
                </a:lnTo>
                <a:lnTo>
                  <a:pt x="1457141" y="82858"/>
                </a:lnTo>
                <a:lnTo>
                  <a:pt x="1457285" y="84098"/>
                </a:lnTo>
                <a:lnTo>
                  <a:pt x="1457404" y="85366"/>
                </a:lnTo>
                <a:lnTo>
                  <a:pt x="1457497" y="86659"/>
                </a:lnTo>
                <a:lnTo>
                  <a:pt x="1457564" y="87980"/>
                </a:lnTo>
                <a:lnTo>
                  <a:pt x="1457605" y="89327"/>
                </a:lnTo>
                <a:lnTo>
                  <a:pt x="1396990" y="89327"/>
                </a:lnTo>
                <a:lnTo>
                  <a:pt x="1397106" y="87970"/>
                </a:lnTo>
                <a:lnTo>
                  <a:pt x="1397246" y="86640"/>
                </a:lnTo>
                <a:lnTo>
                  <a:pt x="1397408" y="85338"/>
                </a:lnTo>
                <a:lnTo>
                  <a:pt x="1397593" y="84063"/>
                </a:lnTo>
                <a:lnTo>
                  <a:pt x="1397802" y="82816"/>
                </a:lnTo>
                <a:close/>
                <a:moveTo>
                  <a:pt x="1757484" y="159306"/>
                </a:moveTo>
                <a:lnTo>
                  <a:pt x="1758580" y="159215"/>
                </a:lnTo>
                <a:lnTo>
                  <a:pt x="1759663" y="159107"/>
                </a:lnTo>
                <a:lnTo>
                  <a:pt x="1760733" y="158983"/>
                </a:lnTo>
                <a:lnTo>
                  <a:pt x="1761790" y="158843"/>
                </a:lnTo>
                <a:lnTo>
                  <a:pt x="1762834" y="158686"/>
                </a:lnTo>
                <a:lnTo>
                  <a:pt x="1763865" y="158513"/>
                </a:lnTo>
                <a:lnTo>
                  <a:pt x="1764882" y="158323"/>
                </a:lnTo>
                <a:lnTo>
                  <a:pt x="1765887" y="158116"/>
                </a:lnTo>
                <a:lnTo>
                  <a:pt x="1766879" y="157893"/>
                </a:lnTo>
                <a:lnTo>
                  <a:pt x="1767857" y="157654"/>
                </a:lnTo>
                <a:lnTo>
                  <a:pt x="1768823" y="157398"/>
                </a:lnTo>
                <a:lnTo>
                  <a:pt x="1769775" y="157125"/>
                </a:lnTo>
                <a:lnTo>
                  <a:pt x="1770714" y="156836"/>
                </a:lnTo>
                <a:lnTo>
                  <a:pt x="1771641" y="156531"/>
                </a:lnTo>
                <a:lnTo>
                  <a:pt x="1772554" y="156209"/>
                </a:lnTo>
                <a:lnTo>
                  <a:pt x="1773454" y="155870"/>
                </a:lnTo>
                <a:lnTo>
                  <a:pt x="1774341" y="155515"/>
                </a:lnTo>
                <a:lnTo>
                  <a:pt x="1775216" y="155143"/>
                </a:lnTo>
                <a:lnTo>
                  <a:pt x="1776077" y="154755"/>
                </a:lnTo>
                <a:lnTo>
                  <a:pt x="1776923" y="154351"/>
                </a:lnTo>
                <a:lnTo>
                  <a:pt x="1777754" y="153934"/>
                </a:lnTo>
                <a:lnTo>
                  <a:pt x="1778569" y="153503"/>
                </a:lnTo>
                <a:lnTo>
                  <a:pt x="1779368" y="153057"/>
                </a:lnTo>
                <a:lnTo>
                  <a:pt x="1780151" y="152598"/>
                </a:lnTo>
                <a:lnTo>
                  <a:pt x="1780919" y="152125"/>
                </a:lnTo>
                <a:lnTo>
                  <a:pt x="1781671" y="151638"/>
                </a:lnTo>
                <a:lnTo>
                  <a:pt x="1782406" y="151138"/>
                </a:lnTo>
                <a:lnTo>
                  <a:pt x="1783126" y="150623"/>
                </a:lnTo>
                <a:lnTo>
                  <a:pt x="1783831" y="150095"/>
                </a:lnTo>
                <a:lnTo>
                  <a:pt x="1784519" y="149552"/>
                </a:lnTo>
                <a:lnTo>
                  <a:pt x="1785192" y="148996"/>
                </a:lnTo>
                <a:lnTo>
                  <a:pt x="1785848" y="148426"/>
                </a:lnTo>
                <a:lnTo>
                  <a:pt x="1786489" y="147842"/>
                </a:lnTo>
                <a:lnTo>
                  <a:pt x="1787114" y="147244"/>
                </a:lnTo>
                <a:lnTo>
                  <a:pt x="1787724" y="146632"/>
                </a:lnTo>
                <a:lnTo>
                  <a:pt x="1788317" y="146007"/>
                </a:lnTo>
                <a:lnTo>
                  <a:pt x="1788895" y="145367"/>
                </a:lnTo>
                <a:lnTo>
                  <a:pt x="1789456" y="144714"/>
                </a:lnTo>
                <a:lnTo>
                  <a:pt x="1790002" y="144047"/>
                </a:lnTo>
                <a:lnTo>
                  <a:pt x="1790532" y="143366"/>
                </a:lnTo>
                <a:lnTo>
                  <a:pt x="1791047" y="142671"/>
                </a:lnTo>
                <a:lnTo>
                  <a:pt x="1791545" y="141962"/>
                </a:lnTo>
                <a:lnTo>
                  <a:pt x="1792028" y="141239"/>
                </a:lnTo>
                <a:lnTo>
                  <a:pt x="1792493" y="140504"/>
                </a:lnTo>
                <a:lnTo>
                  <a:pt x="1792940" y="139757"/>
                </a:lnTo>
                <a:lnTo>
                  <a:pt x="1793368" y="138998"/>
                </a:lnTo>
                <a:lnTo>
                  <a:pt x="1793778" y="138228"/>
                </a:lnTo>
                <a:lnTo>
                  <a:pt x="1794169" y="137446"/>
                </a:lnTo>
                <a:lnTo>
                  <a:pt x="1794542" y="136652"/>
                </a:lnTo>
                <a:lnTo>
                  <a:pt x="1794895" y="135847"/>
                </a:lnTo>
                <a:lnTo>
                  <a:pt x="1795231" y="135031"/>
                </a:lnTo>
                <a:lnTo>
                  <a:pt x="1795547" y="134202"/>
                </a:lnTo>
                <a:lnTo>
                  <a:pt x="1795846" y="133362"/>
                </a:lnTo>
                <a:lnTo>
                  <a:pt x="1796125" y="132510"/>
                </a:lnTo>
                <a:lnTo>
                  <a:pt x="1796386" y="131647"/>
                </a:lnTo>
                <a:lnTo>
                  <a:pt x="1796628" y="130772"/>
                </a:lnTo>
                <a:lnTo>
                  <a:pt x="1796852" y="129886"/>
                </a:lnTo>
                <a:lnTo>
                  <a:pt x="1797057" y="128988"/>
                </a:lnTo>
                <a:lnTo>
                  <a:pt x="1797244" y="128078"/>
                </a:lnTo>
                <a:lnTo>
                  <a:pt x="1797412" y="127157"/>
                </a:lnTo>
                <a:lnTo>
                  <a:pt x="1797561" y="126224"/>
                </a:lnTo>
                <a:lnTo>
                  <a:pt x="1797692" y="125279"/>
                </a:lnTo>
                <a:lnTo>
                  <a:pt x="1797804" y="124323"/>
                </a:lnTo>
                <a:lnTo>
                  <a:pt x="1797897" y="123355"/>
                </a:lnTo>
                <a:lnTo>
                  <a:pt x="1797972" y="122376"/>
                </a:lnTo>
                <a:lnTo>
                  <a:pt x="1798029" y="121384"/>
                </a:lnTo>
                <a:lnTo>
                  <a:pt x="1798066" y="120382"/>
                </a:lnTo>
                <a:lnTo>
                  <a:pt x="1779267" y="120382"/>
                </a:lnTo>
                <a:lnTo>
                  <a:pt x="1779227" y="121360"/>
                </a:lnTo>
                <a:lnTo>
                  <a:pt x="1779162" y="122319"/>
                </a:lnTo>
                <a:lnTo>
                  <a:pt x="1779075" y="123259"/>
                </a:lnTo>
                <a:lnTo>
                  <a:pt x="1778963" y="124179"/>
                </a:lnTo>
                <a:lnTo>
                  <a:pt x="1778828" y="125080"/>
                </a:lnTo>
                <a:lnTo>
                  <a:pt x="1778669" y="125962"/>
                </a:lnTo>
                <a:lnTo>
                  <a:pt x="1778486" y="126824"/>
                </a:lnTo>
                <a:lnTo>
                  <a:pt x="1778279" y="127667"/>
                </a:lnTo>
                <a:lnTo>
                  <a:pt x="1778049" y="128491"/>
                </a:lnTo>
                <a:lnTo>
                  <a:pt x="1777795" y="129295"/>
                </a:lnTo>
                <a:lnTo>
                  <a:pt x="1777517" y="130080"/>
                </a:lnTo>
                <a:lnTo>
                  <a:pt x="1777216" y="130846"/>
                </a:lnTo>
                <a:lnTo>
                  <a:pt x="1776891" y="131592"/>
                </a:lnTo>
                <a:lnTo>
                  <a:pt x="1776542" y="132319"/>
                </a:lnTo>
                <a:lnTo>
                  <a:pt x="1776169" y="133027"/>
                </a:lnTo>
                <a:lnTo>
                  <a:pt x="1775773" y="133716"/>
                </a:lnTo>
                <a:lnTo>
                  <a:pt x="1775353" y="134385"/>
                </a:lnTo>
                <a:lnTo>
                  <a:pt x="1774909" y="135034"/>
                </a:lnTo>
                <a:lnTo>
                  <a:pt x="1774441" y="135665"/>
                </a:lnTo>
                <a:lnTo>
                  <a:pt x="1773950" y="136276"/>
                </a:lnTo>
                <a:lnTo>
                  <a:pt x="1773435" y="136867"/>
                </a:lnTo>
                <a:lnTo>
                  <a:pt x="1772896" y="137440"/>
                </a:lnTo>
                <a:lnTo>
                  <a:pt x="1772333" y="137993"/>
                </a:lnTo>
                <a:lnTo>
                  <a:pt x="1771747" y="138526"/>
                </a:lnTo>
                <a:lnTo>
                  <a:pt x="1771139" y="139039"/>
                </a:lnTo>
                <a:lnTo>
                  <a:pt x="1770512" y="139531"/>
                </a:lnTo>
                <a:lnTo>
                  <a:pt x="1769865" y="140000"/>
                </a:lnTo>
                <a:lnTo>
                  <a:pt x="1769199" y="140447"/>
                </a:lnTo>
                <a:lnTo>
                  <a:pt x="1768514" y="140873"/>
                </a:lnTo>
                <a:lnTo>
                  <a:pt x="1767809" y="141277"/>
                </a:lnTo>
                <a:lnTo>
                  <a:pt x="1767085" y="141659"/>
                </a:lnTo>
                <a:lnTo>
                  <a:pt x="1766341" y="142019"/>
                </a:lnTo>
                <a:lnTo>
                  <a:pt x="1765578" y="142358"/>
                </a:lnTo>
                <a:lnTo>
                  <a:pt x="1764796" y="142674"/>
                </a:lnTo>
                <a:lnTo>
                  <a:pt x="1763994" y="142969"/>
                </a:lnTo>
                <a:lnTo>
                  <a:pt x="1763173" y="143242"/>
                </a:lnTo>
                <a:lnTo>
                  <a:pt x="1762333" y="143493"/>
                </a:lnTo>
                <a:lnTo>
                  <a:pt x="1761473" y="143722"/>
                </a:lnTo>
                <a:lnTo>
                  <a:pt x="1760594" y="143930"/>
                </a:lnTo>
                <a:lnTo>
                  <a:pt x="1759695" y="144115"/>
                </a:lnTo>
                <a:lnTo>
                  <a:pt x="1758777" y="144279"/>
                </a:lnTo>
                <a:lnTo>
                  <a:pt x="1757840" y="144421"/>
                </a:lnTo>
                <a:lnTo>
                  <a:pt x="1756883" y="144541"/>
                </a:lnTo>
                <a:lnTo>
                  <a:pt x="1755907" y="144639"/>
                </a:lnTo>
                <a:lnTo>
                  <a:pt x="1754911" y="144716"/>
                </a:lnTo>
                <a:lnTo>
                  <a:pt x="1753896" y="144770"/>
                </a:lnTo>
                <a:lnTo>
                  <a:pt x="1752862" y="144803"/>
                </a:lnTo>
                <a:lnTo>
                  <a:pt x="1751808" y="144814"/>
                </a:lnTo>
                <a:lnTo>
                  <a:pt x="1750819" y="144804"/>
                </a:lnTo>
                <a:lnTo>
                  <a:pt x="1749847" y="144774"/>
                </a:lnTo>
                <a:lnTo>
                  <a:pt x="1748890" y="144725"/>
                </a:lnTo>
                <a:lnTo>
                  <a:pt x="1747950" y="144656"/>
                </a:lnTo>
                <a:lnTo>
                  <a:pt x="1747026" y="144567"/>
                </a:lnTo>
                <a:lnTo>
                  <a:pt x="1746118" y="144458"/>
                </a:lnTo>
                <a:lnTo>
                  <a:pt x="1745227" y="144329"/>
                </a:lnTo>
                <a:lnTo>
                  <a:pt x="1744351" y="144180"/>
                </a:lnTo>
                <a:lnTo>
                  <a:pt x="1743492" y="144012"/>
                </a:lnTo>
                <a:lnTo>
                  <a:pt x="1742650" y="143824"/>
                </a:lnTo>
                <a:lnTo>
                  <a:pt x="1741823" y="143616"/>
                </a:lnTo>
                <a:lnTo>
                  <a:pt x="1741012" y="143388"/>
                </a:lnTo>
                <a:lnTo>
                  <a:pt x="1740218" y="143141"/>
                </a:lnTo>
                <a:lnTo>
                  <a:pt x="1739440" y="142873"/>
                </a:lnTo>
                <a:lnTo>
                  <a:pt x="1738679" y="142586"/>
                </a:lnTo>
                <a:lnTo>
                  <a:pt x="1737933" y="142279"/>
                </a:lnTo>
                <a:lnTo>
                  <a:pt x="1737204" y="141952"/>
                </a:lnTo>
                <a:lnTo>
                  <a:pt x="1736491" y="141606"/>
                </a:lnTo>
                <a:lnTo>
                  <a:pt x="1735794" y="141239"/>
                </a:lnTo>
                <a:lnTo>
                  <a:pt x="1735113" y="140853"/>
                </a:lnTo>
                <a:lnTo>
                  <a:pt x="1734449" y="140447"/>
                </a:lnTo>
                <a:lnTo>
                  <a:pt x="1733800" y="140021"/>
                </a:lnTo>
                <a:lnTo>
                  <a:pt x="1733168" y="139576"/>
                </a:lnTo>
                <a:lnTo>
                  <a:pt x="1732553" y="139110"/>
                </a:lnTo>
                <a:lnTo>
                  <a:pt x="1731952" y="138628"/>
                </a:lnTo>
                <a:lnTo>
                  <a:pt x="1731365" y="138133"/>
                </a:lnTo>
                <a:lnTo>
                  <a:pt x="1730791" y="137626"/>
                </a:lnTo>
                <a:lnTo>
                  <a:pt x="1730231" y="137105"/>
                </a:lnTo>
                <a:lnTo>
                  <a:pt x="1729685" y="136571"/>
                </a:lnTo>
                <a:lnTo>
                  <a:pt x="1729152" y="136024"/>
                </a:lnTo>
                <a:lnTo>
                  <a:pt x="1728633" y="135464"/>
                </a:lnTo>
                <a:lnTo>
                  <a:pt x="1728128" y="134892"/>
                </a:lnTo>
                <a:lnTo>
                  <a:pt x="1727636" y="134306"/>
                </a:lnTo>
                <a:lnTo>
                  <a:pt x="1727158" y="133707"/>
                </a:lnTo>
                <a:lnTo>
                  <a:pt x="1726694" y="133095"/>
                </a:lnTo>
                <a:lnTo>
                  <a:pt x="1726243" y="132471"/>
                </a:lnTo>
                <a:lnTo>
                  <a:pt x="1725806" y="131833"/>
                </a:lnTo>
                <a:lnTo>
                  <a:pt x="1725383" y="131182"/>
                </a:lnTo>
                <a:lnTo>
                  <a:pt x="1724973" y="130518"/>
                </a:lnTo>
                <a:lnTo>
                  <a:pt x="1724577" y="129842"/>
                </a:lnTo>
                <a:lnTo>
                  <a:pt x="1724195" y="129152"/>
                </a:lnTo>
                <a:lnTo>
                  <a:pt x="1723826" y="128449"/>
                </a:lnTo>
                <a:lnTo>
                  <a:pt x="1723471" y="127733"/>
                </a:lnTo>
                <a:lnTo>
                  <a:pt x="1723129" y="127005"/>
                </a:lnTo>
                <a:lnTo>
                  <a:pt x="1722801" y="126263"/>
                </a:lnTo>
                <a:lnTo>
                  <a:pt x="1722487" y="125508"/>
                </a:lnTo>
                <a:lnTo>
                  <a:pt x="1722186" y="124741"/>
                </a:lnTo>
                <a:lnTo>
                  <a:pt x="1721900" y="123960"/>
                </a:lnTo>
                <a:lnTo>
                  <a:pt x="1721625" y="123170"/>
                </a:lnTo>
                <a:lnTo>
                  <a:pt x="1721362" y="122373"/>
                </a:lnTo>
                <a:lnTo>
                  <a:pt x="1721110" y="121570"/>
                </a:lnTo>
                <a:lnTo>
                  <a:pt x="1720869" y="120760"/>
                </a:lnTo>
                <a:lnTo>
                  <a:pt x="1720640" y="119944"/>
                </a:lnTo>
                <a:lnTo>
                  <a:pt x="1720422" y="119122"/>
                </a:lnTo>
                <a:lnTo>
                  <a:pt x="1720215" y="118293"/>
                </a:lnTo>
                <a:lnTo>
                  <a:pt x="1720020" y="117458"/>
                </a:lnTo>
                <a:lnTo>
                  <a:pt x="1719835" y="116617"/>
                </a:lnTo>
                <a:lnTo>
                  <a:pt x="1719662" y="115769"/>
                </a:lnTo>
                <a:lnTo>
                  <a:pt x="1719501" y="114914"/>
                </a:lnTo>
                <a:lnTo>
                  <a:pt x="1719350" y="114054"/>
                </a:lnTo>
                <a:lnTo>
                  <a:pt x="1719211" y="113187"/>
                </a:lnTo>
                <a:lnTo>
                  <a:pt x="1719083" y="112313"/>
                </a:lnTo>
                <a:lnTo>
                  <a:pt x="1718967" y="111433"/>
                </a:lnTo>
                <a:lnTo>
                  <a:pt x="1718861" y="110547"/>
                </a:lnTo>
                <a:lnTo>
                  <a:pt x="1718767" y="109654"/>
                </a:lnTo>
                <a:lnTo>
                  <a:pt x="1718684" y="108755"/>
                </a:lnTo>
                <a:lnTo>
                  <a:pt x="1718613" y="107850"/>
                </a:lnTo>
                <a:lnTo>
                  <a:pt x="1718553" y="106938"/>
                </a:lnTo>
                <a:lnTo>
                  <a:pt x="1718504" y="106020"/>
                </a:lnTo>
                <a:lnTo>
                  <a:pt x="1718466" y="105095"/>
                </a:lnTo>
                <a:lnTo>
                  <a:pt x="1718440" y="104164"/>
                </a:lnTo>
                <a:lnTo>
                  <a:pt x="1718424" y="103227"/>
                </a:lnTo>
                <a:lnTo>
                  <a:pt x="1797497" y="103227"/>
                </a:lnTo>
                <a:lnTo>
                  <a:pt x="1797516" y="103137"/>
                </a:lnTo>
                <a:lnTo>
                  <a:pt x="1797534" y="103042"/>
                </a:lnTo>
                <a:lnTo>
                  <a:pt x="1797552" y="102943"/>
                </a:lnTo>
                <a:lnTo>
                  <a:pt x="1797570" y="102838"/>
                </a:lnTo>
                <a:lnTo>
                  <a:pt x="1797587" y="102729"/>
                </a:lnTo>
                <a:lnTo>
                  <a:pt x="1797604" y="102616"/>
                </a:lnTo>
                <a:lnTo>
                  <a:pt x="1797620" y="102498"/>
                </a:lnTo>
                <a:lnTo>
                  <a:pt x="1797636" y="102375"/>
                </a:lnTo>
                <a:lnTo>
                  <a:pt x="1797652" y="102247"/>
                </a:lnTo>
                <a:lnTo>
                  <a:pt x="1797667" y="102115"/>
                </a:lnTo>
                <a:lnTo>
                  <a:pt x="1797682" y="101978"/>
                </a:lnTo>
                <a:lnTo>
                  <a:pt x="1797696" y="101837"/>
                </a:lnTo>
                <a:lnTo>
                  <a:pt x="1797710" y="101690"/>
                </a:lnTo>
                <a:lnTo>
                  <a:pt x="1797724" y="101539"/>
                </a:lnTo>
                <a:lnTo>
                  <a:pt x="1797737" y="101384"/>
                </a:lnTo>
                <a:lnTo>
                  <a:pt x="1797750" y="101224"/>
                </a:lnTo>
                <a:lnTo>
                  <a:pt x="1797762" y="101059"/>
                </a:lnTo>
                <a:lnTo>
                  <a:pt x="1797775" y="100889"/>
                </a:lnTo>
                <a:lnTo>
                  <a:pt x="1797786" y="100715"/>
                </a:lnTo>
                <a:lnTo>
                  <a:pt x="1797797" y="100536"/>
                </a:lnTo>
                <a:lnTo>
                  <a:pt x="1797808" y="100352"/>
                </a:lnTo>
                <a:lnTo>
                  <a:pt x="1797819" y="100164"/>
                </a:lnTo>
                <a:lnTo>
                  <a:pt x="1797829" y="99971"/>
                </a:lnTo>
                <a:lnTo>
                  <a:pt x="1797839" y="99773"/>
                </a:lnTo>
                <a:lnTo>
                  <a:pt x="1797848" y="99574"/>
                </a:lnTo>
                <a:lnTo>
                  <a:pt x="1797857" y="99377"/>
                </a:lnTo>
                <a:lnTo>
                  <a:pt x="1797865" y="99183"/>
                </a:lnTo>
                <a:lnTo>
                  <a:pt x="1797873" y="98990"/>
                </a:lnTo>
                <a:lnTo>
                  <a:pt x="1797881" y="98800"/>
                </a:lnTo>
                <a:lnTo>
                  <a:pt x="1797888" y="98612"/>
                </a:lnTo>
                <a:lnTo>
                  <a:pt x="1797895" y="98426"/>
                </a:lnTo>
                <a:lnTo>
                  <a:pt x="1797902" y="98243"/>
                </a:lnTo>
                <a:lnTo>
                  <a:pt x="1797908" y="98061"/>
                </a:lnTo>
                <a:lnTo>
                  <a:pt x="1797914" y="97882"/>
                </a:lnTo>
                <a:lnTo>
                  <a:pt x="1797919" y="97706"/>
                </a:lnTo>
                <a:lnTo>
                  <a:pt x="1797924" y="97531"/>
                </a:lnTo>
                <a:lnTo>
                  <a:pt x="1797929" y="97359"/>
                </a:lnTo>
                <a:lnTo>
                  <a:pt x="1797933" y="97189"/>
                </a:lnTo>
                <a:lnTo>
                  <a:pt x="1797937" y="97021"/>
                </a:lnTo>
                <a:lnTo>
                  <a:pt x="1797940" y="96855"/>
                </a:lnTo>
                <a:lnTo>
                  <a:pt x="1797943" y="96692"/>
                </a:lnTo>
                <a:lnTo>
                  <a:pt x="1797945" y="96531"/>
                </a:lnTo>
                <a:lnTo>
                  <a:pt x="1797948" y="96372"/>
                </a:lnTo>
                <a:lnTo>
                  <a:pt x="1797949" y="96215"/>
                </a:lnTo>
                <a:lnTo>
                  <a:pt x="1797951" y="96061"/>
                </a:lnTo>
                <a:lnTo>
                  <a:pt x="1797952" y="95909"/>
                </a:lnTo>
                <a:lnTo>
                  <a:pt x="1797952" y="95759"/>
                </a:lnTo>
                <a:lnTo>
                  <a:pt x="1797953" y="95611"/>
                </a:lnTo>
                <a:lnTo>
                  <a:pt x="1797930" y="93436"/>
                </a:lnTo>
                <a:lnTo>
                  <a:pt x="1797863" y="91303"/>
                </a:lnTo>
                <a:lnTo>
                  <a:pt x="1797751" y="89213"/>
                </a:lnTo>
                <a:lnTo>
                  <a:pt x="1797595" y="87165"/>
                </a:lnTo>
                <a:lnTo>
                  <a:pt x="1797394" y="85161"/>
                </a:lnTo>
                <a:lnTo>
                  <a:pt x="1797148" y="83199"/>
                </a:lnTo>
                <a:lnTo>
                  <a:pt x="1796857" y="81280"/>
                </a:lnTo>
                <a:lnTo>
                  <a:pt x="1796522" y="79404"/>
                </a:lnTo>
                <a:lnTo>
                  <a:pt x="1796142" y="77570"/>
                </a:lnTo>
                <a:lnTo>
                  <a:pt x="1795717" y="75779"/>
                </a:lnTo>
                <a:lnTo>
                  <a:pt x="1795248" y="74031"/>
                </a:lnTo>
                <a:lnTo>
                  <a:pt x="1794734" y="72325"/>
                </a:lnTo>
                <a:lnTo>
                  <a:pt x="1794175" y="70662"/>
                </a:lnTo>
                <a:lnTo>
                  <a:pt x="1793572" y="69042"/>
                </a:lnTo>
                <a:lnTo>
                  <a:pt x="1792923" y="67465"/>
                </a:lnTo>
                <a:lnTo>
                  <a:pt x="1792230" y="65930"/>
                </a:lnTo>
                <a:lnTo>
                  <a:pt x="1791493" y="64439"/>
                </a:lnTo>
                <a:lnTo>
                  <a:pt x="1790710" y="62989"/>
                </a:lnTo>
                <a:lnTo>
                  <a:pt x="1789883" y="61583"/>
                </a:lnTo>
                <a:lnTo>
                  <a:pt x="1789012" y="60219"/>
                </a:lnTo>
                <a:lnTo>
                  <a:pt x="1788095" y="58898"/>
                </a:lnTo>
                <a:lnTo>
                  <a:pt x="1787134" y="57620"/>
                </a:lnTo>
                <a:lnTo>
                  <a:pt x="1786128" y="56385"/>
                </a:lnTo>
                <a:lnTo>
                  <a:pt x="1785078" y="55192"/>
                </a:lnTo>
                <a:lnTo>
                  <a:pt x="1783988" y="54045"/>
                </a:lnTo>
                <a:lnTo>
                  <a:pt x="1782864" y="52946"/>
                </a:lnTo>
                <a:lnTo>
                  <a:pt x="1781706" y="51896"/>
                </a:lnTo>
                <a:lnTo>
                  <a:pt x="1780514" y="50896"/>
                </a:lnTo>
                <a:lnTo>
                  <a:pt x="1779288" y="49944"/>
                </a:lnTo>
                <a:lnTo>
                  <a:pt x="1778028" y="49040"/>
                </a:lnTo>
                <a:lnTo>
                  <a:pt x="1776734" y="48186"/>
                </a:lnTo>
                <a:lnTo>
                  <a:pt x="1775406" y="47380"/>
                </a:lnTo>
                <a:lnTo>
                  <a:pt x="1774044" y="46624"/>
                </a:lnTo>
                <a:lnTo>
                  <a:pt x="1772647" y="45916"/>
                </a:lnTo>
                <a:lnTo>
                  <a:pt x="1771217" y="45257"/>
                </a:lnTo>
                <a:lnTo>
                  <a:pt x="1769753" y="44646"/>
                </a:lnTo>
                <a:lnTo>
                  <a:pt x="1768255" y="44085"/>
                </a:lnTo>
                <a:lnTo>
                  <a:pt x="1766723" y="43572"/>
                </a:lnTo>
                <a:lnTo>
                  <a:pt x="1765156" y="43109"/>
                </a:lnTo>
                <a:lnTo>
                  <a:pt x="1763556" y="42694"/>
                </a:lnTo>
                <a:lnTo>
                  <a:pt x="1761922" y="42327"/>
                </a:lnTo>
                <a:lnTo>
                  <a:pt x="1760254" y="42010"/>
                </a:lnTo>
                <a:lnTo>
                  <a:pt x="1758551" y="41742"/>
                </a:lnTo>
                <a:lnTo>
                  <a:pt x="1756815" y="41522"/>
                </a:lnTo>
                <a:lnTo>
                  <a:pt x="1755045" y="41351"/>
                </a:lnTo>
                <a:lnTo>
                  <a:pt x="1753240" y="41229"/>
                </a:lnTo>
                <a:lnTo>
                  <a:pt x="1751402" y="41156"/>
                </a:lnTo>
                <a:lnTo>
                  <a:pt x="1749529" y="41131"/>
                </a:lnTo>
                <a:lnTo>
                  <a:pt x="1748115" y="41144"/>
                </a:lnTo>
                <a:lnTo>
                  <a:pt x="1746722" y="41183"/>
                </a:lnTo>
                <a:lnTo>
                  <a:pt x="1745350" y="41249"/>
                </a:lnTo>
                <a:lnTo>
                  <a:pt x="1743999" y="41340"/>
                </a:lnTo>
                <a:lnTo>
                  <a:pt x="1742668" y="41457"/>
                </a:lnTo>
                <a:lnTo>
                  <a:pt x="1741358" y="41601"/>
                </a:lnTo>
                <a:lnTo>
                  <a:pt x="1740069" y="41770"/>
                </a:lnTo>
                <a:lnTo>
                  <a:pt x="1738800" y="41966"/>
                </a:lnTo>
                <a:lnTo>
                  <a:pt x="1737553" y="42187"/>
                </a:lnTo>
                <a:lnTo>
                  <a:pt x="1736326" y="42435"/>
                </a:lnTo>
                <a:lnTo>
                  <a:pt x="1735119" y="42709"/>
                </a:lnTo>
                <a:lnTo>
                  <a:pt x="1733934" y="43009"/>
                </a:lnTo>
                <a:lnTo>
                  <a:pt x="1732770" y="43335"/>
                </a:lnTo>
                <a:lnTo>
                  <a:pt x="1731626" y="43687"/>
                </a:lnTo>
                <a:lnTo>
                  <a:pt x="1730503" y="44065"/>
                </a:lnTo>
                <a:lnTo>
                  <a:pt x="1729400" y="44469"/>
                </a:lnTo>
                <a:lnTo>
                  <a:pt x="1728319" y="44899"/>
                </a:lnTo>
                <a:lnTo>
                  <a:pt x="1727258" y="45355"/>
                </a:lnTo>
                <a:lnTo>
                  <a:pt x="1726218" y="45838"/>
                </a:lnTo>
                <a:lnTo>
                  <a:pt x="1725199" y="46346"/>
                </a:lnTo>
                <a:lnTo>
                  <a:pt x="1724201" y="46881"/>
                </a:lnTo>
                <a:lnTo>
                  <a:pt x="1723223" y="47441"/>
                </a:lnTo>
                <a:lnTo>
                  <a:pt x="1722266" y="48028"/>
                </a:lnTo>
                <a:lnTo>
                  <a:pt x="1721330" y="48640"/>
                </a:lnTo>
                <a:lnTo>
                  <a:pt x="1720414" y="49276"/>
                </a:lnTo>
                <a:lnTo>
                  <a:pt x="1719518" y="49932"/>
                </a:lnTo>
                <a:lnTo>
                  <a:pt x="1718642" y="50609"/>
                </a:lnTo>
                <a:lnTo>
                  <a:pt x="1717785" y="51305"/>
                </a:lnTo>
                <a:lnTo>
                  <a:pt x="1716948" y="52021"/>
                </a:lnTo>
                <a:lnTo>
                  <a:pt x="1716131" y="52758"/>
                </a:lnTo>
                <a:lnTo>
                  <a:pt x="1715334" y="53515"/>
                </a:lnTo>
                <a:lnTo>
                  <a:pt x="1714557" y="54292"/>
                </a:lnTo>
                <a:lnTo>
                  <a:pt x="1713799" y="55089"/>
                </a:lnTo>
                <a:lnTo>
                  <a:pt x="1713061" y="55906"/>
                </a:lnTo>
                <a:lnTo>
                  <a:pt x="1712343" y="56744"/>
                </a:lnTo>
                <a:lnTo>
                  <a:pt x="1711645" y="57601"/>
                </a:lnTo>
                <a:lnTo>
                  <a:pt x="1710967" y="58479"/>
                </a:lnTo>
                <a:lnTo>
                  <a:pt x="1710308" y="59377"/>
                </a:lnTo>
                <a:lnTo>
                  <a:pt x="1709669" y="60295"/>
                </a:lnTo>
                <a:lnTo>
                  <a:pt x="1709050" y="61234"/>
                </a:lnTo>
                <a:lnTo>
                  <a:pt x="1708451" y="62192"/>
                </a:lnTo>
                <a:lnTo>
                  <a:pt x="1707871" y="63171"/>
                </a:lnTo>
                <a:lnTo>
                  <a:pt x="1707311" y="64170"/>
                </a:lnTo>
                <a:lnTo>
                  <a:pt x="1706771" y="65189"/>
                </a:lnTo>
                <a:lnTo>
                  <a:pt x="1706251" y="66228"/>
                </a:lnTo>
                <a:lnTo>
                  <a:pt x="1705751" y="67287"/>
                </a:lnTo>
                <a:lnTo>
                  <a:pt x="1705270" y="68366"/>
                </a:lnTo>
                <a:lnTo>
                  <a:pt x="1704809" y="69466"/>
                </a:lnTo>
                <a:lnTo>
                  <a:pt x="1704367" y="70583"/>
                </a:lnTo>
                <a:lnTo>
                  <a:pt x="1703945" y="71714"/>
                </a:lnTo>
                <a:lnTo>
                  <a:pt x="1703541" y="72860"/>
                </a:lnTo>
                <a:lnTo>
                  <a:pt x="1703155" y="74021"/>
                </a:lnTo>
                <a:lnTo>
                  <a:pt x="1702789" y="75195"/>
                </a:lnTo>
                <a:lnTo>
                  <a:pt x="1702441" y="76385"/>
                </a:lnTo>
                <a:lnTo>
                  <a:pt x="1702112" y="77588"/>
                </a:lnTo>
                <a:lnTo>
                  <a:pt x="1701802" y="78807"/>
                </a:lnTo>
                <a:lnTo>
                  <a:pt x="1701511" y="80039"/>
                </a:lnTo>
                <a:lnTo>
                  <a:pt x="1701239" y="81286"/>
                </a:lnTo>
                <a:lnTo>
                  <a:pt x="1700985" y="82548"/>
                </a:lnTo>
                <a:lnTo>
                  <a:pt x="1700750" y="83824"/>
                </a:lnTo>
                <a:lnTo>
                  <a:pt x="1700534" y="85114"/>
                </a:lnTo>
                <a:lnTo>
                  <a:pt x="1700337" y="86419"/>
                </a:lnTo>
                <a:lnTo>
                  <a:pt x="1700158" y="87739"/>
                </a:lnTo>
                <a:lnTo>
                  <a:pt x="1699998" y="89073"/>
                </a:lnTo>
                <a:lnTo>
                  <a:pt x="1699857" y="90421"/>
                </a:lnTo>
                <a:lnTo>
                  <a:pt x="1699735" y="91784"/>
                </a:lnTo>
                <a:lnTo>
                  <a:pt x="1699632" y="93161"/>
                </a:lnTo>
                <a:lnTo>
                  <a:pt x="1699547" y="94553"/>
                </a:lnTo>
                <a:lnTo>
                  <a:pt x="1699482" y="95959"/>
                </a:lnTo>
                <a:lnTo>
                  <a:pt x="1699435" y="97380"/>
                </a:lnTo>
                <a:lnTo>
                  <a:pt x="1699406" y="98815"/>
                </a:lnTo>
                <a:lnTo>
                  <a:pt x="1699397" y="100265"/>
                </a:lnTo>
                <a:lnTo>
                  <a:pt x="1699407" y="101657"/>
                </a:lnTo>
                <a:lnTo>
                  <a:pt x="1699436" y="103038"/>
                </a:lnTo>
                <a:lnTo>
                  <a:pt x="1699484" y="104407"/>
                </a:lnTo>
                <a:lnTo>
                  <a:pt x="1699552" y="105764"/>
                </a:lnTo>
                <a:lnTo>
                  <a:pt x="1699639" y="107110"/>
                </a:lnTo>
                <a:lnTo>
                  <a:pt x="1699746" y="108444"/>
                </a:lnTo>
                <a:lnTo>
                  <a:pt x="1699872" y="109767"/>
                </a:lnTo>
                <a:lnTo>
                  <a:pt x="1700017" y="111078"/>
                </a:lnTo>
                <a:lnTo>
                  <a:pt x="1700182" y="112377"/>
                </a:lnTo>
                <a:lnTo>
                  <a:pt x="1700366" y="113665"/>
                </a:lnTo>
                <a:lnTo>
                  <a:pt x="1700570" y="114941"/>
                </a:lnTo>
                <a:lnTo>
                  <a:pt x="1700793" y="116206"/>
                </a:lnTo>
                <a:lnTo>
                  <a:pt x="1701035" y="117459"/>
                </a:lnTo>
                <a:lnTo>
                  <a:pt x="1701297" y="118700"/>
                </a:lnTo>
                <a:lnTo>
                  <a:pt x="1701578" y="119930"/>
                </a:lnTo>
                <a:lnTo>
                  <a:pt x="1701878" y="121148"/>
                </a:lnTo>
                <a:lnTo>
                  <a:pt x="1702198" y="122355"/>
                </a:lnTo>
                <a:lnTo>
                  <a:pt x="1702537" y="123550"/>
                </a:lnTo>
                <a:lnTo>
                  <a:pt x="1702896" y="124733"/>
                </a:lnTo>
                <a:lnTo>
                  <a:pt x="1703274" y="125905"/>
                </a:lnTo>
                <a:lnTo>
                  <a:pt x="1703671" y="127065"/>
                </a:lnTo>
                <a:lnTo>
                  <a:pt x="1704088" y="128214"/>
                </a:lnTo>
                <a:lnTo>
                  <a:pt x="1704524" y="129351"/>
                </a:lnTo>
                <a:lnTo>
                  <a:pt x="1704980" y="130476"/>
                </a:lnTo>
                <a:lnTo>
                  <a:pt x="1705455" y="131585"/>
                </a:lnTo>
                <a:lnTo>
                  <a:pt x="1705952" y="132675"/>
                </a:lnTo>
                <a:lnTo>
                  <a:pt x="1706469" y="133746"/>
                </a:lnTo>
                <a:lnTo>
                  <a:pt x="1707007" y="134796"/>
                </a:lnTo>
                <a:lnTo>
                  <a:pt x="1707566" y="135828"/>
                </a:lnTo>
                <a:lnTo>
                  <a:pt x="1708145" y="136839"/>
                </a:lnTo>
                <a:lnTo>
                  <a:pt x="1708745" y="137832"/>
                </a:lnTo>
                <a:lnTo>
                  <a:pt x="1709366" y="138804"/>
                </a:lnTo>
                <a:lnTo>
                  <a:pt x="1710008" y="139757"/>
                </a:lnTo>
                <a:lnTo>
                  <a:pt x="1710671" y="140691"/>
                </a:lnTo>
                <a:lnTo>
                  <a:pt x="1711354" y="141605"/>
                </a:lnTo>
                <a:lnTo>
                  <a:pt x="1712058" y="142500"/>
                </a:lnTo>
                <a:lnTo>
                  <a:pt x="1712783" y="143375"/>
                </a:lnTo>
                <a:lnTo>
                  <a:pt x="1713529" y="144230"/>
                </a:lnTo>
                <a:lnTo>
                  <a:pt x="1714295" y="145066"/>
                </a:lnTo>
                <a:lnTo>
                  <a:pt x="1715082" y="145883"/>
                </a:lnTo>
                <a:lnTo>
                  <a:pt x="1715890" y="146680"/>
                </a:lnTo>
                <a:lnTo>
                  <a:pt x="1716719" y="147457"/>
                </a:lnTo>
                <a:lnTo>
                  <a:pt x="1717568" y="148215"/>
                </a:lnTo>
                <a:lnTo>
                  <a:pt x="1718439" y="148953"/>
                </a:lnTo>
                <a:lnTo>
                  <a:pt x="1719330" y="149672"/>
                </a:lnTo>
                <a:lnTo>
                  <a:pt x="1720241" y="150371"/>
                </a:lnTo>
                <a:lnTo>
                  <a:pt x="1721174" y="151051"/>
                </a:lnTo>
                <a:lnTo>
                  <a:pt x="1722127" y="151711"/>
                </a:lnTo>
                <a:lnTo>
                  <a:pt x="1723102" y="152347"/>
                </a:lnTo>
                <a:lnTo>
                  <a:pt x="1724100" y="152957"/>
                </a:lnTo>
                <a:lnTo>
                  <a:pt x="1725121" y="153539"/>
                </a:lnTo>
                <a:lnTo>
                  <a:pt x="1726164" y="154095"/>
                </a:lnTo>
                <a:lnTo>
                  <a:pt x="1727230" y="154623"/>
                </a:lnTo>
                <a:lnTo>
                  <a:pt x="1728319" y="155124"/>
                </a:lnTo>
                <a:lnTo>
                  <a:pt x="1729431" y="155598"/>
                </a:lnTo>
                <a:lnTo>
                  <a:pt x="1730565" y="156045"/>
                </a:lnTo>
                <a:lnTo>
                  <a:pt x="1731722" y="156465"/>
                </a:lnTo>
                <a:lnTo>
                  <a:pt x="1732902" y="156857"/>
                </a:lnTo>
                <a:lnTo>
                  <a:pt x="1734105" y="157223"/>
                </a:lnTo>
                <a:lnTo>
                  <a:pt x="1735330" y="157562"/>
                </a:lnTo>
                <a:lnTo>
                  <a:pt x="1736578" y="157873"/>
                </a:lnTo>
                <a:lnTo>
                  <a:pt x="1737849" y="158158"/>
                </a:lnTo>
                <a:lnTo>
                  <a:pt x="1739142" y="158415"/>
                </a:lnTo>
                <a:lnTo>
                  <a:pt x="1740459" y="158645"/>
                </a:lnTo>
                <a:lnTo>
                  <a:pt x="1741798" y="158848"/>
                </a:lnTo>
                <a:lnTo>
                  <a:pt x="1743159" y="159024"/>
                </a:lnTo>
                <a:lnTo>
                  <a:pt x="1744544" y="159173"/>
                </a:lnTo>
                <a:lnTo>
                  <a:pt x="1745951" y="159295"/>
                </a:lnTo>
                <a:lnTo>
                  <a:pt x="1747381" y="159390"/>
                </a:lnTo>
                <a:lnTo>
                  <a:pt x="1748834" y="159458"/>
                </a:lnTo>
                <a:lnTo>
                  <a:pt x="1750310" y="159498"/>
                </a:lnTo>
                <a:lnTo>
                  <a:pt x="1751808" y="159512"/>
                </a:lnTo>
                <a:lnTo>
                  <a:pt x="1752969" y="159504"/>
                </a:lnTo>
                <a:lnTo>
                  <a:pt x="1754118" y="159479"/>
                </a:lnTo>
                <a:lnTo>
                  <a:pt x="1755253" y="159438"/>
                </a:lnTo>
                <a:lnTo>
                  <a:pt x="1756375" y="159380"/>
                </a:lnTo>
                <a:lnTo>
                  <a:pt x="1757484" y="159306"/>
                </a:lnTo>
                <a:close/>
                <a:moveTo>
                  <a:pt x="1719350" y="82816"/>
                </a:moveTo>
                <a:lnTo>
                  <a:pt x="1719582" y="81595"/>
                </a:lnTo>
                <a:lnTo>
                  <a:pt x="1719836" y="80402"/>
                </a:lnTo>
                <a:lnTo>
                  <a:pt x="1720115" y="79237"/>
                </a:lnTo>
                <a:lnTo>
                  <a:pt x="1720416" y="78098"/>
                </a:lnTo>
                <a:lnTo>
                  <a:pt x="1720740" y="76987"/>
                </a:lnTo>
                <a:lnTo>
                  <a:pt x="1721087" y="75903"/>
                </a:lnTo>
                <a:lnTo>
                  <a:pt x="1721458" y="74847"/>
                </a:lnTo>
                <a:lnTo>
                  <a:pt x="1721852" y="73818"/>
                </a:lnTo>
                <a:lnTo>
                  <a:pt x="1722269" y="72816"/>
                </a:lnTo>
                <a:lnTo>
                  <a:pt x="1722709" y="71841"/>
                </a:lnTo>
                <a:lnTo>
                  <a:pt x="1723172" y="70894"/>
                </a:lnTo>
                <a:lnTo>
                  <a:pt x="1723658" y="69974"/>
                </a:lnTo>
                <a:lnTo>
                  <a:pt x="1724168" y="69082"/>
                </a:lnTo>
                <a:lnTo>
                  <a:pt x="1724700" y="68216"/>
                </a:lnTo>
                <a:lnTo>
                  <a:pt x="1725256" y="67378"/>
                </a:lnTo>
                <a:lnTo>
                  <a:pt x="1725835" y="66568"/>
                </a:lnTo>
                <a:lnTo>
                  <a:pt x="1726437" y="65784"/>
                </a:lnTo>
                <a:lnTo>
                  <a:pt x="1727062" y="65028"/>
                </a:lnTo>
                <a:lnTo>
                  <a:pt x="1727710" y="64300"/>
                </a:lnTo>
                <a:lnTo>
                  <a:pt x="1728381" y="63599"/>
                </a:lnTo>
                <a:lnTo>
                  <a:pt x="1729072" y="62929"/>
                </a:lnTo>
                <a:lnTo>
                  <a:pt x="1729783" y="62288"/>
                </a:lnTo>
                <a:lnTo>
                  <a:pt x="1730516" y="61677"/>
                </a:lnTo>
                <a:lnTo>
                  <a:pt x="1731269" y="61095"/>
                </a:lnTo>
                <a:lnTo>
                  <a:pt x="1732043" y="60544"/>
                </a:lnTo>
                <a:lnTo>
                  <a:pt x="1732838" y="60022"/>
                </a:lnTo>
                <a:lnTo>
                  <a:pt x="1733654" y="59531"/>
                </a:lnTo>
                <a:lnTo>
                  <a:pt x="1734490" y="59069"/>
                </a:lnTo>
                <a:lnTo>
                  <a:pt x="1735348" y="58636"/>
                </a:lnTo>
                <a:lnTo>
                  <a:pt x="1736226" y="58234"/>
                </a:lnTo>
                <a:lnTo>
                  <a:pt x="1737124" y="57861"/>
                </a:lnTo>
                <a:lnTo>
                  <a:pt x="1738044" y="57519"/>
                </a:lnTo>
                <a:lnTo>
                  <a:pt x="1738984" y="57206"/>
                </a:lnTo>
                <a:lnTo>
                  <a:pt x="1739945" y="56922"/>
                </a:lnTo>
                <a:lnTo>
                  <a:pt x="1740927" y="56669"/>
                </a:lnTo>
                <a:lnTo>
                  <a:pt x="1741930" y="56446"/>
                </a:lnTo>
                <a:lnTo>
                  <a:pt x="1742953" y="56252"/>
                </a:lnTo>
                <a:lnTo>
                  <a:pt x="1743997" y="56088"/>
                </a:lnTo>
                <a:lnTo>
                  <a:pt x="1745062" y="55954"/>
                </a:lnTo>
                <a:lnTo>
                  <a:pt x="1746148" y="55849"/>
                </a:lnTo>
                <a:lnTo>
                  <a:pt x="1747254" y="55775"/>
                </a:lnTo>
                <a:lnTo>
                  <a:pt x="1748381" y="55730"/>
                </a:lnTo>
                <a:lnTo>
                  <a:pt x="1749529" y="55715"/>
                </a:lnTo>
                <a:lnTo>
                  <a:pt x="1750668" y="55730"/>
                </a:lnTo>
                <a:lnTo>
                  <a:pt x="1751785" y="55775"/>
                </a:lnTo>
                <a:lnTo>
                  <a:pt x="1752882" y="55850"/>
                </a:lnTo>
                <a:lnTo>
                  <a:pt x="1753957" y="55955"/>
                </a:lnTo>
                <a:lnTo>
                  <a:pt x="1755012" y="56090"/>
                </a:lnTo>
                <a:lnTo>
                  <a:pt x="1756045" y="56256"/>
                </a:lnTo>
                <a:lnTo>
                  <a:pt x="1757058" y="56451"/>
                </a:lnTo>
                <a:lnTo>
                  <a:pt x="1758049" y="56676"/>
                </a:lnTo>
                <a:lnTo>
                  <a:pt x="1759020" y="56931"/>
                </a:lnTo>
                <a:lnTo>
                  <a:pt x="1759970" y="57216"/>
                </a:lnTo>
                <a:lnTo>
                  <a:pt x="1760898" y="57531"/>
                </a:lnTo>
                <a:lnTo>
                  <a:pt x="1761806" y="57877"/>
                </a:lnTo>
                <a:lnTo>
                  <a:pt x="1762693" y="58252"/>
                </a:lnTo>
                <a:lnTo>
                  <a:pt x="1763559" y="58657"/>
                </a:lnTo>
                <a:lnTo>
                  <a:pt x="1764403" y="59092"/>
                </a:lnTo>
                <a:lnTo>
                  <a:pt x="1765227" y="59557"/>
                </a:lnTo>
                <a:lnTo>
                  <a:pt x="1766030" y="60053"/>
                </a:lnTo>
                <a:lnTo>
                  <a:pt x="1766812" y="60578"/>
                </a:lnTo>
                <a:lnTo>
                  <a:pt x="1767573" y="61133"/>
                </a:lnTo>
                <a:lnTo>
                  <a:pt x="1768313" y="61719"/>
                </a:lnTo>
                <a:lnTo>
                  <a:pt x="1769032" y="62334"/>
                </a:lnTo>
                <a:lnTo>
                  <a:pt x="1769730" y="62979"/>
                </a:lnTo>
                <a:lnTo>
                  <a:pt x="1770407" y="63655"/>
                </a:lnTo>
                <a:lnTo>
                  <a:pt x="1771063" y="64360"/>
                </a:lnTo>
                <a:lnTo>
                  <a:pt x="1771696" y="65094"/>
                </a:lnTo>
                <a:lnTo>
                  <a:pt x="1772303" y="65854"/>
                </a:lnTo>
                <a:lnTo>
                  <a:pt x="1772885" y="66641"/>
                </a:lnTo>
                <a:lnTo>
                  <a:pt x="1773440" y="67454"/>
                </a:lnTo>
                <a:lnTo>
                  <a:pt x="1773970" y="68294"/>
                </a:lnTo>
                <a:lnTo>
                  <a:pt x="1774474" y="69161"/>
                </a:lnTo>
                <a:lnTo>
                  <a:pt x="1774953" y="70055"/>
                </a:lnTo>
                <a:lnTo>
                  <a:pt x="1775406" y="70975"/>
                </a:lnTo>
                <a:lnTo>
                  <a:pt x="1775833" y="71922"/>
                </a:lnTo>
                <a:lnTo>
                  <a:pt x="1776234" y="72895"/>
                </a:lnTo>
                <a:lnTo>
                  <a:pt x="1776610" y="73896"/>
                </a:lnTo>
                <a:lnTo>
                  <a:pt x="1776960" y="74923"/>
                </a:lnTo>
                <a:lnTo>
                  <a:pt x="1777284" y="75976"/>
                </a:lnTo>
                <a:lnTo>
                  <a:pt x="1777582" y="77056"/>
                </a:lnTo>
                <a:lnTo>
                  <a:pt x="1777855" y="78163"/>
                </a:lnTo>
                <a:lnTo>
                  <a:pt x="1778102" y="79297"/>
                </a:lnTo>
                <a:lnTo>
                  <a:pt x="1778324" y="80457"/>
                </a:lnTo>
                <a:lnTo>
                  <a:pt x="1778519" y="81644"/>
                </a:lnTo>
                <a:lnTo>
                  <a:pt x="1778689" y="82858"/>
                </a:lnTo>
                <a:lnTo>
                  <a:pt x="1778833" y="84098"/>
                </a:lnTo>
                <a:lnTo>
                  <a:pt x="1778952" y="85366"/>
                </a:lnTo>
                <a:lnTo>
                  <a:pt x="1779045" y="86659"/>
                </a:lnTo>
                <a:lnTo>
                  <a:pt x="1779112" y="87980"/>
                </a:lnTo>
                <a:lnTo>
                  <a:pt x="1779153" y="89327"/>
                </a:lnTo>
                <a:lnTo>
                  <a:pt x="1718538" y="89327"/>
                </a:lnTo>
                <a:lnTo>
                  <a:pt x="1718654" y="87970"/>
                </a:lnTo>
                <a:lnTo>
                  <a:pt x="1718794" y="86640"/>
                </a:lnTo>
                <a:lnTo>
                  <a:pt x="1718956" y="85338"/>
                </a:lnTo>
                <a:lnTo>
                  <a:pt x="1719141" y="84063"/>
                </a:lnTo>
                <a:lnTo>
                  <a:pt x="1719350" y="8281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E87050-BE5F-4006-BCE8-BF45F0424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87248" y="5235055"/>
            <a:ext cx="1879275" cy="2497571"/>
          </a:xfrm>
          <a:custGeom xmlns:a="http://schemas.openxmlformats.org/drawingml/2006/main">
            <a:pathLst>
              <a:path w="1879275" h="2497571" fill="none">
                <a:moveTo>
                  <a:pt x="0" y="313227"/>
                </a:moveTo>
                <a:cubicBezTo>
                  <a:pt x="0" y="140258"/>
                  <a:pt x="140174" y="0"/>
                  <a:pt x="313227" y="0"/>
                </a:cubicBezTo>
                <a:lnTo>
                  <a:pt x="1566048" y="0"/>
                </a:lnTo>
                <a:cubicBezTo>
                  <a:pt x="1739101" y="0"/>
                  <a:pt x="1879275" y="140258"/>
                  <a:pt x="1879275" y="313227"/>
                </a:cubicBezTo>
                <a:lnTo>
                  <a:pt x="1879275" y="2184261"/>
                </a:lnTo>
                <a:cubicBezTo>
                  <a:pt x="1879275" y="2357313"/>
                  <a:pt x="1739101" y="2497571"/>
                  <a:pt x="1566048" y="2497571"/>
                </a:cubicBezTo>
                <a:lnTo>
                  <a:pt x="313227" y="2497571"/>
                </a:lnTo>
                <a:cubicBezTo>
                  <a:pt x="140174" y="2497571"/>
                  <a:pt x="0" y="2357313"/>
                  <a:pt x="0" y="2184261"/>
                </a:cubicBezTo>
                <a:lnTo>
                  <a:pt x="0" y="31322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  <p:sp>
        <p:nvSpPr>
          <p:cNvPr id="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1F8C5-AF49-4B5F-8189-B7284C9F2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975" y="4970179"/>
            <a:ext cx="3462309" cy="977519"/>
          </a:xfrm>
          <a:custGeom xmlns:a="http://schemas.openxmlformats.org/drawingml/2006/main">
            <a:pathLst>
              <a:path w="3462309" h="977519" fill="none">
                <a:moveTo>
                  <a:pt x="0" y="162962"/>
                </a:moveTo>
                <a:cubicBezTo>
                  <a:pt x="0" y="72904"/>
                  <a:pt x="72904" y="0"/>
                  <a:pt x="162878" y="0"/>
                </a:cubicBezTo>
                <a:lnTo>
                  <a:pt x="3299347" y="0"/>
                </a:lnTo>
                <a:cubicBezTo>
                  <a:pt x="3389321" y="0"/>
                  <a:pt x="3462309" y="72904"/>
                  <a:pt x="3462309" y="162962"/>
                </a:cubicBezTo>
                <a:lnTo>
                  <a:pt x="3462309" y="814641"/>
                </a:lnTo>
                <a:cubicBezTo>
                  <a:pt x="3462309" y="904615"/>
                  <a:pt x="3389321" y="977519"/>
                  <a:pt x="3299347" y="977519"/>
                </a:cubicBezTo>
                <a:lnTo>
                  <a:pt x="162878" y="977519"/>
                </a:lnTo>
                <a:cubicBezTo>
                  <a:pt x="72904" y="977519"/>
                  <a:pt x="0" y="904615"/>
                  <a:pt x="0" y="814641"/>
                </a:cubicBezTo>
                <a:lnTo>
                  <a:pt x="0" y="16296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  <p:sp>
        <p:nvSpPr>
          <p:cNvPr id="117" name="Text Ishouldthinkaboutedgecases:">
            <a:extLst xmlns:a="http://schemas.openxmlformats.org/drawingml/2006/main">
              <a:ext uri="{FF2B5EF4-FFF2-40B4-BE49-F238E27FC236}">
                <a16:creationId xmlns:a16="http://schemas.microsoft.com/office/drawing/2014/main" id="{F4F28822-C136-4624-B14B-F83538D5C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8631" y="5150082"/>
            <a:ext cx="2762904" cy="173332"/>
          </a:xfrm>
          <a:custGeom xmlns:a="http://schemas.openxmlformats.org/drawingml/2006/main">
            <a:pathLst>
              <a:path w="2762904" h="173332">
                <a:moveTo>
                  <a:pt x="917303" y="18999"/>
                </a:moveTo>
                <a:lnTo>
                  <a:pt x="917655" y="18947"/>
                </a:lnTo>
                <a:lnTo>
                  <a:pt x="918000" y="18886"/>
                </a:lnTo>
                <a:lnTo>
                  <a:pt x="918340" y="18816"/>
                </a:lnTo>
                <a:lnTo>
                  <a:pt x="918674" y="18736"/>
                </a:lnTo>
                <a:lnTo>
                  <a:pt x="919001" y="18646"/>
                </a:lnTo>
                <a:lnTo>
                  <a:pt x="919323" y="18548"/>
                </a:lnTo>
                <a:lnTo>
                  <a:pt x="919638" y="18439"/>
                </a:lnTo>
                <a:lnTo>
                  <a:pt x="919947" y="18322"/>
                </a:lnTo>
                <a:lnTo>
                  <a:pt x="920249" y="18195"/>
                </a:lnTo>
                <a:lnTo>
                  <a:pt x="920546" y="18058"/>
                </a:lnTo>
                <a:lnTo>
                  <a:pt x="920837" y="17912"/>
                </a:lnTo>
                <a:lnTo>
                  <a:pt x="921121" y="17757"/>
                </a:lnTo>
                <a:lnTo>
                  <a:pt x="921399" y="17593"/>
                </a:lnTo>
                <a:lnTo>
                  <a:pt x="921671" y="17418"/>
                </a:lnTo>
                <a:lnTo>
                  <a:pt x="921937" y="17235"/>
                </a:lnTo>
                <a:lnTo>
                  <a:pt x="922197" y="17042"/>
                </a:lnTo>
                <a:lnTo>
                  <a:pt x="922450" y="16840"/>
                </a:lnTo>
                <a:lnTo>
                  <a:pt x="922698" y="16628"/>
                </a:lnTo>
                <a:lnTo>
                  <a:pt x="922939" y="16407"/>
                </a:lnTo>
                <a:lnTo>
                  <a:pt x="923172" y="16179"/>
                </a:lnTo>
                <a:lnTo>
                  <a:pt x="923395" y="15945"/>
                </a:lnTo>
                <a:lnTo>
                  <a:pt x="923609" y="15707"/>
                </a:lnTo>
                <a:lnTo>
                  <a:pt x="923812" y="15464"/>
                </a:lnTo>
                <a:lnTo>
                  <a:pt x="924005" y="15216"/>
                </a:lnTo>
                <a:lnTo>
                  <a:pt x="924189" y="14963"/>
                </a:lnTo>
                <a:lnTo>
                  <a:pt x="924363" y="14705"/>
                </a:lnTo>
                <a:lnTo>
                  <a:pt x="924526" y="14442"/>
                </a:lnTo>
                <a:lnTo>
                  <a:pt x="924680" y="14174"/>
                </a:lnTo>
                <a:lnTo>
                  <a:pt x="924824" y="13901"/>
                </a:lnTo>
                <a:lnTo>
                  <a:pt x="924958" y="13623"/>
                </a:lnTo>
                <a:lnTo>
                  <a:pt x="925082" y="13340"/>
                </a:lnTo>
                <a:lnTo>
                  <a:pt x="925196" y="13052"/>
                </a:lnTo>
                <a:lnTo>
                  <a:pt x="925300" y="12759"/>
                </a:lnTo>
                <a:lnTo>
                  <a:pt x="925395" y="12461"/>
                </a:lnTo>
                <a:lnTo>
                  <a:pt x="925479" y="12159"/>
                </a:lnTo>
                <a:lnTo>
                  <a:pt x="925553" y="11851"/>
                </a:lnTo>
                <a:lnTo>
                  <a:pt x="925618" y="11538"/>
                </a:lnTo>
                <a:lnTo>
                  <a:pt x="925672" y="11221"/>
                </a:lnTo>
                <a:lnTo>
                  <a:pt x="925717" y="10898"/>
                </a:lnTo>
                <a:lnTo>
                  <a:pt x="925752" y="10571"/>
                </a:lnTo>
                <a:lnTo>
                  <a:pt x="925777" y="10238"/>
                </a:lnTo>
                <a:lnTo>
                  <a:pt x="925792" y="9901"/>
                </a:lnTo>
                <a:lnTo>
                  <a:pt x="925796" y="9558"/>
                </a:lnTo>
                <a:lnTo>
                  <a:pt x="925792" y="9216"/>
                </a:lnTo>
                <a:lnTo>
                  <a:pt x="925777" y="8879"/>
                </a:lnTo>
                <a:lnTo>
                  <a:pt x="925752" y="8546"/>
                </a:lnTo>
                <a:lnTo>
                  <a:pt x="925717" y="8219"/>
                </a:lnTo>
                <a:lnTo>
                  <a:pt x="925672" y="7896"/>
                </a:lnTo>
                <a:lnTo>
                  <a:pt x="925618" y="7578"/>
                </a:lnTo>
                <a:lnTo>
                  <a:pt x="925553" y="7266"/>
                </a:lnTo>
                <a:lnTo>
                  <a:pt x="925479" y="6958"/>
                </a:lnTo>
                <a:lnTo>
                  <a:pt x="925395" y="6655"/>
                </a:lnTo>
                <a:lnTo>
                  <a:pt x="925300" y="6358"/>
                </a:lnTo>
                <a:lnTo>
                  <a:pt x="925196" y="6065"/>
                </a:lnTo>
                <a:lnTo>
                  <a:pt x="925082" y="5777"/>
                </a:lnTo>
                <a:lnTo>
                  <a:pt x="924958" y="5494"/>
                </a:lnTo>
                <a:lnTo>
                  <a:pt x="924824" y="5216"/>
                </a:lnTo>
                <a:lnTo>
                  <a:pt x="924680" y="4943"/>
                </a:lnTo>
                <a:lnTo>
                  <a:pt x="924526" y="4675"/>
                </a:lnTo>
                <a:lnTo>
                  <a:pt x="924363" y="4412"/>
                </a:lnTo>
                <a:lnTo>
                  <a:pt x="924189" y="4154"/>
                </a:lnTo>
                <a:lnTo>
                  <a:pt x="924005" y="3901"/>
                </a:lnTo>
                <a:lnTo>
                  <a:pt x="923812" y="3653"/>
                </a:lnTo>
                <a:lnTo>
                  <a:pt x="923609" y="3410"/>
                </a:lnTo>
                <a:lnTo>
                  <a:pt x="923395" y="3171"/>
                </a:lnTo>
                <a:lnTo>
                  <a:pt x="923172" y="2938"/>
                </a:lnTo>
                <a:lnTo>
                  <a:pt x="922939" y="2710"/>
                </a:lnTo>
                <a:lnTo>
                  <a:pt x="922698" y="2489"/>
                </a:lnTo>
                <a:lnTo>
                  <a:pt x="922450" y="2277"/>
                </a:lnTo>
                <a:lnTo>
                  <a:pt x="922197" y="2075"/>
                </a:lnTo>
                <a:lnTo>
                  <a:pt x="921937" y="1882"/>
                </a:lnTo>
                <a:lnTo>
                  <a:pt x="921671" y="1698"/>
                </a:lnTo>
                <a:lnTo>
                  <a:pt x="921399" y="1524"/>
                </a:lnTo>
                <a:lnTo>
                  <a:pt x="921121" y="1360"/>
                </a:lnTo>
                <a:lnTo>
                  <a:pt x="920837" y="1204"/>
                </a:lnTo>
                <a:lnTo>
                  <a:pt x="920546" y="1059"/>
                </a:lnTo>
                <a:lnTo>
                  <a:pt x="920249" y="922"/>
                </a:lnTo>
                <a:lnTo>
                  <a:pt x="919947" y="795"/>
                </a:lnTo>
                <a:lnTo>
                  <a:pt x="919638" y="677"/>
                </a:lnTo>
                <a:lnTo>
                  <a:pt x="919323" y="569"/>
                </a:lnTo>
                <a:lnTo>
                  <a:pt x="919001" y="470"/>
                </a:lnTo>
                <a:lnTo>
                  <a:pt x="918674" y="381"/>
                </a:lnTo>
                <a:lnTo>
                  <a:pt x="918340" y="301"/>
                </a:lnTo>
                <a:lnTo>
                  <a:pt x="918000" y="231"/>
                </a:lnTo>
                <a:lnTo>
                  <a:pt x="917655" y="169"/>
                </a:lnTo>
                <a:lnTo>
                  <a:pt x="917303" y="118"/>
                </a:lnTo>
                <a:lnTo>
                  <a:pt x="916944" y="75"/>
                </a:lnTo>
                <a:lnTo>
                  <a:pt x="916580" y="42"/>
                </a:lnTo>
                <a:lnTo>
                  <a:pt x="916209" y="19"/>
                </a:lnTo>
                <a:lnTo>
                  <a:pt x="915833" y="5"/>
                </a:lnTo>
                <a:lnTo>
                  <a:pt x="915450" y="0"/>
                </a:lnTo>
                <a:lnTo>
                  <a:pt x="915067" y="5"/>
                </a:lnTo>
                <a:lnTo>
                  <a:pt x="914691" y="19"/>
                </a:lnTo>
                <a:lnTo>
                  <a:pt x="914320" y="42"/>
                </a:lnTo>
                <a:lnTo>
                  <a:pt x="913957" y="75"/>
                </a:lnTo>
                <a:lnTo>
                  <a:pt x="913599" y="118"/>
                </a:lnTo>
                <a:lnTo>
                  <a:pt x="913248" y="169"/>
                </a:lnTo>
                <a:lnTo>
                  <a:pt x="912903" y="231"/>
                </a:lnTo>
                <a:lnTo>
                  <a:pt x="912565" y="301"/>
                </a:lnTo>
                <a:lnTo>
                  <a:pt x="912233" y="381"/>
                </a:lnTo>
                <a:lnTo>
                  <a:pt x="911907" y="470"/>
                </a:lnTo>
                <a:lnTo>
                  <a:pt x="911587" y="569"/>
                </a:lnTo>
                <a:lnTo>
                  <a:pt x="911274" y="677"/>
                </a:lnTo>
                <a:lnTo>
                  <a:pt x="910967" y="795"/>
                </a:lnTo>
                <a:lnTo>
                  <a:pt x="910667" y="922"/>
                </a:lnTo>
                <a:lnTo>
                  <a:pt x="910373" y="1059"/>
                </a:lnTo>
                <a:lnTo>
                  <a:pt x="910085" y="1204"/>
                </a:lnTo>
                <a:lnTo>
                  <a:pt x="909803" y="1360"/>
                </a:lnTo>
                <a:lnTo>
                  <a:pt x="909528" y="1524"/>
                </a:lnTo>
                <a:lnTo>
                  <a:pt x="909259" y="1698"/>
                </a:lnTo>
                <a:lnTo>
                  <a:pt x="908997" y="1882"/>
                </a:lnTo>
                <a:lnTo>
                  <a:pt x="908741" y="2075"/>
                </a:lnTo>
                <a:lnTo>
                  <a:pt x="908491" y="2277"/>
                </a:lnTo>
                <a:lnTo>
                  <a:pt x="908247" y="2489"/>
                </a:lnTo>
                <a:lnTo>
                  <a:pt x="908010" y="2710"/>
                </a:lnTo>
                <a:lnTo>
                  <a:pt x="907781" y="2938"/>
                </a:lnTo>
                <a:lnTo>
                  <a:pt x="907561" y="3171"/>
                </a:lnTo>
                <a:lnTo>
                  <a:pt x="907352" y="3410"/>
                </a:lnTo>
                <a:lnTo>
                  <a:pt x="907152" y="3653"/>
                </a:lnTo>
                <a:lnTo>
                  <a:pt x="906962" y="3901"/>
                </a:lnTo>
                <a:lnTo>
                  <a:pt x="906781" y="4154"/>
                </a:lnTo>
                <a:lnTo>
                  <a:pt x="906611" y="4412"/>
                </a:lnTo>
                <a:lnTo>
                  <a:pt x="906450" y="4675"/>
                </a:lnTo>
                <a:lnTo>
                  <a:pt x="906299" y="4943"/>
                </a:lnTo>
                <a:lnTo>
                  <a:pt x="906157" y="5216"/>
                </a:lnTo>
                <a:lnTo>
                  <a:pt x="906026" y="5494"/>
                </a:lnTo>
                <a:lnTo>
                  <a:pt x="905904" y="5777"/>
                </a:lnTo>
                <a:lnTo>
                  <a:pt x="905792" y="6065"/>
                </a:lnTo>
                <a:lnTo>
                  <a:pt x="905689" y="6358"/>
                </a:lnTo>
                <a:lnTo>
                  <a:pt x="905596" y="6655"/>
                </a:lnTo>
                <a:lnTo>
                  <a:pt x="905514" y="6958"/>
                </a:lnTo>
                <a:lnTo>
                  <a:pt x="905440" y="7266"/>
                </a:lnTo>
                <a:lnTo>
                  <a:pt x="905377" y="7578"/>
                </a:lnTo>
                <a:lnTo>
                  <a:pt x="905323" y="7896"/>
                </a:lnTo>
                <a:lnTo>
                  <a:pt x="905280" y="8219"/>
                </a:lnTo>
                <a:lnTo>
                  <a:pt x="905245" y="8546"/>
                </a:lnTo>
                <a:lnTo>
                  <a:pt x="905221" y="8879"/>
                </a:lnTo>
                <a:lnTo>
                  <a:pt x="905206" y="9216"/>
                </a:lnTo>
                <a:lnTo>
                  <a:pt x="905202" y="9558"/>
                </a:lnTo>
                <a:lnTo>
                  <a:pt x="905206" y="9901"/>
                </a:lnTo>
                <a:lnTo>
                  <a:pt x="905221" y="10238"/>
                </a:lnTo>
                <a:lnTo>
                  <a:pt x="905245" y="10571"/>
                </a:lnTo>
                <a:lnTo>
                  <a:pt x="905280" y="10898"/>
                </a:lnTo>
                <a:lnTo>
                  <a:pt x="905323" y="11221"/>
                </a:lnTo>
                <a:lnTo>
                  <a:pt x="905377" y="11538"/>
                </a:lnTo>
                <a:lnTo>
                  <a:pt x="905440" y="11851"/>
                </a:lnTo>
                <a:lnTo>
                  <a:pt x="905514" y="12159"/>
                </a:lnTo>
                <a:lnTo>
                  <a:pt x="905596" y="12461"/>
                </a:lnTo>
                <a:lnTo>
                  <a:pt x="905689" y="12759"/>
                </a:lnTo>
                <a:lnTo>
                  <a:pt x="905792" y="13052"/>
                </a:lnTo>
                <a:lnTo>
                  <a:pt x="905904" y="13340"/>
                </a:lnTo>
                <a:lnTo>
                  <a:pt x="906026" y="13623"/>
                </a:lnTo>
                <a:lnTo>
                  <a:pt x="906157" y="13901"/>
                </a:lnTo>
                <a:lnTo>
                  <a:pt x="906299" y="14174"/>
                </a:lnTo>
                <a:lnTo>
                  <a:pt x="906450" y="14442"/>
                </a:lnTo>
                <a:lnTo>
                  <a:pt x="906611" y="14705"/>
                </a:lnTo>
                <a:lnTo>
                  <a:pt x="906781" y="14963"/>
                </a:lnTo>
                <a:lnTo>
                  <a:pt x="906962" y="15216"/>
                </a:lnTo>
                <a:lnTo>
                  <a:pt x="907152" y="15464"/>
                </a:lnTo>
                <a:lnTo>
                  <a:pt x="907352" y="15707"/>
                </a:lnTo>
                <a:lnTo>
                  <a:pt x="907561" y="15945"/>
                </a:lnTo>
                <a:lnTo>
                  <a:pt x="907781" y="16179"/>
                </a:lnTo>
                <a:lnTo>
                  <a:pt x="908010" y="16407"/>
                </a:lnTo>
                <a:lnTo>
                  <a:pt x="908247" y="16628"/>
                </a:lnTo>
                <a:lnTo>
                  <a:pt x="908491" y="16840"/>
                </a:lnTo>
                <a:lnTo>
                  <a:pt x="908741" y="17042"/>
                </a:lnTo>
                <a:lnTo>
                  <a:pt x="908997" y="17235"/>
                </a:lnTo>
                <a:lnTo>
                  <a:pt x="909259" y="17418"/>
                </a:lnTo>
                <a:lnTo>
                  <a:pt x="909528" y="17593"/>
                </a:lnTo>
                <a:lnTo>
                  <a:pt x="909803" y="17757"/>
                </a:lnTo>
                <a:lnTo>
                  <a:pt x="910085" y="17912"/>
                </a:lnTo>
                <a:lnTo>
                  <a:pt x="910373" y="18058"/>
                </a:lnTo>
                <a:lnTo>
                  <a:pt x="910667" y="18195"/>
                </a:lnTo>
                <a:lnTo>
                  <a:pt x="910967" y="18322"/>
                </a:lnTo>
                <a:lnTo>
                  <a:pt x="911274" y="18439"/>
                </a:lnTo>
                <a:lnTo>
                  <a:pt x="911587" y="18548"/>
                </a:lnTo>
                <a:lnTo>
                  <a:pt x="911907" y="18646"/>
                </a:lnTo>
                <a:lnTo>
                  <a:pt x="912233" y="18736"/>
                </a:lnTo>
                <a:lnTo>
                  <a:pt x="912565" y="18816"/>
                </a:lnTo>
                <a:lnTo>
                  <a:pt x="912903" y="18886"/>
                </a:lnTo>
                <a:lnTo>
                  <a:pt x="913248" y="18947"/>
                </a:lnTo>
                <a:lnTo>
                  <a:pt x="913599" y="18999"/>
                </a:lnTo>
                <a:lnTo>
                  <a:pt x="913957" y="19042"/>
                </a:lnTo>
                <a:lnTo>
                  <a:pt x="914320" y="19074"/>
                </a:lnTo>
                <a:lnTo>
                  <a:pt x="914691" y="19098"/>
                </a:lnTo>
                <a:lnTo>
                  <a:pt x="915067" y="19112"/>
                </a:lnTo>
                <a:lnTo>
                  <a:pt x="915450" y="19117"/>
                </a:lnTo>
                <a:lnTo>
                  <a:pt x="915833" y="19112"/>
                </a:lnTo>
                <a:lnTo>
                  <a:pt x="916209" y="19098"/>
                </a:lnTo>
                <a:lnTo>
                  <a:pt x="916580" y="19074"/>
                </a:lnTo>
                <a:lnTo>
                  <a:pt x="916944" y="19042"/>
                </a:lnTo>
                <a:lnTo>
                  <a:pt x="917303" y="18999"/>
                </a:lnTo>
                <a:close/>
                <a:moveTo>
                  <a:pt x="17737" y="136183"/>
                </a:moveTo>
                <a:lnTo>
                  <a:pt x="17737" y="3547"/>
                </a:lnTo>
                <a:lnTo>
                  <a:pt x="0" y="3547"/>
                </a:lnTo>
                <a:lnTo>
                  <a:pt x="0" y="136183"/>
                </a:lnTo>
                <a:lnTo>
                  <a:pt x="17737" y="136183"/>
                </a:lnTo>
                <a:close/>
                <a:moveTo>
                  <a:pt x="205428" y="64049"/>
                </a:moveTo>
                <a:lnTo>
                  <a:pt x="205833" y="63558"/>
                </a:lnTo>
                <a:lnTo>
                  <a:pt x="206247" y="63070"/>
                </a:lnTo>
                <a:lnTo>
                  <a:pt x="206671" y="62585"/>
                </a:lnTo>
                <a:lnTo>
                  <a:pt x="207105" y="62103"/>
                </a:lnTo>
                <a:lnTo>
                  <a:pt x="207549" y="61625"/>
                </a:lnTo>
                <a:lnTo>
                  <a:pt x="208003" y="61151"/>
                </a:lnTo>
                <a:lnTo>
                  <a:pt x="208467" y="60679"/>
                </a:lnTo>
                <a:lnTo>
                  <a:pt x="208940" y="60211"/>
                </a:lnTo>
                <a:lnTo>
                  <a:pt x="209424" y="59747"/>
                </a:lnTo>
                <a:lnTo>
                  <a:pt x="209917" y="59286"/>
                </a:lnTo>
                <a:lnTo>
                  <a:pt x="210421" y="58828"/>
                </a:lnTo>
                <a:lnTo>
                  <a:pt x="210934" y="58374"/>
                </a:lnTo>
                <a:lnTo>
                  <a:pt x="211458" y="57923"/>
                </a:lnTo>
                <a:lnTo>
                  <a:pt x="211991" y="57475"/>
                </a:lnTo>
                <a:lnTo>
                  <a:pt x="212534" y="57031"/>
                </a:lnTo>
                <a:lnTo>
                  <a:pt x="213087" y="56590"/>
                </a:lnTo>
                <a:lnTo>
                  <a:pt x="213650" y="56153"/>
                </a:lnTo>
                <a:lnTo>
                  <a:pt x="214223" y="55719"/>
                </a:lnTo>
                <a:lnTo>
                  <a:pt x="214806" y="55288"/>
                </a:lnTo>
                <a:lnTo>
                  <a:pt x="215399" y="54861"/>
                </a:lnTo>
                <a:lnTo>
                  <a:pt x="216001" y="54437"/>
                </a:lnTo>
                <a:lnTo>
                  <a:pt x="216615" y="54024"/>
                </a:lnTo>
                <a:lnTo>
                  <a:pt x="217241" y="53628"/>
                </a:lnTo>
                <a:lnTo>
                  <a:pt x="217878" y="53249"/>
                </a:lnTo>
                <a:lnTo>
                  <a:pt x="218528" y="52889"/>
                </a:lnTo>
                <a:lnTo>
                  <a:pt x="219190" y="52545"/>
                </a:lnTo>
                <a:lnTo>
                  <a:pt x="219863" y="52220"/>
                </a:lnTo>
                <a:lnTo>
                  <a:pt x="220549" y="51912"/>
                </a:lnTo>
                <a:lnTo>
                  <a:pt x="221246" y="51621"/>
                </a:lnTo>
                <a:lnTo>
                  <a:pt x="221955" y="51349"/>
                </a:lnTo>
                <a:lnTo>
                  <a:pt x="222677" y="51093"/>
                </a:lnTo>
                <a:lnTo>
                  <a:pt x="223410" y="50856"/>
                </a:lnTo>
                <a:lnTo>
                  <a:pt x="224156" y="50636"/>
                </a:lnTo>
                <a:lnTo>
                  <a:pt x="224913" y="50433"/>
                </a:lnTo>
                <a:lnTo>
                  <a:pt x="225682" y="50249"/>
                </a:lnTo>
                <a:lnTo>
                  <a:pt x="226464" y="50081"/>
                </a:lnTo>
                <a:lnTo>
                  <a:pt x="227257" y="49932"/>
                </a:lnTo>
                <a:lnTo>
                  <a:pt x="228062" y="49800"/>
                </a:lnTo>
                <a:lnTo>
                  <a:pt x="228879" y="49685"/>
                </a:lnTo>
                <a:lnTo>
                  <a:pt x="229709" y="49589"/>
                </a:lnTo>
                <a:lnTo>
                  <a:pt x="230550" y="49509"/>
                </a:lnTo>
                <a:lnTo>
                  <a:pt x="231403" y="49448"/>
                </a:lnTo>
                <a:lnTo>
                  <a:pt x="232268" y="49404"/>
                </a:lnTo>
                <a:lnTo>
                  <a:pt x="233145" y="49377"/>
                </a:lnTo>
                <a:lnTo>
                  <a:pt x="234034" y="49369"/>
                </a:lnTo>
                <a:lnTo>
                  <a:pt x="234628" y="49374"/>
                </a:lnTo>
                <a:lnTo>
                  <a:pt x="235210" y="49391"/>
                </a:lnTo>
                <a:lnTo>
                  <a:pt x="235780" y="49419"/>
                </a:lnTo>
                <a:lnTo>
                  <a:pt x="236339" y="49458"/>
                </a:lnTo>
                <a:lnTo>
                  <a:pt x="236886" y="49509"/>
                </a:lnTo>
                <a:lnTo>
                  <a:pt x="237422" y="49570"/>
                </a:lnTo>
                <a:lnTo>
                  <a:pt x="237946" y="49643"/>
                </a:lnTo>
                <a:lnTo>
                  <a:pt x="238458" y="49727"/>
                </a:lnTo>
                <a:lnTo>
                  <a:pt x="238958" y="49822"/>
                </a:lnTo>
                <a:lnTo>
                  <a:pt x="239447" y="49928"/>
                </a:lnTo>
                <a:lnTo>
                  <a:pt x="239925" y="50046"/>
                </a:lnTo>
                <a:lnTo>
                  <a:pt x="240390" y="50175"/>
                </a:lnTo>
                <a:lnTo>
                  <a:pt x="240844" y="50315"/>
                </a:lnTo>
                <a:lnTo>
                  <a:pt x="241287" y="50466"/>
                </a:lnTo>
                <a:lnTo>
                  <a:pt x="241717" y="50628"/>
                </a:lnTo>
                <a:lnTo>
                  <a:pt x="242137" y="50802"/>
                </a:lnTo>
                <a:lnTo>
                  <a:pt x="242544" y="50986"/>
                </a:lnTo>
                <a:lnTo>
                  <a:pt x="242940" y="51182"/>
                </a:lnTo>
                <a:lnTo>
                  <a:pt x="243324" y="51389"/>
                </a:lnTo>
                <a:lnTo>
                  <a:pt x="243697" y="51608"/>
                </a:lnTo>
                <a:lnTo>
                  <a:pt x="244058" y="51837"/>
                </a:lnTo>
                <a:lnTo>
                  <a:pt x="244407" y="52078"/>
                </a:lnTo>
                <a:lnTo>
                  <a:pt x="244745" y="52330"/>
                </a:lnTo>
                <a:lnTo>
                  <a:pt x="245071" y="52593"/>
                </a:lnTo>
                <a:lnTo>
                  <a:pt x="245387" y="52866"/>
                </a:lnTo>
                <a:lnTo>
                  <a:pt x="245695" y="53147"/>
                </a:lnTo>
                <a:lnTo>
                  <a:pt x="245994" y="53436"/>
                </a:lnTo>
                <a:lnTo>
                  <a:pt x="246285" y="53734"/>
                </a:lnTo>
                <a:lnTo>
                  <a:pt x="246567" y="54041"/>
                </a:lnTo>
                <a:lnTo>
                  <a:pt x="246841" y="54355"/>
                </a:lnTo>
                <a:lnTo>
                  <a:pt x="247107" y="54678"/>
                </a:lnTo>
                <a:lnTo>
                  <a:pt x="247365" y="55010"/>
                </a:lnTo>
                <a:lnTo>
                  <a:pt x="247614" y="55349"/>
                </a:lnTo>
                <a:lnTo>
                  <a:pt x="247854" y="55698"/>
                </a:lnTo>
                <a:lnTo>
                  <a:pt x="248087" y="56054"/>
                </a:lnTo>
                <a:lnTo>
                  <a:pt x="248310" y="56419"/>
                </a:lnTo>
                <a:lnTo>
                  <a:pt x="248526" y="56792"/>
                </a:lnTo>
                <a:lnTo>
                  <a:pt x="248733" y="57174"/>
                </a:lnTo>
                <a:lnTo>
                  <a:pt x="248932" y="57564"/>
                </a:lnTo>
                <a:lnTo>
                  <a:pt x="249122" y="57962"/>
                </a:lnTo>
                <a:lnTo>
                  <a:pt x="249304" y="58368"/>
                </a:lnTo>
                <a:lnTo>
                  <a:pt x="249477" y="58783"/>
                </a:lnTo>
                <a:lnTo>
                  <a:pt x="249643" y="59207"/>
                </a:lnTo>
                <a:lnTo>
                  <a:pt x="249799" y="59639"/>
                </a:lnTo>
                <a:lnTo>
                  <a:pt x="249948" y="60079"/>
                </a:lnTo>
                <a:lnTo>
                  <a:pt x="250088" y="60527"/>
                </a:lnTo>
                <a:lnTo>
                  <a:pt x="250219" y="60984"/>
                </a:lnTo>
                <a:lnTo>
                  <a:pt x="250343" y="61449"/>
                </a:lnTo>
                <a:lnTo>
                  <a:pt x="250459" y="61921"/>
                </a:lnTo>
                <a:lnTo>
                  <a:pt x="250571" y="62398"/>
                </a:lnTo>
                <a:lnTo>
                  <a:pt x="250678" y="62880"/>
                </a:lnTo>
                <a:lnTo>
                  <a:pt x="250779" y="63368"/>
                </a:lnTo>
                <a:lnTo>
                  <a:pt x="250876" y="63861"/>
                </a:lnTo>
                <a:lnTo>
                  <a:pt x="250968" y="64360"/>
                </a:lnTo>
                <a:lnTo>
                  <a:pt x="251055" y="64864"/>
                </a:lnTo>
                <a:lnTo>
                  <a:pt x="251137" y="65373"/>
                </a:lnTo>
                <a:lnTo>
                  <a:pt x="251213" y="65887"/>
                </a:lnTo>
                <a:lnTo>
                  <a:pt x="251285" y="66407"/>
                </a:lnTo>
                <a:lnTo>
                  <a:pt x="251352" y="66933"/>
                </a:lnTo>
                <a:lnTo>
                  <a:pt x="251414" y="67463"/>
                </a:lnTo>
                <a:lnTo>
                  <a:pt x="251471" y="67999"/>
                </a:lnTo>
                <a:lnTo>
                  <a:pt x="251524" y="68540"/>
                </a:lnTo>
                <a:lnTo>
                  <a:pt x="251571" y="69087"/>
                </a:lnTo>
                <a:lnTo>
                  <a:pt x="251613" y="69639"/>
                </a:lnTo>
                <a:lnTo>
                  <a:pt x="251650" y="70196"/>
                </a:lnTo>
                <a:lnTo>
                  <a:pt x="251682" y="70759"/>
                </a:lnTo>
                <a:lnTo>
                  <a:pt x="251710" y="71327"/>
                </a:lnTo>
                <a:lnTo>
                  <a:pt x="251732" y="71900"/>
                </a:lnTo>
                <a:lnTo>
                  <a:pt x="251749" y="72479"/>
                </a:lnTo>
                <a:lnTo>
                  <a:pt x="251762" y="73063"/>
                </a:lnTo>
                <a:lnTo>
                  <a:pt x="251769" y="73652"/>
                </a:lnTo>
                <a:lnTo>
                  <a:pt x="251772" y="74247"/>
                </a:lnTo>
                <a:lnTo>
                  <a:pt x="251772" y="136183"/>
                </a:lnTo>
                <a:lnTo>
                  <a:pt x="268228" y="136183"/>
                </a:lnTo>
                <a:lnTo>
                  <a:pt x="268228" y="72233"/>
                </a:lnTo>
                <a:lnTo>
                  <a:pt x="268216" y="70787"/>
                </a:lnTo>
                <a:lnTo>
                  <a:pt x="268179" y="69369"/>
                </a:lnTo>
                <a:lnTo>
                  <a:pt x="268118" y="67978"/>
                </a:lnTo>
                <a:lnTo>
                  <a:pt x="268032" y="66615"/>
                </a:lnTo>
                <a:lnTo>
                  <a:pt x="267922" y="65280"/>
                </a:lnTo>
                <a:lnTo>
                  <a:pt x="267787" y="63972"/>
                </a:lnTo>
                <a:lnTo>
                  <a:pt x="267628" y="62692"/>
                </a:lnTo>
                <a:lnTo>
                  <a:pt x="267445" y="61439"/>
                </a:lnTo>
                <a:lnTo>
                  <a:pt x="267237" y="60214"/>
                </a:lnTo>
                <a:lnTo>
                  <a:pt x="267005" y="59016"/>
                </a:lnTo>
                <a:lnTo>
                  <a:pt x="266748" y="57846"/>
                </a:lnTo>
                <a:lnTo>
                  <a:pt x="266466" y="56704"/>
                </a:lnTo>
                <a:lnTo>
                  <a:pt x="266161" y="55589"/>
                </a:lnTo>
                <a:lnTo>
                  <a:pt x="265830" y="54502"/>
                </a:lnTo>
                <a:lnTo>
                  <a:pt x="265476" y="53442"/>
                </a:lnTo>
                <a:lnTo>
                  <a:pt x="265096" y="52410"/>
                </a:lnTo>
                <a:lnTo>
                  <a:pt x="264693" y="51406"/>
                </a:lnTo>
                <a:lnTo>
                  <a:pt x="264265" y="50429"/>
                </a:lnTo>
                <a:lnTo>
                  <a:pt x="263812" y="49479"/>
                </a:lnTo>
                <a:lnTo>
                  <a:pt x="263335" y="48558"/>
                </a:lnTo>
                <a:lnTo>
                  <a:pt x="262833" y="47664"/>
                </a:lnTo>
                <a:lnTo>
                  <a:pt x="262308" y="46797"/>
                </a:lnTo>
                <a:lnTo>
                  <a:pt x="261757" y="45958"/>
                </a:lnTo>
                <a:lnTo>
                  <a:pt x="261182" y="45147"/>
                </a:lnTo>
                <a:lnTo>
                  <a:pt x="260579" y="44366"/>
                </a:lnTo>
                <a:lnTo>
                  <a:pt x="259945" y="43618"/>
                </a:lnTo>
                <a:lnTo>
                  <a:pt x="259278" y="42903"/>
                </a:lnTo>
                <a:lnTo>
                  <a:pt x="258580" y="42221"/>
                </a:lnTo>
                <a:lnTo>
                  <a:pt x="257851" y="41573"/>
                </a:lnTo>
                <a:lnTo>
                  <a:pt x="257090" y="40958"/>
                </a:lnTo>
                <a:lnTo>
                  <a:pt x="256297" y="40377"/>
                </a:lnTo>
                <a:lnTo>
                  <a:pt x="255472" y="39828"/>
                </a:lnTo>
                <a:lnTo>
                  <a:pt x="254616" y="39313"/>
                </a:lnTo>
                <a:lnTo>
                  <a:pt x="253728" y="38831"/>
                </a:lnTo>
                <a:lnTo>
                  <a:pt x="252809" y="38382"/>
                </a:lnTo>
                <a:lnTo>
                  <a:pt x="251858" y="37966"/>
                </a:lnTo>
                <a:lnTo>
                  <a:pt x="250875" y="37584"/>
                </a:lnTo>
                <a:lnTo>
                  <a:pt x="249861" y="37235"/>
                </a:lnTo>
                <a:lnTo>
                  <a:pt x="248815" y="36919"/>
                </a:lnTo>
                <a:lnTo>
                  <a:pt x="247737" y="36637"/>
                </a:lnTo>
                <a:lnTo>
                  <a:pt x="246628" y="36387"/>
                </a:lnTo>
                <a:lnTo>
                  <a:pt x="245487" y="36171"/>
                </a:lnTo>
                <a:lnTo>
                  <a:pt x="244314" y="35989"/>
                </a:lnTo>
                <a:lnTo>
                  <a:pt x="243110" y="35839"/>
                </a:lnTo>
                <a:lnTo>
                  <a:pt x="241874" y="35723"/>
                </a:lnTo>
                <a:lnTo>
                  <a:pt x="240606" y="35640"/>
                </a:lnTo>
                <a:lnTo>
                  <a:pt x="239307" y="35590"/>
                </a:lnTo>
                <a:lnTo>
                  <a:pt x="237976" y="35573"/>
                </a:lnTo>
                <a:lnTo>
                  <a:pt x="236916" y="35582"/>
                </a:lnTo>
                <a:lnTo>
                  <a:pt x="235872" y="35609"/>
                </a:lnTo>
                <a:lnTo>
                  <a:pt x="234844" y="35654"/>
                </a:lnTo>
                <a:lnTo>
                  <a:pt x="233832" y="35717"/>
                </a:lnTo>
                <a:lnTo>
                  <a:pt x="232835" y="35798"/>
                </a:lnTo>
                <a:lnTo>
                  <a:pt x="231854" y="35896"/>
                </a:lnTo>
                <a:lnTo>
                  <a:pt x="230889" y="36013"/>
                </a:lnTo>
                <a:lnTo>
                  <a:pt x="229939" y="36148"/>
                </a:lnTo>
                <a:lnTo>
                  <a:pt x="229006" y="36301"/>
                </a:lnTo>
                <a:lnTo>
                  <a:pt x="228088" y="36471"/>
                </a:lnTo>
                <a:lnTo>
                  <a:pt x="227185" y="36660"/>
                </a:lnTo>
                <a:lnTo>
                  <a:pt x="226299" y="36866"/>
                </a:lnTo>
                <a:lnTo>
                  <a:pt x="225428" y="37091"/>
                </a:lnTo>
                <a:lnTo>
                  <a:pt x="224573" y="37333"/>
                </a:lnTo>
                <a:lnTo>
                  <a:pt x="223734" y="37594"/>
                </a:lnTo>
                <a:lnTo>
                  <a:pt x="222910" y="37872"/>
                </a:lnTo>
                <a:lnTo>
                  <a:pt x="222102" y="38169"/>
                </a:lnTo>
                <a:lnTo>
                  <a:pt x="221310" y="38483"/>
                </a:lnTo>
                <a:lnTo>
                  <a:pt x="220534" y="38815"/>
                </a:lnTo>
                <a:lnTo>
                  <a:pt x="219773" y="39166"/>
                </a:lnTo>
                <a:lnTo>
                  <a:pt x="219029" y="39534"/>
                </a:lnTo>
                <a:lnTo>
                  <a:pt x="218299" y="39920"/>
                </a:lnTo>
                <a:lnTo>
                  <a:pt x="217586" y="40324"/>
                </a:lnTo>
                <a:lnTo>
                  <a:pt x="216888" y="40746"/>
                </a:lnTo>
                <a:lnTo>
                  <a:pt x="216205" y="41179"/>
                </a:lnTo>
                <a:lnTo>
                  <a:pt x="215535" y="41613"/>
                </a:lnTo>
                <a:lnTo>
                  <a:pt x="214879" y="42050"/>
                </a:lnTo>
                <a:lnTo>
                  <a:pt x="214236" y="42489"/>
                </a:lnTo>
                <a:lnTo>
                  <a:pt x="213606" y="42930"/>
                </a:lnTo>
                <a:lnTo>
                  <a:pt x="212990" y="43373"/>
                </a:lnTo>
                <a:lnTo>
                  <a:pt x="212387" y="43819"/>
                </a:lnTo>
                <a:lnTo>
                  <a:pt x="211797" y="44266"/>
                </a:lnTo>
                <a:lnTo>
                  <a:pt x="211221" y="44716"/>
                </a:lnTo>
                <a:lnTo>
                  <a:pt x="210658" y="45169"/>
                </a:lnTo>
                <a:lnTo>
                  <a:pt x="210108" y="45623"/>
                </a:lnTo>
                <a:lnTo>
                  <a:pt x="209572" y="46080"/>
                </a:lnTo>
                <a:lnTo>
                  <a:pt x="209049" y="46539"/>
                </a:lnTo>
                <a:lnTo>
                  <a:pt x="208539" y="47000"/>
                </a:lnTo>
                <a:lnTo>
                  <a:pt x="208043" y="47463"/>
                </a:lnTo>
                <a:lnTo>
                  <a:pt x="207560" y="47929"/>
                </a:lnTo>
                <a:lnTo>
                  <a:pt x="207090" y="48397"/>
                </a:lnTo>
                <a:lnTo>
                  <a:pt x="206634" y="48867"/>
                </a:lnTo>
                <a:lnTo>
                  <a:pt x="206191" y="49339"/>
                </a:lnTo>
                <a:lnTo>
                  <a:pt x="205762" y="49813"/>
                </a:lnTo>
                <a:lnTo>
                  <a:pt x="205345" y="50290"/>
                </a:lnTo>
                <a:lnTo>
                  <a:pt x="204942" y="50769"/>
                </a:lnTo>
                <a:lnTo>
                  <a:pt x="204553" y="51250"/>
                </a:lnTo>
                <a:lnTo>
                  <a:pt x="204177" y="51734"/>
                </a:lnTo>
                <a:lnTo>
                  <a:pt x="204177" y="3547"/>
                </a:lnTo>
                <a:lnTo>
                  <a:pt x="187819" y="3547"/>
                </a:lnTo>
                <a:lnTo>
                  <a:pt x="187819" y="136183"/>
                </a:lnTo>
                <a:lnTo>
                  <a:pt x="204275" y="136183"/>
                </a:lnTo>
                <a:lnTo>
                  <a:pt x="204275" y="65545"/>
                </a:lnTo>
                <a:lnTo>
                  <a:pt x="204650" y="65043"/>
                </a:lnTo>
                <a:lnTo>
                  <a:pt x="205034" y="64544"/>
                </a:lnTo>
                <a:lnTo>
                  <a:pt x="205428" y="64049"/>
                </a:lnTo>
                <a:close/>
                <a:moveTo>
                  <a:pt x="555935" y="122748"/>
                </a:moveTo>
                <a:lnTo>
                  <a:pt x="555260" y="122707"/>
                </a:lnTo>
                <a:lnTo>
                  <a:pt x="554608" y="122650"/>
                </a:lnTo>
                <a:lnTo>
                  <a:pt x="553978" y="122576"/>
                </a:lnTo>
                <a:lnTo>
                  <a:pt x="553370" y="122485"/>
                </a:lnTo>
                <a:lnTo>
                  <a:pt x="552785" y="122379"/>
                </a:lnTo>
                <a:lnTo>
                  <a:pt x="552222" y="122256"/>
                </a:lnTo>
                <a:lnTo>
                  <a:pt x="551682" y="122116"/>
                </a:lnTo>
                <a:lnTo>
                  <a:pt x="551164" y="121960"/>
                </a:lnTo>
                <a:lnTo>
                  <a:pt x="550669" y="121788"/>
                </a:lnTo>
                <a:lnTo>
                  <a:pt x="550195" y="121599"/>
                </a:lnTo>
                <a:lnTo>
                  <a:pt x="549745" y="121393"/>
                </a:lnTo>
                <a:lnTo>
                  <a:pt x="549316" y="121172"/>
                </a:lnTo>
                <a:lnTo>
                  <a:pt x="548911" y="120933"/>
                </a:lnTo>
                <a:lnTo>
                  <a:pt x="548527" y="120679"/>
                </a:lnTo>
                <a:lnTo>
                  <a:pt x="548166" y="120408"/>
                </a:lnTo>
                <a:lnTo>
                  <a:pt x="547827" y="120121"/>
                </a:lnTo>
                <a:lnTo>
                  <a:pt x="547511" y="119817"/>
                </a:lnTo>
                <a:lnTo>
                  <a:pt x="547217" y="119496"/>
                </a:lnTo>
                <a:lnTo>
                  <a:pt x="546946" y="119160"/>
                </a:lnTo>
                <a:lnTo>
                  <a:pt x="546697" y="118807"/>
                </a:lnTo>
                <a:lnTo>
                  <a:pt x="546470" y="118437"/>
                </a:lnTo>
                <a:lnTo>
                  <a:pt x="546266" y="118051"/>
                </a:lnTo>
                <a:lnTo>
                  <a:pt x="546077" y="117650"/>
                </a:lnTo>
                <a:lnTo>
                  <a:pt x="545896" y="117233"/>
                </a:lnTo>
                <a:lnTo>
                  <a:pt x="545723" y="116802"/>
                </a:lnTo>
                <a:lnTo>
                  <a:pt x="545559" y="116357"/>
                </a:lnTo>
                <a:lnTo>
                  <a:pt x="545402" y="115896"/>
                </a:lnTo>
                <a:lnTo>
                  <a:pt x="545253" y="115421"/>
                </a:lnTo>
                <a:lnTo>
                  <a:pt x="545112" y="114932"/>
                </a:lnTo>
                <a:lnTo>
                  <a:pt x="544980" y="114427"/>
                </a:lnTo>
                <a:lnTo>
                  <a:pt x="544855" y="113908"/>
                </a:lnTo>
                <a:lnTo>
                  <a:pt x="544738" y="113374"/>
                </a:lnTo>
                <a:lnTo>
                  <a:pt x="544630" y="112825"/>
                </a:lnTo>
                <a:lnTo>
                  <a:pt x="544529" y="112262"/>
                </a:lnTo>
                <a:lnTo>
                  <a:pt x="544437" y="111684"/>
                </a:lnTo>
                <a:lnTo>
                  <a:pt x="544352" y="111091"/>
                </a:lnTo>
                <a:lnTo>
                  <a:pt x="544276" y="110484"/>
                </a:lnTo>
                <a:lnTo>
                  <a:pt x="544208" y="109861"/>
                </a:lnTo>
                <a:lnTo>
                  <a:pt x="544147" y="109224"/>
                </a:lnTo>
                <a:lnTo>
                  <a:pt x="544095" y="108573"/>
                </a:lnTo>
                <a:lnTo>
                  <a:pt x="544051" y="107907"/>
                </a:lnTo>
                <a:lnTo>
                  <a:pt x="544015" y="107225"/>
                </a:lnTo>
                <a:lnTo>
                  <a:pt x="543987" y="106530"/>
                </a:lnTo>
                <a:lnTo>
                  <a:pt x="543967" y="105819"/>
                </a:lnTo>
                <a:lnTo>
                  <a:pt x="543954" y="105094"/>
                </a:lnTo>
                <a:lnTo>
                  <a:pt x="543950" y="104354"/>
                </a:lnTo>
                <a:lnTo>
                  <a:pt x="543950" y="3547"/>
                </a:lnTo>
                <a:lnTo>
                  <a:pt x="527593" y="3547"/>
                </a:lnTo>
                <a:lnTo>
                  <a:pt x="527593" y="105142"/>
                </a:lnTo>
                <a:lnTo>
                  <a:pt x="527597" y="105950"/>
                </a:lnTo>
                <a:lnTo>
                  <a:pt x="527609" y="106749"/>
                </a:lnTo>
                <a:lnTo>
                  <a:pt x="527628" y="107537"/>
                </a:lnTo>
                <a:lnTo>
                  <a:pt x="527656" y="108316"/>
                </a:lnTo>
                <a:lnTo>
                  <a:pt x="527691" y="109085"/>
                </a:lnTo>
                <a:lnTo>
                  <a:pt x="527734" y="109845"/>
                </a:lnTo>
                <a:lnTo>
                  <a:pt x="527786" y="110594"/>
                </a:lnTo>
                <a:lnTo>
                  <a:pt x="527845" y="111334"/>
                </a:lnTo>
                <a:lnTo>
                  <a:pt x="527912" y="112064"/>
                </a:lnTo>
                <a:lnTo>
                  <a:pt x="527986" y="112784"/>
                </a:lnTo>
                <a:lnTo>
                  <a:pt x="528069" y="113495"/>
                </a:lnTo>
                <a:lnTo>
                  <a:pt x="528159" y="114196"/>
                </a:lnTo>
                <a:lnTo>
                  <a:pt x="528258" y="114887"/>
                </a:lnTo>
                <a:lnTo>
                  <a:pt x="528364" y="115568"/>
                </a:lnTo>
                <a:lnTo>
                  <a:pt x="528478" y="116240"/>
                </a:lnTo>
                <a:lnTo>
                  <a:pt x="528600" y="116902"/>
                </a:lnTo>
                <a:lnTo>
                  <a:pt x="528730" y="117554"/>
                </a:lnTo>
                <a:lnTo>
                  <a:pt x="528868" y="118196"/>
                </a:lnTo>
                <a:lnTo>
                  <a:pt x="529013" y="118828"/>
                </a:lnTo>
                <a:lnTo>
                  <a:pt x="529167" y="119451"/>
                </a:lnTo>
                <a:lnTo>
                  <a:pt x="529328" y="120064"/>
                </a:lnTo>
                <a:lnTo>
                  <a:pt x="529497" y="120668"/>
                </a:lnTo>
                <a:lnTo>
                  <a:pt x="529674" y="121261"/>
                </a:lnTo>
                <a:lnTo>
                  <a:pt x="529859" y="121845"/>
                </a:lnTo>
                <a:lnTo>
                  <a:pt x="530055" y="122418"/>
                </a:lnTo>
                <a:lnTo>
                  <a:pt x="530264" y="122980"/>
                </a:lnTo>
                <a:lnTo>
                  <a:pt x="530487" y="123531"/>
                </a:lnTo>
                <a:lnTo>
                  <a:pt x="530724" y="124070"/>
                </a:lnTo>
                <a:lnTo>
                  <a:pt x="530975" y="124598"/>
                </a:lnTo>
                <a:lnTo>
                  <a:pt x="531239" y="125115"/>
                </a:lnTo>
                <a:lnTo>
                  <a:pt x="531517" y="125621"/>
                </a:lnTo>
                <a:lnTo>
                  <a:pt x="531808" y="126115"/>
                </a:lnTo>
                <a:lnTo>
                  <a:pt x="532113" y="126598"/>
                </a:lnTo>
                <a:lnTo>
                  <a:pt x="532432" y="127070"/>
                </a:lnTo>
                <a:lnTo>
                  <a:pt x="532765" y="127530"/>
                </a:lnTo>
                <a:lnTo>
                  <a:pt x="533111" y="127979"/>
                </a:lnTo>
                <a:lnTo>
                  <a:pt x="533471" y="128417"/>
                </a:lnTo>
                <a:lnTo>
                  <a:pt x="533845" y="128843"/>
                </a:lnTo>
                <a:lnTo>
                  <a:pt x="534232" y="129259"/>
                </a:lnTo>
                <a:lnTo>
                  <a:pt x="534633" y="129663"/>
                </a:lnTo>
                <a:lnTo>
                  <a:pt x="535048" y="130055"/>
                </a:lnTo>
                <a:lnTo>
                  <a:pt x="535476" y="130436"/>
                </a:lnTo>
                <a:lnTo>
                  <a:pt x="535918" y="130806"/>
                </a:lnTo>
                <a:lnTo>
                  <a:pt x="536374" y="131165"/>
                </a:lnTo>
                <a:lnTo>
                  <a:pt x="536843" y="131513"/>
                </a:lnTo>
                <a:lnTo>
                  <a:pt x="537326" y="131849"/>
                </a:lnTo>
                <a:lnTo>
                  <a:pt x="537823" y="132174"/>
                </a:lnTo>
                <a:lnTo>
                  <a:pt x="538334" y="132487"/>
                </a:lnTo>
                <a:lnTo>
                  <a:pt x="538861" y="132789"/>
                </a:lnTo>
                <a:lnTo>
                  <a:pt x="539407" y="133078"/>
                </a:lnTo>
                <a:lnTo>
                  <a:pt x="539972" y="133353"/>
                </a:lnTo>
                <a:lnTo>
                  <a:pt x="540556" y="133616"/>
                </a:lnTo>
                <a:lnTo>
                  <a:pt x="541160" y="133867"/>
                </a:lnTo>
                <a:lnTo>
                  <a:pt x="541783" y="134104"/>
                </a:lnTo>
                <a:lnTo>
                  <a:pt x="542424" y="134329"/>
                </a:lnTo>
                <a:lnTo>
                  <a:pt x="543085" y="134540"/>
                </a:lnTo>
                <a:lnTo>
                  <a:pt x="543766" y="134739"/>
                </a:lnTo>
                <a:lnTo>
                  <a:pt x="544465" y="134925"/>
                </a:lnTo>
                <a:lnTo>
                  <a:pt x="545184" y="135098"/>
                </a:lnTo>
                <a:lnTo>
                  <a:pt x="545921" y="135259"/>
                </a:lnTo>
                <a:lnTo>
                  <a:pt x="546678" y="135406"/>
                </a:lnTo>
                <a:lnTo>
                  <a:pt x="547454" y="135541"/>
                </a:lnTo>
                <a:lnTo>
                  <a:pt x="548249" y="135663"/>
                </a:lnTo>
                <a:lnTo>
                  <a:pt x="549064" y="135772"/>
                </a:lnTo>
                <a:lnTo>
                  <a:pt x="549897" y="135868"/>
                </a:lnTo>
                <a:lnTo>
                  <a:pt x="550750" y="135952"/>
                </a:lnTo>
                <a:lnTo>
                  <a:pt x="551622" y="136022"/>
                </a:lnTo>
                <a:lnTo>
                  <a:pt x="552513" y="136080"/>
                </a:lnTo>
                <a:lnTo>
                  <a:pt x="553423" y="136125"/>
                </a:lnTo>
                <a:lnTo>
                  <a:pt x="554352" y="136157"/>
                </a:lnTo>
                <a:lnTo>
                  <a:pt x="555300" y="136176"/>
                </a:lnTo>
                <a:lnTo>
                  <a:pt x="556268" y="136183"/>
                </a:lnTo>
                <a:lnTo>
                  <a:pt x="561786" y="136183"/>
                </a:lnTo>
                <a:lnTo>
                  <a:pt x="561786" y="122781"/>
                </a:lnTo>
                <a:lnTo>
                  <a:pt x="557352" y="122781"/>
                </a:lnTo>
                <a:lnTo>
                  <a:pt x="556632" y="122773"/>
                </a:lnTo>
                <a:lnTo>
                  <a:pt x="555935" y="122748"/>
                </a:lnTo>
                <a:close/>
                <a:moveTo>
                  <a:pt x="817518" y="64049"/>
                </a:moveTo>
                <a:lnTo>
                  <a:pt x="817922" y="63558"/>
                </a:lnTo>
                <a:lnTo>
                  <a:pt x="818336" y="63070"/>
                </a:lnTo>
                <a:lnTo>
                  <a:pt x="818760" y="62585"/>
                </a:lnTo>
                <a:lnTo>
                  <a:pt x="819194" y="62103"/>
                </a:lnTo>
                <a:lnTo>
                  <a:pt x="819638" y="61625"/>
                </a:lnTo>
                <a:lnTo>
                  <a:pt x="820092" y="61151"/>
                </a:lnTo>
                <a:lnTo>
                  <a:pt x="820556" y="60679"/>
                </a:lnTo>
                <a:lnTo>
                  <a:pt x="821029" y="60211"/>
                </a:lnTo>
                <a:lnTo>
                  <a:pt x="821513" y="59747"/>
                </a:lnTo>
                <a:lnTo>
                  <a:pt x="822007" y="59286"/>
                </a:lnTo>
                <a:lnTo>
                  <a:pt x="822510" y="58828"/>
                </a:lnTo>
                <a:lnTo>
                  <a:pt x="823023" y="58374"/>
                </a:lnTo>
                <a:lnTo>
                  <a:pt x="823547" y="57923"/>
                </a:lnTo>
                <a:lnTo>
                  <a:pt x="824080" y="57475"/>
                </a:lnTo>
                <a:lnTo>
                  <a:pt x="824623" y="57031"/>
                </a:lnTo>
                <a:lnTo>
                  <a:pt x="825176" y="56590"/>
                </a:lnTo>
                <a:lnTo>
                  <a:pt x="825739" y="56153"/>
                </a:lnTo>
                <a:lnTo>
                  <a:pt x="826312" y="55719"/>
                </a:lnTo>
                <a:lnTo>
                  <a:pt x="826895" y="55288"/>
                </a:lnTo>
                <a:lnTo>
                  <a:pt x="827488" y="54861"/>
                </a:lnTo>
                <a:lnTo>
                  <a:pt x="828091" y="54437"/>
                </a:lnTo>
                <a:lnTo>
                  <a:pt x="828704" y="54024"/>
                </a:lnTo>
                <a:lnTo>
                  <a:pt x="829330" y="53628"/>
                </a:lnTo>
                <a:lnTo>
                  <a:pt x="829967" y="53249"/>
                </a:lnTo>
                <a:lnTo>
                  <a:pt x="830617" y="52889"/>
                </a:lnTo>
                <a:lnTo>
                  <a:pt x="831279" y="52545"/>
                </a:lnTo>
                <a:lnTo>
                  <a:pt x="831952" y="52220"/>
                </a:lnTo>
                <a:lnTo>
                  <a:pt x="832638" y="51912"/>
                </a:lnTo>
                <a:lnTo>
                  <a:pt x="833335" y="51621"/>
                </a:lnTo>
                <a:lnTo>
                  <a:pt x="834045" y="51349"/>
                </a:lnTo>
                <a:lnTo>
                  <a:pt x="834766" y="51093"/>
                </a:lnTo>
                <a:lnTo>
                  <a:pt x="835499" y="50856"/>
                </a:lnTo>
                <a:lnTo>
                  <a:pt x="836245" y="50636"/>
                </a:lnTo>
                <a:lnTo>
                  <a:pt x="837002" y="50433"/>
                </a:lnTo>
                <a:lnTo>
                  <a:pt x="837771" y="50249"/>
                </a:lnTo>
                <a:lnTo>
                  <a:pt x="838553" y="50081"/>
                </a:lnTo>
                <a:lnTo>
                  <a:pt x="839346" y="49932"/>
                </a:lnTo>
                <a:lnTo>
                  <a:pt x="840151" y="49800"/>
                </a:lnTo>
                <a:lnTo>
                  <a:pt x="840969" y="49685"/>
                </a:lnTo>
                <a:lnTo>
                  <a:pt x="841798" y="49589"/>
                </a:lnTo>
                <a:lnTo>
                  <a:pt x="842639" y="49509"/>
                </a:lnTo>
                <a:lnTo>
                  <a:pt x="843492" y="49448"/>
                </a:lnTo>
                <a:lnTo>
                  <a:pt x="844357" y="49404"/>
                </a:lnTo>
                <a:lnTo>
                  <a:pt x="845234" y="49377"/>
                </a:lnTo>
                <a:lnTo>
                  <a:pt x="846123" y="49369"/>
                </a:lnTo>
                <a:lnTo>
                  <a:pt x="846717" y="49374"/>
                </a:lnTo>
                <a:lnTo>
                  <a:pt x="847299" y="49391"/>
                </a:lnTo>
                <a:lnTo>
                  <a:pt x="847869" y="49419"/>
                </a:lnTo>
                <a:lnTo>
                  <a:pt x="848428" y="49458"/>
                </a:lnTo>
                <a:lnTo>
                  <a:pt x="848975" y="49509"/>
                </a:lnTo>
                <a:lnTo>
                  <a:pt x="849511" y="49570"/>
                </a:lnTo>
                <a:lnTo>
                  <a:pt x="850035" y="49643"/>
                </a:lnTo>
                <a:lnTo>
                  <a:pt x="850547" y="49727"/>
                </a:lnTo>
                <a:lnTo>
                  <a:pt x="851047" y="49822"/>
                </a:lnTo>
                <a:lnTo>
                  <a:pt x="851536" y="49928"/>
                </a:lnTo>
                <a:lnTo>
                  <a:pt x="852014" y="50046"/>
                </a:lnTo>
                <a:lnTo>
                  <a:pt x="852479" y="50175"/>
                </a:lnTo>
                <a:lnTo>
                  <a:pt x="852933" y="50315"/>
                </a:lnTo>
                <a:lnTo>
                  <a:pt x="853376" y="50466"/>
                </a:lnTo>
                <a:lnTo>
                  <a:pt x="853806" y="50628"/>
                </a:lnTo>
                <a:lnTo>
                  <a:pt x="854226" y="50802"/>
                </a:lnTo>
                <a:lnTo>
                  <a:pt x="854633" y="50986"/>
                </a:lnTo>
                <a:lnTo>
                  <a:pt x="855029" y="51182"/>
                </a:lnTo>
                <a:lnTo>
                  <a:pt x="855413" y="51389"/>
                </a:lnTo>
                <a:lnTo>
                  <a:pt x="855786" y="51608"/>
                </a:lnTo>
                <a:lnTo>
                  <a:pt x="856147" y="51837"/>
                </a:lnTo>
                <a:lnTo>
                  <a:pt x="856496" y="52078"/>
                </a:lnTo>
                <a:lnTo>
                  <a:pt x="856834" y="52330"/>
                </a:lnTo>
                <a:lnTo>
                  <a:pt x="857160" y="52593"/>
                </a:lnTo>
                <a:lnTo>
                  <a:pt x="857476" y="52866"/>
                </a:lnTo>
                <a:lnTo>
                  <a:pt x="857784" y="53147"/>
                </a:lnTo>
                <a:lnTo>
                  <a:pt x="858083" y="53436"/>
                </a:lnTo>
                <a:lnTo>
                  <a:pt x="858374" y="53734"/>
                </a:lnTo>
                <a:lnTo>
                  <a:pt x="858656" y="54041"/>
                </a:lnTo>
                <a:lnTo>
                  <a:pt x="858931" y="54355"/>
                </a:lnTo>
                <a:lnTo>
                  <a:pt x="859196" y="54678"/>
                </a:lnTo>
                <a:lnTo>
                  <a:pt x="859454" y="55010"/>
                </a:lnTo>
                <a:lnTo>
                  <a:pt x="859703" y="55349"/>
                </a:lnTo>
                <a:lnTo>
                  <a:pt x="859943" y="55698"/>
                </a:lnTo>
                <a:lnTo>
                  <a:pt x="860176" y="56054"/>
                </a:lnTo>
                <a:lnTo>
                  <a:pt x="860399" y="56419"/>
                </a:lnTo>
                <a:lnTo>
                  <a:pt x="860615" y="56792"/>
                </a:lnTo>
                <a:lnTo>
                  <a:pt x="860822" y="57174"/>
                </a:lnTo>
                <a:lnTo>
                  <a:pt x="861021" y="57564"/>
                </a:lnTo>
                <a:lnTo>
                  <a:pt x="861211" y="57962"/>
                </a:lnTo>
                <a:lnTo>
                  <a:pt x="861393" y="58368"/>
                </a:lnTo>
                <a:lnTo>
                  <a:pt x="861567" y="58783"/>
                </a:lnTo>
                <a:lnTo>
                  <a:pt x="861732" y="59207"/>
                </a:lnTo>
                <a:lnTo>
                  <a:pt x="861888" y="59639"/>
                </a:lnTo>
                <a:lnTo>
                  <a:pt x="862037" y="60079"/>
                </a:lnTo>
                <a:lnTo>
                  <a:pt x="862177" y="60527"/>
                </a:lnTo>
                <a:lnTo>
                  <a:pt x="862309" y="60984"/>
                </a:lnTo>
                <a:lnTo>
                  <a:pt x="862432" y="61449"/>
                </a:lnTo>
                <a:lnTo>
                  <a:pt x="862548" y="61921"/>
                </a:lnTo>
                <a:lnTo>
                  <a:pt x="862660" y="62398"/>
                </a:lnTo>
                <a:lnTo>
                  <a:pt x="862767" y="62880"/>
                </a:lnTo>
                <a:lnTo>
                  <a:pt x="862868" y="63368"/>
                </a:lnTo>
                <a:lnTo>
                  <a:pt x="862965" y="63861"/>
                </a:lnTo>
                <a:lnTo>
                  <a:pt x="863057" y="64360"/>
                </a:lnTo>
                <a:lnTo>
                  <a:pt x="863144" y="64864"/>
                </a:lnTo>
                <a:lnTo>
                  <a:pt x="863226" y="65373"/>
                </a:lnTo>
                <a:lnTo>
                  <a:pt x="863303" y="65887"/>
                </a:lnTo>
                <a:lnTo>
                  <a:pt x="863374" y="66407"/>
                </a:lnTo>
                <a:lnTo>
                  <a:pt x="863441" y="66933"/>
                </a:lnTo>
                <a:lnTo>
                  <a:pt x="863503" y="67463"/>
                </a:lnTo>
                <a:lnTo>
                  <a:pt x="863561" y="67999"/>
                </a:lnTo>
                <a:lnTo>
                  <a:pt x="863613" y="68540"/>
                </a:lnTo>
                <a:lnTo>
                  <a:pt x="863660" y="69087"/>
                </a:lnTo>
                <a:lnTo>
                  <a:pt x="863702" y="69639"/>
                </a:lnTo>
                <a:lnTo>
                  <a:pt x="863739" y="70196"/>
                </a:lnTo>
                <a:lnTo>
                  <a:pt x="863771" y="70759"/>
                </a:lnTo>
                <a:lnTo>
                  <a:pt x="863799" y="71327"/>
                </a:lnTo>
                <a:lnTo>
                  <a:pt x="863821" y="71900"/>
                </a:lnTo>
                <a:lnTo>
                  <a:pt x="863838" y="72479"/>
                </a:lnTo>
                <a:lnTo>
                  <a:pt x="863851" y="73063"/>
                </a:lnTo>
                <a:lnTo>
                  <a:pt x="863858" y="73652"/>
                </a:lnTo>
                <a:lnTo>
                  <a:pt x="863861" y="74247"/>
                </a:lnTo>
                <a:lnTo>
                  <a:pt x="863861" y="136183"/>
                </a:lnTo>
                <a:lnTo>
                  <a:pt x="880317" y="136183"/>
                </a:lnTo>
                <a:lnTo>
                  <a:pt x="880317" y="72233"/>
                </a:lnTo>
                <a:lnTo>
                  <a:pt x="880305" y="70787"/>
                </a:lnTo>
                <a:lnTo>
                  <a:pt x="880268" y="69369"/>
                </a:lnTo>
                <a:lnTo>
                  <a:pt x="880207" y="67978"/>
                </a:lnTo>
                <a:lnTo>
                  <a:pt x="880121" y="66615"/>
                </a:lnTo>
                <a:lnTo>
                  <a:pt x="880011" y="65280"/>
                </a:lnTo>
                <a:lnTo>
                  <a:pt x="879877" y="63972"/>
                </a:lnTo>
                <a:lnTo>
                  <a:pt x="879718" y="62692"/>
                </a:lnTo>
                <a:lnTo>
                  <a:pt x="879534" y="61439"/>
                </a:lnTo>
                <a:lnTo>
                  <a:pt x="879326" y="60214"/>
                </a:lnTo>
                <a:lnTo>
                  <a:pt x="879094" y="59016"/>
                </a:lnTo>
                <a:lnTo>
                  <a:pt x="878837" y="57846"/>
                </a:lnTo>
                <a:lnTo>
                  <a:pt x="878555" y="56704"/>
                </a:lnTo>
                <a:lnTo>
                  <a:pt x="878250" y="55589"/>
                </a:lnTo>
                <a:lnTo>
                  <a:pt x="877919" y="54502"/>
                </a:lnTo>
                <a:lnTo>
                  <a:pt x="877565" y="53442"/>
                </a:lnTo>
                <a:lnTo>
                  <a:pt x="877185" y="52410"/>
                </a:lnTo>
                <a:lnTo>
                  <a:pt x="876782" y="51406"/>
                </a:lnTo>
                <a:lnTo>
                  <a:pt x="876354" y="50429"/>
                </a:lnTo>
                <a:lnTo>
                  <a:pt x="875901" y="49479"/>
                </a:lnTo>
                <a:lnTo>
                  <a:pt x="875424" y="48558"/>
                </a:lnTo>
                <a:lnTo>
                  <a:pt x="874923" y="47664"/>
                </a:lnTo>
                <a:lnTo>
                  <a:pt x="874397" y="46797"/>
                </a:lnTo>
                <a:lnTo>
                  <a:pt x="873846" y="45958"/>
                </a:lnTo>
                <a:lnTo>
                  <a:pt x="873271" y="45147"/>
                </a:lnTo>
                <a:lnTo>
                  <a:pt x="872668" y="44366"/>
                </a:lnTo>
                <a:lnTo>
                  <a:pt x="872034" y="43618"/>
                </a:lnTo>
                <a:lnTo>
                  <a:pt x="871367" y="42903"/>
                </a:lnTo>
                <a:lnTo>
                  <a:pt x="870670" y="42221"/>
                </a:lnTo>
                <a:lnTo>
                  <a:pt x="869940" y="41573"/>
                </a:lnTo>
                <a:lnTo>
                  <a:pt x="869179" y="40958"/>
                </a:lnTo>
                <a:lnTo>
                  <a:pt x="868386" y="40377"/>
                </a:lnTo>
                <a:lnTo>
                  <a:pt x="867561" y="39828"/>
                </a:lnTo>
                <a:lnTo>
                  <a:pt x="866705" y="39313"/>
                </a:lnTo>
                <a:lnTo>
                  <a:pt x="865817" y="38831"/>
                </a:lnTo>
                <a:lnTo>
                  <a:pt x="864898" y="38382"/>
                </a:lnTo>
                <a:lnTo>
                  <a:pt x="863947" y="37966"/>
                </a:lnTo>
                <a:lnTo>
                  <a:pt x="862964" y="37584"/>
                </a:lnTo>
                <a:lnTo>
                  <a:pt x="861950" y="37235"/>
                </a:lnTo>
                <a:lnTo>
                  <a:pt x="860904" y="36919"/>
                </a:lnTo>
                <a:lnTo>
                  <a:pt x="859826" y="36637"/>
                </a:lnTo>
                <a:lnTo>
                  <a:pt x="858717" y="36387"/>
                </a:lnTo>
                <a:lnTo>
                  <a:pt x="857576" y="36171"/>
                </a:lnTo>
                <a:lnTo>
                  <a:pt x="856403" y="35989"/>
                </a:lnTo>
                <a:lnTo>
                  <a:pt x="855199" y="35839"/>
                </a:lnTo>
                <a:lnTo>
                  <a:pt x="853963" y="35723"/>
                </a:lnTo>
                <a:lnTo>
                  <a:pt x="852695" y="35640"/>
                </a:lnTo>
                <a:lnTo>
                  <a:pt x="851396" y="35590"/>
                </a:lnTo>
                <a:lnTo>
                  <a:pt x="850065" y="35573"/>
                </a:lnTo>
                <a:lnTo>
                  <a:pt x="849005" y="35582"/>
                </a:lnTo>
                <a:lnTo>
                  <a:pt x="847961" y="35609"/>
                </a:lnTo>
                <a:lnTo>
                  <a:pt x="846933" y="35654"/>
                </a:lnTo>
                <a:lnTo>
                  <a:pt x="845921" y="35717"/>
                </a:lnTo>
                <a:lnTo>
                  <a:pt x="844924" y="35798"/>
                </a:lnTo>
                <a:lnTo>
                  <a:pt x="843943" y="35896"/>
                </a:lnTo>
                <a:lnTo>
                  <a:pt x="842978" y="36013"/>
                </a:lnTo>
                <a:lnTo>
                  <a:pt x="842029" y="36148"/>
                </a:lnTo>
                <a:lnTo>
                  <a:pt x="841095" y="36301"/>
                </a:lnTo>
                <a:lnTo>
                  <a:pt x="840177" y="36471"/>
                </a:lnTo>
                <a:lnTo>
                  <a:pt x="839275" y="36660"/>
                </a:lnTo>
                <a:lnTo>
                  <a:pt x="838388" y="36866"/>
                </a:lnTo>
                <a:lnTo>
                  <a:pt x="837517" y="37091"/>
                </a:lnTo>
                <a:lnTo>
                  <a:pt x="836662" y="37333"/>
                </a:lnTo>
                <a:lnTo>
                  <a:pt x="835823" y="37594"/>
                </a:lnTo>
                <a:lnTo>
                  <a:pt x="834999" y="37872"/>
                </a:lnTo>
                <a:lnTo>
                  <a:pt x="834191" y="38169"/>
                </a:lnTo>
                <a:lnTo>
                  <a:pt x="833399" y="38483"/>
                </a:lnTo>
                <a:lnTo>
                  <a:pt x="832623" y="38815"/>
                </a:lnTo>
                <a:lnTo>
                  <a:pt x="831862" y="39166"/>
                </a:lnTo>
                <a:lnTo>
                  <a:pt x="831118" y="39534"/>
                </a:lnTo>
                <a:lnTo>
                  <a:pt x="830388" y="39920"/>
                </a:lnTo>
                <a:lnTo>
                  <a:pt x="829675" y="40324"/>
                </a:lnTo>
                <a:lnTo>
                  <a:pt x="828977" y="40746"/>
                </a:lnTo>
                <a:lnTo>
                  <a:pt x="828294" y="41179"/>
                </a:lnTo>
                <a:lnTo>
                  <a:pt x="827625" y="41613"/>
                </a:lnTo>
                <a:lnTo>
                  <a:pt x="826968" y="42050"/>
                </a:lnTo>
                <a:lnTo>
                  <a:pt x="826325" y="42489"/>
                </a:lnTo>
                <a:lnTo>
                  <a:pt x="825695" y="42930"/>
                </a:lnTo>
                <a:lnTo>
                  <a:pt x="825079" y="43373"/>
                </a:lnTo>
                <a:lnTo>
                  <a:pt x="824476" y="43819"/>
                </a:lnTo>
                <a:lnTo>
                  <a:pt x="823886" y="44266"/>
                </a:lnTo>
                <a:lnTo>
                  <a:pt x="823310" y="44716"/>
                </a:lnTo>
                <a:lnTo>
                  <a:pt x="822747" y="45169"/>
                </a:lnTo>
                <a:lnTo>
                  <a:pt x="822197" y="45623"/>
                </a:lnTo>
                <a:lnTo>
                  <a:pt x="821661" y="46080"/>
                </a:lnTo>
                <a:lnTo>
                  <a:pt x="821138" y="46539"/>
                </a:lnTo>
                <a:lnTo>
                  <a:pt x="820628" y="47000"/>
                </a:lnTo>
                <a:lnTo>
                  <a:pt x="820132" y="47463"/>
                </a:lnTo>
                <a:lnTo>
                  <a:pt x="819649" y="47929"/>
                </a:lnTo>
                <a:lnTo>
                  <a:pt x="819179" y="48397"/>
                </a:lnTo>
                <a:lnTo>
                  <a:pt x="818723" y="48867"/>
                </a:lnTo>
                <a:lnTo>
                  <a:pt x="818280" y="49339"/>
                </a:lnTo>
                <a:lnTo>
                  <a:pt x="817851" y="49813"/>
                </a:lnTo>
                <a:lnTo>
                  <a:pt x="817434" y="50290"/>
                </a:lnTo>
                <a:lnTo>
                  <a:pt x="817031" y="50769"/>
                </a:lnTo>
                <a:lnTo>
                  <a:pt x="816642" y="51250"/>
                </a:lnTo>
                <a:lnTo>
                  <a:pt x="816266" y="51734"/>
                </a:lnTo>
                <a:lnTo>
                  <a:pt x="816266" y="3547"/>
                </a:lnTo>
                <a:lnTo>
                  <a:pt x="799908" y="3547"/>
                </a:lnTo>
                <a:lnTo>
                  <a:pt x="799908" y="136183"/>
                </a:lnTo>
                <a:lnTo>
                  <a:pt x="816364" y="136183"/>
                </a:lnTo>
                <a:lnTo>
                  <a:pt x="816364" y="65545"/>
                </a:lnTo>
                <a:lnTo>
                  <a:pt x="816739" y="65043"/>
                </a:lnTo>
                <a:lnTo>
                  <a:pt x="817123" y="64544"/>
                </a:lnTo>
                <a:lnTo>
                  <a:pt x="817518" y="64049"/>
                </a:lnTo>
                <a:close/>
                <a:moveTo>
                  <a:pt x="1107009" y="83565"/>
                </a:moveTo>
                <a:lnTo>
                  <a:pt x="1150367" y="37248"/>
                </a:lnTo>
                <a:lnTo>
                  <a:pt x="1130954" y="37248"/>
                </a:lnTo>
                <a:lnTo>
                  <a:pt x="1087596" y="83870"/>
                </a:lnTo>
                <a:lnTo>
                  <a:pt x="1087596" y="3547"/>
                </a:lnTo>
                <a:lnTo>
                  <a:pt x="1071140" y="3547"/>
                </a:lnTo>
                <a:lnTo>
                  <a:pt x="1071140" y="136183"/>
                </a:lnTo>
                <a:lnTo>
                  <a:pt x="1087596" y="136183"/>
                </a:lnTo>
                <a:lnTo>
                  <a:pt x="1087596" y="84785"/>
                </a:lnTo>
                <a:lnTo>
                  <a:pt x="1133812" y="136183"/>
                </a:lnTo>
                <a:lnTo>
                  <a:pt x="1154308" y="136183"/>
                </a:lnTo>
                <a:lnTo>
                  <a:pt x="1107009" y="83565"/>
                </a:lnTo>
                <a:close/>
                <a:moveTo>
                  <a:pt x="616377" y="137766"/>
                </a:moveTo>
                <a:lnTo>
                  <a:pt x="617234" y="137682"/>
                </a:lnTo>
                <a:lnTo>
                  <a:pt x="618081" y="137583"/>
                </a:lnTo>
                <a:lnTo>
                  <a:pt x="618918" y="137469"/>
                </a:lnTo>
                <a:lnTo>
                  <a:pt x="619745" y="137340"/>
                </a:lnTo>
                <a:lnTo>
                  <a:pt x="620562" y="137195"/>
                </a:lnTo>
                <a:lnTo>
                  <a:pt x="621369" y="137035"/>
                </a:lnTo>
                <a:lnTo>
                  <a:pt x="622167" y="136860"/>
                </a:lnTo>
                <a:lnTo>
                  <a:pt x="622954" y="136670"/>
                </a:lnTo>
                <a:lnTo>
                  <a:pt x="623732" y="136464"/>
                </a:lnTo>
                <a:lnTo>
                  <a:pt x="624499" y="136243"/>
                </a:lnTo>
                <a:lnTo>
                  <a:pt x="625257" y="136007"/>
                </a:lnTo>
                <a:lnTo>
                  <a:pt x="626005" y="135756"/>
                </a:lnTo>
                <a:lnTo>
                  <a:pt x="626743" y="135490"/>
                </a:lnTo>
                <a:lnTo>
                  <a:pt x="627471" y="135208"/>
                </a:lnTo>
                <a:lnTo>
                  <a:pt x="628189" y="134911"/>
                </a:lnTo>
                <a:lnTo>
                  <a:pt x="628897" y="134599"/>
                </a:lnTo>
                <a:lnTo>
                  <a:pt x="629595" y="134272"/>
                </a:lnTo>
                <a:lnTo>
                  <a:pt x="630283" y="133929"/>
                </a:lnTo>
                <a:lnTo>
                  <a:pt x="630961" y="133571"/>
                </a:lnTo>
                <a:lnTo>
                  <a:pt x="631630" y="133201"/>
                </a:lnTo>
                <a:lnTo>
                  <a:pt x="632288" y="132822"/>
                </a:lnTo>
                <a:lnTo>
                  <a:pt x="632935" y="132434"/>
                </a:lnTo>
                <a:lnTo>
                  <a:pt x="633573" y="132037"/>
                </a:lnTo>
                <a:lnTo>
                  <a:pt x="634200" y="131631"/>
                </a:lnTo>
                <a:lnTo>
                  <a:pt x="634817" y="131216"/>
                </a:lnTo>
                <a:lnTo>
                  <a:pt x="635424" y="130791"/>
                </a:lnTo>
                <a:lnTo>
                  <a:pt x="636020" y="130358"/>
                </a:lnTo>
                <a:lnTo>
                  <a:pt x="636606" y="129915"/>
                </a:lnTo>
                <a:lnTo>
                  <a:pt x="637182" y="129464"/>
                </a:lnTo>
                <a:lnTo>
                  <a:pt x="637747" y="129003"/>
                </a:lnTo>
                <a:lnTo>
                  <a:pt x="638303" y="128533"/>
                </a:lnTo>
                <a:lnTo>
                  <a:pt x="638848" y="128055"/>
                </a:lnTo>
                <a:lnTo>
                  <a:pt x="639383" y="127567"/>
                </a:lnTo>
                <a:lnTo>
                  <a:pt x="639907" y="127070"/>
                </a:lnTo>
                <a:lnTo>
                  <a:pt x="640421" y="126564"/>
                </a:lnTo>
                <a:lnTo>
                  <a:pt x="640925" y="126049"/>
                </a:lnTo>
                <a:lnTo>
                  <a:pt x="641419" y="125525"/>
                </a:lnTo>
                <a:lnTo>
                  <a:pt x="641903" y="124992"/>
                </a:lnTo>
                <a:lnTo>
                  <a:pt x="642376" y="124449"/>
                </a:lnTo>
                <a:lnTo>
                  <a:pt x="642839" y="123898"/>
                </a:lnTo>
                <a:lnTo>
                  <a:pt x="643291" y="123338"/>
                </a:lnTo>
                <a:lnTo>
                  <a:pt x="643734" y="122768"/>
                </a:lnTo>
                <a:lnTo>
                  <a:pt x="644166" y="122190"/>
                </a:lnTo>
                <a:lnTo>
                  <a:pt x="645053" y="136183"/>
                </a:lnTo>
                <a:lnTo>
                  <a:pt x="660622" y="136183"/>
                </a:lnTo>
                <a:lnTo>
                  <a:pt x="660622" y="3547"/>
                </a:lnTo>
                <a:lnTo>
                  <a:pt x="644166" y="3547"/>
                </a:lnTo>
                <a:lnTo>
                  <a:pt x="644166" y="52226"/>
                </a:lnTo>
                <a:lnTo>
                  <a:pt x="643775" y="51591"/>
                </a:lnTo>
                <a:lnTo>
                  <a:pt x="643373" y="50968"/>
                </a:lnTo>
                <a:lnTo>
                  <a:pt x="642962" y="50355"/>
                </a:lnTo>
                <a:lnTo>
                  <a:pt x="642540" y="49753"/>
                </a:lnTo>
                <a:lnTo>
                  <a:pt x="642108" y="49163"/>
                </a:lnTo>
                <a:lnTo>
                  <a:pt x="641665" y="48583"/>
                </a:lnTo>
                <a:lnTo>
                  <a:pt x="641213" y="48015"/>
                </a:lnTo>
                <a:lnTo>
                  <a:pt x="640750" y="47458"/>
                </a:lnTo>
                <a:lnTo>
                  <a:pt x="640277" y="46912"/>
                </a:lnTo>
                <a:lnTo>
                  <a:pt x="639793" y="46377"/>
                </a:lnTo>
                <a:lnTo>
                  <a:pt x="639299" y="45853"/>
                </a:lnTo>
                <a:lnTo>
                  <a:pt x="638795" y="45341"/>
                </a:lnTo>
                <a:lnTo>
                  <a:pt x="638281" y="44839"/>
                </a:lnTo>
                <a:lnTo>
                  <a:pt x="637757" y="44349"/>
                </a:lnTo>
                <a:lnTo>
                  <a:pt x="637222" y="43870"/>
                </a:lnTo>
                <a:lnTo>
                  <a:pt x="636677" y="43401"/>
                </a:lnTo>
                <a:lnTo>
                  <a:pt x="636121" y="42944"/>
                </a:lnTo>
                <a:lnTo>
                  <a:pt x="635556" y="42499"/>
                </a:lnTo>
                <a:lnTo>
                  <a:pt x="634980" y="42064"/>
                </a:lnTo>
                <a:lnTo>
                  <a:pt x="634394" y="41640"/>
                </a:lnTo>
                <a:lnTo>
                  <a:pt x="633798" y="41228"/>
                </a:lnTo>
                <a:lnTo>
                  <a:pt x="633191" y="40826"/>
                </a:lnTo>
                <a:lnTo>
                  <a:pt x="632574" y="40436"/>
                </a:lnTo>
                <a:lnTo>
                  <a:pt x="631947" y="40057"/>
                </a:lnTo>
                <a:lnTo>
                  <a:pt x="631310" y="39691"/>
                </a:lnTo>
                <a:lnTo>
                  <a:pt x="630664" y="39340"/>
                </a:lnTo>
                <a:lnTo>
                  <a:pt x="630008" y="39006"/>
                </a:lnTo>
                <a:lnTo>
                  <a:pt x="629344" y="38687"/>
                </a:lnTo>
                <a:lnTo>
                  <a:pt x="628670" y="38383"/>
                </a:lnTo>
                <a:lnTo>
                  <a:pt x="627987" y="38095"/>
                </a:lnTo>
                <a:lnTo>
                  <a:pt x="627294" y="37823"/>
                </a:lnTo>
                <a:lnTo>
                  <a:pt x="626593" y="37566"/>
                </a:lnTo>
                <a:lnTo>
                  <a:pt x="625882" y="37324"/>
                </a:lnTo>
                <a:lnTo>
                  <a:pt x="625162" y="37099"/>
                </a:lnTo>
                <a:lnTo>
                  <a:pt x="624433" y="36889"/>
                </a:lnTo>
                <a:lnTo>
                  <a:pt x="623694" y="36694"/>
                </a:lnTo>
                <a:lnTo>
                  <a:pt x="622946" y="36515"/>
                </a:lnTo>
                <a:lnTo>
                  <a:pt x="622189" y="36351"/>
                </a:lnTo>
                <a:lnTo>
                  <a:pt x="621423" y="36204"/>
                </a:lnTo>
                <a:lnTo>
                  <a:pt x="620648" y="36071"/>
                </a:lnTo>
                <a:lnTo>
                  <a:pt x="619863" y="35954"/>
                </a:lnTo>
                <a:lnTo>
                  <a:pt x="619069" y="35853"/>
                </a:lnTo>
                <a:lnTo>
                  <a:pt x="618266" y="35768"/>
                </a:lnTo>
                <a:lnTo>
                  <a:pt x="617453" y="35698"/>
                </a:lnTo>
                <a:lnTo>
                  <a:pt x="616632" y="35643"/>
                </a:lnTo>
                <a:lnTo>
                  <a:pt x="615801" y="35604"/>
                </a:lnTo>
                <a:lnTo>
                  <a:pt x="614960" y="35581"/>
                </a:lnTo>
                <a:lnTo>
                  <a:pt x="614111" y="35573"/>
                </a:lnTo>
                <a:lnTo>
                  <a:pt x="613090" y="35583"/>
                </a:lnTo>
                <a:lnTo>
                  <a:pt x="612081" y="35613"/>
                </a:lnTo>
                <a:lnTo>
                  <a:pt x="611083" y="35663"/>
                </a:lnTo>
                <a:lnTo>
                  <a:pt x="610096" y="35732"/>
                </a:lnTo>
                <a:lnTo>
                  <a:pt x="609120" y="35822"/>
                </a:lnTo>
                <a:lnTo>
                  <a:pt x="608156" y="35931"/>
                </a:lnTo>
                <a:lnTo>
                  <a:pt x="607203" y="36061"/>
                </a:lnTo>
                <a:lnTo>
                  <a:pt x="606261" y="36210"/>
                </a:lnTo>
                <a:lnTo>
                  <a:pt x="605330" y="36379"/>
                </a:lnTo>
                <a:lnTo>
                  <a:pt x="604411" y="36568"/>
                </a:lnTo>
                <a:lnTo>
                  <a:pt x="603503" y="36778"/>
                </a:lnTo>
                <a:lnTo>
                  <a:pt x="602607" y="37006"/>
                </a:lnTo>
                <a:lnTo>
                  <a:pt x="601721" y="37255"/>
                </a:lnTo>
                <a:lnTo>
                  <a:pt x="600847" y="37524"/>
                </a:lnTo>
                <a:lnTo>
                  <a:pt x="599984" y="37813"/>
                </a:lnTo>
                <a:lnTo>
                  <a:pt x="599133" y="38121"/>
                </a:lnTo>
                <a:lnTo>
                  <a:pt x="598293" y="38450"/>
                </a:lnTo>
                <a:lnTo>
                  <a:pt x="597464" y="38798"/>
                </a:lnTo>
                <a:lnTo>
                  <a:pt x="596646" y="39167"/>
                </a:lnTo>
                <a:lnTo>
                  <a:pt x="595840" y="39555"/>
                </a:lnTo>
                <a:lnTo>
                  <a:pt x="595045" y="39963"/>
                </a:lnTo>
                <a:lnTo>
                  <a:pt x="594261" y="40391"/>
                </a:lnTo>
                <a:lnTo>
                  <a:pt x="593489" y="40839"/>
                </a:lnTo>
                <a:lnTo>
                  <a:pt x="592728" y="41307"/>
                </a:lnTo>
                <a:lnTo>
                  <a:pt x="591979" y="41794"/>
                </a:lnTo>
                <a:lnTo>
                  <a:pt x="591245" y="42301"/>
                </a:lnTo>
                <a:lnTo>
                  <a:pt x="590525" y="42827"/>
                </a:lnTo>
                <a:lnTo>
                  <a:pt x="589820" y="43372"/>
                </a:lnTo>
                <a:lnTo>
                  <a:pt x="589128" y="43936"/>
                </a:lnTo>
                <a:lnTo>
                  <a:pt x="588451" y="44519"/>
                </a:lnTo>
                <a:lnTo>
                  <a:pt x="587787" y="45122"/>
                </a:lnTo>
                <a:lnTo>
                  <a:pt x="587138" y="45744"/>
                </a:lnTo>
                <a:lnTo>
                  <a:pt x="586504" y="46385"/>
                </a:lnTo>
                <a:lnTo>
                  <a:pt x="585883" y="47045"/>
                </a:lnTo>
                <a:lnTo>
                  <a:pt x="585277" y="47725"/>
                </a:lnTo>
                <a:lnTo>
                  <a:pt x="584685" y="48423"/>
                </a:lnTo>
                <a:lnTo>
                  <a:pt x="584107" y="49141"/>
                </a:lnTo>
                <a:lnTo>
                  <a:pt x="583543" y="49878"/>
                </a:lnTo>
                <a:lnTo>
                  <a:pt x="582993" y="50634"/>
                </a:lnTo>
                <a:lnTo>
                  <a:pt x="582458" y="51410"/>
                </a:lnTo>
                <a:lnTo>
                  <a:pt x="581937" y="52205"/>
                </a:lnTo>
                <a:lnTo>
                  <a:pt x="581430" y="53018"/>
                </a:lnTo>
                <a:lnTo>
                  <a:pt x="580937" y="53852"/>
                </a:lnTo>
                <a:lnTo>
                  <a:pt x="580458" y="54704"/>
                </a:lnTo>
                <a:lnTo>
                  <a:pt x="579994" y="55575"/>
                </a:lnTo>
                <a:lnTo>
                  <a:pt x="579544" y="56466"/>
                </a:lnTo>
                <a:lnTo>
                  <a:pt x="579108" y="57376"/>
                </a:lnTo>
                <a:lnTo>
                  <a:pt x="578686" y="58305"/>
                </a:lnTo>
                <a:lnTo>
                  <a:pt x="578280" y="59253"/>
                </a:lnTo>
                <a:lnTo>
                  <a:pt x="577891" y="60221"/>
                </a:lnTo>
                <a:lnTo>
                  <a:pt x="577520" y="61208"/>
                </a:lnTo>
                <a:lnTo>
                  <a:pt x="577165" y="62214"/>
                </a:lnTo>
                <a:lnTo>
                  <a:pt x="576828" y="63240"/>
                </a:lnTo>
                <a:lnTo>
                  <a:pt x="576509" y="64285"/>
                </a:lnTo>
                <a:lnTo>
                  <a:pt x="576206" y="65349"/>
                </a:lnTo>
                <a:lnTo>
                  <a:pt x="575921" y="66433"/>
                </a:lnTo>
                <a:lnTo>
                  <a:pt x="575653" y="67536"/>
                </a:lnTo>
                <a:lnTo>
                  <a:pt x="575403" y="68659"/>
                </a:lnTo>
                <a:lnTo>
                  <a:pt x="575170" y="69801"/>
                </a:lnTo>
                <a:lnTo>
                  <a:pt x="574954" y="70962"/>
                </a:lnTo>
                <a:lnTo>
                  <a:pt x="574755" y="72143"/>
                </a:lnTo>
                <a:lnTo>
                  <a:pt x="574574" y="73343"/>
                </a:lnTo>
                <a:lnTo>
                  <a:pt x="574409" y="74562"/>
                </a:lnTo>
                <a:lnTo>
                  <a:pt x="574263" y="75801"/>
                </a:lnTo>
                <a:lnTo>
                  <a:pt x="574133" y="77060"/>
                </a:lnTo>
                <a:lnTo>
                  <a:pt x="574021" y="78337"/>
                </a:lnTo>
                <a:lnTo>
                  <a:pt x="573926" y="79634"/>
                </a:lnTo>
                <a:lnTo>
                  <a:pt x="573848" y="80951"/>
                </a:lnTo>
                <a:lnTo>
                  <a:pt x="573787" y="82287"/>
                </a:lnTo>
                <a:lnTo>
                  <a:pt x="573744" y="83642"/>
                </a:lnTo>
                <a:lnTo>
                  <a:pt x="573718" y="85017"/>
                </a:lnTo>
                <a:lnTo>
                  <a:pt x="573710" y="86411"/>
                </a:lnTo>
                <a:lnTo>
                  <a:pt x="573718" y="87813"/>
                </a:lnTo>
                <a:lnTo>
                  <a:pt x="573742" y="89197"/>
                </a:lnTo>
                <a:lnTo>
                  <a:pt x="573783" y="90562"/>
                </a:lnTo>
                <a:lnTo>
                  <a:pt x="573840" y="91908"/>
                </a:lnTo>
                <a:lnTo>
                  <a:pt x="573913" y="93236"/>
                </a:lnTo>
                <a:lnTo>
                  <a:pt x="574002" y="94544"/>
                </a:lnTo>
                <a:lnTo>
                  <a:pt x="574108" y="95834"/>
                </a:lnTo>
                <a:lnTo>
                  <a:pt x="574230" y="97105"/>
                </a:lnTo>
                <a:lnTo>
                  <a:pt x="574368" y="98356"/>
                </a:lnTo>
                <a:lnTo>
                  <a:pt x="574522" y="99590"/>
                </a:lnTo>
                <a:lnTo>
                  <a:pt x="574693" y="100804"/>
                </a:lnTo>
                <a:lnTo>
                  <a:pt x="574880" y="101999"/>
                </a:lnTo>
                <a:lnTo>
                  <a:pt x="575083" y="103176"/>
                </a:lnTo>
                <a:lnTo>
                  <a:pt x="575302" y="104333"/>
                </a:lnTo>
                <a:lnTo>
                  <a:pt x="575538" y="105472"/>
                </a:lnTo>
                <a:lnTo>
                  <a:pt x="575790" y="106592"/>
                </a:lnTo>
                <a:lnTo>
                  <a:pt x="576058" y="107693"/>
                </a:lnTo>
                <a:lnTo>
                  <a:pt x="576342" y="108776"/>
                </a:lnTo>
                <a:lnTo>
                  <a:pt x="576643" y="109839"/>
                </a:lnTo>
                <a:lnTo>
                  <a:pt x="576960" y="110883"/>
                </a:lnTo>
                <a:lnTo>
                  <a:pt x="577293" y="111909"/>
                </a:lnTo>
                <a:lnTo>
                  <a:pt x="577643" y="112916"/>
                </a:lnTo>
                <a:lnTo>
                  <a:pt x="578008" y="113904"/>
                </a:lnTo>
                <a:lnTo>
                  <a:pt x="578390" y="114873"/>
                </a:lnTo>
                <a:lnTo>
                  <a:pt x="578787" y="115823"/>
                </a:lnTo>
                <a:lnTo>
                  <a:pt x="579197" y="116753"/>
                </a:lnTo>
                <a:lnTo>
                  <a:pt x="579621" y="117663"/>
                </a:lnTo>
                <a:lnTo>
                  <a:pt x="580059" y="118553"/>
                </a:lnTo>
                <a:lnTo>
                  <a:pt x="580509" y="119423"/>
                </a:lnTo>
                <a:lnTo>
                  <a:pt x="580974" y="120273"/>
                </a:lnTo>
                <a:lnTo>
                  <a:pt x="581452" y="121104"/>
                </a:lnTo>
                <a:lnTo>
                  <a:pt x="581943" y="121914"/>
                </a:lnTo>
                <a:lnTo>
                  <a:pt x="582448" y="122705"/>
                </a:lnTo>
                <a:lnTo>
                  <a:pt x="582967" y="123475"/>
                </a:lnTo>
                <a:lnTo>
                  <a:pt x="583499" y="124226"/>
                </a:lnTo>
                <a:lnTo>
                  <a:pt x="584044" y="124957"/>
                </a:lnTo>
                <a:lnTo>
                  <a:pt x="584603" y="125668"/>
                </a:lnTo>
                <a:lnTo>
                  <a:pt x="585176" y="126359"/>
                </a:lnTo>
                <a:lnTo>
                  <a:pt x="585762" y="127030"/>
                </a:lnTo>
                <a:lnTo>
                  <a:pt x="586361" y="127681"/>
                </a:lnTo>
                <a:lnTo>
                  <a:pt x="586974" y="128312"/>
                </a:lnTo>
                <a:lnTo>
                  <a:pt x="587601" y="128923"/>
                </a:lnTo>
                <a:lnTo>
                  <a:pt x="588241" y="129515"/>
                </a:lnTo>
                <a:lnTo>
                  <a:pt x="588894" y="130086"/>
                </a:lnTo>
                <a:lnTo>
                  <a:pt x="589561" y="130638"/>
                </a:lnTo>
                <a:lnTo>
                  <a:pt x="590242" y="131170"/>
                </a:lnTo>
                <a:lnTo>
                  <a:pt x="590936" y="131681"/>
                </a:lnTo>
                <a:lnTo>
                  <a:pt x="591644" y="132173"/>
                </a:lnTo>
                <a:lnTo>
                  <a:pt x="592364" y="132645"/>
                </a:lnTo>
                <a:lnTo>
                  <a:pt x="593095" y="133097"/>
                </a:lnTo>
                <a:lnTo>
                  <a:pt x="593836" y="133529"/>
                </a:lnTo>
                <a:lnTo>
                  <a:pt x="594589" y="133940"/>
                </a:lnTo>
                <a:lnTo>
                  <a:pt x="595353" y="134332"/>
                </a:lnTo>
                <a:lnTo>
                  <a:pt x="596128" y="134703"/>
                </a:lnTo>
                <a:lnTo>
                  <a:pt x="596913" y="135055"/>
                </a:lnTo>
                <a:lnTo>
                  <a:pt x="597710" y="135386"/>
                </a:lnTo>
                <a:lnTo>
                  <a:pt x="598517" y="135697"/>
                </a:lnTo>
                <a:lnTo>
                  <a:pt x="599336" y="135988"/>
                </a:lnTo>
                <a:lnTo>
                  <a:pt x="600165" y="136260"/>
                </a:lnTo>
                <a:lnTo>
                  <a:pt x="601005" y="136511"/>
                </a:lnTo>
                <a:lnTo>
                  <a:pt x="601857" y="136741"/>
                </a:lnTo>
                <a:lnTo>
                  <a:pt x="602719" y="136952"/>
                </a:lnTo>
                <a:lnTo>
                  <a:pt x="603592" y="137143"/>
                </a:lnTo>
                <a:lnTo>
                  <a:pt x="604476" y="137314"/>
                </a:lnTo>
                <a:lnTo>
                  <a:pt x="605371" y="137464"/>
                </a:lnTo>
                <a:lnTo>
                  <a:pt x="606277" y="137595"/>
                </a:lnTo>
                <a:lnTo>
                  <a:pt x="607194" y="137705"/>
                </a:lnTo>
                <a:lnTo>
                  <a:pt x="608122" y="137796"/>
                </a:lnTo>
                <a:lnTo>
                  <a:pt x="609061" y="137866"/>
                </a:lnTo>
                <a:lnTo>
                  <a:pt x="610011" y="137916"/>
                </a:lnTo>
                <a:lnTo>
                  <a:pt x="610971" y="137946"/>
                </a:lnTo>
                <a:lnTo>
                  <a:pt x="611943" y="137956"/>
                </a:lnTo>
                <a:lnTo>
                  <a:pt x="612850" y="137949"/>
                </a:lnTo>
                <a:lnTo>
                  <a:pt x="613746" y="137926"/>
                </a:lnTo>
                <a:lnTo>
                  <a:pt x="614633" y="137888"/>
                </a:lnTo>
                <a:lnTo>
                  <a:pt x="615510" y="137835"/>
                </a:lnTo>
                <a:lnTo>
                  <a:pt x="616377" y="137766"/>
                </a:lnTo>
                <a:close/>
                <a:moveTo>
                  <a:pt x="610498" y="124033"/>
                </a:moveTo>
                <a:lnTo>
                  <a:pt x="609600" y="123847"/>
                </a:lnTo>
                <a:lnTo>
                  <a:pt x="608722" y="123627"/>
                </a:lnTo>
                <a:lnTo>
                  <a:pt x="607865" y="123374"/>
                </a:lnTo>
                <a:lnTo>
                  <a:pt x="607028" y="123086"/>
                </a:lnTo>
                <a:lnTo>
                  <a:pt x="606211" y="122765"/>
                </a:lnTo>
                <a:lnTo>
                  <a:pt x="605415" y="122410"/>
                </a:lnTo>
                <a:lnTo>
                  <a:pt x="604639" y="122021"/>
                </a:lnTo>
                <a:lnTo>
                  <a:pt x="603883" y="121598"/>
                </a:lnTo>
                <a:lnTo>
                  <a:pt x="603148" y="121141"/>
                </a:lnTo>
                <a:lnTo>
                  <a:pt x="602433" y="120650"/>
                </a:lnTo>
                <a:lnTo>
                  <a:pt x="601739" y="120126"/>
                </a:lnTo>
                <a:lnTo>
                  <a:pt x="601065" y="119568"/>
                </a:lnTo>
                <a:lnTo>
                  <a:pt x="600411" y="118976"/>
                </a:lnTo>
                <a:lnTo>
                  <a:pt x="599778" y="118350"/>
                </a:lnTo>
                <a:lnTo>
                  <a:pt x="599164" y="117690"/>
                </a:lnTo>
                <a:lnTo>
                  <a:pt x="598572" y="116997"/>
                </a:lnTo>
                <a:lnTo>
                  <a:pt x="597999" y="116269"/>
                </a:lnTo>
                <a:lnTo>
                  <a:pt x="597447" y="115508"/>
                </a:lnTo>
                <a:lnTo>
                  <a:pt x="596916" y="114713"/>
                </a:lnTo>
                <a:lnTo>
                  <a:pt x="596405" y="113886"/>
                </a:lnTo>
                <a:lnTo>
                  <a:pt x="595916" y="113028"/>
                </a:lnTo>
                <a:lnTo>
                  <a:pt x="595449" y="112140"/>
                </a:lnTo>
                <a:lnTo>
                  <a:pt x="595004" y="111220"/>
                </a:lnTo>
                <a:lnTo>
                  <a:pt x="594580" y="110271"/>
                </a:lnTo>
                <a:lnTo>
                  <a:pt x="594178" y="109290"/>
                </a:lnTo>
                <a:lnTo>
                  <a:pt x="593798" y="108279"/>
                </a:lnTo>
                <a:lnTo>
                  <a:pt x="593440" y="107238"/>
                </a:lnTo>
                <a:lnTo>
                  <a:pt x="593103" y="106166"/>
                </a:lnTo>
                <a:lnTo>
                  <a:pt x="592788" y="105063"/>
                </a:lnTo>
                <a:lnTo>
                  <a:pt x="592494" y="103929"/>
                </a:lnTo>
                <a:lnTo>
                  <a:pt x="592223" y="102765"/>
                </a:lnTo>
                <a:lnTo>
                  <a:pt x="591973" y="101570"/>
                </a:lnTo>
                <a:lnTo>
                  <a:pt x="591745" y="100345"/>
                </a:lnTo>
                <a:lnTo>
                  <a:pt x="591538" y="99089"/>
                </a:lnTo>
                <a:lnTo>
                  <a:pt x="591354" y="97803"/>
                </a:lnTo>
                <a:lnTo>
                  <a:pt x="591191" y="96485"/>
                </a:lnTo>
                <a:lnTo>
                  <a:pt x="591050" y="95138"/>
                </a:lnTo>
                <a:lnTo>
                  <a:pt x="590930" y="93759"/>
                </a:lnTo>
                <a:lnTo>
                  <a:pt x="590832" y="92350"/>
                </a:lnTo>
                <a:lnTo>
                  <a:pt x="590756" y="90910"/>
                </a:lnTo>
                <a:lnTo>
                  <a:pt x="590702" y="89440"/>
                </a:lnTo>
                <a:lnTo>
                  <a:pt x="590669" y="87939"/>
                </a:lnTo>
                <a:lnTo>
                  <a:pt x="590659" y="86407"/>
                </a:lnTo>
                <a:lnTo>
                  <a:pt x="590670" y="84926"/>
                </a:lnTo>
                <a:lnTo>
                  <a:pt x="590705" y="83473"/>
                </a:lnTo>
                <a:lnTo>
                  <a:pt x="590762" y="82049"/>
                </a:lnTo>
                <a:lnTo>
                  <a:pt x="590843" y="80653"/>
                </a:lnTo>
                <a:lnTo>
                  <a:pt x="590947" y="79286"/>
                </a:lnTo>
                <a:lnTo>
                  <a:pt x="591074" y="77947"/>
                </a:lnTo>
                <a:lnTo>
                  <a:pt x="591224" y="76636"/>
                </a:lnTo>
                <a:lnTo>
                  <a:pt x="591398" y="75355"/>
                </a:lnTo>
                <a:lnTo>
                  <a:pt x="591594" y="74101"/>
                </a:lnTo>
                <a:lnTo>
                  <a:pt x="591813" y="72876"/>
                </a:lnTo>
                <a:lnTo>
                  <a:pt x="592056" y="71680"/>
                </a:lnTo>
                <a:lnTo>
                  <a:pt x="592321" y="70512"/>
                </a:lnTo>
                <a:lnTo>
                  <a:pt x="592610" y="69372"/>
                </a:lnTo>
                <a:lnTo>
                  <a:pt x="592922" y="68261"/>
                </a:lnTo>
                <a:lnTo>
                  <a:pt x="593257" y="67179"/>
                </a:lnTo>
                <a:lnTo>
                  <a:pt x="593615" y="66125"/>
                </a:lnTo>
                <a:lnTo>
                  <a:pt x="593996" y="65099"/>
                </a:lnTo>
                <a:lnTo>
                  <a:pt x="594400" y="64102"/>
                </a:lnTo>
                <a:lnTo>
                  <a:pt x="594827" y="63133"/>
                </a:lnTo>
                <a:lnTo>
                  <a:pt x="595278" y="62193"/>
                </a:lnTo>
                <a:lnTo>
                  <a:pt x="595751" y="61282"/>
                </a:lnTo>
                <a:lnTo>
                  <a:pt x="596248" y="60398"/>
                </a:lnTo>
                <a:lnTo>
                  <a:pt x="596767" y="59544"/>
                </a:lnTo>
                <a:lnTo>
                  <a:pt x="597310" y="58718"/>
                </a:lnTo>
                <a:lnTo>
                  <a:pt x="597875" y="57923"/>
                </a:lnTo>
                <a:lnTo>
                  <a:pt x="598463" y="57161"/>
                </a:lnTo>
                <a:lnTo>
                  <a:pt x="599074" y="56434"/>
                </a:lnTo>
                <a:lnTo>
                  <a:pt x="599706" y="55741"/>
                </a:lnTo>
                <a:lnTo>
                  <a:pt x="600362" y="55081"/>
                </a:lnTo>
                <a:lnTo>
                  <a:pt x="601039" y="54455"/>
                </a:lnTo>
                <a:lnTo>
                  <a:pt x="601739" y="53863"/>
                </a:lnTo>
                <a:lnTo>
                  <a:pt x="602461" y="53305"/>
                </a:lnTo>
                <a:lnTo>
                  <a:pt x="603206" y="52780"/>
                </a:lnTo>
                <a:lnTo>
                  <a:pt x="603973" y="52290"/>
                </a:lnTo>
                <a:lnTo>
                  <a:pt x="604763" y="51833"/>
                </a:lnTo>
                <a:lnTo>
                  <a:pt x="605575" y="51410"/>
                </a:lnTo>
                <a:lnTo>
                  <a:pt x="606409" y="51021"/>
                </a:lnTo>
                <a:lnTo>
                  <a:pt x="607266" y="50666"/>
                </a:lnTo>
                <a:lnTo>
                  <a:pt x="608146" y="50345"/>
                </a:lnTo>
                <a:lnTo>
                  <a:pt x="609047" y="50057"/>
                </a:lnTo>
                <a:lnTo>
                  <a:pt x="609971" y="49803"/>
                </a:lnTo>
                <a:lnTo>
                  <a:pt x="610918" y="49583"/>
                </a:lnTo>
                <a:lnTo>
                  <a:pt x="611887" y="49397"/>
                </a:lnTo>
                <a:lnTo>
                  <a:pt x="612878" y="49245"/>
                </a:lnTo>
                <a:lnTo>
                  <a:pt x="613892" y="49127"/>
                </a:lnTo>
                <a:lnTo>
                  <a:pt x="614928" y="49042"/>
                </a:lnTo>
                <a:lnTo>
                  <a:pt x="615986" y="48991"/>
                </a:lnTo>
                <a:lnTo>
                  <a:pt x="617067" y="48974"/>
                </a:lnTo>
                <a:lnTo>
                  <a:pt x="617891" y="48984"/>
                </a:lnTo>
                <a:lnTo>
                  <a:pt x="618702" y="49013"/>
                </a:lnTo>
                <a:lnTo>
                  <a:pt x="619502" y="49060"/>
                </a:lnTo>
                <a:lnTo>
                  <a:pt x="620290" y="49127"/>
                </a:lnTo>
                <a:lnTo>
                  <a:pt x="621067" y="49213"/>
                </a:lnTo>
                <a:lnTo>
                  <a:pt x="621831" y="49317"/>
                </a:lnTo>
                <a:lnTo>
                  <a:pt x="622584" y="49441"/>
                </a:lnTo>
                <a:lnTo>
                  <a:pt x="623325" y="49584"/>
                </a:lnTo>
                <a:lnTo>
                  <a:pt x="624054" y="49746"/>
                </a:lnTo>
                <a:lnTo>
                  <a:pt x="624771" y="49927"/>
                </a:lnTo>
                <a:lnTo>
                  <a:pt x="625476" y="50127"/>
                </a:lnTo>
                <a:lnTo>
                  <a:pt x="626170" y="50346"/>
                </a:lnTo>
                <a:lnTo>
                  <a:pt x="626852" y="50585"/>
                </a:lnTo>
                <a:lnTo>
                  <a:pt x="627522" y="50842"/>
                </a:lnTo>
                <a:lnTo>
                  <a:pt x="628180" y="51118"/>
                </a:lnTo>
                <a:lnTo>
                  <a:pt x="628826" y="51413"/>
                </a:lnTo>
                <a:lnTo>
                  <a:pt x="629461" y="51728"/>
                </a:lnTo>
                <a:lnTo>
                  <a:pt x="630084" y="52061"/>
                </a:lnTo>
                <a:lnTo>
                  <a:pt x="630695" y="52414"/>
                </a:lnTo>
                <a:lnTo>
                  <a:pt x="631294" y="52785"/>
                </a:lnTo>
                <a:lnTo>
                  <a:pt x="631881" y="53176"/>
                </a:lnTo>
                <a:lnTo>
                  <a:pt x="632457" y="53585"/>
                </a:lnTo>
                <a:lnTo>
                  <a:pt x="633021" y="54014"/>
                </a:lnTo>
                <a:lnTo>
                  <a:pt x="633573" y="54462"/>
                </a:lnTo>
                <a:lnTo>
                  <a:pt x="634115" y="54924"/>
                </a:lnTo>
                <a:lnTo>
                  <a:pt x="634647" y="55397"/>
                </a:lnTo>
                <a:lnTo>
                  <a:pt x="635172" y="55879"/>
                </a:lnTo>
                <a:lnTo>
                  <a:pt x="635687" y="56372"/>
                </a:lnTo>
                <a:lnTo>
                  <a:pt x="636194" y="56875"/>
                </a:lnTo>
                <a:lnTo>
                  <a:pt x="636692" y="57388"/>
                </a:lnTo>
                <a:lnTo>
                  <a:pt x="637182" y="57912"/>
                </a:lnTo>
                <a:lnTo>
                  <a:pt x="637662" y="58445"/>
                </a:lnTo>
                <a:lnTo>
                  <a:pt x="638134" y="58988"/>
                </a:lnTo>
                <a:lnTo>
                  <a:pt x="638597" y="59542"/>
                </a:lnTo>
                <a:lnTo>
                  <a:pt x="639052" y="60106"/>
                </a:lnTo>
                <a:lnTo>
                  <a:pt x="639498" y="60680"/>
                </a:lnTo>
                <a:lnTo>
                  <a:pt x="639935" y="61264"/>
                </a:lnTo>
                <a:lnTo>
                  <a:pt x="640363" y="61858"/>
                </a:lnTo>
                <a:lnTo>
                  <a:pt x="640782" y="62463"/>
                </a:lnTo>
                <a:lnTo>
                  <a:pt x="641193" y="63077"/>
                </a:lnTo>
                <a:lnTo>
                  <a:pt x="641595" y="63702"/>
                </a:lnTo>
                <a:lnTo>
                  <a:pt x="641989" y="64337"/>
                </a:lnTo>
                <a:lnTo>
                  <a:pt x="642373" y="64982"/>
                </a:lnTo>
                <a:lnTo>
                  <a:pt x="642749" y="65637"/>
                </a:lnTo>
                <a:lnTo>
                  <a:pt x="643117" y="66302"/>
                </a:lnTo>
                <a:lnTo>
                  <a:pt x="643475" y="66978"/>
                </a:lnTo>
                <a:lnTo>
                  <a:pt x="643825" y="67663"/>
                </a:lnTo>
                <a:lnTo>
                  <a:pt x="644166" y="68359"/>
                </a:lnTo>
                <a:lnTo>
                  <a:pt x="644166" y="106818"/>
                </a:lnTo>
                <a:lnTo>
                  <a:pt x="643800" y="107421"/>
                </a:lnTo>
                <a:lnTo>
                  <a:pt x="643425" y="108016"/>
                </a:lnTo>
                <a:lnTo>
                  <a:pt x="643040" y="108605"/>
                </a:lnTo>
                <a:lnTo>
                  <a:pt x="642647" y="109186"/>
                </a:lnTo>
                <a:lnTo>
                  <a:pt x="642244" y="109760"/>
                </a:lnTo>
                <a:lnTo>
                  <a:pt x="641832" y="110326"/>
                </a:lnTo>
                <a:lnTo>
                  <a:pt x="641410" y="110885"/>
                </a:lnTo>
                <a:lnTo>
                  <a:pt x="640980" y="111437"/>
                </a:lnTo>
                <a:lnTo>
                  <a:pt x="640540" y="111982"/>
                </a:lnTo>
                <a:lnTo>
                  <a:pt x="640091" y="112519"/>
                </a:lnTo>
                <a:lnTo>
                  <a:pt x="639633" y="113049"/>
                </a:lnTo>
                <a:lnTo>
                  <a:pt x="639165" y="113572"/>
                </a:lnTo>
                <a:lnTo>
                  <a:pt x="638688" y="114088"/>
                </a:lnTo>
                <a:lnTo>
                  <a:pt x="638202" y="114596"/>
                </a:lnTo>
                <a:lnTo>
                  <a:pt x="637707" y="115097"/>
                </a:lnTo>
                <a:lnTo>
                  <a:pt x="637202" y="115590"/>
                </a:lnTo>
                <a:lnTo>
                  <a:pt x="636689" y="116077"/>
                </a:lnTo>
                <a:lnTo>
                  <a:pt x="636166" y="116556"/>
                </a:lnTo>
                <a:lnTo>
                  <a:pt x="635633" y="117027"/>
                </a:lnTo>
                <a:lnTo>
                  <a:pt x="635092" y="117492"/>
                </a:lnTo>
                <a:lnTo>
                  <a:pt x="634541" y="117949"/>
                </a:lnTo>
                <a:lnTo>
                  <a:pt x="633981" y="118399"/>
                </a:lnTo>
                <a:lnTo>
                  <a:pt x="633412" y="118842"/>
                </a:lnTo>
                <a:lnTo>
                  <a:pt x="632834" y="119277"/>
                </a:lnTo>
                <a:lnTo>
                  <a:pt x="632245" y="119699"/>
                </a:lnTo>
                <a:lnTo>
                  <a:pt x="631643" y="120104"/>
                </a:lnTo>
                <a:lnTo>
                  <a:pt x="631029" y="120491"/>
                </a:lnTo>
                <a:lnTo>
                  <a:pt x="630403" y="120859"/>
                </a:lnTo>
                <a:lnTo>
                  <a:pt x="629765" y="121210"/>
                </a:lnTo>
                <a:lnTo>
                  <a:pt x="629114" y="121543"/>
                </a:lnTo>
                <a:lnTo>
                  <a:pt x="628451" y="121858"/>
                </a:lnTo>
                <a:lnTo>
                  <a:pt x="627775" y="122154"/>
                </a:lnTo>
                <a:lnTo>
                  <a:pt x="627088" y="122433"/>
                </a:lnTo>
                <a:lnTo>
                  <a:pt x="626388" y="122694"/>
                </a:lnTo>
                <a:lnTo>
                  <a:pt x="625675" y="122937"/>
                </a:lnTo>
                <a:lnTo>
                  <a:pt x="624951" y="123161"/>
                </a:lnTo>
                <a:lnTo>
                  <a:pt x="624214" y="123368"/>
                </a:lnTo>
                <a:lnTo>
                  <a:pt x="623464" y="123557"/>
                </a:lnTo>
                <a:lnTo>
                  <a:pt x="622703" y="123728"/>
                </a:lnTo>
                <a:lnTo>
                  <a:pt x="621929" y="123881"/>
                </a:lnTo>
                <a:lnTo>
                  <a:pt x="621142" y="124016"/>
                </a:lnTo>
                <a:lnTo>
                  <a:pt x="620344" y="124133"/>
                </a:lnTo>
                <a:lnTo>
                  <a:pt x="619533" y="124231"/>
                </a:lnTo>
                <a:lnTo>
                  <a:pt x="618710" y="124312"/>
                </a:lnTo>
                <a:lnTo>
                  <a:pt x="617874" y="124375"/>
                </a:lnTo>
                <a:lnTo>
                  <a:pt x="617026" y="124420"/>
                </a:lnTo>
                <a:lnTo>
                  <a:pt x="616166" y="124447"/>
                </a:lnTo>
                <a:lnTo>
                  <a:pt x="615294" y="124456"/>
                </a:lnTo>
                <a:lnTo>
                  <a:pt x="614294" y="124439"/>
                </a:lnTo>
                <a:lnTo>
                  <a:pt x="613314" y="124389"/>
                </a:lnTo>
                <a:lnTo>
                  <a:pt x="612355" y="124304"/>
                </a:lnTo>
                <a:lnTo>
                  <a:pt x="611416" y="124186"/>
                </a:lnTo>
                <a:lnTo>
                  <a:pt x="610498" y="124033"/>
                </a:lnTo>
                <a:close/>
                <a:moveTo>
                  <a:pt x="1368711" y="137705"/>
                </a:moveTo>
                <a:lnTo>
                  <a:pt x="1369669" y="137595"/>
                </a:lnTo>
                <a:lnTo>
                  <a:pt x="1370616" y="137464"/>
                </a:lnTo>
                <a:lnTo>
                  <a:pt x="1371552" y="137314"/>
                </a:lnTo>
                <a:lnTo>
                  <a:pt x="1372477" y="137143"/>
                </a:lnTo>
                <a:lnTo>
                  <a:pt x="1373392" y="136952"/>
                </a:lnTo>
                <a:lnTo>
                  <a:pt x="1374295" y="136741"/>
                </a:lnTo>
                <a:lnTo>
                  <a:pt x="1375187" y="136511"/>
                </a:lnTo>
                <a:lnTo>
                  <a:pt x="1376069" y="136260"/>
                </a:lnTo>
                <a:lnTo>
                  <a:pt x="1376939" y="135988"/>
                </a:lnTo>
                <a:lnTo>
                  <a:pt x="1377798" y="135697"/>
                </a:lnTo>
                <a:lnTo>
                  <a:pt x="1378647" y="135386"/>
                </a:lnTo>
                <a:lnTo>
                  <a:pt x="1379485" y="135055"/>
                </a:lnTo>
                <a:lnTo>
                  <a:pt x="1380311" y="134703"/>
                </a:lnTo>
                <a:lnTo>
                  <a:pt x="1381127" y="134332"/>
                </a:lnTo>
                <a:lnTo>
                  <a:pt x="1381932" y="133940"/>
                </a:lnTo>
                <a:lnTo>
                  <a:pt x="1382726" y="133529"/>
                </a:lnTo>
                <a:lnTo>
                  <a:pt x="1383508" y="133097"/>
                </a:lnTo>
                <a:lnTo>
                  <a:pt x="1384280" y="132645"/>
                </a:lnTo>
                <a:lnTo>
                  <a:pt x="1385041" y="132173"/>
                </a:lnTo>
                <a:lnTo>
                  <a:pt x="1385790" y="131682"/>
                </a:lnTo>
                <a:lnTo>
                  <a:pt x="1386524" y="131170"/>
                </a:lnTo>
                <a:lnTo>
                  <a:pt x="1387244" y="130639"/>
                </a:lnTo>
                <a:lnTo>
                  <a:pt x="1387950" y="130089"/>
                </a:lnTo>
                <a:lnTo>
                  <a:pt x="1388641" y="129519"/>
                </a:lnTo>
                <a:lnTo>
                  <a:pt x="1389318" y="128930"/>
                </a:lnTo>
                <a:lnTo>
                  <a:pt x="1389982" y="128321"/>
                </a:lnTo>
                <a:lnTo>
                  <a:pt x="1390631" y="127692"/>
                </a:lnTo>
                <a:lnTo>
                  <a:pt x="1391265" y="127044"/>
                </a:lnTo>
                <a:lnTo>
                  <a:pt x="1391886" y="126376"/>
                </a:lnTo>
                <a:lnTo>
                  <a:pt x="1392492" y="125689"/>
                </a:lnTo>
                <a:lnTo>
                  <a:pt x="1393085" y="124982"/>
                </a:lnTo>
                <a:lnTo>
                  <a:pt x="1393663" y="124256"/>
                </a:lnTo>
                <a:lnTo>
                  <a:pt x="1394226" y="123510"/>
                </a:lnTo>
                <a:lnTo>
                  <a:pt x="1394776" y="122744"/>
                </a:lnTo>
                <a:lnTo>
                  <a:pt x="1395311" y="121959"/>
                </a:lnTo>
                <a:lnTo>
                  <a:pt x="1395832" y="121155"/>
                </a:lnTo>
                <a:lnTo>
                  <a:pt x="1396339" y="120331"/>
                </a:lnTo>
                <a:lnTo>
                  <a:pt x="1396832" y="119487"/>
                </a:lnTo>
                <a:lnTo>
                  <a:pt x="1397311" y="118624"/>
                </a:lnTo>
                <a:lnTo>
                  <a:pt x="1397775" y="117741"/>
                </a:lnTo>
                <a:lnTo>
                  <a:pt x="1398225" y="116838"/>
                </a:lnTo>
                <a:lnTo>
                  <a:pt x="1398661" y="115916"/>
                </a:lnTo>
                <a:lnTo>
                  <a:pt x="1399083" y="114975"/>
                </a:lnTo>
                <a:lnTo>
                  <a:pt x="1399489" y="114014"/>
                </a:lnTo>
                <a:lnTo>
                  <a:pt x="1399878" y="113034"/>
                </a:lnTo>
                <a:lnTo>
                  <a:pt x="1400249" y="112036"/>
                </a:lnTo>
                <a:lnTo>
                  <a:pt x="1400604" y="111018"/>
                </a:lnTo>
                <a:lnTo>
                  <a:pt x="1400941" y="109982"/>
                </a:lnTo>
                <a:lnTo>
                  <a:pt x="1401260" y="108927"/>
                </a:lnTo>
                <a:lnTo>
                  <a:pt x="1401563" y="107853"/>
                </a:lnTo>
                <a:lnTo>
                  <a:pt x="1401848" y="106760"/>
                </a:lnTo>
                <a:lnTo>
                  <a:pt x="1402116" y="105649"/>
                </a:lnTo>
                <a:lnTo>
                  <a:pt x="1402366" y="104518"/>
                </a:lnTo>
                <a:lnTo>
                  <a:pt x="1402599" y="103369"/>
                </a:lnTo>
                <a:lnTo>
                  <a:pt x="1402815" y="102201"/>
                </a:lnTo>
                <a:lnTo>
                  <a:pt x="1403014" y="101014"/>
                </a:lnTo>
                <a:lnTo>
                  <a:pt x="1403196" y="99808"/>
                </a:lnTo>
                <a:lnTo>
                  <a:pt x="1403360" y="98584"/>
                </a:lnTo>
                <a:lnTo>
                  <a:pt x="1403507" y="97340"/>
                </a:lnTo>
                <a:lnTo>
                  <a:pt x="1403636" y="96078"/>
                </a:lnTo>
                <a:lnTo>
                  <a:pt x="1403748" y="94797"/>
                </a:lnTo>
                <a:lnTo>
                  <a:pt x="1403843" y="93497"/>
                </a:lnTo>
                <a:lnTo>
                  <a:pt x="1403921" y="92178"/>
                </a:lnTo>
                <a:lnTo>
                  <a:pt x="1403982" y="90841"/>
                </a:lnTo>
                <a:lnTo>
                  <a:pt x="1404025" y="89485"/>
                </a:lnTo>
                <a:lnTo>
                  <a:pt x="1404051" y="88109"/>
                </a:lnTo>
                <a:lnTo>
                  <a:pt x="1404059" y="86715"/>
                </a:lnTo>
                <a:lnTo>
                  <a:pt x="1404051" y="85313"/>
                </a:lnTo>
                <a:lnTo>
                  <a:pt x="1404027" y="83930"/>
                </a:lnTo>
                <a:lnTo>
                  <a:pt x="1403986" y="82566"/>
                </a:lnTo>
                <a:lnTo>
                  <a:pt x="1403929" y="81222"/>
                </a:lnTo>
                <a:lnTo>
                  <a:pt x="1403856" y="79897"/>
                </a:lnTo>
                <a:lnTo>
                  <a:pt x="1403767" y="78591"/>
                </a:lnTo>
                <a:lnTo>
                  <a:pt x="1403661" y="77305"/>
                </a:lnTo>
                <a:lnTo>
                  <a:pt x="1403539" y="76038"/>
                </a:lnTo>
                <a:lnTo>
                  <a:pt x="1403401" y="74791"/>
                </a:lnTo>
                <a:lnTo>
                  <a:pt x="1403247" y="73563"/>
                </a:lnTo>
                <a:lnTo>
                  <a:pt x="1403076" y="72355"/>
                </a:lnTo>
                <a:lnTo>
                  <a:pt x="1402889" y="71165"/>
                </a:lnTo>
                <a:lnTo>
                  <a:pt x="1402686" y="69995"/>
                </a:lnTo>
                <a:lnTo>
                  <a:pt x="1402467" y="68845"/>
                </a:lnTo>
                <a:lnTo>
                  <a:pt x="1402231" y="67714"/>
                </a:lnTo>
                <a:lnTo>
                  <a:pt x="1401979" y="66602"/>
                </a:lnTo>
                <a:lnTo>
                  <a:pt x="1401711" y="65510"/>
                </a:lnTo>
                <a:lnTo>
                  <a:pt x="1401427" y="64437"/>
                </a:lnTo>
                <a:lnTo>
                  <a:pt x="1401126" y="63384"/>
                </a:lnTo>
                <a:lnTo>
                  <a:pt x="1400809" y="62349"/>
                </a:lnTo>
                <a:lnTo>
                  <a:pt x="1400476" y="61335"/>
                </a:lnTo>
                <a:lnTo>
                  <a:pt x="1400126" y="60339"/>
                </a:lnTo>
                <a:lnTo>
                  <a:pt x="1399761" y="59363"/>
                </a:lnTo>
                <a:lnTo>
                  <a:pt x="1399379" y="58407"/>
                </a:lnTo>
                <a:lnTo>
                  <a:pt x="1398982" y="57469"/>
                </a:lnTo>
                <a:lnTo>
                  <a:pt x="1398572" y="56551"/>
                </a:lnTo>
                <a:lnTo>
                  <a:pt x="1398148" y="55653"/>
                </a:lnTo>
                <a:lnTo>
                  <a:pt x="1397710" y="54774"/>
                </a:lnTo>
                <a:lnTo>
                  <a:pt x="1397260" y="53915"/>
                </a:lnTo>
                <a:lnTo>
                  <a:pt x="1396795" y="53076"/>
                </a:lnTo>
                <a:lnTo>
                  <a:pt x="1396317" y="52256"/>
                </a:lnTo>
                <a:lnTo>
                  <a:pt x="1395826" y="51455"/>
                </a:lnTo>
                <a:lnTo>
                  <a:pt x="1395321" y="50674"/>
                </a:lnTo>
                <a:lnTo>
                  <a:pt x="1394802" y="49913"/>
                </a:lnTo>
                <a:lnTo>
                  <a:pt x="1394271" y="49171"/>
                </a:lnTo>
                <a:lnTo>
                  <a:pt x="1393725" y="48449"/>
                </a:lnTo>
                <a:lnTo>
                  <a:pt x="1393166" y="47746"/>
                </a:lnTo>
                <a:lnTo>
                  <a:pt x="1392594" y="47063"/>
                </a:lnTo>
                <a:lnTo>
                  <a:pt x="1392008" y="46399"/>
                </a:lnTo>
                <a:lnTo>
                  <a:pt x="1391408" y="45755"/>
                </a:lnTo>
                <a:lnTo>
                  <a:pt x="1390795" y="45131"/>
                </a:lnTo>
                <a:lnTo>
                  <a:pt x="1390168" y="44526"/>
                </a:lnTo>
                <a:lnTo>
                  <a:pt x="1389528" y="43940"/>
                </a:lnTo>
                <a:lnTo>
                  <a:pt x="1388875" y="43375"/>
                </a:lnTo>
                <a:lnTo>
                  <a:pt x="1388208" y="42828"/>
                </a:lnTo>
                <a:lnTo>
                  <a:pt x="1387527" y="42302"/>
                </a:lnTo>
                <a:lnTo>
                  <a:pt x="1386833" y="41794"/>
                </a:lnTo>
                <a:lnTo>
                  <a:pt x="1386125" y="41307"/>
                </a:lnTo>
                <a:lnTo>
                  <a:pt x="1385405" y="40839"/>
                </a:lnTo>
                <a:lnTo>
                  <a:pt x="1384674" y="40391"/>
                </a:lnTo>
                <a:lnTo>
                  <a:pt x="1383933" y="39963"/>
                </a:lnTo>
                <a:lnTo>
                  <a:pt x="1383180" y="39555"/>
                </a:lnTo>
                <a:lnTo>
                  <a:pt x="1382416" y="39167"/>
                </a:lnTo>
                <a:lnTo>
                  <a:pt x="1381642" y="38798"/>
                </a:lnTo>
                <a:lnTo>
                  <a:pt x="1380856" y="38450"/>
                </a:lnTo>
                <a:lnTo>
                  <a:pt x="1380059" y="38121"/>
                </a:lnTo>
                <a:lnTo>
                  <a:pt x="1379252" y="37813"/>
                </a:lnTo>
                <a:lnTo>
                  <a:pt x="1378434" y="37524"/>
                </a:lnTo>
                <a:lnTo>
                  <a:pt x="1377604" y="37255"/>
                </a:lnTo>
                <a:lnTo>
                  <a:pt x="1376764" y="37006"/>
                </a:lnTo>
                <a:lnTo>
                  <a:pt x="1375913" y="36778"/>
                </a:lnTo>
                <a:lnTo>
                  <a:pt x="1375050" y="36568"/>
                </a:lnTo>
                <a:lnTo>
                  <a:pt x="1374177" y="36379"/>
                </a:lnTo>
                <a:lnTo>
                  <a:pt x="1373293" y="36210"/>
                </a:lnTo>
                <a:lnTo>
                  <a:pt x="1372398" y="36061"/>
                </a:lnTo>
                <a:lnTo>
                  <a:pt x="1371492" y="35931"/>
                </a:lnTo>
                <a:lnTo>
                  <a:pt x="1370575" y="35822"/>
                </a:lnTo>
                <a:lnTo>
                  <a:pt x="1369647" y="35732"/>
                </a:lnTo>
                <a:lnTo>
                  <a:pt x="1368708" y="35663"/>
                </a:lnTo>
                <a:lnTo>
                  <a:pt x="1367758" y="35613"/>
                </a:lnTo>
                <a:lnTo>
                  <a:pt x="1366798" y="35583"/>
                </a:lnTo>
                <a:lnTo>
                  <a:pt x="1365826" y="35573"/>
                </a:lnTo>
                <a:lnTo>
                  <a:pt x="1364919" y="35581"/>
                </a:lnTo>
                <a:lnTo>
                  <a:pt x="1364022" y="35606"/>
                </a:lnTo>
                <a:lnTo>
                  <a:pt x="1363135" y="35647"/>
                </a:lnTo>
                <a:lnTo>
                  <a:pt x="1362258" y="35704"/>
                </a:lnTo>
                <a:lnTo>
                  <a:pt x="1361390" y="35778"/>
                </a:lnTo>
                <a:lnTo>
                  <a:pt x="1360532" y="35869"/>
                </a:lnTo>
                <a:lnTo>
                  <a:pt x="1359684" y="35975"/>
                </a:lnTo>
                <a:lnTo>
                  <a:pt x="1358846" y="36099"/>
                </a:lnTo>
                <a:lnTo>
                  <a:pt x="1358017" y="36238"/>
                </a:lnTo>
                <a:lnTo>
                  <a:pt x="1357198" y="36394"/>
                </a:lnTo>
                <a:lnTo>
                  <a:pt x="1356389" y="36567"/>
                </a:lnTo>
                <a:lnTo>
                  <a:pt x="1355590" y="36756"/>
                </a:lnTo>
                <a:lnTo>
                  <a:pt x="1354800" y="36961"/>
                </a:lnTo>
                <a:lnTo>
                  <a:pt x="1354021" y="37183"/>
                </a:lnTo>
                <a:lnTo>
                  <a:pt x="1353250" y="37421"/>
                </a:lnTo>
                <a:lnTo>
                  <a:pt x="1352490" y="37675"/>
                </a:lnTo>
                <a:lnTo>
                  <a:pt x="1351739" y="37946"/>
                </a:lnTo>
                <a:lnTo>
                  <a:pt x="1350999" y="38234"/>
                </a:lnTo>
                <a:lnTo>
                  <a:pt x="1350268" y="38537"/>
                </a:lnTo>
                <a:lnTo>
                  <a:pt x="1349546" y="38858"/>
                </a:lnTo>
                <a:lnTo>
                  <a:pt x="1348835" y="39194"/>
                </a:lnTo>
                <a:lnTo>
                  <a:pt x="1348133" y="39547"/>
                </a:lnTo>
                <a:lnTo>
                  <a:pt x="1347441" y="39917"/>
                </a:lnTo>
                <a:lnTo>
                  <a:pt x="1346758" y="40303"/>
                </a:lnTo>
                <a:lnTo>
                  <a:pt x="1346086" y="40702"/>
                </a:lnTo>
                <a:lnTo>
                  <a:pt x="1345425" y="41111"/>
                </a:lnTo>
                <a:lnTo>
                  <a:pt x="1344774" y="41530"/>
                </a:lnTo>
                <a:lnTo>
                  <a:pt x="1344135" y="41959"/>
                </a:lnTo>
                <a:lnTo>
                  <a:pt x="1343506" y="42398"/>
                </a:lnTo>
                <a:lnTo>
                  <a:pt x="1342888" y="42847"/>
                </a:lnTo>
                <a:lnTo>
                  <a:pt x="1342280" y="43305"/>
                </a:lnTo>
                <a:lnTo>
                  <a:pt x="1341684" y="43774"/>
                </a:lnTo>
                <a:lnTo>
                  <a:pt x="1341098" y="44252"/>
                </a:lnTo>
                <a:lnTo>
                  <a:pt x="1340523" y="44741"/>
                </a:lnTo>
                <a:lnTo>
                  <a:pt x="1339958" y="45239"/>
                </a:lnTo>
                <a:lnTo>
                  <a:pt x="1339405" y="45747"/>
                </a:lnTo>
                <a:lnTo>
                  <a:pt x="1338862" y="46265"/>
                </a:lnTo>
                <a:lnTo>
                  <a:pt x="1338330" y="46794"/>
                </a:lnTo>
                <a:lnTo>
                  <a:pt x="1337809" y="47332"/>
                </a:lnTo>
                <a:lnTo>
                  <a:pt x="1337298" y="47880"/>
                </a:lnTo>
                <a:lnTo>
                  <a:pt x="1336799" y="48437"/>
                </a:lnTo>
                <a:lnTo>
                  <a:pt x="1336310" y="49005"/>
                </a:lnTo>
                <a:lnTo>
                  <a:pt x="1335832" y="49583"/>
                </a:lnTo>
                <a:lnTo>
                  <a:pt x="1335365" y="50171"/>
                </a:lnTo>
                <a:lnTo>
                  <a:pt x="1334908" y="50768"/>
                </a:lnTo>
                <a:lnTo>
                  <a:pt x="1334462" y="51376"/>
                </a:lnTo>
                <a:lnTo>
                  <a:pt x="1334027" y="51993"/>
                </a:lnTo>
                <a:lnTo>
                  <a:pt x="1333603" y="52620"/>
                </a:lnTo>
                <a:lnTo>
                  <a:pt x="1333603" y="3547"/>
                </a:lnTo>
                <a:lnTo>
                  <a:pt x="1317147" y="3547"/>
                </a:lnTo>
                <a:lnTo>
                  <a:pt x="1317147" y="136183"/>
                </a:lnTo>
                <a:lnTo>
                  <a:pt x="1332519" y="136183"/>
                </a:lnTo>
                <a:lnTo>
                  <a:pt x="1333406" y="122584"/>
                </a:lnTo>
                <a:lnTo>
                  <a:pt x="1333805" y="123178"/>
                </a:lnTo>
                <a:lnTo>
                  <a:pt x="1334214" y="123761"/>
                </a:lnTo>
                <a:lnTo>
                  <a:pt x="1334632" y="124334"/>
                </a:lnTo>
                <a:lnTo>
                  <a:pt x="1335059" y="124896"/>
                </a:lnTo>
                <a:lnTo>
                  <a:pt x="1335497" y="125447"/>
                </a:lnTo>
                <a:lnTo>
                  <a:pt x="1335944" y="125987"/>
                </a:lnTo>
                <a:lnTo>
                  <a:pt x="1336400" y="126516"/>
                </a:lnTo>
                <a:lnTo>
                  <a:pt x="1336866" y="127035"/>
                </a:lnTo>
                <a:lnTo>
                  <a:pt x="1337342" y="127543"/>
                </a:lnTo>
                <a:lnTo>
                  <a:pt x="1337827" y="128040"/>
                </a:lnTo>
                <a:lnTo>
                  <a:pt x="1338322" y="128526"/>
                </a:lnTo>
                <a:lnTo>
                  <a:pt x="1338826" y="129001"/>
                </a:lnTo>
                <a:lnTo>
                  <a:pt x="1339340" y="129466"/>
                </a:lnTo>
                <a:lnTo>
                  <a:pt x="1339863" y="129920"/>
                </a:lnTo>
                <a:lnTo>
                  <a:pt x="1340396" y="130363"/>
                </a:lnTo>
                <a:lnTo>
                  <a:pt x="1340939" y="130796"/>
                </a:lnTo>
                <a:lnTo>
                  <a:pt x="1341491" y="131217"/>
                </a:lnTo>
                <a:lnTo>
                  <a:pt x="1342053" y="131628"/>
                </a:lnTo>
                <a:lnTo>
                  <a:pt x="1342624" y="132028"/>
                </a:lnTo>
                <a:lnTo>
                  <a:pt x="1343205" y="132418"/>
                </a:lnTo>
                <a:lnTo>
                  <a:pt x="1343796" y="132796"/>
                </a:lnTo>
                <a:lnTo>
                  <a:pt x="1344396" y="133164"/>
                </a:lnTo>
                <a:lnTo>
                  <a:pt x="1345006" y="133521"/>
                </a:lnTo>
                <a:lnTo>
                  <a:pt x="1345625" y="133867"/>
                </a:lnTo>
                <a:lnTo>
                  <a:pt x="1346255" y="134201"/>
                </a:lnTo>
                <a:lnTo>
                  <a:pt x="1346895" y="134520"/>
                </a:lnTo>
                <a:lnTo>
                  <a:pt x="1347547" y="134825"/>
                </a:lnTo>
                <a:lnTo>
                  <a:pt x="1348209" y="135116"/>
                </a:lnTo>
                <a:lnTo>
                  <a:pt x="1348882" y="135393"/>
                </a:lnTo>
                <a:lnTo>
                  <a:pt x="1349567" y="135656"/>
                </a:lnTo>
                <a:lnTo>
                  <a:pt x="1350262" y="135904"/>
                </a:lnTo>
                <a:lnTo>
                  <a:pt x="1350968" y="136139"/>
                </a:lnTo>
                <a:lnTo>
                  <a:pt x="1351685" y="136359"/>
                </a:lnTo>
                <a:lnTo>
                  <a:pt x="1352413" y="136565"/>
                </a:lnTo>
                <a:lnTo>
                  <a:pt x="1353152" y="136756"/>
                </a:lnTo>
                <a:lnTo>
                  <a:pt x="1353902" y="136934"/>
                </a:lnTo>
                <a:lnTo>
                  <a:pt x="1354663" y="137097"/>
                </a:lnTo>
                <a:lnTo>
                  <a:pt x="1355435" y="137246"/>
                </a:lnTo>
                <a:lnTo>
                  <a:pt x="1356218" y="137381"/>
                </a:lnTo>
                <a:lnTo>
                  <a:pt x="1357012" y="137502"/>
                </a:lnTo>
                <a:lnTo>
                  <a:pt x="1357817" y="137608"/>
                </a:lnTo>
                <a:lnTo>
                  <a:pt x="1358632" y="137701"/>
                </a:lnTo>
                <a:lnTo>
                  <a:pt x="1359459" y="137779"/>
                </a:lnTo>
                <a:lnTo>
                  <a:pt x="1360297" y="137843"/>
                </a:lnTo>
                <a:lnTo>
                  <a:pt x="1361145" y="137892"/>
                </a:lnTo>
                <a:lnTo>
                  <a:pt x="1362005" y="137928"/>
                </a:lnTo>
                <a:lnTo>
                  <a:pt x="1362875" y="137949"/>
                </a:lnTo>
                <a:lnTo>
                  <a:pt x="1363757" y="137956"/>
                </a:lnTo>
                <a:lnTo>
                  <a:pt x="1364769" y="137946"/>
                </a:lnTo>
                <a:lnTo>
                  <a:pt x="1365771" y="137916"/>
                </a:lnTo>
                <a:lnTo>
                  <a:pt x="1366762" y="137866"/>
                </a:lnTo>
                <a:lnTo>
                  <a:pt x="1367742" y="137796"/>
                </a:lnTo>
                <a:lnTo>
                  <a:pt x="1368711" y="137705"/>
                </a:lnTo>
                <a:close/>
                <a:moveTo>
                  <a:pt x="1356733" y="124240"/>
                </a:moveTo>
                <a:lnTo>
                  <a:pt x="1355972" y="124145"/>
                </a:lnTo>
                <a:lnTo>
                  <a:pt x="1355222" y="124033"/>
                </a:lnTo>
                <a:lnTo>
                  <a:pt x="1354483" y="123904"/>
                </a:lnTo>
                <a:lnTo>
                  <a:pt x="1353755" y="123757"/>
                </a:lnTo>
                <a:lnTo>
                  <a:pt x="1353038" y="123593"/>
                </a:lnTo>
                <a:lnTo>
                  <a:pt x="1352331" y="123412"/>
                </a:lnTo>
                <a:lnTo>
                  <a:pt x="1351636" y="123213"/>
                </a:lnTo>
                <a:lnTo>
                  <a:pt x="1350952" y="122997"/>
                </a:lnTo>
                <a:lnTo>
                  <a:pt x="1350278" y="122764"/>
                </a:lnTo>
                <a:lnTo>
                  <a:pt x="1349616" y="122514"/>
                </a:lnTo>
                <a:lnTo>
                  <a:pt x="1348965" y="122246"/>
                </a:lnTo>
                <a:lnTo>
                  <a:pt x="1348324" y="121961"/>
                </a:lnTo>
                <a:lnTo>
                  <a:pt x="1347694" y="121659"/>
                </a:lnTo>
                <a:lnTo>
                  <a:pt x="1347076" y="121339"/>
                </a:lnTo>
                <a:lnTo>
                  <a:pt x="1346468" y="121003"/>
                </a:lnTo>
                <a:lnTo>
                  <a:pt x="1345871" y="120649"/>
                </a:lnTo>
                <a:lnTo>
                  <a:pt x="1345286" y="120277"/>
                </a:lnTo>
                <a:lnTo>
                  <a:pt x="1344711" y="119889"/>
                </a:lnTo>
                <a:lnTo>
                  <a:pt x="1344147" y="119483"/>
                </a:lnTo>
                <a:lnTo>
                  <a:pt x="1343594" y="119064"/>
                </a:lnTo>
                <a:lnTo>
                  <a:pt x="1343050" y="118636"/>
                </a:lnTo>
                <a:lnTo>
                  <a:pt x="1342516" y="118199"/>
                </a:lnTo>
                <a:lnTo>
                  <a:pt x="1341993" y="117753"/>
                </a:lnTo>
                <a:lnTo>
                  <a:pt x="1341479" y="117297"/>
                </a:lnTo>
                <a:lnTo>
                  <a:pt x="1340975" y="116833"/>
                </a:lnTo>
                <a:lnTo>
                  <a:pt x="1340481" y="116360"/>
                </a:lnTo>
                <a:lnTo>
                  <a:pt x="1339997" y="115877"/>
                </a:lnTo>
                <a:lnTo>
                  <a:pt x="1339523" y="115386"/>
                </a:lnTo>
                <a:lnTo>
                  <a:pt x="1339059" y="114885"/>
                </a:lnTo>
                <a:lnTo>
                  <a:pt x="1338605" y="114375"/>
                </a:lnTo>
                <a:lnTo>
                  <a:pt x="1338161" y="113856"/>
                </a:lnTo>
                <a:lnTo>
                  <a:pt x="1337726" y="113328"/>
                </a:lnTo>
                <a:lnTo>
                  <a:pt x="1337302" y="112791"/>
                </a:lnTo>
                <a:lnTo>
                  <a:pt x="1336887" y="112245"/>
                </a:lnTo>
                <a:lnTo>
                  <a:pt x="1336483" y="111690"/>
                </a:lnTo>
                <a:lnTo>
                  <a:pt x="1336088" y="111126"/>
                </a:lnTo>
                <a:lnTo>
                  <a:pt x="1335703" y="110553"/>
                </a:lnTo>
                <a:lnTo>
                  <a:pt x="1335329" y="109970"/>
                </a:lnTo>
                <a:lnTo>
                  <a:pt x="1334964" y="109379"/>
                </a:lnTo>
                <a:lnTo>
                  <a:pt x="1334609" y="108778"/>
                </a:lnTo>
                <a:lnTo>
                  <a:pt x="1334264" y="108169"/>
                </a:lnTo>
                <a:lnTo>
                  <a:pt x="1333928" y="107550"/>
                </a:lnTo>
                <a:lnTo>
                  <a:pt x="1333603" y="106922"/>
                </a:lnTo>
                <a:lnTo>
                  <a:pt x="1333603" y="68467"/>
                </a:lnTo>
                <a:lnTo>
                  <a:pt x="1333953" y="67788"/>
                </a:lnTo>
                <a:lnTo>
                  <a:pt x="1334314" y="67117"/>
                </a:lnTo>
                <a:lnTo>
                  <a:pt x="1334685" y="66455"/>
                </a:lnTo>
                <a:lnTo>
                  <a:pt x="1335066" y="65801"/>
                </a:lnTo>
                <a:lnTo>
                  <a:pt x="1335458" y="65156"/>
                </a:lnTo>
                <a:lnTo>
                  <a:pt x="1335860" y="64519"/>
                </a:lnTo>
                <a:lnTo>
                  <a:pt x="1336273" y="63891"/>
                </a:lnTo>
                <a:lnTo>
                  <a:pt x="1336696" y="63271"/>
                </a:lnTo>
                <a:lnTo>
                  <a:pt x="1337130" y="62660"/>
                </a:lnTo>
                <a:lnTo>
                  <a:pt x="1337574" y="62058"/>
                </a:lnTo>
                <a:lnTo>
                  <a:pt x="1338028" y="61464"/>
                </a:lnTo>
                <a:lnTo>
                  <a:pt x="1338493" y="60879"/>
                </a:lnTo>
                <a:lnTo>
                  <a:pt x="1338969" y="60302"/>
                </a:lnTo>
                <a:lnTo>
                  <a:pt x="1339454" y="59733"/>
                </a:lnTo>
                <a:lnTo>
                  <a:pt x="1339951" y="59174"/>
                </a:lnTo>
                <a:lnTo>
                  <a:pt x="1340457" y="58623"/>
                </a:lnTo>
                <a:lnTo>
                  <a:pt x="1340974" y="58080"/>
                </a:lnTo>
                <a:lnTo>
                  <a:pt x="1341502" y="57546"/>
                </a:lnTo>
                <a:lnTo>
                  <a:pt x="1342040" y="57020"/>
                </a:lnTo>
                <a:lnTo>
                  <a:pt x="1342588" y="56503"/>
                </a:lnTo>
                <a:lnTo>
                  <a:pt x="1343147" y="55995"/>
                </a:lnTo>
                <a:lnTo>
                  <a:pt x="1343716" y="55495"/>
                </a:lnTo>
                <a:lnTo>
                  <a:pt x="1344296" y="55003"/>
                </a:lnTo>
                <a:lnTo>
                  <a:pt x="1344886" y="54520"/>
                </a:lnTo>
                <a:lnTo>
                  <a:pt x="1345487" y="54052"/>
                </a:lnTo>
                <a:lnTo>
                  <a:pt x="1346099" y="53603"/>
                </a:lnTo>
                <a:lnTo>
                  <a:pt x="1346722" y="53174"/>
                </a:lnTo>
                <a:lnTo>
                  <a:pt x="1347356" y="52766"/>
                </a:lnTo>
                <a:lnTo>
                  <a:pt x="1348002" y="52377"/>
                </a:lnTo>
                <a:lnTo>
                  <a:pt x="1348658" y="52008"/>
                </a:lnTo>
                <a:lnTo>
                  <a:pt x="1349326" y="51659"/>
                </a:lnTo>
                <a:lnTo>
                  <a:pt x="1350005" y="51330"/>
                </a:lnTo>
                <a:lnTo>
                  <a:pt x="1350695" y="51021"/>
                </a:lnTo>
                <a:lnTo>
                  <a:pt x="1351396" y="50732"/>
                </a:lnTo>
                <a:lnTo>
                  <a:pt x="1352108" y="50462"/>
                </a:lnTo>
                <a:lnTo>
                  <a:pt x="1352831" y="50213"/>
                </a:lnTo>
                <a:lnTo>
                  <a:pt x="1353565" y="49984"/>
                </a:lnTo>
                <a:lnTo>
                  <a:pt x="1354311" y="49774"/>
                </a:lnTo>
                <a:lnTo>
                  <a:pt x="1355067" y="49585"/>
                </a:lnTo>
                <a:lnTo>
                  <a:pt x="1355835" y="49416"/>
                </a:lnTo>
                <a:lnTo>
                  <a:pt x="1356614" y="49266"/>
                </a:lnTo>
                <a:lnTo>
                  <a:pt x="1357404" y="49136"/>
                </a:lnTo>
                <a:lnTo>
                  <a:pt x="1358205" y="49027"/>
                </a:lnTo>
                <a:lnTo>
                  <a:pt x="1359017" y="48937"/>
                </a:lnTo>
                <a:lnTo>
                  <a:pt x="1359840" y="48867"/>
                </a:lnTo>
                <a:lnTo>
                  <a:pt x="1360675" y="48817"/>
                </a:lnTo>
                <a:lnTo>
                  <a:pt x="1361520" y="48787"/>
                </a:lnTo>
                <a:lnTo>
                  <a:pt x="1362377" y="48777"/>
                </a:lnTo>
                <a:lnTo>
                  <a:pt x="1363385" y="48794"/>
                </a:lnTo>
                <a:lnTo>
                  <a:pt x="1364372" y="48846"/>
                </a:lnTo>
                <a:lnTo>
                  <a:pt x="1365339" y="48931"/>
                </a:lnTo>
                <a:lnTo>
                  <a:pt x="1366284" y="49051"/>
                </a:lnTo>
                <a:lnTo>
                  <a:pt x="1367209" y="49205"/>
                </a:lnTo>
                <a:lnTo>
                  <a:pt x="1368114" y="49393"/>
                </a:lnTo>
                <a:lnTo>
                  <a:pt x="1368998" y="49615"/>
                </a:lnTo>
                <a:lnTo>
                  <a:pt x="1369861" y="49871"/>
                </a:lnTo>
                <a:lnTo>
                  <a:pt x="1370703" y="50162"/>
                </a:lnTo>
                <a:lnTo>
                  <a:pt x="1371524" y="50487"/>
                </a:lnTo>
                <a:lnTo>
                  <a:pt x="1372325" y="50845"/>
                </a:lnTo>
                <a:lnTo>
                  <a:pt x="1373106" y="51239"/>
                </a:lnTo>
                <a:lnTo>
                  <a:pt x="1373865" y="51666"/>
                </a:lnTo>
                <a:lnTo>
                  <a:pt x="1374604" y="52127"/>
                </a:lnTo>
                <a:lnTo>
                  <a:pt x="1375322" y="52623"/>
                </a:lnTo>
                <a:lnTo>
                  <a:pt x="1376019" y="53153"/>
                </a:lnTo>
                <a:lnTo>
                  <a:pt x="1376696" y="53717"/>
                </a:lnTo>
                <a:lnTo>
                  <a:pt x="1377352" y="54315"/>
                </a:lnTo>
                <a:lnTo>
                  <a:pt x="1377987" y="54947"/>
                </a:lnTo>
                <a:lnTo>
                  <a:pt x="1378602" y="55614"/>
                </a:lnTo>
                <a:lnTo>
                  <a:pt x="1379196" y="56315"/>
                </a:lnTo>
                <a:lnTo>
                  <a:pt x="1379769" y="57050"/>
                </a:lnTo>
                <a:lnTo>
                  <a:pt x="1380321" y="57819"/>
                </a:lnTo>
                <a:lnTo>
                  <a:pt x="1380853" y="58622"/>
                </a:lnTo>
                <a:lnTo>
                  <a:pt x="1381364" y="59458"/>
                </a:lnTo>
                <a:lnTo>
                  <a:pt x="1381853" y="60323"/>
                </a:lnTo>
                <a:lnTo>
                  <a:pt x="1382320" y="61218"/>
                </a:lnTo>
                <a:lnTo>
                  <a:pt x="1382765" y="62143"/>
                </a:lnTo>
                <a:lnTo>
                  <a:pt x="1383189" y="63098"/>
                </a:lnTo>
                <a:lnTo>
                  <a:pt x="1383591" y="64083"/>
                </a:lnTo>
                <a:lnTo>
                  <a:pt x="1383971" y="65098"/>
                </a:lnTo>
                <a:lnTo>
                  <a:pt x="1384330" y="66142"/>
                </a:lnTo>
                <a:lnTo>
                  <a:pt x="1384666" y="67217"/>
                </a:lnTo>
                <a:lnTo>
                  <a:pt x="1384981" y="68321"/>
                </a:lnTo>
                <a:lnTo>
                  <a:pt x="1385275" y="69456"/>
                </a:lnTo>
                <a:lnTo>
                  <a:pt x="1385546" y="70620"/>
                </a:lnTo>
                <a:lnTo>
                  <a:pt x="1385796" y="71814"/>
                </a:lnTo>
                <a:lnTo>
                  <a:pt x="1386024" y="73039"/>
                </a:lnTo>
                <a:lnTo>
                  <a:pt x="1386231" y="74293"/>
                </a:lnTo>
                <a:lnTo>
                  <a:pt x="1386415" y="75577"/>
                </a:lnTo>
                <a:lnTo>
                  <a:pt x="1386578" y="76890"/>
                </a:lnTo>
                <a:lnTo>
                  <a:pt x="1386719" y="78234"/>
                </a:lnTo>
                <a:lnTo>
                  <a:pt x="1386839" y="79608"/>
                </a:lnTo>
                <a:lnTo>
                  <a:pt x="1386937" y="81011"/>
                </a:lnTo>
                <a:lnTo>
                  <a:pt x="1387013" y="82445"/>
                </a:lnTo>
                <a:lnTo>
                  <a:pt x="1387067" y="83908"/>
                </a:lnTo>
                <a:lnTo>
                  <a:pt x="1387100" y="85402"/>
                </a:lnTo>
                <a:lnTo>
                  <a:pt x="1387111" y="86925"/>
                </a:lnTo>
                <a:lnTo>
                  <a:pt x="1387099" y="88406"/>
                </a:lnTo>
                <a:lnTo>
                  <a:pt x="1387064" y="89859"/>
                </a:lnTo>
                <a:lnTo>
                  <a:pt x="1387006" y="91284"/>
                </a:lnTo>
                <a:lnTo>
                  <a:pt x="1386924" y="92680"/>
                </a:lnTo>
                <a:lnTo>
                  <a:pt x="1386820" y="94049"/>
                </a:lnTo>
                <a:lnTo>
                  <a:pt x="1386692" y="95388"/>
                </a:lnTo>
                <a:lnTo>
                  <a:pt x="1386541" y="96700"/>
                </a:lnTo>
                <a:lnTo>
                  <a:pt x="1386366" y="97983"/>
                </a:lnTo>
                <a:lnTo>
                  <a:pt x="1386168" y="99238"/>
                </a:lnTo>
                <a:lnTo>
                  <a:pt x="1385947" y="100465"/>
                </a:lnTo>
                <a:lnTo>
                  <a:pt x="1385703" y="101663"/>
                </a:lnTo>
                <a:lnTo>
                  <a:pt x="1385435" y="102833"/>
                </a:lnTo>
                <a:lnTo>
                  <a:pt x="1385145" y="103975"/>
                </a:lnTo>
                <a:lnTo>
                  <a:pt x="1384830" y="105088"/>
                </a:lnTo>
                <a:lnTo>
                  <a:pt x="1384493" y="106173"/>
                </a:lnTo>
                <a:lnTo>
                  <a:pt x="1384132" y="107230"/>
                </a:lnTo>
                <a:lnTo>
                  <a:pt x="1383749" y="108258"/>
                </a:lnTo>
                <a:lnTo>
                  <a:pt x="1383341" y="109258"/>
                </a:lnTo>
                <a:lnTo>
                  <a:pt x="1382911" y="110230"/>
                </a:lnTo>
                <a:lnTo>
                  <a:pt x="1382457" y="111173"/>
                </a:lnTo>
                <a:lnTo>
                  <a:pt x="1381980" y="112088"/>
                </a:lnTo>
                <a:lnTo>
                  <a:pt x="1381480" y="112975"/>
                </a:lnTo>
                <a:lnTo>
                  <a:pt x="1380957" y="113834"/>
                </a:lnTo>
                <a:lnTo>
                  <a:pt x="1380410" y="114664"/>
                </a:lnTo>
                <a:lnTo>
                  <a:pt x="1379840" y="115463"/>
                </a:lnTo>
                <a:lnTo>
                  <a:pt x="1379249" y="116228"/>
                </a:lnTo>
                <a:lnTo>
                  <a:pt x="1378636" y="116959"/>
                </a:lnTo>
                <a:lnTo>
                  <a:pt x="1378001" y="117656"/>
                </a:lnTo>
                <a:lnTo>
                  <a:pt x="1377344" y="118319"/>
                </a:lnTo>
                <a:lnTo>
                  <a:pt x="1376665" y="118948"/>
                </a:lnTo>
                <a:lnTo>
                  <a:pt x="1375965" y="119543"/>
                </a:lnTo>
                <a:lnTo>
                  <a:pt x="1375242" y="120104"/>
                </a:lnTo>
                <a:lnTo>
                  <a:pt x="1374497" y="120631"/>
                </a:lnTo>
                <a:lnTo>
                  <a:pt x="1373731" y="121124"/>
                </a:lnTo>
                <a:lnTo>
                  <a:pt x="1372943" y="121583"/>
                </a:lnTo>
                <a:lnTo>
                  <a:pt x="1372132" y="122008"/>
                </a:lnTo>
                <a:lnTo>
                  <a:pt x="1371300" y="122399"/>
                </a:lnTo>
                <a:lnTo>
                  <a:pt x="1370446" y="122756"/>
                </a:lnTo>
                <a:lnTo>
                  <a:pt x="1369570" y="123079"/>
                </a:lnTo>
                <a:lnTo>
                  <a:pt x="1368673" y="123368"/>
                </a:lnTo>
                <a:lnTo>
                  <a:pt x="1367753" y="123623"/>
                </a:lnTo>
                <a:lnTo>
                  <a:pt x="1366811" y="123844"/>
                </a:lnTo>
                <a:lnTo>
                  <a:pt x="1365848" y="124031"/>
                </a:lnTo>
                <a:lnTo>
                  <a:pt x="1364862" y="124184"/>
                </a:lnTo>
                <a:lnTo>
                  <a:pt x="1363855" y="124303"/>
                </a:lnTo>
                <a:lnTo>
                  <a:pt x="1362826" y="124388"/>
                </a:lnTo>
                <a:lnTo>
                  <a:pt x="1361775" y="124439"/>
                </a:lnTo>
                <a:lnTo>
                  <a:pt x="1360702" y="124456"/>
                </a:lnTo>
                <a:lnTo>
                  <a:pt x="1359886" y="124448"/>
                </a:lnTo>
                <a:lnTo>
                  <a:pt x="1359081" y="124422"/>
                </a:lnTo>
                <a:lnTo>
                  <a:pt x="1358288" y="124379"/>
                </a:lnTo>
                <a:lnTo>
                  <a:pt x="1357505" y="124318"/>
                </a:lnTo>
                <a:lnTo>
                  <a:pt x="1356733" y="124240"/>
                </a:lnTo>
                <a:close/>
                <a:moveTo>
                  <a:pt x="762381" y="122845"/>
                </a:moveTo>
                <a:lnTo>
                  <a:pt x="761706" y="122802"/>
                </a:lnTo>
                <a:lnTo>
                  <a:pt x="761054" y="122741"/>
                </a:lnTo>
                <a:lnTo>
                  <a:pt x="760424" y="122663"/>
                </a:lnTo>
                <a:lnTo>
                  <a:pt x="759816" y="122568"/>
                </a:lnTo>
                <a:lnTo>
                  <a:pt x="759231" y="122456"/>
                </a:lnTo>
                <a:lnTo>
                  <a:pt x="758668" y="122326"/>
                </a:lnTo>
                <a:lnTo>
                  <a:pt x="758128" y="122179"/>
                </a:lnTo>
                <a:lnTo>
                  <a:pt x="757610" y="122015"/>
                </a:lnTo>
                <a:lnTo>
                  <a:pt x="757114" y="121833"/>
                </a:lnTo>
                <a:lnTo>
                  <a:pt x="756641" y="121634"/>
                </a:lnTo>
                <a:lnTo>
                  <a:pt x="756191" y="121418"/>
                </a:lnTo>
                <a:lnTo>
                  <a:pt x="755762" y="121184"/>
                </a:lnTo>
                <a:lnTo>
                  <a:pt x="755356" y="120933"/>
                </a:lnTo>
                <a:lnTo>
                  <a:pt x="754973" y="120665"/>
                </a:lnTo>
                <a:lnTo>
                  <a:pt x="754612" y="120380"/>
                </a:lnTo>
                <a:lnTo>
                  <a:pt x="754273" y="120077"/>
                </a:lnTo>
                <a:lnTo>
                  <a:pt x="753957" y="119757"/>
                </a:lnTo>
                <a:lnTo>
                  <a:pt x="753663" y="119420"/>
                </a:lnTo>
                <a:lnTo>
                  <a:pt x="753392" y="119065"/>
                </a:lnTo>
                <a:lnTo>
                  <a:pt x="753143" y="118693"/>
                </a:lnTo>
                <a:lnTo>
                  <a:pt x="752916" y="118304"/>
                </a:lnTo>
                <a:lnTo>
                  <a:pt x="752712" y="117897"/>
                </a:lnTo>
                <a:lnTo>
                  <a:pt x="752523" y="117474"/>
                </a:lnTo>
                <a:lnTo>
                  <a:pt x="752342" y="117036"/>
                </a:lnTo>
                <a:lnTo>
                  <a:pt x="752169" y="116583"/>
                </a:lnTo>
                <a:lnTo>
                  <a:pt x="752004" y="116115"/>
                </a:lnTo>
                <a:lnTo>
                  <a:pt x="751848" y="115632"/>
                </a:lnTo>
                <a:lnTo>
                  <a:pt x="751699" y="115133"/>
                </a:lnTo>
                <a:lnTo>
                  <a:pt x="751558" y="114619"/>
                </a:lnTo>
                <a:lnTo>
                  <a:pt x="751426" y="114090"/>
                </a:lnTo>
                <a:lnTo>
                  <a:pt x="751301" y="113546"/>
                </a:lnTo>
                <a:lnTo>
                  <a:pt x="751184" y="112987"/>
                </a:lnTo>
                <a:lnTo>
                  <a:pt x="751076" y="112413"/>
                </a:lnTo>
                <a:lnTo>
                  <a:pt x="750975" y="111823"/>
                </a:lnTo>
                <a:lnTo>
                  <a:pt x="750883" y="111218"/>
                </a:lnTo>
                <a:lnTo>
                  <a:pt x="750798" y="110599"/>
                </a:lnTo>
                <a:lnTo>
                  <a:pt x="750722" y="109963"/>
                </a:lnTo>
                <a:lnTo>
                  <a:pt x="750654" y="109313"/>
                </a:lnTo>
                <a:lnTo>
                  <a:pt x="750593" y="108648"/>
                </a:lnTo>
                <a:lnTo>
                  <a:pt x="750541" y="107967"/>
                </a:lnTo>
                <a:lnTo>
                  <a:pt x="750497" y="107272"/>
                </a:lnTo>
                <a:lnTo>
                  <a:pt x="750461" y="106561"/>
                </a:lnTo>
                <a:lnTo>
                  <a:pt x="750432" y="105835"/>
                </a:lnTo>
                <a:lnTo>
                  <a:pt x="750412" y="105094"/>
                </a:lnTo>
                <a:lnTo>
                  <a:pt x="750400" y="104337"/>
                </a:lnTo>
                <a:lnTo>
                  <a:pt x="750396" y="103566"/>
                </a:lnTo>
                <a:lnTo>
                  <a:pt x="750396" y="50551"/>
                </a:lnTo>
                <a:lnTo>
                  <a:pt x="774046" y="50551"/>
                </a:lnTo>
                <a:lnTo>
                  <a:pt x="774046" y="37248"/>
                </a:lnTo>
                <a:lnTo>
                  <a:pt x="750396" y="37248"/>
                </a:lnTo>
                <a:lnTo>
                  <a:pt x="750396" y="15274"/>
                </a:lnTo>
                <a:lnTo>
                  <a:pt x="734039" y="15274"/>
                </a:lnTo>
                <a:lnTo>
                  <a:pt x="734039" y="37248"/>
                </a:lnTo>
                <a:lnTo>
                  <a:pt x="717977" y="37248"/>
                </a:lnTo>
                <a:lnTo>
                  <a:pt x="717977" y="50551"/>
                </a:lnTo>
                <a:lnTo>
                  <a:pt x="734039" y="50551"/>
                </a:lnTo>
                <a:lnTo>
                  <a:pt x="734039" y="104034"/>
                </a:lnTo>
                <a:lnTo>
                  <a:pt x="734043" y="104871"/>
                </a:lnTo>
                <a:lnTo>
                  <a:pt x="734055" y="105698"/>
                </a:lnTo>
                <a:lnTo>
                  <a:pt x="734075" y="106514"/>
                </a:lnTo>
                <a:lnTo>
                  <a:pt x="734103" y="107321"/>
                </a:lnTo>
                <a:lnTo>
                  <a:pt x="734139" y="108117"/>
                </a:lnTo>
                <a:lnTo>
                  <a:pt x="734183" y="108904"/>
                </a:lnTo>
                <a:lnTo>
                  <a:pt x="734236" y="109680"/>
                </a:lnTo>
                <a:lnTo>
                  <a:pt x="734296" y="110446"/>
                </a:lnTo>
                <a:lnTo>
                  <a:pt x="734364" y="111203"/>
                </a:lnTo>
                <a:lnTo>
                  <a:pt x="734441" y="111949"/>
                </a:lnTo>
                <a:lnTo>
                  <a:pt x="734525" y="112685"/>
                </a:lnTo>
                <a:lnTo>
                  <a:pt x="734618" y="113411"/>
                </a:lnTo>
                <a:lnTo>
                  <a:pt x="734718" y="114126"/>
                </a:lnTo>
                <a:lnTo>
                  <a:pt x="734827" y="114832"/>
                </a:lnTo>
                <a:lnTo>
                  <a:pt x="734943" y="115528"/>
                </a:lnTo>
                <a:lnTo>
                  <a:pt x="735068" y="116213"/>
                </a:lnTo>
                <a:lnTo>
                  <a:pt x="735200" y="116889"/>
                </a:lnTo>
                <a:lnTo>
                  <a:pt x="735341" y="117554"/>
                </a:lnTo>
                <a:lnTo>
                  <a:pt x="735490" y="118209"/>
                </a:lnTo>
                <a:lnTo>
                  <a:pt x="735647" y="118854"/>
                </a:lnTo>
                <a:lnTo>
                  <a:pt x="735812" y="119489"/>
                </a:lnTo>
                <a:lnTo>
                  <a:pt x="735984" y="120114"/>
                </a:lnTo>
                <a:lnTo>
                  <a:pt x="736165" y="120729"/>
                </a:lnTo>
                <a:lnTo>
                  <a:pt x="736354" y="121334"/>
                </a:lnTo>
                <a:lnTo>
                  <a:pt x="736554" y="121927"/>
                </a:lnTo>
                <a:lnTo>
                  <a:pt x="736767" y="122509"/>
                </a:lnTo>
                <a:lnTo>
                  <a:pt x="736994" y="123080"/>
                </a:lnTo>
                <a:lnTo>
                  <a:pt x="737234" y="123638"/>
                </a:lnTo>
                <a:lnTo>
                  <a:pt x="737488" y="124185"/>
                </a:lnTo>
                <a:lnTo>
                  <a:pt x="737755" y="124720"/>
                </a:lnTo>
                <a:lnTo>
                  <a:pt x="738036" y="125244"/>
                </a:lnTo>
                <a:lnTo>
                  <a:pt x="738331" y="125755"/>
                </a:lnTo>
                <a:lnTo>
                  <a:pt x="738638" y="126256"/>
                </a:lnTo>
                <a:lnTo>
                  <a:pt x="738960" y="126744"/>
                </a:lnTo>
                <a:lnTo>
                  <a:pt x="739295" y="127221"/>
                </a:lnTo>
                <a:lnTo>
                  <a:pt x="739643" y="127686"/>
                </a:lnTo>
                <a:lnTo>
                  <a:pt x="740005" y="128139"/>
                </a:lnTo>
                <a:lnTo>
                  <a:pt x="740380" y="128581"/>
                </a:lnTo>
                <a:lnTo>
                  <a:pt x="740769" y="129011"/>
                </a:lnTo>
                <a:lnTo>
                  <a:pt x="741172" y="129429"/>
                </a:lnTo>
                <a:lnTo>
                  <a:pt x="741588" y="129836"/>
                </a:lnTo>
                <a:lnTo>
                  <a:pt x="742017" y="130231"/>
                </a:lnTo>
                <a:lnTo>
                  <a:pt x="742460" y="130614"/>
                </a:lnTo>
                <a:lnTo>
                  <a:pt x="742917" y="130986"/>
                </a:lnTo>
                <a:lnTo>
                  <a:pt x="743387" y="131345"/>
                </a:lnTo>
                <a:lnTo>
                  <a:pt x="743870" y="131694"/>
                </a:lnTo>
                <a:lnTo>
                  <a:pt x="744367" y="132030"/>
                </a:lnTo>
                <a:lnTo>
                  <a:pt x="744878" y="132355"/>
                </a:lnTo>
                <a:lnTo>
                  <a:pt x="745405" y="132667"/>
                </a:lnTo>
                <a:lnTo>
                  <a:pt x="745950" y="132966"/>
                </a:lnTo>
                <a:lnTo>
                  <a:pt x="746515" y="133252"/>
                </a:lnTo>
                <a:lnTo>
                  <a:pt x="747098" y="133524"/>
                </a:lnTo>
                <a:lnTo>
                  <a:pt x="747700" y="133784"/>
                </a:lnTo>
                <a:lnTo>
                  <a:pt x="748321" y="134030"/>
                </a:lnTo>
                <a:lnTo>
                  <a:pt x="748960" y="134262"/>
                </a:lnTo>
                <a:lnTo>
                  <a:pt x="749619" y="134481"/>
                </a:lnTo>
                <a:lnTo>
                  <a:pt x="750296" y="134687"/>
                </a:lnTo>
                <a:lnTo>
                  <a:pt x="750992" y="134880"/>
                </a:lnTo>
                <a:lnTo>
                  <a:pt x="751707" y="135060"/>
                </a:lnTo>
                <a:lnTo>
                  <a:pt x="752441" y="135226"/>
                </a:lnTo>
                <a:lnTo>
                  <a:pt x="753194" y="135379"/>
                </a:lnTo>
                <a:lnTo>
                  <a:pt x="753965" y="135518"/>
                </a:lnTo>
                <a:lnTo>
                  <a:pt x="754755" y="135644"/>
                </a:lnTo>
                <a:lnTo>
                  <a:pt x="755564" y="135757"/>
                </a:lnTo>
                <a:lnTo>
                  <a:pt x="756392" y="135857"/>
                </a:lnTo>
                <a:lnTo>
                  <a:pt x="757239" y="135943"/>
                </a:lnTo>
                <a:lnTo>
                  <a:pt x="758104" y="136016"/>
                </a:lnTo>
                <a:lnTo>
                  <a:pt x="758988" y="136076"/>
                </a:lnTo>
                <a:lnTo>
                  <a:pt x="759892" y="136123"/>
                </a:lnTo>
                <a:lnTo>
                  <a:pt x="760814" y="136156"/>
                </a:lnTo>
                <a:lnTo>
                  <a:pt x="761754" y="136176"/>
                </a:lnTo>
                <a:lnTo>
                  <a:pt x="762714" y="136183"/>
                </a:lnTo>
                <a:lnTo>
                  <a:pt x="774243" y="136183"/>
                </a:lnTo>
                <a:lnTo>
                  <a:pt x="774243" y="122880"/>
                </a:lnTo>
                <a:lnTo>
                  <a:pt x="763798" y="122880"/>
                </a:lnTo>
                <a:lnTo>
                  <a:pt x="763078" y="122871"/>
                </a:lnTo>
                <a:lnTo>
                  <a:pt x="762381" y="122845"/>
                </a:lnTo>
                <a:close/>
                <a:moveTo>
                  <a:pt x="1683643" y="122845"/>
                </a:moveTo>
                <a:lnTo>
                  <a:pt x="1682968" y="122802"/>
                </a:lnTo>
                <a:lnTo>
                  <a:pt x="1682316" y="122741"/>
                </a:lnTo>
                <a:lnTo>
                  <a:pt x="1681686" y="122663"/>
                </a:lnTo>
                <a:lnTo>
                  <a:pt x="1681078" y="122568"/>
                </a:lnTo>
                <a:lnTo>
                  <a:pt x="1680493" y="122456"/>
                </a:lnTo>
                <a:lnTo>
                  <a:pt x="1679930" y="122326"/>
                </a:lnTo>
                <a:lnTo>
                  <a:pt x="1679390" y="122179"/>
                </a:lnTo>
                <a:lnTo>
                  <a:pt x="1678872" y="122015"/>
                </a:lnTo>
                <a:lnTo>
                  <a:pt x="1678377" y="121833"/>
                </a:lnTo>
                <a:lnTo>
                  <a:pt x="1677904" y="121634"/>
                </a:lnTo>
                <a:lnTo>
                  <a:pt x="1677453" y="121418"/>
                </a:lnTo>
                <a:lnTo>
                  <a:pt x="1677025" y="121184"/>
                </a:lnTo>
                <a:lnTo>
                  <a:pt x="1676619" y="120933"/>
                </a:lnTo>
                <a:lnTo>
                  <a:pt x="1676235" y="120665"/>
                </a:lnTo>
                <a:lnTo>
                  <a:pt x="1675874" y="120380"/>
                </a:lnTo>
                <a:lnTo>
                  <a:pt x="1675536" y="120077"/>
                </a:lnTo>
                <a:lnTo>
                  <a:pt x="1675219" y="119757"/>
                </a:lnTo>
                <a:lnTo>
                  <a:pt x="1674925" y="119420"/>
                </a:lnTo>
                <a:lnTo>
                  <a:pt x="1674654" y="119065"/>
                </a:lnTo>
                <a:lnTo>
                  <a:pt x="1674405" y="118693"/>
                </a:lnTo>
                <a:lnTo>
                  <a:pt x="1674178" y="118304"/>
                </a:lnTo>
                <a:lnTo>
                  <a:pt x="1673974" y="117897"/>
                </a:lnTo>
                <a:lnTo>
                  <a:pt x="1673785" y="117474"/>
                </a:lnTo>
                <a:lnTo>
                  <a:pt x="1673604" y="117036"/>
                </a:lnTo>
                <a:lnTo>
                  <a:pt x="1673432" y="116583"/>
                </a:lnTo>
                <a:lnTo>
                  <a:pt x="1673267" y="116115"/>
                </a:lnTo>
                <a:lnTo>
                  <a:pt x="1673110" y="115632"/>
                </a:lnTo>
                <a:lnTo>
                  <a:pt x="1672961" y="115133"/>
                </a:lnTo>
                <a:lnTo>
                  <a:pt x="1672820" y="114619"/>
                </a:lnTo>
                <a:lnTo>
                  <a:pt x="1672688" y="114090"/>
                </a:lnTo>
                <a:lnTo>
                  <a:pt x="1672563" y="113546"/>
                </a:lnTo>
                <a:lnTo>
                  <a:pt x="1672447" y="112987"/>
                </a:lnTo>
                <a:lnTo>
                  <a:pt x="1672338" y="112413"/>
                </a:lnTo>
                <a:lnTo>
                  <a:pt x="1672238" y="111823"/>
                </a:lnTo>
                <a:lnTo>
                  <a:pt x="1672145" y="111218"/>
                </a:lnTo>
                <a:lnTo>
                  <a:pt x="1672061" y="110599"/>
                </a:lnTo>
                <a:lnTo>
                  <a:pt x="1671984" y="109963"/>
                </a:lnTo>
                <a:lnTo>
                  <a:pt x="1671916" y="109313"/>
                </a:lnTo>
                <a:lnTo>
                  <a:pt x="1671856" y="108648"/>
                </a:lnTo>
                <a:lnTo>
                  <a:pt x="1671803" y="107967"/>
                </a:lnTo>
                <a:lnTo>
                  <a:pt x="1671759" y="107272"/>
                </a:lnTo>
                <a:lnTo>
                  <a:pt x="1671723" y="106561"/>
                </a:lnTo>
                <a:lnTo>
                  <a:pt x="1671695" y="105835"/>
                </a:lnTo>
                <a:lnTo>
                  <a:pt x="1671675" y="105094"/>
                </a:lnTo>
                <a:lnTo>
                  <a:pt x="1671663" y="104337"/>
                </a:lnTo>
                <a:lnTo>
                  <a:pt x="1671659" y="103566"/>
                </a:lnTo>
                <a:lnTo>
                  <a:pt x="1671659" y="50551"/>
                </a:lnTo>
                <a:lnTo>
                  <a:pt x="1695308" y="50551"/>
                </a:lnTo>
                <a:lnTo>
                  <a:pt x="1695308" y="37248"/>
                </a:lnTo>
                <a:lnTo>
                  <a:pt x="1671659" y="37248"/>
                </a:lnTo>
                <a:lnTo>
                  <a:pt x="1671659" y="15274"/>
                </a:lnTo>
                <a:lnTo>
                  <a:pt x="1655301" y="15274"/>
                </a:lnTo>
                <a:lnTo>
                  <a:pt x="1655301" y="37248"/>
                </a:lnTo>
                <a:lnTo>
                  <a:pt x="1639239" y="37248"/>
                </a:lnTo>
                <a:lnTo>
                  <a:pt x="1639239" y="50551"/>
                </a:lnTo>
                <a:lnTo>
                  <a:pt x="1655301" y="50551"/>
                </a:lnTo>
                <a:lnTo>
                  <a:pt x="1655301" y="104034"/>
                </a:lnTo>
                <a:lnTo>
                  <a:pt x="1655305" y="104871"/>
                </a:lnTo>
                <a:lnTo>
                  <a:pt x="1655317" y="105698"/>
                </a:lnTo>
                <a:lnTo>
                  <a:pt x="1655337" y="106514"/>
                </a:lnTo>
                <a:lnTo>
                  <a:pt x="1655365" y="107321"/>
                </a:lnTo>
                <a:lnTo>
                  <a:pt x="1655401" y="108117"/>
                </a:lnTo>
                <a:lnTo>
                  <a:pt x="1655446" y="108904"/>
                </a:lnTo>
                <a:lnTo>
                  <a:pt x="1655498" y="109680"/>
                </a:lnTo>
                <a:lnTo>
                  <a:pt x="1655558" y="110446"/>
                </a:lnTo>
                <a:lnTo>
                  <a:pt x="1655627" y="111203"/>
                </a:lnTo>
                <a:lnTo>
                  <a:pt x="1655703" y="111949"/>
                </a:lnTo>
                <a:lnTo>
                  <a:pt x="1655787" y="112685"/>
                </a:lnTo>
                <a:lnTo>
                  <a:pt x="1655880" y="113411"/>
                </a:lnTo>
                <a:lnTo>
                  <a:pt x="1655980" y="114126"/>
                </a:lnTo>
                <a:lnTo>
                  <a:pt x="1656089" y="114832"/>
                </a:lnTo>
                <a:lnTo>
                  <a:pt x="1656205" y="115528"/>
                </a:lnTo>
                <a:lnTo>
                  <a:pt x="1656330" y="116213"/>
                </a:lnTo>
                <a:lnTo>
                  <a:pt x="1656463" y="116889"/>
                </a:lnTo>
                <a:lnTo>
                  <a:pt x="1656603" y="117554"/>
                </a:lnTo>
                <a:lnTo>
                  <a:pt x="1656752" y="118209"/>
                </a:lnTo>
                <a:lnTo>
                  <a:pt x="1656909" y="118854"/>
                </a:lnTo>
                <a:lnTo>
                  <a:pt x="1657074" y="119489"/>
                </a:lnTo>
                <a:lnTo>
                  <a:pt x="1657247" y="120114"/>
                </a:lnTo>
                <a:lnTo>
                  <a:pt x="1657428" y="120729"/>
                </a:lnTo>
                <a:lnTo>
                  <a:pt x="1657617" y="121334"/>
                </a:lnTo>
                <a:lnTo>
                  <a:pt x="1657816" y="121927"/>
                </a:lnTo>
                <a:lnTo>
                  <a:pt x="1658030" y="122509"/>
                </a:lnTo>
                <a:lnTo>
                  <a:pt x="1658256" y="123080"/>
                </a:lnTo>
                <a:lnTo>
                  <a:pt x="1658497" y="123638"/>
                </a:lnTo>
                <a:lnTo>
                  <a:pt x="1658750" y="124185"/>
                </a:lnTo>
                <a:lnTo>
                  <a:pt x="1659018" y="124720"/>
                </a:lnTo>
                <a:lnTo>
                  <a:pt x="1659299" y="125244"/>
                </a:lnTo>
                <a:lnTo>
                  <a:pt x="1659593" y="125755"/>
                </a:lnTo>
                <a:lnTo>
                  <a:pt x="1659901" y="126256"/>
                </a:lnTo>
                <a:lnTo>
                  <a:pt x="1660222" y="126744"/>
                </a:lnTo>
                <a:lnTo>
                  <a:pt x="1660557" y="127221"/>
                </a:lnTo>
                <a:lnTo>
                  <a:pt x="1660905" y="127686"/>
                </a:lnTo>
                <a:lnTo>
                  <a:pt x="1661267" y="128139"/>
                </a:lnTo>
                <a:lnTo>
                  <a:pt x="1661643" y="128581"/>
                </a:lnTo>
                <a:lnTo>
                  <a:pt x="1662032" y="129011"/>
                </a:lnTo>
                <a:lnTo>
                  <a:pt x="1662434" y="129429"/>
                </a:lnTo>
                <a:lnTo>
                  <a:pt x="1662850" y="129836"/>
                </a:lnTo>
                <a:lnTo>
                  <a:pt x="1663280" y="130231"/>
                </a:lnTo>
                <a:lnTo>
                  <a:pt x="1663723" y="130614"/>
                </a:lnTo>
                <a:lnTo>
                  <a:pt x="1664179" y="130986"/>
                </a:lnTo>
                <a:lnTo>
                  <a:pt x="1664649" y="131345"/>
                </a:lnTo>
                <a:lnTo>
                  <a:pt x="1665133" y="131694"/>
                </a:lnTo>
                <a:lnTo>
                  <a:pt x="1665630" y="132030"/>
                </a:lnTo>
                <a:lnTo>
                  <a:pt x="1666140" y="132355"/>
                </a:lnTo>
                <a:lnTo>
                  <a:pt x="1666667" y="132667"/>
                </a:lnTo>
                <a:lnTo>
                  <a:pt x="1667213" y="132966"/>
                </a:lnTo>
                <a:lnTo>
                  <a:pt x="1667777" y="133252"/>
                </a:lnTo>
                <a:lnTo>
                  <a:pt x="1668360" y="133524"/>
                </a:lnTo>
                <a:lnTo>
                  <a:pt x="1668962" y="133784"/>
                </a:lnTo>
                <a:lnTo>
                  <a:pt x="1669583" y="134030"/>
                </a:lnTo>
                <a:lnTo>
                  <a:pt x="1670223" y="134262"/>
                </a:lnTo>
                <a:lnTo>
                  <a:pt x="1670881" y="134481"/>
                </a:lnTo>
                <a:lnTo>
                  <a:pt x="1671559" y="134687"/>
                </a:lnTo>
                <a:lnTo>
                  <a:pt x="1672255" y="134880"/>
                </a:lnTo>
                <a:lnTo>
                  <a:pt x="1672970" y="135060"/>
                </a:lnTo>
                <a:lnTo>
                  <a:pt x="1673703" y="135226"/>
                </a:lnTo>
                <a:lnTo>
                  <a:pt x="1674456" y="135379"/>
                </a:lnTo>
                <a:lnTo>
                  <a:pt x="1675227" y="135518"/>
                </a:lnTo>
                <a:lnTo>
                  <a:pt x="1676017" y="135644"/>
                </a:lnTo>
                <a:lnTo>
                  <a:pt x="1676826" y="135757"/>
                </a:lnTo>
                <a:lnTo>
                  <a:pt x="1677654" y="135857"/>
                </a:lnTo>
                <a:lnTo>
                  <a:pt x="1678501" y="135943"/>
                </a:lnTo>
                <a:lnTo>
                  <a:pt x="1679366" y="136016"/>
                </a:lnTo>
                <a:lnTo>
                  <a:pt x="1680251" y="136076"/>
                </a:lnTo>
                <a:lnTo>
                  <a:pt x="1681154" y="136123"/>
                </a:lnTo>
                <a:lnTo>
                  <a:pt x="1682076" y="136156"/>
                </a:lnTo>
                <a:lnTo>
                  <a:pt x="1683017" y="136176"/>
                </a:lnTo>
                <a:lnTo>
                  <a:pt x="1683976" y="136183"/>
                </a:lnTo>
                <a:lnTo>
                  <a:pt x="1695505" y="136183"/>
                </a:lnTo>
                <a:lnTo>
                  <a:pt x="1695505" y="122880"/>
                </a:lnTo>
                <a:lnTo>
                  <a:pt x="1685060" y="122880"/>
                </a:lnTo>
                <a:lnTo>
                  <a:pt x="1684340" y="122871"/>
                </a:lnTo>
                <a:lnTo>
                  <a:pt x="1683643" y="122845"/>
                </a:lnTo>
                <a:close/>
                <a:moveTo>
                  <a:pt x="975130" y="64049"/>
                </a:moveTo>
                <a:lnTo>
                  <a:pt x="975535" y="63558"/>
                </a:lnTo>
                <a:lnTo>
                  <a:pt x="975949" y="63070"/>
                </a:lnTo>
                <a:lnTo>
                  <a:pt x="976373" y="62585"/>
                </a:lnTo>
                <a:lnTo>
                  <a:pt x="976807" y="62103"/>
                </a:lnTo>
                <a:lnTo>
                  <a:pt x="977251" y="61625"/>
                </a:lnTo>
                <a:lnTo>
                  <a:pt x="977705" y="61151"/>
                </a:lnTo>
                <a:lnTo>
                  <a:pt x="978168" y="60679"/>
                </a:lnTo>
                <a:lnTo>
                  <a:pt x="978642" y="60211"/>
                </a:lnTo>
                <a:lnTo>
                  <a:pt x="979126" y="59747"/>
                </a:lnTo>
                <a:lnTo>
                  <a:pt x="979619" y="59286"/>
                </a:lnTo>
                <a:lnTo>
                  <a:pt x="980123" y="58828"/>
                </a:lnTo>
                <a:lnTo>
                  <a:pt x="980636" y="58374"/>
                </a:lnTo>
                <a:lnTo>
                  <a:pt x="981160" y="57923"/>
                </a:lnTo>
                <a:lnTo>
                  <a:pt x="981693" y="57475"/>
                </a:lnTo>
                <a:lnTo>
                  <a:pt x="982236" y="57031"/>
                </a:lnTo>
                <a:lnTo>
                  <a:pt x="982789" y="56590"/>
                </a:lnTo>
                <a:lnTo>
                  <a:pt x="983352" y="56153"/>
                </a:lnTo>
                <a:lnTo>
                  <a:pt x="983925" y="55719"/>
                </a:lnTo>
                <a:lnTo>
                  <a:pt x="984508" y="55288"/>
                </a:lnTo>
                <a:lnTo>
                  <a:pt x="985101" y="54861"/>
                </a:lnTo>
                <a:lnTo>
                  <a:pt x="985703" y="54437"/>
                </a:lnTo>
                <a:lnTo>
                  <a:pt x="986317" y="54024"/>
                </a:lnTo>
                <a:lnTo>
                  <a:pt x="986943" y="53628"/>
                </a:lnTo>
                <a:lnTo>
                  <a:pt x="987580" y="53249"/>
                </a:lnTo>
                <a:lnTo>
                  <a:pt x="988230" y="52889"/>
                </a:lnTo>
                <a:lnTo>
                  <a:pt x="988891" y="52545"/>
                </a:lnTo>
                <a:lnTo>
                  <a:pt x="989565" y="52220"/>
                </a:lnTo>
                <a:lnTo>
                  <a:pt x="990250" y="51912"/>
                </a:lnTo>
                <a:lnTo>
                  <a:pt x="990948" y="51621"/>
                </a:lnTo>
                <a:lnTo>
                  <a:pt x="991657" y="51349"/>
                </a:lnTo>
                <a:lnTo>
                  <a:pt x="992379" y="51093"/>
                </a:lnTo>
                <a:lnTo>
                  <a:pt x="993112" y="50856"/>
                </a:lnTo>
                <a:lnTo>
                  <a:pt x="993858" y="50636"/>
                </a:lnTo>
                <a:lnTo>
                  <a:pt x="994615" y="50433"/>
                </a:lnTo>
                <a:lnTo>
                  <a:pt x="995384" y="50249"/>
                </a:lnTo>
                <a:lnTo>
                  <a:pt x="996166" y="50081"/>
                </a:lnTo>
                <a:lnTo>
                  <a:pt x="996959" y="49932"/>
                </a:lnTo>
                <a:lnTo>
                  <a:pt x="997764" y="49800"/>
                </a:lnTo>
                <a:lnTo>
                  <a:pt x="998581" y="49685"/>
                </a:lnTo>
                <a:lnTo>
                  <a:pt x="999411" y="49589"/>
                </a:lnTo>
                <a:lnTo>
                  <a:pt x="1000252" y="49509"/>
                </a:lnTo>
                <a:lnTo>
                  <a:pt x="1001105" y="49448"/>
                </a:lnTo>
                <a:lnTo>
                  <a:pt x="1001970" y="49404"/>
                </a:lnTo>
                <a:lnTo>
                  <a:pt x="1002847" y="49377"/>
                </a:lnTo>
                <a:lnTo>
                  <a:pt x="1003736" y="49369"/>
                </a:lnTo>
                <a:lnTo>
                  <a:pt x="1004330" y="49374"/>
                </a:lnTo>
                <a:lnTo>
                  <a:pt x="1004912" y="49391"/>
                </a:lnTo>
                <a:lnTo>
                  <a:pt x="1005482" y="49419"/>
                </a:lnTo>
                <a:lnTo>
                  <a:pt x="1006040" y="49458"/>
                </a:lnTo>
                <a:lnTo>
                  <a:pt x="1006586" y="49509"/>
                </a:lnTo>
                <a:lnTo>
                  <a:pt x="1007121" y="49570"/>
                </a:lnTo>
                <a:lnTo>
                  <a:pt x="1007643" y="49643"/>
                </a:lnTo>
                <a:lnTo>
                  <a:pt x="1008154" y="49727"/>
                </a:lnTo>
                <a:lnTo>
                  <a:pt x="1008653" y="49822"/>
                </a:lnTo>
                <a:lnTo>
                  <a:pt x="1009141" y="49928"/>
                </a:lnTo>
                <a:lnTo>
                  <a:pt x="1009616" y="50046"/>
                </a:lnTo>
                <a:lnTo>
                  <a:pt x="1010080" y="50175"/>
                </a:lnTo>
                <a:lnTo>
                  <a:pt x="1010532" y="50315"/>
                </a:lnTo>
                <a:lnTo>
                  <a:pt x="1010972" y="50466"/>
                </a:lnTo>
                <a:lnTo>
                  <a:pt x="1011400" y="50628"/>
                </a:lnTo>
                <a:lnTo>
                  <a:pt x="1011817" y="50802"/>
                </a:lnTo>
                <a:lnTo>
                  <a:pt x="1012221" y="50986"/>
                </a:lnTo>
                <a:lnTo>
                  <a:pt x="1012614" y="51182"/>
                </a:lnTo>
                <a:lnTo>
                  <a:pt x="1012995" y="51389"/>
                </a:lnTo>
                <a:lnTo>
                  <a:pt x="1013364" y="51608"/>
                </a:lnTo>
                <a:lnTo>
                  <a:pt x="1013722" y="51837"/>
                </a:lnTo>
                <a:lnTo>
                  <a:pt x="1014068" y="52078"/>
                </a:lnTo>
                <a:lnTo>
                  <a:pt x="1014401" y="52330"/>
                </a:lnTo>
                <a:lnTo>
                  <a:pt x="1014723" y="52593"/>
                </a:lnTo>
                <a:lnTo>
                  <a:pt x="1015036" y="52866"/>
                </a:lnTo>
                <a:lnTo>
                  <a:pt x="1015340" y="53147"/>
                </a:lnTo>
                <a:lnTo>
                  <a:pt x="1015636" y="53436"/>
                </a:lnTo>
                <a:lnTo>
                  <a:pt x="1015924" y="53734"/>
                </a:lnTo>
                <a:lnTo>
                  <a:pt x="1016204" y="54041"/>
                </a:lnTo>
                <a:lnTo>
                  <a:pt x="1016476" y="54355"/>
                </a:lnTo>
                <a:lnTo>
                  <a:pt x="1016740" y="54678"/>
                </a:lnTo>
                <a:lnTo>
                  <a:pt x="1016995" y="55010"/>
                </a:lnTo>
                <a:lnTo>
                  <a:pt x="1017243" y="55349"/>
                </a:lnTo>
                <a:lnTo>
                  <a:pt x="1017483" y="55698"/>
                </a:lnTo>
                <a:lnTo>
                  <a:pt x="1017715" y="56054"/>
                </a:lnTo>
                <a:lnTo>
                  <a:pt x="1017938" y="56419"/>
                </a:lnTo>
                <a:lnTo>
                  <a:pt x="1018154" y="56792"/>
                </a:lnTo>
                <a:lnTo>
                  <a:pt x="1018362" y="57174"/>
                </a:lnTo>
                <a:lnTo>
                  <a:pt x="1018561" y="57564"/>
                </a:lnTo>
                <a:lnTo>
                  <a:pt x="1018753" y="57962"/>
                </a:lnTo>
                <a:lnTo>
                  <a:pt x="1018936" y="58368"/>
                </a:lnTo>
                <a:lnTo>
                  <a:pt x="1019112" y="58783"/>
                </a:lnTo>
                <a:lnTo>
                  <a:pt x="1019279" y="59207"/>
                </a:lnTo>
                <a:lnTo>
                  <a:pt x="1019438" y="59639"/>
                </a:lnTo>
                <a:lnTo>
                  <a:pt x="1019590" y="60079"/>
                </a:lnTo>
                <a:lnTo>
                  <a:pt x="1019733" y="60527"/>
                </a:lnTo>
                <a:lnTo>
                  <a:pt x="1019868" y="60984"/>
                </a:lnTo>
                <a:lnTo>
                  <a:pt x="1019995" y="61449"/>
                </a:lnTo>
                <a:lnTo>
                  <a:pt x="1020116" y="61921"/>
                </a:lnTo>
                <a:lnTo>
                  <a:pt x="1020231" y="62399"/>
                </a:lnTo>
                <a:lnTo>
                  <a:pt x="1020342" y="62882"/>
                </a:lnTo>
                <a:lnTo>
                  <a:pt x="1020447" y="63371"/>
                </a:lnTo>
                <a:lnTo>
                  <a:pt x="1020547" y="63866"/>
                </a:lnTo>
                <a:lnTo>
                  <a:pt x="1020642" y="64366"/>
                </a:lnTo>
                <a:lnTo>
                  <a:pt x="1020732" y="64872"/>
                </a:lnTo>
                <a:lnTo>
                  <a:pt x="1020817" y="65384"/>
                </a:lnTo>
                <a:lnTo>
                  <a:pt x="1020896" y="65902"/>
                </a:lnTo>
                <a:lnTo>
                  <a:pt x="1020971" y="66425"/>
                </a:lnTo>
                <a:lnTo>
                  <a:pt x="1021040" y="66954"/>
                </a:lnTo>
                <a:lnTo>
                  <a:pt x="1021104" y="67489"/>
                </a:lnTo>
                <a:lnTo>
                  <a:pt x="1021163" y="68029"/>
                </a:lnTo>
                <a:lnTo>
                  <a:pt x="1021217" y="68575"/>
                </a:lnTo>
                <a:lnTo>
                  <a:pt x="1021266" y="69127"/>
                </a:lnTo>
                <a:lnTo>
                  <a:pt x="1021309" y="69684"/>
                </a:lnTo>
                <a:lnTo>
                  <a:pt x="1021348" y="70247"/>
                </a:lnTo>
                <a:lnTo>
                  <a:pt x="1021381" y="70816"/>
                </a:lnTo>
                <a:lnTo>
                  <a:pt x="1021409" y="71390"/>
                </a:lnTo>
                <a:lnTo>
                  <a:pt x="1021432" y="71971"/>
                </a:lnTo>
                <a:lnTo>
                  <a:pt x="1021450" y="72557"/>
                </a:lnTo>
                <a:lnTo>
                  <a:pt x="1021463" y="73148"/>
                </a:lnTo>
                <a:lnTo>
                  <a:pt x="1021471" y="73746"/>
                </a:lnTo>
                <a:lnTo>
                  <a:pt x="1021473" y="74349"/>
                </a:lnTo>
                <a:lnTo>
                  <a:pt x="1021473" y="136183"/>
                </a:lnTo>
                <a:lnTo>
                  <a:pt x="1037930" y="136183"/>
                </a:lnTo>
                <a:lnTo>
                  <a:pt x="1037930" y="72233"/>
                </a:lnTo>
                <a:lnTo>
                  <a:pt x="1037917" y="70795"/>
                </a:lnTo>
                <a:lnTo>
                  <a:pt x="1037880" y="69385"/>
                </a:lnTo>
                <a:lnTo>
                  <a:pt x="1037817" y="68001"/>
                </a:lnTo>
                <a:lnTo>
                  <a:pt x="1037730" y="66645"/>
                </a:lnTo>
                <a:lnTo>
                  <a:pt x="1037618" y="65315"/>
                </a:lnTo>
                <a:lnTo>
                  <a:pt x="1037480" y="64013"/>
                </a:lnTo>
                <a:lnTo>
                  <a:pt x="1037318" y="62738"/>
                </a:lnTo>
                <a:lnTo>
                  <a:pt x="1037130" y="61489"/>
                </a:lnTo>
                <a:lnTo>
                  <a:pt x="1036918" y="60268"/>
                </a:lnTo>
                <a:lnTo>
                  <a:pt x="1036681" y="59074"/>
                </a:lnTo>
                <a:lnTo>
                  <a:pt x="1036419" y="57907"/>
                </a:lnTo>
                <a:lnTo>
                  <a:pt x="1036131" y="56767"/>
                </a:lnTo>
                <a:lnTo>
                  <a:pt x="1035819" y="55654"/>
                </a:lnTo>
                <a:lnTo>
                  <a:pt x="1035482" y="54568"/>
                </a:lnTo>
                <a:lnTo>
                  <a:pt x="1035120" y="53509"/>
                </a:lnTo>
                <a:lnTo>
                  <a:pt x="1034733" y="52477"/>
                </a:lnTo>
                <a:lnTo>
                  <a:pt x="1034321" y="51472"/>
                </a:lnTo>
                <a:lnTo>
                  <a:pt x="1033883" y="50495"/>
                </a:lnTo>
                <a:lnTo>
                  <a:pt x="1033421" y="49544"/>
                </a:lnTo>
                <a:lnTo>
                  <a:pt x="1032934" y="48620"/>
                </a:lnTo>
                <a:lnTo>
                  <a:pt x="1032422" y="47724"/>
                </a:lnTo>
                <a:lnTo>
                  <a:pt x="1031885" y="46854"/>
                </a:lnTo>
                <a:lnTo>
                  <a:pt x="1031323" y="46012"/>
                </a:lnTo>
                <a:lnTo>
                  <a:pt x="1030736" y="45196"/>
                </a:lnTo>
                <a:lnTo>
                  <a:pt x="1030122" y="44411"/>
                </a:lnTo>
                <a:lnTo>
                  <a:pt x="1029478" y="43659"/>
                </a:lnTo>
                <a:lnTo>
                  <a:pt x="1028804" y="42941"/>
                </a:lnTo>
                <a:lnTo>
                  <a:pt x="1028100" y="42256"/>
                </a:lnTo>
                <a:lnTo>
                  <a:pt x="1027367" y="41604"/>
                </a:lnTo>
                <a:lnTo>
                  <a:pt x="1026604" y="40986"/>
                </a:lnTo>
                <a:lnTo>
                  <a:pt x="1025811" y="40401"/>
                </a:lnTo>
                <a:lnTo>
                  <a:pt x="1024988" y="39850"/>
                </a:lnTo>
                <a:lnTo>
                  <a:pt x="1024136" y="39332"/>
                </a:lnTo>
                <a:lnTo>
                  <a:pt x="1023253" y="38848"/>
                </a:lnTo>
                <a:lnTo>
                  <a:pt x="1022341" y="38396"/>
                </a:lnTo>
                <a:lnTo>
                  <a:pt x="1021400" y="37979"/>
                </a:lnTo>
                <a:lnTo>
                  <a:pt x="1020428" y="37595"/>
                </a:lnTo>
                <a:lnTo>
                  <a:pt x="1019427" y="37244"/>
                </a:lnTo>
                <a:lnTo>
                  <a:pt x="1018396" y="36926"/>
                </a:lnTo>
                <a:lnTo>
                  <a:pt x="1017335" y="36642"/>
                </a:lnTo>
                <a:lnTo>
                  <a:pt x="1016244" y="36392"/>
                </a:lnTo>
                <a:lnTo>
                  <a:pt x="1015124" y="36174"/>
                </a:lnTo>
                <a:lnTo>
                  <a:pt x="1013974" y="35991"/>
                </a:lnTo>
                <a:lnTo>
                  <a:pt x="1012794" y="35840"/>
                </a:lnTo>
                <a:lnTo>
                  <a:pt x="1011584" y="35723"/>
                </a:lnTo>
                <a:lnTo>
                  <a:pt x="1010345" y="35640"/>
                </a:lnTo>
                <a:lnTo>
                  <a:pt x="1009075" y="35590"/>
                </a:lnTo>
                <a:lnTo>
                  <a:pt x="1007776" y="35573"/>
                </a:lnTo>
                <a:lnTo>
                  <a:pt x="1006709" y="35582"/>
                </a:lnTo>
                <a:lnTo>
                  <a:pt x="1005657" y="35609"/>
                </a:lnTo>
                <a:lnTo>
                  <a:pt x="1004622" y="35654"/>
                </a:lnTo>
                <a:lnTo>
                  <a:pt x="1003602" y="35717"/>
                </a:lnTo>
                <a:lnTo>
                  <a:pt x="1002599" y="35798"/>
                </a:lnTo>
                <a:lnTo>
                  <a:pt x="1001611" y="35896"/>
                </a:lnTo>
                <a:lnTo>
                  <a:pt x="1000640" y="36013"/>
                </a:lnTo>
                <a:lnTo>
                  <a:pt x="999685" y="36148"/>
                </a:lnTo>
                <a:lnTo>
                  <a:pt x="998746" y="36301"/>
                </a:lnTo>
                <a:lnTo>
                  <a:pt x="997823" y="36471"/>
                </a:lnTo>
                <a:lnTo>
                  <a:pt x="996916" y="36660"/>
                </a:lnTo>
                <a:lnTo>
                  <a:pt x="996025" y="36866"/>
                </a:lnTo>
                <a:lnTo>
                  <a:pt x="995151" y="37091"/>
                </a:lnTo>
                <a:lnTo>
                  <a:pt x="994292" y="37333"/>
                </a:lnTo>
                <a:lnTo>
                  <a:pt x="993450" y="37594"/>
                </a:lnTo>
                <a:lnTo>
                  <a:pt x="992623" y="37872"/>
                </a:lnTo>
                <a:lnTo>
                  <a:pt x="991813" y="38169"/>
                </a:lnTo>
                <a:lnTo>
                  <a:pt x="991018" y="38483"/>
                </a:lnTo>
                <a:lnTo>
                  <a:pt x="990240" y="38815"/>
                </a:lnTo>
                <a:lnTo>
                  <a:pt x="989478" y="39166"/>
                </a:lnTo>
                <a:lnTo>
                  <a:pt x="988732" y="39534"/>
                </a:lnTo>
                <a:lnTo>
                  <a:pt x="988002" y="39920"/>
                </a:lnTo>
                <a:lnTo>
                  <a:pt x="987288" y="40324"/>
                </a:lnTo>
                <a:lnTo>
                  <a:pt x="986590" y="40746"/>
                </a:lnTo>
                <a:lnTo>
                  <a:pt x="985907" y="41179"/>
                </a:lnTo>
                <a:lnTo>
                  <a:pt x="985237" y="41613"/>
                </a:lnTo>
                <a:lnTo>
                  <a:pt x="984581" y="42050"/>
                </a:lnTo>
                <a:lnTo>
                  <a:pt x="983938" y="42489"/>
                </a:lnTo>
                <a:lnTo>
                  <a:pt x="983308" y="42930"/>
                </a:lnTo>
                <a:lnTo>
                  <a:pt x="982692" y="43373"/>
                </a:lnTo>
                <a:lnTo>
                  <a:pt x="982089" y="43819"/>
                </a:lnTo>
                <a:lnTo>
                  <a:pt x="981499" y="44266"/>
                </a:lnTo>
                <a:lnTo>
                  <a:pt x="980923" y="44716"/>
                </a:lnTo>
                <a:lnTo>
                  <a:pt x="980360" y="45169"/>
                </a:lnTo>
                <a:lnTo>
                  <a:pt x="979810" y="45623"/>
                </a:lnTo>
                <a:lnTo>
                  <a:pt x="979274" y="46080"/>
                </a:lnTo>
                <a:lnTo>
                  <a:pt x="978751" y="46539"/>
                </a:lnTo>
                <a:lnTo>
                  <a:pt x="978241" y="47000"/>
                </a:lnTo>
                <a:lnTo>
                  <a:pt x="977745" y="47463"/>
                </a:lnTo>
                <a:lnTo>
                  <a:pt x="977262" y="47929"/>
                </a:lnTo>
                <a:lnTo>
                  <a:pt x="976792" y="48397"/>
                </a:lnTo>
                <a:lnTo>
                  <a:pt x="976336" y="48867"/>
                </a:lnTo>
                <a:lnTo>
                  <a:pt x="975893" y="49339"/>
                </a:lnTo>
                <a:lnTo>
                  <a:pt x="975463" y="49813"/>
                </a:lnTo>
                <a:lnTo>
                  <a:pt x="975047" y="50290"/>
                </a:lnTo>
                <a:lnTo>
                  <a:pt x="974644" y="50769"/>
                </a:lnTo>
                <a:lnTo>
                  <a:pt x="974255" y="51250"/>
                </a:lnTo>
                <a:lnTo>
                  <a:pt x="973879" y="51734"/>
                </a:lnTo>
                <a:lnTo>
                  <a:pt x="973287" y="37248"/>
                </a:lnTo>
                <a:lnTo>
                  <a:pt x="957521" y="37248"/>
                </a:lnTo>
                <a:lnTo>
                  <a:pt x="957521" y="136183"/>
                </a:lnTo>
                <a:lnTo>
                  <a:pt x="973977" y="136183"/>
                </a:lnTo>
                <a:lnTo>
                  <a:pt x="973977" y="65545"/>
                </a:lnTo>
                <a:lnTo>
                  <a:pt x="974352" y="65043"/>
                </a:lnTo>
                <a:lnTo>
                  <a:pt x="974736" y="64544"/>
                </a:lnTo>
                <a:lnTo>
                  <a:pt x="975130" y="64049"/>
                </a:lnTo>
                <a:close/>
                <a:moveTo>
                  <a:pt x="923727" y="136183"/>
                </a:moveTo>
                <a:lnTo>
                  <a:pt x="923727" y="37248"/>
                </a:lnTo>
                <a:lnTo>
                  <a:pt x="907271" y="37248"/>
                </a:lnTo>
                <a:lnTo>
                  <a:pt x="907271" y="136183"/>
                </a:lnTo>
                <a:lnTo>
                  <a:pt x="923727" y="136183"/>
                </a:lnTo>
                <a:close/>
                <a:moveTo>
                  <a:pt x="130283" y="137881"/>
                </a:moveTo>
                <a:lnTo>
                  <a:pt x="130935" y="137849"/>
                </a:lnTo>
                <a:lnTo>
                  <a:pt x="131582" y="137810"/>
                </a:lnTo>
                <a:lnTo>
                  <a:pt x="132226" y="137765"/>
                </a:lnTo>
                <a:lnTo>
                  <a:pt x="132866" y="137714"/>
                </a:lnTo>
                <a:lnTo>
                  <a:pt x="133502" y="137657"/>
                </a:lnTo>
                <a:lnTo>
                  <a:pt x="134134" y="137594"/>
                </a:lnTo>
                <a:lnTo>
                  <a:pt x="134762" y="137525"/>
                </a:lnTo>
                <a:lnTo>
                  <a:pt x="135386" y="137450"/>
                </a:lnTo>
                <a:lnTo>
                  <a:pt x="136007" y="137370"/>
                </a:lnTo>
                <a:lnTo>
                  <a:pt x="136623" y="137283"/>
                </a:lnTo>
                <a:lnTo>
                  <a:pt x="137235" y="137190"/>
                </a:lnTo>
                <a:lnTo>
                  <a:pt x="137844" y="137091"/>
                </a:lnTo>
                <a:lnTo>
                  <a:pt x="138448" y="136986"/>
                </a:lnTo>
                <a:lnTo>
                  <a:pt x="139049" y="136876"/>
                </a:lnTo>
                <a:lnTo>
                  <a:pt x="139645" y="136759"/>
                </a:lnTo>
                <a:lnTo>
                  <a:pt x="140238" y="136636"/>
                </a:lnTo>
                <a:lnTo>
                  <a:pt x="140827" y="136507"/>
                </a:lnTo>
                <a:lnTo>
                  <a:pt x="141412" y="136373"/>
                </a:lnTo>
                <a:lnTo>
                  <a:pt x="141993" y="136232"/>
                </a:lnTo>
                <a:lnTo>
                  <a:pt x="142568" y="136085"/>
                </a:lnTo>
                <a:lnTo>
                  <a:pt x="143138" y="135931"/>
                </a:lnTo>
                <a:lnTo>
                  <a:pt x="143702" y="135771"/>
                </a:lnTo>
                <a:lnTo>
                  <a:pt x="144259" y="135605"/>
                </a:lnTo>
                <a:lnTo>
                  <a:pt x="144810" y="135432"/>
                </a:lnTo>
                <a:lnTo>
                  <a:pt x="145355" y="135252"/>
                </a:lnTo>
                <a:lnTo>
                  <a:pt x="145894" y="135066"/>
                </a:lnTo>
                <a:lnTo>
                  <a:pt x="146427" y="134874"/>
                </a:lnTo>
                <a:lnTo>
                  <a:pt x="146953" y="134674"/>
                </a:lnTo>
                <a:lnTo>
                  <a:pt x="147474" y="134469"/>
                </a:lnTo>
                <a:lnTo>
                  <a:pt x="147988" y="134257"/>
                </a:lnTo>
                <a:lnTo>
                  <a:pt x="148496" y="134038"/>
                </a:lnTo>
                <a:lnTo>
                  <a:pt x="148998" y="133813"/>
                </a:lnTo>
                <a:lnTo>
                  <a:pt x="149494" y="133581"/>
                </a:lnTo>
                <a:lnTo>
                  <a:pt x="149984" y="133343"/>
                </a:lnTo>
                <a:lnTo>
                  <a:pt x="150467" y="133098"/>
                </a:lnTo>
                <a:lnTo>
                  <a:pt x="150944" y="132846"/>
                </a:lnTo>
                <a:lnTo>
                  <a:pt x="151416" y="132589"/>
                </a:lnTo>
                <a:lnTo>
                  <a:pt x="151880" y="132324"/>
                </a:lnTo>
                <a:lnTo>
                  <a:pt x="152339" y="132053"/>
                </a:lnTo>
                <a:lnTo>
                  <a:pt x="152792" y="131776"/>
                </a:lnTo>
                <a:lnTo>
                  <a:pt x="153239" y="131492"/>
                </a:lnTo>
                <a:lnTo>
                  <a:pt x="153679" y="131202"/>
                </a:lnTo>
                <a:lnTo>
                  <a:pt x="154113" y="130905"/>
                </a:lnTo>
                <a:lnTo>
                  <a:pt x="154540" y="130601"/>
                </a:lnTo>
                <a:lnTo>
                  <a:pt x="154960" y="130290"/>
                </a:lnTo>
                <a:lnTo>
                  <a:pt x="155371" y="129972"/>
                </a:lnTo>
                <a:lnTo>
                  <a:pt x="155775" y="129647"/>
                </a:lnTo>
                <a:lnTo>
                  <a:pt x="156170" y="129315"/>
                </a:lnTo>
                <a:lnTo>
                  <a:pt x="156558" y="128976"/>
                </a:lnTo>
                <a:lnTo>
                  <a:pt x="156938" y="128630"/>
                </a:lnTo>
                <a:lnTo>
                  <a:pt x="157310" y="128277"/>
                </a:lnTo>
                <a:lnTo>
                  <a:pt x="157674" y="127917"/>
                </a:lnTo>
                <a:lnTo>
                  <a:pt x="158031" y="127550"/>
                </a:lnTo>
                <a:lnTo>
                  <a:pt x="158379" y="127176"/>
                </a:lnTo>
                <a:lnTo>
                  <a:pt x="158720" y="126794"/>
                </a:lnTo>
                <a:lnTo>
                  <a:pt x="159053" y="126406"/>
                </a:lnTo>
                <a:lnTo>
                  <a:pt x="159377" y="126011"/>
                </a:lnTo>
                <a:lnTo>
                  <a:pt x="159694" y="125608"/>
                </a:lnTo>
                <a:lnTo>
                  <a:pt x="160004" y="125199"/>
                </a:lnTo>
                <a:lnTo>
                  <a:pt x="160305" y="124782"/>
                </a:lnTo>
                <a:lnTo>
                  <a:pt x="160598" y="124359"/>
                </a:lnTo>
                <a:lnTo>
                  <a:pt x="160884" y="123928"/>
                </a:lnTo>
                <a:lnTo>
                  <a:pt x="161161" y="123490"/>
                </a:lnTo>
                <a:lnTo>
                  <a:pt x="161431" y="123046"/>
                </a:lnTo>
                <a:lnTo>
                  <a:pt x="161693" y="122594"/>
                </a:lnTo>
                <a:lnTo>
                  <a:pt x="161947" y="122135"/>
                </a:lnTo>
                <a:lnTo>
                  <a:pt x="162193" y="121669"/>
                </a:lnTo>
                <a:lnTo>
                  <a:pt x="162431" y="121196"/>
                </a:lnTo>
                <a:lnTo>
                  <a:pt x="162658" y="120716"/>
                </a:lnTo>
                <a:lnTo>
                  <a:pt x="162875" y="120229"/>
                </a:lnTo>
                <a:lnTo>
                  <a:pt x="163082" y="119734"/>
                </a:lnTo>
                <a:lnTo>
                  <a:pt x="163278" y="119232"/>
                </a:lnTo>
                <a:lnTo>
                  <a:pt x="163465" y="118723"/>
                </a:lnTo>
                <a:lnTo>
                  <a:pt x="163642" y="118207"/>
                </a:lnTo>
                <a:lnTo>
                  <a:pt x="163808" y="117684"/>
                </a:lnTo>
                <a:lnTo>
                  <a:pt x="163965" y="117153"/>
                </a:lnTo>
                <a:lnTo>
                  <a:pt x="164111" y="116615"/>
                </a:lnTo>
                <a:lnTo>
                  <a:pt x="164247" y="116070"/>
                </a:lnTo>
                <a:lnTo>
                  <a:pt x="164374" y="115518"/>
                </a:lnTo>
                <a:lnTo>
                  <a:pt x="164490" y="114958"/>
                </a:lnTo>
                <a:lnTo>
                  <a:pt x="164596" y="114391"/>
                </a:lnTo>
                <a:lnTo>
                  <a:pt x="164691" y="113817"/>
                </a:lnTo>
                <a:lnTo>
                  <a:pt x="164777" y="113236"/>
                </a:lnTo>
                <a:lnTo>
                  <a:pt x="164853" y="112648"/>
                </a:lnTo>
                <a:lnTo>
                  <a:pt x="164919" y="112052"/>
                </a:lnTo>
                <a:lnTo>
                  <a:pt x="164974" y="111449"/>
                </a:lnTo>
                <a:lnTo>
                  <a:pt x="165020" y="110839"/>
                </a:lnTo>
                <a:lnTo>
                  <a:pt x="165055" y="110222"/>
                </a:lnTo>
                <a:lnTo>
                  <a:pt x="165080" y="109597"/>
                </a:lnTo>
                <a:lnTo>
                  <a:pt x="165095" y="108965"/>
                </a:lnTo>
                <a:lnTo>
                  <a:pt x="165100" y="108326"/>
                </a:lnTo>
                <a:lnTo>
                  <a:pt x="165094" y="107588"/>
                </a:lnTo>
                <a:lnTo>
                  <a:pt x="165075" y="106860"/>
                </a:lnTo>
                <a:lnTo>
                  <a:pt x="165043" y="106144"/>
                </a:lnTo>
                <a:lnTo>
                  <a:pt x="164998" y="105439"/>
                </a:lnTo>
                <a:lnTo>
                  <a:pt x="164940" y="104744"/>
                </a:lnTo>
                <a:lnTo>
                  <a:pt x="164869" y="104061"/>
                </a:lnTo>
                <a:lnTo>
                  <a:pt x="164786" y="103389"/>
                </a:lnTo>
                <a:lnTo>
                  <a:pt x="164690" y="102729"/>
                </a:lnTo>
                <a:lnTo>
                  <a:pt x="164581" y="102079"/>
                </a:lnTo>
                <a:lnTo>
                  <a:pt x="164459" y="101440"/>
                </a:lnTo>
                <a:lnTo>
                  <a:pt x="164324" y="100813"/>
                </a:lnTo>
                <a:lnTo>
                  <a:pt x="164176" y="100196"/>
                </a:lnTo>
                <a:lnTo>
                  <a:pt x="164016" y="99591"/>
                </a:lnTo>
                <a:lnTo>
                  <a:pt x="163843" y="98997"/>
                </a:lnTo>
                <a:lnTo>
                  <a:pt x="163657" y="98414"/>
                </a:lnTo>
                <a:lnTo>
                  <a:pt x="163458" y="97842"/>
                </a:lnTo>
                <a:lnTo>
                  <a:pt x="163246" y="97281"/>
                </a:lnTo>
                <a:lnTo>
                  <a:pt x="163022" y="96731"/>
                </a:lnTo>
                <a:lnTo>
                  <a:pt x="162784" y="96192"/>
                </a:lnTo>
                <a:lnTo>
                  <a:pt x="162534" y="95665"/>
                </a:lnTo>
                <a:lnTo>
                  <a:pt x="162271" y="95148"/>
                </a:lnTo>
                <a:lnTo>
                  <a:pt x="161995" y="94643"/>
                </a:lnTo>
                <a:lnTo>
                  <a:pt x="161707" y="94149"/>
                </a:lnTo>
                <a:lnTo>
                  <a:pt x="161405" y="93666"/>
                </a:lnTo>
                <a:lnTo>
                  <a:pt x="161091" y="93191"/>
                </a:lnTo>
                <a:lnTo>
                  <a:pt x="160764" y="92724"/>
                </a:lnTo>
                <a:lnTo>
                  <a:pt x="160425" y="92265"/>
                </a:lnTo>
                <a:lnTo>
                  <a:pt x="160073" y="91812"/>
                </a:lnTo>
                <a:lnTo>
                  <a:pt x="159709" y="91367"/>
                </a:lnTo>
                <a:lnTo>
                  <a:pt x="159333" y="90929"/>
                </a:lnTo>
                <a:lnTo>
                  <a:pt x="158943" y="90498"/>
                </a:lnTo>
                <a:lnTo>
                  <a:pt x="158542" y="90074"/>
                </a:lnTo>
                <a:lnTo>
                  <a:pt x="158128" y="89658"/>
                </a:lnTo>
                <a:lnTo>
                  <a:pt x="157701" y="89249"/>
                </a:lnTo>
                <a:lnTo>
                  <a:pt x="157262" y="88847"/>
                </a:lnTo>
                <a:lnTo>
                  <a:pt x="156811" y="88452"/>
                </a:lnTo>
                <a:lnTo>
                  <a:pt x="156347" y="88065"/>
                </a:lnTo>
                <a:lnTo>
                  <a:pt x="155870" y="87684"/>
                </a:lnTo>
                <a:lnTo>
                  <a:pt x="155381" y="87311"/>
                </a:lnTo>
                <a:lnTo>
                  <a:pt x="154879" y="86946"/>
                </a:lnTo>
                <a:lnTo>
                  <a:pt x="154365" y="86587"/>
                </a:lnTo>
                <a:lnTo>
                  <a:pt x="153839" y="86236"/>
                </a:lnTo>
                <a:lnTo>
                  <a:pt x="153300" y="85892"/>
                </a:lnTo>
                <a:lnTo>
                  <a:pt x="152749" y="85555"/>
                </a:lnTo>
                <a:lnTo>
                  <a:pt x="152185" y="85225"/>
                </a:lnTo>
                <a:lnTo>
                  <a:pt x="151608" y="84903"/>
                </a:lnTo>
                <a:lnTo>
                  <a:pt x="151019" y="84588"/>
                </a:lnTo>
                <a:lnTo>
                  <a:pt x="150418" y="84280"/>
                </a:lnTo>
                <a:lnTo>
                  <a:pt x="149804" y="83977"/>
                </a:lnTo>
                <a:lnTo>
                  <a:pt x="149179" y="83678"/>
                </a:lnTo>
                <a:lnTo>
                  <a:pt x="148541" y="83382"/>
                </a:lnTo>
                <a:lnTo>
                  <a:pt x="147891" y="83090"/>
                </a:lnTo>
                <a:lnTo>
                  <a:pt x="147230" y="82802"/>
                </a:lnTo>
                <a:lnTo>
                  <a:pt x="146556" y="82517"/>
                </a:lnTo>
                <a:lnTo>
                  <a:pt x="145871" y="82235"/>
                </a:lnTo>
                <a:lnTo>
                  <a:pt x="145173" y="81957"/>
                </a:lnTo>
                <a:lnTo>
                  <a:pt x="144464" y="81683"/>
                </a:lnTo>
                <a:lnTo>
                  <a:pt x="143742" y="81412"/>
                </a:lnTo>
                <a:lnTo>
                  <a:pt x="143009" y="81145"/>
                </a:lnTo>
                <a:lnTo>
                  <a:pt x="142264" y="80881"/>
                </a:lnTo>
                <a:lnTo>
                  <a:pt x="141506" y="80620"/>
                </a:lnTo>
                <a:lnTo>
                  <a:pt x="140737" y="80364"/>
                </a:lnTo>
                <a:lnTo>
                  <a:pt x="139956" y="80110"/>
                </a:lnTo>
                <a:lnTo>
                  <a:pt x="139162" y="79860"/>
                </a:lnTo>
                <a:lnTo>
                  <a:pt x="138357" y="79614"/>
                </a:lnTo>
                <a:lnTo>
                  <a:pt x="137540" y="79371"/>
                </a:lnTo>
                <a:lnTo>
                  <a:pt x="136711" y="79132"/>
                </a:lnTo>
                <a:lnTo>
                  <a:pt x="135869" y="78896"/>
                </a:lnTo>
                <a:lnTo>
                  <a:pt x="135016" y="78664"/>
                </a:lnTo>
                <a:lnTo>
                  <a:pt x="134151" y="78435"/>
                </a:lnTo>
                <a:lnTo>
                  <a:pt x="133274" y="78210"/>
                </a:lnTo>
                <a:lnTo>
                  <a:pt x="132385" y="77988"/>
                </a:lnTo>
                <a:lnTo>
                  <a:pt x="131571" y="77786"/>
                </a:lnTo>
                <a:lnTo>
                  <a:pt x="130771" y="77584"/>
                </a:lnTo>
                <a:lnTo>
                  <a:pt x="129985" y="77383"/>
                </a:lnTo>
                <a:lnTo>
                  <a:pt x="129212" y="77184"/>
                </a:lnTo>
                <a:lnTo>
                  <a:pt x="128454" y="76985"/>
                </a:lnTo>
                <a:lnTo>
                  <a:pt x="127710" y="76787"/>
                </a:lnTo>
                <a:lnTo>
                  <a:pt x="126980" y="76589"/>
                </a:lnTo>
                <a:lnTo>
                  <a:pt x="126264" y="76393"/>
                </a:lnTo>
                <a:lnTo>
                  <a:pt x="125563" y="76198"/>
                </a:lnTo>
                <a:lnTo>
                  <a:pt x="124875" y="76003"/>
                </a:lnTo>
                <a:lnTo>
                  <a:pt x="124201" y="75809"/>
                </a:lnTo>
                <a:lnTo>
                  <a:pt x="123541" y="75617"/>
                </a:lnTo>
                <a:lnTo>
                  <a:pt x="122895" y="75425"/>
                </a:lnTo>
                <a:lnTo>
                  <a:pt x="122263" y="75234"/>
                </a:lnTo>
                <a:lnTo>
                  <a:pt x="121646" y="75044"/>
                </a:lnTo>
                <a:lnTo>
                  <a:pt x="121042" y="74854"/>
                </a:lnTo>
                <a:lnTo>
                  <a:pt x="120452" y="74666"/>
                </a:lnTo>
                <a:lnTo>
                  <a:pt x="119876" y="74479"/>
                </a:lnTo>
                <a:lnTo>
                  <a:pt x="119315" y="74292"/>
                </a:lnTo>
                <a:lnTo>
                  <a:pt x="118767" y="74106"/>
                </a:lnTo>
                <a:lnTo>
                  <a:pt x="118234" y="73921"/>
                </a:lnTo>
                <a:lnTo>
                  <a:pt x="117714" y="73738"/>
                </a:lnTo>
                <a:lnTo>
                  <a:pt x="117209" y="73555"/>
                </a:lnTo>
                <a:lnTo>
                  <a:pt x="116717" y="73372"/>
                </a:lnTo>
                <a:lnTo>
                  <a:pt x="116238" y="73190"/>
                </a:lnTo>
                <a:lnTo>
                  <a:pt x="115771" y="73005"/>
                </a:lnTo>
                <a:lnTo>
                  <a:pt x="115316" y="72818"/>
                </a:lnTo>
                <a:lnTo>
                  <a:pt x="114872" y="72629"/>
                </a:lnTo>
                <a:lnTo>
                  <a:pt x="114440" y="72439"/>
                </a:lnTo>
                <a:lnTo>
                  <a:pt x="114019" y="72246"/>
                </a:lnTo>
                <a:lnTo>
                  <a:pt x="113611" y="72051"/>
                </a:lnTo>
                <a:lnTo>
                  <a:pt x="113213" y="71855"/>
                </a:lnTo>
                <a:lnTo>
                  <a:pt x="112828" y="71657"/>
                </a:lnTo>
                <a:lnTo>
                  <a:pt x="112454" y="71456"/>
                </a:lnTo>
                <a:lnTo>
                  <a:pt x="112091" y="71254"/>
                </a:lnTo>
                <a:lnTo>
                  <a:pt x="111741" y="71050"/>
                </a:lnTo>
                <a:lnTo>
                  <a:pt x="111402" y="70844"/>
                </a:lnTo>
                <a:lnTo>
                  <a:pt x="111074" y="70636"/>
                </a:lnTo>
                <a:lnTo>
                  <a:pt x="110758" y="70426"/>
                </a:lnTo>
                <a:lnTo>
                  <a:pt x="110454" y="70214"/>
                </a:lnTo>
                <a:lnTo>
                  <a:pt x="110162" y="70000"/>
                </a:lnTo>
                <a:lnTo>
                  <a:pt x="109881" y="69784"/>
                </a:lnTo>
                <a:lnTo>
                  <a:pt x="109612" y="69566"/>
                </a:lnTo>
                <a:lnTo>
                  <a:pt x="109354" y="69347"/>
                </a:lnTo>
                <a:lnTo>
                  <a:pt x="109108" y="69125"/>
                </a:lnTo>
                <a:lnTo>
                  <a:pt x="108874" y="68901"/>
                </a:lnTo>
                <a:lnTo>
                  <a:pt x="108651" y="68676"/>
                </a:lnTo>
                <a:lnTo>
                  <a:pt x="108440" y="68449"/>
                </a:lnTo>
                <a:lnTo>
                  <a:pt x="108239" y="68218"/>
                </a:lnTo>
                <a:lnTo>
                  <a:pt x="108046" y="67983"/>
                </a:lnTo>
                <a:lnTo>
                  <a:pt x="107862" y="67744"/>
                </a:lnTo>
                <a:lnTo>
                  <a:pt x="107687" y="67501"/>
                </a:lnTo>
                <a:lnTo>
                  <a:pt x="107520" y="67254"/>
                </a:lnTo>
                <a:lnTo>
                  <a:pt x="107362" y="67002"/>
                </a:lnTo>
                <a:lnTo>
                  <a:pt x="107212" y="66746"/>
                </a:lnTo>
                <a:lnTo>
                  <a:pt x="107071" y="66486"/>
                </a:lnTo>
                <a:lnTo>
                  <a:pt x="106938" y="66222"/>
                </a:lnTo>
                <a:lnTo>
                  <a:pt x="106814" y="65953"/>
                </a:lnTo>
                <a:lnTo>
                  <a:pt x="106699" y="65681"/>
                </a:lnTo>
                <a:lnTo>
                  <a:pt x="106592" y="65404"/>
                </a:lnTo>
                <a:lnTo>
                  <a:pt x="106494" y="65123"/>
                </a:lnTo>
                <a:lnTo>
                  <a:pt x="106404" y="64837"/>
                </a:lnTo>
                <a:lnTo>
                  <a:pt x="106323" y="64548"/>
                </a:lnTo>
                <a:lnTo>
                  <a:pt x="106250" y="64254"/>
                </a:lnTo>
                <a:lnTo>
                  <a:pt x="106186" y="63956"/>
                </a:lnTo>
                <a:lnTo>
                  <a:pt x="106130" y="63653"/>
                </a:lnTo>
                <a:lnTo>
                  <a:pt x="106083" y="63347"/>
                </a:lnTo>
                <a:lnTo>
                  <a:pt x="106045" y="63036"/>
                </a:lnTo>
                <a:lnTo>
                  <a:pt x="106015" y="62721"/>
                </a:lnTo>
                <a:lnTo>
                  <a:pt x="105993" y="62402"/>
                </a:lnTo>
                <a:lnTo>
                  <a:pt x="105980" y="62078"/>
                </a:lnTo>
                <a:lnTo>
                  <a:pt x="105976" y="61751"/>
                </a:lnTo>
                <a:lnTo>
                  <a:pt x="105986" y="61167"/>
                </a:lnTo>
                <a:lnTo>
                  <a:pt x="106014" y="60595"/>
                </a:lnTo>
                <a:lnTo>
                  <a:pt x="106062" y="60037"/>
                </a:lnTo>
                <a:lnTo>
                  <a:pt x="106129" y="59492"/>
                </a:lnTo>
                <a:lnTo>
                  <a:pt x="106216" y="58960"/>
                </a:lnTo>
                <a:lnTo>
                  <a:pt x="106321" y="58441"/>
                </a:lnTo>
                <a:lnTo>
                  <a:pt x="106446" y="57935"/>
                </a:lnTo>
                <a:lnTo>
                  <a:pt x="106589" y="57442"/>
                </a:lnTo>
                <a:lnTo>
                  <a:pt x="106752" y="56962"/>
                </a:lnTo>
                <a:lnTo>
                  <a:pt x="106934" y="56495"/>
                </a:lnTo>
                <a:lnTo>
                  <a:pt x="107135" y="56041"/>
                </a:lnTo>
                <a:lnTo>
                  <a:pt x="107356" y="55601"/>
                </a:lnTo>
                <a:lnTo>
                  <a:pt x="107595" y="55173"/>
                </a:lnTo>
                <a:lnTo>
                  <a:pt x="107854" y="54758"/>
                </a:lnTo>
                <a:lnTo>
                  <a:pt x="108132" y="54356"/>
                </a:lnTo>
                <a:lnTo>
                  <a:pt x="108429" y="53968"/>
                </a:lnTo>
                <a:lnTo>
                  <a:pt x="108745" y="53592"/>
                </a:lnTo>
                <a:lnTo>
                  <a:pt x="109080" y="53229"/>
                </a:lnTo>
                <a:lnTo>
                  <a:pt x="109435" y="52880"/>
                </a:lnTo>
                <a:lnTo>
                  <a:pt x="109808" y="52543"/>
                </a:lnTo>
                <a:lnTo>
                  <a:pt x="110201" y="52220"/>
                </a:lnTo>
                <a:lnTo>
                  <a:pt x="110613" y="51909"/>
                </a:lnTo>
                <a:lnTo>
                  <a:pt x="111044" y="51612"/>
                </a:lnTo>
                <a:lnTo>
                  <a:pt x="111494" y="51327"/>
                </a:lnTo>
                <a:lnTo>
                  <a:pt x="111960" y="51055"/>
                </a:lnTo>
                <a:lnTo>
                  <a:pt x="112437" y="50794"/>
                </a:lnTo>
                <a:lnTo>
                  <a:pt x="112926" y="50545"/>
                </a:lnTo>
                <a:lnTo>
                  <a:pt x="113427" y="50307"/>
                </a:lnTo>
                <a:lnTo>
                  <a:pt x="113939" y="50081"/>
                </a:lnTo>
                <a:lnTo>
                  <a:pt x="114463" y="49867"/>
                </a:lnTo>
                <a:lnTo>
                  <a:pt x="114998" y="49664"/>
                </a:lnTo>
                <a:lnTo>
                  <a:pt x="115546" y="49473"/>
                </a:lnTo>
                <a:lnTo>
                  <a:pt x="116104" y="49293"/>
                </a:lnTo>
                <a:lnTo>
                  <a:pt x="116675" y="49125"/>
                </a:lnTo>
                <a:lnTo>
                  <a:pt x="117257" y="48968"/>
                </a:lnTo>
                <a:lnTo>
                  <a:pt x="117850" y="48824"/>
                </a:lnTo>
                <a:lnTo>
                  <a:pt x="118456" y="48690"/>
                </a:lnTo>
                <a:lnTo>
                  <a:pt x="119072" y="48569"/>
                </a:lnTo>
                <a:lnTo>
                  <a:pt x="119701" y="48459"/>
                </a:lnTo>
                <a:lnTo>
                  <a:pt x="120341" y="48360"/>
                </a:lnTo>
                <a:lnTo>
                  <a:pt x="120993" y="48273"/>
                </a:lnTo>
                <a:lnTo>
                  <a:pt x="121656" y="48198"/>
                </a:lnTo>
                <a:lnTo>
                  <a:pt x="122331" y="48134"/>
                </a:lnTo>
                <a:lnTo>
                  <a:pt x="123018" y="48082"/>
                </a:lnTo>
                <a:lnTo>
                  <a:pt x="123716" y="48041"/>
                </a:lnTo>
                <a:lnTo>
                  <a:pt x="124426" y="48012"/>
                </a:lnTo>
                <a:lnTo>
                  <a:pt x="125148" y="47995"/>
                </a:lnTo>
                <a:lnTo>
                  <a:pt x="125881" y="47989"/>
                </a:lnTo>
                <a:lnTo>
                  <a:pt x="126607" y="47997"/>
                </a:lnTo>
                <a:lnTo>
                  <a:pt x="127324" y="48020"/>
                </a:lnTo>
                <a:lnTo>
                  <a:pt x="128032" y="48059"/>
                </a:lnTo>
                <a:lnTo>
                  <a:pt x="128731" y="48113"/>
                </a:lnTo>
                <a:lnTo>
                  <a:pt x="129420" y="48182"/>
                </a:lnTo>
                <a:lnTo>
                  <a:pt x="130100" y="48267"/>
                </a:lnTo>
                <a:lnTo>
                  <a:pt x="130771" y="48367"/>
                </a:lnTo>
                <a:lnTo>
                  <a:pt x="131432" y="48483"/>
                </a:lnTo>
                <a:lnTo>
                  <a:pt x="132085" y="48614"/>
                </a:lnTo>
                <a:lnTo>
                  <a:pt x="132728" y="48761"/>
                </a:lnTo>
                <a:lnTo>
                  <a:pt x="133362" y="48923"/>
                </a:lnTo>
                <a:lnTo>
                  <a:pt x="133986" y="49101"/>
                </a:lnTo>
                <a:lnTo>
                  <a:pt x="134602" y="49294"/>
                </a:lnTo>
                <a:lnTo>
                  <a:pt x="135208" y="49502"/>
                </a:lnTo>
                <a:lnTo>
                  <a:pt x="135805" y="49726"/>
                </a:lnTo>
                <a:lnTo>
                  <a:pt x="136392" y="49965"/>
                </a:lnTo>
                <a:lnTo>
                  <a:pt x="136971" y="50220"/>
                </a:lnTo>
                <a:lnTo>
                  <a:pt x="137540" y="50490"/>
                </a:lnTo>
                <a:lnTo>
                  <a:pt x="138100" y="50776"/>
                </a:lnTo>
                <a:lnTo>
                  <a:pt x="138650" y="51077"/>
                </a:lnTo>
                <a:lnTo>
                  <a:pt x="139192" y="51394"/>
                </a:lnTo>
                <a:lnTo>
                  <a:pt x="139724" y="51725"/>
                </a:lnTo>
                <a:lnTo>
                  <a:pt x="140247" y="52073"/>
                </a:lnTo>
                <a:lnTo>
                  <a:pt x="140761" y="52436"/>
                </a:lnTo>
                <a:lnTo>
                  <a:pt x="141259" y="52817"/>
                </a:lnTo>
                <a:lnTo>
                  <a:pt x="141737" y="53221"/>
                </a:lnTo>
                <a:lnTo>
                  <a:pt x="142193" y="53646"/>
                </a:lnTo>
                <a:lnTo>
                  <a:pt x="142628" y="54093"/>
                </a:lnTo>
                <a:lnTo>
                  <a:pt x="143041" y="54562"/>
                </a:lnTo>
                <a:lnTo>
                  <a:pt x="143434" y="55053"/>
                </a:lnTo>
                <a:lnTo>
                  <a:pt x="143805" y="55566"/>
                </a:lnTo>
                <a:lnTo>
                  <a:pt x="144155" y="56101"/>
                </a:lnTo>
                <a:lnTo>
                  <a:pt x="144484" y="56658"/>
                </a:lnTo>
                <a:lnTo>
                  <a:pt x="144791" y="57237"/>
                </a:lnTo>
                <a:lnTo>
                  <a:pt x="145078" y="57837"/>
                </a:lnTo>
                <a:lnTo>
                  <a:pt x="145343" y="58460"/>
                </a:lnTo>
                <a:lnTo>
                  <a:pt x="145587" y="59104"/>
                </a:lnTo>
                <a:lnTo>
                  <a:pt x="145810" y="59770"/>
                </a:lnTo>
                <a:lnTo>
                  <a:pt x="146011" y="60459"/>
                </a:lnTo>
                <a:lnTo>
                  <a:pt x="146192" y="61169"/>
                </a:lnTo>
                <a:lnTo>
                  <a:pt x="146351" y="61901"/>
                </a:lnTo>
                <a:lnTo>
                  <a:pt x="146489" y="62655"/>
                </a:lnTo>
                <a:lnTo>
                  <a:pt x="146605" y="63431"/>
                </a:lnTo>
                <a:lnTo>
                  <a:pt x="146701" y="64228"/>
                </a:lnTo>
                <a:lnTo>
                  <a:pt x="146775" y="65048"/>
                </a:lnTo>
                <a:lnTo>
                  <a:pt x="146828" y="65890"/>
                </a:lnTo>
                <a:lnTo>
                  <a:pt x="146860" y="66753"/>
                </a:lnTo>
                <a:lnTo>
                  <a:pt x="146870" y="67639"/>
                </a:lnTo>
                <a:lnTo>
                  <a:pt x="162834" y="67639"/>
                </a:lnTo>
                <a:lnTo>
                  <a:pt x="162829" y="66933"/>
                </a:lnTo>
                <a:lnTo>
                  <a:pt x="162813" y="66235"/>
                </a:lnTo>
                <a:lnTo>
                  <a:pt x="162788" y="65546"/>
                </a:lnTo>
                <a:lnTo>
                  <a:pt x="162752" y="64865"/>
                </a:lnTo>
                <a:lnTo>
                  <a:pt x="162706" y="64193"/>
                </a:lnTo>
                <a:lnTo>
                  <a:pt x="162649" y="63529"/>
                </a:lnTo>
                <a:lnTo>
                  <a:pt x="162582" y="62874"/>
                </a:lnTo>
                <a:lnTo>
                  <a:pt x="162505" y="62227"/>
                </a:lnTo>
                <a:lnTo>
                  <a:pt x="162418" y="61588"/>
                </a:lnTo>
                <a:lnTo>
                  <a:pt x="162321" y="60958"/>
                </a:lnTo>
                <a:lnTo>
                  <a:pt x="162213" y="60337"/>
                </a:lnTo>
                <a:lnTo>
                  <a:pt x="162095" y="59724"/>
                </a:lnTo>
                <a:lnTo>
                  <a:pt x="161967" y="59119"/>
                </a:lnTo>
                <a:lnTo>
                  <a:pt x="161828" y="58523"/>
                </a:lnTo>
                <a:lnTo>
                  <a:pt x="161679" y="57935"/>
                </a:lnTo>
                <a:lnTo>
                  <a:pt x="161520" y="57356"/>
                </a:lnTo>
                <a:lnTo>
                  <a:pt x="161351" y="56785"/>
                </a:lnTo>
                <a:lnTo>
                  <a:pt x="161171" y="56223"/>
                </a:lnTo>
                <a:lnTo>
                  <a:pt x="160981" y="55669"/>
                </a:lnTo>
                <a:lnTo>
                  <a:pt x="160781" y="55124"/>
                </a:lnTo>
                <a:lnTo>
                  <a:pt x="160571" y="54587"/>
                </a:lnTo>
                <a:lnTo>
                  <a:pt x="160350" y="54059"/>
                </a:lnTo>
                <a:lnTo>
                  <a:pt x="160119" y="53539"/>
                </a:lnTo>
                <a:lnTo>
                  <a:pt x="159878" y="53027"/>
                </a:lnTo>
                <a:lnTo>
                  <a:pt x="159628" y="52524"/>
                </a:lnTo>
                <a:lnTo>
                  <a:pt x="159370" y="52028"/>
                </a:lnTo>
                <a:lnTo>
                  <a:pt x="159105" y="51540"/>
                </a:lnTo>
                <a:lnTo>
                  <a:pt x="158833" y="51060"/>
                </a:lnTo>
                <a:lnTo>
                  <a:pt x="158554" y="50587"/>
                </a:lnTo>
                <a:lnTo>
                  <a:pt x="158267" y="50123"/>
                </a:lnTo>
                <a:lnTo>
                  <a:pt x="157973" y="49666"/>
                </a:lnTo>
                <a:lnTo>
                  <a:pt x="157671" y="49216"/>
                </a:lnTo>
                <a:lnTo>
                  <a:pt x="157363" y="48775"/>
                </a:lnTo>
                <a:lnTo>
                  <a:pt x="157046" y="48341"/>
                </a:lnTo>
                <a:lnTo>
                  <a:pt x="156723" y="47915"/>
                </a:lnTo>
                <a:lnTo>
                  <a:pt x="156392" y="47497"/>
                </a:lnTo>
                <a:lnTo>
                  <a:pt x="156053" y="47087"/>
                </a:lnTo>
                <a:lnTo>
                  <a:pt x="155708" y="46684"/>
                </a:lnTo>
                <a:lnTo>
                  <a:pt x="155355" y="46289"/>
                </a:lnTo>
                <a:lnTo>
                  <a:pt x="154994" y="45902"/>
                </a:lnTo>
                <a:lnTo>
                  <a:pt x="154627" y="45523"/>
                </a:lnTo>
                <a:lnTo>
                  <a:pt x="154252" y="45151"/>
                </a:lnTo>
                <a:lnTo>
                  <a:pt x="153869" y="44787"/>
                </a:lnTo>
                <a:lnTo>
                  <a:pt x="153479" y="44431"/>
                </a:lnTo>
                <a:lnTo>
                  <a:pt x="153082" y="44082"/>
                </a:lnTo>
                <a:lnTo>
                  <a:pt x="152678" y="43742"/>
                </a:lnTo>
                <a:lnTo>
                  <a:pt x="152266" y="43409"/>
                </a:lnTo>
                <a:lnTo>
                  <a:pt x="151847" y="43084"/>
                </a:lnTo>
                <a:lnTo>
                  <a:pt x="151421" y="42766"/>
                </a:lnTo>
                <a:lnTo>
                  <a:pt x="150990" y="42455"/>
                </a:lnTo>
                <a:lnTo>
                  <a:pt x="150553" y="42151"/>
                </a:lnTo>
                <a:lnTo>
                  <a:pt x="150111" y="41854"/>
                </a:lnTo>
                <a:lnTo>
                  <a:pt x="149664" y="41564"/>
                </a:lnTo>
                <a:lnTo>
                  <a:pt x="149211" y="41281"/>
                </a:lnTo>
                <a:lnTo>
                  <a:pt x="148752" y="41006"/>
                </a:lnTo>
                <a:lnTo>
                  <a:pt x="148288" y="40737"/>
                </a:lnTo>
                <a:lnTo>
                  <a:pt x="147819" y="40476"/>
                </a:lnTo>
                <a:lnTo>
                  <a:pt x="147344" y="40221"/>
                </a:lnTo>
                <a:lnTo>
                  <a:pt x="146864" y="39974"/>
                </a:lnTo>
                <a:lnTo>
                  <a:pt x="146378" y="39733"/>
                </a:lnTo>
                <a:lnTo>
                  <a:pt x="145886" y="39500"/>
                </a:lnTo>
                <a:lnTo>
                  <a:pt x="145390" y="39274"/>
                </a:lnTo>
                <a:lnTo>
                  <a:pt x="144887" y="39054"/>
                </a:lnTo>
                <a:lnTo>
                  <a:pt x="144379" y="38842"/>
                </a:lnTo>
                <a:lnTo>
                  <a:pt x="143866" y="38637"/>
                </a:lnTo>
                <a:lnTo>
                  <a:pt x="143348" y="38439"/>
                </a:lnTo>
                <a:lnTo>
                  <a:pt x="142823" y="38248"/>
                </a:lnTo>
                <a:lnTo>
                  <a:pt x="142294" y="38064"/>
                </a:lnTo>
                <a:lnTo>
                  <a:pt x="141759" y="37887"/>
                </a:lnTo>
                <a:lnTo>
                  <a:pt x="141218" y="37718"/>
                </a:lnTo>
                <a:lnTo>
                  <a:pt x="140672" y="37555"/>
                </a:lnTo>
                <a:lnTo>
                  <a:pt x="140120" y="37399"/>
                </a:lnTo>
                <a:lnTo>
                  <a:pt x="139564" y="37250"/>
                </a:lnTo>
                <a:lnTo>
                  <a:pt x="139005" y="37107"/>
                </a:lnTo>
                <a:lnTo>
                  <a:pt x="138443" y="36971"/>
                </a:lnTo>
                <a:lnTo>
                  <a:pt x="137877" y="36841"/>
                </a:lnTo>
                <a:lnTo>
                  <a:pt x="137308" y="36717"/>
                </a:lnTo>
                <a:lnTo>
                  <a:pt x="136736" y="36600"/>
                </a:lnTo>
                <a:lnTo>
                  <a:pt x="136161" y="36489"/>
                </a:lnTo>
                <a:lnTo>
                  <a:pt x="135582" y="36385"/>
                </a:lnTo>
                <a:lnTo>
                  <a:pt x="135000" y="36286"/>
                </a:lnTo>
                <a:lnTo>
                  <a:pt x="134415" y="36194"/>
                </a:lnTo>
                <a:lnTo>
                  <a:pt x="133827" y="36109"/>
                </a:lnTo>
                <a:lnTo>
                  <a:pt x="133235" y="36030"/>
                </a:lnTo>
                <a:lnTo>
                  <a:pt x="132640" y="35957"/>
                </a:lnTo>
                <a:lnTo>
                  <a:pt x="132042" y="35890"/>
                </a:lnTo>
                <a:lnTo>
                  <a:pt x="131440" y="35830"/>
                </a:lnTo>
                <a:lnTo>
                  <a:pt x="130836" y="35776"/>
                </a:lnTo>
                <a:lnTo>
                  <a:pt x="130228" y="35728"/>
                </a:lnTo>
                <a:lnTo>
                  <a:pt x="129617" y="35687"/>
                </a:lnTo>
                <a:lnTo>
                  <a:pt x="129002" y="35652"/>
                </a:lnTo>
                <a:lnTo>
                  <a:pt x="128384" y="35624"/>
                </a:lnTo>
                <a:lnTo>
                  <a:pt x="127764" y="35602"/>
                </a:lnTo>
                <a:lnTo>
                  <a:pt x="127139" y="35586"/>
                </a:lnTo>
                <a:lnTo>
                  <a:pt x="126512" y="35576"/>
                </a:lnTo>
                <a:lnTo>
                  <a:pt x="125881" y="35573"/>
                </a:lnTo>
                <a:lnTo>
                  <a:pt x="125243" y="35576"/>
                </a:lnTo>
                <a:lnTo>
                  <a:pt x="124608" y="35585"/>
                </a:lnTo>
                <a:lnTo>
                  <a:pt x="123977" y="35599"/>
                </a:lnTo>
                <a:lnTo>
                  <a:pt x="123349" y="35620"/>
                </a:lnTo>
                <a:lnTo>
                  <a:pt x="122726" y="35646"/>
                </a:lnTo>
                <a:lnTo>
                  <a:pt x="122106" y="35678"/>
                </a:lnTo>
                <a:lnTo>
                  <a:pt x="121490" y="35716"/>
                </a:lnTo>
                <a:lnTo>
                  <a:pt x="120878" y="35759"/>
                </a:lnTo>
                <a:lnTo>
                  <a:pt x="120269" y="35809"/>
                </a:lnTo>
                <a:lnTo>
                  <a:pt x="119664" y="35864"/>
                </a:lnTo>
                <a:lnTo>
                  <a:pt x="119063" y="35925"/>
                </a:lnTo>
                <a:lnTo>
                  <a:pt x="118466" y="35992"/>
                </a:lnTo>
                <a:lnTo>
                  <a:pt x="117873" y="36065"/>
                </a:lnTo>
                <a:lnTo>
                  <a:pt x="117283" y="36143"/>
                </a:lnTo>
                <a:lnTo>
                  <a:pt x="116697" y="36227"/>
                </a:lnTo>
                <a:lnTo>
                  <a:pt x="116115" y="36318"/>
                </a:lnTo>
                <a:lnTo>
                  <a:pt x="115536" y="36414"/>
                </a:lnTo>
                <a:lnTo>
                  <a:pt x="114962" y="36515"/>
                </a:lnTo>
                <a:lnTo>
                  <a:pt x="114391" y="36623"/>
                </a:lnTo>
                <a:lnTo>
                  <a:pt x="113824" y="36736"/>
                </a:lnTo>
                <a:lnTo>
                  <a:pt x="113260" y="36856"/>
                </a:lnTo>
                <a:lnTo>
                  <a:pt x="112701" y="36981"/>
                </a:lnTo>
                <a:lnTo>
                  <a:pt x="112145" y="37112"/>
                </a:lnTo>
                <a:lnTo>
                  <a:pt x="111593" y="37248"/>
                </a:lnTo>
                <a:lnTo>
                  <a:pt x="111046" y="37390"/>
                </a:lnTo>
                <a:lnTo>
                  <a:pt x="110505" y="37539"/>
                </a:lnTo>
                <a:lnTo>
                  <a:pt x="109969" y="37692"/>
                </a:lnTo>
                <a:lnTo>
                  <a:pt x="109440" y="37852"/>
                </a:lnTo>
                <a:lnTo>
                  <a:pt x="108917" y="38018"/>
                </a:lnTo>
                <a:lnTo>
                  <a:pt x="108400" y="38189"/>
                </a:lnTo>
                <a:lnTo>
                  <a:pt x="107888" y="38366"/>
                </a:lnTo>
                <a:lnTo>
                  <a:pt x="107383" y="38549"/>
                </a:lnTo>
                <a:lnTo>
                  <a:pt x="106884" y="38738"/>
                </a:lnTo>
                <a:lnTo>
                  <a:pt x="106391" y="38933"/>
                </a:lnTo>
                <a:lnTo>
                  <a:pt x="105903" y="39134"/>
                </a:lnTo>
                <a:lnTo>
                  <a:pt x="105422" y="39340"/>
                </a:lnTo>
                <a:lnTo>
                  <a:pt x="104947" y="39552"/>
                </a:lnTo>
                <a:lnTo>
                  <a:pt x="104477" y="39770"/>
                </a:lnTo>
                <a:lnTo>
                  <a:pt x="104014" y="39994"/>
                </a:lnTo>
                <a:lnTo>
                  <a:pt x="103556" y="40224"/>
                </a:lnTo>
                <a:lnTo>
                  <a:pt x="103105" y="40459"/>
                </a:lnTo>
                <a:lnTo>
                  <a:pt x="102660" y="40700"/>
                </a:lnTo>
                <a:lnTo>
                  <a:pt x="102220" y="40948"/>
                </a:lnTo>
                <a:lnTo>
                  <a:pt x="101787" y="41201"/>
                </a:lnTo>
                <a:lnTo>
                  <a:pt x="101359" y="41459"/>
                </a:lnTo>
                <a:lnTo>
                  <a:pt x="100938" y="41724"/>
                </a:lnTo>
                <a:lnTo>
                  <a:pt x="100522" y="41994"/>
                </a:lnTo>
                <a:lnTo>
                  <a:pt x="100113" y="42271"/>
                </a:lnTo>
                <a:lnTo>
                  <a:pt x="99710" y="42553"/>
                </a:lnTo>
                <a:lnTo>
                  <a:pt x="99315" y="42840"/>
                </a:lnTo>
                <a:lnTo>
                  <a:pt x="98927" y="43134"/>
                </a:lnTo>
                <a:lnTo>
                  <a:pt x="98547" y="43433"/>
                </a:lnTo>
                <a:lnTo>
                  <a:pt x="98175" y="43738"/>
                </a:lnTo>
                <a:lnTo>
                  <a:pt x="97810" y="44049"/>
                </a:lnTo>
                <a:lnTo>
                  <a:pt x="97452" y="44366"/>
                </a:lnTo>
                <a:lnTo>
                  <a:pt x="97102" y="44688"/>
                </a:lnTo>
                <a:lnTo>
                  <a:pt x="96760" y="45017"/>
                </a:lnTo>
                <a:lnTo>
                  <a:pt x="96425" y="45351"/>
                </a:lnTo>
                <a:lnTo>
                  <a:pt x="96097" y="45691"/>
                </a:lnTo>
                <a:lnTo>
                  <a:pt x="95777" y="46037"/>
                </a:lnTo>
                <a:lnTo>
                  <a:pt x="95465" y="46388"/>
                </a:lnTo>
                <a:lnTo>
                  <a:pt x="95160" y="46746"/>
                </a:lnTo>
                <a:lnTo>
                  <a:pt x="94863" y="47109"/>
                </a:lnTo>
                <a:lnTo>
                  <a:pt x="94573" y="47478"/>
                </a:lnTo>
                <a:lnTo>
                  <a:pt x="94291" y="47853"/>
                </a:lnTo>
                <a:lnTo>
                  <a:pt x="94016" y="48234"/>
                </a:lnTo>
                <a:lnTo>
                  <a:pt x="93749" y="48620"/>
                </a:lnTo>
                <a:lnTo>
                  <a:pt x="93489" y="49013"/>
                </a:lnTo>
                <a:lnTo>
                  <a:pt x="93237" y="49411"/>
                </a:lnTo>
                <a:lnTo>
                  <a:pt x="92992" y="49815"/>
                </a:lnTo>
                <a:lnTo>
                  <a:pt x="92755" y="50225"/>
                </a:lnTo>
                <a:lnTo>
                  <a:pt x="92525" y="50640"/>
                </a:lnTo>
                <a:lnTo>
                  <a:pt x="92304" y="51062"/>
                </a:lnTo>
                <a:lnTo>
                  <a:pt x="92093" y="51488"/>
                </a:lnTo>
                <a:lnTo>
                  <a:pt x="91890" y="51921"/>
                </a:lnTo>
                <a:lnTo>
                  <a:pt x="91697" y="52358"/>
                </a:lnTo>
                <a:lnTo>
                  <a:pt x="91514" y="52801"/>
                </a:lnTo>
                <a:lnTo>
                  <a:pt x="91340" y="53250"/>
                </a:lnTo>
                <a:lnTo>
                  <a:pt x="91175" y="53704"/>
                </a:lnTo>
                <a:lnTo>
                  <a:pt x="91020" y="54164"/>
                </a:lnTo>
                <a:lnTo>
                  <a:pt x="90874" y="54629"/>
                </a:lnTo>
                <a:lnTo>
                  <a:pt x="90738" y="55099"/>
                </a:lnTo>
                <a:lnTo>
                  <a:pt x="90611" y="55575"/>
                </a:lnTo>
                <a:lnTo>
                  <a:pt x="90493" y="56056"/>
                </a:lnTo>
                <a:lnTo>
                  <a:pt x="90385" y="56543"/>
                </a:lnTo>
                <a:lnTo>
                  <a:pt x="90286" y="57035"/>
                </a:lnTo>
                <a:lnTo>
                  <a:pt x="90197" y="57533"/>
                </a:lnTo>
                <a:lnTo>
                  <a:pt x="90117" y="58036"/>
                </a:lnTo>
                <a:lnTo>
                  <a:pt x="90046" y="58545"/>
                </a:lnTo>
                <a:lnTo>
                  <a:pt x="89985" y="59059"/>
                </a:lnTo>
                <a:lnTo>
                  <a:pt x="89933" y="59579"/>
                </a:lnTo>
                <a:lnTo>
                  <a:pt x="89891" y="60104"/>
                </a:lnTo>
                <a:lnTo>
                  <a:pt x="89858" y="60635"/>
                </a:lnTo>
                <a:lnTo>
                  <a:pt x="89834" y="61171"/>
                </a:lnTo>
                <a:lnTo>
                  <a:pt x="89820" y="61712"/>
                </a:lnTo>
                <a:lnTo>
                  <a:pt x="89816" y="62259"/>
                </a:lnTo>
                <a:lnTo>
                  <a:pt x="89822" y="62956"/>
                </a:lnTo>
                <a:lnTo>
                  <a:pt x="89842" y="63643"/>
                </a:lnTo>
                <a:lnTo>
                  <a:pt x="89876" y="64319"/>
                </a:lnTo>
                <a:lnTo>
                  <a:pt x="89922" y="64986"/>
                </a:lnTo>
                <a:lnTo>
                  <a:pt x="89982" y="65643"/>
                </a:lnTo>
                <a:lnTo>
                  <a:pt x="90056" y="66289"/>
                </a:lnTo>
                <a:lnTo>
                  <a:pt x="90142" y="66926"/>
                </a:lnTo>
                <a:lnTo>
                  <a:pt x="90243" y="67552"/>
                </a:lnTo>
                <a:lnTo>
                  <a:pt x="90356" y="68169"/>
                </a:lnTo>
                <a:lnTo>
                  <a:pt x="90483" y="68775"/>
                </a:lnTo>
                <a:lnTo>
                  <a:pt x="90623" y="69372"/>
                </a:lnTo>
                <a:lnTo>
                  <a:pt x="90776" y="69958"/>
                </a:lnTo>
                <a:lnTo>
                  <a:pt x="90943" y="70535"/>
                </a:lnTo>
                <a:lnTo>
                  <a:pt x="91123" y="71101"/>
                </a:lnTo>
                <a:lnTo>
                  <a:pt x="91317" y="71657"/>
                </a:lnTo>
                <a:lnTo>
                  <a:pt x="91524" y="72203"/>
                </a:lnTo>
                <a:lnTo>
                  <a:pt x="91744" y="72739"/>
                </a:lnTo>
                <a:lnTo>
                  <a:pt x="91977" y="73266"/>
                </a:lnTo>
                <a:lnTo>
                  <a:pt x="92224" y="73782"/>
                </a:lnTo>
                <a:lnTo>
                  <a:pt x="92484" y="74288"/>
                </a:lnTo>
                <a:lnTo>
                  <a:pt x="92758" y="74784"/>
                </a:lnTo>
                <a:lnTo>
                  <a:pt x="93045" y="75270"/>
                </a:lnTo>
                <a:lnTo>
                  <a:pt x="93345" y="75746"/>
                </a:lnTo>
                <a:lnTo>
                  <a:pt x="93659" y="76212"/>
                </a:lnTo>
                <a:lnTo>
                  <a:pt x="93986" y="76669"/>
                </a:lnTo>
                <a:lnTo>
                  <a:pt x="94326" y="77120"/>
                </a:lnTo>
                <a:lnTo>
                  <a:pt x="94679" y="77564"/>
                </a:lnTo>
                <a:lnTo>
                  <a:pt x="95046" y="78002"/>
                </a:lnTo>
                <a:lnTo>
                  <a:pt x="95427" y="78432"/>
                </a:lnTo>
                <a:lnTo>
                  <a:pt x="95820" y="78856"/>
                </a:lnTo>
                <a:lnTo>
                  <a:pt x="96227" y="79274"/>
                </a:lnTo>
                <a:lnTo>
                  <a:pt x="96648" y="79684"/>
                </a:lnTo>
                <a:lnTo>
                  <a:pt x="97081" y="80088"/>
                </a:lnTo>
                <a:lnTo>
                  <a:pt x="97528" y="80486"/>
                </a:lnTo>
                <a:lnTo>
                  <a:pt x="97989" y="80876"/>
                </a:lnTo>
                <a:lnTo>
                  <a:pt x="98462" y="81260"/>
                </a:lnTo>
                <a:lnTo>
                  <a:pt x="98950" y="81637"/>
                </a:lnTo>
                <a:lnTo>
                  <a:pt x="99450" y="82008"/>
                </a:lnTo>
                <a:lnTo>
                  <a:pt x="99964" y="82372"/>
                </a:lnTo>
                <a:lnTo>
                  <a:pt x="100491" y="82729"/>
                </a:lnTo>
                <a:lnTo>
                  <a:pt x="101031" y="83079"/>
                </a:lnTo>
                <a:lnTo>
                  <a:pt x="101585" y="83423"/>
                </a:lnTo>
                <a:lnTo>
                  <a:pt x="102152" y="83760"/>
                </a:lnTo>
                <a:lnTo>
                  <a:pt x="102733" y="84091"/>
                </a:lnTo>
                <a:lnTo>
                  <a:pt x="103326" y="84414"/>
                </a:lnTo>
                <a:lnTo>
                  <a:pt x="103933" y="84731"/>
                </a:lnTo>
                <a:lnTo>
                  <a:pt x="104554" y="85041"/>
                </a:lnTo>
                <a:lnTo>
                  <a:pt x="105188" y="85345"/>
                </a:lnTo>
                <a:lnTo>
                  <a:pt x="105835" y="85644"/>
                </a:lnTo>
                <a:lnTo>
                  <a:pt x="106493" y="85939"/>
                </a:lnTo>
                <a:lnTo>
                  <a:pt x="107165" y="86232"/>
                </a:lnTo>
                <a:lnTo>
                  <a:pt x="107848" y="86521"/>
                </a:lnTo>
                <a:lnTo>
                  <a:pt x="108544" y="86808"/>
                </a:lnTo>
                <a:lnTo>
                  <a:pt x="109253" y="87091"/>
                </a:lnTo>
                <a:lnTo>
                  <a:pt x="109973" y="87372"/>
                </a:lnTo>
                <a:lnTo>
                  <a:pt x="110706" y="87649"/>
                </a:lnTo>
                <a:lnTo>
                  <a:pt x="111451" y="87924"/>
                </a:lnTo>
                <a:lnTo>
                  <a:pt x="112209" y="88196"/>
                </a:lnTo>
                <a:lnTo>
                  <a:pt x="112979" y="88464"/>
                </a:lnTo>
                <a:lnTo>
                  <a:pt x="113761" y="88730"/>
                </a:lnTo>
                <a:lnTo>
                  <a:pt x="114555" y="88993"/>
                </a:lnTo>
                <a:lnTo>
                  <a:pt x="115362" y="89252"/>
                </a:lnTo>
                <a:lnTo>
                  <a:pt x="116181" y="89509"/>
                </a:lnTo>
                <a:lnTo>
                  <a:pt x="117013" y="89763"/>
                </a:lnTo>
                <a:lnTo>
                  <a:pt x="117856" y="90014"/>
                </a:lnTo>
                <a:lnTo>
                  <a:pt x="118712" y="90261"/>
                </a:lnTo>
                <a:lnTo>
                  <a:pt x="119581" y="90506"/>
                </a:lnTo>
                <a:lnTo>
                  <a:pt x="120462" y="90748"/>
                </a:lnTo>
                <a:lnTo>
                  <a:pt x="121355" y="90987"/>
                </a:lnTo>
                <a:lnTo>
                  <a:pt x="122260" y="91223"/>
                </a:lnTo>
                <a:lnTo>
                  <a:pt x="123178" y="91456"/>
                </a:lnTo>
                <a:lnTo>
                  <a:pt x="124108" y="91686"/>
                </a:lnTo>
                <a:lnTo>
                  <a:pt x="125243" y="91965"/>
                </a:lnTo>
                <a:lnTo>
                  <a:pt x="126349" y="92245"/>
                </a:lnTo>
                <a:lnTo>
                  <a:pt x="127426" y="92526"/>
                </a:lnTo>
                <a:lnTo>
                  <a:pt x="128475" y="92807"/>
                </a:lnTo>
                <a:lnTo>
                  <a:pt x="129494" y="93089"/>
                </a:lnTo>
                <a:lnTo>
                  <a:pt x="130485" y="93372"/>
                </a:lnTo>
                <a:lnTo>
                  <a:pt x="131447" y="93656"/>
                </a:lnTo>
                <a:lnTo>
                  <a:pt x="132379" y="93940"/>
                </a:lnTo>
                <a:lnTo>
                  <a:pt x="133283" y="94225"/>
                </a:lnTo>
                <a:lnTo>
                  <a:pt x="134158" y="94511"/>
                </a:lnTo>
                <a:lnTo>
                  <a:pt x="135004" y="94797"/>
                </a:lnTo>
                <a:lnTo>
                  <a:pt x="135822" y="95084"/>
                </a:lnTo>
                <a:lnTo>
                  <a:pt x="136610" y="95372"/>
                </a:lnTo>
                <a:lnTo>
                  <a:pt x="137369" y="95661"/>
                </a:lnTo>
                <a:lnTo>
                  <a:pt x="138099" y="95950"/>
                </a:lnTo>
                <a:lnTo>
                  <a:pt x="138801" y="96240"/>
                </a:lnTo>
                <a:lnTo>
                  <a:pt x="139474" y="96531"/>
                </a:lnTo>
                <a:lnTo>
                  <a:pt x="140117" y="96823"/>
                </a:lnTo>
                <a:lnTo>
                  <a:pt x="140732" y="97115"/>
                </a:lnTo>
                <a:lnTo>
                  <a:pt x="141318" y="97408"/>
                </a:lnTo>
                <a:lnTo>
                  <a:pt x="141875" y="97701"/>
                </a:lnTo>
                <a:lnTo>
                  <a:pt x="142403" y="97996"/>
                </a:lnTo>
                <a:lnTo>
                  <a:pt x="142902" y="98291"/>
                </a:lnTo>
                <a:lnTo>
                  <a:pt x="143372" y="98586"/>
                </a:lnTo>
                <a:lnTo>
                  <a:pt x="143818" y="98889"/>
                </a:lnTo>
                <a:lnTo>
                  <a:pt x="144246" y="99204"/>
                </a:lnTo>
                <a:lnTo>
                  <a:pt x="144654" y="99533"/>
                </a:lnTo>
                <a:lnTo>
                  <a:pt x="145043" y="99874"/>
                </a:lnTo>
                <a:lnTo>
                  <a:pt x="145414" y="100229"/>
                </a:lnTo>
                <a:lnTo>
                  <a:pt x="145765" y="100596"/>
                </a:lnTo>
                <a:lnTo>
                  <a:pt x="146097" y="100977"/>
                </a:lnTo>
                <a:lnTo>
                  <a:pt x="146410" y="101371"/>
                </a:lnTo>
                <a:lnTo>
                  <a:pt x="146705" y="101778"/>
                </a:lnTo>
                <a:lnTo>
                  <a:pt x="146980" y="102197"/>
                </a:lnTo>
                <a:lnTo>
                  <a:pt x="147237" y="102630"/>
                </a:lnTo>
                <a:lnTo>
                  <a:pt x="147474" y="103076"/>
                </a:lnTo>
                <a:lnTo>
                  <a:pt x="147692" y="103535"/>
                </a:lnTo>
                <a:lnTo>
                  <a:pt x="147892" y="104007"/>
                </a:lnTo>
                <a:lnTo>
                  <a:pt x="148072" y="104492"/>
                </a:lnTo>
                <a:lnTo>
                  <a:pt x="148233" y="104990"/>
                </a:lnTo>
                <a:lnTo>
                  <a:pt x="148376" y="105501"/>
                </a:lnTo>
                <a:lnTo>
                  <a:pt x="148499" y="106025"/>
                </a:lnTo>
                <a:lnTo>
                  <a:pt x="148604" y="106563"/>
                </a:lnTo>
                <a:lnTo>
                  <a:pt x="148689" y="107113"/>
                </a:lnTo>
                <a:lnTo>
                  <a:pt x="148756" y="107676"/>
                </a:lnTo>
                <a:lnTo>
                  <a:pt x="148803" y="108253"/>
                </a:lnTo>
                <a:lnTo>
                  <a:pt x="148832" y="108842"/>
                </a:lnTo>
                <a:lnTo>
                  <a:pt x="148841" y="109444"/>
                </a:lnTo>
                <a:lnTo>
                  <a:pt x="148831" y="110162"/>
                </a:lnTo>
                <a:lnTo>
                  <a:pt x="148799" y="110863"/>
                </a:lnTo>
                <a:lnTo>
                  <a:pt x="148746" y="111547"/>
                </a:lnTo>
                <a:lnTo>
                  <a:pt x="148673" y="112213"/>
                </a:lnTo>
                <a:lnTo>
                  <a:pt x="148578" y="112863"/>
                </a:lnTo>
                <a:lnTo>
                  <a:pt x="148462" y="113495"/>
                </a:lnTo>
                <a:lnTo>
                  <a:pt x="148326" y="114110"/>
                </a:lnTo>
                <a:lnTo>
                  <a:pt x="148168" y="114708"/>
                </a:lnTo>
                <a:lnTo>
                  <a:pt x="147989" y="115289"/>
                </a:lnTo>
                <a:lnTo>
                  <a:pt x="147789" y="115853"/>
                </a:lnTo>
                <a:lnTo>
                  <a:pt x="147568" y="116400"/>
                </a:lnTo>
                <a:lnTo>
                  <a:pt x="147326" y="116930"/>
                </a:lnTo>
                <a:lnTo>
                  <a:pt x="147063" y="117442"/>
                </a:lnTo>
                <a:lnTo>
                  <a:pt x="146779" y="117937"/>
                </a:lnTo>
                <a:lnTo>
                  <a:pt x="146474" y="118416"/>
                </a:lnTo>
                <a:lnTo>
                  <a:pt x="146148" y="118877"/>
                </a:lnTo>
                <a:lnTo>
                  <a:pt x="145801" y="119321"/>
                </a:lnTo>
                <a:lnTo>
                  <a:pt x="145432" y="119748"/>
                </a:lnTo>
                <a:lnTo>
                  <a:pt x="145043" y="120158"/>
                </a:lnTo>
                <a:lnTo>
                  <a:pt x="144633" y="120550"/>
                </a:lnTo>
                <a:lnTo>
                  <a:pt x="144201" y="120926"/>
                </a:lnTo>
                <a:lnTo>
                  <a:pt x="143749" y="121284"/>
                </a:lnTo>
                <a:lnTo>
                  <a:pt x="143275" y="121625"/>
                </a:lnTo>
                <a:lnTo>
                  <a:pt x="142781" y="121950"/>
                </a:lnTo>
                <a:lnTo>
                  <a:pt x="142270" y="122259"/>
                </a:lnTo>
                <a:lnTo>
                  <a:pt x="141748" y="122555"/>
                </a:lnTo>
                <a:lnTo>
                  <a:pt x="141214" y="122837"/>
                </a:lnTo>
                <a:lnTo>
                  <a:pt x="140669" y="123107"/>
                </a:lnTo>
                <a:lnTo>
                  <a:pt x="140113" y="123363"/>
                </a:lnTo>
                <a:lnTo>
                  <a:pt x="139544" y="123607"/>
                </a:lnTo>
                <a:lnTo>
                  <a:pt x="138965" y="123837"/>
                </a:lnTo>
                <a:lnTo>
                  <a:pt x="138374" y="124054"/>
                </a:lnTo>
                <a:lnTo>
                  <a:pt x="137772" y="124258"/>
                </a:lnTo>
                <a:lnTo>
                  <a:pt x="137158" y="124448"/>
                </a:lnTo>
                <a:lnTo>
                  <a:pt x="136532" y="124626"/>
                </a:lnTo>
                <a:lnTo>
                  <a:pt x="135895" y="124790"/>
                </a:lnTo>
                <a:lnTo>
                  <a:pt x="135247" y="124942"/>
                </a:lnTo>
                <a:lnTo>
                  <a:pt x="134587" y="125080"/>
                </a:lnTo>
                <a:lnTo>
                  <a:pt x="133916" y="125205"/>
                </a:lnTo>
                <a:lnTo>
                  <a:pt x="133233" y="125316"/>
                </a:lnTo>
                <a:lnTo>
                  <a:pt x="132539" y="125415"/>
                </a:lnTo>
                <a:lnTo>
                  <a:pt x="131834" y="125501"/>
                </a:lnTo>
                <a:lnTo>
                  <a:pt x="131117" y="125573"/>
                </a:lnTo>
                <a:lnTo>
                  <a:pt x="130388" y="125632"/>
                </a:lnTo>
                <a:lnTo>
                  <a:pt x="129648" y="125678"/>
                </a:lnTo>
                <a:lnTo>
                  <a:pt x="128897" y="125711"/>
                </a:lnTo>
                <a:lnTo>
                  <a:pt x="128134" y="125731"/>
                </a:lnTo>
                <a:lnTo>
                  <a:pt x="127359" y="125737"/>
                </a:lnTo>
                <a:lnTo>
                  <a:pt x="126495" y="125729"/>
                </a:lnTo>
                <a:lnTo>
                  <a:pt x="125643" y="125704"/>
                </a:lnTo>
                <a:lnTo>
                  <a:pt x="124803" y="125662"/>
                </a:lnTo>
                <a:lnTo>
                  <a:pt x="123975" y="125604"/>
                </a:lnTo>
                <a:lnTo>
                  <a:pt x="123159" y="125529"/>
                </a:lnTo>
                <a:lnTo>
                  <a:pt x="122355" y="125437"/>
                </a:lnTo>
                <a:lnTo>
                  <a:pt x="121564" y="125329"/>
                </a:lnTo>
                <a:lnTo>
                  <a:pt x="120785" y="125204"/>
                </a:lnTo>
                <a:lnTo>
                  <a:pt x="120017" y="125062"/>
                </a:lnTo>
                <a:lnTo>
                  <a:pt x="119262" y="124904"/>
                </a:lnTo>
                <a:lnTo>
                  <a:pt x="118519" y="124729"/>
                </a:lnTo>
                <a:lnTo>
                  <a:pt x="117789" y="124537"/>
                </a:lnTo>
                <a:lnTo>
                  <a:pt x="117070" y="124329"/>
                </a:lnTo>
                <a:lnTo>
                  <a:pt x="116364" y="124104"/>
                </a:lnTo>
                <a:lnTo>
                  <a:pt x="115669" y="123862"/>
                </a:lnTo>
                <a:lnTo>
                  <a:pt x="114987" y="123604"/>
                </a:lnTo>
                <a:lnTo>
                  <a:pt x="114317" y="123329"/>
                </a:lnTo>
                <a:lnTo>
                  <a:pt x="113659" y="123037"/>
                </a:lnTo>
                <a:lnTo>
                  <a:pt x="113013" y="122729"/>
                </a:lnTo>
                <a:lnTo>
                  <a:pt x="112380" y="122403"/>
                </a:lnTo>
                <a:lnTo>
                  <a:pt x="111758" y="122062"/>
                </a:lnTo>
                <a:lnTo>
                  <a:pt x="111149" y="121703"/>
                </a:lnTo>
                <a:lnTo>
                  <a:pt x="110552" y="121328"/>
                </a:lnTo>
                <a:lnTo>
                  <a:pt x="109967" y="120937"/>
                </a:lnTo>
                <a:lnTo>
                  <a:pt x="109400" y="120524"/>
                </a:lnTo>
                <a:lnTo>
                  <a:pt x="108857" y="120088"/>
                </a:lnTo>
                <a:lnTo>
                  <a:pt x="108339" y="119628"/>
                </a:lnTo>
                <a:lnTo>
                  <a:pt x="107844" y="119143"/>
                </a:lnTo>
                <a:lnTo>
                  <a:pt x="107374" y="118634"/>
                </a:lnTo>
                <a:lnTo>
                  <a:pt x="106928" y="118101"/>
                </a:lnTo>
                <a:lnTo>
                  <a:pt x="106506" y="117544"/>
                </a:lnTo>
                <a:lnTo>
                  <a:pt x="106108" y="116962"/>
                </a:lnTo>
                <a:lnTo>
                  <a:pt x="105734" y="116356"/>
                </a:lnTo>
                <a:lnTo>
                  <a:pt x="105384" y="115727"/>
                </a:lnTo>
                <a:lnTo>
                  <a:pt x="105058" y="115073"/>
                </a:lnTo>
                <a:lnTo>
                  <a:pt x="104757" y="114394"/>
                </a:lnTo>
                <a:lnTo>
                  <a:pt x="104479" y="113692"/>
                </a:lnTo>
                <a:lnTo>
                  <a:pt x="104226" y="112965"/>
                </a:lnTo>
                <a:lnTo>
                  <a:pt x="103997" y="112215"/>
                </a:lnTo>
                <a:lnTo>
                  <a:pt x="103792" y="111440"/>
                </a:lnTo>
                <a:lnTo>
                  <a:pt x="103611" y="110641"/>
                </a:lnTo>
                <a:lnTo>
                  <a:pt x="103454" y="109817"/>
                </a:lnTo>
                <a:lnTo>
                  <a:pt x="103321" y="108970"/>
                </a:lnTo>
                <a:lnTo>
                  <a:pt x="103213" y="108098"/>
                </a:lnTo>
                <a:lnTo>
                  <a:pt x="103128" y="107202"/>
                </a:lnTo>
                <a:lnTo>
                  <a:pt x="103068" y="106282"/>
                </a:lnTo>
                <a:lnTo>
                  <a:pt x="103032" y="105338"/>
                </a:lnTo>
                <a:lnTo>
                  <a:pt x="103020" y="104369"/>
                </a:lnTo>
                <a:lnTo>
                  <a:pt x="87155" y="104369"/>
                </a:lnTo>
                <a:lnTo>
                  <a:pt x="87160" y="105126"/>
                </a:lnTo>
                <a:lnTo>
                  <a:pt x="87177" y="105873"/>
                </a:lnTo>
                <a:lnTo>
                  <a:pt x="87203" y="106611"/>
                </a:lnTo>
                <a:lnTo>
                  <a:pt x="87241" y="107339"/>
                </a:lnTo>
                <a:lnTo>
                  <a:pt x="87290" y="108058"/>
                </a:lnTo>
                <a:lnTo>
                  <a:pt x="87349" y="108768"/>
                </a:lnTo>
                <a:lnTo>
                  <a:pt x="87419" y="109469"/>
                </a:lnTo>
                <a:lnTo>
                  <a:pt x="87500" y="110160"/>
                </a:lnTo>
                <a:lnTo>
                  <a:pt x="87591" y="110842"/>
                </a:lnTo>
                <a:lnTo>
                  <a:pt x="87694" y="111514"/>
                </a:lnTo>
                <a:lnTo>
                  <a:pt x="87807" y="112177"/>
                </a:lnTo>
                <a:lnTo>
                  <a:pt x="87931" y="112831"/>
                </a:lnTo>
                <a:lnTo>
                  <a:pt x="88066" y="113475"/>
                </a:lnTo>
                <a:lnTo>
                  <a:pt x="88211" y="114110"/>
                </a:lnTo>
                <a:lnTo>
                  <a:pt x="88367" y="114736"/>
                </a:lnTo>
                <a:lnTo>
                  <a:pt x="88535" y="115353"/>
                </a:lnTo>
                <a:lnTo>
                  <a:pt x="88712" y="115960"/>
                </a:lnTo>
                <a:lnTo>
                  <a:pt x="88901" y="116557"/>
                </a:lnTo>
                <a:lnTo>
                  <a:pt x="89100" y="117146"/>
                </a:lnTo>
                <a:lnTo>
                  <a:pt x="89311" y="117725"/>
                </a:lnTo>
                <a:lnTo>
                  <a:pt x="89531" y="118295"/>
                </a:lnTo>
                <a:lnTo>
                  <a:pt x="89763" y="118855"/>
                </a:lnTo>
                <a:lnTo>
                  <a:pt x="90006" y="119406"/>
                </a:lnTo>
                <a:lnTo>
                  <a:pt x="90259" y="119948"/>
                </a:lnTo>
                <a:lnTo>
                  <a:pt x="90522" y="120481"/>
                </a:lnTo>
                <a:lnTo>
                  <a:pt x="90793" y="121005"/>
                </a:lnTo>
                <a:lnTo>
                  <a:pt x="91073" y="121520"/>
                </a:lnTo>
                <a:lnTo>
                  <a:pt x="91361" y="122026"/>
                </a:lnTo>
                <a:lnTo>
                  <a:pt x="91657" y="122524"/>
                </a:lnTo>
                <a:lnTo>
                  <a:pt x="91962" y="123014"/>
                </a:lnTo>
                <a:lnTo>
                  <a:pt x="92275" y="123495"/>
                </a:lnTo>
                <a:lnTo>
                  <a:pt x="92597" y="123967"/>
                </a:lnTo>
                <a:lnTo>
                  <a:pt x="92927" y="124430"/>
                </a:lnTo>
                <a:lnTo>
                  <a:pt x="93265" y="124885"/>
                </a:lnTo>
                <a:lnTo>
                  <a:pt x="93611" y="125331"/>
                </a:lnTo>
                <a:lnTo>
                  <a:pt x="93967" y="125769"/>
                </a:lnTo>
                <a:lnTo>
                  <a:pt x="94330" y="126198"/>
                </a:lnTo>
                <a:lnTo>
                  <a:pt x="94702" y="126618"/>
                </a:lnTo>
                <a:lnTo>
                  <a:pt x="95082" y="127030"/>
                </a:lnTo>
                <a:lnTo>
                  <a:pt x="95471" y="127433"/>
                </a:lnTo>
                <a:lnTo>
                  <a:pt x="95868" y="127827"/>
                </a:lnTo>
                <a:lnTo>
                  <a:pt x="96273" y="128213"/>
                </a:lnTo>
                <a:lnTo>
                  <a:pt x="96687" y="128591"/>
                </a:lnTo>
                <a:lnTo>
                  <a:pt x="97109" y="128959"/>
                </a:lnTo>
                <a:lnTo>
                  <a:pt x="97539" y="129319"/>
                </a:lnTo>
                <a:lnTo>
                  <a:pt x="97978" y="129670"/>
                </a:lnTo>
                <a:lnTo>
                  <a:pt x="98426" y="130013"/>
                </a:lnTo>
                <a:lnTo>
                  <a:pt x="98881" y="130347"/>
                </a:lnTo>
                <a:lnTo>
                  <a:pt x="99344" y="130673"/>
                </a:lnTo>
                <a:lnTo>
                  <a:pt x="99813" y="130992"/>
                </a:lnTo>
                <a:lnTo>
                  <a:pt x="100288" y="131303"/>
                </a:lnTo>
                <a:lnTo>
                  <a:pt x="100769" y="131607"/>
                </a:lnTo>
                <a:lnTo>
                  <a:pt x="101255" y="131903"/>
                </a:lnTo>
                <a:lnTo>
                  <a:pt x="101748" y="132192"/>
                </a:lnTo>
                <a:lnTo>
                  <a:pt x="102247" y="132474"/>
                </a:lnTo>
                <a:lnTo>
                  <a:pt x="102752" y="132748"/>
                </a:lnTo>
                <a:lnTo>
                  <a:pt x="103262" y="133015"/>
                </a:lnTo>
                <a:lnTo>
                  <a:pt x="103779" y="133275"/>
                </a:lnTo>
                <a:lnTo>
                  <a:pt x="104302" y="133527"/>
                </a:lnTo>
                <a:lnTo>
                  <a:pt x="104831" y="133771"/>
                </a:lnTo>
                <a:lnTo>
                  <a:pt x="105365" y="134009"/>
                </a:lnTo>
                <a:lnTo>
                  <a:pt x="105906" y="134239"/>
                </a:lnTo>
                <a:lnTo>
                  <a:pt x="106453" y="134461"/>
                </a:lnTo>
                <a:lnTo>
                  <a:pt x="107005" y="134676"/>
                </a:lnTo>
                <a:lnTo>
                  <a:pt x="107564" y="134884"/>
                </a:lnTo>
                <a:lnTo>
                  <a:pt x="108129" y="135084"/>
                </a:lnTo>
                <a:lnTo>
                  <a:pt x="108699" y="135277"/>
                </a:lnTo>
                <a:lnTo>
                  <a:pt x="109276" y="135462"/>
                </a:lnTo>
                <a:lnTo>
                  <a:pt x="109858" y="135640"/>
                </a:lnTo>
                <a:lnTo>
                  <a:pt x="110447" y="135811"/>
                </a:lnTo>
                <a:lnTo>
                  <a:pt x="111042" y="135974"/>
                </a:lnTo>
                <a:lnTo>
                  <a:pt x="111642" y="136130"/>
                </a:lnTo>
                <a:lnTo>
                  <a:pt x="112247" y="136279"/>
                </a:lnTo>
                <a:lnTo>
                  <a:pt x="112855" y="136422"/>
                </a:lnTo>
                <a:lnTo>
                  <a:pt x="113466" y="136558"/>
                </a:lnTo>
                <a:lnTo>
                  <a:pt x="114080" y="136688"/>
                </a:lnTo>
                <a:lnTo>
                  <a:pt x="114696" y="136812"/>
                </a:lnTo>
                <a:lnTo>
                  <a:pt x="115316" y="136929"/>
                </a:lnTo>
                <a:lnTo>
                  <a:pt x="115938" y="137040"/>
                </a:lnTo>
                <a:lnTo>
                  <a:pt x="116564" y="137145"/>
                </a:lnTo>
                <a:lnTo>
                  <a:pt x="117192" y="137243"/>
                </a:lnTo>
                <a:lnTo>
                  <a:pt x="117823" y="137335"/>
                </a:lnTo>
                <a:lnTo>
                  <a:pt x="118457" y="137421"/>
                </a:lnTo>
                <a:lnTo>
                  <a:pt x="119094" y="137500"/>
                </a:lnTo>
                <a:lnTo>
                  <a:pt x="119734" y="137573"/>
                </a:lnTo>
                <a:lnTo>
                  <a:pt x="120377" y="137639"/>
                </a:lnTo>
                <a:lnTo>
                  <a:pt x="121023" y="137700"/>
                </a:lnTo>
                <a:lnTo>
                  <a:pt x="121671" y="137753"/>
                </a:lnTo>
                <a:lnTo>
                  <a:pt x="122323" y="137801"/>
                </a:lnTo>
                <a:lnTo>
                  <a:pt x="122977" y="137842"/>
                </a:lnTo>
                <a:lnTo>
                  <a:pt x="123635" y="137877"/>
                </a:lnTo>
                <a:lnTo>
                  <a:pt x="124295" y="137906"/>
                </a:lnTo>
                <a:lnTo>
                  <a:pt x="124958" y="137928"/>
                </a:lnTo>
                <a:lnTo>
                  <a:pt x="125624" y="137944"/>
                </a:lnTo>
                <a:lnTo>
                  <a:pt x="126293" y="137953"/>
                </a:lnTo>
                <a:lnTo>
                  <a:pt x="126965" y="137956"/>
                </a:lnTo>
                <a:lnTo>
                  <a:pt x="127637" y="137953"/>
                </a:lnTo>
                <a:lnTo>
                  <a:pt x="128304" y="137944"/>
                </a:lnTo>
                <a:lnTo>
                  <a:pt x="128968" y="137929"/>
                </a:lnTo>
                <a:lnTo>
                  <a:pt x="129627" y="137908"/>
                </a:lnTo>
                <a:lnTo>
                  <a:pt x="130283" y="137881"/>
                </a:lnTo>
                <a:close/>
                <a:moveTo>
                  <a:pt x="346568" y="137690"/>
                </a:moveTo>
                <a:lnTo>
                  <a:pt x="347687" y="137573"/>
                </a:lnTo>
                <a:lnTo>
                  <a:pt x="348791" y="137434"/>
                </a:lnTo>
                <a:lnTo>
                  <a:pt x="349881" y="137274"/>
                </a:lnTo>
                <a:lnTo>
                  <a:pt x="350957" y="137093"/>
                </a:lnTo>
                <a:lnTo>
                  <a:pt x="352017" y="136891"/>
                </a:lnTo>
                <a:lnTo>
                  <a:pt x="353064" y="136667"/>
                </a:lnTo>
                <a:lnTo>
                  <a:pt x="354095" y="136422"/>
                </a:lnTo>
                <a:lnTo>
                  <a:pt x="355112" y="136156"/>
                </a:lnTo>
                <a:lnTo>
                  <a:pt x="356115" y="135868"/>
                </a:lnTo>
                <a:lnTo>
                  <a:pt x="357103" y="135559"/>
                </a:lnTo>
                <a:lnTo>
                  <a:pt x="358076" y="135229"/>
                </a:lnTo>
                <a:lnTo>
                  <a:pt x="359035" y="134877"/>
                </a:lnTo>
                <a:lnTo>
                  <a:pt x="359980" y="134504"/>
                </a:lnTo>
                <a:lnTo>
                  <a:pt x="360910" y="134110"/>
                </a:lnTo>
                <a:lnTo>
                  <a:pt x="361825" y="133694"/>
                </a:lnTo>
                <a:lnTo>
                  <a:pt x="362726" y="133258"/>
                </a:lnTo>
                <a:lnTo>
                  <a:pt x="363612" y="132799"/>
                </a:lnTo>
                <a:lnTo>
                  <a:pt x="364484" y="132320"/>
                </a:lnTo>
                <a:lnTo>
                  <a:pt x="365341" y="131819"/>
                </a:lnTo>
                <a:lnTo>
                  <a:pt x="366183" y="131298"/>
                </a:lnTo>
                <a:lnTo>
                  <a:pt x="367008" y="130759"/>
                </a:lnTo>
                <a:lnTo>
                  <a:pt x="367817" y="130202"/>
                </a:lnTo>
                <a:lnTo>
                  <a:pt x="368609" y="129626"/>
                </a:lnTo>
                <a:lnTo>
                  <a:pt x="369385" y="129032"/>
                </a:lnTo>
                <a:lnTo>
                  <a:pt x="370145" y="128419"/>
                </a:lnTo>
                <a:lnTo>
                  <a:pt x="370888" y="127789"/>
                </a:lnTo>
                <a:lnTo>
                  <a:pt x="371615" y="127139"/>
                </a:lnTo>
                <a:lnTo>
                  <a:pt x="372325" y="126472"/>
                </a:lnTo>
                <a:lnTo>
                  <a:pt x="373019" y="125786"/>
                </a:lnTo>
                <a:lnTo>
                  <a:pt x="373696" y="125082"/>
                </a:lnTo>
                <a:lnTo>
                  <a:pt x="374358" y="124360"/>
                </a:lnTo>
                <a:lnTo>
                  <a:pt x="375002" y="123619"/>
                </a:lnTo>
                <a:lnTo>
                  <a:pt x="375630" y="122860"/>
                </a:lnTo>
                <a:lnTo>
                  <a:pt x="376242" y="122083"/>
                </a:lnTo>
                <a:lnTo>
                  <a:pt x="376837" y="121288"/>
                </a:lnTo>
                <a:lnTo>
                  <a:pt x="377416" y="120474"/>
                </a:lnTo>
                <a:lnTo>
                  <a:pt x="377979" y="119641"/>
                </a:lnTo>
                <a:lnTo>
                  <a:pt x="378525" y="118791"/>
                </a:lnTo>
                <a:lnTo>
                  <a:pt x="379055" y="117922"/>
                </a:lnTo>
                <a:lnTo>
                  <a:pt x="379568" y="117035"/>
                </a:lnTo>
                <a:lnTo>
                  <a:pt x="380065" y="116129"/>
                </a:lnTo>
                <a:lnTo>
                  <a:pt x="380545" y="115206"/>
                </a:lnTo>
                <a:lnTo>
                  <a:pt x="381009" y="114264"/>
                </a:lnTo>
                <a:lnTo>
                  <a:pt x="381455" y="113305"/>
                </a:lnTo>
                <a:lnTo>
                  <a:pt x="381883" y="112331"/>
                </a:lnTo>
                <a:lnTo>
                  <a:pt x="382291" y="111342"/>
                </a:lnTo>
                <a:lnTo>
                  <a:pt x="382680" y="110339"/>
                </a:lnTo>
                <a:lnTo>
                  <a:pt x="383050" y="109320"/>
                </a:lnTo>
                <a:lnTo>
                  <a:pt x="383402" y="108286"/>
                </a:lnTo>
                <a:lnTo>
                  <a:pt x="383734" y="107238"/>
                </a:lnTo>
                <a:lnTo>
                  <a:pt x="384047" y="106174"/>
                </a:lnTo>
                <a:lnTo>
                  <a:pt x="384342" y="105095"/>
                </a:lnTo>
                <a:lnTo>
                  <a:pt x="384617" y="104002"/>
                </a:lnTo>
                <a:lnTo>
                  <a:pt x="384873" y="102893"/>
                </a:lnTo>
                <a:lnTo>
                  <a:pt x="385111" y="101770"/>
                </a:lnTo>
                <a:lnTo>
                  <a:pt x="385329" y="100631"/>
                </a:lnTo>
                <a:lnTo>
                  <a:pt x="385528" y="99478"/>
                </a:lnTo>
                <a:lnTo>
                  <a:pt x="385709" y="98309"/>
                </a:lnTo>
                <a:lnTo>
                  <a:pt x="385870" y="97126"/>
                </a:lnTo>
                <a:lnTo>
                  <a:pt x="386013" y="95927"/>
                </a:lnTo>
                <a:lnTo>
                  <a:pt x="386136" y="94714"/>
                </a:lnTo>
                <a:lnTo>
                  <a:pt x="386241" y="93485"/>
                </a:lnTo>
                <a:lnTo>
                  <a:pt x="386326" y="92242"/>
                </a:lnTo>
                <a:lnTo>
                  <a:pt x="386393" y="90984"/>
                </a:lnTo>
                <a:lnTo>
                  <a:pt x="386440" y="89710"/>
                </a:lnTo>
                <a:lnTo>
                  <a:pt x="386468" y="88422"/>
                </a:lnTo>
                <a:lnTo>
                  <a:pt x="386478" y="87119"/>
                </a:lnTo>
                <a:lnTo>
                  <a:pt x="386468" y="85782"/>
                </a:lnTo>
                <a:lnTo>
                  <a:pt x="386440" y="84462"/>
                </a:lnTo>
                <a:lnTo>
                  <a:pt x="386393" y="83158"/>
                </a:lnTo>
                <a:lnTo>
                  <a:pt x="386326" y="81869"/>
                </a:lnTo>
                <a:lnTo>
                  <a:pt x="386241" y="80597"/>
                </a:lnTo>
                <a:lnTo>
                  <a:pt x="386136" y="79341"/>
                </a:lnTo>
                <a:lnTo>
                  <a:pt x="386013" y="78101"/>
                </a:lnTo>
                <a:lnTo>
                  <a:pt x="385870" y="76876"/>
                </a:lnTo>
                <a:lnTo>
                  <a:pt x="385709" y="75668"/>
                </a:lnTo>
                <a:lnTo>
                  <a:pt x="385528" y="74476"/>
                </a:lnTo>
                <a:lnTo>
                  <a:pt x="385329" y="73300"/>
                </a:lnTo>
                <a:lnTo>
                  <a:pt x="385111" y="72140"/>
                </a:lnTo>
                <a:lnTo>
                  <a:pt x="384873" y="70996"/>
                </a:lnTo>
                <a:lnTo>
                  <a:pt x="384617" y="69868"/>
                </a:lnTo>
                <a:lnTo>
                  <a:pt x="384342" y="68756"/>
                </a:lnTo>
                <a:lnTo>
                  <a:pt x="384047" y="67660"/>
                </a:lnTo>
                <a:lnTo>
                  <a:pt x="383734" y="66580"/>
                </a:lnTo>
                <a:lnTo>
                  <a:pt x="383402" y="65516"/>
                </a:lnTo>
                <a:lnTo>
                  <a:pt x="383050" y="64468"/>
                </a:lnTo>
                <a:lnTo>
                  <a:pt x="382680" y="63436"/>
                </a:lnTo>
                <a:lnTo>
                  <a:pt x="382291" y="62420"/>
                </a:lnTo>
                <a:lnTo>
                  <a:pt x="381883" y="61421"/>
                </a:lnTo>
                <a:lnTo>
                  <a:pt x="381455" y="60437"/>
                </a:lnTo>
                <a:lnTo>
                  <a:pt x="381009" y="59469"/>
                </a:lnTo>
                <a:lnTo>
                  <a:pt x="380545" y="58519"/>
                </a:lnTo>
                <a:lnTo>
                  <a:pt x="380065" y="57587"/>
                </a:lnTo>
                <a:lnTo>
                  <a:pt x="379568" y="56673"/>
                </a:lnTo>
                <a:lnTo>
                  <a:pt x="379055" y="55778"/>
                </a:lnTo>
                <a:lnTo>
                  <a:pt x="378525" y="54902"/>
                </a:lnTo>
                <a:lnTo>
                  <a:pt x="377979" y="54044"/>
                </a:lnTo>
                <a:lnTo>
                  <a:pt x="377416" y="53204"/>
                </a:lnTo>
                <a:lnTo>
                  <a:pt x="376837" y="52383"/>
                </a:lnTo>
                <a:lnTo>
                  <a:pt x="376242" y="51581"/>
                </a:lnTo>
                <a:lnTo>
                  <a:pt x="375630" y="50797"/>
                </a:lnTo>
                <a:lnTo>
                  <a:pt x="375002" y="50031"/>
                </a:lnTo>
                <a:lnTo>
                  <a:pt x="374358" y="49284"/>
                </a:lnTo>
                <a:lnTo>
                  <a:pt x="373696" y="48555"/>
                </a:lnTo>
                <a:lnTo>
                  <a:pt x="373019" y="47845"/>
                </a:lnTo>
                <a:lnTo>
                  <a:pt x="372325" y="47154"/>
                </a:lnTo>
                <a:lnTo>
                  <a:pt x="371615" y="46481"/>
                </a:lnTo>
                <a:lnTo>
                  <a:pt x="370888" y="45826"/>
                </a:lnTo>
                <a:lnTo>
                  <a:pt x="370145" y="45190"/>
                </a:lnTo>
                <a:lnTo>
                  <a:pt x="369385" y="44573"/>
                </a:lnTo>
                <a:lnTo>
                  <a:pt x="368609" y="43974"/>
                </a:lnTo>
                <a:lnTo>
                  <a:pt x="367817" y="43393"/>
                </a:lnTo>
                <a:lnTo>
                  <a:pt x="367008" y="42831"/>
                </a:lnTo>
                <a:lnTo>
                  <a:pt x="366183" y="42288"/>
                </a:lnTo>
                <a:lnTo>
                  <a:pt x="365341" y="41763"/>
                </a:lnTo>
                <a:lnTo>
                  <a:pt x="364484" y="41258"/>
                </a:lnTo>
                <a:lnTo>
                  <a:pt x="363612" y="40774"/>
                </a:lnTo>
                <a:lnTo>
                  <a:pt x="362726" y="40312"/>
                </a:lnTo>
                <a:lnTo>
                  <a:pt x="361825" y="39871"/>
                </a:lnTo>
                <a:lnTo>
                  <a:pt x="360910" y="39452"/>
                </a:lnTo>
                <a:lnTo>
                  <a:pt x="359980" y="39055"/>
                </a:lnTo>
                <a:lnTo>
                  <a:pt x="359035" y="38679"/>
                </a:lnTo>
                <a:lnTo>
                  <a:pt x="358076" y="38324"/>
                </a:lnTo>
                <a:lnTo>
                  <a:pt x="357103" y="37991"/>
                </a:lnTo>
                <a:lnTo>
                  <a:pt x="356115" y="37679"/>
                </a:lnTo>
                <a:lnTo>
                  <a:pt x="355112" y="37389"/>
                </a:lnTo>
                <a:lnTo>
                  <a:pt x="354095" y="37120"/>
                </a:lnTo>
                <a:lnTo>
                  <a:pt x="353064" y="36873"/>
                </a:lnTo>
                <a:lnTo>
                  <a:pt x="352017" y="36648"/>
                </a:lnTo>
                <a:lnTo>
                  <a:pt x="350957" y="36443"/>
                </a:lnTo>
                <a:lnTo>
                  <a:pt x="349881" y="36261"/>
                </a:lnTo>
                <a:lnTo>
                  <a:pt x="348791" y="36100"/>
                </a:lnTo>
                <a:lnTo>
                  <a:pt x="347687" y="35960"/>
                </a:lnTo>
                <a:lnTo>
                  <a:pt x="346568" y="35842"/>
                </a:lnTo>
                <a:lnTo>
                  <a:pt x="345435" y="35745"/>
                </a:lnTo>
                <a:lnTo>
                  <a:pt x="344287" y="35670"/>
                </a:lnTo>
                <a:lnTo>
                  <a:pt x="343124" y="35616"/>
                </a:lnTo>
                <a:lnTo>
                  <a:pt x="341947" y="35584"/>
                </a:lnTo>
                <a:lnTo>
                  <a:pt x="340755" y="35573"/>
                </a:lnTo>
                <a:lnTo>
                  <a:pt x="339588" y="35584"/>
                </a:lnTo>
                <a:lnTo>
                  <a:pt x="338435" y="35616"/>
                </a:lnTo>
                <a:lnTo>
                  <a:pt x="337296" y="35670"/>
                </a:lnTo>
                <a:lnTo>
                  <a:pt x="336170" y="35745"/>
                </a:lnTo>
                <a:lnTo>
                  <a:pt x="335059" y="35842"/>
                </a:lnTo>
                <a:lnTo>
                  <a:pt x="333962" y="35960"/>
                </a:lnTo>
                <a:lnTo>
                  <a:pt x="332879" y="36100"/>
                </a:lnTo>
                <a:lnTo>
                  <a:pt x="331810" y="36261"/>
                </a:lnTo>
                <a:lnTo>
                  <a:pt x="330755" y="36443"/>
                </a:lnTo>
                <a:lnTo>
                  <a:pt x="329714" y="36648"/>
                </a:lnTo>
                <a:lnTo>
                  <a:pt x="328687" y="36873"/>
                </a:lnTo>
                <a:lnTo>
                  <a:pt x="327674" y="37120"/>
                </a:lnTo>
                <a:lnTo>
                  <a:pt x="326675" y="37389"/>
                </a:lnTo>
                <a:lnTo>
                  <a:pt x="325690" y="37679"/>
                </a:lnTo>
                <a:lnTo>
                  <a:pt x="324719" y="37991"/>
                </a:lnTo>
                <a:lnTo>
                  <a:pt x="323763" y="38324"/>
                </a:lnTo>
                <a:lnTo>
                  <a:pt x="322820" y="38679"/>
                </a:lnTo>
                <a:lnTo>
                  <a:pt x="321891" y="39055"/>
                </a:lnTo>
                <a:lnTo>
                  <a:pt x="320976" y="39452"/>
                </a:lnTo>
                <a:lnTo>
                  <a:pt x="320076" y="39871"/>
                </a:lnTo>
                <a:lnTo>
                  <a:pt x="319189" y="40312"/>
                </a:lnTo>
                <a:lnTo>
                  <a:pt x="318316" y="40774"/>
                </a:lnTo>
                <a:lnTo>
                  <a:pt x="317458" y="41258"/>
                </a:lnTo>
                <a:lnTo>
                  <a:pt x="316613" y="41763"/>
                </a:lnTo>
                <a:lnTo>
                  <a:pt x="315784" y="42288"/>
                </a:lnTo>
                <a:lnTo>
                  <a:pt x="314971" y="42831"/>
                </a:lnTo>
                <a:lnTo>
                  <a:pt x="314175" y="43393"/>
                </a:lnTo>
                <a:lnTo>
                  <a:pt x="313395" y="43974"/>
                </a:lnTo>
                <a:lnTo>
                  <a:pt x="312632" y="44573"/>
                </a:lnTo>
                <a:lnTo>
                  <a:pt x="311886" y="45190"/>
                </a:lnTo>
                <a:lnTo>
                  <a:pt x="311156" y="45826"/>
                </a:lnTo>
                <a:lnTo>
                  <a:pt x="310443" y="46481"/>
                </a:lnTo>
                <a:lnTo>
                  <a:pt x="309747" y="47154"/>
                </a:lnTo>
                <a:lnTo>
                  <a:pt x="309067" y="47845"/>
                </a:lnTo>
                <a:lnTo>
                  <a:pt x="308403" y="48555"/>
                </a:lnTo>
                <a:lnTo>
                  <a:pt x="307757" y="49284"/>
                </a:lnTo>
                <a:lnTo>
                  <a:pt x="307126" y="50031"/>
                </a:lnTo>
                <a:lnTo>
                  <a:pt x="306513" y="50797"/>
                </a:lnTo>
                <a:lnTo>
                  <a:pt x="305916" y="51581"/>
                </a:lnTo>
                <a:lnTo>
                  <a:pt x="305336" y="52383"/>
                </a:lnTo>
                <a:lnTo>
                  <a:pt x="304772" y="53204"/>
                </a:lnTo>
                <a:lnTo>
                  <a:pt x="304225" y="54044"/>
                </a:lnTo>
                <a:lnTo>
                  <a:pt x="303694" y="54902"/>
                </a:lnTo>
                <a:lnTo>
                  <a:pt x="303180" y="55778"/>
                </a:lnTo>
                <a:lnTo>
                  <a:pt x="302683" y="56673"/>
                </a:lnTo>
                <a:lnTo>
                  <a:pt x="302202" y="57587"/>
                </a:lnTo>
                <a:lnTo>
                  <a:pt x="301738" y="58519"/>
                </a:lnTo>
                <a:lnTo>
                  <a:pt x="301290" y="59469"/>
                </a:lnTo>
                <a:lnTo>
                  <a:pt x="300860" y="60437"/>
                </a:lnTo>
                <a:lnTo>
                  <a:pt x="300448" y="61421"/>
                </a:lnTo>
                <a:lnTo>
                  <a:pt x="300054" y="62420"/>
                </a:lnTo>
                <a:lnTo>
                  <a:pt x="299679" y="63436"/>
                </a:lnTo>
                <a:lnTo>
                  <a:pt x="299322" y="64468"/>
                </a:lnTo>
                <a:lnTo>
                  <a:pt x="298983" y="65516"/>
                </a:lnTo>
                <a:lnTo>
                  <a:pt x="298663" y="66580"/>
                </a:lnTo>
                <a:lnTo>
                  <a:pt x="298361" y="67660"/>
                </a:lnTo>
                <a:lnTo>
                  <a:pt x="298077" y="68756"/>
                </a:lnTo>
                <a:lnTo>
                  <a:pt x="297812" y="69868"/>
                </a:lnTo>
                <a:lnTo>
                  <a:pt x="297565" y="70996"/>
                </a:lnTo>
                <a:lnTo>
                  <a:pt x="297336" y="72140"/>
                </a:lnTo>
                <a:lnTo>
                  <a:pt x="297126" y="73300"/>
                </a:lnTo>
                <a:lnTo>
                  <a:pt x="296933" y="74476"/>
                </a:lnTo>
                <a:lnTo>
                  <a:pt x="296759" y="75668"/>
                </a:lnTo>
                <a:lnTo>
                  <a:pt x="296604" y="76876"/>
                </a:lnTo>
                <a:lnTo>
                  <a:pt x="296467" y="78101"/>
                </a:lnTo>
                <a:lnTo>
                  <a:pt x="296348" y="79341"/>
                </a:lnTo>
                <a:lnTo>
                  <a:pt x="296247" y="80597"/>
                </a:lnTo>
                <a:lnTo>
                  <a:pt x="296164" y="81869"/>
                </a:lnTo>
                <a:lnTo>
                  <a:pt x="296100" y="83158"/>
                </a:lnTo>
                <a:lnTo>
                  <a:pt x="296055" y="84462"/>
                </a:lnTo>
                <a:lnTo>
                  <a:pt x="296027" y="85782"/>
                </a:lnTo>
                <a:lnTo>
                  <a:pt x="296018" y="87119"/>
                </a:lnTo>
                <a:lnTo>
                  <a:pt x="296027" y="88422"/>
                </a:lnTo>
                <a:lnTo>
                  <a:pt x="296055" y="89710"/>
                </a:lnTo>
                <a:lnTo>
                  <a:pt x="296100" y="90984"/>
                </a:lnTo>
                <a:lnTo>
                  <a:pt x="296164" y="92242"/>
                </a:lnTo>
                <a:lnTo>
                  <a:pt x="296247" y="93485"/>
                </a:lnTo>
                <a:lnTo>
                  <a:pt x="296348" y="94714"/>
                </a:lnTo>
                <a:lnTo>
                  <a:pt x="296467" y="95927"/>
                </a:lnTo>
                <a:lnTo>
                  <a:pt x="296604" y="97126"/>
                </a:lnTo>
                <a:lnTo>
                  <a:pt x="296759" y="98309"/>
                </a:lnTo>
                <a:lnTo>
                  <a:pt x="296933" y="99478"/>
                </a:lnTo>
                <a:lnTo>
                  <a:pt x="297126" y="100631"/>
                </a:lnTo>
                <a:lnTo>
                  <a:pt x="297336" y="101770"/>
                </a:lnTo>
                <a:lnTo>
                  <a:pt x="297565" y="102893"/>
                </a:lnTo>
                <a:lnTo>
                  <a:pt x="297812" y="104002"/>
                </a:lnTo>
                <a:lnTo>
                  <a:pt x="298077" y="105095"/>
                </a:lnTo>
                <a:lnTo>
                  <a:pt x="298361" y="106174"/>
                </a:lnTo>
                <a:lnTo>
                  <a:pt x="298663" y="107238"/>
                </a:lnTo>
                <a:lnTo>
                  <a:pt x="298983" y="108286"/>
                </a:lnTo>
                <a:lnTo>
                  <a:pt x="299322" y="109320"/>
                </a:lnTo>
                <a:lnTo>
                  <a:pt x="299679" y="110339"/>
                </a:lnTo>
                <a:lnTo>
                  <a:pt x="300054" y="111342"/>
                </a:lnTo>
                <a:lnTo>
                  <a:pt x="300448" y="112331"/>
                </a:lnTo>
                <a:lnTo>
                  <a:pt x="300860" y="113305"/>
                </a:lnTo>
                <a:lnTo>
                  <a:pt x="301290" y="114264"/>
                </a:lnTo>
                <a:lnTo>
                  <a:pt x="301738" y="115206"/>
                </a:lnTo>
                <a:lnTo>
                  <a:pt x="302202" y="116129"/>
                </a:lnTo>
                <a:lnTo>
                  <a:pt x="302683" y="117035"/>
                </a:lnTo>
                <a:lnTo>
                  <a:pt x="303180" y="117922"/>
                </a:lnTo>
                <a:lnTo>
                  <a:pt x="303694" y="118791"/>
                </a:lnTo>
                <a:lnTo>
                  <a:pt x="304225" y="119641"/>
                </a:lnTo>
                <a:lnTo>
                  <a:pt x="304772" y="120474"/>
                </a:lnTo>
                <a:lnTo>
                  <a:pt x="305336" y="121288"/>
                </a:lnTo>
                <a:lnTo>
                  <a:pt x="305916" y="122083"/>
                </a:lnTo>
                <a:lnTo>
                  <a:pt x="306513" y="122860"/>
                </a:lnTo>
                <a:lnTo>
                  <a:pt x="307126" y="123619"/>
                </a:lnTo>
                <a:lnTo>
                  <a:pt x="307757" y="124360"/>
                </a:lnTo>
                <a:lnTo>
                  <a:pt x="308403" y="125082"/>
                </a:lnTo>
                <a:lnTo>
                  <a:pt x="309067" y="125786"/>
                </a:lnTo>
                <a:lnTo>
                  <a:pt x="309747" y="126472"/>
                </a:lnTo>
                <a:lnTo>
                  <a:pt x="310443" y="127139"/>
                </a:lnTo>
                <a:lnTo>
                  <a:pt x="311156" y="127789"/>
                </a:lnTo>
                <a:lnTo>
                  <a:pt x="311886" y="128419"/>
                </a:lnTo>
                <a:lnTo>
                  <a:pt x="312632" y="129032"/>
                </a:lnTo>
                <a:lnTo>
                  <a:pt x="313395" y="129626"/>
                </a:lnTo>
                <a:lnTo>
                  <a:pt x="314175" y="130202"/>
                </a:lnTo>
                <a:lnTo>
                  <a:pt x="314971" y="130759"/>
                </a:lnTo>
                <a:lnTo>
                  <a:pt x="315784" y="131298"/>
                </a:lnTo>
                <a:lnTo>
                  <a:pt x="316613" y="131819"/>
                </a:lnTo>
                <a:lnTo>
                  <a:pt x="317458" y="132320"/>
                </a:lnTo>
                <a:lnTo>
                  <a:pt x="318316" y="132799"/>
                </a:lnTo>
                <a:lnTo>
                  <a:pt x="319189" y="133258"/>
                </a:lnTo>
                <a:lnTo>
                  <a:pt x="320076" y="133694"/>
                </a:lnTo>
                <a:lnTo>
                  <a:pt x="320976" y="134110"/>
                </a:lnTo>
                <a:lnTo>
                  <a:pt x="321891" y="134504"/>
                </a:lnTo>
                <a:lnTo>
                  <a:pt x="322820" y="134877"/>
                </a:lnTo>
                <a:lnTo>
                  <a:pt x="323763" y="135229"/>
                </a:lnTo>
                <a:lnTo>
                  <a:pt x="324719" y="135559"/>
                </a:lnTo>
                <a:lnTo>
                  <a:pt x="325690" y="135868"/>
                </a:lnTo>
                <a:lnTo>
                  <a:pt x="326675" y="136156"/>
                </a:lnTo>
                <a:lnTo>
                  <a:pt x="327674" y="136422"/>
                </a:lnTo>
                <a:lnTo>
                  <a:pt x="328687" y="136667"/>
                </a:lnTo>
                <a:lnTo>
                  <a:pt x="329714" y="136891"/>
                </a:lnTo>
                <a:lnTo>
                  <a:pt x="330755" y="137093"/>
                </a:lnTo>
                <a:lnTo>
                  <a:pt x="331810" y="137274"/>
                </a:lnTo>
                <a:lnTo>
                  <a:pt x="332879" y="137434"/>
                </a:lnTo>
                <a:lnTo>
                  <a:pt x="333962" y="137573"/>
                </a:lnTo>
                <a:lnTo>
                  <a:pt x="335059" y="137690"/>
                </a:lnTo>
                <a:lnTo>
                  <a:pt x="336170" y="137786"/>
                </a:lnTo>
                <a:lnTo>
                  <a:pt x="337296" y="137860"/>
                </a:lnTo>
                <a:lnTo>
                  <a:pt x="338435" y="137914"/>
                </a:lnTo>
                <a:lnTo>
                  <a:pt x="339588" y="137946"/>
                </a:lnTo>
                <a:lnTo>
                  <a:pt x="340755" y="137956"/>
                </a:lnTo>
                <a:lnTo>
                  <a:pt x="341947" y="137946"/>
                </a:lnTo>
                <a:lnTo>
                  <a:pt x="343124" y="137914"/>
                </a:lnTo>
                <a:lnTo>
                  <a:pt x="344287" y="137860"/>
                </a:lnTo>
                <a:lnTo>
                  <a:pt x="345435" y="137786"/>
                </a:lnTo>
                <a:lnTo>
                  <a:pt x="346568" y="137690"/>
                </a:lnTo>
                <a:close/>
                <a:moveTo>
                  <a:pt x="336630" y="124639"/>
                </a:moveTo>
                <a:lnTo>
                  <a:pt x="335850" y="124546"/>
                </a:lnTo>
                <a:lnTo>
                  <a:pt x="335084" y="124436"/>
                </a:lnTo>
                <a:lnTo>
                  <a:pt x="334334" y="124310"/>
                </a:lnTo>
                <a:lnTo>
                  <a:pt x="333598" y="124166"/>
                </a:lnTo>
                <a:lnTo>
                  <a:pt x="332877" y="124005"/>
                </a:lnTo>
                <a:lnTo>
                  <a:pt x="332171" y="123828"/>
                </a:lnTo>
                <a:lnTo>
                  <a:pt x="331480" y="123633"/>
                </a:lnTo>
                <a:lnTo>
                  <a:pt x="330804" y="123422"/>
                </a:lnTo>
                <a:lnTo>
                  <a:pt x="330143" y="123194"/>
                </a:lnTo>
                <a:lnTo>
                  <a:pt x="329496" y="122949"/>
                </a:lnTo>
                <a:lnTo>
                  <a:pt x="328865" y="122687"/>
                </a:lnTo>
                <a:lnTo>
                  <a:pt x="328248" y="122408"/>
                </a:lnTo>
                <a:lnTo>
                  <a:pt x="327646" y="122112"/>
                </a:lnTo>
                <a:lnTo>
                  <a:pt x="327059" y="121799"/>
                </a:lnTo>
                <a:lnTo>
                  <a:pt x="326488" y="121470"/>
                </a:lnTo>
                <a:lnTo>
                  <a:pt x="325930" y="121123"/>
                </a:lnTo>
                <a:lnTo>
                  <a:pt x="325388" y="120760"/>
                </a:lnTo>
                <a:lnTo>
                  <a:pt x="324861" y="120379"/>
                </a:lnTo>
                <a:lnTo>
                  <a:pt x="324348" y="119982"/>
                </a:lnTo>
                <a:lnTo>
                  <a:pt x="323849" y="119570"/>
                </a:lnTo>
                <a:lnTo>
                  <a:pt x="323362" y="119144"/>
                </a:lnTo>
                <a:lnTo>
                  <a:pt x="322886" y="118706"/>
                </a:lnTo>
                <a:lnTo>
                  <a:pt x="322423" y="118256"/>
                </a:lnTo>
                <a:lnTo>
                  <a:pt x="321971" y="117792"/>
                </a:lnTo>
                <a:lnTo>
                  <a:pt x="321531" y="117316"/>
                </a:lnTo>
                <a:lnTo>
                  <a:pt x="321102" y="116826"/>
                </a:lnTo>
                <a:lnTo>
                  <a:pt x="320686" y="116324"/>
                </a:lnTo>
                <a:lnTo>
                  <a:pt x="320281" y="115809"/>
                </a:lnTo>
                <a:lnTo>
                  <a:pt x="319888" y="115282"/>
                </a:lnTo>
                <a:lnTo>
                  <a:pt x="319507" y="114741"/>
                </a:lnTo>
                <a:lnTo>
                  <a:pt x="319138" y="114188"/>
                </a:lnTo>
                <a:lnTo>
                  <a:pt x="318781" y="113622"/>
                </a:lnTo>
                <a:lnTo>
                  <a:pt x="318435" y="113043"/>
                </a:lnTo>
                <a:lnTo>
                  <a:pt x="318101" y="112451"/>
                </a:lnTo>
                <a:lnTo>
                  <a:pt x="317779" y="111847"/>
                </a:lnTo>
                <a:lnTo>
                  <a:pt x="317469" y="111230"/>
                </a:lnTo>
                <a:lnTo>
                  <a:pt x="317170" y="110599"/>
                </a:lnTo>
                <a:lnTo>
                  <a:pt x="316884" y="109957"/>
                </a:lnTo>
                <a:lnTo>
                  <a:pt x="316609" y="109301"/>
                </a:lnTo>
                <a:lnTo>
                  <a:pt x="316346" y="108632"/>
                </a:lnTo>
                <a:lnTo>
                  <a:pt x="316095" y="107951"/>
                </a:lnTo>
                <a:lnTo>
                  <a:pt x="315855" y="107257"/>
                </a:lnTo>
                <a:lnTo>
                  <a:pt x="315628" y="106550"/>
                </a:lnTo>
                <a:lnTo>
                  <a:pt x="315410" y="105832"/>
                </a:lnTo>
                <a:lnTo>
                  <a:pt x="315203" y="105107"/>
                </a:lnTo>
                <a:lnTo>
                  <a:pt x="315004" y="104374"/>
                </a:lnTo>
                <a:lnTo>
                  <a:pt x="314815" y="103632"/>
                </a:lnTo>
                <a:lnTo>
                  <a:pt x="314634" y="102883"/>
                </a:lnTo>
                <a:lnTo>
                  <a:pt x="314464" y="102125"/>
                </a:lnTo>
                <a:lnTo>
                  <a:pt x="314302" y="101360"/>
                </a:lnTo>
                <a:lnTo>
                  <a:pt x="314149" y="100587"/>
                </a:lnTo>
                <a:lnTo>
                  <a:pt x="314006" y="99805"/>
                </a:lnTo>
                <a:lnTo>
                  <a:pt x="313872" y="99016"/>
                </a:lnTo>
                <a:lnTo>
                  <a:pt x="313748" y="98219"/>
                </a:lnTo>
                <a:lnTo>
                  <a:pt x="313632" y="97413"/>
                </a:lnTo>
                <a:lnTo>
                  <a:pt x="313526" y="96600"/>
                </a:lnTo>
                <a:lnTo>
                  <a:pt x="313429" y="95778"/>
                </a:lnTo>
                <a:lnTo>
                  <a:pt x="313341" y="94949"/>
                </a:lnTo>
                <a:lnTo>
                  <a:pt x="313263" y="94112"/>
                </a:lnTo>
                <a:lnTo>
                  <a:pt x="313193" y="93266"/>
                </a:lnTo>
                <a:lnTo>
                  <a:pt x="313133" y="92413"/>
                </a:lnTo>
                <a:lnTo>
                  <a:pt x="313082" y="91552"/>
                </a:lnTo>
                <a:lnTo>
                  <a:pt x="313041" y="90682"/>
                </a:lnTo>
                <a:lnTo>
                  <a:pt x="313009" y="89805"/>
                </a:lnTo>
                <a:lnTo>
                  <a:pt x="312985" y="88920"/>
                </a:lnTo>
                <a:lnTo>
                  <a:pt x="312972" y="88026"/>
                </a:lnTo>
                <a:lnTo>
                  <a:pt x="312967" y="87125"/>
                </a:lnTo>
                <a:lnTo>
                  <a:pt x="312972" y="86206"/>
                </a:lnTo>
                <a:lnTo>
                  <a:pt x="312985" y="85296"/>
                </a:lnTo>
                <a:lnTo>
                  <a:pt x="313009" y="84393"/>
                </a:lnTo>
                <a:lnTo>
                  <a:pt x="313041" y="83499"/>
                </a:lnTo>
                <a:lnTo>
                  <a:pt x="313082" y="82613"/>
                </a:lnTo>
                <a:lnTo>
                  <a:pt x="313133" y="81736"/>
                </a:lnTo>
                <a:lnTo>
                  <a:pt x="313193" y="80866"/>
                </a:lnTo>
                <a:lnTo>
                  <a:pt x="313263" y="80005"/>
                </a:lnTo>
                <a:lnTo>
                  <a:pt x="313341" y="79152"/>
                </a:lnTo>
                <a:lnTo>
                  <a:pt x="313429" y="78307"/>
                </a:lnTo>
                <a:lnTo>
                  <a:pt x="313526" y="77470"/>
                </a:lnTo>
                <a:lnTo>
                  <a:pt x="313632" y="76641"/>
                </a:lnTo>
                <a:lnTo>
                  <a:pt x="313748" y="75821"/>
                </a:lnTo>
                <a:lnTo>
                  <a:pt x="313872" y="75009"/>
                </a:lnTo>
                <a:lnTo>
                  <a:pt x="314006" y="74205"/>
                </a:lnTo>
                <a:lnTo>
                  <a:pt x="314149" y="73409"/>
                </a:lnTo>
                <a:lnTo>
                  <a:pt x="314302" y="72621"/>
                </a:lnTo>
                <a:lnTo>
                  <a:pt x="314464" y="71842"/>
                </a:lnTo>
                <a:lnTo>
                  <a:pt x="314634" y="71070"/>
                </a:lnTo>
                <a:lnTo>
                  <a:pt x="314815" y="70307"/>
                </a:lnTo>
                <a:lnTo>
                  <a:pt x="315004" y="69552"/>
                </a:lnTo>
                <a:lnTo>
                  <a:pt x="315203" y="68806"/>
                </a:lnTo>
                <a:lnTo>
                  <a:pt x="315410" y="68067"/>
                </a:lnTo>
                <a:lnTo>
                  <a:pt x="315628" y="67337"/>
                </a:lnTo>
                <a:lnTo>
                  <a:pt x="315855" y="66617"/>
                </a:lnTo>
                <a:lnTo>
                  <a:pt x="316095" y="65910"/>
                </a:lnTo>
                <a:lnTo>
                  <a:pt x="316346" y="65217"/>
                </a:lnTo>
                <a:lnTo>
                  <a:pt x="316609" y="64536"/>
                </a:lnTo>
                <a:lnTo>
                  <a:pt x="316884" y="63868"/>
                </a:lnTo>
                <a:lnTo>
                  <a:pt x="317170" y="63214"/>
                </a:lnTo>
                <a:lnTo>
                  <a:pt x="317469" y="62572"/>
                </a:lnTo>
                <a:lnTo>
                  <a:pt x="317779" y="61943"/>
                </a:lnTo>
                <a:lnTo>
                  <a:pt x="318101" y="61327"/>
                </a:lnTo>
                <a:lnTo>
                  <a:pt x="318435" y="60725"/>
                </a:lnTo>
                <a:lnTo>
                  <a:pt x="318781" y="60135"/>
                </a:lnTo>
                <a:lnTo>
                  <a:pt x="319138" y="59558"/>
                </a:lnTo>
                <a:lnTo>
                  <a:pt x="319507" y="58995"/>
                </a:lnTo>
                <a:lnTo>
                  <a:pt x="319888" y="58444"/>
                </a:lnTo>
                <a:lnTo>
                  <a:pt x="320281" y="57906"/>
                </a:lnTo>
                <a:lnTo>
                  <a:pt x="320686" y="57382"/>
                </a:lnTo>
                <a:lnTo>
                  <a:pt x="321102" y="56870"/>
                </a:lnTo>
                <a:lnTo>
                  <a:pt x="321531" y="56371"/>
                </a:lnTo>
                <a:lnTo>
                  <a:pt x="321971" y="55885"/>
                </a:lnTo>
                <a:lnTo>
                  <a:pt x="322423" y="55413"/>
                </a:lnTo>
                <a:lnTo>
                  <a:pt x="322886" y="54953"/>
                </a:lnTo>
                <a:lnTo>
                  <a:pt x="323362" y="54506"/>
                </a:lnTo>
                <a:lnTo>
                  <a:pt x="323849" y="54073"/>
                </a:lnTo>
                <a:lnTo>
                  <a:pt x="324348" y="53652"/>
                </a:lnTo>
                <a:lnTo>
                  <a:pt x="324861" y="53246"/>
                </a:lnTo>
                <a:lnTo>
                  <a:pt x="325388" y="52858"/>
                </a:lnTo>
                <a:lnTo>
                  <a:pt x="325930" y="52486"/>
                </a:lnTo>
                <a:lnTo>
                  <a:pt x="326488" y="52132"/>
                </a:lnTo>
                <a:lnTo>
                  <a:pt x="327059" y="51796"/>
                </a:lnTo>
                <a:lnTo>
                  <a:pt x="327646" y="51476"/>
                </a:lnTo>
                <a:lnTo>
                  <a:pt x="328248" y="51174"/>
                </a:lnTo>
                <a:lnTo>
                  <a:pt x="328865" y="50889"/>
                </a:lnTo>
                <a:lnTo>
                  <a:pt x="329496" y="50622"/>
                </a:lnTo>
                <a:lnTo>
                  <a:pt x="330143" y="50371"/>
                </a:lnTo>
                <a:lnTo>
                  <a:pt x="330804" y="50138"/>
                </a:lnTo>
                <a:lnTo>
                  <a:pt x="331480" y="49922"/>
                </a:lnTo>
                <a:lnTo>
                  <a:pt x="332171" y="49724"/>
                </a:lnTo>
                <a:lnTo>
                  <a:pt x="332877" y="49542"/>
                </a:lnTo>
                <a:lnTo>
                  <a:pt x="333598" y="49378"/>
                </a:lnTo>
                <a:lnTo>
                  <a:pt x="334334" y="49231"/>
                </a:lnTo>
                <a:lnTo>
                  <a:pt x="335084" y="49102"/>
                </a:lnTo>
                <a:lnTo>
                  <a:pt x="335850" y="48990"/>
                </a:lnTo>
                <a:lnTo>
                  <a:pt x="336630" y="48895"/>
                </a:lnTo>
                <a:lnTo>
                  <a:pt x="337425" y="48817"/>
                </a:lnTo>
                <a:lnTo>
                  <a:pt x="338236" y="48757"/>
                </a:lnTo>
                <a:lnTo>
                  <a:pt x="339061" y="48713"/>
                </a:lnTo>
                <a:lnTo>
                  <a:pt x="339901" y="48688"/>
                </a:lnTo>
                <a:lnTo>
                  <a:pt x="340755" y="48679"/>
                </a:lnTo>
                <a:lnTo>
                  <a:pt x="341635" y="48688"/>
                </a:lnTo>
                <a:lnTo>
                  <a:pt x="342499" y="48713"/>
                </a:lnTo>
                <a:lnTo>
                  <a:pt x="343348" y="48757"/>
                </a:lnTo>
                <a:lnTo>
                  <a:pt x="344182" y="48817"/>
                </a:lnTo>
                <a:lnTo>
                  <a:pt x="345001" y="48895"/>
                </a:lnTo>
                <a:lnTo>
                  <a:pt x="345805" y="48990"/>
                </a:lnTo>
                <a:lnTo>
                  <a:pt x="346594" y="49102"/>
                </a:lnTo>
                <a:lnTo>
                  <a:pt x="347368" y="49231"/>
                </a:lnTo>
                <a:lnTo>
                  <a:pt x="348127" y="49378"/>
                </a:lnTo>
                <a:lnTo>
                  <a:pt x="348871" y="49542"/>
                </a:lnTo>
                <a:lnTo>
                  <a:pt x="349600" y="49724"/>
                </a:lnTo>
                <a:lnTo>
                  <a:pt x="350314" y="49922"/>
                </a:lnTo>
                <a:lnTo>
                  <a:pt x="351012" y="50138"/>
                </a:lnTo>
                <a:lnTo>
                  <a:pt x="351696" y="50371"/>
                </a:lnTo>
                <a:lnTo>
                  <a:pt x="352365" y="50622"/>
                </a:lnTo>
                <a:lnTo>
                  <a:pt x="353018" y="50889"/>
                </a:lnTo>
                <a:lnTo>
                  <a:pt x="353657" y="51174"/>
                </a:lnTo>
                <a:lnTo>
                  <a:pt x="354280" y="51476"/>
                </a:lnTo>
                <a:lnTo>
                  <a:pt x="354888" y="51796"/>
                </a:lnTo>
                <a:lnTo>
                  <a:pt x="355482" y="52132"/>
                </a:lnTo>
                <a:lnTo>
                  <a:pt x="356060" y="52486"/>
                </a:lnTo>
                <a:lnTo>
                  <a:pt x="356623" y="52858"/>
                </a:lnTo>
                <a:lnTo>
                  <a:pt x="357171" y="53246"/>
                </a:lnTo>
                <a:lnTo>
                  <a:pt x="357704" y="53652"/>
                </a:lnTo>
                <a:lnTo>
                  <a:pt x="358224" y="54073"/>
                </a:lnTo>
                <a:lnTo>
                  <a:pt x="358731" y="54506"/>
                </a:lnTo>
                <a:lnTo>
                  <a:pt x="359225" y="54953"/>
                </a:lnTo>
                <a:lnTo>
                  <a:pt x="359708" y="55413"/>
                </a:lnTo>
                <a:lnTo>
                  <a:pt x="360178" y="55885"/>
                </a:lnTo>
                <a:lnTo>
                  <a:pt x="360636" y="56371"/>
                </a:lnTo>
                <a:lnTo>
                  <a:pt x="361081" y="56870"/>
                </a:lnTo>
                <a:lnTo>
                  <a:pt x="361514" y="57382"/>
                </a:lnTo>
                <a:lnTo>
                  <a:pt x="361935" y="57906"/>
                </a:lnTo>
                <a:lnTo>
                  <a:pt x="362344" y="58444"/>
                </a:lnTo>
                <a:lnTo>
                  <a:pt x="362740" y="58995"/>
                </a:lnTo>
                <a:lnTo>
                  <a:pt x="363124" y="59558"/>
                </a:lnTo>
                <a:lnTo>
                  <a:pt x="363496" y="60135"/>
                </a:lnTo>
                <a:lnTo>
                  <a:pt x="363855" y="60725"/>
                </a:lnTo>
                <a:lnTo>
                  <a:pt x="364202" y="61327"/>
                </a:lnTo>
                <a:lnTo>
                  <a:pt x="364536" y="61943"/>
                </a:lnTo>
                <a:lnTo>
                  <a:pt x="364859" y="62572"/>
                </a:lnTo>
                <a:lnTo>
                  <a:pt x="365169" y="63214"/>
                </a:lnTo>
                <a:lnTo>
                  <a:pt x="365466" y="63868"/>
                </a:lnTo>
                <a:lnTo>
                  <a:pt x="365752" y="64536"/>
                </a:lnTo>
                <a:lnTo>
                  <a:pt x="366025" y="65217"/>
                </a:lnTo>
                <a:lnTo>
                  <a:pt x="366285" y="65910"/>
                </a:lnTo>
                <a:lnTo>
                  <a:pt x="366534" y="66617"/>
                </a:lnTo>
                <a:lnTo>
                  <a:pt x="366770" y="67337"/>
                </a:lnTo>
                <a:lnTo>
                  <a:pt x="366995" y="68067"/>
                </a:lnTo>
                <a:lnTo>
                  <a:pt x="367211" y="68806"/>
                </a:lnTo>
                <a:lnTo>
                  <a:pt x="367417" y="69552"/>
                </a:lnTo>
                <a:lnTo>
                  <a:pt x="367613" y="70307"/>
                </a:lnTo>
                <a:lnTo>
                  <a:pt x="367800" y="71070"/>
                </a:lnTo>
                <a:lnTo>
                  <a:pt x="367977" y="71842"/>
                </a:lnTo>
                <a:lnTo>
                  <a:pt x="368145" y="72621"/>
                </a:lnTo>
                <a:lnTo>
                  <a:pt x="368303" y="73409"/>
                </a:lnTo>
                <a:lnTo>
                  <a:pt x="368451" y="74205"/>
                </a:lnTo>
                <a:lnTo>
                  <a:pt x="368590" y="75009"/>
                </a:lnTo>
                <a:lnTo>
                  <a:pt x="368720" y="75821"/>
                </a:lnTo>
                <a:lnTo>
                  <a:pt x="368839" y="76641"/>
                </a:lnTo>
                <a:lnTo>
                  <a:pt x="368949" y="77470"/>
                </a:lnTo>
                <a:lnTo>
                  <a:pt x="369050" y="78307"/>
                </a:lnTo>
                <a:lnTo>
                  <a:pt x="369141" y="79152"/>
                </a:lnTo>
                <a:lnTo>
                  <a:pt x="369222" y="80005"/>
                </a:lnTo>
                <a:lnTo>
                  <a:pt x="369294" y="80866"/>
                </a:lnTo>
                <a:lnTo>
                  <a:pt x="369357" y="81736"/>
                </a:lnTo>
                <a:lnTo>
                  <a:pt x="369409" y="82613"/>
                </a:lnTo>
                <a:lnTo>
                  <a:pt x="369452" y="83499"/>
                </a:lnTo>
                <a:lnTo>
                  <a:pt x="369486" y="84393"/>
                </a:lnTo>
                <a:lnTo>
                  <a:pt x="369510" y="85296"/>
                </a:lnTo>
                <a:lnTo>
                  <a:pt x="369524" y="86206"/>
                </a:lnTo>
                <a:lnTo>
                  <a:pt x="369529" y="87125"/>
                </a:lnTo>
                <a:lnTo>
                  <a:pt x="369524" y="88026"/>
                </a:lnTo>
                <a:lnTo>
                  <a:pt x="369510" y="88920"/>
                </a:lnTo>
                <a:lnTo>
                  <a:pt x="369486" y="89805"/>
                </a:lnTo>
                <a:lnTo>
                  <a:pt x="369452" y="90682"/>
                </a:lnTo>
                <a:lnTo>
                  <a:pt x="369409" y="91552"/>
                </a:lnTo>
                <a:lnTo>
                  <a:pt x="369357" y="92413"/>
                </a:lnTo>
                <a:lnTo>
                  <a:pt x="369294" y="93266"/>
                </a:lnTo>
                <a:lnTo>
                  <a:pt x="369222" y="94112"/>
                </a:lnTo>
                <a:lnTo>
                  <a:pt x="369141" y="94949"/>
                </a:lnTo>
                <a:lnTo>
                  <a:pt x="369050" y="95778"/>
                </a:lnTo>
                <a:lnTo>
                  <a:pt x="368949" y="96600"/>
                </a:lnTo>
                <a:lnTo>
                  <a:pt x="368839" y="97413"/>
                </a:lnTo>
                <a:lnTo>
                  <a:pt x="368720" y="98219"/>
                </a:lnTo>
                <a:lnTo>
                  <a:pt x="368590" y="99016"/>
                </a:lnTo>
                <a:lnTo>
                  <a:pt x="368451" y="99805"/>
                </a:lnTo>
                <a:lnTo>
                  <a:pt x="368303" y="100587"/>
                </a:lnTo>
                <a:lnTo>
                  <a:pt x="368145" y="101360"/>
                </a:lnTo>
                <a:lnTo>
                  <a:pt x="367977" y="102125"/>
                </a:lnTo>
                <a:lnTo>
                  <a:pt x="367800" y="102883"/>
                </a:lnTo>
                <a:lnTo>
                  <a:pt x="367613" y="103632"/>
                </a:lnTo>
                <a:lnTo>
                  <a:pt x="367417" y="104374"/>
                </a:lnTo>
                <a:lnTo>
                  <a:pt x="367211" y="105107"/>
                </a:lnTo>
                <a:lnTo>
                  <a:pt x="366995" y="105832"/>
                </a:lnTo>
                <a:lnTo>
                  <a:pt x="366770" y="106550"/>
                </a:lnTo>
                <a:lnTo>
                  <a:pt x="366534" y="107257"/>
                </a:lnTo>
                <a:lnTo>
                  <a:pt x="366285" y="107951"/>
                </a:lnTo>
                <a:lnTo>
                  <a:pt x="366025" y="108632"/>
                </a:lnTo>
                <a:lnTo>
                  <a:pt x="365752" y="109301"/>
                </a:lnTo>
                <a:lnTo>
                  <a:pt x="365466" y="109957"/>
                </a:lnTo>
                <a:lnTo>
                  <a:pt x="365169" y="110599"/>
                </a:lnTo>
                <a:lnTo>
                  <a:pt x="364859" y="111230"/>
                </a:lnTo>
                <a:lnTo>
                  <a:pt x="364536" y="111847"/>
                </a:lnTo>
                <a:lnTo>
                  <a:pt x="364202" y="112451"/>
                </a:lnTo>
                <a:lnTo>
                  <a:pt x="363855" y="113043"/>
                </a:lnTo>
                <a:lnTo>
                  <a:pt x="363496" y="113622"/>
                </a:lnTo>
                <a:lnTo>
                  <a:pt x="363124" y="114188"/>
                </a:lnTo>
                <a:lnTo>
                  <a:pt x="362740" y="114741"/>
                </a:lnTo>
                <a:lnTo>
                  <a:pt x="362344" y="115282"/>
                </a:lnTo>
                <a:lnTo>
                  <a:pt x="361935" y="115809"/>
                </a:lnTo>
                <a:lnTo>
                  <a:pt x="361514" y="116324"/>
                </a:lnTo>
                <a:lnTo>
                  <a:pt x="361081" y="116826"/>
                </a:lnTo>
                <a:lnTo>
                  <a:pt x="360636" y="117316"/>
                </a:lnTo>
                <a:lnTo>
                  <a:pt x="360178" y="117792"/>
                </a:lnTo>
                <a:lnTo>
                  <a:pt x="359708" y="118256"/>
                </a:lnTo>
                <a:lnTo>
                  <a:pt x="359225" y="118706"/>
                </a:lnTo>
                <a:lnTo>
                  <a:pt x="358731" y="119144"/>
                </a:lnTo>
                <a:lnTo>
                  <a:pt x="358224" y="119570"/>
                </a:lnTo>
                <a:lnTo>
                  <a:pt x="357704" y="119982"/>
                </a:lnTo>
                <a:lnTo>
                  <a:pt x="357171" y="120379"/>
                </a:lnTo>
                <a:lnTo>
                  <a:pt x="356623" y="120760"/>
                </a:lnTo>
                <a:lnTo>
                  <a:pt x="356060" y="121123"/>
                </a:lnTo>
                <a:lnTo>
                  <a:pt x="355482" y="121470"/>
                </a:lnTo>
                <a:lnTo>
                  <a:pt x="354888" y="121799"/>
                </a:lnTo>
                <a:lnTo>
                  <a:pt x="354280" y="122112"/>
                </a:lnTo>
                <a:lnTo>
                  <a:pt x="353657" y="122408"/>
                </a:lnTo>
                <a:lnTo>
                  <a:pt x="353018" y="122687"/>
                </a:lnTo>
                <a:lnTo>
                  <a:pt x="352365" y="122949"/>
                </a:lnTo>
                <a:lnTo>
                  <a:pt x="351696" y="123194"/>
                </a:lnTo>
                <a:lnTo>
                  <a:pt x="351012" y="123422"/>
                </a:lnTo>
                <a:lnTo>
                  <a:pt x="350314" y="123633"/>
                </a:lnTo>
                <a:lnTo>
                  <a:pt x="349600" y="123828"/>
                </a:lnTo>
                <a:lnTo>
                  <a:pt x="348871" y="124005"/>
                </a:lnTo>
                <a:lnTo>
                  <a:pt x="348127" y="124166"/>
                </a:lnTo>
                <a:lnTo>
                  <a:pt x="347368" y="124310"/>
                </a:lnTo>
                <a:lnTo>
                  <a:pt x="346594" y="124436"/>
                </a:lnTo>
                <a:lnTo>
                  <a:pt x="345805" y="124546"/>
                </a:lnTo>
                <a:lnTo>
                  <a:pt x="345001" y="124639"/>
                </a:lnTo>
                <a:lnTo>
                  <a:pt x="344182" y="124715"/>
                </a:lnTo>
                <a:lnTo>
                  <a:pt x="343348" y="124774"/>
                </a:lnTo>
                <a:lnTo>
                  <a:pt x="342499" y="124817"/>
                </a:lnTo>
                <a:lnTo>
                  <a:pt x="341635" y="124842"/>
                </a:lnTo>
                <a:lnTo>
                  <a:pt x="340755" y="124850"/>
                </a:lnTo>
                <a:lnTo>
                  <a:pt x="339901" y="124842"/>
                </a:lnTo>
                <a:lnTo>
                  <a:pt x="339061" y="124817"/>
                </a:lnTo>
                <a:lnTo>
                  <a:pt x="338236" y="124774"/>
                </a:lnTo>
                <a:lnTo>
                  <a:pt x="337425" y="124715"/>
                </a:lnTo>
                <a:lnTo>
                  <a:pt x="336630" y="124639"/>
                </a:lnTo>
                <a:close/>
                <a:moveTo>
                  <a:pt x="1239438" y="137762"/>
                </a:moveTo>
                <a:lnTo>
                  <a:pt x="1240351" y="137676"/>
                </a:lnTo>
                <a:lnTo>
                  <a:pt x="1241255" y="137575"/>
                </a:lnTo>
                <a:lnTo>
                  <a:pt x="1242148" y="137458"/>
                </a:lnTo>
                <a:lnTo>
                  <a:pt x="1243031" y="137326"/>
                </a:lnTo>
                <a:lnTo>
                  <a:pt x="1243904" y="137178"/>
                </a:lnTo>
                <a:lnTo>
                  <a:pt x="1244767" y="137014"/>
                </a:lnTo>
                <a:lnTo>
                  <a:pt x="1245620" y="136835"/>
                </a:lnTo>
                <a:lnTo>
                  <a:pt x="1246463" y="136641"/>
                </a:lnTo>
                <a:lnTo>
                  <a:pt x="1247296" y="136431"/>
                </a:lnTo>
                <a:lnTo>
                  <a:pt x="1248118" y="136205"/>
                </a:lnTo>
                <a:lnTo>
                  <a:pt x="1248931" y="135964"/>
                </a:lnTo>
                <a:lnTo>
                  <a:pt x="1249733" y="135707"/>
                </a:lnTo>
                <a:lnTo>
                  <a:pt x="1250526" y="135434"/>
                </a:lnTo>
                <a:lnTo>
                  <a:pt x="1251308" y="135146"/>
                </a:lnTo>
                <a:lnTo>
                  <a:pt x="1252080" y="134843"/>
                </a:lnTo>
                <a:lnTo>
                  <a:pt x="1252842" y="134524"/>
                </a:lnTo>
                <a:lnTo>
                  <a:pt x="1253594" y="134189"/>
                </a:lnTo>
                <a:lnTo>
                  <a:pt x="1254336" y="133839"/>
                </a:lnTo>
                <a:lnTo>
                  <a:pt x="1255068" y="133473"/>
                </a:lnTo>
                <a:lnTo>
                  <a:pt x="1255791" y="133094"/>
                </a:lnTo>
                <a:lnTo>
                  <a:pt x="1256507" y="132705"/>
                </a:lnTo>
                <a:lnTo>
                  <a:pt x="1257215" y="132306"/>
                </a:lnTo>
                <a:lnTo>
                  <a:pt x="1257916" y="131897"/>
                </a:lnTo>
                <a:lnTo>
                  <a:pt x="1258609" y="131478"/>
                </a:lnTo>
                <a:lnTo>
                  <a:pt x="1259296" y="131049"/>
                </a:lnTo>
                <a:lnTo>
                  <a:pt x="1259975" y="130610"/>
                </a:lnTo>
                <a:lnTo>
                  <a:pt x="1260646" y="130161"/>
                </a:lnTo>
                <a:lnTo>
                  <a:pt x="1261310" y="129701"/>
                </a:lnTo>
                <a:lnTo>
                  <a:pt x="1261967" y="129232"/>
                </a:lnTo>
                <a:lnTo>
                  <a:pt x="1262617" y="128752"/>
                </a:lnTo>
                <a:lnTo>
                  <a:pt x="1263259" y="128262"/>
                </a:lnTo>
                <a:lnTo>
                  <a:pt x="1263894" y="127763"/>
                </a:lnTo>
                <a:lnTo>
                  <a:pt x="1264521" y="127253"/>
                </a:lnTo>
                <a:lnTo>
                  <a:pt x="1265141" y="126733"/>
                </a:lnTo>
                <a:lnTo>
                  <a:pt x="1265754" y="126203"/>
                </a:lnTo>
                <a:lnTo>
                  <a:pt x="1266359" y="125662"/>
                </a:lnTo>
                <a:lnTo>
                  <a:pt x="1266957" y="125112"/>
                </a:lnTo>
                <a:lnTo>
                  <a:pt x="1267548" y="124552"/>
                </a:lnTo>
                <a:lnTo>
                  <a:pt x="1268131" y="123981"/>
                </a:lnTo>
                <a:lnTo>
                  <a:pt x="1268707" y="123401"/>
                </a:lnTo>
                <a:lnTo>
                  <a:pt x="1269276" y="122810"/>
                </a:lnTo>
                <a:lnTo>
                  <a:pt x="1269837" y="122209"/>
                </a:lnTo>
                <a:lnTo>
                  <a:pt x="1270391" y="121599"/>
                </a:lnTo>
                <a:lnTo>
                  <a:pt x="1271081" y="136183"/>
                </a:lnTo>
                <a:lnTo>
                  <a:pt x="1286453" y="136183"/>
                </a:lnTo>
                <a:lnTo>
                  <a:pt x="1286453" y="70090"/>
                </a:lnTo>
                <a:lnTo>
                  <a:pt x="1286447" y="69208"/>
                </a:lnTo>
                <a:lnTo>
                  <a:pt x="1286431" y="68341"/>
                </a:lnTo>
                <a:lnTo>
                  <a:pt x="1286404" y="67486"/>
                </a:lnTo>
                <a:lnTo>
                  <a:pt x="1286365" y="66646"/>
                </a:lnTo>
                <a:lnTo>
                  <a:pt x="1286316" y="65819"/>
                </a:lnTo>
                <a:lnTo>
                  <a:pt x="1286256" y="65005"/>
                </a:lnTo>
                <a:lnTo>
                  <a:pt x="1286185" y="64205"/>
                </a:lnTo>
                <a:lnTo>
                  <a:pt x="1286102" y="63419"/>
                </a:lnTo>
                <a:lnTo>
                  <a:pt x="1286009" y="62646"/>
                </a:lnTo>
                <a:lnTo>
                  <a:pt x="1285905" y="61887"/>
                </a:lnTo>
                <a:lnTo>
                  <a:pt x="1285790" y="61141"/>
                </a:lnTo>
                <a:lnTo>
                  <a:pt x="1285664" y="60409"/>
                </a:lnTo>
                <a:lnTo>
                  <a:pt x="1285528" y="59690"/>
                </a:lnTo>
                <a:lnTo>
                  <a:pt x="1285380" y="58985"/>
                </a:lnTo>
                <a:lnTo>
                  <a:pt x="1285221" y="58294"/>
                </a:lnTo>
                <a:lnTo>
                  <a:pt x="1285051" y="57616"/>
                </a:lnTo>
                <a:lnTo>
                  <a:pt x="1284871" y="56952"/>
                </a:lnTo>
                <a:lnTo>
                  <a:pt x="1284679" y="56301"/>
                </a:lnTo>
                <a:lnTo>
                  <a:pt x="1284477" y="55664"/>
                </a:lnTo>
                <a:lnTo>
                  <a:pt x="1284263" y="55041"/>
                </a:lnTo>
                <a:lnTo>
                  <a:pt x="1284039" y="54431"/>
                </a:lnTo>
                <a:lnTo>
                  <a:pt x="1283803" y="53834"/>
                </a:lnTo>
                <a:lnTo>
                  <a:pt x="1283557" y="53251"/>
                </a:lnTo>
                <a:lnTo>
                  <a:pt x="1283300" y="52682"/>
                </a:lnTo>
                <a:lnTo>
                  <a:pt x="1283033" y="52125"/>
                </a:lnTo>
                <a:lnTo>
                  <a:pt x="1282759" y="51577"/>
                </a:lnTo>
                <a:lnTo>
                  <a:pt x="1282477" y="51041"/>
                </a:lnTo>
                <a:lnTo>
                  <a:pt x="1282187" y="50514"/>
                </a:lnTo>
                <a:lnTo>
                  <a:pt x="1281889" y="49998"/>
                </a:lnTo>
                <a:lnTo>
                  <a:pt x="1281584" y="49493"/>
                </a:lnTo>
                <a:lnTo>
                  <a:pt x="1281271" y="48998"/>
                </a:lnTo>
                <a:lnTo>
                  <a:pt x="1280951" y="48513"/>
                </a:lnTo>
                <a:lnTo>
                  <a:pt x="1280623" y="48039"/>
                </a:lnTo>
                <a:lnTo>
                  <a:pt x="1280287" y="47575"/>
                </a:lnTo>
                <a:lnTo>
                  <a:pt x="1279943" y="47121"/>
                </a:lnTo>
                <a:lnTo>
                  <a:pt x="1279592" y="46678"/>
                </a:lnTo>
                <a:lnTo>
                  <a:pt x="1279233" y="46245"/>
                </a:lnTo>
                <a:lnTo>
                  <a:pt x="1278866" y="45823"/>
                </a:lnTo>
                <a:lnTo>
                  <a:pt x="1278492" y="45411"/>
                </a:lnTo>
                <a:lnTo>
                  <a:pt x="1278110" y="45010"/>
                </a:lnTo>
                <a:lnTo>
                  <a:pt x="1277720" y="44619"/>
                </a:lnTo>
                <a:lnTo>
                  <a:pt x="1277322" y="44238"/>
                </a:lnTo>
                <a:lnTo>
                  <a:pt x="1276917" y="43868"/>
                </a:lnTo>
                <a:lnTo>
                  <a:pt x="1276504" y="43508"/>
                </a:lnTo>
                <a:lnTo>
                  <a:pt x="1276084" y="43158"/>
                </a:lnTo>
                <a:lnTo>
                  <a:pt x="1275655" y="42819"/>
                </a:lnTo>
                <a:lnTo>
                  <a:pt x="1275219" y="42490"/>
                </a:lnTo>
                <a:lnTo>
                  <a:pt x="1274776" y="42172"/>
                </a:lnTo>
                <a:lnTo>
                  <a:pt x="1274326" y="41863"/>
                </a:lnTo>
                <a:lnTo>
                  <a:pt x="1273871" y="41562"/>
                </a:lnTo>
                <a:lnTo>
                  <a:pt x="1273412" y="41269"/>
                </a:lnTo>
                <a:lnTo>
                  <a:pt x="1272947" y="40985"/>
                </a:lnTo>
                <a:lnTo>
                  <a:pt x="1272478" y="40708"/>
                </a:lnTo>
                <a:lnTo>
                  <a:pt x="1272004" y="40440"/>
                </a:lnTo>
                <a:lnTo>
                  <a:pt x="1271526" y="40179"/>
                </a:lnTo>
                <a:lnTo>
                  <a:pt x="1271042" y="39927"/>
                </a:lnTo>
                <a:lnTo>
                  <a:pt x="1270554" y="39683"/>
                </a:lnTo>
                <a:lnTo>
                  <a:pt x="1270061" y="39447"/>
                </a:lnTo>
                <a:lnTo>
                  <a:pt x="1269563" y="39219"/>
                </a:lnTo>
                <a:lnTo>
                  <a:pt x="1269060" y="39000"/>
                </a:lnTo>
                <a:lnTo>
                  <a:pt x="1268553" y="38788"/>
                </a:lnTo>
                <a:lnTo>
                  <a:pt x="1268041" y="38584"/>
                </a:lnTo>
                <a:lnTo>
                  <a:pt x="1267524" y="38389"/>
                </a:lnTo>
                <a:lnTo>
                  <a:pt x="1267002" y="38202"/>
                </a:lnTo>
                <a:lnTo>
                  <a:pt x="1266475" y="38023"/>
                </a:lnTo>
                <a:lnTo>
                  <a:pt x="1265944" y="37852"/>
                </a:lnTo>
                <a:lnTo>
                  <a:pt x="1265408" y="37689"/>
                </a:lnTo>
                <a:lnTo>
                  <a:pt x="1264867" y="37534"/>
                </a:lnTo>
                <a:lnTo>
                  <a:pt x="1264321" y="37387"/>
                </a:lnTo>
                <a:lnTo>
                  <a:pt x="1263771" y="37249"/>
                </a:lnTo>
                <a:lnTo>
                  <a:pt x="1263215" y="37118"/>
                </a:lnTo>
                <a:lnTo>
                  <a:pt x="1262655" y="36996"/>
                </a:lnTo>
                <a:lnTo>
                  <a:pt x="1262092" y="36880"/>
                </a:lnTo>
                <a:lnTo>
                  <a:pt x="1261526" y="36768"/>
                </a:lnTo>
                <a:lnTo>
                  <a:pt x="1260958" y="36662"/>
                </a:lnTo>
                <a:lnTo>
                  <a:pt x="1260388" y="36561"/>
                </a:lnTo>
                <a:lnTo>
                  <a:pt x="1259815" y="36465"/>
                </a:lnTo>
                <a:lnTo>
                  <a:pt x="1259240" y="36373"/>
                </a:lnTo>
                <a:lnTo>
                  <a:pt x="1258663" y="36287"/>
                </a:lnTo>
                <a:lnTo>
                  <a:pt x="1258084" y="36205"/>
                </a:lnTo>
                <a:lnTo>
                  <a:pt x="1257503" y="36129"/>
                </a:lnTo>
                <a:lnTo>
                  <a:pt x="1256919" y="36057"/>
                </a:lnTo>
                <a:lnTo>
                  <a:pt x="1256333" y="35990"/>
                </a:lnTo>
                <a:lnTo>
                  <a:pt x="1255745" y="35929"/>
                </a:lnTo>
                <a:lnTo>
                  <a:pt x="1255155" y="35872"/>
                </a:lnTo>
                <a:lnTo>
                  <a:pt x="1254562" y="35820"/>
                </a:lnTo>
                <a:lnTo>
                  <a:pt x="1253968" y="35773"/>
                </a:lnTo>
                <a:lnTo>
                  <a:pt x="1253371" y="35731"/>
                </a:lnTo>
                <a:lnTo>
                  <a:pt x="1252771" y="35694"/>
                </a:lnTo>
                <a:lnTo>
                  <a:pt x="1252170" y="35662"/>
                </a:lnTo>
                <a:lnTo>
                  <a:pt x="1251566" y="35635"/>
                </a:lnTo>
                <a:lnTo>
                  <a:pt x="1250961" y="35613"/>
                </a:lnTo>
                <a:lnTo>
                  <a:pt x="1250352" y="35595"/>
                </a:lnTo>
                <a:lnTo>
                  <a:pt x="1249742" y="35583"/>
                </a:lnTo>
                <a:lnTo>
                  <a:pt x="1249130" y="35575"/>
                </a:lnTo>
                <a:lnTo>
                  <a:pt x="1248515" y="35573"/>
                </a:lnTo>
                <a:lnTo>
                  <a:pt x="1247559" y="35579"/>
                </a:lnTo>
                <a:lnTo>
                  <a:pt x="1246611" y="35597"/>
                </a:lnTo>
                <a:lnTo>
                  <a:pt x="1245673" y="35627"/>
                </a:lnTo>
                <a:lnTo>
                  <a:pt x="1244744" y="35669"/>
                </a:lnTo>
                <a:lnTo>
                  <a:pt x="1243824" y="35723"/>
                </a:lnTo>
                <a:lnTo>
                  <a:pt x="1242913" y="35789"/>
                </a:lnTo>
                <a:lnTo>
                  <a:pt x="1242012" y="35867"/>
                </a:lnTo>
                <a:lnTo>
                  <a:pt x="1241119" y="35957"/>
                </a:lnTo>
                <a:lnTo>
                  <a:pt x="1240235" y="36058"/>
                </a:lnTo>
                <a:lnTo>
                  <a:pt x="1239361" y="36172"/>
                </a:lnTo>
                <a:lnTo>
                  <a:pt x="1238495" y="36298"/>
                </a:lnTo>
                <a:lnTo>
                  <a:pt x="1237638" y="36436"/>
                </a:lnTo>
                <a:lnTo>
                  <a:pt x="1236791" y="36586"/>
                </a:lnTo>
                <a:lnTo>
                  <a:pt x="1235953" y="36748"/>
                </a:lnTo>
                <a:lnTo>
                  <a:pt x="1235123" y="36921"/>
                </a:lnTo>
                <a:lnTo>
                  <a:pt x="1234303" y="37107"/>
                </a:lnTo>
                <a:lnTo>
                  <a:pt x="1233492" y="37305"/>
                </a:lnTo>
                <a:lnTo>
                  <a:pt x="1232690" y="37515"/>
                </a:lnTo>
                <a:lnTo>
                  <a:pt x="1231897" y="37737"/>
                </a:lnTo>
                <a:lnTo>
                  <a:pt x="1231113" y="37970"/>
                </a:lnTo>
                <a:lnTo>
                  <a:pt x="1230338" y="38216"/>
                </a:lnTo>
                <a:lnTo>
                  <a:pt x="1229572" y="38474"/>
                </a:lnTo>
                <a:lnTo>
                  <a:pt x="1228815" y="38743"/>
                </a:lnTo>
                <a:lnTo>
                  <a:pt x="1228068" y="39025"/>
                </a:lnTo>
                <a:lnTo>
                  <a:pt x="1227331" y="39319"/>
                </a:lnTo>
                <a:lnTo>
                  <a:pt x="1226608" y="39628"/>
                </a:lnTo>
                <a:lnTo>
                  <a:pt x="1225898" y="39951"/>
                </a:lnTo>
                <a:lnTo>
                  <a:pt x="1225202" y="40287"/>
                </a:lnTo>
                <a:lnTo>
                  <a:pt x="1224519" y="40638"/>
                </a:lnTo>
                <a:lnTo>
                  <a:pt x="1223849" y="41003"/>
                </a:lnTo>
                <a:lnTo>
                  <a:pt x="1223193" y="41382"/>
                </a:lnTo>
                <a:lnTo>
                  <a:pt x="1222549" y="41776"/>
                </a:lnTo>
                <a:lnTo>
                  <a:pt x="1221920" y="42183"/>
                </a:lnTo>
                <a:lnTo>
                  <a:pt x="1221303" y="42604"/>
                </a:lnTo>
                <a:lnTo>
                  <a:pt x="1220700" y="43040"/>
                </a:lnTo>
                <a:lnTo>
                  <a:pt x="1220111" y="43489"/>
                </a:lnTo>
                <a:lnTo>
                  <a:pt x="1219534" y="43953"/>
                </a:lnTo>
                <a:lnTo>
                  <a:pt x="1218971" y="44431"/>
                </a:lnTo>
                <a:lnTo>
                  <a:pt x="1218422" y="44923"/>
                </a:lnTo>
                <a:lnTo>
                  <a:pt x="1217885" y="45429"/>
                </a:lnTo>
                <a:lnTo>
                  <a:pt x="1217362" y="45949"/>
                </a:lnTo>
                <a:lnTo>
                  <a:pt x="1216853" y="46483"/>
                </a:lnTo>
                <a:lnTo>
                  <a:pt x="1216356" y="47031"/>
                </a:lnTo>
                <a:lnTo>
                  <a:pt x="1215873" y="47594"/>
                </a:lnTo>
                <a:lnTo>
                  <a:pt x="1215404" y="48170"/>
                </a:lnTo>
                <a:lnTo>
                  <a:pt x="1214948" y="48761"/>
                </a:lnTo>
                <a:lnTo>
                  <a:pt x="1214505" y="49366"/>
                </a:lnTo>
                <a:lnTo>
                  <a:pt x="1214075" y="49985"/>
                </a:lnTo>
                <a:lnTo>
                  <a:pt x="1213661" y="50618"/>
                </a:lnTo>
                <a:lnTo>
                  <a:pt x="1213264" y="51268"/>
                </a:lnTo>
                <a:lnTo>
                  <a:pt x="1212886" y="51934"/>
                </a:lnTo>
                <a:lnTo>
                  <a:pt x="1212524" y="52617"/>
                </a:lnTo>
                <a:lnTo>
                  <a:pt x="1212181" y="53315"/>
                </a:lnTo>
                <a:lnTo>
                  <a:pt x="1211855" y="54030"/>
                </a:lnTo>
                <a:lnTo>
                  <a:pt x="1211546" y="54761"/>
                </a:lnTo>
                <a:lnTo>
                  <a:pt x="1211256" y="55508"/>
                </a:lnTo>
                <a:lnTo>
                  <a:pt x="1210983" y="56272"/>
                </a:lnTo>
                <a:lnTo>
                  <a:pt x="1210727" y="57051"/>
                </a:lnTo>
                <a:lnTo>
                  <a:pt x="1210489" y="57847"/>
                </a:lnTo>
                <a:lnTo>
                  <a:pt x="1210269" y="58659"/>
                </a:lnTo>
                <a:lnTo>
                  <a:pt x="1210066" y="59487"/>
                </a:lnTo>
                <a:lnTo>
                  <a:pt x="1209881" y="60332"/>
                </a:lnTo>
                <a:lnTo>
                  <a:pt x="1209714" y="61193"/>
                </a:lnTo>
                <a:lnTo>
                  <a:pt x="1209564" y="62069"/>
                </a:lnTo>
                <a:lnTo>
                  <a:pt x="1209432" y="62962"/>
                </a:lnTo>
                <a:lnTo>
                  <a:pt x="1209317" y="63872"/>
                </a:lnTo>
                <a:lnTo>
                  <a:pt x="1209220" y="64797"/>
                </a:lnTo>
                <a:lnTo>
                  <a:pt x="1209141" y="65739"/>
                </a:lnTo>
                <a:lnTo>
                  <a:pt x="1209079" y="66697"/>
                </a:lnTo>
                <a:lnTo>
                  <a:pt x="1209035" y="67671"/>
                </a:lnTo>
                <a:lnTo>
                  <a:pt x="1209009" y="68661"/>
                </a:lnTo>
                <a:lnTo>
                  <a:pt x="1209000" y="69668"/>
                </a:lnTo>
                <a:lnTo>
                  <a:pt x="1224964" y="69668"/>
                </a:lnTo>
                <a:lnTo>
                  <a:pt x="1224976" y="68733"/>
                </a:lnTo>
                <a:lnTo>
                  <a:pt x="1225011" y="67818"/>
                </a:lnTo>
                <a:lnTo>
                  <a:pt x="1225070" y="66925"/>
                </a:lnTo>
                <a:lnTo>
                  <a:pt x="1225153" y="66054"/>
                </a:lnTo>
                <a:lnTo>
                  <a:pt x="1225259" y="65203"/>
                </a:lnTo>
                <a:lnTo>
                  <a:pt x="1225389" y="64373"/>
                </a:lnTo>
                <a:lnTo>
                  <a:pt x="1225542" y="63565"/>
                </a:lnTo>
                <a:lnTo>
                  <a:pt x="1225719" y="62777"/>
                </a:lnTo>
                <a:lnTo>
                  <a:pt x="1225920" y="62011"/>
                </a:lnTo>
                <a:lnTo>
                  <a:pt x="1226144" y="61266"/>
                </a:lnTo>
                <a:lnTo>
                  <a:pt x="1226392" y="60542"/>
                </a:lnTo>
                <a:lnTo>
                  <a:pt x="1226664" y="59839"/>
                </a:lnTo>
                <a:lnTo>
                  <a:pt x="1226959" y="59158"/>
                </a:lnTo>
                <a:lnTo>
                  <a:pt x="1227277" y="58497"/>
                </a:lnTo>
                <a:lnTo>
                  <a:pt x="1227620" y="57858"/>
                </a:lnTo>
                <a:lnTo>
                  <a:pt x="1227986" y="57240"/>
                </a:lnTo>
                <a:lnTo>
                  <a:pt x="1228375" y="56642"/>
                </a:lnTo>
                <a:lnTo>
                  <a:pt x="1228788" y="56067"/>
                </a:lnTo>
                <a:lnTo>
                  <a:pt x="1229225" y="55512"/>
                </a:lnTo>
                <a:lnTo>
                  <a:pt x="1229685" y="54978"/>
                </a:lnTo>
                <a:lnTo>
                  <a:pt x="1230169" y="54465"/>
                </a:lnTo>
                <a:lnTo>
                  <a:pt x="1230677" y="53974"/>
                </a:lnTo>
                <a:lnTo>
                  <a:pt x="1231208" y="53504"/>
                </a:lnTo>
                <a:lnTo>
                  <a:pt x="1231763" y="53055"/>
                </a:lnTo>
                <a:lnTo>
                  <a:pt x="1232335" y="52625"/>
                </a:lnTo>
                <a:lnTo>
                  <a:pt x="1232918" y="52214"/>
                </a:lnTo>
                <a:lnTo>
                  <a:pt x="1233512" y="51821"/>
                </a:lnTo>
                <a:lnTo>
                  <a:pt x="1234117" y="51447"/>
                </a:lnTo>
                <a:lnTo>
                  <a:pt x="1234733" y="51090"/>
                </a:lnTo>
                <a:lnTo>
                  <a:pt x="1235360" y="50752"/>
                </a:lnTo>
                <a:lnTo>
                  <a:pt x="1235997" y="50432"/>
                </a:lnTo>
                <a:lnTo>
                  <a:pt x="1236646" y="50131"/>
                </a:lnTo>
                <a:lnTo>
                  <a:pt x="1237306" y="49848"/>
                </a:lnTo>
                <a:lnTo>
                  <a:pt x="1237976" y="49583"/>
                </a:lnTo>
                <a:lnTo>
                  <a:pt x="1238658" y="49336"/>
                </a:lnTo>
                <a:lnTo>
                  <a:pt x="1239351" y="49108"/>
                </a:lnTo>
                <a:lnTo>
                  <a:pt x="1240054" y="48898"/>
                </a:lnTo>
                <a:lnTo>
                  <a:pt x="1240768" y="48706"/>
                </a:lnTo>
                <a:lnTo>
                  <a:pt x="1241494" y="48532"/>
                </a:lnTo>
                <a:lnTo>
                  <a:pt x="1242230" y="48377"/>
                </a:lnTo>
                <a:lnTo>
                  <a:pt x="1242977" y="48240"/>
                </a:lnTo>
                <a:lnTo>
                  <a:pt x="1243736" y="48121"/>
                </a:lnTo>
                <a:lnTo>
                  <a:pt x="1244505" y="48020"/>
                </a:lnTo>
                <a:lnTo>
                  <a:pt x="1245285" y="47938"/>
                </a:lnTo>
                <a:lnTo>
                  <a:pt x="1246076" y="47874"/>
                </a:lnTo>
                <a:lnTo>
                  <a:pt x="1246878" y="47829"/>
                </a:lnTo>
                <a:lnTo>
                  <a:pt x="1247691" y="47801"/>
                </a:lnTo>
                <a:lnTo>
                  <a:pt x="1248515" y="47792"/>
                </a:lnTo>
                <a:lnTo>
                  <a:pt x="1249289" y="47800"/>
                </a:lnTo>
                <a:lnTo>
                  <a:pt x="1250052" y="47826"/>
                </a:lnTo>
                <a:lnTo>
                  <a:pt x="1250804" y="47867"/>
                </a:lnTo>
                <a:lnTo>
                  <a:pt x="1251545" y="47926"/>
                </a:lnTo>
                <a:lnTo>
                  <a:pt x="1252274" y="48002"/>
                </a:lnTo>
                <a:lnTo>
                  <a:pt x="1252992" y="48094"/>
                </a:lnTo>
                <a:lnTo>
                  <a:pt x="1253699" y="48203"/>
                </a:lnTo>
                <a:lnTo>
                  <a:pt x="1254394" y="48329"/>
                </a:lnTo>
                <a:lnTo>
                  <a:pt x="1255079" y="48471"/>
                </a:lnTo>
                <a:lnTo>
                  <a:pt x="1255751" y="48630"/>
                </a:lnTo>
                <a:lnTo>
                  <a:pt x="1256413" y="48806"/>
                </a:lnTo>
                <a:lnTo>
                  <a:pt x="1257063" y="48999"/>
                </a:lnTo>
                <a:lnTo>
                  <a:pt x="1257702" y="49209"/>
                </a:lnTo>
                <a:lnTo>
                  <a:pt x="1258330" y="49435"/>
                </a:lnTo>
                <a:lnTo>
                  <a:pt x="1258946" y="49678"/>
                </a:lnTo>
                <a:lnTo>
                  <a:pt x="1259551" y="49938"/>
                </a:lnTo>
                <a:lnTo>
                  <a:pt x="1260145" y="50215"/>
                </a:lnTo>
                <a:lnTo>
                  <a:pt x="1260728" y="50508"/>
                </a:lnTo>
                <a:lnTo>
                  <a:pt x="1261299" y="50818"/>
                </a:lnTo>
                <a:lnTo>
                  <a:pt x="1261859" y="51145"/>
                </a:lnTo>
                <a:lnTo>
                  <a:pt x="1262407" y="51489"/>
                </a:lnTo>
                <a:lnTo>
                  <a:pt x="1262945" y="51849"/>
                </a:lnTo>
                <a:lnTo>
                  <a:pt x="1263471" y="52226"/>
                </a:lnTo>
                <a:lnTo>
                  <a:pt x="1263986" y="52620"/>
                </a:lnTo>
                <a:lnTo>
                  <a:pt x="1264484" y="53037"/>
                </a:lnTo>
                <a:lnTo>
                  <a:pt x="1264961" y="53482"/>
                </a:lnTo>
                <a:lnTo>
                  <a:pt x="1265418" y="53955"/>
                </a:lnTo>
                <a:lnTo>
                  <a:pt x="1265852" y="54456"/>
                </a:lnTo>
                <a:lnTo>
                  <a:pt x="1266266" y="54986"/>
                </a:lnTo>
                <a:lnTo>
                  <a:pt x="1266659" y="55544"/>
                </a:lnTo>
                <a:lnTo>
                  <a:pt x="1267030" y="56130"/>
                </a:lnTo>
                <a:lnTo>
                  <a:pt x="1267380" y="56745"/>
                </a:lnTo>
                <a:lnTo>
                  <a:pt x="1267709" y="57388"/>
                </a:lnTo>
                <a:lnTo>
                  <a:pt x="1268016" y="58059"/>
                </a:lnTo>
                <a:lnTo>
                  <a:pt x="1268303" y="58759"/>
                </a:lnTo>
                <a:lnTo>
                  <a:pt x="1268568" y="59487"/>
                </a:lnTo>
                <a:lnTo>
                  <a:pt x="1268812" y="60243"/>
                </a:lnTo>
                <a:lnTo>
                  <a:pt x="1269034" y="61027"/>
                </a:lnTo>
                <a:lnTo>
                  <a:pt x="1269236" y="61840"/>
                </a:lnTo>
                <a:lnTo>
                  <a:pt x="1269416" y="62681"/>
                </a:lnTo>
                <a:lnTo>
                  <a:pt x="1269575" y="63551"/>
                </a:lnTo>
                <a:lnTo>
                  <a:pt x="1269713" y="64448"/>
                </a:lnTo>
                <a:lnTo>
                  <a:pt x="1269830" y="65374"/>
                </a:lnTo>
                <a:lnTo>
                  <a:pt x="1269925" y="66328"/>
                </a:lnTo>
                <a:lnTo>
                  <a:pt x="1270000" y="67311"/>
                </a:lnTo>
                <a:lnTo>
                  <a:pt x="1270053" y="68322"/>
                </a:lnTo>
                <a:lnTo>
                  <a:pt x="1270085" y="69361"/>
                </a:lnTo>
                <a:lnTo>
                  <a:pt x="1270095" y="70429"/>
                </a:lnTo>
                <a:lnTo>
                  <a:pt x="1270095" y="77490"/>
                </a:lnTo>
                <a:lnTo>
                  <a:pt x="1268453" y="77510"/>
                </a:lnTo>
                <a:lnTo>
                  <a:pt x="1266829" y="77539"/>
                </a:lnTo>
                <a:lnTo>
                  <a:pt x="1265222" y="77576"/>
                </a:lnTo>
                <a:lnTo>
                  <a:pt x="1263633" y="77620"/>
                </a:lnTo>
                <a:lnTo>
                  <a:pt x="1262061" y="77673"/>
                </a:lnTo>
                <a:lnTo>
                  <a:pt x="1260506" y="77733"/>
                </a:lnTo>
                <a:lnTo>
                  <a:pt x="1258969" y="77801"/>
                </a:lnTo>
                <a:lnTo>
                  <a:pt x="1257449" y="77877"/>
                </a:lnTo>
                <a:lnTo>
                  <a:pt x="1255947" y="77961"/>
                </a:lnTo>
                <a:lnTo>
                  <a:pt x="1254462" y="78053"/>
                </a:lnTo>
                <a:lnTo>
                  <a:pt x="1252995" y="78153"/>
                </a:lnTo>
                <a:lnTo>
                  <a:pt x="1251545" y="78260"/>
                </a:lnTo>
                <a:lnTo>
                  <a:pt x="1250113" y="78376"/>
                </a:lnTo>
                <a:lnTo>
                  <a:pt x="1248698" y="78499"/>
                </a:lnTo>
                <a:lnTo>
                  <a:pt x="1247300" y="78630"/>
                </a:lnTo>
                <a:lnTo>
                  <a:pt x="1245920" y="78769"/>
                </a:lnTo>
                <a:lnTo>
                  <a:pt x="1244557" y="78916"/>
                </a:lnTo>
                <a:lnTo>
                  <a:pt x="1243212" y="79071"/>
                </a:lnTo>
                <a:lnTo>
                  <a:pt x="1241884" y="79234"/>
                </a:lnTo>
                <a:lnTo>
                  <a:pt x="1240574" y="79404"/>
                </a:lnTo>
                <a:lnTo>
                  <a:pt x="1239281" y="79583"/>
                </a:lnTo>
                <a:lnTo>
                  <a:pt x="1238006" y="79769"/>
                </a:lnTo>
                <a:lnTo>
                  <a:pt x="1236748" y="79963"/>
                </a:lnTo>
                <a:lnTo>
                  <a:pt x="1235508" y="80166"/>
                </a:lnTo>
                <a:lnTo>
                  <a:pt x="1234287" y="80379"/>
                </a:lnTo>
                <a:lnTo>
                  <a:pt x="1233091" y="80608"/>
                </a:lnTo>
                <a:lnTo>
                  <a:pt x="1231917" y="80852"/>
                </a:lnTo>
                <a:lnTo>
                  <a:pt x="1230767" y="81112"/>
                </a:lnTo>
                <a:lnTo>
                  <a:pt x="1229640" y="81386"/>
                </a:lnTo>
                <a:lnTo>
                  <a:pt x="1228536" y="81676"/>
                </a:lnTo>
                <a:lnTo>
                  <a:pt x="1227455" y="81982"/>
                </a:lnTo>
                <a:lnTo>
                  <a:pt x="1226398" y="82302"/>
                </a:lnTo>
                <a:lnTo>
                  <a:pt x="1225364" y="82638"/>
                </a:lnTo>
                <a:lnTo>
                  <a:pt x="1224353" y="82989"/>
                </a:lnTo>
                <a:lnTo>
                  <a:pt x="1223366" y="83355"/>
                </a:lnTo>
                <a:lnTo>
                  <a:pt x="1222402" y="83736"/>
                </a:lnTo>
                <a:lnTo>
                  <a:pt x="1221461" y="84133"/>
                </a:lnTo>
                <a:lnTo>
                  <a:pt x="1220543" y="84545"/>
                </a:lnTo>
                <a:lnTo>
                  <a:pt x="1219649" y="84972"/>
                </a:lnTo>
                <a:lnTo>
                  <a:pt x="1218778" y="85414"/>
                </a:lnTo>
                <a:lnTo>
                  <a:pt x="1217930" y="85872"/>
                </a:lnTo>
                <a:lnTo>
                  <a:pt x="1217105" y="86345"/>
                </a:lnTo>
                <a:lnTo>
                  <a:pt x="1216304" y="86833"/>
                </a:lnTo>
                <a:lnTo>
                  <a:pt x="1215526" y="87336"/>
                </a:lnTo>
                <a:lnTo>
                  <a:pt x="1214771" y="87855"/>
                </a:lnTo>
                <a:lnTo>
                  <a:pt x="1214039" y="88389"/>
                </a:lnTo>
                <a:lnTo>
                  <a:pt x="1213331" y="88938"/>
                </a:lnTo>
                <a:lnTo>
                  <a:pt x="1212646" y="89502"/>
                </a:lnTo>
                <a:lnTo>
                  <a:pt x="1211987" y="90085"/>
                </a:lnTo>
                <a:lnTo>
                  <a:pt x="1211356" y="90690"/>
                </a:lnTo>
                <a:lnTo>
                  <a:pt x="1210752" y="91318"/>
                </a:lnTo>
                <a:lnTo>
                  <a:pt x="1210177" y="91967"/>
                </a:lnTo>
                <a:lnTo>
                  <a:pt x="1209630" y="92638"/>
                </a:lnTo>
                <a:lnTo>
                  <a:pt x="1209111" y="93332"/>
                </a:lnTo>
                <a:lnTo>
                  <a:pt x="1208620" y="94047"/>
                </a:lnTo>
                <a:lnTo>
                  <a:pt x="1208157" y="94785"/>
                </a:lnTo>
                <a:lnTo>
                  <a:pt x="1207722" y="95544"/>
                </a:lnTo>
                <a:lnTo>
                  <a:pt x="1207315" y="96326"/>
                </a:lnTo>
                <a:lnTo>
                  <a:pt x="1206937" y="97130"/>
                </a:lnTo>
                <a:lnTo>
                  <a:pt x="1206586" y="97956"/>
                </a:lnTo>
                <a:lnTo>
                  <a:pt x="1206263" y="98804"/>
                </a:lnTo>
                <a:lnTo>
                  <a:pt x="1205969" y="99674"/>
                </a:lnTo>
                <a:lnTo>
                  <a:pt x="1205702" y="100566"/>
                </a:lnTo>
                <a:lnTo>
                  <a:pt x="1205464" y="101480"/>
                </a:lnTo>
                <a:lnTo>
                  <a:pt x="1205253" y="102417"/>
                </a:lnTo>
                <a:lnTo>
                  <a:pt x="1205071" y="103375"/>
                </a:lnTo>
                <a:lnTo>
                  <a:pt x="1204917" y="104356"/>
                </a:lnTo>
                <a:lnTo>
                  <a:pt x="1204790" y="105358"/>
                </a:lnTo>
                <a:lnTo>
                  <a:pt x="1204692" y="106383"/>
                </a:lnTo>
                <a:lnTo>
                  <a:pt x="1204622" y="107429"/>
                </a:lnTo>
                <a:lnTo>
                  <a:pt x="1204580" y="108498"/>
                </a:lnTo>
                <a:lnTo>
                  <a:pt x="1204566" y="109589"/>
                </a:lnTo>
                <a:lnTo>
                  <a:pt x="1204573" y="110358"/>
                </a:lnTo>
                <a:lnTo>
                  <a:pt x="1204594" y="111116"/>
                </a:lnTo>
                <a:lnTo>
                  <a:pt x="1204630" y="111864"/>
                </a:lnTo>
                <a:lnTo>
                  <a:pt x="1204679" y="112602"/>
                </a:lnTo>
                <a:lnTo>
                  <a:pt x="1204743" y="113330"/>
                </a:lnTo>
                <a:lnTo>
                  <a:pt x="1204821" y="114047"/>
                </a:lnTo>
                <a:lnTo>
                  <a:pt x="1204914" y="114753"/>
                </a:lnTo>
                <a:lnTo>
                  <a:pt x="1205020" y="115450"/>
                </a:lnTo>
                <a:lnTo>
                  <a:pt x="1205141" y="116136"/>
                </a:lnTo>
                <a:lnTo>
                  <a:pt x="1205276" y="116812"/>
                </a:lnTo>
                <a:lnTo>
                  <a:pt x="1205425" y="117477"/>
                </a:lnTo>
                <a:lnTo>
                  <a:pt x="1205588" y="118132"/>
                </a:lnTo>
                <a:lnTo>
                  <a:pt x="1205766" y="118777"/>
                </a:lnTo>
                <a:lnTo>
                  <a:pt x="1205957" y="119411"/>
                </a:lnTo>
                <a:lnTo>
                  <a:pt x="1206163" y="120035"/>
                </a:lnTo>
                <a:lnTo>
                  <a:pt x="1206383" y="120649"/>
                </a:lnTo>
                <a:lnTo>
                  <a:pt x="1206618" y="121252"/>
                </a:lnTo>
                <a:lnTo>
                  <a:pt x="1206866" y="121845"/>
                </a:lnTo>
                <a:lnTo>
                  <a:pt x="1207129" y="122428"/>
                </a:lnTo>
                <a:lnTo>
                  <a:pt x="1207406" y="123000"/>
                </a:lnTo>
                <a:lnTo>
                  <a:pt x="1207697" y="123562"/>
                </a:lnTo>
                <a:lnTo>
                  <a:pt x="1208002" y="124114"/>
                </a:lnTo>
                <a:lnTo>
                  <a:pt x="1208322" y="124655"/>
                </a:lnTo>
                <a:lnTo>
                  <a:pt x="1208655" y="125186"/>
                </a:lnTo>
                <a:lnTo>
                  <a:pt x="1209001" y="125707"/>
                </a:lnTo>
                <a:lnTo>
                  <a:pt x="1209356" y="126216"/>
                </a:lnTo>
                <a:lnTo>
                  <a:pt x="1209721" y="126715"/>
                </a:lnTo>
                <a:lnTo>
                  <a:pt x="1210095" y="127204"/>
                </a:lnTo>
                <a:lnTo>
                  <a:pt x="1210479" y="127681"/>
                </a:lnTo>
                <a:lnTo>
                  <a:pt x="1210872" y="128148"/>
                </a:lnTo>
                <a:lnTo>
                  <a:pt x="1211276" y="128605"/>
                </a:lnTo>
                <a:lnTo>
                  <a:pt x="1211688" y="129050"/>
                </a:lnTo>
                <a:lnTo>
                  <a:pt x="1212110" y="129485"/>
                </a:lnTo>
                <a:lnTo>
                  <a:pt x="1212542" y="129910"/>
                </a:lnTo>
                <a:lnTo>
                  <a:pt x="1212984" y="130323"/>
                </a:lnTo>
                <a:lnTo>
                  <a:pt x="1213435" y="130726"/>
                </a:lnTo>
                <a:lnTo>
                  <a:pt x="1213895" y="131118"/>
                </a:lnTo>
                <a:lnTo>
                  <a:pt x="1214365" y="131500"/>
                </a:lnTo>
                <a:lnTo>
                  <a:pt x="1214845" y="131870"/>
                </a:lnTo>
                <a:lnTo>
                  <a:pt x="1215334" y="132230"/>
                </a:lnTo>
                <a:lnTo>
                  <a:pt x="1215833" y="132580"/>
                </a:lnTo>
                <a:lnTo>
                  <a:pt x="1216341" y="132918"/>
                </a:lnTo>
                <a:lnTo>
                  <a:pt x="1216859" y="133246"/>
                </a:lnTo>
                <a:lnTo>
                  <a:pt x="1217387" y="133564"/>
                </a:lnTo>
                <a:lnTo>
                  <a:pt x="1217924" y="133870"/>
                </a:lnTo>
                <a:lnTo>
                  <a:pt x="1218471" y="134166"/>
                </a:lnTo>
                <a:lnTo>
                  <a:pt x="1219027" y="134452"/>
                </a:lnTo>
                <a:lnTo>
                  <a:pt x="1219593" y="134726"/>
                </a:lnTo>
                <a:lnTo>
                  <a:pt x="1220166" y="134990"/>
                </a:lnTo>
                <a:lnTo>
                  <a:pt x="1220745" y="135242"/>
                </a:lnTo>
                <a:lnTo>
                  <a:pt x="1221328" y="135483"/>
                </a:lnTo>
                <a:lnTo>
                  <a:pt x="1221916" y="135713"/>
                </a:lnTo>
                <a:lnTo>
                  <a:pt x="1222509" y="135932"/>
                </a:lnTo>
                <a:lnTo>
                  <a:pt x="1223107" y="136139"/>
                </a:lnTo>
                <a:lnTo>
                  <a:pt x="1223710" y="136336"/>
                </a:lnTo>
                <a:lnTo>
                  <a:pt x="1224318" y="136521"/>
                </a:lnTo>
                <a:lnTo>
                  <a:pt x="1224931" y="136694"/>
                </a:lnTo>
                <a:lnTo>
                  <a:pt x="1225548" y="136857"/>
                </a:lnTo>
                <a:lnTo>
                  <a:pt x="1226171" y="137009"/>
                </a:lnTo>
                <a:lnTo>
                  <a:pt x="1226799" y="137149"/>
                </a:lnTo>
                <a:lnTo>
                  <a:pt x="1227432" y="137278"/>
                </a:lnTo>
                <a:lnTo>
                  <a:pt x="1228069" y="137395"/>
                </a:lnTo>
                <a:lnTo>
                  <a:pt x="1228712" y="137502"/>
                </a:lnTo>
                <a:lnTo>
                  <a:pt x="1229360" y="137597"/>
                </a:lnTo>
                <a:lnTo>
                  <a:pt x="1230012" y="137682"/>
                </a:lnTo>
                <a:lnTo>
                  <a:pt x="1230670" y="137754"/>
                </a:lnTo>
                <a:lnTo>
                  <a:pt x="1231332" y="137816"/>
                </a:lnTo>
                <a:lnTo>
                  <a:pt x="1232000" y="137867"/>
                </a:lnTo>
                <a:lnTo>
                  <a:pt x="1232672" y="137906"/>
                </a:lnTo>
                <a:lnTo>
                  <a:pt x="1233350" y="137934"/>
                </a:lnTo>
                <a:lnTo>
                  <a:pt x="1234032" y="137951"/>
                </a:lnTo>
                <a:lnTo>
                  <a:pt x="1234719" y="137956"/>
                </a:lnTo>
                <a:lnTo>
                  <a:pt x="1235683" y="137949"/>
                </a:lnTo>
                <a:lnTo>
                  <a:pt x="1236637" y="137925"/>
                </a:lnTo>
                <a:lnTo>
                  <a:pt x="1237581" y="137886"/>
                </a:lnTo>
                <a:lnTo>
                  <a:pt x="1238514" y="137832"/>
                </a:lnTo>
                <a:lnTo>
                  <a:pt x="1239438" y="137762"/>
                </a:lnTo>
                <a:close/>
                <a:moveTo>
                  <a:pt x="1235546" y="125150"/>
                </a:moveTo>
                <a:lnTo>
                  <a:pt x="1234889" y="125064"/>
                </a:lnTo>
                <a:lnTo>
                  <a:pt x="1234246" y="124964"/>
                </a:lnTo>
                <a:lnTo>
                  <a:pt x="1233619" y="124848"/>
                </a:lnTo>
                <a:lnTo>
                  <a:pt x="1233006" y="124716"/>
                </a:lnTo>
                <a:lnTo>
                  <a:pt x="1232409" y="124569"/>
                </a:lnTo>
                <a:lnTo>
                  <a:pt x="1231826" y="124406"/>
                </a:lnTo>
                <a:lnTo>
                  <a:pt x="1231258" y="124228"/>
                </a:lnTo>
                <a:lnTo>
                  <a:pt x="1230705" y="124035"/>
                </a:lnTo>
                <a:lnTo>
                  <a:pt x="1230167" y="123826"/>
                </a:lnTo>
                <a:lnTo>
                  <a:pt x="1229644" y="123601"/>
                </a:lnTo>
                <a:lnTo>
                  <a:pt x="1229135" y="123361"/>
                </a:lnTo>
                <a:lnTo>
                  <a:pt x="1228642" y="123106"/>
                </a:lnTo>
                <a:lnTo>
                  <a:pt x="1228163" y="122835"/>
                </a:lnTo>
                <a:lnTo>
                  <a:pt x="1227699" y="122549"/>
                </a:lnTo>
                <a:lnTo>
                  <a:pt x="1227251" y="122247"/>
                </a:lnTo>
                <a:lnTo>
                  <a:pt x="1226817" y="121929"/>
                </a:lnTo>
                <a:lnTo>
                  <a:pt x="1226398" y="121596"/>
                </a:lnTo>
                <a:lnTo>
                  <a:pt x="1225994" y="121248"/>
                </a:lnTo>
                <a:lnTo>
                  <a:pt x="1225604" y="120884"/>
                </a:lnTo>
                <a:lnTo>
                  <a:pt x="1225230" y="120507"/>
                </a:lnTo>
                <a:lnTo>
                  <a:pt x="1224872" y="120120"/>
                </a:lnTo>
                <a:lnTo>
                  <a:pt x="1224530" y="119722"/>
                </a:lnTo>
                <a:lnTo>
                  <a:pt x="1224204" y="119314"/>
                </a:lnTo>
                <a:lnTo>
                  <a:pt x="1223894" y="118895"/>
                </a:lnTo>
                <a:lnTo>
                  <a:pt x="1223600" y="118466"/>
                </a:lnTo>
                <a:lnTo>
                  <a:pt x="1223321" y="118026"/>
                </a:lnTo>
                <a:lnTo>
                  <a:pt x="1223059" y="117576"/>
                </a:lnTo>
                <a:lnTo>
                  <a:pt x="1222812" y="117115"/>
                </a:lnTo>
                <a:lnTo>
                  <a:pt x="1222581" y="116643"/>
                </a:lnTo>
                <a:lnTo>
                  <a:pt x="1222367" y="116162"/>
                </a:lnTo>
                <a:lnTo>
                  <a:pt x="1222168" y="115669"/>
                </a:lnTo>
                <a:lnTo>
                  <a:pt x="1221985" y="115166"/>
                </a:lnTo>
                <a:lnTo>
                  <a:pt x="1221818" y="114653"/>
                </a:lnTo>
                <a:lnTo>
                  <a:pt x="1221666" y="114129"/>
                </a:lnTo>
                <a:lnTo>
                  <a:pt x="1221531" y="113595"/>
                </a:lnTo>
                <a:lnTo>
                  <a:pt x="1221412" y="113050"/>
                </a:lnTo>
                <a:lnTo>
                  <a:pt x="1221308" y="112495"/>
                </a:lnTo>
                <a:lnTo>
                  <a:pt x="1221221" y="111929"/>
                </a:lnTo>
                <a:lnTo>
                  <a:pt x="1221149" y="111353"/>
                </a:lnTo>
                <a:lnTo>
                  <a:pt x="1221094" y="110766"/>
                </a:lnTo>
                <a:lnTo>
                  <a:pt x="1221054" y="110169"/>
                </a:lnTo>
                <a:lnTo>
                  <a:pt x="1221030" y="109561"/>
                </a:lnTo>
                <a:lnTo>
                  <a:pt x="1221022" y="108942"/>
                </a:lnTo>
                <a:lnTo>
                  <a:pt x="1221042" y="108039"/>
                </a:lnTo>
                <a:lnTo>
                  <a:pt x="1221101" y="107157"/>
                </a:lnTo>
                <a:lnTo>
                  <a:pt x="1221200" y="106297"/>
                </a:lnTo>
                <a:lnTo>
                  <a:pt x="1221338" y="105458"/>
                </a:lnTo>
                <a:lnTo>
                  <a:pt x="1221516" y="104640"/>
                </a:lnTo>
                <a:lnTo>
                  <a:pt x="1221733" y="103844"/>
                </a:lnTo>
                <a:lnTo>
                  <a:pt x="1221990" y="103069"/>
                </a:lnTo>
                <a:lnTo>
                  <a:pt x="1222287" y="102315"/>
                </a:lnTo>
                <a:lnTo>
                  <a:pt x="1222623" y="101583"/>
                </a:lnTo>
                <a:lnTo>
                  <a:pt x="1222998" y="100872"/>
                </a:lnTo>
                <a:lnTo>
                  <a:pt x="1223413" y="100182"/>
                </a:lnTo>
                <a:lnTo>
                  <a:pt x="1223867" y="99514"/>
                </a:lnTo>
                <a:lnTo>
                  <a:pt x="1224361" y="98867"/>
                </a:lnTo>
                <a:lnTo>
                  <a:pt x="1224895" y="98242"/>
                </a:lnTo>
                <a:lnTo>
                  <a:pt x="1225468" y="97637"/>
                </a:lnTo>
                <a:lnTo>
                  <a:pt x="1226080" y="97055"/>
                </a:lnTo>
                <a:lnTo>
                  <a:pt x="1226733" y="96493"/>
                </a:lnTo>
                <a:lnTo>
                  <a:pt x="1227424" y="95953"/>
                </a:lnTo>
                <a:lnTo>
                  <a:pt x="1228155" y="95434"/>
                </a:lnTo>
                <a:lnTo>
                  <a:pt x="1228926" y="94937"/>
                </a:lnTo>
                <a:lnTo>
                  <a:pt x="1229736" y="94461"/>
                </a:lnTo>
                <a:lnTo>
                  <a:pt x="1230586" y="94006"/>
                </a:lnTo>
                <a:lnTo>
                  <a:pt x="1231475" y="93573"/>
                </a:lnTo>
                <a:lnTo>
                  <a:pt x="1232403" y="93161"/>
                </a:lnTo>
                <a:lnTo>
                  <a:pt x="1233378" y="92767"/>
                </a:lnTo>
                <a:lnTo>
                  <a:pt x="1234403" y="92389"/>
                </a:lnTo>
                <a:lnTo>
                  <a:pt x="1235481" y="92026"/>
                </a:lnTo>
                <a:lnTo>
                  <a:pt x="1236609" y="91679"/>
                </a:lnTo>
                <a:lnTo>
                  <a:pt x="1237789" y="91348"/>
                </a:lnTo>
                <a:lnTo>
                  <a:pt x="1239021" y="91033"/>
                </a:lnTo>
                <a:lnTo>
                  <a:pt x="1240304" y="90733"/>
                </a:lnTo>
                <a:lnTo>
                  <a:pt x="1241639" y="90449"/>
                </a:lnTo>
                <a:lnTo>
                  <a:pt x="1243025" y="90181"/>
                </a:lnTo>
                <a:lnTo>
                  <a:pt x="1244463" y="89928"/>
                </a:lnTo>
                <a:lnTo>
                  <a:pt x="1245952" y="89691"/>
                </a:lnTo>
                <a:lnTo>
                  <a:pt x="1247492" y="89469"/>
                </a:lnTo>
                <a:lnTo>
                  <a:pt x="1249085" y="89263"/>
                </a:lnTo>
                <a:lnTo>
                  <a:pt x="1250728" y="89073"/>
                </a:lnTo>
                <a:lnTo>
                  <a:pt x="1252423" y="88899"/>
                </a:lnTo>
                <a:lnTo>
                  <a:pt x="1254170" y="88740"/>
                </a:lnTo>
                <a:lnTo>
                  <a:pt x="1255968" y="88597"/>
                </a:lnTo>
                <a:lnTo>
                  <a:pt x="1257818" y="88469"/>
                </a:lnTo>
                <a:lnTo>
                  <a:pt x="1259719" y="88357"/>
                </a:lnTo>
                <a:lnTo>
                  <a:pt x="1261671" y="88261"/>
                </a:lnTo>
                <a:lnTo>
                  <a:pt x="1263675" y="88181"/>
                </a:lnTo>
                <a:lnTo>
                  <a:pt x="1265731" y="88116"/>
                </a:lnTo>
                <a:lnTo>
                  <a:pt x="1267838" y="88067"/>
                </a:lnTo>
                <a:lnTo>
                  <a:pt x="1269997" y="88033"/>
                </a:lnTo>
                <a:lnTo>
                  <a:pt x="1269997" y="108330"/>
                </a:lnTo>
                <a:lnTo>
                  <a:pt x="1269549" y="108940"/>
                </a:lnTo>
                <a:lnTo>
                  <a:pt x="1269092" y="109542"/>
                </a:lnTo>
                <a:lnTo>
                  <a:pt x="1268626" y="110134"/>
                </a:lnTo>
                <a:lnTo>
                  <a:pt x="1268152" y="110718"/>
                </a:lnTo>
                <a:lnTo>
                  <a:pt x="1267668" y="111293"/>
                </a:lnTo>
                <a:lnTo>
                  <a:pt x="1267176" y="111859"/>
                </a:lnTo>
                <a:lnTo>
                  <a:pt x="1266675" y="112416"/>
                </a:lnTo>
                <a:lnTo>
                  <a:pt x="1266164" y="112964"/>
                </a:lnTo>
                <a:lnTo>
                  <a:pt x="1265645" y="113503"/>
                </a:lnTo>
                <a:lnTo>
                  <a:pt x="1265117" y="114034"/>
                </a:lnTo>
                <a:lnTo>
                  <a:pt x="1264581" y="114555"/>
                </a:lnTo>
                <a:lnTo>
                  <a:pt x="1264035" y="115068"/>
                </a:lnTo>
                <a:lnTo>
                  <a:pt x="1263480" y="115572"/>
                </a:lnTo>
                <a:lnTo>
                  <a:pt x="1262917" y="116067"/>
                </a:lnTo>
                <a:lnTo>
                  <a:pt x="1262344" y="116553"/>
                </a:lnTo>
                <a:lnTo>
                  <a:pt x="1261763" y="117030"/>
                </a:lnTo>
                <a:lnTo>
                  <a:pt x="1261173" y="117498"/>
                </a:lnTo>
                <a:lnTo>
                  <a:pt x="1260574" y="117957"/>
                </a:lnTo>
                <a:lnTo>
                  <a:pt x="1259966" y="118408"/>
                </a:lnTo>
                <a:lnTo>
                  <a:pt x="1259349" y="118850"/>
                </a:lnTo>
                <a:lnTo>
                  <a:pt x="1258723" y="119282"/>
                </a:lnTo>
                <a:lnTo>
                  <a:pt x="1258088" y="119706"/>
                </a:lnTo>
                <a:lnTo>
                  <a:pt x="1257445" y="120121"/>
                </a:lnTo>
                <a:lnTo>
                  <a:pt x="1256792" y="120527"/>
                </a:lnTo>
                <a:lnTo>
                  <a:pt x="1256132" y="120920"/>
                </a:lnTo>
                <a:lnTo>
                  <a:pt x="1255465" y="121296"/>
                </a:lnTo>
                <a:lnTo>
                  <a:pt x="1254791" y="121656"/>
                </a:lnTo>
                <a:lnTo>
                  <a:pt x="1254110" y="121999"/>
                </a:lnTo>
                <a:lnTo>
                  <a:pt x="1253422" y="122325"/>
                </a:lnTo>
                <a:lnTo>
                  <a:pt x="1252727" y="122634"/>
                </a:lnTo>
                <a:lnTo>
                  <a:pt x="1252026" y="122927"/>
                </a:lnTo>
                <a:lnTo>
                  <a:pt x="1251318" y="123203"/>
                </a:lnTo>
                <a:lnTo>
                  <a:pt x="1250603" y="123462"/>
                </a:lnTo>
                <a:lnTo>
                  <a:pt x="1249881" y="123704"/>
                </a:lnTo>
                <a:lnTo>
                  <a:pt x="1249152" y="123930"/>
                </a:lnTo>
                <a:lnTo>
                  <a:pt x="1248416" y="124139"/>
                </a:lnTo>
                <a:lnTo>
                  <a:pt x="1247674" y="124331"/>
                </a:lnTo>
                <a:lnTo>
                  <a:pt x="1246924" y="124507"/>
                </a:lnTo>
                <a:lnTo>
                  <a:pt x="1246168" y="124666"/>
                </a:lnTo>
                <a:lnTo>
                  <a:pt x="1245405" y="124808"/>
                </a:lnTo>
                <a:lnTo>
                  <a:pt x="1244635" y="124933"/>
                </a:lnTo>
                <a:lnTo>
                  <a:pt x="1243859" y="125042"/>
                </a:lnTo>
                <a:lnTo>
                  <a:pt x="1243075" y="125134"/>
                </a:lnTo>
                <a:lnTo>
                  <a:pt x="1242285" y="125209"/>
                </a:lnTo>
                <a:lnTo>
                  <a:pt x="1241488" y="125268"/>
                </a:lnTo>
                <a:lnTo>
                  <a:pt x="1240684" y="125310"/>
                </a:lnTo>
                <a:lnTo>
                  <a:pt x="1239873" y="125335"/>
                </a:lnTo>
                <a:lnTo>
                  <a:pt x="1239055" y="125343"/>
                </a:lnTo>
                <a:lnTo>
                  <a:pt x="1238323" y="125335"/>
                </a:lnTo>
                <a:lnTo>
                  <a:pt x="1237607" y="125312"/>
                </a:lnTo>
                <a:lnTo>
                  <a:pt x="1236905" y="125273"/>
                </a:lnTo>
                <a:lnTo>
                  <a:pt x="1236218" y="125219"/>
                </a:lnTo>
                <a:lnTo>
                  <a:pt x="1235546" y="125150"/>
                </a:lnTo>
                <a:close/>
                <a:moveTo>
                  <a:pt x="1477218" y="137573"/>
                </a:moveTo>
                <a:lnTo>
                  <a:pt x="1478322" y="137434"/>
                </a:lnTo>
                <a:lnTo>
                  <a:pt x="1479412" y="137274"/>
                </a:lnTo>
                <a:lnTo>
                  <a:pt x="1480487" y="137093"/>
                </a:lnTo>
                <a:lnTo>
                  <a:pt x="1481548" y="136891"/>
                </a:lnTo>
                <a:lnTo>
                  <a:pt x="1482594" y="136667"/>
                </a:lnTo>
                <a:lnTo>
                  <a:pt x="1483626" y="136422"/>
                </a:lnTo>
                <a:lnTo>
                  <a:pt x="1484643" y="136156"/>
                </a:lnTo>
                <a:lnTo>
                  <a:pt x="1485646" y="135868"/>
                </a:lnTo>
                <a:lnTo>
                  <a:pt x="1486634" y="135559"/>
                </a:lnTo>
                <a:lnTo>
                  <a:pt x="1487607" y="135229"/>
                </a:lnTo>
                <a:lnTo>
                  <a:pt x="1488566" y="134877"/>
                </a:lnTo>
                <a:lnTo>
                  <a:pt x="1489510" y="134504"/>
                </a:lnTo>
                <a:lnTo>
                  <a:pt x="1490440" y="134110"/>
                </a:lnTo>
                <a:lnTo>
                  <a:pt x="1491356" y="133694"/>
                </a:lnTo>
                <a:lnTo>
                  <a:pt x="1492257" y="133258"/>
                </a:lnTo>
                <a:lnTo>
                  <a:pt x="1493143" y="132799"/>
                </a:lnTo>
                <a:lnTo>
                  <a:pt x="1494015" y="132320"/>
                </a:lnTo>
                <a:lnTo>
                  <a:pt x="1494872" y="131819"/>
                </a:lnTo>
                <a:lnTo>
                  <a:pt x="1495713" y="131298"/>
                </a:lnTo>
                <a:lnTo>
                  <a:pt x="1496539" y="130759"/>
                </a:lnTo>
                <a:lnTo>
                  <a:pt x="1497348" y="130202"/>
                </a:lnTo>
                <a:lnTo>
                  <a:pt x="1498140" y="129626"/>
                </a:lnTo>
                <a:lnTo>
                  <a:pt x="1498916" y="129032"/>
                </a:lnTo>
                <a:lnTo>
                  <a:pt x="1499676" y="128419"/>
                </a:lnTo>
                <a:lnTo>
                  <a:pt x="1500419" y="127789"/>
                </a:lnTo>
                <a:lnTo>
                  <a:pt x="1501145" y="127139"/>
                </a:lnTo>
                <a:lnTo>
                  <a:pt x="1501856" y="126472"/>
                </a:lnTo>
                <a:lnTo>
                  <a:pt x="1502550" y="125786"/>
                </a:lnTo>
                <a:lnTo>
                  <a:pt x="1503227" y="125082"/>
                </a:lnTo>
                <a:lnTo>
                  <a:pt x="1503888" y="124360"/>
                </a:lnTo>
                <a:lnTo>
                  <a:pt x="1504533" y="123619"/>
                </a:lnTo>
                <a:lnTo>
                  <a:pt x="1505161" y="122860"/>
                </a:lnTo>
                <a:lnTo>
                  <a:pt x="1505773" y="122083"/>
                </a:lnTo>
                <a:lnTo>
                  <a:pt x="1506368" y="121288"/>
                </a:lnTo>
                <a:lnTo>
                  <a:pt x="1506947" y="120474"/>
                </a:lnTo>
                <a:lnTo>
                  <a:pt x="1507509" y="119641"/>
                </a:lnTo>
                <a:lnTo>
                  <a:pt x="1508056" y="118791"/>
                </a:lnTo>
                <a:lnTo>
                  <a:pt x="1508585" y="117922"/>
                </a:lnTo>
                <a:lnTo>
                  <a:pt x="1509098" y="117035"/>
                </a:lnTo>
                <a:lnTo>
                  <a:pt x="1509595" y="116129"/>
                </a:lnTo>
                <a:lnTo>
                  <a:pt x="1510076" y="115206"/>
                </a:lnTo>
                <a:lnTo>
                  <a:pt x="1510540" y="114264"/>
                </a:lnTo>
                <a:lnTo>
                  <a:pt x="1510986" y="113305"/>
                </a:lnTo>
                <a:lnTo>
                  <a:pt x="1511413" y="112331"/>
                </a:lnTo>
                <a:lnTo>
                  <a:pt x="1511821" y="111342"/>
                </a:lnTo>
                <a:lnTo>
                  <a:pt x="1512211" y="110339"/>
                </a:lnTo>
                <a:lnTo>
                  <a:pt x="1512581" y="109320"/>
                </a:lnTo>
                <a:lnTo>
                  <a:pt x="1512932" y="108286"/>
                </a:lnTo>
                <a:lnTo>
                  <a:pt x="1513265" y="107238"/>
                </a:lnTo>
                <a:lnTo>
                  <a:pt x="1513578" y="106174"/>
                </a:lnTo>
                <a:lnTo>
                  <a:pt x="1513872" y="105095"/>
                </a:lnTo>
                <a:lnTo>
                  <a:pt x="1514148" y="104002"/>
                </a:lnTo>
                <a:lnTo>
                  <a:pt x="1514404" y="102893"/>
                </a:lnTo>
                <a:lnTo>
                  <a:pt x="1514641" y="101770"/>
                </a:lnTo>
                <a:lnTo>
                  <a:pt x="1514860" y="100631"/>
                </a:lnTo>
                <a:lnTo>
                  <a:pt x="1515059" y="99478"/>
                </a:lnTo>
                <a:lnTo>
                  <a:pt x="1515239" y="98309"/>
                </a:lnTo>
                <a:lnTo>
                  <a:pt x="1515401" y="97126"/>
                </a:lnTo>
                <a:lnTo>
                  <a:pt x="1515543" y="95927"/>
                </a:lnTo>
                <a:lnTo>
                  <a:pt x="1515667" y="94714"/>
                </a:lnTo>
                <a:lnTo>
                  <a:pt x="1515771" y="93485"/>
                </a:lnTo>
                <a:lnTo>
                  <a:pt x="1515857" y="92242"/>
                </a:lnTo>
                <a:lnTo>
                  <a:pt x="1515923" y="90984"/>
                </a:lnTo>
                <a:lnTo>
                  <a:pt x="1515971" y="89710"/>
                </a:lnTo>
                <a:lnTo>
                  <a:pt x="1515999" y="88422"/>
                </a:lnTo>
                <a:lnTo>
                  <a:pt x="1516009" y="87119"/>
                </a:lnTo>
                <a:lnTo>
                  <a:pt x="1515999" y="85782"/>
                </a:lnTo>
                <a:lnTo>
                  <a:pt x="1515971" y="84462"/>
                </a:lnTo>
                <a:lnTo>
                  <a:pt x="1515923" y="83158"/>
                </a:lnTo>
                <a:lnTo>
                  <a:pt x="1515857" y="81869"/>
                </a:lnTo>
                <a:lnTo>
                  <a:pt x="1515771" y="80597"/>
                </a:lnTo>
                <a:lnTo>
                  <a:pt x="1515667" y="79341"/>
                </a:lnTo>
                <a:lnTo>
                  <a:pt x="1515543" y="78101"/>
                </a:lnTo>
                <a:lnTo>
                  <a:pt x="1515401" y="76876"/>
                </a:lnTo>
                <a:lnTo>
                  <a:pt x="1515239" y="75668"/>
                </a:lnTo>
                <a:lnTo>
                  <a:pt x="1515059" y="74476"/>
                </a:lnTo>
                <a:lnTo>
                  <a:pt x="1514860" y="73300"/>
                </a:lnTo>
                <a:lnTo>
                  <a:pt x="1514641" y="72140"/>
                </a:lnTo>
                <a:lnTo>
                  <a:pt x="1514404" y="70996"/>
                </a:lnTo>
                <a:lnTo>
                  <a:pt x="1514148" y="69868"/>
                </a:lnTo>
                <a:lnTo>
                  <a:pt x="1513872" y="68756"/>
                </a:lnTo>
                <a:lnTo>
                  <a:pt x="1513578" y="67660"/>
                </a:lnTo>
                <a:lnTo>
                  <a:pt x="1513265" y="66580"/>
                </a:lnTo>
                <a:lnTo>
                  <a:pt x="1512932" y="65516"/>
                </a:lnTo>
                <a:lnTo>
                  <a:pt x="1512581" y="64468"/>
                </a:lnTo>
                <a:lnTo>
                  <a:pt x="1512211" y="63436"/>
                </a:lnTo>
                <a:lnTo>
                  <a:pt x="1511821" y="62420"/>
                </a:lnTo>
                <a:lnTo>
                  <a:pt x="1511413" y="61421"/>
                </a:lnTo>
                <a:lnTo>
                  <a:pt x="1510986" y="60437"/>
                </a:lnTo>
                <a:lnTo>
                  <a:pt x="1510540" y="59469"/>
                </a:lnTo>
                <a:lnTo>
                  <a:pt x="1510076" y="58519"/>
                </a:lnTo>
                <a:lnTo>
                  <a:pt x="1509595" y="57587"/>
                </a:lnTo>
                <a:lnTo>
                  <a:pt x="1509098" y="56673"/>
                </a:lnTo>
                <a:lnTo>
                  <a:pt x="1508585" y="55778"/>
                </a:lnTo>
                <a:lnTo>
                  <a:pt x="1508056" y="54902"/>
                </a:lnTo>
                <a:lnTo>
                  <a:pt x="1507509" y="54044"/>
                </a:lnTo>
                <a:lnTo>
                  <a:pt x="1506947" y="53204"/>
                </a:lnTo>
                <a:lnTo>
                  <a:pt x="1506368" y="52383"/>
                </a:lnTo>
                <a:lnTo>
                  <a:pt x="1505773" y="51581"/>
                </a:lnTo>
                <a:lnTo>
                  <a:pt x="1505161" y="50797"/>
                </a:lnTo>
                <a:lnTo>
                  <a:pt x="1504533" y="50031"/>
                </a:lnTo>
                <a:lnTo>
                  <a:pt x="1503888" y="49284"/>
                </a:lnTo>
                <a:lnTo>
                  <a:pt x="1503227" y="48555"/>
                </a:lnTo>
                <a:lnTo>
                  <a:pt x="1502550" y="47845"/>
                </a:lnTo>
                <a:lnTo>
                  <a:pt x="1501856" y="47154"/>
                </a:lnTo>
                <a:lnTo>
                  <a:pt x="1501145" y="46481"/>
                </a:lnTo>
                <a:lnTo>
                  <a:pt x="1500419" y="45826"/>
                </a:lnTo>
                <a:lnTo>
                  <a:pt x="1499676" y="45190"/>
                </a:lnTo>
                <a:lnTo>
                  <a:pt x="1498916" y="44573"/>
                </a:lnTo>
                <a:lnTo>
                  <a:pt x="1498140" y="43974"/>
                </a:lnTo>
                <a:lnTo>
                  <a:pt x="1497348" y="43393"/>
                </a:lnTo>
                <a:lnTo>
                  <a:pt x="1496539" y="42831"/>
                </a:lnTo>
                <a:lnTo>
                  <a:pt x="1495713" y="42288"/>
                </a:lnTo>
                <a:lnTo>
                  <a:pt x="1494872" y="41763"/>
                </a:lnTo>
                <a:lnTo>
                  <a:pt x="1494015" y="41258"/>
                </a:lnTo>
                <a:lnTo>
                  <a:pt x="1493143" y="40774"/>
                </a:lnTo>
                <a:lnTo>
                  <a:pt x="1492257" y="40312"/>
                </a:lnTo>
                <a:lnTo>
                  <a:pt x="1491356" y="39871"/>
                </a:lnTo>
                <a:lnTo>
                  <a:pt x="1490440" y="39452"/>
                </a:lnTo>
                <a:lnTo>
                  <a:pt x="1489510" y="39055"/>
                </a:lnTo>
                <a:lnTo>
                  <a:pt x="1488566" y="38679"/>
                </a:lnTo>
                <a:lnTo>
                  <a:pt x="1487607" y="38324"/>
                </a:lnTo>
                <a:lnTo>
                  <a:pt x="1486634" y="37991"/>
                </a:lnTo>
                <a:lnTo>
                  <a:pt x="1485646" y="37679"/>
                </a:lnTo>
                <a:lnTo>
                  <a:pt x="1484643" y="37389"/>
                </a:lnTo>
                <a:lnTo>
                  <a:pt x="1483626" y="37120"/>
                </a:lnTo>
                <a:lnTo>
                  <a:pt x="1482594" y="36873"/>
                </a:lnTo>
                <a:lnTo>
                  <a:pt x="1481548" y="36648"/>
                </a:lnTo>
                <a:lnTo>
                  <a:pt x="1480487" y="36443"/>
                </a:lnTo>
                <a:lnTo>
                  <a:pt x="1479412" y="36261"/>
                </a:lnTo>
                <a:lnTo>
                  <a:pt x="1478322" y="36100"/>
                </a:lnTo>
                <a:lnTo>
                  <a:pt x="1477218" y="35960"/>
                </a:lnTo>
                <a:lnTo>
                  <a:pt x="1476099" y="35842"/>
                </a:lnTo>
                <a:lnTo>
                  <a:pt x="1474965" y="35745"/>
                </a:lnTo>
                <a:lnTo>
                  <a:pt x="1473817" y="35670"/>
                </a:lnTo>
                <a:lnTo>
                  <a:pt x="1472655" y="35616"/>
                </a:lnTo>
                <a:lnTo>
                  <a:pt x="1471478" y="35584"/>
                </a:lnTo>
                <a:lnTo>
                  <a:pt x="1470286" y="35573"/>
                </a:lnTo>
                <a:lnTo>
                  <a:pt x="1469119" y="35584"/>
                </a:lnTo>
                <a:lnTo>
                  <a:pt x="1467965" y="35616"/>
                </a:lnTo>
                <a:lnTo>
                  <a:pt x="1466826" y="35670"/>
                </a:lnTo>
                <a:lnTo>
                  <a:pt x="1465701" y="35745"/>
                </a:lnTo>
                <a:lnTo>
                  <a:pt x="1464590" y="35842"/>
                </a:lnTo>
                <a:lnTo>
                  <a:pt x="1463493" y="35960"/>
                </a:lnTo>
                <a:lnTo>
                  <a:pt x="1462410" y="36100"/>
                </a:lnTo>
                <a:lnTo>
                  <a:pt x="1461341" y="36261"/>
                </a:lnTo>
                <a:lnTo>
                  <a:pt x="1460286" y="36443"/>
                </a:lnTo>
                <a:lnTo>
                  <a:pt x="1459245" y="36648"/>
                </a:lnTo>
                <a:lnTo>
                  <a:pt x="1458218" y="36873"/>
                </a:lnTo>
                <a:lnTo>
                  <a:pt x="1457205" y="37120"/>
                </a:lnTo>
                <a:lnTo>
                  <a:pt x="1456206" y="37389"/>
                </a:lnTo>
                <a:lnTo>
                  <a:pt x="1455221" y="37679"/>
                </a:lnTo>
                <a:lnTo>
                  <a:pt x="1454250" y="37991"/>
                </a:lnTo>
                <a:lnTo>
                  <a:pt x="1453293" y="38324"/>
                </a:lnTo>
                <a:lnTo>
                  <a:pt x="1452350" y="38679"/>
                </a:lnTo>
                <a:lnTo>
                  <a:pt x="1451422" y="39055"/>
                </a:lnTo>
                <a:lnTo>
                  <a:pt x="1450507" y="39452"/>
                </a:lnTo>
                <a:lnTo>
                  <a:pt x="1449606" y="39871"/>
                </a:lnTo>
                <a:lnTo>
                  <a:pt x="1448719" y="40312"/>
                </a:lnTo>
                <a:lnTo>
                  <a:pt x="1447847" y="40774"/>
                </a:lnTo>
                <a:lnTo>
                  <a:pt x="1446988" y="41258"/>
                </a:lnTo>
                <a:lnTo>
                  <a:pt x="1446144" y="41763"/>
                </a:lnTo>
                <a:lnTo>
                  <a:pt x="1445314" y="42288"/>
                </a:lnTo>
                <a:lnTo>
                  <a:pt x="1444502" y="42831"/>
                </a:lnTo>
                <a:lnTo>
                  <a:pt x="1443705" y="43393"/>
                </a:lnTo>
                <a:lnTo>
                  <a:pt x="1442926" y="43974"/>
                </a:lnTo>
                <a:lnTo>
                  <a:pt x="1442163" y="44573"/>
                </a:lnTo>
                <a:lnTo>
                  <a:pt x="1441417" y="45190"/>
                </a:lnTo>
                <a:lnTo>
                  <a:pt x="1440687" y="45826"/>
                </a:lnTo>
                <a:lnTo>
                  <a:pt x="1439974" y="46481"/>
                </a:lnTo>
                <a:lnTo>
                  <a:pt x="1439277" y="47154"/>
                </a:lnTo>
                <a:lnTo>
                  <a:pt x="1438597" y="47845"/>
                </a:lnTo>
                <a:lnTo>
                  <a:pt x="1437934" y="48555"/>
                </a:lnTo>
                <a:lnTo>
                  <a:pt x="1437287" y="49284"/>
                </a:lnTo>
                <a:lnTo>
                  <a:pt x="1436657" y="50031"/>
                </a:lnTo>
                <a:lnTo>
                  <a:pt x="1436044" y="50797"/>
                </a:lnTo>
                <a:lnTo>
                  <a:pt x="1435447" y="51581"/>
                </a:lnTo>
                <a:lnTo>
                  <a:pt x="1434866" y="52383"/>
                </a:lnTo>
                <a:lnTo>
                  <a:pt x="1434302" y="53204"/>
                </a:lnTo>
                <a:lnTo>
                  <a:pt x="1433755" y="54044"/>
                </a:lnTo>
                <a:lnTo>
                  <a:pt x="1433225" y="54902"/>
                </a:lnTo>
                <a:lnTo>
                  <a:pt x="1432711" y="55778"/>
                </a:lnTo>
                <a:lnTo>
                  <a:pt x="1432213" y="56673"/>
                </a:lnTo>
                <a:lnTo>
                  <a:pt x="1431732" y="57587"/>
                </a:lnTo>
                <a:lnTo>
                  <a:pt x="1431268" y="58519"/>
                </a:lnTo>
                <a:lnTo>
                  <a:pt x="1430821" y="59469"/>
                </a:lnTo>
                <a:lnTo>
                  <a:pt x="1430390" y="60437"/>
                </a:lnTo>
                <a:lnTo>
                  <a:pt x="1429979" y="61421"/>
                </a:lnTo>
                <a:lnTo>
                  <a:pt x="1429585" y="62420"/>
                </a:lnTo>
                <a:lnTo>
                  <a:pt x="1429210" y="63436"/>
                </a:lnTo>
                <a:lnTo>
                  <a:pt x="1428853" y="64468"/>
                </a:lnTo>
                <a:lnTo>
                  <a:pt x="1428514" y="65516"/>
                </a:lnTo>
                <a:lnTo>
                  <a:pt x="1428194" y="66580"/>
                </a:lnTo>
                <a:lnTo>
                  <a:pt x="1427892" y="67660"/>
                </a:lnTo>
                <a:lnTo>
                  <a:pt x="1427608" y="68756"/>
                </a:lnTo>
                <a:lnTo>
                  <a:pt x="1427343" y="69868"/>
                </a:lnTo>
                <a:lnTo>
                  <a:pt x="1427095" y="70996"/>
                </a:lnTo>
                <a:lnTo>
                  <a:pt x="1426867" y="72140"/>
                </a:lnTo>
                <a:lnTo>
                  <a:pt x="1426656" y="73300"/>
                </a:lnTo>
                <a:lnTo>
                  <a:pt x="1426464" y="74476"/>
                </a:lnTo>
                <a:lnTo>
                  <a:pt x="1426290" y="75668"/>
                </a:lnTo>
                <a:lnTo>
                  <a:pt x="1426134" y="76876"/>
                </a:lnTo>
                <a:lnTo>
                  <a:pt x="1425997" y="78101"/>
                </a:lnTo>
                <a:lnTo>
                  <a:pt x="1425878" y="79341"/>
                </a:lnTo>
                <a:lnTo>
                  <a:pt x="1425777" y="80597"/>
                </a:lnTo>
                <a:lnTo>
                  <a:pt x="1425695" y="81869"/>
                </a:lnTo>
                <a:lnTo>
                  <a:pt x="1425631" y="83158"/>
                </a:lnTo>
                <a:lnTo>
                  <a:pt x="1425585" y="84462"/>
                </a:lnTo>
                <a:lnTo>
                  <a:pt x="1425558" y="85782"/>
                </a:lnTo>
                <a:lnTo>
                  <a:pt x="1425549" y="87119"/>
                </a:lnTo>
                <a:lnTo>
                  <a:pt x="1425558" y="88422"/>
                </a:lnTo>
                <a:lnTo>
                  <a:pt x="1425585" y="89710"/>
                </a:lnTo>
                <a:lnTo>
                  <a:pt x="1425631" y="90984"/>
                </a:lnTo>
                <a:lnTo>
                  <a:pt x="1425695" y="92242"/>
                </a:lnTo>
                <a:lnTo>
                  <a:pt x="1425777" y="93485"/>
                </a:lnTo>
                <a:lnTo>
                  <a:pt x="1425878" y="94714"/>
                </a:lnTo>
                <a:lnTo>
                  <a:pt x="1425997" y="95927"/>
                </a:lnTo>
                <a:lnTo>
                  <a:pt x="1426134" y="97126"/>
                </a:lnTo>
                <a:lnTo>
                  <a:pt x="1426290" y="98309"/>
                </a:lnTo>
                <a:lnTo>
                  <a:pt x="1426464" y="99478"/>
                </a:lnTo>
                <a:lnTo>
                  <a:pt x="1426656" y="100631"/>
                </a:lnTo>
                <a:lnTo>
                  <a:pt x="1426867" y="101770"/>
                </a:lnTo>
                <a:lnTo>
                  <a:pt x="1427095" y="102893"/>
                </a:lnTo>
                <a:lnTo>
                  <a:pt x="1427343" y="104002"/>
                </a:lnTo>
                <a:lnTo>
                  <a:pt x="1427608" y="105095"/>
                </a:lnTo>
                <a:lnTo>
                  <a:pt x="1427892" y="106174"/>
                </a:lnTo>
                <a:lnTo>
                  <a:pt x="1428194" y="107238"/>
                </a:lnTo>
                <a:lnTo>
                  <a:pt x="1428514" y="108286"/>
                </a:lnTo>
                <a:lnTo>
                  <a:pt x="1428853" y="109320"/>
                </a:lnTo>
                <a:lnTo>
                  <a:pt x="1429210" y="110339"/>
                </a:lnTo>
                <a:lnTo>
                  <a:pt x="1429585" y="111342"/>
                </a:lnTo>
                <a:lnTo>
                  <a:pt x="1429979" y="112331"/>
                </a:lnTo>
                <a:lnTo>
                  <a:pt x="1430390" y="113305"/>
                </a:lnTo>
                <a:lnTo>
                  <a:pt x="1430821" y="114264"/>
                </a:lnTo>
                <a:lnTo>
                  <a:pt x="1431268" y="115206"/>
                </a:lnTo>
                <a:lnTo>
                  <a:pt x="1431732" y="116129"/>
                </a:lnTo>
                <a:lnTo>
                  <a:pt x="1432213" y="117035"/>
                </a:lnTo>
                <a:lnTo>
                  <a:pt x="1432711" y="117922"/>
                </a:lnTo>
                <a:lnTo>
                  <a:pt x="1433225" y="118791"/>
                </a:lnTo>
                <a:lnTo>
                  <a:pt x="1433755" y="119641"/>
                </a:lnTo>
                <a:lnTo>
                  <a:pt x="1434302" y="120474"/>
                </a:lnTo>
                <a:lnTo>
                  <a:pt x="1434866" y="121288"/>
                </a:lnTo>
                <a:lnTo>
                  <a:pt x="1435447" y="122083"/>
                </a:lnTo>
                <a:lnTo>
                  <a:pt x="1436044" y="122860"/>
                </a:lnTo>
                <a:lnTo>
                  <a:pt x="1436657" y="123619"/>
                </a:lnTo>
                <a:lnTo>
                  <a:pt x="1437287" y="124360"/>
                </a:lnTo>
                <a:lnTo>
                  <a:pt x="1437934" y="125082"/>
                </a:lnTo>
                <a:lnTo>
                  <a:pt x="1438597" y="125786"/>
                </a:lnTo>
                <a:lnTo>
                  <a:pt x="1439277" y="126472"/>
                </a:lnTo>
                <a:lnTo>
                  <a:pt x="1439974" y="127139"/>
                </a:lnTo>
                <a:lnTo>
                  <a:pt x="1440687" y="127789"/>
                </a:lnTo>
                <a:lnTo>
                  <a:pt x="1441417" y="128419"/>
                </a:lnTo>
                <a:lnTo>
                  <a:pt x="1442163" y="129032"/>
                </a:lnTo>
                <a:lnTo>
                  <a:pt x="1442926" y="129626"/>
                </a:lnTo>
                <a:lnTo>
                  <a:pt x="1443705" y="130202"/>
                </a:lnTo>
                <a:lnTo>
                  <a:pt x="1444502" y="130759"/>
                </a:lnTo>
                <a:lnTo>
                  <a:pt x="1445314" y="131298"/>
                </a:lnTo>
                <a:lnTo>
                  <a:pt x="1446144" y="131819"/>
                </a:lnTo>
                <a:lnTo>
                  <a:pt x="1446988" y="132320"/>
                </a:lnTo>
                <a:lnTo>
                  <a:pt x="1447847" y="132799"/>
                </a:lnTo>
                <a:lnTo>
                  <a:pt x="1448719" y="133258"/>
                </a:lnTo>
                <a:lnTo>
                  <a:pt x="1449606" y="133694"/>
                </a:lnTo>
                <a:lnTo>
                  <a:pt x="1450507" y="134110"/>
                </a:lnTo>
                <a:lnTo>
                  <a:pt x="1451422" y="134504"/>
                </a:lnTo>
                <a:lnTo>
                  <a:pt x="1452350" y="134877"/>
                </a:lnTo>
                <a:lnTo>
                  <a:pt x="1453293" y="135229"/>
                </a:lnTo>
                <a:lnTo>
                  <a:pt x="1454250" y="135559"/>
                </a:lnTo>
                <a:lnTo>
                  <a:pt x="1455221" y="135868"/>
                </a:lnTo>
                <a:lnTo>
                  <a:pt x="1456206" y="136156"/>
                </a:lnTo>
                <a:lnTo>
                  <a:pt x="1457205" y="136422"/>
                </a:lnTo>
                <a:lnTo>
                  <a:pt x="1458218" y="136667"/>
                </a:lnTo>
                <a:lnTo>
                  <a:pt x="1459245" y="136891"/>
                </a:lnTo>
                <a:lnTo>
                  <a:pt x="1460286" y="137093"/>
                </a:lnTo>
                <a:lnTo>
                  <a:pt x="1461341" y="137274"/>
                </a:lnTo>
                <a:lnTo>
                  <a:pt x="1462410" y="137434"/>
                </a:lnTo>
                <a:lnTo>
                  <a:pt x="1463493" y="137573"/>
                </a:lnTo>
                <a:lnTo>
                  <a:pt x="1464590" y="137690"/>
                </a:lnTo>
                <a:lnTo>
                  <a:pt x="1465701" y="137786"/>
                </a:lnTo>
                <a:lnTo>
                  <a:pt x="1466826" y="137860"/>
                </a:lnTo>
                <a:lnTo>
                  <a:pt x="1467965" y="137914"/>
                </a:lnTo>
                <a:lnTo>
                  <a:pt x="1469119" y="137946"/>
                </a:lnTo>
                <a:lnTo>
                  <a:pt x="1470286" y="137956"/>
                </a:lnTo>
                <a:lnTo>
                  <a:pt x="1471478" y="137946"/>
                </a:lnTo>
                <a:lnTo>
                  <a:pt x="1472655" y="137914"/>
                </a:lnTo>
                <a:lnTo>
                  <a:pt x="1473817" y="137860"/>
                </a:lnTo>
                <a:lnTo>
                  <a:pt x="1474965" y="137786"/>
                </a:lnTo>
                <a:lnTo>
                  <a:pt x="1476099" y="137690"/>
                </a:lnTo>
                <a:lnTo>
                  <a:pt x="1477218" y="137573"/>
                </a:lnTo>
                <a:close/>
                <a:moveTo>
                  <a:pt x="1465380" y="124546"/>
                </a:moveTo>
                <a:lnTo>
                  <a:pt x="1464615" y="124436"/>
                </a:lnTo>
                <a:lnTo>
                  <a:pt x="1463864" y="124310"/>
                </a:lnTo>
                <a:lnTo>
                  <a:pt x="1463129" y="124166"/>
                </a:lnTo>
                <a:lnTo>
                  <a:pt x="1462408" y="124005"/>
                </a:lnTo>
                <a:lnTo>
                  <a:pt x="1461702" y="123828"/>
                </a:lnTo>
                <a:lnTo>
                  <a:pt x="1461011" y="123633"/>
                </a:lnTo>
                <a:lnTo>
                  <a:pt x="1460335" y="123422"/>
                </a:lnTo>
                <a:lnTo>
                  <a:pt x="1459673" y="123194"/>
                </a:lnTo>
                <a:lnTo>
                  <a:pt x="1459027" y="122949"/>
                </a:lnTo>
                <a:lnTo>
                  <a:pt x="1458395" y="122687"/>
                </a:lnTo>
                <a:lnTo>
                  <a:pt x="1457779" y="122408"/>
                </a:lnTo>
                <a:lnTo>
                  <a:pt x="1457177" y="122112"/>
                </a:lnTo>
                <a:lnTo>
                  <a:pt x="1456590" y="121799"/>
                </a:lnTo>
                <a:lnTo>
                  <a:pt x="1456018" y="121470"/>
                </a:lnTo>
                <a:lnTo>
                  <a:pt x="1455461" y="121123"/>
                </a:lnTo>
                <a:lnTo>
                  <a:pt x="1454919" y="120760"/>
                </a:lnTo>
                <a:lnTo>
                  <a:pt x="1454391" y="120379"/>
                </a:lnTo>
                <a:lnTo>
                  <a:pt x="1453879" y="119982"/>
                </a:lnTo>
                <a:lnTo>
                  <a:pt x="1453380" y="119570"/>
                </a:lnTo>
                <a:lnTo>
                  <a:pt x="1452893" y="119144"/>
                </a:lnTo>
                <a:lnTo>
                  <a:pt x="1452417" y="118706"/>
                </a:lnTo>
                <a:lnTo>
                  <a:pt x="1451953" y="118256"/>
                </a:lnTo>
                <a:lnTo>
                  <a:pt x="1451501" y="117792"/>
                </a:lnTo>
                <a:lnTo>
                  <a:pt x="1451061" y="117316"/>
                </a:lnTo>
                <a:lnTo>
                  <a:pt x="1450633" y="116826"/>
                </a:lnTo>
                <a:lnTo>
                  <a:pt x="1450217" y="116324"/>
                </a:lnTo>
                <a:lnTo>
                  <a:pt x="1449812" y="115809"/>
                </a:lnTo>
                <a:lnTo>
                  <a:pt x="1449419" y="115282"/>
                </a:lnTo>
                <a:lnTo>
                  <a:pt x="1449038" y="114741"/>
                </a:lnTo>
                <a:lnTo>
                  <a:pt x="1448669" y="114188"/>
                </a:lnTo>
                <a:lnTo>
                  <a:pt x="1448311" y="113622"/>
                </a:lnTo>
                <a:lnTo>
                  <a:pt x="1447966" y="113043"/>
                </a:lnTo>
                <a:lnTo>
                  <a:pt x="1447632" y="112451"/>
                </a:lnTo>
                <a:lnTo>
                  <a:pt x="1447310" y="111847"/>
                </a:lnTo>
                <a:lnTo>
                  <a:pt x="1446999" y="111230"/>
                </a:lnTo>
                <a:lnTo>
                  <a:pt x="1446701" y="110599"/>
                </a:lnTo>
                <a:lnTo>
                  <a:pt x="1446414" y="109957"/>
                </a:lnTo>
                <a:lnTo>
                  <a:pt x="1446139" y="109301"/>
                </a:lnTo>
                <a:lnTo>
                  <a:pt x="1445876" y="108632"/>
                </a:lnTo>
                <a:lnTo>
                  <a:pt x="1445625" y="107951"/>
                </a:lnTo>
                <a:lnTo>
                  <a:pt x="1445386" y="107257"/>
                </a:lnTo>
                <a:lnTo>
                  <a:pt x="1445158" y="106550"/>
                </a:lnTo>
                <a:lnTo>
                  <a:pt x="1444941" y="105832"/>
                </a:lnTo>
                <a:lnTo>
                  <a:pt x="1444733" y="105107"/>
                </a:lnTo>
                <a:lnTo>
                  <a:pt x="1444535" y="104374"/>
                </a:lnTo>
                <a:lnTo>
                  <a:pt x="1444345" y="103632"/>
                </a:lnTo>
                <a:lnTo>
                  <a:pt x="1444165" y="102883"/>
                </a:lnTo>
                <a:lnTo>
                  <a:pt x="1443994" y="102125"/>
                </a:lnTo>
                <a:lnTo>
                  <a:pt x="1443832" y="101360"/>
                </a:lnTo>
                <a:lnTo>
                  <a:pt x="1443680" y="100587"/>
                </a:lnTo>
                <a:lnTo>
                  <a:pt x="1443537" y="99805"/>
                </a:lnTo>
                <a:lnTo>
                  <a:pt x="1443403" y="99016"/>
                </a:lnTo>
                <a:lnTo>
                  <a:pt x="1443278" y="98219"/>
                </a:lnTo>
                <a:lnTo>
                  <a:pt x="1443163" y="97413"/>
                </a:lnTo>
                <a:lnTo>
                  <a:pt x="1443056" y="96600"/>
                </a:lnTo>
                <a:lnTo>
                  <a:pt x="1442959" y="95778"/>
                </a:lnTo>
                <a:lnTo>
                  <a:pt x="1442872" y="94949"/>
                </a:lnTo>
                <a:lnTo>
                  <a:pt x="1442793" y="94112"/>
                </a:lnTo>
                <a:lnTo>
                  <a:pt x="1442724" y="93266"/>
                </a:lnTo>
                <a:lnTo>
                  <a:pt x="1442664" y="92413"/>
                </a:lnTo>
                <a:lnTo>
                  <a:pt x="1442613" y="91552"/>
                </a:lnTo>
                <a:lnTo>
                  <a:pt x="1442571" y="90682"/>
                </a:lnTo>
                <a:lnTo>
                  <a:pt x="1442539" y="89805"/>
                </a:lnTo>
                <a:lnTo>
                  <a:pt x="1442516" y="88920"/>
                </a:lnTo>
                <a:lnTo>
                  <a:pt x="1442502" y="88026"/>
                </a:lnTo>
                <a:lnTo>
                  <a:pt x="1442498" y="87125"/>
                </a:lnTo>
                <a:lnTo>
                  <a:pt x="1442502" y="86206"/>
                </a:lnTo>
                <a:lnTo>
                  <a:pt x="1442516" y="85296"/>
                </a:lnTo>
                <a:lnTo>
                  <a:pt x="1442539" y="84393"/>
                </a:lnTo>
                <a:lnTo>
                  <a:pt x="1442571" y="83499"/>
                </a:lnTo>
                <a:lnTo>
                  <a:pt x="1442613" y="82613"/>
                </a:lnTo>
                <a:lnTo>
                  <a:pt x="1442664" y="81736"/>
                </a:lnTo>
                <a:lnTo>
                  <a:pt x="1442724" y="80866"/>
                </a:lnTo>
                <a:lnTo>
                  <a:pt x="1442793" y="80005"/>
                </a:lnTo>
                <a:lnTo>
                  <a:pt x="1442872" y="79152"/>
                </a:lnTo>
                <a:lnTo>
                  <a:pt x="1442959" y="78307"/>
                </a:lnTo>
                <a:lnTo>
                  <a:pt x="1443056" y="77470"/>
                </a:lnTo>
                <a:lnTo>
                  <a:pt x="1443163" y="76641"/>
                </a:lnTo>
                <a:lnTo>
                  <a:pt x="1443278" y="75821"/>
                </a:lnTo>
                <a:lnTo>
                  <a:pt x="1443403" y="75009"/>
                </a:lnTo>
                <a:lnTo>
                  <a:pt x="1443537" y="74205"/>
                </a:lnTo>
                <a:lnTo>
                  <a:pt x="1443680" y="73409"/>
                </a:lnTo>
                <a:lnTo>
                  <a:pt x="1443832" y="72621"/>
                </a:lnTo>
                <a:lnTo>
                  <a:pt x="1443994" y="71842"/>
                </a:lnTo>
                <a:lnTo>
                  <a:pt x="1444165" y="71070"/>
                </a:lnTo>
                <a:lnTo>
                  <a:pt x="1444345" y="70307"/>
                </a:lnTo>
                <a:lnTo>
                  <a:pt x="1444535" y="69552"/>
                </a:lnTo>
                <a:lnTo>
                  <a:pt x="1444733" y="68806"/>
                </a:lnTo>
                <a:lnTo>
                  <a:pt x="1444941" y="68067"/>
                </a:lnTo>
                <a:lnTo>
                  <a:pt x="1445158" y="67337"/>
                </a:lnTo>
                <a:lnTo>
                  <a:pt x="1445386" y="66617"/>
                </a:lnTo>
                <a:lnTo>
                  <a:pt x="1445625" y="65910"/>
                </a:lnTo>
                <a:lnTo>
                  <a:pt x="1445876" y="65217"/>
                </a:lnTo>
                <a:lnTo>
                  <a:pt x="1446139" y="64536"/>
                </a:lnTo>
                <a:lnTo>
                  <a:pt x="1446414" y="63868"/>
                </a:lnTo>
                <a:lnTo>
                  <a:pt x="1446701" y="63214"/>
                </a:lnTo>
                <a:lnTo>
                  <a:pt x="1446999" y="62572"/>
                </a:lnTo>
                <a:lnTo>
                  <a:pt x="1447310" y="61943"/>
                </a:lnTo>
                <a:lnTo>
                  <a:pt x="1447632" y="61327"/>
                </a:lnTo>
                <a:lnTo>
                  <a:pt x="1447966" y="60725"/>
                </a:lnTo>
                <a:lnTo>
                  <a:pt x="1448311" y="60135"/>
                </a:lnTo>
                <a:lnTo>
                  <a:pt x="1448669" y="59558"/>
                </a:lnTo>
                <a:lnTo>
                  <a:pt x="1449038" y="58995"/>
                </a:lnTo>
                <a:lnTo>
                  <a:pt x="1449419" y="58444"/>
                </a:lnTo>
                <a:lnTo>
                  <a:pt x="1449812" y="57906"/>
                </a:lnTo>
                <a:lnTo>
                  <a:pt x="1450217" y="57382"/>
                </a:lnTo>
                <a:lnTo>
                  <a:pt x="1450633" y="56870"/>
                </a:lnTo>
                <a:lnTo>
                  <a:pt x="1451061" y="56371"/>
                </a:lnTo>
                <a:lnTo>
                  <a:pt x="1451501" y="55885"/>
                </a:lnTo>
                <a:lnTo>
                  <a:pt x="1451953" y="55413"/>
                </a:lnTo>
                <a:lnTo>
                  <a:pt x="1452417" y="54953"/>
                </a:lnTo>
                <a:lnTo>
                  <a:pt x="1452893" y="54506"/>
                </a:lnTo>
                <a:lnTo>
                  <a:pt x="1453380" y="54073"/>
                </a:lnTo>
                <a:lnTo>
                  <a:pt x="1453879" y="53652"/>
                </a:lnTo>
                <a:lnTo>
                  <a:pt x="1454391" y="53246"/>
                </a:lnTo>
                <a:lnTo>
                  <a:pt x="1454919" y="52858"/>
                </a:lnTo>
                <a:lnTo>
                  <a:pt x="1455461" y="52486"/>
                </a:lnTo>
                <a:lnTo>
                  <a:pt x="1456018" y="52132"/>
                </a:lnTo>
                <a:lnTo>
                  <a:pt x="1456590" y="51796"/>
                </a:lnTo>
                <a:lnTo>
                  <a:pt x="1457177" y="51476"/>
                </a:lnTo>
                <a:lnTo>
                  <a:pt x="1457779" y="51174"/>
                </a:lnTo>
                <a:lnTo>
                  <a:pt x="1458395" y="50889"/>
                </a:lnTo>
                <a:lnTo>
                  <a:pt x="1459027" y="50622"/>
                </a:lnTo>
                <a:lnTo>
                  <a:pt x="1459673" y="50371"/>
                </a:lnTo>
                <a:lnTo>
                  <a:pt x="1460335" y="50138"/>
                </a:lnTo>
                <a:lnTo>
                  <a:pt x="1461011" y="49922"/>
                </a:lnTo>
                <a:lnTo>
                  <a:pt x="1461702" y="49724"/>
                </a:lnTo>
                <a:lnTo>
                  <a:pt x="1462408" y="49542"/>
                </a:lnTo>
                <a:lnTo>
                  <a:pt x="1463129" y="49378"/>
                </a:lnTo>
                <a:lnTo>
                  <a:pt x="1463864" y="49231"/>
                </a:lnTo>
                <a:lnTo>
                  <a:pt x="1464615" y="49102"/>
                </a:lnTo>
                <a:lnTo>
                  <a:pt x="1465380" y="48990"/>
                </a:lnTo>
                <a:lnTo>
                  <a:pt x="1466161" y="48895"/>
                </a:lnTo>
                <a:lnTo>
                  <a:pt x="1466956" y="48817"/>
                </a:lnTo>
                <a:lnTo>
                  <a:pt x="1467766" y="48757"/>
                </a:lnTo>
                <a:lnTo>
                  <a:pt x="1468591" y="48713"/>
                </a:lnTo>
                <a:lnTo>
                  <a:pt x="1469431" y="48688"/>
                </a:lnTo>
                <a:lnTo>
                  <a:pt x="1470286" y="48679"/>
                </a:lnTo>
                <a:lnTo>
                  <a:pt x="1471165" y="48688"/>
                </a:lnTo>
                <a:lnTo>
                  <a:pt x="1472030" y="48713"/>
                </a:lnTo>
                <a:lnTo>
                  <a:pt x="1472879" y="48757"/>
                </a:lnTo>
                <a:lnTo>
                  <a:pt x="1473713" y="48817"/>
                </a:lnTo>
                <a:lnTo>
                  <a:pt x="1474532" y="48895"/>
                </a:lnTo>
                <a:lnTo>
                  <a:pt x="1475336" y="48990"/>
                </a:lnTo>
                <a:lnTo>
                  <a:pt x="1476125" y="49102"/>
                </a:lnTo>
                <a:lnTo>
                  <a:pt x="1476899" y="49231"/>
                </a:lnTo>
                <a:lnTo>
                  <a:pt x="1477658" y="49378"/>
                </a:lnTo>
                <a:lnTo>
                  <a:pt x="1478402" y="49542"/>
                </a:lnTo>
                <a:lnTo>
                  <a:pt x="1479131" y="49724"/>
                </a:lnTo>
                <a:lnTo>
                  <a:pt x="1479844" y="49922"/>
                </a:lnTo>
                <a:lnTo>
                  <a:pt x="1480543" y="50138"/>
                </a:lnTo>
                <a:lnTo>
                  <a:pt x="1481227" y="50371"/>
                </a:lnTo>
                <a:lnTo>
                  <a:pt x="1481895" y="50622"/>
                </a:lnTo>
                <a:lnTo>
                  <a:pt x="1482549" y="50889"/>
                </a:lnTo>
                <a:lnTo>
                  <a:pt x="1483187" y="51174"/>
                </a:lnTo>
                <a:lnTo>
                  <a:pt x="1483811" y="51476"/>
                </a:lnTo>
                <a:lnTo>
                  <a:pt x="1484419" y="51796"/>
                </a:lnTo>
                <a:lnTo>
                  <a:pt x="1485012" y="52132"/>
                </a:lnTo>
                <a:lnTo>
                  <a:pt x="1485590" y="52486"/>
                </a:lnTo>
                <a:lnTo>
                  <a:pt x="1486154" y="52858"/>
                </a:lnTo>
                <a:lnTo>
                  <a:pt x="1486702" y="53246"/>
                </a:lnTo>
                <a:lnTo>
                  <a:pt x="1487235" y="53652"/>
                </a:lnTo>
                <a:lnTo>
                  <a:pt x="1487754" y="54073"/>
                </a:lnTo>
                <a:lnTo>
                  <a:pt x="1488261" y="54506"/>
                </a:lnTo>
                <a:lnTo>
                  <a:pt x="1488756" y="54953"/>
                </a:lnTo>
                <a:lnTo>
                  <a:pt x="1489238" y="55413"/>
                </a:lnTo>
                <a:lnTo>
                  <a:pt x="1489709" y="55885"/>
                </a:lnTo>
                <a:lnTo>
                  <a:pt x="1490166" y="56371"/>
                </a:lnTo>
                <a:lnTo>
                  <a:pt x="1490612" y="56870"/>
                </a:lnTo>
                <a:lnTo>
                  <a:pt x="1491045" y="57382"/>
                </a:lnTo>
                <a:lnTo>
                  <a:pt x="1491466" y="57906"/>
                </a:lnTo>
                <a:lnTo>
                  <a:pt x="1491874" y="58444"/>
                </a:lnTo>
                <a:lnTo>
                  <a:pt x="1492271" y="58995"/>
                </a:lnTo>
                <a:lnTo>
                  <a:pt x="1492655" y="59558"/>
                </a:lnTo>
                <a:lnTo>
                  <a:pt x="1493026" y="60135"/>
                </a:lnTo>
                <a:lnTo>
                  <a:pt x="1493385" y="60725"/>
                </a:lnTo>
                <a:lnTo>
                  <a:pt x="1493732" y="61327"/>
                </a:lnTo>
                <a:lnTo>
                  <a:pt x="1494067" y="61943"/>
                </a:lnTo>
                <a:lnTo>
                  <a:pt x="1494389" y="62572"/>
                </a:lnTo>
                <a:lnTo>
                  <a:pt x="1494699" y="63214"/>
                </a:lnTo>
                <a:lnTo>
                  <a:pt x="1494997" y="63868"/>
                </a:lnTo>
                <a:lnTo>
                  <a:pt x="1495282" y="64536"/>
                </a:lnTo>
                <a:lnTo>
                  <a:pt x="1495555" y="65217"/>
                </a:lnTo>
                <a:lnTo>
                  <a:pt x="1495816" y="65910"/>
                </a:lnTo>
                <a:lnTo>
                  <a:pt x="1496064" y="66617"/>
                </a:lnTo>
                <a:lnTo>
                  <a:pt x="1496301" y="67337"/>
                </a:lnTo>
                <a:lnTo>
                  <a:pt x="1496526" y="68067"/>
                </a:lnTo>
                <a:lnTo>
                  <a:pt x="1496741" y="68806"/>
                </a:lnTo>
                <a:lnTo>
                  <a:pt x="1496947" y="69552"/>
                </a:lnTo>
                <a:lnTo>
                  <a:pt x="1497144" y="70307"/>
                </a:lnTo>
                <a:lnTo>
                  <a:pt x="1497330" y="71070"/>
                </a:lnTo>
                <a:lnTo>
                  <a:pt x="1497508" y="71842"/>
                </a:lnTo>
                <a:lnTo>
                  <a:pt x="1497675" y="72621"/>
                </a:lnTo>
                <a:lnTo>
                  <a:pt x="1497833" y="73409"/>
                </a:lnTo>
                <a:lnTo>
                  <a:pt x="1497982" y="74205"/>
                </a:lnTo>
                <a:lnTo>
                  <a:pt x="1498121" y="75009"/>
                </a:lnTo>
                <a:lnTo>
                  <a:pt x="1498250" y="75821"/>
                </a:lnTo>
                <a:lnTo>
                  <a:pt x="1498370" y="76641"/>
                </a:lnTo>
                <a:lnTo>
                  <a:pt x="1498480" y="77470"/>
                </a:lnTo>
                <a:lnTo>
                  <a:pt x="1498581" y="78307"/>
                </a:lnTo>
                <a:lnTo>
                  <a:pt x="1498672" y="79152"/>
                </a:lnTo>
                <a:lnTo>
                  <a:pt x="1498753" y="80005"/>
                </a:lnTo>
                <a:lnTo>
                  <a:pt x="1498825" y="80866"/>
                </a:lnTo>
                <a:lnTo>
                  <a:pt x="1498887" y="81736"/>
                </a:lnTo>
                <a:lnTo>
                  <a:pt x="1498940" y="82613"/>
                </a:lnTo>
                <a:lnTo>
                  <a:pt x="1498983" y="83499"/>
                </a:lnTo>
                <a:lnTo>
                  <a:pt x="1499017" y="84393"/>
                </a:lnTo>
                <a:lnTo>
                  <a:pt x="1499040" y="85296"/>
                </a:lnTo>
                <a:lnTo>
                  <a:pt x="1499055" y="86206"/>
                </a:lnTo>
                <a:lnTo>
                  <a:pt x="1499060" y="87125"/>
                </a:lnTo>
                <a:lnTo>
                  <a:pt x="1499055" y="88026"/>
                </a:lnTo>
                <a:lnTo>
                  <a:pt x="1499040" y="88920"/>
                </a:lnTo>
                <a:lnTo>
                  <a:pt x="1499017" y="89805"/>
                </a:lnTo>
                <a:lnTo>
                  <a:pt x="1498983" y="90682"/>
                </a:lnTo>
                <a:lnTo>
                  <a:pt x="1498940" y="91552"/>
                </a:lnTo>
                <a:lnTo>
                  <a:pt x="1498887" y="92413"/>
                </a:lnTo>
                <a:lnTo>
                  <a:pt x="1498825" y="93266"/>
                </a:lnTo>
                <a:lnTo>
                  <a:pt x="1498753" y="94112"/>
                </a:lnTo>
                <a:lnTo>
                  <a:pt x="1498672" y="94949"/>
                </a:lnTo>
                <a:lnTo>
                  <a:pt x="1498581" y="95778"/>
                </a:lnTo>
                <a:lnTo>
                  <a:pt x="1498480" y="96600"/>
                </a:lnTo>
                <a:lnTo>
                  <a:pt x="1498370" y="97413"/>
                </a:lnTo>
                <a:lnTo>
                  <a:pt x="1498250" y="98219"/>
                </a:lnTo>
                <a:lnTo>
                  <a:pt x="1498121" y="99016"/>
                </a:lnTo>
                <a:lnTo>
                  <a:pt x="1497982" y="99805"/>
                </a:lnTo>
                <a:lnTo>
                  <a:pt x="1497833" y="100587"/>
                </a:lnTo>
                <a:lnTo>
                  <a:pt x="1497675" y="101360"/>
                </a:lnTo>
                <a:lnTo>
                  <a:pt x="1497508" y="102125"/>
                </a:lnTo>
                <a:lnTo>
                  <a:pt x="1497330" y="102883"/>
                </a:lnTo>
                <a:lnTo>
                  <a:pt x="1497144" y="103632"/>
                </a:lnTo>
                <a:lnTo>
                  <a:pt x="1496947" y="104374"/>
                </a:lnTo>
                <a:lnTo>
                  <a:pt x="1496741" y="105107"/>
                </a:lnTo>
                <a:lnTo>
                  <a:pt x="1496526" y="105832"/>
                </a:lnTo>
                <a:lnTo>
                  <a:pt x="1496301" y="106550"/>
                </a:lnTo>
                <a:lnTo>
                  <a:pt x="1496064" y="107257"/>
                </a:lnTo>
                <a:lnTo>
                  <a:pt x="1495816" y="107951"/>
                </a:lnTo>
                <a:lnTo>
                  <a:pt x="1495555" y="108632"/>
                </a:lnTo>
                <a:lnTo>
                  <a:pt x="1495282" y="109301"/>
                </a:lnTo>
                <a:lnTo>
                  <a:pt x="1494997" y="109957"/>
                </a:lnTo>
                <a:lnTo>
                  <a:pt x="1494699" y="110599"/>
                </a:lnTo>
                <a:lnTo>
                  <a:pt x="1494389" y="111230"/>
                </a:lnTo>
                <a:lnTo>
                  <a:pt x="1494067" y="111847"/>
                </a:lnTo>
                <a:lnTo>
                  <a:pt x="1493732" y="112451"/>
                </a:lnTo>
                <a:lnTo>
                  <a:pt x="1493385" y="113043"/>
                </a:lnTo>
                <a:lnTo>
                  <a:pt x="1493026" y="113622"/>
                </a:lnTo>
                <a:lnTo>
                  <a:pt x="1492655" y="114188"/>
                </a:lnTo>
                <a:lnTo>
                  <a:pt x="1492271" y="114741"/>
                </a:lnTo>
                <a:lnTo>
                  <a:pt x="1491874" y="115282"/>
                </a:lnTo>
                <a:lnTo>
                  <a:pt x="1491466" y="115809"/>
                </a:lnTo>
                <a:lnTo>
                  <a:pt x="1491045" y="116324"/>
                </a:lnTo>
                <a:lnTo>
                  <a:pt x="1490612" y="116826"/>
                </a:lnTo>
                <a:lnTo>
                  <a:pt x="1490166" y="117316"/>
                </a:lnTo>
                <a:lnTo>
                  <a:pt x="1489709" y="117792"/>
                </a:lnTo>
                <a:lnTo>
                  <a:pt x="1489238" y="118256"/>
                </a:lnTo>
                <a:lnTo>
                  <a:pt x="1488756" y="118706"/>
                </a:lnTo>
                <a:lnTo>
                  <a:pt x="1488261" y="119144"/>
                </a:lnTo>
                <a:lnTo>
                  <a:pt x="1487754" y="119570"/>
                </a:lnTo>
                <a:lnTo>
                  <a:pt x="1487235" y="119982"/>
                </a:lnTo>
                <a:lnTo>
                  <a:pt x="1486702" y="120379"/>
                </a:lnTo>
                <a:lnTo>
                  <a:pt x="1486154" y="120760"/>
                </a:lnTo>
                <a:lnTo>
                  <a:pt x="1485590" y="121123"/>
                </a:lnTo>
                <a:lnTo>
                  <a:pt x="1485012" y="121470"/>
                </a:lnTo>
                <a:lnTo>
                  <a:pt x="1484419" y="121799"/>
                </a:lnTo>
                <a:lnTo>
                  <a:pt x="1483811" y="122112"/>
                </a:lnTo>
                <a:lnTo>
                  <a:pt x="1483187" y="122408"/>
                </a:lnTo>
                <a:lnTo>
                  <a:pt x="1482549" y="122687"/>
                </a:lnTo>
                <a:lnTo>
                  <a:pt x="1481895" y="122949"/>
                </a:lnTo>
                <a:lnTo>
                  <a:pt x="1481227" y="123194"/>
                </a:lnTo>
                <a:lnTo>
                  <a:pt x="1480543" y="123422"/>
                </a:lnTo>
                <a:lnTo>
                  <a:pt x="1479844" y="123633"/>
                </a:lnTo>
                <a:lnTo>
                  <a:pt x="1479131" y="123828"/>
                </a:lnTo>
                <a:lnTo>
                  <a:pt x="1478402" y="124005"/>
                </a:lnTo>
                <a:lnTo>
                  <a:pt x="1477658" y="124166"/>
                </a:lnTo>
                <a:lnTo>
                  <a:pt x="1476899" y="124310"/>
                </a:lnTo>
                <a:lnTo>
                  <a:pt x="1476125" y="124436"/>
                </a:lnTo>
                <a:lnTo>
                  <a:pt x="1475336" y="124546"/>
                </a:lnTo>
                <a:lnTo>
                  <a:pt x="1474532" y="124639"/>
                </a:lnTo>
                <a:lnTo>
                  <a:pt x="1473713" y="124715"/>
                </a:lnTo>
                <a:lnTo>
                  <a:pt x="1472879" y="124774"/>
                </a:lnTo>
                <a:lnTo>
                  <a:pt x="1472030" y="124817"/>
                </a:lnTo>
                <a:lnTo>
                  <a:pt x="1471165" y="124842"/>
                </a:lnTo>
                <a:lnTo>
                  <a:pt x="1470286" y="124850"/>
                </a:lnTo>
                <a:lnTo>
                  <a:pt x="1469431" y="124842"/>
                </a:lnTo>
                <a:lnTo>
                  <a:pt x="1468591" y="124817"/>
                </a:lnTo>
                <a:lnTo>
                  <a:pt x="1467766" y="124774"/>
                </a:lnTo>
                <a:lnTo>
                  <a:pt x="1466956" y="124715"/>
                </a:lnTo>
                <a:lnTo>
                  <a:pt x="1466161" y="124639"/>
                </a:lnTo>
                <a:lnTo>
                  <a:pt x="1465380" y="124546"/>
                </a:lnTo>
                <a:close/>
                <a:moveTo>
                  <a:pt x="451595" y="137627"/>
                </a:moveTo>
                <a:lnTo>
                  <a:pt x="452557" y="137508"/>
                </a:lnTo>
                <a:lnTo>
                  <a:pt x="453505" y="137371"/>
                </a:lnTo>
                <a:lnTo>
                  <a:pt x="454438" y="137215"/>
                </a:lnTo>
                <a:lnTo>
                  <a:pt x="455355" y="137041"/>
                </a:lnTo>
                <a:lnTo>
                  <a:pt x="456259" y="136849"/>
                </a:lnTo>
                <a:lnTo>
                  <a:pt x="457147" y="136638"/>
                </a:lnTo>
                <a:lnTo>
                  <a:pt x="458020" y="136410"/>
                </a:lnTo>
                <a:lnTo>
                  <a:pt x="458878" y="136162"/>
                </a:lnTo>
                <a:lnTo>
                  <a:pt x="459722" y="135897"/>
                </a:lnTo>
                <a:lnTo>
                  <a:pt x="460550" y="135613"/>
                </a:lnTo>
                <a:lnTo>
                  <a:pt x="461364" y="135311"/>
                </a:lnTo>
                <a:lnTo>
                  <a:pt x="462163" y="134991"/>
                </a:lnTo>
                <a:lnTo>
                  <a:pt x="462947" y="134652"/>
                </a:lnTo>
                <a:lnTo>
                  <a:pt x="463716" y="134295"/>
                </a:lnTo>
                <a:lnTo>
                  <a:pt x="464470" y="133920"/>
                </a:lnTo>
                <a:lnTo>
                  <a:pt x="465210" y="133526"/>
                </a:lnTo>
                <a:lnTo>
                  <a:pt x="465934" y="133115"/>
                </a:lnTo>
                <a:lnTo>
                  <a:pt x="466643" y="132684"/>
                </a:lnTo>
                <a:lnTo>
                  <a:pt x="467339" y="132244"/>
                </a:lnTo>
                <a:lnTo>
                  <a:pt x="468021" y="131803"/>
                </a:lnTo>
                <a:lnTo>
                  <a:pt x="468690" y="131360"/>
                </a:lnTo>
                <a:lnTo>
                  <a:pt x="469346" y="130915"/>
                </a:lnTo>
                <a:lnTo>
                  <a:pt x="469989" y="130469"/>
                </a:lnTo>
                <a:lnTo>
                  <a:pt x="470619" y="130021"/>
                </a:lnTo>
                <a:lnTo>
                  <a:pt x="471235" y="129571"/>
                </a:lnTo>
                <a:lnTo>
                  <a:pt x="471839" y="129121"/>
                </a:lnTo>
                <a:lnTo>
                  <a:pt x="472429" y="128668"/>
                </a:lnTo>
                <a:lnTo>
                  <a:pt x="473006" y="128214"/>
                </a:lnTo>
                <a:lnTo>
                  <a:pt x="473570" y="127759"/>
                </a:lnTo>
                <a:lnTo>
                  <a:pt x="474120" y="127302"/>
                </a:lnTo>
                <a:lnTo>
                  <a:pt x="474658" y="126843"/>
                </a:lnTo>
                <a:lnTo>
                  <a:pt x="475182" y="126383"/>
                </a:lnTo>
                <a:lnTo>
                  <a:pt x="475693" y="125921"/>
                </a:lnTo>
                <a:lnTo>
                  <a:pt x="476191" y="125458"/>
                </a:lnTo>
                <a:lnTo>
                  <a:pt x="476676" y="124993"/>
                </a:lnTo>
                <a:lnTo>
                  <a:pt x="477147" y="124527"/>
                </a:lnTo>
                <a:lnTo>
                  <a:pt x="477606" y="124059"/>
                </a:lnTo>
                <a:lnTo>
                  <a:pt x="478051" y="123590"/>
                </a:lnTo>
                <a:lnTo>
                  <a:pt x="478483" y="123119"/>
                </a:lnTo>
                <a:lnTo>
                  <a:pt x="478902" y="122647"/>
                </a:lnTo>
                <a:lnTo>
                  <a:pt x="479308" y="122173"/>
                </a:lnTo>
                <a:lnTo>
                  <a:pt x="479700" y="121697"/>
                </a:lnTo>
                <a:lnTo>
                  <a:pt x="480193" y="136183"/>
                </a:lnTo>
                <a:lnTo>
                  <a:pt x="496058" y="136183"/>
                </a:lnTo>
                <a:lnTo>
                  <a:pt x="496058" y="37248"/>
                </a:lnTo>
                <a:lnTo>
                  <a:pt x="479503" y="37248"/>
                </a:lnTo>
                <a:lnTo>
                  <a:pt x="479503" y="107908"/>
                </a:lnTo>
                <a:lnTo>
                  <a:pt x="479128" y="108417"/>
                </a:lnTo>
                <a:lnTo>
                  <a:pt x="478744" y="108922"/>
                </a:lnTo>
                <a:lnTo>
                  <a:pt x="478350" y="109421"/>
                </a:lnTo>
                <a:lnTo>
                  <a:pt x="477945" y="109915"/>
                </a:lnTo>
                <a:lnTo>
                  <a:pt x="477531" y="110404"/>
                </a:lnTo>
                <a:lnTo>
                  <a:pt x="477107" y="110888"/>
                </a:lnTo>
                <a:lnTo>
                  <a:pt x="476673" y="111367"/>
                </a:lnTo>
                <a:lnTo>
                  <a:pt x="476229" y="111840"/>
                </a:lnTo>
                <a:lnTo>
                  <a:pt x="475775" y="112308"/>
                </a:lnTo>
                <a:lnTo>
                  <a:pt x="475312" y="112772"/>
                </a:lnTo>
                <a:lnTo>
                  <a:pt x="474838" y="113229"/>
                </a:lnTo>
                <a:lnTo>
                  <a:pt x="474354" y="113682"/>
                </a:lnTo>
                <a:lnTo>
                  <a:pt x="473861" y="114130"/>
                </a:lnTo>
                <a:lnTo>
                  <a:pt x="473357" y="114572"/>
                </a:lnTo>
                <a:lnTo>
                  <a:pt x="472844" y="115010"/>
                </a:lnTo>
                <a:lnTo>
                  <a:pt x="472320" y="115442"/>
                </a:lnTo>
                <a:lnTo>
                  <a:pt x="471787" y="115869"/>
                </a:lnTo>
                <a:lnTo>
                  <a:pt x="471244" y="116291"/>
                </a:lnTo>
                <a:lnTo>
                  <a:pt x="470691" y="116707"/>
                </a:lnTo>
                <a:lnTo>
                  <a:pt x="470128" y="117119"/>
                </a:lnTo>
                <a:lnTo>
                  <a:pt x="469555" y="117525"/>
                </a:lnTo>
                <a:lnTo>
                  <a:pt x="468972" y="117926"/>
                </a:lnTo>
                <a:lnTo>
                  <a:pt x="468379" y="118322"/>
                </a:lnTo>
                <a:lnTo>
                  <a:pt x="467777" y="118713"/>
                </a:lnTo>
                <a:lnTo>
                  <a:pt x="467163" y="119093"/>
                </a:lnTo>
                <a:lnTo>
                  <a:pt x="466537" y="119457"/>
                </a:lnTo>
                <a:lnTo>
                  <a:pt x="465898" y="119805"/>
                </a:lnTo>
                <a:lnTo>
                  <a:pt x="465247" y="120137"/>
                </a:lnTo>
                <a:lnTo>
                  <a:pt x="464584" y="120452"/>
                </a:lnTo>
                <a:lnTo>
                  <a:pt x="463909" y="120752"/>
                </a:lnTo>
                <a:lnTo>
                  <a:pt x="463221" y="121035"/>
                </a:lnTo>
                <a:lnTo>
                  <a:pt x="462521" y="121302"/>
                </a:lnTo>
                <a:lnTo>
                  <a:pt x="461809" y="121552"/>
                </a:lnTo>
                <a:lnTo>
                  <a:pt x="461084" y="121787"/>
                </a:lnTo>
                <a:lnTo>
                  <a:pt x="460347" y="122005"/>
                </a:lnTo>
                <a:lnTo>
                  <a:pt x="459598" y="122208"/>
                </a:lnTo>
                <a:lnTo>
                  <a:pt x="458836" y="122394"/>
                </a:lnTo>
                <a:lnTo>
                  <a:pt x="458062" y="122563"/>
                </a:lnTo>
                <a:lnTo>
                  <a:pt x="457276" y="122717"/>
                </a:lnTo>
                <a:lnTo>
                  <a:pt x="456477" y="122855"/>
                </a:lnTo>
                <a:lnTo>
                  <a:pt x="455667" y="122976"/>
                </a:lnTo>
                <a:lnTo>
                  <a:pt x="454843" y="123081"/>
                </a:lnTo>
                <a:lnTo>
                  <a:pt x="454008" y="123170"/>
                </a:lnTo>
                <a:lnTo>
                  <a:pt x="453160" y="123243"/>
                </a:lnTo>
                <a:lnTo>
                  <a:pt x="452300" y="123300"/>
                </a:lnTo>
                <a:lnTo>
                  <a:pt x="451427" y="123340"/>
                </a:lnTo>
                <a:lnTo>
                  <a:pt x="450542" y="123364"/>
                </a:lnTo>
                <a:lnTo>
                  <a:pt x="449645" y="123372"/>
                </a:lnTo>
                <a:lnTo>
                  <a:pt x="449003" y="123367"/>
                </a:lnTo>
                <a:lnTo>
                  <a:pt x="448373" y="123352"/>
                </a:lnTo>
                <a:lnTo>
                  <a:pt x="447756" y="123326"/>
                </a:lnTo>
                <a:lnTo>
                  <a:pt x="447152" y="123290"/>
                </a:lnTo>
                <a:lnTo>
                  <a:pt x="446560" y="123244"/>
                </a:lnTo>
                <a:lnTo>
                  <a:pt x="445981" y="123187"/>
                </a:lnTo>
                <a:lnTo>
                  <a:pt x="445414" y="123120"/>
                </a:lnTo>
                <a:lnTo>
                  <a:pt x="444861" y="123043"/>
                </a:lnTo>
                <a:lnTo>
                  <a:pt x="444319" y="122955"/>
                </a:lnTo>
                <a:lnTo>
                  <a:pt x="443791" y="122857"/>
                </a:lnTo>
                <a:lnTo>
                  <a:pt x="443275" y="122749"/>
                </a:lnTo>
                <a:lnTo>
                  <a:pt x="442772" y="122630"/>
                </a:lnTo>
                <a:lnTo>
                  <a:pt x="442282" y="122501"/>
                </a:lnTo>
                <a:lnTo>
                  <a:pt x="441804" y="122362"/>
                </a:lnTo>
                <a:lnTo>
                  <a:pt x="441339" y="122213"/>
                </a:lnTo>
                <a:lnTo>
                  <a:pt x="440886" y="122053"/>
                </a:lnTo>
                <a:lnTo>
                  <a:pt x="440446" y="121883"/>
                </a:lnTo>
                <a:lnTo>
                  <a:pt x="440019" y="121703"/>
                </a:lnTo>
                <a:lnTo>
                  <a:pt x="439605" y="121512"/>
                </a:lnTo>
                <a:lnTo>
                  <a:pt x="439203" y="121311"/>
                </a:lnTo>
                <a:lnTo>
                  <a:pt x="438814" y="121100"/>
                </a:lnTo>
                <a:lnTo>
                  <a:pt x="438437" y="120878"/>
                </a:lnTo>
                <a:lnTo>
                  <a:pt x="438073" y="120646"/>
                </a:lnTo>
                <a:lnTo>
                  <a:pt x="437722" y="120404"/>
                </a:lnTo>
                <a:lnTo>
                  <a:pt x="437382" y="120152"/>
                </a:lnTo>
                <a:lnTo>
                  <a:pt x="437051" y="119892"/>
                </a:lnTo>
                <a:lnTo>
                  <a:pt x="436729" y="119624"/>
                </a:lnTo>
                <a:lnTo>
                  <a:pt x="436416" y="119348"/>
                </a:lnTo>
                <a:lnTo>
                  <a:pt x="436113" y="119064"/>
                </a:lnTo>
                <a:lnTo>
                  <a:pt x="435819" y="118771"/>
                </a:lnTo>
                <a:lnTo>
                  <a:pt x="435534" y="118470"/>
                </a:lnTo>
                <a:lnTo>
                  <a:pt x="435258" y="118161"/>
                </a:lnTo>
                <a:lnTo>
                  <a:pt x="434992" y="117844"/>
                </a:lnTo>
                <a:lnTo>
                  <a:pt x="434735" y="117519"/>
                </a:lnTo>
                <a:lnTo>
                  <a:pt x="434487" y="117186"/>
                </a:lnTo>
                <a:lnTo>
                  <a:pt x="434248" y="116844"/>
                </a:lnTo>
                <a:lnTo>
                  <a:pt x="434019" y="116494"/>
                </a:lnTo>
                <a:lnTo>
                  <a:pt x="433799" y="116136"/>
                </a:lnTo>
                <a:lnTo>
                  <a:pt x="433588" y="115770"/>
                </a:lnTo>
                <a:lnTo>
                  <a:pt x="433386" y="115396"/>
                </a:lnTo>
                <a:lnTo>
                  <a:pt x="433194" y="115014"/>
                </a:lnTo>
                <a:lnTo>
                  <a:pt x="433010" y="114623"/>
                </a:lnTo>
                <a:lnTo>
                  <a:pt x="432836" y="114224"/>
                </a:lnTo>
                <a:lnTo>
                  <a:pt x="432672" y="113817"/>
                </a:lnTo>
                <a:lnTo>
                  <a:pt x="432516" y="113402"/>
                </a:lnTo>
                <a:lnTo>
                  <a:pt x="432370" y="112979"/>
                </a:lnTo>
                <a:lnTo>
                  <a:pt x="432233" y="112548"/>
                </a:lnTo>
                <a:lnTo>
                  <a:pt x="432105" y="112108"/>
                </a:lnTo>
                <a:lnTo>
                  <a:pt x="431985" y="111662"/>
                </a:lnTo>
                <a:lnTo>
                  <a:pt x="431869" y="111211"/>
                </a:lnTo>
                <a:lnTo>
                  <a:pt x="431759" y="110754"/>
                </a:lnTo>
                <a:lnTo>
                  <a:pt x="431653" y="110293"/>
                </a:lnTo>
                <a:lnTo>
                  <a:pt x="431553" y="109827"/>
                </a:lnTo>
                <a:lnTo>
                  <a:pt x="431458" y="109356"/>
                </a:lnTo>
                <a:lnTo>
                  <a:pt x="431369" y="108880"/>
                </a:lnTo>
                <a:lnTo>
                  <a:pt x="431284" y="108399"/>
                </a:lnTo>
                <a:lnTo>
                  <a:pt x="431204" y="107913"/>
                </a:lnTo>
                <a:lnTo>
                  <a:pt x="431130" y="107422"/>
                </a:lnTo>
                <a:lnTo>
                  <a:pt x="431061" y="106926"/>
                </a:lnTo>
                <a:lnTo>
                  <a:pt x="430997" y="106425"/>
                </a:lnTo>
                <a:lnTo>
                  <a:pt x="430938" y="105919"/>
                </a:lnTo>
                <a:lnTo>
                  <a:pt x="430884" y="105408"/>
                </a:lnTo>
                <a:lnTo>
                  <a:pt x="430835" y="104892"/>
                </a:lnTo>
                <a:lnTo>
                  <a:pt x="430791" y="104371"/>
                </a:lnTo>
                <a:lnTo>
                  <a:pt x="430753" y="103845"/>
                </a:lnTo>
                <a:lnTo>
                  <a:pt x="430719" y="103314"/>
                </a:lnTo>
                <a:lnTo>
                  <a:pt x="430691" y="102779"/>
                </a:lnTo>
                <a:lnTo>
                  <a:pt x="430668" y="102238"/>
                </a:lnTo>
                <a:lnTo>
                  <a:pt x="430650" y="101692"/>
                </a:lnTo>
                <a:lnTo>
                  <a:pt x="430637" y="101141"/>
                </a:lnTo>
                <a:lnTo>
                  <a:pt x="430630" y="100585"/>
                </a:lnTo>
                <a:lnTo>
                  <a:pt x="430627" y="100024"/>
                </a:lnTo>
                <a:lnTo>
                  <a:pt x="430627" y="37248"/>
                </a:lnTo>
                <a:lnTo>
                  <a:pt x="414072" y="37248"/>
                </a:lnTo>
                <a:lnTo>
                  <a:pt x="414072" y="102011"/>
                </a:lnTo>
                <a:lnTo>
                  <a:pt x="414085" y="103398"/>
                </a:lnTo>
                <a:lnTo>
                  <a:pt x="414124" y="104761"/>
                </a:lnTo>
                <a:lnTo>
                  <a:pt x="414188" y="106098"/>
                </a:lnTo>
                <a:lnTo>
                  <a:pt x="414278" y="107410"/>
                </a:lnTo>
                <a:lnTo>
                  <a:pt x="414393" y="108697"/>
                </a:lnTo>
                <a:lnTo>
                  <a:pt x="414534" y="109960"/>
                </a:lnTo>
                <a:lnTo>
                  <a:pt x="414701" y="111197"/>
                </a:lnTo>
                <a:lnTo>
                  <a:pt x="414893" y="112408"/>
                </a:lnTo>
                <a:lnTo>
                  <a:pt x="415112" y="113595"/>
                </a:lnTo>
                <a:lnTo>
                  <a:pt x="415355" y="114757"/>
                </a:lnTo>
                <a:lnTo>
                  <a:pt x="415625" y="115893"/>
                </a:lnTo>
                <a:lnTo>
                  <a:pt x="415920" y="117005"/>
                </a:lnTo>
                <a:lnTo>
                  <a:pt x="416241" y="118091"/>
                </a:lnTo>
                <a:lnTo>
                  <a:pt x="416587" y="119153"/>
                </a:lnTo>
                <a:lnTo>
                  <a:pt x="416959" y="120189"/>
                </a:lnTo>
                <a:lnTo>
                  <a:pt x="417357" y="121200"/>
                </a:lnTo>
                <a:lnTo>
                  <a:pt x="417780" y="122186"/>
                </a:lnTo>
                <a:lnTo>
                  <a:pt x="418229" y="123147"/>
                </a:lnTo>
                <a:lnTo>
                  <a:pt x="418704" y="124083"/>
                </a:lnTo>
                <a:lnTo>
                  <a:pt x="419205" y="124994"/>
                </a:lnTo>
                <a:lnTo>
                  <a:pt x="419731" y="125879"/>
                </a:lnTo>
                <a:lnTo>
                  <a:pt x="420282" y="126740"/>
                </a:lnTo>
                <a:lnTo>
                  <a:pt x="420860" y="127575"/>
                </a:lnTo>
                <a:lnTo>
                  <a:pt x="421463" y="128386"/>
                </a:lnTo>
                <a:lnTo>
                  <a:pt x="422095" y="129167"/>
                </a:lnTo>
                <a:lnTo>
                  <a:pt x="422759" y="129914"/>
                </a:lnTo>
                <a:lnTo>
                  <a:pt x="423455" y="130629"/>
                </a:lnTo>
                <a:lnTo>
                  <a:pt x="424184" y="131310"/>
                </a:lnTo>
                <a:lnTo>
                  <a:pt x="424944" y="131958"/>
                </a:lnTo>
                <a:lnTo>
                  <a:pt x="425737" y="132573"/>
                </a:lnTo>
                <a:lnTo>
                  <a:pt x="426562" y="133154"/>
                </a:lnTo>
                <a:lnTo>
                  <a:pt x="427419" y="133703"/>
                </a:lnTo>
                <a:lnTo>
                  <a:pt x="428308" y="134218"/>
                </a:lnTo>
                <a:lnTo>
                  <a:pt x="429230" y="134700"/>
                </a:lnTo>
                <a:lnTo>
                  <a:pt x="430183" y="135148"/>
                </a:lnTo>
                <a:lnTo>
                  <a:pt x="431169" y="135564"/>
                </a:lnTo>
                <a:lnTo>
                  <a:pt x="432187" y="135946"/>
                </a:lnTo>
                <a:lnTo>
                  <a:pt x="433237" y="136295"/>
                </a:lnTo>
                <a:lnTo>
                  <a:pt x="434319" y="136610"/>
                </a:lnTo>
                <a:lnTo>
                  <a:pt x="435434" y="136893"/>
                </a:lnTo>
                <a:lnTo>
                  <a:pt x="436580" y="137142"/>
                </a:lnTo>
                <a:lnTo>
                  <a:pt x="437759" y="137358"/>
                </a:lnTo>
                <a:lnTo>
                  <a:pt x="438970" y="137541"/>
                </a:lnTo>
                <a:lnTo>
                  <a:pt x="440213" y="137690"/>
                </a:lnTo>
                <a:lnTo>
                  <a:pt x="441488" y="137807"/>
                </a:lnTo>
                <a:lnTo>
                  <a:pt x="442795" y="137890"/>
                </a:lnTo>
                <a:lnTo>
                  <a:pt x="444135" y="137940"/>
                </a:lnTo>
                <a:lnTo>
                  <a:pt x="445507" y="137956"/>
                </a:lnTo>
                <a:lnTo>
                  <a:pt x="446558" y="137947"/>
                </a:lnTo>
                <a:lnTo>
                  <a:pt x="447595" y="137920"/>
                </a:lnTo>
                <a:lnTo>
                  <a:pt x="448618" y="137874"/>
                </a:lnTo>
                <a:lnTo>
                  <a:pt x="449625" y="137810"/>
                </a:lnTo>
                <a:lnTo>
                  <a:pt x="450617" y="137727"/>
                </a:lnTo>
                <a:lnTo>
                  <a:pt x="451595" y="137627"/>
                </a:lnTo>
                <a:close/>
                <a:moveTo>
                  <a:pt x="1573891" y="137727"/>
                </a:moveTo>
                <a:lnTo>
                  <a:pt x="1574869" y="137627"/>
                </a:lnTo>
                <a:lnTo>
                  <a:pt x="1575831" y="137508"/>
                </a:lnTo>
                <a:lnTo>
                  <a:pt x="1576779" y="137371"/>
                </a:lnTo>
                <a:lnTo>
                  <a:pt x="1577712" y="137215"/>
                </a:lnTo>
                <a:lnTo>
                  <a:pt x="1578630" y="137041"/>
                </a:lnTo>
                <a:lnTo>
                  <a:pt x="1579533" y="136849"/>
                </a:lnTo>
                <a:lnTo>
                  <a:pt x="1580421" y="136638"/>
                </a:lnTo>
                <a:lnTo>
                  <a:pt x="1581294" y="136410"/>
                </a:lnTo>
                <a:lnTo>
                  <a:pt x="1582153" y="136162"/>
                </a:lnTo>
                <a:lnTo>
                  <a:pt x="1582996" y="135897"/>
                </a:lnTo>
                <a:lnTo>
                  <a:pt x="1583825" y="135613"/>
                </a:lnTo>
                <a:lnTo>
                  <a:pt x="1584639" y="135311"/>
                </a:lnTo>
                <a:lnTo>
                  <a:pt x="1585437" y="134991"/>
                </a:lnTo>
                <a:lnTo>
                  <a:pt x="1586221" y="134652"/>
                </a:lnTo>
                <a:lnTo>
                  <a:pt x="1586990" y="134295"/>
                </a:lnTo>
                <a:lnTo>
                  <a:pt x="1587745" y="133920"/>
                </a:lnTo>
                <a:lnTo>
                  <a:pt x="1588484" y="133526"/>
                </a:lnTo>
                <a:lnTo>
                  <a:pt x="1589208" y="133115"/>
                </a:lnTo>
                <a:lnTo>
                  <a:pt x="1589918" y="132684"/>
                </a:lnTo>
                <a:lnTo>
                  <a:pt x="1590613" y="132244"/>
                </a:lnTo>
                <a:lnTo>
                  <a:pt x="1591296" y="131803"/>
                </a:lnTo>
                <a:lnTo>
                  <a:pt x="1591965" y="131360"/>
                </a:lnTo>
                <a:lnTo>
                  <a:pt x="1592621" y="130915"/>
                </a:lnTo>
                <a:lnTo>
                  <a:pt x="1593264" y="130469"/>
                </a:lnTo>
                <a:lnTo>
                  <a:pt x="1593893" y="130021"/>
                </a:lnTo>
                <a:lnTo>
                  <a:pt x="1594510" y="129571"/>
                </a:lnTo>
                <a:lnTo>
                  <a:pt x="1595113" y="129121"/>
                </a:lnTo>
                <a:lnTo>
                  <a:pt x="1595703" y="128668"/>
                </a:lnTo>
                <a:lnTo>
                  <a:pt x="1596280" y="128214"/>
                </a:lnTo>
                <a:lnTo>
                  <a:pt x="1596844" y="127759"/>
                </a:lnTo>
                <a:lnTo>
                  <a:pt x="1597395" y="127302"/>
                </a:lnTo>
                <a:lnTo>
                  <a:pt x="1597932" y="126843"/>
                </a:lnTo>
                <a:lnTo>
                  <a:pt x="1598456" y="126383"/>
                </a:lnTo>
                <a:lnTo>
                  <a:pt x="1598967" y="125921"/>
                </a:lnTo>
                <a:lnTo>
                  <a:pt x="1599465" y="125458"/>
                </a:lnTo>
                <a:lnTo>
                  <a:pt x="1599950" y="124993"/>
                </a:lnTo>
                <a:lnTo>
                  <a:pt x="1600422" y="124527"/>
                </a:lnTo>
                <a:lnTo>
                  <a:pt x="1600880" y="124059"/>
                </a:lnTo>
                <a:lnTo>
                  <a:pt x="1601325" y="123590"/>
                </a:lnTo>
                <a:lnTo>
                  <a:pt x="1601757" y="123119"/>
                </a:lnTo>
                <a:lnTo>
                  <a:pt x="1602176" y="122647"/>
                </a:lnTo>
                <a:lnTo>
                  <a:pt x="1602582" y="122173"/>
                </a:lnTo>
                <a:lnTo>
                  <a:pt x="1602974" y="121697"/>
                </a:lnTo>
                <a:lnTo>
                  <a:pt x="1603467" y="136183"/>
                </a:lnTo>
                <a:lnTo>
                  <a:pt x="1619332" y="136183"/>
                </a:lnTo>
                <a:lnTo>
                  <a:pt x="1619332" y="37248"/>
                </a:lnTo>
                <a:lnTo>
                  <a:pt x="1602777" y="37248"/>
                </a:lnTo>
                <a:lnTo>
                  <a:pt x="1602777" y="107908"/>
                </a:lnTo>
                <a:lnTo>
                  <a:pt x="1602403" y="108417"/>
                </a:lnTo>
                <a:lnTo>
                  <a:pt x="1602018" y="108922"/>
                </a:lnTo>
                <a:lnTo>
                  <a:pt x="1601624" y="109421"/>
                </a:lnTo>
                <a:lnTo>
                  <a:pt x="1601220" y="109915"/>
                </a:lnTo>
                <a:lnTo>
                  <a:pt x="1600806" y="110404"/>
                </a:lnTo>
                <a:lnTo>
                  <a:pt x="1600382" y="110888"/>
                </a:lnTo>
                <a:lnTo>
                  <a:pt x="1599948" y="111367"/>
                </a:lnTo>
                <a:lnTo>
                  <a:pt x="1599504" y="111840"/>
                </a:lnTo>
                <a:lnTo>
                  <a:pt x="1599050" y="112308"/>
                </a:lnTo>
                <a:lnTo>
                  <a:pt x="1598586" y="112772"/>
                </a:lnTo>
                <a:lnTo>
                  <a:pt x="1598112" y="113229"/>
                </a:lnTo>
                <a:lnTo>
                  <a:pt x="1597629" y="113682"/>
                </a:lnTo>
                <a:lnTo>
                  <a:pt x="1597135" y="114130"/>
                </a:lnTo>
                <a:lnTo>
                  <a:pt x="1596632" y="114572"/>
                </a:lnTo>
                <a:lnTo>
                  <a:pt x="1596118" y="115010"/>
                </a:lnTo>
                <a:lnTo>
                  <a:pt x="1595595" y="115442"/>
                </a:lnTo>
                <a:lnTo>
                  <a:pt x="1595062" y="115869"/>
                </a:lnTo>
                <a:lnTo>
                  <a:pt x="1594518" y="116291"/>
                </a:lnTo>
                <a:lnTo>
                  <a:pt x="1593965" y="116707"/>
                </a:lnTo>
                <a:lnTo>
                  <a:pt x="1593402" y="117119"/>
                </a:lnTo>
                <a:lnTo>
                  <a:pt x="1592829" y="117525"/>
                </a:lnTo>
                <a:lnTo>
                  <a:pt x="1592247" y="117926"/>
                </a:lnTo>
                <a:lnTo>
                  <a:pt x="1591654" y="118322"/>
                </a:lnTo>
                <a:lnTo>
                  <a:pt x="1591051" y="118713"/>
                </a:lnTo>
                <a:lnTo>
                  <a:pt x="1590437" y="119093"/>
                </a:lnTo>
                <a:lnTo>
                  <a:pt x="1589811" y="119457"/>
                </a:lnTo>
                <a:lnTo>
                  <a:pt x="1589173" y="119805"/>
                </a:lnTo>
                <a:lnTo>
                  <a:pt x="1588522" y="120137"/>
                </a:lnTo>
                <a:lnTo>
                  <a:pt x="1587859" y="120452"/>
                </a:lnTo>
                <a:lnTo>
                  <a:pt x="1587183" y="120752"/>
                </a:lnTo>
                <a:lnTo>
                  <a:pt x="1586496" y="121035"/>
                </a:lnTo>
                <a:lnTo>
                  <a:pt x="1585796" y="121302"/>
                </a:lnTo>
                <a:lnTo>
                  <a:pt x="1585083" y="121552"/>
                </a:lnTo>
                <a:lnTo>
                  <a:pt x="1584359" y="121787"/>
                </a:lnTo>
                <a:lnTo>
                  <a:pt x="1583622" y="122005"/>
                </a:lnTo>
                <a:lnTo>
                  <a:pt x="1582872" y="122208"/>
                </a:lnTo>
                <a:lnTo>
                  <a:pt x="1582111" y="122394"/>
                </a:lnTo>
                <a:lnTo>
                  <a:pt x="1581337" y="122563"/>
                </a:lnTo>
                <a:lnTo>
                  <a:pt x="1580550" y="122717"/>
                </a:lnTo>
                <a:lnTo>
                  <a:pt x="1579752" y="122855"/>
                </a:lnTo>
                <a:lnTo>
                  <a:pt x="1578941" y="122976"/>
                </a:lnTo>
                <a:lnTo>
                  <a:pt x="1578118" y="123081"/>
                </a:lnTo>
                <a:lnTo>
                  <a:pt x="1577282" y="123170"/>
                </a:lnTo>
                <a:lnTo>
                  <a:pt x="1576434" y="123243"/>
                </a:lnTo>
                <a:lnTo>
                  <a:pt x="1575574" y="123300"/>
                </a:lnTo>
                <a:lnTo>
                  <a:pt x="1574702" y="123340"/>
                </a:lnTo>
                <a:lnTo>
                  <a:pt x="1573817" y="123364"/>
                </a:lnTo>
                <a:lnTo>
                  <a:pt x="1572920" y="123372"/>
                </a:lnTo>
                <a:lnTo>
                  <a:pt x="1572277" y="123367"/>
                </a:lnTo>
                <a:lnTo>
                  <a:pt x="1571648" y="123352"/>
                </a:lnTo>
                <a:lnTo>
                  <a:pt x="1571030" y="123326"/>
                </a:lnTo>
                <a:lnTo>
                  <a:pt x="1570426" y="123290"/>
                </a:lnTo>
                <a:lnTo>
                  <a:pt x="1569834" y="123244"/>
                </a:lnTo>
                <a:lnTo>
                  <a:pt x="1569255" y="123187"/>
                </a:lnTo>
                <a:lnTo>
                  <a:pt x="1568689" y="123120"/>
                </a:lnTo>
                <a:lnTo>
                  <a:pt x="1568135" y="123043"/>
                </a:lnTo>
                <a:lnTo>
                  <a:pt x="1567594" y="122955"/>
                </a:lnTo>
                <a:lnTo>
                  <a:pt x="1567065" y="122857"/>
                </a:lnTo>
                <a:lnTo>
                  <a:pt x="1566550" y="122749"/>
                </a:lnTo>
                <a:lnTo>
                  <a:pt x="1566047" y="122630"/>
                </a:lnTo>
                <a:lnTo>
                  <a:pt x="1565556" y="122501"/>
                </a:lnTo>
                <a:lnTo>
                  <a:pt x="1565078" y="122362"/>
                </a:lnTo>
                <a:lnTo>
                  <a:pt x="1564613" y="122213"/>
                </a:lnTo>
                <a:lnTo>
                  <a:pt x="1564161" y="122053"/>
                </a:lnTo>
                <a:lnTo>
                  <a:pt x="1563721" y="121883"/>
                </a:lnTo>
                <a:lnTo>
                  <a:pt x="1563294" y="121703"/>
                </a:lnTo>
                <a:lnTo>
                  <a:pt x="1562879" y="121512"/>
                </a:lnTo>
                <a:lnTo>
                  <a:pt x="1562477" y="121311"/>
                </a:lnTo>
                <a:lnTo>
                  <a:pt x="1562088" y="121100"/>
                </a:lnTo>
                <a:lnTo>
                  <a:pt x="1561711" y="120878"/>
                </a:lnTo>
                <a:lnTo>
                  <a:pt x="1561348" y="120646"/>
                </a:lnTo>
                <a:lnTo>
                  <a:pt x="1560996" y="120404"/>
                </a:lnTo>
                <a:lnTo>
                  <a:pt x="1560656" y="120152"/>
                </a:lnTo>
                <a:lnTo>
                  <a:pt x="1560325" y="119892"/>
                </a:lnTo>
                <a:lnTo>
                  <a:pt x="1560003" y="119624"/>
                </a:lnTo>
                <a:lnTo>
                  <a:pt x="1559691" y="119348"/>
                </a:lnTo>
                <a:lnTo>
                  <a:pt x="1559387" y="119064"/>
                </a:lnTo>
                <a:lnTo>
                  <a:pt x="1559093" y="118771"/>
                </a:lnTo>
                <a:lnTo>
                  <a:pt x="1558808" y="118470"/>
                </a:lnTo>
                <a:lnTo>
                  <a:pt x="1558533" y="118161"/>
                </a:lnTo>
                <a:lnTo>
                  <a:pt x="1558266" y="117844"/>
                </a:lnTo>
                <a:lnTo>
                  <a:pt x="1558009" y="117519"/>
                </a:lnTo>
                <a:lnTo>
                  <a:pt x="1557761" y="117186"/>
                </a:lnTo>
                <a:lnTo>
                  <a:pt x="1557523" y="116844"/>
                </a:lnTo>
                <a:lnTo>
                  <a:pt x="1557293" y="116494"/>
                </a:lnTo>
                <a:lnTo>
                  <a:pt x="1557073" y="116136"/>
                </a:lnTo>
                <a:lnTo>
                  <a:pt x="1556862" y="115770"/>
                </a:lnTo>
                <a:lnTo>
                  <a:pt x="1556661" y="115396"/>
                </a:lnTo>
                <a:lnTo>
                  <a:pt x="1556468" y="115014"/>
                </a:lnTo>
                <a:lnTo>
                  <a:pt x="1556285" y="114623"/>
                </a:lnTo>
                <a:lnTo>
                  <a:pt x="1556111" y="114224"/>
                </a:lnTo>
                <a:lnTo>
                  <a:pt x="1555946" y="113817"/>
                </a:lnTo>
                <a:lnTo>
                  <a:pt x="1555791" y="113402"/>
                </a:lnTo>
                <a:lnTo>
                  <a:pt x="1555644" y="112979"/>
                </a:lnTo>
                <a:lnTo>
                  <a:pt x="1555507" y="112548"/>
                </a:lnTo>
                <a:lnTo>
                  <a:pt x="1555380" y="112108"/>
                </a:lnTo>
                <a:lnTo>
                  <a:pt x="1555259" y="111662"/>
                </a:lnTo>
                <a:lnTo>
                  <a:pt x="1555143" y="111211"/>
                </a:lnTo>
                <a:lnTo>
                  <a:pt x="1555033" y="110754"/>
                </a:lnTo>
                <a:lnTo>
                  <a:pt x="1554928" y="110293"/>
                </a:lnTo>
                <a:lnTo>
                  <a:pt x="1554828" y="109827"/>
                </a:lnTo>
                <a:lnTo>
                  <a:pt x="1554733" y="109356"/>
                </a:lnTo>
                <a:lnTo>
                  <a:pt x="1554643" y="108880"/>
                </a:lnTo>
                <a:lnTo>
                  <a:pt x="1554558" y="108399"/>
                </a:lnTo>
                <a:lnTo>
                  <a:pt x="1554479" y="107913"/>
                </a:lnTo>
                <a:lnTo>
                  <a:pt x="1554404" y="107422"/>
                </a:lnTo>
                <a:lnTo>
                  <a:pt x="1554335" y="106926"/>
                </a:lnTo>
                <a:lnTo>
                  <a:pt x="1554271" y="106425"/>
                </a:lnTo>
                <a:lnTo>
                  <a:pt x="1554212" y="105919"/>
                </a:lnTo>
                <a:lnTo>
                  <a:pt x="1554158" y="105408"/>
                </a:lnTo>
                <a:lnTo>
                  <a:pt x="1554109" y="104892"/>
                </a:lnTo>
                <a:lnTo>
                  <a:pt x="1554066" y="104371"/>
                </a:lnTo>
                <a:lnTo>
                  <a:pt x="1554027" y="103845"/>
                </a:lnTo>
                <a:lnTo>
                  <a:pt x="1553994" y="103314"/>
                </a:lnTo>
                <a:lnTo>
                  <a:pt x="1553966" y="102779"/>
                </a:lnTo>
                <a:lnTo>
                  <a:pt x="1553942" y="102238"/>
                </a:lnTo>
                <a:lnTo>
                  <a:pt x="1553925" y="101692"/>
                </a:lnTo>
                <a:lnTo>
                  <a:pt x="1553912" y="101141"/>
                </a:lnTo>
                <a:lnTo>
                  <a:pt x="1553904" y="100585"/>
                </a:lnTo>
                <a:lnTo>
                  <a:pt x="1553901" y="100024"/>
                </a:lnTo>
                <a:lnTo>
                  <a:pt x="1553901" y="37248"/>
                </a:lnTo>
                <a:lnTo>
                  <a:pt x="1537347" y="37248"/>
                </a:lnTo>
                <a:lnTo>
                  <a:pt x="1537347" y="102011"/>
                </a:lnTo>
                <a:lnTo>
                  <a:pt x="1537359" y="103398"/>
                </a:lnTo>
                <a:lnTo>
                  <a:pt x="1537398" y="104761"/>
                </a:lnTo>
                <a:lnTo>
                  <a:pt x="1537462" y="106098"/>
                </a:lnTo>
                <a:lnTo>
                  <a:pt x="1537552" y="107410"/>
                </a:lnTo>
                <a:lnTo>
                  <a:pt x="1537667" y="108697"/>
                </a:lnTo>
                <a:lnTo>
                  <a:pt x="1537809" y="109960"/>
                </a:lnTo>
                <a:lnTo>
                  <a:pt x="1537975" y="111197"/>
                </a:lnTo>
                <a:lnTo>
                  <a:pt x="1538168" y="112408"/>
                </a:lnTo>
                <a:lnTo>
                  <a:pt x="1538386" y="113595"/>
                </a:lnTo>
                <a:lnTo>
                  <a:pt x="1538630" y="114757"/>
                </a:lnTo>
                <a:lnTo>
                  <a:pt x="1538899" y="115893"/>
                </a:lnTo>
                <a:lnTo>
                  <a:pt x="1539194" y="117005"/>
                </a:lnTo>
                <a:lnTo>
                  <a:pt x="1539515" y="118091"/>
                </a:lnTo>
                <a:lnTo>
                  <a:pt x="1539861" y="119153"/>
                </a:lnTo>
                <a:lnTo>
                  <a:pt x="1540234" y="120189"/>
                </a:lnTo>
                <a:lnTo>
                  <a:pt x="1540631" y="121200"/>
                </a:lnTo>
                <a:lnTo>
                  <a:pt x="1541055" y="122186"/>
                </a:lnTo>
                <a:lnTo>
                  <a:pt x="1541504" y="123147"/>
                </a:lnTo>
                <a:lnTo>
                  <a:pt x="1541979" y="124083"/>
                </a:lnTo>
                <a:lnTo>
                  <a:pt x="1542479" y="124994"/>
                </a:lnTo>
                <a:lnTo>
                  <a:pt x="1543005" y="125879"/>
                </a:lnTo>
                <a:lnTo>
                  <a:pt x="1543557" y="126740"/>
                </a:lnTo>
                <a:lnTo>
                  <a:pt x="1544134" y="127575"/>
                </a:lnTo>
                <a:lnTo>
                  <a:pt x="1544737" y="128386"/>
                </a:lnTo>
                <a:lnTo>
                  <a:pt x="1545369" y="129167"/>
                </a:lnTo>
                <a:lnTo>
                  <a:pt x="1546033" y="129914"/>
                </a:lnTo>
                <a:lnTo>
                  <a:pt x="1546730" y="130629"/>
                </a:lnTo>
                <a:lnTo>
                  <a:pt x="1547458" y="131310"/>
                </a:lnTo>
                <a:lnTo>
                  <a:pt x="1548219" y="131958"/>
                </a:lnTo>
                <a:lnTo>
                  <a:pt x="1549011" y="132573"/>
                </a:lnTo>
                <a:lnTo>
                  <a:pt x="1549836" y="133154"/>
                </a:lnTo>
                <a:lnTo>
                  <a:pt x="1550693" y="133703"/>
                </a:lnTo>
                <a:lnTo>
                  <a:pt x="1551583" y="134218"/>
                </a:lnTo>
                <a:lnTo>
                  <a:pt x="1552504" y="134700"/>
                </a:lnTo>
                <a:lnTo>
                  <a:pt x="1553458" y="135148"/>
                </a:lnTo>
                <a:lnTo>
                  <a:pt x="1554443" y="135564"/>
                </a:lnTo>
                <a:lnTo>
                  <a:pt x="1555461" y="135946"/>
                </a:lnTo>
                <a:lnTo>
                  <a:pt x="1556511" y="136295"/>
                </a:lnTo>
                <a:lnTo>
                  <a:pt x="1557594" y="136610"/>
                </a:lnTo>
                <a:lnTo>
                  <a:pt x="1558708" y="136893"/>
                </a:lnTo>
                <a:lnTo>
                  <a:pt x="1559855" y="137142"/>
                </a:lnTo>
                <a:lnTo>
                  <a:pt x="1561033" y="137358"/>
                </a:lnTo>
                <a:lnTo>
                  <a:pt x="1562244" y="137541"/>
                </a:lnTo>
                <a:lnTo>
                  <a:pt x="1563487" y="137690"/>
                </a:lnTo>
                <a:lnTo>
                  <a:pt x="1564762" y="137807"/>
                </a:lnTo>
                <a:lnTo>
                  <a:pt x="1566070" y="137890"/>
                </a:lnTo>
                <a:lnTo>
                  <a:pt x="1567409" y="137940"/>
                </a:lnTo>
                <a:lnTo>
                  <a:pt x="1568781" y="137956"/>
                </a:lnTo>
                <a:lnTo>
                  <a:pt x="1569833" y="137947"/>
                </a:lnTo>
                <a:lnTo>
                  <a:pt x="1570870" y="137920"/>
                </a:lnTo>
                <a:lnTo>
                  <a:pt x="1571892" y="137874"/>
                </a:lnTo>
                <a:lnTo>
                  <a:pt x="1572899" y="137810"/>
                </a:lnTo>
                <a:lnTo>
                  <a:pt x="1573891" y="137727"/>
                </a:lnTo>
                <a:close/>
                <a:moveTo>
                  <a:pt x="2039405" y="44458"/>
                </a:moveTo>
                <a:lnTo>
                  <a:pt x="2039772" y="44108"/>
                </a:lnTo>
                <a:lnTo>
                  <a:pt x="2040145" y="43773"/>
                </a:lnTo>
                <a:lnTo>
                  <a:pt x="2040527" y="43453"/>
                </a:lnTo>
                <a:lnTo>
                  <a:pt x="2040915" y="43148"/>
                </a:lnTo>
                <a:lnTo>
                  <a:pt x="2041311" y="42858"/>
                </a:lnTo>
                <a:lnTo>
                  <a:pt x="2041714" y="42583"/>
                </a:lnTo>
                <a:lnTo>
                  <a:pt x="2042124" y="42322"/>
                </a:lnTo>
                <a:lnTo>
                  <a:pt x="2042542" y="42077"/>
                </a:lnTo>
                <a:lnTo>
                  <a:pt x="2042967" y="41846"/>
                </a:lnTo>
                <a:lnTo>
                  <a:pt x="2043400" y="41630"/>
                </a:lnTo>
                <a:lnTo>
                  <a:pt x="2043840" y="41429"/>
                </a:lnTo>
                <a:lnTo>
                  <a:pt x="2044287" y="41243"/>
                </a:lnTo>
                <a:lnTo>
                  <a:pt x="2044742" y="41072"/>
                </a:lnTo>
                <a:lnTo>
                  <a:pt x="2045204" y="40916"/>
                </a:lnTo>
                <a:lnTo>
                  <a:pt x="2045673" y="40774"/>
                </a:lnTo>
                <a:lnTo>
                  <a:pt x="2046150" y="40648"/>
                </a:lnTo>
                <a:lnTo>
                  <a:pt x="2046632" y="40531"/>
                </a:lnTo>
                <a:lnTo>
                  <a:pt x="2047119" y="40420"/>
                </a:lnTo>
                <a:lnTo>
                  <a:pt x="2047609" y="40313"/>
                </a:lnTo>
                <a:lnTo>
                  <a:pt x="2048103" y="40211"/>
                </a:lnTo>
                <a:lnTo>
                  <a:pt x="2048601" y="40115"/>
                </a:lnTo>
                <a:lnTo>
                  <a:pt x="2049103" y="40023"/>
                </a:lnTo>
                <a:lnTo>
                  <a:pt x="2049609" y="39936"/>
                </a:lnTo>
                <a:lnTo>
                  <a:pt x="2050119" y="39854"/>
                </a:lnTo>
                <a:lnTo>
                  <a:pt x="2050633" y="39777"/>
                </a:lnTo>
                <a:lnTo>
                  <a:pt x="2051151" y="39705"/>
                </a:lnTo>
                <a:lnTo>
                  <a:pt x="2051672" y="39638"/>
                </a:lnTo>
                <a:lnTo>
                  <a:pt x="2052198" y="39576"/>
                </a:lnTo>
                <a:lnTo>
                  <a:pt x="2052727" y="39519"/>
                </a:lnTo>
                <a:lnTo>
                  <a:pt x="2053261" y="39467"/>
                </a:lnTo>
                <a:lnTo>
                  <a:pt x="2053798" y="39420"/>
                </a:lnTo>
                <a:lnTo>
                  <a:pt x="2054340" y="39378"/>
                </a:lnTo>
                <a:lnTo>
                  <a:pt x="2054885" y="39341"/>
                </a:lnTo>
                <a:lnTo>
                  <a:pt x="2055434" y="39308"/>
                </a:lnTo>
                <a:lnTo>
                  <a:pt x="2055987" y="39281"/>
                </a:lnTo>
                <a:lnTo>
                  <a:pt x="2056545" y="39259"/>
                </a:lnTo>
                <a:lnTo>
                  <a:pt x="2057106" y="39241"/>
                </a:lnTo>
                <a:lnTo>
                  <a:pt x="2057671" y="39229"/>
                </a:lnTo>
                <a:lnTo>
                  <a:pt x="2058240" y="39221"/>
                </a:lnTo>
                <a:lnTo>
                  <a:pt x="2058812" y="39219"/>
                </a:lnTo>
                <a:lnTo>
                  <a:pt x="2058812" y="25325"/>
                </a:lnTo>
                <a:lnTo>
                  <a:pt x="2057916" y="25355"/>
                </a:lnTo>
                <a:lnTo>
                  <a:pt x="2057034" y="25395"/>
                </a:lnTo>
                <a:lnTo>
                  <a:pt x="2056165" y="25446"/>
                </a:lnTo>
                <a:lnTo>
                  <a:pt x="2055310" y="25508"/>
                </a:lnTo>
                <a:lnTo>
                  <a:pt x="2054469" y="25581"/>
                </a:lnTo>
                <a:lnTo>
                  <a:pt x="2053642" y="25664"/>
                </a:lnTo>
                <a:lnTo>
                  <a:pt x="2052829" y="25757"/>
                </a:lnTo>
                <a:lnTo>
                  <a:pt x="2052030" y="25861"/>
                </a:lnTo>
                <a:lnTo>
                  <a:pt x="2051244" y="25976"/>
                </a:lnTo>
                <a:lnTo>
                  <a:pt x="2050472" y="26102"/>
                </a:lnTo>
                <a:lnTo>
                  <a:pt x="2049715" y="26238"/>
                </a:lnTo>
                <a:lnTo>
                  <a:pt x="2048971" y="26384"/>
                </a:lnTo>
                <a:lnTo>
                  <a:pt x="2048241" y="26541"/>
                </a:lnTo>
                <a:lnTo>
                  <a:pt x="2047524" y="26709"/>
                </a:lnTo>
                <a:lnTo>
                  <a:pt x="2046822" y="26888"/>
                </a:lnTo>
                <a:lnTo>
                  <a:pt x="2046134" y="27077"/>
                </a:lnTo>
                <a:lnTo>
                  <a:pt x="2045459" y="27276"/>
                </a:lnTo>
                <a:lnTo>
                  <a:pt x="2044798" y="27487"/>
                </a:lnTo>
                <a:lnTo>
                  <a:pt x="2044151" y="27707"/>
                </a:lnTo>
                <a:lnTo>
                  <a:pt x="2043518" y="27939"/>
                </a:lnTo>
                <a:lnTo>
                  <a:pt x="2042899" y="28181"/>
                </a:lnTo>
                <a:lnTo>
                  <a:pt x="2042294" y="28434"/>
                </a:lnTo>
                <a:lnTo>
                  <a:pt x="2041702" y="28697"/>
                </a:lnTo>
                <a:lnTo>
                  <a:pt x="2041124" y="28971"/>
                </a:lnTo>
                <a:lnTo>
                  <a:pt x="2040558" y="29260"/>
                </a:lnTo>
                <a:lnTo>
                  <a:pt x="2040001" y="29570"/>
                </a:lnTo>
                <a:lnTo>
                  <a:pt x="2039453" y="29901"/>
                </a:lnTo>
                <a:lnTo>
                  <a:pt x="2038914" y="30252"/>
                </a:lnTo>
                <a:lnTo>
                  <a:pt x="2038384" y="30623"/>
                </a:lnTo>
                <a:lnTo>
                  <a:pt x="2037863" y="31016"/>
                </a:lnTo>
                <a:lnTo>
                  <a:pt x="2037352" y="31428"/>
                </a:lnTo>
                <a:lnTo>
                  <a:pt x="2036849" y="31861"/>
                </a:lnTo>
                <a:lnTo>
                  <a:pt x="2036355" y="32315"/>
                </a:lnTo>
                <a:lnTo>
                  <a:pt x="2035871" y="32789"/>
                </a:lnTo>
                <a:lnTo>
                  <a:pt x="2035395" y="33284"/>
                </a:lnTo>
                <a:lnTo>
                  <a:pt x="2034929" y="33799"/>
                </a:lnTo>
                <a:lnTo>
                  <a:pt x="2034471" y="34335"/>
                </a:lnTo>
                <a:lnTo>
                  <a:pt x="2034023" y="34891"/>
                </a:lnTo>
                <a:lnTo>
                  <a:pt x="2033584" y="35468"/>
                </a:lnTo>
                <a:lnTo>
                  <a:pt x="2033154" y="36066"/>
                </a:lnTo>
                <a:lnTo>
                  <a:pt x="2032732" y="36684"/>
                </a:lnTo>
                <a:lnTo>
                  <a:pt x="2032320" y="37322"/>
                </a:lnTo>
                <a:lnTo>
                  <a:pt x="2031917" y="37981"/>
                </a:lnTo>
                <a:lnTo>
                  <a:pt x="2031524" y="38661"/>
                </a:lnTo>
                <a:lnTo>
                  <a:pt x="2031139" y="39361"/>
                </a:lnTo>
                <a:lnTo>
                  <a:pt x="2030763" y="40081"/>
                </a:lnTo>
                <a:lnTo>
                  <a:pt x="2030481" y="40652"/>
                </a:lnTo>
                <a:lnTo>
                  <a:pt x="2029858" y="40379"/>
                </a:lnTo>
                <a:lnTo>
                  <a:pt x="2029112" y="40074"/>
                </a:lnTo>
                <a:lnTo>
                  <a:pt x="2028351" y="39784"/>
                </a:lnTo>
                <a:lnTo>
                  <a:pt x="2027576" y="39510"/>
                </a:lnTo>
                <a:lnTo>
                  <a:pt x="2026787" y="39252"/>
                </a:lnTo>
                <a:lnTo>
                  <a:pt x="2025983" y="39009"/>
                </a:lnTo>
                <a:lnTo>
                  <a:pt x="2025165" y="38782"/>
                </a:lnTo>
                <a:lnTo>
                  <a:pt x="2024333" y="38571"/>
                </a:lnTo>
                <a:lnTo>
                  <a:pt x="2023486" y="38375"/>
                </a:lnTo>
                <a:lnTo>
                  <a:pt x="2022624" y="38195"/>
                </a:lnTo>
                <a:lnTo>
                  <a:pt x="2021749" y="38031"/>
                </a:lnTo>
                <a:lnTo>
                  <a:pt x="2020859" y="37882"/>
                </a:lnTo>
                <a:lnTo>
                  <a:pt x="2019955" y="37749"/>
                </a:lnTo>
                <a:lnTo>
                  <a:pt x="2019036" y="37632"/>
                </a:lnTo>
                <a:lnTo>
                  <a:pt x="2018103" y="37530"/>
                </a:lnTo>
                <a:lnTo>
                  <a:pt x="2017156" y="37444"/>
                </a:lnTo>
                <a:lnTo>
                  <a:pt x="2016194" y="37373"/>
                </a:lnTo>
                <a:lnTo>
                  <a:pt x="2015218" y="37319"/>
                </a:lnTo>
                <a:lnTo>
                  <a:pt x="2014227" y="37280"/>
                </a:lnTo>
                <a:lnTo>
                  <a:pt x="2013222" y="37256"/>
                </a:lnTo>
                <a:lnTo>
                  <a:pt x="2012203" y="37248"/>
                </a:lnTo>
                <a:lnTo>
                  <a:pt x="2011207" y="37256"/>
                </a:lnTo>
                <a:lnTo>
                  <a:pt x="2010225" y="37280"/>
                </a:lnTo>
                <a:lnTo>
                  <a:pt x="2009255" y="37319"/>
                </a:lnTo>
                <a:lnTo>
                  <a:pt x="2008298" y="37373"/>
                </a:lnTo>
                <a:lnTo>
                  <a:pt x="2007354" y="37444"/>
                </a:lnTo>
                <a:lnTo>
                  <a:pt x="2006423" y="37530"/>
                </a:lnTo>
                <a:lnTo>
                  <a:pt x="2005504" y="37632"/>
                </a:lnTo>
                <a:lnTo>
                  <a:pt x="2004599" y="37749"/>
                </a:lnTo>
                <a:lnTo>
                  <a:pt x="2003706" y="37882"/>
                </a:lnTo>
                <a:lnTo>
                  <a:pt x="2002826" y="38031"/>
                </a:lnTo>
                <a:lnTo>
                  <a:pt x="2001959" y="38195"/>
                </a:lnTo>
                <a:lnTo>
                  <a:pt x="2001105" y="38375"/>
                </a:lnTo>
                <a:lnTo>
                  <a:pt x="2000263" y="38571"/>
                </a:lnTo>
                <a:lnTo>
                  <a:pt x="1999435" y="38782"/>
                </a:lnTo>
                <a:lnTo>
                  <a:pt x="1998619" y="39009"/>
                </a:lnTo>
                <a:lnTo>
                  <a:pt x="1997816" y="39252"/>
                </a:lnTo>
                <a:lnTo>
                  <a:pt x="1997026" y="39510"/>
                </a:lnTo>
                <a:lnTo>
                  <a:pt x="1996249" y="39784"/>
                </a:lnTo>
                <a:lnTo>
                  <a:pt x="1995484" y="40074"/>
                </a:lnTo>
                <a:lnTo>
                  <a:pt x="1994732" y="40379"/>
                </a:lnTo>
                <a:lnTo>
                  <a:pt x="1993994" y="40700"/>
                </a:lnTo>
                <a:lnTo>
                  <a:pt x="1993268" y="41036"/>
                </a:lnTo>
                <a:lnTo>
                  <a:pt x="1992555" y="41389"/>
                </a:lnTo>
                <a:lnTo>
                  <a:pt x="1991854" y="41756"/>
                </a:lnTo>
                <a:lnTo>
                  <a:pt x="1991167" y="42137"/>
                </a:lnTo>
                <a:lnTo>
                  <a:pt x="1990495" y="42529"/>
                </a:lnTo>
                <a:lnTo>
                  <a:pt x="1989836" y="42931"/>
                </a:lnTo>
                <a:lnTo>
                  <a:pt x="1989191" y="43345"/>
                </a:lnTo>
                <a:lnTo>
                  <a:pt x="1988560" y="43769"/>
                </a:lnTo>
                <a:lnTo>
                  <a:pt x="1987943" y="44203"/>
                </a:lnTo>
                <a:lnTo>
                  <a:pt x="1987341" y="44649"/>
                </a:lnTo>
                <a:lnTo>
                  <a:pt x="1986752" y="45105"/>
                </a:lnTo>
                <a:lnTo>
                  <a:pt x="1986177" y="45573"/>
                </a:lnTo>
                <a:lnTo>
                  <a:pt x="1985617" y="46051"/>
                </a:lnTo>
                <a:lnTo>
                  <a:pt x="1985070" y="46539"/>
                </a:lnTo>
                <a:lnTo>
                  <a:pt x="1984538" y="47039"/>
                </a:lnTo>
                <a:lnTo>
                  <a:pt x="1984019" y="47550"/>
                </a:lnTo>
                <a:lnTo>
                  <a:pt x="1983515" y="48071"/>
                </a:lnTo>
                <a:lnTo>
                  <a:pt x="1983024" y="48603"/>
                </a:lnTo>
                <a:lnTo>
                  <a:pt x="1982548" y="49146"/>
                </a:lnTo>
                <a:lnTo>
                  <a:pt x="1982085" y="49699"/>
                </a:lnTo>
                <a:lnTo>
                  <a:pt x="1981637" y="50264"/>
                </a:lnTo>
                <a:lnTo>
                  <a:pt x="1981203" y="50839"/>
                </a:lnTo>
                <a:lnTo>
                  <a:pt x="1980782" y="51425"/>
                </a:lnTo>
                <a:lnTo>
                  <a:pt x="1980376" y="52022"/>
                </a:lnTo>
                <a:lnTo>
                  <a:pt x="1979984" y="52629"/>
                </a:lnTo>
                <a:lnTo>
                  <a:pt x="1979605" y="53248"/>
                </a:lnTo>
                <a:lnTo>
                  <a:pt x="1979241" y="53877"/>
                </a:lnTo>
                <a:lnTo>
                  <a:pt x="1978891" y="54514"/>
                </a:lnTo>
                <a:lnTo>
                  <a:pt x="1978556" y="55157"/>
                </a:lnTo>
                <a:lnTo>
                  <a:pt x="1978236" y="55807"/>
                </a:lnTo>
                <a:lnTo>
                  <a:pt x="1977931" y="56462"/>
                </a:lnTo>
                <a:lnTo>
                  <a:pt x="1977641" y="57123"/>
                </a:lnTo>
                <a:lnTo>
                  <a:pt x="1977366" y="57789"/>
                </a:lnTo>
                <a:lnTo>
                  <a:pt x="1977105" y="58462"/>
                </a:lnTo>
                <a:lnTo>
                  <a:pt x="1976860" y="59141"/>
                </a:lnTo>
                <a:lnTo>
                  <a:pt x="1976629" y="59826"/>
                </a:lnTo>
                <a:lnTo>
                  <a:pt x="1976413" y="60516"/>
                </a:lnTo>
                <a:lnTo>
                  <a:pt x="1976212" y="61212"/>
                </a:lnTo>
                <a:lnTo>
                  <a:pt x="1976026" y="61915"/>
                </a:lnTo>
                <a:lnTo>
                  <a:pt x="1975855" y="62623"/>
                </a:lnTo>
                <a:lnTo>
                  <a:pt x="1975699" y="63337"/>
                </a:lnTo>
                <a:lnTo>
                  <a:pt x="1975557" y="64057"/>
                </a:lnTo>
                <a:lnTo>
                  <a:pt x="1975431" y="64783"/>
                </a:lnTo>
                <a:lnTo>
                  <a:pt x="1975319" y="65515"/>
                </a:lnTo>
                <a:lnTo>
                  <a:pt x="1975223" y="66253"/>
                </a:lnTo>
                <a:lnTo>
                  <a:pt x="1975141" y="66997"/>
                </a:lnTo>
                <a:lnTo>
                  <a:pt x="1975074" y="67746"/>
                </a:lnTo>
                <a:lnTo>
                  <a:pt x="1975022" y="68502"/>
                </a:lnTo>
                <a:lnTo>
                  <a:pt x="1974984" y="69264"/>
                </a:lnTo>
                <a:lnTo>
                  <a:pt x="1974962" y="70031"/>
                </a:lnTo>
                <a:lnTo>
                  <a:pt x="1974955" y="70804"/>
                </a:lnTo>
                <a:lnTo>
                  <a:pt x="1974962" y="71536"/>
                </a:lnTo>
                <a:lnTo>
                  <a:pt x="1974984" y="72264"/>
                </a:lnTo>
                <a:lnTo>
                  <a:pt x="1975021" y="72988"/>
                </a:lnTo>
                <a:lnTo>
                  <a:pt x="1975072" y="73707"/>
                </a:lnTo>
                <a:lnTo>
                  <a:pt x="1975139" y="74422"/>
                </a:lnTo>
                <a:lnTo>
                  <a:pt x="1975219" y="75133"/>
                </a:lnTo>
                <a:lnTo>
                  <a:pt x="1975315" y="75839"/>
                </a:lnTo>
                <a:lnTo>
                  <a:pt x="1975425" y="76541"/>
                </a:lnTo>
                <a:lnTo>
                  <a:pt x="1975550" y="77238"/>
                </a:lnTo>
                <a:lnTo>
                  <a:pt x="1975690" y="77931"/>
                </a:lnTo>
                <a:lnTo>
                  <a:pt x="1975845" y="78620"/>
                </a:lnTo>
                <a:lnTo>
                  <a:pt x="1976014" y="79305"/>
                </a:lnTo>
                <a:lnTo>
                  <a:pt x="1976198" y="79985"/>
                </a:lnTo>
                <a:lnTo>
                  <a:pt x="1976396" y="80661"/>
                </a:lnTo>
                <a:lnTo>
                  <a:pt x="1976610" y="81332"/>
                </a:lnTo>
                <a:lnTo>
                  <a:pt x="1976838" y="81999"/>
                </a:lnTo>
                <a:lnTo>
                  <a:pt x="1977081" y="82662"/>
                </a:lnTo>
                <a:lnTo>
                  <a:pt x="1977338" y="83321"/>
                </a:lnTo>
                <a:lnTo>
                  <a:pt x="1977610" y="83975"/>
                </a:lnTo>
                <a:lnTo>
                  <a:pt x="1977897" y="84625"/>
                </a:lnTo>
                <a:lnTo>
                  <a:pt x="1978199" y="85270"/>
                </a:lnTo>
                <a:lnTo>
                  <a:pt x="1978515" y="85911"/>
                </a:lnTo>
                <a:lnTo>
                  <a:pt x="1978846" y="86548"/>
                </a:lnTo>
                <a:lnTo>
                  <a:pt x="1979192" y="87180"/>
                </a:lnTo>
                <a:lnTo>
                  <a:pt x="1979552" y="87806"/>
                </a:lnTo>
                <a:lnTo>
                  <a:pt x="1979926" y="88421"/>
                </a:lnTo>
                <a:lnTo>
                  <a:pt x="1980314" y="89026"/>
                </a:lnTo>
                <a:lnTo>
                  <a:pt x="1980715" y="89621"/>
                </a:lnTo>
                <a:lnTo>
                  <a:pt x="1981131" y="90206"/>
                </a:lnTo>
                <a:lnTo>
                  <a:pt x="1981560" y="90780"/>
                </a:lnTo>
                <a:lnTo>
                  <a:pt x="1982003" y="91345"/>
                </a:lnTo>
                <a:lnTo>
                  <a:pt x="1982460" y="91900"/>
                </a:lnTo>
                <a:lnTo>
                  <a:pt x="1982931" y="92444"/>
                </a:lnTo>
                <a:lnTo>
                  <a:pt x="1983416" y="92979"/>
                </a:lnTo>
                <a:lnTo>
                  <a:pt x="1983914" y="93503"/>
                </a:lnTo>
                <a:lnTo>
                  <a:pt x="1984427" y="94017"/>
                </a:lnTo>
                <a:lnTo>
                  <a:pt x="1984953" y="94522"/>
                </a:lnTo>
                <a:lnTo>
                  <a:pt x="1985493" y="95016"/>
                </a:lnTo>
                <a:lnTo>
                  <a:pt x="1986047" y="95500"/>
                </a:lnTo>
                <a:lnTo>
                  <a:pt x="1986615" y="95974"/>
                </a:lnTo>
                <a:lnTo>
                  <a:pt x="1987197" y="96438"/>
                </a:lnTo>
                <a:lnTo>
                  <a:pt x="1987793" y="96891"/>
                </a:lnTo>
                <a:lnTo>
                  <a:pt x="1988116" y="97127"/>
                </a:lnTo>
                <a:lnTo>
                  <a:pt x="1987932" y="97198"/>
                </a:lnTo>
                <a:lnTo>
                  <a:pt x="1987288" y="97458"/>
                </a:lnTo>
                <a:lnTo>
                  <a:pt x="1986661" y="97723"/>
                </a:lnTo>
                <a:lnTo>
                  <a:pt x="1986051" y="97994"/>
                </a:lnTo>
                <a:lnTo>
                  <a:pt x="1985459" y="98270"/>
                </a:lnTo>
                <a:lnTo>
                  <a:pt x="1984884" y="98551"/>
                </a:lnTo>
                <a:lnTo>
                  <a:pt x="1984327" y="98837"/>
                </a:lnTo>
                <a:lnTo>
                  <a:pt x="1983786" y="99129"/>
                </a:lnTo>
                <a:lnTo>
                  <a:pt x="1983263" y="99426"/>
                </a:lnTo>
                <a:lnTo>
                  <a:pt x="1982757" y="99729"/>
                </a:lnTo>
                <a:lnTo>
                  <a:pt x="1982269" y="100036"/>
                </a:lnTo>
                <a:lnTo>
                  <a:pt x="1981798" y="100350"/>
                </a:lnTo>
                <a:lnTo>
                  <a:pt x="1981344" y="100668"/>
                </a:lnTo>
                <a:lnTo>
                  <a:pt x="1980907" y="100992"/>
                </a:lnTo>
                <a:lnTo>
                  <a:pt x="1980488" y="101321"/>
                </a:lnTo>
                <a:lnTo>
                  <a:pt x="1980086" y="101655"/>
                </a:lnTo>
                <a:lnTo>
                  <a:pt x="1979701" y="101995"/>
                </a:lnTo>
                <a:lnTo>
                  <a:pt x="1979333" y="102340"/>
                </a:lnTo>
                <a:lnTo>
                  <a:pt x="1978983" y="102690"/>
                </a:lnTo>
                <a:lnTo>
                  <a:pt x="1978650" y="103045"/>
                </a:lnTo>
                <a:lnTo>
                  <a:pt x="1978332" y="103405"/>
                </a:lnTo>
                <a:lnTo>
                  <a:pt x="1978028" y="103766"/>
                </a:lnTo>
                <a:lnTo>
                  <a:pt x="1977738" y="104129"/>
                </a:lnTo>
                <a:lnTo>
                  <a:pt x="1977461" y="104493"/>
                </a:lnTo>
                <a:lnTo>
                  <a:pt x="1977197" y="104860"/>
                </a:lnTo>
                <a:lnTo>
                  <a:pt x="1976947" y="105229"/>
                </a:lnTo>
                <a:lnTo>
                  <a:pt x="1976710" y="105599"/>
                </a:lnTo>
                <a:lnTo>
                  <a:pt x="1976487" y="105971"/>
                </a:lnTo>
                <a:lnTo>
                  <a:pt x="1976278" y="106346"/>
                </a:lnTo>
                <a:lnTo>
                  <a:pt x="1976082" y="106722"/>
                </a:lnTo>
                <a:lnTo>
                  <a:pt x="1975900" y="107100"/>
                </a:lnTo>
                <a:lnTo>
                  <a:pt x="1975731" y="107480"/>
                </a:lnTo>
                <a:lnTo>
                  <a:pt x="1975575" y="107861"/>
                </a:lnTo>
                <a:lnTo>
                  <a:pt x="1975433" y="108245"/>
                </a:lnTo>
                <a:lnTo>
                  <a:pt x="1975305" y="108631"/>
                </a:lnTo>
                <a:lnTo>
                  <a:pt x="1975190" y="109018"/>
                </a:lnTo>
                <a:lnTo>
                  <a:pt x="1975089" y="109407"/>
                </a:lnTo>
                <a:lnTo>
                  <a:pt x="1975001" y="109798"/>
                </a:lnTo>
                <a:lnTo>
                  <a:pt x="1974926" y="110191"/>
                </a:lnTo>
                <a:lnTo>
                  <a:pt x="1974866" y="110586"/>
                </a:lnTo>
                <a:lnTo>
                  <a:pt x="1974818" y="110983"/>
                </a:lnTo>
                <a:lnTo>
                  <a:pt x="1974785" y="111382"/>
                </a:lnTo>
                <a:lnTo>
                  <a:pt x="1974764" y="111783"/>
                </a:lnTo>
                <a:lnTo>
                  <a:pt x="1974758" y="112185"/>
                </a:lnTo>
                <a:lnTo>
                  <a:pt x="1974761" y="112466"/>
                </a:lnTo>
                <a:lnTo>
                  <a:pt x="1974773" y="112747"/>
                </a:lnTo>
                <a:lnTo>
                  <a:pt x="1974793" y="113029"/>
                </a:lnTo>
                <a:lnTo>
                  <a:pt x="1974821" y="113313"/>
                </a:lnTo>
                <a:lnTo>
                  <a:pt x="1974856" y="113597"/>
                </a:lnTo>
                <a:lnTo>
                  <a:pt x="1974899" y="113882"/>
                </a:lnTo>
                <a:lnTo>
                  <a:pt x="1974950" y="114167"/>
                </a:lnTo>
                <a:lnTo>
                  <a:pt x="1975009" y="114454"/>
                </a:lnTo>
                <a:lnTo>
                  <a:pt x="1975076" y="114742"/>
                </a:lnTo>
                <a:lnTo>
                  <a:pt x="1975151" y="115030"/>
                </a:lnTo>
                <a:lnTo>
                  <a:pt x="1975234" y="115319"/>
                </a:lnTo>
                <a:lnTo>
                  <a:pt x="1975324" y="115609"/>
                </a:lnTo>
                <a:lnTo>
                  <a:pt x="1975423" y="115900"/>
                </a:lnTo>
                <a:lnTo>
                  <a:pt x="1975529" y="116192"/>
                </a:lnTo>
                <a:lnTo>
                  <a:pt x="1975643" y="116485"/>
                </a:lnTo>
                <a:lnTo>
                  <a:pt x="1975765" y="116778"/>
                </a:lnTo>
                <a:lnTo>
                  <a:pt x="1975895" y="117072"/>
                </a:lnTo>
                <a:lnTo>
                  <a:pt x="1976032" y="117368"/>
                </a:lnTo>
                <a:lnTo>
                  <a:pt x="1976178" y="117664"/>
                </a:lnTo>
                <a:lnTo>
                  <a:pt x="1976331" y="117961"/>
                </a:lnTo>
                <a:lnTo>
                  <a:pt x="1976493" y="118258"/>
                </a:lnTo>
                <a:lnTo>
                  <a:pt x="1976662" y="118557"/>
                </a:lnTo>
                <a:lnTo>
                  <a:pt x="1976839" y="118856"/>
                </a:lnTo>
                <a:lnTo>
                  <a:pt x="1977024" y="119157"/>
                </a:lnTo>
                <a:lnTo>
                  <a:pt x="1977218" y="119456"/>
                </a:lnTo>
                <a:lnTo>
                  <a:pt x="1977423" y="119753"/>
                </a:lnTo>
                <a:lnTo>
                  <a:pt x="1977639" y="120047"/>
                </a:lnTo>
                <a:lnTo>
                  <a:pt x="1977866" y="120340"/>
                </a:lnTo>
                <a:lnTo>
                  <a:pt x="1978103" y="120629"/>
                </a:lnTo>
                <a:lnTo>
                  <a:pt x="1978351" y="120917"/>
                </a:lnTo>
                <a:lnTo>
                  <a:pt x="1978610" y="121201"/>
                </a:lnTo>
                <a:lnTo>
                  <a:pt x="1978880" y="121484"/>
                </a:lnTo>
                <a:lnTo>
                  <a:pt x="1979160" y="121764"/>
                </a:lnTo>
                <a:lnTo>
                  <a:pt x="1979452" y="122042"/>
                </a:lnTo>
                <a:lnTo>
                  <a:pt x="1979754" y="122317"/>
                </a:lnTo>
                <a:lnTo>
                  <a:pt x="1980066" y="122590"/>
                </a:lnTo>
                <a:lnTo>
                  <a:pt x="1980390" y="122861"/>
                </a:lnTo>
                <a:lnTo>
                  <a:pt x="1980724" y="123129"/>
                </a:lnTo>
                <a:lnTo>
                  <a:pt x="1981070" y="123395"/>
                </a:lnTo>
                <a:lnTo>
                  <a:pt x="1981425" y="123658"/>
                </a:lnTo>
                <a:lnTo>
                  <a:pt x="1981792" y="123919"/>
                </a:lnTo>
                <a:lnTo>
                  <a:pt x="1982170" y="124178"/>
                </a:lnTo>
                <a:lnTo>
                  <a:pt x="1982558" y="124434"/>
                </a:lnTo>
                <a:lnTo>
                  <a:pt x="1982957" y="124688"/>
                </a:lnTo>
                <a:lnTo>
                  <a:pt x="1983367" y="124939"/>
                </a:lnTo>
                <a:lnTo>
                  <a:pt x="1983787" y="125188"/>
                </a:lnTo>
                <a:lnTo>
                  <a:pt x="1984219" y="125435"/>
                </a:lnTo>
                <a:lnTo>
                  <a:pt x="1984661" y="125679"/>
                </a:lnTo>
                <a:lnTo>
                  <a:pt x="1985115" y="125918"/>
                </a:lnTo>
                <a:lnTo>
                  <a:pt x="1985584" y="126151"/>
                </a:lnTo>
                <a:lnTo>
                  <a:pt x="1986066" y="126377"/>
                </a:lnTo>
                <a:lnTo>
                  <a:pt x="1986230" y="126450"/>
                </a:lnTo>
                <a:lnTo>
                  <a:pt x="1985740" y="126664"/>
                </a:lnTo>
                <a:lnTo>
                  <a:pt x="1984862" y="127073"/>
                </a:lnTo>
                <a:lnTo>
                  <a:pt x="1984012" y="127496"/>
                </a:lnTo>
                <a:lnTo>
                  <a:pt x="1983188" y="127932"/>
                </a:lnTo>
                <a:lnTo>
                  <a:pt x="1982391" y="128382"/>
                </a:lnTo>
                <a:lnTo>
                  <a:pt x="1981621" y="128846"/>
                </a:lnTo>
                <a:lnTo>
                  <a:pt x="1980878" y="129323"/>
                </a:lnTo>
                <a:lnTo>
                  <a:pt x="1980162" y="129813"/>
                </a:lnTo>
                <a:lnTo>
                  <a:pt x="1979473" y="130317"/>
                </a:lnTo>
                <a:lnTo>
                  <a:pt x="1978810" y="130835"/>
                </a:lnTo>
                <a:lnTo>
                  <a:pt x="1978175" y="131367"/>
                </a:lnTo>
                <a:lnTo>
                  <a:pt x="1977566" y="131911"/>
                </a:lnTo>
                <a:lnTo>
                  <a:pt x="1976983" y="132466"/>
                </a:lnTo>
                <a:lnTo>
                  <a:pt x="1976425" y="133028"/>
                </a:lnTo>
                <a:lnTo>
                  <a:pt x="1975892" y="133596"/>
                </a:lnTo>
                <a:lnTo>
                  <a:pt x="1975383" y="134170"/>
                </a:lnTo>
                <a:lnTo>
                  <a:pt x="1974899" y="134752"/>
                </a:lnTo>
                <a:lnTo>
                  <a:pt x="1974440" y="135340"/>
                </a:lnTo>
                <a:lnTo>
                  <a:pt x="1974006" y="135934"/>
                </a:lnTo>
                <a:lnTo>
                  <a:pt x="1973597" y="136535"/>
                </a:lnTo>
                <a:lnTo>
                  <a:pt x="1973212" y="137143"/>
                </a:lnTo>
                <a:lnTo>
                  <a:pt x="1972853" y="137758"/>
                </a:lnTo>
                <a:lnTo>
                  <a:pt x="1972518" y="138379"/>
                </a:lnTo>
                <a:lnTo>
                  <a:pt x="1972208" y="139006"/>
                </a:lnTo>
                <a:lnTo>
                  <a:pt x="1971923" y="139641"/>
                </a:lnTo>
                <a:lnTo>
                  <a:pt x="1971662" y="140282"/>
                </a:lnTo>
                <a:lnTo>
                  <a:pt x="1971426" y="140929"/>
                </a:lnTo>
                <a:lnTo>
                  <a:pt x="1971216" y="141583"/>
                </a:lnTo>
                <a:lnTo>
                  <a:pt x="1971030" y="142244"/>
                </a:lnTo>
                <a:lnTo>
                  <a:pt x="1970868" y="142912"/>
                </a:lnTo>
                <a:lnTo>
                  <a:pt x="1970732" y="143586"/>
                </a:lnTo>
                <a:lnTo>
                  <a:pt x="1970620" y="144267"/>
                </a:lnTo>
                <a:lnTo>
                  <a:pt x="1970533" y="144954"/>
                </a:lnTo>
                <a:lnTo>
                  <a:pt x="1970471" y="145648"/>
                </a:lnTo>
                <a:lnTo>
                  <a:pt x="1970434" y="146349"/>
                </a:lnTo>
                <a:lnTo>
                  <a:pt x="1970422" y="147056"/>
                </a:lnTo>
                <a:lnTo>
                  <a:pt x="1970429" y="147639"/>
                </a:lnTo>
                <a:lnTo>
                  <a:pt x="1970451" y="148219"/>
                </a:lnTo>
                <a:lnTo>
                  <a:pt x="1970486" y="148795"/>
                </a:lnTo>
                <a:lnTo>
                  <a:pt x="1970537" y="149367"/>
                </a:lnTo>
                <a:lnTo>
                  <a:pt x="1970601" y="149937"/>
                </a:lnTo>
                <a:lnTo>
                  <a:pt x="1970680" y="150502"/>
                </a:lnTo>
                <a:lnTo>
                  <a:pt x="1970774" y="151065"/>
                </a:lnTo>
                <a:lnTo>
                  <a:pt x="1970882" y="151623"/>
                </a:lnTo>
                <a:lnTo>
                  <a:pt x="1971004" y="152179"/>
                </a:lnTo>
                <a:lnTo>
                  <a:pt x="1971140" y="152730"/>
                </a:lnTo>
                <a:lnTo>
                  <a:pt x="1971291" y="153279"/>
                </a:lnTo>
                <a:lnTo>
                  <a:pt x="1971456" y="153824"/>
                </a:lnTo>
                <a:lnTo>
                  <a:pt x="1971636" y="154365"/>
                </a:lnTo>
                <a:lnTo>
                  <a:pt x="1971830" y="154903"/>
                </a:lnTo>
                <a:lnTo>
                  <a:pt x="1972038" y="155437"/>
                </a:lnTo>
                <a:lnTo>
                  <a:pt x="1972261" y="155968"/>
                </a:lnTo>
                <a:lnTo>
                  <a:pt x="1972498" y="156496"/>
                </a:lnTo>
                <a:lnTo>
                  <a:pt x="1972750" y="157020"/>
                </a:lnTo>
                <a:lnTo>
                  <a:pt x="1973016" y="157540"/>
                </a:lnTo>
                <a:lnTo>
                  <a:pt x="1973296" y="158057"/>
                </a:lnTo>
                <a:lnTo>
                  <a:pt x="1973590" y="158571"/>
                </a:lnTo>
                <a:lnTo>
                  <a:pt x="1973899" y="159081"/>
                </a:lnTo>
                <a:lnTo>
                  <a:pt x="1974223" y="159588"/>
                </a:lnTo>
                <a:lnTo>
                  <a:pt x="1974560" y="160091"/>
                </a:lnTo>
                <a:lnTo>
                  <a:pt x="1974914" y="160588"/>
                </a:lnTo>
                <a:lnTo>
                  <a:pt x="1975286" y="161078"/>
                </a:lnTo>
                <a:lnTo>
                  <a:pt x="1975676" y="161558"/>
                </a:lnTo>
                <a:lnTo>
                  <a:pt x="1976084" y="162031"/>
                </a:lnTo>
                <a:lnTo>
                  <a:pt x="1976509" y="162495"/>
                </a:lnTo>
                <a:lnTo>
                  <a:pt x="1976953" y="162950"/>
                </a:lnTo>
                <a:lnTo>
                  <a:pt x="1977415" y="163398"/>
                </a:lnTo>
                <a:lnTo>
                  <a:pt x="1977894" y="163836"/>
                </a:lnTo>
                <a:lnTo>
                  <a:pt x="1978392" y="164267"/>
                </a:lnTo>
                <a:lnTo>
                  <a:pt x="1978908" y="164689"/>
                </a:lnTo>
                <a:lnTo>
                  <a:pt x="1979441" y="165103"/>
                </a:lnTo>
                <a:lnTo>
                  <a:pt x="1979993" y="165508"/>
                </a:lnTo>
                <a:lnTo>
                  <a:pt x="1980562" y="165905"/>
                </a:lnTo>
                <a:lnTo>
                  <a:pt x="1981149" y="166294"/>
                </a:lnTo>
                <a:lnTo>
                  <a:pt x="1981755" y="166674"/>
                </a:lnTo>
                <a:lnTo>
                  <a:pt x="1982378" y="167046"/>
                </a:lnTo>
                <a:lnTo>
                  <a:pt x="1983019" y="167410"/>
                </a:lnTo>
                <a:lnTo>
                  <a:pt x="1983679" y="167765"/>
                </a:lnTo>
                <a:lnTo>
                  <a:pt x="1984356" y="168112"/>
                </a:lnTo>
                <a:lnTo>
                  <a:pt x="1985051" y="168450"/>
                </a:lnTo>
                <a:lnTo>
                  <a:pt x="1985764" y="168780"/>
                </a:lnTo>
                <a:lnTo>
                  <a:pt x="1986495" y="169102"/>
                </a:lnTo>
                <a:lnTo>
                  <a:pt x="1987244" y="169415"/>
                </a:lnTo>
                <a:lnTo>
                  <a:pt x="1988011" y="169720"/>
                </a:lnTo>
                <a:lnTo>
                  <a:pt x="1988798" y="170015"/>
                </a:lnTo>
                <a:lnTo>
                  <a:pt x="1989607" y="170297"/>
                </a:lnTo>
                <a:lnTo>
                  <a:pt x="1990437" y="170567"/>
                </a:lnTo>
                <a:lnTo>
                  <a:pt x="1991289" y="170824"/>
                </a:lnTo>
                <a:lnTo>
                  <a:pt x="1992163" y="171068"/>
                </a:lnTo>
                <a:lnTo>
                  <a:pt x="1993058" y="171300"/>
                </a:lnTo>
                <a:lnTo>
                  <a:pt x="1993976" y="171520"/>
                </a:lnTo>
                <a:lnTo>
                  <a:pt x="1994915" y="171727"/>
                </a:lnTo>
                <a:lnTo>
                  <a:pt x="1995875" y="171921"/>
                </a:lnTo>
                <a:lnTo>
                  <a:pt x="1996858" y="172103"/>
                </a:lnTo>
                <a:lnTo>
                  <a:pt x="1997862" y="172272"/>
                </a:lnTo>
                <a:lnTo>
                  <a:pt x="1998888" y="172429"/>
                </a:lnTo>
                <a:lnTo>
                  <a:pt x="1999935" y="172573"/>
                </a:lnTo>
                <a:lnTo>
                  <a:pt x="2001004" y="172705"/>
                </a:lnTo>
                <a:lnTo>
                  <a:pt x="2002096" y="172824"/>
                </a:lnTo>
                <a:lnTo>
                  <a:pt x="2003208" y="172931"/>
                </a:lnTo>
                <a:lnTo>
                  <a:pt x="2004343" y="173025"/>
                </a:lnTo>
                <a:lnTo>
                  <a:pt x="2005499" y="173106"/>
                </a:lnTo>
                <a:lnTo>
                  <a:pt x="2006677" y="173175"/>
                </a:lnTo>
                <a:lnTo>
                  <a:pt x="2007877" y="173232"/>
                </a:lnTo>
                <a:lnTo>
                  <a:pt x="2009098" y="173276"/>
                </a:lnTo>
                <a:lnTo>
                  <a:pt x="2010341" y="173307"/>
                </a:lnTo>
                <a:lnTo>
                  <a:pt x="2011606" y="173326"/>
                </a:lnTo>
                <a:lnTo>
                  <a:pt x="2012893" y="173332"/>
                </a:lnTo>
                <a:lnTo>
                  <a:pt x="2014770" y="173318"/>
                </a:lnTo>
                <a:lnTo>
                  <a:pt x="2016609" y="173273"/>
                </a:lnTo>
                <a:lnTo>
                  <a:pt x="2018409" y="173200"/>
                </a:lnTo>
                <a:lnTo>
                  <a:pt x="2020170" y="173097"/>
                </a:lnTo>
                <a:lnTo>
                  <a:pt x="2021892" y="172964"/>
                </a:lnTo>
                <a:lnTo>
                  <a:pt x="2023575" y="172803"/>
                </a:lnTo>
                <a:lnTo>
                  <a:pt x="2025219" y="172611"/>
                </a:lnTo>
                <a:lnTo>
                  <a:pt x="2026825" y="172391"/>
                </a:lnTo>
                <a:lnTo>
                  <a:pt x="2028392" y="172141"/>
                </a:lnTo>
                <a:lnTo>
                  <a:pt x="2029920" y="171861"/>
                </a:lnTo>
                <a:lnTo>
                  <a:pt x="2031409" y="171552"/>
                </a:lnTo>
                <a:lnTo>
                  <a:pt x="2032859" y="171214"/>
                </a:lnTo>
                <a:lnTo>
                  <a:pt x="2034271" y="170846"/>
                </a:lnTo>
                <a:lnTo>
                  <a:pt x="2035643" y="170449"/>
                </a:lnTo>
                <a:lnTo>
                  <a:pt x="2036977" y="170022"/>
                </a:lnTo>
                <a:lnTo>
                  <a:pt x="2038272" y="169566"/>
                </a:lnTo>
                <a:lnTo>
                  <a:pt x="2039528" y="169080"/>
                </a:lnTo>
                <a:lnTo>
                  <a:pt x="2040746" y="168565"/>
                </a:lnTo>
                <a:lnTo>
                  <a:pt x="2041924" y="168021"/>
                </a:lnTo>
                <a:lnTo>
                  <a:pt x="2043064" y="167447"/>
                </a:lnTo>
                <a:lnTo>
                  <a:pt x="2044165" y="166844"/>
                </a:lnTo>
                <a:lnTo>
                  <a:pt x="2045226" y="166211"/>
                </a:lnTo>
                <a:lnTo>
                  <a:pt x="2046250" y="165549"/>
                </a:lnTo>
                <a:lnTo>
                  <a:pt x="2047234" y="164858"/>
                </a:lnTo>
                <a:lnTo>
                  <a:pt x="2048179" y="164143"/>
                </a:lnTo>
                <a:lnTo>
                  <a:pt x="2049083" y="163412"/>
                </a:lnTo>
                <a:lnTo>
                  <a:pt x="2049948" y="162665"/>
                </a:lnTo>
                <a:lnTo>
                  <a:pt x="2050772" y="161901"/>
                </a:lnTo>
                <a:lnTo>
                  <a:pt x="2051556" y="161120"/>
                </a:lnTo>
                <a:lnTo>
                  <a:pt x="2052299" y="160323"/>
                </a:lnTo>
                <a:lnTo>
                  <a:pt x="2053003" y="159509"/>
                </a:lnTo>
                <a:lnTo>
                  <a:pt x="2053666" y="158678"/>
                </a:lnTo>
                <a:lnTo>
                  <a:pt x="2054290" y="157832"/>
                </a:lnTo>
                <a:lnTo>
                  <a:pt x="2054872" y="156968"/>
                </a:lnTo>
                <a:lnTo>
                  <a:pt x="2055415" y="156088"/>
                </a:lnTo>
                <a:lnTo>
                  <a:pt x="2055918" y="155192"/>
                </a:lnTo>
                <a:lnTo>
                  <a:pt x="2056380" y="154279"/>
                </a:lnTo>
                <a:lnTo>
                  <a:pt x="2056802" y="153349"/>
                </a:lnTo>
                <a:lnTo>
                  <a:pt x="2057184" y="152403"/>
                </a:lnTo>
                <a:lnTo>
                  <a:pt x="2057526" y="151440"/>
                </a:lnTo>
                <a:lnTo>
                  <a:pt x="2057827" y="150461"/>
                </a:lnTo>
                <a:lnTo>
                  <a:pt x="2058089" y="149465"/>
                </a:lnTo>
                <a:lnTo>
                  <a:pt x="2058310" y="148452"/>
                </a:lnTo>
                <a:lnTo>
                  <a:pt x="2058491" y="147423"/>
                </a:lnTo>
                <a:lnTo>
                  <a:pt x="2058631" y="146378"/>
                </a:lnTo>
                <a:lnTo>
                  <a:pt x="2058732" y="145316"/>
                </a:lnTo>
                <a:lnTo>
                  <a:pt x="2058792" y="144237"/>
                </a:lnTo>
                <a:lnTo>
                  <a:pt x="2058812" y="143142"/>
                </a:lnTo>
                <a:lnTo>
                  <a:pt x="2058795" y="142042"/>
                </a:lnTo>
                <a:lnTo>
                  <a:pt x="2058742" y="140967"/>
                </a:lnTo>
                <a:lnTo>
                  <a:pt x="2058654" y="139916"/>
                </a:lnTo>
                <a:lnTo>
                  <a:pt x="2058530" y="138889"/>
                </a:lnTo>
                <a:lnTo>
                  <a:pt x="2058372" y="137886"/>
                </a:lnTo>
                <a:lnTo>
                  <a:pt x="2058178" y="136908"/>
                </a:lnTo>
                <a:lnTo>
                  <a:pt x="2057949" y="135953"/>
                </a:lnTo>
                <a:lnTo>
                  <a:pt x="2057685" y="135023"/>
                </a:lnTo>
                <a:lnTo>
                  <a:pt x="2057385" y="134117"/>
                </a:lnTo>
                <a:lnTo>
                  <a:pt x="2057050" y="133236"/>
                </a:lnTo>
                <a:lnTo>
                  <a:pt x="2056680" y="132378"/>
                </a:lnTo>
                <a:lnTo>
                  <a:pt x="2056275" y="131545"/>
                </a:lnTo>
                <a:lnTo>
                  <a:pt x="2055834" y="130736"/>
                </a:lnTo>
                <a:lnTo>
                  <a:pt x="2055359" y="129951"/>
                </a:lnTo>
                <a:lnTo>
                  <a:pt x="2054848" y="129190"/>
                </a:lnTo>
                <a:lnTo>
                  <a:pt x="2054301" y="128454"/>
                </a:lnTo>
                <a:lnTo>
                  <a:pt x="2053720" y="127742"/>
                </a:lnTo>
                <a:lnTo>
                  <a:pt x="2053103" y="127054"/>
                </a:lnTo>
                <a:lnTo>
                  <a:pt x="2052451" y="126390"/>
                </a:lnTo>
                <a:lnTo>
                  <a:pt x="2051764" y="125750"/>
                </a:lnTo>
                <a:lnTo>
                  <a:pt x="2051042" y="125135"/>
                </a:lnTo>
                <a:lnTo>
                  <a:pt x="2050284" y="124544"/>
                </a:lnTo>
                <a:lnTo>
                  <a:pt x="2049491" y="123977"/>
                </a:lnTo>
                <a:lnTo>
                  <a:pt x="2048663" y="123434"/>
                </a:lnTo>
                <a:lnTo>
                  <a:pt x="2047793" y="122914"/>
                </a:lnTo>
                <a:lnTo>
                  <a:pt x="2046877" y="122417"/>
                </a:lnTo>
                <a:lnTo>
                  <a:pt x="2045914" y="121941"/>
                </a:lnTo>
                <a:lnTo>
                  <a:pt x="2044905" y="121488"/>
                </a:lnTo>
                <a:lnTo>
                  <a:pt x="2043848" y="121057"/>
                </a:lnTo>
                <a:lnTo>
                  <a:pt x="2042744" y="120648"/>
                </a:lnTo>
                <a:lnTo>
                  <a:pt x="2041594" y="120261"/>
                </a:lnTo>
                <a:lnTo>
                  <a:pt x="2040396" y="119896"/>
                </a:lnTo>
                <a:lnTo>
                  <a:pt x="2039152" y="119553"/>
                </a:lnTo>
                <a:lnTo>
                  <a:pt x="2037861" y="119233"/>
                </a:lnTo>
                <a:lnTo>
                  <a:pt x="2036523" y="118934"/>
                </a:lnTo>
                <a:lnTo>
                  <a:pt x="2035138" y="118658"/>
                </a:lnTo>
                <a:lnTo>
                  <a:pt x="2033706" y="118404"/>
                </a:lnTo>
                <a:lnTo>
                  <a:pt x="2032228" y="118171"/>
                </a:lnTo>
                <a:lnTo>
                  <a:pt x="2030702" y="117961"/>
                </a:lnTo>
                <a:lnTo>
                  <a:pt x="2029130" y="117773"/>
                </a:lnTo>
                <a:lnTo>
                  <a:pt x="2027511" y="117608"/>
                </a:lnTo>
                <a:lnTo>
                  <a:pt x="2025845" y="117464"/>
                </a:lnTo>
                <a:lnTo>
                  <a:pt x="2024132" y="117342"/>
                </a:lnTo>
                <a:lnTo>
                  <a:pt x="2022372" y="117243"/>
                </a:lnTo>
                <a:lnTo>
                  <a:pt x="2020565" y="117165"/>
                </a:lnTo>
                <a:lnTo>
                  <a:pt x="2018711" y="117110"/>
                </a:lnTo>
                <a:lnTo>
                  <a:pt x="2016811" y="117077"/>
                </a:lnTo>
                <a:lnTo>
                  <a:pt x="2014863" y="117066"/>
                </a:lnTo>
                <a:lnTo>
                  <a:pt x="2008458" y="117066"/>
                </a:lnTo>
                <a:lnTo>
                  <a:pt x="2007815" y="117064"/>
                </a:lnTo>
                <a:lnTo>
                  <a:pt x="2007184" y="117059"/>
                </a:lnTo>
                <a:lnTo>
                  <a:pt x="2006565" y="117051"/>
                </a:lnTo>
                <a:lnTo>
                  <a:pt x="2005958" y="117040"/>
                </a:lnTo>
                <a:lnTo>
                  <a:pt x="2005362" y="117025"/>
                </a:lnTo>
                <a:lnTo>
                  <a:pt x="2004778" y="117007"/>
                </a:lnTo>
                <a:lnTo>
                  <a:pt x="2004206" y="116986"/>
                </a:lnTo>
                <a:lnTo>
                  <a:pt x="2003646" y="116961"/>
                </a:lnTo>
                <a:lnTo>
                  <a:pt x="2003098" y="116933"/>
                </a:lnTo>
                <a:lnTo>
                  <a:pt x="2002561" y="116902"/>
                </a:lnTo>
                <a:lnTo>
                  <a:pt x="2002037" y="116868"/>
                </a:lnTo>
                <a:lnTo>
                  <a:pt x="2001524" y="116830"/>
                </a:lnTo>
                <a:lnTo>
                  <a:pt x="2001022" y="116789"/>
                </a:lnTo>
                <a:lnTo>
                  <a:pt x="2000533" y="116745"/>
                </a:lnTo>
                <a:lnTo>
                  <a:pt x="2000055" y="116698"/>
                </a:lnTo>
                <a:lnTo>
                  <a:pt x="1999590" y="116647"/>
                </a:lnTo>
                <a:lnTo>
                  <a:pt x="1999136" y="116593"/>
                </a:lnTo>
                <a:lnTo>
                  <a:pt x="1998694" y="116536"/>
                </a:lnTo>
                <a:lnTo>
                  <a:pt x="1998263" y="116475"/>
                </a:lnTo>
                <a:lnTo>
                  <a:pt x="1997845" y="116411"/>
                </a:lnTo>
                <a:lnTo>
                  <a:pt x="1997438" y="116344"/>
                </a:lnTo>
                <a:lnTo>
                  <a:pt x="1997043" y="116274"/>
                </a:lnTo>
                <a:lnTo>
                  <a:pt x="1996660" y="116200"/>
                </a:lnTo>
                <a:lnTo>
                  <a:pt x="1996289" y="116123"/>
                </a:lnTo>
                <a:lnTo>
                  <a:pt x="1995928" y="116044"/>
                </a:lnTo>
                <a:lnTo>
                  <a:pt x="1995576" y="115962"/>
                </a:lnTo>
                <a:lnTo>
                  <a:pt x="1995232" y="115879"/>
                </a:lnTo>
                <a:lnTo>
                  <a:pt x="1994898" y="115793"/>
                </a:lnTo>
                <a:lnTo>
                  <a:pt x="1994573" y="115705"/>
                </a:lnTo>
                <a:lnTo>
                  <a:pt x="1994256" y="115615"/>
                </a:lnTo>
                <a:lnTo>
                  <a:pt x="1993949" y="115523"/>
                </a:lnTo>
                <a:lnTo>
                  <a:pt x="1993650" y="115429"/>
                </a:lnTo>
                <a:lnTo>
                  <a:pt x="1993360" y="115333"/>
                </a:lnTo>
                <a:lnTo>
                  <a:pt x="1993079" y="115235"/>
                </a:lnTo>
                <a:lnTo>
                  <a:pt x="1992807" y="115135"/>
                </a:lnTo>
                <a:lnTo>
                  <a:pt x="1992544" y="115033"/>
                </a:lnTo>
                <a:lnTo>
                  <a:pt x="1992290" y="114928"/>
                </a:lnTo>
                <a:lnTo>
                  <a:pt x="1992045" y="114822"/>
                </a:lnTo>
                <a:lnTo>
                  <a:pt x="1991808" y="114713"/>
                </a:lnTo>
                <a:lnTo>
                  <a:pt x="1991581" y="114603"/>
                </a:lnTo>
                <a:lnTo>
                  <a:pt x="1991362" y="114490"/>
                </a:lnTo>
                <a:lnTo>
                  <a:pt x="1991152" y="114376"/>
                </a:lnTo>
                <a:lnTo>
                  <a:pt x="1990951" y="114259"/>
                </a:lnTo>
                <a:lnTo>
                  <a:pt x="1990759" y="114140"/>
                </a:lnTo>
                <a:lnTo>
                  <a:pt x="1990576" y="114019"/>
                </a:lnTo>
                <a:lnTo>
                  <a:pt x="1990402" y="113897"/>
                </a:lnTo>
                <a:lnTo>
                  <a:pt x="1990237" y="113772"/>
                </a:lnTo>
                <a:lnTo>
                  <a:pt x="1990081" y="113645"/>
                </a:lnTo>
                <a:lnTo>
                  <a:pt x="1989932" y="113516"/>
                </a:lnTo>
                <a:lnTo>
                  <a:pt x="1989789" y="113385"/>
                </a:lnTo>
                <a:lnTo>
                  <a:pt x="1989653" y="113253"/>
                </a:lnTo>
                <a:lnTo>
                  <a:pt x="1989524" y="113120"/>
                </a:lnTo>
                <a:lnTo>
                  <a:pt x="1989400" y="112985"/>
                </a:lnTo>
                <a:lnTo>
                  <a:pt x="1989283" y="112848"/>
                </a:lnTo>
                <a:lnTo>
                  <a:pt x="1989172" y="112710"/>
                </a:lnTo>
                <a:lnTo>
                  <a:pt x="1989068" y="112571"/>
                </a:lnTo>
                <a:lnTo>
                  <a:pt x="1988970" y="112429"/>
                </a:lnTo>
                <a:lnTo>
                  <a:pt x="1988878" y="112287"/>
                </a:lnTo>
                <a:lnTo>
                  <a:pt x="1988792" y="112142"/>
                </a:lnTo>
                <a:lnTo>
                  <a:pt x="1988713" y="111996"/>
                </a:lnTo>
                <a:lnTo>
                  <a:pt x="1988641" y="111849"/>
                </a:lnTo>
                <a:lnTo>
                  <a:pt x="1988574" y="111700"/>
                </a:lnTo>
                <a:lnTo>
                  <a:pt x="1988514" y="111549"/>
                </a:lnTo>
                <a:lnTo>
                  <a:pt x="1988460" y="111397"/>
                </a:lnTo>
                <a:lnTo>
                  <a:pt x="1988413" y="111244"/>
                </a:lnTo>
                <a:lnTo>
                  <a:pt x="1988372" y="111089"/>
                </a:lnTo>
                <a:lnTo>
                  <a:pt x="1988337" y="110932"/>
                </a:lnTo>
                <a:lnTo>
                  <a:pt x="1988308" y="110773"/>
                </a:lnTo>
                <a:lnTo>
                  <a:pt x="1988286" y="110614"/>
                </a:lnTo>
                <a:lnTo>
                  <a:pt x="1988270" y="110452"/>
                </a:lnTo>
                <a:lnTo>
                  <a:pt x="1988261" y="110289"/>
                </a:lnTo>
                <a:lnTo>
                  <a:pt x="1988258" y="110125"/>
                </a:lnTo>
                <a:lnTo>
                  <a:pt x="1988263" y="109886"/>
                </a:lnTo>
                <a:lnTo>
                  <a:pt x="1988279" y="109649"/>
                </a:lnTo>
                <a:lnTo>
                  <a:pt x="1988305" y="109414"/>
                </a:lnTo>
                <a:lnTo>
                  <a:pt x="1988342" y="109181"/>
                </a:lnTo>
                <a:lnTo>
                  <a:pt x="1988390" y="108950"/>
                </a:lnTo>
                <a:lnTo>
                  <a:pt x="1988448" y="108721"/>
                </a:lnTo>
                <a:lnTo>
                  <a:pt x="1988517" y="108494"/>
                </a:lnTo>
                <a:lnTo>
                  <a:pt x="1988597" y="108268"/>
                </a:lnTo>
                <a:lnTo>
                  <a:pt x="1988687" y="108045"/>
                </a:lnTo>
                <a:lnTo>
                  <a:pt x="1988788" y="107823"/>
                </a:lnTo>
                <a:lnTo>
                  <a:pt x="1988899" y="107604"/>
                </a:lnTo>
                <a:lnTo>
                  <a:pt x="1989021" y="107386"/>
                </a:lnTo>
                <a:lnTo>
                  <a:pt x="1989154" y="107170"/>
                </a:lnTo>
                <a:lnTo>
                  <a:pt x="1989297" y="106956"/>
                </a:lnTo>
                <a:lnTo>
                  <a:pt x="1989451" y="106744"/>
                </a:lnTo>
                <a:lnTo>
                  <a:pt x="1989615" y="106534"/>
                </a:lnTo>
                <a:lnTo>
                  <a:pt x="1989790" y="106325"/>
                </a:lnTo>
                <a:lnTo>
                  <a:pt x="1989976" y="106119"/>
                </a:lnTo>
                <a:lnTo>
                  <a:pt x="1990172" y="105914"/>
                </a:lnTo>
                <a:lnTo>
                  <a:pt x="1990379" y="105712"/>
                </a:lnTo>
                <a:lnTo>
                  <a:pt x="1990596" y="105511"/>
                </a:lnTo>
                <a:lnTo>
                  <a:pt x="1990824" y="105313"/>
                </a:lnTo>
                <a:lnTo>
                  <a:pt x="1991063" y="105116"/>
                </a:lnTo>
                <a:lnTo>
                  <a:pt x="1991312" y="104921"/>
                </a:lnTo>
                <a:lnTo>
                  <a:pt x="1991571" y="104728"/>
                </a:lnTo>
                <a:lnTo>
                  <a:pt x="1991836" y="104538"/>
                </a:lnTo>
                <a:lnTo>
                  <a:pt x="1992110" y="104351"/>
                </a:lnTo>
                <a:lnTo>
                  <a:pt x="1992391" y="104167"/>
                </a:lnTo>
                <a:lnTo>
                  <a:pt x="1992679" y="103986"/>
                </a:lnTo>
                <a:lnTo>
                  <a:pt x="1992975" y="103808"/>
                </a:lnTo>
                <a:lnTo>
                  <a:pt x="1993279" y="103633"/>
                </a:lnTo>
                <a:lnTo>
                  <a:pt x="1993590" y="103460"/>
                </a:lnTo>
                <a:lnTo>
                  <a:pt x="1993908" y="103291"/>
                </a:lnTo>
                <a:lnTo>
                  <a:pt x="1994234" y="103125"/>
                </a:lnTo>
                <a:lnTo>
                  <a:pt x="1994568" y="102961"/>
                </a:lnTo>
                <a:lnTo>
                  <a:pt x="1994909" y="102801"/>
                </a:lnTo>
                <a:lnTo>
                  <a:pt x="1995258" y="102643"/>
                </a:lnTo>
                <a:lnTo>
                  <a:pt x="1995614" y="102488"/>
                </a:lnTo>
                <a:lnTo>
                  <a:pt x="1995978" y="102336"/>
                </a:lnTo>
                <a:lnTo>
                  <a:pt x="1996349" y="102188"/>
                </a:lnTo>
                <a:lnTo>
                  <a:pt x="1996728" y="102042"/>
                </a:lnTo>
                <a:lnTo>
                  <a:pt x="1997114" y="101899"/>
                </a:lnTo>
                <a:lnTo>
                  <a:pt x="1997194" y="101870"/>
                </a:lnTo>
                <a:lnTo>
                  <a:pt x="1997542" y="101989"/>
                </a:lnTo>
                <a:lnTo>
                  <a:pt x="1998334" y="102240"/>
                </a:lnTo>
                <a:lnTo>
                  <a:pt x="1999138" y="102474"/>
                </a:lnTo>
                <a:lnTo>
                  <a:pt x="1999955" y="102692"/>
                </a:lnTo>
                <a:lnTo>
                  <a:pt x="2000784" y="102894"/>
                </a:lnTo>
                <a:lnTo>
                  <a:pt x="2001626" y="103080"/>
                </a:lnTo>
                <a:lnTo>
                  <a:pt x="2002481" y="103250"/>
                </a:lnTo>
                <a:lnTo>
                  <a:pt x="2003347" y="103404"/>
                </a:lnTo>
                <a:lnTo>
                  <a:pt x="2004227" y="103541"/>
                </a:lnTo>
                <a:lnTo>
                  <a:pt x="2005118" y="103662"/>
                </a:lnTo>
                <a:lnTo>
                  <a:pt x="2006023" y="103767"/>
                </a:lnTo>
                <a:lnTo>
                  <a:pt x="2006939" y="103856"/>
                </a:lnTo>
                <a:lnTo>
                  <a:pt x="2007868" y="103929"/>
                </a:lnTo>
                <a:lnTo>
                  <a:pt x="2008810" y="103986"/>
                </a:lnTo>
                <a:lnTo>
                  <a:pt x="2009764" y="104026"/>
                </a:lnTo>
                <a:lnTo>
                  <a:pt x="2010731" y="104050"/>
                </a:lnTo>
                <a:lnTo>
                  <a:pt x="2011710" y="104058"/>
                </a:lnTo>
                <a:lnTo>
                  <a:pt x="2012746" y="104051"/>
                </a:lnTo>
                <a:lnTo>
                  <a:pt x="2013766" y="104027"/>
                </a:lnTo>
                <a:lnTo>
                  <a:pt x="2014773" y="103987"/>
                </a:lnTo>
                <a:lnTo>
                  <a:pt x="2015764" y="103932"/>
                </a:lnTo>
                <a:lnTo>
                  <a:pt x="2016741" y="103861"/>
                </a:lnTo>
                <a:lnTo>
                  <a:pt x="2017703" y="103774"/>
                </a:lnTo>
                <a:lnTo>
                  <a:pt x="2018650" y="103671"/>
                </a:lnTo>
                <a:lnTo>
                  <a:pt x="2019582" y="103552"/>
                </a:lnTo>
                <a:lnTo>
                  <a:pt x="2020500" y="103418"/>
                </a:lnTo>
                <a:lnTo>
                  <a:pt x="2021403" y="103267"/>
                </a:lnTo>
                <a:lnTo>
                  <a:pt x="2022292" y="103101"/>
                </a:lnTo>
                <a:lnTo>
                  <a:pt x="2023165" y="102919"/>
                </a:lnTo>
                <a:lnTo>
                  <a:pt x="2024024" y="102721"/>
                </a:lnTo>
                <a:lnTo>
                  <a:pt x="2024869" y="102508"/>
                </a:lnTo>
                <a:lnTo>
                  <a:pt x="2025698" y="102278"/>
                </a:lnTo>
                <a:lnTo>
                  <a:pt x="2026513" y="102033"/>
                </a:lnTo>
                <a:lnTo>
                  <a:pt x="2027313" y="101772"/>
                </a:lnTo>
                <a:lnTo>
                  <a:pt x="2028099" y="101495"/>
                </a:lnTo>
                <a:lnTo>
                  <a:pt x="2028869" y="101202"/>
                </a:lnTo>
                <a:lnTo>
                  <a:pt x="2029625" y="100894"/>
                </a:lnTo>
                <a:lnTo>
                  <a:pt x="2030367" y="100569"/>
                </a:lnTo>
                <a:lnTo>
                  <a:pt x="2031093" y="100229"/>
                </a:lnTo>
                <a:lnTo>
                  <a:pt x="2031805" y="99873"/>
                </a:lnTo>
                <a:lnTo>
                  <a:pt x="2032502" y="99501"/>
                </a:lnTo>
                <a:lnTo>
                  <a:pt x="2033185" y="99116"/>
                </a:lnTo>
                <a:lnTo>
                  <a:pt x="2033853" y="98721"/>
                </a:lnTo>
                <a:lnTo>
                  <a:pt x="2034506" y="98315"/>
                </a:lnTo>
                <a:lnTo>
                  <a:pt x="2035145" y="97898"/>
                </a:lnTo>
                <a:lnTo>
                  <a:pt x="2035769" y="97472"/>
                </a:lnTo>
                <a:lnTo>
                  <a:pt x="2036379" y="97034"/>
                </a:lnTo>
                <a:lnTo>
                  <a:pt x="2036974" y="96587"/>
                </a:lnTo>
                <a:lnTo>
                  <a:pt x="2037555" y="96129"/>
                </a:lnTo>
                <a:lnTo>
                  <a:pt x="2038121" y="95660"/>
                </a:lnTo>
                <a:lnTo>
                  <a:pt x="2038673" y="95181"/>
                </a:lnTo>
                <a:lnTo>
                  <a:pt x="2039210" y="94692"/>
                </a:lnTo>
                <a:lnTo>
                  <a:pt x="2039733" y="94192"/>
                </a:lnTo>
                <a:lnTo>
                  <a:pt x="2040241" y="93682"/>
                </a:lnTo>
                <a:lnTo>
                  <a:pt x="2040734" y="93161"/>
                </a:lnTo>
                <a:lnTo>
                  <a:pt x="2041213" y="92630"/>
                </a:lnTo>
                <a:lnTo>
                  <a:pt x="2041677" y="92089"/>
                </a:lnTo>
                <a:lnTo>
                  <a:pt x="2042127" y="91537"/>
                </a:lnTo>
                <a:lnTo>
                  <a:pt x="2042562" y="90974"/>
                </a:lnTo>
                <a:lnTo>
                  <a:pt x="2042983" y="90401"/>
                </a:lnTo>
                <a:lnTo>
                  <a:pt x="2043389" y="89818"/>
                </a:lnTo>
                <a:lnTo>
                  <a:pt x="2043781" y="89224"/>
                </a:lnTo>
                <a:lnTo>
                  <a:pt x="2044158" y="88620"/>
                </a:lnTo>
                <a:lnTo>
                  <a:pt x="2044521" y="88006"/>
                </a:lnTo>
                <a:lnTo>
                  <a:pt x="2044869" y="87381"/>
                </a:lnTo>
                <a:lnTo>
                  <a:pt x="2045203" y="86748"/>
                </a:lnTo>
                <a:lnTo>
                  <a:pt x="2045522" y="86110"/>
                </a:lnTo>
                <a:lnTo>
                  <a:pt x="2045827" y="85467"/>
                </a:lnTo>
                <a:lnTo>
                  <a:pt x="2046118" y="84819"/>
                </a:lnTo>
                <a:lnTo>
                  <a:pt x="2046395" y="84166"/>
                </a:lnTo>
                <a:lnTo>
                  <a:pt x="2046658" y="83508"/>
                </a:lnTo>
                <a:lnTo>
                  <a:pt x="2046907" y="82845"/>
                </a:lnTo>
                <a:lnTo>
                  <a:pt x="2047141" y="82177"/>
                </a:lnTo>
                <a:lnTo>
                  <a:pt x="2047361" y="81504"/>
                </a:lnTo>
                <a:lnTo>
                  <a:pt x="2047567" y="80826"/>
                </a:lnTo>
                <a:lnTo>
                  <a:pt x="2047758" y="80143"/>
                </a:lnTo>
                <a:lnTo>
                  <a:pt x="2047936" y="79455"/>
                </a:lnTo>
                <a:lnTo>
                  <a:pt x="2048099" y="78762"/>
                </a:lnTo>
                <a:lnTo>
                  <a:pt x="2048248" y="78064"/>
                </a:lnTo>
                <a:lnTo>
                  <a:pt x="2048383" y="77360"/>
                </a:lnTo>
                <a:lnTo>
                  <a:pt x="2048504" y="76652"/>
                </a:lnTo>
                <a:lnTo>
                  <a:pt x="2048610" y="75939"/>
                </a:lnTo>
                <a:lnTo>
                  <a:pt x="2048703" y="75220"/>
                </a:lnTo>
                <a:lnTo>
                  <a:pt x="2048781" y="74497"/>
                </a:lnTo>
                <a:lnTo>
                  <a:pt x="2048845" y="73768"/>
                </a:lnTo>
                <a:lnTo>
                  <a:pt x="2048894" y="73035"/>
                </a:lnTo>
                <a:lnTo>
                  <a:pt x="2048930" y="72296"/>
                </a:lnTo>
                <a:lnTo>
                  <a:pt x="2048951" y="71553"/>
                </a:lnTo>
                <a:lnTo>
                  <a:pt x="2048958" y="70804"/>
                </a:lnTo>
                <a:lnTo>
                  <a:pt x="2048951" y="70031"/>
                </a:lnTo>
                <a:lnTo>
                  <a:pt x="2048930" y="69264"/>
                </a:lnTo>
                <a:lnTo>
                  <a:pt x="2048895" y="68502"/>
                </a:lnTo>
                <a:lnTo>
                  <a:pt x="2048846" y="67746"/>
                </a:lnTo>
                <a:lnTo>
                  <a:pt x="2048783" y="66997"/>
                </a:lnTo>
                <a:lnTo>
                  <a:pt x="2048706" y="66253"/>
                </a:lnTo>
                <a:lnTo>
                  <a:pt x="2048615" y="65515"/>
                </a:lnTo>
                <a:lnTo>
                  <a:pt x="2048509" y="64783"/>
                </a:lnTo>
                <a:lnTo>
                  <a:pt x="2048390" y="64057"/>
                </a:lnTo>
                <a:lnTo>
                  <a:pt x="2048257" y="63337"/>
                </a:lnTo>
                <a:lnTo>
                  <a:pt x="2048110" y="62623"/>
                </a:lnTo>
                <a:lnTo>
                  <a:pt x="2047948" y="61915"/>
                </a:lnTo>
                <a:lnTo>
                  <a:pt x="2047773" y="61212"/>
                </a:lnTo>
                <a:lnTo>
                  <a:pt x="2047584" y="60516"/>
                </a:lnTo>
                <a:lnTo>
                  <a:pt x="2047380" y="59826"/>
                </a:lnTo>
                <a:lnTo>
                  <a:pt x="2047163" y="59141"/>
                </a:lnTo>
                <a:lnTo>
                  <a:pt x="2046931" y="58462"/>
                </a:lnTo>
                <a:lnTo>
                  <a:pt x="2046686" y="57789"/>
                </a:lnTo>
                <a:lnTo>
                  <a:pt x="2046426" y="57123"/>
                </a:lnTo>
                <a:lnTo>
                  <a:pt x="2046153" y="56462"/>
                </a:lnTo>
                <a:lnTo>
                  <a:pt x="2045865" y="55807"/>
                </a:lnTo>
                <a:lnTo>
                  <a:pt x="2045563" y="55157"/>
                </a:lnTo>
                <a:lnTo>
                  <a:pt x="2045248" y="54514"/>
                </a:lnTo>
                <a:lnTo>
                  <a:pt x="2044918" y="53877"/>
                </a:lnTo>
                <a:lnTo>
                  <a:pt x="2044574" y="53248"/>
                </a:lnTo>
                <a:lnTo>
                  <a:pt x="2044216" y="52629"/>
                </a:lnTo>
                <a:lnTo>
                  <a:pt x="2043843" y="52022"/>
                </a:lnTo>
                <a:lnTo>
                  <a:pt x="2043457" y="51425"/>
                </a:lnTo>
                <a:lnTo>
                  <a:pt x="2043055" y="50839"/>
                </a:lnTo>
                <a:lnTo>
                  <a:pt x="2042639" y="50264"/>
                </a:lnTo>
                <a:lnTo>
                  <a:pt x="2042209" y="49699"/>
                </a:lnTo>
                <a:lnTo>
                  <a:pt x="2041765" y="49146"/>
                </a:lnTo>
                <a:lnTo>
                  <a:pt x="2041306" y="48603"/>
                </a:lnTo>
                <a:lnTo>
                  <a:pt x="2040833" y="48071"/>
                </a:lnTo>
                <a:lnTo>
                  <a:pt x="2040345" y="47550"/>
                </a:lnTo>
                <a:lnTo>
                  <a:pt x="2039843" y="47039"/>
                </a:lnTo>
                <a:lnTo>
                  <a:pt x="2039327" y="46539"/>
                </a:lnTo>
                <a:lnTo>
                  <a:pt x="2038796" y="46051"/>
                </a:lnTo>
                <a:lnTo>
                  <a:pt x="2038320" y="45633"/>
                </a:lnTo>
                <a:lnTo>
                  <a:pt x="2038350" y="45597"/>
                </a:lnTo>
                <a:lnTo>
                  <a:pt x="2038695" y="45202"/>
                </a:lnTo>
                <a:lnTo>
                  <a:pt x="2039046" y="44823"/>
                </a:lnTo>
                <a:lnTo>
                  <a:pt x="2039405" y="44458"/>
                </a:lnTo>
                <a:close/>
                <a:moveTo>
                  <a:pt x="2008209" y="92586"/>
                </a:moveTo>
                <a:lnTo>
                  <a:pt x="2007550" y="92481"/>
                </a:lnTo>
                <a:lnTo>
                  <a:pt x="2006897" y="92357"/>
                </a:lnTo>
                <a:lnTo>
                  <a:pt x="2006252" y="92213"/>
                </a:lnTo>
                <a:lnTo>
                  <a:pt x="2005614" y="92051"/>
                </a:lnTo>
                <a:lnTo>
                  <a:pt x="2004982" y="91870"/>
                </a:lnTo>
                <a:lnTo>
                  <a:pt x="2004358" y="91669"/>
                </a:lnTo>
                <a:lnTo>
                  <a:pt x="2003741" y="91449"/>
                </a:lnTo>
                <a:lnTo>
                  <a:pt x="2003130" y="91210"/>
                </a:lnTo>
                <a:lnTo>
                  <a:pt x="2002527" y="90952"/>
                </a:lnTo>
                <a:lnTo>
                  <a:pt x="2001931" y="90675"/>
                </a:lnTo>
                <a:lnTo>
                  <a:pt x="2001342" y="90379"/>
                </a:lnTo>
                <a:lnTo>
                  <a:pt x="2000759" y="90064"/>
                </a:lnTo>
                <a:lnTo>
                  <a:pt x="2000184" y="89730"/>
                </a:lnTo>
                <a:lnTo>
                  <a:pt x="1999616" y="89376"/>
                </a:lnTo>
                <a:lnTo>
                  <a:pt x="1999055" y="89003"/>
                </a:lnTo>
                <a:lnTo>
                  <a:pt x="1998500" y="88612"/>
                </a:lnTo>
                <a:lnTo>
                  <a:pt x="1997953" y="88201"/>
                </a:lnTo>
                <a:lnTo>
                  <a:pt x="1997413" y="87771"/>
                </a:lnTo>
                <a:lnTo>
                  <a:pt x="1996880" y="87322"/>
                </a:lnTo>
                <a:lnTo>
                  <a:pt x="1996361" y="86853"/>
                </a:lnTo>
                <a:lnTo>
                  <a:pt x="1995865" y="86365"/>
                </a:lnTo>
                <a:lnTo>
                  <a:pt x="1995390" y="85858"/>
                </a:lnTo>
                <a:lnTo>
                  <a:pt x="1994938" y="85331"/>
                </a:lnTo>
                <a:lnTo>
                  <a:pt x="1994507" y="84785"/>
                </a:lnTo>
                <a:lnTo>
                  <a:pt x="1994099" y="84219"/>
                </a:lnTo>
                <a:lnTo>
                  <a:pt x="1993713" y="83633"/>
                </a:lnTo>
                <a:lnTo>
                  <a:pt x="1993349" y="83029"/>
                </a:lnTo>
                <a:lnTo>
                  <a:pt x="1993007" y="82404"/>
                </a:lnTo>
                <a:lnTo>
                  <a:pt x="1992687" y="81761"/>
                </a:lnTo>
                <a:lnTo>
                  <a:pt x="1992389" y="81098"/>
                </a:lnTo>
                <a:lnTo>
                  <a:pt x="1992113" y="80415"/>
                </a:lnTo>
                <a:lnTo>
                  <a:pt x="1991859" y="79713"/>
                </a:lnTo>
                <a:lnTo>
                  <a:pt x="1991627" y="78991"/>
                </a:lnTo>
                <a:lnTo>
                  <a:pt x="1991418" y="78250"/>
                </a:lnTo>
                <a:lnTo>
                  <a:pt x="1991230" y="77490"/>
                </a:lnTo>
                <a:lnTo>
                  <a:pt x="1991065" y="76710"/>
                </a:lnTo>
                <a:lnTo>
                  <a:pt x="1990921" y="75911"/>
                </a:lnTo>
                <a:lnTo>
                  <a:pt x="1990800" y="75092"/>
                </a:lnTo>
                <a:lnTo>
                  <a:pt x="1990701" y="74253"/>
                </a:lnTo>
                <a:lnTo>
                  <a:pt x="1990623" y="73396"/>
                </a:lnTo>
                <a:lnTo>
                  <a:pt x="1990568" y="72519"/>
                </a:lnTo>
                <a:lnTo>
                  <a:pt x="1990535" y="71622"/>
                </a:lnTo>
                <a:lnTo>
                  <a:pt x="1990524" y="70706"/>
                </a:lnTo>
                <a:lnTo>
                  <a:pt x="1990535" y="69798"/>
                </a:lnTo>
                <a:lnTo>
                  <a:pt x="1990567" y="68908"/>
                </a:lnTo>
                <a:lnTo>
                  <a:pt x="1990620" y="68037"/>
                </a:lnTo>
                <a:lnTo>
                  <a:pt x="1990695" y="67185"/>
                </a:lnTo>
                <a:lnTo>
                  <a:pt x="1990791" y="66351"/>
                </a:lnTo>
                <a:lnTo>
                  <a:pt x="1990909" y="65536"/>
                </a:lnTo>
                <a:lnTo>
                  <a:pt x="1991048" y="64739"/>
                </a:lnTo>
                <a:lnTo>
                  <a:pt x="1991208" y="63961"/>
                </a:lnTo>
                <a:lnTo>
                  <a:pt x="1991390" y="63202"/>
                </a:lnTo>
                <a:lnTo>
                  <a:pt x="1991593" y="62461"/>
                </a:lnTo>
                <a:lnTo>
                  <a:pt x="1991818" y="61739"/>
                </a:lnTo>
                <a:lnTo>
                  <a:pt x="1992064" y="61035"/>
                </a:lnTo>
                <a:lnTo>
                  <a:pt x="1992331" y="60350"/>
                </a:lnTo>
                <a:lnTo>
                  <a:pt x="1992620" y="59683"/>
                </a:lnTo>
                <a:lnTo>
                  <a:pt x="1992930" y="59035"/>
                </a:lnTo>
                <a:lnTo>
                  <a:pt x="1993261" y="58406"/>
                </a:lnTo>
                <a:lnTo>
                  <a:pt x="1993614" y="57795"/>
                </a:lnTo>
                <a:lnTo>
                  <a:pt x="1993988" y="57203"/>
                </a:lnTo>
                <a:lnTo>
                  <a:pt x="1994384" y="56629"/>
                </a:lnTo>
                <a:lnTo>
                  <a:pt x="1994801" y="56074"/>
                </a:lnTo>
                <a:lnTo>
                  <a:pt x="1995239" y="55538"/>
                </a:lnTo>
                <a:lnTo>
                  <a:pt x="1995699" y="55020"/>
                </a:lnTo>
                <a:lnTo>
                  <a:pt x="1996180" y="54521"/>
                </a:lnTo>
                <a:lnTo>
                  <a:pt x="1996683" y="54040"/>
                </a:lnTo>
                <a:lnTo>
                  <a:pt x="1997202" y="53578"/>
                </a:lnTo>
                <a:lnTo>
                  <a:pt x="1997731" y="53137"/>
                </a:lnTo>
                <a:lnTo>
                  <a:pt x="1998272" y="52714"/>
                </a:lnTo>
                <a:lnTo>
                  <a:pt x="1998825" y="52312"/>
                </a:lnTo>
                <a:lnTo>
                  <a:pt x="1999388" y="51929"/>
                </a:lnTo>
                <a:lnTo>
                  <a:pt x="1999962" y="51565"/>
                </a:lnTo>
                <a:lnTo>
                  <a:pt x="2000548" y="51221"/>
                </a:lnTo>
                <a:lnTo>
                  <a:pt x="2001144" y="50897"/>
                </a:lnTo>
                <a:lnTo>
                  <a:pt x="2001752" y="50593"/>
                </a:lnTo>
                <a:lnTo>
                  <a:pt x="2002371" y="50308"/>
                </a:lnTo>
                <a:lnTo>
                  <a:pt x="2003001" y="50043"/>
                </a:lnTo>
                <a:lnTo>
                  <a:pt x="2003642" y="49797"/>
                </a:lnTo>
                <a:lnTo>
                  <a:pt x="2004294" y="49572"/>
                </a:lnTo>
                <a:lnTo>
                  <a:pt x="2004958" y="49365"/>
                </a:lnTo>
                <a:lnTo>
                  <a:pt x="2005632" y="49179"/>
                </a:lnTo>
                <a:lnTo>
                  <a:pt x="2006318" y="49012"/>
                </a:lnTo>
                <a:lnTo>
                  <a:pt x="2007015" y="48864"/>
                </a:lnTo>
                <a:lnTo>
                  <a:pt x="2007722" y="48737"/>
                </a:lnTo>
                <a:lnTo>
                  <a:pt x="2008441" y="48629"/>
                </a:lnTo>
                <a:lnTo>
                  <a:pt x="2009171" y="48540"/>
                </a:lnTo>
                <a:lnTo>
                  <a:pt x="2009913" y="48472"/>
                </a:lnTo>
                <a:lnTo>
                  <a:pt x="2010665" y="48423"/>
                </a:lnTo>
                <a:lnTo>
                  <a:pt x="2011428" y="48393"/>
                </a:lnTo>
                <a:lnTo>
                  <a:pt x="2012203" y="48383"/>
                </a:lnTo>
                <a:lnTo>
                  <a:pt x="2012993" y="48393"/>
                </a:lnTo>
                <a:lnTo>
                  <a:pt x="2013770" y="48421"/>
                </a:lnTo>
                <a:lnTo>
                  <a:pt x="2014534" y="48469"/>
                </a:lnTo>
                <a:lnTo>
                  <a:pt x="2015285" y="48536"/>
                </a:lnTo>
                <a:lnTo>
                  <a:pt x="2016023" y="48622"/>
                </a:lnTo>
                <a:lnTo>
                  <a:pt x="2016748" y="48727"/>
                </a:lnTo>
                <a:lnTo>
                  <a:pt x="2017460" y="48852"/>
                </a:lnTo>
                <a:lnTo>
                  <a:pt x="2018159" y="48995"/>
                </a:lnTo>
                <a:lnTo>
                  <a:pt x="2018845" y="49158"/>
                </a:lnTo>
                <a:lnTo>
                  <a:pt x="2019518" y="49339"/>
                </a:lnTo>
                <a:lnTo>
                  <a:pt x="2020178" y="49540"/>
                </a:lnTo>
                <a:lnTo>
                  <a:pt x="2020825" y="49760"/>
                </a:lnTo>
                <a:lnTo>
                  <a:pt x="2021459" y="49999"/>
                </a:lnTo>
                <a:lnTo>
                  <a:pt x="2022080" y="50257"/>
                </a:lnTo>
                <a:lnTo>
                  <a:pt x="2022688" y="50534"/>
                </a:lnTo>
                <a:lnTo>
                  <a:pt x="2023283" y="50830"/>
                </a:lnTo>
                <a:lnTo>
                  <a:pt x="2023865" y="51146"/>
                </a:lnTo>
                <a:lnTo>
                  <a:pt x="2024434" y="51480"/>
                </a:lnTo>
                <a:lnTo>
                  <a:pt x="2024990" y="51834"/>
                </a:lnTo>
                <a:lnTo>
                  <a:pt x="2025533" y="52207"/>
                </a:lnTo>
                <a:lnTo>
                  <a:pt x="2026063" y="52599"/>
                </a:lnTo>
                <a:lnTo>
                  <a:pt x="2026580" y="53010"/>
                </a:lnTo>
                <a:lnTo>
                  <a:pt x="2027084" y="53440"/>
                </a:lnTo>
                <a:lnTo>
                  <a:pt x="2027575" y="53889"/>
                </a:lnTo>
                <a:lnTo>
                  <a:pt x="2028050" y="54358"/>
                </a:lnTo>
                <a:lnTo>
                  <a:pt x="2028504" y="54847"/>
                </a:lnTo>
                <a:lnTo>
                  <a:pt x="2028938" y="55357"/>
                </a:lnTo>
                <a:lnTo>
                  <a:pt x="2029352" y="55888"/>
                </a:lnTo>
                <a:lnTo>
                  <a:pt x="2029745" y="56439"/>
                </a:lnTo>
                <a:lnTo>
                  <a:pt x="2030119" y="57010"/>
                </a:lnTo>
                <a:lnTo>
                  <a:pt x="2030472" y="57602"/>
                </a:lnTo>
                <a:lnTo>
                  <a:pt x="2030805" y="58215"/>
                </a:lnTo>
                <a:lnTo>
                  <a:pt x="2031118" y="58848"/>
                </a:lnTo>
                <a:lnTo>
                  <a:pt x="2031411" y="59501"/>
                </a:lnTo>
                <a:lnTo>
                  <a:pt x="2031683" y="60175"/>
                </a:lnTo>
                <a:lnTo>
                  <a:pt x="2031936" y="60870"/>
                </a:lnTo>
                <a:lnTo>
                  <a:pt x="2032168" y="61585"/>
                </a:lnTo>
                <a:lnTo>
                  <a:pt x="2032380" y="62321"/>
                </a:lnTo>
                <a:lnTo>
                  <a:pt x="2032571" y="63077"/>
                </a:lnTo>
                <a:lnTo>
                  <a:pt x="2032743" y="63854"/>
                </a:lnTo>
                <a:lnTo>
                  <a:pt x="2032894" y="64651"/>
                </a:lnTo>
                <a:lnTo>
                  <a:pt x="2033026" y="65469"/>
                </a:lnTo>
                <a:lnTo>
                  <a:pt x="2033137" y="66308"/>
                </a:lnTo>
                <a:lnTo>
                  <a:pt x="2033227" y="67166"/>
                </a:lnTo>
                <a:lnTo>
                  <a:pt x="2033298" y="68046"/>
                </a:lnTo>
                <a:lnTo>
                  <a:pt x="2033349" y="68946"/>
                </a:lnTo>
                <a:lnTo>
                  <a:pt x="2033379" y="69866"/>
                </a:lnTo>
                <a:lnTo>
                  <a:pt x="2033389" y="70807"/>
                </a:lnTo>
                <a:lnTo>
                  <a:pt x="2033378" y="71707"/>
                </a:lnTo>
                <a:lnTo>
                  <a:pt x="2033346" y="72588"/>
                </a:lnTo>
                <a:lnTo>
                  <a:pt x="2033293" y="73450"/>
                </a:lnTo>
                <a:lnTo>
                  <a:pt x="2033218" y="74294"/>
                </a:lnTo>
                <a:lnTo>
                  <a:pt x="2033122" y="75120"/>
                </a:lnTo>
                <a:lnTo>
                  <a:pt x="2033004" y="75926"/>
                </a:lnTo>
                <a:lnTo>
                  <a:pt x="2032865" y="76715"/>
                </a:lnTo>
                <a:lnTo>
                  <a:pt x="2032705" y="77484"/>
                </a:lnTo>
                <a:lnTo>
                  <a:pt x="2032523" y="78235"/>
                </a:lnTo>
                <a:lnTo>
                  <a:pt x="2032320" y="78967"/>
                </a:lnTo>
                <a:lnTo>
                  <a:pt x="2032095" y="79681"/>
                </a:lnTo>
                <a:lnTo>
                  <a:pt x="2031849" y="80376"/>
                </a:lnTo>
                <a:lnTo>
                  <a:pt x="2031582" y="81053"/>
                </a:lnTo>
                <a:lnTo>
                  <a:pt x="2031293" y="81711"/>
                </a:lnTo>
                <a:lnTo>
                  <a:pt x="2030983" y="82351"/>
                </a:lnTo>
                <a:lnTo>
                  <a:pt x="2030652" y="82972"/>
                </a:lnTo>
                <a:lnTo>
                  <a:pt x="2030299" y="83574"/>
                </a:lnTo>
                <a:lnTo>
                  <a:pt x="2029925" y="84158"/>
                </a:lnTo>
                <a:lnTo>
                  <a:pt x="2029529" y="84723"/>
                </a:lnTo>
                <a:lnTo>
                  <a:pt x="2029112" y="85269"/>
                </a:lnTo>
                <a:lnTo>
                  <a:pt x="2028674" y="85797"/>
                </a:lnTo>
                <a:lnTo>
                  <a:pt x="2028214" y="86307"/>
                </a:lnTo>
                <a:lnTo>
                  <a:pt x="2027733" y="86797"/>
                </a:lnTo>
                <a:lnTo>
                  <a:pt x="2027230" y="87270"/>
                </a:lnTo>
                <a:lnTo>
                  <a:pt x="2026711" y="87723"/>
                </a:lnTo>
                <a:lnTo>
                  <a:pt x="2026181" y="88157"/>
                </a:lnTo>
                <a:lnTo>
                  <a:pt x="2025639" y="88572"/>
                </a:lnTo>
                <a:lnTo>
                  <a:pt x="2025086" y="88967"/>
                </a:lnTo>
                <a:lnTo>
                  <a:pt x="2024521" y="89343"/>
                </a:lnTo>
                <a:lnTo>
                  <a:pt x="2023945" y="89700"/>
                </a:lnTo>
                <a:lnTo>
                  <a:pt x="2023357" y="90038"/>
                </a:lnTo>
                <a:lnTo>
                  <a:pt x="2022758" y="90356"/>
                </a:lnTo>
                <a:lnTo>
                  <a:pt x="2022147" y="90655"/>
                </a:lnTo>
                <a:lnTo>
                  <a:pt x="2021525" y="90935"/>
                </a:lnTo>
                <a:lnTo>
                  <a:pt x="2020891" y="91195"/>
                </a:lnTo>
                <a:lnTo>
                  <a:pt x="2020246" y="91436"/>
                </a:lnTo>
                <a:lnTo>
                  <a:pt x="2019590" y="91658"/>
                </a:lnTo>
                <a:lnTo>
                  <a:pt x="2018922" y="91860"/>
                </a:lnTo>
                <a:lnTo>
                  <a:pt x="2018242" y="92044"/>
                </a:lnTo>
                <a:lnTo>
                  <a:pt x="2017551" y="92208"/>
                </a:lnTo>
                <a:lnTo>
                  <a:pt x="2016849" y="92352"/>
                </a:lnTo>
                <a:lnTo>
                  <a:pt x="2016135" y="92478"/>
                </a:lnTo>
                <a:lnTo>
                  <a:pt x="2015410" y="92584"/>
                </a:lnTo>
                <a:lnTo>
                  <a:pt x="2014673" y="92671"/>
                </a:lnTo>
                <a:lnTo>
                  <a:pt x="2013925" y="92738"/>
                </a:lnTo>
                <a:lnTo>
                  <a:pt x="2013165" y="92786"/>
                </a:lnTo>
                <a:lnTo>
                  <a:pt x="2012394" y="92815"/>
                </a:lnTo>
                <a:lnTo>
                  <a:pt x="2011612" y="92825"/>
                </a:lnTo>
                <a:lnTo>
                  <a:pt x="2010917" y="92815"/>
                </a:lnTo>
                <a:lnTo>
                  <a:pt x="2010230" y="92787"/>
                </a:lnTo>
                <a:lnTo>
                  <a:pt x="2009549" y="92739"/>
                </a:lnTo>
                <a:lnTo>
                  <a:pt x="2008876" y="92672"/>
                </a:lnTo>
                <a:lnTo>
                  <a:pt x="2008209" y="92586"/>
                </a:lnTo>
                <a:close/>
                <a:moveTo>
                  <a:pt x="2005816" y="161119"/>
                </a:moveTo>
                <a:lnTo>
                  <a:pt x="2004802" y="161015"/>
                </a:lnTo>
                <a:lnTo>
                  <a:pt x="2003816" y="160894"/>
                </a:lnTo>
                <a:lnTo>
                  <a:pt x="2002858" y="160758"/>
                </a:lnTo>
                <a:lnTo>
                  <a:pt x="2001929" y="160605"/>
                </a:lnTo>
                <a:lnTo>
                  <a:pt x="2001029" y="160436"/>
                </a:lnTo>
                <a:lnTo>
                  <a:pt x="2000156" y="160251"/>
                </a:lnTo>
                <a:lnTo>
                  <a:pt x="1999312" y="160050"/>
                </a:lnTo>
                <a:lnTo>
                  <a:pt x="1998497" y="159833"/>
                </a:lnTo>
                <a:lnTo>
                  <a:pt x="1997710" y="159600"/>
                </a:lnTo>
                <a:lnTo>
                  <a:pt x="1996951" y="159350"/>
                </a:lnTo>
                <a:lnTo>
                  <a:pt x="1996221" y="159085"/>
                </a:lnTo>
                <a:lnTo>
                  <a:pt x="1995519" y="158804"/>
                </a:lnTo>
                <a:lnTo>
                  <a:pt x="1994845" y="158506"/>
                </a:lnTo>
                <a:lnTo>
                  <a:pt x="1994200" y="158193"/>
                </a:lnTo>
                <a:lnTo>
                  <a:pt x="1993583" y="157863"/>
                </a:lnTo>
                <a:lnTo>
                  <a:pt x="1992995" y="157517"/>
                </a:lnTo>
                <a:lnTo>
                  <a:pt x="1992435" y="157155"/>
                </a:lnTo>
                <a:lnTo>
                  <a:pt x="1991904" y="156777"/>
                </a:lnTo>
                <a:lnTo>
                  <a:pt x="1991397" y="156389"/>
                </a:lnTo>
                <a:lnTo>
                  <a:pt x="1990912" y="155995"/>
                </a:lnTo>
                <a:lnTo>
                  <a:pt x="1990449" y="155597"/>
                </a:lnTo>
                <a:lnTo>
                  <a:pt x="1990007" y="155193"/>
                </a:lnTo>
                <a:lnTo>
                  <a:pt x="1989586" y="154784"/>
                </a:lnTo>
                <a:lnTo>
                  <a:pt x="1989188" y="154370"/>
                </a:lnTo>
                <a:lnTo>
                  <a:pt x="1988810" y="153950"/>
                </a:lnTo>
                <a:lnTo>
                  <a:pt x="1988455" y="153526"/>
                </a:lnTo>
                <a:lnTo>
                  <a:pt x="1988121" y="153097"/>
                </a:lnTo>
                <a:lnTo>
                  <a:pt x="1987808" y="152662"/>
                </a:lnTo>
                <a:lnTo>
                  <a:pt x="1987517" y="152222"/>
                </a:lnTo>
                <a:lnTo>
                  <a:pt x="1987248" y="151777"/>
                </a:lnTo>
                <a:lnTo>
                  <a:pt x="1987000" y="151327"/>
                </a:lnTo>
                <a:lnTo>
                  <a:pt x="1986773" y="150872"/>
                </a:lnTo>
                <a:lnTo>
                  <a:pt x="1986569" y="150412"/>
                </a:lnTo>
                <a:lnTo>
                  <a:pt x="1986385" y="149947"/>
                </a:lnTo>
                <a:lnTo>
                  <a:pt x="1986224" y="149476"/>
                </a:lnTo>
                <a:lnTo>
                  <a:pt x="1986084" y="149001"/>
                </a:lnTo>
                <a:lnTo>
                  <a:pt x="1985965" y="148520"/>
                </a:lnTo>
                <a:lnTo>
                  <a:pt x="1985868" y="148034"/>
                </a:lnTo>
                <a:lnTo>
                  <a:pt x="1985793" y="147543"/>
                </a:lnTo>
                <a:lnTo>
                  <a:pt x="1985739" y="147047"/>
                </a:lnTo>
                <a:lnTo>
                  <a:pt x="1985706" y="146546"/>
                </a:lnTo>
                <a:lnTo>
                  <a:pt x="1985696" y="146040"/>
                </a:lnTo>
                <a:lnTo>
                  <a:pt x="1985702" y="145584"/>
                </a:lnTo>
                <a:lnTo>
                  <a:pt x="1985721" y="145133"/>
                </a:lnTo>
                <a:lnTo>
                  <a:pt x="1985752" y="144686"/>
                </a:lnTo>
                <a:lnTo>
                  <a:pt x="1985797" y="144244"/>
                </a:lnTo>
                <a:lnTo>
                  <a:pt x="1985854" y="143807"/>
                </a:lnTo>
                <a:lnTo>
                  <a:pt x="1985923" y="143374"/>
                </a:lnTo>
                <a:lnTo>
                  <a:pt x="1986006" y="142946"/>
                </a:lnTo>
                <a:lnTo>
                  <a:pt x="1986101" y="142522"/>
                </a:lnTo>
                <a:lnTo>
                  <a:pt x="1986208" y="142103"/>
                </a:lnTo>
                <a:lnTo>
                  <a:pt x="1986329" y="141689"/>
                </a:lnTo>
                <a:lnTo>
                  <a:pt x="1986461" y="141279"/>
                </a:lnTo>
                <a:lnTo>
                  <a:pt x="1986607" y="140874"/>
                </a:lnTo>
                <a:lnTo>
                  <a:pt x="1986765" y="140473"/>
                </a:lnTo>
                <a:lnTo>
                  <a:pt x="1986936" y="140077"/>
                </a:lnTo>
                <a:lnTo>
                  <a:pt x="1987120" y="139686"/>
                </a:lnTo>
                <a:lnTo>
                  <a:pt x="1987316" y="139299"/>
                </a:lnTo>
                <a:lnTo>
                  <a:pt x="1987525" y="138917"/>
                </a:lnTo>
                <a:lnTo>
                  <a:pt x="1987746" y="138539"/>
                </a:lnTo>
                <a:lnTo>
                  <a:pt x="1987981" y="138166"/>
                </a:lnTo>
                <a:lnTo>
                  <a:pt x="1988227" y="137798"/>
                </a:lnTo>
                <a:lnTo>
                  <a:pt x="1988487" y="137434"/>
                </a:lnTo>
                <a:lnTo>
                  <a:pt x="1988759" y="137075"/>
                </a:lnTo>
                <a:lnTo>
                  <a:pt x="1989044" y="136720"/>
                </a:lnTo>
                <a:lnTo>
                  <a:pt x="1989342" y="136370"/>
                </a:lnTo>
                <a:lnTo>
                  <a:pt x="1989651" y="136027"/>
                </a:lnTo>
                <a:lnTo>
                  <a:pt x="1989970" y="135692"/>
                </a:lnTo>
                <a:lnTo>
                  <a:pt x="1990301" y="135365"/>
                </a:lnTo>
                <a:lnTo>
                  <a:pt x="1990642" y="135047"/>
                </a:lnTo>
                <a:lnTo>
                  <a:pt x="1990993" y="134738"/>
                </a:lnTo>
                <a:lnTo>
                  <a:pt x="1991355" y="134437"/>
                </a:lnTo>
                <a:lnTo>
                  <a:pt x="1991728" y="134144"/>
                </a:lnTo>
                <a:lnTo>
                  <a:pt x="1992112" y="133860"/>
                </a:lnTo>
                <a:lnTo>
                  <a:pt x="1992506" y="133584"/>
                </a:lnTo>
                <a:lnTo>
                  <a:pt x="1992910" y="133317"/>
                </a:lnTo>
                <a:lnTo>
                  <a:pt x="1993325" y="133059"/>
                </a:lnTo>
                <a:lnTo>
                  <a:pt x="1993751" y="132808"/>
                </a:lnTo>
                <a:lnTo>
                  <a:pt x="1994188" y="132567"/>
                </a:lnTo>
                <a:lnTo>
                  <a:pt x="1994635" y="132333"/>
                </a:lnTo>
                <a:lnTo>
                  <a:pt x="1995092" y="132109"/>
                </a:lnTo>
                <a:lnTo>
                  <a:pt x="1995560" y="131892"/>
                </a:lnTo>
                <a:lnTo>
                  <a:pt x="1996039" y="131685"/>
                </a:lnTo>
                <a:lnTo>
                  <a:pt x="1996529" y="131485"/>
                </a:lnTo>
                <a:lnTo>
                  <a:pt x="1997029" y="131294"/>
                </a:lnTo>
                <a:lnTo>
                  <a:pt x="1997540" y="131112"/>
                </a:lnTo>
                <a:lnTo>
                  <a:pt x="1998061" y="130938"/>
                </a:lnTo>
                <a:lnTo>
                  <a:pt x="1998593" y="130773"/>
                </a:lnTo>
                <a:lnTo>
                  <a:pt x="1999135" y="130616"/>
                </a:lnTo>
                <a:lnTo>
                  <a:pt x="1999688" y="130467"/>
                </a:lnTo>
                <a:lnTo>
                  <a:pt x="2014272" y="130467"/>
                </a:lnTo>
                <a:lnTo>
                  <a:pt x="2015224" y="130470"/>
                </a:lnTo>
                <a:lnTo>
                  <a:pt x="2016157" y="130479"/>
                </a:lnTo>
                <a:lnTo>
                  <a:pt x="2017072" y="130494"/>
                </a:lnTo>
                <a:lnTo>
                  <a:pt x="2017969" y="130515"/>
                </a:lnTo>
                <a:lnTo>
                  <a:pt x="2018847" y="130542"/>
                </a:lnTo>
                <a:lnTo>
                  <a:pt x="2019707" y="130575"/>
                </a:lnTo>
                <a:lnTo>
                  <a:pt x="2020549" y="130614"/>
                </a:lnTo>
                <a:lnTo>
                  <a:pt x="2021373" y="130660"/>
                </a:lnTo>
                <a:lnTo>
                  <a:pt x="2022178" y="130711"/>
                </a:lnTo>
                <a:lnTo>
                  <a:pt x="2022965" y="130768"/>
                </a:lnTo>
                <a:lnTo>
                  <a:pt x="2023733" y="130831"/>
                </a:lnTo>
                <a:lnTo>
                  <a:pt x="2024483" y="130900"/>
                </a:lnTo>
                <a:lnTo>
                  <a:pt x="2025215" y="130975"/>
                </a:lnTo>
                <a:lnTo>
                  <a:pt x="2025929" y="131056"/>
                </a:lnTo>
                <a:lnTo>
                  <a:pt x="2026624" y="131143"/>
                </a:lnTo>
                <a:lnTo>
                  <a:pt x="2027301" y="131236"/>
                </a:lnTo>
                <a:lnTo>
                  <a:pt x="2027960" y="131336"/>
                </a:lnTo>
                <a:lnTo>
                  <a:pt x="2028601" y="131441"/>
                </a:lnTo>
                <a:lnTo>
                  <a:pt x="2029223" y="131552"/>
                </a:lnTo>
                <a:lnTo>
                  <a:pt x="2029826" y="131669"/>
                </a:lnTo>
                <a:lnTo>
                  <a:pt x="2030412" y="131792"/>
                </a:lnTo>
                <a:lnTo>
                  <a:pt x="2030979" y="131921"/>
                </a:lnTo>
                <a:lnTo>
                  <a:pt x="2031528" y="132057"/>
                </a:lnTo>
                <a:lnTo>
                  <a:pt x="2032059" y="132198"/>
                </a:lnTo>
                <a:lnTo>
                  <a:pt x="2032573" y="132344"/>
                </a:lnTo>
                <a:lnTo>
                  <a:pt x="2033074" y="132496"/>
                </a:lnTo>
                <a:lnTo>
                  <a:pt x="2033561" y="132652"/>
                </a:lnTo>
                <a:lnTo>
                  <a:pt x="2034035" y="132813"/>
                </a:lnTo>
                <a:lnTo>
                  <a:pt x="2034495" y="132979"/>
                </a:lnTo>
                <a:lnTo>
                  <a:pt x="2034941" y="133149"/>
                </a:lnTo>
                <a:lnTo>
                  <a:pt x="2035373" y="133324"/>
                </a:lnTo>
                <a:lnTo>
                  <a:pt x="2035792" y="133504"/>
                </a:lnTo>
                <a:lnTo>
                  <a:pt x="2036197" y="133689"/>
                </a:lnTo>
                <a:lnTo>
                  <a:pt x="2036589" y="133878"/>
                </a:lnTo>
                <a:lnTo>
                  <a:pt x="2036967" y="134073"/>
                </a:lnTo>
                <a:lnTo>
                  <a:pt x="2037331" y="134272"/>
                </a:lnTo>
                <a:lnTo>
                  <a:pt x="2037681" y="134476"/>
                </a:lnTo>
                <a:lnTo>
                  <a:pt x="2038018" y="134684"/>
                </a:lnTo>
                <a:lnTo>
                  <a:pt x="2038341" y="134898"/>
                </a:lnTo>
                <a:lnTo>
                  <a:pt x="2038650" y="135116"/>
                </a:lnTo>
                <a:lnTo>
                  <a:pt x="2038946" y="135339"/>
                </a:lnTo>
                <a:lnTo>
                  <a:pt x="2039227" y="135566"/>
                </a:lnTo>
                <a:lnTo>
                  <a:pt x="2039496" y="135799"/>
                </a:lnTo>
                <a:lnTo>
                  <a:pt x="2039750" y="136036"/>
                </a:lnTo>
                <a:lnTo>
                  <a:pt x="2039991" y="136278"/>
                </a:lnTo>
                <a:lnTo>
                  <a:pt x="2040218" y="136525"/>
                </a:lnTo>
                <a:lnTo>
                  <a:pt x="2040432" y="136776"/>
                </a:lnTo>
                <a:lnTo>
                  <a:pt x="2040632" y="137032"/>
                </a:lnTo>
                <a:lnTo>
                  <a:pt x="2040821" y="137293"/>
                </a:lnTo>
                <a:lnTo>
                  <a:pt x="2041002" y="137558"/>
                </a:lnTo>
                <a:lnTo>
                  <a:pt x="2041174" y="137827"/>
                </a:lnTo>
                <a:lnTo>
                  <a:pt x="2041339" y="138100"/>
                </a:lnTo>
                <a:lnTo>
                  <a:pt x="2041496" y="138377"/>
                </a:lnTo>
                <a:lnTo>
                  <a:pt x="2041645" y="138658"/>
                </a:lnTo>
                <a:lnTo>
                  <a:pt x="2041786" y="138943"/>
                </a:lnTo>
                <a:lnTo>
                  <a:pt x="2041918" y="139232"/>
                </a:lnTo>
                <a:lnTo>
                  <a:pt x="2042043" y="139525"/>
                </a:lnTo>
                <a:lnTo>
                  <a:pt x="2042159" y="139822"/>
                </a:lnTo>
                <a:lnTo>
                  <a:pt x="2042268" y="140124"/>
                </a:lnTo>
                <a:lnTo>
                  <a:pt x="2042368" y="140429"/>
                </a:lnTo>
                <a:lnTo>
                  <a:pt x="2042461" y="140739"/>
                </a:lnTo>
                <a:lnTo>
                  <a:pt x="2042545" y="141052"/>
                </a:lnTo>
                <a:lnTo>
                  <a:pt x="2042622" y="141370"/>
                </a:lnTo>
                <a:lnTo>
                  <a:pt x="2042690" y="141691"/>
                </a:lnTo>
                <a:lnTo>
                  <a:pt x="2042750" y="142017"/>
                </a:lnTo>
                <a:lnTo>
                  <a:pt x="2042803" y="142347"/>
                </a:lnTo>
                <a:lnTo>
                  <a:pt x="2042847" y="142681"/>
                </a:lnTo>
                <a:lnTo>
                  <a:pt x="2042883" y="143018"/>
                </a:lnTo>
                <a:lnTo>
                  <a:pt x="2042911" y="143360"/>
                </a:lnTo>
                <a:lnTo>
                  <a:pt x="2042931" y="143706"/>
                </a:lnTo>
                <a:lnTo>
                  <a:pt x="2042943" y="144057"/>
                </a:lnTo>
                <a:lnTo>
                  <a:pt x="2042947" y="144411"/>
                </a:lnTo>
                <a:lnTo>
                  <a:pt x="2042935" y="145009"/>
                </a:lnTo>
                <a:lnTo>
                  <a:pt x="2042900" y="145599"/>
                </a:lnTo>
                <a:lnTo>
                  <a:pt x="2042840" y="146181"/>
                </a:lnTo>
                <a:lnTo>
                  <a:pt x="2042757" y="146755"/>
                </a:lnTo>
                <a:lnTo>
                  <a:pt x="2042650" y="147320"/>
                </a:lnTo>
                <a:lnTo>
                  <a:pt x="2042519" y="147878"/>
                </a:lnTo>
                <a:lnTo>
                  <a:pt x="2042365" y="148427"/>
                </a:lnTo>
                <a:lnTo>
                  <a:pt x="2042186" y="148969"/>
                </a:lnTo>
                <a:lnTo>
                  <a:pt x="2041984" y="149502"/>
                </a:lnTo>
                <a:lnTo>
                  <a:pt x="2041758" y="150027"/>
                </a:lnTo>
                <a:lnTo>
                  <a:pt x="2041509" y="150543"/>
                </a:lnTo>
                <a:lnTo>
                  <a:pt x="2041235" y="151052"/>
                </a:lnTo>
                <a:lnTo>
                  <a:pt x="2040938" y="151553"/>
                </a:lnTo>
                <a:lnTo>
                  <a:pt x="2040617" y="152045"/>
                </a:lnTo>
                <a:lnTo>
                  <a:pt x="2040272" y="152529"/>
                </a:lnTo>
                <a:lnTo>
                  <a:pt x="2039904" y="153006"/>
                </a:lnTo>
                <a:lnTo>
                  <a:pt x="2039511" y="153474"/>
                </a:lnTo>
                <a:lnTo>
                  <a:pt x="2039095" y="153933"/>
                </a:lnTo>
                <a:lnTo>
                  <a:pt x="2038655" y="154385"/>
                </a:lnTo>
                <a:lnTo>
                  <a:pt x="2038191" y="154829"/>
                </a:lnTo>
                <a:lnTo>
                  <a:pt x="2037704" y="155264"/>
                </a:lnTo>
                <a:lnTo>
                  <a:pt x="2037193" y="155692"/>
                </a:lnTo>
                <a:lnTo>
                  <a:pt x="2036658" y="156111"/>
                </a:lnTo>
                <a:lnTo>
                  <a:pt x="2036099" y="156522"/>
                </a:lnTo>
                <a:lnTo>
                  <a:pt x="2035511" y="156921"/>
                </a:lnTo>
                <a:lnTo>
                  <a:pt x="2034889" y="157302"/>
                </a:lnTo>
                <a:lnTo>
                  <a:pt x="2034232" y="157667"/>
                </a:lnTo>
                <a:lnTo>
                  <a:pt x="2033541" y="158015"/>
                </a:lnTo>
                <a:lnTo>
                  <a:pt x="2032815" y="158346"/>
                </a:lnTo>
                <a:lnTo>
                  <a:pt x="2032056" y="158660"/>
                </a:lnTo>
                <a:lnTo>
                  <a:pt x="2031261" y="158957"/>
                </a:lnTo>
                <a:lnTo>
                  <a:pt x="2030433" y="159237"/>
                </a:lnTo>
                <a:lnTo>
                  <a:pt x="2029570" y="159500"/>
                </a:lnTo>
                <a:lnTo>
                  <a:pt x="2028672" y="159746"/>
                </a:lnTo>
                <a:lnTo>
                  <a:pt x="2027741" y="159975"/>
                </a:lnTo>
                <a:lnTo>
                  <a:pt x="2026774" y="160187"/>
                </a:lnTo>
                <a:lnTo>
                  <a:pt x="2025774" y="160382"/>
                </a:lnTo>
                <a:lnTo>
                  <a:pt x="2024739" y="160560"/>
                </a:lnTo>
                <a:lnTo>
                  <a:pt x="2023670" y="160722"/>
                </a:lnTo>
                <a:lnTo>
                  <a:pt x="2022566" y="160866"/>
                </a:lnTo>
                <a:lnTo>
                  <a:pt x="2021428" y="160993"/>
                </a:lnTo>
                <a:lnTo>
                  <a:pt x="2020255" y="161103"/>
                </a:lnTo>
                <a:lnTo>
                  <a:pt x="2019049" y="161197"/>
                </a:lnTo>
                <a:lnTo>
                  <a:pt x="2017807" y="161273"/>
                </a:lnTo>
                <a:lnTo>
                  <a:pt x="2016532" y="161333"/>
                </a:lnTo>
                <a:lnTo>
                  <a:pt x="2015222" y="161375"/>
                </a:lnTo>
                <a:lnTo>
                  <a:pt x="2013877" y="161400"/>
                </a:lnTo>
                <a:lnTo>
                  <a:pt x="2012498" y="161409"/>
                </a:lnTo>
                <a:lnTo>
                  <a:pt x="2011314" y="161401"/>
                </a:lnTo>
                <a:lnTo>
                  <a:pt x="2010157" y="161377"/>
                </a:lnTo>
                <a:lnTo>
                  <a:pt x="2009030" y="161337"/>
                </a:lnTo>
                <a:lnTo>
                  <a:pt x="2007930" y="161280"/>
                </a:lnTo>
                <a:lnTo>
                  <a:pt x="2006859" y="161208"/>
                </a:lnTo>
                <a:lnTo>
                  <a:pt x="2005816" y="161119"/>
                </a:lnTo>
                <a:close/>
                <a:moveTo>
                  <a:pt x="2752566" y="63895"/>
                </a:moveTo>
                <a:lnTo>
                  <a:pt x="2752982" y="63826"/>
                </a:lnTo>
                <a:lnTo>
                  <a:pt x="2753391" y="63745"/>
                </a:lnTo>
                <a:lnTo>
                  <a:pt x="2753794" y="63652"/>
                </a:lnTo>
                <a:lnTo>
                  <a:pt x="2754190" y="63545"/>
                </a:lnTo>
                <a:lnTo>
                  <a:pt x="2754580" y="63427"/>
                </a:lnTo>
                <a:lnTo>
                  <a:pt x="2754964" y="63296"/>
                </a:lnTo>
                <a:lnTo>
                  <a:pt x="2755341" y="63152"/>
                </a:lnTo>
                <a:lnTo>
                  <a:pt x="2755711" y="62996"/>
                </a:lnTo>
                <a:lnTo>
                  <a:pt x="2756075" y="62827"/>
                </a:lnTo>
                <a:lnTo>
                  <a:pt x="2756432" y="62646"/>
                </a:lnTo>
                <a:lnTo>
                  <a:pt x="2756783" y="62453"/>
                </a:lnTo>
                <a:lnTo>
                  <a:pt x="2757127" y="62247"/>
                </a:lnTo>
                <a:lnTo>
                  <a:pt x="2757465" y="62028"/>
                </a:lnTo>
                <a:lnTo>
                  <a:pt x="2757797" y="61797"/>
                </a:lnTo>
                <a:lnTo>
                  <a:pt x="2758122" y="61553"/>
                </a:lnTo>
                <a:lnTo>
                  <a:pt x="2758440" y="61297"/>
                </a:lnTo>
                <a:lnTo>
                  <a:pt x="2758752" y="61029"/>
                </a:lnTo>
                <a:lnTo>
                  <a:pt x="2759057" y="60748"/>
                </a:lnTo>
                <a:lnTo>
                  <a:pt x="2759356" y="60454"/>
                </a:lnTo>
                <a:lnTo>
                  <a:pt x="2759646" y="60152"/>
                </a:lnTo>
                <a:lnTo>
                  <a:pt x="2759923" y="59844"/>
                </a:lnTo>
                <a:lnTo>
                  <a:pt x="2760187" y="59530"/>
                </a:lnTo>
                <a:lnTo>
                  <a:pt x="2760440" y="59210"/>
                </a:lnTo>
                <a:lnTo>
                  <a:pt x="2760680" y="58885"/>
                </a:lnTo>
                <a:lnTo>
                  <a:pt x="2760908" y="58554"/>
                </a:lnTo>
                <a:lnTo>
                  <a:pt x="2761124" y="58218"/>
                </a:lnTo>
                <a:lnTo>
                  <a:pt x="2761327" y="57876"/>
                </a:lnTo>
                <a:lnTo>
                  <a:pt x="2761518" y="57528"/>
                </a:lnTo>
                <a:lnTo>
                  <a:pt x="2761696" y="57175"/>
                </a:lnTo>
                <a:lnTo>
                  <a:pt x="2761863" y="56816"/>
                </a:lnTo>
                <a:lnTo>
                  <a:pt x="2762017" y="56451"/>
                </a:lnTo>
                <a:lnTo>
                  <a:pt x="2762158" y="56081"/>
                </a:lnTo>
                <a:lnTo>
                  <a:pt x="2762288" y="55705"/>
                </a:lnTo>
                <a:lnTo>
                  <a:pt x="2762405" y="55323"/>
                </a:lnTo>
                <a:lnTo>
                  <a:pt x="2762509" y="54936"/>
                </a:lnTo>
                <a:lnTo>
                  <a:pt x="2762602" y="54543"/>
                </a:lnTo>
                <a:lnTo>
                  <a:pt x="2762682" y="54145"/>
                </a:lnTo>
                <a:lnTo>
                  <a:pt x="2762750" y="53741"/>
                </a:lnTo>
                <a:lnTo>
                  <a:pt x="2762805" y="53331"/>
                </a:lnTo>
                <a:lnTo>
                  <a:pt x="2762848" y="52915"/>
                </a:lnTo>
                <a:lnTo>
                  <a:pt x="2762879" y="52494"/>
                </a:lnTo>
                <a:lnTo>
                  <a:pt x="2762897" y="52067"/>
                </a:lnTo>
                <a:lnTo>
                  <a:pt x="2762904" y="51635"/>
                </a:lnTo>
                <a:lnTo>
                  <a:pt x="2762897" y="51187"/>
                </a:lnTo>
                <a:lnTo>
                  <a:pt x="2762879" y="50745"/>
                </a:lnTo>
                <a:lnTo>
                  <a:pt x="2762848" y="50310"/>
                </a:lnTo>
                <a:lnTo>
                  <a:pt x="2762805" y="49882"/>
                </a:lnTo>
                <a:lnTo>
                  <a:pt x="2762750" y="49460"/>
                </a:lnTo>
                <a:lnTo>
                  <a:pt x="2762682" y="49045"/>
                </a:lnTo>
                <a:lnTo>
                  <a:pt x="2762602" y="48637"/>
                </a:lnTo>
                <a:lnTo>
                  <a:pt x="2762509" y="48235"/>
                </a:lnTo>
                <a:lnTo>
                  <a:pt x="2762405" y="47841"/>
                </a:lnTo>
                <a:lnTo>
                  <a:pt x="2762288" y="47452"/>
                </a:lnTo>
                <a:lnTo>
                  <a:pt x="2762158" y="47071"/>
                </a:lnTo>
                <a:lnTo>
                  <a:pt x="2762017" y="46696"/>
                </a:lnTo>
                <a:lnTo>
                  <a:pt x="2761863" y="46328"/>
                </a:lnTo>
                <a:lnTo>
                  <a:pt x="2761696" y="45966"/>
                </a:lnTo>
                <a:lnTo>
                  <a:pt x="2761518" y="45611"/>
                </a:lnTo>
                <a:lnTo>
                  <a:pt x="2761327" y="45263"/>
                </a:lnTo>
                <a:lnTo>
                  <a:pt x="2761124" y="44921"/>
                </a:lnTo>
                <a:lnTo>
                  <a:pt x="2760908" y="44586"/>
                </a:lnTo>
                <a:lnTo>
                  <a:pt x="2760680" y="44258"/>
                </a:lnTo>
                <a:lnTo>
                  <a:pt x="2760440" y="43937"/>
                </a:lnTo>
                <a:lnTo>
                  <a:pt x="2760187" y="43622"/>
                </a:lnTo>
                <a:lnTo>
                  <a:pt x="2759923" y="43314"/>
                </a:lnTo>
                <a:lnTo>
                  <a:pt x="2759646" y="43012"/>
                </a:lnTo>
                <a:lnTo>
                  <a:pt x="2759356" y="42717"/>
                </a:lnTo>
                <a:lnTo>
                  <a:pt x="2759057" y="42432"/>
                </a:lnTo>
                <a:lnTo>
                  <a:pt x="2758752" y="42158"/>
                </a:lnTo>
                <a:lnTo>
                  <a:pt x="2758440" y="41897"/>
                </a:lnTo>
                <a:lnTo>
                  <a:pt x="2758122" y="41648"/>
                </a:lnTo>
                <a:lnTo>
                  <a:pt x="2757797" y="41411"/>
                </a:lnTo>
                <a:lnTo>
                  <a:pt x="2757465" y="41187"/>
                </a:lnTo>
                <a:lnTo>
                  <a:pt x="2757127" y="40974"/>
                </a:lnTo>
                <a:lnTo>
                  <a:pt x="2756783" y="40774"/>
                </a:lnTo>
                <a:lnTo>
                  <a:pt x="2756432" y="40585"/>
                </a:lnTo>
                <a:lnTo>
                  <a:pt x="2756075" y="40409"/>
                </a:lnTo>
                <a:lnTo>
                  <a:pt x="2755711" y="40245"/>
                </a:lnTo>
                <a:lnTo>
                  <a:pt x="2755341" y="40094"/>
                </a:lnTo>
                <a:lnTo>
                  <a:pt x="2754964" y="39954"/>
                </a:lnTo>
                <a:lnTo>
                  <a:pt x="2754580" y="39826"/>
                </a:lnTo>
                <a:lnTo>
                  <a:pt x="2754190" y="39711"/>
                </a:lnTo>
                <a:lnTo>
                  <a:pt x="2753794" y="39608"/>
                </a:lnTo>
                <a:lnTo>
                  <a:pt x="2753391" y="39517"/>
                </a:lnTo>
                <a:lnTo>
                  <a:pt x="2752982" y="39438"/>
                </a:lnTo>
                <a:lnTo>
                  <a:pt x="2752566" y="39371"/>
                </a:lnTo>
                <a:lnTo>
                  <a:pt x="2752143" y="39316"/>
                </a:lnTo>
                <a:lnTo>
                  <a:pt x="2751715" y="39274"/>
                </a:lnTo>
                <a:lnTo>
                  <a:pt x="2751279" y="39243"/>
                </a:lnTo>
                <a:lnTo>
                  <a:pt x="2750837" y="39225"/>
                </a:lnTo>
                <a:lnTo>
                  <a:pt x="2750389" y="39219"/>
                </a:lnTo>
                <a:lnTo>
                  <a:pt x="2749932" y="39225"/>
                </a:lnTo>
                <a:lnTo>
                  <a:pt x="2749482" y="39243"/>
                </a:lnTo>
                <a:lnTo>
                  <a:pt x="2749039" y="39274"/>
                </a:lnTo>
                <a:lnTo>
                  <a:pt x="2748601" y="39316"/>
                </a:lnTo>
                <a:lnTo>
                  <a:pt x="2748171" y="39371"/>
                </a:lnTo>
                <a:lnTo>
                  <a:pt x="2747747" y="39438"/>
                </a:lnTo>
                <a:lnTo>
                  <a:pt x="2747329" y="39517"/>
                </a:lnTo>
                <a:lnTo>
                  <a:pt x="2746918" y="39608"/>
                </a:lnTo>
                <a:lnTo>
                  <a:pt x="2746514" y="39711"/>
                </a:lnTo>
                <a:lnTo>
                  <a:pt x="2746115" y="39826"/>
                </a:lnTo>
                <a:lnTo>
                  <a:pt x="2745724" y="39954"/>
                </a:lnTo>
                <a:lnTo>
                  <a:pt x="2745339" y="40094"/>
                </a:lnTo>
                <a:lnTo>
                  <a:pt x="2744960" y="40245"/>
                </a:lnTo>
                <a:lnTo>
                  <a:pt x="2744588" y="40409"/>
                </a:lnTo>
                <a:lnTo>
                  <a:pt x="2744222" y="40585"/>
                </a:lnTo>
                <a:lnTo>
                  <a:pt x="2743863" y="40774"/>
                </a:lnTo>
                <a:lnTo>
                  <a:pt x="2743511" y="40974"/>
                </a:lnTo>
                <a:lnTo>
                  <a:pt x="2743165" y="41187"/>
                </a:lnTo>
                <a:lnTo>
                  <a:pt x="2742825" y="41411"/>
                </a:lnTo>
                <a:lnTo>
                  <a:pt x="2742492" y="41648"/>
                </a:lnTo>
                <a:lnTo>
                  <a:pt x="2742165" y="41897"/>
                </a:lnTo>
                <a:lnTo>
                  <a:pt x="2741845" y="42158"/>
                </a:lnTo>
                <a:lnTo>
                  <a:pt x="2741532" y="42432"/>
                </a:lnTo>
                <a:lnTo>
                  <a:pt x="2741225" y="42717"/>
                </a:lnTo>
                <a:lnTo>
                  <a:pt x="2740927" y="43012"/>
                </a:lnTo>
                <a:lnTo>
                  <a:pt x="2740642" y="43314"/>
                </a:lnTo>
                <a:lnTo>
                  <a:pt x="2740370" y="43622"/>
                </a:lnTo>
                <a:lnTo>
                  <a:pt x="2740111" y="43937"/>
                </a:lnTo>
                <a:lnTo>
                  <a:pt x="2739864" y="44258"/>
                </a:lnTo>
                <a:lnTo>
                  <a:pt x="2739630" y="44586"/>
                </a:lnTo>
                <a:lnTo>
                  <a:pt x="2739408" y="44921"/>
                </a:lnTo>
                <a:lnTo>
                  <a:pt x="2739199" y="45263"/>
                </a:lnTo>
                <a:lnTo>
                  <a:pt x="2739003" y="45611"/>
                </a:lnTo>
                <a:lnTo>
                  <a:pt x="2738819" y="45966"/>
                </a:lnTo>
                <a:lnTo>
                  <a:pt x="2738648" y="46328"/>
                </a:lnTo>
                <a:lnTo>
                  <a:pt x="2738490" y="46696"/>
                </a:lnTo>
                <a:lnTo>
                  <a:pt x="2738345" y="47071"/>
                </a:lnTo>
                <a:lnTo>
                  <a:pt x="2738212" y="47452"/>
                </a:lnTo>
                <a:lnTo>
                  <a:pt x="2738091" y="47841"/>
                </a:lnTo>
                <a:lnTo>
                  <a:pt x="2737984" y="48235"/>
                </a:lnTo>
                <a:lnTo>
                  <a:pt x="2737889" y="48637"/>
                </a:lnTo>
                <a:lnTo>
                  <a:pt x="2737807" y="49045"/>
                </a:lnTo>
                <a:lnTo>
                  <a:pt x="2737737" y="49460"/>
                </a:lnTo>
                <a:lnTo>
                  <a:pt x="2737680" y="49882"/>
                </a:lnTo>
                <a:lnTo>
                  <a:pt x="2737636" y="50310"/>
                </a:lnTo>
                <a:lnTo>
                  <a:pt x="2737604" y="50745"/>
                </a:lnTo>
                <a:lnTo>
                  <a:pt x="2737585" y="51187"/>
                </a:lnTo>
                <a:lnTo>
                  <a:pt x="2737579" y="51635"/>
                </a:lnTo>
                <a:lnTo>
                  <a:pt x="2737585" y="52067"/>
                </a:lnTo>
                <a:lnTo>
                  <a:pt x="2737604" y="52494"/>
                </a:lnTo>
                <a:lnTo>
                  <a:pt x="2737636" y="52915"/>
                </a:lnTo>
                <a:lnTo>
                  <a:pt x="2737680" y="53331"/>
                </a:lnTo>
                <a:lnTo>
                  <a:pt x="2737737" y="53741"/>
                </a:lnTo>
                <a:lnTo>
                  <a:pt x="2737807" y="54145"/>
                </a:lnTo>
                <a:lnTo>
                  <a:pt x="2737889" y="54543"/>
                </a:lnTo>
                <a:lnTo>
                  <a:pt x="2737984" y="54936"/>
                </a:lnTo>
                <a:lnTo>
                  <a:pt x="2738091" y="55323"/>
                </a:lnTo>
                <a:lnTo>
                  <a:pt x="2738212" y="55705"/>
                </a:lnTo>
                <a:lnTo>
                  <a:pt x="2738345" y="56081"/>
                </a:lnTo>
                <a:lnTo>
                  <a:pt x="2738490" y="56451"/>
                </a:lnTo>
                <a:lnTo>
                  <a:pt x="2738648" y="56816"/>
                </a:lnTo>
                <a:lnTo>
                  <a:pt x="2738819" y="57175"/>
                </a:lnTo>
                <a:lnTo>
                  <a:pt x="2739003" y="57528"/>
                </a:lnTo>
                <a:lnTo>
                  <a:pt x="2739199" y="57876"/>
                </a:lnTo>
                <a:lnTo>
                  <a:pt x="2739408" y="58218"/>
                </a:lnTo>
                <a:lnTo>
                  <a:pt x="2739630" y="58554"/>
                </a:lnTo>
                <a:lnTo>
                  <a:pt x="2739864" y="58885"/>
                </a:lnTo>
                <a:lnTo>
                  <a:pt x="2740111" y="59210"/>
                </a:lnTo>
                <a:lnTo>
                  <a:pt x="2740370" y="59530"/>
                </a:lnTo>
                <a:lnTo>
                  <a:pt x="2740642" y="59844"/>
                </a:lnTo>
                <a:lnTo>
                  <a:pt x="2740927" y="60152"/>
                </a:lnTo>
                <a:lnTo>
                  <a:pt x="2741225" y="60454"/>
                </a:lnTo>
                <a:lnTo>
                  <a:pt x="2741532" y="60748"/>
                </a:lnTo>
                <a:lnTo>
                  <a:pt x="2741845" y="61029"/>
                </a:lnTo>
                <a:lnTo>
                  <a:pt x="2742165" y="61297"/>
                </a:lnTo>
                <a:lnTo>
                  <a:pt x="2742492" y="61553"/>
                </a:lnTo>
                <a:lnTo>
                  <a:pt x="2742825" y="61797"/>
                </a:lnTo>
                <a:lnTo>
                  <a:pt x="2743165" y="62028"/>
                </a:lnTo>
                <a:lnTo>
                  <a:pt x="2743511" y="62247"/>
                </a:lnTo>
                <a:lnTo>
                  <a:pt x="2743863" y="62453"/>
                </a:lnTo>
                <a:lnTo>
                  <a:pt x="2744222" y="62646"/>
                </a:lnTo>
                <a:lnTo>
                  <a:pt x="2744588" y="62827"/>
                </a:lnTo>
                <a:lnTo>
                  <a:pt x="2744960" y="62996"/>
                </a:lnTo>
                <a:lnTo>
                  <a:pt x="2745339" y="63152"/>
                </a:lnTo>
                <a:lnTo>
                  <a:pt x="2745724" y="63296"/>
                </a:lnTo>
                <a:lnTo>
                  <a:pt x="2746115" y="63427"/>
                </a:lnTo>
                <a:lnTo>
                  <a:pt x="2746514" y="63545"/>
                </a:lnTo>
                <a:lnTo>
                  <a:pt x="2746918" y="63652"/>
                </a:lnTo>
                <a:lnTo>
                  <a:pt x="2747329" y="63745"/>
                </a:lnTo>
                <a:lnTo>
                  <a:pt x="2747747" y="63826"/>
                </a:lnTo>
                <a:lnTo>
                  <a:pt x="2748171" y="63895"/>
                </a:lnTo>
                <a:lnTo>
                  <a:pt x="2748601" y="63951"/>
                </a:lnTo>
                <a:lnTo>
                  <a:pt x="2749039" y="63995"/>
                </a:lnTo>
                <a:lnTo>
                  <a:pt x="2749482" y="64026"/>
                </a:lnTo>
                <a:lnTo>
                  <a:pt x="2749932" y="64045"/>
                </a:lnTo>
                <a:lnTo>
                  <a:pt x="2750389" y="64051"/>
                </a:lnTo>
                <a:lnTo>
                  <a:pt x="2750837" y="64045"/>
                </a:lnTo>
                <a:lnTo>
                  <a:pt x="2751279" y="64026"/>
                </a:lnTo>
                <a:lnTo>
                  <a:pt x="2751715" y="63995"/>
                </a:lnTo>
                <a:lnTo>
                  <a:pt x="2752143" y="63951"/>
                </a:lnTo>
                <a:lnTo>
                  <a:pt x="2752566" y="63895"/>
                </a:lnTo>
                <a:close/>
                <a:moveTo>
                  <a:pt x="1903519" y="137766"/>
                </a:moveTo>
                <a:lnTo>
                  <a:pt x="1904376" y="137682"/>
                </a:lnTo>
                <a:lnTo>
                  <a:pt x="1905223" y="137583"/>
                </a:lnTo>
                <a:lnTo>
                  <a:pt x="1906060" y="137469"/>
                </a:lnTo>
                <a:lnTo>
                  <a:pt x="1906887" y="137340"/>
                </a:lnTo>
                <a:lnTo>
                  <a:pt x="1907704" y="137195"/>
                </a:lnTo>
                <a:lnTo>
                  <a:pt x="1908511" y="137035"/>
                </a:lnTo>
                <a:lnTo>
                  <a:pt x="1909309" y="136860"/>
                </a:lnTo>
                <a:lnTo>
                  <a:pt x="1910096" y="136670"/>
                </a:lnTo>
                <a:lnTo>
                  <a:pt x="1910874" y="136464"/>
                </a:lnTo>
                <a:lnTo>
                  <a:pt x="1911641" y="136243"/>
                </a:lnTo>
                <a:lnTo>
                  <a:pt x="1912399" y="136007"/>
                </a:lnTo>
                <a:lnTo>
                  <a:pt x="1913147" y="135756"/>
                </a:lnTo>
                <a:lnTo>
                  <a:pt x="1913885" y="135490"/>
                </a:lnTo>
                <a:lnTo>
                  <a:pt x="1914613" y="135208"/>
                </a:lnTo>
                <a:lnTo>
                  <a:pt x="1915331" y="134911"/>
                </a:lnTo>
                <a:lnTo>
                  <a:pt x="1916039" y="134599"/>
                </a:lnTo>
                <a:lnTo>
                  <a:pt x="1916737" y="134272"/>
                </a:lnTo>
                <a:lnTo>
                  <a:pt x="1917425" y="133929"/>
                </a:lnTo>
                <a:lnTo>
                  <a:pt x="1918103" y="133571"/>
                </a:lnTo>
                <a:lnTo>
                  <a:pt x="1918772" y="133201"/>
                </a:lnTo>
                <a:lnTo>
                  <a:pt x="1919430" y="132822"/>
                </a:lnTo>
                <a:lnTo>
                  <a:pt x="1920077" y="132434"/>
                </a:lnTo>
                <a:lnTo>
                  <a:pt x="1920715" y="132037"/>
                </a:lnTo>
                <a:lnTo>
                  <a:pt x="1921342" y="131631"/>
                </a:lnTo>
                <a:lnTo>
                  <a:pt x="1921959" y="131216"/>
                </a:lnTo>
                <a:lnTo>
                  <a:pt x="1922566" y="130791"/>
                </a:lnTo>
                <a:lnTo>
                  <a:pt x="1923162" y="130358"/>
                </a:lnTo>
                <a:lnTo>
                  <a:pt x="1923748" y="129915"/>
                </a:lnTo>
                <a:lnTo>
                  <a:pt x="1924324" y="129464"/>
                </a:lnTo>
                <a:lnTo>
                  <a:pt x="1924889" y="129003"/>
                </a:lnTo>
                <a:lnTo>
                  <a:pt x="1925445" y="128533"/>
                </a:lnTo>
                <a:lnTo>
                  <a:pt x="1925990" y="128055"/>
                </a:lnTo>
                <a:lnTo>
                  <a:pt x="1926525" y="127567"/>
                </a:lnTo>
                <a:lnTo>
                  <a:pt x="1927049" y="127070"/>
                </a:lnTo>
                <a:lnTo>
                  <a:pt x="1927563" y="126564"/>
                </a:lnTo>
                <a:lnTo>
                  <a:pt x="1928067" y="126049"/>
                </a:lnTo>
                <a:lnTo>
                  <a:pt x="1928561" y="125525"/>
                </a:lnTo>
                <a:lnTo>
                  <a:pt x="1929045" y="124992"/>
                </a:lnTo>
                <a:lnTo>
                  <a:pt x="1929518" y="124449"/>
                </a:lnTo>
                <a:lnTo>
                  <a:pt x="1929981" y="123898"/>
                </a:lnTo>
                <a:lnTo>
                  <a:pt x="1930433" y="123338"/>
                </a:lnTo>
                <a:lnTo>
                  <a:pt x="1930876" y="122768"/>
                </a:lnTo>
                <a:lnTo>
                  <a:pt x="1931308" y="122190"/>
                </a:lnTo>
                <a:lnTo>
                  <a:pt x="1932195" y="136183"/>
                </a:lnTo>
                <a:lnTo>
                  <a:pt x="1947764" y="136183"/>
                </a:lnTo>
                <a:lnTo>
                  <a:pt x="1947764" y="3547"/>
                </a:lnTo>
                <a:lnTo>
                  <a:pt x="1931308" y="3547"/>
                </a:lnTo>
                <a:lnTo>
                  <a:pt x="1931308" y="52226"/>
                </a:lnTo>
                <a:lnTo>
                  <a:pt x="1930917" y="51591"/>
                </a:lnTo>
                <a:lnTo>
                  <a:pt x="1930515" y="50968"/>
                </a:lnTo>
                <a:lnTo>
                  <a:pt x="1930104" y="50355"/>
                </a:lnTo>
                <a:lnTo>
                  <a:pt x="1929682" y="49753"/>
                </a:lnTo>
                <a:lnTo>
                  <a:pt x="1929250" y="49163"/>
                </a:lnTo>
                <a:lnTo>
                  <a:pt x="1928807" y="48583"/>
                </a:lnTo>
                <a:lnTo>
                  <a:pt x="1928355" y="48015"/>
                </a:lnTo>
                <a:lnTo>
                  <a:pt x="1927892" y="47458"/>
                </a:lnTo>
                <a:lnTo>
                  <a:pt x="1927419" y="46912"/>
                </a:lnTo>
                <a:lnTo>
                  <a:pt x="1926935" y="46377"/>
                </a:lnTo>
                <a:lnTo>
                  <a:pt x="1926441" y="45853"/>
                </a:lnTo>
                <a:lnTo>
                  <a:pt x="1925937" y="45341"/>
                </a:lnTo>
                <a:lnTo>
                  <a:pt x="1925423" y="44839"/>
                </a:lnTo>
                <a:lnTo>
                  <a:pt x="1924899" y="44349"/>
                </a:lnTo>
                <a:lnTo>
                  <a:pt x="1924364" y="43870"/>
                </a:lnTo>
                <a:lnTo>
                  <a:pt x="1923819" y="43401"/>
                </a:lnTo>
                <a:lnTo>
                  <a:pt x="1923264" y="42944"/>
                </a:lnTo>
                <a:lnTo>
                  <a:pt x="1922698" y="42499"/>
                </a:lnTo>
                <a:lnTo>
                  <a:pt x="1922122" y="42064"/>
                </a:lnTo>
                <a:lnTo>
                  <a:pt x="1921536" y="41640"/>
                </a:lnTo>
                <a:lnTo>
                  <a:pt x="1920940" y="41228"/>
                </a:lnTo>
                <a:lnTo>
                  <a:pt x="1920333" y="40826"/>
                </a:lnTo>
                <a:lnTo>
                  <a:pt x="1919716" y="40436"/>
                </a:lnTo>
                <a:lnTo>
                  <a:pt x="1919089" y="40057"/>
                </a:lnTo>
                <a:lnTo>
                  <a:pt x="1918452" y="39691"/>
                </a:lnTo>
                <a:lnTo>
                  <a:pt x="1917806" y="39340"/>
                </a:lnTo>
                <a:lnTo>
                  <a:pt x="1917150" y="39006"/>
                </a:lnTo>
                <a:lnTo>
                  <a:pt x="1916486" y="38687"/>
                </a:lnTo>
                <a:lnTo>
                  <a:pt x="1915812" y="38383"/>
                </a:lnTo>
                <a:lnTo>
                  <a:pt x="1915129" y="38095"/>
                </a:lnTo>
                <a:lnTo>
                  <a:pt x="1914436" y="37823"/>
                </a:lnTo>
                <a:lnTo>
                  <a:pt x="1913735" y="37566"/>
                </a:lnTo>
                <a:lnTo>
                  <a:pt x="1913024" y="37324"/>
                </a:lnTo>
                <a:lnTo>
                  <a:pt x="1912304" y="37099"/>
                </a:lnTo>
                <a:lnTo>
                  <a:pt x="1911575" y="36889"/>
                </a:lnTo>
                <a:lnTo>
                  <a:pt x="1910836" y="36694"/>
                </a:lnTo>
                <a:lnTo>
                  <a:pt x="1910088" y="36515"/>
                </a:lnTo>
                <a:lnTo>
                  <a:pt x="1909331" y="36351"/>
                </a:lnTo>
                <a:lnTo>
                  <a:pt x="1908565" y="36204"/>
                </a:lnTo>
                <a:lnTo>
                  <a:pt x="1907790" y="36071"/>
                </a:lnTo>
                <a:lnTo>
                  <a:pt x="1907005" y="35954"/>
                </a:lnTo>
                <a:lnTo>
                  <a:pt x="1906211" y="35853"/>
                </a:lnTo>
                <a:lnTo>
                  <a:pt x="1905408" y="35768"/>
                </a:lnTo>
                <a:lnTo>
                  <a:pt x="1904595" y="35698"/>
                </a:lnTo>
                <a:lnTo>
                  <a:pt x="1903774" y="35643"/>
                </a:lnTo>
                <a:lnTo>
                  <a:pt x="1902943" y="35604"/>
                </a:lnTo>
                <a:lnTo>
                  <a:pt x="1902103" y="35581"/>
                </a:lnTo>
                <a:lnTo>
                  <a:pt x="1901253" y="35573"/>
                </a:lnTo>
                <a:lnTo>
                  <a:pt x="1900232" y="35583"/>
                </a:lnTo>
                <a:lnTo>
                  <a:pt x="1899223" y="35613"/>
                </a:lnTo>
                <a:lnTo>
                  <a:pt x="1898225" y="35663"/>
                </a:lnTo>
                <a:lnTo>
                  <a:pt x="1897238" y="35732"/>
                </a:lnTo>
                <a:lnTo>
                  <a:pt x="1896262" y="35822"/>
                </a:lnTo>
                <a:lnTo>
                  <a:pt x="1895298" y="35931"/>
                </a:lnTo>
                <a:lnTo>
                  <a:pt x="1894345" y="36061"/>
                </a:lnTo>
                <a:lnTo>
                  <a:pt x="1893403" y="36210"/>
                </a:lnTo>
                <a:lnTo>
                  <a:pt x="1892472" y="36379"/>
                </a:lnTo>
                <a:lnTo>
                  <a:pt x="1891553" y="36568"/>
                </a:lnTo>
                <a:lnTo>
                  <a:pt x="1890645" y="36778"/>
                </a:lnTo>
                <a:lnTo>
                  <a:pt x="1889749" y="37006"/>
                </a:lnTo>
                <a:lnTo>
                  <a:pt x="1888863" y="37255"/>
                </a:lnTo>
                <a:lnTo>
                  <a:pt x="1887989" y="37524"/>
                </a:lnTo>
                <a:lnTo>
                  <a:pt x="1887126" y="37813"/>
                </a:lnTo>
                <a:lnTo>
                  <a:pt x="1886275" y="38121"/>
                </a:lnTo>
                <a:lnTo>
                  <a:pt x="1885435" y="38450"/>
                </a:lnTo>
                <a:lnTo>
                  <a:pt x="1884606" y="38798"/>
                </a:lnTo>
                <a:lnTo>
                  <a:pt x="1883788" y="39167"/>
                </a:lnTo>
                <a:lnTo>
                  <a:pt x="1882982" y="39555"/>
                </a:lnTo>
                <a:lnTo>
                  <a:pt x="1882187" y="39963"/>
                </a:lnTo>
                <a:lnTo>
                  <a:pt x="1881403" y="40391"/>
                </a:lnTo>
                <a:lnTo>
                  <a:pt x="1880631" y="40839"/>
                </a:lnTo>
                <a:lnTo>
                  <a:pt x="1879870" y="41307"/>
                </a:lnTo>
                <a:lnTo>
                  <a:pt x="1879122" y="41794"/>
                </a:lnTo>
                <a:lnTo>
                  <a:pt x="1878387" y="42301"/>
                </a:lnTo>
                <a:lnTo>
                  <a:pt x="1877667" y="42827"/>
                </a:lnTo>
                <a:lnTo>
                  <a:pt x="1876962" y="43372"/>
                </a:lnTo>
                <a:lnTo>
                  <a:pt x="1876270" y="43936"/>
                </a:lnTo>
                <a:lnTo>
                  <a:pt x="1875593" y="44519"/>
                </a:lnTo>
                <a:lnTo>
                  <a:pt x="1874929" y="45122"/>
                </a:lnTo>
                <a:lnTo>
                  <a:pt x="1874280" y="45744"/>
                </a:lnTo>
                <a:lnTo>
                  <a:pt x="1873646" y="46385"/>
                </a:lnTo>
                <a:lnTo>
                  <a:pt x="1873025" y="47045"/>
                </a:lnTo>
                <a:lnTo>
                  <a:pt x="1872419" y="47725"/>
                </a:lnTo>
                <a:lnTo>
                  <a:pt x="1871827" y="48423"/>
                </a:lnTo>
                <a:lnTo>
                  <a:pt x="1871249" y="49141"/>
                </a:lnTo>
                <a:lnTo>
                  <a:pt x="1870685" y="49878"/>
                </a:lnTo>
                <a:lnTo>
                  <a:pt x="1870135" y="50634"/>
                </a:lnTo>
                <a:lnTo>
                  <a:pt x="1869600" y="51410"/>
                </a:lnTo>
                <a:lnTo>
                  <a:pt x="1869079" y="52205"/>
                </a:lnTo>
                <a:lnTo>
                  <a:pt x="1868572" y="53018"/>
                </a:lnTo>
                <a:lnTo>
                  <a:pt x="1868079" y="53852"/>
                </a:lnTo>
                <a:lnTo>
                  <a:pt x="1867600" y="54704"/>
                </a:lnTo>
                <a:lnTo>
                  <a:pt x="1867136" y="55575"/>
                </a:lnTo>
                <a:lnTo>
                  <a:pt x="1866686" y="56466"/>
                </a:lnTo>
                <a:lnTo>
                  <a:pt x="1866250" y="57376"/>
                </a:lnTo>
                <a:lnTo>
                  <a:pt x="1865828" y="58305"/>
                </a:lnTo>
                <a:lnTo>
                  <a:pt x="1865422" y="59253"/>
                </a:lnTo>
                <a:lnTo>
                  <a:pt x="1865033" y="60221"/>
                </a:lnTo>
                <a:lnTo>
                  <a:pt x="1864662" y="61208"/>
                </a:lnTo>
                <a:lnTo>
                  <a:pt x="1864307" y="62214"/>
                </a:lnTo>
                <a:lnTo>
                  <a:pt x="1863970" y="63240"/>
                </a:lnTo>
                <a:lnTo>
                  <a:pt x="1863651" y="64285"/>
                </a:lnTo>
                <a:lnTo>
                  <a:pt x="1863348" y="65349"/>
                </a:lnTo>
                <a:lnTo>
                  <a:pt x="1863063" y="66433"/>
                </a:lnTo>
                <a:lnTo>
                  <a:pt x="1862795" y="67536"/>
                </a:lnTo>
                <a:lnTo>
                  <a:pt x="1862545" y="68659"/>
                </a:lnTo>
                <a:lnTo>
                  <a:pt x="1862312" y="69801"/>
                </a:lnTo>
                <a:lnTo>
                  <a:pt x="1862096" y="70962"/>
                </a:lnTo>
                <a:lnTo>
                  <a:pt x="1861897" y="72143"/>
                </a:lnTo>
                <a:lnTo>
                  <a:pt x="1861716" y="73343"/>
                </a:lnTo>
                <a:lnTo>
                  <a:pt x="1861551" y="74562"/>
                </a:lnTo>
                <a:lnTo>
                  <a:pt x="1861405" y="75801"/>
                </a:lnTo>
                <a:lnTo>
                  <a:pt x="1861275" y="77060"/>
                </a:lnTo>
                <a:lnTo>
                  <a:pt x="1861163" y="78337"/>
                </a:lnTo>
                <a:lnTo>
                  <a:pt x="1861068" y="79634"/>
                </a:lnTo>
                <a:lnTo>
                  <a:pt x="1860990" y="80951"/>
                </a:lnTo>
                <a:lnTo>
                  <a:pt x="1860929" y="82287"/>
                </a:lnTo>
                <a:lnTo>
                  <a:pt x="1860886" y="83642"/>
                </a:lnTo>
                <a:lnTo>
                  <a:pt x="1860860" y="85017"/>
                </a:lnTo>
                <a:lnTo>
                  <a:pt x="1860852" y="86411"/>
                </a:lnTo>
                <a:lnTo>
                  <a:pt x="1860860" y="87813"/>
                </a:lnTo>
                <a:lnTo>
                  <a:pt x="1860884" y="89197"/>
                </a:lnTo>
                <a:lnTo>
                  <a:pt x="1860925" y="90562"/>
                </a:lnTo>
                <a:lnTo>
                  <a:pt x="1860982" y="91908"/>
                </a:lnTo>
                <a:lnTo>
                  <a:pt x="1861055" y="93236"/>
                </a:lnTo>
                <a:lnTo>
                  <a:pt x="1861144" y="94544"/>
                </a:lnTo>
                <a:lnTo>
                  <a:pt x="1861250" y="95834"/>
                </a:lnTo>
                <a:lnTo>
                  <a:pt x="1861372" y="97105"/>
                </a:lnTo>
                <a:lnTo>
                  <a:pt x="1861510" y="98356"/>
                </a:lnTo>
                <a:lnTo>
                  <a:pt x="1861664" y="99590"/>
                </a:lnTo>
                <a:lnTo>
                  <a:pt x="1861835" y="100804"/>
                </a:lnTo>
                <a:lnTo>
                  <a:pt x="1862022" y="101999"/>
                </a:lnTo>
                <a:lnTo>
                  <a:pt x="1862225" y="103176"/>
                </a:lnTo>
                <a:lnTo>
                  <a:pt x="1862444" y="104333"/>
                </a:lnTo>
                <a:lnTo>
                  <a:pt x="1862680" y="105472"/>
                </a:lnTo>
                <a:lnTo>
                  <a:pt x="1862932" y="106592"/>
                </a:lnTo>
                <a:lnTo>
                  <a:pt x="1863200" y="107693"/>
                </a:lnTo>
                <a:lnTo>
                  <a:pt x="1863484" y="108776"/>
                </a:lnTo>
                <a:lnTo>
                  <a:pt x="1863785" y="109839"/>
                </a:lnTo>
                <a:lnTo>
                  <a:pt x="1864102" y="110883"/>
                </a:lnTo>
                <a:lnTo>
                  <a:pt x="1864435" y="111909"/>
                </a:lnTo>
                <a:lnTo>
                  <a:pt x="1864785" y="112916"/>
                </a:lnTo>
                <a:lnTo>
                  <a:pt x="1865150" y="113904"/>
                </a:lnTo>
                <a:lnTo>
                  <a:pt x="1865532" y="114873"/>
                </a:lnTo>
                <a:lnTo>
                  <a:pt x="1865929" y="115823"/>
                </a:lnTo>
                <a:lnTo>
                  <a:pt x="1866339" y="116753"/>
                </a:lnTo>
                <a:lnTo>
                  <a:pt x="1866763" y="117663"/>
                </a:lnTo>
                <a:lnTo>
                  <a:pt x="1867201" y="118553"/>
                </a:lnTo>
                <a:lnTo>
                  <a:pt x="1867651" y="119423"/>
                </a:lnTo>
                <a:lnTo>
                  <a:pt x="1868116" y="120273"/>
                </a:lnTo>
                <a:lnTo>
                  <a:pt x="1868594" y="121104"/>
                </a:lnTo>
                <a:lnTo>
                  <a:pt x="1869085" y="121914"/>
                </a:lnTo>
                <a:lnTo>
                  <a:pt x="1869590" y="122705"/>
                </a:lnTo>
                <a:lnTo>
                  <a:pt x="1870109" y="123475"/>
                </a:lnTo>
                <a:lnTo>
                  <a:pt x="1870641" y="124226"/>
                </a:lnTo>
                <a:lnTo>
                  <a:pt x="1871186" y="124957"/>
                </a:lnTo>
                <a:lnTo>
                  <a:pt x="1871745" y="125668"/>
                </a:lnTo>
                <a:lnTo>
                  <a:pt x="1872318" y="126359"/>
                </a:lnTo>
                <a:lnTo>
                  <a:pt x="1872904" y="127030"/>
                </a:lnTo>
                <a:lnTo>
                  <a:pt x="1873503" y="127681"/>
                </a:lnTo>
                <a:lnTo>
                  <a:pt x="1874116" y="128312"/>
                </a:lnTo>
                <a:lnTo>
                  <a:pt x="1874743" y="128923"/>
                </a:lnTo>
                <a:lnTo>
                  <a:pt x="1875383" y="129515"/>
                </a:lnTo>
                <a:lnTo>
                  <a:pt x="1876036" y="130086"/>
                </a:lnTo>
                <a:lnTo>
                  <a:pt x="1876704" y="130638"/>
                </a:lnTo>
                <a:lnTo>
                  <a:pt x="1877384" y="131170"/>
                </a:lnTo>
                <a:lnTo>
                  <a:pt x="1878078" y="131681"/>
                </a:lnTo>
                <a:lnTo>
                  <a:pt x="1878786" y="132173"/>
                </a:lnTo>
                <a:lnTo>
                  <a:pt x="1879506" y="132645"/>
                </a:lnTo>
                <a:lnTo>
                  <a:pt x="1880237" y="133097"/>
                </a:lnTo>
                <a:lnTo>
                  <a:pt x="1880978" y="133529"/>
                </a:lnTo>
                <a:lnTo>
                  <a:pt x="1881731" y="133940"/>
                </a:lnTo>
                <a:lnTo>
                  <a:pt x="1882495" y="134332"/>
                </a:lnTo>
                <a:lnTo>
                  <a:pt x="1883270" y="134703"/>
                </a:lnTo>
                <a:lnTo>
                  <a:pt x="1884055" y="135055"/>
                </a:lnTo>
                <a:lnTo>
                  <a:pt x="1884852" y="135386"/>
                </a:lnTo>
                <a:lnTo>
                  <a:pt x="1885659" y="135697"/>
                </a:lnTo>
                <a:lnTo>
                  <a:pt x="1886478" y="135988"/>
                </a:lnTo>
                <a:lnTo>
                  <a:pt x="1887307" y="136260"/>
                </a:lnTo>
                <a:lnTo>
                  <a:pt x="1888147" y="136511"/>
                </a:lnTo>
                <a:lnTo>
                  <a:pt x="1888999" y="136741"/>
                </a:lnTo>
                <a:lnTo>
                  <a:pt x="1889861" y="136952"/>
                </a:lnTo>
                <a:lnTo>
                  <a:pt x="1890734" y="137143"/>
                </a:lnTo>
                <a:lnTo>
                  <a:pt x="1891618" y="137314"/>
                </a:lnTo>
                <a:lnTo>
                  <a:pt x="1892513" y="137464"/>
                </a:lnTo>
                <a:lnTo>
                  <a:pt x="1893419" y="137595"/>
                </a:lnTo>
                <a:lnTo>
                  <a:pt x="1894336" y="137705"/>
                </a:lnTo>
                <a:lnTo>
                  <a:pt x="1895264" y="137796"/>
                </a:lnTo>
                <a:lnTo>
                  <a:pt x="1896203" y="137866"/>
                </a:lnTo>
                <a:lnTo>
                  <a:pt x="1897153" y="137916"/>
                </a:lnTo>
                <a:lnTo>
                  <a:pt x="1898114" y="137946"/>
                </a:lnTo>
                <a:lnTo>
                  <a:pt x="1899085" y="137956"/>
                </a:lnTo>
                <a:lnTo>
                  <a:pt x="1899992" y="137949"/>
                </a:lnTo>
                <a:lnTo>
                  <a:pt x="1900888" y="137926"/>
                </a:lnTo>
                <a:lnTo>
                  <a:pt x="1901775" y="137888"/>
                </a:lnTo>
                <a:lnTo>
                  <a:pt x="1902652" y="137835"/>
                </a:lnTo>
                <a:lnTo>
                  <a:pt x="1903519" y="137766"/>
                </a:lnTo>
                <a:close/>
                <a:moveTo>
                  <a:pt x="1897640" y="124033"/>
                </a:moveTo>
                <a:lnTo>
                  <a:pt x="1896742" y="123847"/>
                </a:lnTo>
                <a:lnTo>
                  <a:pt x="1895864" y="123627"/>
                </a:lnTo>
                <a:lnTo>
                  <a:pt x="1895007" y="123374"/>
                </a:lnTo>
                <a:lnTo>
                  <a:pt x="1894170" y="123086"/>
                </a:lnTo>
                <a:lnTo>
                  <a:pt x="1893353" y="122765"/>
                </a:lnTo>
                <a:lnTo>
                  <a:pt x="1892557" y="122410"/>
                </a:lnTo>
                <a:lnTo>
                  <a:pt x="1891781" y="122021"/>
                </a:lnTo>
                <a:lnTo>
                  <a:pt x="1891025" y="121598"/>
                </a:lnTo>
                <a:lnTo>
                  <a:pt x="1890290" y="121141"/>
                </a:lnTo>
                <a:lnTo>
                  <a:pt x="1889575" y="120650"/>
                </a:lnTo>
                <a:lnTo>
                  <a:pt x="1888881" y="120126"/>
                </a:lnTo>
                <a:lnTo>
                  <a:pt x="1888207" y="119568"/>
                </a:lnTo>
                <a:lnTo>
                  <a:pt x="1887553" y="118976"/>
                </a:lnTo>
                <a:lnTo>
                  <a:pt x="1886920" y="118350"/>
                </a:lnTo>
                <a:lnTo>
                  <a:pt x="1886306" y="117690"/>
                </a:lnTo>
                <a:lnTo>
                  <a:pt x="1885714" y="116997"/>
                </a:lnTo>
                <a:lnTo>
                  <a:pt x="1885141" y="116269"/>
                </a:lnTo>
                <a:lnTo>
                  <a:pt x="1884589" y="115508"/>
                </a:lnTo>
                <a:lnTo>
                  <a:pt x="1884058" y="114713"/>
                </a:lnTo>
                <a:lnTo>
                  <a:pt x="1883547" y="113886"/>
                </a:lnTo>
                <a:lnTo>
                  <a:pt x="1883058" y="113028"/>
                </a:lnTo>
                <a:lnTo>
                  <a:pt x="1882591" y="112140"/>
                </a:lnTo>
                <a:lnTo>
                  <a:pt x="1882146" y="111220"/>
                </a:lnTo>
                <a:lnTo>
                  <a:pt x="1881722" y="110271"/>
                </a:lnTo>
                <a:lnTo>
                  <a:pt x="1881320" y="109290"/>
                </a:lnTo>
                <a:lnTo>
                  <a:pt x="1880940" y="108279"/>
                </a:lnTo>
                <a:lnTo>
                  <a:pt x="1880582" y="107238"/>
                </a:lnTo>
                <a:lnTo>
                  <a:pt x="1880245" y="106166"/>
                </a:lnTo>
                <a:lnTo>
                  <a:pt x="1879930" y="105063"/>
                </a:lnTo>
                <a:lnTo>
                  <a:pt x="1879636" y="103929"/>
                </a:lnTo>
                <a:lnTo>
                  <a:pt x="1879365" y="102765"/>
                </a:lnTo>
                <a:lnTo>
                  <a:pt x="1879115" y="101570"/>
                </a:lnTo>
                <a:lnTo>
                  <a:pt x="1878887" y="100345"/>
                </a:lnTo>
                <a:lnTo>
                  <a:pt x="1878680" y="99089"/>
                </a:lnTo>
                <a:lnTo>
                  <a:pt x="1878496" y="97803"/>
                </a:lnTo>
                <a:lnTo>
                  <a:pt x="1878333" y="96485"/>
                </a:lnTo>
                <a:lnTo>
                  <a:pt x="1878192" y="95138"/>
                </a:lnTo>
                <a:lnTo>
                  <a:pt x="1878072" y="93759"/>
                </a:lnTo>
                <a:lnTo>
                  <a:pt x="1877974" y="92350"/>
                </a:lnTo>
                <a:lnTo>
                  <a:pt x="1877898" y="90910"/>
                </a:lnTo>
                <a:lnTo>
                  <a:pt x="1877844" y="89440"/>
                </a:lnTo>
                <a:lnTo>
                  <a:pt x="1877811" y="87939"/>
                </a:lnTo>
                <a:lnTo>
                  <a:pt x="1877801" y="86407"/>
                </a:lnTo>
                <a:lnTo>
                  <a:pt x="1877812" y="84926"/>
                </a:lnTo>
                <a:lnTo>
                  <a:pt x="1877847" y="83473"/>
                </a:lnTo>
                <a:lnTo>
                  <a:pt x="1877904" y="82049"/>
                </a:lnTo>
                <a:lnTo>
                  <a:pt x="1877985" y="80653"/>
                </a:lnTo>
                <a:lnTo>
                  <a:pt x="1878089" y="79286"/>
                </a:lnTo>
                <a:lnTo>
                  <a:pt x="1878216" y="77947"/>
                </a:lnTo>
                <a:lnTo>
                  <a:pt x="1878366" y="76636"/>
                </a:lnTo>
                <a:lnTo>
                  <a:pt x="1878540" y="75355"/>
                </a:lnTo>
                <a:lnTo>
                  <a:pt x="1878736" y="74101"/>
                </a:lnTo>
                <a:lnTo>
                  <a:pt x="1878955" y="72876"/>
                </a:lnTo>
                <a:lnTo>
                  <a:pt x="1879198" y="71680"/>
                </a:lnTo>
                <a:lnTo>
                  <a:pt x="1879463" y="70512"/>
                </a:lnTo>
                <a:lnTo>
                  <a:pt x="1879752" y="69372"/>
                </a:lnTo>
                <a:lnTo>
                  <a:pt x="1880064" y="68261"/>
                </a:lnTo>
                <a:lnTo>
                  <a:pt x="1880399" y="67179"/>
                </a:lnTo>
                <a:lnTo>
                  <a:pt x="1880757" y="66125"/>
                </a:lnTo>
                <a:lnTo>
                  <a:pt x="1881138" y="65099"/>
                </a:lnTo>
                <a:lnTo>
                  <a:pt x="1881542" y="64102"/>
                </a:lnTo>
                <a:lnTo>
                  <a:pt x="1881969" y="63133"/>
                </a:lnTo>
                <a:lnTo>
                  <a:pt x="1882420" y="62193"/>
                </a:lnTo>
                <a:lnTo>
                  <a:pt x="1882893" y="61282"/>
                </a:lnTo>
                <a:lnTo>
                  <a:pt x="1883390" y="60398"/>
                </a:lnTo>
                <a:lnTo>
                  <a:pt x="1883909" y="59544"/>
                </a:lnTo>
                <a:lnTo>
                  <a:pt x="1884452" y="58718"/>
                </a:lnTo>
                <a:lnTo>
                  <a:pt x="1885018" y="57923"/>
                </a:lnTo>
                <a:lnTo>
                  <a:pt x="1885605" y="57161"/>
                </a:lnTo>
                <a:lnTo>
                  <a:pt x="1886216" y="56434"/>
                </a:lnTo>
                <a:lnTo>
                  <a:pt x="1886848" y="55741"/>
                </a:lnTo>
                <a:lnTo>
                  <a:pt x="1887504" y="55081"/>
                </a:lnTo>
                <a:lnTo>
                  <a:pt x="1888181" y="54455"/>
                </a:lnTo>
                <a:lnTo>
                  <a:pt x="1888881" y="53863"/>
                </a:lnTo>
                <a:lnTo>
                  <a:pt x="1889603" y="53305"/>
                </a:lnTo>
                <a:lnTo>
                  <a:pt x="1890348" y="52780"/>
                </a:lnTo>
                <a:lnTo>
                  <a:pt x="1891115" y="52290"/>
                </a:lnTo>
                <a:lnTo>
                  <a:pt x="1891905" y="51833"/>
                </a:lnTo>
                <a:lnTo>
                  <a:pt x="1892717" y="51410"/>
                </a:lnTo>
                <a:lnTo>
                  <a:pt x="1893551" y="51021"/>
                </a:lnTo>
                <a:lnTo>
                  <a:pt x="1894408" y="50666"/>
                </a:lnTo>
                <a:lnTo>
                  <a:pt x="1895288" y="50345"/>
                </a:lnTo>
                <a:lnTo>
                  <a:pt x="1896189" y="50057"/>
                </a:lnTo>
                <a:lnTo>
                  <a:pt x="1897113" y="49803"/>
                </a:lnTo>
                <a:lnTo>
                  <a:pt x="1898060" y="49583"/>
                </a:lnTo>
                <a:lnTo>
                  <a:pt x="1899029" y="49397"/>
                </a:lnTo>
                <a:lnTo>
                  <a:pt x="1900020" y="49245"/>
                </a:lnTo>
                <a:lnTo>
                  <a:pt x="1901034" y="49127"/>
                </a:lnTo>
                <a:lnTo>
                  <a:pt x="1902070" y="49042"/>
                </a:lnTo>
                <a:lnTo>
                  <a:pt x="1903128" y="48991"/>
                </a:lnTo>
                <a:lnTo>
                  <a:pt x="1904209" y="48974"/>
                </a:lnTo>
                <a:lnTo>
                  <a:pt x="1905033" y="48984"/>
                </a:lnTo>
                <a:lnTo>
                  <a:pt x="1905844" y="49013"/>
                </a:lnTo>
                <a:lnTo>
                  <a:pt x="1906644" y="49060"/>
                </a:lnTo>
                <a:lnTo>
                  <a:pt x="1907432" y="49127"/>
                </a:lnTo>
                <a:lnTo>
                  <a:pt x="1908209" y="49213"/>
                </a:lnTo>
                <a:lnTo>
                  <a:pt x="1908973" y="49317"/>
                </a:lnTo>
                <a:lnTo>
                  <a:pt x="1909726" y="49441"/>
                </a:lnTo>
                <a:lnTo>
                  <a:pt x="1910467" y="49584"/>
                </a:lnTo>
                <a:lnTo>
                  <a:pt x="1911196" y="49746"/>
                </a:lnTo>
                <a:lnTo>
                  <a:pt x="1911913" y="49927"/>
                </a:lnTo>
                <a:lnTo>
                  <a:pt x="1912618" y="50127"/>
                </a:lnTo>
                <a:lnTo>
                  <a:pt x="1913312" y="50346"/>
                </a:lnTo>
                <a:lnTo>
                  <a:pt x="1913994" y="50585"/>
                </a:lnTo>
                <a:lnTo>
                  <a:pt x="1914664" y="50842"/>
                </a:lnTo>
                <a:lnTo>
                  <a:pt x="1915322" y="51118"/>
                </a:lnTo>
                <a:lnTo>
                  <a:pt x="1915968" y="51413"/>
                </a:lnTo>
                <a:lnTo>
                  <a:pt x="1916603" y="51728"/>
                </a:lnTo>
                <a:lnTo>
                  <a:pt x="1917226" y="52061"/>
                </a:lnTo>
                <a:lnTo>
                  <a:pt x="1917837" y="52414"/>
                </a:lnTo>
                <a:lnTo>
                  <a:pt x="1918436" y="52785"/>
                </a:lnTo>
                <a:lnTo>
                  <a:pt x="1919023" y="53176"/>
                </a:lnTo>
                <a:lnTo>
                  <a:pt x="1919599" y="53585"/>
                </a:lnTo>
                <a:lnTo>
                  <a:pt x="1920163" y="54014"/>
                </a:lnTo>
                <a:lnTo>
                  <a:pt x="1920715" y="54462"/>
                </a:lnTo>
                <a:lnTo>
                  <a:pt x="1921257" y="54924"/>
                </a:lnTo>
                <a:lnTo>
                  <a:pt x="1921790" y="55397"/>
                </a:lnTo>
                <a:lnTo>
                  <a:pt x="1922314" y="55879"/>
                </a:lnTo>
                <a:lnTo>
                  <a:pt x="1922829" y="56372"/>
                </a:lnTo>
                <a:lnTo>
                  <a:pt x="1923336" y="56875"/>
                </a:lnTo>
                <a:lnTo>
                  <a:pt x="1923834" y="57388"/>
                </a:lnTo>
                <a:lnTo>
                  <a:pt x="1924324" y="57912"/>
                </a:lnTo>
                <a:lnTo>
                  <a:pt x="1924804" y="58445"/>
                </a:lnTo>
                <a:lnTo>
                  <a:pt x="1925276" y="58988"/>
                </a:lnTo>
                <a:lnTo>
                  <a:pt x="1925739" y="59542"/>
                </a:lnTo>
                <a:lnTo>
                  <a:pt x="1926194" y="60106"/>
                </a:lnTo>
                <a:lnTo>
                  <a:pt x="1926640" y="60680"/>
                </a:lnTo>
                <a:lnTo>
                  <a:pt x="1927077" y="61264"/>
                </a:lnTo>
                <a:lnTo>
                  <a:pt x="1927505" y="61858"/>
                </a:lnTo>
                <a:lnTo>
                  <a:pt x="1927924" y="62463"/>
                </a:lnTo>
                <a:lnTo>
                  <a:pt x="1928335" y="63077"/>
                </a:lnTo>
                <a:lnTo>
                  <a:pt x="1928737" y="63702"/>
                </a:lnTo>
                <a:lnTo>
                  <a:pt x="1929131" y="64337"/>
                </a:lnTo>
                <a:lnTo>
                  <a:pt x="1929515" y="64982"/>
                </a:lnTo>
                <a:lnTo>
                  <a:pt x="1929891" y="65637"/>
                </a:lnTo>
                <a:lnTo>
                  <a:pt x="1930259" y="66302"/>
                </a:lnTo>
                <a:lnTo>
                  <a:pt x="1930617" y="66978"/>
                </a:lnTo>
                <a:lnTo>
                  <a:pt x="1930967" y="67663"/>
                </a:lnTo>
                <a:lnTo>
                  <a:pt x="1931308" y="68359"/>
                </a:lnTo>
                <a:lnTo>
                  <a:pt x="1931308" y="106818"/>
                </a:lnTo>
                <a:lnTo>
                  <a:pt x="1930942" y="107421"/>
                </a:lnTo>
                <a:lnTo>
                  <a:pt x="1930567" y="108016"/>
                </a:lnTo>
                <a:lnTo>
                  <a:pt x="1930182" y="108605"/>
                </a:lnTo>
                <a:lnTo>
                  <a:pt x="1929789" y="109186"/>
                </a:lnTo>
                <a:lnTo>
                  <a:pt x="1929386" y="109760"/>
                </a:lnTo>
                <a:lnTo>
                  <a:pt x="1928974" y="110326"/>
                </a:lnTo>
                <a:lnTo>
                  <a:pt x="1928552" y="110885"/>
                </a:lnTo>
                <a:lnTo>
                  <a:pt x="1928122" y="111437"/>
                </a:lnTo>
                <a:lnTo>
                  <a:pt x="1927682" y="111982"/>
                </a:lnTo>
                <a:lnTo>
                  <a:pt x="1927233" y="112519"/>
                </a:lnTo>
                <a:lnTo>
                  <a:pt x="1926775" y="113049"/>
                </a:lnTo>
                <a:lnTo>
                  <a:pt x="1926307" y="113572"/>
                </a:lnTo>
                <a:lnTo>
                  <a:pt x="1925830" y="114088"/>
                </a:lnTo>
                <a:lnTo>
                  <a:pt x="1925344" y="114596"/>
                </a:lnTo>
                <a:lnTo>
                  <a:pt x="1924849" y="115097"/>
                </a:lnTo>
                <a:lnTo>
                  <a:pt x="1924344" y="115590"/>
                </a:lnTo>
                <a:lnTo>
                  <a:pt x="1923831" y="116077"/>
                </a:lnTo>
                <a:lnTo>
                  <a:pt x="1923308" y="116556"/>
                </a:lnTo>
                <a:lnTo>
                  <a:pt x="1922775" y="117027"/>
                </a:lnTo>
                <a:lnTo>
                  <a:pt x="1922234" y="117492"/>
                </a:lnTo>
                <a:lnTo>
                  <a:pt x="1921683" y="117949"/>
                </a:lnTo>
                <a:lnTo>
                  <a:pt x="1921123" y="118399"/>
                </a:lnTo>
                <a:lnTo>
                  <a:pt x="1920554" y="118842"/>
                </a:lnTo>
                <a:lnTo>
                  <a:pt x="1919976" y="119277"/>
                </a:lnTo>
                <a:lnTo>
                  <a:pt x="1919387" y="119699"/>
                </a:lnTo>
                <a:lnTo>
                  <a:pt x="1918785" y="120104"/>
                </a:lnTo>
                <a:lnTo>
                  <a:pt x="1918171" y="120491"/>
                </a:lnTo>
                <a:lnTo>
                  <a:pt x="1917545" y="120859"/>
                </a:lnTo>
                <a:lnTo>
                  <a:pt x="1916907" y="121210"/>
                </a:lnTo>
                <a:lnTo>
                  <a:pt x="1916256" y="121543"/>
                </a:lnTo>
                <a:lnTo>
                  <a:pt x="1915593" y="121858"/>
                </a:lnTo>
                <a:lnTo>
                  <a:pt x="1914917" y="122154"/>
                </a:lnTo>
                <a:lnTo>
                  <a:pt x="1914230" y="122433"/>
                </a:lnTo>
                <a:lnTo>
                  <a:pt x="1913530" y="122694"/>
                </a:lnTo>
                <a:lnTo>
                  <a:pt x="1912817" y="122937"/>
                </a:lnTo>
                <a:lnTo>
                  <a:pt x="1912093" y="123161"/>
                </a:lnTo>
                <a:lnTo>
                  <a:pt x="1911356" y="123368"/>
                </a:lnTo>
                <a:lnTo>
                  <a:pt x="1910606" y="123557"/>
                </a:lnTo>
                <a:lnTo>
                  <a:pt x="1909845" y="123728"/>
                </a:lnTo>
                <a:lnTo>
                  <a:pt x="1909071" y="123881"/>
                </a:lnTo>
                <a:lnTo>
                  <a:pt x="1908284" y="124016"/>
                </a:lnTo>
                <a:lnTo>
                  <a:pt x="1907486" y="124133"/>
                </a:lnTo>
                <a:lnTo>
                  <a:pt x="1906675" y="124231"/>
                </a:lnTo>
                <a:lnTo>
                  <a:pt x="1905852" y="124312"/>
                </a:lnTo>
                <a:lnTo>
                  <a:pt x="1905016" y="124375"/>
                </a:lnTo>
                <a:lnTo>
                  <a:pt x="1904168" y="124420"/>
                </a:lnTo>
                <a:lnTo>
                  <a:pt x="1903308" y="124447"/>
                </a:lnTo>
                <a:lnTo>
                  <a:pt x="1902436" y="124456"/>
                </a:lnTo>
                <a:lnTo>
                  <a:pt x="1901436" y="124439"/>
                </a:lnTo>
                <a:lnTo>
                  <a:pt x="1900456" y="124389"/>
                </a:lnTo>
                <a:lnTo>
                  <a:pt x="1899497" y="124304"/>
                </a:lnTo>
                <a:lnTo>
                  <a:pt x="1898558" y="124186"/>
                </a:lnTo>
                <a:lnTo>
                  <a:pt x="1897640" y="124033"/>
                </a:lnTo>
                <a:close/>
                <a:moveTo>
                  <a:pt x="1803929" y="137778"/>
                </a:moveTo>
                <a:lnTo>
                  <a:pt x="1804877" y="137699"/>
                </a:lnTo>
                <a:lnTo>
                  <a:pt x="1805814" y="137606"/>
                </a:lnTo>
                <a:lnTo>
                  <a:pt x="1806739" y="137499"/>
                </a:lnTo>
                <a:lnTo>
                  <a:pt x="1807653" y="137378"/>
                </a:lnTo>
                <a:lnTo>
                  <a:pt x="1808556" y="137242"/>
                </a:lnTo>
                <a:lnTo>
                  <a:pt x="1809448" y="137092"/>
                </a:lnTo>
                <a:lnTo>
                  <a:pt x="1810328" y="136928"/>
                </a:lnTo>
                <a:lnTo>
                  <a:pt x="1811197" y="136749"/>
                </a:lnTo>
                <a:lnTo>
                  <a:pt x="1812054" y="136556"/>
                </a:lnTo>
                <a:lnTo>
                  <a:pt x="1812901" y="136349"/>
                </a:lnTo>
                <a:lnTo>
                  <a:pt x="1813736" y="136128"/>
                </a:lnTo>
                <a:lnTo>
                  <a:pt x="1814560" y="135892"/>
                </a:lnTo>
                <a:lnTo>
                  <a:pt x="1815372" y="135642"/>
                </a:lnTo>
                <a:lnTo>
                  <a:pt x="1816173" y="135378"/>
                </a:lnTo>
                <a:lnTo>
                  <a:pt x="1816963" y="135099"/>
                </a:lnTo>
                <a:lnTo>
                  <a:pt x="1817742" y="134806"/>
                </a:lnTo>
                <a:lnTo>
                  <a:pt x="1818509" y="134499"/>
                </a:lnTo>
                <a:lnTo>
                  <a:pt x="1819265" y="134178"/>
                </a:lnTo>
                <a:lnTo>
                  <a:pt x="1820010" y="133842"/>
                </a:lnTo>
                <a:lnTo>
                  <a:pt x="1820742" y="133493"/>
                </a:lnTo>
                <a:lnTo>
                  <a:pt x="1821460" y="133132"/>
                </a:lnTo>
                <a:lnTo>
                  <a:pt x="1822165" y="132759"/>
                </a:lnTo>
                <a:lnTo>
                  <a:pt x="1822856" y="132374"/>
                </a:lnTo>
                <a:lnTo>
                  <a:pt x="1823534" y="131977"/>
                </a:lnTo>
                <a:lnTo>
                  <a:pt x="1824197" y="131568"/>
                </a:lnTo>
                <a:lnTo>
                  <a:pt x="1824848" y="131147"/>
                </a:lnTo>
                <a:lnTo>
                  <a:pt x="1825484" y="130714"/>
                </a:lnTo>
                <a:lnTo>
                  <a:pt x="1826107" y="130269"/>
                </a:lnTo>
                <a:lnTo>
                  <a:pt x="1826716" y="129811"/>
                </a:lnTo>
                <a:lnTo>
                  <a:pt x="1827311" y="129342"/>
                </a:lnTo>
                <a:lnTo>
                  <a:pt x="1827893" y="128861"/>
                </a:lnTo>
                <a:lnTo>
                  <a:pt x="1828461" y="128368"/>
                </a:lnTo>
                <a:lnTo>
                  <a:pt x="1829015" y="127863"/>
                </a:lnTo>
                <a:lnTo>
                  <a:pt x="1829556" y="127346"/>
                </a:lnTo>
                <a:lnTo>
                  <a:pt x="1830083" y="126817"/>
                </a:lnTo>
                <a:lnTo>
                  <a:pt x="1830596" y="126276"/>
                </a:lnTo>
                <a:lnTo>
                  <a:pt x="1831095" y="125723"/>
                </a:lnTo>
                <a:lnTo>
                  <a:pt x="1831581" y="125158"/>
                </a:lnTo>
                <a:lnTo>
                  <a:pt x="1832053" y="124581"/>
                </a:lnTo>
                <a:lnTo>
                  <a:pt x="1832512" y="123992"/>
                </a:lnTo>
                <a:lnTo>
                  <a:pt x="1832957" y="123391"/>
                </a:lnTo>
                <a:lnTo>
                  <a:pt x="1833388" y="122778"/>
                </a:lnTo>
                <a:lnTo>
                  <a:pt x="1833805" y="122153"/>
                </a:lnTo>
                <a:lnTo>
                  <a:pt x="1834208" y="121517"/>
                </a:lnTo>
                <a:lnTo>
                  <a:pt x="1834594" y="120871"/>
                </a:lnTo>
                <a:lnTo>
                  <a:pt x="1834965" y="120215"/>
                </a:lnTo>
                <a:lnTo>
                  <a:pt x="1835319" y="119548"/>
                </a:lnTo>
                <a:lnTo>
                  <a:pt x="1835657" y="118872"/>
                </a:lnTo>
                <a:lnTo>
                  <a:pt x="1835979" y="118186"/>
                </a:lnTo>
                <a:lnTo>
                  <a:pt x="1836285" y="117490"/>
                </a:lnTo>
                <a:lnTo>
                  <a:pt x="1836575" y="116783"/>
                </a:lnTo>
                <a:lnTo>
                  <a:pt x="1836849" y="116067"/>
                </a:lnTo>
                <a:lnTo>
                  <a:pt x="1837107" y="115340"/>
                </a:lnTo>
                <a:lnTo>
                  <a:pt x="1837349" y="114604"/>
                </a:lnTo>
                <a:lnTo>
                  <a:pt x="1837574" y="113857"/>
                </a:lnTo>
                <a:lnTo>
                  <a:pt x="1837784" y="113100"/>
                </a:lnTo>
                <a:lnTo>
                  <a:pt x="1837977" y="112334"/>
                </a:lnTo>
                <a:lnTo>
                  <a:pt x="1838155" y="111557"/>
                </a:lnTo>
                <a:lnTo>
                  <a:pt x="1838316" y="110770"/>
                </a:lnTo>
                <a:lnTo>
                  <a:pt x="1838461" y="109973"/>
                </a:lnTo>
                <a:lnTo>
                  <a:pt x="1838591" y="109166"/>
                </a:lnTo>
                <a:lnTo>
                  <a:pt x="1838704" y="108349"/>
                </a:lnTo>
                <a:lnTo>
                  <a:pt x="1838801" y="107522"/>
                </a:lnTo>
                <a:lnTo>
                  <a:pt x="1838882" y="106685"/>
                </a:lnTo>
                <a:lnTo>
                  <a:pt x="1838946" y="105838"/>
                </a:lnTo>
                <a:lnTo>
                  <a:pt x="1838995" y="104981"/>
                </a:lnTo>
                <a:lnTo>
                  <a:pt x="1839028" y="104114"/>
                </a:lnTo>
                <a:lnTo>
                  <a:pt x="1822769" y="104114"/>
                </a:lnTo>
                <a:lnTo>
                  <a:pt x="1822734" y="104960"/>
                </a:lnTo>
                <a:lnTo>
                  <a:pt x="1822678" y="105790"/>
                </a:lnTo>
                <a:lnTo>
                  <a:pt x="1822602" y="106602"/>
                </a:lnTo>
                <a:lnTo>
                  <a:pt x="1822506" y="107398"/>
                </a:lnTo>
                <a:lnTo>
                  <a:pt x="1822389" y="108178"/>
                </a:lnTo>
                <a:lnTo>
                  <a:pt x="1822251" y="108940"/>
                </a:lnTo>
                <a:lnTo>
                  <a:pt x="1822093" y="109686"/>
                </a:lnTo>
                <a:lnTo>
                  <a:pt x="1821915" y="110415"/>
                </a:lnTo>
                <a:lnTo>
                  <a:pt x="1821715" y="111127"/>
                </a:lnTo>
                <a:lnTo>
                  <a:pt x="1821496" y="111823"/>
                </a:lnTo>
                <a:lnTo>
                  <a:pt x="1821256" y="112502"/>
                </a:lnTo>
                <a:lnTo>
                  <a:pt x="1820995" y="113164"/>
                </a:lnTo>
                <a:lnTo>
                  <a:pt x="1820714" y="113810"/>
                </a:lnTo>
                <a:lnTo>
                  <a:pt x="1820412" y="114438"/>
                </a:lnTo>
                <a:lnTo>
                  <a:pt x="1820090" y="115051"/>
                </a:lnTo>
                <a:lnTo>
                  <a:pt x="1819747" y="115646"/>
                </a:lnTo>
                <a:lnTo>
                  <a:pt x="1819383" y="116224"/>
                </a:lnTo>
                <a:lnTo>
                  <a:pt x="1818999" y="116786"/>
                </a:lnTo>
                <a:lnTo>
                  <a:pt x="1818595" y="117331"/>
                </a:lnTo>
                <a:lnTo>
                  <a:pt x="1818170" y="117860"/>
                </a:lnTo>
                <a:lnTo>
                  <a:pt x="1817725" y="118372"/>
                </a:lnTo>
                <a:lnTo>
                  <a:pt x="1817259" y="118867"/>
                </a:lnTo>
                <a:lnTo>
                  <a:pt x="1816772" y="119345"/>
                </a:lnTo>
                <a:lnTo>
                  <a:pt x="1816265" y="119806"/>
                </a:lnTo>
                <a:lnTo>
                  <a:pt x="1815739" y="120250"/>
                </a:lnTo>
                <a:lnTo>
                  <a:pt x="1815197" y="120675"/>
                </a:lnTo>
                <a:lnTo>
                  <a:pt x="1814638" y="121081"/>
                </a:lnTo>
                <a:lnTo>
                  <a:pt x="1814062" y="121468"/>
                </a:lnTo>
                <a:lnTo>
                  <a:pt x="1813469" y="121836"/>
                </a:lnTo>
                <a:lnTo>
                  <a:pt x="1812859" y="122186"/>
                </a:lnTo>
                <a:lnTo>
                  <a:pt x="1812233" y="122516"/>
                </a:lnTo>
                <a:lnTo>
                  <a:pt x="1811590" y="122828"/>
                </a:lnTo>
                <a:lnTo>
                  <a:pt x="1810930" y="123120"/>
                </a:lnTo>
                <a:lnTo>
                  <a:pt x="1810253" y="123394"/>
                </a:lnTo>
                <a:lnTo>
                  <a:pt x="1809560" y="123649"/>
                </a:lnTo>
                <a:lnTo>
                  <a:pt x="1808850" y="123885"/>
                </a:lnTo>
                <a:lnTo>
                  <a:pt x="1808123" y="124102"/>
                </a:lnTo>
                <a:lnTo>
                  <a:pt x="1807379" y="124300"/>
                </a:lnTo>
                <a:lnTo>
                  <a:pt x="1806619" y="124480"/>
                </a:lnTo>
                <a:lnTo>
                  <a:pt x="1805842" y="124640"/>
                </a:lnTo>
                <a:lnTo>
                  <a:pt x="1805048" y="124782"/>
                </a:lnTo>
                <a:lnTo>
                  <a:pt x="1804237" y="124905"/>
                </a:lnTo>
                <a:lnTo>
                  <a:pt x="1803409" y="125009"/>
                </a:lnTo>
                <a:lnTo>
                  <a:pt x="1802565" y="125094"/>
                </a:lnTo>
                <a:lnTo>
                  <a:pt x="1801704" y="125160"/>
                </a:lnTo>
                <a:lnTo>
                  <a:pt x="1800826" y="125207"/>
                </a:lnTo>
                <a:lnTo>
                  <a:pt x="1799932" y="125235"/>
                </a:lnTo>
                <a:lnTo>
                  <a:pt x="1799020" y="125245"/>
                </a:lnTo>
                <a:lnTo>
                  <a:pt x="1798165" y="125236"/>
                </a:lnTo>
                <a:lnTo>
                  <a:pt x="1797324" y="125210"/>
                </a:lnTo>
                <a:lnTo>
                  <a:pt x="1796497" y="125168"/>
                </a:lnTo>
                <a:lnTo>
                  <a:pt x="1795684" y="125108"/>
                </a:lnTo>
                <a:lnTo>
                  <a:pt x="1794885" y="125031"/>
                </a:lnTo>
                <a:lnTo>
                  <a:pt x="1794100" y="124936"/>
                </a:lnTo>
                <a:lnTo>
                  <a:pt x="1793329" y="124825"/>
                </a:lnTo>
                <a:lnTo>
                  <a:pt x="1792572" y="124696"/>
                </a:lnTo>
                <a:lnTo>
                  <a:pt x="1791829" y="124551"/>
                </a:lnTo>
                <a:lnTo>
                  <a:pt x="1791100" y="124388"/>
                </a:lnTo>
                <a:lnTo>
                  <a:pt x="1790385" y="124208"/>
                </a:lnTo>
                <a:lnTo>
                  <a:pt x="1789684" y="124011"/>
                </a:lnTo>
                <a:lnTo>
                  <a:pt x="1788997" y="123797"/>
                </a:lnTo>
                <a:lnTo>
                  <a:pt x="1788324" y="123566"/>
                </a:lnTo>
                <a:lnTo>
                  <a:pt x="1787665" y="123318"/>
                </a:lnTo>
                <a:lnTo>
                  <a:pt x="1787020" y="123052"/>
                </a:lnTo>
                <a:lnTo>
                  <a:pt x="1786390" y="122769"/>
                </a:lnTo>
                <a:lnTo>
                  <a:pt x="1785773" y="122470"/>
                </a:lnTo>
                <a:lnTo>
                  <a:pt x="1785170" y="122153"/>
                </a:lnTo>
                <a:lnTo>
                  <a:pt x="1784582" y="121819"/>
                </a:lnTo>
                <a:lnTo>
                  <a:pt x="1784007" y="121468"/>
                </a:lnTo>
                <a:lnTo>
                  <a:pt x="1783446" y="121099"/>
                </a:lnTo>
                <a:lnTo>
                  <a:pt x="1782900" y="120714"/>
                </a:lnTo>
                <a:lnTo>
                  <a:pt x="1782367" y="120311"/>
                </a:lnTo>
                <a:lnTo>
                  <a:pt x="1781848" y="119895"/>
                </a:lnTo>
                <a:lnTo>
                  <a:pt x="1781340" y="119467"/>
                </a:lnTo>
                <a:lnTo>
                  <a:pt x="1780844" y="119028"/>
                </a:lnTo>
                <a:lnTo>
                  <a:pt x="1780359" y="118577"/>
                </a:lnTo>
                <a:lnTo>
                  <a:pt x="1779887" y="118115"/>
                </a:lnTo>
                <a:lnTo>
                  <a:pt x="1779426" y="117643"/>
                </a:lnTo>
                <a:lnTo>
                  <a:pt x="1778978" y="117158"/>
                </a:lnTo>
                <a:lnTo>
                  <a:pt x="1778541" y="116663"/>
                </a:lnTo>
                <a:lnTo>
                  <a:pt x="1778115" y="116156"/>
                </a:lnTo>
                <a:lnTo>
                  <a:pt x="1777702" y="115639"/>
                </a:lnTo>
                <a:lnTo>
                  <a:pt x="1777300" y="115110"/>
                </a:lnTo>
                <a:lnTo>
                  <a:pt x="1776910" y="114569"/>
                </a:lnTo>
                <a:lnTo>
                  <a:pt x="1776532" y="114018"/>
                </a:lnTo>
                <a:lnTo>
                  <a:pt x="1776166" y="113455"/>
                </a:lnTo>
                <a:lnTo>
                  <a:pt x="1775812" y="112881"/>
                </a:lnTo>
                <a:lnTo>
                  <a:pt x="1775469" y="112295"/>
                </a:lnTo>
                <a:lnTo>
                  <a:pt x="1775139" y="111699"/>
                </a:lnTo>
                <a:lnTo>
                  <a:pt x="1774820" y="111091"/>
                </a:lnTo>
                <a:lnTo>
                  <a:pt x="1774512" y="110472"/>
                </a:lnTo>
                <a:lnTo>
                  <a:pt x="1774217" y="109842"/>
                </a:lnTo>
                <a:lnTo>
                  <a:pt x="1773933" y="109201"/>
                </a:lnTo>
                <a:lnTo>
                  <a:pt x="1773662" y="108548"/>
                </a:lnTo>
                <a:lnTo>
                  <a:pt x="1773402" y="107884"/>
                </a:lnTo>
                <a:lnTo>
                  <a:pt x="1773154" y="107209"/>
                </a:lnTo>
                <a:lnTo>
                  <a:pt x="1772916" y="106525"/>
                </a:lnTo>
                <a:lnTo>
                  <a:pt x="1772689" y="105836"/>
                </a:lnTo>
                <a:lnTo>
                  <a:pt x="1772471" y="105141"/>
                </a:lnTo>
                <a:lnTo>
                  <a:pt x="1772263" y="104441"/>
                </a:lnTo>
                <a:lnTo>
                  <a:pt x="1772064" y="103736"/>
                </a:lnTo>
                <a:lnTo>
                  <a:pt x="1771876" y="103024"/>
                </a:lnTo>
                <a:lnTo>
                  <a:pt x="1771697" y="102308"/>
                </a:lnTo>
                <a:lnTo>
                  <a:pt x="1771528" y="101585"/>
                </a:lnTo>
                <a:lnTo>
                  <a:pt x="1771368" y="100858"/>
                </a:lnTo>
                <a:lnTo>
                  <a:pt x="1771219" y="100124"/>
                </a:lnTo>
                <a:lnTo>
                  <a:pt x="1771079" y="99385"/>
                </a:lnTo>
                <a:lnTo>
                  <a:pt x="1770949" y="98641"/>
                </a:lnTo>
                <a:lnTo>
                  <a:pt x="1770828" y="97891"/>
                </a:lnTo>
                <a:lnTo>
                  <a:pt x="1770718" y="97136"/>
                </a:lnTo>
                <a:lnTo>
                  <a:pt x="1770617" y="96375"/>
                </a:lnTo>
                <a:lnTo>
                  <a:pt x="1770526" y="95608"/>
                </a:lnTo>
                <a:lnTo>
                  <a:pt x="1770445" y="94836"/>
                </a:lnTo>
                <a:lnTo>
                  <a:pt x="1770373" y="94059"/>
                </a:lnTo>
                <a:lnTo>
                  <a:pt x="1770311" y="93276"/>
                </a:lnTo>
                <a:lnTo>
                  <a:pt x="1770259" y="92487"/>
                </a:lnTo>
                <a:lnTo>
                  <a:pt x="1770217" y="91693"/>
                </a:lnTo>
                <a:lnTo>
                  <a:pt x="1770184" y="90893"/>
                </a:lnTo>
                <a:lnTo>
                  <a:pt x="1770161" y="90088"/>
                </a:lnTo>
                <a:lnTo>
                  <a:pt x="1770148" y="89277"/>
                </a:lnTo>
                <a:lnTo>
                  <a:pt x="1838535" y="89277"/>
                </a:lnTo>
                <a:lnTo>
                  <a:pt x="1838551" y="89199"/>
                </a:lnTo>
                <a:lnTo>
                  <a:pt x="1838567" y="89117"/>
                </a:lnTo>
                <a:lnTo>
                  <a:pt x="1838583" y="89031"/>
                </a:lnTo>
                <a:lnTo>
                  <a:pt x="1838598" y="88941"/>
                </a:lnTo>
                <a:lnTo>
                  <a:pt x="1838613" y="88847"/>
                </a:lnTo>
                <a:lnTo>
                  <a:pt x="1838627" y="88749"/>
                </a:lnTo>
                <a:lnTo>
                  <a:pt x="1838642" y="88647"/>
                </a:lnTo>
                <a:lnTo>
                  <a:pt x="1838656" y="88540"/>
                </a:lnTo>
                <a:lnTo>
                  <a:pt x="1838669" y="88430"/>
                </a:lnTo>
                <a:lnTo>
                  <a:pt x="1838682" y="88316"/>
                </a:lnTo>
                <a:lnTo>
                  <a:pt x="1838695" y="88197"/>
                </a:lnTo>
                <a:lnTo>
                  <a:pt x="1838708" y="88075"/>
                </a:lnTo>
                <a:lnTo>
                  <a:pt x="1838720" y="87948"/>
                </a:lnTo>
                <a:lnTo>
                  <a:pt x="1838731" y="87818"/>
                </a:lnTo>
                <a:lnTo>
                  <a:pt x="1838743" y="87683"/>
                </a:lnTo>
                <a:lnTo>
                  <a:pt x="1838754" y="87545"/>
                </a:lnTo>
                <a:lnTo>
                  <a:pt x="1838765" y="87402"/>
                </a:lnTo>
                <a:lnTo>
                  <a:pt x="1838775" y="87255"/>
                </a:lnTo>
                <a:lnTo>
                  <a:pt x="1838785" y="87105"/>
                </a:lnTo>
                <a:lnTo>
                  <a:pt x="1838795" y="86950"/>
                </a:lnTo>
                <a:lnTo>
                  <a:pt x="1838805" y="86791"/>
                </a:lnTo>
                <a:lnTo>
                  <a:pt x="1838814" y="86628"/>
                </a:lnTo>
                <a:lnTo>
                  <a:pt x="1838822" y="86461"/>
                </a:lnTo>
                <a:lnTo>
                  <a:pt x="1838831" y="86290"/>
                </a:lnTo>
                <a:lnTo>
                  <a:pt x="1838839" y="86118"/>
                </a:lnTo>
                <a:lnTo>
                  <a:pt x="1838846" y="85948"/>
                </a:lnTo>
                <a:lnTo>
                  <a:pt x="1838854" y="85780"/>
                </a:lnTo>
                <a:lnTo>
                  <a:pt x="1838861" y="85613"/>
                </a:lnTo>
                <a:lnTo>
                  <a:pt x="1838867" y="85449"/>
                </a:lnTo>
                <a:lnTo>
                  <a:pt x="1838874" y="85286"/>
                </a:lnTo>
                <a:lnTo>
                  <a:pt x="1838880" y="85125"/>
                </a:lnTo>
                <a:lnTo>
                  <a:pt x="1838885" y="84967"/>
                </a:lnTo>
                <a:lnTo>
                  <a:pt x="1838891" y="84810"/>
                </a:lnTo>
                <a:lnTo>
                  <a:pt x="1838896" y="84655"/>
                </a:lnTo>
                <a:lnTo>
                  <a:pt x="1838900" y="84502"/>
                </a:lnTo>
                <a:lnTo>
                  <a:pt x="1838905" y="84351"/>
                </a:lnTo>
                <a:lnTo>
                  <a:pt x="1838909" y="84202"/>
                </a:lnTo>
                <a:lnTo>
                  <a:pt x="1838912" y="84055"/>
                </a:lnTo>
                <a:lnTo>
                  <a:pt x="1838915" y="83910"/>
                </a:lnTo>
                <a:lnTo>
                  <a:pt x="1838918" y="83767"/>
                </a:lnTo>
                <a:lnTo>
                  <a:pt x="1838921" y="83625"/>
                </a:lnTo>
                <a:lnTo>
                  <a:pt x="1838923" y="83486"/>
                </a:lnTo>
                <a:lnTo>
                  <a:pt x="1838925" y="83349"/>
                </a:lnTo>
                <a:lnTo>
                  <a:pt x="1838926" y="83213"/>
                </a:lnTo>
                <a:lnTo>
                  <a:pt x="1838928" y="83080"/>
                </a:lnTo>
                <a:lnTo>
                  <a:pt x="1838929" y="82948"/>
                </a:lnTo>
                <a:lnTo>
                  <a:pt x="1838929" y="82818"/>
                </a:lnTo>
                <a:lnTo>
                  <a:pt x="1838929" y="82691"/>
                </a:lnTo>
                <a:lnTo>
                  <a:pt x="1838910" y="80809"/>
                </a:lnTo>
                <a:lnTo>
                  <a:pt x="1838852" y="78965"/>
                </a:lnTo>
                <a:lnTo>
                  <a:pt x="1838755" y="77157"/>
                </a:lnTo>
                <a:lnTo>
                  <a:pt x="1838620" y="75386"/>
                </a:lnTo>
                <a:lnTo>
                  <a:pt x="1838446" y="73653"/>
                </a:lnTo>
                <a:lnTo>
                  <a:pt x="1838233" y="71956"/>
                </a:lnTo>
                <a:lnTo>
                  <a:pt x="1837982" y="70296"/>
                </a:lnTo>
                <a:lnTo>
                  <a:pt x="1837692" y="68673"/>
                </a:lnTo>
                <a:lnTo>
                  <a:pt x="1837363" y="67087"/>
                </a:lnTo>
                <a:lnTo>
                  <a:pt x="1836996" y="65538"/>
                </a:lnTo>
                <a:lnTo>
                  <a:pt x="1836590" y="64027"/>
                </a:lnTo>
                <a:lnTo>
                  <a:pt x="1836145" y="62551"/>
                </a:lnTo>
                <a:lnTo>
                  <a:pt x="1835662" y="61113"/>
                </a:lnTo>
                <a:lnTo>
                  <a:pt x="1835140" y="59712"/>
                </a:lnTo>
                <a:lnTo>
                  <a:pt x="1834580" y="58348"/>
                </a:lnTo>
                <a:lnTo>
                  <a:pt x="1833980" y="57021"/>
                </a:lnTo>
                <a:lnTo>
                  <a:pt x="1833342" y="55731"/>
                </a:lnTo>
                <a:lnTo>
                  <a:pt x="1832666" y="54477"/>
                </a:lnTo>
                <a:lnTo>
                  <a:pt x="1831950" y="53261"/>
                </a:lnTo>
                <a:lnTo>
                  <a:pt x="1831197" y="52082"/>
                </a:lnTo>
                <a:lnTo>
                  <a:pt x="1830404" y="50939"/>
                </a:lnTo>
                <a:lnTo>
                  <a:pt x="1829573" y="49834"/>
                </a:lnTo>
                <a:lnTo>
                  <a:pt x="1828703" y="48765"/>
                </a:lnTo>
                <a:lnTo>
                  <a:pt x="1827794" y="47733"/>
                </a:lnTo>
                <a:lnTo>
                  <a:pt x="1826852" y="46741"/>
                </a:lnTo>
                <a:lnTo>
                  <a:pt x="1825879" y="45791"/>
                </a:lnTo>
                <a:lnTo>
                  <a:pt x="1824878" y="44883"/>
                </a:lnTo>
                <a:lnTo>
                  <a:pt x="1823847" y="44018"/>
                </a:lnTo>
                <a:lnTo>
                  <a:pt x="1822787" y="43194"/>
                </a:lnTo>
                <a:lnTo>
                  <a:pt x="1821697" y="42413"/>
                </a:lnTo>
                <a:lnTo>
                  <a:pt x="1820578" y="41674"/>
                </a:lnTo>
                <a:lnTo>
                  <a:pt x="1819429" y="40978"/>
                </a:lnTo>
                <a:lnTo>
                  <a:pt x="1818251" y="40323"/>
                </a:lnTo>
                <a:lnTo>
                  <a:pt x="1817044" y="39711"/>
                </a:lnTo>
                <a:lnTo>
                  <a:pt x="1815807" y="39141"/>
                </a:lnTo>
                <a:lnTo>
                  <a:pt x="1814541" y="38613"/>
                </a:lnTo>
                <a:lnTo>
                  <a:pt x="1813245" y="38128"/>
                </a:lnTo>
                <a:lnTo>
                  <a:pt x="1811920" y="37684"/>
                </a:lnTo>
                <a:lnTo>
                  <a:pt x="1810565" y="37283"/>
                </a:lnTo>
                <a:lnTo>
                  <a:pt x="1809181" y="36924"/>
                </a:lnTo>
                <a:lnTo>
                  <a:pt x="1807768" y="36608"/>
                </a:lnTo>
                <a:lnTo>
                  <a:pt x="1806325" y="36333"/>
                </a:lnTo>
                <a:lnTo>
                  <a:pt x="1804852" y="36101"/>
                </a:lnTo>
                <a:lnTo>
                  <a:pt x="1803351" y="35911"/>
                </a:lnTo>
                <a:lnTo>
                  <a:pt x="1801820" y="35763"/>
                </a:lnTo>
                <a:lnTo>
                  <a:pt x="1800259" y="35657"/>
                </a:lnTo>
                <a:lnTo>
                  <a:pt x="1798669" y="35594"/>
                </a:lnTo>
                <a:lnTo>
                  <a:pt x="1797050" y="35573"/>
                </a:lnTo>
                <a:lnTo>
                  <a:pt x="1795827" y="35584"/>
                </a:lnTo>
                <a:lnTo>
                  <a:pt x="1794622" y="35618"/>
                </a:lnTo>
                <a:lnTo>
                  <a:pt x="1793435" y="35674"/>
                </a:lnTo>
                <a:lnTo>
                  <a:pt x="1792266" y="35753"/>
                </a:lnTo>
                <a:lnTo>
                  <a:pt x="1791115" y="35855"/>
                </a:lnTo>
                <a:lnTo>
                  <a:pt x="1789982" y="35979"/>
                </a:lnTo>
                <a:lnTo>
                  <a:pt x="1788867" y="36125"/>
                </a:lnTo>
                <a:lnTo>
                  <a:pt x="1787770" y="36295"/>
                </a:lnTo>
                <a:lnTo>
                  <a:pt x="1786691" y="36486"/>
                </a:lnTo>
                <a:lnTo>
                  <a:pt x="1785630" y="36701"/>
                </a:lnTo>
                <a:lnTo>
                  <a:pt x="1784587" y="36937"/>
                </a:lnTo>
                <a:lnTo>
                  <a:pt x="1783562" y="37197"/>
                </a:lnTo>
                <a:lnTo>
                  <a:pt x="1782555" y="37478"/>
                </a:lnTo>
                <a:lnTo>
                  <a:pt x="1781565" y="37783"/>
                </a:lnTo>
                <a:lnTo>
                  <a:pt x="1780594" y="38110"/>
                </a:lnTo>
                <a:lnTo>
                  <a:pt x="1779641" y="38459"/>
                </a:lnTo>
                <a:lnTo>
                  <a:pt x="1778706" y="38832"/>
                </a:lnTo>
                <a:lnTo>
                  <a:pt x="1777788" y="39226"/>
                </a:lnTo>
                <a:lnTo>
                  <a:pt x="1776889" y="39643"/>
                </a:lnTo>
                <a:lnTo>
                  <a:pt x="1776007" y="40083"/>
                </a:lnTo>
                <a:lnTo>
                  <a:pt x="1775144" y="40545"/>
                </a:lnTo>
                <a:lnTo>
                  <a:pt x="1774298" y="41030"/>
                </a:lnTo>
                <a:lnTo>
                  <a:pt x="1773471" y="41538"/>
                </a:lnTo>
                <a:lnTo>
                  <a:pt x="1772661" y="42067"/>
                </a:lnTo>
                <a:lnTo>
                  <a:pt x="1771869" y="42617"/>
                </a:lnTo>
                <a:lnTo>
                  <a:pt x="1771094" y="43185"/>
                </a:lnTo>
                <a:lnTo>
                  <a:pt x="1770336" y="43770"/>
                </a:lnTo>
                <a:lnTo>
                  <a:pt x="1769595" y="44372"/>
                </a:lnTo>
                <a:lnTo>
                  <a:pt x="1768872" y="44991"/>
                </a:lnTo>
                <a:lnTo>
                  <a:pt x="1768165" y="45629"/>
                </a:lnTo>
                <a:lnTo>
                  <a:pt x="1767476" y="46283"/>
                </a:lnTo>
                <a:lnTo>
                  <a:pt x="1766803" y="46955"/>
                </a:lnTo>
                <a:lnTo>
                  <a:pt x="1766148" y="47645"/>
                </a:lnTo>
                <a:lnTo>
                  <a:pt x="1765510" y="48351"/>
                </a:lnTo>
                <a:lnTo>
                  <a:pt x="1764889" y="49076"/>
                </a:lnTo>
                <a:lnTo>
                  <a:pt x="1764285" y="49817"/>
                </a:lnTo>
                <a:lnTo>
                  <a:pt x="1763698" y="50577"/>
                </a:lnTo>
                <a:lnTo>
                  <a:pt x="1763129" y="51353"/>
                </a:lnTo>
                <a:lnTo>
                  <a:pt x="1762576" y="52147"/>
                </a:lnTo>
                <a:lnTo>
                  <a:pt x="1762040" y="52959"/>
                </a:lnTo>
                <a:lnTo>
                  <a:pt x="1761522" y="53788"/>
                </a:lnTo>
                <a:lnTo>
                  <a:pt x="1761021" y="54634"/>
                </a:lnTo>
                <a:lnTo>
                  <a:pt x="1760537" y="55498"/>
                </a:lnTo>
                <a:lnTo>
                  <a:pt x="1760070" y="56379"/>
                </a:lnTo>
                <a:lnTo>
                  <a:pt x="1759620" y="57278"/>
                </a:lnTo>
                <a:lnTo>
                  <a:pt x="1759187" y="58194"/>
                </a:lnTo>
                <a:lnTo>
                  <a:pt x="1758771" y="59128"/>
                </a:lnTo>
                <a:lnTo>
                  <a:pt x="1758373" y="60079"/>
                </a:lnTo>
                <a:lnTo>
                  <a:pt x="1757991" y="61045"/>
                </a:lnTo>
                <a:lnTo>
                  <a:pt x="1757625" y="62023"/>
                </a:lnTo>
                <a:lnTo>
                  <a:pt x="1757276" y="63014"/>
                </a:lnTo>
                <a:lnTo>
                  <a:pt x="1756942" y="64018"/>
                </a:lnTo>
                <a:lnTo>
                  <a:pt x="1756625" y="65034"/>
                </a:lnTo>
                <a:lnTo>
                  <a:pt x="1756325" y="66062"/>
                </a:lnTo>
                <a:lnTo>
                  <a:pt x="1756040" y="67103"/>
                </a:lnTo>
                <a:lnTo>
                  <a:pt x="1755772" y="68157"/>
                </a:lnTo>
                <a:lnTo>
                  <a:pt x="1755520" y="69223"/>
                </a:lnTo>
                <a:lnTo>
                  <a:pt x="1755285" y="70302"/>
                </a:lnTo>
                <a:lnTo>
                  <a:pt x="1755065" y="71393"/>
                </a:lnTo>
                <a:lnTo>
                  <a:pt x="1754862" y="72496"/>
                </a:lnTo>
                <a:lnTo>
                  <a:pt x="1754675" y="73612"/>
                </a:lnTo>
                <a:lnTo>
                  <a:pt x="1754505" y="74741"/>
                </a:lnTo>
                <a:lnTo>
                  <a:pt x="1754350" y="75882"/>
                </a:lnTo>
                <a:lnTo>
                  <a:pt x="1754212" y="77036"/>
                </a:lnTo>
                <a:lnTo>
                  <a:pt x="1754090" y="78202"/>
                </a:lnTo>
                <a:lnTo>
                  <a:pt x="1753984" y="79381"/>
                </a:lnTo>
                <a:lnTo>
                  <a:pt x="1753895" y="80572"/>
                </a:lnTo>
                <a:lnTo>
                  <a:pt x="1753822" y="81776"/>
                </a:lnTo>
                <a:lnTo>
                  <a:pt x="1753765" y="82992"/>
                </a:lnTo>
                <a:lnTo>
                  <a:pt x="1753724" y="84220"/>
                </a:lnTo>
                <a:lnTo>
                  <a:pt x="1753700" y="85462"/>
                </a:lnTo>
                <a:lnTo>
                  <a:pt x="1753692" y="86715"/>
                </a:lnTo>
                <a:lnTo>
                  <a:pt x="1753700" y="87920"/>
                </a:lnTo>
                <a:lnTo>
                  <a:pt x="1753725" y="89114"/>
                </a:lnTo>
                <a:lnTo>
                  <a:pt x="1753767" y="90298"/>
                </a:lnTo>
                <a:lnTo>
                  <a:pt x="1753826" y="91472"/>
                </a:lnTo>
                <a:lnTo>
                  <a:pt x="1753902" y="92636"/>
                </a:lnTo>
                <a:lnTo>
                  <a:pt x="1753994" y="93790"/>
                </a:lnTo>
                <a:lnTo>
                  <a:pt x="1754103" y="94934"/>
                </a:lnTo>
                <a:lnTo>
                  <a:pt x="1754228" y="96067"/>
                </a:lnTo>
                <a:lnTo>
                  <a:pt x="1754371" y="97191"/>
                </a:lnTo>
                <a:lnTo>
                  <a:pt x="1754530" y="98305"/>
                </a:lnTo>
                <a:lnTo>
                  <a:pt x="1754706" y="99409"/>
                </a:lnTo>
                <a:lnTo>
                  <a:pt x="1754899" y="100503"/>
                </a:lnTo>
                <a:lnTo>
                  <a:pt x="1755109" y="101586"/>
                </a:lnTo>
                <a:lnTo>
                  <a:pt x="1755335" y="102660"/>
                </a:lnTo>
                <a:lnTo>
                  <a:pt x="1755578" y="103723"/>
                </a:lnTo>
                <a:lnTo>
                  <a:pt x="1755838" y="104777"/>
                </a:lnTo>
                <a:lnTo>
                  <a:pt x="1756115" y="105821"/>
                </a:lnTo>
                <a:lnTo>
                  <a:pt x="1756408" y="106854"/>
                </a:lnTo>
                <a:lnTo>
                  <a:pt x="1756718" y="107877"/>
                </a:lnTo>
                <a:lnTo>
                  <a:pt x="1757045" y="108891"/>
                </a:lnTo>
                <a:lnTo>
                  <a:pt x="1757389" y="109894"/>
                </a:lnTo>
                <a:lnTo>
                  <a:pt x="1757749" y="110887"/>
                </a:lnTo>
                <a:lnTo>
                  <a:pt x="1758126" y="111871"/>
                </a:lnTo>
                <a:lnTo>
                  <a:pt x="1758520" y="112844"/>
                </a:lnTo>
                <a:lnTo>
                  <a:pt x="1758932" y="113803"/>
                </a:lnTo>
                <a:lnTo>
                  <a:pt x="1759361" y="114746"/>
                </a:lnTo>
                <a:lnTo>
                  <a:pt x="1759808" y="115672"/>
                </a:lnTo>
                <a:lnTo>
                  <a:pt x="1760274" y="116581"/>
                </a:lnTo>
                <a:lnTo>
                  <a:pt x="1760757" y="117473"/>
                </a:lnTo>
                <a:lnTo>
                  <a:pt x="1761258" y="118348"/>
                </a:lnTo>
                <a:lnTo>
                  <a:pt x="1761777" y="119206"/>
                </a:lnTo>
                <a:lnTo>
                  <a:pt x="1762314" y="120047"/>
                </a:lnTo>
                <a:lnTo>
                  <a:pt x="1762869" y="120871"/>
                </a:lnTo>
                <a:lnTo>
                  <a:pt x="1763442" y="121679"/>
                </a:lnTo>
                <a:lnTo>
                  <a:pt x="1764033" y="122469"/>
                </a:lnTo>
                <a:lnTo>
                  <a:pt x="1764642" y="123243"/>
                </a:lnTo>
                <a:lnTo>
                  <a:pt x="1765269" y="124000"/>
                </a:lnTo>
                <a:lnTo>
                  <a:pt x="1765914" y="124740"/>
                </a:lnTo>
                <a:lnTo>
                  <a:pt x="1766577" y="125463"/>
                </a:lnTo>
                <a:lnTo>
                  <a:pt x="1767258" y="126169"/>
                </a:lnTo>
                <a:lnTo>
                  <a:pt x="1767956" y="126858"/>
                </a:lnTo>
                <a:lnTo>
                  <a:pt x="1768673" y="127530"/>
                </a:lnTo>
                <a:lnTo>
                  <a:pt x="1769408" y="128186"/>
                </a:lnTo>
                <a:lnTo>
                  <a:pt x="1770160" y="128824"/>
                </a:lnTo>
                <a:lnTo>
                  <a:pt x="1770931" y="129446"/>
                </a:lnTo>
                <a:lnTo>
                  <a:pt x="1771720" y="130051"/>
                </a:lnTo>
                <a:lnTo>
                  <a:pt x="1772526" y="130638"/>
                </a:lnTo>
                <a:lnTo>
                  <a:pt x="1773351" y="131209"/>
                </a:lnTo>
                <a:lnTo>
                  <a:pt x="1774194" y="131760"/>
                </a:lnTo>
                <a:lnTo>
                  <a:pt x="1775057" y="132287"/>
                </a:lnTo>
                <a:lnTo>
                  <a:pt x="1775940" y="132791"/>
                </a:lnTo>
                <a:lnTo>
                  <a:pt x="1776842" y="133271"/>
                </a:lnTo>
                <a:lnTo>
                  <a:pt x="1777764" y="133728"/>
                </a:lnTo>
                <a:lnTo>
                  <a:pt x="1778706" y="134161"/>
                </a:lnTo>
                <a:lnTo>
                  <a:pt x="1779667" y="134571"/>
                </a:lnTo>
                <a:lnTo>
                  <a:pt x="1780648" y="134958"/>
                </a:lnTo>
                <a:lnTo>
                  <a:pt x="1781649" y="135321"/>
                </a:lnTo>
                <a:lnTo>
                  <a:pt x="1782669" y="135660"/>
                </a:lnTo>
                <a:lnTo>
                  <a:pt x="1783709" y="135977"/>
                </a:lnTo>
                <a:lnTo>
                  <a:pt x="1784769" y="136270"/>
                </a:lnTo>
                <a:lnTo>
                  <a:pt x="1785848" y="136539"/>
                </a:lnTo>
                <a:lnTo>
                  <a:pt x="1786948" y="136785"/>
                </a:lnTo>
                <a:lnTo>
                  <a:pt x="1788066" y="137008"/>
                </a:lnTo>
                <a:lnTo>
                  <a:pt x="1789205" y="137207"/>
                </a:lnTo>
                <a:lnTo>
                  <a:pt x="1790363" y="137382"/>
                </a:lnTo>
                <a:lnTo>
                  <a:pt x="1791541" y="137535"/>
                </a:lnTo>
                <a:lnTo>
                  <a:pt x="1792738" y="137663"/>
                </a:lnTo>
                <a:lnTo>
                  <a:pt x="1793955" y="137769"/>
                </a:lnTo>
                <a:lnTo>
                  <a:pt x="1795192" y="137851"/>
                </a:lnTo>
                <a:lnTo>
                  <a:pt x="1796448" y="137909"/>
                </a:lnTo>
                <a:lnTo>
                  <a:pt x="1797725" y="137945"/>
                </a:lnTo>
                <a:lnTo>
                  <a:pt x="1799020" y="137956"/>
                </a:lnTo>
                <a:lnTo>
                  <a:pt x="1800025" y="137949"/>
                </a:lnTo>
                <a:lnTo>
                  <a:pt x="1801018" y="137928"/>
                </a:lnTo>
                <a:lnTo>
                  <a:pt x="1802000" y="137892"/>
                </a:lnTo>
                <a:lnTo>
                  <a:pt x="1802970" y="137842"/>
                </a:lnTo>
                <a:lnTo>
                  <a:pt x="1803929" y="137778"/>
                </a:lnTo>
                <a:close/>
                <a:moveTo>
                  <a:pt x="1770949" y="71624"/>
                </a:moveTo>
                <a:lnTo>
                  <a:pt x="1771149" y="70569"/>
                </a:lnTo>
                <a:lnTo>
                  <a:pt x="1771369" y="69537"/>
                </a:lnTo>
                <a:lnTo>
                  <a:pt x="1771610" y="68529"/>
                </a:lnTo>
                <a:lnTo>
                  <a:pt x="1771870" y="67544"/>
                </a:lnTo>
                <a:lnTo>
                  <a:pt x="1772151" y="66583"/>
                </a:lnTo>
                <a:lnTo>
                  <a:pt x="1772451" y="65646"/>
                </a:lnTo>
                <a:lnTo>
                  <a:pt x="1772772" y="64732"/>
                </a:lnTo>
                <a:lnTo>
                  <a:pt x="1773112" y="63842"/>
                </a:lnTo>
                <a:lnTo>
                  <a:pt x="1773473" y="62976"/>
                </a:lnTo>
                <a:lnTo>
                  <a:pt x="1773853" y="62133"/>
                </a:lnTo>
                <a:lnTo>
                  <a:pt x="1774254" y="61314"/>
                </a:lnTo>
                <a:lnTo>
                  <a:pt x="1774675" y="60518"/>
                </a:lnTo>
                <a:lnTo>
                  <a:pt x="1775115" y="59746"/>
                </a:lnTo>
                <a:lnTo>
                  <a:pt x="1775576" y="58998"/>
                </a:lnTo>
                <a:lnTo>
                  <a:pt x="1776056" y="58273"/>
                </a:lnTo>
                <a:lnTo>
                  <a:pt x="1776557" y="57572"/>
                </a:lnTo>
                <a:lnTo>
                  <a:pt x="1777078" y="56895"/>
                </a:lnTo>
                <a:lnTo>
                  <a:pt x="1777618" y="56241"/>
                </a:lnTo>
                <a:lnTo>
                  <a:pt x="1778179" y="55611"/>
                </a:lnTo>
                <a:lnTo>
                  <a:pt x="1778759" y="55005"/>
                </a:lnTo>
                <a:lnTo>
                  <a:pt x="1779357" y="54425"/>
                </a:lnTo>
                <a:lnTo>
                  <a:pt x="1779972" y="53870"/>
                </a:lnTo>
                <a:lnTo>
                  <a:pt x="1780606" y="53342"/>
                </a:lnTo>
                <a:lnTo>
                  <a:pt x="1781257" y="52839"/>
                </a:lnTo>
                <a:lnTo>
                  <a:pt x="1781927" y="52362"/>
                </a:lnTo>
                <a:lnTo>
                  <a:pt x="1782614" y="51911"/>
                </a:lnTo>
                <a:lnTo>
                  <a:pt x="1783320" y="51486"/>
                </a:lnTo>
                <a:lnTo>
                  <a:pt x="1784043" y="51086"/>
                </a:lnTo>
                <a:lnTo>
                  <a:pt x="1784784" y="50713"/>
                </a:lnTo>
                <a:lnTo>
                  <a:pt x="1785544" y="50365"/>
                </a:lnTo>
                <a:lnTo>
                  <a:pt x="1786321" y="50042"/>
                </a:lnTo>
                <a:lnTo>
                  <a:pt x="1787116" y="49746"/>
                </a:lnTo>
                <a:lnTo>
                  <a:pt x="1787930" y="49475"/>
                </a:lnTo>
                <a:lnTo>
                  <a:pt x="1788761" y="49230"/>
                </a:lnTo>
                <a:lnTo>
                  <a:pt x="1789610" y="49011"/>
                </a:lnTo>
                <a:lnTo>
                  <a:pt x="1790477" y="48818"/>
                </a:lnTo>
                <a:lnTo>
                  <a:pt x="1791362" y="48650"/>
                </a:lnTo>
                <a:lnTo>
                  <a:pt x="1792265" y="48508"/>
                </a:lnTo>
                <a:lnTo>
                  <a:pt x="1793186" y="48392"/>
                </a:lnTo>
                <a:lnTo>
                  <a:pt x="1794125" y="48302"/>
                </a:lnTo>
                <a:lnTo>
                  <a:pt x="1795082" y="48238"/>
                </a:lnTo>
                <a:lnTo>
                  <a:pt x="1796057" y="48199"/>
                </a:lnTo>
                <a:lnTo>
                  <a:pt x="1797050" y="48186"/>
                </a:lnTo>
                <a:lnTo>
                  <a:pt x="1798034" y="48199"/>
                </a:lnTo>
                <a:lnTo>
                  <a:pt x="1799001" y="48238"/>
                </a:lnTo>
                <a:lnTo>
                  <a:pt x="1799949" y="48303"/>
                </a:lnTo>
                <a:lnTo>
                  <a:pt x="1800879" y="48394"/>
                </a:lnTo>
                <a:lnTo>
                  <a:pt x="1801791" y="48511"/>
                </a:lnTo>
                <a:lnTo>
                  <a:pt x="1802685" y="48653"/>
                </a:lnTo>
                <a:lnTo>
                  <a:pt x="1803561" y="48822"/>
                </a:lnTo>
                <a:lnTo>
                  <a:pt x="1804418" y="49017"/>
                </a:lnTo>
                <a:lnTo>
                  <a:pt x="1805258" y="49238"/>
                </a:lnTo>
                <a:lnTo>
                  <a:pt x="1806079" y="49484"/>
                </a:lnTo>
                <a:lnTo>
                  <a:pt x="1806882" y="49757"/>
                </a:lnTo>
                <a:lnTo>
                  <a:pt x="1807667" y="50055"/>
                </a:lnTo>
                <a:lnTo>
                  <a:pt x="1808434" y="50380"/>
                </a:lnTo>
                <a:lnTo>
                  <a:pt x="1809183" y="50730"/>
                </a:lnTo>
                <a:lnTo>
                  <a:pt x="1809914" y="51107"/>
                </a:lnTo>
                <a:lnTo>
                  <a:pt x="1810626" y="51509"/>
                </a:lnTo>
                <a:lnTo>
                  <a:pt x="1811321" y="51938"/>
                </a:lnTo>
                <a:lnTo>
                  <a:pt x="1811997" y="52392"/>
                </a:lnTo>
                <a:lnTo>
                  <a:pt x="1812655" y="52872"/>
                </a:lnTo>
                <a:lnTo>
                  <a:pt x="1813295" y="53378"/>
                </a:lnTo>
                <a:lnTo>
                  <a:pt x="1813917" y="53911"/>
                </a:lnTo>
                <a:lnTo>
                  <a:pt x="1814521" y="54469"/>
                </a:lnTo>
                <a:lnTo>
                  <a:pt x="1815106" y="55053"/>
                </a:lnTo>
                <a:lnTo>
                  <a:pt x="1815674" y="55663"/>
                </a:lnTo>
                <a:lnTo>
                  <a:pt x="1816221" y="56297"/>
                </a:lnTo>
                <a:lnTo>
                  <a:pt x="1816746" y="56955"/>
                </a:lnTo>
                <a:lnTo>
                  <a:pt x="1817249" y="57635"/>
                </a:lnTo>
                <a:lnTo>
                  <a:pt x="1817729" y="58339"/>
                </a:lnTo>
                <a:lnTo>
                  <a:pt x="1818188" y="59065"/>
                </a:lnTo>
                <a:lnTo>
                  <a:pt x="1818624" y="59815"/>
                </a:lnTo>
                <a:lnTo>
                  <a:pt x="1819038" y="60588"/>
                </a:lnTo>
                <a:lnTo>
                  <a:pt x="1819429" y="61384"/>
                </a:lnTo>
                <a:lnTo>
                  <a:pt x="1819799" y="62203"/>
                </a:lnTo>
                <a:lnTo>
                  <a:pt x="1820146" y="63045"/>
                </a:lnTo>
                <a:lnTo>
                  <a:pt x="1820471" y="63910"/>
                </a:lnTo>
                <a:lnTo>
                  <a:pt x="1820773" y="64798"/>
                </a:lnTo>
                <a:lnTo>
                  <a:pt x="1821054" y="65709"/>
                </a:lnTo>
                <a:lnTo>
                  <a:pt x="1821312" y="66643"/>
                </a:lnTo>
                <a:lnTo>
                  <a:pt x="1821548" y="67601"/>
                </a:lnTo>
                <a:lnTo>
                  <a:pt x="1821761" y="68581"/>
                </a:lnTo>
                <a:lnTo>
                  <a:pt x="1821953" y="69585"/>
                </a:lnTo>
                <a:lnTo>
                  <a:pt x="1822122" y="70611"/>
                </a:lnTo>
                <a:lnTo>
                  <a:pt x="1822269" y="71661"/>
                </a:lnTo>
                <a:lnTo>
                  <a:pt x="1822394" y="72734"/>
                </a:lnTo>
                <a:lnTo>
                  <a:pt x="1822496" y="73830"/>
                </a:lnTo>
                <a:lnTo>
                  <a:pt x="1822576" y="74949"/>
                </a:lnTo>
                <a:lnTo>
                  <a:pt x="1822634" y="76090"/>
                </a:lnTo>
                <a:lnTo>
                  <a:pt x="1822670" y="77256"/>
                </a:lnTo>
                <a:lnTo>
                  <a:pt x="1770247" y="77256"/>
                </a:lnTo>
                <a:lnTo>
                  <a:pt x="1770347" y="76082"/>
                </a:lnTo>
                <a:lnTo>
                  <a:pt x="1770467" y="74932"/>
                </a:lnTo>
                <a:lnTo>
                  <a:pt x="1770608" y="73806"/>
                </a:lnTo>
                <a:lnTo>
                  <a:pt x="1770768" y="72703"/>
                </a:lnTo>
                <a:lnTo>
                  <a:pt x="1770949" y="71624"/>
                </a:lnTo>
                <a:close/>
                <a:moveTo>
                  <a:pt x="2120508" y="137699"/>
                </a:moveTo>
                <a:lnTo>
                  <a:pt x="2121445" y="137606"/>
                </a:lnTo>
                <a:lnTo>
                  <a:pt x="2122370" y="137499"/>
                </a:lnTo>
                <a:lnTo>
                  <a:pt x="2123284" y="137378"/>
                </a:lnTo>
                <a:lnTo>
                  <a:pt x="2124187" y="137242"/>
                </a:lnTo>
                <a:lnTo>
                  <a:pt x="2125078" y="137092"/>
                </a:lnTo>
                <a:lnTo>
                  <a:pt x="2125959" y="136928"/>
                </a:lnTo>
                <a:lnTo>
                  <a:pt x="2126827" y="136749"/>
                </a:lnTo>
                <a:lnTo>
                  <a:pt x="2127685" y="136556"/>
                </a:lnTo>
                <a:lnTo>
                  <a:pt x="2128531" y="136349"/>
                </a:lnTo>
                <a:lnTo>
                  <a:pt x="2129366" y="136128"/>
                </a:lnTo>
                <a:lnTo>
                  <a:pt x="2130190" y="135892"/>
                </a:lnTo>
                <a:lnTo>
                  <a:pt x="2131003" y="135642"/>
                </a:lnTo>
                <a:lnTo>
                  <a:pt x="2131804" y="135378"/>
                </a:lnTo>
                <a:lnTo>
                  <a:pt x="2132594" y="135099"/>
                </a:lnTo>
                <a:lnTo>
                  <a:pt x="2133372" y="134806"/>
                </a:lnTo>
                <a:lnTo>
                  <a:pt x="2134139" y="134499"/>
                </a:lnTo>
                <a:lnTo>
                  <a:pt x="2134895" y="134178"/>
                </a:lnTo>
                <a:lnTo>
                  <a:pt x="2135640" y="133842"/>
                </a:lnTo>
                <a:lnTo>
                  <a:pt x="2136372" y="133493"/>
                </a:lnTo>
                <a:lnTo>
                  <a:pt x="2137091" y="133132"/>
                </a:lnTo>
                <a:lnTo>
                  <a:pt x="2137796" y="132759"/>
                </a:lnTo>
                <a:lnTo>
                  <a:pt x="2138487" y="132374"/>
                </a:lnTo>
                <a:lnTo>
                  <a:pt x="2139164" y="131977"/>
                </a:lnTo>
                <a:lnTo>
                  <a:pt x="2139828" y="131568"/>
                </a:lnTo>
                <a:lnTo>
                  <a:pt x="2140478" y="131147"/>
                </a:lnTo>
                <a:lnTo>
                  <a:pt x="2141115" y="130714"/>
                </a:lnTo>
                <a:lnTo>
                  <a:pt x="2141737" y="130269"/>
                </a:lnTo>
                <a:lnTo>
                  <a:pt x="2142346" y="129811"/>
                </a:lnTo>
                <a:lnTo>
                  <a:pt x="2142942" y="129342"/>
                </a:lnTo>
                <a:lnTo>
                  <a:pt x="2143523" y="128861"/>
                </a:lnTo>
                <a:lnTo>
                  <a:pt x="2144091" y="128368"/>
                </a:lnTo>
                <a:lnTo>
                  <a:pt x="2144646" y="127863"/>
                </a:lnTo>
                <a:lnTo>
                  <a:pt x="2145186" y="127346"/>
                </a:lnTo>
                <a:lnTo>
                  <a:pt x="2145713" y="126817"/>
                </a:lnTo>
                <a:lnTo>
                  <a:pt x="2146226" y="126276"/>
                </a:lnTo>
                <a:lnTo>
                  <a:pt x="2146726" y="125723"/>
                </a:lnTo>
                <a:lnTo>
                  <a:pt x="2147212" y="125158"/>
                </a:lnTo>
                <a:lnTo>
                  <a:pt x="2147684" y="124581"/>
                </a:lnTo>
                <a:lnTo>
                  <a:pt x="2148142" y="123992"/>
                </a:lnTo>
                <a:lnTo>
                  <a:pt x="2148587" y="123391"/>
                </a:lnTo>
                <a:lnTo>
                  <a:pt x="2149018" y="122778"/>
                </a:lnTo>
                <a:lnTo>
                  <a:pt x="2149436" y="122153"/>
                </a:lnTo>
                <a:lnTo>
                  <a:pt x="2149838" y="121517"/>
                </a:lnTo>
                <a:lnTo>
                  <a:pt x="2150225" y="120871"/>
                </a:lnTo>
                <a:lnTo>
                  <a:pt x="2150595" y="120215"/>
                </a:lnTo>
                <a:lnTo>
                  <a:pt x="2150949" y="119548"/>
                </a:lnTo>
                <a:lnTo>
                  <a:pt x="2151288" y="118872"/>
                </a:lnTo>
                <a:lnTo>
                  <a:pt x="2151610" y="118186"/>
                </a:lnTo>
                <a:lnTo>
                  <a:pt x="2151916" y="117490"/>
                </a:lnTo>
                <a:lnTo>
                  <a:pt x="2152206" y="116783"/>
                </a:lnTo>
                <a:lnTo>
                  <a:pt x="2152480" y="116067"/>
                </a:lnTo>
                <a:lnTo>
                  <a:pt x="2152738" y="115340"/>
                </a:lnTo>
                <a:lnTo>
                  <a:pt x="2152979" y="114604"/>
                </a:lnTo>
                <a:lnTo>
                  <a:pt x="2153205" y="113857"/>
                </a:lnTo>
                <a:lnTo>
                  <a:pt x="2153414" y="113100"/>
                </a:lnTo>
                <a:lnTo>
                  <a:pt x="2153608" y="112334"/>
                </a:lnTo>
                <a:lnTo>
                  <a:pt x="2153785" y="111557"/>
                </a:lnTo>
                <a:lnTo>
                  <a:pt x="2153947" y="110770"/>
                </a:lnTo>
                <a:lnTo>
                  <a:pt x="2154092" y="109973"/>
                </a:lnTo>
                <a:lnTo>
                  <a:pt x="2154221" y="109166"/>
                </a:lnTo>
                <a:lnTo>
                  <a:pt x="2154334" y="108349"/>
                </a:lnTo>
                <a:lnTo>
                  <a:pt x="2154431" y="107522"/>
                </a:lnTo>
                <a:lnTo>
                  <a:pt x="2154512" y="106685"/>
                </a:lnTo>
                <a:lnTo>
                  <a:pt x="2154577" y="105838"/>
                </a:lnTo>
                <a:lnTo>
                  <a:pt x="2154626" y="104981"/>
                </a:lnTo>
                <a:lnTo>
                  <a:pt x="2154658" y="104114"/>
                </a:lnTo>
                <a:lnTo>
                  <a:pt x="2138399" y="104114"/>
                </a:lnTo>
                <a:lnTo>
                  <a:pt x="2138364" y="104960"/>
                </a:lnTo>
                <a:lnTo>
                  <a:pt x="2138309" y="105790"/>
                </a:lnTo>
                <a:lnTo>
                  <a:pt x="2138233" y="106602"/>
                </a:lnTo>
                <a:lnTo>
                  <a:pt x="2138136" y="107398"/>
                </a:lnTo>
                <a:lnTo>
                  <a:pt x="2138019" y="108178"/>
                </a:lnTo>
                <a:lnTo>
                  <a:pt x="2137882" y="108940"/>
                </a:lnTo>
                <a:lnTo>
                  <a:pt x="2137724" y="109686"/>
                </a:lnTo>
                <a:lnTo>
                  <a:pt x="2137545" y="110415"/>
                </a:lnTo>
                <a:lnTo>
                  <a:pt x="2137346" y="111127"/>
                </a:lnTo>
                <a:lnTo>
                  <a:pt x="2137126" y="111823"/>
                </a:lnTo>
                <a:lnTo>
                  <a:pt x="2136886" y="112502"/>
                </a:lnTo>
                <a:lnTo>
                  <a:pt x="2136626" y="113164"/>
                </a:lnTo>
                <a:lnTo>
                  <a:pt x="2136344" y="113810"/>
                </a:lnTo>
                <a:lnTo>
                  <a:pt x="2136042" y="114438"/>
                </a:lnTo>
                <a:lnTo>
                  <a:pt x="2135720" y="115051"/>
                </a:lnTo>
                <a:lnTo>
                  <a:pt x="2135377" y="115646"/>
                </a:lnTo>
                <a:lnTo>
                  <a:pt x="2135014" y="116224"/>
                </a:lnTo>
                <a:lnTo>
                  <a:pt x="2134630" y="116786"/>
                </a:lnTo>
                <a:lnTo>
                  <a:pt x="2134226" y="117331"/>
                </a:lnTo>
                <a:lnTo>
                  <a:pt x="2133801" y="117860"/>
                </a:lnTo>
                <a:lnTo>
                  <a:pt x="2133355" y="118372"/>
                </a:lnTo>
                <a:lnTo>
                  <a:pt x="2132889" y="118867"/>
                </a:lnTo>
                <a:lnTo>
                  <a:pt x="2132403" y="119345"/>
                </a:lnTo>
                <a:lnTo>
                  <a:pt x="2131896" y="119806"/>
                </a:lnTo>
                <a:lnTo>
                  <a:pt x="2131370" y="120250"/>
                </a:lnTo>
                <a:lnTo>
                  <a:pt x="2130827" y="120675"/>
                </a:lnTo>
                <a:lnTo>
                  <a:pt x="2130268" y="121081"/>
                </a:lnTo>
                <a:lnTo>
                  <a:pt x="2129692" y="121468"/>
                </a:lnTo>
                <a:lnTo>
                  <a:pt x="2129099" y="121836"/>
                </a:lnTo>
                <a:lnTo>
                  <a:pt x="2128490" y="122186"/>
                </a:lnTo>
                <a:lnTo>
                  <a:pt x="2127863" y="122516"/>
                </a:lnTo>
                <a:lnTo>
                  <a:pt x="2127220" y="122828"/>
                </a:lnTo>
                <a:lnTo>
                  <a:pt x="2126561" y="123120"/>
                </a:lnTo>
                <a:lnTo>
                  <a:pt x="2125884" y="123394"/>
                </a:lnTo>
                <a:lnTo>
                  <a:pt x="2125191" y="123649"/>
                </a:lnTo>
                <a:lnTo>
                  <a:pt x="2124480" y="123885"/>
                </a:lnTo>
                <a:lnTo>
                  <a:pt x="2123754" y="124102"/>
                </a:lnTo>
                <a:lnTo>
                  <a:pt x="2123010" y="124300"/>
                </a:lnTo>
                <a:lnTo>
                  <a:pt x="2122249" y="124480"/>
                </a:lnTo>
                <a:lnTo>
                  <a:pt x="2121472" y="124640"/>
                </a:lnTo>
                <a:lnTo>
                  <a:pt x="2120678" y="124782"/>
                </a:lnTo>
                <a:lnTo>
                  <a:pt x="2119868" y="124905"/>
                </a:lnTo>
                <a:lnTo>
                  <a:pt x="2119040" y="125009"/>
                </a:lnTo>
                <a:lnTo>
                  <a:pt x="2118196" y="125094"/>
                </a:lnTo>
                <a:lnTo>
                  <a:pt x="2117335" y="125160"/>
                </a:lnTo>
                <a:lnTo>
                  <a:pt x="2116457" y="125207"/>
                </a:lnTo>
                <a:lnTo>
                  <a:pt x="2115562" y="125235"/>
                </a:lnTo>
                <a:lnTo>
                  <a:pt x="2114651" y="125245"/>
                </a:lnTo>
                <a:lnTo>
                  <a:pt x="2113796" y="125236"/>
                </a:lnTo>
                <a:lnTo>
                  <a:pt x="2112955" y="125210"/>
                </a:lnTo>
                <a:lnTo>
                  <a:pt x="2112127" y="125168"/>
                </a:lnTo>
                <a:lnTo>
                  <a:pt x="2111314" y="125108"/>
                </a:lnTo>
                <a:lnTo>
                  <a:pt x="2110515" y="125031"/>
                </a:lnTo>
                <a:lnTo>
                  <a:pt x="2109730" y="124936"/>
                </a:lnTo>
                <a:lnTo>
                  <a:pt x="2108959" y="124825"/>
                </a:lnTo>
                <a:lnTo>
                  <a:pt x="2108202" y="124696"/>
                </a:lnTo>
                <a:lnTo>
                  <a:pt x="2107459" y="124551"/>
                </a:lnTo>
                <a:lnTo>
                  <a:pt x="2106730" y="124388"/>
                </a:lnTo>
                <a:lnTo>
                  <a:pt x="2106015" y="124208"/>
                </a:lnTo>
                <a:lnTo>
                  <a:pt x="2105314" y="124011"/>
                </a:lnTo>
                <a:lnTo>
                  <a:pt x="2104627" y="123797"/>
                </a:lnTo>
                <a:lnTo>
                  <a:pt x="2103955" y="123566"/>
                </a:lnTo>
                <a:lnTo>
                  <a:pt x="2103296" y="123318"/>
                </a:lnTo>
                <a:lnTo>
                  <a:pt x="2102651" y="123052"/>
                </a:lnTo>
                <a:lnTo>
                  <a:pt x="2102020" y="122769"/>
                </a:lnTo>
                <a:lnTo>
                  <a:pt x="2101404" y="122470"/>
                </a:lnTo>
                <a:lnTo>
                  <a:pt x="2100801" y="122153"/>
                </a:lnTo>
                <a:lnTo>
                  <a:pt x="2100212" y="121819"/>
                </a:lnTo>
                <a:lnTo>
                  <a:pt x="2099638" y="121468"/>
                </a:lnTo>
                <a:lnTo>
                  <a:pt x="2099077" y="121099"/>
                </a:lnTo>
                <a:lnTo>
                  <a:pt x="2098530" y="120714"/>
                </a:lnTo>
                <a:lnTo>
                  <a:pt x="2097998" y="120311"/>
                </a:lnTo>
                <a:lnTo>
                  <a:pt x="2097478" y="119895"/>
                </a:lnTo>
                <a:lnTo>
                  <a:pt x="2096970" y="119467"/>
                </a:lnTo>
                <a:lnTo>
                  <a:pt x="2096474" y="119028"/>
                </a:lnTo>
                <a:lnTo>
                  <a:pt x="2095990" y="118577"/>
                </a:lnTo>
                <a:lnTo>
                  <a:pt x="2095518" y="118115"/>
                </a:lnTo>
                <a:lnTo>
                  <a:pt x="2095057" y="117643"/>
                </a:lnTo>
                <a:lnTo>
                  <a:pt x="2094608" y="117158"/>
                </a:lnTo>
                <a:lnTo>
                  <a:pt x="2094171" y="116663"/>
                </a:lnTo>
                <a:lnTo>
                  <a:pt x="2093746" y="116156"/>
                </a:lnTo>
                <a:lnTo>
                  <a:pt x="2093332" y="115639"/>
                </a:lnTo>
                <a:lnTo>
                  <a:pt x="2092931" y="115110"/>
                </a:lnTo>
                <a:lnTo>
                  <a:pt x="2092541" y="114569"/>
                </a:lnTo>
                <a:lnTo>
                  <a:pt x="2092163" y="114018"/>
                </a:lnTo>
                <a:lnTo>
                  <a:pt x="2091797" y="113455"/>
                </a:lnTo>
                <a:lnTo>
                  <a:pt x="2091443" y="112881"/>
                </a:lnTo>
                <a:lnTo>
                  <a:pt x="2091100" y="112295"/>
                </a:lnTo>
                <a:lnTo>
                  <a:pt x="2090769" y="111699"/>
                </a:lnTo>
                <a:lnTo>
                  <a:pt x="2090450" y="111091"/>
                </a:lnTo>
                <a:lnTo>
                  <a:pt x="2090143" y="110472"/>
                </a:lnTo>
                <a:lnTo>
                  <a:pt x="2089848" y="109842"/>
                </a:lnTo>
                <a:lnTo>
                  <a:pt x="2089564" y="109201"/>
                </a:lnTo>
                <a:lnTo>
                  <a:pt x="2089292" y="108548"/>
                </a:lnTo>
                <a:lnTo>
                  <a:pt x="2089032" y="107884"/>
                </a:lnTo>
                <a:lnTo>
                  <a:pt x="2088784" y="107209"/>
                </a:lnTo>
                <a:lnTo>
                  <a:pt x="2088547" y="106525"/>
                </a:lnTo>
                <a:lnTo>
                  <a:pt x="2088319" y="105836"/>
                </a:lnTo>
                <a:lnTo>
                  <a:pt x="2088101" y="105141"/>
                </a:lnTo>
                <a:lnTo>
                  <a:pt x="2087893" y="104441"/>
                </a:lnTo>
                <a:lnTo>
                  <a:pt x="2087695" y="103736"/>
                </a:lnTo>
                <a:lnTo>
                  <a:pt x="2087506" y="103024"/>
                </a:lnTo>
                <a:lnTo>
                  <a:pt x="2087327" y="102308"/>
                </a:lnTo>
                <a:lnTo>
                  <a:pt x="2087158" y="101585"/>
                </a:lnTo>
                <a:lnTo>
                  <a:pt x="2086999" y="100858"/>
                </a:lnTo>
                <a:lnTo>
                  <a:pt x="2086849" y="100124"/>
                </a:lnTo>
                <a:lnTo>
                  <a:pt x="2086709" y="99385"/>
                </a:lnTo>
                <a:lnTo>
                  <a:pt x="2086579" y="98641"/>
                </a:lnTo>
                <a:lnTo>
                  <a:pt x="2086459" y="97891"/>
                </a:lnTo>
                <a:lnTo>
                  <a:pt x="2086348" y="97136"/>
                </a:lnTo>
                <a:lnTo>
                  <a:pt x="2086248" y="96375"/>
                </a:lnTo>
                <a:lnTo>
                  <a:pt x="2086156" y="95608"/>
                </a:lnTo>
                <a:lnTo>
                  <a:pt x="2086075" y="94836"/>
                </a:lnTo>
                <a:lnTo>
                  <a:pt x="2086004" y="94059"/>
                </a:lnTo>
                <a:lnTo>
                  <a:pt x="2085942" y="93276"/>
                </a:lnTo>
                <a:lnTo>
                  <a:pt x="2085890" y="92487"/>
                </a:lnTo>
                <a:lnTo>
                  <a:pt x="2085847" y="91693"/>
                </a:lnTo>
                <a:lnTo>
                  <a:pt x="2085815" y="90893"/>
                </a:lnTo>
                <a:lnTo>
                  <a:pt x="2085792" y="90088"/>
                </a:lnTo>
                <a:lnTo>
                  <a:pt x="2085779" y="89277"/>
                </a:lnTo>
                <a:lnTo>
                  <a:pt x="2154166" y="89277"/>
                </a:lnTo>
                <a:lnTo>
                  <a:pt x="2154182" y="89199"/>
                </a:lnTo>
                <a:lnTo>
                  <a:pt x="2154198" y="89117"/>
                </a:lnTo>
                <a:lnTo>
                  <a:pt x="2154213" y="89031"/>
                </a:lnTo>
                <a:lnTo>
                  <a:pt x="2154229" y="88941"/>
                </a:lnTo>
                <a:lnTo>
                  <a:pt x="2154244" y="88847"/>
                </a:lnTo>
                <a:lnTo>
                  <a:pt x="2154258" y="88749"/>
                </a:lnTo>
                <a:lnTo>
                  <a:pt x="2154272" y="88647"/>
                </a:lnTo>
                <a:lnTo>
                  <a:pt x="2154286" y="88540"/>
                </a:lnTo>
                <a:lnTo>
                  <a:pt x="2154300" y="88430"/>
                </a:lnTo>
                <a:lnTo>
                  <a:pt x="2154313" y="88316"/>
                </a:lnTo>
                <a:lnTo>
                  <a:pt x="2154326" y="88197"/>
                </a:lnTo>
                <a:lnTo>
                  <a:pt x="2154338" y="88075"/>
                </a:lnTo>
                <a:lnTo>
                  <a:pt x="2154350" y="87948"/>
                </a:lnTo>
                <a:lnTo>
                  <a:pt x="2154362" y="87818"/>
                </a:lnTo>
                <a:lnTo>
                  <a:pt x="2154374" y="87683"/>
                </a:lnTo>
                <a:lnTo>
                  <a:pt x="2154385" y="87545"/>
                </a:lnTo>
                <a:lnTo>
                  <a:pt x="2154395" y="87402"/>
                </a:lnTo>
                <a:lnTo>
                  <a:pt x="2154406" y="87255"/>
                </a:lnTo>
                <a:lnTo>
                  <a:pt x="2154416" y="87105"/>
                </a:lnTo>
                <a:lnTo>
                  <a:pt x="2154426" y="86950"/>
                </a:lnTo>
                <a:lnTo>
                  <a:pt x="2154435" y="86791"/>
                </a:lnTo>
                <a:lnTo>
                  <a:pt x="2154444" y="86628"/>
                </a:lnTo>
                <a:lnTo>
                  <a:pt x="2154453" y="86461"/>
                </a:lnTo>
                <a:lnTo>
                  <a:pt x="2154461" y="86290"/>
                </a:lnTo>
                <a:lnTo>
                  <a:pt x="2154469" y="86118"/>
                </a:lnTo>
                <a:lnTo>
                  <a:pt x="2154477" y="85948"/>
                </a:lnTo>
                <a:lnTo>
                  <a:pt x="2154484" y="85780"/>
                </a:lnTo>
                <a:lnTo>
                  <a:pt x="2154491" y="85613"/>
                </a:lnTo>
                <a:lnTo>
                  <a:pt x="2154498" y="85449"/>
                </a:lnTo>
                <a:lnTo>
                  <a:pt x="2154504" y="85286"/>
                </a:lnTo>
                <a:lnTo>
                  <a:pt x="2154510" y="85125"/>
                </a:lnTo>
                <a:lnTo>
                  <a:pt x="2154516" y="84967"/>
                </a:lnTo>
                <a:lnTo>
                  <a:pt x="2154521" y="84810"/>
                </a:lnTo>
                <a:lnTo>
                  <a:pt x="2154526" y="84655"/>
                </a:lnTo>
                <a:lnTo>
                  <a:pt x="2154531" y="84502"/>
                </a:lnTo>
                <a:lnTo>
                  <a:pt x="2154535" y="84351"/>
                </a:lnTo>
                <a:lnTo>
                  <a:pt x="2154539" y="84202"/>
                </a:lnTo>
                <a:lnTo>
                  <a:pt x="2154543" y="84055"/>
                </a:lnTo>
                <a:lnTo>
                  <a:pt x="2154546" y="83910"/>
                </a:lnTo>
                <a:lnTo>
                  <a:pt x="2154549" y="83767"/>
                </a:lnTo>
                <a:lnTo>
                  <a:pt x="2154551" y="83625"/>
                </a:lnTo>
                <a:lnTo>
                  <a:pt x="2154554" y="83486"/>
                </a:lnTo>
                <a:lnTo>
                  <a:pt x="2154556" y="83349"/>
                </a:lnTo>
                <a:lnTo>
                  <a:pt x="2154557" y="83213"/>
                </a:lnTo>
                <a:lnTo>
                  <a:pt x="2154558" y="83080"/>
                </a:lnTo>
                <a:lnTo>
                  <a:pt x="2154559" y="82948"/>
                </a:lnTo>
                <a:lnTo>
                  <a:pt x="2154560" y="82818"/>
                </a:lnTo>
                <a:lnTo>
                  <a:pt x="2154560" y="82691"/>
                </a:lnTo>
                <a:lnTo>
                  <a:pt x="2154540" y="80809"/>
                </a:lnTo>
                <a:lnTo>
                  <a:pt x="2154482" y="78965"/>
                </a:lnTo>
                <a:lnTo>
                  <a:pt x="2154386" y="77157"/>
                </a:lnTo>
                <a:lnTo>
                  <a:pt x="2154251" y="75386"/>
                </a:lnTo>
                <a:lnTo>
                  <a:pt x="2154077" y="73653"/>
                </a:lnTo>
                <a:lnTo>
                  <a:pt x="2153864" y="71956"/>
                </a:lnTo>
                <a:lnTo>
                  <a:pt x="2153613" y="70296"/>
                </a:lnTo>
                <a:lnTo>
                  <a:pt x="2153323" y="68673"/>
                </a:lnTo>
                <a:lnTo>
                  <a:pt x="2152994" y="67087"/>
                </a:lnTo>
                <a:lnTo>
                  <a:pt x="2152627" y="65538"/>
                </a:lnTo>
                <a:lnTo>
                  <a:pt x="2152221" y="64027"/>
                </a:lnTo>
                <a:lnTo>
                  <a:pt x="2151776" y="62551"/>
                </a:lnTo>
                <a:lnTo>
                  <a:pt x="2151293" y="61113"/>
                </a:lnTo>
                <a:lnTo>
                  <a:pt x="2150771" y="59712"/>
                </a:lnTo>
                <a:lnTo>
                  <a:pt x="2150210" y="58348"/>
                </a:lnTo>
                <a:lnTo>
                  <a:pt x="2149611" y="57021"/>
                </a:lnTo>
                <a:lnTo>
                  <a:pt x="2148973" y="55731"/>
                </a:lnTo>
                <a:lnTo>
                  <a:pt x="2148296" y="54477"/>
                </a:lnTo>
                <a:lnTo>
                  <a:pt x="2147581" y="53261"/>
                </a:lnTo>
                <a:lnTo>
                  <a:pt x="2146827" y="52082"/>
                </a:lnTo>
                <a:lnTo>
                  <a:pt x="2146035" y="50939"/>
                </a:lnTo>
                <a:lnTo>
                  <a:pt x="2145203" y="49834"/>
                </a:lnTo>
                <a:lnTo>
                  <a:pt x="2144333" y="48765"/>
                </a:lnTo>
                <a:lnTo>
                  <a:pt x="2143425" y="47733"/>
                </a:lnTo>
                <a:lnTo>
                  <a:pt x="2142482" y="46741"/>
                </a:lnTo>
                <a:lnTo>
                  <a:pt x="2141510" y="45791"/>
                </a:lnTo>
                <a:lnTo>
                  <a:pt x="2140509" y="44883"/>
                </a:lnTo>
                <a:lnTo>
                  <a:pt x="2139478" y="44018"/>
                </a:lnTo>
                <a:lnTo>
                  <a:pt x="2138417" y="43194"/>
                </a:lnTo>
                <a:lnTo>
                  <a:pt x="2137328" y="42413"/>
                </a:lnTo>
                <a:lnTo>
                  <a:pt x="2136208" y="41674"/>
                </a:lnTo>
                <a:lnTo>
                  <a:pt x="2135060" y="40978"/>
                </a:lnTo>
                <a:lnTo>
                  <a:pt x="2133882" y="40323"/>
                </a:lnTo>
                <a:lnTo>
                  <a:pt x="2132674" y="39711"/>
                </a:lnTo>
                <a:lnTo>
                  <a:pt x="2131437" y="39141"/>
                </a:lnTo>
                <a:lnTo>
                  <a:pt x="2130171" y="38613"/>
                </a:lnTo>
                <a:lnTo>
                  <a:pt x="2128875" y="38128"/>
                </a:lnTo>
                <a:lnTo>
                  <a:pt x="2127550" y="37684"/>
                </a:lnTo>
                <a:lnTo>
                  <a:pt x="2126196" y="37283"/>
                </a:lnTo>
                <a:lnTo>
                  <a:pt x="2124812" y="36924"/>
                </a:lnTo>
                <a:lnTo>
                  <a:pt x="2123398" y="36608"/>
                </a:lnTo>
                <a:lnTo>
                  <a:pt x="2121955" y="36333"/>
                </a:lnTo>
                <a:lnTo>
                  <a:pt x="2120483" y="36101"/>
                </a:lnTo>
                <a:lnTo>
                  <a:pt x="2118981" y="35911"/>
                </a:lnTo>
                <a:lnTo>
                  <a:pt x="2117450" y="35763"/>
                </a:lnTo>
                <a:lnTo>
                  <a:pt x="2115890" y="35657"/>
                </a:lnTo>
                <a:lnTo>
                  <a:pt x="2114300" y="35594"/>
                </a:lnTo>
                <a:lnTo>
                  <a:pt x="2112680" y="35573"/>
                </a:lnTo>
                <a:lnTo>
                  <a:pt x="2111457" y="35584"/>
                </a:lnTo>
                <a:lnTo>
                  <a:pt x="2110253" y="35618"/>
                </a:lnTo>
                <a:lnTo>
                  <a:pt x="2109066" y="35674"/>
                </a:lnTo>
                <a:lnTo>
                  <a:pt x="2107897" y="35753"/>
                </a:lnTo>
                <a:lnTo>
                  <a:pt x="2106746" y="35855"/>
                </a:lnTo>
                <a:lnTo>
                  <a:pt x="2105613" y="35979"/>
                </a:lnTo>
                <a:lnTo>
                  <a:pt x="2104498" y="36125"/>
                </a:lnTo>
                <a:lnTo>
                  <a:pt x="2103401" y="36295"/>
                </a:lnTo>
                <a:lnTo>
                  <a:pt x="2102322" y="36486"/>
                </a:lnTo>
                <a:lnTo>
                  <a:pt x="2101261" y="36701"/>
                </a:lnTo>
                <a:lnTo>
                  <a:pt x="2100218" y="36937"/>
                </a:lnTo>
                <a:lnTo>
                  <a:pt x="2099193" y="37197"/>
                </a:lnTo>
                <a:lnTo>
                  <a:pt x="2098185" y="37478"/>
                </a:lnTo>
                <a:lnTo>
                  <a:pt x="2097196" y="37783"/>
                </a:lnTo>
                <a:lnTo>
                  <a:pt x="2096225" y="38110"/>
                </a:lnTo>
                <a:lnTo>
                  <a:pt x="2095271" y="38459"/>
                </a:lnTo>
                <a:lnTo>
                  <a:pt x="2094336" y="38832"/>
                </a:lnTo>
                <a:lnTo>
                  <a:pt x="2093419" y="39226"/>
                </a:lnTo>
                <a:lnTo>
                  <a:pt x="2092519" y="39643"/>
                </a:lnTo>
                <a:lnTo>
                  <a:pt x="2091638" y="40083"/>
                </a:lnTo>
                <a:lnTo>
                  <a:pt x="2090774" y="40545"/>
                </a:lnTo>
                <a:lnTo>
                  <a:pt x="2089929" y="41030"/>
                </a:lnTo>
                <a:lnTo>
                  <a:pt x="2089101" y="41538"/>
                </a:lnTo>
                <a:lnTo>
                  <a:pt x="2088292" y="42067"/>
                </a:lnTo>
                <a:lnTo>
                  <a:pt x="2087499" y="42617"/>
                </a:lnTo>
                <a:lnTo>
                  <a:pt x="2086724" y="43185"/>
                </a:lnTo>
                <a:lnTo>
                  <a:pt x="2085967" y="43770"/>
                </a:lnTo>
                <a:lnTo>
                  <a:pt x="2085226" y="44372"/>
                </a:lnTo>
                <a:lnTo>
                  <a:pt x="2084502" y="44991"/>
                </a:lnTo>
                <a:lnTo>
                  <a:pt x="2083796" y="45629"/>
                </a:lnTo>
                <a:lnTo>
                  <a:pt x="2083106" y="46283"/>
                </a:lnTo>
                <a:lnTo>
                  <a:pt x="2082434" y="46955"/>
                </a:lnTo>
                <a:lnTo>
                  <a:pt x="2081779" y="47645"/>
                </a:lnTo>
                <a:lnTo>
                  <a:pt x="2081141" y="48351"/>
                </a:lnTo>
                <a:lnTo>
                  <a:pt x="2080520" y="49076"/>
                </a:lnTo>
                <a:lnTo>
                  <a:pt x="2079916" y="49817"/>
                </a:lnTo>
                <a:lnTo>
                  <a:pt x="2079329" y="50577"/>
                </a:lnTo>
                <a:lnTo>
                  <a:pt x="2078759" y="51353"/>
                </a:lnTo>
                <a:lnTo>
                  <a:pt x="2078207" y="52147"/>
                </a:lnTo>
                <a:lnTo>
                  <a:pt x="2077671" y="52959"/>
                </a:lnTo>
                <a:lnTo>
                  <a:pt x="2077153" y="53788"/>
                </a:lnTo>
                <a:lnTo>
                  <a:pt x="2076651" y="54634"/>
                </a:lnTo>
                <a:lnTo>
                  <a:pt x="2076167" y="55498"/>
                </a:lnTo>
                <a:lnTo>
                  <a:pt x="2075700" y="56379"/>
                </a:lnTo>
                <a:lnTo>
                  <a:pt x="2075250" y="57278"/>
                </a:lnTo>
                <a:lnTo>
                  <a:pt x="2074818" y="58194"/>
                </a:lnTo>
                <a:lnTo>
                  <a:pt x="2074402" y="59128"/>
                </a:lnTo>
                <a:lnTo>
                  <a:pt x="2074003" y="60079"/>
                </a:lnTo>
                <a:lnTo>
                  <a:pt x="2073621" y="61045"/>
                </a:lnTo>
                <a:lnTo>
                  <a:pt x="2073256" y="62023"/>
                </a:lnTo>
                <a:lnTo>
                  <a:pt x="2072906" y="63014"/>
                </a:lnTo>
                <a:lnTo>
                  <a:pt x="2072573" y="64018"/>
                </a:lnTo>
                <a:lnTo>
                  <a:pt x="2072256" y="65034"/>
                </a:lnTo>
                <a:lnTo>
                  <a:pt x="2071955" y="66062"/>
                </a:lnTo>
                <a:lnTo>
                  <a:pt x="2071671" y="67103"/>
                </a:lnTo>
                <a:lnTo>
                  <a:pt x="2071403" y="68157"/>
                </a:lnTo>
                <a:lnTo>
                  <a:pt x="2071151" y="69223"/>
                </a:lnTo>
                <a:lnTo>
                  <a:pt x="2070915" y="70302"/>
                </a:lnTo>
                <a:lnTo>
                  <a:pt x="2070696" y="71393"/>
                </a:lnTo>
                <a:lnTo>
                  <a:pt x="2070493" y="72496"/>
                </a:lnTo>
                <a:lnTo>
                  <a:pt x="2070306" y="73612"/>
                </a:lnTo>
                <a:lnTo>
                  <a:pt x="2070135" y="74741"/>
                </a:lnTo>
                <a:lnTo>
                  <a:pt x="2069981" y="75882"/>
                </a:lnTo>
                <a:lnTo>
                  <a:pt x="2069843" y="77036"/>
                </a:lnTo>
                <a:lnTo>
                  <a:pt x="2069721" y="78202"/>
                </a:lnTo>
                <a:lnTo>
                  <a:pt x="2069615" y="79381"/>
                </a:lnTo>
                <a:lnTo>
                  <a:pt x="2069526" y="80572"/>
                </a:lnTo>
                <a:lnTo>
                  <a:pt x="2069453" y="81776"/>
                </a:lnTo>
                <a:lnTo>
                  <a:pt x="2069396" y="82992"/>
                </a:lnTo>
                <a:lnTo>
                  <a:pt x="2069355" y="84220"/>
                </a:lnTo>
                <a:lnTo>
                  <a:pt x="2069331" y="85462"/>
                </a:lnTo>
                <a:lnTo>
                  <a:pt x="2069323" y="86715"/>
                </a:lnTo>
                <a:lnTo>
                  <a:pt x="2069331" y="87920"/>
                </a:lnTo>
                <a:lnTo>
                  <a:pt x="2069356" y="89114"/>
                </a:lnTo>
                <a:lnTo>
                  <a:pt x="2069398" y="90298"/>
                </a:lnTo>
                <a:lnTo>
                  <a:pt x="2069457" y="91472"/>
                </a:lnTo>
                <a:lnTo>
                  <a:pt x="2069532" y="92636"/>
                </a:lnTo>
                <a:lnTo>
                  <a:pt x="2069624" y="93790"/>
                </a:lnTo>
                <a:lnTo>
                  <a:pt x="2069733" y="94934"/>
                </a:lnTo>
                <a:lnTo>
                  <a:pt x="2069859" y="96067"/>
                </a:lnTo>
                <a:lnTo>
                  <a:pt x="2070002" y="97191"/>
                </a:lnTo>
                <a:lnTo>
                  <a:pt x="2070161" y="98305"/>
                </a:lnTo>
                <a:lnTo>
                  <a:pt x="2070337" y="99409"/>
                </a:lnTo>
                <a:lnTo>
                  <a:pt x="2070530" y="100503"/>
                </a:lnTo>
                <a:lnTo>
                  <a:pt x="2070739" y="101586"/>
                </a:lnTo>
                <a:lnTo>
                  <a:pt x="2070966" y="102660"/>
                </a:lnTo>
                <a:lnTo>
                  <a:pt x="2071209" y="103723"/>
                </a:lnTo>
                <a:lnTo>
                  <a:pt x="2071469" y="104777"/>
                </a:lnTo>
                <a:lnTo>
                  <a:pt x="2071745" y="105821"/>
                </a:lnTo>
                <a:lnTo>
                  <a:pt x="2072039" y="106854"/>
                </a:lnTo>
                <a:lnTo>
                  <a:pt x="2072349" y="107877"/>
                </a:lnTo>
                <a:lnTo>
                  <a:pt x="2072676" y="108891"/>
                </a:lnTo>
                <a:lnTo>
                  <a:pt x="2073019" y="109894"/>
                </a:lnTo>
                <a:lnTo>
                  <a:pt x="2073380" y="110887"/>
                </a:lnTo>
                <a:lnTo>
                  <a:pt x="2073757" y="111871"/>
                </a:lnTo>
                <a:lnTo>
                  <a:pt x="2074151" y="112844"/>
                </a:lnTo>
                <a:lnTo>
                  <a:pt x="2074562" y="113803"/>
                </a:lnTo>
                <a:lnTo>
                  <a:pt x="2074992" y="114746"/>
                </a:lnTo>
                <a:lnTo>
                  <a:pt x="2075439" y="115672"/>
                </a:lnTo>
                <a:lnTo>
                  <a:pt x="2075904" y="116581"/>
                </a:lnTo>
                <a:lnTo>
                  <a:pt x="2076387" y="117473"/>
                </a:lnTo>
                <a:lnTo>
                  <a:pt x="2076889" y="118348"/>
                </a:lnTo>
                <a:lnTo>
                  <a:pt x="2077408" y="119206"/>
                </a:lnTo>
                <a:lnTo>
                  <a:pt x="2077945" y="120047"/>
                </a:lnTo>
                <a:lnTo>
                  <a:pt x="2078500" y="120871"/>
                </a:lnTo>
                <a:lnTo>
                  <a:pt x="2079073" y="121679"/>
                </a:lnTo>
                <a:lnTo>
                  <a:pt x="2079664" y="122469"/>
                </a:lnTo>
                <a:lnTo>
                  <a:pt x="2080273" y="123243"/>
                </a:lnTo>
                <a:lnTo>
                  <a:pt x="2080900" y="124000"/>
                </a:lnTo>
                <a:lnTo>
                  <a:pt x="2081545" y="124740"/>
                </a:lnTo>
                <a:lnTo>
                  <a:pt x="2082207" y="125463"/>
                </a:lnTo>
                <a:lnTo>
                  <a:pt x="2082888" y="126169"/>
                </a:lnTo>
                <a:lnTo>
                  <a:pt x="2083587" y="126858"/>
                </a:lnTo>
                <a:lnTo>
                  <a:pt x="2084304" y="127530"/>
                </a:lnTo>
                <a:lnTo>
                  <a:pt x="2085038" y="128186"/>
                </a:lnTo>
                <a:lnTo>
                  <a:pt x="2085791" y="128824"/>
                </a:lnTo>
                <a:lnTo>
                  <a:pt x="2086562" y="129446"/>
                </a:lnTo>
                <a:lnTo>
                  <a:pt x="2087350" y="130051"/>
                </a:lnTo>
                <a:lnTo>
                  <a:pt x="2088157" y="130638"/>
                </a:lnTo>
                <a:lnTo>
                  <a:pt x="2088981" y="131209"/>
                </a:lnTo>
                <a:lnTo>
                  <a:pt x="2089825" y="131760"/>
                </a:lnTo>
                <a:lnTo>
                  <a:pt x="2090688" y="132287"/>
                </a:lnTo>
                <a:lnTo>
                  <a:pt x="2091570" y="132791"/>
                </a:lnTo>
                <a:lnTo>
                  <a:pt x="2092473" y="133271"/>
                </a:lnTo>
                <a:lnTo>
                  <a:pt x="2093395" y="133728"/>
                </a:lnTo>
                <a:lnTo>
                  <a:pt x="2094336" y="134161"/>
                </a:lnTo>
                <a:lnTo>
                  <a:pt x="2095298" y="134571"/>
                </a:lnTo>
                <a:lnTo>
                  <a:pt x="2096279" y="134958"/>
                </a:lnTo>
                <a:lnTo>
                  <a:pt x="2097279" y="135321"/>
                </a:lnTo>
                <a:lnTo>
                  <a:pt x="2098300" y="135660"/>
                </a:lnTo>
                <a:lnTo>
                  <a:pt x="2099340" y="135977"/>
                </a:lnTo>
                <a:lnTo>
                  <a:pt x="2100400" y="136270"/>
                </a:lnTo>
                <a:lnTo>
                  <a:pt x="2101479" y="136539"/>
                </a:lnTo>
                <a:lnTo>
                  <a:pt x="2102578" y="136785"/>
                </a:lnTo>
                <a:lnTo>
                  <a:pt x="2103697" y="137008"/>
                </a:lnTo>
                <a:lnTo>
                  <a:pt x="2104835" y="137207"/>
                </a:lnTo>
                <a:lnTo>
                  <a:pt x="2105993" y="137382"/>
                </a:lnTo>
                <a:lnTo>
                  <a:pt x="2107171" y="137535"/>
                </a:lnTo>
                <a:lnTo>
                  <a:pt x="2108369" y="137663"/>
                </a:lnTo>
                <a:lnTo>
                  <a:pt x="2109586" y="137769"/>
                </a:lnTo>
                <a:lnTo>
                  <a:pt x="2110823" y="137851"/>
                </a:lnTo>
                <a:lnTo>
                  <a:pt x="2112079" y="137909"/>
                </a:lnTo>
                <a:lnTo>
                  <a:pt x="2113355" y="137945"/>
                </a:lnTo>
                <a:lnTo>
                  <a:pt x="2114651" y="137956"/>
                </a:lnTo>
                <a:lnTo>
                  <a:pt x="2115655" y="137949"/>
                </a:lnTo>
                <a:lnTo>
                  <a:pt x="2116649" y="137928"/>
                </a:lnTo>
                <a:lnTo>
                  <a:pt x="2117630" y="137892"/>
                </a:lnTo>
                <a:lnTo>
                  <a:pt x="2118601" y="137842"/>
                </a:lnTo>
                <a:lnTo>
                  <a:pt x="2119560" y="137778"/>
                </a:lnTo>
                <a:lnTo>
                  <a:pt x="2120508" y="137699"/>
                </a:lnTo>
                <a:close/>
                <a:moveTo>
                  <a:pt x="2086780" y="70569"/>
                </a:moveTo>
                <a:lnTo>
                  <a:pt x="2087000" y="69537"/>
                </a:lnTo>
                <a:lnTo>
                  <a:pt x="2087240" y="68529"/>
                </a:lnTo>
                <a:lnTo>
                  <a:pt x="2087501" y="67544"/>
                </a:lnTo>
                <a:lnTo>
                  <a:pt x="2087781" y="66583"/>
                </a:lnTo>
                <a:lnTo>
                  <a:pt x="2088082" y="65646"/>
                </a:lnTo>
                <a:lnTo>
                  <a:pt x="2088402" y="64732"/>
                </a:lnTo>
                <a:lnTo>
                  <a:pt x="2088743" y="63842"/>
                </a:lnTo>
                <a:lnTo>
                  <a:pt x="2089103" y="62976"/>
                </a:lnTo>
                <a:lnTo>
                  <a:pt x="2089484" y="62133"/>
                </a:lnTo>
                <a:lnTo>
                  <a:pt x="2089885" y="61314"/>
                </a:lnTo>
                <a:lnTo>
                  <a:pt x="2090305" y="60518"/>
                </a:lnTo>
                <a:lnTo>
                  <a:pt x="2090746" y="59746"/>
                </a:lnTo>
                <a:lnTo>
                  <a:pt x="2091206" y="58998"/>
                </a:lnTo>
                <a:lnTo>
                  <a:pt x="2091687" y="58273"/>
                </a:lnTo>
                <a:lnTo>
                  <a:pt x="2092188" y="57572"/>
                </a:lnTo>
                <a:lnTo>
                  <a:pt x="2092708" y="56895"/>
                </a:lnTo>
                <a:lnTo>
                  <a:pt x="2093249" y="56241"/>
                </a:lnTo>
                <a:lnTo>
                  <a:pt x="2093810" y="55611"/>
                </a:lnTo>
                <a:lnTo>
                  <a:pt x="2094389" y="55005"/>
                </a:lnTo>
                <a:lnTo>
                  <a:pt x="2094987" y="54425"/>
                </a:lnTo>
                <a:lnTo>
                  <a:pt x="2095603" y="53870"/>
                </a:lnTo>
                <a:lnTo>
                  <a:pt x="2096236" y="53342"/>
                </a:lnTo>
                <a:lnTo>
                  <a:pt x="2096888" y="52839"/>
                </a:lnTo>
                <a:lnTo>
                  <a:pt x="2097557" y="52362"/>
                </a:lnTo>
                <a:lnTo>
                  <a:pt x="2098245" y="51911"/>
                </a:lnTo>
                <a:lnTo>
                  <a:pt x="2098950" y="51486"/>
                </a:lnTo>
                <a:lnTo>
                  <a:pt x="2099674" y="51086"/>
                </a:lnTo>
                <a:lnTo>
                  <a:pt x="2100415" y="50713"/>
                </a:lnTo>
                <a:lnTo>
                  <a:pt x="2101174" y="50365"/>
                </a:lnTo>
                <a:lnTo>
                  <a:pt x="2101952" y="50042"/>
                </a:lnTo>
                <a:lnTo>
                  <a:pt x="2102747" y="49746"/>
                </a:lnTo>
                <a:lnTo>
                  <a:pt x="2103560" y="49475"/>
                </a:lnTo>
                <a:lnTo>
                  <a:pt x="2104391" y="49230"/>
                </a:lnTo>
                <a:lnTo>
                  <a:pt x="2105240" y="49011"/>
                </a:lnTo>
                <a:lnTo>
                  <a:pt x="2106108" y="48818"/>
                </a:lnTo>
                <a:lnTo>
                  <a:pt x="2106993" y="48650"/>
                </a:lnTo>
                <a:lnTo>
                  <a:pt x="2107896" y="48508"/>
                </a:lnTo>
                <a:lnTo>
                  <a:pt x="2108817" y="48392"/>
                </a:lnTo>
                <a:lnTo>
                  <a:pt x="2109756" y="48302"/>
                </a:lnTo>
                <a:lnTo>
                  <a:pt x="2110713" y="48238"/>
                </a:lnTo>
                <a:lnTo>
                  <a:pt x="2111687" y="48199"/>
                </a:lnTo>
                <a:lnTo>
                  <a:pt x="2112680" y="48186"/>
                </a:lnTo>
                <a:lnTo>
                  <a:pt x="2113665" y="48199"/>
                </a:lnTo>
                <a:lnTo>
                  <a:pt x="2114631" y="48238"/>
                </a:lnTo>
                <a:lnTo>
                  <a:pt x="2115579" y="48303"/>
                </a:lnTo>
                <a:lnTo>
                  <a:pt x="2116510" y="48394"/>
                </a:lnTo>
                <a:lnTo>
                  <a:pt x="2117422" y="48511"/>
                </a:lnTo>
                <a:lnTo>
                  <a:pt x="2118316" y="48653"/>
                </a:lnTo>
                <a:lnTo>
                  <a:pt x="2119191" y="48822"/>
                </a:lnTo>
                <a:lnTo>
                  <a:pt x="2120049" y="49017"/>
                </a:lnTo>
                <a:lnTo>
                  <a:pt x="2120888" y="49238"/>
                </a:lnTo>
                <a:lnTo>
                  <a:pt x="2121710" y="49484"/>
                </a:lnTo>
                <a:lnTo>
                  <a:pt x="2122513" y="49757"/>
                </a:lnTo>
                <a:lnTo>
                  <a:pt x="2123298" y="50055"/>
                </a:lnTo>
                <a:lnTo>
                  <a:pt x="2124065" y="50380"/>
                </a:lnTo>
                <a:lnTo>
                  <a:pt x="2124814" y="50730"/>
                </a:lnTo>
                <a:lnTo>
                  <a:pt x="2125544" y="51107"/>
                </a:lnTo>
                <a:lnTo>
                  <a:pt x="2126257" y="51509"/>
                </a:lnTo>
                <a:lnTo>
                  <a:pt x="2126951" y="51938"/>
                </a:lnTo>
                <a:lnTo>
                  <a:pt x="2127628" y="52392"/>
                </a:lnTo>
                <a:lnTo>
                  <a:pt x="2128286" y="52872"/>
                </a:lnTo>
                <a:lnTo>
                  <a:pt x="2128926" y="53378"/>
                </a:lnTo>
                <a:lnTo>
                  <a:pt x="2129548" y="53911"/>
                </a:lnTo>
                <a:lnTo>
                  <a:pt x="2130151" y="54469"/>
                </a:lnTo>
                <a:lnTo>
                  <a:pt x="2130737" y="55053"/>
                </a:lnTo>
                <a:lnTo>
                  <a:pt x="2131304" y="55663"/>
                </a:lnTo>
                <a:lnTo>
                  <a:pt x="2131852" y="56297"/>
                </a:lnTo>
                <a:lnTo>
                  <a:pt x="2132377" y="56955"/>
                </a:lnTo>
                <a:lnTo>
                  <a:pt x="2132879" y="57635"/>
                </a:lnTo>
                <a:lnTo>
                  <a:pt x="2133360" y="58339"/>
                </a:lnTo>
                <a:lnTo>
                  <a:pt x="2133818" y="59065"/>
                </a:lnTo>
                <a:lnTo>
                  <a:pt x="2134254" y="59815"/>
                </a:lnTo>
                <a:lnTo>
                  <a:pt x="2134668" y="60588"/>
                </a:lnTo>
                <a:lnTo>
                  <a:pt x="2135060" y="61384"/>
                </a:lnTo>
                <a:lnTo>
                  <a:pt x="2135429" y="62203"/>
                </a:lnTo>
                <a:lnTo>
                  <a:pt x="2135776" y="63045"/>
                </a:lnTo>
                <a:lnTo>
                  <a:pt x="2136101" y="63910"/>
                </a:lnTo>
                <a:lnTo>
                  <a:pt x="2136404" y="64798"/>
                </a:lnTo>
                <a:lnTo>
                  <a:pt x="2136684" y="65709"/>
                </a:lnTo>
                <a:lnTo>
                  <a:pt x="2136942" y="66643"/>
                </a:lnTo>
                <a:lnTo>
                  <a:pt x="2137178" y="67601"/>
                </a:lnTo>
                <a:lnTo>
                  <a:pt x="2137392" y="68581"/>
                </a:lnTo>
                <a:lnTo>
                  <a:pt x="2137583" y="69585"/>
                </a:lnTo>
                <a:lnTo>
                  <a:pt x="2137753" y="70611"/>
                </a:lnTo>
                <a:lnTo>
                  <a:pt x="2137900" y="71661"/>
                </a:lnTo>
                <a:lnTo>
                  <a:pt x="2138024" y="72734"/>
                </a:lnTo>
                <a:lnTo>
                  <a:pt x="2138127" y="73830"/>
                </a:lnTo>
                <a:lnTo>
                  <a:pt x="2138207" y="74949"/>
                </a:lnTo>
                <a:lnTo>
                  <a:pt x="2138265" y="76090"/>
                </a:lnTo>
                <a:lnTo>
                  <a:pt x="2138301" y="77256"/>
                </a:lnTo>
                <a:lnTo>
                  <a:pt x="2085877" y="77256"/>
                </a:lnTo>
                <a:lnTo>
                  <a:pt x="2085978" y="76082"/>
                </a:lnTo>
                <a:lnTo>
                  <a:pt x="2086098" y="74932"/>
                </a:lnTo>
                <a:lnTo>
                  <a:pt x="2086238" y="73806"/>
                </a:lnTo>
                <a:lnTo>
                  <a:pt x="2086399" y="72703"/>
                </a:lnTo>
                <a:lnTo>
                  <a:pt x="2086579" y="71624"/>
                </a:lnTo>
                <a:lnTo>
                  <a:pt x="2086780" y="70569"/>
                </a:lnTo>
                <a:close/>
                <a:moveTo>
                  <a:pt x="2264392" y="137709"/>
                </a:moveTo>
                <a:lnTo>
                  <a:pt x="2265286" y="137619"/>
                </a:lnTo>
                <a:lnTo>
                  <a:pt x="2266173" y="137516"/>
                </a:lnTo>
                <a:lnTo>
                  <a:pt x="2267052" y="137399"/>
                </a:lnTo>
                <a:lnTo>
                  <a:pt x="2267923" y="137268"/>
                </a:lnTo>
                <a:lnTo>
                  <a:pt x="2268787" y="137124"/>
                </a:lnTo>
                <a:lnTo>
                  <a:pt x="2269642" y="136966"/>
                </a:lnTo>
                <a:lnTo>
                  <a:pt x="2270491" y="136794"/>
                </a:lnTo>
                <a:lnTo>
                  <a:pt x="2271331" y="136608"/>
                </a:lnTo>
                <a:lnTo>
                  <a:pt x="2272164" y="136408"/>
                </a:lnTo>
                <a:lnTo>
                  <a:pt x="2272989" y="136195"/>
                </a:lnTo>
                <a:lnTo>
                  <a:pt x="2273806" y="135968"/>
                </a:lnTo>
                <a:lnTo>
                  <a:pt x="2274616" y="135727"/>
                </a:lnTo>
                <a:lnTo>
                  <a:pt x="2275418" y="135472"/>
                </a:lnTo>
                <a:lnTo>
                  <a:pt x="2276212" y="135204"/>
                </a:lnTo>
                <a:lnTo>
                  <a:pt x="2276998" y="134922"/>
                </a:lnTo>
                <a:lnTo>
                  <a:pt x="2277777" y="134626"/>
                </a:lnTo>
                <a:lnTo>
                  <a:pt x="2278548" y="134317"/>
                </a:lnTo>
                <a:lnTo>
                  <a:pt x="2279312" y="133993"/>
                </a:lnTo>
                <a:lnTo>
                  <a:pt x="2280065" y="133656"/>
                </a:lnTo>
                <a:lnTo>
                  <a:pt x="2280805" y="133305"/>
                </a:lnTo>
                <a:lnTo>
                  <a:pt x="2281532" y="132940"/>
                </a:lnTo>
                <a:lnTo>
                  <a:pt x="2282246" y="132561"/>
                </a:lnTo>
                <a:lnTo>
                  <a:pt x="2282947" y="132168"/>
                </a:lnTo>
                <a:lnTo>
                  <a:pt x="2283635" y="131761"/>
                </a:lnTo>
                <a:lnTo>
                  <a:pt x="2284310" y="131340"/>
                </a:lnTo>
                <a:lnTo>
                  <a:pt x="2284972" y="130905"/>
                </a:lnTo>
                <a:lnTo>
                  <a:pt x="2285621" y="130457"/>
                </a:lnTo>
                <a:lnTo>
                  <a:pt x="2286257" y="129994"/>
                </a:lnTo>
                <a:lnTo>
                  <a:pt x="2286880" y="129517"/>
                </a:lnTo>
                <a:lnTo>
                  <a:pt x="2287491" y="129027"/>
                </a:lnTo>
                <a:lnTo>
                  <a:pt x="2288088" y="128522"/>
                </a:lnTo>
                <a:lnTo>
                  <a:pt x="2288672" y="128004"/>
                </a:lnTo>
                <a:lnTo>
                  <a:pt x="2289243" y="127472"/>
                </a:lnTo>
                <a:lnTo>
                  <a:pt x="2289801" y="126926"/>
                </a:lnTo>
                <a:lnTo>
                  <a:pt x="2290346" y="126365"/>
                </a:lnTo>
                <a:lnTo>
                  <a:pt x="2290878" y="125791"/>
                </a:lnTo>
                <a:lnTo>
                  <a:pt x="2291397" y="125203"/>
                </a:lnTo>
                <a:lnTo>
                  <a:pt x="2291903" y="124601"/>
                </a:lnTo>
                <a:lnTo>
                  <a:pt x="2292396" y="123986"/>
                </a:lnTo>
                <a:lnTo>
                  <a:pt x="2292876" y="123356"/>
                </a:lnTo>
                <a:lnTo>
                  <a:pt x="2293343" y="122712"/>
                </a:lnTo>
                <a:lnTo>
                  <a:pt x="2293797" y="122054"/>
                </a:lnTo>
                <a:lnTo>
                  <a:pt x="2294236" y="121383"/>
                </a:lnTo>
                <a:lnTo>
                  <a:pt x="2294657" y="120697"/>
                </a:lnTo>
                <a:lnTo>
                  <a:pt x="2295060" y="119998"/>
                </a:lnTo>
                <a:lnTo>
                  <a:pt x="2295446" y="119284"/>
                </a:lnTo>
                <a:lnTo>
                  <a:pt x="2295815" y="118557"/>
                </a:lnTo>
                <a:lnTo>
                  <a:pt x="2296165" y="117816"/>
                </a:lnTo>
                <a:lnTo>
                  <a:pt x="2296498" y="117060"/>
                </a:lnTo>
                <a:lnTo>
                  <a:pt x="2296814" y="116291"/>
                </a:lnTo>
                <a:lnTo>
                  <a:pt x="2297111" y="115508"/>
                </a:lnTo>
                <a:lnTo>
                  <a:pt x="2297391" y="114711"/>
                </a:lnTo>
                <a:lnTo>
                  <a:pt x="2297654" y="113900"/>
                </a:lnTo>
                <a:lnTo>
                  <a:pt x="2297899" y="113075"/>
                </a:lnTo>
                <a:lnTo>
                  <a:pt x="2298126" y="112236"/>
                </a:lnTo>
                <a:lnTo>
                  <a:pt x="2298336" y="111383"/>
                </a:lnTo>
                <a:lnTo>
                  <a:pt x="2298528" y="110516"/>
                </a:lnTo>
                <a:lnTo>
                  <a:pt x="2298702" y="109636"/>
                </a:lnTo>
                <a:lnTo>
                  <a:pt x="2298859" y="108741"/>
                </a:lnTo>
                <a:lnTo>
                  <a:pt x="2298998" y="107832"/>
                </a:lnTo>
                <a:lnTo>
                  <a:pt x="2299120" y="106910"/>
                </a:lnTo>
                <a:lnTo>
                  <a:pt x="2299224" y="105973"/>
                </a:lnTo>
                <a:lnTo>
                  <a:pt x="2299310" y="105023"/>
                </a:lnTo>
                <a:lnTo>
                  <a:pt x="2299379" y="104058"/>
                </a:lnTo>
                <a:lnTo>
                  <a:pt x="2299430" y="103080"/>
                </a:lnTo>
                <a:lnTo>
                  <a:pt x="2299463" y="102088"/>
                </a:lnTo>
                <a:lnTo>
                  <a:pt x="2283204" y="102088"/>
                </a:lnTo>
                <a:lnTo>
                  <a:pt x="2283168" y="103001"/>
                </a:lnTo>
                <a:lnTo>
                  <a:pt x="2283111" y="103897"/>
                </a:lnTo>
                <a:lnTo>
                  <a:pt x="2283032" y="104774"/>
                </a:lnTo>
                <a:lnTo>
                  <a:pt x="2282930" y="105632"/>
                </a:lnTo>
                <a:lnTo>
                  <a:pt x="2282807" y="106472"/>
                </a:lnTo>
                <a:lnTo>
                  <a:pt x="2282662" y="107293"/>
                </a:lnTo>
                <a:lnTo>
                  <a:pt x="2282495" y="108096"/>
                </a:lnTo>
                <a:lnTo>
                  <a:pt x="2282306" y="108880"/>
                </a:lnTo>
                <a:lnTo>
                  <a:pt x="2282095" y="109645"/>
                </a:lnTo>
                <a:lnTo>
                  <a:pt x="2281863" y="110393"/>
                </a:lnTo>
                <a:lnTo>
                  <a:pt x="2281608" y="111121"/>
                </a:lnTo>
                <a:lnTo>
                  <a:pt x="2281332" y="111832"/>
                </a:lnTo>
                <a:lnTo>
                  <a:pt x="2281033" y="112523"/>
                </a:lnTo>
                <a:lnTo>
                  <a:pt x="2280713" y="113196"/>
                </a:lnTo>
                <a:lnTo>
                  <a:pt x="2280371" y="113851"/>
                </a:lnTo>
                <a:lnTo>
                  <a:pt x="2280007" y="114487"/>
                </a:lnTo>
                <a:lnTo>
                  <a:pt x="2279621" y="115105"/>
                </a:lnTo>
                <a:lnTo>
                  <a:pt x="2279213" y="115704"/>
                </a:lnTo>
                <a:lnTo>
                  <a:pt x="2278783" y="116285"/>
                </a:lnTo>
                <a:lnTo>
                  <a:pt x="2278332" y="116847"/>
                </a:lnTo>
                <a:lnTo>
                  <a:pt x="2277858" y="117391"/>
                </a:lnTo>
                <a:lnTo>
                  <a:pt x="2277363" y="117916"/>
                </a:lnTo>
                <a:lnTo>
                  <a:pt x="2276845" y="118422"/>
                </a:lnTo>
                <a:lnTo>
                  <a:pt x="2276306" y="118910"/>
                </a:lnTo>
                <a:lnTo>
                  <a:pt x="2275749" y="119379"/>
                </a:lnTo>
                <a:lnTo>
                  <a:pt x="2275178" y="119828"/>
                </a:lnTo>
                <a:lnTo>
                  <a:pt x="2274594" y="120256"/>
                </a:lnTo>
                <a:lnTo>
                  <a:pt x="2273996" y="120665"/>
                </a:lnTo>
                <a:lnTo>
                  <a:pt x="2273384" y="121054"/>
                </a:lnTo>
                <a:lnTo>
                  <a:pt x="2272759" y="121423"/>
                </a:lnTo>
                <a:lnTo>
                  <a:pt x="2272120" y="121772"/>
                </a:lnTo>
                <a:lnTo>
                  <a:pt x="2271467" y="122101"/>
                </a:lnTo>
                <a:lnTo>
                  <a:pt x="2270800" y="122410"/>
                </a:lnTo>
                <a:lnTo>
                  <a:pt x="2270120" y="122699"/>
                </a:lnTo>
                <a:lnTo>
                  <a:pt x="2269426" y="122968"/>
                </a:lnTo>
                <a:lnTo>
                  <a:pt x="2268719" y="123218"/>
                </a:lnTo>
                <a:lnTo>
                  <a:pt x="2267997" y="123447"/>
                </a:lnTo>
                <a:lnTo>
                  <a:pt x="2267262" y="123656"/>
                </a:lnTo>
                <a:lnTo>
                  <a:pt x="2266514" y="123846"/>
                </a:lnTo>
                <a:lnTo>
                  <a:pt x="2265751" y="124015"/>
                </a:lnTo>
                <a:lnTo>
                  <a:pt x="2264975" y="124165"/>
                </a:lnTo>
                <a:lnTo>
                  <a:pt x="2264186" y="124294"/>
                </a:lnTo>
                <a:lnTo>
                  <a:pt x="2263382" y="124404"/>
                </a:lnTo>
                <a:lnTo>
                  <a:pt x="2262565" y="124494"/>
                </a:lnTo>
                <a:lnTo>
                  <a:pt x="2261735" y="124564"/>
                </a:lnTo>
                <a:lnTo>
                  <a:pt x="2260890" y="124613"/>
                </a:lnTo>
                <a:lnTo>
                  <a:pt x="2260032" y="124643"/>
                </a:lnTo>
                <a:lnTo>
                  <a:pt x="2259160" y="124653"/>
                </a:lnTo>
                <a:lnTo>
                  <a:pt x="2258394" y="124646"/>
                </a:lnTo>
                <a:lnTo>
                  <a:pt x="2257638" y="124622"/>
                </a:lnTo>
                <a:lnTo>
                  <a:pt x="2256892" y="124584"/>
                </a:lnTo>
                <a:lnTo>
                  <a:pt x="2256157" y="124529"/>
                </a:lnTo>
                <a:lnTo>
                  <a:pt x="2255433" y="124460"/>
                </a:lnTo>
                <a:lnTo>
                  <a:pt x="2254720" y="124374"/>
                </a:lnTo>
                <a:lnTo>
                  <a:pt x="2254017" y="124274"/>
                </a:lnTo>
                <a:lnTo>
                  <a:pt x="2253324" y="124157"/>
                </a:lnTo>
                <a:lnTo>
                  <a:pt x="2252643" y="124025"/>
                </a:lnTo>
                <a:lnTo>
                  <a:pt x="2251972" y="123878"/>
                </a:lnTo>
                <a:lnTo>
                  <a:pt x="2251311" y="123715"/>
                </a:lnTo>
                <a:lnTo>
                  <a:pt x="2250661" y="123537"/>
                </a:lnTo>
                <a:lnTo>
                  <a:pt x="2250022" y="123343"/>
                </a:lnTo>
                <a:lnTo>
                  <a:pt x="2249393" y="123134"/>
                </a:lnTo>
                <a:lnTo>
                  <a:pt x="2248775" y="122909"/>
                </a:lnTo>
                <a:lnTo>
                  <a:pt x="2248168" y="122669"/>
                </a:lnTo>
                <a:lnTo>
                  <a:pt x="2247571" y="122413"/>
                </a:lnTo>
                <a:lnTo>
                  <a:pt x="2246984" y="122142"/>
                </a:lnTo>
                <a:lnTo>
                  <a:pt x="2246409" y="121855"/>
                </a:lnTo>
                <a:lnTo>
                  <a:pt x="2245844" y="121553"/>
                </a:lnTo>
                <a:lnTo>
                  <a:pt x="2245289" y="121235"/>
                </a:lnTo>
                <a:lnTo>
                  <a:pt x="2244745" y="120901"/>
                </a:lnTo>
                <a:lnTo>
                  <a:pt x="2244212" y="120553"/>
                </a:lnTo>
                <a:lnTo>
                  <a:pt x="2243689" y="120188"/>
                </a:lnTo>
                <a:lnTo>
                  <a:pt x="2243178" y="119809"/>
                </a:lnTo>
                <a:lnTo>
                  <a:pt x="2242677" y="119417"/>
                </a:lnTo>
                <a:lnTo>
                  <a:pt x="2242187" y="119010"/>
                </a:lnTo>
                <a:lnTo>
                  <a:pt x="2241708" y="118591"/>
                </a:lnTo>
                <a:lnTo>
                  <a:pt x="2241240" y="118157"/>
                </a:lnTo>
                <a:lnTo>
                  <a:pt x="2240782" y="117711"/>
                </a:lnTo>
                <a:lnTo>
                  <a:pt x="2240336" y="117250"/>
                </a:lnTo>
                <a:lnTo>
                  <a:pt x="2239901" y="116776"/>
                </a:lnTo>
                <a:lnTo>
                  <a:pt x="2239477" y="116289"/>
                </a:lnTo>
                <a:lnTo>
                  <a:pt x="2239063" y="115788"/>
                </a:lnTo>
                <a:lnTo>
                  <a:pt x="2238661" y="115273"/>
                </a:lnTo>
                <a:lnTo>
                  <a:pt x="2238270" y="114745"/>
                </a:lnTo>
                <a:lnTo>
                  <a:pt x="2237889" y="114204"/>
                </a:lnTo>
                <a:lnTo>
                  <a:pt x="2237520" y="113649"/>
                </a:lnTo>
                <a:lnTo>
                  <a:pt x="2237161" y="113080"/>
                </a:lnTo>
                <a:lnTo>
                  <a:pt x="2236813" y="112498"/>
                </a:lnTo>
                <a:lnTo>
                  <a:pt x="2236477" y="111902"/>
                </a:lnTo>
                <a:lnTo>
                  <a:pt x="2236151" y="111293"/>
                </a:lnTo>
                <a:lnTo>
                  <a:pt x="2235836" y="110670"/>
                </a:lnTo>
                <a:lnTo>
                  <a:pt x="2235532" y="110034"/>
                </a:lnTo>
                <a:lnTo>
                  <a:pt x="2235240" y="109384"/>
                </a:lnTo>
                <a:lnTo>
                  <a:pt x="2234958" y="108721"/>
                </a:lnTo>
                <a:lnTo>
                  <a:pt x="2234687" y="108044"/>
                </a:lnTo>
                <a:lnTo>
                  <a:pt x="2234427" y="107353"/>
                </a:lnTo>
                <a:lnTo>
                  <a:pt x="2234177" y="106650"/>
                </a:lnTo>
                <a:lnTo>
                  <a:pt x="2233939" y="105933"/>
                </a:lnTo>
                <a:lnTo>
                  <a:pt x="2233711" y="105204"/>
                </a:lnTo>
                <a:lnTo>
                  <a:pt x="2233493" y="104462"/>
                </a:lnTo>
                <a:lnTo>
                  <a:pt x="2233286" y="103708"/>
                </a:lnTo>
                <a:lnTo>
                  <a:pt x="2233090" y="102941"/>
                </a:lnTo>
                <a:lnTo>
                  <a:pt x="2232905" y="102161"/>
                </a:lnTo>
                <a:lnTo>
                  <a:pt x="2232730" y="101369"/>
                </a:lnTo>
                <a:lnTo>
                  <a:pt x="2232565" y="100564"/>
                </a:lnTo>
                <a:lnTo>
                  <a:pt x="2232411" y="99746"/>
                </a:lnTo>
                <a:lnTo>
                  <a:pt x="2232268" y="98916"/>
                </a:lnTo>
                <a:lnTo>
                  <a:pt x="2232136" y="98073"/>
                </a:lnTo>
                <a:lnTo>
                  <a:pt x="2232014" y="97217"/>
                </a:lnTo>
                <a:lnTo>
                  <a:pt x="2231902" y="96349"/>
                </a:lnTo>
                <a:lnTo>
                  <a:pt x="2231801" y="95468"/>
                </a:lnTo>
                <a:lnTo>
                  <a:pt x="2231711" y="94575"/>
                </a:lnTo>
                <a:lnTo>
                  <a:pt x="2231632" y="93668"/>
                </a:lnTo>
                <a:lnTo>
                  <a:pt x="2231563" y="92750"/>
                </a:lnTo>
                <a:lnTo>
                  <a:pt x="2231504" y="91818"/>
                </a:lnTo>
                <a:lnTo>
                  <a:pt x="2231457" y="90874"/>
                </a:lnTo>
                <a:lnTo>
                  <a:pt x="2231420" y="89917"/>
                </a:lnTo>
                <a:lnTo>
                  <a:pt x="2231393" y="88948"/>
                </a:lnTo>
                <a:lnTo>
                  <a:pt x="2231377" y="87966"/>
                </a:lnTo>
                <a:lnTo>
                  <a:pt x="2231372" y="86971"/>
                </a:lnTo>
                <a:lnTo>
                  <a:pt x="2231384" y="85479"/>
                </a:lnTo>
                <a:lnTo>
                  <a:pt x="2231420" y="84015"/>
                </a:lnTo>
                <a:lnTo>
                  <a:pt x="2231480" y="82579"/>
                </a:lnTo>
                <a:lnTo>
                  <a:pt x="2231563" y="81171"/>
                </a:lnTo>
                <a:lnTo>
                  <a:pt x="2231671" y="79791"/>
                </a:lnTo>
                <a:lnTo>
                  <a:pt x="2231803" y="78438"/>
                </a:lnTo>
                <a:lnTo>
                  <a:pt x="2231959" y="77114"/>
                </a:lnTo>
                <a:lnTo>
                  <a:pt x="2232138" y="75818"/>
                </a:lnTo>
                <a:lnTo>
                  <a:pt x="2232342" y="74550"/>
                </a:lnTo>
                <a:lnTo>
                  <a:pt x="2232569" y="73310"/>
                </a:lnTo>
                <a:lnTo>
                  <a:pt x="2232821" y="72098"/>
                </a:lnTo>
                <a:lnTo>
                  <a:pt x="2233096" y="70914"/>
                </a:lnTo>
                <a:lnTo>
                  <a:pt x="2233396" y="69757"/>
                </a:lnTo>
                <a:lnTo>
                  <a:pt x="2233719" y="68629"/>
                </a:lnTo>
                <a:lnTo>
                  <a:pt x="2234066" y="67529"/>
                </a:lnTo>
                <a:lnTo>
                  <a:pt x="2234438" y="66457"/>
                </a:lnTo>
                <a:lnTo>
                  <a:pt x="2234833" y="65413"/>
                </a:lnTo>
                <a:lnTo>
                  <a:pt x="2235252" y="64396"/>
                </a:lnTo>
                <a:lnTo>
                  <a:pt x="2235695" y="63408"/>
                </a:lnTo>
                <a:lnTo>
                  <a:pt x="2236162" y="62448"/>
                </a:lnTo>
                <a:lnTo>
                  <a:pt x="2236653" y="61516"/>
                </a:lnTo>
                <a:lnTo>
                  <a:pt x="2237168" y="60612"/>
                </a:lnTo>
                <a:lnTo>
                  <a:pt x="2237707" y="59735"/>
                </a:lnTo>
                <a:lnTo>
                  <a:pt x="2238270" y="58887"/>
                </a:lnTo>
                <a:lnTo>
                  <a:pt x="2238857" y="58070"/>
                </a:lnTo>
                <a:lnTo>
                  <a:pt x="2239469" y="57288"/>
                </a:lnTo>
                <a:lnTo>
                  <a:pt x="2240105" y="56541"/>
                </a:lnTo>
                <a:lnTo>
                  <a:pt x="2240766" y="55828"/>
                </a:lnTo>
                <a:lnTo>
                  <a:pt x="2241452" y="55150"/>
                </a:lnTo>
                <a:lnTo>
                  <a:pt x="2242162" y="54507"/>
                </a:lnTo>
                <a:lnTo>
                  <a:pt x="2242897" y="53899"/>
                </a:lnTo>
                <a:lnTo>
                  <a:pt x="2243657" y="53325"/>
                </a:lnTo>
                <a:lnTo>
                  <a:pt x="2244441" y="52787"/>
                </a:lnTo>
                <a:lnTo>
                  <a:pt x="2245250" y="52282"/>
                </a:lnTo>
                <a:lnTo>
                  <a:pt x="2246083" y="51813"/>
                </a:lnTo>
                <a:lnTo>
                  <a:pt x="2246941" y="51379"/>
                </a:lnTo>
                <a:lnTo>
                  <a:pt x="2247824" y="50979"/>
                </a:lnTo>
                <a:lnTo>
                  <a:pt x="2248731" y="50614"/>
                </a:lnTo>
                <a:lnTo>
                  <a:pt x="2249663" y="50284"/>
                </a:lnTo>
                <a:lnTo>
                  <a:pt x="2250620" y="49988"/>
                </a:lnTo>
                <a:lnTo>
                  <a:pt x="2251601" y="49728"/>
                </a:lnTo>
                <a:lnTo>
                  <a:pt x="2252607" y="49502"/>
                </a:lnTo>
                <a:lnTo>
                  <a:pt x="2253638" y="49310"/>
                </a:lnTo>
                <a:lnTo>
                  <a:pt x="2254693" y="49154"/>
                </a:lnTo>
                <a:lnTo>
                  <a:pt x="2255773" y="49032"/>
                </a:lnTo>
                <a:lnTo>
                  <a:pt x="2256877" y="48945"/>
                </a:lnTo>
                <a:lnTo>
                  <a:pt x="2258006" y="48893"/>
                </a:lnTo>
                <a:lnTo>
                  <a:pt x="2259160" y="48876"/>
                </a:lnTo>
                <a:lnTo>
                  <a:pt x="2260031" y="48886"/>
                </a:lnTo>
                <a:lnTo>
                  <a:pt x="2260887" y="48915"/>
                </a:lnTo>
                <a:lnTo>
                  <a:pt x="2261727" y="48963"/>
                </a:lnTo>
                <a:lnTo>
                  <a:pt x="2262552" y="49031"/>
                </a:lnTo>
                <a:lnTo>
                  <a:pt x="2263361" y="49118"/>
                </a:lnTo>
                <a:lnTo>
                  <a:pt x="2264155" y="49225"/>
                </a:lnTo>
                <a:lnTo>
                  <a:pt x="2264934" y="49351"/>
                </a:lnTo>
                <a:lnTo>
                  <a:pt x="2265697" y="49497"/>
                </a:lnTo>
                <a:lnTo>
                  <a:pt x="2266444" y="49661"/>
                </a:lnTo>
                <a:lnTo>
                  <a:pt x="2267177" y="49846"/>
                </a:lnTo>
                <a:lnTo>
                  <a:pt x="2267894" y="50049"/>
                </a:lnTo>
                <a:lnTo>
                  <a:pt x="2268595" y="50272"/>
                </a:lnTo>
                <a:lnTo>
                  <a:pt x="2269282" y="50515"/>
                </a:lnTo>
                <a:lnTo>
                  <a:pt x="2269952" y="50777"/>
                </a:lnTo>
                <a:lnTo>
                  <a:pt x="2270608" y="51058"/>
                </a:lnTo>
                <a:lnTo>
                  <a:pt x="2271248" y="51359"/>
                </a:lnTo>
                <a:lnTo>
                  <a:pt x="2271872" y="51679"/>
                </a:lnTo>
                <a:lnTo>
                  <a:pt x="2272482" y="52018"/>
                </a:lnTo>
                <a:lnTo>
                  <a:pt x="2273075" y="52377"/>
                </a:lnTo>
                <a:lnTo>
                  <a:pt x="2273654" y="52755"/>
                </a:lnTo>
                <a:lnTo>
                  <a:pt x="2274217" y="53153"/>
                </a:lnTo>
                <a:lnTo>
                  <a:pt x="2274764" y="53570"/>
                </a:lnTo>
                <a:lnTo>
                  <a:pt x="2275297" y="54006"/>
                </a:lnTo>
                <a:lnTo>
                  <a:pt x="2275814" y="54462"/>
                </a:lnTo>
                <a:lnTo>
                  <a:pt x="2276313" y="54934"/>
                </a:lnTo>
                <a:lnTo>
                  <a:pt x="2276793" y="55421"/>
                </a:lnTo>
                <a:lnTo>
                  <a:pt x="2277255" y="55922"/>
                </a:lnTo>
                <a:lnTo>
                  <a:pt x="2277697" y="56438"/>
                </a:lnTo>
                <a:lnTo>
                  <a:pt x="2278120" y="56968"/>
                </a:lnTo>
                <a:lnTo>
                  <a:pt x="2278523" y="57512"/>
                </a:lnTo>
                <a:lnTo>
                  <a:pt x="2278908" y="58071"/>
                </a:lnTo>
                <a:lnTo>
                  <a:pt x="2279273" y="58644"/>
                </a:lnTo>
                <a:lnTo>
                  <a:pt x="2279620" y="59231"/>
                </a:lnTo>
                <a:lnTo>
                  <a:pt x="2279947" y="59833"/>
                </a:lnTo>
                <a:lnTo>
                  <a:pt x="2280255" y="60449"/>
                </a:lnTo>
                <a:lnTo>
                  <a:pt x="2280543" y="61080"/>
                </a:lnTo>
                <a:lnTo>
                  <a:pt x="2280813" y="61724"/>
                </a:lnTo>
                <a:lnTo>
                  <a:pt x="2281064" y="62384"/>
                </a:lnTo>
                <a:lnTo>
                  <a:pt x="2281295" y="63057"/>
                </a:lnTo>
                <a:lnTo>
                  <a:pt x="2281507" y="63745"/>
                </a:lnTo>
                <a:lnTo>
                  <a:pt x="2281700" y="64448"/>
                </a:lnTo>
                <a:lnTo>
                  <a:pt x="2281874" y="65164"/>
                </a:lnTo>
                <a:lnTo>
                  <a:pt x="2282028" y="65895"/>
                </a:lnTo>
                <a:lnTo>
                  <a:pt x="2282164" y="66641"/>
                </a:lnTo>
                <a:lnTo>
                  <a:pt x="2282280" y="67401"/>
                </a:lnTo>
                <a:lnTo>
                  <a:pt x="2282377" y="68175"/>
                </a:lnTo>
                <a:lnTo>
                  <a:pt x="2282455" y="68964"/>
                </a:lnTo>
                <a:lnTo>
                  <a:pt x="2282514" y="69766"/>
                </a:lnTo>
                <a:lnTo>
                  <a:pt x="2298773" y="69766"/>
                </a:lnTo>
                <a:lnTo>
                  <a:pt x="2298740" y="68810"/>
                </a:lnTo>
                <a:lnTo>
                  <a:pt x="2298689" y="67867"/>
                </a:lnTo>
                <a:lnTo>
                  <a:pt x="2298621" y="66938"/>
                </a:lnTo>
                <a:lnTo>
                  <a:pt x="2298535" y="66022"/>
                </a:lnTo>
                <a:lnTo>
                  <a:pt x="2298432" y="65121"/>
                </a:lnTo>
                <a:lnTo>
                  <a:pt x="2298311" y="64234"/>
                </a:lnTo>
                <a:lnTo>
                  <a:pt x="2298173" y="63360"/>
                </a:lnTo>
                <a:lnTo>
                  <a:pt x="2298018" y="62501"/>
                </a:lnTo>
                <a:lnTo>
                  <a:pt x="2297845" y="61655"/>
                </a:lnTo>
                <a:lnTo>
                  <a:pt x="2297655" y="60824"/>
                </a:lnTo>
                <a:lnTo>
                  <a:pt x="2297447" y="60006"/>
                </a:lnTo>
                <a:lnTo>
                  <a:pt x="2297221" y="59202"/>
                </a:lnTo>
                <a:lnTo>
                  <a:pt x="2296979" y="58412"/>
                </a:lnTo>
                <a:lnTo>
                  <a:pt x="2296718" y="57636"/>
                </a:lnTo>
                <a:lnTo>
                  <a:pt x="2296441" y="56874"/>
                </a:lnTo>
                <a:lnTo>
                  <a:pt x="2296146" y="56125"/>
                </a:lnTo>
                <a:lnTo>
                  <a:pt x="2295833" y="55391"/>
                </a:lnTo>
                <a:lnTo>
                  <a:pt x="2295503" y="54671"/>
                </a:lnTo>
                <a:lnTo>
                  <a:pt x="2295156" y="53964"/>
                </a:lnTo>
                <a:lnTo>
                  <a:pt x="2294791" y="53272"/>
                </a:lnTo>
                <a:lnTo>
                  <a:pt x="2294408" y="52593"/>
                </a:lnTo>
                <a:lnTo>
                  <a:pt x="2294009" y="51928"/>
                </a:lnTo>
                <a:lnTo>
                  <a:pt x="2293591" y="51277"/>
                </a:lnTo>
                <a:lnTo>
                  <a:pt x="2293157" y="50640"/>
                </a:lnTo>
                <a:lnTo>
                  <a:pt x="2292707" y="50017"/>
                </a:lnTo>
                <a:lnTo>
                  <a:pt x="2292245" y="49407"/>
                </a:lnTo>
                <a:lnTo>
                  <a:pt x="2291770" y="48810"/>
                </a:lnTo>
                <a:lnTo>
                  <a:pt x="2291283" y="48226"/>
                </a:lnTo>
                <a:lnTo>
                  <a:pt x="2290783" y="47656"/>
                </a:lnTo>
                <a:lnTo>
                  <a:pt x="2290271" y="47098"/>
                </a:lnTo>
                <a:lnTo>
                  <a:pt x="2289747" y="46554"/>
                </a:lnTo>
                <a:lnTo>
                  <a:pt x="2289210" y="46023"/>
                </a:lnTo>
                <a:lnTo>
                  <a:pt x="2288660" y="45506"/>
                </a:lnTo>
                <a:lnTo>
                  <a:pt x="2288098" y="45001"/>
                </a:lnTo>
                <a:lnTo>
                  <a:pt x="2287523" y="44510"/>
                </a:lnTo>
                <a:lnTo>
                  <a:pt x="2286936" y="44032"/>
                </a:lnTo>
                <a:lnTo>
                  <a:pt x="2286337" y="43567"/>
                </a:lnTo>
                <a:lnTo>
                  <a:pt x="2285725" y="43116"/>
                </a:lnTo>
                <a:lnTo>
                  <a:pt x="2285100" y="42677"/>
                </a:lnTo>
                <a:lnTo>
                  <a:pt x="2284463" y="42252"/>
                </a:lnTo>
                <a:lnTo>
                  <a:pt x="2283814" y="41840"/>
                </a:lnTo>
                <a:lnTo>
                  <a:pt x="2283152" y="41442"/>
                </a:lnTo>
                <a:lnTo>
                  <a:pt x="2282477" y="41056"/>
                </a:lnTo>
                <a:lnTo>
                  <a:pt x="2281790" y="40684"/>
                </a:lnTo>
                <a:lnTo>
                  <a:pt x="2281091" y="40325"/>
                </a:lnTo>
                <a:lnTo>
                  <a:pt x="2280379" y="39979"/>
                </a:lnTo>
                <a:lnTo>
                  <a:pt x="2279654" y="39646"/>
                </a:lnTo>
                <a:lnTo>
                  <a:pt x="2278918" y="39327"/>
                </a:lnTo>
                <a:lnTo>
                  <a:pt x="2278171" y="39020"/>
                </a:lnTo>
                <a:lnTo>
                  <a:pt x="2277416" y="38727"/>
                </a:lnTo>
                <a:lnTo>
                  <a:pt x="2276653" y="38447"/>
                </a:lnTo>
                <a:lnTo>
                  <a:pt x="2275883" y="38180"/>
                </a:lnTo>
                <a:lnTo>
                  <a:pt x="2275106" y="37926"/>
                </a:lnTo>
                <a:lnTo>
                  <a:pt x="2274320" y="37685"/>
                </a:lnTo>
                <a:lnTo>
                  <a:pt x="2273527" y="37456"/>
                </a:lnTo>
                <a:lnTo>
                  <a:pt x="2272726" y="37241"/>
                </a:lnTo>
                <a:lnTo>
                  <a:pt x="2271917" y="37039"/>
                </a:lnTo>
                <a:lnTo>
                  <a:pt x="2271101" y="36850"/>
                </a:lnTo>
                <a:lnTo>
                  <a:pt x="2270277" y="36674"/>
                </a:lnTo>
                <a:lnTo>
                  <a:pt x="2269445" y="36511"/>
                </a:lnTo>
                <a:lnTo>
                  <a:pt x="2268606" y="36362"/>
                </a:lnTo>
                <a:lnTo>
                  <a:pt x="2267759" y="36225"/>
                </a:lnTo>
                <a:lnTo>
                  <a:pt x="2266904" y="36101"/>
                </a:lnTo>
                <a:lnTo>
                  <a:pt x="2266042" y="35990"/>
                </a:lnTo>
                <a:lnTo>
                  <a:pt x="2265171" y="35892"/>
                </a:lnTo>
                <a:lnTo>
                  <a:pt x="2264294" y="35808"/>
                </a:lnTo>
                <a:lnTo>
                  <a:pt x="2263408" y="35736"/>
                </a:lnTo>
                <a:lnTo>
                  <a:pt x="2262515" y="35677"/>
                </a:lnTo>
                <a:lnTo>
                  <a:pt x="2261614" y="35632"/>
                </a:lnTo>
                <a:lnTo>
                  <a:pt x="2260705" y="35599"/>
                </a:lnTo>
                <a:lnTo>
                  <a:pt x="2259789" y="35580"/>
                </a:lnTo>
                <a:lnTo>
                  <a:pt x="2258865" y="35573"/>
                </a:lnTo>
                <a:lnTo>
                  <a:pt x="2257762" y="35583"/>
                </a:lnTo>
                <a:lnTo>
                  <a:pt x="2256670" y="35613"/>
                </a:lnTo>
                <a:lnTo>
                  <a:pt x="2255590" y="35663"/>
                </a:lnTo>
                <a:lnTo>
                  <a:pt x="2254522" y="35732"/>
                </a:lnTo>
                <a:lnTo>
                  <a:pt x="2253465" y="35822"/>
                </a:lnTo>
                <a:lnTo>
                  <a:pt x="2252419" y="35932"/>
                </a:lnTo>
                <a:lnTo>
                  <a:pt x="2251385" y="36061"/>
                </a:lnTo>
                <a:lnTo>
                  <a:pt x="2250363" y="36211"/>
                </a:lnTo>
                <a:lnTo>
                  <a:pt x="2249352" y="36380"/>
                </a:lnTo>
                <a:lnTo>
                  <a:pt x="2248352" y="36570"/>
                </a:lnTo>
                <a:lnTo>
                  <a:pt x="2247364" y="36779"/>
                </a:lnTo>
                <a:lnTo>
                  <a:pt x="2246387" y="37008"/>
                </a:lnTo>
                <a:lnTo>
                  <a:pt x="2245422" y="37257"/>
                </a:lnTo>
                <a:lnTo>
                  <a:pt x="2244468" y="37526"/>
                </a:lnTo>
                <a:lnTo>
                  <a:pt x="2243525" y="37815"/>
                </a:lnTo>
                <a:lnTo>
                  <a:pt x="2242595" y="38124"/>
                </a:lnTo>
                <a:lnTo>
                  <a:pt x="2241675" y="38453"/>
                </a:lnTo>
                <a:lnTo>
                  <a:pt x="2240767" y="38802"/>
                </a:lnTo>
                <a:lnTo>
                  <a:pt x="2239871" y="39170"/>
                </a:lnTo>
                <a:lnTo>
                  <a:pt x="2238985" y="39559"/>
                </a:lnTo>
                <a:lnTo>
                  <a:pt x="2238112" y="39968"/>
                </a:lnTo>
                <a:lnTo>
                  <a:pt x="2237250" y="40396"/>
                </a:lnTo>
                <a:lnTo>
                  <a:pt x="2236399" y="40845"/>
                </a:lnTo>
                <a:lnTo>
                  <a:pt x="2235560" y="41313"/>
                </a:lnTo>
                <a:lnTo>
                  <a:pt x="2234734" y="41801"/>
                </a:lnTo>
                <a:lnTo>
                  <a:pt x="2233924" y="42309"/>
                </a:lnTo>
                <a:lnTo>
                  <a:pt x="2233129" y="42836"/>
                </a:lnTo>
                <a:lnTo>
                  <a:pt x="2232349" y="43383"/>
                </a:lnTo>
                <a:lnTo>
                  <a:pt x="2231585" y="43950"/>
                </a:lnTo>
                <a:lnTo>
                  <a:pt x="2230836" y="44537"/>
                </a:lnTo>
                <a:lnTo>
                  <a:pt x="2230103" y="45144"/>
                </a:lnTo>
                <a:lnTo>
                  <a:pt x="2229385" y="45770"/>
                </a:lnTo>
                <a:lnTo>
                  <a:pt x="2228682" y="46416"/>
                </a:lnTo>
                <a:lnTo>
                  <a:pt x="2227995" y="47082"/>
                </a:lnTo>
                <a:lnTo>
                  <a:pt x="2227323" y="47767"/>
                </a:lnTo>
                <a:lnTo>
                  <a:pt x="2226667" y="48473"/>
                </a:lnTo>
                <a:lnTo>
                  <a:pt x="2226026" y="49198"/>
                </a:lnTo>
                <a:lnTo>
                  <a:pt x="2225400" y="49942"/>
                </a:lnTo>
                <a:lnTo>
                  <a:pt x="2224790" y="50707"/>
                </a:lnTo>
                <a:lnTo>
                  <a:pt x="2224195" y="51491"/>
                </a:lnTo>
                <a:lnTo>
                  <a:pt x="2223615" y="52295"/>
                </a:lnTo>
                <a:lnTo>
                  <a:pt x="2223051" y="53119"/>
                </a:lnTo>
                <a:lnTo>
                  <a:pt x="2222503" y="53963"/>
                </a:lnTo>
                <a:lnTo>
                  <a:pt x="2221969" y="54826"/>
                </a:lnTo>
                <a:lnTo>
                  <a:pt x="2221452" y="55709"/>
                </a:lnTo>
                <a:lnTo>
                  <a:pt x="2220949" y="56612"/>
                </a:lnTo>
                <a:lnTo>
                  <a:pt x="2220462" y="57535"/>
                </a:lnTo>
                <a:lnTo>
                  <a:pt x="2219990" y="58477"/>
                </a:lnTo>
                <a:lnTo>
                  <a:pt x="2219536" y="59440"/>
                </a:lnTo>
                <a:lnTo>
                  <a:pt x="2219101" y="60421"/>
                </a:lnTo>
                <a:lnTo>
                  <a:pt x="2218686" y="61422"/>
                </a:lnTo>
                <a:lnTo>
                  <a:pt x="2218289" y="62443"/>
                </a:lnTo>
                <a:lnTo>
                  <a:pt x="2217912" y="63484"/>
                </a:lnTo>
                <a:lnTo>
                  <a:pt x="2217555" y="64543"/>
                </a:lnTo>
                <a:lnTo>
                  <a:pt x="2217216" y="65623"/>
                </a:lnTo>
                <a:lnTo>
                  <a:pt x="2216897" y="66722"/>
                </a:lnTo>
                <a:lnTo>
                  <a:pt x="2216598" y="67841"/>
                </a:lnTo>
                <a:lnTo>
                  <a:pt x="2216317" y="68979"/>
                </a:lnTo>
                <a:lnTo>
                  <a:pt x="2216056" y="70137"/>
                </a:lnTo>
                <a:lnTo>
                  <a:pt x="2215815" y="71314"/>
                </a:lnTo>
                <a:lnTo>
                  <a:pt x="2215593" y="72511"/>
                </a:lnTo>
                <a:lnTo>
                  <a:pt x="2215390" y="73727"/>
                </a:lnTo>
                <a:lnTo>
                  <a:pt x="2215206" y="74963"/>
                </a:lnTo>
                <a:lnTo>
                  <a:pt x="2215042" y="76219"/>
                </a:lnTo>
                <a:lnTo>
                  <a:pt x="2214897" y="77494"/>
                </a:lnTo>
                <a:lnTo>
                  <a:pt x="2214771" y="78789"/>
                </a:lnTo>
                <a:lnTo>
                  <a:pt x="2214665" y="80103"/>
                </a:lnTo>
                <a:lnTo>
                  <a:pt x="2214578" y="81437"/>
                </a:lnTo>
                <a:lnTo>
                  <a:pt x="2214510" y="82790"/>
                </a:lnTo>
                <a:lnTo>
                  <a:pt x="2214462" y="84163"/>
                </a:lnTo>
                <a:lnTo>
                  <a:pt x="2214433" y="85556"/>
                </a:lnTo>
                <a:lnTo>
                  <a:pt x="2214423" y="86968"/>
                </a:lnTo>
                <a:lnTo>
                  <a:pt x="2214433" y="88380"/>
                </a:lnTo>
                <a:lnTo>
                  <a:pt x="2214462" y="89772"/>
                </a:lnTo>
                <a:lnTo>
                  <a:pt x="2214511" y="91144"/>
                </a:lnTo>
                <a:lnTo>
                  <a:pt x="2214580" y="92496"/>
                </a:lnTo>
                <a:lnTo>
                  <a:pt x="2214669" y="93828"/>
                </a:lnTo>
                <a:lnTo>
                  <a:pt x="2214777" y="95141"/>
                </a:lnTo>
                <a:lnTo>
                  <a:pt x="2214905" y="96433"/>
                </a:lnTo>
                <a:lnTo>
                  <a:pt x="2215053" y="97706"/>
                </a:lnTo>
                <a:lnTo>
                  <a:pt x="2215220" y="98958"/>
                </a:lnTo>
                <a:lnTo>
                  <a:pt x="2215407" y="100191"/>
                </a:lnTo>
                <a:lnTo>
                  <a:pt x="2215613" y="101404"/>
                </a:lnTo>
                <a:lnTo>
                  <a:pt x="2215839" y="102597"/>
                </a:lnTo>
                <a:lnTo>
                  <a:pt x="2216085" y="103769"/>
                </a:lnTo>
                <a:lnTo>
                  <a:pt x="2216351" y="104922"/>
                </a:lnTo>
                <a:lnTo>
                  <a:pt x="2216636" y="106055"/>
                </a:lnTo>
                <a:lnTo>
                  <a:pt x="2216941" y="107169"/>
                </a:lnTo>
                <a:lnTo>
                  <a:pt x="2217266" y="108262"/>
                </a:lnTo>
                <a:lnTo>
                  <a:pt x="2217610" y="109335"/>
                </a:lnTo>
                <a:lnTo>
                  <a:pt x="2217974" y="110389"/>
                </a:lnTo>
                <a:lnTo>
                  <a:pt x="2218358" y="111422"/>
                </a:lnTo>
                <a:lnTo>
                  <a:pt x="2218761" y="112436"/>
                </a:lnTo>
                <a:lnTo>
                  <a:pt x="2219184" y="113429"/>
                </a:lnTo>
                <a:lnTo>
                  <a:pt x="2219627" y="114403"/>
                </a:lnTo>
                <a:lnTo>
                  <a:pt x="2220089" y="115357"/>
                </a:lnTo>
                <a:lnTo>
                  <a:pt x="2220569" y="116291"/>
                </a:lnTo>
                <a:lnTo>
                  <a:pt x="2221064" y="117205"/>
                </a:lnTo>
                <a:lnTo>
                  <a:pt x="2221574" y="118099"/>
                </a:lnTo>
                <a:lnTo>
                  <a:pt x="2222100" y="118974"/>
                </a:lnTo>
                <a:lnTo>
                  <a:pt x="2222640" y="119829"/>
                </a:lnTo>
                <a:lnTo>
                  <a:pt x="2223196" y="120664"/>
                </a:lnTo>
                <a:lnTo>
                  <a:pt x="2223767" y="121480"/>
                </a:lnTo>
                <a:lnTo>
                  <a:pt x="2224354" y="122275"/>
                </a:lnTo>
                <a:lnTo>
                  <a:pt x="2224955" y="123051"/>
                </a:lnTo>
                <a:lnTo>
                  <a:pt x="2225572" y="123808"/>
                </a:lnTo>
                <a:lnTo>
                  <a:pt x="2226204" y="124544"/>
                </a:lnTo>
                <a:lnTo>
                  <a:pt x="2226851" y="125261"/>
                </a:lnTo>
                <a:lnTo>
                  <a:pt x="2227514" y="125958"/>
                </a:lnTo>
                <a:lnTo>
                  <a:pt x="2228192" y="126635"/>
                </a:lnTo>
                <a:lnTo>
                  <a:pt x="2228885" y="127292"/>
                </a:lnTo>
                <a:lnTo>
                  <a:pt x="2229593" y="127930"/>
                </a:lnTo>
                <a:lnTo>
                  <a:pt x="2230316" y="128548"/>
                </a:lnTo>
                <a:lnTo>
                  <a:pt x="2231055" y="129146"/>
                </a:lnTo>
                <a:lnTo>
                  <a:pt x="2231809" y="129725"/>
                </a:lnTo>
                <a:lnTo>
                  <a:pt x="2232578" y="130284"/>
                </a:lnTo>
                <a:lnTo>
                  <a:pt x="2233362" y="130823"/>
                </a:lnTo>
                <a:lnTo>
                  <a:pt x="2234161" y="131342"/>
                </a:lnTo>
                <a:lnTo>
                  <a:pt x="2234976" y="131841"/>
                </a:lnTo>
                <a:lnTo>
                  <a:pt x="2235806" y="132321"/>
                </a:lnTo>
                <a:lnTo>
                  <a:pt x="2236649" y="132781"/>
                </a:lnTo>
                <a:lnTo>
                  <a:pt x="2237502" y="133221"/>
                </a:lnTo>
                <a:lnTo>
                  <a:pt x="2238365" y="133642"/>
                </a:lnTo>
                <a:lnTo>
                  <a:pt x="2239239" y="134043"/>
                </a:lnTo>
                <a:lnTo>
                  <a:pt x="2240122" y="134424"/>
                </a:lnTo>
                <a:lnTo>
                  <a:pt x="2241016" y="134786"/>
                </a:lnTo>
                <a:lnTo>
                  <a:pt x="2241921" y="135129"/>
                </a:lnTo>
                <a:lnTo>
                  <a:pt x="2242835" y="135452"/>
                </a:lnTo>
                <a:lnTo>
                  <a:pt x="2243760" y="135755"/>
                </a:lnTo>
                <a:lnTo>
                  <a:pt x="2244695" y="136039"/>
                </a:lnTo>
                <a:lnTo>
                  <a:pt x="2245641" y="136303"/>
                </a:lnTo>
                <a:lnTo>
                  <a:pt x="2246596" y="136547"/>
                </a:lnTo>
                <a:lnTo>
                  <a:pt x="2247562" y="136773"/>
                </a:lnTo>
                <a:lnTo>
                  <a:pt x="2248538" y="136978"/>
                </a:lnTo>
                <a:lnTo>
                  <a:pt x="2249525" y="137164"/>
                </a:lnTo>
                <a:lnTo>
                  <a:pt x="2250522" y="137330"/>
                </a:lnTo>
                <a:lnTo>
                  <a:pt x="2251528" y="137477"/>
                </a:lnTo>
                <a:lnTo>
                  <a:pt x="2252546" y="137604"/>
                </a:lnTo>
                <a:lnTo>
                  <a:pt x="2253573" y="137712"/>
                </a:lnTo>
                <a:lnTo>
                  <a:pt x="2254611" y="137800"/>
                </a:lnTo>
                <a:lnTo>
                  <a:pt x="2255659" y="137868"/>
                </a:lnTo>
                <a:lnTo>
                  <a:pt x="2256717" y="137917"/>
                </a:lnTo>
                <a:lnTo>
                  <a:pt x="2257786" y="137947"/>
                </a:lnTo>
                <a:lnTo>
                  <a:pt x="2258865" y="137956"/>
                </a:lnTo>
                <a:lnTo>
                  <a:pt x="2259805" y="137949"/>
                </a:lnTo>
                <a:lnTo>
                  <a:pt x="2260738" y="137929"/>
                </a:lnTo>
                <a:lnTo>
                  <a:pt x="2261663" y="137894"/>
                </a:lnTo>
                <a:lnTo>
                  <a:pt x="2262580" y="137846"/>
                </a:lnTo>
                <a:lnTo>
                  <a:pt x="2263490" y="137784"/>
                </a:lnTo>
                <a:lnTo>
                  <a:pt x="2264392" y="137709"/>
                </a:lnTo>
                <a:close/>
                <a:moveTo>
                  <a:pt x="2356456" y="137762"/>
                </a:moveTo>
                <a:lnTo>
                  <a:pt x="2357369" y="137676"/>
                </a:lnTo>
                <a:lnTo>
                  <a:pt x="2358273" y="137575"/>
                </a:lnTo>
                <a:lnTo>
                  <a:pt x="2359166" y="137458"/>
                </a:lnTo>
                <a:lnTo>
                  <a:pt x="2360049" y="137326"/>
                </a:lnTo>
                <a:lnTo>
                  <a:pt x="2360922" y="137178"/>
                </a:lnTo>
                <a:lnTo>
                  <a:pt x="2361785" y="137014"/>
                </a:lnTo>
                <a:lnTo>
                  <a:pt x="2362638" y="136835"/>
                </a:lnTo>
                <a:lnTo>
                  <a:pt x="2363481" y="136641"/>
                </a:lnTo>
                <a:lnTo>
                  <a:pt x="2364314" y="136431"/>
                </a:lnTo>
                <a:lnTo>
                  <a:pt x="2365136" y="136205"/>
                </a:lnTo>
                <a:lnTo>
                  <a:pt x="2365949" y="135964"/>
                </a:lnTo>
                <a:lnTo>
                  <a:pt x="2366751" y="135707"/>
                </a:lnTo>
                <a:lnTo>
                  <a:pt x="2367544" y="135434"/>
                </a:lnTo>
                <a:lnTo>
                  <a:pt x="2368326" y="135146"/>
                </a:lnTo>
                <a:lnTo>
                  <a:pt x="2369098" y="134843"/>
                </a:lnTo>
                <a:lnTo>
                  <a:pt x="2369860" y="134524"/>
                </a:lnTo>
                <a:lnTo>
                  <a:pt x="2370612" y="134189"/>
                </a:lnTo>
                <a:lnTo>
                  <a:pt x="2371354" y="133839"/>
                </a:lnTo>
                <a:lnTo>
                  <a:pt x="2372086" y="133473"/>
                </a:lnTo>
                <a:lnTo>
                  <a:pt x="2372809" y="133094"/>
                </a:lnTo>
                <a:lnTo>
                  <a:pt x="2373524" y="132705"/>
                </a:lnTo>
                <a:lnTo>
                  <a:pt x="2374233" y="132306"/>
                </a:lnTo>
                <a:lnTo>
                  <a:pt x="2374934" y="131897"/>
                </a:lnTo>
                <a:lnTo>
                  <a:pt x="2375627" y="131478"/>
                </a:lnTo>
                <a:lnTo>
                  <a:pt x="2376314" y="131049"/>
                </a:lnTo>
                <a:lnTo>
                  <a:pt x="2376993" y="130610"/>
                </a:lnTo>
                <a:lnTo>
                  <a:pt x="2377664" y="130161"/>
                </a:lnTo>
                <a:lnTo>
                  <a:pt x="2378328" y="129701"/>
                </a:lnTo>
                <a:lnTo>
                  <a:pt x="2378985" y="129232"/>
                </a:lnTo>
                <a:lnTo>
                  <a:pt x="2379635" y="128752"/>
                </a:lnTo>
                <a:lnTo>
                  <a:pt x="2380277" y="128262"/>
                </a:lnTo>
                <a:lnTo>
                  <a:pt x="2380912" y="127763"/>
                </a:lnTo>
                <a:lnTo>
                  <a:pt x="2381539" y="127253"/>
                </a:lnTo>
                <a:lnTo>
                  <a:pt x="2382159" y="126733"/>
                </a:lnTo>
                <a:lnTo>
                  <a:pt x="2382772" y="126203"/>
                </a:lnTo>
                <a:lnTo>
                  <a:pt x="2383377" y="125662"/>
                </a:lnTo>
                <a:lnTo>
                  <a:pt x="2383975" y="125112"/>
                </a:lnTo>
                <a:lnTo>
                  <a:pt x="2384566" y="124552"/>
                </a:lnTo>
                <a:lnTo>
                  <a:pt x="2385149" y="123981"/>
                </a:lnTo>
                <a:lnTo>
                  <a:pt x="2385725" y="123401"/>
                </a:lnTo>
                <a:lnTo>
                  <a:pt x="2386294" y="122810"/>
                </a:lnTo>
                <a:lnTo>
                  <a:pt x="2386855" y="122209"/>
                </a:lnTo>
                <a:lnTo>
                  <a:pt x="2387409" y="121599"/>
                </a:lnTo>
                <a:lnTo>
                  <a:pt x="2388098" y="136183"/>
                </a:lnTo>
                <a:lnTo>
                  <a:pt x="2403471" y="136183"/>
                </a:lnTo>
                <a:lnTo>
                  <a:pt x="2403471" y="70090"/>
                </a:lnTo>
                <a:lnTo>
                  <a:pt x="2403465" y="69208"/>
                </a:lnTo>
                <a:lnTo>
                  <a:pt x="2403449" y="68341"/>
                </a:lnTo>
                <a:lnTo>
                  <a:pt x="2403421" y="67486"/>
                </a:lnTo>
                <a:lnTo>
                  <a:pt x="2403383" y="66646"/>
                </a:lnTo>
                <a:lnTo>
                  <a:pt x="2403334" y="65819"/>
                </a:lnTo>
                <a:lnTo>
                  <a:pt x="2403274" y="65005"/>
                </a:lnTo>
                <a:lnTo>
                  <a:pt x="2403202" y="64205"/>
                </a:lnTo>
                <a:lnTo>
                  <a:pt x="2403120" y="63419"/>
                </a:lnTo>
                <a:lnTo>
                  <a:pt x="2403027" y="62646"/>
                </a:lnTo>
                <a:lnTo>
                  <a:pt x="2402923" y="61887"/>
                </a:lnTo>
                <a:lnTo>
                  <a:pt x="2402808" y="61141"/>
                </a:lnTo>
                <a:lnTo>
                  <a:pt x="2402682" y="60409"/>
                </a:lnTo>
                <a:lnTo>
                  <a:pt x="2402546" y="59690"/>
                </a:lnTo>
                <a:lnTo>
                  <a:pt x="2402398" y="58985"/>
                </a:lnTo>
                <a:lnTo>
                  <a:pt x="2402239" y="58294"/>
                </a:lnTo>
                <a:lnTo>
                  <a:pt x="2402069" y="57616"/>
                </a:lnTo>
                <a:lnTo>
                  <a:pt x="2401889" y="56952"/>
                </a:lnTo>
                <a:lnTo>
                  <a:pt x="2401697" y="56301"/>
                </a:lnTo>
                <a:lnTo>
                  <a:pt x="2401494" y="55664"/>
                </a:lnTo>
                <a:lnTo>
                  <a:pt x="2401281" y="55041"/>
                </a:lnTo>
                <a:lnTo>
                  <a:pt x="2401056" y="54431"/>
                </a:lnTo>
                <a:lnTo>
                  <a:pt x="2400821" y="53834"/>
                </a:lnTo>
                <a:lnTo>
                  <a:pt x="2400575" y="53251"/>
                </a:lnTo>
                <a:lnTo>
                  <a:pt x="2400317" y="52682"/>
                </a:lnTo>
                <a:lnTo>
                  <a:pt x="2400051" y="52125"/>
                </a:lnTo>
                <a:lnTo>
                  <a:pt x="2399776" y="51577"/>
                </a:lnTo>
                <a:lnTo>
                  <a:pt x="2399494" y="51041"/>
                </a:lnTo>
                <a:lnTo>
                  <a:pt x="2399205" y="50514"/>
                </a:lnTo>
                <a:lnTo>
                  <a:pt x="2398907" y="49998"/>
                </a:lnTo>
                <a:lnTo>
                  <a:pt x="2398602" y="49493"/>
                </a:lnTo>
                <a:lnTo>
                  <a:pt x="2398289" y="48998"/>
                </a:lnTo>
                <a:lnTo>
                  <a:pt x="2397969" y="48513"/>
                </a:lnTo>
                <a:lnTo>
                  <a:pt x="2397641" y="48039"/>
                </a:lnTo>
                <a:lnTo>
                  <a:pt x="2397305" y="47575"/>
                </a:lnTo>
                <a:lnTo>
                  <a:pt x="2396961" y="47121"/>
                </a:lnTo>
                <a:lnTo>
                  <a:pt x="2396610" y="46678"/>
                </a:lnTo>
                <a:lnTo>
                  <a:pt x="2396251" y="46245"/>
                </a:lnTo>
                <a:lnTo>
                  <a:pt x="2395884" y="45823"/>
                </a:lnTo>
                <a:lnTo>
                  <a:pt x="2395510" y="45411"/>
                </a:lnTo>
                <a:lnTo>
                  <a:pt x="2395128" y="45010"/>
                </a:lnTo>
                <a:lnTo>
                  <a:pt x="2394738" y="44619"/>
                </a:lnTo>
                <a:lnTo>
                  <a:pt x="2394340" y="44238"/>
                </a:lnTo>
                <a:lnTo>
                  <a:pt x="2393935" y="43868"/>
                </a:lnTo>
                <a:lnTo>
                  <a:pt x="2393522" y="43508"/>
                </a:lnTo>
                <a:lnTo>
                  <a:pt x="2393102" y="43158"/>
                </a:lnTo>
                <a:lnTo>
                  <a:pt x="2392673" y="42819"/>
                </a:lnTo>
                <a:lnTo>
                  <a:pt x="2392237" y="42490"/>
                </a:lnTo>
                <a:lnTo>
                  <a:pt x="2391794" y="42172"/>
                </a:lnTo>
                <a:lnTo>
                  <a:pt x="2391344" y="41863"/>
                </a:lnTo>
                <a:lnTo>
                  <a:pt x="2390889" y="41562"/>
                </a:lnTo>
                <a:lnTo>
                  <a:pt x="2390430" y="41269"/>
                </a:lnTo>
                <a:lnTo>
                  <a:pt x="2389965" y="40985"/>
                </a:lnTo>
                <a:lnTo>
                  <a:pt x="2389496" y="40708"/>
                </a:lnTo>
                <a:lnTo>
                  <a:pt x="2389022" y="40440"/>
                </a:lnTo>
                <a:lnTo>
                  <a:pt x="2388544" y="40179"/>
                </a:lnTo>
                <a:lnTo>
                  <a:pt x="2388060" y="39927"/>
                </a:lnTo>
                <a:lnTo>
                  <a:pt x="2387572" y="39683"/>
                </a:lnTo>
                <a:lnTo>
                  <a:pt x="2387079" y="39447"/>
                </a:lnTo>
                <a:lnTo>
                  <a:pt x="2386581" y="39219"/>
                </a:lnTo>
                <a:lnTo>
                  <a:pt x="2386078" y="39000"/>
                </a:lnTo>
                <a:lnTo>
                  <a:pt x="2385571" y="38788"/>
                </a:lnTo>
                <a:lnTo>
                  <a:pt x="2385059" y="38584"/>
                </a:lnTo>
                <a:lnTo>
                  <a:pt x="2384542" y="38389"/>
                </a:lnTo>
                <a:lnTo>
                  <a:pt x="2384020" y="38202"/>
                </a:lnTo>
                <a:lnTo>
                  <a:pt x="2383493" y="38023"/>
                </a:lnTo>
                <a:lnTo>
                  <a:pt x="2382962" y="37852"/>
                </a:lnTo>
                <a:lnTo>
                  <a:pt x="2382426" y="37689"/>
                </a:lnTo>
                <a:lnTo>
                  <a:pt x="2381885" y="37534"/>
                </a:lnTo>
                <a:lnTo>
                  <a:pt x="2381339" y="37387"/>
                </a:lnTo>
                <a:lnTo>
                  <a:pt x="2380789" y="37249"/>
                </a:lnTo>
                <a:lnTo>
                  <a:pt x="2380233" y="37118"/>
                </a:lnTo>
                <a:lnTo>
                  <a:pt x="2379673" y="36996"/>
                </a:lnTo>
                <a:lnTo>
                  <a:pt x="2379110" y="36880"/>
                </a:lnTo>
                <a:lnTo>
                  <a:pt x="2378544" y="36768"/>
                </a:lnTo>
                <a:lnTo>
                  <a:pt x="2377976" y="36662"/>
                </a:lnTo>
                <a:lnTo>
                  <a:pt x="2377405" y="36561"/>
                </a:lnTo>
                <a:lnTo>
                  <a:pt x="2376833" y="36465"/>
                </a:lnTo>
                <a:lnTo>
                  <a:pt x="2376258" y="36373"/>
                </a:lnTo>
                <a:lnTo>
                  <a:pt x="2375681" y="36287"/>
                </a:lnTo>
                <a:lnTo>
                  <a:pt x="2375102" y="36205"/>
                </a:lnTo>
                <a:lnTo>
                  <a:pt x="2374521" y="36129"/>
                </a:lnTo>
                <a:lnTo>
                  <a:pt x="2373937" y="36057"/>
                </a:lnTo>
                <a:lnTo>
                  <a:pt x="2373351" y="35990"/>
                </a:lnTo>
                <a:lnTo>
                  <a:pt x="2372763" y="35929"/>
                </a:lnTo>
                <a:lnTo>
                  <a:pt x="2372173" y="35872"/>
                </a:lnTo>
                <a:lnTo>
                  <a:pt x="2371580" y="35820"/>
                </a:lnTo>
                <a:lnTo>
                  <a:pt x="2370986" y="35773"/>
                </a:lnTo>
                <a:lnTo>
                  <a:pt x="2370389" y="35731"/>
                </a:lnTo>
                <a:lnTo>
                  <a:pt x="2369789" y="35694"/>
                </a:lnTo>
                <a:lnTo>
                  <a:pt x="2369188" y="35662"/>
                </a:lnTo>
                <a:lnTo>
                  <a:pt x="2368584" y="35635"/>
                </a:lnTo>
                <a:lnTo>
                  <a:pt x="2367978" y="35613"/>
                </a:lnTo>
                <a:lnTo>
                  <a:pt x="2367370" y="35595"/>
                </a:lnTo>
                <a:lnTo>
                  <a:pt x="2366760" y="35583"/>
                </a:lnTo>
                <a:lnTo>
                  <a:pt x="2366147" y="35575"/>
                </a:lnTo>
                <a:lnTo>
                  <a:pt x="2365533" y="35573"/>
                </a:lnTo>
                <a:lnTo>
                  <a:pt x="2364576" y="35579"/>
                </a:lnTo>
                <a:lnTo>
                  <a:pt x="2363629" y="35597"/>
                </a:lnTo>
                <a:lnTo>
                  <a:pt x="2362691" y="35627"/>
                </a:lnTo>
                <a:lnTo>
                  <a:pt x="2361762" y="35669"/>
                </a:lnTo>
                <a:lnTo>
                  <a:pt x="2360842" y="35723"/>
                </a:lnTo>
                <a:lnTo>
                  <a:pt x="2359931" y="35789"/>
                </a:lnTo>
                <a:lnTo>
                  <a:pt x="2359029" y="35867"/>
                </a:lnTo>
                <a:lnTo>
                  <a:pt x="2358137" y="35957"/>
                </a:lnTo>
                <a:lnTo>
                  <a:pt x="2357253" y="36058"/>
                </a:lnTo>
                <a:lnTo>
                  <a:pt x="2356378" y="36172"/>
                </a:lnTo>
                <a:lnTo>
                  <a:pt x="2355513" y="36298"/>
                </a:lnTo>
                <a:lnTo>
                  <a:pt x="2354656" y="36436"/>
                </a:lnTo>
                <a:lnTo>
                  <a:pt x="2353809" y="36586"/>
                </a:lnTo>
                <a:lnTo>
                  <a:pt x="2352971" y="36748"/>
                </a:lnTo>
                <a:lnTo>
                  <a:pt x="2352141" y="36921"/>
                </a:lnTo>
                <a:lnTo>
                  <a:pt x="2351321" y="37107"/>
                </a:lnTo>
                <a:lnTo>
                  <a:pt x="2350510" y="37305"/>
                </a:lnTo>
                <a:lnTo>
                  <a:pt x="2349708" y="37515"/>
                </a:lnTo>
                <a:lnTo>
                  <a:pt x="2348915" y="37737"/>
                </a:lnTo>
                <a:lnTo>
                  <a:pt x="2348131" y="37970"/>
                </a:lnTo>
                <a:lnTo>
                  <a:pt x="2347356" y="38216"/>
                </a:lnTo>
                <a:lnTo>
                  <a:pt x="2346590" y="38474"/>
                </a:lnTo>
                <a:lnTo>
                  <a:pt x="2345833" y="38743"/>
                </a:lnTo>
                <a:lnTo>
                  <a:pt x="2345086" y="39025"/>
                </a:lnTo>
                <a:lnTo>
                  <a:pt x="2344349" y="39319"/>
                </a:lnTo>
                <a:lnTo>
                  <a:pt x="2343626" y="39628"/>
                </a:lnTo>
                <a:lnTo>
                  <a:pt x="2342916" y="39951"/>
                </a:lnTo>
                <a:lnTo>
                  <a:pt x="2342220" y="40287"/>
                </a:lnTo>
                <a:lnTo>
                  <a:pt x="2341537" y="40638"/>
                </a:lnTo>
                <a:lnTo>
                  <a:pt x="2340867" y="41003"/>
                </a:lnTo>
                <a:lnTo>
                  <a:pt x="2340210" y="41382"/>
                </a:lnTo>
                <a:lnTo>
                  <a:pt x="2339567" y="41776"/>
                </a:lnTo>
                <a:lnTo>
                  <a:pt x="2338938" y="42183"/>
                </a:lnTo>
                <a:lnTo>
                  <a:pt x="2338321" y="42604"/>
                </a:lnTo>
                <a:lnTo>
                  <a:pt x="2337718" y="43040"/>
                </a:lnTo>
                <a:lnTo>
                  <a:pt x="2337128" y="43489"/>
                </a:lnTo>
                <a:lnTo>
                  <a:pt x="2336552" y="43953"/>
                </a:lnTo>
                <a:lnTo>
                  <a:pt x="2335989" y="44431"/>
                </a:lnTo>
                <a:lnTo>
                  <a:pt x="2335439" y="44923"/>
                </a:lnTo>
                <a:lnTo>
                  <a:pt x="2334903" y="45429"/>
                </a:lnTo>
                <a:lnTo>
                  <a:pt x="2334380" y="45949"/>
                </a:lnTo>
                <a:lnTo>
                  <a:pt x="2333871" y="46483"/>
                </a:lnTo>
                <a:lnTo>
                  <a:pt x="2333374" y="47031"/>
                </a:lnTo>
                <a:lnTo>
                  <a:pt x="2332891" y="47594"/>
                </a:lnTo>
                <a:lnTo>
                  <a:pt x="2332422" y="48170"/>
                </a:lnTo>
                <a:lnTo>
                  <a:pt x="2331965" y="48761"/>
                </a:lnTo>
                <a:lnTo>
                  <a:pt x="2331522" y="49366"/>
                </a:lnTo>
                <a:lnTo>
                  <a:pt x="2331093" y="49985"/>
                </a:lnTo>
                <a:lnTo>
                  <a:pt x="2330679" y="50618"/>
                </a:lnTo>
                <a:lnTo>
                  <a:pt x="2330282" y="51268"/>
                </a:lnTo>
                <a:lnTo>
                  <a:pt x="2329903" y="51934"/>
                </a:lnTo>
                <a:lnTo>
                  <a:pt x="2329542" y="52617"/>
                </a:lnTo>
                <a:lnTo>
                  <a:pt x="2329199" y="53315"/>
                </a:lnTo>
                <a:lnTo>
                  <a:pt x="2328873" y="54030"/>
                </a:lnTo>
                <a:lnTo>
                  <a:pt x="2328564" y="54761"/>
                </a:lnTo>
                <a:lnTo>
                  <a:pt x="2328274" y="55508"/>
                </a:lnTo>
                <a:lnTo>
                  <a:pt x="2328000" y="56272"/>
                </a:lnTo>
                <a:lnTo>
                  <a:pt x="2327745" y="57051"/>
                </a:lnTo>
                <a:lnTo>
                  <a:pt x="2327507" y="57847"/>
                </a:lnTo>
                <a:lnTo>
                  <a:pt x="2327287" y="58659"/>
                </a:lnTo>
                <a:lnTo>
                  <a:pt x="2327084" y="59487"/>
                </a:lnTo>
                <a:lnTo>
                  <a:pt x="2326899" y="60332"/>
                </a:lnTo>
                <a:lnTo>
                  <a:pt x="2326732" y="61193"/>
                </a:lnTo>
                <a:lnTo>
                  <a:pt x="2326582" y="62069"/>
                </a:lnTo>
                <a:lnTo>
                  <a:pt x="2326450" y="62962"/>
                </a:lnTo>
                <a:lnTo>
                  <a:pt x="2326335" y="63872"/>
                </a:lnTo>
                <a:lnTo>
                  <a:pt x="2326238" y="64797"/>
                </a:lnTo>
                <a:lnTo>
                  <a:pt x="2326159" y="65739"/>
                </a:lnTo>
                <a:lnTo>
                  <a:pt x="2326097" y="66697"/>
                </a:lnTo>
                <a:lnTo>
                  <a:pt x="2326053" y="67671"/>
                </a:lnTo>
                <a:lnTo>
                  <a:pt x="2326027" y="68661"/>
                </a:lnTo>
                <a:lnTo>
                  <a:pt x="2326018" y="69668"/>
                </a:lnTo>
                <a:lnTo>
                  <a:pt x="2341982" y="69668"/>
                </a:lnTo>
                <a:lnTo>
                  <a:pt x="2341993" y="68733"/>
                </a:lnTo>
                <a:lnTo>
                  <a:pt x="2342029" y="67818"/>
                </a:lnTo>
                <a:lnTo>
                  <a:pt x="2342088" y="66925"/>
                </a:lnTo>
                <a:lnTo>
                  <a:pt x="2342170" y="66054"/>
                </a:lnTo>
                <a:lnTo>
                  <a:pt x="2342277" y="65203"/>
                </a:lnTo>
                <a:lnTo>
                  <a:pt x="2342407" y="64373"/>
                </a:lnTo>
                <a:lnTo>
                  <a:pt x="2342560" y="63565"/>
                </a:lnTo>
                <a:lnTo>
                  <a:pt x="2342737" y="62777"/>
                </a:lnTo>
                <a:lnTo>
                  <a:pt x="2342938" y="62011"/>
                </a:lnTo>
                <a:lnTo>
                  <a:pt x="2343162" y="61266"/>
                </a:lnTo>
                <a:lnTo>
                  <a:pt x="2343410" y="60542"/>
                </a:lnTo>
                <a:lnTo>
                  <a:pt x="2343681" y="59839"/>
                </a:lnTo>
                <a:lnTo>
                  <a:pt x="2343977" y="59158"/>
                </a:lnTo>
                <a:lnTo>
                  <a:pt x="2344295" y="58497"/>
                </a:lnTo>
                <a:lnTo>
                  <a:pt x="2344638" y="57858"/>
                </a:lnTo>
                <a:lnTo>
                  <a:pt x="2345004" y="57240"/>
                </a:lnTo>
                <a:lnTo>
                  <a:pt x="2345393" y="56642"/>
                </a:lnTo>
                <a:lnTo>
                  <a:pt x="2345806" y="56067"/>
                </a:lnTo>
                <a:lnTo>
                  <a:pt x="2346243" y="55512"/>
                </a:lnTo>
                <a:lnTo>
                  <a:pt x="2346703" y="54978"/>
                </a:lnTo>
                <a:lnTo>
                  <a:pt x="2347187" y="54465"/>
                </a:lnTo>
                <a:lnTo>
                  <a:pt x="2347695" y="53974"/>
                </a:lnTo>
                <a:lnTo>
                  <a:pt x="2348226" y="53504"/>
                </a:lnTo>
                <a:lnTo>
                  <a:pt x="2348781" y="53055"/>
                </a:lnTo>
                <a:lnTo>
                  <a:pt x="2349353" y="52625"/>
                </a:lnTo>
                <a:lnTo>
                  <a:pt x="2349936" y="52214"/>
                </a:lnTo>
                <a:lnTo>
                  <a:pt x="2350530" y="51821"/>
                </a:lnTo>
                <a:lnTo>
                  <a:pt x="2351135" y="51447"/>
                </a:lnTo>
                <a:lnTo>
                  <a:pt x="2351751" y="51090"/>
                </a:lnTo>
                <a:lnTo>
                  <a:pt x="2352378" y="50752"/>
                </a:lnTo>
                <a:lnTo>
                  <a:pt x="2353015" y="50432"/>
                </a:lnTo>
                <a:lnTo>
                  <a:pt x="2353664" y="50131"/>
                </a:lnTo>
                <a:lnTo>
                  <a:pt x="2354324" y="49848"/>
                </a:lnTo>
                <a:lnTo>
                  <a:pt x="2354994" y="49583"/>
                </a:lnTo>
                <a:lnTo>
                  <a:pt x="2355676" y="49336"/>
                </a:lnTo>
                <a:lnTo>
                  <a:pt x="2356368" y="49108"/>
                </a:lnTo>
                <a:lnTo>
                  <a:pt x="2357072" y="48898"/>
                </a:lnTo>
                <a:lnTo>
                  <a:pt x="2357786" y="48706"/>
                </a:lnTo>
                <a:lnTo>
                  <a:pt x="2358512" y="48532"/>
                </a:lnTo>
                <a:lnTo>
                  <a:pt x="2359248" y="48377"/>
                </a:lnTo>
                <a:lnTo>
                  <a:pt x="2359995" y="48240"/>
                </a:lnTo>
                <a:lnTo>
                  <a:pt x="2360754" y="48121"/>
                </a:lnTo>
                <a:lnTo>
                  <a:pt x="2361523" y="48020"/>
                </a:lnTo>
                <a:lnTo>
                  <a:pt x="2362303" y="47938"/>
                </a:lnTo>
                <a:lnTo>
                  <a:pt x="2363094" y="47874"/>
                </a:lnTo>
                <a:lnTo>
                  <a:pt x="2363896" y="47829"/>
                </a:lnTo>
                <a:lnTo>
                  <a:pt x="2364709" y="47801"/>
                </a:lnTo>
                <a:lnTo>
                  <a:pt x="2365533" y="47792"/>
                </a:lnTo>
                <a:lnTo>
                  <a:pt x="2366307" y="47800"/>
                </a:lnTo>
                <a:lnTo>
                  <a:pt x="2367070" y="47826"/>
                </a:lnTo>
                <a:lnTo>
                  <a:pt x="2367822" y="47867"/>
                </a:lnTo>
                <a:lnTo>
                  <a:pt x="2368563" y="47926"/>
                </a:lnTo>
                <a:lnTo>
                  <a:pt x="2369292" y="48002"/>
                </a:lnTo>
                <a:lnTo>
                  <a:pt x="2370010" y="48094"/>
                </a:lnTo>
                <a:lnTo>
                  <a:pt x="2370717" y="48203"/>
                </a:lnTo>
                <a:lnTo>
                  <a:pt x="2371412" y="48329"/>
                </a:lnTo>
                <a:lnTo>
                  <a:pt x="2372096" y="48471"/>
                </a:lnTo>
                <a:lnTo>
                  <a:pt x="2372769" y="48630"/>
                </a:lnTo>
                <a:lnTo>
                  <a:pt x="2373431" y="48806"/>
                </a:lnTo>
                <a:lnTo>
                  <a:pt x="2374081" y="48999"/>
                </a:lnTo>
                <a:lnTo>
                  <a:pt x="2374720" y="49209"/>
                </a:lnTo>
                <a:lnTo>
                  <a:pt x="2375348" y="49435"/>
                </a:lnTo>
                <a:lnTo>
                  <a:pt x="2375964" y="49678"/>
                </a:lnTo>
                <a:lnTo>
                  <a:pt x="2376569" y="49938"/>
                </a:lnTo>
                <a:lnTo>
                  <a:pt x="2377163" y="50215"/>
                </a:lnTo>
                <a:lnTo>
                  <a:pt x="2377746" y="50508"/>
                </a:lnTo>
                <a:lnTo>
                  <a:pt x="2378317" y="50818"/>
                </a:lnTo>
                <a:lnTo>
                  <a:pt x="2378877" y="51145"/>
                </a:lnTo>
                <a:lnTo>
                  <a:pt x="2379425" y="51489"/>
                </a:lnTo>
                <a:lnTo>
                  <a:pt x="2379963" y="51849"/>
                </a:lnTo>
                <a:lnTo>
                  <a:pt x="2380489" y="52226"/>
                </a:lnTo>
                <a:lnTo>
                  <a:pt x="2381004" y="52620"/>
                </a:lnTo>
                <a:lnTo>
                  <a:pt x="2381502" y="53037"/>
                </a:lnTo>
                <a:lnTo>
                  <a:pt x="2381979" y="53482"/>
                </a:lnTo>
                <a:lnTo>
                  <a:pt x="2382435" y="53955"/>
                </a:lnTo>
                <a:lnTo>
                  <a:pt x="2382870" y="54456"/>
                </a:lnTo>
                <a:lnTo>
                  <a:pt x="2383284" y="54986"/>
                </a:lnTo>
                <a:lnTo>
                  <a:pt x="2383676" y="55544"/>
                </a:lnTo>
                <a:lnTo>
                  <a:pt x="2384048" y="56130"/>
                </a:lnTo>
                <a:lnTo>
                  <a:pt x="2384398" y="56745"/>
                </a:lnTo>
                <a:lnTo>
                  <a:pt x="2384727" y="57388"/>
                </a:lnTo>
                <a:lnTo>
                  <a:pt x="2385034" y="58059"/>
                </a:lnTo>
                <a:lnTo>
                  <a:pt x="2385320" y="58759"/>
                </a:lnTo>
                <a:lnTo>
                  <a:pt x="2385586" y="59487"/>
                </a:lnTo>
                <a:lnTo>
                  <a:pt x="2385830" y="60243"/>
                </a:lnTo>
                <a:lnTo>
                  <a:pt x="2386052" y="61027"/>
                </a:lnTo>
                <a:lnTo>
                  <a:pt x="2386254" y="61840"/>
                </a:lnTo>
                <a:lnTo>
                  <a:pt x="2386434" y="62681"/>
                </a:lnTo>
                <a:lnTo>
                  <a:pt x="2386593" y="63551"/>
                </a:lnTo>
                <a:lnTo>
                  <a:pt x="2386731" y="64448"/>
                </a:lnTo>
                <a:lnTo>
                  <a:pt x="2386848" y="65374"/>
                </a:lnTo>
                <a:lnTo>
                  <a:pt x="2386943" y="66328"/>
                </a:lnTo>
                <a:lnTo>
                  <a:pt x="2387018" y="67311"/>
                </a:lnTo>
                <a:lnTo>
                  <a:pt x="2387071" y="68322"/>
                </a:lnTo>
                <a:lnTo>
                  <a:pt x="2387102" y="69361"/>
                </a:lnTo>
                <a:lnTo>
                  <a:pt x="2387113" y="70429"/>
                </a:lnTo>
                <a:lnTo>
                  <a:pt x="2387113" y="77490"/>
                </a:lnTo>
                <a:lnTo>
                  <a:pt x="2385471" y="77510"/>
                </a:lnTo>
                <a:lnTo>
                  <a:pt x="2383847" y="77539"/>
                </a:lnTo>
                <a:lnTo>
                  <a:pt x="2382240" y="77576"/>
                </a:lnTo>
                <a:lnTo>
                  <a:pt x="2380650" y="77620"/>
                </a:lnTo>
                <a:lnTo>
                  <a:pt x="2379078" y="77673"/>
                </a:lnTo>
                <a:lnTo>
                  <a:pt x="2377524" y="77733"/>
                </a:lnTo>
                <a:lnTo>
                  <a:pt x="2375987" y="77801"/>
                </a:lnTo>
                <a:lnTo>
                  <a:pt x="2374467" y="77877"/>
                </a:lnTo>
                <a:lnTo>
                  <a:pt x="2372965" y="77961"/>
                </a:lnTo>
                <a:lnTo>
                  <a:pt x="2371480" y="78053"/>
                </a:lnTo>
                <a:lnTo>
                  <a:pt x="2370013" y="78153"/>
                </a:lnTo>
                <a:lnTo>
                  <a:pt x="2368563" y="78260"/>
                </a:lnTo>
                <a:lnTo>
                  <a:pt x="2367130" y="78376"/>
                </a:lnTo>
                <a:lnTo>
                  <a:pt x="2365715" y="78499"/>
                </a:lnTo>
                <a:lnTo>
                  <a:pt x="2364318" y="78630"/>
                </a:lnTo>
                <a:lnTo>
                  <a:pt x="2362938" y="78769"/>
                </a:lnTo>
                <a:lnTo>
                  <a:pt x="2361575" y="78916"/>
                </a:lnTo>
                <a:lnTo>
                  <a:pt x="2360230" y="79071"/>
                </a:lnTo>
                <a:lnTo>
                  <a:pt x="2358902" y="79234"/>
                </a:lnTo>
                <a:lnTo>
                  <a:pt x="2357592" y="79404"/>
                </a:lnTo>
                <a:lnTo>
                  <a:pt x="2356299" y="79583"/>
                </a:lnTo>
                <a:lnTo>
                  <a:pt x="2355024" y="79769"/>
                </a:lnTo>
                <a:lnTo>
                  <a:pt x="2353766" y="79963"/>
                </a:lnTo>
                <a:lnTo>
                  <a:pt x="2352525" y="80166"/>
                </a:lnTo>
                <a:lnTo>
                  <a:pt x="2351305" y="80379"/>
                </a:lnTo>
                <a:lnTo>
                  <a:pt x="2350108" y="80608"/>
                </a:lnTo>
                <a:lnTo>
                  <a:pt x="2348935" y="80852"/>
                </a:lnTo>
                <a:lnTo>
                  <a:pt x="2347785" y="81112"/>
                </a:lnTo>
                <a:lnTo>
                  <a:pt x="2346657" y="81386"/>
                </a:lnTo>
                <a:lnTo>
                  <a:pt x="2345554" y="81676"/>
                </a:lnTo>
                <a:lnTo>
                  <a:pt x="2344473" y="81982"/>
                </a:lnTo>
                <a:lnTo>
                  <a:pt x="2343416" y="82302"/>
                </a:lnTo>
                <a:lnTo>
                  <a:pt x="2342382" y="82638"/>
                </a:lnTo>
                <a:lnTo>
                  <a:pt x="2341371" y="82989"/>
                </a:lnTo>
                <a:lnTo>
                  <a:pt x="2340384" y="83355"/>
                </a:lnTo>
                <a:lnTo>
                  <a:pt x="2339420" y="83736"/>
                </a:lnTo>
                <a:lnTo>
                  <a:pt x="2338479" y="84133"/>
                </a:lnTo>
                <a:lnTo>
                  <a:pt x="2337561" y="84545"/>
                </a:lnTo>
                <a:lnTo>
                  <a:pt x="2336667" y="84972"/>
                </a:lnTo>
                <a:lnTo>
                  <a:pt x="2335795" y="85414"/>
                </a:lnTo>
                <a:lnTo>
                  <a:pt x="2334948" y="85872"/>
                </a:lnTo>
                <a:lnTo>
                  <a:pt x="2334123" y="86345"/>
                </a:lnTo>
                <a:lnTo>
                  <a:pt x="2333322" y="86833"/>
                </a:lnTo>
                <a:lnTo>
                  <a:pt x="2332544" y="87336"/>
                </a:lnTo>
                <a:lnTo>
                  <a:pt x="2331789" y="87855"/>
                </a:lnTo>
                <a:lnTo>
                  <a:pt x="2331057" y="88389"/>
                </a:lnTo>
                <a:lnTo>
                  <a:pt x="2330349" y="88938"/>
                </a:lnTo>
                <a:lnTo>
                  <a:pt x="2329664" y="89502"/>
                </a:lnTo>
                <a:lnTo>
                  <a:pt x="2329005" y="90085"/>
                </a:lnTo>
                <a:lnTo>
                  <a:pt x="2328373" y="90690"/>
                </a:lnTo>
                <a:lnTo>
                  <a:pt x="2327770" y="91318"/>
                </a:lnTo>
                <a:lnTo>
                  <a:pt x="2327195" y="91967"/>
                </a:lnTo>
                <a:lnTo>
                  <a:pt x="2326648" y="92638"/>
                </a:lnTo>
                <a:lnTo>
                  <a:pt x="2326129" y="93332"/>
                </a:lnTo>
                <a:lnTo>
                  <a:pt x="2325638" y="94047"/>
                </a:lnTo>
                <a:lnTo>
                  <a:pt x="2325175" y="94785"/>
                </a:lnTo>
                <a:lnTo>
                  <a:pt x="2324740" y="95544"/>
                </a:lnTo>
                <a:lnTo>
                  <a:pt x="2324333" y="96326"/>
                </a:lnTo>
                <a:lnTo>
                  <a:pt x="2323955" y="97130"/>
                </a:lnTo>
                <a:lnTo>
                  <a:pt x="2323604" y="97956"/>
                </a:lnTo>
                <a:lnTo>
                  <a:pt x="2323281" y="98804"/>
                </a:lnTo>
                <a:lnTo>
                  <a:pt x="2322987" y="99674"/>
                </a:lnTo>
                <a:lnTo>
                  <a:pt x="2322720" y="100566"/>
                </a:lnTo>
                <a:lnTo>
                  <a:pt x="2322482" y="101480"/>
                </a:lnTo>
                <a:lnTo>
                  <a:pt x="2322271" y="102417"/>
                </a:lnTo>
                <a:lnTo>
                  <a:pt x="2322089" y="103375"/>
                </a:lnTo>
                <a:lnTo>
                  <a:pt x="2321934" y="104356"/>
                </a:lnTo>
                <a:lnTo>
                  <a:pt x="2321808" y="105358"/>
                </a:lnTo>
                <a:lnTo>
                  <a:pt x="2321710" y="106383"/>
                </a:lnTo>
                <a:lnTo>
                  <a:pt x="2321640" y="107429"/>
                </a:lnTo>
                <a:lnTo>
                  <a:pt x="2321598" y="108498"/>
                </a:lnTo>
                <a:lnTo>
                  <a:pt x="2321584" y="109589"/>
                </a:lnTo>
                <a:lnTo>
                  <a:pt x="2321591" y="110358"/>
                </a:lnTo>
                <a:lnTo>
                  <a:pt x="2321612" y="111116"/>
                </a:lnTo>
                <a:lnTo>
                  <a:pt x="2321648" y="111864"/>
                </a:lnTo>
                <a:lnTo>
                  <a:pt x="2321697" y="112602"/>
                </a:lnTo>
                <a:lnTo>
                  <a:pt x="2321761" y="113330"/>
                </a:lnTo>
                <a:lnTo>
                  <a:pt x="2321839" y="114047"/>
                </a:lnTo>
                <a:lnTo>
                  <a:pt x="2321932" y="114753"/>
                </a:lnTo>
                <a:lnTo>
                  <a:pt x="2322038" y="115450"/>
                </a:lnTo>
                <a:lnTo>
                  <a:pt x="2322159" y="116136"/>
                </a:lnTo>
                <a:lnTo>
                  <a:pt x="2322294" y="116812"/>
                </a:lnTo>
                <a:lnTo>
                  <a:pt x="2322443" y="117477"/>
                </a:lnTo>
                <a:lnTo>
                  <a:pt x="2322606" y="118132"/>
                </a:lnTo>
                <a:lnTo>
                  <a:pt x="2322784" y="118777"/>
                </a:lnTo>
                <a:lnTo>
                  <a:pt x="2322975" y="119411"/>
                </a:lnTo>
                <a:lnTo>
                  <a:pt x="2323181" y="120035"/>
                </a:lnTo>
                <a:lnTo>
                  <a:pt x="2323401" y="120649"/>
                </a:lnTo>
                <a:lnTo>
                  <a:pt x="2323636" y="121252"/>
                </a:lnTo>
                <a:lnTo>
                  <a:pt x="2323884" y="121845"/>
                </a:lnTo>
                <a:lnTo>
                  <a:pt x="2324147" y="122428"/>
                </a:lnTo>
                <a:lnTo>
                  <a:pt x="2324424" y="123000"/>
                </a:lnTo>
                <a:lnTo>
                  <a:pt x="2324715" y="123562"/>
                </a:lnTo>
                <a:lnTo>
                  <a:pt x="2325020" y="124114"/>
                </a:lnTo>
                <a:lnTo>
                  <a:pt x="2325340" y="124655"/>
                </a:lnTo>
                <a:lnTo>
                  <a:pt x="2325673" y="125186"/>
                </a:lnTo>
                <a:lnTo>
                  <a:pt x="2326019" y="125707"/>
                </a:lnTo>
                <a:lnTo>
                  <a:pt x="2326374" y="126216"/>
                </a:lnTo>
                <a:lnTo>
                  <a:pt x="2326739" y="126715"/>
                </a:lnTo>
                <a:lnTo>
                  <a:pt x="2327113" y="127204"/>
                </a:lnTo>
                <a:lnTo>
                  <a:pt x="2327497" y="127681"/>
                </a:lnTo>
                <a:lnTo>
                  <a:pt x="2327890" y="128148"/>
                </a:lnTo>
                <a:lnTo>
                  <a:pt x="2328293" y="128605"/>
                </a:lnTo>
                <a:lnTo>
                  <a:pt x="2328706" y="129050"/>
                </a:lnTo>
                <a:lnTo>
                  <a:pt x="2329128" y="129485"/>
                </a:lnTo>
                <a:lnTo>
                  <a:pt x="2329560" y="129910"/>
                </a:lnTo>
                <a:lnTo>
                  <a:pt x="2330001" y="130323"/>
                </a:lnTo>
                <a:lnTo>
                  <a:pt x="2330452" y="130726"/>
                </a:lnTo>
                <a:lnTo>
                  <a:pt x="2330913" y="131118"/>
                </a:lnTo>
                <a:lnTo>
                  <a:pt x="2331383" y="131500"/>
                </a:lnTo>
                <a:lnTo>
                  <a:pt x="2331863" y="131870"/>
                </a:lnTo>
                <a:lnTo>
                  <a:pt x="2332352" y="132230"/>
                </a:lnTo>
                <a:lnTo>
                  <a:pt x="2332851" y="132580"/>
                </a:lnTo>
                <a:lnTo>
                  <a:pt x="2333359" y="132918"/>
                </a:lnTo>
                <a:lnTo>
                  <a:pt x="2333877" y="133246"/>
                </a:lnTo>
                <a:lnTo>
                  <a:pt x="2334405" y="133564"/>
                </a:lnTo>
                <a:lnTo>
                  <a:pt x="2334942" y="133870"/>
                </a:lnTo>
                <a:lnTo>
                  <a:pt x="2335489" y="134166"/>
                </a:lnTo>
                <a:lnTo>
                  <a:pt x="2336045" y="134452"/>
                </a:lnTo>
                <a:lnTo>
                  <a:pt x="2336611" y="134726"/>
                </a:lnTo>
                <a:lnTo>
                  <a:pt x="2337184" y="134990"/>
                </a:lnTo>
                <a:lnTo>
                  <a:pt x="2337763" y="135242"/>
                </a:lnTo>
                <a:lnTo>
                  <a:pt x="2338346" y="135483"/>
                </a:lnTo>
                <a:lnTo>
                  <a:pt x="2338934" y="135713"/>
                </a:lnTo>
                <a:lnTo>
                  <a:pt x="2339527" y="135932"/>
                </a:lnTo>
                <a:lnTo>
                  <a:pt x="2340125" y="136139"/>
                </a:lnTo>
                <a:lnTo>
                  <a:pt x="2340728" y="136336"/>
                </a:lnTo>
                <a:lnTo>
                  <a:pt x="2341336" y="136521"/>
                </a:lnTo>
                <a:lnTo>
                  <a:pt x="2341949" y="136694"/>
                </a:lnTo>
                <a:lnTo>
                  <a:pt x="2342566" y="136857"/>
                </a:lnTo>
                <a:lnTo>
                  <a:pt x="2343189" y="137009"/>
                </a:lnTo>
                <a:lnTo>
                  <a:pt x="2343817" y="137149"/>
                </a:lnTo>
                <a:lnTo>
                  <a:pt x="2344450" y="137278"/>
                </a:lnTo>
                <a:lnTo>
                  <a:pt x="2345087" y="137395"/>
                </a:lnTo>
                <a:lnTo>
                  <a:pt x="2345730" y="137502"/>
                </a:lnTo>
                <a:lnTo>
                  <a:pt x="2346378" y="137597"/>
                </a:lnTo>
                <a:lnTo>
                  <a:pt x="2347030" y="137682"/>
                </a:lnTo>
                <a:lnTo>
                  <a:pt x="2347688" y="137754"/>
                </a:lnTo>
                <a:lnTo>
                  <a:pt x="2348350" y="137816"/>
                </a:lnTo>
                <a:lnTo>
                  <a:pt x="2349018" y="137867"/>
                </a:lnTo>
                <a:lnTo>
                  <a:pt x="2349690" y="137906"/>
                </a:lnTo>
                <a:lnTo>
                  <a:pt x="2350367" y="137934"/>
                </a:lnTo>
                <a:lnTo>
                  <a:pt x="2351050" y="137951"/>
                </a:lnTo>
                <a:lnTo>
                  <a:pt x="2351737" y="137956"/>
                </a:lnTo>
                <a:lnTo>
                  <a:pt x="2352701" y="137949"/>
                </a:lnTo>
                <a:lnTo>
                  <a:pt x="2353655" y="137925"/>
                </a:lnTo>
                <a:lnTo>
                  <a:pt x="2354599" y="137886"/>
                </a:lnTo>
                <a:lnTo>
                  <a:pt x="2355532" y="137832"/>
                </a:lnTo>
                <a:lnTo>
                  <a:pt x="2356456" y="137762"/>
                </a:lnTo>
                <a:close/>
                <a:moveTo>
                  <a:pt x="2352564" y="125150"/>
                </a:moveTo>
                <a:lnTo>
                  <a:pt x="2351906" y="125064"/>
                </a:lnTo>
                <a:lnTo>
                  <a:pt x="2351264" y="124964"/>
                </a:lnTo>
                <a:lnTo>
                  <a:pt x="2350637" y="124848"/>
                </a:lnTo>
                <a:lnTo>
                  <a:pt x="2350024" y="124716"/>
                </a:lnTo>
                <a:lnTo>
                  <a:pt x="2349427" y="124569"/>
                </a:lnTo>
                <a:lnTo>
                  <a:pt x="2348844" y="124406"/>
                </a:lnTo>
                <a:lnTo>
                  <a:pt x="2348276" y="124228"/>
                </a:lnTo>
                <a:lnTo>
                  <a:pt x="2347723" y="124035"/>
                </a:lnTo>
                <a:lnTo>
                  <a:pt x="2347185" y="123826"/>
                </a:lnTo>
                <a:lnTo>
                  <a:pt x="2346661" y="123601"/>
                </a:lnTo>
                <a:lnTo>
                  <a:pt x="2346153" y="123361"/>
                </a:lnTo>
                <a:lnTo>
                  <a:pt x="2345660" y="123106"/>
                </a:lnTo>
                <a:lnTo>
                  <a:pt x="2345181" y="122835"/>
                </a:lnTo>
                <a:lnTo>
                  <a:pt x="2344717" y="122549"/>
                </a:lnTo>
                <a:lnTo>
                  <a:pt x="2344269" y="122247"/>
                </a:lnTo>
                <a:lnTo>
                  <a:pt x="2343835" y="121929"/>
                </a:lnTo>
                <a:lnTo>
                  <a:pt x="2343416" y="121596"/>
                </a:lnTo>
                <a:lnTo>
                  <a:pt x="2343011" y="121248"/>
                </a:lnTo>
                <a:lnTo>
                  <a:pt x="2342622" y="120884"/>
                </a:lnTo>
                <a:lnTo>
                  <a:pt x="2342248" y="120507"/>
                </a:lnTo>
                <a:lnTo>
                  <a:pt x="2341890" y="120120"/>
                </a:lnTo>
                <a:lnTo>
                  <a:pt x="2341548" y="119722"/>
                </a:lnTo>
                <a:lnTo>
                  <a:pt x="2341222" y="119314"/>
                </a:lnTo>
                <a:lnTo>
                  <a:pt x="2340912" y="118895"/>
                </a:lnTo>
                <a:lnTo>
                  <a:pt x="2340617" y="118466"/>
                </a:lnTo>
                <a:lnTo>
                  <a:pt x="2340339" y="118026"/>
                </a:lnTo>
                <a:lnTo>
                  <a:pt x="2340076" y="117576"/>
                </a:lnTo>
                <a:lnTo>
                  <a:pt x="2339830" y="117115"/>
                </a:lnTo>
                <a:lnTo>
                  <a:pt x="2339599" y="116643"/>
                </a:lnTo>
                <a:lnTo>
                  <a:pt x="2339384" y="116162"/>
                </a:lnTo>
                <a:lnTo>
                  <a:pt x="2339186" y="115669"/>
                </a:lnTo>
                <a:lnTo>
                  <a:pt x="2339003" y="115166"/>
                </a:lnTo>
                <a:lnTo>
                  <a:pt x="2338836" y="114653"/>
                </a:lnTo>
                <a:lnTo>
                  <a:pt x="2338684" y="114129"/>
                </a:lnTo>
                <a:lnTo>
                  <a:pt x="2338549" y="113595"/>
                </a:lnTo>
                <a:lnTo>
                  <a:pt x="2338430" y="113050"/>
                </a:lnTo>
                <a:lnTo>
                  <a:pt x="2338326" y="112495"/>
                </a:lnTo>
                <a:lnTo>
                  <a:pt x="2338239" y="111929"/>
                </a:lnTo>
                <a:lnTo>
                  <a:pt x="2338167" y="111353"/>
                </a:lnTo>
                <a:lnTo>
                  <a:pt x="2338112" y="110766"/>
                </a:lnTo>
                <a:lnTo>
                  <a:pt x="2338072" y="110169"/>
                </a:lnTo>
                <a:lnTo>
                  <a:pt x="2338048" y="109561"/>
                </a:lnTo>
                <a:lnTo>
                  <a:pt x="2338040" y="108942"/>
                </a:lnTo>
                <a:lnTo>
                  <a:pt x="2338060" y="108039"/>
                </a:lnTo>
                <a:lnTo>
                  <a:pt x="2338119" y="107157"/>
                </a:lnTo>
                <a:lnTo>
                  <a:pt x="2338218" y="106297"/>
                </a:lnTo>
                <a:lnTo>
                  <a:pt x="2338356" y="105458"/>
                </a:lnTo>
                <a:lnTo>
                  <a:pt x="2338534" y="104640"/>
                </a:lnTo>
                <a:lnTo>
                  <a:pt x="2338751" y="103844"/>
                </a:lnTo>
                <a:lnTo>
                  <a:pt x="2339008" y="103069"/>
                </a:lnTo>
                <a:lnTo>
                  <a:pt x="2339305" y="102315"/>
                </a:lnTo>
                <a:lnTo>
                  <a:pt x="2339641" y="101583"/>
                </a:lnTo>
                <a:lnTo>
                  <a:pt x="2340016" y="100872"/>
                </a:lnTo>
                <a:lnTo>
                  <a:pt x="2340431" y="100182"/>
                </a:lnTo>
                <a:lnTo>
                  <a:pt x="2340885" y="99514"/>
                </a:lnTo>
                <a:lnTo>
                  <a:pt x="2341379" y="98867"/>
                </a:lnTo>
                <a:lnTo>
                  <a:pt x="2341913" y="98242"/>
                </a:lnTo>
                <a:lnTo>
                  <a:pt x="2342486" y="97637"/>
                </a:lnTo>
                <a:lnTo>
                  <a:pt x="2343098" y="97055"/>
                </a:lnTo>
                <a:lnTo>
                  <a:pt x="2343750" y="96493"/>
                </a:lnTo>
                <a:lnTo>
                  <a:pt x="2344442" y="95953"/>
                </a:lnTo>
                <a:lnTo>
                  <a:pt x="2345173" y="95434"/>
                </a:lnTo>
                <a:lnTo>
                  <a:pt x="2345944" y="94937"/>
                </a:lnTo>
                <a:lnTo>
                  <a:pt x="2346754" y="94461"/>
                </a:lnTo>
                <a:lnTo>
                  <a:pt x="2347604" y="94006"/>
                </a:lnTo>
                <a:lnTo>
                  <a:pt x="2348493" y="93573"/>
                </a:lnTo>
                <a:lnTo>
                  <a:pt x="2349421" y="93161"/>
                </a:lnTo>
                <a:lnTo>
                  <a:pt x="2350396" y="92767"/>
                </a:lnTo>
                <a:lnTo>
                  <a:pt x="2351421" y="92389"/>
                </a:lnTo>
                <a:lnTo>
                  <a:pt x="2352498" y="92026"/>
                </a:lnTo>
                <a:lnTo>
                  <a:pt x="2353627" y="91679"/>
                </a:lnTo>
                <a:lnTo>
                  <a:pt x="2354807" y="91348"/>
                </a:lnTo>
                <a:lnTo>
                  <a:pt x="2356039" y="91033"/>
                </a:lnTo>
                <a:lnTo>
                  <a:pt x="2357322" y="90733"/>
                </a:lnTo>
                <a:lnTo>
                  <a:pt x="2358657" y="90449"/>
                </a:lnTo>
                <a:lnTo>
                  <a:pt x="2360043" y="90181"/>
                </a:lnTo>
                <a:lnTo>
                  <a:pt x="2361481" y="89928"/>
                </a:lnTo>
                <a:lnTo>
                  <a:pt x="2362970" y="89691"/>
                </a:lnTo>
                <a:lnTo>
                  <a:pt x="2364510" y="89469"/>
                </a:lnTo>
                <a:lnTo>
                  <a:pt x="2366102" y="89263"/>
                </a:lnTo>
                <a:lnTo>
                  <a:pt x="2367746" y="89073"/>
                </a:lnTo>
                <a:lnTo>
                  <a:pt x="2369441" y="88899"/>
                </a:lnTo>
                <a:lnTo>
                  <a:pt x="2371188" y="88740"/>
                </a:lnTo>
                <a:lnTo>
                  <a:pt x="2372986" y="88597"/>
                </a:lnTo>
                <a:lnTo>
                  <a:pt x="2374836" y="88469"/>
                </a:lnTo>
                <a:lnTo>
                  <a:pt x="2376737" y="88357"/>
                </a:lnTo>
                <a:lnTo>
                  <a:pt x="2378689" y="88261"/>
                </a:lnTo>
                <a:lnTo>
                  <a:pt x="2380693" y="88181"/>
                </a:lnTo>
                <a:lnTo>
                  <a:pt x="2382749" y="88116"/>
                </a:lnTo>
                <a:lnTo>
                  <a:pt x="2384856" y="88067"/>
                </a:lnTo>
                <a:lnTo>
                  <a:pt x="2387014" y="88033"/>
                </a:lnTo>
                <a:lnTo>
                  <a:pt x="2387014" y="108330"/>
                </a:lnTo>
                <a:lnTo>
                  <a:pt x="2386567" y="108940"/>
                </a:lnTo>
                <a:lnTo>
                  <a:pt x="2386110" y="109542"/>
                </a:lnTo>
                <a:lnTo>
                  <a:pt x="2385644" y="110134"/>
                </a:lnTo>
                <a:lnTo>
                  <a:pt x="2385170" y="110718"/>
                </a:lnTo>
                <a:lnTo>
                  <a:pt x="2384686" y="111293"/>
                </a:lnTo>
                <a:lnTo>
                  <a:pt x="2384194" y="111859"/>
                </a:lnTo>
                <a:lnTo>
                  <a:pt x="2383693" y="112416"/>
                </a:lnTo>
                <a:lnTo>
                  <a:pt x="2383182" y="112964"/>
                </a:lnTo>
                <a:lnTo>
                  <a:pt x="2382663" y="113503"/>
                </a:lnTo>
                <a:lnTo>
                  <a:pt x="2382135" y="114034"/>
                </a:lnTo>
                <a:lnTo>
                  <a:pt x="2381599" y="114555"/>
                </a:lnTo>
                <a:lnTo>
                  <a:pt x="2381053" y="115068"/>
                </a:lnTo>
                <a:lnTo>
                  <a:pt x="2380498" y="115572"/>
                </a:lnTo>
                <a:lnTo>
                  <a:pt x="2379935" y="116067"/>
                </a:lnTo>
                <a:lnTo>
                  <a:pt x="2379362" y="116553"/>
                </a:lnTo>
                <a:lnTo>
                  <a:pt x="2378781" y="117030"/>
                </a:lnTo>
                <a:lnTo>
                  <a:pt x="2378191" y="117498"/>
                </a:lnTo>
                <a:lnTo>
                  <a:pt x="2377592" y="117957"/>
                </a:lnTo>
                <a:lnTo>
                  <a:pt x="2376984" y="118408"/>
                </a:lnTo>
                <a:lnTo>
                  <a:pt x="2376367" y="118850"/>
                </a:lnTo>
                <a:lnTo>
                  <a:pt x="2375741" y="119282"/>
                </a:lnTo>
                <a:lnTo>
                  <a:pt x="2375106" y="119706"/>
                </a:lnTo>
                <a:lnTo>
                  <a:pt x="2374463" y="120121"/>
                </a:lnTo>
                <a:lnTo>
                  <a:pt x="2373810" y="120527"/>
                </a:lnTo>
                <a:lnTo>
                  <a:pt x="2373150" y="120920"/>
                </a:lnTo>
                <a:lnTo>
                  <a:pt x="2372483" y="121296"/>
                </a:lnTo>
                <a:lnTo>
                  <a:pt x="2371808" y="121656"/>
                </a:lnTo>
                <a:lnTo>
                  <a:pt x="2371128" y="121999"/>
                </a:lnTo>
                <a:lnTo>
                  <a:pt x="2370440" y="122325"/>
                </a:lnTo>
                <a:lnTo>
                  <a:pt x="2369745" y="122634"/>
                </a:lnTo>
                <a:lnTo>
                  <a:pt x="2369044" y="122927"/>
                </a:lnTo>
                <a:lnTo>
                  <a:pt x="2368336" y="123203"/>
                </a:lnTo>
                <a:lnTo>
                  <a:pt x="2367621" y="123462"/>
                </a:lnTo>
                <a:lnTo>
                  <a:pt x="2366899" y="123704"/>
                </a:lnTo>
                <a:lnTo>
                  <a:pt x="2366170" y="123930"/>
                </a:lnTo>
                <a:lnTo>
                  <a:pt x="2365434" y="124139"/>
                </a:lnTo>
                <a:lnTo>
                  <a:pt x="2364692" y="124331"/>
                </a:lnTo>
                <a:lnTo>
                  <a:pt x="2363942" y="124507"/>
                </a:lnTo>
                <a:lnTo>
                  <a:pt x="2363186" y="124666"/>
                </a:lnTo>
                <a:lnTo>
                  <a:pt x="2362423" y="124808"/>
                </a:lnTo>
                <a:lnTo>
                  <a:pt x="2361653" y="124933"/>
                </a:lnTo>
                <a:lnTo>
                  <a:pt x="2360877" y="125042"/>
                </a:lnTo>
                <a:lnTo>
                  <a:pt x="2360093" y="125134"/>
                </a:lnTo>
                <a:lnTo>
                  <a:pt x="2359303" y="125209"/>
                </a:lnTo>
                <a:lnTo>
                  <a:pt x="2358506" y="125268"/>
                </a:lnTo>
                <a:lnTo>
                  <a:pt x="2357702" y="125310"/>
                </a:lnTo>
                <a:lnTo>
                  <a:pt x="2356891" y="125335"/>
                </a:lnTo>
                <a:lnTo>
                  <a:pt x="2356073" y="125343"/>
                </a:lnTo>
                <a:lnTo>
                  <a:pt x="2355341" y="125335"/>
                </a:lnTo>
                <a:lnTo>
                  <a:pt x="2354625" y="125312"/>
                </a:lnTo>
                <a:lnTo>
                  <a:pt x="2353923" y="125273"/>
                </a:lnTo>
                <a:lnTo>
                  <a:pt x="2353236" y="125219"/>
                </a:lnTo>
                <a:lnTo>
                  <a:pt x="2352564" y="125150"/>
                </a:lnTo>
                <a:close/>
                <a:moveTo>
                  <a:pt x="2471479" y="137881"/>
                </a:moveTo>
                <a:lnTo>
                  <a:pt x="2472131" y="137849"/>
                </a:lnTo>
                <a:lnTo>
                  <a:pt x="2472779" y="137810"/>
                </a:lnTo>
                <a:lnTo>
                  <a:pt x="2473423" y="137765"/>
                </a:lnTo>
                <a:lnTo>
                  <a:pt x="2474063" y="137714"/>
                </a:lnTo>
                <a:lnTo>
                  <a:pt x="2474699" y="137657"/>
                </a:lnTo>
                <a:lnTo>
                  <a:pt x="2475331" y="137594"/>
                </a:lnTo>
                <a:lnTo>
                  <a:pt x="2475959" y="137525"/>
                </a:lnTo>
                <a:lnTo>
                  <a:pt x="2476583" y="137450"/>
                </a:lnTo>
                <a:lnTo>
                  <a:pt x="2477203" y="137370"/>
                </a:lnTo>
                <a:lnTo>
                  <a:pt x="2477820" y="137283"/>
                </a:lnTo>
                <a:lnTo>
                  <a:pt x="2478432" y="137190"/>
                </a:lnTo>
                <a:lnTo>
                  <a:pt x="2479040" y="137091"/>
                </a:lnTo>
                <a:lnTo>
                  <a:pt x="2479645" y="136986"/>
                </a:lnTo>
                <a:lnTo>
                  <a:pt x="2480245" y="136876"/>
                </a:lnTo>
                <a:lnTo>
                  <a:pt x="2480842" y="136759"/>
                </a:lnTo>
                <a:lnTo>
                  <a:pt x="2481435" y="136636"/>
                </a:lnTo>
                <a:lnTo>
                  <a:pt x="2482023" y="136507"/>
                </a:lnTo>
                <a:lnTo>
                  <a:pt x="2482608" y="136373"/>
                </a:lnTo>
                <a:lnTo>
                  <a:pt x="2483189" y="136232"/>
                </a:lnTo>
                <a:lnTo>
                  <a:pt x="2483765" y="136085"/>
                </a:lnTo>
                <a:lnTo>
                  <a:pt x="2484335" y="135931"/>
                </a:lnTo>
                <a:lnTo>
                  <a:pt x="2484898" y="135771"/>
                </a:lnTo>
                <a:lnTo>
                  <a:pt x="2485456" y="135605"/>
                </a:lnTo>
                <a:lnTo>
                  <a:pt x="2486007" y="135432"/>
                </a:lnTo>
                <a:lnTo>
                  <a:pt x="2486552" y="135252"/>
                </a:lnTo>
                <a:lnTo>
                  <a:pt x="2487091" y="135066"/>
                </a:lnTo>
                <a:lnTo>
                  <a:pt x="2487624" y="134874"/>
                </a:lnTo>
                <a:lnTo>
                  <a:pt x="2488150" y="134674"/>
                </a:lnTo>
                <a:lnTo>
                  <a:pt x="2488671" y="134469"/>
                </a:lnTo>
                <a:lnTo>
                  <a:pt x="2489185" y="134257"/>
                </a:lnTo>
                <a:lnTo>
                  <a:pt x="2489693" y="134038"/>
                </a:lnTo>
                <a:lnTo>
                  <a:pt x="2490195" y="133813"/>
                </a:lnTo>
                <a:lnTo>
                  <a:pt x="2490691" y="133581"/>
                </a:lnTo>
                <a:lnTo>
                  <a:pt x="2491180" y="133343"/>
                </a:lnTo>
                <a:lnTo>
                  <a:pt x="2491664" y="133098"/>
                </a:lnTo>
                <a:lnTo>
                  <a:pt x="2492141" y="132846"/>
                </a:lnTo>
                <a:lnTo>
                  <a:pt x="2492612" y="132589"/>
                </a:lnTo>
                <a:lnTo>
                  <a:pt x="2493077" y="132324"/>
                </a:lnTo>
                <a:lnTo>
                  <a:pt x="2493536" y="132053"/>
                </a:lnTo>
                <a:lnTo>
                  <a:pt x="2493989" y="131776"/>
                </a:lnTo>
                <a:lnTo>
                  <a:pt x="2494435" y="131492"/>
                </a:lnTo>
                <a:lnTo>
                  <a:pt x="2494875" y="131202"/>
                </a:lnTo>
                <a:lnTo>
                  <a:pt x="2495310" y="130905"/>
                </a:lnTo>
                <a:lnTo>
                  <a:pt x="2495737" y="130601"/>
                </a:lnTo>
                <a:lnTo>
                  <a:pt x="2496156" y="130290"/>
                </a:lnTo>
                <a:lnTo>
                  <a:pt x="2496568" y="129972"/>
                </a:lnTo>
                <a:lnTo>
                  <a:pt x="2496971" y="129647"/>
                </a:lnTo>
                <a:lnTo>
                  <a:pt x="2497367" y="129315"/>
                </a:lnTo>
                <a:lnTo>
                  <a:pt x="2497755" y="128976"/>
                </a:lnTo>
                <a:lnTo>
                  <a:pt x="2498135" y="128630"/>
                </a:lnTo>
                <a:lnTo>
                  <a:pt x="2498507" y="128277"/>
                </a:lnTo>
                <a:lnTo>
                  <a:pt x="2498871" y="127917"/>
                </a:lnTo>
                <a:lnTo>
                  <a:pt x="2499227" y="127550"/>
                </a:lnTo>
                <a:lnTo>
                  <a:pt x="2499576" y="127176"/>
                </a:lnTo>
                <a:lnTo>
                  <a:pt x="2499916" y="126794"/>
                </a:lnTo>
                <a:lnTo>
                  <a:pt x="2500249" y="126406"/>
                </a:lnTo>
                <a:lnTo>
                  <a:pt x="2500574" y="126011"/>
                </a:lnTo>
                <a:lnTo>
                  <a:pt x="2500891" y="125608"/>
                </a:lnTo>
                <a:lnTo>
                  <a:pt x="2501200" y="125199"/>
                </a:lnTo>
                <a:lnTo>
                  <a:pt x="2501501" y="124782"/>
                </a:lnTo>
                <a:lnTo>
                  <a:pt x="2501795" y="124359"/>
                </a:lnTo>
                <a:lnTo>
                  <a:pt x="2502080" y="123928"/>
                </a:lnTo>
                <a:lnTo>
                  <a:pt x="2502358" y="123490"/>
                </a:lnTo>
                <a:lnTo>
                  <a:pt x="2502628" y="123046"/>
                </a:lnTo>
                <a:lnTo>
                  <a:pt x="2502890" y="122594"/>
                </a:lnTo>
                <a:lnTo>
                  <a:pt x="2503144" y="122135"/>
                </a:lnTo>
                <a:lnTo>
                  <a:pt x="2503390" y="121669"/>
                </a:lnTo>
                <a:lnTo>
                  <a:pt x="2503627" y="121196"/>
                </a:lnTo>
                <a:lnTo>
                  <a:pt x="2503854" y="120716"/>
                </a:lnTo>
                <a:lnTo>
                  <a:pt x="2504071" y="120229"/>
                </a:lnTo>
                <a:lnTo>
                  <a:pt x="2504278" y="119734"/>
                </a:lnTo>
                <a:lnTo>
                  <a:pt x="2504475" y="119232"/>
                </a:lnTo>
                <a:lnTo>
                  <a:pt x="2504662" y="118723"/>
                </a:lnTo>
                <a:lnTo>
                  <a:pt x="2504838" y="118207"/>
                </a:lnTo>
                <a:lnTo>
                  <a:pt x="2505005" y="117684"/>
                </a:lnTo>
                <a:lnTo>
                  <a:pt x="2505161" y="117153"/>
                </a:lnTo>
                <a:lnTo>
                  <a:pt x="2505308" y="116615"/>
                </a:lnTo>
                <a:lnTo>
                  <a:pt x="2505444" y="116070"/>
                </a:lnTo>
                <a:lnTo>
                  <a:pt x="2505570" y="115518"/>
                </a:lnTo>
                <a:lnTo>
                  <a:pt x="2505686" y="114958"/>
                </a:lnTo>
                <a:lnTo>
                  <a:pt x="2505792" y="114391"/>
                </a:lnTo>
                <a:lnTo>
                  <a:pt x="2505888" y="113817"/>
                </a:lnTo>
                <a:lnTo>
                  <a:pt x="2505974" y="113236"/>
                </a:lnTo>
                <a:lnTo>
                  <a:pt x="2506050" y="112648"/>
                </a:lnTo>
                <a:lnTo>
                  <a:pt x="2506115" y="112052"/>
                </a:lnTo>
                <a:lnTo>
                  <a:pt x="2506171" y="111449"/>
                </a:lnTo>
                <a:lnTo>
                  <a:pt x="2506216" y="110839"/>
                </a:lnTo>
                <a:lnTo>
                  <a:pt x="2506251" y="110222"/>
                </a:lnTo>
                <a:lnTo>
                  <a:pt x="2506277" y="109597"/>
                </a:lnTo>
                <a:lnTo>
                  <a:pt x="2506292" y="108965"/>
                </a:lnTo>
                <a:lnTo>
                  <a:pt x="2506297" y="108326"/>
                </a:lnTo>
                <a:lnTo>
                  <a:pt x="2506290" y="107588"/>
                </a:lnTo>
                <a:lnTo>
                  <a:pt x="2506271" y="106860"/>
                </a:lnTo>
                <a:lnTo>
                  <a:pt x="2506239" y="106144"/>
                </a:lnTo>
                <a:lnTo>
                  <a:pt x="2506194" y="105439"/>
                </a:lnTo>
                <a:lnTo>
                  <a:pt x="2506137" y="104744"/>
                </a:lnTo>
                <a:lnTo>
                  <a:pt x="2506066" y="104061"/>
                </a:lnTo>
                <a:lnTo>
                  <a:pt x="2505983" y="103389"/>
                </a:lnTo>
                <a:lnTo>
                  <a:pt x="2505886" y="102729"/>
                </a:lnTo>
                <a:lnTo>
                  <a:pt x="2505777" y="102079"/>
                </a:lnTo>
                <a:lnTo>
                  <a:pt x="2505655" y="101440"/>
                </a:lnTo>
                <a:lnTo>
                  <a:pt x="2505521" y="100813"/>
                </a:lnTo>
                <a:lnTo>
                  <a:pt x="2505373" y="100196"/>
                </a:lnTo>
                <a:lnTo>
                  <a:pt x="2505213" y="99591"/>
                </a:lnTo>
                <a:lnTo>
                  <a:pt x="2505039" y="98997"/>
                </a:lnTo>
                <a:lnTo>
                  <a:pt x="2504853" y="98414"/>
                </a:lnTo>
                <a:lnTo>
                  <a:pt x="2504655" y="97842"/>
                </a:lnTo>
                <a:lnTo>
                  <a:pt x="2504443" y="97281"/>
                </a:lnTo>
                <a:lnTo>
                  <a:pt x="2504218" y="96731"/>
                </a:lnTo>
                <a:lnTo>
                  <a:pt x="2503981" y="96192"/>
                </a:lnTo>
                <a:lnTo>
                  <a:pt x="2503731" y="95665"/>
                </a:lnTo>
                <a:lnTo>
                  <a:pt x="2503468" y="95148"/>
                </a:lnTo>
                <a:lnTo>
                  <a:pt x="2503192" y="94643"/>
                </a:lnTo>
                <a:lnTo>
                  <a:pt x="2502903" y="94149"/>
                </a:lnTo>
                <a:lnTo>
                  <a:pt x="2502602" y="93666"/>
                </a:lnTo>
                <a:lnTo>
                  <a:pt x="2502287" y="93191"/>
                </a:lnTo>
                <a:lnTo>
                  <a:pt x="2501961" y="92724"/>
                </a:lnTo>
                <a:lnTo>
                  <a:pt x="2501622" y="92265"/>
                </a:lnTo>
                <a:lnTo>
                  <a:pt x="2501270" y="91812"/>
                </a:lnTo>
                <a:lnTo>
                  <a:pt x="2500906" y="91367"/>
                </a:lnTo>
                <a:lnTo>
                  <a:pt x="2500529" y="90929"/>
                </a:lnTo>
                <a:lnTo>
                  <a:pt x="2500140" y="90498"/>
                </a:lnTo>
                <a:lnTo>
                  <a:pt x="2499738" y="90074"/>
                </a:lnTo>
                <a:lnTo>
                  <a:pt x="2499324" y="89658"/>
                </a:lnTo>
                <a:lnTo>
                  <a:pt x="2498898" y="89249"/>
                </a:lnTo>
                <a:lnTo>
                  <a:pt x="2498459" y="88847"/>
                </a:lnTo>
                <a:lnTo>
                  <a:pt x="2498007" y="88452"/>
                </a:lnTo>
                <a:lnTo>
                  <a:pt x="2497543" y="88065"/>
                </a:lnTo>
                <a:lnTo>
                  <a:pt x="2497067" y="87684"/>
                </a:lnTo>
                <a:lnTo>
                  <a:pt x="2496578" y="87311"/>
                </a:lnTo>
                <a:lnTo>
                  <a:pt x="2496076" y="86946"/>
                </a:lnTo>
                <a:lnTo>
                  <a:pt x="2495562" y="86587"/>
                </a:lnTo>
                <a:lnTo>
                  <a:pt x="2495036" y="86236"/>
                </a:lnTo>
                <a:lnTo>
                  <a:pt x="2494497" y="85892"/>
                </a:lnTo>
                <a:lnTo>
                  <a:pt x="2493945" y="85555"/>
                </a:lnTo>
                <a:lnTo>
                  <a:pt x="2493381" y="85225"/>
                </a:lnTo>
                <a:lnTo>
                  <a:pt x="2492805" y="84903"/>
                </a:lnTo>
                <a:lnTo>
                  <a:pt x="2492216" y="84588"/>
                </a:lnTo>
                <a:lnTo>
                  <a:pt x="2491614" y="84280"/>
                </a:lnTo>
                <a:lnTo>
                  <a:pt x="2491001" y="83977"/>
                </a:lnTo>
                <a:lnTo>
                  <a:pt x="2490375" y="83678"/>
                </a:lnTo>
                <a:lnTo>
                  <a:pt x="2489738" y="83382"/>
                </a:lnTo>
                <a:lnTo>
                  <a:pt x="2489088" y="83090"/>
                </a:lnTo>
                <a:lnTo>
                  <a:pt x="2488426" y="82802"/>
                </a:lnTo>
                <a:lnTo>
                  <a:pt x="2487753" y="82517"/>
                </a:lnTo>
                <a:lnTo>
                  <a:pt x="2487067" y="82235"/>
                </a:lnTo>
                <a:lnTo>
                  <a:pt x="2486370" y="81957"/>
                </a:lnTo>
                <a:lnTo>
                  <a:pt x="2485660" y="81683"/>
                </a:lnTo>
                <a:lnTo>
                  <a:pt x="2484939" y="81412"/>
                </a:lnTo>
                <a:lnTo>
                  <a:pt x="2484206" y="81145"/>
                </a:lnTo>
                <a:lnTo>
                  <a:pt x="2483460" y="80881"/>
                </a:lnTo>
                <a:lnTo>
                  <a:pt x="2482703" y="80620"/>
                </a:lnTo>
                <a:lnTo>
                  <a:pt x="2481934" y="80364"/>
                </a:lnTo>
                <a:lnTo>
                  <a:pt x="2481152" y="80110"/>
                </a:lnTo>
                <a:lnTo>
                  <a:pt x="2480359" y="79860"/>
                </a:lnTo>
                <a:lnTo>
                  <a:pt x="2479554" y="79614"/>
                </a:lnTo>
                <a:lnTo>
                  <a:pt x="2478736" y="79371"/>
                </a:lnTo>
                <a:lnTo>
                  <a:pt x="2477907" y="79132"/>
                </a:lnTo>
                <a:lnTo>
                  <a:pt x="2477066" y="78896"/>
                </a:lnTo>
                <a:lnTo>
                  <a:pt x="2476213" y="78664"/>
                </a:lnTo>
                <a:lnTo>
                  <a:pt x="2475348" y="78435"/>
                </a:lnTo>
                <a:lnTo>
                  <a:pt x="2474471" y="78210"/>
                </a:lnTo>
                <a:lnTo>
                  <a:pt x="2473582" y="77988"/>
                </a:lnTo>
                <a:lnTo>
                  <a:pt x="2472767" y="77786"/>
                </a:lnTo>
                <a:lnTo>
                  <a:pt x="2471967" y="77584"/>
                </a:lnTo>
                <a:lnTo>
                  <a:pt x="2471181" y="77383"/>
                </a:lnTo>
                <a:lnTo>
                  <a:pt x="2470409" y="77184"/>
                </a:lnTo>
                <a:lnTo>
                  <a:pt x="2469651" y="76985"/>
                </a:lnTo>
                <a:lnTo>
                  <a:pt x="2468907" y="76787"/>
                </a:lnTo>
                <a:lnTo>
                  <a:pt x="2468177" y="76589"/>
                </a:lnTo>
                <a:lnTo>
                  <a:pt x="2467461" y="76393"/>
                </a:lnTo>
                <a:lnTo>
                  <a:pt x="2466759" y="76198"/>
                </a:lnTo>
                <a:lnTo>
                  <a:pt x="2466071" y="76003"/>
                </a:lnTo>
                <a:lnTo>
                  <a:pt x="2465397" y="75809"/>
                </a:lnTo>
                <a:lnTo>
                  <a:pt x="2464738" y="75617"/>
                </a:lnTo>
                <a:lnTo>
                  <a:pt x="2464092" y="75425"/>
                </a:lnTo>
                <a:lnTo>
                  <a:pt x="2463460" y="75234"/>
                </a:lnTo>
                <a:lnTo>
                  <a:pt x="2462842" y="75044"/>
                </a:lnTo>
                <a:lnTo>
                  <a:pt x="2462238" y="74854"/>
                </a:lnTo>
                <a:lnTo>
                  <a:pt x="2461649" y="74666"/>
                </a:lnTo>
                <a:lnTo>
                  <a:pt x="2461073" y="74479"/>
                </a:lnTo>
                <a:lnTo>
                  <a:pt x="2460511" y="74292"/>
                </a:lnTo>
                <a:lnTo>
                  <a:pt x="2459964" y="74106"/>
                </a:lnTo>
                <a:lnTo>
                  <a:pt x="2459430" y="73921"/>
                </a:lnTo>
                <a:lnTo>
                  <a:pt x="2458911" y="73738"/>
                </a:lnTo>
                <a:lnTo>
                  <a:pt x="2458405" y="73555"/>
                </a:lnTo>
                <a:lnTo>
                  <a:pt x="2457914" y="73372"/>
                </a:lnTo>
                <a:lnTo>
                  <a:pt x="2457435" y="73190"/>
                </a:lnTo>
                <a:lnTo>
                  <a:pt x="2456968" y="73005"/>
                </a:lnTo>
                <a:lnTo>
                  <a:pt x="2456513" y="72818"/>
                </a:lnTo>
                <a:lnTo>
                  <a:pt x="2456069" y="72629"/>
                </a:lnTo>
                <a:lnTo>
                  <a:pt x="2455637" y="72439"/>
                </a:lnTo>
                <a:lnTo>
                  <a:pt x="2455216" y="72246"/>
                </a:lnTo>
                <a:lnTo>
                  <a:pt x="2454807" y="72051"/>
                </a:lnTo>
                <a:lnTo>
                  <a:pt x="2454410" y="71855"/>
                </a:lnTo>
                <a:lnTo>
                  <a:pt x="2454024" y="71657"/>
                </a:lnTo>
                <a:lnTo>
                  <a:pt x="2453650" y="71456"/>
                </a:lnTo>
                <a:lnTo>
                  <a:pt x="2453288" y="71254"/>
                </a:lnTo>
                <a:lnTo>
                  <a:pt x="2452937" y="71050"/>
                </a:lnTo>
                <a:lnTo>
                  <a:pt x="2452598" y="70844"/>
                </a:lnTo>
                <a:lnTo>
                  <a:pt x="2452271" y="70636"/>
                </a:lnTo>
                <a:lnTo>
                  <a:pt x="2451955" y="70426"/>
                </a:lnTo>
                <a:lnTo>
                  <a:pt x="2451651" y="70214"/>
                </a:lnTo>
                <a:lnTo>
                  <a:pt x="2451358" y="70000"/>
                </a:lnTo>
                <a:lnTo>
                  <a:pt x="2451077" y="69784"/>
                </a:lnTo>
                <a:lnTo>
                  <a:pt x="2450808" y="69566"/>
                </a:lnTo>
                <a:lnTo>
                  <a:pt x="2450551" y="69347"/>
                </a:lnTo>
                <a:lnTo>
                  <a:pt x="2450304" y="69125"/>
                </a:lnTo>
                <a:lnTo>
                  <a:pt x="2450070" y="68901"/>
                </a:lnTo>
                <a:lnTo>
                  <a:pt x="2449847" y="68676"/>
                </a:lnTo>
                <a:lnTo>
                  <a:pt x="2449636" y="68449"/>
                </a:lnTo>
                <a:lnTo>
                  <a:pt x="2449435" y="68218"/>
                </a:lnTo>
                <a:lnTo>
                  <a:pt x="2449243" y="67983"/>
                </a:lnTo>
                <a:lnTo>
                  <a:pt x="2449059" y="67744"/>
                </a:lnTo>
                <a:lnTo>
                  <a:pt x="2448884" y="67501"/>
                </a:lnTo>
                <a:lnTo>
                  <a:pt x="2448717" y="67254"/>
                </a:lnTo>
                <a:lnTo>
                  <a:pt x="2448558" y="67002"/>
                </a:lnTo>
                <a:lnTo>
                  <a:pt x="2448409" y="66746"/>
                </a:lnTo>
                <a:lnTo>
                  <a:pt x="2448268" y="66486"/>
                </a:lnTo>
                <a:lnTo>
                  <a:pt x="2448135" y="66222"/>
                </a:lnTo>
                <a:lnTo>
                  <a:pt x="2448011" y="65953"/>
                </a:lnTo>
                <a:lnTo>
                  <a:pt x="2447896" y="65681"/>
                </a:lnTo>
                <a:lnTo>
                  <a:pt x="2447789" y="65404"/>
                </a:lnTo>
                <a:lnTo>
                  <a:pt x="2447690" y="65123"/>
                </a:lnTo>
                <a:lnTo>
                  <a:pt x="2447600" y="64837"/>
                </a:lnTo>
                <a:lnTo>
                  <a:pt x="2447519" y="64548"/>
                </a:lnTo>
                <a:lnTo>
                  <a:pt x="2447446" y="64254"/>
                </a:lnTo>
                <a:lnTo>
                  <a:pt x="2447382" y="63956"/>
                </a:lnTo>
                <a:lnTo>
                  <a:pt x="2447327" y="63653"/>
                </a:lnTo>
                <a:lnTo>
                  <a:pt x="2447280" y="63347"/>
                </a:lnTo>
                <a:lnTo>
                  <a:pt x="2447241" y="63036"/>
                </a:lnTo>
                <a:lnTo>
                  <a:pt x="2447211" y="62721"/>
                </a:lnTo>
                <a:lnTo>
                  <a:pt x="2447190" y="62402"/>
                </a:lnTo>
                <a:lnTo>
                  <a:pt x="2447177" y="62078"/>
                </a:lnTo>
                <a:lnTo>
                  <a:pt x="2447173" y="61751"/>
                </a:lnTo>
                <a:lnTo>
                  <a:pt x="2447182" y="61167"/>
                </a:lnTo>
                <a:lnTo>
                  <a:pt x="2447211" y="60595"/>
                </a:lnTo>
                <a:lnTo>
                  <a:pt x="2447259" y="60037"/>
                </a:lnTo>
                <a:lnTo>
                  <a:pt x="2447326" y="59492"/>
                </a:lnTo>
                <a:lnTo>
                  <a:pt x="2447412" y="58960"/>
                </a:lnTo>
                <a:lnTo>
                  <a:pt x="2447518" y="58441"/>
                </a:lnTo>
                <a:lnTo>
                  <a:pt x="2447642" y="57935"/>
                </a:lnTo>
                <a:lnTo>
                  <a:pt x="2447786" y="57442"/>
                </a:lnTo>
                <a:lnTo>
                  <a:pt x="2447949" y="56962"/>
                </a:lnTo>
                <a:lnTo>
                  <a:pt x="2448131" y="56495"/>
                </a:lnTo>
                <a:lnTo>
                  <a:pt x="2448332" y="56041"/>
                </a:lnTo>
                <a:lnTo>
                  <a:pt x="2448552" y="55601"/>
                </a:lnTo>
                <a:lnTo>
                  <a:pt x="2448792" y="55173"/>
                </a:lnTo>
                <a:lnTo>
                  <a:pt x="2449051" y="54758"/>
                </a:lnTo>
                <a:lnTo>
                  <a:pt x="2449328" y="54356"/>
                </a:lnTo>
                <a:lnTo>
                  <a:pt x="2449625" y="53968"/>
                </a:lnTo>
                <a:lnTo>
                  <a:pt x="2449941" y="53592"/>
                </a:lnTo>
                <a:lnTo>
                  <a:pt x="2450277" y="53229"/>
                </a:lnTo>
                <a:lnTo>
                  <a:pt x="2450631" y="52880"/>
                </a:lnTo>
                <a:lnTo>
                  <a:pt x="2451005" y="52543"/>
                </a:lnTo>
                <a:lnTo>
                  <a:pt x="2451398" y="52220"/>
                </a:lnTo>
                <a:lnTo>
                  <a:pt x="2451810" y="51909"/>
                </a:lnTo>
                <a:lnTo>
                  <a:pt x="2452241" y="51612"/>
                </a:lnTo>
                <a:lnTo>
                  <a:pt x="2452691" y="51327"/>
                </a:lnTo>
                <a:lnTo>
                  <a:pt x="2453157" y="51055"/>
                </a:lnTo>
                <a:lnTo>
                  <a:pt x="2453634" y="50794"/>
                </a:lnTo>
                <a:lnTo>
                  <a:pt x="2454123" y="50545"/>
                </a:lnTo>
                <a:lnTo>
                  <a:pt x="2454624" y="50307"/>
                </a:lnTo>
                <a:lnTo>
                  <a:pt x="2455136" y="50081"/>
                </a:lnTo>
                <a:lnTo>
                  <a:pt x="2455660" y="49867"/>
                </a:lnTo>
                <a:lnTo>
                  <a:pt x="2456195" y="49664"/>
                </a:lnTo>
                <a:lnTo>
                  <a:pt x="2456742" y="49473"/>
                </a:lnTo>
                <a:lnTo>
                  <a:pt x="2457301" y="49293"/>
                </a:lnTo>
                <a:lnTo>
                  <a:pt x="2457871" y="49125"/>
                </a:lnTo>
                <a:lnTo>
                  <a:pt x="2458453" y="48968"/>
                </a:lnTo>
                <a:lnTo>
                  <a:pt x="2459047" y="48824"/>
                </a:lnTo>
                <a:lnTo>
                  <a:pt x="2459652" y="48690"/>
                </a:lnTo>
                <a:lnTo>
                  <a:pt x="2460269" y="48569"/>
                </a:lnTo>
                <a:lnTo>
                  <a:pt x="2460898" y="48459"/>
                </a:lnTo>
                <a:lnTo>
                  <a:pt x="2461538" y="48360"/>
                </a:lnTo>
                <a:lnTo>
                  <a:pt x="2462190" y="48273"/>
                </a:lnTo>
                <a:lnTo>
                  <a:pt x="2462853" y="48198"/>
                </a:lnTo>
                <a:lnTo>
                  <a:pt x="2463528" y="48134"/>
                </a:lnTo>
                <a:lnTo>
                  <a:pt x="2464215" y="48082"/>
                </a:lnTo>
                <a:lnTo>
                  <a:pt x="2464913" y="48041"/>
                </a:lnTo>
                <a:lnTo>
                  <a:pt x="2465623" y="48012"/>
                </a:lnTo>
                <a:lnTo>
                  <a:pt x="2466345" y="47995"/>
                </a:lnTo>
                <a:lnTo>
                  <a:pt x="2467078" y="47989"/>
                </a:lnTo>
                <a:lnTo>
                  <a:pt x="2467804" y="47997"/>
                </a:lnTo>
                <a:lnTo>
                  <a:pt x="2468521" y="48020"/>
                </a:lnTo>
                <a:lnTo>
                  <a:pt x="2469229" y="48059"/>
                </a:lnTo>
                <a:lnTo>
                  <a:pt x="2469927" y="48113"/>
                </a:lnTo>
                <a:lnTo>
                  <a:pt x="2470617" y="48182"/>
                </a:lnTo>
                <a:lnTo>
                  <a:pt x="2471297" y="48267"/>
                </a:lnTo>
                <a:lnTo>
                  <a:pt x="2471967" y="48367"/>
                </a:lnTo>
                <a:lnTo>
                  <a:pt x="2472629" y="48483"/>
                </a:lnTo>
                <a:lnTo>
                  <a:pt x="2473281" y="48614"/>
                </a:lnTo>
                <a:lnTo>
                  <a:pt x="2473924" y="48761"/>
                </a:lnTo>
                <a:lnTo>
                  <a:pt x="2474558" y="48923"/>
                </a:lnTo>
                <a:lnTo>
                  <a:pt x="2475183" y="49101"/>
                </a:lnTo>
                <a:lnTo>
                  <a:pt x="2475798" y="49294"/>
                </a:lnTo>
                <a:lnTo>
                  <a:pt x="2476404" y="49502"/>
                </a:lnTo>
                <a:lnTo>
                  <a:pt x="2477001" y="49726"/>
                </a:lnTo>
                <a:lnTo>
                  <a:pt x="2477589" y="49965"/>
                </a:lnTo>
                <a:lnTo>
                  <a:pt x="2478167" y="50220"/>
                </a:lnTo>
                <a:lnTo>
                  <a:pt x="2478736" y="50490"/>
                </a:lnTo>
                <a:lnTo>
                  <a:pt x="2479296" y="50776"/>
                </a:lnTo>
                <a:lnTo>
                  <a:pt x="2479847" y="51077"/>
                </a:lnTo>
                <a:lnTo>
                  <a:pt x="2480389" y="51394"/>
                </a:lnTo>
                <a:lnTo>
                  <a:pt x="2480921" y="51725"/>
                </a:lnTo>
                <a:lnTo>
                  <a:pt x="2481444" y="52073"/>
                </a:lnTo>
                <a:lnTo>
                  <a:pt x="2481957" y="52436"/>
                </a:lnTo>
                <a:lnTo>
                  <a:pt x="2482456" y="52817"/>
                </a:lnTo>
                <a:lnTo>
                  <a:pt x="2482933" y="53221"/>
                </a:lnTo>
                <a:lnTo>
                  <a:pt x="2483389" y="53646"/>
                </a:lnTo>
                <a:lnTo>
                  <a:pt x="2483824" y="54093"/>
                </a:lnTo>
                <a:lnTo>
                  <a:pt x="2484238" y="54562"/>
                </a:lnTo>
                <a:lnTo>
                  <a:pt x="2484630" y="55053"/>
                </a:lnTo>
                <a:lnTo>
                  <a:pt x="2485002" y="55566"/>
                </a:lnTo>
                <a:lnTo>
                  <a:pt x="2485352" y="56101"/>
                </a:lnTo>
                <a:lnTo>
                  <a:pt x="2485680" y="56658"/>
                </a:lnTo>
                <a:lnTo>
                  <a:pt x="2485988" y="57237"/>
                </a:lnTo>
                <a:lnTo>
                  <a:pt x="2486274" y="57837"/>
                </a:lnTo>
                <a:lnTo>
                  <a:pt x="2486540" y="58460"/>
                </a:lnTo>
                <a:lnTo>
                  <a:pt x="2486784" y="59104"/>
                </a:lnTo>
                <a:lnTo>
                  <a:pt x="2487006" y="59770"/>
                </a:lnTo>
                <a:lnTo>
                  <a:pt x="2487208" y="60459"/>
                </a:lnTo>
                <a:lnTo>
                  <a:pt x="2487388" y="61169"/>
                </a:lnTo>
                <a:lnTo>
                  <a:pt x="2487547" y="61901"/>
                </a:lnTo>
                <a:lnTo>
                  <a:pt x="2487685" y="62655"/>
                </a:lnTo>
                <a:lnTo>
                  <a:pt x="2487802" y="63431"/>
                </a:lnTo>
                <a:lnTo>
                  <a:pt x="2487897" y="64228"/>
                </a:lnTo>
                <a:lnTo>
                  <a:pt x="2487971" y="65048"/>
                </a:lnTo>
                <a:lnTo>
                  <a:pt x="2488025" y="65890"/>
                </a:lnTo>
                <a:lnTo>
                  <a:pt x="2488056" y="66753"/>
                </a:lnTo>
                <a:lnTo>
                  <a:pt x="2488067" y="67639"/>
                </a:lnTo>
                <a:lnTo>
                  <a:pt x="2504030" y="67639"/>
                </a:lnTo>
                <a:lnTo>
                  <a:pt x="2504025" y="66933"/>
                </a:lnTo>
                <a:lnTo>
                  <a:pt x="2504010" y="66235"/>
                </a:lnTo>
                <a:lnTo>
                  <a:pt x="2503984" y="65546"/>
                </a:lnTo>
                <a:lnTo>
                  <a:pt x="2503948" y="64865"/>
                </a:lnTo>
                <a:lnTo>
                  <a:pt x="2503902" y="64193"/>
                </a:lnTo>
                <a:lnTo>
                  <a:pt x="2503846" y="63529"/>
                </a:lnTo>
                <a:lnTo>
                  <a:pt x="2503779" y="62874"/>
                </a:lnTo>
                <a:lnTo>
                  <a:pt x="2503702" y="62227"/>
                </a:lnTo>
                <a:lnTo>
                  <a:pt x="2503615" y="61588"/>
                </a:lnTo>
                <a:lnTo>
                  <a:pt x="2503517" y="60958"/>
                </a:lnTo>
                <a:lnTo>
                  <a:pt x="2503409" y="60337"/>
                </a:lnTo>
                <a:lnTo>
                  <a:pt x="2503291" y="59724"/>
                </a:lnTo>
                <a:lnTo>
                  <a:pt x="2503163" y="59119"/>
                </a:lnTo>
                <a:lnTo>
                  <a:pt x="2503025" y="58523"/>
                </a:lnTo>
                <a:lnTo>
                  <a:pt x="2502876" y="57935"/>
                </a:lnTo>
                <a:lnTo>
                  <a:pt x="2502717" y="57356"/>
                </a:lnTo>
                <a:lnTo>
                  <a:pt x="2502547" y="56785"/>
                </a:lnTo>
                <a:lnTo>
                  <a:pt x="2502368" y="56223"/>
                </a:lnTo>
                <a:lnTo>
                  <a:pt x="2502178" y="55669"/>
                </a:lnTo>
                <a:lnTo>
                  <a:pt x="2501978" y="55124"/>
                </a:lnTo>
                <a:lnTo>
                  <a:pt x="2501767" y="54587"/>
                </a:lnTo>
                <a:lnTo>
                  <a:pt x="2501546" y="54059"/>
                </a:lnTo>
                <a:lnTo>
                  <a:pt x="2501315" y="53539"/>
                </a:lnTo>
                <a:lnTo>
                  <a:pt x="2501074" y="53027"/>
                </a:lnTo>
                <a:lnTo>
                  <a:pt x="2500824" y="52524"/>
                </a:lnTo>
                <a:lnTo>
                  <a:pt x="2500567" y="52028"/>
                </a:lnTo>
                <a:lnTo>
                  <a:pt x="2500302" y="51540"/>
                </a:lnTo>
                <a:lnTo>
                  <a:pt x="2500030" y="51060"/>
                </a:lnTo>
                <a:lnTo>
                  <a:pt x="2499751" y="50587"/>
                </a:lnTo>
                <a:lnTo>
                  <a:pt x="2499464" y="50123"/>
                </a:lnTo>
                <a:lnTo>
                  <a:pt x="2499170" y="49666"/>
                </a:lnTo>
                <a:lnTo>
                  <a:pt x="2498868" y="49216"/>
                </a:lnTo>
                <a:lnTo>
                  <a:pt x="2498559" y="48775"/>
                </a:lnTo>
                <a:lnTo>
                  <a:pt x="2498243" y="48341"/>
                </a:lnTo>
                <a:lnTo>
                  <a:pt x="2497919" y="47915"/>
                </a:lnTo>
                <a:lnTo>
                  <a:pt x="2497588" y="47497"/>
                </a:lnTo>
                <a:lnTo>
                  <a:pt x="2497250" y="47087"/>
                </a:lnTo>
                <a:lnTo>
                  <a:pt x="2496904" y="46684"/>
                </a:lnTo>
                <a:lnTo>
                  <a:pt x="2496551" y="46289"/>
                </a:lnTo>
                <a:lnTo>
                  <a:pt x="2496191" y="45902"/>
                </a:lnTo>
                <a:lnTo>
                  <a:pt x="2495823" y="45523"/>
                </a:lnTo>
                <a:lnTo>
                  <a:pt x="2495448" y="45151"/>
                </a:lnTo>
                <a:lnTo>
                  <a:pt x="2495066" y="44787"/>
                </a:lnTo>
                <a:lnTo>
                  <a:pt x="2494676" y="44431"/>
                </a:lnTo>
                <a:lnTo>
                  <a:pt x="2494279" y="44082"/>
                </a:lnTo>
                <a:lnTo>
                  <a:pt x="2493874" y="43742"/>
                </a:lnTo>
                <a:lnTo>
                  <a:pt x="2493462" y="43409"/>
                </a:lnTo>
                <a:lnTo>
                  <a:pt x="2493043" y="43084"/>
                </a:lnTo>
                <a:lnTo>
                  <a:pt x="2492618" y="42766"/>
                </a:lnTo>
                <a:lnTo>
                  <a:pt x="2492186" y="42455"/>
                </a:lnTo>
                <a:lnTo>
                  <a:pt x="2491750" y="42151"/>
                </a:lnTo>
                <a:lnTo>
                  <a:pt x="2491308" y="41854"/>
                </a:lnTo>
                <a:lnTo>
                  <a:pt x="2490860" y="41564"/>
                </a:lnTo>
                <a:lnTo>
                  <a:pt x="2490407" y="41281"/>
                </a:lnTo>
                <a:lnTo>
                  <a:pt x="2489949" y="41006"/>
                </a:lnTo>
                <a:lnTo>
                  <a:pt x="2489485" y="40737"/>
                </a:lnTo>
                <a:lnTo>
                  <a:pt x="2489015" y="40476"/>
                </a:lnTo>
                <a:lnTo>
                  <a:pt x="2488541" y="40221"/>
                </a:lnTo>
                <a:lnTo>
                  <a:pt x="2488060" y="39974"/>
                </a:lnTo>
                <a:lnTo>
                  <a:pt x="2487574" y="39733"/>
                </a:lnTo>
                <a:lnTo>
                  <a:pt x="2487083" y="39500"/>
                </a:lnTo>
                <a:lnTo>
                  <a:pt x="2486586" y="39274"/>
                </a:lnTo>
                <a:lnTo>
                  <a:pt x="2486084" y="39054"/>
                </a:lnTo>
                <a:lnTo>
                  <a:pt x="2485576" y="38842"/>
                </a:lnTo>
                <a:lnTo>
                  <a:pt x="2485063" y="38637"/>
                </a:lnTo>
                <a:lnTo>
                  <a:pt x="2484544" y="38439"/>
                </a:lnTo>
                <a:lnTo>
                  <a:pt x="2484020" y="38248"/>
                </a:lnTo>
                <a:lnTo>
                  <a:pt x="2483490" y="38064"/>
                </a:lnTo>
                <a:lnTo>
                  <a:pt x="2482955" y="37887"/>
                </a:lnTo>
                <a:lnTo>
                  <a:pt x="2482415" y="37718"/>
                </a:lnTo>
                <a:lnTo>
                  <a:pt x="2481869" y="37555"/>
                </a:lnTo>
                <a:lnTo>
                  <a:pt x="2481317" y="37399"/>
                </a:lnTo>
                <a:lnTo>
                  <a:pt x="2480761" y="37250"/>
                </a:lnTo>
                <a:lnTo>
                  <a:pt x="2480202" y="37107"/>
                </a:lnTo>
                <a:lnTo>
                  <a:pt x="2479639" y="36971"/>
                </a:lnTo>
                <a:lnTo>
                  <a:pt x="2479074" y="36841"/>
                </a:lnTo>
                <a:lnTo>
                  <a:pt x="2478505" y="36717"/>
                </a:lnTo>
                <a:lnTo>
                  <a:pt x="2477933" y="36600"/>
                </a:lnTo>
                <a:lnTo>
                  <a:pt x="2477357" y="36489"/>
                </a:lnTo>
                <a:lnTo>
                  <a:pt x="2476779" y="36385"/>
                </a:lnTo>
                <a:lnTo>
                  <a:pt x="2476197" y="36286"/>
                </a:lnTo>
                <a:lnTo>
                  <a:pt x="2475612" y="36194"/>
                </a:lnTo>
                <a:lnTo>
                  <a:pt x="2475023" y="36109"/>
                </a:lnTo>
                <a:lnTo>
                  <a:pt x="2474431" y="36030"/>
                </a:lnTo>
                <a:lnTo>
                  <a:pt x="2473837" y="35957"/>
                </a:lnTo>
                <a:lnTo>
                  <a:pt x="2473238" y="35890"/>
                </a:lnTo>
                <a:lnTo>
                  <a:pt x="2472637" y="35830"/>
                </a:lnTo>
                <a:lnTo>
                  <a:pt x="2472032" y="35776"/>
                </a:lnTo>
                <a:lnTo>
                  <a:pt x="2471424" y="35728"/>
                </a:lnTo>
                <a:lnTo>
                  <a:pt x="2470813" y="35687"/>
                </a:lnTo>
                <a:lnTo>
                  <a:pt x="2470199" y="35652"/>
                </a:lnTo>
                <a:lnTo>
                  <a:pt x="2469581" y="35624"/>
                </a:lnTo>
                <a:lnTo>
                  <a:pt x="2468960" y="35602"/>
                </a:lnTo>
                <a:lnTo>
                  <a:pt x="2468336" y="35586"/>
                </a:lnTo>
                <a:lnTo>
                  <a:pt x="2467709" y="35576"/>
                </a:lnTo>
                <a:lnTo>
                  <a:pt x="2467078" y="35573"/>
                </a:lnTo>
                <a:lnTo>
                  <a:pt x="2466439" y="35576"/>
                </a:lnTo>
                <a:lnTo>
                  <a:pt x="2465804" y="35585"/>
                </a:lnTo>
                <a:lnTo>
                  <a:pt x="2465173" y="35599"/>
                </a:lnTo>
                <a:lnTo>
                  <a:pt x="2464546" y="35620"/>
                </a:lnTo>
                <a:lnTo>
                  <a:pt x="2463922" y="35646"/>
                </a:lnTo>
                <a:lnTo>
                  <a:pt x="2463303" y="35678"/>
                </a:lnTo>
                <a:lnTo>
                  <a:pt x="2462687" y="35716"/>
                </a:lnTo>
                <a:lnTo>
                  <a:pt x="2462074" y="35759"/>
                </a:lnTo>
                <a:lnTo>
                  <a:pt x="2461466" y="35809"/>
                </a:lnTo>
                <a:lnTo>
                  <a:pt x="2460861" y="35864"/>
                </a:lnTo>
                <a:lnTo>
                  <a:pt x="2460260" y="35925"/>
                </a:lnTo>
                <a:lnTo>
                  <a:pt x="2459663" y="35992"/>
                </a:lnTo>
                <a:lnTo>
                  <a:pt x="2459069" y="36065"/>
                </a:lnTo>
                <a:lnTo>
                  <a:pt x="2458480" y="36143"/>
                </a:lnTo>
                <a:lnTo>
                  <a:pt x="2457894" y="36227"/>
                </a:lnTo>
                <a:lnTo>
                  <a:pt x="2457311" y="36318"/>
                </a:lnTo>
                <a:lnTo>
                  <a:pt x="2456733" y="36414"/>
                </a:lnTo>
                <a:lnTo>
                  <a:pt x="2456158" y="36515"/>
                </a:lnTo>
                <a:lnTo>
                  <a:pt x="2455588" y="36623"/>
                </a:lnTo>
                <a:lnTo>
                  <a:pt x="2455020" y="36736"/>
                </a:lnTo>
                <a:lnTo>
                  <a:pt x="2454457" y="36856"/>
                </a:lnTo>
                <a:lnTo>
                  <a:pt x="2453897" y="36981"/>
                </a:lnTo>
                <a:lnTo>
                  <a:pt x="2453342" y="37112"/>
                </a:lnTo>
                <a:lnTo>
                  <a:pt x="2452790" y="37248"/>
                </a:lnTo>
                <a:lnTo>
                  <a:pt x="2452242" y="37390"/>
                </a:lnTo>
                <a:lnTo>
                  <a:pt x="2451701" y="37539"/>
                </a:lnTo>
                <a:lnTo>
                  <a:pt x="2451166" y="37692"/>
                </a:lnTo>
                <a:lnTo>
                  <a:pt x="2450637" y="37852"/>
                </a:lnTo>
                <a:lnTo>
                  <a:pt x="2450113" y="38018"/>
                </a:lnTo>
                <a:lnTo>
                  <a:pt x="2449596" y="38189"/>
                </a:lnTo>
                <a:lnTo>
                  <a:pt x="2449085" y="38366"/>
                </a:lnTo>
                <a:lnTo>
                  <a:pt x="2448580" y="38549"/>
                </a:lnTo>
                <a:lnTo>
                  <a:pt x="2448080" y="38738"/>
                </a:lnTo>
                <a:lnTo>
                  <a:pt x="2447587" y="38933"/>
                </a:lnTo>
                <a:lnTo>
                  <a:pt x="2447100" y="39134"/>
                </a:lnTo>
                <a:lnTo>
                  <a:pt x="2446618" y="39340"/>
                </a:lnTo>
                <a:lnTo>
                  <a:pt x="2446143" y="39552"/>
                </a:lnTo>
                <a:lnTo>
                  <a:pt x="2445674" y="39770"/>
                </a:lnTo>
                <a:lnTo>
                  <a:pt x="2445210" y="39994"/>
                </a:lnTo>
                <a:lnTo>
                  <a:pt x="2444753" y="40224"/>
                </a:lnTo>
                <a:lnTo>
                  <a:pt x="2444302" y="40459"/>
                </a:lnTo>
                <a:lnTo>
                  <a:pt x="2443856" y="40700"/>
                </a:lnTo>
                <a:lnTo>
                  <a:pt x="2443417" y="40948"/>
                </a:lnTo>
                <a:lnTo>
                  <a:pt x="2442983" y="41201"/>
                </a:lnTo>
                <a:lnTo>
                  <a:pt x="2442556" y="41459"/>
                </a:lnTo>
                <a:lnTo>
                  <a:pt x="2442135" y="41724"/>
                </a:lnTo>
                <a:lnTo>
                  <a:pt x="2441719" y="41994"/>
                </a:lnTo>
                <a:lnTo>
                  <a:pt x="2441310" y="42271"/>
                </a:lnTo>
                <a:lnTo>
                  <a:pt x="2440907" y="42553"/>
                </a:lnTo>
                <a:lnTo>
                  <a:pt x="2440512" y="42840"/>
                </a:lnTo>
                <a:lnTo>
                  <a:pt x="2440124" y="43134"/>
                </a:lnTo>
                <a:lnTo>
                  <a:pt x="2439744" y="43433"/>
                </a:lnTo>
                <a:lnTo>
                  <a:pt x="2439371" y="43738"/>
                </a:lnTo>
                <a:lnTo>
                  <a:pt x="2439006" y="44049"/>
                </a:lnTo>
                <a:lnTo>
                  <a:pt x="2438649" y="44366"/>
                </a:lnTo>
                <a:lnTo>
                  <a:pt x="2438299" y="44688"/>
                </a:lnTo>
                <a:lnTo>
                  <a:pt x="2437956" y="45017"/>
                </a:lnTo>
                <a:lnTo>
                  <a:pt x="2437621" y="45351"/>
                </a:lnTo>
                <a:lnTo>
                  <a:pt x="2437294" y="45691"/>
                </a:lnTo>
                <a:lnTo>
                  <a:pt x="2436974" y="46037"/>
                </a:lnTo>
                <a:lnTo>
                  <a:pt x="2436661" y="46388"/>
                </a:lnTo>
                <a:lnTo>
                  <a:pt x="2436357" y="46746"/>
                </a:lnTo>
                <a:lnTo>
                  <a:pt x="2436059" y="47109"/>
                </a:lnTo>
                <a:lnTo>
                  <a:pt x="2435769" y="47478"/>
                </a:lnTo>
                <a:lnTo>
                  <a:pt x="2435487" y="47853"/>
                </a:lnTo>
                <a:lnTo>
                  <a:pt x="2435212" y="48234"/>
                </a:lnTo>
                <a:lnTo>
                  <a:pt x="2434945" y="48620"/>
                </a:lnTo>
                <a:lnTo>
                  <a:pt x="2434686" y="49013"/>
                </a:lnTo>
                <a:lnTo>
                  <a:pt x="2434433" y="49411"/>
                </a:lnTo>
                <a:lnTo>
                  <a:pt x="2434189" y="49815"/>
                </a:lnTo>
                <a:lnTo>
                  <a:pt x="2433952" y="50225"/>
                </a:lnTo>
                <a:lnTo>
                  <a:pt x="2433722" y="50640"/>
                </a:lnTo>
                <a:lnTo>
                  <a:pt x="2433501" y="51062"/>
                </a:lnTo>
                <a:lnTo>
                  <a:pt x="2433289" y="51488"/>
                </a:lnTo>
                <a:lnTo>
                  <a:pt x="2433087" y="51921"/>
                </a:lnTo>
                <a:lnTo>
                  <a:pt x="2432894" y="52358"/>
                </a:lnTo>
                <a:lnTo>
                  <a:pt x="2432711" y="52801"/>
                </a:lnTo>
                <a:lnTo>
                  <a:pt x="2432536" y="53250"/>
                </a:lnTo>
                <a:lnTo>
                  <a:pt x="2432372" y="53704"/>
                </a:lnTo>
                <a:lnTo>
                  <a:pt x="2432217" y="54164"/>
                </a:lnTo>
                <a:lnTo>
                  <a:pt x="2432071" y="54629"/>
                </a:lnTo>
                <a:lnTo>
                  <a:pt x="2431934" y="55099"/>
                </a:lnTo>
                <a:lnTo>
                  <a:pt x="2431807" y="55575"/>
                </a:lnTo>
                <a:lnTo>
                  <a:pt x="2431690" y="56056"/>
                </a:lnTo>
                <a:lnTo>
                  <a:pt x="2431581" y="56543"/>
                </a:lnTo>
                <a:lnTo>
                  <a:pt x="2431483" y="57035"/>
                </a:lnTo>
                <a:lnTo>
                  <a:pt x="2431393" y="57533"/>
                </a:lnTo>
                <a:lnTo>
                  <a:pt x="2431313" y="58036"/>
                </a:lnTo>
                <a:lnTo>
                  <a:pt x="2431243" y="58545"/>
                </a:lnTo>
                <a:lnTo>
                  <a:pt x="2431182" y="59059"/>
                </a:lnTo>
                <a:lnTo>
                  <a:pt x="2431130" y="59579"/>
                </a:lnTo>
                <a:lnTo>
                  <a:pt x="2431087" y="60104"/>
                </a:lnTo>
                <a:lnTo>
                  <a:pt x="2431055" y="60635"/>
                </a:lnTo>
                <a:lnTo>
                  <a:pt x="2431031" y="61171"/>
                </a:lnTo>
                <a:lnTo>
                  <a:pt x="2431017" y="61712"/>
                </a:lnTo>
                <a:lnTo>
                  <a:pt x="2431012" y="62259"/>
                </a:lnTo>
                <a:lnTo>
                  <a:pt x="2431019" y="62956"/>
                </a:lnTo>
                <a:lnTo>
                  <a:pt x="2431039" y="63643"/>
                </a:lnTo>
                <a:lnTo>
                  <a:pt x="2431072" y="64319"/>
                </a:lnTo>
                <a:lnTo>
                  <a:pt x="2431119" y="64986"/>
                </a:lnTo>
                <a:lnTo>
                  <a:pt x="2431179" y="65643"/>
                </a:lnTo>
                <a:lnTo>
                  <a:pt x="2431252" y="66289"/>
                </a:lnTo>
                <a:lnTo>
                  <a:pt x="2431339" y="66926"/>
                </a:lnTo>
                <a:lnTo>
                  <a:pt x="2431439" y="67552"/>
                </a:lnTo>
                <a:lnTo>
                  <a:pt x="2431553" y="68169"/>
                </a:lnTo>
                <a:lnTo>
                  <a:pt x="2431679" y="68775"/>
                </a:lnTo>
                <a:lnTo>
                  <a:pt x="2431819" y="69372"/>
                </a:lnTo>
                <a:lnTo>
                  <a:pt x="2431973" y="69958"/>
                </a:lnTo>
                <a:lnTo>
                  <a:pt x="2432140" y="70535"/>
                </a:lnTo>
                <a:lnTo>
                  <a:pt x="2432320" y="71101"/>
                </a:lnTo>
                <a:lnTo>
                  <a:pt x="2432513" y="71657"/>
                </a:lnTo>
                <a:lnTo>
                  <a:pt x="2432720" y="72203"/>
                </a:lnTo>
                <a:lnTo>
                  <a:pt x="2432940" y="72739"/>
                </a:lnTo>
                <a:lnTo>
                  <a:pt x="2433174" y="73266"/>
                </a:lnTo>
                <a:lnTo>
                  <a:pt x="2433421" y="73782"/>
                </a:lnTo>
                <a:lnTo>
                  <a:pt x="2433681" y="74288"/>
                </a:lnTo>
                <a:lnTo>
                  <a:pt x="2433955" y="74784"/>
                </a:lnTo>
                <a:lnTo>
                  <a:pt x="2434241" y="75270"/>
                </a:lnTo>
                <a:lnTo>
                  <a:pt x="2434542" y="75746"/>
                </a:lnTo>
                <a:lnTo>
                  <a:pt x="2434855" y="76212"/>
                </a:lnTo>
                <a:lnTo>
                  <a:pt x="2435182" y="76669"/>
                </a:lnTo>
                <a:lnTo>
                  <a:pt x="2435522" y="77120"/>
                </a:lnTo>
                <a:lnTo>
                  <a:pt x="2435876" y="77564"/>
                </a:lnTo>
                <a:lnTo>
                  <a:pt x="2436243" y="78002"/>
                </a:lnTo>
                <a:lnTo>
                  <a:pt x="2436623" y="78432"/>
                </a:lnTo>
                <a:lnTo>
                  <a:pt x="2437017" y="78856"/>
                </a:lnTo>
                <a:lnTo>
                  <a:pt x="2437424" y="79274"/>
                </a:lnTo>
                <a:lnTo>
                  <a:pt x="2437844" y="79684"/>
                </a:lnTo>
                <a:lnTo>
                  <a:pt x="2438278" y="80088"/>
                </a:lnTo>
                <a:lnTo>
                  <a:pt x="2438725" y="80486"/>
                </a:lnTo>
                <a:lnTo>
                  <a:pt x="2439185" y="80876"/>
                </a:lnTo>
                <a:lnTo>
                  <a:pt x="2439659" y="81260"/>
                </a:lnTo>
                <a:lnTo>
                  <a:pt x="2440146" y="81637"/>
                </a:lnTo>
                <a:lnTo>
                  <a:pt x="2440647" y="82008"/>
                </a:lnTo>
                <a:lnTo>
                  <a:pt x="2441160" y="82372"/>
                </a:lnTo>
                <a:lnTo>
                  <a:pt x="2441687" y="82729"/>
                </a:lnTo>
                <a:lnTo>
                  <a:pt x="2442228" y="83079"/>
                </a:lnTo>
                <a:lnTo>
                  <a:pt x="2442782" y="83423"/>
                </a:lnTo>
                <a:lnTo>
                  <a:pt x="2443349" y="83760"/>
                </a:lnTo>
                <a:lnTo>
                  <a:pt x="2443929" y="84091"/>
                </a:lnTo>
                <a:lnTo>
                  <a:pt x="2444523" y="84414"/>
                </a:lnTo>
                <a:lnTo>
                  <a:pt x="2445130" y="84731"/>
                </a:lnTo>
                <a:lnTo>
                  <a:pt x="2445751" y="85041"/>
                </a:lnTo>
                <a:lnTo>
                  <a:pt x="2446384" y="85345"/>
                </a:lnTo>
                <a:lnTo>
                  <a:pt x="2447031" y="85644"/>
                </a:lnTo>
                <a:lnTo>
                  <a:pt x="2447690" y="85939"/>
                </a:lnTo>
                <a:lnTo>
                  <a:pt x="2448361" y="86232"/>
                </a:lnTo>
                <a:lnTo>
                  <a:pt x="2449045" y="86521"/>
                </a:lnTo>
                <a:lnTo>
                  <a:pt x="2449741" y="86808"/>
                </a:lnTo>
                <a:lnTo>
                  <a:pt x="2450449" y="87091"/>
                </a:lnTo>
                <a:lnTo>
                  <a:pt x="2451170" y="87372"/>
                </a:lnTo>
                <a:lnTo>
                  <a:pt x="2451903" y="87649"/>
                </a:lnTo>
                <a:lnTo>
                  <a:pt x="2452648" y="87924"/>
                </a:lnTo>
                <a:lnTo>
                  <a:pt x="2453405" y="88196"/>
                </a:lnTo>
                <a:lnTo>
                  <a:pt x="2454175" y="88464"/>
                </a:lnTo>
                <a:lnTo>
                  <a:pt x="2454957" y="88730"/>
                </a:lnTo>
                <a:lnTo>
                  <a:pt x="2455752" y="88993"/>
                </a:lnTo>
                <a:lnTo>
                  <a:pt x="2456559" y="89252"/>
                </a:lnTo>
                <a:lnTo>
                  <a:pt x="2457378" y="89509"/>
                </a:lnTo>
                <a:lnTo>
                  <a:pt x="2458209" y="89763"/>
                </a:lnTo>
                <a:lnTo>
                  <a:pt x="2459053" y="90014"/>
                </a:lnTo>
                <a:lnTo>
                  <a:pt x="2459909" y="90261"/>
                </a:lnTo>
                <a:lnTo>
                  <a:pt x="2460777" y="90506"/>
                </a:lnTo>
                <a:lnTo>
                  <a:pt x="2461658" y="90748"/>
                </a:lnTo>
                <a:lnTo>
                  <a:pt x="2462551" y="90987"/>
                </a:lnTo>
                <a:lnTo>
                  <a:pt x="2463457" y="91223"/>
                </a:lnTo>
                <a:lnTo>
                  <a:pt x="2464374" y="91456"/>
                </a:lnTo>
                <a:lnTo>
                  <a:pt x="2465304" y="91686"/>
                </a:lnTo>
                <a:lnTo>
                  <a:pt x="2466439" y="91965"/>
                </a:lnTo>
                <a:lnTo>
                  <a:pt x="2467546" y="92245"/>
                </a:lnTo>
                <a:lnTo>
                  <a:pt x="2468623" y="92526"/>
                </a:lnTo>
                <a:lnTo>
                  <a:pt x="2469671" y="92807"/>
                </a:lnTo>
                <a:lnTo>
                  <a:pt x="2470691" y="93089"/>
                </a:lnTo>
                <a:lnTo>
                  <a:pt x="2471682" y="93372"/>
                </a:lnTo>
                <a:lnTo>
                  <a:pt x="2472643" y="93656"/>
                </a:lnTo>
                <a:lnTo>
                  <a:pt x="2473576" y="93940"/>
                </a:lnTo>
                <a:lnTo>
                  <a:pt x="2474480" y="94225"/>
                </a:lnTo>
                <a:lnTo>
                  <a:pt x="2475355" y="94511"/>
                </a:lnTo>
                <a:lnTo>
                  <a:pt x="2476201" y="94797"/>
                </a:lnTo>
                <a:lnTo>
                  <a:pt x="2477018" y="95084"/>
                </a:lnTo>
                <a:lnTo>
                  <a:pt x="2477806" y="95372"/>
                </a:lnTo>
                <a:lnTo>
                  <a:pt x="2478566" y="95661"/>
                </a:lnTo>
                <a:lnTo>
                  <a:pt x="2479296" y="95950"/>
                </a:lnTo>
                <a:lnTo>
                  <a:pt x="2479998" y="96240"/>
                </a:lnTo>
                <a:lnTo>
                  <a:pt x="2480670" y="96531"/>
                </a:lnTo>
                <a:lnTo>
                  <a:pt x="2481314" y="96823"/>
                </a:lnTo>
                <a:lnTo>
                  <a:pt x="2481929" y="97115"/>
                </a:lnTo>
                <a:lnTo>
                  <a:pt x="2482514" y="97408"/>
                </a:lnTo>
                <a:lnTo>
                  <a:pt x="2483071" y="97701"/>
                </a:lnTo>
                <a:lnTo>
                  <a:pt x="2483599" y="97996"/>
                </a:lnTo>
                <a:lnTo>
                  <a:pt x="2484099" y="98291"/>
                </a:lnTo>
                <a:lnTo>
                  <a:pt x="2484569" y="98586"/>
                </a:lnTo>
                <a:lnTo>
                  <a:pt x="2485015" y="98889"/>
                </a:lnTo>
                <a:lnTo>
                  <a:pt x="2485442" y="99204"/>
                </a:lnTo>
                <a:lnTo>
                  <a:pt x="2485851" y="99533"/>
                </a:lnTo>
                <a:lnTo>
                  <a:pt x="2486240" y="99874"/>
                </a:lnTo>
                <a:lnTo>
                  <a:pt x="2486610" y="100229"/>
                </a:lnTo>
                <a:lnTo>
                  <a:pt x="2486961" y="100596"/>
                </a:lnTo>
                <a:lnTo>
                  <a:pt x="2487294" y="100977"/>
                </a:lnTo>
                <a:lnTo>
                  <a:pt x="2487607" y="101371"/>
                </a:lnTo>
                <a:lnTo>
                  <a:pt x="2487901" y="101778"/>
                </a:lnTo>
                <a:lnTo>
                  <a:pt x="2488177" y="102197"/>
                </a:lnTo>
                <a:lnTo>
                  <a:pt x="2488433" y="102630"/>
                </a:lnTo>
                <a:lnTo>
                  <a:pt x="2488671" y="103076"/>
                </a:lnTo>
                <a:lnTo>
                  <a:pt x="2488889" y="103535"/>
                </a:lnTo>
                <a:lnTo>
                  <a:pt x="2489088" y="104007"/>
                </a:lnTo>
                <a:lnTo>
                  <a:pt x="2489269" y="104492"/>
                </a:lnTo>
                <a:lnTo>
                  <a:pt x="2489430" y="104990"/>
                </a:lnTo>
                <a:lnTo>
                  <a:pt x="2489573" y="105501"/>
                </a:lnTo>
                <a:lnTo>
                  <a:pt x="2489696" y="106025"/>
                </a:lnTo>
                <a:lnTo>
                  <a:pt x="2489800" y="106563"/>
                </a:lnTo>
                <a:lnTo>
                  <a:pt x="2489886" y="107113"/>
                </a:lnTo>
                <a:lnTo>
                  <a:pt x="2489952" y="107676"/>
                </a:lnTo>
                <a:lnTo>
                  <a:pt x="2490000" y="108253"/>
                </a:lnTo>
                <a:lnTo>
                  <a:pt x="2490028" y="108842"/>
                </a:lnTo>
                <a:lnTo>
                  <a:pt x="2490038" y="109444"/>
                </a:lnTo>
                <a:lnTo>
                  <a:pt x="2490027" y="110162"/>
                </a:lnTo>
                <a:lnTo>
                  <a:pt x="2489996" y="110863"/>
                </a:lnTo>
                <a:lnTo>
                  <a:pt x="2489943" y="111547"/>
                </a:lnTo>
                <a:lnTo>
                  <a:pt x="2489869" y="112213"/>
                </a:lnTo>
                <a:lnTo>
                  <a:pt x="2489775" y="112863"/>
                </a:lnTo>
                <a:lnTo>
                  <a:pt x="2489659" y="113495"/>
                </a:lnTo>
                <a:lnTo>
                  <a:pt x="2489522" y="114110"/>
                </a:lnTo>
                <a:lnTo>
                  <a:pt x="2489364" y="114708"/>
                </a:lnTo>
                <a:lnTo>
                  <a:pt x="2489186" y="115289"/>
                </a:lnTo>
                <a:lnTo>
                  <a:pt x="2488986" y="115853"/>
                </a:lnTo>
                <a:lnTo>
                  <a:pt x="2488765" y="116400"/>
                </a:lnTo>
                <a:lnTo>
                  <a:pt x="2488523" y="116930"/>
                </a:lnTo>
                <a:lnTo>
                  <a:pt x="2488260" y="117442"/>
                </a:lnTo>
                <a:lnTo>
                  <a:pt x="2487976" y="117937"/>
                </a:lnTo>
                <a:lnTo>
                  <a:pt x="2487670" y="118416"/>
                </a:lnTo>
                <a:lnTo>
                  <a:pt x="2487344" y="118877"/>
                </a:lnTo>
                <a:lnTo>
                  <a:pt x="2486997" y="119321"/>
                </a:lnTo>
                <a:lnTo>
                  <a:pt x="2486629" y="119748"/>
                </a:lnTo>
                <a:lnTo>
                  <a:pt x="2486240" y="120158"/>
                </a:lnTo>
                <a:lnTo>
                  <a:pt x="2485829" y="120550"/>
                </a:lnTo>
                <a:lnTo>
                  <a:pt x="2485398" y="120926"/>
                </a:lnTo>
                <a:lnTo>
                  <a:pt x="2484945" y="121284"/>
                </a:lnTo>
                <a:lnTo>
                  <a:pt x="2484472" y="121625"/>
                </a:lnTo>
                <a:lnTo>
                  <a:pt x="2483978" y="121950"/>
                </a:lnTo>
                <a:lnTo>
                  <a:pt x="2483467" y="122259"/>
                </a:lnTo>
                <a:lnTo>
                  <a:pt x="2482945" y="122555"/>
                </a:lnTo>
                <a:lnTo>
                  <a:pt x="2482411" y="122837"/>
                </a:lnTo>
                <a:lnTo>
                  <a:pt x="2481866" y="123107"/>
                </a:lnTo>
                <a:lnTo>
                  <a:pt x="2481309" y="123363"/>
                </a:lnTo>
                <a:lnTo>
                  <a:pt x="2480741" y="123607"/>
                </a:lnTo>
                <a:lnTo>
                  <a:pt x="2480162" y="123837"/>
                </a:lnTo>
                <a:lnTo>
                  <a:pt x="2479571" y="124054"/>
                </a:lnTo>
                <a:lnTo>
                  <a:pt x="2478968" y="124258"/>
                </a:lnTo>
                <a:lnTo>
                  <a:pt x="2478354" y="124448"/>
                </a:lnTo>
                <a:lnTo>
                  <a:pt x="2477729" y="124626"/>
                </a:lnTo>
                <a:lnTo>
                  <a:pt x="2477092" y="124790"/>
                </a:lnTo>
                <a:lnTo>
                  <a:pt x="2476444" y="124942"/>
                </a:lnTo>
                <a:lnTo>
                  <a:pt x="2475784" y="125080"/>
                </a:lnTo>
                <a:lnTo>
                  <a:pt x="2475113" y="125205"/>
                </a:lnTo>
                <a:lnTo>
                  <a:pt x="2474430" y="125316"/>
                </a:lnTo>
                <a:lnTo>
                  <a:pt x="2473736" y="125415"/>
                </a:lnTo>
                <a:lnTo>
                  <a:pt x="2473030" y="125501"/>
                </a:lnTo>
                <a:lnTo>
                  <a:pt x="2472313" y="125573"/>
                </a:lnTo>
                <a:lnTo>
                  <a:pt x="2471585" y="125632"/>
                </a:lnTo>
                <a:lnTo>
                  <a:pt x="2470845" y="125678"/>
                </a:lnTo>
                <a:lnTo>
                  <a:pt x="2470093" y="125711"/>
                </a:lnTo>
                <a:lnTo>
                  <a:pt x="2469330" y="125731"/>
                </a:lnTo>
                <a:lnTo>
                  <a:pt x="2468556" y="125737"/>
                </a:lnTo>
                <a:lnTo>
                  <a:pt x="2467692" y="125729"/>
                </a:lnTo>
                <a:lnTo>
                  <a:pt x="2466839" y="125704"/>
                </a:lnTo>
                <a:lnTo>
                  <a:pt x="2465999" y="125662"/>
                </a:lnTo>
                <a:lnTo>
                  <a:pt x="2465171" y="125604"/>
                </a:lnTo>
                <a:lnTo>
                  <a:pt x="2464356" y="125529"/>
                </a:lnTo>
                <a:lnTo>
                  <a:pt x="2463552" y="125437"/>
                </a:lnTo>
                <a:lnTo>
                  <a:pt x="2462761" y="125329"/>
                </a:lnTo>
                <a:lnTo>
                  <a:pt x="2461981" y="125204"/>
                </a:lnTo>
                <a:lnTo>
                  <a:pt x="2461214" y="125062"/>
                </a:lnTo>
                <a:lnTo>
                  <a:pt x="2460459" y="124904"/>
                </a:lnTo>
                <a:lnTo>
                  <a:pt x="2459716" y="124729"/>
                </a:lnTo>
                <a:lnTo>
                  <a:pt x="2458985" y="124537"/>
                </a:lnTo>
                <a:lnTo>
                  <a:pt x="2458267" y="124329"/>
                </a:lnTo>
                <a:lnTo>
                  <a:pt x="2457560" y="124104"/>
                </a:lnTo>
                <a:lnTo>
                  <a:pt x="2456866" y="123862"/>
                </a:lnTo>
                <a:lnTo>
                  <a:pt x="2456184" y="123604"/>
                </a:lnTo>
                <a:lnTo>
                  <a:pt x="2455514" y="123329"/>
                </a:lnTo>
                <a:lnTo>
                  <a:pt x="2454856" y="123037"/>
                </a:lnTo>
                <a:lnTo>
                  <a:pt x="2454210" y="122729"/>
                </a:lnTo>
                <a:lnTo>
                  <a:pt x="2453577" y="122403"/>
                </a:lnTo>
                <a:lnTo>
                  <a:pt x="2452955" y="122062"/>
                </a:lnTo>
                <a:lnTo>
                  <a:pt x="2452346" y="121703"/>
                </a:lnTo>
                <a:lnTo>
                  <a:pt x="2451749" y="121328"/>
                </a:lnTo>
                <a:lnTo>
                  <a:pt x="2451164" y="120937"/>
                </a:lnTo>
                <a:lnTo>
                  <a:pt x="2450597" y="120524"/>
                </a:lnTo>
                <a:lnTo>
                  <a:pt x="2450054" y="120088"/>
                </a:lnTo>
                <a:lnTo>
                  <a:pt x="2449535" y="119628"/>
                </a:lnTo>
                <a:lnTo>
                  <a:pt x="2449041" y="119143"/>
                </a:lnTo>
                <a:lnTo>
                  <a:pt x="2448571" y="118634"/>
                </a:lnTo>
                <a:lnTo>
                  <a:pt x="2448124" y="118101"/>
                </a:lnTo>
                <a:lnTo>
                  <a:pt x="2447702" y="117544"/>
                </a:lnTo>
                <a:lnTo>
                  <a:pt x="2447304" y="116962"/>
                </a:lnTo>
                <a:lnTo>
                  <a:pt x="2446930" y="116356"/>
                </a:lnTo>
                <a:lnTo>
                  <a:pt x="2446580" y="115727"/>
                </a:lnTo>
                <a:lnTo>
                  <a:pt x="2446255" y="115073"/>
                </a:lnTo>
                <a:lnTo>
                  <a:pt x="2445953" y="114394"/>
                </a:lnTo>
                <a:lnTo>
                  <a:pt x="2445676" y="113692"/>
                </a:lnTo>
                <a:lnTo>
                  <a:pt x="2445423" y="112965"/>
                </a:lnTo>
                <a:lnTo>
                  <a:pt x="2445193" y="112215"/>
                </a:lnTo>
                <a:lnTo>
                  <a:pt x="2444988" y="111440"/>
                </a:lnTo>
                <a:lnTo>
                  <a:pt x="2444808" y="110641"/>
                </a:lnTo>
                <a:lnTo>
                  <a:pt x="2444651" y="109817"/>
                </a:lnTo>
                <a:lnTo>
                  <a:pt x="2444518" y="108970"/>
                </a:lnTo>
                <a:lnTo>
                  <a:pt x="2444410" y="108098"/>
                </a:lnTo>
                <a:lnTo>
                  <a:pt x="2444325" y="107202"/>
                </a:lnTo>
                <a:lnTo>
                  <a:pt x="2444265" y="106282"/>
                </a:lnTo>
                <a:lnTo>
                  <a:pt x="2444229" y="105338"/>
                </a:lnTo>
                <a:lnTo>
                  <a:pt x="2444217" y="104369"/>
                </a:lnTo>
                <a:lnTo>
                  <a:pt x="2428352" y="104369"/>
                </a:lnTo>
                <a:lnTo>
                  <a:pt x="2428357" y="105126"/>
                </a:lnTo>
                <a:lnTo>
                  <a:pt x="2428373" y="105873"/>
                </a:lnTo>
                <a:lnTo>
                  <a:pt x="2428400" y="106611"/>
                </a:lnTo>
                <a:lnTo>
                  <a:pt x="2428438" y="107339"/>
                </a:lnTo>
                <a:lnTo>
                  <a:pt x="2428486" y="108058"/>
                </a:lnTo>
                <a:lnTo>
                  <a:pt x="2428546" y="108768"/>
                </a:lnTo>
                <a:lnTo>
                  <a:pt x="2428616" y="109469"/>
                </a:lnTo>
                <a:lnTo>
                  <a:pt x="2428696" y="110160"/>
                </a:lnTo>
                <a:lnTo>
                  <a:pt x="2428788" y="110842"/>
                </a:lnTo>
                <a:lnTo>
                  <a:pt x="2428890" y="111514"/>
                </a:lnTo>
                <a:lnTo>
                  <a:pt x="2429004" y="112177"/>
                </a:lnTo>
                <a:lnTo>
                  <a:pt x="2429128" y="112831"/>
                </a:lnTo>
                <a:lnTo>
                  <a:pt x="2429262" y="113475"/>
                </a:lnTo>
                <a:lnTo>
                  <a:pt x="2429408" y="114110"/>
                </a:lnTo>
                <a:lnTo>
                  <a:pt x="2429564" y="114736"/>
                </a:lnTo>
                <a:lnTo>
                  <a:pt x="2429731" y="115353"/>
                </a:lnTo>
                <a:lnTo>
                  <a:pt x="2429909" y="115960"/>
                </a:lnTo>
                <a:lnTo>
                  <a:pt x="2430098" y="116557"/>
                </a:lnTo>
                <a:lnTo>
                  <a:pt x="2430297" y="117146"/>
                </a:lnTo>
                <a:lnTo>
                  <a:pt x="2430507" y="117725"/>
                </a:lnTo>
                <a:lnTo>
                  <a:pt x="2430728" y="118295"/>
                </a:lnTo>
                <a:lnTo>
                  <a:pt x="2430960" y="118855"/>
                </a:lnTo>
                <a:lnTo>
                  <a:pt x="2431202" y="119406"/>
                </a:lnTo>
                <a:lnTo>
                  <a:pt x="2431456" y="119948"/>
                </a:lnTo>
                <a:lnTo>
                  <a:pt x="2431718" y="120481"/>
                </a:lnTo>
                <a:lnTo>
                  <a:pt x="2431990" y="121005"/>
                </a:lnTo>
                <a:lnTo>
                  <a:pt x="2432269" y="121520"/>
                </a:lnTo>
                <a:lnTo>
                  <a:pt x="2432557" y="122026"/>
                </a:lnTo>
                <a:lnTo>
                  <a:pt x="2432854" y="122524"/>
                </a:lnTo>
                <a:lnTo>
                  <a:pt x="2433158" y="123014"/>
                </a:lnTo>
                <a:lnTo>
                  <a:pt x="2433472" y="123495"/>
                </a:lnTo>
                <a:lnTo>
                  <a:pt x="2433793" y="123967"/>
                </a:lnTo>
                <a:lnTo>
                  <a:pt x="2434123" y="124430"/>
                </a:lnTo>
                <a:lnTo>
                  <a:pt x="2434461" y="124885"/>
                </a:lnTo>
                <a:lnTo>
                  <a:pt x="2434808" y="125331"/>
                </a:lnTo>
                <a:lnTo>
                  <a:pt x="2435163" y="125769"/>
                </a:lnTo>
                <a:lnTo>
                  <a:pt x="2435527" y="126198"/>
                </a:lnTo>
                <a:lnTo>
                  <a:pt x="2435898" y="126618"/>
                </a:lnTo>
                <a:lnTo>
                  <a:pt x="2436279" y="127030"/>
                </a:lnTo>
                <a:lnTo>
                  <a:pt x="2436667" y="127433"/>
                </a:lnTo>
                <a:lnTo>
                  <a:pt x="2437064" y="127827"/>
                </a:lnTo>
                <a:lnTo>
                  <a:pt x="2437470" y="128213"/>
                </a:lnTo>
                <a:lnTo>
                  <a:pt x="2437883" y="128591"/>
                </a:lnTo>
                <a:lnTo>
                  <a:pt x="2438306" y="128959"/>
                </a:lnTo>
                <a:lnTo>
                  <a:pt x="2438736" y="129319"/>
                </a:lnTo>
                <a:lnTo>
                  <a:pt x="2439175" y="129670"/>
                </a:lnTo>
                <a:lnTo>
                  <a:pt x="2439622" y="130013"/>
                </a:lnTo>
                <a:lnTo>
                  <a:pt x="2440078" y="130347"/>
                </a:lnTo>
                <a:lnTo>
                  <a:pt x="2440541" y="130673"/>
                </a:lnTo>
                <a:lnTo>
                  <a:pt x="2441010" y="130992"/>
                </a:lnTo>
                <a:lnTo>
                  <a:pt x="2441484" y="131303"/>
                </a:lnTo>
                <a:lnTo>
                  <a:pt x="2441965" y="131607"/>
                </a:lnTo>
                <a:lnTo>
                  <a:pt x="2442452" y="131903"/>
                </a:lnTo>
                <a:lnTo>
                  <a:pt x="2442945" y="132192"/>
                </a:lnTo>
                <a:lnTo>
                  <a:pt x="2443444" y="132474"/>
                </a:lnTo>
                <a:lnTo>
                  <a:pt x="2443948" y="132748"/>
                </a:lnTo>
                <a:lnTo>
                  <a:pt x="2444459" y="133015"/>
                </a:lnTo>
                <a:lnTo>
                  <a:pt x="2444976" y="133275"/>
                </a:lnTo>
                <a:lnTo>
                  <a:pt x="2445499" y="133527"/>
                </a:lnTo>
                <a:lnTo>
                  <a:pt x="2446027" y="133771"/>
                </a:lnTo>
                <a:lnTo>
                  <a:pt x="2446562" y="134009"/>
                </a:lnTo>
                <a:lnTo>
                  <a:pt x="2447103" y="134239"/>
                </a:lnTo>
                <a:lnTo>
                  <a:pt x="2447649" y="134461"/>
                </a:lnTo>
                <a:lnTo>
                  <a:pt x="2448202" y="134676"/>
                </a:lnTo>
                <a:lnTo>
                  <a:pt x="2448761" y="134884"/>
                </a:lnTo>
                <a:lnTo>
                  <a:pt x="2449325" y="135084"/>
                </a:lnTo>
                <a:lnTo>
                  <a:pt x="2449896" y="135277"/>
                </a:lnTo>
                <a:lnTo>
                  <a:pt x="2450472" y="135462"/>
                </a:lnTo>
                <a:lnTo>
                  <a:pt x="2451055" y="135640"/>
                </a:lnTo>
                <a:lnTo>
                  <a:pt x="2451644" y="135811"/>
                </a:lnTo>
                <a:lnTo>
                  <a:pt x="2452238" y="135974"/>
                </a:lnTo>
                <a:lnTo>
                  <a:pt x="2452839" y="136130"/>
                </a:lnTo>
                <a:lnTo>
                  <a:pt x="2453444" y="136279"/>
                </a:lnTo>
                <a:lnTo>
                  <a:pt x="2454052" y="136422"/>
                </a:lnTo>
                <a:lnTo>
                  <a:pt x="2454663" y="136558"/>
                </a:lnTo>
                <a:lnTo>
                  <a:pt x="2455276" y="136688"/>
                </a:lnTo>
                <a:lnTo>
                  <a:pt x="2455893" y="136812"/>
                </a:lnTo>
                <a:lnTo>
                  <a:pt x="2456513" y="136929"/>
                </a:lnTo>
                <a:lnTo>
                  <a:pt x="2457135" y="137040"/>
                </a:lnTo>
                <a:lnTo>
                  <a:pt x="2457760" y="137145"/>
                </a:lnTo>
                <a:lnTo>
                  <a:pt x="2458389" y="137243"/>
                </a:lnTo>
                <a:lnTo>
                  <a:pt x="2459020" y="137335"/>
                </a:lnTo>
                <a:lnTo>
                  <a:pt x="2459654" y="137421"/>
                </a:lnTo>
                <a:lnTo>
                  <a:pt x="2460291" y="137500"/>
                </a:lnTo>
                <a:lnTo>
                  <a:pt x="2460931" y="137573"/>
                </a:lnTo>
                <a:lnTo>
                  <a:pt x="2461574" y="137639"/>
                </a:lnTo>
                <a:lnTo>
                  <a:pt x="2462219" y="137700"/>
                </a:lnTo>
                <a:lnTo>
                  <a:pt x="2462868" y="137753"/>
                </a:lnTo>
                <a:lnTo>
                  <a:pt x="2463520" y="137801"/>
                </a:lnTo>
                <a:lnTo>
                  <a:pt x="2464174" y="137842"/>
                </a:lnTo>
                <a:lnTo>
                  <a:pt x="2464831" y="137877"/>
                </a:lnTo>
                <a:lnTo>
                  <a:pt x="2465492" y="137906"/>
                </a:lnTo>
                <a:lnTo>
                  <a:pt x="2466155" y="137928"/>
                </a:lnTo>
                <a:lnTo>
                  <a:pt x="2466821" y="137944"/>
                </a:lnTo>
                <a:lnTo>
                  <a:pt x="2467490" y="137953"/>
                </a:lnTo>
                <a:lnTo>
                  <a:pt x="2468162" y="137956"/>
                </a:lnTo>
                <a:lnTo>
                  <a:pt x="2468833" y="137953"/>
                </a:lnTo>
                <a:lnTo>
                  <a:pt x="2469501" y="137944"/>
                </a:lnTo>
                <a:lnTo>
                  <a:pt x="2470164" y="137929"/>
                </a:lnTo>
                <a:lnTo>
                  <a:pt x="2470824" y="137908"/>
                </a:lnTo>
                <a:lnTo>
                  <a:pt x="2471479" y="137881"/>
                </a:lnTo>
                <a:close/>
                <a:moveTo>
                  <a:pt x="2580089" y="137778"/>
                </a:moveTo>
                <a:lnTo>
                  <a:pt x="2581037" y="137699"/>
                </a:lnTo>
                <a:lnTo>
                  <a:pt x="2581974" y="137606"/>
                </a:lnTo>
                <a:lnTo>
                  <a:pt x="2582899" y="137499"/>
                </a:lnTo>
                <a:lnTo>
                  <a:pt x="2583813" y="137378"/>
                </a:lnTo>
                <a:lnTo>
                  <a:pt x="2584716" y="137242"/>
                </a:lnTo>
                <a:lnTo>
                  <a:pt x="2585608" y="137092"/>
                </a:lnTo>
                <a:lnTo>
                  <a:pt x="2586488" y="136928"/>
                </a:lnTo>
                <a:lnTo>
                  <a:pt x="2587357" y="136749"/>
                </a:lnTo>
                <a:lnTo>
                  <a:pt x="2588214" y="136556"/>
                </a:lnTo>
                <a:lnTo>
                  <a:pt x="2589061" y="136349"/>
                </a:lnTo>
                <a:lnTo>
                  <a:pt x="2589896" y="136128"/>
                </a:lnTo>
                <a:lnTo>
                  <a:pt x="2590719" y="135892"/>
                </a:lnTo>
                <a:lnTo>
                  <a:pt x="2591532" y="135642"/>
                </a:lnTo>
                <a:lnTo>
                  <a:pt x="2592333" y="135378"/>
                </a:lnTo>
                <a:lnTo>
                  <a:pt x="2593123" y="135099"/>
                </a:lnTo>
                <a:lnTo>
                  <a:pt x="2593901" y="134806"/>
                </a:lnTo>
                <a:lnTo>
                  <a:pt x="2594669" y="134499"/>
                </a:lnTo>
                <a:lnTo>
                  <a:pt x="2595425" y="134178"/>
                </a:lnTo>
                <a:lnTo>
                  <a:pt x="2596169" y="133842"/>
                </a:lnTo>
                <a:lnTo>
                  <a:pt x="2596902" y="133493"/>
                </a:lnTo>
                <a:lnTo>
                  <a:pt x="2597620" y="133132"/>
                </a:lnTo>
                <a:lnTo>
                  <a:pt x="2598325" y="132759"/>
                </a:lnTo>
                <a:lnTo>
                  <a:pt x="2599016" y="132374"/>
                </a:lnTo>
                <a:lnTo>
                  <a:pt x="2599694" y="131977"/>
                </a:lnTo>
                <a:lnTo>
                  <a:pt x="2600357" y="131568"/>
                </a:lnTo>
                <a:lnTo>
                  <a:pt x="2601007" y="131147"/>
                </a:lnTo>
                <a:lnTo>
                  <a:pt x="2601644" y="130714"/>
                </a:lnTo>
                <a:lnTo>
                  <a:pt x="2602267" y="130269"/>
                </a:lnTo>
                <a:lnTo>
                  <a:pt x="2602876" y="129811"/>
                </a:lnTo>
                <a:lnTo>
                  <a:pt x="2603471" y="129342"/>
                </a:lnTo>
                <a:lnTo>
                  <a:pt x="2604053" y="128861"/>
                </a:lnTo>
                <a:lnTo>
                  <a:pt x="2604621" y="128368"/>
                </a:lnTo>
                <a:lnTo>
                  <a:pt x="2605175" y="127863"/>
                </a:lnTo>
                <a:lnTo>
                  <a:pt x="2605715" y="127346"/>
                </a:lnTo>
                <a:lnTo>
                  <a:pt x="2606242" y="126817"/>
                </a:lnTo>
                <a:lnTo>
                  <a:pt x="2606756" y="126276"/>
                </a:lnTo>
                <a:lnTo>
                  <a:pt x="2607255" y="125723"/>
                </a:lnTo>
                <a:lnTo>
                  <a:pt x="2607741" y="125158"/>
                </a:lnTo>
                <a:lnTo>
                  <a:pt x="2608213" y="124581"/>
                </a:lnTo>
                <a:lnTo>
                  <a:pt x="2608672" y="123992"/>
                </a:lnTo>
                <a:lnTo>
                  <a:pt x="2609116" y="123391"/>
                </a:lnTo>
                <a:lnTo>
                  <a:pt x="2609548" y="122778"/>
                </a:lnTo>
                <a:lnTo>
                  <a:pt x="2609965" y="122153"/>
                </a:lnTo>
                <a:lnTo>
                  <a:pt x="2610368" y="121517"/>
                </a:lnTo>
                <a:lnTo>
                  <a:pt x="2610754" y="120871"/>
                </a:lnTo>
                <a:lnTo>
                  <a:pt x="2611124" y="120215"/>
                </a:lnTo>
                <a:lnTo>
                  <a:pt x="2611479" y="119548"/>
                </a:lnTo>
                <a:lnTo>
                  <a:pt x="2611817" y="118872"/>
                </a:lnTo>
                <a:lnTo>
                  <a:pt x="2612139" y="118186"/>
                </a:lnTo>
                <a:lnTo>
                  <a:pt x="2612445" y="117490"/>
                </a:lnTo>
                <a:lnTo>
                  <a:pt x="2612735" y="116783"/>
                </a:lnTo>
                <a:lnTo>
                  <a:pt x="2613009" y="116067"/>
                </a:lnTo>
                <a:lnTo>
                  <a:pt x="2613267" y="115340"/>
                </a:lnTo>
                <a:lnTo>
                  <a:pt x="2613509" y="114604"/>
                </a:lnTo>
                <a:lnTo>
                  <a:pt x="2613734" y="113857"/>
                </a:lnTo>
                <a:lnTo>
                  <a:pt x="2613944" y="113100"/>
                </a:lnTo>
                <a:lnTo>
                  <a:pt x="2614137" y="112334"/>
                </a:lnTo>
                <a:lnTo>
                  <a:pt x="2614315" y="111557"/>
                </a:lnTo>
                <a:lnTo>
                  <a:pt x="2614476" y="110770"/>
                </a:lnTo>
                <a:lnTo>
                  <a:pt x="2614621" y="109973"/>
                </a:lnTo>
                <a:lnTo>
                  <a:pt x="2614750" y="109166"/>
                </a:lnTo>
                <a:lnTo>
                  <a:pt x="2614863" y="108349"/>
                </a:lnTo>
                <a:lnTo>
                  <a:pt x="2614960" y="107522"/>
                </a:lnTo>
                <a:lnTo>
                  <a:pt x="2615041" y="106685"/>
                </a:lnTo>
                <a:lnTo>
                  <a:pt x="2615106" y="105838"/>
                </a:lnTo>
                <a:lnTo>
                  <a:pt x="2615155" y="104981"/>
                </a:lnTo>
                <a:lnTo>
                  <a:pt x="2615188" y="104114"/>
                </a:lnTo>
                <a:lnTo>
                  <a:pt x="2598929" y="104114"/>
                </a:lnTo>
                <a:lnTo>
                  <a:pt x="2598894" y="104960"/>
                </a:lnTo>
                <a:lnTo>
                  <a:pt x="2598838" y="105790"/>
                </a:lnTo>
                <a:lnTo>
                  <a:pt x="2598762" y="106602"/>
                </a:lnTo>
                <a:lnTo>
                  <a:pt x="2598666" y="107398"/>
                </a:lnTo>
                <a:lnTo>
                  <a:pt x="2598549" y="108178"/>
                </a:lnTo>
                <a:lnTo>
                  <a:pt x="2598411" y="108940"/>
                </a:lnTo>
                <a:lnTo>
                  <a:pt x="2598253" y="109686"/>
                </a:lnTo>
                <a:lnTo>
                  <a:pt x="2598074" y="110415"/>
                </a:lnTo>
                <a:lnTo>
                  <a:pt x="2597875" y="111127"/>
                </a:lnTo>
                <a:lnTo>
                  <a:pt x="2597656" y="111823"/>
                </a:lnTo>
                <a:lnTo>
                  <a:pt x="2597416" y="112502"/>
                </a:lnTo>
                <a:lnTo>
                  <a:pt x="2597155" y="113164"/>
                </a:lnTo>
                <a:lnTo>
                  <a:pt x="2596874" y="113810"/>
                </a:lnTo>
                <a:lnTo>
                  <a:pt x="2596572" y="114438"/>
                </a:lnTo>
                <a:lnTo>
                  <a:pt x="2596249" y="115051"/>
                </a:lnTo>
                <a:lnTo>
                  <a:pt x="2595907" y="115646"/>
                </a:lnTo>
                <a:lnTo>
                  <a:pt x="2595543" y="116224"/>
                </a:lnTo>
                <a:lnTo>
                  <a:pt x="2595159" y="116786"/>
                </a:lnTo>
                <a:lnTo>
                  <a:pt x="2594755" y="117331"/>
                </a:lnTo>
                <a:lnTo>
                  <a:pt x="2594330" y="117860"/>
                </a:lnTo>
                <a:lnTo>
                  <a:pt x="2593884" y="118372"/>
                </a:lnTo>
                <a:lnTo>
                  <a:pt x="2593418" y="118867"/>
                </a:lnTo>
                <a:lnTo>
                  <a:pt x="2592932" y="119345"/>
                </a:lnTo>
                <a:lnTo>
                  <a:pt x="2592425" y="119806"/>
                </a:lnTo>
                <a:lnTo>
                  <a:pt x="2591899" y="120250"/>
                </a:lnTo>
                <a:lnTo>
                  <a:pt x="2591357" y="120675"/>
                </a:lnTo>
                <a:lnTo>
                  <a:pt x="2590797" y="121081"/>
                </a:lnTo>
                <a:lnTo>
                  <a:pt x="2590221" y="121468"/>
                </a:lnTo>
                <a:lnTo>
                  <a:pt x="2589629" y="121836"/>
                </a:lnTo>
                <a:lnTo>
                  <a:pt x="2589019" y="122186"/>
                </a:lnTo>
                <a:lnTo>
                  <a:pt x="2588393" y="122516"/>
                </a:lnTo>
                <a:lnTo>
                  <a:pt x="2587750" y="122828"/>
                </a:lnTo>
                <a:lnTo>
                  <a:pt x="2587090" y="123120"/>
                </a:lnTo>
                <a:lnTo>
                  <a:pt x="2586413" y="123394"/>
                </a:lnTo>
                <a:lnTo>
                  <a:pt x="2585720" y="123649"/>
                </a:lnTo>
                <a:lnTo>
                  <a:pt x="2585010" y="123885"/>
                </a:lnTo>
                <a:lnTo>
                  <a:pt x="2584283" y="124102"/>
                </a:lnTo>
                <a:lnTo>
                  <a:pt x="2583539" y="124300"/>
                </a:lnTo>
                <a:lnTo>
                  <a:pt x="2582779" y="124480"/>
                </a:lnTo>
                <a:lnTo>
                  <a:pt x="2582001" y="124640"/>
                </a:lnTo>
                <a:lnTo>
                  <a:pt x="2581208" y="124782"/>
                </a:lnTo>
                <a:lnTo>
                  <a:pt x="2580397" y="124905"/>
                </a:lnTo>
                <a:lnTo>
                  <a:pt x="2579569" y="125009"/>
                </a:lnTo>
                <a:lnTo>
                  <a:pt x="2578725" y="125094"/>
                </a:lnTo>
                <a:lnTo>
                  <a:pt x="2577864" y="125160"/>
                </a:lnTo>
                <a:lnTo>
                  <a:pt x="2576986" y="125207"/>
                </a:lnTo>
                <a:lnTo>
                  <a:pt x="2576092" y="125235"/>
                </a:lnTo>
                <a:lnTo>
                  <a:pt x="2575180" y="125245"/>
                </a:lnTo>
                <a:lnTo>
                  <a:pt x="2574325" y="125236"/>
                </a:lnTo>
                <a:lnTo>
                  <a:pt x="2573484" y="125210"/>
                </a:lnTo>
                <a:lnTo>
                  <a:pt x="2572657" y="125168"/>
                </a:lnTo>
                <a:lnTo>
                  <a:pt x="2571844" y="125108"/>
                </a:lnTo>
                <a:lnTo>
                  <a:pt x="2571045" y="125031"/>
                </a:lnTo>
                <a:lnTo>
                  <a:pt x="2570259" y="124936"/>
                </a:lnTo>
                <a:lnTo>
                  <a:pt x="2569488" y="124825"/>
                </a:lnTo>
                <a:lnTo>
                  <a:pt x="2568731" y="124696"/>
                </a:lnTo>
                <a:lnTo>
                  <a:pt x="2567988" y="124551"/>
                </a:lnTo>
                <a:lnTo>
                  <a:pt x="2567259" y="124388"/>
                </a:lnTo>
                <a:lnTo>
                  <a:pt x="2566545" y="124208"/>
                </a:lnTo>
                <a:lnTo>
                  <a:pt x="2565844" y="124011"/>
                </a:lnTo>
                <a:lnTo>
                  <a:pt x="2565157" y="123797"/>
                </a:lnTo>
                <a:lnTo>
                  <a:pt x="2564484" y="123566"/>
                </a:lnTo>
                <a:lnTo>
                  <a:pt x="2563825" y="123318"/>
                </a:lnTo>
                <a:lnTo>
                  <a:pt x="2563180" y="123052"/>
                </a:lnTo>
                <a:lnTo>
                  <a:pt x="2562550" y="122769"/>
                </a:lnTo>
                <a:lnTo>
                  <a:pt x="2561933" y="122470"/>
                </a:lnTo>
                <a:lnTo>
                  <a:pt x="2561330" y="122153"/>
                </a:lnTo>
                <a:lnTo>
                  <a:pt x="2560741" y="121819"/>
                </a:lnTo>
                <a:lnTo>
                  <a:pt x="2560167" y="121468"/>
                </a:lnTo>
                <a:lnTo>
                  <a:pt x="2559606" y="121099"/>
                </a:lnTo>
                <a:lnTo>
                  <a:pt x="2559060" y="120714"/>
                </a:lnTo>
                <a:lnTo>
                  <a:pt x="2558527" y="120311"/>
                </a:lnTo>
                <a:lnTo>
                  <a:pt x="2558007" y="119895"/>
                </a:lnTo>
                <a:lnTo>
                  <a:pt x="2557500" y="119467"/>
                </a:lnTo>
                <a:lnTo>
                  <a:pt x="2557003" y="119028"/>
                </a:lnTo>
                <a:lnTo>
                  <a:pt x="2556519" y="118577"/>
                </a:lnTo>
                <a:lnTo>
                  <a:pt x="2556047" y="118115"/>
                </a:lnTo>
                <a:lnTo>
                  <a:pt x="2555586" y="117643"/>
                </a:lnTo>
                <a:lnTo>
                  <a:pt x="2555137" y="117158"/>
                </a:lnTo>
                <a:lnTo>
                  <a:pt x="2554700" y="116663"/>
                </a:lnTo>
                <a:lnTo>
                  <a:pt x="2554275" y="116156"/>
                </a:lnTo>
                <a:lnTo>
                  <a:pt x="2553862" y="115639"/>
                </a:lnTo>
                <a:lnTo>
                  <a:pt x="2553460" y="115110"/>
                </a:lnTo>
                <a:lnTo>
                  <a:pt x="2553070" y="114569"/>
                </a:lnTo>
                <a:lnTo>
                  <a:pt x="2552692" y="114018"/>
                </a:lnTo>
                <a:lnTo>
                  <a:pt x="2552326" y="113455"/>
                </a:lnTo>
                <a:lnTo>
                  <a:pt x="2551972" y="112881"/>
                </a:lnTo>
                <a:lnTo>
                  <a:pt x="2551629" y="112295"/>
                </a:lnTo>
                <a:lnTo>
                  <a:pt x="2551298" y="111699"/>
                </a:lnTo>
                <a:lnTo>
                  <a:pt x="2550979" y="111091"/>
                </a:lnTo>
                <a:lnTo>
                  <a:pt x="2550672" y="110472"/>
                </a:lnTo>
                <a:lnTo>
                  <a:pt x="2550377" y="109842"/>
                </a:lnTo>
                <a:lnTo>
                  <a:pt x="2550093" y="109201"/>
                </a:lnTo>
                <a:lnTo>
                  <a:pt x="2549822" y="108548"/>
                </a:lnTo>
                <a:lnTo>
                  <a:pt x="2549562" y="107884"/>
                </a:lnTo>
                <a:lnTo>
                  <a:pt x="2549314" y="107209"/>
                </a:lnTo>
                <a:lnTo>
                  <a:pt x="2549076" y="106525"/>
                </a:lnTo>
                <a:lnTo>
                  <a:pt x="2548849" y="105836"/>
                </a:lnTo>
                <a:lnTo>
                  <a:pt x="2548631" y="105141"/>
                </a:lnTo>
                <a:lnTo>
                  <a:pt x="2548423" y="104441"/>
                </a:lnTo>
                <a:lnTo>
                  <a:pt x="2548224" y="103736"/>
                </a:lnTo>
                <a:lnTo>
                  <a:pt x="2548036" y="103024"/>
                </a:lnTo>
                <a:lnTo>
                  <a:pt x="2547857" y="102308"/>
                </a:lnTo>
                <a:lnTo>
                  <a:pt x="2547688" y="101585"/>
                </a:lnTo>
                <a:lnTo>
                  <a:pt x="2547528" y="100858"/>
                </a:lnTo>
                <a:lnTo>
                  <a:pt x="2547379" y="100124"/>
                </a:lnTo>
                <a:lnTo>
                  <a:pt x="2547239" y="99385"/>
                </a:lnTo>
                <a:lnTo>
                  <a:pt x="2547109" y="98641"/>
                </a:lnTo>
                <a:lnTo>
                  <a:pt x="2546988" y="97891"/>
                </a:lnTo>
                <a:lnTo>
                  <a:pt x="2546878" y="97136"/>
                </a:lnTo>
                <a:lnTo>
                  <a:pt x="2546777" y="96375"/>
                </a:lnTo>
                <a:lnTo>
                  <a:pt x="2546686" y="95608"/>
                </a:lnTo>
                <a:lnTo>
                  <a:pt x="2546604" y="94836"/>
                </a:lnTo>
                <a:lnTo>
                  <a:pt x="2546533" y="94059"/>
                </a:lnTo>
                <a:lnTo>
                  <a:pt x="2546471" y="93276"/>
                </a:lnTo>
                <a:lnTo>
                  <a:pt x="2546419" y="92487"/>
                </a:lnTo>
                <a:lnTo>
                  <a:pt x="2546377" y="91693"/>
                </a:lnTo>
                <a:lnTo>
                  <a:pt x="2546344" y="90893"/>
                </a:lnTo>
                <a:lnTo>
                  <a:pt x="2546321" y="90088"/>
                </a:lnTo>
                <a:lnTo>
                  <a:pt x="2546308" y="89277"/>
                </a:lnTo>
                <a:lnTo>
                  <a:pt x="2614695" y="89277"/>
                </a:lnTo>
                <a:lnTo>
                  <a:pt x="2614711" y="89199"/>
                </a:lnTo>
                <a:lnTo>
                  <a:pt x="2614727" y="89117"/>
                </a:lnTo>
                <a:lnTo>
                  <a:pt x="2614743" y="89031"/>
                </a:lnTo>
                <a:lnTo>
                  <a:pt x="2614758" y="88941"/>
                </a:lnTo>
                <a:lnTo>
                  <a:pt x="2614773" y="88847"/>
                </a:lnTo>
                <a:lnTo>
                  <a:pt x="2614787" y="88749"/>
                </a:lnTo>
                <a:lnTo>
                  <a:pt x="2614802" y="88647"/>
                </a:lnTo>
                <a:lnTo>
                  <a:pt x="2614815" y="88540"/>
                </a:lnTo>
                <a:lnTo>
                  <a:pt x="2614829" y="88430"/>
                </a:lnTo>
                <a:lnTo>
                  <a:pt x="2614842" y="88316"/>
                </a:lnTo>
                <a:lnTo>
                  <a:pt x="2614855" y="88197"/>
                </a:lnTo>
                <a:lnTo>
                  <a:pt x="2614867" y="88075"/>
                </a:lnTo>
                <a:lnTo>
                  <a:pt x="2614880" y="87948"/>
                </a:lnTo>
                <a:lnTo>
                  <a:pt x="2614891" y="87818"/>
                </a:lnTo>
                <a:lnTo>
                  <a:pt x="2614903" y="87683"/>
                </a:lnTo>
                <a:lnTo>
                  <a:pt x="2614914" y="87545"/>
                </a:lnTo>
                <a:lnTo>
                  <a:pt x="2614925" y="87402"/>
                </a:lnTo>
                <a:lnTo>
                  <a:pt x="2614935" y="87255"/>
                </a:lnTo>
                <a:lnTo>
                  <a:pt x="2614945" y="87105"/>
                </a:lnTo>
                <a:lnTo>
                  <a:pt x="2614955" y="86950"/>
                </a:lnTo>
                <a:lnTo>
                  <a:pt x="2614964" y="86791"/>
                </a:lnTo>
                <a:lnTo>
                  <a:pt x="2614973" y="86628"/>
                </a:lnTo>
                <a:lnTo>
                  <a:pt x="2614982" y="86461"/>
                </a:lnTo>
                <a:lnTo>
                  <a:pt x="2614991" y="86290"/>
                </a:lnTo>
                <a:lnTo>
                  <a:pt x="2614999" y="86118"/>
                </a:lnTo>
                <a:lnTo>
                  <a:pt x="2615006" y="85948"/>
                </a:lnTo>
                <a:lnTo>
                  <a:pt x="2615014" y="85780"/>
                </a:lnTo>
                <a:lnTo>
                  <a:pt x="2615021" y="85613"/>
                </a:lnTo>
                <a:lnTo>
                  <a:pt x="2615027" y="85449"/>
                </a:lnTo>
                <a:lnTo>
                  <a:pt x="2615034" y="85286"/>
                </a:lnTo>
                <a:lnTo>
                  <a:pt x="2615040" y="85125"/>
                </a:lnTo>
                <a:lnTo>
                  <a:pt x="2615045" y="84967"/>
                </a:lnTo>
                <a:lnTo>
                  <a:pt x="2615051" y="84810"/>
                </a:lnTo>
                <a:lnTo>
                  <a:pt x="2615056" y="84655"/>
                </a:lnTo>
                <a:lnTo>
                  <a:pt x="2615060" y="84502"/>
                </a:lnTo>
                <a:lnTo>
                  <a:pt x="2615064" y="84351"/>
                </a:lnTo>
                <a:lnTo>
                  <a:pt x="2615068" y="84202"/>
                </a:lnTo>
                <a:lnTo>
                  <a:pt x="2615072" y="84055"/>
                </a:lnTo>
                <a:lnTo>
                  <a:pt x="2615075" y="83910"/>
                </a:lnTo>
                <a:lnTo>
                  <a:pt x="2615078" y="83767"/>
                </a:lnTo>
                <a:lnTo>
                  <a:pt x="2615081" y="83625"/>
                </a:lnTo>
                <a:lnTo>
                  <a:pt x="2615083" y="83486"/>
                </a:lnTo>
                <a:lnTo>
                  <a:pt x="2615085" y="83349"/>
                </a:lnTo>
                <a:lnTo>
                  <a:pt x="2615086" y="83213"/>
                </a:lnTo>
                <a:lnTo>
                  <a:pt x="2615088" y="83080"/>
                </a:lnTo>
                <a:lnTo>
                  <a:pt x="2615088" y="82948"/>
                </a:lnTo>
                <a:lnTo>
                  <a:pt x="2615089" y="82818"/>
                </a:lnTo>
                <a:lnTo>
                  <a:pt x="2615089" y="82691"/>
                </a:lnTo>
                <a:lnTo>
                  <a:pt x="2615070" y="80809"/>
                </a:lnTo>
                <a:lnTo>
                  <a:pt x="2615012" y="78965"/>
                </a:lnTo>
                <a:lnTo>
                  <a:pt x="2614915" y="77157"/>
                </a:lnTo>
                <a:lnTo>
                  <a:pt x="2614780" y="75386"/>
                </a:lnTo>
                <a:lnTo>
                  <a:pt x="2614606" y="73653"/>
                </a:lnTo>
                <a:lnTo>
                  <a:pt x="2614393" y="71956"/>
                </a:lnTo>
                <a:lnTo>
                  <a:pt x="2614142" y="70296"/>
                </a:lnTo>
                <a:lnTo>
                  <a:pt x="2613852" y="68673"/>
                </a:lnTo>
                <a:lnTo>
                  <a:pt x="2613523" y="67087"/>
                </a:lnTo>
                <a:lnTo>
                  <a:pt x="2613156" y="65538"/>
                </a:lnTo>
                <a:lnTo>
                  <a:pt x="2612750" y="64027"/>
                </a:lnTo>
                <a:lnTo>
                  <a:pt x="2612305" y="62551"/>
                </a:lnTo>
                <a:lnTo>
                  <a:pt x="2611822" y="61113"/>
                </a:lnTo>
                <a:lnTo>
                  <a:pt x="2611300" y="59712"/>
                </a:lnTo>
                <a:lnTo>
                  <a:pt x="2610739" y="58348"/>
                </a:lnTo>
                <a:lnTo>
                  <a:pt x="2610140" y="57021"/>
                </a:lnTo>
                <a:lnTo>
                  <a:pt x="2609502" y="55731"/>
                </a:lnTo>
                <a:lnTo>
                  <a:pt x="2608826" y="54477"/>
                </a:lnTo>
                <a:lnTo>
                  <a:pt x="2608110" y="53261"/>
                </a:lnTo>
                <a:lnTo>
                  <a:pt x="2607356" y="52082"/>
                </a:lnTo>
                <a:lnTo>
                  <a:pt x="2606564" y="50939"/>
                </a:lnTo>
                <a:lnTo>
                  <a:pt x="2605733" y="49834"/>
                </a:lnTo>
                <a:lnTo>
                  <a:pt x="2604863" y="48765"/>
                </a:lnTo>
                <a:lnTo>
                  <a:pt x="2603954" y="47733"/>
                </a:lnTo>
                <a:lnTo>
                  <a:pt x="2603011" y="46741"/>
                </a:lnTo>
                <a:lnTo>
                  <a:pt x="2602039" y="45791"/>
                </a:lnTo>
                <a:lnTo>
                  <a:pt x="2601038" y="44883"/>
                </a:lnTo>
                <a:lnTo>
                  <a:pt x="2600007" y="44018"/>
                </a:lnTo>
                <a:lnTo>
                  <a:pt x="2598947" y="43194"/>
                </a:lnTo>
                <a:lnTo>
                  <a:pt x="2597857" y="42413"/>
                </a:lnTo>
                <a:lnTo>
                  <a:pt x="2596738" y="41674"/>
                </a:lnTo>
                <a:lnTo>
                  <a:pt x="2595589" y="40978"/>
                </a:lnTo>
                <a:lnTo>
                  <a:pt x="2594411" y="40323"/>
                </a:lnTo>
                <a:lnTo>
                  <a:pt x="2593204" y="39711"/>
                </a:lnTo>
                <a:lnTo>
                  <a:pt x="2591967" y="39141"/>
                </a:lnTo>
                <a:lnTo>
                  <a:pt x="2590700" y="38613"/>
                </a:lnTo>
                <a:lnTo>
                  <a:pt x="2589405" y="38128"/>
                </a:lnTo>
                <a:lnTo>
                  <a:pt x="2588080" y="37684"/>
                </a:lnTo>
                <a:lnTo>
                  <a:pt x="2586725" y="37283"/>
                </a:lnTo>
                <a:lnTo>
                  <a:pt x="2585341" y="36924"/>
                </a:lnTo>
                <a:lnTo>
                  <a:pt x="2583927" y="36608"/>
                </a:lnTo>
                <a:lnTo>
                  <a:pt x="2582485" y="36333"/>
                </a:lnTo>
                <a:lnTo>
                  <a:pt x="2581012" y="36101"/>
                </a:lnTo>
                <a:lnTo>
                  <a:pt x="2579511" y="35911"/>
                </a:lnTo>
                <a:lnTo>
                  <a:pt x="2577979" y="35763"/>
                </a:lnTo>
                <a:lnTo>
                  <a:pt x="2576419" y="35657"/>
                </a:lnTo>
                <a:lnTo>
                  <a:pt x="2574829" y="35594"/>
                </a:lnTo>
                <a:lnTo>
                  <a:pt x="2573210" y="35573"/>
                </a:lnTo>
                <a:lnTo>
                  <a:pt x="2571987" y="35584"/>
                </a:lnTo>
                <a:lnTo>
                  <a:pt x="2570782" y="35618"/>
                </a:lnTo>
                <a:lnTo>
                  <a:pt x="2569595" y="35674"/>
                </a:lnTo>
                <a:lnTo>
                  <a:pt x="2568426" y="35753"/>
                </a:lnTo>
                <a:lnTo>
                  <a:pt x="2567275" y="35855"/>
                </a:lnTo>
                <a:lnTo>
                  <a:pt x="2566142" y="35979"/>
                </a:lnTo>
                <a:lnTo>
                  <a:pt x="2565027" y="36125"/>
                </a:lnTo>
                <a:lnTo>
                  <a:pt x="2563930" y="36295"/>
                </a:lnTo>
                <a:lnTo>
                  <a:pt x="2562851" y="36486"/>
                </a:lnTo>
                <a:lnTo>
                  <a:pt x="2561790" y="36701"/>
                </a:lnTo>
                <a:lnTo>
                  <a:pt x="2560747" y="36937"/>
                </a:lnTo>
                <a:lnTo>
                  <a:pt x="2559722" y="37197"/>
                </a:lnTo>
                <a:lnTo>
                  <a:pt x="2558715" y="37478"/>
                </a:lnTo>
                <a:lnTo>
                  <a:pt x="2557725" y="37783"/>
                </a:lnTo>
                <a:lnTo>
                  <a:pt x="2556754" y="38110"/>
                </a:lnTo>
                <a:lnTo>
                  <a:pt x="2555801" y="38459"/>
                </a:lnTo>
                <a:lnTo>
                  <a:pt x="2554865" y="38832"/>
                </a:lnTo>
                <a:lnTo>
                  <a:pt x="2553948" y="39226"/>
                </a:lnTo>
                <a:lnTo>
                  <a:pt x="2553049" y="39643"/>
                </a:lnTo>
                <a:lnTo>
                  <a:pt x="2552167" y="40083"/>
                </a:lnTo>
                <a:lnTo>
                  <a:pt x="2551304" y="40545"/>
                </a:lnTo>
                <a:lnTo>
                  <a:pt x="2550458" y="41030"/>
                </a:lnTo>
                <a:lnTo>
                  <a:pt x="2549630" y="41538"/>
                </a:lnTo>
                <a:lnTo>
                  <a:pt x="2548821" y="42067"/>
                </a:lnTo>
                <a:lnTo>
                  <a:pt x="2548029" y="42617"/>
                </a:lnTo>
                <a:lnTo>
                  <a:pt x="2547254" y="43185"/>
                </a:lnTo>
                <a:lnTo>
                  <a:pt x="2546496" y="43770"/>
                </a:lnTo>
                <a:lnTo>
                  <a:pt x="2545755" y="44372"/>
                </a:lnTo>
                <a:lnTo>
                  <a:pt x="2545031" y="44991"/>
                </a:lnTo>
                <a:lnTo>
                  <a:pt x="2544325" y="45629"/>
                </a:lnTo>
                <a:lnTo>
                  <a:pt x="2543635" y="46283"/>
                </a:lnTo>
                <a:lnTo>
                  <a:pt x="2542963" y="46955"/>
                </a:lnTo>
                <a:lnTo>
                  <a:pt x="2542308" y="47645"/>
                </a:lnTo>
                <a:lnTo>
                  <a:pt x="2541670" y="48351"/>
                </a:lnTo>
                <a:lnTo>
                  <a:pt x="2541049" y="49076"/>
                </a:lnTo>
                <a:lnTo>
                  <a:pt x="2540445" y="49817"/>
                </a:lnTo>
                <a:lnTo>
                  <a:pt x="2539858" y="50577"/>
                </a:lnTo>
                <a:lnTo>
                  <a:pt x="2539288" y="51353"/>
                </a:lnTo>
                <a:lnTo>
                  <a:pt x="2538736" y="52147"/>
                </a:lnTo>
                <a:lnTo>
                  <a:pt x="2538200" y="52959"/>
                </a:lnTo>
                <a:lnTo>
                  <a:pt x="2537682" y="53788"/>
                </a:lnTo>
                <a:lnTo>
                  <a:pt x="2537181" y="54634"/>
                </a:lnTo>
                <a:lnTo>
                  <a:pt x="2536697" y="55498"/>
                </a:lnTo>
                <a:lnTo>
                  <a:pt x="2536230" y="56379"/>
                </a:lnTo>
                <a:lnTo>
                  <a:pt x="2535780" y="57278"/>
                </a:lnTo>
                <a:lnTo>
                  <a:pt x="2535347" y="58194"/>
                </a:lnTo>
                <a:lnTo>
                  <a:pt x="2534931" y="59128"/>
                </a:lnTo>
                <a:lnTo>
                  <a:pt x="2534532" y="60079"/>
                </a:lnTo>
                <a:lnTo>
                  <a:pt x="2534151" y="61045"/>
                </a:lnTo>
                <a:lnTo>
                  <a:pt x="2533785" y="62023"/>
                </a:lnTo>
                <a:lnTo>
                  <a:pt x="2533435" y="63014"/>
                </a:lnTo>
                <a:lnTo>
                  <a:pt x="2533102" y="64018"/>
                </a:lnTo>
                <a:lnTo>
                  <a:pt x="2532785" y="65034"/>
                </a:lnTo>
                <a:lnTo>
                  <a:pt x="2532485" y="66062"/>
                </a:lnTo>
                <a:lnTo>
                  <a:pt x="2532200" y="67103"/>
                </a:lnTo>
                <a:lnTo>
                  <a:pt x="2531932" y="68157"/>
                </a:lnTo>
                <a:lnTo>
                  <a:pt x="2531680" y="69223"/>
                </a:lnTo>
                <a:lnTo>
                  <a:pt x="2531445" y="70302"/>
                </a:lnTo>
                <a:lnTo>
                  <a:pt x="2531225" y="71393"/>
                </a:lnTo>
                <a:lnTo>
                  <a:pt x="2531022" y="72496"/>
                </a:lnTo>
                <a:lnTo>
                  <a:pt x="2530835" y="73612"/>
                </a:lnTo>
                <a:lnTo>
                  <a:pt x="2530664" y="74741"/>
                </a:lnTo>
                <a:lnTo>
                  <a:pt x="2530510" y="75882"/>
                </a:lnTo>
                <a:lnTo>
                  <a:pt x="2530372" y="77036"/>
                </a:lnTo>
                <a:lnTo>
                  <a:pt x="2530250" y="78202"/>
                </a:lnTo>
                <a:lnTo>
                  <a:pt x="2530144" y="79381"/>
                </a:lnTo>
                <a:lnTo>
                  <a:pt x="2530055" y="80572"/>
                </a:lnTo>
                <a:lnTo>
                  <a:pt x="2529982" y="81776"/>
                </a:lnTo>
                <a:lnTo>
                  <a:pt x="2529925" y="82992"/>
                </a:lnTo>
                <a:lnTo>
                  <a:pt x="2529884" y="84220"/>
                </a:lnTo>
                <a:lnTo>
                  <a:pt x="2529860" y="85462"/>
                </a:lnTo>
                <a:lnTo>
                  <a:pt x="2529852" y="86715"/>
                </a:lnTo>
                <a:lnTo>
                  <a:pt x="2529860" y="87920"/>
                </a:lnTo>
                <a:lnTo>
                  <a:pt x="2529885" y="89114"/>
                </a:lnTo>
                <a:lnTo>
                  <a:pt x="2529927" y="90298"/>
                </a:lnTo>
                <a:lnTo>
                  <a:pt x="2529986" y="91472"/>
                </a:lnTo>
                <a:lnTo>
                  <a:pt x="2530061" y="92636"/>
                </a:lnTo>
                <a:lnTo>
                  <a:pt x="2530154" y="93790"/>
                </a:lnTo>
                <a:lnTo>
                  <a:pt x="2530263" y="94934"/>
                </a:lnTo>
                <a:lnTo>
                  <a:pt x="2530388" y="96067"/>
                </a:lnTo>
                <a:lnTo>
                  <a:pt x="2530531" y="97191"/>
                </a:lnTo>
                <a:lnTo>
                  <a:pt x="2530690" y="98305"/>
                </a:lnTo>
                <a:lnTo>
                  <a:pt x="2530866" y="99409"/>
                </a:lnTo>
                <a:lnTo>
                  <a:pt x="2531059" y="100503"/>
                </a:lnTo>
                <a:lnTo>
                  <a:pt x="2531268" y="101586"/>
                </a:lnTo>
                <a:lnTo>
                  <a:pt x="2531495" y="102660"/>
                </a:lnTo>
                <a:lnTo>
                  <a:pt x="2531738" y="103723"/>
                </a:lnTo>
                <a:lnTo>
                  <a:pt x="2531998" y="104777"/>
                </a:lnTo>
                <a:lnTo>
                  <a:pt x="2532274" y="105821"/>
                </a:lnTo>
                <a:lnTo>
                  <a:pt x="2532568" y="106854"/>
                </a:lnTo>
                <a:lnTo>
                  <a:pt x="2532878" y="107877"/>
                </a:lnTo>
                <a:lnTo>
                  <a:pt x="2533205" y="108891"/>
                </a:lnTo>
                <a:lnTo>
                  <a:pt x="2533549" y="109894"/>
                </a:lnTo>
                <a:lnTo>
                  <a:pt x="2533909" y="110887"/>
                </a:lnTo>
                <a:lnTo>
                  <a:pt x="2534286" y="111871"/>
                </a:lnTo>
                <a:lnTo>
                  <a:pt x="2534680" y="112844"/>
                </a:lnTo>
                <a:lnTo>
                  <a:pt x="2535092" y="113803"/>
                </a:lnTo>
                <a:lnTo>
                  <a:pt x="2535521" y="114746"/>
                </a:lnTo>
                <a:lnTo>
                  <a:pt x="2535968" y="115672"/>
                </a:lnTo>
                <a:lnTo>
                  <a:pt x="2536433" y="116581"/>
                </a:lnTo>
                <a:lnTo>
                  <a:pt x="2536917" y="117473"/>
                </a:lnTo>
                <a:lnTo>
                  <a:pt x="2537418" y="118348"/>
                </a:lnTo>
                <a:lnTo>
                  <a:pt x="2537937" y="119206"/>
                </a:lnTo>
                <a:lnTo>
                  <a:pt x="2538474" y="120047"/>
                </a:lnTo>
                <a:lnTo>
                  <a:pt x="2539029" y="120871"/>
                </a:lnTo>
                <a:lnTo>
                  <a:pt x="2539602" y="121679"/>
                </a:lnTo>
                <a:lnTo>
                  <a:pt x="2540193" y="122469"/>
                </a:lnTo>
                <a:lnTo>
                  <a:pt x="2540802" y="123243"/>
                </a:lnTo>
                <a:lnTo>
                  <a:pt x="2541429" y="124000"/>
                </a:lnTo>
                <a:lnTo>
                  <a:pt x="2542074" y="124740"/>
                </a:lnTo>
                <a:lnTo>
                  <a:pt x="2542737" y="125463"/>
                </a:lnTo>
                <a:lnTo>
                  <a:pt x="2543418" y="126169"/>
                </a:lnTo>
                <a:lnTo>
                  <a:pt x="2544116" y="126858"/>
                </a:lnTo>
                <a:lnTo>
                  <a:pt x="2544833" y="127530"/>
                </a:lnTo>
                <a:lnTo>
                  <a:pt x="2545568" y="128186"/>
                </a:lnTo>
                <a:lnTo>
                  <a:pt x="2546320" y="128824"/>
                </a:lnTo>
                <a:lnTo>
                  <a:pt x="2547091" y="129446"/>
                </a:lnTo>
                <a:lnTo>
                  <a:pt x="2547880" y="130051"/>
                </a:lnTo>
                <a:lnTo>
                  <a:pt x="2548686" y="130638"/>
                </a:lnTo>
                <a:lnTo>
                  <a:pt x="2549511" y="131209"/>
                </a:lnTo>
                <a:lnTo>
                  <a:pt x="2550354" y="131760"/>
                </a:lnTo>
                <a:lnTo>
                  <a:pt x="2551217" y="132287"/>
                </a:lnTo>
                <a:lnTo>
                  <a:pt x="2552100" y="132791"/>
                </a:lnTo>
                <a:lnTo>
                  <a:pt x="2553002" y="133271"/>
                </a:lnTo>
                <a:lnTo>
                  <a:pt x="2553924" y="133728"/>
                </a:lnTo>
                <a:lnTo>
                  <a:pt x="2554866" y="134161"/>
                </a:lnTo>
                <a:lnTo>
                  <a:pt x="2555827" y="134571"/>
                </a:lnTo>
                <a:lnTo>
                  <a:pt x="2556808" y="134958"/>
                </a:lnTo>
                <a:lnTo>
                  <a:pt x="2557809" y="135321"/>
                </a:lnTo>
                <a:lnTo>
                  <a:pt x="2558829" y="135660"/>
                </a:lnTo>
                <a:lnTo>
                  <a:pt x="2559869" y="135977"/>
                </a:lnTo>
                <a:lnTo>
                  <a:pt x="2560929" y="136270"/>
                </a:lnTo>
                <a:lnTo>
                  <a:pt x="2562008" y="136539"/>
                </a:lnTo>
                <a:lnTo>
                  <a:pt x="2563107" y="136785"/>
                </a:lnTo>
                <a:lnTo>
                  <a:pt x="2564226" y="137008"/>
                </a:lnTo>
                <a:lnTo>
                  <a:pt x="2565365" y="137207"/>
                </a:lnTo>
                <a:lnTo>
                  <a:pt x="2566523" y="137382"/>
                </a:lnTo>
                <a:lnTo>
                  <a:pt x="2567700" y="137535"/>
                </a:lnTo>
                <a:lnTo>
                  <a:pt x="2568898" y="137663"/>
                </a:lnTo>
                <a:lnTo>
                  <a:pt x="2570115" y="137769"/>
                </a:lnTo>
                <a:lnTo>
                  <a:pt x="2571352" y="137851"/>
                </a:lnTo>
                <a:lnTo>
                  <a:pt x="2572608" y="137909"/>
                </a:lnTo>
                <a:lnTo>
                  <a:pt x="2573884" y="137945"/>
                </a:lnTo>
                <a:lnTo>
                  <a:pt x="2575180" y="137956"/>
                </a:lnTo>
                <a:lnTo>
                  <a:pt x="2576185" y="137949"/>
                </a:lnTo>
                <a:lnTo>
                  <a:pt x="2577178" y="137928"/>
                </a:lnTo>
                <a:lnTo>
                  <a:pt x="2578160" y="137892"/>
                </a:lnTo>
                <a:lnTo>
                  <a:pt x="2579130" y="137842"/>
                </a:lnTo>
                <a:lnTo>
                  <a:pt x="2580089" y="137778"/>
                </a:lnTo>
                <a:close/>
                <a:moveTo>
                  <a:pt x="2547108" y="71624"/>
                </a:moveTo>
                <a:lnTo>
                  <a:pt x="2547309" y="70569"/>
                </a:lnTo>
                <a:lnTo>
                  <a:pt x="2547529" y="69537"/>
                </a:lnTo>
                <a:lnTo>
                  <a:pt x="2547770" y="68529"/>
                </a:lnTo>
                <a:lnTo>
                  <a:pt x="2548030" y="67544"/>
                </a:lnTo>
                <a:lnTo>
                  <a:pt x="2548311" y="66583"/>
                </a:lnTo>
                <a:lnTo>
                  <a:pt x="2548611" y="65646"/>
                </a:lnTo>
                <a:lnTo>
                  <a:pt x="2548932" y="64732"/>
                </a:lnTo>
                <a:lnTo>
                  <a:pt x="2549272" y="63842"/>
                </a:lnTo>
                <a:lnTo>
                  <a:pt x="2549633" y="62976"/>
                </a:lnTo>
                <a:lnTo>
                  <a:pt x="2550013" y="62133"/>
                </a:lnTo>
                <a:lnTo>
                  <a:pt x="2550414" y="61314"/>
                </a:lnTo>
                <a:lnTo>
                  <a:pt x="2550834" y="60518"/>
                </a:lnTo>
                <a:lnTo>
                  <a:pt x="2551275" y="59746"/>
                </a:lnTo>
                <a:lnTo>
                  <a:pt x="2551736" y="58998"/>
                </a:lnTo>
                <a:lnTo>
                  <a:pt x="2552216" y="58273"/>
                </a:lnTo>
                <a:lnTo>
                  <a:pt x="2552717" y="57572"/>
                </a:lnTo>
                <a:lnTo>
                  <a:pt x="2553238" y="56895"/>
                </a:lnTo>
                <a:lnTo>
                  <a:pt x="2553778" y="56241"/>
                </a:lnTo>
                <a:lnTo>
                  <a:pt x="2554339" y="55611"/>
                </a:lnTo>
                <a:lnTo>
                  <a:pt x="2554919" y="55005"/>
                </a:lnTo>
                <a:lnTo>
                  <a:pt x="2555516" y="54425"/>
                </a:lnTo>
                <a:lnTo>
                  <a:pt x="2556132" y="53870"/>
                </a:lnTo>
                <a:lnTo>
                  <a:pt x="2556766" y="53342"/>
                </a:lnTo>
                <a:lnTo>
                  <a:pt x="2557417" y="52839"/>
                </a:lnTo>
                <a:lnTo>
                  <a:pt x="2558087" y="52362"/>
                </a:lnTo>
                <a:lnTo>
                  <a:pt x="2558774" y="51911"/>
                </a:lnTo>
                <a:lnTo>
                  <a:pt x="2559480" y="51486"/>
                </a:lnTo>
                <a:lnTo>
                  <a:pt x="2560203" y="51086"/>
                </a:lnTo>
                <a:lnTo>
                  <a:pt x="2560944" y="50713"/>
                </a:lnTo>
                <a:lnTo>
                  <a:pt x="2561704" y="50365"/>
                </a:lnTo>
                <a:lnTo>
                  <a:pt x="2562481" y="50042"/>
                </a:lnTo>
                <a:lnTo>
                  <a:pt x="2563276" y="49746"/>
                </a:lnTo>
                <a:lnTo>
                  <a:pt x="2564089" y="49475"/>
                </a:lnTo>
                <a:lnTo>
                  <a:pt x="2564921" y="49230"/>
                </a:lnTo>
                <a:lnTo>
                  <a:pt x="2565770" y="49011"/>
                </a:lnTo>
                <a:lnTo>
                  <a:pt x="2566637" y="48818"/>
                </a:lnTo>
                <a:lnTo>
                  <a:pt x="2567522" y="48650"/>
                </a:lnTo>
                <a:lnTo>
                  <a:pt x="2568425" y="48508"/>
                </a:lnTo>
                <a:lnTo>
                  <a:pt x="2569346" y="48392"/>
                </a:lnTo>
                <a:lnTo>
                  <a:pt x="2570285" y="48302"/>
                </a:lnTo>
                <a:lnTo>
                  <a:pt x="2571242" y="48238"/>
                </a:lnTo>
                <a:lnTo>
                  <a:pt x="2572217" y="48199"/>
                </a:lnTo>
                <a:lnTo>
                  <a:pt x="2573210" y="48186"/>
                </a:lnTo>
                <a:lnTo>
                  <a:pt x="2574194" y="48199"/>
                </a:lnTo>
                <a:lnTo>
                  <a:pt x="2575160" y="48238"/>
                </a:lnTo>
                <a:lnTo>
                  <a:pt x="2576109" y="48303"/>
                </a:lnTo>
                <a:lnTo>
                  <a:pt x="2577039" y="48394"/>
                </a:lnTo>
                <a:lnTo>
                  <a:pt x="2577951" y="48511"/>
                </a:lnTo>
                <a:lnTo>
                  <a:pt x="2578845" y="48653"/>
                </a:lnTo>
                <a:lnTo>
                  <a:pt x="2579721" y="48822"/>
                </a:lnTo>
                <a:lnTo>
                  <a:pt x="2580578" y="49017"/>
                </a:lnTo>
                <a:lnTo>
                  <a:pt x="2581418" y="49238"/>
                </a:lnTo>
                <a:lnTo>
                  <a:pt x="2582239" y="49484"/>
                </a:lnTo>
                <a:lnTo>
                  <a:pt x="2583042" y="49757"/>
                </a:lnTo>
                <a:lnTo>
                  <a:pt x="2583827" y="50055"/>
                </a:lnTo>
                <a:lnTo>
                  <a:pt x="2584594" y="50380"/>
                </a:lnTo>
                <a:lnTo>
                  <a:pt x="2585343" y="50730"/>
                </a:lnTo>
                <a:lnTo>
                  <a:pt x="2586074" y="51107"/>
                </a:lnTo>
                <a:lnTo>
                  <a:pt x="2586786" y="51509"/>
                </a:lnTo>
                <a:lnTo>
                  <a:pt x="2587481" y="51938"/>
                </a:lnTo>
                <a:lnTo>
                  <a:pt x="2588157" y="52392"/>
                </a:lnTo>
                <a:lnTo>
                  <a:pt x="2588815" y="52872"/>
                </a:lnTo>
                <a:lnTo>
                  <a:pt x="2589455" y="53378"/>
                </a:lnTo>
                <a:lnTo>
                  <a:pt x="2590077" y="53911"/>
                </a:lnTo>
                <a:lnTo>
                  <a:pt x="2590681" y="54469"/>
                </a:lnTo>
                <a:lnTo>
                  <a:pt x="2591266" y="55053"/>
                </a:lnTo>
                <a:lnTo>
                  <a:pt x="2591834" y="55663"/>
                </a:lnTo>
                <a:lnTo>
                  <a:pt x="2592381" y="56297"/>
                </a:lnTo>
                <a:lnTo>
                  <a:pt x="2592906" y="56955"/>
                </a:lnTo>
                <a:lnTo>
                  <a:pt x="2593409" y="57635"/>
                </a:lnTo>
                <a:lnTo>
                  <a:pt x="2593889" y="58339"/>
                </a:lnTo>
                <a:lnTo>
                  <a:pt x="2594348" y="59065"/>
                </a:lnTo>
                <a:lnTo>
                  <a:pt x="2594784" y="59815"/>
                </a:lnTo>
                <a:lnTo>
                  <a:pt x="2595197" y="60588"/>
                </a:lnTo>
                <a:lnTo>
                  <a:pt x="2595589" y="61384"/>
                </a:lnTo>
                <a:lnTo>
                  <a:pt x="2595958" y="62203"/>
                </a:lnTo>
                <a:lnTo>
                  <a:pt x="2596306" y="63045"/>
                </a:lnTo>
                <a:lnTo>
                  <a:pt x="2596630" y="63910"/>
                </a:lnTo>
                <a:lnTo>
                  <a:pt x="2596933" y="64798"/>
                </a:lnTo>
                <a:lnTo>
                  <a:pt x="2597213" y="65709"/>
                </a:lnTo>
                <a:lnTo>
                  <a:pt x="2597472" y="66643"/>
                </a:lnTo>
                <a:lnTo>
                  <a:pt x="2597708" y="67601"/>
                </a:lnTo>
                <a:lnTo>
                  <a:pt x="2597921" y="68581"/>
                </a:lnTo>
                <a:lnTo>
                  <a:pt x="2598113" y="69585"/>
                </a:lnTo>
                <a:lnTo>
                  <a:pt x="2598282" y="70611"/>
                </a:lnTo>
                <a:lnTo>
                  <a:pt x="2598429" y="71661"/>
                </a:lnTo>
                <a:lnTo>
                  <a:pt x="2598554" y="72734"/>
                </a:lnTo>
                <a:lnTo>
                  <a:pt x="2598656" y="73830"/>
                </a:lnTo>
                <a:lnTo>
                  <a:pt x="2598736" y="74949"/>
                </a:lnTo>
                <a:lnTo>
                  <a:pt x="2598794" y="76090"/>
                </a:lnTo>
                <a:lnTo>
                  <a:pt x="2598830" y="77256"/>
                </a:lnTo>
                <a:lnTo>
                  <a:pt x="2546407" y="77256"/>
                </a:lnTo>
                <a:lnTo>
                  <a:pt x="2546507" y="76082"/>
                </a:lnTo>
                <a:lnTo>
                  <a:pt x="2546627" y="74932"/>
                </a:lnTo>
                <a:lnTo>
                  <a:pt x="2546768" y="73806"/>
                </a:lnTo>
                <a:lnTo>
                  <a:pt x="2546928" y="72703"/>
                </a:lnTo>
                <a:lnTo>
                  <a:pt x="2547108" y="71624"/>
                </a:lnTo>
                <a:close/>
                <a:moveTo>
                  <a:pt x="2673692" y="137881"/>
                </a:moveTo>
                <a:lnTo>
                  <a:pt x="2674343" y="137849"/>
                </a:lnTo>
                <a:lnTo>
                  <a:pt x="2674991" y="137810"/>
                </a:lnTo>
                <a:lnTo>
                  <a:pt x="2675635" y="137765"/>
                </a:lnTo>
                <a:lnTo>
                  <a:pt x="2676275" y="137714"/>
                </a:lnTo>
                <a:lnTo>
                  <a:pt x="2676911" y="137657"/>
                </a:lnTo>
                <a:lnTo>
                  <a:pt x="2677543" y="137594"/>
                </a:lnTo>
                <a:lnTo>
                  <a:pt x="2678171" y="137525"/>
                </a:lnTo>
                <a:lnTo>
                  <a:pt x="2678795" y="137450"/>
                </a:lnTo>
                <a:lnTo>
                  <a:pt x="2679415" y="137370"/>
                </a:lnTo>
                <a:lnTo>
                  <a:pt x="2680032" y="137283"/>
                </a:lnTo>
                <a:lnTo>
                  <a:pt x="2680644" y="137190"/>
                </a:lnTo>
                <a:lnTo>
                  <a:pt x="2681252" y="137091"/>
                </a:lnTo>
                <a:lnTo>
                  <a:pt x="2681857" y="136986"/>
                </a:lnTo>
                <a:lnTo>
                  <a:pt x="2682458" y="136876"/>
                </a:lnTo>
                <a:lnTo>
                  <a:pt x="2683054" y="136759"/>
                </a:lnTo>
                <a:lnTo>
                  <a:pt x="2683647" y="136636"/>
                </a:lnTo>
                <a:lnTo>
                  <a:pt x="2684236" y="136507"/>
                </a:lnTo>
                <a:lnTo>
                  <a:pt x="2684820" y="136373"/>
                </a:lnTo>
                <a:lnTo>
                  <a:pt x="2685401" y="136232"/>
                </a:lnTo>
                <a:lnTo>
                  <a:pt x="2685977" y="136085"/>
                </a:lnTo>
                <a:lnTo>
                  <a:pt x="2686547" y="135931"/>
                </a:lnTo>
                <a:lnTo>
                  <a:pt x="2687110" y="135771"/>
                </a:lnTo>
                <a:lnTo>
                  <a:pt x="2687668" y="135605"/>
                </a:lnTo>
                <a:lnTo>
                  <a:pt x="2688219" y="135432"/>
                </a:lnTo>
                <a:lnTo>
                  <a:pt x="2688764" y="135252"/>
                </a:lnTo>
                <a:lnTo>
                  <a:pt x="2689303" y="135066"/>
                </a:lnTo>
                <a:lnTo>
                  <a:pt x="2689836" y="134874"/>
                </a:lnTo>
                <a:lnTo>
                  <a:pt x="2690362" y="134674"/>
                </a:lnTo>
                <a:lnTo>
                  <a:pt x="2690883" y="134469"/>
                </a:lnTo>
                <a:lnTo>
                  <a:pt x="2691397" y="134257"/>
                </a:lnTo>
                <a:lnTo>
                  <a:pt x="2691905" y="134038"/>
                </a:lnTo>
                <a:lnTo>
                  <a:pt x="2692407" y="133813"/>
                </a:lnTo>
                <a:lnTo>
                  <a:pt x="2692903" y="133581"/>
                </a:lnTo>
                <a:lnTo>
                  <a:pt x="2693392" y="133343"/>
                </a:lnTo>
                <a:lnTo>
                  <a:pt x="2693876" y="133098"/>
                </a:lnTo>
                <a:lnTo>
                  <a:pt x="2694353" y="132846"/>
                </a:lnTo>
                <a:lnTo>
                  <a:pt x="2694824" y="132589"/>
                </a:lnTo>
                <a:lnTo>
                  <a:pt x="2695289" y="132324"/>
                </a:lnTo>
                <a:lnTo>
                  <a:pt x="2695748" y="132053"/>
                </a:lnTo>
                <a:lnTo>
                  <a:pt x="2696201" y="131776"/>
                </a:lnTo>
                <a:lnTo>
                  <a:pt x="2696647" y="131492"/>
                </a:lnTo>
                <a:lnTo>
                  <a:pt x="2697088" y="131202"/>
                </a:lnTo>
                <a:lnTo>
                  <a:pt x="2697522" y="130905"/>
                </a:lnTo>
                <a:lnTo>
                  <a:pt x="2697949" y="130601"/>
                </a:lnTo>
                <a:lnTo>
                  <a:pt x="2698368" y="130290"/>
                </a:lnTo>
                <a:lnTo>
                  <a:pt x="2698780" y="129972"/>
                </a:lnTo>
                <a:lnTo>
                  <a:pt x="2699183" y="129647"/>
                </a:lnTo>
                <a:lnTo>
                  <a:pt x="2699579" y="129315"/>
                </a:lnTo>
                <a:lnTo>
                  <a:pt x="2699967" y="128976"/>
                </a:lnTo>
                <a:lnTo>
                  <a:pt x="2700347" y="128630"/>
                </a:lnTo>
                <a:lnTo>
                  <a:pt x="2700719" y="128277"/>
                </a:lnTo>
                <a:lnTo>
                  <a:pt x="2701083" y="127917"/>
                </a:lnTo>
                <a:lnTo>
                  <a:pt x="2701439" y="127550"/>
                </a:lnTo>
                <a:lnTo>
                  <a:pt x="2701788" y="127176"/>
                </a:lnTo>
                <a:lnTo>
                  <a:pt x="2702129" y="126794"/>
                </a:lnTo>
                <a:lnTo>
                  <a:pt x="2702461" y="126406"/>
                </a:lnTo>
                <a:lnTo>
                  <a:pt x="2702786" y="126011"/>
                </a:lnTo>
                <a:lnTo>
                  <a:pt x="2703103" y="125608"/>
                </a:lnTo>
                <a:lnTo>
                  <a:pt x="2703412" y="125199"/>
                </a:lnTo>
                <a:lnTo>
                  <a:pt x="2703714" y="124782"/>
                </a:lnTo>
                <a:lnTo>
                  <a:pt x="2704007" y="124359"/>
                </a:lnTo>
                <a:lnTo>
                  <a:pt x="2704292" y="123928"/>
                </a:lnTo>
                <a:lnTo>
                  <a:pt x="2704570" y="123490"/>
                </a:lnTo>
                <a:lnTo>
                  <a:pt x="2704840" y="123046"/>
                </a:lnTo>
                <a:lnTo>
                  <a:pt x="2705102" y="122594"/>
                </a:lnTo>
                <a:lnTo>
                  <a:pt x="2705356" y="122135"/>
                </a:lnTo>
                <a:lnTo>
                  <a:pt x="2705602" y="121669"/>
                </a:lnTo>
                <a:lnTo>
                  <a:pt x="2705839" y="121196"/>
                </a:lnTo>
                <a:lnTo>
                  <a:pt x="2706066" y="120716"/>
                </a:lnTo>
                <a:lnTo>
                  <a:pt x="2706283" y="120229"/>
                </a:lnTo>
                <a:lnTo>
                  <a:pt x="2706490" y="119734"/>
                </a:lnTo>
                <a:lnTo>
                  <a:pt x="2706687" y="119232"/>
                </a:lnTo>
                <a:lnTo>
                  <a:pt x="2706874" y="118723"/>
                </a:lnTo>
                <a:lnTo>
                  <a:pt x="2707051" y="118207"/>
                </a:lnTo>
                <a:lnTo>
                  <a:pt x="2707217" y="117684"/>
                </a:lnTo>
                <a:lnTo>
                  <a:pt x="2707374" y="117153"/>
                </a:lnTo>
                <a:lnTo>
                  <a:pt x="2707520" y="116615"/>
                </a:lnTo>
                <a:lnTo>
                  <a:pt x="2707656" y="116070"/>
                </a:lnTo>
                <a:lnTo>
                  <a:pt x="2707782" y="115518"/>
                </a:lnTo>
                <a:lnTo>
                  <a:pt x="2707898" y="114958"/>
                </a:lnTo>
                <a:lnTo>
                  <a:pt x="2708004" y="114391"/>
                </a:lnTo>
                <a:lnTo>
                  <a:pt x="2708100" y="113817"/>
                </a:lnTo>
                <a:lnTo>
                  <a:pt x="2708186" y="113236"/>
                </a:lnTo>
                <a:lnTo>
                  <a:pt x="2708262" y="112648"/>
                </a:lnTo>
                <a:lnTo>
                  <a:pt x="2708327" y="112052"/>
                </a:lnTo>
                <a:lnTo>
                  <a:pt x="2708383" y="111449"/>
                </a:lnTo>
                <a:lnTo>
                  <a:pt x="2708428" y="110839"/>
                </a:lnTo>
                <a:lnTo>
                  <a:pt x="2708464" y="110222"/>
                </a:lnTo>
                <a:lnTo>
                  <a:pt x="2708489" y="109597"/>
                </a:lnTo>
                <a:lnTo>
                  <a:pt x="2708504" y="108965"/>
                </a:lnTo>
                <a:lnTo>
                  <a:pt x="2708509" y="108326"/>
                </a:lnTo>
                <a:lnTo>
                  <a:pt x="2708503" y="107588"/>
                </a:lnTo>
                <a:lnTo>
                  <a:pt x="2708483" y="106860"/>
                </a:lnTo>
                <a:lnTo>
                  <a:pt x="2708451" y="106144"/>
                </a:lnTo>
                <a:lnTo>
                  <a:pt x="2708406" y="105439"/>
                </a:lnTo>
                <a:lnTo>
                  <a:pt x="2708349" y="104744"/>
                </a:lnTo>
                <a:lnTo>
                  <a:pt x="2708278" y="104061"/>
                </a:lnTo>
                <a:lnTo>
                  <a:pt x="2708195" y="103389"/>
                </a:lnTo>
                <a:lnTo>
                  <a:pt x="2708098" y="102729"/>
                </a:lnTo>
                <a:lnTo>
                  <a:pt x="2707989" y="102079"/>
                </a:lnTo>
                <a:lnTo>
                  <a:pt x="2707867" y="101440"/>
                </a:lnTo>
                <a:lnTo>
                  <a:pt x="2707733" y="100813"/>
                </a:lnTo>
                <a:lnTo>
                  <a:pt x="2707585" y="100196"/>
                </a:lnTo>
                <a:lnTo>
                  <a:pt x="2707425" y="99591"/>
                </a:lnTo>
                <a:lnTo>
                  <a:pt x="2707252" y="98997"/>
                </a:lnTo>
                <a:lnTo>
                  <a:pt x="2707066" y="98414"/>
                </a:lnTo>
                <a:lnTo>
                  <a:pt x="2706867" y="97842"/>
                </a:lnTo>
                <a:lnTo>
                  <a:pt x="2706655" y="97281"/>
                </a:lnTo>
                <a:lnTo>
                  <a:pt x="2706430" y="96731"/>
                </a:lnTo>
                <a:lnTo>
                  <a:pt x="2706193" y="96192"/>
                </a:lnTo>
                <a:lnTo>
                  <a:pt x="2705943" y="95665"/>
                </a:lnTo>
                <a:lnTo>
                  <a:pt x="2705680" y="95148"/>
                </a:lnTo>
                <a:lnTo>
                  <a:pt x="2705404" y="94643"/>
                </a:lnTo>
                <a:lnTo>
                  <a:pt x="2705115" y="94149"/>
                </a:lnTo>
                <a:lnTo>
                  <a:pt x="2704814" y="93666"/>
                </a:lnTo>
                <a:lnTo>
                  <a:pt x="2704500" y="93191"/>
                </a:lnTo>
                <a:lnTo>
                  <a:pt x="2704173" y="92724"/>
                </a:lnTo>
                <a:lnTo>
                  <a:pt x="2703834" y="92265"/>
                </a:lnTo>
                <a:lnTo>
                  <a:pt x="2703482" y="91812"/>
                </a:lnTo>
                <a:lnTo>
                  <a:pt x="2703118" y="91367"/>
                </a:lnTo>
                <a:lnTo>
                  <a:pt x="2702741" y="90929"/>
                </a:lnTo>
                <a:lnTo>
                  <a:pt x="2702352" y="90498"/>
                </a:lnTo>
                <a:lnTo>
                  <a:pt x="2701951" y="90074"/>
                </a:lnTo>
                <a:lnTo>
                  <a:pt x="2701537" y="89658"/>
                </a:lnTo>
                <a:lnTo>
                  <a:pt x="2701110" y="89249"/>
                </a:lnTo>
                <a:lnTo>
                  <a:pt x="2700671" y="88847"/>
                </a:lnTo>
                <a:lnTo>
                  <a:pt x="2700219" y="88452"/>
                </a:lnTo>
                <a:lnTo>
                  <a:pt x="2699755" y="88065"/>
                </a:lnTo>
                <a:lnTo>
                  <a:pt x="2699279" y="87684"/>
                </a:lnTo>
                <a:lnTo>
                  <a:pt x="2698790" y="87311"/>
                </a:lnTo>
                <a:lnTo>
                  <a:pt x="2698288" y="86946"/>
                </a:lnTo>
                <a:lnTo>
                  <a:pt x="2697774" y="86587"/>
                </a:lnTo>
                <a:lnTo>
                  <a:pt x="2697248" y="86236"/>
                </a:lnTo>
                <a:lnTo>
                  <a:pt x="2696709" y="85892"/>
                </a:lnTo>
                <a:lnTo>
                  <a:pt x="2696157" y="85555"/>
                </a:lnTo>
                <a:lnTo>
                  <a:pt x="2695593" y="85225"/>
                </a:lnTo>
                <a:lnTo>
                  <a:pt x="2695017" y="84903"/>
                </a:lnTo>
                <a:lnTo>
                  <a:pt x="2694428" y="84588"/>
                </a:lnTo>
                <a:lnTo>
                  <a:pt x="2693827" y="84280"/>
                </a:lnTo>
                <a:lnTo>
                  <a:pt x="2693213" y="83977"/>
                </a:lnTo>
                <a:lnTo>
                  <a:pt x="2692587" y="83678"/>
                </a:lnTo>
                <a:lnTo>
                  <a:pt x="2691950" y="83382"/>
                </a:lnTo>
                <a:lnTo>
                  <a:pt x="2691300" y="83090"/>
                </a:lnTo>
                <a:lnTo>
                  <a:pt x="2690639" y="82802"/>
                </a:lnTo>
                <a:lnTo>
                  <a:pt x="2689965" y="82517"/>
                </a:lnTo>
                <a:lnTo>
                  <a:pt x="2689279" y="82235"/>
                </a:lnTo>
                <a:lnTo>
                  <a:pt x="2688582" y="81957"/>
                </a:lnTo>
                <a:lnTo>
                  <a:pt x="2687873" y="81683"/>
                </a:lnTo>
                <a:lnTo>
                  <a:pt x="2687151" y="81412"/>
                </a:lnTo>
                <a:lnTo>
                  <a:pt x="2686418" y="81145"/>
                </a:lnTo>
                <a:lnTo>
                  <a:pt x="2685672" y="80881"/>
                </a:lnTo>
                <a:lnTo>
                  <a:pt x="2684915" y="80620"/>
                </a:lnTo>
                <a:lnTo>
                  <a:pt x="2684146" y="80364"/>
                </a:lnTo>
                <a:lnTo>
                  <a:pt x="2683364" y="80110"/>
                </a:lnTo>
                <a:lnTo>
                  <a:pt x="2682571" y="79860"/>
                </a:lnTo>
                <a:lnTo>
                  <a:pt x="2681766" y="79614"/>
                </a:lnTo>
                <a:lnTo>
                  <a:pt x="2680949" y="79371"/>
                </a:lnTo>
                <a:lnTo>
                  <a:pt x="2680119" y="79132"/>
                </a:lnTo>
                <a:lnTo>
                  <a:pt x="2679278" y="78896"/>
                </a:lnTo>
                <a:lnTo>
                  <a:pt x="2678425" y="78664"/>
                </a:lnTo>
                <a:lnTo>
                  <a:pt x="2677560" y="78435"/>
                </a:lnTo>
                <a:lnTo>
                  <a:pt x="2676683" y="78210"/>
                </a:lnTo>
                <a:lnTo>
                  <a:pt x="2675794" y="77988"/>
                </a:lnTo>
                <a:lnTo>
                  <a:pt x="2674980" y="77786"/>
                </a:lnTo>
                <a:lnTo>
                  <a:pt x="2674179" y="77584"/>
                </a:lnTo>
                <a:lnTo>
                  <a:pt x="2673393" y="77383"/>
                </a:lnTo>
                <a:lnTo>
                  <a:pt x="2672621" y="77184"/>
                </a:lnTo>
                <a:lnTo>
                  <a:pt x="2671863" y="76985"/>
                </a:lnTo>
                <a:lnTo>
                  <a:pt x="2671119" y="76787"/>
                </a:lnTo>
                <a:lnTo>
                  <a:pt x="2670389" y="76589"/>
                </a:lnTo>
                <a:lnTo>
                  <a:pt x="2669673" y="76393"/>
                </a:lnTo>
                <a:lnTo>
                  <a:pt x="2668971" y="76198"/>
                </a:lnTo>
                <a:lnTo>
                  <a:pt x="2668283" y="76003"/>
                </a:lnTo>
                <a:lnTo>
                  <a:pt x="2667610" y="75809"/>
                </a:lnTo>
                <a:lnTo>
                  <a:pt x="2666950" y="75617"/>
                </a:lnTo>
                <a:lnTo>
                  <a:pt x="2666304" y="75425"/>
                </a:lnTo>
                <a:lnTo>
                  <a:pt x="2665672" y="75234"/>
                </a:lnTo>
                <a:lnTo>
                  <a:pt x="2665054" y="75044"/>
                </a:lnTo>
                <a:lnTo>
                  <a:pt x="2664451" y="74854"/>
                </a:lnTo>
                <a:lnTo>
                  <a:pt x="2663861" y="74666"/>
                </a:lnTo>
                <a:lnTo>
                  <a:pt x="2663285" y="74479"/>
                </a:lnTo>
                <a:lnTo>
                  <a:pt x="2662724" y="74292"/>
                </a:lnTo>
                <a:lnTo>
                  <a:pt x="2662176" y="74106"/>
                </a:lnTo>
                <a:lnTo>
                  <a:pt x="2661642" y="73921"/>
                </a:lnTo>
                <a:lnTo>
                  <a:pt x="2661123" y="73738"/>
                </a:lnTo>
                <a:lnTo>
                  <a:pt x="2660617" y="73555"/>
                </a:lnTo>
                <a:lnTo>
                  <a:pt x="2660126" y="73372"/>
                </a:lnTo>
                <a:lnTo>
                  <a:pt x="2659647" y="73190"/>
                </a:lnTo>
                <a:lnTo>
                  <a:pt x="2659180" y="73005"/>
                </a:lnTo>
                <a:lnTo>
                  <a:pt x="2658725" y="72818"/>
                </a:lnTo>
                <a:lnTo>
                  <a:pt x="2658281" y="72629"/>
                </a:lnTo>
                <a:lnTo>
                  <a:pt x="2657849" y="72439"/>
                </a:lnTo>
                <a:lnTo>
                  <a:pt x="2657428" y="72246"/>
                </a:lnTo>
                <a:lnTo>
                  <a:pt x="2657019" y="72051"/>
                </a:lnTo>
                <a:lnTo>
                  <a:pt x="2656622" y="71855"/>
                </a:lnTo>
                <a:lnTo>
                  <a:pt x="2656237" y="71657"/>
                </a:lnTo>
                <a:lnTo>
                  <a:pt x="2655863" y="71456"/>
                </a:lnTo>
                <a:lnTo>
                  <a:pt x="2655500" y="71254"/>
                </a:lnTo>
                <a:lnTo>
                  <a:pt x="2655149" y="71050"/>
                </a:lnTo>
                <a:lnTo>
                  <a:pt x="2654810" y="70844"/>
                </a:lnTo>
                <a:lnTo>
                  <a:pt x="2654483" y="70636"/>
                </a:lnTo>
                <a:lnTo>
                  <a:pt x="2654167" y="70426"/>
                </a:lnTo>
                <a:lnTo>
                  <a:pt x="2653863" y="70214"/>
                </a:lnTo>
                <a:lnTo>
                  <a:pt x="2653570" y="70000"/>
                </a:lnTo>
                <a:lnTo>
                  <a:pt x="2653290" y="69784"/>
                </a:lnTo>
                <a:lnTo>
                  <a:pt x="2653020" y="69566"/>
                </a:lnTo>
                <a:lnTo>
                  <a:pt x="2652763" y="69347"/>
                </a:lnTo>
                <a:lnTo>
                  <a:pt x="2652517" y="69125"/>
                </a:lnTo>
                <a:lnTo>
                  <a:pt x="2652282" y="68901"/>
                </a:lnTo>
                <a:lnTo>
                  <a:pt x="2652060" y="68676"/>
                </a:lnTo>
                <a:lnTo>
                  <a:pt x="2651848" y="68449"/>
                </a:lnTo>
                <a:lnTo>
                  <a:pt x="2651647" y="68218"/>
                </a:lnTo>
                <a:lnTo>
                  <a:pt x="2651455" y="67983"/>
                </a:lnTo>
                <a:lnTo>
                  <a:pt x="2651271" y="67744"/>
                </a:lnTo>
                <a:lnTo>
                  <a:pt x="2651096" y="67501"/>
                </a:lnTo>
                <a:lnTo>
                  <a:pt x="2650929" y="67254"/>
                </a:lnTo>
                <a:lnTo>
                  <a:pt x="2650771" y="67002"/>
                </a:lnTo>
                <a:lnTo>
                  <a:pt x="2650621" y="66746"/>
                </a:lnTo>
                <a:lnTo>
                  <a:pt x="2650480" y="66486"/>
                </a:lnTo>
                <a:lnTo>
                  <a:pt x="2650347" y="66222"/>
                </a:lnTo>
                <a:lnTo>
                  <a:pt x="2650223" y="65953"/>
                </a:lnTo>
                <a:lnTo>
                  <a:pt x="2650108" y="65681"/>
                </a:lnTo>
                <a:lnTo>
                  <a:pt x="2650001" y="65404"/>
                </a:lnTo>
                <a:lnTo>
                  <a:pt x="2649902" y="65123"/>
                </a:lnTo>
                <a:lnTo>
                  <a:pt x="2649813" y="64837"/>
                </a:lnTo>
                <a:lnTo>
                  <a:pt x="2649731" y="64548"/>
                </a:lnTo>
                <a:lnTo>
                  <a:pt x="2649659" y="64254"/>
                </a:lnTo>
                <a:lnTo>
                  <a:pt x="2649594" y="63956"/>
                </a:lnTo>
                <a:lnTo>
                  <a:pt x="2649539" y="63653"/>
                </a:lnTo>
                <a:lnTo>
                  <a:pt x="2649492" y="63347"/>
                </a:lnTo>
                <a:lnTo>
                  <a:pt x="2649453" y="63036"/>
                </a:lnTo>
                <a:lnTo>
                  <a:pt x="2649423" y="62721"/>
                </a:lnTo>
                <a:lnTo>
                  <a:pt x="2649402" y="62402"/>
                </a:lnTo>
                <a:lnTo>
                  <a:pt x="2649389" y="62078"/>
                </a:lnTo>
                <a:lnTo>
                  <a:pt x="2649385" y="61751"/>
                </a:lnTo>
                <a:lnTo>
                  <a:pt x="2649394" y="61167"/>
                </a:lnTo>
                <a:lnTo>
                  <a:pt x="2649423" y="60595"/>
                </a:lnTo>
                <a:lnTo>
                  <a:pt x="2649471" y="60037"/>
                </a:lnTo>
                <a:lnTo>
                  <a:pt x="2649538" y="59492"/>
                </a:lnTo>
                <a:lnTo>
                  <a:pt x="2649624" y="58960"/>
                </a:lnTo>
                <a:lnTo>
                  <a:pt x="2649730" y="58441"/>
                </a:lnTo>
                <a:lnTo>
                  <a:pt x="2649854" y="57935"/>
                </a:lnTo>
                <a:lnTo>
                  <a:pt x="2649998" y="57442"/>
                </a:lnTo>
                <a:lnTo>
                  <a:pt x="2650161" y="56962"/>
                </a:lnTo>
                <a:lnTo>
                  <a:pt x="2650343" y="56495"/>
                </a:lnTo>
                <a:lnTo>
                  <a:pt x="2650544" y="56041"/>
                </a:lnTo>
                <a:lnTo>
                  <a:pt x="2650764" y="55601"/>
                </a:lnTo>
                <a:lnTo>
                  <a:pt x="2651004" y="55173"/>
                </a:lnTo>
                <a:lnTo>
                  <a:pt x="2651263" y="54758"/>
                </a:lnTo>
                <a:lnTo>
                  <a:pt x="2651540" y="54356"/>
                </a:lnTo>
                <a:lnTo>
                  <a:pt x="2651837" y="53968"/>
                </a:lnTo>
                <a:lnTo>
                  <a:pt x="2652154" y="53592"/>
                </a:lnTo>
                <a:lnTo>
                  <a:pt x="2652489" y="53229"/>
                </a:lnTo>
                <a:lnTo>
                  <a:pt x="2652843" y="52880"/>
                </a:lnTo>
                <a:lnTo>
                  <a:pt x="2653217" y="52543"/>
                </a:lnTo>
                <a:lnTo>
                  <a:pt x="2653610" y="52220"/>
                </a:lnTo>
                <a:lnTo>
                  <a:pt x="2654022" y="51909"/>
                </a:lnTo>
                <a:lnTo>
                  <a:pt x="2654453" y="51612"/>
                </a:lnTo>
                <a:lnTo>
                  <a:pt x="2654903" y="51327"/>
                </a:lnTo>
                <a:lnTo>
                  <a:pt x="2655369" y="51055"/>
                </a:lnTo>
                <a:lnTo>
                  <a:pt x="2655846" y="50794"/>
                </a:lnTo>
                <a:lnTo>
                  <a:pt x="2656335" y="50545"/>
                </a:lnTo>
                <a:lnTo>
                  <a:pt x="2656836" y="50307"/>
                </a:lnTo>
                <a:lnTo>
                  <a:pt x="2657348" y="50081"/>
                </a:lnTo>
                <a:lnTo>
                  <a:pt x="2657872" y="49867"/>
                </a:lnTo>
                <a:lnTo>
                  <a:pt x="2658407" y="49664"/>
                </a:lnTo>
                <a:lnTo>
                  <a:pt x="2658954" y="49473"/>
                </a:lnTo>
                <a:lnTo>
                  <a:pt x="2659513" y="49293"/>
                </a:lnTo>
                <a:lnTo>
                  <a:pt x="2660083" y="49125"/>
                </a:lnTo>
                <a:lnTo>
                  <a:pt x="2660665" y="48968"/>
                </a:lnTo>
                <a:lnTo>
                  <a:pt x="2661259" y="48824"/>
                </a:lnTo>
                <a:lnTo>
                  <a:pt x="2661864" y="48690"/>
                </a:lnTo>
                <a:lnTo>
                  <a:pt x="2662481" y="48569"/>
                </a:lnTo>
                <a:lnTo>
                  <a:pt x="2663110" y="48459"/>
                </a:lnTo>
                <a:lnTo>
                  <a:pt x="2663750" y="48360"/>
                </a:lnTo>
                <a:lnTo>
                  <a:pt x="2664402" y="48273"/>
                </a:lnTo>
                <a:lnTo>
                  <a:pt x="2665065" y="48198"/>
                </a:lnTo>
                <a:lnTo>
                  <a:pt x="2665740" y="48134"/>
                </a:lnTo>
                <a:lnTo>
                  <a:pt x="2666427" y="48082"/>
                </a:lnTo>
                <a:lnTo>
                  <a:pt x="2667125" y="48041"/>
                </a:lnTo>
                <a:lnTo>
                  <a:pt x="2667835" y="48012"/>
                </a:lnTo>
                <a:lnTo>
                  <a:pt x="2668557" y="47995"/>
                </a:lnTo>
                <a:lnTo>
                  <a:pt x="2669290" y="47989"/>
                </a:lnTo>
                <a:lnTo>
                  <a:pt x="2670016" y="47997"/>
                </a:lnTo>
                <a:lnTo>
                  <a:pt x="2670733" y="48020"/>
                </a:lnTo>
                <a:lnTo>
                  <a:pt x="2671441" y="48059"/>
                </a:lnTo>
                <a:lnTo>
                  <a:pt x="2672139" y="48113"/>
                </a:lnTo>
                <a:lnTo>
                  <a:pt x="2672829" y="48182"/>
                </a:lnTo>
                <a:lnTo>
                  <a:pt x="2673509" y="48267"/>
                </a:lnTo>
                <a:lnTo>
                  <a:pt x="2674180" y="48367"/>
                </a:lnTo>
                <a:lnTo>
                  <a:pt x="2674841" y="48483"/>
                </a:lnTo>
                <a:lnTo>
                  <a:pt x="2675493" y="48614"/>
                </a:lnTo>
                <a:lnTo>
                  <a:pt x="2676137" y="48761"/>
                </a:lnTo>
                <a:lnTo>
                  <a:pt x="2676770" y="48923"/>
                </a:lnTo>
                <a:lnTo>
                  <a:pt x="2677395" y="49101"/>
                </a:lnTo>
                <a:lnTo>
                  <a:pt x="2678010" y="49294"/>
                </a:lnTo>
                <a:lnTo>
                  <a:pt x="2678616" y="49502"/>
                </a:lnTo>
                <a:lnTo>
                  <a:pt x="2679213" y="49726"/>
                </a:lnTo>
                <a:lnTo>
                  <a:pt x="2679801" y="49965"/>
                </a:lnTo>
                <a:lnTo>
                  <a:pt x="2680379" y="50220"/>
                </a:lnTo>
                <a:lnTo>
                  <a:pt x="2680949" y="50490"/>
                </a:lnTo>
                <a:lnTo>
                  <a:pt x="2681508" y="50776"/>
                </a:lnTo>
                <a:lnTo>
                  <a:pt x="2682059" y="51077"/>
                </a:lnTo>
                <a:lnTo>
                  <a:pt x="2682601" y="51394"/>
                </a:lnTo>
                <a:lnTo>
                  <a:pt x="2683133" y="51725"/>
                </a:lnTo>
                <a:lnTo>
                  <a:pt x="2683656" y="52073"/>
                </a:lnTo>
                <a:lnTo>
                  <a:pt x="2684170" y="52436"/>
                </a:lnTo>
                <a:lnTo>
                  <a:pt x="2684668" y="52817"/>
                </a:lnTo>
                <a:lnTo>
                  <a:pt x="2685145" y="53221"/>
                </a:lnTo>
                <a:lnTo>
                  <a:pt x="2685602" y="53646"/>
                </a:lnTo>
                <a:lnTo>
                  <a:pt x="2686036" y="54093"/>
                </a:lnTo>
                <a:lnTo>
                  <a:pt x="2686450" y="54562"/>
                </a:lnTo>
                <a:lnTo>
                  <a:pt x="2686842" y="55053"/>
                </a:lnTo>
                <a:lnTo>
                  <a:pt x="2687214" y="55566"/>
                </a:lnTo>
                <a:lnTo>
                  <a:pt x="2687564" y="56101"/>
                </a:lnTo>
                <a:lnTo>
                  <a:pt x="2687893" y="56658"/>
                </a:lnTo>
                <a:lnTo>
                  <a:pt x="2688200" y="57237"/>
                </a:lnTo>
                <a:lnTo>
                  <a:pt x="2688487" y="57837"/>
                </a:lnTo>
                <a:lnTo>
                  <a:pt x="2688752" y="58460"/>
                </a:lnTo>
                <a:lnTo>
                  <a:pt x="2688996" y="59104"/>
                </a:lnTo>
                <a:lnTo>
                  <a:pt x="2689218" y="59770"/>
                </a:lnTo>
                <a:lnTo>
                  <a:pt x="2689420" y="60459"/>
                </a:lnTo>
                <a:lnTo>
                  <a:pt x="2689600" y="61169"/>
                </a:lnTo>
                <a:lnTo>
                  <a:pt x="2689759" y="61901"/>
                </a:lnTo>
                <a:lnTo>
                  <a:pt x="2689897" y="62655"/>
                </a:lnTo>
                <a:lnTo>
                  <a:pt x="2690014" y="63431"/>
                </a:lnTo>
                <a:lnTo>
                  <a:pt x="2690109" y="64228"/>
                </a:lnTo>
                <a:lnTo>
                  <a:pt x="2690184" y="65048"/>
                </a:lnTo>
                <a:lnTo>
                  <a:pt x="2690237" y="65890"/>
                </a:lnTo>
                <a:lnTo>
                  <a:pt x="2690268" y="66753"/>
                </a:lnTo>
                <a:lnTo>
                  <a:pt x="2690279" y="67639"/>
                </a:lnTo>
                <a:lnTo>
                  <a:pt x="2706243" y="67639"/>
                </a:lnTo>
                <a:lnTo>
                  <a:pt x="2706237" y="66933"/>
                </a:lnTo>
                <a:lnTo>
                  <a:pt x="2706222" y="66235"/>
                </a:lnTo>
                <a:lnTo>
                  <a:pt x="2706196" y="65546"/>
                </a:lnTo>
                <a:lnTo>
                  <a:pt x="2706160" y="64865"/>
                </a:lnTo>
                <a:lnTo>
                  <a:pt x="2706114" y="64193"/>
                </a:lnTo>
                <a:lnTo>
                  <a:pt x="2706058" y="63529"/>
                </a:lnTo>
                <a:lnTo>
                  <a:pt x="2705991" y="62874"/>
                </a:lnTo>
                <a:lnTo>
                  <a:pt x="2705914" y="62227"/>
                </a:lnTo>
                <a:lnTo>
                  <a:pt x="2705827" y="61588"/>
                </a:lnTo>
                <a:lnTo>
                  <a:pt x="2705729" y="60958"/>
                </a:lnTo>
                <a:lnTo>
                  <a:pt x="2705622" y="60337"/>
                </a:lnTo>
                <a:lnTo>
                  <a:pt x="2705504" y="59724"/>
                </a:lnTo>
                <a:lnTo>
                  <a:pt x="2705375" y="59119"/>
                </a:lnTo>
                <a:lnTo>
                  <a:pt x="2705237" y="58523"/>
                </a:lnTo>
                <a:lnTo>
                  <a:pt x="2705088" y="57935"/>
                </a:lnTo>
                <a:lnTo>
                  <a:pt x="2704929" y="57356"/>
                </a:lnTo>
                <a:lnTo>
                  <a:pt x="2704759" y="56785"/>
                </a:lnTo>
                <a:lnTo>
                  <a:pt x="2704580" y="56223"/>
                </a:lnTo>
                <a:lnTo>
                  <a:pt x="2704390" y="55669"/>
                </a:lnTo>
                <a:lnTo>
                  <a:pt x="2704190" y="55124"/>
                </a:lnTo>
                <a:lnTo>
                  <a:pt x="2703979" y="54587"/>
                </a:lnTo>
                <a:lnTo>
                  <a:pt x="2703759" y="54059"/>
                </a:lnTo>
                <a:lnTo>
                  <a:pt x="2703528" y="53539"/>
                </a:lnTo>
                <a:lnTo>
                  <a:pt x="2703286" y="53027"/>
                </a:lnTo>
                <a:lnTo>
                  <a:pt x="2703036" y="52524"/>
                </a:lnTo>
                <a:lnTo>
                  <a:pt x="2702779" y="52028"/>
                </a:lnTo>
                <a:lnTo>
                  <a:pt x="2702514" y="51540"/>
                </a:lnTo>
                <a:lnTo>
                  <a:pt x="2702242" y="51060"/>
                </a:lnTo>
                <a:lnTo>
                  <a:pt x="2701963" y="50587"/>
                </a:lnTo>
                <a:lnTo>
                  <a:pt x="2701676" y="50123"/>
                </a:lnTo>
                <a:lnTo>
                  <a:pt x="2701382" y="49666"/>
                </a:lnTo>
                <a:lnTo>
                  <a:pt x="2701080" y="49216"/>
                </a:lnTo>
                <a:lnTo>
                  <a:pt x="2700771" y="48775"/>
                </a:lnTo>
                <a:lnTo>
                  <a:pt x="2700455" y="48341"/>
                </a:lnTo>
                <a:lnTo>
                  <a:pt x="2700131" y="47915"/>
                </a:lnTo>
                <a:lnTo>
                  <a:pt x="2699801" y="47497"/>
                </a:lnTo>
                <a:lnTo>
                  <a:pt x="2699462" y="47087"/>
                </a:lnTo>
                <a:lnTo>
                  <a:pt x="2699117" y="46684"/>
                </a:lnTo>
                <a:lnTo>
                  <a:pt x="2698764" y="46289"/>
                </a:lnTo>
                <a:lnTo>
                  <a:pt x="2698403" y="45902"/>
                </a:lnTo>
                <a:lnTo>
                  <a:pt x="2698035" y="45523"/>
                </a:lnTo>
                <a:lnTo>
                  <a:pt x="2697660" y="45151"/>
                </a:lnTo>
                <a:lnTo>
                  <a:pt x="2697278" y="44787"/>
                </a:lnTo>
                <a:lnTo>
                  <a:pt x="2696888" y="44431"/>
                </a:lnTo>
                <a:lnTo>
                  <a:pt x="2696491" y="44082"/>
                </a:lnTo>
                <a:lnTo>
                  <a:pt x="2696086" y="43742"/>
                </a:lnTo>
                <a:lnTo>
                  <a:pt x="2695675" y="43409"/>
                </a:lnTo>
                <a:lnTo>
                  <a:pt x="2695255" y="43084"/>
                </a:lnTo>
                <a:lnTo>
                  <a:pt x="2694830" y="42766"/>
                </a:lnTo>
                <a:lnTo>
                  <a:pt x="2694399" y="42455"/>
                </a:lnTo>
                <a:lnTo>
                  <a:pt x="2693962" y="42151"/>
                </a:lnTo>
                <a:lnTo>
                  <a:pt x="2693520" y="41854"/>
                </a:lnTo>
                <a:lnTo>
                  <a:pt x="2693072" y="41564"/>
                </a:lnTo>
                <a:lnTo>
                  <a:pt x="2692619" y="41281"/>
                </a:lnTo>
                <a:lnTo>
                  <a:pt x="2692161" y="41006"/>
                </a:lnTo>
                <a:lnTo>
                  <a:pt x="2691697" y="40737"/>
                </a:lnTo>
                <a:lnTo>
                  <a:pt x="2691228" y="40476"/>
                </a:lnTo>
                <a:lnTo>
                  <a:pt x="2690753" y="40221"/>
                </a:lnTo>
                <a:lnTo>
                  <a:pt x="2690272" y="39974"/>
                </a:lnTo>
                <a:lnTo>
                  <a:pt x="2689786" y="39733"/>
                </a:lnTo>
                <a:lnTo>
                  <a:pt x="2689295" y="39500"/>
                </a:lnTo>
                <a:lnTo>
                  <a:pt x="2688798" y="39274"/>
                </a:lnTo>
                <a:lnTo>
                  <a:pt x="2688296" y="39054"/>
                </a:lnTo>
                <a:lnTo>
                  <a:pt x="2687788" y="38842"/>
                </a:lnTo>
                <a:lnTo>
                  <a:pt x="2687275" y="38637"/>
                </a:lnTo>
                <a:lnTo>
                  <a:pt x="2686756" y="38439"/>
                </a:lnTo>
                <a:lnTo>
                  <a:pt x="2686232" y="38248"/>
                </a:lnTo>
                <a:lnTo>
                  <a:pt x="2685702" y="38064"/>
                </a:lnTo>
                <a:lnTo>
                  <a:pt x="2685167" y="37887"/>
                </a:lnTo>
                <a:lnTo>
                  <a:pt x="2684627" y="37718"/>
                </a:lnTo>
                <a:lnTo>
                  <a:pt x="2684081" y="37555"/>
                </a:lnTo>
                <a:lnTo>
                  <a:pt x="2683529" y="37399"/>
                </a:lnTo>
                <a:lnTo>
                  <a:pt x="2682973" y="37250"/>
                </a:lnTo>
                <a:lnTo>
                  <a:pt x="2682414" y="37107"/>
                </a:lnTo>
                <a:lnTo>
                  <a:pt x="2681852" y="36971"/>
                </a:lnTo>
                <a:lnTo>
                  <a:pt x="2681286" y="36841"/>
                </a:lnTo>
                <a:lnTo>
                  <a:pt x="2680717" y="36717"/>
                </a:lnTo>
                <a:lnTo>
                  <a:pt x="2680145" y="36600"/>
                </a:lnTo>
                <a:lnTo>
                  <a:pt x="2679569" y="36489"/>
                </a:lnTo>
                <a:lnTo>
                  <a:pt x="2678991" y="36385"/>
                </a:lnTo>
                <a:lnTo>
                  <a:pt x="2678409" y="36286"/>
                </a:lnTo>
                <a:lnTo>
                  <a:pt x="2677824" y="36194"/>
                </a:lnTo>
                <a:lnTo>
                  <a:pt x="2677235" y="36109"/>
                </a:lnTo>
                <a:lnTo>
                  <a:pt x="2676644" y="36030"/>
                </a:lnTo>
                <a:lnTo>
                  <a:pt x="2676049" y="35957"/>
                </a:lnTo>
                <a:lnTo>
                  <a:pt x="2675450" y="35890"/>
                </a:lnTo>
                <a:lnTo>
                  <a:pt x="2674849" y="35830"/>
                </a:lnTo>
                <a:lnTo>
                  <a:pt x="2674244" y="35776"/>
                </a:lnTo>
                <a:lnTo>
                  <a:pt x="2673636" y="35728"/>
                </a:lnTo>
                <a:lnTo>
                  <a:pt x="2673025" y="35687"/>
                </a:lnTo>
                <a:lnTo>
                  <a:pt x="2672411" y="35652"/>
                </a:lnTo>
                <a:lnTo>
                  <a:pt x="2671793" y="35624"/>
                </a:lnTo>
                <a:lnTo>
                  <a:pt x="2671172" y="35602"/>
                </a:lnTo>
                <a:lnTo>
                  <a:pt x="2670548" y="35586"/>
                </a:lnTo>
                <a:lnTo>
                  <a:pt x="2669921" y="35576"/>
                </a:lnTo>
                <a:lnTo>
                  <a:pt x="2669290" y="35573"/>
                </a:lnTo>
                <a:lnTo>
                  <a:pt x="2668651" y="35576"/>
                </a:lnTo>
                <a:lnTo>
                  <a:pt x="2668017" y="35585"/>
                </a:lnTo>
                <a:lnTo>
                  <a:pt x="2667385" y="35599"/>
                </a:lnTo>
                <a:lnTo>
                  <a:pt x="2666758" y="35620"/>
                </a:lnTo>
                <a:lnTo>
                  <a:pt x="2666135" y="35646"/>
                </a:lnTo>
                <a:lnTo>
                  <a:pt x="2665515" y="35678"/>
                </a:lnTo>
                <a:lnTo>
                  <a:pt x="2664899" y="35716"/>
                </a:lnTo>
                <a:lnTo>
                  <a:pt x="2664286" y="35759"/>
                </a:lnTo>
                <a:lnTo>
                  <a:pt x="2663678" y="35809"/>
                </a:lnTo>
                <a:lnTo>
                  <a:pt x="2663073" y="35864"/>
                </a:lnTo>
                <a:lnTo>
                  <a:pt x="2662472" y="35925"/>
                </a:lnTo>
                <a:lnTo>
                  <a:pt x="2661875" y="35992"/>
                </a:lnTo>
                <a:lnTo>
                  <a:pt x="2661281" y="36065"/>
                </a:lnTo>
                <a:lnTo>
                  <a:pt x="2660692" y="36143"/>
                </a:lnTo>
                <a:lnTo>
                  <a:pt x="2660106" y="36227"/>
                </a:lnTo>
                <a:lnTo>
                  <a:pt x="2659524" y="36318"/>
                </a:lnTo>
                <a:lnTo>
                  <a:pt x="2658945" y="36414"/>
                </a:lnTo>
                <a:lnTo>
                  <a:pt x="2658371" y="36515"/>
                </a:lnTo>
                <a:lnTo>
                  <a:pt x="2657800" y="36623"/>
                </a:lnTo>
                <a:lnTo>
                  <a:pt x="2657233" y="36736"/>
                </a:lnTo>
                <a:lnTo>
                  <a:pt x="2656669" y="36856"/>
                </a:lnTo>
                <a:lnTo>
                  <a:pt x="2656110" y="36981"/>
                </a:lnTo>
                <a:lnTo>
                  <a:pt x="2655554" y="37112"/>
                </a:lnTo>
                <a:lnTo>
                  <a:pt x="2655002" y="37248"/>
                </a:lnTo>
                <a:lnTo>
                  <a:pt x="2654455" y="37390"/>
                </a:lnTo>
                <a:lnTo>
                  <a:pt x="2653913" y="37539"/>
                </a:lnTo>
                <a:lnTo>
                  <a:pt x="2653378" y="37692"/>
                </a:lnTo>
                <a:lnTo>
                  <a:pt x="2652849" y="37852"/>
                </a:lnTo>
                <a:lnTo>
                  <a:pt x="2652326" y="38018"/>
                </a:lnTo>
                <a:lnTo>
                  <a:pt x="2651808" y="38189"/>
                </a:lnTo>
                <a:lnTo>
                  <a:pt x="2651297" y="38366"/>
                </a:lnTo>
                <a:lnTo>
                  <a:pt x="2650792" y="38549"/>
                </a:lnTo>
                <a:lnTo>
                  <a:pt x="2650293" y="38738"/>
                </a:lnTo>
                <a:lnTo>
                  <a:pt x="2649799" y="38933"/>
                </a:lnTo>
                <a:lnTo>
                  <a:pt x="2649312" y="39134"/>
                </a:lnTo>
                <a:lnTo>
                  <a:pt x="2648831" y="39340"/>
                </a:lnTo>
                <a:lnTo>
                  <a:pt x="2648355" y="39552"/>
                </a:lnTo>
                <a:lnTo>
                  <a:pt x="2647886" y="39770"/>
                </a:lnTo>
                <a:lnTo>
                  <a:pt x="2647423" y="39994"/>
                </a:lnTo>
                <a:lnTo>
                  <a:pt x="2646965" y="40224"/>
                </a:lnTo>
                <a:lnTo>
                  <a:pt x="2646514" y="40459"/>
                </a:lnTo>
                <a:lnTo>
                  <a:pt x="2646068" y="40700"/>
                </a:lnTo>
                <a:lnTo>
                  <a:pt x="2645629" y="40948"/>
                </a:lnTo>
                <a:lnTo>
                  <a:pt x="2645196" y="41201"/>
                </a:lnTo>
                <a:lnTo>
                  <a:pt x="2644768" y="41459"/>
                </a:lnTo>
                <a:lnTo>
                  <a:pt x="2644347" y="41724"/>
                </a:lnTo>
                <a:lnTo>
                  <a:pt x="2643931" y="41994"/>
                </a:lnTo>
                <a:lnTo>
                  <a:pt x="2643522" y="42271"/>
                </a:lnTo>
                <a:lnTo>
                  <a:pt x="2643119" y="42553"/>
                </a:lnTo>
                <a:lnTo>
                  <a:pt x="2642724" y="42840"/>
                </a:lnTo>
                <a:lnTo>
                  <a:pt x="2642336" y="43134"/>
                </a:lnTo>
                <a:lnTo>
                  <a:pt x="2641956" y="43433"/>
                </a:lnTo>
                <a:lnTo>
                  <a:pt x="2641583" y="43738"/>
                </a:lnTo>
                <a:lnTo>
                  <a:pt x="2641218" y="44049"/>
                </a:lnTo>
                <a:lnTo>
                  <a:pt x="2640861" y="44366"/>
                </a:lnTo>
                <a:lnTo>
                  <a:pt x="2640511" y="44688"/>
                </a:lnTo>
                <a:lnTo>
                  <a:pt x="2640168" y="45017"/>
                </a:lnTo>
                <a:lnTo>
                  <a:pt x="2639833" y="45351"/>
                </a:lnTo>
                <a:lnTo>
                  <a:pt x="2639506" y="45691"/>
                </a:lnTo>
                <a:lnTo>
                  <a:pt x="2639186" y="46037"/>
                </a:lnTo>
                <a:lnTo>
                  <a:pt x="2638874" y="46388"/>
                </a:lnTo>
                <a:lnTo>
                  <a:pt x="2638569" y="46746"/>
                </a:lnTo>
                <a:lnTo>
                  <a:pt x="2638271" y="47109"/>
                </a:lnTo>
                <a:lnTo>
                  <a:pt x="2637982" y="47478"/>
                </a:lnTo>
                <a:lnTo>
                  <a:pt x="2637699" y="47853"/>
                </a:lnTo>
                <a:lnTo>
                  <a:pt x="2637425" y="48234"/>
                </a:lnTo>
                <a:lnTo>
                  <a:pt x="2637157" y="48620"/>
                </a:lnTo>
                <a:lnTo>
                  <a:pt x="2636898" y="49013"/>
                </a:lnTo>
                <a:lnTo>
                  <a:pt x="2636645" y="49411"/>
                </a:lnTo>
                <a:lnTo>
                  <a:pt x="2636401" y="49815"/>
                </a:lnTo>
                <a:lnTo>
                  <a:pt x="2636164" y="50225"/>
                </a:lnTo>
                <a:lnTo>
                  <a:pt x="2635934" y="50640"/>
                </a:lnTo>
                <a:lnTo>
                  <a:pt x="2635713" y="51062"/>
                </a:lnTo>
                <a:lnTo>
                  <a:pt x="2635501" y="51488"/>
                </a:lnTo>
                <a:lnTo>
                  <a:pt x="2635299" y="51921"/>
                </a:lnTo>
                <a:lnTo>
                  <a:pt x="2635106" y="52358"/>
                </a:lnTo>
                <a:lnTo>
                  <a:pt x="2634923" y="52801"/>
                </a:lnTo>
                <a:lnTo>
                  <a:pt x="2634749" y="53250"/>
                </a:lnTo>
                <a:lnTo>
                  <a:pt x="2634584" y="53704"/>
                </a:lnTo>
                <a:lnTo>
                  <a:pt x="2634429" y="54164"/>
                </a:lnTo>
                <a:lnTo>
                  <a:pt x="2634283" y="54629"/>
                </a:lnTo>
                <a:lnTo>
                  <a:pt x="2634146" y="55099"/>
                </a:lnTo>
                <a:lnTo>
                  <a:pt x="2634019" y="55575"/>
                </a:lnTo>
                <a:lnTo>
                  <a:pt x="2633902" y="56056"/>
                </a:lnTo>
                <a:lnTo>
                  <a:pt x="2633794" y="56543"/>
                </a:lnTo>
                <a:lnTo>
                  <a:pt x="2633695" y="57035"/>
                </a:lnTo>
                <a:lnTo>
                  <a:pt x="2633605" y="57533"/>
                </a:lnTo>
                <a:lnTo>
                  <a:pt x="2633525" y="58036"/>
                </a:lnTo>
                <a:lnTo>
                  <a:pt x="2633455" y="58545"/>
                </a:lnTo>
                <a:lnTo>
                  <a:pt x="2633394" y="59059"/>
                </a:lnTo>
                <a:lnTo>
                  <a:pt x="2633342" y="59579"/>
                </a:lnTo>
                <a:lnTo>
                  <a:pt x="2633300" y="60104"/>
                </a:lnTo>
                <a:lnTo>
                  <a:pt x="2633267" y="60635"/>
                </a:lnTo>
                <a:lnTo>
                  <a:pt x="2633243" y="61171"/>
                </a:lnTo>
                <a:lnTo>
                  <a:pt x="2633229" y="61712"/>
                </a:lnTo>
                <a:lnTo>
                  <a:pt x="2633224" y="62259"/>
                </a:lnTo>
                <a:lnTo>
                  <a:pt x="2633231" y="62956"/>
                </a:lnTo>
                <a:lnTo>
                  <a:pt x="2633251" y="63643"/>
                </a:lnTo>
                <a:lnTo>
                  <a:pt x="2633284" y="64319"/>
                </a:lnTo>
                <a:lnTo>
                  <a:pt x="2633331" y="64986"/>
                </a:lnTo>
                <a:lnTo>
                  <a:pt x="2633391" y="65643"/>
                </a:lnTo>
                <a:lnTo>
                  <a:pt x="2633464" y="66289"/>
                </a:lnTo>
                <a:lnTo>
                  <a:pt x="2633551" y="66926"/>
                </a:lnTo>
                <a:lnTo>
                  <a:pt x="2633651" y="67552"/>
                </a:lnTo>
                <a:lnTo>
                  <a:pt x="2633765" y="68169"/>
                </a:lnTo>
                <a:lnTo>
                  <a:pt x="2633891" y="68775"/>
                </a:lnTo>
                <a:lnTo>
                  <a:pt x="2634032" y="69372"/>
                </a:lnTo>
                <a:lnTo>
                  <a:pt x="2634185" y="69958"/>
                </a:lnTo>
                <a:lnTo>
                  <a:pt x="2634352" y="70535"/>
                </a:lnTo>
                <a:lnTo>
                  <a:pt x="2634532" y="71101"/>
                </a:lnTo>
                <a:lnTo>
                  <a:pt x="2634725" y="71657"/>
                </a:lnTo>
                <a:lnTo>
                  <a:pt x="2634932" y="72203"/>
                </a:lnTo>
                <a:lnTo>
                  <a:pt x="2635153" y="72739"/>
                </a:lnTo>
                <a:lnTo>
                  <a:pt x="2635386" y="73266"/>
                </a:lnTo>
                <a:lnTo>
                  <a:pt x="2635633" y="73782"/>
                </a:lnTo>
                <a:lnTo>
                  <a:pt x="2635893" y="74288"/>
                </a:lnTo>
                <a:lnTo>
                  <a:pt x="2636167" y="74784"/>
                </a:lnTo>
                <a:lnTo>
                  <a:pt x="2636454" y="75270"/>
                </a:lnTo>
                <a:lnTo>
                  <a:pt x="2636754" y="75746"/>
                </a:lnTo>
                <a:lnTo>
                  <a:pt x="2637067" y="76212"/>
                </a:lnTo>
                <a:lnTo>
                  <a:pt x="2637394" y="76669"/>
                </a:lnTo>
                <a:lnTo>
                  <a:pt x="2637735" y="77120"/>
                </a:lnTo>
                <a:lnTo>
                  <a:pt x="2638088" y="77564"/>
                </a:lnTo>
                <a:lnTo>
                  <a:pt x="2638455" y="78002"/>
                </a:lnTo>
                <a:lnTo>
                  <a:pt x="2638835" y="78432"/>
                </a:lnTo>
                <a:lnTo>
                  <a:pt x="2639229" y="78856"/>
                </a:lnTo>
                <a:lnTo>
                  <a:pt x="2639636" y="79274"/>
                </a:lnTo>
                <a:lnTo>
                  <a:pt x="2640056" y="79684"/>
                </a:lnTo>
                <a:lnTo>
                  <a:pt x="2640490" y="80088"/>
                </a:lnTo>
                <a:lnTo>
                  <a:pt x="2640937" y="80486"/>
                </a:lnTo>
                <a:lnTo>
                  <a:pt x="2641397" y="80876"/>
                </a:lnTo>
                <a:lnTo>
                  <a:pt x="2641871" y="81260"/>
                </a:lnTo>
                <a:lnTo>
                  <a:pt x="2642358" y="81637"/>
                </a:lnTo>
                <a:lnTo>
                  <a:pt x="2642859" y="82008"/>
                </a:lnTo>
                <a:lnTo>
                  <a:pt x="2643372" y="82372"/>
                </a:lnTo>
                <a:lnTo>
                  <a:pt x="2643899" y="82729"/>
                </a:lnTo>
                <a:lnTo>
                  <a:pt x="2644440" y="83079"/>
                </a:lnTo>
                <a:lnTo>
                  <a:pt x="2644994" y="83423"/>
                </a:lnTo>
                <a:lnTo>
                  <a:pt x="2645561" y="83760"/>
                </a:lnTo>
                <a:lnTo>
                  <a:pt x="2646141" y="84091"/>
                </a:lnTo>
                <a:lnTo>
                  <a:pt x="2646735" y="84414"/>
                </a:lnTo>
                <a:lnTo>
                  <a:pt x="2647342" y="84731"/>
                </a:lnTo>
                <a:lnTo>
                  <a:pt x="2647963" y="85041"/>
                </a:lnTo>
                <a:lnTo>
                  <a:pt x="2648597" y="85345"/>
                </a:lnTo>
                <a:lnTo>
                  <a:pt x="2649243" y="85644"/>
                </a:lnTo>
                <a:lnTo>
                  <a:pt x="2649902" y="85939"/>
                </a:lnTo>
                <a:lnTo>
                  <a:pt x="2650574" y="86232"/>
                </a:lnTo>
                <a:lnTo>
                  <a:pt x="2651257" y="86521"/>
                </a:lnTo>
                <a:lnTo>
                  <a:pt x="2651953" y="86808"/>
                </a:lnTo>
                <a:lnTo>
                  <a:pt x="2652661" y="87091"/>
                </a:lnTo>
                <a:lnTo>
                  <a:pt x="2653382" y="87372"/>
                </a:lnTo>
                <a:lnTo>
                  <a:pt x="2654115" y="87649"/>
                </a:lnTo>
                <a:lnTo>
                  <a:pt x="2654860" y="87924"/>
                </a:lnTo>
                <a:lnTo>
                  <a:pt x="2655618" y="88196"/>
                </a:lnTo>
                <a:lnTo>
                  <a:pt x="2656387" y="88464"/>
                </a:lnTo>
                <a:lnTo>
                  <a:pt x="2657170" y="88730"/>
                </a:lnTo>
                <a:lnTo>
                  <a:pt x="2657964" y="88993"/>
                </a:lnTo>
                <a:lnTo>
                  <a:pt x="2658771" y="89252"/>
                </a:lnTo>
                <a:lnTo>
                  <a:pt x="2659590" y="89509"/>
                </a:lnTo>
                <a:lnTo>
                  <a:pt x="2660421" y="89763"/>
                </a:lnTo>
                <a:lnTo>
                  <a:pt x="2661265" y="90014"/>
                </a:lnTo>
                <a:lnTo>
                  <a:pt x="2662121" y="90261"/>
                </a:lnTo>
                <a:lnTo>
                  <a:pt x="2662990" y="90506"/>
                </a:lnTo>
                <a:lnTo>
                  <a:pt x="2663870" y="90748"/>
                </a:lnTo>
                <a:lnTo>
                  <a:pt x="2664763" y="90987"/>
                </a:lnTo>
                <a:lnTo>
                  <a:pt x="2665669" y="91223"/>
                </a:lnTo>
                <a:lnTo>
                  <a:pt x="2666586" y="91456"/>
                </a:lnTo>
                <a:lnTo>
                  <a:pt x="2667516" y="91686"/>
                </a:lnTo>
                <a:lnTo>
                  <a:pt x="2668651" y="91965"/>
                </a:lnTo>
                <a:lnTo>
                  <a:pt x="2669758" y="92245"/>
                </a:lnTo>
                <a:lnTo>
                  <a:pt x="2670835" y="92526"/>
                </a:lnTo>
                <a:lnTo>
                  <a:pt x="2671884" y="92807"/>
                </a:lnTo>
                <a:lnTo>
                  <a:pt x="2672903" y="93089"/>
                </a:lnTo>
                <a:lnTo>
                  <a:pt x="2673894" y="93372"/>
                </a:lnTo>
                <a:lnTo>
                  <a:pt x="2674855" y="93656"/>
                </a:lnTo>
                <a:lnTo>
                  <a:pt x="2675788" y="93940"/>
                </a:lnTo>
                <a:lnTo>
                  <a:pt x="2676692" y="94225"/>
                </a:lnTo>
                <a:lnTo>
                  <a:pt x="2677567" y="94511"/>
                </a:lnTo>
                <a:lnTo>
                  <a:pt x="2678413" y="94797"/>
                </a:lnTo>
                <a:lnTo>
                  <a:pt x="2679230" y="95084"/>
                </a:lnTo>
                <a:lnTo>
                  <a:pt x="2680019" y="95372"/>
                </a:lnTo>
                <a:lnTo>
                  <a:pt x="2680778" y="95661"/>
                </a:lnTo>
                <a:lnTo>
                  <a:pt x="2681508" y="95950"/>
                </a:lnTo>
                <a:lnTo>
                  <a:pt x="2682210" y="96240"/>
                </a:lnTo>
                <a:lnTo>
                  <a:pt x="2682882" y="96531"/>
                </a:lnTo>
                <a:lnTo>
                  <a:pt x="2683526" y="96823"/>
                </a:lnTo>
                <a:lnTo>
                  <a:pt x="2684141" y="97115"/>
                </a:lnTo>
                <a:lnTo>
                  <a:pt x="2684727" y="97408"/>
                </a:lnTo>
                <a:lnTo>
                  <a:pt x="2685284" y="97701"/>
                </a:lnTo>
                <a:lnTo>
                  <a:pt x="2685812" y="97996"/>
                </a:lnTo>
                <a:lnTo>
                  <a:pt x="2686311" y="98291"/>
                </a:lnTo>
                <a:lnTo>
                  <a:pt x="2686781" y="98586"/>
                </a:lnTo>
                <a:lnTo>
                  <a:pt x="2687227" y="98889"/>
                </a:lnTo>
                <a:lnTo>
                  <a:pt x="2687654" y="99204"/>
                </a:lnTo>
                <a:lnTo>
                  <a:pt x="2688063" y="99533"/>
                </a:lnTo>
                <a:lnTo>
                  <a:pt x="2688452" y="99874"/>
                </a:lnTo>
                <a:lnTo>
                  <a:pt x="2688822" y="100229"/>
                </a:lnTo>
                <a:lnTo>
                  <a:pt x="2689174" y="100596"/>
                </a:lnTo>
                <a:lnTo>
                  <a:pt x="2689506" y="100977"/>
                </a:lnTo>
                <a:lnTo>
                  <a:pt x="2689819" y="101371"/>
                </a:lnTo>
                <a:lnTo>
                  <a:pt x="2690114" y="101778"/>
                </a:lnTo>
                <a:lnTo>
                  <a:pt x="2690389" y="102197"/>
                </a:lnTo>
                <a:lnTo>
                  <a:pt x="2690645" y="102630"/>
                </a:lnTo>
                <a:lnTo>
                  <a:pt x="2690883" y="103076"/>
                </a:lnTo>
                <a:lnTo>
                  <a:pt x="2691101" y="103535"/>
                </a:lnTo>
                <a:lnTo>
                  <a:pt x="2691300" y="104007"/>
                </a:lnTo>
                <a:lnTo>
                  <a:pt x="2691481" y="104492"/>
                </a:lnTo>
                <a:lnTo>
                  <a:pt x="2691642" y="104990"/>
                </a:lnTo>
                <a:lnTo>
                  <a:pt x="2691785" y="105501"/>
                </a:lnTo>
                <a:lnTo>
                  <a:pt x="2691908" y="106025"/>
                </a:lnTo>
                <a:lnTo>
                  <a:pt x="2692013" y="106563"/>
                </a:lnTo>
                <a:lnTo>
                  <a:pt x="2692098" y="107113"/>
                </a:lnTo>
                <a:lnTo>
                  <a:pt x="2692164" y="107676"/>
                </a:lnTo>
                <a:lnTo>
                  <a:pt x="2692212" y="108253"/>
                </a:lnTo>
                <a:lnTo>
                  <a:pt x="2692240" y="108842"/>
                </a:lnTo>
                <a:lnTo>
                  <a:pt x="2692250" y="109444"/>
                </a:lnTo>
                <a:lnTo>
                  <a:pt x="2692239" y="110162"/>
                </a:lnTo>
                <a:lnTo>
                  <a:pt x="2692208" y="110863"/>
                </a:lnTo>
                <a:lnTo>
                  <a:pt x="2692155" y="111547"/>
                </a:lnTo>
                <a:lnTo>
                  <a:pt x="2692082" y="112213"/>
                </a:lnTo>
                <a:lnTo>
                  <a:pt x="2691987" y="112863"/>
                </a:lnTo>
                <a:lnTo>
                  <a:pt x="2691871" y="113495"/>
                </a:lnTo>
                <a:lnTo>
                  <a:pt x="2691734" y="114110"/>
                </a:lnTo>
                <a:lnTo>
                  <a:pt x="2691577" y="114708"/>
                </a:lnTo>
                <a:lnTo>
                  <a:pt x="2691398" y="115289"/>
                </a:lnTo>
                <a:lnTo>
                  <a:pt x="2691198" y="115853"/>
                </a:lnTo>
                <a:lnTo>
                  <a:pt x="2690977" y="116400"/>
                </a:lnTo>
                <a:lnTo>
                  <a:pt x="2690735" y="116930"/>
                </a:lnTo>
                <a:lnTo>
                  <a:pt x="2690472" y="117442"/>
                </a:lnTo>
                <a:lnTo>
                  <a:pt x="2690188" y="117937"/>
                </a:lnTo>
                <a:lnTo>
                  <a:pt x="2689883" y="118416"/>
                </a:lnTo>
                <a:lnTo>
                  <a:pt x="2689556" y="118877"/>
                </a:lnTo>
                <a:lnTo>
                  <a:pt x="2689209" y="119321"/>
                </a:lnTo>
                <a:lnTo>
                  <a:pt x="2688841" y="119748"/>
                </a:lnTo>
                <a:lnTo>
                  <a:pt x="2688452" y="120158"/>
                </a:lnTo>
                <a:lnTo>
                  <a:pt x="2688041" y="120550"/>
                </a:lnTo>
                <a:lnTo>
                  <a:pt x="2687610" y="120926"/>
                </a:lnTo>
                <a:lnTo>
                  <a:pt x="2687158" y="121284"/>
                </a:lnTo>
                <a:lnTo>
                  <a:pt x="2686684" y="121625"/>
                </a:lnTo>
                <a:lnTo>
                  <a:pt x="2686190" y="121950"/>
                </a:lnTo>
                <a:lnTo>
                  <a:pt x="2685679" y="122259"/>
                </a:lnTo>
                <a:lnTo>
                  <a:pt x="2685157" y="122555"/>
                </a:lnTo>
                <a:lnTo>
                  <a:pt x="2684623" y="122837"/>
                </a:lnTo>
                <a:lnTo>
                  <a:pt x="2684078" y="123107"/>
                </a:lnTo>
                <a:lnTo>
                  <a:pt x="2683521" y="123363"/>
                </a:lnTo>
                <a:lnTo>
                  <a:pt x="2682953" y="123607"/>
                </a:lnTo>
                <a:lnTo>
                  <a:pt x="2682374" y="123837"/>
                </a:lnTo>
                <a:lnTo>
                  <a:pt x="2681783" y="124054"/>
                </a:lnTo>
                <a:lnTo>
                  <a:pt x="2681180" y="124258"/>
                </a:lnTo>
                <a:lnTo>
                  <a:pt x="2680566" y="124448"/>
                </a:lnTo>
                <a:lnTo>
                  <a:pt x="2679941" y="124626"/>
                </a:lnTo>
                <a:lnTo>
                  <a:pt x="2679304" y="124790"/>
                </a:lnTo>
                <a:lnTo>
                  <a:pt x="2678656" y="124942"/>
                </a:lnTo>
                <a:lnTo>
                  <a:pt x="2677996" y="125080"/>
                </a:lnTo>
                <a:lnTo>
                  <a:pt x="2677325" y="125205"/>
                </a:lnTo>
                <a:lnTo>
                  <a:pt x="2676642" y="125316"/>
                </a:lnTo>
                <a:lnTo>
                  <a:pt x="2675948" y="125415"/>
                </a:lnTo>
                <a:lnTo>
                  <a:pt x="2675242" y="125501"/>
                </a:lnTo>
                <a:lnTo>
                  <a:pt x="2674525" y="125573"/>
                </a:lnTo>
                <a:lnTo>
                  <a:pt x="2673797" y="125632"/>
                </a:lnTo>
                <a:lnTo>
                  <a:pt x="2673057" y="125678"/>
                </a:lnTo>
                <a:lnTo>
                  <a:pt x="2672305" y="125711"/>
                </a:lnTo>
                <a:lnTo>
                  <a:pt x="2671543" y="125731"/>
                </a:lnTo>
                <a:lnTo>
                  <a:pt x="2670768" y="125737"/>
                </a:lnTo>
                <a:lnTo>
                  <a:pt x="2669904" y="125729"/>
                </a:lnTo>
                <a:lnTo>
                  <a:pt x="2669052" y="125704"/>
                </a:lnTo>
                <a:lnTo>
                  <a:pt x="2668211" y="125662"/>
                </a:lnTo>
                <a:lnTo>
                  <a:pt x="2667384" y="125604"/>
                </a:lnTo>
                <a:lnTo>
                  <a:pt x="2666568" y="125529"/>
                </a:lnTo>
                <a:lnTo>
                  <a:pt x="2665764" y="125437"/>
                </a:lnTo>
                <a:lnTo>
                  <a:pt x="2664973" y="125329"/>
                </a:lnTo>
                <a:lnTo>
                  <a:pt x="2664193" y="125204"/>
                </a:lnTo>
                <a:lnTo>
                  <a:pt x="2663426" y="125062"/>
                </a:lnTo>
                <a:lnTo>
                  <a:pt x="2662671" y="124904"/>
                </a:lnTo>
                <a:lnTo>
                  <a:pt x="2661928" y="124729"/>
                </a:lnTo>
                <a:lnTo>
                  <a:pt x="2661197" y="124537"/>
                </a:lnTo>
                <a:lnTo>
                  <a:pt x="2660479" y="124329"/>
                </a:lnTo>
                <a:lnTo>
                  <a:pt x="2659772" y="124104"/>
                </a:lnTo>
                <a:lnTo>
                  <a:pt x="2659078" y="123862"/>
                </a:lnTo>
                <a:lnTo>
                  <a:pt x="2658396" y="123604"/>
                </a:lnTo>
                <a:lnTo>
                  <a:pt x="2657726" y="123329"/>
                </a:lnTo>
                <a:lnTo>
                  <a:pt x="2657068" y="123037"/>
                </a:lnTo>
                <a:lnTo>
                  <a:pt x="2656422" y="122729"/>
                </a:lnTo>
                <a:lnTo>
                  <a:pt x="2655789" y="122403"/>
                </a:lnTo>
                <a:lnTo>
                  <a:pt x="2655167" y="122062"/>
                </a:lnTo>
                <a:lnTo>
                  <a:pt x="2654558" y="121703"/>
                </a:lnTo>
                <a:lnTo>
                  <a:pt x="2653961" y="121328"/>
                </a:lnTo>
                <a:lnTo>
                  <a:pt x="2653376" y="120937"/>
                </a:lnTo>
                <a:lnTo>
                  <a:pt x="2652809" y="120524"/>
                </a:lnTo>
                <a:lnTo>
                  <a:pt x="2652266" y="120088"/>
                </a:lnTo>
                <a:lnTo>
                  <a:pt x="2651748" y="119628"/>
                </a:lnTo>
                <a:lnTo>
                  <a:pt x="2651253" y="119143"/>
                </a:lnTo>
                <a:lnTo>
                  <a:pt x="2650783" y="118634"/>
                </a:lnTo>
                <a:lnTo>
                  <a:pt x="2650336" y="118101"/>
                </a:lnTo>
                <a:lnTo>
                  <a:pt x="2649914" y="117544"/>
                </a:lnTo>
                <a:lnTo>
                  <a:pt x="2649516" y="116962"/>
                </a:lnTo>
                <a:lnTo>
                  <a:pt x="2649142" y="116356"/>
                </a:lnTo>
                <a:lnTo>
                  <a:pt x="2648793" y="115727"/>
                </a:lnTo>
                <a:lnTo>
                  <a:pt x="2648467" y="115073"/>
                </a:lnTo>
                <a:lnTo>
                  <a:pt x="2648165" y="114394"/>
                </a:lnTo>
                <a:lnTo>
                  <a:pt x="2647888" y="113692"/>
                </a:lnTo>
                <a:lnTo>
                  <a:pt x="2647635" y="112965"/>
                </a:lnTo>
                <a:lnTo>
                  <a:pt x="2647406" y="112215"/>
                </a:lnTo>
                <a:lnTo>
                  <a:pt x="2647201" y="111440"/>
                </a:lnTo>
                <a:lnTo>
                  <a:pt x="2647020" y="110641"/>
                </a:lnTo>
                <a:lnTo>
                  <a:pt x="2646863" y="109817"/>
                </a:lnTo>
                <a:lnTo>
                  <a:pt x="2646730" y="108970"/>
                </a:lnTo>
                <a:lnTo>
                  <a:pt x="2646622" y="108098"/>
                </a:lnTo>
                <a:lnTo>
                  <a:pt x="2646537" y="107202"/>
                </a:lnTo>
                <a:lnTo>
                  <a:pt x="2646477" y="106282"/>
                </a:lnTo>
                <a:lnTo>
                  <a:pt x="2646441" y="105338"/>
                </a:lnTo>
                <a:lnTo>
                  <a:pt x="2646429" y="104369"/>
                </a:lnTo>
                <a:lnTo>
                  <a:pt x="2630564" y="104369"/>
                </a:lnTo>
                <a:lnTo>
                  <a:pt x="2630569" y="105126"/>
                </a:lnTo>
                <a:lnTo>
                  <a:pt x="2630585" y="105873"/>
                </a:lnTo>
                <a:lnTo>
                  <a:pt x="2630612" y="106611"/>
                </a:lnTo>
                <a:lnTo>
                  <a:pt x="2630650" y="107339"/>
                </a:lnTo>
                <a:lnTo>
                  <a:pt x="2630698" y="108058"/>
                </a:lnTo>
                <a:lnTo>
                  <a:pt x="2630758" y="108768"/>
                </a:lnTo>
                <a:lnTo>
                  <a:pt x="2630828" y="109469"/>
                </a:lnTo>
                <a:lnTo>
                  <a:pt x="2630909" y="110160"/>
                </a:lnTo>
                <a:lnTo>
                  <a:pt x="2631000" y="110842"/>
                </a:lnTo>
                <a:lnTo>
                  <a:pt x="2631103" y="111514"/>
                </a:lnTo>
                <a:lnTo>
                  <a:pt x="2631216" y="112177"/>
                </a:lnTo>
                <a:lnTo>
                  <a:pt x="2631340" y="112831"/>
                </a:lnTo>
                <a:lnTo>
                  <a:pt x="2631474" y="113475"/>
                </a:lnTo>
                <a:lnTo>
                  <a:pt x="2631620" y="114110"/>
                </a:lnTo>
                <a:lnTo>
                  <a:pt x="2631776" y="114736"/>
                </a:lnTo>
                <a:lnTo>
                  <a:pt x="2631943" y="115353"/>
                </a:lnTo>
                <a:lnTo>
                  <a:pt x="2632121" y="115960"/>
                </a:lnTo>
                <a:lnTo>
                  <a:pt x="2632310" y="116557"/>
                </a:lnTo>
                <a:lnTo>
                  <a:pt x="2632509" y="117146"/>
                </a:lnTo>
                <a:lnTo>
                  <a:pt x="2632719" y="117725"/>
                </a:lnTo>
                <a:lnTo>
                  <a:pt x="2632940" y="118295"/>
                </a:lnTo>
                <a:lnTo>
                  <a:pt x="2633172" y="118855"/>
                </a:lnTo>
                <a:lnTo>
                  <a:pt x="2633414" y="119406"/>
                </a:lnTo>
                <a:lnTo>
                  <a:pt x="2633668" y="119948"/>
                </a:lnTo>
                <a:lnTo>
                  <a:pt x="2633931" y="120481"/>
                </a:lnTo>
                <a:lnTo>
                  <a:pt x="2634202" y="121005"/>
                </a:lnTo>
                <a:lnTo>
                  <a:pt x="2634481" y="121520"/>
                </a:lnTo>
                <a:lnTo>
                  <a:pt x="2634769" y="122026"/>
                </a:lnTo>
                <a:lnTo>
                  <a:pt x="2635066" y="122524"/>
                </a:lnTo>
                <a:lnTo>
                  <a:pt x="2635371" y="123014"/>
                </a:lnTo>
                <a:lnTo>
                  <a:pt x="2635684" y="123495"/>
                </a:lnTo>
                <a:lnTo>
                  <a:pt x="2636005" y="123967"/>
                </a:lnTo>
                <a:lnTo>
                  <a:pt x="2636335" y="124430"/>
                </a:lnTo>
                <a:lnTo>
                  <a:pt x="2636674" y="124885"/>
                </a:lnTo>
                <a:lnTo>
                  <a:pt x="2637020" y="125331"/>
                </a:lnTo>
                <a:lnTo>
                  <a:pt x="2637375" y="125769"/>
                </a:lnTo>
                <a:lnTo>
                  <a:pt x="2637739" y="126198"/>
                </a:lnTo>
                <a:lnTo>
                  <a:pt x="2638111" y="126618"/>
                </a:lnTo>
                <a:lnTo>
                  <a:pt x="2638491" y="127030"/>
                </a:lnTo>
                <a:lnTo>
                  <a:pt x="2638879" y="127433"/>
                </a:lnTo>
                <a:lnTo>
                  <a:pt x="2639276" y="127827"/>
                </a:lnTo>
                <a:lnTo>
                  <a:pt x="2639682" y="128213"/>
                </a:lnTo>
                <a:lnTo>
                  <a:pt x="2640096" y="128591"/>
                </a:lnTo>
                <a:lnTo>
                  <a:pt x="2640518" y="128959"/>
                </a:lnTo>
                <a:lnTo>
                  <a:pt x="2640948" y="129319"/>
                </a:lnTo>
                <a:lnTo>
                  <a:pt x="2641387" y="129670"/>
                </a:lnTo>
                <a:lnTo>
                  <a:pt x="2641834" y="130013"/>
                </a:lnTo>
                <a:lnTo>
                  <a:pt x="2642290" y="130347"/>
                </a:lnTo>
                <a:lnTo>
                  <a:pt x="2642753" y="130673"/>
                </a:lnTo>
                <a:lnTo>
                  <a:pt x="2643222" y="130992"/>
                </a:lnTo>
                <a:lnTo>
                  <a:pt x="2643697" y="131303"/>
                </a:lnTo>
                <a:lnTo>
                  <a:pt x="2644177" y="131607"/>
                </a:lnTo>
                <a:lnTo>
                  <a:pt x="2644664" y="131903"/>
                </a:lnTo>
                <a:lnTo>
                  <a:pt x="2645157" y="132192"/>
                </a:lnTo>
                <a:lnTo>
                  <a:pt x="2645656" y="132474"/>
                </a:lnTo>
                <a:lnTo>
                  <a:pt x="2646160" y="132748"/>
                </a:lnTo>
                <a:lnTo>
                  <a:pt x="2646671" y="133015"/>
                </a:lnTo>
                <a:lnTo>
                  <a:pt x="2647188" y="133275"/>
                </a:lnTo>
                <a:lnTo>
                  <a:pt x="2647711" y="133527"/>
                </a:lnTo>
                <a:lnTo>
                  <a:pt x="2648239" y="133771"/>
                </a:lnTo>
                <a:lnTo>
                  <a:pt x="2648774" y="134009"/>
                </a:lnTo>
                <a:lnTo>
                  <a:pt x="2649315" y="134239"/>
                </a:lnTo>
                <a:lnTo>
                  <a:pt x="2649861" y="134461"/>
                </a:lnTo>
                <a:lnTo>
                  <a:pt x="2650414" y="134676"/>
                </a:lnTo>
                <a:lnTo>
                  <a:pt x="2650973" y="134884"/>
                </a:lnTo>
                <a:lnTo>
                  <a:pt x="2651537" y="135084"/>
                </a:lnTo>
                <a:lnTo>
                  <a:pt x="2652108" y="135277"/>
                </a:lnTo>
                <a:lnTo>
                  <a:pt x="2652685" y="135462"/>
                </a:lnTo>
                <a:lnTo>
                  <a:pt x="2653267" y="135640"/>
                </a:lnTo>
                <a:lnTo>
                  <a:pt x="2653856" y="135811"/>
                </a:lnTo>
                <a:lnTo>
                  <a:pt x="2654450" y="135974"/>
                </a:lnTo>
                <a:lnTo>
                  <a:pt x="2655051" y="136130"/>
                </a:lnTo>
                <a:lnTo>
                  <a:pt x="2655656" y="136279"/>
                </a:lnTo>
                <a:lnTo>
                  <a:pt x="2656264" y="136422"/>
                </a:lnTo>
                <a:lnTo>
                  <a:pt x="2656875" y="136558"/>
                </a:lnTo>
                <a:lnTo>
                  <a:pt x="2657488" y="136688"/>
                </a:lnTo>
                <a:lnTo>
                  <a:pt x="2658105" y="136812"/>
                </a:lnTo>
                <a:lnTo>
                  <a:pt x="2658725" y="136929"/>
                </a:lnTo>
                <a:lnTo>
                  <a:pt x="2659347" y="137040"/>
                </a:lnTo>
                <a:lnTo>
                  <a:pt x="2659972" y="137145"/>
                </a:lnTo>
                <a:lnTo>
                  <a:pt x="2660601" y="137243"/>
                </a:lnTo>
                <a:lnTo>
                  <a:pt x="2661232" y="137335"/>
                </a:lnTo>
                <a:lnTo>
                  <a:pt x="2661866" y="137421"/>
                </a:lnTo>
                <a:lnTo>
                  <a:pt x="2662503" y="137500"/>
                </a:lnTo>
                <a:lnTo>
                  <a:pt x="2663143" y="137573"/>
                </a:lnTo>
                <a:lnTo>
                  <a:pt x="2663786" y="137639"/>
                </a:lnTo>
                <a:lnTo>
                  <a:pt x="2664432" y="137700"/>
                </a:lnTo>
                <a:lnTo>
                  <a:pt x="2665080" y="137753"/>
                </a:lnTo>
                <a:lnTo>
                  <a:pt x="2665732" y="137801"/>
                </a:lnTo>
                <a:lnTo>
                  <a:pt x="2666386" y="137842"/>
                </a:lnTo>
                <a:lnTo>
                  <a:pt x="2667044" y="137877"/>
                </a:lnTo>
                <a:lnTo>
                  <a:pt x="2667704" y="137906"/>
                </a:lnTo>
                <a:lnTo>
                  <a:pt x="2668367" y="137928"/>
                </a:lnTo>
                <a:lnTo>
                  <a:pt x="2669033" y="137944"/>
                </a:lnTo>
                <a:lnTo>
                  <a:pt x="2669702" y="137953"/>
                </a:lnTo>
                <a:lnTo>
                  <a:pt x="2670374" y="137956"/>
                </a:lnTo>
                <a:lnTo>
                  <a:pt x="2671045" y="137953"/>
                </a:lnTo>
                <a:lnTo>
                  <a:pt x="2671713" y="137944"/>
                </a:lnTo>
                <a:lnTo>
                  <a:pt x="2672376" y="137929"/>
                </a:lnTo>
                <a:lnTo>
                  <a:pt x="2673036" y="137908"/>
                </a:lnTo>
                <a:lnTo>
                  <a:pt x="2673692" y="137881"/>
                </a:lnTo>
                <a:close/>
                <a:moveTo>
                  <a:pt x="2752982" y="135958"/>
                </a:moveTo>
                <a:lnTo>
                  <a:pt x="2753391" y="135877"/>
                </a:lnTo>
                <a:lnTo>
                  <a:pt x="2753794" y="135783"/>
                </a:lnTo>
                <a:lnTo>
                  <a:pt x="2754190" y="135677"/>
                </a:lnTo>
                <a:lnTo>
                  <a:pt x="2754580" y="135558"/>
                </a:lnTo>
                <a:lnTo>
                  <a:pt x="2754964" y="135427"/>
                </a:lnTo>
                <a:lnTo>
                  <a:pt x="2755341" y="135283"/>
                </a:lnTo>
                <a:lnTo>
                  <a:pt x="2755711" y="135127"/>
                </a:lnTo>
                <a:lnTo>
                  <a:pt x="2756075" y="134959"/>
                </a:lnTo>
                <a:lnTo>
                  <a:pt x="2756432" y="134778"/>
                </a:lnTo>
                <a:lnTo>
                  <a:pt x="2756783" y="134584"/>
                </a:lnTo>
                <a:lnTo>
                  <a:pt x="2757127" y="134378"/>
                </a:lnTo>
                <a:lnTo>
                  <a:pt x="2757465" y="134159"/>
                </a:lnTo>
                <a:lnTo>
                  <a:pt x="2757797" y="133928"/>
                </a:lnTo>
                <a:lnTo>
                  <a:pt x="2758122" y="133685"/>
                </a:lnTo>
                <a:lnTo>
                  <a:pt x="2758440" y="133429"/>
                </a:lnTo>
                <a:lnTo>
                  <a:pt x="2758752" y="133160"/>
                </a:lnTo>
                <a:lnTo>
                  <a:pt x="2759057" y="132879"/>
                </a:lnTo>
                <a:lnTo>
                  <a:pt x="2759356" y="132586"/>
                </a:lnTo>
                <a:lnTo>
                  <a:pt x="2759646" y="132283"/>
                </a:lnTo>
                <a:lnTo>
                  <a:pt x="2759923" y="131975"/>
                </a:lnTo>
                <a:lnTo>
                  <a:pt x="2760187" y="131661"/>
                </a:lnTo>
                <a:lnTo>
                  <a:pt x="2760440" y="131342"/>
                </a:lnTo>
                <a:lnTo>
                  <a:pt x="2760680" y="131017"/>
                </a:lnTo>
                <a:lnTo>
                  <a:pt x="2760908" y="130686"/>
                </a:lnTo>
                <a:lnTo>
                  <a:pt x="2761124" y="130349"/>
                </a:lnTo>
                <a:lnTo>
                  <a:pt x="2761327" y="130007"/>
                </a:lnTo>
                <a:lnTo>
                  <a:pt x="2761518" y="129660"/>
                </a:lnTo>
                <a:lnTo>
                  <a:pt x="2761696" y="129306"/>
                </a:lnTo>
                <a:lnTo>
                  <a:pt x="2761863" y="128947"/>
                </a:lnTo>
                <a:lnTo>
                  <a:pt x="2762017" y="128583"/>
                </a:lnTo>
                <a:lnTo>
                  <a:pt x="2762158" y="128212"/>
                </a:lnTo>
                <a:lnTo>
                  <a:pt x="2762288" y="127836"/>
                </a:lnTo>
                <a:lnTo>
                  <a:pt x="2762405" y="127455"/>
                </a:lnTo>
                <a:lnTo>
                  <a:pt x="2762509" y="127068"/>
                </a:lnTo>
                <a:lnTo>
                  <a:pt x="2762602" y="126675"/>
                </a:lnTo>
                <a:lnTo>
                  <a:pt x="2762682" y="126276"/>
                </a:lnTo>
                <a:lnTo>
                  <a:pt x="2762750" y="125872"/>
                </a:lnTo>
                <a:lnTo>
                  <a:pt x="2762805" y="125462"/>
                </a:lnTo>
                <a:lnTo>
                  <a:pt x="2762848" y="125047"/>
                </a:lnTo>
                <a:lnTo>
                  <a:pt x="2762879" y="124626"/>
                </a:lnTo>
                <a:lnTo>
                  <a:pt x="2762897" y="124199"/>
                </a:lnTo>
                <a:lnTo>
                  <a:pt x="2762904" y="123767"/>
                </a:lnTo>
                <a:lnTo>
                  <a:pt x="2762897" y="123318"/>
                </a:lnTo>
                <a:lnTo>
                  <a:pt x="2762879" y="122877"/>
                </a:lnTo>
                <a:lnTo>
                  <a:pt x="2762848" y="122442"/>
                </a:lnTo>
                <a:lnTo>
                  <a:pt x="2762805" y="122013"/>
                </a:lnTo>
                <a:lnTo>
                  <a:pt x="2762750" y="121592"/>
                </a:lnTo>
                <a:lnTo>
                  <a:pt x="2762682" y="121177"/>
                </a:lnTo>
                <a:lnTo>
                  <a:pt x="2762602" y="120768"/>
                </a:lnTo>
                <a:lnTo>
                  <a:pt x="2762509" y="120367"/>
                </a:lnTo>
                <a:lnTo>
                  <a:pt x="2762405" y="119972"/>
                </a:lnTo>
                <a:lnTo>
                  <a:pt x="2762288" y="119584"/>
                </a:lnTo>
                <a:lnTo>
                  <a:pt x="2762158" y="119202"/>
                </a:lnTo>
                <a:lnTo>
                  <a:pt x="2762017" y="118827"/>
                </a:lnTo>
                <a:lnTo>
                  <a:pt x="2761863" y="118459"/>
                </a:lnTo>
                <a:lnTo>
                  <a:pt x="2761696" y="118097"/>
                </a:lnTo>
                <a:lnTo>
                  <a:pt x="2761518" y="117742"/>
                </a:lnTo>
                <a:lnTo>
                  <a:pt x="2761327" y="117394"/>
                </a:lnTo>
                <a:lnTo>
                  <a:pt x="2761124" y="117053"/>
                </a:lnTo>
                <a:lnTo>
                  <a:pt x="2760908" y="116718"/>
                </a:lnTo>
                <a:lnTo>
                  <a:pt x="2760680" y="116390"/>
                </a:lnTo>
                <a:lnTo>
                  <a:pt x="2760440" y="116068"/>
                </a:lnTo>
                <a:lnTo>
                  <a:pt x="2760187" y="115753"/>
                </a:lnTo>
                <a:lnTo>
                  <a:pt x="2759923" y="115445"/>
                </a:lnTo>
                <a:lnTo>
                  <a:pt x="2759646" y="115143"/>
                </a:lnTo>
                <a:lnTo>
                  <a:pt x="2759356" y="114849"/>
                </a:lnTo>
                <a:lnTo>
                  <a:pt x="2759057" y="114563"/>
                </a:lnTo>
                <a:lnTo>
                  <a:pt x="2758752" y="114290"/>
                </a:lnTo>
                <a:lnTo>
                  <a:pt x="2758440" y="114029"/>
                </a:lnTo>
                <a:lnTo>
                  <a:pt x="2758122" y="113780"/>
                </a:lnTo>
                <a:lnTo>
                  <a:pt x="2757797" y="113543"/>
                </a:lnTo>
                <a:lnTo>
                  <a:pt x="2757465" y="113318"/>
                </a:lnTo>
                <a:lnTo>
                  <a:pt x="2757127" y="113106"/>
                </a:lnTo>
                <a:lnTo>
                  <a:pt x="2756783" y="112905"/>
                </a:lnTo>
                <a:lnTo>
                  <a:pt x="2756432" y="112717"/>
                </a:lnTo>
                <a:lnTo>
                  <a:pt x="2756075" y="112541"/>
                </a:lnTo>
                <a:lnTo>
                  <a:pt x="2755711" y="112377"/>
                </a:lnTo>
                <a:lnTo>
                  <a:pt x="2755341" y="112225"/>
                </a:lnTo>
                <a:lnTo>
                  <a:pt x="2754964" y="112085"/>
                </a:lnTo>
                <a:lnTo>
                  <a:pt x="2754580" y="111958"/>
                </a:lnTo>
                <a:lnTo>
                  <a:pt x="2754190" y="111842"/>
                </a:lnTo>
                <a:lnTo>
                  <a:pt x="2753794" y="111739"/>
                </a:lnTo>
                <a:lnTo>
                  <a:pt x="2753391" y="111648"/>
                </a:lnTo>
                <a:lnTo>
                  <a:pt x="2752982" y="111569"/>
                </a:lnTo>
                <a:lnTo>
                  <a:pt x="2752566" y="111502"/>
                </a:lnTo>
                <a:lnTo>
                  <a:pt x="2752143" y="111448"/>
                </a:lnTo>
                <a:lnTo>
                  <a:pt x="2751715" y="111405"/>
                </a:lnTo>
                <a:lnTo>
                  <a:pt x="2751279" y="111375"/>
                </a:lnTo>
                <a:lnTo>
                  <a:pt x="2750837" y="111357"/>
                </a:lnTo>
                <a:lnTo>
                  <a:pt x="2750389" y="111350"/>
                </a:lnTo>
                <a:lnTo>
                  <a:pt x="2749932" y="111357"/>
                </a:lnTo>
                <a:lnTo>
                  <a:pt x="2749482" y="111375"/>
                </a:lnTo>
                <a:lnTo>
                  <a:pt x="2749039" y="111405"/>
                </a:lnTo>
                <a:lnTo>
                  <a:pt x="2748601" y="111448"/>
                </a:lnTo>
                <a:lnTo>
                  <a:pt x="2748171" y="111502"/>
                </a:lnTo>
                <a:lnTo>
                  <a:pt x="2747747" y="111569"/>
                </a:lnTo>
                <a:lnTo>
                  <a:pt x="2747329" y="111648"/>
                </a:lnTo>
                <a:lnTo>
                  <a:pt x="2746918" y="111739"/>
                </a:lnTo>
                <a:lnTo>
                  <a:pt x="2746514" y="111842"/>
                </a:lnTo>
                <a:lnTo>
                  <a:pt x="2746115" y="111958"/>
                </a:lnTo>
                <a:lnTo>
                  <a:pt x="2745724" y="112085"/>
                </a:lnTo>
                <a:lnTo>
                  <a:pt x="2745339" y="112225"/>
                </a:lnTo>
                <a:lnTo>
                  <a:pt x="2744960" y="112377"/>
                </a:lnTo>
                <a:lnTo>
                  <a:pt x="2744588" y="112541"/>
                </a:lnTo>
                <a:lnTo>
                  <a:pt x="2744222" y="112717"/>
                </a:lnTo>
                <a:lnTo>
                  <a:pt x="2743863" y="112905"/>
                </a:lnTo>
                <a:lnTo>
                  <a:pt x="2743511" y="113106"/>
                </a:lnTo>
                <a:lnTo>
                  <a:pt x="2743165" y="113318"/>
                </a:lnTo>
                <a:lnTo>
                  <a:pt x="2742825" y="113543"/>
                </a:lnTo>
                <a:lnTo>
                  <a:pt x="2742492" y="113780"/>
                </a:lnTo>
                <a:lnTo>
                  <a:pt x="2742165" y="114029"/>
                </a:lnTo>
                <a:lnTo>
                  <a:pt x="2741845" y="114290"/>
                </a:lnTo>
                <a:lnTo>
                  <a:pt x="2741532" y="114563"/>
                </a:lnTo>
                <a:lnTo>
                  <a:pt x="2741225" y="114849"/>
                </a:lnTo>
                <a:lnTo>
                  <a:pt x="2740927" y="115143"/>
                </a:lnTo>
                <a:lnTo>
                  <a:pt x="2740642" y="115445"/>
                </a:lnTo>
                <a:lnTo>
                  <a:pt x="2740370" y="115753"/>
                </a:lnTo>
                <a:lnTo>
                  <a:pt x="2740111" y="116068"/>
                </a:lnTo>
                <a:lnTo>
                  <a:pt x="2739864" y="116390"/>
                </a:lnTo>
                <a:lnTo>
                  <a:pt x="2739630" y="116718"/>
                </a:lnTo>
                <a:lnTo>
                  <a:pt x="2739408" y="117053"/>
                </a:lnTo>
                <a:lnTo>
                  <a:pt x="2739199" y="117394"/>
                </a:lnTo>
                <a:lnTo>
                  <a:pt x="2739003" y="117742"/>
                </a:lnTo>
                <a:lnTo>
                  <a:pt x="2738819" y="118097"/>
                </a:lnTo>
                <a:lnTo>
                  <a:pt x="2738648" y="118459"/>
                </a:lnTo>
                <a:lnTo>
                  <a:pt x="2738490" y="118827"/>
                </a:lnTo>
                <a:lnTo>
                  <a:pt x="2738345" y="119202"/>
                </a:lnTo>
                <a:lnTo>
                  <a:pt x="2738212" y="119584"/>
                </a:lnTo>
                <a:lnTo>
                  <a:pt x="2738091" y="119972"/>
                </a:lnTo>
                <a:lnTo>
                  <a:pt x="2737984" y="120367"/>
                </a:lnTo>
                <a:lnTo>
                  <a:pt x="2737889" y="120768"/>
                </a:lnTo>
                <a:lnTo>
                  <a:pt x="2737807" y="121177"/>
                </a:lnTo>
                <a:lnTo>
                  <a:pt x="2737737" y="121592"/>
                </a:lnTo>
                <a:lnTo>
                  <a:pt x="2737680" y="122013"/>
                </a:lnTo>
                <a:lnTo>
                  <a:pt x="2737636" y="122442"/>
                </a:lnTo>
                <a:lnTo>
                  <a:pt x="2737604" y="122877"/>
                </a:lnTo>
                <a:lnTo>
                  <a:pt x="2737585" y="123318"/>
                </a:lnTo>
                <a:lnTo>
                  <a:pt x="2737579" y="123767"/>
                </a:lnTo>
                <a:lnTo>
                  <a:pt x="2737585" y="124199"/>
                </a:lnTo>
                <a:lnTo>
                  <a:pt x="2737604" y="124626"/>
                </a:lnTo>
                <a:lnTo>
                  <a:pt x="2737636" y="125047"/>
                </a:lnTo>
                <a:lnTo>
                  <a:pt x="2737680" y="125462"/>
                </a:lnTo>
                <a:lnTo>
                  <a:pt x="2737737" y="125872"/>
                </a:lnTo>
                <a:lnTo>
                  <a:pt x="2737807" y="126276"/>
                </a:lnTo>
                <a:lnTo>
                  <a:pt x="2737889" y="126675"/>
                </a:lnTo>
                <a:lnTo>
                  <a:pt x="2737984" y="127068"/>
                </a:lnTo>
                <a:lnTo>
                  <a:pt x="2738091" y="127455"/>
                </a:lnTo>
                <a:lnTo>
                  <a:pt x="2738212" y="127836"/>
                </a:lnTo>
                <a:lnTo>
                  <a:pt x="2738345" y="128212"/>
                </a:lnTo>
                <a:lnTo>
                  <a:pt x="2738490" y="128583"/>
                </a:lnTo>
                <a:lnTo>
                  <a:pt x="2738648" y="128947"/>
                </a:lnTo>
                <a:lnTo>
                  <a:pt x="2738819" y="129306"/>
                </a:lnTo>
                <a:lnTo>
                  <a:pt x="2739003" y="129660"/>
                </a:lnTo>
                <a:lnTo>
                  <a:pt x="2739199" y="130007"/>
                </a:lnTo>
                <a:lnTo>
                  <a:pt x="2739408" y="130349"/>
                </a:lnTo>
                <a:lnTo>
                  <a:pt x="2739630" y="130686"/>
                </a:lnTo>
                <a:lnTo>
                  <a:pt x="2739864" y="131017"/>
                </a:lnTo>
                <a:lnTo>
                  <a:pt x="2740111" y="131342"/>
                </a:lnTo>
                <a:lnTo>
                  <a:pt x="2740370" y="131661"/>
                </a:lnTo>
                <a:lnTo>
                  <a:pt x="2740642" y="131975"/>
                </a:lnTo>
                <a:lnTo>
                  <a:pt x="2740927" y="132283"/>
                </a:lnTo>
                <a:lnTo>
                  <a:pt x="2741225" y="132586"/>
                </a:lnTo>
                <a:lnTo>
                  <a:pt x="2741532" y="132879"/>
                </a:lnTo>
                <a:lnTo>
                  <a:pt x="2741845" y="133160"/>
                </a:lnTo>
                <a:lnTo>
                  <a:pt x="2742165" y="133429"/>
                </a:lnTo>
                <a:lnTo>
                  <a:pt x="2742492" y="133685"/>
                </a:lnTo>
                <a:lnTo>
                  <a:pt x="2742825" y="133928"/>
                </a:lnTo>
                <a:lnTo>
                  <a:pt x="2743165" y="134159"/>
                </a:lnTo>
                <a:lnTo>
                  <a:pt x="2743511" y="134378"/>
                </a:lnTo>
                <a:lnTo>
                  <a:pt x="2743863" y="134584"/>
                </a:lnTo>
                <a:lnTo>
                  <a:pt x="2744222" y="134778"/>
                </a:lnTo>
                <a:lnTo>
                  <a:pt x="2744588" y="134959"/>
                </a:lnTo>
                <a:lnTo>
                  <a:pt x="2744960" y="135127"/>
                </a:lnTo>
                <a:lnTo>
                  <a:pt x="2745339" y="135283"/>
                </a:lnTo>
                <a:lnTo>
                  <a:pt x="2745724" y="135427"/>
                </a:lnTo>
                <a:lnTo>
                  <a:pt x="2746115" y="135558"/>
                </a:lnTo>
                <a:lnTo>
                  <a:pt x="2746514" y="135677"/>
                </a:lnTo>
                <a:lnTo>
                  <a:pt x="2746918" y="135783"/>
                </a:lnTo>
                <a:lnTo>
                  <a:pt x="2747329" y="135877"/>
                </a:lnTo>
                <a:lnTo>
                  <a:pt x="2747747" y="135958"/>
                </a:lnTo>
                <a:lnTo>
                  <a:pt x="2748171" y="136026"/>
                </a:lnTo>
                <a:lnTo>
                  <a:pt x="2748601" y="136083"/>
                </a:lnTo>
                <a:lnTo>
                  <a:pt x="2749039" y="136126"/>
                </a:lnTo>
                <a:lnTo>
                  <a:pt x="2749482" y="136158"/>
                </a:lnTo>
                <a:lnTo>
                  <a:pt x="2749932" y="136176"/>
                </a:lnTo>
                <a:lnTo>
                  <a:pt x="2750389" y="136183"/>
                </a:lnTo>
                <a:lnTo>
                  <a:pt x="2750837" y="136176"/>
                </a:lnTo>
                <a:lnTo>
                  <a:pt x="2751279" y="136158"/>
                </a:lnTo>
                <a:lnTo>
                  <a:pt x="2751715" y="136126"/>
                </a:lnTo>
                <a:lnTo>
                  <a:pt x="2752143" y="136083"/>
                </a:lnTo>
                <a:lnTo>
                  <a:pt x="2752566" y="136026"/>
                </a:lnTo>
                <a:lnTo>
                  <a:pt x="2752982" y="13595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" name="Text -Bothtreesareleafnodes.">
            <a:extLst xmlns:a="http://schemas.openxmlformats.org/drawingml/2006/main">
              <a:ext uri="{FF2B5EF4-FFF2-40B4-BE49-F238E27FC236}">
                <a16:creationId xmlns:a16="http://schemas.microsoft.com/office/drawing/2014/main" id="{48C9B14F-A3E5-4E55-85B8-936941BE9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4242" y="5393142"/>
            <a:ext cx="2295824" cy="134549"/>
          </a:xfrm>
          <a:custGeom xmlns:a="http://schemas.openxmlformats.org/drawingml/2006/main">
            <a:pathLst>
              <a:path w="2295824" h="134549">
                <a:moveTo>
                  <a:pt x="0" y="90949"/>
                </a:moveTo>
                <a:lnTo>
                  <a:pt x="0" y="76350"/>
                </a:lnTo>
                <a:lnTo>
                  <a:pt x="49223" y="76350"/>
                </a:lnTo>
                <a:lnTo>
                  <a:pt x="49223" y="90949"/>
                </a:lnTo>
                <a:lnTo>
                  <a:pt x="0" y="90949"/>
                </a:lnTo>
                <a:close/>
                <a:moveTo>
                  <a:pt x="116909" y="132773"/>
                </a:moveTo>
                <a:lnTo>
                  <a:pt x="116909" y="0"/>
                </a:lnTo>
                <a:lnTo>
                  <a:pt x="159523" y="0"/>
                </a:lnTo>
                <a:cubicBezTo>
                  <a:pt x="172873" y="0"/>
                  <a:pt x="183542" y="2696"/>
                  <a:pt x="191532" y="8089"/>
                </a:cubicBezTo>
                <a:cubicBezTo>
                  <a:pt x="199523" y="13481"/>
                  <a:pt x="203518" y="21701"/>
                  <a:pt x="203518" y="32749"/>
                </a:cubicBezTo>
                <a:cubicBezTo>
                  <a:pt x="203518" y="39720"/>
                  <a:pt x="201561" y="45935"/>
                  <a:pt x="197648" y="51393"/>
                </a:cubicBezTo>
                <a:cubicBezTo>
                  <a:pt x="193736" y="56851"/>
                  <a:pt x="188557" y="60402"/>
                  <a:pt x="182112" y="62046"/>
                </a:cubicBezTo>
                <a:cubicBezTo>
                  <a:pt x="191319" y="63559"/>
                  <a:pt x="198651" y="67225"/>
                  <a:pt x="204109" y="73045"/>
                </a:cubicBezTo>
                <a:cubicBezTo>
                  <a:pt x="209568" y="78865"/>
                  <a:pt x="212297" y="86049"/>
                  <a:pt x="212297" y="94599"/>
                </a:cubicBezTo>
                <a:cubicBezTo>
                  <a:pt x="212297" y="102621"/>
                  <a:pt x="210521" y="109477"/>
                  <a:pt x="206970" y="115166"/>
                </a:cubicBezTo>
                <a:cubicBezTo>
                  <a:pt x="203419" y="120854"/>
                  <a:pt x="198059" y="125211"/>
                  <a:pt x="190891" y="128236"/>
                </a:cubicBezTo>
                <a:cubicBezTo>
                  <a:pt x="183723" y="131261"/>
                  <a:pt x="174681" y="132773"/>
                  <a:pt x="163765" y="132773"/>
                </a:cubicBezTo>
                <a:lnTo>
                  <a:pt x="116909" y="132773"/>
                </a:lnTo>
                <a:moveTo>
                  <a:pt x="134665" y="117977"/>
                </a:moveTo>
                <a:lnTo>
                  <a:pt x="163469" y="117977"/>
                </a:lnTo>
                <a:cubicBezTo>
                  <a:pt x="169058" y="117977"/>
                  <a:pt x="174221" y="117270"/>
                  <a:pt x="178956" y="115856"/>
                </a:cubicBezTo>
                <a:cubicBezTo>
                  <a:pt x="183690" y="114442"/>
                  <a:pt x="187472" y="111943"/>
                  <a:pt x="190299" y="108359"/>
                </a:cubicBezTo>
                <a:cubicBezTo>
                  <a:pt x="193127" y="104775"/>
                  <a:pt x="194541" y="99827"/>
                  <a:pt x="194541" y="93513"/>
                </a:cubicBezTo>
                <a:cubicBezTo>
                  <a:pt x="194541" y="85885"/>
                  <a:pt x="191779" y="80197"/>
                  <a:pt x="186255" y="76448"/>
                </a:cubicBezTo>
                <a:cubicBezTo>
                  <a:pt x="180731" y="72700"/>
                  <a:pt x="173136" y="70826"/>
                  <a:pt x="163469" y="70826"/>
                </a:cubicBezTo>
                <a:lnTo>
                  <a:pt x="134665" y="70826"/>
                </a:lnTo>
                <a:lnTo>
                  <a:pt x="134665" y="117977"/>
                </a:lnTo>
                <a:moveTo>
                  <a:pt x="134665" y="56424"/>
                </a:moveTo>
                <a:lnTo>
                  <a:pt x="159424" y="56424"/>
                </a:lnTo>
                <a:cubicBezTo>
                  <a:pt x="167973" y="56424"/>
                  <a:pt x="174500" y="54467"/>
                  <a:pt x="179005" y="50554"/>
                </a:cubicBezTo>
                <a:cubicBezTo>
                  <a:pt x="183510" y="46642"/>
                  <a:pt x="185762" y="41364"/>
                  <a:pt x="185762" y="34722"/>
                </a:cubicBezTo>
                <a:cubicBezTo>
                  <a:pt x="185762" y="30250"/>
                  <a:pt x="184743" y="26518"/>
                  <a:pt x="182704" y="23526"/>
                </a:cubicBezTo>
                <a:cubicBezTo>
                  <a:pt x="180665" y="20534"/>
                  <a:pt x="177690" y="18298"/>
                  <a:pt x="173777" y="16819"/>
                </a:cubicBezTo>
                <a:cubicBezTo>
                  <a:pt x="169864" y="15339"/>
                  <a:pt x="165080" y="14599"/>
                  <a:pt x="159424" y="14599"/>
                </a:cubicBezTo>
                <a:lnTo>
                  <a:pt x="134665" y="14599"/>
                </a:lnTo>
                <a:lnTo>
                  <a:pt x="134665" y="56424"/>
                </a:lnTo>
                <a:close/>
                <a:moveTo>
                  <a:pt x="274586" y="134549"/>
                </a:moveTo>
                <a:cubicBezTo>
                  <a:pt x="265182" y="134549"/>
                  <a:pt x="257126" y="132501"/>
                  <a:pt x="250419" y="128405"/>
                </a:cubicBezTo>
                <a:cubicBezTo>
                  <a:pt x="243711" y="124307"/>
                  <a:pt x="238598" y="118450"/>
                  <a:pt x="235080" y="110831"/>
                </a:cubicBezTo>
                <a:cubicBezTo>
                  <a:pt x="231561" y="103213"/>
                  <a:pt x="229802" y="94156"/>
                  <a:pt x="229802" y="83658"/>
                </a:cubicBezTo>
                <a:cubicBezTo>
                  <a:pt x="229802" y="72892"/>
                  <a:pt x="231561" y="63666"/>
                  <a:pt x="235080" y="55980"/>
                </a:cubicBezTo>
                <a:cubicBezTo>
                  <a:pt x="238598" y="48294"/>
                  <a:pt x="243711" y="42386"/>
                  <a:pt x="250419" y="38255"/>
                </a:cubicBezTo>
                <a:cubicBezTo>
                  <a:pt x="257126" y="34124"/>
                  <a:pt x="265182" y="32059"/>
                  <a:pt x="274586" y="32059"/>
                </a:cubicBezTo>
                <a:cubicBezTo>
                  <a:pt x="284187" y="32059"/>
                  <a:pt x="292391" y="34124"/>
                  <a:pt x="299198" y="38255"/>
                </a:cubicBezTo>
                <a:cubicBezTo>
                  <a:pt x="306004" y="42386"/>
                  <a:pt x="311232" y="48294"/>
                  <a:pt x="314882" y="55980"/>
                </a:cubicBezTo>
                <a:cubicBezTo>
                  <a:pt x="318532" y="63666"/>
                  <a:pt x="320356" y="72892"/>
                  <a:pt x="320356" y="83658"/>
                </a:cubicBezTo>
                <a:cubicBezTo>
                  <a:pt x="320356" y="94156"/>
                  <a:pt x="318532" y="103213"/>
                  <a:pt x="314882" y="110831"/>
                </a:cubicBezTo>
                <a:cubicBezTo>
                  <a:pt x="311232" y="118450"/>
                  <a:pt x="306004" y="124307"/>
                  <a:pt x="299198" y="128405"/>
                </a:cubicBezTo>
                <a:cubicBezTo>
                  <a:pt x="292391" y="132501"/>
                  <a:pt x="284187" y="134549"/>
                  <a:pt x="274586" y="134549"/>
                </a:cubicBezTo>
                <a:moveTo>
                  <a:pt x="274586" y="121429"/>
                </a:moveTo>
                <a:cubicBezTo>
                  <a:pt x="281688" y="121429"/>
                  <a:pt x="287344" y="119805"/>
                  <a:pt x="291553" y="116556"/>
                </a:cubicBezTo>
                <a:cubicBezTo>
                  <a:pt x="295761" y="113305"/>
                  <a:pt x="298787" y="108823"/>
                  <a:pt x="300628" y="103110"/>
                </a:cubicBezTo>
                <a:cubicBezTo>
                  <a:pt x="302469" y="97396"/>
                  <a:pt x="303390" y="90915"/>
                  <a:pt x="303390" y="83665"/>
                </a:cubicBezTo>
                <a:cubicBezTo>
                  <a:pt x="303390" y="76275"/>
                  <a:pt x="302469" y="69672"/>
                  <a:pt x="300628" y="63856"/>
                </a:cubicBezTo>
                <a:cubicBezTo>
                  <a:pt x="298787" y="58040"/>
                  <a:pt x="295761" y="53474"/>
                  <a:pt x="291553" y="50157"/>
                </a:cubicBezTo>
                <a:cubicBezTo>
                  <a:pt x="287344" y="46838"/>
                  <a:pt x="281688" y="45178"/>
                  <a:pt x="274586" y="45178"/>
                </a:cubicBezTo>
                <a:cubicBezTo>
                  <a:pt x="267681" y="45178"/>
                  <a:pt x="262206" y="46838"/>
                  <a:pt x="258162" y="50157"/>
                </a:cubicBezTo>
                <a:cubicBezTo>
                  <a:pt x="254118" y="53474"/>
                  <a:pt x="251208" y="58040"/>
                  <a:pt x="249432" y="63856"/>
                </a:cubicBezTo>
                <a:cubicBezTo>
                  <a:pt x="247657" y="69672"/>
                  <a:pt x="246769" y="76275"/>
                  <a:pt x="246769" y="83665"/>
                </a:cubicBezTo>
                <a:cubicBezTo>
                  <a:pt x="246769" y="90915"/>
                  <a:pt x="247657" y="97396"/>
                  <a:pt x="249432" y="103110"/>
                </a:cubicBezTo>
                <a:cubicBezTo>
                  <a:pt x="251208" y="108823"/>
                  <a:pt x="254118" y="113305"/>
                  <a:pt x="258162" y="116556"/>
                </a:cubicBezTo>
                <a:cubicBezTo>
                  <a:pt x="262206" y="119805"/>
                  <a:pt x="267681" y="121429"/>
                  <a:pt x="274586" y="121429"/>
                </a:cubicBezTo>
                <a:close/>
                <a:moveTo>
                  <a:pt x="380620" y="132773"/>
                </a:moveTo>
                <a:cubicBezTo>
                  <a:pt x="372861" y="132773"/>
                  <a:pt x="366909" y="131496"/>
                  <a:pt x="362766" y="128942"/>
                </a:cubicBezTo>
                <a:cubicBezTo>
                  <a:pt x="358623" y="126387"/>
                  <a:pt x="355779" y="122710"/>
                  <a:pt x="354233" y="117909"/>
                </a:cubicBezTo>
                <a:cubicBezTo>
                  <a:pt x="352688" y="113106"/>
                  <a:pt x="351915" y="107334"/>
                  <a:pt x="351915" y="100591"/>
                </a:cubicBezTo>
                <a:lnTo>
                  <a:pt x="351915" y="47053"/>
                </a:lnTo>
                <a:lnTo>
                  <a:pt x="335837" y="47053"/>
                </a:lnTo>
                <a:lnTo>
                  <a:pt x="335837" y="33736"/>
                </a:lnTo>
                <a:lnTo>
                  <a:pt x="351915" y="33736"/>
                </a:lnTo>
                <a:lnTo>
                  <a:pt x="351915" y="11739"/>
                </a:lnTo>
                <a:lnTo>
                  <a:pt x="368290" y="11739"/>
                </a:lnTo>
                <a:lnTo>
                  <a:pt x="368290" y="33736"/>
                </a:lnTo>
                <a:lnTo>
                  <a:pt x="391964" y="33736"/>
                </a:lnTo>
                <a:lnTo>
                  <a:pt x="391964" y="47053"/>
                </a:lnTo>
                <a:lnTo>
                  <a:pt x="368290" y="47053"/>
                </a:lnTo>
                <a:lnTo>
                  <a:pt x="368290" y="100123"/>
                </a:lnTo>
                <a:cubicBezTo>
                  <a:pt x="368290" y="106362"/>
                  <a:pt x="369063" y="111144"/>
                  <a:pt x="370608" y="114469"/>
                </a:cubicBezTo>
                <a:cubicBezTo>
                  <a:pt x="372154" y="117794"/>
                  <a:pt x="375853" y="119457"/>
                  <a:pt x="381706" y="119457"/>
                </a:cubicBezTo>
                <a:lnTo>
                  <a:pt x="392162" y="119457"/>
                </a:lnTo>
                <a:lnTo>
                  <a:pt x="392162" y="132773"/>
                </a:lnTo>
                <a:lnTo>
                  <a:pt x="380620" y="132773"/>
                </a:lnTo>
                <a:close/>
                <a:moveTo>
                  <a:pt x="411593" y="132773"/>
                </a:moveTo>
                <a:lnTo>
                  <a:pt x="411593" y="0"/>
                </a:lnTo>
                <a:lnTo>
                  <a:pt x="427967" y="0"/>
                </a:lnTo>
                <a:lnTo>
                  <a:pt x="427967" y="48236"/>
                </a:lnTo>
                <a:cubicBezTo>
                  <a:pt x="430927" y="44356"/>
                  <a:pt x="435168" y="40690"/>
                  <a:pt x="440692" y="37238"/>
                </a:cubicBezTo>
                <a:cubicBezTo>
                  <a:pt x="446216" y="33785"/>
                  <a:pt x="453253" y="32059"/>
                  <a:pt x="461802" y="32059"/>
                </a:cubicBezTo>
                <a:cubicBezTo>
                  <a:pt x="472587" y="32059"/>
                  <a:pt x="480330" y="35254"/>
                  <a:pt x="485032" y="41643"/>
                </a:cubicBezTo>
                <a:cubicBezTo>
                  <a:pt x="489734" y="48030"/>
                  <a:pt x="492085" y="57068"/>
                  <a:pt x="492085" y="68757"/>
                </a:cubicBezTo>
                <a:lnTo>
                  <a:pt x="492085" y="132773"/>
                </a:lnTo>
                <a:lnTo>
                  <a:pt x="475612" y="132773"/>
                </a:lnTo>
                <a:lnTo>
                  <a:pt x="475612" y="70773"/>
                </a:lnTo>
                <a:cubicBezTo>
                  <a:pt x="475612" y="65989"/>
                  <a:pt x="475135" y="61719"/>
                  <a:pt x="474181" y="57962"/>
                </a:cubicBezTo>
                <a:cubicBezTo>
                  <a:pt x="473228" y="54203"/>
                  <a:pt x="471469" y="51248"/>
                  <a:pt x="468904" y="49096"/>
                </a:cubicBezTo>
                <a:cubicBezTo>
                  <a:pt x="466339" y="46945"/>
                  <a:pt x="462657" y="45869"/>
                  <a:pt x="457856" y="45869"/>
                </a:cubicBezTo>
                <a:cubicBezTo>
                  <a:pt x="450688" y="45869"/>
                  <a:pt x="444671" y="47560"/>
                  <a:pt x="439804" y="50943"/>
                </a:cubicBezTo>
                <a:cubicBezTo>
                  <a:pt x="434938" y="54323"/>
                  <a:pt x="431025" y="58030"/>
                  <a:pt x="428066" y="62062"/>
                </a:cubicBezTo>
                <a:lnTo>
                  <a:pt x="428066" y="132773"/>
                </a:lnTo>
                <a:lnTo>
                  <a:pt x="411593" y="132773"/>
                </a:lnTo>
                <a:close/>
                <a:moveTo>
                  <a:pt x="601025" y="132773"/>
                </a:moveTo>
                <a:cubicBezTo>
                  <a:pt x="593265" y="132773"/>
                  <a:pt x="587314" y="131496"/>
                  <a:pt x="583171" y="128942"/>
                </a:cubicBezTo>
                <a:cubicBezTo>
                  <a:pt x="579028" y="126387"/>
                  <a:pt x="576184" y="122710"/>
                  <a:pt x="574638" y="117909"/>
                </a:cubicBezTo>
                <a:cubicBezTo>
                  <a:pt x="573093" y="113106"/>
                  <a:pt x="572320" y="107334"/>
                  <a:pt x="572320" y="100591"/>
                </a:cubicBezTo>
                <a:lnTo>
                  <a:pt x="572320" y="47053"/>
                </a:lnTo>
                <a:lnTo>
                  <a:pt x="556241" y="47053"/>
                </a:lnTo>
                <a:lnTo>
                  <a:pt x="556241" y="33736"/>
                </a:lnTo>
                <a:lnTo>
                  <a:pt x="572320" y="33736"/>
                </a:lnTo>
                <a:lnTo>
                  <a:pt x="572320" y="11739"/>
                </a:lnTo>
                <a:lnTo>
                  <a:pt x="588695" y="11739"/>
                </a:lnTo>
                <a:lnTo>
                  <a:pt x="588695" y="33736"/>
                </a:lnTo>
                <a:lnTo>
                  <a:pt x="612369" y="33736"/>
                </a:lnTo>
                <a:lnTo>
                  <a:pt x="612369" y="47053"/>
                </a:lnTo>
                <a:lnTo>
                  <a:pt x="588695" y="47053"/>
                </a:lnTo>
                <a:lnTo>
                  <a:pt x="588695" y="100123"/>
                </a:lnTo>
                <a:cubicBezTo>
                  <a:pt x="588695" y="106362"/>
                  <a:pt x="589467" y="111144"/>
                  <a:pt x="591013" y="114469"/>
                </a:cubicBezTo>
                <a:cubicBezTo>
                  <a:pt x="592558" y="117794"/>
                  <a:pt x="596257" y="119457"/>
                  <a:pt x="602110" y="119457"/>
                </a:cubicBezTo>
                <a:lnTo>
                  <a:pt x="612566" y="119457"/>
                </a:lnTo>
                <a:lnTo>
                  <a:pt x="612566" y="132773"/>
                </a:lnTo>
                <a:lnTo>
                  <a:pt x="601025" y="132773"/>
                </a:lnTo>
                <a:close/>
                <a:moveTo>
                  <a:pt x="631997" y="132773"/>
                </a:moveTo>
                <a:lnTo>
                  <a:pt x="631997" y="33736"/>
                </a:lnTo>
                <a:lnTo>
                  <a:pt x="647484" y="33736"/>
                </a:lnTo>
                <a:lnTo>
                  <a:pt x="648076" y="49617"/>
                </a:lnTo>
                <a:cubicBezTo>
                  <a:pt x="650772" y="44619"/>
                  <a:pt x="654521" y="40444"/>
                  <a:pt x="659321" y="37090"/>
                </a:cubicBezTo>
                <a:cubicBezTo>
                  <a:pt x="664122" y="33736"/>
                  <a:pt x="670369" y="32059"/>
                  <a:pt x="678063" y="32059"/>
                </a:cubicBezTo>
                <a:lnTo>
                  <a:pt x="680036" y="32059"/>
                </a:lnTo>
                <a:lnTo>
                  <a:pt x="680036" y="47151"/>
                </a:lnTo>
                <a:lnTo>
                  <a:pt x="677768" y="47151"/>
                </a:lnTo>
                <a:cubicBezTo>
                  <a:pt x="672967" y="47151"/>
                  <a:pt x="668758" y="47803"/>
                  <a:pt x="665141" y="49106"/>
                </a:cubicBezTo>
                <a:cubicBezTo>
                  <a:pt x="661524" y="50407"/>
                  <a:pt x="658368" y="52205"/>
                  <a:pt x="655672" y="54500"/>
                </a:cubicBezTo>
                <a:cubicBezTo>
                  <a:pt x="652975" y="56796"/>
                  <a:pt x="650575" y="59451"/>
                  <a:pt x="648471" y="62466"/>
                </a:cubicBezTo>
                <a:lnTo>
                  <a:pt x="648471" y="132773"/>
                </a:lnTo>
                <a:lnTo>
                  <a:pt x="631997" y="132773"/>
                </a:lnTo>
                <a:close/>
                <a:moveTo>
                  <a:pt x="734978" y="134549"/>
                </a:moveTo>
                <a:cubicBezTo>
                  <a:pt x="724522" y="134549"/>
                  <a:pt x="715956" y="132298"/>
                  <a:pt x="709281" y="127795"/>
                </a:cubicBezTo>
                <a:cubicBezTo>
                  <a:pt x="702606" y="123290"/>
                  <a:pt x="697658" y="117162"/>
                  <a:pt x="694436" y="109410"/>
                </a:cubicBezTo>
                <a:cubicBezTo>
                  <a:pt x="691213" y="101657"/>
                  <a:pt x="689602" y="92938"/>
                  <a:pt x="689602" y="83255"/>
                </a:cubicBezTo>
                <a:cubicBezTo>
                  <a:pt x="689602" y="73164"/>
                  <a:pt x="691164" y="64276"/>
                  <a:pt x="694288" y="56590"/>
                </a:cubicBezTo>
                <a:cubicBezTo>
                  <a:pt x="697411" y="48904"/>
                  <a:pt x="702179" y="42894"/>
                  <a:pt x="708591" y="38560"/>
                </a:cubicBezTo>
                <a:cubicBezTo>
                  <a:pt x="715003" y="34226"/>
                  <a:pt x="723141" y="32059"/>
                  <a:pt x="733005" y="32059"/>
                </a:cubicBezTo>
                <a:cubicBezTo>
                  <a:pt x="746092" y="32059"/>
                  <a:pt x="756350" y="36117"/>
                  <a:pt x="763781" y="44232"/>
                </a:cubicBezTo>
                <a:cubicBezTo>
                  <a:pt x="771213" y="52345"/>
                  <a:pt x="774928" y="64010"/>
                  <a:pt x="774928" y="79226"/>
                </a:cubicBezTo>
                <a:cubicBezTo>
                  <a:pt x="774928" y="80241"/>
                  <a:pt x="774895" y="81442"/>
                  <a:pt x="774829" y="82829"/>
                </a:cubicBezTo>
                <a:cubicBezTo>
                  <a:pt x="774764" y="84214"/>
                  <a:pt x="774665" y="85211"/>
                  <a:pt x="774534" y="85819"/>
                </a:cubicBezTo>
                <a:lnTo>
                  <a:pt x="706075" y="85819"/>
                </a:lnTo>
                <a:cubicBezTo>
                  <a:pt x="706141" y="92334"/>
                  <a:pt x="707144" y="98317"/>
                  <a:pt x="709084" y="103769"/>
                </a:cubicBezTo>
                <a:cubicBezTo>
                  <a:pt x="711024" y="109221"/>
                  <a:pt x="714098" y="113593"/>
                  <a:pt x="718307" y="116886"/>
                </a:cubicBezTo>
                <a:cubicBezTo>
                  <a:pt x="722516" y="120178"/>
                  <a:pt x="728073" y="121824"/>
                  <a:pt x="734978" y="121824"/>
                </a:cubicBezTo>
                <a:cubicBezTo>
                  <a:pt x="742343" y="121824"/>
                  <a:pt x="748097" y="120009"/>
                  <a:pt x="752240" y="116380"/>
                </a:cubicBezTo>
                <a:cubicBezTo>
                  <a:pt x="756383" y="112751"/>
                  <a:pt x="758553" y="107515"/>
                  <a:pt x="758751" y="100671"/>
                </a:cubicBezTo>
                <a:lnTo>
                  <a:pt x="775027" y="100671"/>
                </a:lnTo>
                <a:cubicBezTo>
                  <a:pt x="774829" y="107656"/>
                  <a:pt x="773087" y="113676"/>
                  <a:pt x="769799" y="118729"/>
                </a:cubicBezTo>
                <a:cubicBezTo>
                  <a:pt x="766511" y="123782"/>
                  <a:pt x="761907" y="127683"/>
                  <a:pt x="755989" y="130431"/>
                </a:cubicBezTo>
                <a:cubicBezTo>
                  <a:pt x="750070" y="133176"/>
                  <a:pt x="743066" y="134549"/>
                  <a:pt x="734978" y="134549"/>
                </a:cubicBezTo>
                <a:moveTo>
                  <a:pt x="706174" y="73785"/>
                </a:moveTo>
                <a:lnTo>
                  <a:pt x="758652" y="73785"/>
                </a:lnTo>
                <a:cubicBezTo>
                  <a:pt x="758455" y="64362"/>
                  <a:pt x="756120" y="57157"/>
                  <a:pt x="751648" y="52170"/>
                </a:cubicBezTo>
                <a:cubicBezTo>
                  <a:pt x="747177" y="47180"/>
                  <a:pt x="740962" y="44685"/>
                  <a:pt x="733005" y="44685"/>
                </a:cubicBezTo>
                <a:cubicBezTo>
                  <a:pt x="724982" y="44685"/>
                  <a:pt x="718685" y="47163"/>
                  <a:pt x="714115" y="52117"/>
                </a:cubicBezTo>
                <a:cubicBezTo>
                  <a:pt x="709544" y="57070"/>
                  <a:pt x="706897" y="64293"/>
                  <a:pt x="706174" y="73785"/>
                </a:cubicBezTo>
                <a:close/>
                <a:moveTo>
                  <a:pt x="842048" y="134549"/>
                </a:moveTo>
                <a:cubicBezTo>
                  <a:pt x="831592" y="134549"/>
                  <a:pt x="823026" y="132298"/>
                  <a:pt x="816351" y="127795"/>
                </a:cubicBezTo>
                <a:cubicBezTo>
                  <a:pt x="809676" y="123290"/>
                  <a:pt x="804728" y="117162"/>
                  <a:pt x="801505" y="109410"/>
                </a:cubicBezTo>
                <a:cubicBezTo>
                  <a:pt x="798283" y="101657"/>
                  <a:pt x="796672" y="92938"/>
                  <a:pt x="796672" y="83255"/>
                </a:cubicBezTo>
                <a:cubicBezTo>
                  <a:pt x="796672" y="73164"/>
                  <a:pt x="798234" y="64276"/>
                  <a:pt x="801358" y="56590"/>
                </a:cubicBezTo>
                <a:cubicBezTo>
                  <a:pt x="804481" y="48904"/>
                  <a:pt x="809249" y="42894"/>
                  <a:pt x="815661" y="38560"/>
                </a:cubicBezTo>
                <a:cubicBezTo>
                  <a:pt x="822073" y="34226"/>
                  <a:pt x="830211" y="32059"/>
                  <a:pt x="840075" y="32059"/>
                </a:cubicBezTo>
                <a:cubicBezTo>
                  <a:pt x="853161" y="32059"/>
                  <a:pt x="863420" y="36117"/>
                  <a:pt x="870851" y="44232"/>
                </a:cubicBezTo>
                <a:cubicBezTo>
                  <a:pt x="878283" y="52345"/>
                  <a:pt x="881998" y="64010"/>
                  <a:pt x="881998" y="79226"/>
                </a:cubicBezTo>
                <a:cubicBezTo>
                  <a:pt x="881998" y="80241"/>
                  <a:pt x="881965" y="81442"/>
                  <a:pt x="881899" y="82829"/>
                </a:cubicBezTo>
                <a:cubicBezTo>
                  <a:pt x="881834" y="84214"/>
                  <a:pt x="881735" y="85211"/>
                  <a:pt x="881603" y="85819"/>
                </a:cubicBezTo>
                <a:lnTo>
                  <a:pt x="813145" y="85819"/>
                </a:lnTo>
                <a:cubicBezTo>
                  <a:pt x="813211" y="92334"/>
                  <a:pt x="814214" y="98317"/>
                  <a:pt x="816154" y="103769"/>
                </a:cubicBezTo>
                <a:cubicBezTo>
                  <a:pt x="818094" y="109221"/>
                  <a:pt x="821168" y="113593"/>
                  <a:pt x="825377" y="116886"/>
                </a:cubicBezTo>
                <a:cubicBezTo>
                  <a:pt x="829586" y="120178"/>
                  <a:pt x="835143" y="121824"/>
                  <a:pt x="842048" y="121824"/>
                </a:cubicBezTo>
                <a:cubicBezTo>
                  <a:pt x="849413" y="121824"/>
                  <a:pt x="855167" y="120009"/>
                  <a:pt x="859310" y="116380"/>
                </a:cubicBezTo>
                <a:cubicBezTo>
                  <a:pt x="863453" y="112751"/>
                  <a:pt x="865623" y="107515"/>
                  <a:pt x="865821" y="100671"/>
                </a:cubicBezTo>
                <a:lnTo>
                  <a:pt x="882097" y="100671"/>
                </a:lnTo>
                <a:cubicBezTo>
                  <a:pt x="881899" y="107656"/>
                  <a:pt x="880157" y="113676"/>
                  <a:pt x="876869" y="118729"/>
                </a:cubicBezTo>
                <a:cubicBezTo>
                  <a:pt x="873581" y="123782"/>
                  <a:pt x="868977" y="127683"/>
                  <a:pt x="863059" y="130431"/>
                </a:cubicBezTo>
                <a:cubicBezTo>
                  <a:pt x="857140" y="133176"/>
                  <a:pt x="850136" y="134549"/>
                  <a:pt x="842048" y="134549"/>
                </a:cubicBezTo>
                <a:moveTo>
                  <a:pt x="813244" y="73785"/>
                </a:moveTo>
                <a:lnTo>
                  <a:pt x="865722" y="73785"/>
                </a:lnTo>
                <a:cubicBezTo>
                  <a:pt x="865525" y="64362"/>
                  <a:pt x="863190" y="57157"/>
                  <a:pt x="858718" y="52170"/>
                </a:cubicBezTo>
                <a:cubicBezTo>
                  <a:pt x="854247" y="47180"/>
                  <a:pt x="848032" y="44685"/>
                  <a:pt x="840075" y="44685"/>
                </a:cubicBezTo>
                <a:cubicBezTo>
                  <a:pt x="832052" y="44685"/>
                  <a:pt x="825755" y="47163"/>
                  <a:pt x="821185" y="52117"/>
                </a:cubicBezTo>
                <a:cubicBezTo>
                  <a:pt x="816614" y="57070"/>
                  <a:pt x="813967" y="64293"/>
                  <a:pt x="813244" y="73785"/>
                </a:cubicBezTo>
                <a:close/>
                <a:moveTo>
                  <a:pt x="943199" y="134549"/>
                </a:moveTo>
                <a:cubicBezTo>
                  <a:pt x="937807" y="134549"/>
                  <a:pt x="932694" y="133940"/>
                  <a:pt x="927860" y="132721"/>
                </a:cubicBezTo>
                <a:cubicBezTo>
                  <a:pt x="923027" y="131502"/>
                  <a:pt x="918769" y="129573"/>
                  <a:pt x="915086" y="126932"/>
                </a:cubicBezTo>
                <a:cubicBezTo>
                  <a:pt x="911403" y="124291"/>
                  <a:pt x="908526" y="120821"/>
                  <a:pt x="906455" y="116522"/>
                </a:cubicBezTo>
                <a:cubicBezTo>
                  <a:pt x="904383" y="112221"/>
                  <a:pt x="903347" y="107022"/>
                  <a:pt x="903347" y="100927"/>
                </a:cubicBezTo>
                <a:lnTo>
                  <a:pt x="919229" y="100927"/>
                </a:lnTo>
                <a:cubicBezTo>
                  <a:pt x="919229" y="108779"/>
                  <a:pt x="921547" y="114308"/>
                  <a:pt x="926183" y="117511"/>
                </a:cubicBezTo>
                <a:cubicBezTo>
                  <a:pt x="930819" y="120715"/>
                  <a:pt x="936623" y="122317"/>
                  <a:pt x="943594" y="122317"/>
                </a:cubicBezTo>
                <a:cubicBezTo>
                  <a:pt x="949841" y="122317"/>
                  <a:pt x="954987" y="121053"/>
                  <a:pt x="959031" y="118526"/>
                </a:cubicBezTo>
                <a:cubicBezTo>
                  <a:pt x="963076" y="115998"/>
                  <a:pt x="965098" y="111825"/>
                  <a:pt x="965098" y="106007"/>
                </a:cubicBezTo>
                <a:cubicBezTo>
                  <a:pt x="965098" y="101131"/>
                  <a:pt x="963273" y="97507"/>
                  <a:pt x="959623" y="95138"/>
                </a:cubicBezTo>
                <a:cubicBezTo>
                  <a:pt x="955973" y="92766"/>
                  <a:pt x="949545" y="90464"/>
                  <a:pt x="940338" y="88230"/>
                </a:cubicBezTo>
                <a:cubicBezTo>
                  <a:pt x="932842" y="86401"/>
                  <a:pt x="926528" y="84285"/>
                  <a:pt x="921399" y="81883"/>
                </a:cubicBezTo>
                <a:cubicBezTo>
                  <a:pt x="916270" y="79478"/>
                  <a:pt x="912423" y="76431"/>
                  <a:pt x="909858" y="72740"/>
                </a:cubicBezTo>
                <a:cubicBezTo>
                  <a:pt x="907293" y="69049"/>
                  <a:pt x="906011" y="64393"/>
                  <a:pt x="906011" y="58773"/>
                </a:cubicBezTo>
                <a:cubicBezTo>
                  <a:pt x="906011" y="54371"/>
                  <a:pt x="906915" y="50494"/>
                  <a:pt x="908723" y="47142"/>
                </a:cubicBezTo>
                <a:cubicBezTo>
                  <a:pt x="910532" y="43790"/>
                  <a:pt x="913064" y="40997"/>
                  <a:pt x="916319" y="38764"/>
                </a:cubicBezTo>
                <a:cubicBezTo>
                  <a:pt x="919574" y="36528"/>
                  <a:pt x="923405" y="34852"/>
                  <a:pt x="927811" y="33736"/>
                </a:cubicBezTo>
                <a:cubicBezTo>
                  <a:pt x="932217" y="32618"/>
                  <a:pt x="936985" y="32059"/>
                  <a:pt x="942114" y="32059"/>
                </a:cubicBezTo>
                <a:cubicBezTo>
                  <a:pt x="947178" y="32059"/>
                  <a:pt x="951929" y="32668"/>
                  <a:pt x="956368" y="33887"/>
                </a:cubicBezTo>
                <a:cubicBezTo>
                  <a:pt x="960807" y="35106"/>
                  <a:pt x="964720" y="37002"/>
                  <a:pt x="968106" y="39577"/>
                </a:cubicBezTo>
                <a:cubicBezTo>
                  <a:pt x="971493" y="42150"/>
                  <a:pt x="974173" y="45468"/>
                  <a:pt x="976146" y="49531"/>
                </a:cubicBezTo>
                <a:cubicBezTo>
                  <a:pt x="978119" y="53594"/>
                  <a:pt x="979105" y="58470"/>
                  <a:pt x="979105" y="64158"/>
                </a:cubicBezTo>
                <a:lnTo>
                  <a:pt x="963125" y="64158"/>
                </a:lnTo>
                <a:cubicBezTo>
                  <a:pt x="963125" y="56980"/>
                  <a:pt x="961086" y="51907"/>
                  <a:pt x="957009" y="48939"/>
                </a:cubicBezTo>
                <a:cubicBezTo>
                  <a:pt x="952932" y="45972"/>
                  <a:pt x="947967" y="44488"/>
                  <a:pt x="942114" y="44488"/>
                </a:cubicBezTo>
                <a:cubicBezTo>
                  <a:pt x="936195" y="44488"/>
                  <a:pt x="931395" y="45602"/>
                  <a:pt x="927712" y="47829"/>
                </a:cubicBezTo>
                <a:cubicBezTo>
                  <a:pt x="924029" y="50055"/>
                  <a:pt x="922188" y="53533"/>
                  <a:pt x="922188" y="58264"/>
                </a:cubicBezTo>
                <a:cubicBezTo>
                  <a:pt x="922188" y="60905"/>
                  <a:pt x="923010" y="63140"/>
                  <a:pt x="924654" y="64969"/>
                </a:cubicBezTo>
                <a:cubicBezTo>
                  <a:pt x="926298" y="66798"/>
                  <a:pt x="929060" y="68441"/>
                  <a:pt x="932940" y="69898"/>
                </a:cubicBezTo>
                <a:cubicBezTo>
                  <a:pt x="936820" y="71353"/>
                  <a:pt x="942048" y="72893"/>
                  <a:pt x="948624" y="74519"/>
                </a:cubicBezTo>
                <a:cubicBezTo>
                  <a:pt x="955792" y="76280"/>
                  <a:pt x="961810" y="78379"/>
                  <a:pt x="966676" y="80816"/>
                </a:cubicBezTo>
                <a:cubicBezTo>
                  <a:pt x="971542" y="83254"/>
                  <a:pt x="975209" y="86385"/>
                  <a:pt x="977675" y="90212"/>
                </a:cubicBezTo>
                <a:cubicBezTo>
                  <a:pt x="980141" y="94036"/>
                  <a:pt x="981374" y="98929"/>
                  <a:pt x="981374" y="104888"/>
                </a:cubicBezTo>
                <a:cubicBezTo>
                  <a:pt x="981374" y="110034"/>
                  <a:pt x="980404" y="114486"/>
                  <a:pt x="978464" y="118245"/>
                </a:cubicBezTo>
                <a:cubicBezTo>
                  <a:pt x="976524" y="122004"/>
                  <a:pt x="973828" y="125085"/>
                  <a:pt x="970375" y="127490"/>
                </a:cubicBezTo>
                <a:cubicBezTo>
                  <a:pt x="966923" y="129894"/>
                  <a:pt x="962878" y="131672"/>
                  <a:pt x="958242" y="132823"/>
                </a:cubicBezTo>
                <a:cubicBezTo>
                  <a:pt x="953606" y="133973"/>
                  <a:pt x="948592" y="134549"/>
                  <a:pt x="943199" y="134549"/>
                </a:cubicBezTo>
                <a:close/>
                <a:moveTo>
                  <a:pt x="1072511" y="134549"/>
                </a:moveTo>
                <a:cubicBezTo>
                  <a:pt x="1066987" y="134549"/>
                  <a:pt x="1061940" y="133471"/>
                  <a:pt x="1057370" y="131315"/>
                </a:cubicBezTo>
                <a:cubicBezTo>
                  <a:pt x="1052799" y="129159"/>
                  <a:pt x="1049149" y="125976"/>
                  <a:pt x="1046420" y="121765"/>
                </a:cubicBezTo>
                <a:cubicBezTo>
                  <a:pt x="1043691" y="117555"/>
                  <a:pt x="1042327" y="112350"/>
                  <a:pt x="1042327" y="106152"/>
                </a:cubicBezTo>
                <a:cubicBezTo>
                  <a:pt x="1042327" y="97328"/>
                  <a:pt x="1045023" y="90625"/>
                  <a:pt x="1050415" y="86044"/>
                </a:cubicBezTo>
                <a:cubicBezTo>
                  <a:pt x="1055808" y="81464"/>
                  <a:pt x="1063436" y="78348"/>
                  <a:pt x="1073301" y="76698"/>
                </a:cubicBezTo>
                <a:cubicBezTo>
                  <a:pt x="1083165" y="75048"/>
                  <a:pt x="1094706" y="74155"/>
                  <a:pt x="1107924" y="74019"/>
                </a:cubicBezTo>
                <a:lnTo>
                  <a:pt x="1107924" y="66951"/>
                </a:lnTo>
                <a:cubicBezTo>
                  <a:pt x="1107924" y="58289"/>
                  <a:pt x="1105886" y="52346"/>
                  <a:pt x="1101808" y="49124"/>
                </a:cubicBezTo>
                <a:cubicBezTo>
                  <a:pt x="1097731" y="45902"/>
                  <a:pt x="1092569" y="44291"/>
                  <a:pt x="1086321" y="44291"/>
                </a:cubicBezTo>
                <a:cubicBezTo>
                  <a:pt x="1079679" y="44291"/>
                  <a:pt x="1074090" y="46047"/>
                  <a:pt x="1069552" y="49559"/>
                </a:cubicBezTo>
                <a:cubicBezTo>
                  <a:pt x="1065015" y="53071"/>
                  <a:pt x="1062746" y="58614"/>
                  <a:pt x="1062746" y="66189"/>
                </a:cubicBezTo>
                <a:lnTo>
                  <a:pt x="1046766" y="66189"/>
                </a:lnTo>
                <a:cubicBezTo>
                  <a:pt x="1046766" y="58064"/>
                  <a:pt x="1048459" y="51496"/>
                  <a:pt x="1051846" y="46485"/>
                </a:cubicBezTo>
                <a:cubicBezTo>
                  <a:pt x="1055232" y="41473"/>
                  <a:pt x="1059902" y="37816"/>
                  <a:pt x="1065853" y="35515"/>
                </a:cubicBezTo>
                <a:cubicBezTo>
                  <a:pt x="1071804" y="33211"/>
                  <a:pt x="1078627" y="32059"/>
                  <a:pt x="1086321" y="32059"/>
                </a:cubicBezTo>
                <a:cubicBezTo>
                  <a:pt x="1091254" y="32059"/>
                  <a:pt x="1095972" y="32534"/>
                  <a:pt x="1100477" y="33483"/>
                </a:cubicBezTo>
                <a:cubicBezTo>
                  <a:pt x="1104981" y="34430"/>
                  <a:pt x="1109026" y="36158"/>
                  <a:pt x="1112610" y="38665"/>
                </a:cubicBezTo>
                <a:cubicBezTo>
                  <a:pt x="1116194" y="41172"/>
                  <a:pt x="1119038" y="44679"/>
                  <a:pt x="1121142" y="49186"/>
                </a:cubicBezTo>
                <a:cubicBezTo>
                  <a:pt x="1123247" y="53690"/>
                  <a:pt x="1124299" y="59499"/>
                  <a:pt x="1124299" y="66612"/>
                </a:cubicBezTo>
                <a:lnTo>
                  <a:pt x="1124299" y="132773"/>
                </a:lnTo>
                <a:lnTo>
                  <a:pt x="1108911" y="132773"/>
                </a:lnTo>
                <a:lnTo>
                  <a:pt x="1108220" y="118174"/>
                </a:lnTo>
                <a:cubicBezTo>
                  <a:pt x="1103814" y="123106"/>
                  <a:pt x="1098701" y="127068"/>
                  <a:pt x="1092881" y="130061"/>
                </a:cubicBezTo>
                <a:cubicBezTo>
                  <a:pt x="1087061" y="133053"/>
                  <a:pt x="1080271" y="134549"/>
                  <a:pt x="1072511" y="134549"/>
                </a:cubicBezTo>
                <a:moveTo>
                  <a:pt x="1076852" y="121923"/>
                </a:moveTo>
                <a:cubicBezTo>
                  <a:pt x="1083428" y="121923"/>
                  <a:pt x="1089346" y="120316"/>
                  <a:pt x="1094607" y="117101"/>
                </a:cubicBezTo>
                <a:cubicBezTo>
                  <a:pt x="1099868" y="113885"/>
                  <a:pt x="1104274" y="109815"/>
                  <a:pt x="1107826" y="104891"/>
                </a:cubicBezTo>
                <a:lnTo>
                  <a:pt x="1107826" y="84574"/>
                </a:lnTo>
                <a:cubicBezTo>
                  <a:pt x="1090333" y="84779"/>
                  <a:pt x="1077789" y="86490"/>
                  <a:pt x="1070193" y="89706"/>
                </a:cubicBezTo>
                <a:cubicBezTo>
                  <a:pt x="1062598" y="92921"/>
                  <a:pt x="1058800" y="98187"/>
                  <a:pt x="1058800" y="105505"/>
                </a:cubicBezTo>
                <a:cubicBezTo>
                  <a:pt x="1058800" y="110499"/>
                  <a:pt x="1060329" y="114483"/>
                  <a:pt x="1063387" y="117459"/>
                </a:cubicBezTo>
                <a:cubicBezTo>
                  <a:pt x="1066445" y="120435"/>
                  <a:pt x="1070933" y="121923"/>
                  <a:pt x="1076852" y="121923"/>
                </a:cubicBezTo>
                <a:close/>
                <a:moveTo>
                  <a:pt x="1155025" y="132773"/>
                </a:moveTo>
                <a:lnTo>
                  <a:pt x="1155025" y="33736"/>
                </a:lnTo>
                <a:lnTo>
                  <a:pt x="1170512" y="33736"/>
                </a:lnTo>
                <a:lnTo>
                  <a:pt x="1171104" y="49617"/>
                </a:lnTo>
                <a:cubicBezTo>
                  <a:pt x="1173800" y="44619"/>
                  <a:pt x="1177549" y="40444"/>
                  <a:pt x="1182350" y="37090"/>
                </a:cubicBezTo>
                <a:cubicBezTo>
                  <a:pt x="1187150" y="33736"/>
                  <a:pt x="1193398" y="32059"/>
                  <a:pt x="1201092" y="32059"/>
                </a:cubicBezTo>
                <a:lnTo>
                  <a:pt x="1203065" y="32059"/>
                </a:lnTo>
                <a:lnTo>
                  <a:pt x="1203065" y="47151"/>
                </a:lnTo>
                <a:lnTo>
                  <a:pt x="1200796" y="47151"/>
                </a:lnTo>
                <a:cubicBezTo>
                  <a:pt x="1195995" y="47151"/>
                  <a:pt x="1191786" y="47803"/>
                  <a:pt x="1188169" y="49106"/>
                </a:cubicBezTo>
                <a:cubicBezTo>
                  <a:pt x="1184553" y="50407"/>
                  <a:pt x="1181396" y="52205"/>
                  <a:pt x="1178700" y="54500"/>
                </a:cubicBezTo>
                <a:cubicBezTo>
                  <a:pt x="1176004" y="56796"/>
                  <a:pt x="1173603" y="59451"/>
                  <a:pt x="1171499" y="62466"/>
                </a:cubicBezTo>
                <a:lnTo>
                  <a:pt x="1171499" y="132773"/>
                </a:lnTo>
                <a:lnTo>
                  <a:pt x="1155025" y="132773"/>
                </a:lnTo>
                <a:close/>
                <a:moveTo>
                  <a:pt x="1258006" y="134549"/>
                </a:moveTo>
                <a:cubicBezTo>
                  <a:pt x="1247550" y="134549"/>
                  <a:pt x="1238985" y="132298"/>
                  <a:pt x="1232310" y="127795"/>
                </a:cubicBezTo>
                <a:cubicBezTo>
                  <a:pt x="1225635" y="123290"/>
                  <a:pt x="1220686" y="117162"/>
                  <a:pt x="1217464" y="109410"/>
                </a:cubicBezTo>
                <a:cubicBezTo>
                  <a:pt x="1214242" y="101657"/>
                  <a:pt x="1212631" y="92938"/>
                  <a:pt x="1212631" y="83255"/>
                </a:cubicBezTo>
                <a:cubicBezTo>
                  <a:pt x="1212631" y="73164"/>
                  <a:pt x="1214192" y="64276"/>
                  <a:pt x="1217316" y="56590"/>
                </a:cubicBezTo>
                <a:cubicBezTo>
                  <a:pt x="1220440" y="48904"/>
                  <a:pt x="1225208" y="42894"/>
                  <a:pt x="1231619" y="38560"/>
                </a:cubicBezTo>
                <a:cubicBezTo>
                  <a:pt x="1238031" y="34226"/>
                  <a:pt x="1246169" y="32059"/>
                  <a:pt x="1256033" y="32059"/>
                </a:cubicBezTo>
                <a:cubicBezTo>
                  <a:pt x="1269120" y="32059"/>
                  <a:pt x="1279379" y="36117"/>
                  <a:pt x="1286810" y="44232"/>
                </a:cubicBezTo>
                <a:cubicBezTo>
                  <a:pt x="1294241" y="52345"/>
                  <a:pt x="1297957" y="64010"/>
                  <a:pt x="1297957" y="79226"/>
                </a:cubicBezTo>
                <a:cubicBezTo>
                  <a:pt x="1297957" y="80241"/>
                  <a:pt x="1297924" y="81442"/>
                  <a:pt x="1297858" y="82829"/>
                </a:cubicBezTo>
                <a:cubicBezTo>
                  <a:pt x="1297792" y="84214"/>
                  <a:pt x="1297694" y="85211"/>
                  <a:pt x="1297562" y="85819"/>
                </a:cubicBezTo>
                <a:lnTo>
                  <a:pt x="1229104" y="85819"/>
                </a:lnTo>
                <a:cubicBezTo>
                  <a:pt x="1229170" y="92334"/>
                  <a:pt x="1230173" y="98317"/>
                  <a:pt x="1232113" y="103769"/>
                </a:cubicBezTo>
                <a:cubicBezTo>
                  <a:pt x="1234052" y="109221"/>
                  <a:pt x="1237127" y="113593"/>
                  <a:pt x="1241336" y="116886"/>
                </a:cubicBezTo>
                <a:cubicBezTo>
                  <a:pt x="1245544" y="120178"/>
                  <a:pt x="1251101" y="121824"/>
                  <a:pt x="1258006" y="121824"/>
                </a:cubicBezTo>
                <a:cubicBezTo>
                  <a:pt x="1265372" y="121824"/>
                  <a:pt x="1271126" y="120009"/>
                  <a:pt x="1275269" y="116380"/>
                </a:cubicBezTo>
                <a:cubicBezTo>
                  <a:pt x="1279412" y="112751"/>
                  <a:pt x="1281582" y="107515"/>
                  <a:pt x="1281779" y="100671"/>
                </a:cubicBezTo>
                <a:lnTo>
                  <a:pt x="1298055" y="100671"/>
                </a:lnTo>
                <a:cubicBezTo>
                  <a:pt x="1297858" y="107656"/>
                  <a:pt x="1296115" y="113676"/>
                  <a:pt x="1292827" y="118729"/>
                </a:cubicBezTo>
                <a:cubicBezTo>
                  <a:pt x="1289539" y="123782"/>
                  <a:pt x="1284936" y="127683"/>
                  <a:pt x="1279017" y="130431"/>
                </a:cubicBezTo>
                <a:cubicBezTo>
                  <a:pt x="1273099" y="133176"/>
                  <a:pt x="1266095" y="134549"/>
                  <a:pt x="1258006" y="134549"/>
                </a:cubicBezTo>
                <a:moveTo>
                  <a:pt x="1229203" y="73785"/>
                </a:moveTo>
                <a:lnTo>
                  <a:pt x="1281681" y="73785"/>
                </a:lnTo>
                <a:cubicBezTo>
                  <a:pt x="1281483" y="64362"/>
                  <a:pt x="1279149" y="57157"/>
                  <a:pt x="1274677" y="52170"/>
                </a:cubicBezTo>
                <a:cubicBezTo>
                  <a:pt x="1270205" y="47180"/>
                  <a:pt x="1263991" y="44685"/>
                  <a:pt x="1256033" y="44685"/>
                </a:cubicBezTo>
                <a:cubicBezTo>
                  <a:pt x="1248010" y="44685"/>
                  <a:pt x="1241714" y="47163"/>
                  <a:pt x="1237143" y="52117"/>
                </a:cubicBezTo>
                <a:cubicBezTo>
                  <a:pt x="1232573" y="57070"/>
                  <a:pt x="1229926" y="64293"/>
                  <a:pt x="1229203" y="73785"/>
                </a:cubicBezTo>
                <a:close/>
                <a:moveTo>
                  <a:pt x="1390524" y="132773"/>
                </a:moveTo>
                <a:cubicBezTo>
                  <a:pt x="1382699" y="132773"/>
                  <a:pt x="1376714" y="131540"/>
                  <a:pt x="1372571" y="129074"/>
                </a:cubicBezTo>
                <a:cubicBezTo>
                  <a:pt x="1368428" y="126608"/>
                  <a:pt x="1365601" y="123057"/>
                  <a:pt x="1364088" y="118421"/>
                </a:cubicBezTo>
                <a:cubicBezTo>
                  <a:pt x="1362575" y="113785"/>
                  <a:pt x="1361819" y="108211"/>
                  <a:pt x="1361819" y="101701"/>
                </a:cubicBezTo>
                <a:lnTo>
                  <a:pt x="1361819" y="0"/>
                </a:lnTo>
                <a:lnTo>
                  <a:pt x="1378194" y="0"/>
                </a:lnTo>
                <a:lnTo>
                  <a:pt x="1378194" y="100912"/>
                </a:lnTo>
                <a:cubicBezTo>
                  <a:pt x="1378194" y="106896"/>
                  <a:pt x="1378967" y="111466"/>
                  <a:pt x="1380512" y="114623"/>
                </a:cubicBezTo>
                <a:cubicBezTo>
                  <a:pt x="1382057" y="117780"/>
                  <a:pt x="1385757" y="119358"/>
                  <a:pt x="1391609" y="119358"/>
                </a:cubicBezTo>
                <a:lnTo>
                  <a:pt x="1396048" y="119358"/>
                </a:lnTo>
                <a:lnTo>
                  <a:pt x="1396048" y="132773"/>
                </a:lnTo>
                <a:lnTo>
                  <a:pt x="1390524" y="132773"/>
                </a:lnTo>
                <a:close/>
                <a:moveTo>
                  <a:pt x="1459419" y="134549"/>
                </a:moveTo>
                <a:cubicBezTo>
                  <a:pt x="1448963" y="134549"/>
                  <a:pt x="1440398" y="132298"/>
                  <a:pt x="1433723" y="127795"/>
                </a:cubicBezTo>
                <a:cubicBezTo>
                  <a:pt x="1427048" y="123290"/>
                  <a:pt x="1422100" y="117162"/>
                  <a:pt x="1418877" y="109410"/>
                </a:cubicBezTo>
                <a:cubicBezTo>
                  <a:pt x="1415655" y="101657"/>
                  <a:pt x="1414044" y="92938"/>
                  <a:pt x="1414044" y="83255"/>
                </a:cubicBezTo>
                <a:cubicBezTo>
                  <a:pt x="1414044" y="73164"/>
                  <a:pt x="1415606" y="64276"/>
                  <a:pt x="1418729" y="56590"/>
                </a:cubicBezTo>
                <a:cubicBezTo>
                  <a:pt x="1421853" y="48904"/>
                  <a:pt x="1426621" y="42894"/>
                  <a:pt x="1433032" y="38560"/>
                </a:cubicBezTo>
                <a:cubicBezTo>
                  <a:pt x="1439444" y="34226"/>
                  <a:pt x="1447582" y="32059"/>
                  <a:pt x="1457447" y="32059"/>
                </a:cubicBezTo>
                <a:cubicBezTo>
                  <a:pt x="1470533" y="32059"/>
                  <a:pt x="1480792" y="36117"/>
                  <a:pt x="1488223" y="44232"/>
                </a:cubicBezTo>
                <a:cubicBezTo>
                  <a:pt x="1495654" y="52345"/>
                  <a:pt x="1499370" y="64010"/>
                  <a:pt x="1499370" y="79226"/>
                </a:cubicBezTo>
                <a:cubicBezTo>
                  <a:pt x="1499370" y="80241"/>
                  <a:pt x="1499337" y="81442"/>
                  <a:pt x="1499271" y="82829"/>
                </a:cubicBezTo>
                <a:cubicBezTo>
                  <a:pt x="1499205" y="84214"/>
                  <a:pt x="1499107" y="85211"/>
                  <a:pt x="1498975" y="85819"/>
                </a:cubicBezTo>
                <a:lnTo>
                  <a:pt x="1430517" y="85819"/>
                </a:lnTo>
                <a:cubicBezTo>
                  <a:pt x="1430583" y="92334"/>
                  <a:pt x="1431586" y="98317"/>
                  <a:pt x="1433526" y="103769"/>
                </a:cubicBezTo>
                <a:cubicBezTo>
                  <a:pt x="1435466" y="109221"/>
                  <a:pt x="1438540" y="113593"/>
                  <a:pt x="1442749" y="116886"/>
                </a:cubicBezTo>
                <a:cubicBezTo>
                  <a:pt x="1446958" y="120178"/>
                  <a:pt x="1452514" y="121824"/>
                  <a:pt x="1459419" y="121824"/>
                </a:cubicBezTo>
                <a:cubicBezTo>
                  <a:pt x="1466785" y="121824"/>
                  <a:pt x="1472539" y="120009"/>
                  <a:pt x="1476682" y="116380"/>
                </a:cubicBezTo>
                <a:cubicBezTo>
                  <a:pt x="1480825" y="112751"/>
                  <a:pt x="1482995" y="107515"/>
                  <a:pt x="1483192" y="100671"/>
                </a:cubicBezTo>
                <a:lnTo>
                  <a:pt x="1499468" y="100671"/>
                </a:lnTo>
                <a:cubicBezTo>
                  <a:pt x="1499271" y="107656"/>
                  <a:pt x="1497528" y="113676"/>
                  <a:pt x="1494240" y="118729"/>
                </a:cubicBezTo>
                <a:cubicBezTo>
                  <a:pt x="1490952" y="123782"/>
                  <a:pt x="1486349" y="127683"/>
                  <a:pt x="1480430" y="130431"/>
                </a:cubicBezTo>
                <a:cubicBezTo>
                  <a:pt x="1474512" y="133176"/>
                  <a:pt x="1467508" y="134549"/>
                  <a:pt x="1459419" y="134549"/>
                </a:cubicBezTo>
                <a:moveTo>
                  <a:pt x="1430616" y="73785"/>
                </a:moveTo>
                <a:lnTo>
                  <a:pt x="1483094" y="73785"/>
                </a:lnTo>
                <a:cubicBezTo>
                  <a:pt x="1482896" y="64362"/>
                  <a:pt x="1480562" y="57157"/>
                  <a:pt x="1476090" y="52170"/>
                </a:cubicBezTo>
                <a:cubicBezTo>
                  <a:pt x="1471618" y="47180"/>
                  <a:pt x="1465404" y="44685"/>
                  <a:pt x="1457447" y="44685"/>
                </a:cubicBezTo>
                <a:cubicBezTo>
                  <a:pt x="1449424" y="44685"/>
                  <a:pt x="1443127" y="47163"/>
                  <a:pt x="1438556" y="52117"/>
                </a:cubicBezTo>
                <a:cubicBezTo>
                  <a:pt x="1433986" y="57070"/>
                  <a:pt x="1431339" y="64293"/>
                  <a:pt x="1430616" y="73785"/>
                </a:cubicBezTo>
                <a:close/>
                <a:moveTo>
                  <a:pt x="1545036" y="134549"/>
                </a:moveTo>
                <a:cubicBezTo>
                  <a:pt x="1539512" y="134549"/>
                  <a:pt x="1534465" y="133471"/>
                  <a:pt x="1529894" y="131315"/>
                </a:cubicBezTo>
                <a:cubicBezTo>
                  <a:pt x="1525324" y="129159"/>
                  <a:pt x="1521674" y="125976"/>
                  <a:pt x="1518945" y="121765"/>
                </a:cubicBezTo>
                <a:cubicBezTo>
                  <a:pt x="1516216" y="117555"/>
                  <a:pt x="1514851" y="112350"/>
                  <a:pt x="1514851" y="106152"/>
                </a:cubicBezTo>
                <a:cubicBezTo>
                  <a:pt x="1514851" y="97328"/>
                  <a:pt x="1517548" y="90625"/>
                  <a:pt x="1522940" y="86044"/>
                </a:cubicBezTo>
                <a:cubicBezTo>
                  <a:pt x="1528333" y="81464"/>
                  <a:pt x="1535961" y="78348"/>
                  <a:pt x="1545825" y="76698"/>
                </a:cubicBezTo>
                <a:cubicBezTo>
                  <a:pt x="1555690" y="75048"/>
                  <a:pt x="1567231" y="74155"/>
                  <a:pt x="1580449" y="74019"/>
                </a:cubicBezTo>
                <a:lnTo>
                  <a:pt x="1580449" y="66951"/>
                </a:lnTo>
                <a:cubicBezTo>
                  <a:pt x="1580449" y="58289"/>
                  <a:pt x="1578410" y="52346"/>
                  <a:pt x="1574333" y="49124"/>
                </a:cubicBezTo>
                <a:cubicBezTo>
                  <a:pt x="1570256" y="45902"/>
                  <a:pt x="1565094" y="44291"/>
                  <a:pt x="1558846" y="44291"/>
                </a:cubicBezTo>
                <a:cubicBezTo>
                  <a:pt x="1552204" y="44291"/>
                  <a:pt x="1546614" y="46047"/>
                  <a:pt x="1542077" y="49559"/>
                </a:cubicBezTo>
                <a:cubicBezTo>
                  <a:pt x="1537539" y="53071"/>
                  <a:pt x="1535271" y="58614"/>
                  <a:pt x="1535271" y="66189"/>
                </a:cubicBezTo>
                <a:lnTo>
                  <a:pt x="1519290" y="66189"/>
                </a:lnTo>
                <a:cubicBezTo>
                  <a:pt x="1519290" y="58064"/>
                  <a:pt x="1520984" y="51496"/>
                  <a:pt x="1524370" y="46485"/>
                </a:cubicBezTo>
                <a:cubicBezTo>
                  <a:pt x="1527757" y="41473"/>
                  <a:pt x="1532426" y="37816"/>
                  <a:pt x="1538378" y="35515"/>
                </a:cubicBezTo>
                <a:cubicBezTo>
                  <a:pt x="1544329" y="33211"/>
                  <a:pt x="1551152" y="32059"/>
                  <a:pt x="1558846" y="32059"/>
                </a:cubicBezTo>
                <a:cubicBezTo>
                  <a:pt x="1563778" y="32059"/>
                  <a:pt x="1568497" y="32534"/>
                  <a:pt x="1573001" y="33483"/>
                </a:cubicBezTo>
                <a:cubicBezTo>
                  <a:pt x="1577506" y="34430"/>
                  <a:pt x="1581550" y="36158"/>
                  <a:pt x="1585135" y="38665"/>
                </a:cubicBezTo>
                <a:cubicBezTo>
                  <a:pt x="1588719" y="41172"/>
                  <a:pt x="1591563" y="44679"/>
                  <a:pt x="1593667" y="49186"/>
                </a:cubicBezTo>
                <a:cubicBezTo>
                  <a:pt x="1595771" y="53690"/>
                  <a:pt x="1596824" y="59499"/>
                  <a:pt x="1596824" y="66612"/>
                </a:cubicBezTo>
                <a:lnTo>
                  <a:pt x="1596824" y="132773"/>
                </a:lnTo>
                <a:lnTo>
                  <a:pt x="1581435" y="132773"/>
                </a:lnTo>
                <a:lnTo>
                  <a:pt x="1580745" y="118174"/>
                </a:lnTo>
                <a:cubicBezTo>
                  <a:pt x="1576339" y="123106"/>
                  <a:pt x="1571226" y="127068"/>
                  <a:pt x="1565406" y="130061"/>
                </a:cubicBezTo>
                <a:cubicBezTo>
                  <a:pt x="1559586" y="133053"/>
                  <a:pt x="1552796" y="134549"/>
                  <a:pt x="1545036" y="134549"/>
                </a:cubicBezTo>
                <a:moveTo>
                  <a:pt x="1549376" y="121923"/>
                </a:moveTo>
                <a:cubicBezTo>
                  <a:pt x="1555953" y="121923"/>
                  <a:pt x="1561871" y="120316"/>
                  <a:pt x="1567132" y="117101"/>
                </a:cubicBezTo>
                <a:cubicBezTo>
                  <a:pt x="1572393" y="113885"/>
                  <a:pt x="1576799" y="109815"/>
                  <a:pt x="1580350" y="104891"/>
                </a:cubicBezTo>
                <a:lnTo>
                  <a:pt x="1580350" y="84574"/>
                </a:lnTo>
                <a:cubicBezTo>
                  <a:pt x="1562858" y="84779"/>
                  <a:pt x="1550314" y="86490"/>
                  <a:pt x="1542718" y="89706"/>
                </a:cubicBezTo>
                <a:cubicBezTo>
                  <a:pt x="1535123" y="92921"/>
                  <a:pt x="1531325" y="98187"/>
                  <a:pt x="1531325" y="105505"/>
                </a:cubicBezTo>
                <a:cubicBezTo>
                  <a:pt x="1531325" y="110499"/>
                  <a:pt x="1532854" y="114483"/>
                  <a:pt x="1535912" y="117459"/>
                </a:cubicBezTo>
                <a:cubicBezTo>
                  <a:pt x="1538970" y="120435"/>
                  <a:pt x="1543458" y="121923"/>
                  <a:pt x="1549376" y="121923"/>
                </a:cubicBezTo>
                <a:close/>
                <a:moveTo>
                  <a:pt x="1630904" y="132773"/>
                </a:moveTo>
                <a:lnTo>
                  <a:pt x="1630904" y="47053"/>
                </a:lnTo>
                <a:lnTo>
                  <a:pt x="1614825" y="47053"/>
                </a:lnTo>
                <a:lnTo>
                  <a:pt x="1614825" y="33736"/>
                </a:lnTo>
                <a:lnTo>
                  <a:pt x="1630904" y="33736"/>
                </a:lnTo>
                <a:lnTo>
                  <a:pt x="1630904" y="28659"/>
                </a:lnTo>
                <a:cubicBezTo>
                  <a:pt x="1630904" y="24183"/>
                  <a:pt x="1631315" y="20162"/>
                  <a:pt x="1632137" y="16597"/>
                </a:cubicBezTo>
                <a:cubicBezTo>
                  <a:pt x="1632959" y="13029"/>
                  <a:pt x="1634406" y="10021"/>
                  <a:pt x="1636477" y="7574"/>
                </a:cubicBezTo>
                <a:cubicBezTo>
                  <a:pt x="1638549" y="5124"/>
                  <a:pt x="1641442" y="3250"/>
                  <a:pt x="1645158" y="1951"/>
                </a:cubicBezTo>
                <a:cubicBezTo>
                  <a:pt x="1648873" y="650"/>
                  <a:pt x="1653690" y="0"/>
                  <a:pt x="1659609" y="0"/>
                </a:cubicBezTo>
                <a:lnTo>
                  <a:pt x="1669572" y="0"/>
                </a:lnTo>
                <a:lnTo>
                  <a:pt x="1669572" y="12922"/>
                </a:lnTo>
                <a:lnTo>
                  <a:pt x="1660694" y="12922"/>
                </a:lnTo>
                <a:cubicBezTo>
                  <a:pt x="1654841" y="12922"/>
                  <a:pt x="1651142" y="14304"/>
                  <a:pt x="1649597" y="17068"/>
                </a:cubicBezTo>
                <a:cubicBezTo>
                  <a:pt x="1648051" y="19832"/>
                  <a:pt x="1647279" y="23834"/>
                  <a:pt x="1647279" y="29072"/>
                </a:cubicBezTo>
                <a:lnTo>
                  <a:pt x="1647279" y="33736"/>
                </a:lnTo>
                <a:lnTo>
                  <a:pt x="1669670" y="33736"/>
                </a:lnTo>
                <a:lnTo>
                  <a:pt x="1669670" y="47053"/>
                </a:lnTo>
                <a:lnTo>
                  <a:pt x="1647279" y="47053"/>
                </a:lnTo>
                <a:lnTo>
                  <a:pt x="1647279" y="132773"/>
                </a:lnTo>
                <a:lnTo>
                  <a:pt x="1630904" y="132773"/>
                </a:lnTo>
                <a:close/>
                <a:moveTo>
                  <a:pt x="1734419" y="132773"/>
                </a:moveTo>
                <a:lnTo>
                  <a:pt x="1734419" y="33736"/>
                </a:lnTo>
                <a:lnTo>
                  <a:pt x="1750202" y="33736"/>
                </a:lnTo>
                <a:lnTo>
                  <a:pt x="1750794" y="48236"/>
                </a:lnTo>
                <a:cubicBezTo>
                  <a:pt x="1753753" y="44356"/>
                  <a:pt x="1757995" y="40690"/>
                  <a:pt x="1763519" y="37238"/>
                </a:cubicBezTo>
                <a:cubicBezTo>
                  <a:pt x="1769043" y="33785"/>
                  <a:pt x="1776112" y="32059"/>
                  <a:pt x="1784727" y="32059"/>
                </a:cubicBezTo>
                <a:cubicBezTo>
                  <a:pt x="1795249" y="32059"/>
                  <a:pt x="1802910" y="35270"/>
                  <a:pt x="1807711" y="41692"/>
                </a:cubicBezTo>
                <a:cubicBezTo>
                  <a:pt x="1812512" y="48114"/>
                  <a:pt x="1814912" y="57136"/>
                  <a:pt x="1814912" y="68757"/>
                </a:cubicBezTo>
                <a:lnTo>
                  <a:pt x="1814912" y="132773"/>
                </a:lnTo>
                <a:lnTo>
                  <a:pt x="1798439" y="132773"/>
                </a:lnTo>
                <a:lnTo>
                  <a:pt x="1798439" y="70875"/>
                </a:lnTo>
                <a:cubicBezTo>
                  <a:pt x="1798439" y="66023"/>
                  <a:pt x="1797945" y="61719"/>
                  <a:pt x="1796959" y="57962"/>
                </a:cubicBezTo>
                <a:cubicBezTo>
                  <a:pt x="1795972" y="54203"/>
                  <a:pt x="1794213" y="51248"/>
                  <a:pt x="1791681" y="49096"/>
                </a:cubicBezTo>
                <a:cubicBezTo>
                  <a:pt x="1789150" y="46945"/>
                  <a:pt x="1785483" y="45869"/>
                  <a:pt x="1780683" y="45869"/>
                </a:cubicBezTo>
                <a:cubicBezTo>
                  <a:pt x="1773515" y="45869"/>
                  <a:pt x="1767498" y="47560"/>
                  <a:pt x="1762631" y="50943"/>
                </a:cubicBezTo>
                <a:cubicBezTo>
                  <a:pt x="1757765" y="54323"/>
                  <a:pt x="1753852" y="58030"/>
                  <a:pt x="1750893" y="62062"/>
                </a:cubicBezTo>
                <a:lnTo>
                  <a:pt x="1750893" y="132773"/>
                </a:lnTo>
                <a:lnTo>
                  <a:pt x="1734419" y="132773"/>
                </a:lnTo>
                <a:close/>
                <a:moveTo>
                  <a:pt x="1881051" y="134549"/>
                </a:moveTo>
                <a:cubicBezTo>
                  <a:pt x="1871647" y="134549"/>
                  <a:pt x="1863591" y="132501"/>
                  <a:pt x="1856883" y="128405"/>
                </a:cubicBezTo>
                <a:cubicBezTo>
                  <a:pt x="1850176" y="124307"/>
                  <a:pt x="1845063" y="118450"/>
                  <a:pt x="1841544" y="110831"/>
                </a:cubicBezTo>
                <a:cubicBezTo>
                  <a:pt x="1838026" y="103213"/>
                  <a:pt x="1836267" y="94156"/>
                  <a:pt x="1836267" y="83658"/>
                </a:cubicBezTo>
                <a:cubicBezTo>
                  <a:pt x="1836267" y="72892"/>
                  <a:pt x="1838026" y="63666"/>
                  <a:pt x="1841544" y="55980"/>
                </a:cubicBezTo>
                <a:cubicBezTo>
                  <a:pt x="1845063" y="48294"/>
                  <a:pt x="1850176" y="42386"/>
                  <a:pt x="1856883" y="38255"/>
                </a:cubicBezTo>
                <a:cubicBezTo>
                  <a:pt x="1863591" y="34124"/>
                  <a:pt x="1871647" y="32059"/>
                  <a:pt x="1881051" y="32059"/>
                </a:cubicBezTo>
                <a:cubicBezTo>
                  <a:pt x="1890652" y="32059"/>
                  <a:pt x="1898856" y="34124"/>
                  <a:pt x="1905662" y="38255"/>
                </a:cubicBezTo>
                <a:cubicBezTo>
                  <a:pt x="1912469" y="42386"/>
                  <a:pt x="1917697" y="48294"/>
                  <a:pt x="1921347" y="55980"/>
                </a:cubicBezTo>
                <a:cubicBezTo>
                  <a:pt x="1924996" y="63666"/>
                  <a:pt x="1926821" y="72892"/>
                  <a:pt x="1926821" y="83658"/>
                </a:cubicBezTo>
                <a:cubicBezTo>
                  <a:pt x="1926821" y="94156"/>
                  <a:pt x="1924996" y="103213"/>
                  <a:pt x="1921347" y="110831"/>
                </a:cubicBezTo>
                <a:cubicBezTo>
                  <a:pt x="1917697" y="118450"/>
                  <a:pt x="1912469" y="124307"/>
                  <a:pt x="1905662" y="128405"/>
                </a:cubicBezTo>
                <a:cubicBezTo>
                  <a:pt x="1898856" y="132501"/>
                  <a:pt x="1890652" y="134549"/>
                  <a:pt x="1881051" y="134549"/>
                </a:cubicBezTo>
                <a:moveTo>
                  <a:pt x="1881051" y="121429"/>
                </a:moveTo>
                <a:cubicBezTo>
                  <a:pt x="1888153" y="121429"/>
                  <a:pt x="1893809" y="119805"/>
                  <a:pt x="1898017" y="116556"/>
                </a:cubicBezTo>
                <a:cubicBezTo>
                  <a:pt x="1902226" y="113305"/>
                  <a:pt x="1905251" y="108823"/>
                  <a:pt x="1907093" y="103110"/>
                </a:cubicBezTo>
                <a:cubicBezTo>
                  <a:pt x="1908934" y="97396"/>
                  <a:pt x="1909855" y="90915"/>
                  <a:pt x="1909855" y="83665"/>
                </a:cubicBezTo>
                <a:cubicBezTo>
                  <a:pt x="1909855" y="76275"/>
                  <a:pt x="1908934" y="69672"/>
                  <a:pt x="1907093" y="63856"/>
                </a:cubicBezTo>
                <a:cubicBezTo>
                  <a:pt x="1905251" y="58040"/>
                  <a:pt x="1902226" y="53474"/>
                  <a:pt x="1898017" y="50157"/>
                </a:cubicBezTo>
                <a:cubicBezTo>
                  <a:pt x="1893809" y="46838"/>
                  <a:pt x="1888153" y="45178"/>
                  <a:pt x="1881051" y="45178"/>
                </a:cubicBezTo>
                <a:cubicBezTo>
                  <a:pt x="1874146" y="45178"/>
                  <a:pt x="1868671" y="46838"/>
                  <a:pt x="1864627" y="50157"/>
                </a:cubicBezTo>
                <a:cubicBezTo>
                  <a:pt x="1860583" y="53474"/>
                  <a:pt x="1857673" y="58040"/>
                  <a:pt x="1855897" y="63856"/>
                </a:cubicBezTo>
                <a:cubicBezTo>
                  <a:pt x="1854121" y="69672"/>
                  <a:pt x="1853234" y="76275"/>
                  <a:pt x="1853234" y="83665"/>
                </a:cubicBezTo>
                <a:cubicBezTo>
                  <a:pt x="1853234" y="90915"/>
                  <a:pt x="1854121" y="97396"/>
                  <a:pt x="1855897" y="103110"/>
                </a:cubicBezTo>
                <a:cubicBezTo>
                  <a:pt x="1857673" y="108823"/>
                  <a:pt x="1860583" y="113305"/>
                  <a:pt x="1864627" y="116556"/>
                </a:cubicBezTo>
                <a:cubicBezTo>
                  <a:pt x="1868671" y="119805"/>
                  <a:pt x="1874146" y="121429"/>
                  <a:pt x="1881051" y="121429"/>
                </a:cubicBezTo>
                <a:close/>
                <a:moveTo>
                  <a:pt x="1987874" y="134549"/>
                </a:moveTo>
                <a:cubicBezTo>
                  <a:pt x="1980049" y="134549"/>
                  <a:pt x="1973275" y="132619"/>
                  <a:pt x="1967554" y="128760"/>
                </a:cubicBezTo>
                <a:cubicBezTo>
                  <a:pt x="1961833" y="124900"/>
                  <a:pt x="1957410" y="119128"/>
                  <a:pt x="1954286" y="111442"/>
                </a:cubicBezTo>
                <a:cubicBezTo>
                  <a:pt x="1951163" y="103756"/>
                  <a:pt x="1949601" y="94258"/>
                  <a:pt x="1949601" y="82949"/>
                </a:cubicBezTo>
                <a:cubicBezTo>
                  <a:pt x="1949601" y="71708"/>
                  <a:pt x="1951261" y="62330"/>
                  <a:pt x="1954582" y="54815"/>
                </a:cubicBezTo>
                <a:cubicBezTo>
                  <a:pt x="1957903" y="47297"/>
                  <a:pt x="1962589" y="41625"/>
                  <a:pt x="1968639" y="37799"/>
                </a:cubicBezTo>
                <a:cubicBezTo>
                  <a:pt x="1974689" y="33972"/>
                  <a:pt x="1981824" y="32059"/>
                  <a:pt x="1990045" y="32059"/>
                </a:cubicBezTo>
                <a:cubicBezTo>
                  <a:pt x="1996884" y="32059"/>
                  <a:pt x="2002835" y="33555"/>
                  <a:pt x="2007899" y="36547"/>
                </a:cubicBezTo>
                <a:cubicBezTo>
                  <a:pt x="2012963" y="39539"/>
                  <a:pt x="2017040" y="43600"/>
                  <a:pt x="2020131" y="48730"/>
                </a:cubicBezTo>
                <a:lnTo>
                  <a:pt x="2020131" y="0"/>
                </a:lnTo>
                <a:lnTo>
                  <a:pt x="2036604" y="0"/>
                </a:lnTo>
                <a:lnTo>
                  <a:pt x="2036604" y="132773"/>
                </a:lnTo>
                <a:lnTo>
                  <a:pt x="2021018" y="132773"/>
                </a:lnTo>
                <a:lnTo>
                  <a:pt x="2020131" y="118766"/>
                </a:lnTo>
                <a:cubicBezTo>
                  <a:pt x="2016711" y="123435"/>
                  <a:pt x="2012305" y="127233"/>
                  <a:pt x="2006912" y="130159"/>
                </a:cubicBezTo>
                <a:cubicBezTo>
                  <a:pt x="2001520" y="133086"/>
                  <a:pt x="1995174" y="134549"/>
                  <a:pt x="1987874" y="134549"/>
                </a:cubicBezTo>
                <a:moveTo>
                  <a:pt x="1991228" y="121035"/>
                </a:moveTo>
                <a:cubicBezTo>
                  <a:pt x="1998265" y="121035"/>
                  <a:pt x="2004118" y="119306"/>
                  <a:pt x="2008787" y="115850"/>
                </a:cubicBezTo>
                <a:cubicBezTo>
                  <a:pt x="2013456" y="112393"/>
                  <a:pt x="2017237" y="108236"/>
                  <a:pt x="2020131" y="103378"/>
                </a:cubicBezTo>
                <a:lnTo>
                  <a:pt x="2020131" y="64879"/>
                </a:lnTo>
                <a:cubicBezTo>
                  <a:pt x="2017434" y="59267"/>
                  <a:pt x="2013900" y="54630"/>
                  <a:pt x="2009526" y="50968"/>
                </a:cubicBezTo>
                <a:cubicBezTo>
                  <a:pt x="2005153" y="47305"/>
                  <a:pt x="1999646" y="45474"/>
                  <a:pt x="1993004" y="45474"/>
                </a:cubicBezTo>
                <a:cubicBezTo>
                  <a:pt x="1984257" y="45474"/>
                  <a:pt x="1977665" y="48725"/>
                  <a:pt x="1973226" y="55228"/>
                </a:cubicBezTo>
                <a:cubicBezTo>
                  <a:pt x="1968787" y="61730"/>
                  <a:pt x="1966568" y="70969"/>
                  <a:pt x="1966568" y="82946"/>
                </a:cubicBezTo>
                <a:cubicBezTo>
                  <a:pt x="1966568" y="95334"/>
                  <a:pt x="1968655" y="104779"/>
                  <a:pt x="1972831" y="111281"/>
                </a:cubicBezTo>
                <a:cubicBezTo>
                  <a:pt x="1977007" y="117784"/>
                  <a:pt x="1983140" y="121035"/>
                  <a:pt x="1991228" y="121035"/>
                </a:cubicBezTo>
                <a:close/>
                <a:moveTo>
                  <a:pt x="2108310" y="134549"/>
                </a:moveTo>
                <a:cubicBezTo>
                  <a:pt x="2097854" y="134549"/>
                  <a:pt x="2089288" y="132298"/>
                  <a:pt x="2082613" y="127795"/>
                </a:cubicBezTo>
                <a:cubicBezTo>
                  <a:pt x="2075938" y="123290"/>
                  <a:pt x="2070990" y="117162"/>
                  <a:pt x="2067767" y="109410"/>
                </a:cubicBezTo>
                <a:cubicBezTo>
                  <a:pt x="2064545" y="101657"/>
                  <a:pt x="2062934" y="92938"/>
                  <a:pt x="2062934" y="83255"/>
                </a:cubicBezTo>
                <a:cubicBezTo>
                  <a:pt x="2062934" y="73164"/>
                  <a:pt x="2064496" y="64276"/>
                  <a:pt x="2067619" y="56590"/>
                </a:cubicBezTo>
                <a:cubicBezTo>
                  <a:pt x="2070743" y="48904"/>
                  <a:pt x="2075511" y="42894"/>
                  <a:pt x="2081923" y="38560"/>
                </a:cubicBezTo>
                <a:cubicBezTo>
                  <a:pt x="2088335" y="34226"/>
                  <a:pt x="2096473" y="32059"/>
                  <a:pt x="2106337" y="32059"/>
                </a:cubicBezTo>
                <a:cubicBezTo>
                  <a:pt x="2119423" y="32059"/>
                  <a:pt x="2129682" y="36117"/>
                  <a:pt x="2137113" y="44232"/>
                </a:cubicBezTo>
                <a:cubicBezTo>
                  <a:pt x="2144544" y="52345"/>
                  <a:pt x="2148260" y="64010"/>
                  <a:pt x="2148260" y="79226"/>
                </a:cubicBezTo>
                <a:cubicBezTo>
                  <a:pt x="2148260" y="80241"/>
                  <a:pt x="2148227" y="81442"/>
                  <a:pt x="2148161" y="82829"/>
                </a:cubicBezTo>
                <a:cubicBezTo>
                  <a:pt x="2148096" y="84214"/>
                  <a:pt x="2147997" y="85211"/>
                  <a:pt x="2147865" y="85819"/>
                </a:cubicBezTo>
                <a:lnTo>
                  <a:pt x="2079407" y="85819"/>
                </a:lnTo>
                <a:cubicBezTo>
                  <a:pt x="2079473" y="92334"/>
                  <a:pt x="2080476" y="98317"/>
                  <a:pt x="2082416" y="103769"/>
                </a:cubicBezTo>
                <a:cubicBezTo>
                  <a:pt x="2084356" y="109221"/>
                  <a:pt x="2087430" y="113593"/>
                  <a:pt x="2091639" y="116886"/>
                </a:cubicBezTo>
                <a:cubicBezTo>
                  <a:pt x="2095848" y="120178"/>
                  <a:pt x="2101405" y="121824"/>
                  <a:pt x="2108310" y="121824"/>
                </a:cubicBezTo>
                <a:cubicBezTo>
                  <a:pt x="2115675" y="121824"/>
                  <a:pt x="2121429" y="120009"/>
                  <a:pt x="2125572" y="116380"/>
                </a:cubicBezTo>
                <a:cubicBezTo>
                  <a:pt x="2129715" y="112751"/>
                  <a:pt x="2131885" y="107515"/>
                  <a:pt x="2132083" y="100671"/>
                </a:cubicBezTo>
                <a:lnTo>
                  <a:pt x="2148359" y="100671"/>
                </a:lnTo>
                <a:cubicBezTo>
                  <a:pt x="2148161" y="107656"/>
                  <a:pt x="2146419" y="113676"/>
                  <a:pt x="2143131" y="118729"/>
                </a:cubicBezTo>
                <a:cubicBezTo>
                  <a:pt x="2139843" y="123782"/>
                  <a:pt x="2135239" y="127683"/>
                  <a:pt x="2129321" y="130431"/>
                </a:cubicBezTo>
                <a:cubicBezTo>
                  <a:pt x="2123402" y="133176"/>
                  <a:pt x="2116398" y="134549"/>
                  <a:pt x="2108310" y="134549"/>
                </a:cubicBezTo>
                <a:moveTo>
                  <a:pt x="2079506" y="73785"/>
                </a:moveTo>
                <a:lnTo>
                  <a:pt x="2131984" y="73785"/>
                </a:lnTo>
                <a:cubicBezTo>
                  <a:pt x="2131787" y="64362"/>
                  <a:pt x="2129452" y="57157"/>
                  <a:pt x="2124980" y="52170"/>
                </a:cubicBezTo>
                <a:cubicBezTo>
                  <a:pt x="2120509" y="47180"/>
                  <a:pt x="2114294" y="44685"/>
                  <a:pt x="2106337" y="44685"/>
                </a:cubicBezTo>
                <a:cubicBezTo>
                  <a:pt x="2098314" y="44685"/>
                  <a:pt x="2092017" y="47163"/>
                  <a:pt x="2087447" y="52117"/>
                </a:cubicBezTo>
                <a:cubicBezTo>
                  <a:pt x="2082876" y="57070"/>
                  <a:pt x="2080229" y="64293"/>
                  <a:pt x="2079506" y="73785"/>
                </a:cubicBezTo>
                <a:close/>
                <a:moveTo>
                  <a:pt x="2209663" y="134549"/>
                </a:moveTo>
                <a:cubicBezTo>
                  <a:pt x="2204271" y="134549"/>
                  <a:pt x="2199158" y="133940"/>
                  <a:pt x="2194324" y="132721"/>
                </a:cubicBezTo>
                <a:cubicBezTo>
                  <a:pt x="2189491" y="131502"/>
                  <a:pt x="2185233" y="129573"/>
                  <a:pt x="2181550" y="126932"/>
                </a:cubicBezTo>
                <a:cubicBezTo>
                  <a:pt x="2177867" y="124291"/>
                  <a:pt x="2174990" y="120821"/>
                  <a:pt x="2172919" y="116522"/>
                </a:cubicBezTo>
                <a:cubicBezTo>
                  <a:pt x="2170847" y="112221"/>
                  <a:pt x="2169812" y="107022"/>
                  <a:pt x="2169812" y="100927"/>
                </a:cubicBezTo>
                <a:lnTo>
                  <a:pt x="2185693" y="100927"/>
                </a:lnTo>
                <a:cubicBezTo>
                  <a:pt x="2185693" y="108779"/>
                  <a:pt x="2188011" y="114308"/>
                  <a:pt x="2192647" y="117511"/>
                </a:cubicBezTo>
                <a:cubicBezTo>
                  <a:pt x="2197284" y="120715"/>
                  <a:pt x="2203087" y="122317"/>
                  <a:pt x="2210058" y="122317"/>
                </a:cubicBezTo>
                <a:cubicBezTo>
                  <a:pt x="2216305" y="122317"/>
                  <a:pt x="2221451" y="121053"/>
                  <a:pt x="2225496" y="118526"/>
                </a:cubicBezTo>
                <a:cubicBezTo>
                  <a:pt x="2229540" y="115998"/>
                  <a:pt x="2231562" y="111825"/>
                  <a:pt x="2231562" y="106007"/>
                </a:cubicBezTo>
                <a:cubicBezTo>
                  <a:pt x="2231562" y="101131"/>
                  <a:pt x="2229737" y="97507"/>
                  <a:pt x="2226087" y="95138"/>
                </a:cubicBezTo>
                <a:cubicBezTo>
                  <a:pt x="2222438" y="92766"/>
                  <a:pt x="2216009" y="90464"/>
                  <a:pt x="2206803" y="88230"/>
                </a:cubicBezTo>
                <a:cubicBezTo>
                  <a:pt x="2199306" y="86401"/>
                  <a:pt x="2192993" y="84285"/>
                  <a:pt x="2187863" y="81883"/>
                </a:cubicBezTo>
                <a:cubicBezTo>
                  <a:pt x="2182734" y="79478"/>
                  <a:pt x="2178887" y="76431"/>
                  <a:pt x="2176322" y="72740"/>
                </a:cubicBezTo>
                <a:cubicBezTo>
                  <a:pt x="2173757" y="69049"/>
                  <a:pt x="2172475" y="64393"/>
                  <a:pt x="2172475" y="58773"/>
                </a:cubicBezTo>
                <a:cubicBezTo>
                  <a:pt x="2172475" y="54371"/>
                  <a:pt x="2173379" y="50494"/>
                  <a:pt x="2175188" y="47142"/>
                </a:cubicBezTo>
                <a:cubicBezTo>
                  <a:pt x="2176996" y="43790"/>
                  <a:pt x="2179528" y="40997"/>
                  <a:pt x="2182783" y="38764"/>
                </a:cubicBezTo>
                <a:cubicBezTo>
                  <a:pt x="2186038" y="36528"/>
                  <a:pt x="2189869" y="34852"/>
                  <a:pt x="2194275" y="33736"/>
                </a:cubicBezTo>
                <a:cubicBezTo>
                  <a:pt x="2198681" y="32618"/>
                  <a:pt x="2203449" y="32059"/>
                  <a:pt x="2208578" y="32059"/>
                </a:cubicBezTo>
                <a:cubicBezTo>
                  <a:pt x="2213642" y="32059"/>
                  <a:pt x="2218393" y="32668"/>
                  <a:pt x="2222832" y="33887"/>
                </a:cubicBezTo>
                <a:cubicBezTo>
                  <a:pt x="2227271" y="35106"/>
                  <a:pt x="2231184" y="37002"/>
                  <a:pt x="2234571" y="39577"/>
                </a:cubicBezTo>
                <a:cubicBezTo>
                  <a:pt x="2237957" y="42150"/>
                  <a:pt x="2240637" y="45468"/>
                  <a:pt x="2242610" y="49531"/>
                </a:cubicBezTo>
                <a:cubicBezTo>
                  <a:pt x="2244583" y="53594"/>
                  <a:pt x="2245569" y="58470"/>
                  <a:pt x="2245569" y="64158"/>
                </a:cubicBezTo>
                <a:lnTo>
                  <a:pt x="2229589" y="64158"/>
                </a:lnTo>
                <a:cubicBezTo>
                  <a:pt x="2229589" y="56980"/>
                  <a:pt x="2227551" y="51907"/>
                  <a:pt x="2223473" y="48939"/>
                </a:cubicBezTo>
                <a:cubicBezTo>
                  <a:pt x="2219396" y="45972"/>
                  <a:pt x="2214431" y="44488"/>
                  <a:pt x="2208578" y="44488"/>
                </a:cubicBezTo>
                <a:cubicBezTo>
                  <a:pt x="2202660" y="44488"/>
                  <a:pt x="2197859" y="45602"/>
                  <a:pt x="2194176" y="47829"/>
                </a:cubicBezTo>
                <a:cubicBezTo>
                  <a:pt x="2190494" y="50055"/>
                  <a:pt x="2188652" y="53533"/>
                  <a:pt x="2188652" y="58264"/>
                </a:cubicBezTo>
                <a:cubicBezTo>
                  <a:pt x="2188652" y="60905"/>
                  <a:pt x="2189474" y="63140"/>
                  <a:pt x="2191119" y="64969"/>
                </a:cubicBezTo>
                <a:cubicBezTo>
                  <a:pt x="2192763" y="66798"/>
                  <a:pt x="2195525" y="68441"/>
                  <a:pt x="2199405" y="69898"/>
                </a:cubicBezTo>
                <a:cubicBezTo>
                  <a:pt x="2203284" y="71353"/>
                  <a:pt x="2208513" y="72893"/>
                  <a:pt x="2215089" y="74519"/>
                </a:cubicBezTo>
                <a:cubicBezTo>
                  <a:pt x="2222257" y="76280"/>
                  <a:pt x="2228274" y="78379"/>
                  <a:pt x="2233140" y="80816"/>
                </a:cubicBezTo>
                <a:cubicBezTo>
                  <a:pt x="2238007" y="83254"/>
                  <a:pt x="2241673" y="86385"/>
                  <a:pt x="2244139" y="90212"/>
                </a:cubicBezTo>
                <a:cubicBezTo>
                  <a:pt x="2246605" y="94036"/>
                  <a:pt x="2247838" y="98929"/>
                  <a:pt x="2247838" y="104888"/>
                </a:cubicBezTo>
                <a:cubicBezTo>
                  <a:pt x="2247838" y="110034"/>
                  <a:pt x="2246868" y="114486"/>
                  <a:pt x="2244928" y="118245"/>
                </a:cubicBezTo>
                <a:cubicBezTo>
                  <a:pt x="2242988" y="122004"/>
                  <a:pt x="2240292" y="125085"/>
                  <a:pt x="2236839" y="127490"/>
                </a:cubicBezTo>
                <a:cubicBezTo>
                  <a:pt x="2233387" y="129894"/>
                  <a:pt x="2229343" y="131672"/>
                  <a:pt x="2224706" y="132823"/>
                </a:cubicBezTo>
                <a:cubicBezTo>
                  <a:pt x="2220070" y="133973"/>
                  <a:pt x="2215056" y="134549"/>
                  <a:pt x="2209663" y="134549"/>
                </a:cubicBezTo>
                <a:close/>
                <a:moveTo>
                  <a:pt x="2283297" y="132773"/>
                </a:moveTo>
                <a:cubicBezTo>
                  <a:pt x="2279614" y="132773"/>
                  <a:pt x="2276556" y="131573"/>
                  <a:pt x="2274123" y="129173"/>
                </a:cubicBezTo>
                <a:cubicBezTo>
                  <a:pt x="2271690" y="126773"/>
                  <a:pt x="2270473" y="123830"/>
                  <a:pt x="2270473" y="120344"/>
                </a:cubicBezTo>
                <a:cubicBezTo>
                  <a:pt x="2270473" y="116727"/>
                  <a:pt x="2271690" y="113752"/>
                  <a:pt x="2274123" y="111417"/>
                </a:cubicBezTo>
                <a:cubicBezTo>
                  <a:pt x="2276556" y="109083"/>
                  <a:pt x="2279614" y="107915"/>
                  <a:pt x="2283297" y="107915"/>
                </a:cubicBezTo>
                <a:cubicBezTo>
                  <a:pt x="2286914" y="107915"/>
                  <a:pt x="2289906" y="109083"/>
                  <a:pt x="2292273" y="111417"/>
                </a:cubicBezTo>
                <a:cubicBezTo>
                  <a:pt x="2294641" y="113752"/>
                  <a:pt x="2295824" y="116727"/>
                  <a:pt x="2295824" y="120344"/>
                </a:cubicBezTo>
                <a:cubicBezTo>
                  <a:pt x="2295824" y="123830"/>
                  <a:pt x="2294641" y="126773"/>
                  <a:pt x="2292273" y="129173"/>
                </a:cubicBezTo>
                <a:cubicBezTo>
                  <a:pt x="2289906" y="131573"/>
                  <a:pt x="2286914" y="132773"/>
                  <a:pt x="2283297" y="13277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" name="Text -Onetreeisaleaf,theotheris...">
            <a:extLst xmlns:a="http://schemas.openxmlformats.org/drawingml/2006/main">
              <a:ext uri="{FF2B5EF4-FFF2-40B4-BE49-F238E27FC236}">
                <a16:creationId xmlns:a16="http://schemas.microsoft.com/office/drawing/2014/main" id="{BC80AD00-3359-45DF-9C71-3967F0E5D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4242" y="5629492"/>
            <a:ext cx="2811582" cy="162761"/>
          </a:xfrm>
          <a:custGeom xmlns:a="http://schemas.openxmlformats.org/drawingml/2006/main">
            <a:pathLst>
              <a:path w="2811582" h="162761">
                <a:moveTo>
                  <a:pt x="912946" y="19019"/>
                </a:moveTo>
                <a:lnTo>
                  <a:pt x="913299" y="18967"/>
                </a:lnTo>
                <a:lnTo>
                  <a:pt x="913645" y="18906"/>
                </a:lnTo>
                <a:lnTo>
                  <a:pt x="913985" y="18835"/>
                </a:lnTo>
                <a:lnTo>
                  <a:pt x="914319" y="18755"/>
                </a:lnTo>
                <a:lnTo>
                  <a:pt x="914647" y="18666"/>
                </a:lnTo>
                <a:lnTo>
                  <a:pt x="914968" y="18567"/>
                </a:lnTo>
                <a:lnTo>
                  <a:pt x="915284" y="18459"/>
                </a:lnTo>
                <a:lnTo>
                  <a:pt x="915593" y="18341"/>
                </a:lnTo>
                <a:lnTo>
                  <a:pt x="915896" y="18214"/>
                </a:lnTo>
                <a:lnTo>
                  <a:pt x="916193" y="18077"/>
                </a:lnTo>
                <a:lnTo>
                  <a:pt x="916484" y="17931"/>
                </a:lnTo>
                <a:lnTo>
                  <a:pt x="916769" y="17776"/>
                </a:lnTo>
                <a:lnTo>
                  <a:pt x="917047" y="17611"/>
                </a:lnTo>
                <a:lnTo>
                  <a:pt x="917319" y="17437"/>
                </a:lnTo>
                <a:lnTo>
                  <a:pt x="917586" y="17253"/>
                </a:lnTo>
                <a:lnTo>
                  <a:pt x="917846" y="17060"/>
                </a:lnTo>
                <a:lnTo>
                  <a:pt x="918099" y="16857"/>
                </a:lnTo>
                <a:lnTo>
                  <a:pt x="918347" y="16645"/>
                </a:lnTo>
                <a:lnTo>
                  <a:pt x="918588" y="16424"/>
                </a:lnTo>
                <a:lnTo>
                  <a:pt x="918822" y="16195"/>
                </a:lnTo>
                <a:lnTo>
                  <a:pt x="919045" y="15962"/>
                </a:lnTo>
                <a:lnTo>
                  <a:pt x="919259" y="15724"/>
                </a:lnTo>
                <a:lnTo>
                  <a:pt x="919463" y="15480"/>
                </a:lnTo>
                <a:lnTo>
                  <a:pt x="919656" y="15232"/>
                </a:lnTo>
                <a:lnTo>
                  <a:pt x="919840" y="14978"/>
                </a:lnTo>
                <a:lnTo>
                  <a:pt x="920014" y="14720"/>
                </a:lnTo>
                <a:lnTo>
                  <a:pt x="920178" y="14457"/>
                </a:lnTo>
                <a:lnTo>
                  <a:pt x="920332" y="14188"/>
                </a:lnTo>
                <a:lnTo>
                  <a:pt x="920476" y="13915"/>
                </a:lnTo>
                <a:lnTo>
                  <a:pt x="920610" y="13637"/>
                </a:lnTo>
                <a:lnTo>
                  <a:pt x="920734" y="13354"/>
                </a:lnTo>
                <a:lnTo>
                  <a:pt x="920848" y="13066"/>
                </a:lnTo>
                <a:lnTo>
                  <a:pt x="920952" y="12773"/>
                </a:lnTo>
                <a:lnTo>
                  <a:pt x="921047" y="12474"/>
                </a:lnTo>
                <a:lnTo>
                  <a:pt x="921131" y="12171"/>
                </a:lnTo>
                <a:lnTo>
                  <a:pt x="921206" y="11863"/>
                </a:lnTo>
                <a:lnTo>
                  <a:pt x="921270" y="11550"/>
                </a:lnTo>
                <a:lnTo>
                  <a:pt x="921325" y="11233"/>
                </a:lnTo>
                <a:lnTo>
                  <a:pt x="921370" y="10910"/>
                </a:lnTo>
                <a:lnTo>
                  <a:pt x="921404" y="10582"/>
                </a:lnTo>
                <a:lnTo>
                  <a:pt x="921429" y="10249"/>
                </a:lnTo>
                <a:lnTo>
                  <a:pt x="921444" y="9911"/>
                </a:lnTo>
                <a:lnTo>
                  <a:pt x="921449" y="9568"/>
                </a:lnTo>
                <a:lnTo>
                  <a:pt x="921444" y="9226"/>
                </a:lnTo>
                <a:lnTo>
                  <a:pt x="921429" y="8888"/>
                </a:lnTo>
                <a:lnTo>
                  <a:pt x="921404" y="8555"/>
                </a:lnTo>
                <a:lnTo>
                  <a:pt x="921370" y="8227"/>
                </a:lnTo>
                <a:lnTo>
                  <a:pt x="921325" y="7904"/>
                </a:lnTo>
                <a:lnTo>
                  <a:pt x="921270" y="7586"/>
                </a:lnTo>
                <a:lnTo>
                  <a:pt x="921206" y="7273"/>
                </a:lnTo>
                <a:lnTo>
                  <a:pt x="921131" y="6965"/>
                </a:lnTo>
                <a:lnTo>
                  <a:pt x="921047" y="6662"/>
                </a:lnTo>
                <a:lnTo>
                  <a:pt x="920952" y="6364"/>
                </a:lnTo>
                <a:lnTo>
                  <a:pt x="920848" y="6071"/>
                </a:lnTo>
                <a:lnTo>
                  <a:pt x="920734" y="5783"/>
                </a:lnTo>
                <a:lnTo>
                  <a:pt x="920610" y="5500"/>
                </a:lnTo>
                <a:lnTo>
                  <a:pt x="920476" y="5222"/>
                </a:lnTo>
                <a:lnTo>
                  <a:pt x="920332" y="4948"/>
                </a:lnTo>
                <a:lnTo>
                  <a:pt x="920178" y="4680"/>
                </a:lnTo>
                <a:lnTo>
                  <a:pt x="920014" y="4417"/>
                </a:lnTo>
                <a:lnTo>
                  <a:pt x="919840" y="4158"/>
                </a:lnTo>
                <a:lnTo>
                  <a:pt x="919656" y="3905"/>
                </a:lnTo>
                <a:lnTo>
                  <a:pt x="919463" y="3657"/>
                </a:lnTo>
                <a:lnTo>
                  <a:pt x="919259" y="3413"/>
                </a:lnTo>
                <a:lnTo>
                  <a:pt x="919045" y="3175"/>
                </a:lnTo>
                <a:lnTo>
                  <a:pt x="918822" y="2941"/>
                </a:lnTo>
                <a:lnTo>
                  <a:pt x="918588" y="2713"/>
                </a:lnTo>
                <a:lnTo>
                  <a:pt x="918347" y="2491"/>
                </a:lnTo>
                <a:lnTo>
                  <a:pt x="918099" y="2279"/>
                </a:lnTo>
                <a:lnTo>
                  <a:pt x="917846" y="2077"/>
                </a:lnTo>
                <a:lnTo>
                  <a:pt x="917586" y="1884"/>
                </a:lnTo>
                <a:lnTo>
                  <a:pt x="917319" y="1700"/>
                </a:lnTo>
                <a:lnTo>
                  <a:pt x="917047" y="1526"/>
                </a:lnTo>
                <a:lnTo>
                  <a:pt x="916769" y="1361"/>
                </a:lnTo>
                <a:lnTo>
                  <a:pt x="916484" y="1206"/>
                </a:lnTo>
                <a:lnTo>
                  <a:pt x="916193" y="1060"/>
                </a:lnTo>
                <a:lnTo>
                  <a:pt x="915896" y="923"/>
                </a:lnTo>
                <a:lnTo>
                  <a:pt x="915593" y="796"/>
                </a:lnTo>
                <a:lnTo>
                  <a:pt x="915284" y="678"/>
                </a:lnTo>
                <a:lnTo>
                  <a:pt x="914968" y="570"/>
                </a:lnTo>
                <a:lnTo>
                  <a:pt x="914647" y="471"/>
                </a:lnTo>
                <a:lnTo>
                  <a:pt x="914319" y="381"/>
                </a:lnTo>
                <a:lnTo>
                  <a:pt x="913985" y="301"/>
                </a:lnTo>
                <a:lnTo>
                  <a:pt x="913645" y="231"/>
                </a:lnTo>
                <a:lnTo>
                  <a:pt x="913299" y="170"/>
                </a:lnTo>
                <a:lnTo>
                  <a:pt x="912946" y="118"/>
                </a:lnTo>
                <a:lnTo>
                  <a:pt x="912588" y="75"/>
                </a:lnTo>
                <a:lnTo>
                  <a:pt x="912223" y="42"/>
                </a:lnTo>
                <a:lnTo>
                  <a:pt x="911852" y="19"/>
                </a:lnTo>
                <a:lnTo>
                  <a:pt x="911475" y="5"/>
                </a:lnTo>
                <a:lnTo>
                  <a:pt x="911092" y="0"/>
                </a:lnTo>
                <a:lnTo>
                  <a:pt x="910708" y="5"/>
                </a:lnTo>
                <a:lnTo>
                  <a:pt x="910332" y="19"/>
                </a:lnTo>
                <a:lnTo>
                  <a:pt x="909961" y="42"/>
                </a:lnTo>
                <a:lnTo>
                  <a:pt x="909597" y="75"/>
                </a:lnTo>
                <a:lnTo>
                  <a:pt x="909239" y="118"/>
                </a:lnTo>
                <a:lnTo>
                  <a:pt x="908888" y="170"/>
                </a:lnTo>
                <a:lnTo>
                  <a:pt x="908542" y="231"/>
                </a:lnTo>
                <a:lnTo>
                  <a:pt x="908204" y="301"/>
                </a:lnTo>
                <a:lnTo>
                  <a:pt x="907871" y="381"/>
                </a:lnTo>
                <a:lnTo>
                  <a:pt x="907545" y="471"/>
                </a:lnTo>
                <a:lnTo>
                  <a:pt x="907225" y="570"/>
                </a:lnTo>
                <a:lnTo>
                  <a:pt x="906912" y="678"/>
                </a:lnTo>
                <a:lnTo>
                  <a:pt x="906604" y="796"/>
                </a:lnTo>
                <a:lnTo>
                  <a:pt x="906304" y="923"/>
                </a:lnTo>
                <a:lnTo>
                  <a:pt x="906009" y="1060"/>
                </a:lnTo>
                <a:lnTo>
                  <a:pt x="905721" y="1206"/>
                </a:lnTo>
                <a:lnTo>
                  <a:pt x="905439" y="1361"/>
                </a:lnTo>
                <a:lnTo>
                  <a:pt x="905164" y="1526"/>
                </a:lnTo>
                <a:lnTo>
                  <a:pt x="904895" y="1700"/>
                </a:lnTo>
                <a:lnTo>
                  <a:pt x="904632" y="1884"/>
                </a:lnTo>
                <a:lnTo>
                  <a:pt x="904375" y="2077"/>
                </a:lnTo>
                <a:lnTo>
                  <a:pt x="904125" y="2279"/>
                </a:lnTo>
                <a:lnTo>
                  <a:pt x="903881" y="2491"/>
                </a:lnTo>
                <a:lnTo>
                  <a:pt x="903644" y="2713"/>
                </a:lnTo>
                <a:lnTo>
                  <a:pt x="903415" y="2941"/>
                </a:lnTo>
                <a:lnTo>
                  <a:pt x="903195" y="3175"/>
                </a:lnTo>
                <a:lnTo>
                  <a:pt x="902985" y="3413"/>
                </a:lnTo>
                <a:lnTo>
                  <a:pt x="902785" y="3657"/>
                </a:lnTo>
                <a:lnTo>
                  <a:pt x="902595" y="3905"/>
                </a:lnTo>
                <a:lnTo>
                  <a:pt x="902414" y="4158"/>
                </a:lnTo>
                <a:lnTo>
                  <a:pt x="902243" y="4417"/>
                </a:lnTo>
                <a:lnTo>
                  <a:pt x="902082" y="4680"/>
                </a:lnTo>
                <a:lnTo>
                  <a:pt x="901931" y="4948"/>
                </a:lnTo>
                <a:lnTo>
                  <a:pt x="901789" y="5222"/>
                </a:lnTo>
                <a:lnTo>
                  <a:pt x="901658" y="5500"/>
                </a:lnTo>
                <a:lnTo>
                  <a:pt x="901536" y="5783"/>
                </a:lnTo>
                <a:lnTo>
                  <a:pt x="901423" y="6071"/>
                </a:lnTo>
                <a:lnTo>
                  <a:pt x="901321" y="6364"/>
                </a:lnTo>
                <a:lnTo>
                  <a:pt x="901228" y="6662"/>
                </a:lnTo>
                <a:lnTo>
                  <a:pt x="901145" y="6965"/>
                </a:lnTo>
                <a:lnTo>
                  <a:pt x="901072" y="7273"/>
                </a:lnTo>
                <a:lnTo>
                  <a:pt x="901008" y="7586"/>
                </a:lnTo>
                <a:lnTo>
                  <a:pt x="900955" y="7904"/>
                </a:lnTo>
                <a:lnTo>
                  <a:pt x="900911" y="8227"/>
                </a:lnTo>
                <a:lnTo>
                  <a:pt x="900877" y="8555"/>
                </a:lnTo>
                <a:lnTo>
                  <a:pt x="900852" y="8888"/>
                </a:lnTo>
                <a:lnTo>
                  <a:pt x="900838" y="9226"/>
                </a:lnTo>
                <a:lnTo>
                  <a:pt x="900833" y="9568"/>
                </a:lnTo>
                <a:lnTo>
                  <a:pt x="900838" y="9911"/>
                </a:lnTo>
                <a:lnTo>
                  <a:pt x="900852" y="10249"/>
                </a:lnTo>
                <a:lnTo>
                  <a:pt x="900877" y="10582"/>
                </a:lnTo>
                <a:lnTo>
                  <a:pt x="900911" y="10910"/>
                </a:lnTo>
                <a:lnTo>
                  <a:pt x="900955" y="11233"/>
                </a:lnTo>
                <a:lnTo>
                  <a:pt x="901008" y="11550"/>
                </a:lnTo>
                <a:lnTo>
                  <a:pt x="901072" y="11863"/>
                </a:lnTo>
                <a:lnTo>
                  <a:pt x="901145" y="12171"/>
                </a:lnTo>
                <a:lnTo>
                  <a:pt x="901228" y="12474"/>
                </a:lnTo>
                <a:lnTo>
                  <a:pt x="901321" y="12773"/>
                </a:lnTo>
                <a:lnTo>
                  <a:pt x="901423" y="13066"/>
                </a:lnTo>
                <a:lnTo>
                  <a:pt x="901536" y="13354"/>
                </a:lnTo>
                <a:lnTo>
                  <a:pt x="901658" y="13637"/>
                </a:lnTo>
                <a:lnTo>
                  <a:pt x="901789" y="13915"/>
                </a:lnTo>
                <a:lnTo>
                  <a:pt x="901931" y="14188"/>
                </a:lnTo>
                <a:lnTo>
                  <a:pt x="902082" y="14457"/>
                </a:lnTo>
                <a:lnTo>
                  <a:pt x="902243" y="14720"/>
                </a:lnTo>
                <a:lnTo>
                  <a:pt x="902414" y="14978"/>
                </a:lnTo>
                <a:lnTo>
                  <a:pt x="902595" y="15232"/>
                </a:lnTo>
                <a:lnTo>
                  <a:pt x="902785" y="15480"/>
                </a:lnTo>
                <a:lnTo>
                  <a:pt x="902985" y="15724"/>
                </a:lnTo>
                <a:lnTo>
                  <a:pt x="903195" y="15962"/>
                </a:lnTo>
                <a:lnTo>
                  <a:pt x="903415" y="16195"/>
                </a:lnTo>
                <a:lnTo>
                  <a:pt x="903644" y="16424"/>
                </a:lnTo>
                <a:lnTo>
                  <a:pt x="903881" y="16645"/>
                </a:lnTo>
                <a:lnTo>
                  <a:pt x="904125" y="16857"/>
                </a:lnTo>
                <a:lnTo>
                  <a:pt x="904375" y="17060"/>
                </a:lnTo>
                <a:lnTo>
                  <a:pt x="904632" y="17253"/>
                </a:lnTo>
                <a:lnTo>
                  <a:pt x="904895" y="17437"/>
                </a:lnTo>
                <a:lnTo>
                  <a:pt x="905164" y="17611"/>
                </a:lnTo>
                <a:lnTo>
                  <a:pt x="905439" y="17776"/>
                </a:lnTo>
                <a:lnTo>
                  <a:pt x="905721" y="17931"/>
                </a:lnTo>
                <a:lnTo>
                  <a:pt x="906009" y="18077"/>
                </a:lnTo>
                <a:lnTo>
                  <a:pt x="906304" y="18214"/>
                </a:lnTo>
                <a:lnTo>
                  <a:pt x="906604" y="18341"/>
                </a:lnTo>
                <a:lnTo>
                  <a:pt x="906912" y="18459"/>
                </a:lnTo>
                <a:lnTo>
                  <a:pt x="907225" y="18567"/>
                </a:lnTo>
                <a:lnTo>
                  <a:pt x="907545" y="18666"/>
                </a:lnTo>
                <a:lnTo>
                  <a:pt x="907871" y="18755"/>
                </a:lnTo>
                <a:lnTo>
                  <a:pt x="908204" y="18835"/>
                </a:lnTo>
                <a:lnTo>
                  <a:pt x="908542" y="18906"/>
                </a:lnTo>
                <a:lnTo>
                  <a:pt x="908888" y="18967"/>
                </a:lnTo>
                <a:lnTo>
                  <a:pt x="909239" y="19019"/>
                </a:lnTo>
                <a:lnTo>
                  <a:pt x="909597" y="19061"/>
                </a:lnTo>
                <a:lnTo>
                  <a:pt x="909961" y="19094"/>
                </a:lnTo>
                <a:lnTo>
                  <a:pt x="910332" y="19118"/>
                </a:lnTo>
                <a:lnTo>
                  <a:pt x="910708" y="19132"/>
                </a:lnTo>
                <a:lnTo>
                  <a:pt x="911092" y="19137"/>
                </a:lnTo>
                <a:lnTo>
                  <a:pt x="911475" y="19132"/>
                </a:lnTo>
                <a:lnTo>
                  <a:pt x="911852" y="19118"/>
                </a:lnTo>
                <a:lnTo>
                  <a:pt x="912223" y="19094"/>
                </a:lnTo>
                <a:lnTo>
                  <a:pt x="912588" y="19061"/>
                </a:lnTo>
                <a:lnTo>
                  <a:pt x="912946" y="19019"/>
                </a:lnTo>
                <a:close/>
                <a:moveTo>
                  <a:pt x="1264130" y="122876"/>
                </a:moveTo>
                <a:lnTo>
                  <a:pt x="1263454" y="122835"/>
                </a:lnTo>
                <a:lnTo>
                  <a:pt x="1262801" y="122777"/>
                </a:lnTo>
                <a:lnTo>
                  <a:pt x="1262171" y="122704"/>
                </a:lnTo>
                <a:lnTo>
                  <a:pt x="1261562" y="122613"/>
                </a:lnTo>
                <a:lnTo>
                  <a:pt x="1260977" y="122506"/>
                </a:lnTo>
                <a:lnTo>
                  <a:pt x="1260413" y="122383"/>
                </a:lnTo>
                <a:lnTo>
                  <a:pt x="1259872" y="122243"/>
                </a:lnTo>
                <a:lnTo>
                  <a:pt x="1259354" y="122087"/>
                </a:lnTo>
                <a:lnTo>
                  <a:pt x="1258858" y="121914"/>
                </a:lnTo>
                <a:lnTo>
                  <a:pt x="1258384" y="121725"/>
                </a:lnTo>
                <a:lnTo>
                  <a:pt x="1257933" y="121520"/>
                </a:lnTo>
                <a:lnTo>
                  <a:pt x="1257504" y="121298"/>
                </a:lnTo>
                <a:lnTo>
                  <a:pt x="1257098" y="121059"/>
                </a:lnTo>
                <a:lnTo>
                  <a:pt x="1256714" y="120805"/>
                </a:lnTo>
                <a:lnTo>
                  <a:pt x="1256353" y="120533"/>
                </a:lnTo>
                <a:lnTo>
                  <a:pt x="1256014" y="120246"/>
                </a:lnTo>
                <a:lnTo>
                  <a:pt x="1255697" y="119942"/>
                </a:lnTo>
                <a:lnTo>
                  <a:pt x="1255403" y="119621"/>
                </a:lnTo>
                <a:lnTo>
                  <a:pt x="1255131" y="119284"/>
                </a:lnTo>
                <a:lnTo>
                  <a:pt x="1254882" y="118930"/>
                </a:lnTo>
                <a:lnTo>
                  <a:pt x="1254655" y="118561"/>
                </a:lnTo>
                <a:lnTo>
                  <a:pt x="1254451" y="118174"/>
                </a:lnTo>
                <a:lnTo>
                  <a:pt x="1254262" y="117772"/>
                </a:lnTo>
                <a:lnTo>
                  <a:pt x="1254081" y="117356"/>
                </a:lnTo>
                <a:lnTo>
                  <a:pt x="1253908" y="116924"/>
                </a:lnTo>
                <a:lnTo>
                  <a:pt x="1253743" y="116478"/>
                </a:lnTo>
                <a:lnTo>
                  <a:pt x="1253586" y="116017"/>
                </a:lnTo>
                <a:lnTo>
                  <a:pt x="1253437" y="115542"/>
                </a:lnTo>
                <a:lnTo>
                  <a:pt x="1253296" y="115051"/>
                </a:lnTo>
                <a:lnTo>
                  <a:pt x="1253163" y="114546"/>
                </a:lnTo>
                <a:lnTo>
                  <a:pt x="1253038" y="114027"/>
                </a:lnTo>
                <a:lnTo>
                  <a:pt x="1252922" y="113492"/>
                </a:lnTo>
                <a:lnTo>
                  <a:pt x="1252813" y="112943"/>
                </a:lnTo>
                <a:lnTo>
                  <a:pt x="1252712" y="112379"/>
                </a:lnTo>
                <a:lnTo>
                  <a:pt x="1252620" y="111800"/>
                </a:lnTo>
                <a:lnTo>
                  <a:pt x="1252535" y="111207"/>
                </a:lnTo>
                <a:lnTo>
                  <a:pt x="1252459" y="110599"/>
                </a:lnTo>
                <a:lnTo>
                  <a:pt x="1252390" y="109976"/>
                </a:lnTo>
                <a:lnTo>
                  <a:pt x="1252330" y="109338"/>
                </a:lnTo>
                <a:lnTo>
                  <a:pt x="1252278" y="108686"/>
                </a:lnTo>
                <a:lnTo>
                  <a:pt x="1252233" y="108019"/>
                </a:lnTo>
                <a:lnTo>
                  <a:pt x="1252197" y="107337"/>
                </a:lnTo>
                <a:lnTo>
                  <a:pt x="1252169" y="106641"/>
                </a:lnTo>
                <a:lnTo>
                  <a:pt x="1252149" y="105929"/>
                </a:lnTo>
                <a:lnTo>
                  <a:pt x="1252137" y="105203"/>
                </a:lnTo>
                <a:lnTo>
                  <a:pt x="1252133" y="104463"/>
                </a:lnTo>
                <a:lnTo>
                  <a:pt x="1252133" y="3551"/>
                </a:lnTo>
                <a:lnTo>
                  <a:pt x="1235758" y="3551"/>
                </a:lnTo>
                <a:lnTo>
                  <a:pt x="1235758" y="105252"/>
                </a:lnTo>
                <a:lnTo>
                  <a:pt x="1235762" y="106061"/>
                </a:lnTo>
                <a:lnTo>
                  <a:pt x="1235774" y="106860"/>
                </a:lnTo>
                <a:lnTo>
                  <a:pt x="1235793" y="107649"/>
                </a:lnTo>
                <a:lnTo>
                  <a:pt x="1235821" y="108429"/>
                </a:lnTo>
                <a:lnTo>
                  <a:pt x="1235857" y="109199"/>
                </a:lnTo>
                <a:lnTo>
                  <a:pt x="1235900" y="109959"/>
                </a:lnTo>
                <a:lnTo>
                  <a:pt x="1235951" y="110709"/>
                </a:lnTo>
                <a:lnTo>
                  <a:pt x="1236010" y="111450"/>
                </a:lnTo>
                <a:lnTo>
                  <a:pt x="1236077" y="112181"/>
                </a:lnTo>
                <a:lnTo>
                  <a:pt x="1236152" y="112902"/>
                </a:lnTo>
                <a:lnTo>
                  <a:pt x="1236235" y="113613"/>
                </a:lnTo>
                <a:lnTo>
                  <a:pt x="1236325" y="114315"/>
                </a:lnTo>
                <a:lnTo>
                  <a:pt x="1236424" y="115007"/>
                </a:lnTo>
                <a:lnTo>
                  <a:pt x="1236530" y="115689"/>
                </a:lnTo>
                <a:lnTo>
                  <a:pt x="1236644" y="116361"/>
                </a:lnTo>
                <a:lnTo>
                  <a:pt x="1236766" y="117023"/>
                </a:lnTo>
                <a:lnTo>
                  <a:pt x="1236896" y="117676"/>
                </a:lnTo>
                <a:lnTo>
                  <a:pt x="1237034" y="118319"/>
                </a:lnTo>
                <a:lnTo>
                  <a:pt x="1237180" y="118952"/>
                </a:lnTo>
                <a:lnTo>
                  <a:pt x="1237334" y="119576"/>
                </a:lnTo>
                <a:lnTo>
                  <a:pt x="1237495" y="120189"/>
                </a:lnTo>
                <a:lnTo>
                  <a:pt x="1237664" y="120793"/>
                </a:lnTo>
                <a:lnTo>
                  <a:pt x="1237842" y="121387"/>
                </a:lnTo>
                <a:lnTo>
                  <a:pt x="1238027" y="121972"/>
                </a:lnTo>
                <a:lnTo>
                  <a:pt x="1238223" y="122546"/>
                </a:lnTo>
                <a:lnTo>
                  <a:pt x="1238432" y="123108"/>
                </a:lnTo>
                <a:lnTo>
                  <a:pt x="1238656" y="123660"/>
                </a:lnTo>
                <a:lnTo>
                  <a:pt x="1238893" y="124200"/>
                </a:lnTo>
                <a:lnTo>
                  <a:pt x="1239143" y="124728"/>
                </a:lnTo>
                <a:lnTo>
                  <a:pt x="1239408" y="125246"/>
                </a:lnTo>
                <a:lnTo>
                  <a:pt x="1239686" y="125752"/>
                </a:lnTo>
                <a:lnTo>
                  <a:pt x="1239978" y="126246"/>
                </a:lnTo>
                <a:lnTo>
                  <a:pt x="1240283" y="126730"/>
                </a:lnTo>
                <a:lnTo>
                  <a:pt x="1240602" y="127202"/>
                </a:lnTo>
                <a:lnTo>
                  <a:pt x="1240935" y="127663"/>
                </a:lnTo>
                <a:lnTo>
                  <a:pt x="1241282" y="128112"/>
                </a:lnTo>
                <a:lnTo>
                  <a:pt x="1241642" y="128551"/>
                </a:lnTo>
                <a:lnTo>
                  <a:pt x="1242016" y="128978"/>
                </a:lnTo>
                <a:lnTo>
                  <a:pt x="1242404" y="129393"/>
                </a:lnTo>
                <a:lnTo>
                  <a:pt x="1242806" y="129798"/>
                </a:lnTo>
                <a:lnTo>
                  <a:pt x="1243221" y="130191"/>
                </a:lnTo>
                <a:lnTo>
                  <a:pt x="1243649" y="130572"/>
                </a:lnTo>
                <a:lnTo>
                  <a:pt x="1244092" y="130943"/>
                </a:lnTo>
                <a:lnTo>
                  <a:pt x="1244548" y="131302"/>
                </a:lnTo>
                <a:lnTo>
                  <a:pt x="1245018" y="131650"/>
                </a:lnTo>
                <a:lnTo>
                  <a:pt x="1245502" y="131986"/>
                </a:lnTo>
                <a:lnTo>
                  <a:pt x="1245999" y="132311"/>
                </a:lnTo>
                <a:lnTo>
                  <a:pt x="1246510" y="132625"/>
                </a:lnTo>
                <a:lnTo>
                  <a:pt x="1247038" y="132927"/>
                </a:lnTo>
                <a:lnTo>
                  <a:pt x="1247584" y="133216"/>
                </a:lnTo>
                <a:lnTo>
                  <a:pt x="1248150" y="133492"/>
                </a:lnTo>
                <a:lnTo>
                  <a:pt x="1248735" y="133756"/>
                </a:lnTo>
                <a:lnTo>
                  <a:pt x="1249339" y="134006"/>
                </a:lnTo>
                <a:lnTo>
                  <a:pt x="1249963" y="134244"/>
                </a:lnTo>
                <a:lnTo>
                  <a:pt x="1250605" y="134468"/>
                </a:lnTo>
                <a:lnTo>
                  <a:pt x="1251267" y="134680"/>
                </a:lnTo>
                <a:lnTo>
                  <a:pt x="1251948" y="134879"/>
                </a:lnTo>
                <a:lnTo>
                  <a:pt x="1252648" y="135066"/>
                </a:lnTo>
                <a:lnTo>
                  <a:pt x="1253367" y="135239"/>
                </a:lnTo>
                <a:lnTo>
                  <a:pt x="1254106" y="135400"/>
                </a:lnTo>
                <a:lnTo>
                  <a:pt x="1254863" y="135547"/>
                </a:lnTo>
                <a:lnTo>
                  <a:pt x="1255640" y="135682"/>
                </a:lnTo>
                <a:lnTo>
                  <a:pt x="1256436" y="135804"/>
                </a:lnTo>
                <a:lnTo>
                  <a:pt x="1257251" y="135913"/>
                </a:lnTo>
                <a:lnTo>
                  <a:pt x="1258086" y="136010"/>
                </a:lnTo>
                <a:lnTo>
                  <a:pt x="1258939" y="136093"/>
                </a:lnTo>
                <a:lnTo>
                  <a:pt x="1259812" y="136164"/>
                </a:lnTo>
                <a:lnTo>
                  <a:pt x="1260704" y="136222"/>
                </a:lnTo>
                <a:lnTo>
                  <a:pt x="1261615" y="136267"/>
                </a:lnTo>
                <a:lnTo>
                  <a:pt x="1262545" y="136299"/>
                </a:lnTo>
                <a:lnTo>
                  <a:pt x="1263494" y="136318"/>
                </a:lnTo>
                <a:lnTo>
                  <a:pt x="1264463" y="136324"/>
                </a:lnTo>
                <a:lnTo>
                  <a:pt x="1269987" y="136324"/>
                </a:lnTo>
                <a:lnTo>
                  <a:pt x="1269987" y="122909"/>
                </a:lnTo>
                <a:lnTo>
                  <a:pt x="1265548" y="122909"/>
                </a:lnTo>
                <a:lnTo>
                  <a:pt x="1264828" y="122901"/>
                </a:lnTo>
                <a:lnTo>
                  <a:pt x="1264130" y="122876"/>
                </a:lnTo>
                <a:close/>
                <a:moveTo>
                  <a:pt x="1527480" y="37287"/>
                </a:moveTo>
                <a:lnTo>
                  <a:pt x="1527480" y="32623"/>
                </a:lnTo>
                <a:lnTo>
                  <a:pt x="1527484" y="31975"/>
                </a:lnTo>
                <a:lnTo>
                  <a:pt x="1527496" y="31339"/>
                </a:lnTo>
                <a:lnTo>
                  <a:pt x="1527517" y="30717"/>
                </a:lnTo>
                <a:lnTo>
                  <a:pt x="1527545" y="30107"/>
                </a:lnTo>
                <a:lnTo>
                  <a:pt x="1527581" y="29510"/>
                </a:lnTo>
                <a:lnTo>
                  <a:pt x="1527625" y="28926"/>
                </a:lnTo>
                <a:lnTo>
                  <a:pt x="1527678" y="28355"/>
                </a:lnTo>
                <a:lnTo>
                  <a:pt x="1527738" y="27797"/>
                </a:lnTo>
                <a:lnTo>
                  <a:pt x="1527806" y="27252"/>
                </a:lnTo>
                <a:lnTo>
                  <a:pt x="1527883" y="26719"/>
                </a:lnTo>
                <a:lnTo>
                  <a:pt x="1527967" y="26200"/>
                </a:lnTo>
                <a:lnTo>
                  <a:pt x="1528060" y="25693"/>
                </a:lnTo>
                <a:lnTo>
                  <a:pt x="1528161" y="25200"/>
                </a:lnTo>
                <a:lnTo>
                  <a:pt x="1528269" y="24719"/>
                </a:lnTo>
                <a:lnTo>
                  <a:pt x="1528386" y="24251"/>
                </a:lnTo>
                <a:lnTo>
                  <a:pt x="1528511" y="23796"/>
                </a:lnTo>
                <a:lnTo>
                  <a:pt x="1528643" y="23354"/>
                </a:lnTo>
                <a:lnTo>
                  <a:pt x="1528784" y="22924"/>
                </a:lnTo>
                <a:lnTo>
                  <a:pt x="1528933" y="22508"/>
                </a:lnTo>
                <a:lnTo>
                  <a:pt x="1529090" y="22105"/>
                </a:lnTo>
                <a:lnTo>
                  <a:pt x="1529255" y="21714"/>
                </a:lnTo>
                <a:lnTo>
                  <a:pt x="1529428" y="21336"/>
                </a:lnTo>
                <a:lnTo>
                  <a:pt x="1529609" y="20971"/>
                </a:lnTo>
                <a:lnTo>
                  <a:pt x="1529799" y="20619"/>
                </a:lnTo>
                <a:lnTo>
                  <a:pt x="1530003" y="20281"/>
                </a:lnTo>
                <a:lnTo>
                  <a:pt x="1530230" y="19957"/>
                </a:lnTo>
                <a:lnTo>
                  <a:pt x="1530479" y="19648"/>
                </a:lnTo>
                <a:lnTo>
                  <a:pt x="1530751" y="19353"/>
                </a:lnTo>
                <a:lnTo>
                  <a:pt x="1531045" y="19072"/>
                </a:lnTo>
                <a:lnTo>
                  <a:pt x="1531361" y="18806"/>
                </a:lnTo>
                <a:lnTo>
                  <a:pt x="1531700" y="18554"/>
                </a:lnTo>
                <a:lnTo>
                  <a:pt x="1532062" y="18316"/>
                </a:lnTo>
                <a:lnTo>
                  <a:pt x="1532446" y="18093"/>
                </a:lnTo>
                <a:lnTo>
                  <a:pt x="1532852" y="17884"/>
                </a:lnTo>
                <a:lnTo>
                  <a:pt x="1533281" y="17690"/>
                </a:lnTo>
                <a:lnTo>
                  <a:pt x="1533732" y="17510"/>
                </a:lnTo>
                <a:lnTo>
                  <a:pt x="1534205" y="17344"/>
                </a:lnTo>
                <a:lnTo>
                  <a:pt x="1534702" y="17193"/>
                </a:lnTo>
                <a:lnTo>
                  <a:pt x="1535220" y="17056"/>
                </a:lnTo>
                <a:lnTo>
                  <a:pt x="1535761" y="16934"/>
                </a:lnTo>
                <a:lnTo>
                  <a:pt x="1536324" y="16826"/>
                </a:lnTo>
                <a:lnTo>
                  <a:pt x="1536910" y="16732"/>
                </a:lnTo>
                <a:lnTo>
                  <a:pt x="1537518" y="16653"/>
                </a:lnTo>
                <a:lnTo>
                  <a:pt x="1538149" y="16589"/>
                </a:lnTo>
                <a:lnTo>
                  <a:pt x="1538802" y="16538"/>
                </a:lnTo>
                <a:lnTo>
                  <a:pt x="1539477" y="16502"/>
                </a:lnTo>
                <a:lnTo>
                  <a:pt x="1540175" y="16481"/>
                </a:lnTo>
                <a:lnTo>
                  <a:pt x="1540896" y="16473"/>
                </a:lnTo>
                <a:lnTo>
                  <a:pt x="1549774" y="16473"/>
                </a:lnTo>
                <a:lnTo>
                  <a:pt x="1549774" y="3551"/>
                </a:lnTo>
                <a:lnTo>
                  <a:pt x="1539811" y="3551"/>
                </a:lnTo>
                <a:lnTo>
                  <a:pt x="1539077" y="3555"/>
                </a:lnTo>
                <a:lnTo>
                  <a:pt x="1538354" y="3565"/>
                </a:lnTo>
                <a:lnTo>
                  <a:pt x="1537643" y="3582"/>
                </a:lnTo>
                <a:lnTo>
                  <a:pt x="1536943" y="3605"/>
                </a:lnTo>
                <a:lnTo>
                  <a:pt x="1536255" y="3636"/>
                </a:lnTo>
                <a:lnTo>
                  <a:pt x="1535578" y="3673"/>
                </a:lnTo>
                <a:lnTo>
                  <a:pt x="1534913" y="3717"/>
                </a:lnTo>
                <a:lnTo>
                  <a:pt x="1534259" y="3768"/>
                </a:lnTo>
                <a:lnTo>
                  <a:pt x="1533617" y="3826"/>
                </a:lnTo>
                <a:lnTo>
                  <a:pt x="1532986" y="3890"/>
                </a:lnTo>
                <a:lnTo>
                  <a:pt x="1532367" y="3961"/>
                </a:lnTo>
                <a:lnTo>
                  <a:pt x="1531759" y="4039"/>
                </a:lnTo>
                <a:lnTo>
                  <a:pt x="1531163" y="4124"/>
                </a:lnTo>
                <a:lnTo>
                  <a:pt x="1530578" y="4215"/>
                </a:lnTo>
                <a:lnTo>
                  <a:pt x="1530004" y="4313"/>
                </a:lnTo>
                <a:lnTo>
                  <a:pt x="1529442" y="4418"/>
                </a:lnTo>
                <a:lnTo>
                  <a:pt x="1528892" y="4530"/>
                </a:lnTo>
                <a:lnTo>
                  <a:pt x="1528353" y="4649"/>
                </a:lnTo>
                <a:lnTo>
                  <a:pt x="1527825" y="4774"/>
                </a:lnTo>
                <a:lnTo>
                  <a:pt x="1527309" y="4906"/>
                </a:lnTo>
                <a:lnTo>
                  <a:pt x="1526805" y="5045"/>
                </a:lnTo>
                <a:lnTo>
                  <a:pt x="1526311" y="5191"/>
                </a:lnTo>
                <a:lnTo>
                  <a:pt x="1525830" y="5343"/>
                </a:lnTo>
                <a:lnTo>
                  <a:pt x="1525360" y="5502"/>
                </a:lnTo>
                <a:lnTo>
                  <a:pt x="1524899" y="5668"/>
                </a:lnTo>
                <a:lnTo>
                  <a:pt x="1524448" y="5839"/>
                </a:lnTo>
                <a:lnTo>
                  <a:pt x="1524005" y="6016"/>
                </a:lnTo>
                <a:lnTo>
                  <a:pt x="1523570" y="6200"/>
                </a:lnTo>
                <a:lnTo>
                  <a:pt x="1523144" y="6389"/>
                </a:lnTo>
                <a:lnTo>
                  <a:pt x="1522727" y="6584"/>
                </a:lnTo>
                <a:lnTo>
                  <a:pt x="1522318" y="6786"/>
                </a:lnTo>
                <a:lnTo>
                  <a:pt x="1521918" y="6993"/>
                </a:lnTo>
                <a:lnTo>
                  <a:pt x="1521526" y="7206"/>
                </a:lnTo>
                <a:lnTo>
                  <a:pt x="1521143" y="7426"/>
                </a:lnTo>
                <a:lnTo>
                  <a:pt x="1520769" y="7651"/>
                </a:lnTo>
                <a:lnTo>
                  <a:pt x="1520403" y="7882"/>
                </a:lnTo>
                <a:lnTo>
                  <a:pt x="1520045" y="8119"/>
                </a:lnTo>
                <a:lnTo>
                  <a:pt x="1519697" y="8363"/>
                </a:lnTo>
                <a:lnTo>
                  <a:pt x="1519356" y="8612"/>
                </a:lnTo>
                <a:lnTo>
                  <a:pt x="1519025" y="8867"/>
                </a:lnTo>
                <a:lnTo>
                  <a:pt x="1518701" y="9128"/>
                </a:lnTo>
                <a:lnTo>
                  <a:pt x="1518387" y="9396"/>
                </a:lnTo>
                <a:lnTo>
                  <a:pt x="1518081" y="9669"/>
                </a:lnTo>
                <a:lnTo>
                  <a:pt x="1517783" y="9948"/>
                </a:lnTo>
                <a:lnTo>
                  <a:pt x="1517494" y="10233"/>
                </a:lnTo>
                <a:lnTo>
                  <a:pt x="1517214" y="10525"/>
                </a:lnTo>
                <a:lnTo>
                  <a:pt x="1516942" y="10822"/>
                </a:lnTo>
                <a:lnTo>
                  <a:pt x="1516679" y="11125"/>
                </a:lnTo>
                <a:lnTo>
                  <a:pt x="1516423" y="11434"/>
                </a:lnTo>
                <a:lnTo>
                  <a:pt x="1516174" y="11749"/>
                </a:lnTo>
                <a:lnTo>
                  <a:pt x="1515931" y="12069"/>
                </a:lnTo>
                <a:lnTo>
                  <a:pt x="1515695" y="12396"/>
                </a:lnTo>
                <a:lnTo>
                  <a:pt x="1515466" y="12728"/>
                </a:lnTo>
                <a:lnTo>
                  <a:pt x="1515243" y="13066"/>
                </a:lnTo>
                <a:lnTo>
                  <a:pt x="1515026" y="13410"/>
                </a:lnTo>
                <a:lnTo>
                  <a:pt x="1514816" y="13759"/>
                </a:lnTo>
                <a:lnTo>
                  <a:pt x="1514612" y="14115"/>
                </a:lnTo>
                <a:lnTo>
                  <a:pt x="1514415" y="14476"/>
                </a:lnTo>
                <a:lnTo>
                  <a:pt x="1514224" y="14843"/>
                </a:lnTo>
                <a:lnTo>
                  <a:pt x="1514040" y="15216"/>
                </a:lnTo>
                <a:lnTo>
                  <a:pt x="1513863" y="15595"/>
                </a:lnTo>
                <a:lnTo>
                  <a:pt x="1513692" y="15980"/>
                </a:lnTo>
                <a:lnTo>
                  <a:pt x="1513527" y="16371"/>
                </a:lnTo>
                <a:lnTo>
                  <a:pt x="1513369" y="16767"/>
                </a:lnTo>
                <a:lnTo>
                  <a:pt x="1513217" y="17169"/>
                </a:lnTo>
                <a:lnTo>
                  <a:pt x="1513072" y="17577"/>
                </a:lnTo>
                <a:lnTo>
                  <a:pt x="1512934" y="17991"/>
                </a:lnTo>
                <a:lnTo>
                  <a:pt x="1512802" y="18411"/>
                </a:lnTo>
                <a:lnTo>
                  <a:pt x="1512676" y="18836"/>
                </a:lnTo>
                <a:lnTo>
                  <a:pt x="1512557" y="19268"/>
                </a:lnTo>
                <a:lnTo>
                  <a:pt x="1512445" y="19705"/>
                </a:lnTo>
                <a:lnTo>
                  <a:pt x="1512339" y="20148"/>
                </a:lnTo>
                <a:lnTo>
                  <a:pt x="1512238" y="20596"/>
                </a:lnTo>
                <a:lnTo>
                  <a:pt x="1512142" y="21049"/>
                </a:lnTo>
                <a:lnTo>
                  <a:pt x="1512050" y="21506"/>
                </a:lnTo>
                <a:lnTo>
                  <a:pt x="1511962" y="21969"/>
                </a:lnTo>
                <a:lnTo>
                  <a:pt x="1511878" y="22436"/>
                </a:lnTo>
                <a:lnTo>
                  <a:pt x="1511799" y="22907"/>
                </a:lnTo>
                <a:lnTo>
                  <a:pt x="1511724" y="23384"/>
                </a:lnTo>
                <a:lnTo>
                  <a:pt x="1511654" y="23865"/>
                </a:lnTo>
                <a:lnTo>
                  <a:pt x="1511587" y="24351"/>
                </a:lnTo>
                <a:lnTo>
                  <a:pt x="1511525" y="24842"/>
                </a:lnTo>
                <a:lnTo>
                  <a:pt x="1511467" y="25337"/>
                </a:lnTo>
                <a:lnTo>
                  <a:pt x="1511414" y="25837"/>
                </a:lnTo>
                <a:lnTo>
                  <a:pt x="1511365" y="26342"/>
                </a:lnTo>
                <a:lnTo>
                  <a:pt x="1511320" y="26852"/>
                </a:lnTo>
                <a:lnTo>
                  <a:pt x="1511279" y="27367"/>
                </a:lnTo>
                <a:lnTo>
                  <a:pt x="1511243" y="27886"/>
                </a:lnTo>
                <a:lnTo>
                  <a:pt x="1511211" y="28410"/>
                </a:lnTo>
                <a:lnTo>
                  <a:pt x="1511183" y="28938"/>
                </a:lnTo>
                <a:lnTo>
                  <a:pt x="1511159" y="29472"/>
                </a:lnTo>
                <a:lnTo>
                  <a:pt x="1511140" y="30010"/>
                </a:lnTo>
                <a:lnTo>
                  <a:pt x="1511125" y="30553"/>
                </a:lnTo>
                <a:lnTo>
                  <a:pt x="1511114" y="31100"/>
                </a:lnTo>
                <a:lnTo>
                  <a:pt x="1511108" y="31653"/>
                </a:lnTo>
                <a:lnTo>
                  <a:pt x="1511106" y="32210"/>
                </a:lnTo>
                <a:lnTo>
                  <a:pt x="1511106" y="37287"/>
                </a:lnTo>
                <a:lnTo>
                  <a:pt x="1495027" y="37287"/>
                </a:lnTo>
                <a:lnTo>
                  <a:pt x="1495027" y="50604"/>
                </a:lnTo>
                <a:lnTo>
                  <a:pt x="1511106" y="50604"/>
                </a:lnTo>
                <a:lnTo>
                  <a:pt x="1511106" y="136324"/>
                </a:lnTo>
                <a:lnTo>
                  <a:pt x="1527480" y="136324"/>
                </a:lnTo>
                <a:lnTo>
                  <a:pt x="1527480" y="50604"/>
                </a:lnTo>
                <a:lnTo>
                  <a:pt x="1549872" y="50604"/>
                </a:lnTo>
                <a:lnTo>
                  <a:pt x="1549872" y="37287"/>
                </a:lnTo>
                <a:lnTo>
                  <a:pt x="1527480" y="37287"/>
                </a:lnTo>
                <a:close/>
                <a:moveTo>
                  <a:pt x="181907" y="137723"/>
                </a:moveTo>
                <a:lnTo>
                  <a:pt x="183512" y="137557"/>
                </a:lnTo>
                <a:lnTo>
                  <a:pt x="185092" y="137362"/>
                </a:lnTo>
                <a:lnTo>
                  <a:pt x="186650" y="137136"/>
                </a:lnTo>
                <a:lnTo>
                  <a:pt x="188183" y="136879"/>
                </a:lnTo>
                <a:lnTo>
                  <a:pt x="189693" y="136593"/>
                </a:lnTo>
                <a:lnTo>
                  <a:pt x="191180" y="136276"/>
                </a:lnTo>
                <a:lnTo>
                  <a:pt x="192642" y="135930"/>
                </a:lnTo>
                <a:lnTo>
                  <a:pt x="194081" y="135553"/>
                </a:lnTo>
                <a:lnTo>
                  <a:pt x="195497" y="135146"/>
                </a:lnTo>
                <a:lnTo>
                  <a:pt x="196888" y="134709"/>
                </a:lnTo>
                <a:lnTo>
                  <a:pt x="198257" y="134242"/>
                </a:lnTo>
                <a:lnTo>
                  <a:pt x="199601" y="133745"/>
                </a:lnTo>
                <a:lnTo>
                  <a:pt x="200922" y="133217"/>
                </a:lnTo>
                <a:lnTo>
                  <a:pt x="202219" y="132660"/>
                </a:lnTo>
                <a:lnTo>
                  <a:pt x="203493" y="132072"/>
                </a:lnTo>
                <a:lnTo>
                  <a:pt x="204743" y="131454"/>
                </a:lnTo>
                <a:lnTo>
                  <a:pt x="205969" y="130806"/>
                </a:lnTo>
                <a:lnTo>
                  <a:pt x="207172" y="130128"/>
                </a:lnTo>
                <a:lnTo>
                  <a:pt x="208351" y="129419"/>
                </a:lnTo>
                <a:lnTo>
                  <a:pt x="209506" y="128685"/>
                </a:lnTo>
                <a:lnTo>
                  <a:pt x="210638" y="127927"/>
                </a:lnTo>
                <a:lnTo>
                  <a:pt x="211746" y="127146"/>
                </a:lnTo>
                <a:lnTo>
                  <a:pt x="212830" y="126342"/>
                </a:lnTo>
                <a:lnTo>
                  <a:pt x="213890" y="125516"/>
                </a:lnTo>
                <a:lnTo>
                  <a:pt x="214926" y="124666"/>
                </a:lnTo>
                <a:lnTo>
                  <a:pt x="215939" y="123794"/>
                </a:lnTo>
                <a:lnTo>
                  <a:pt x="216928" y="122898"/>
                </a:lnTo>
                <a:lnTo>
                  <a:pt x="217892" y="121980"/>
                </a:lnTo>
                <a:lnTo>
                  <a:pt x="218834" y="121038"/>
                </a:lnTo>
                <a:lnTo>
                  <a:pt x="219751" y="120074"/>
                </a:lnTo>
                <a:lnTo>
                  <a:pt x="220644" y="119087"/>
                </a:lnTo>
                <a:lnTo>
                  <a:pt x="221514" y="118076"/>
                </a:lnTo>
                <a:lnTo>
                  <a:pt x="222360" y="117043"/>
                </a:lnTo>
                <a:lnTo>
                  <a:pt x="223182" y="115987"/>
                </a:lnTo>
                <a:lnTo>
                  <a:pt x="223981" y="114908"/>
                </a:lnTo>
                <a:lnTo>
                  <a:pt x="224755" y="113806"/>
                </a:lnTo>
                <a:lnTo>
                  <a:pt x="225506" y="112681"/>
                </a:lnTo>
                <a:lnTo>
                  <a:pt x="226233" y="111533"/>
                </a:lnTo>
                <a:lnTo>
                  <a:pt x="226936" y="110362"/>
                </a:lnTo>
                <a:lnTo>
                  <a:pt x="227615" y="109168"/>
                </a:lnTo>
                <a:lnTo>
                  <a:pt x="228270" y="107952"/>
                </a:lnTo>
                <a:lnTo>
                  <a:pt x="228902" y="106712"/>
                </a:lnTo>
                <a:lnTo>
                  <a:pt x="229510" y="105449"/>
                </a:lnTo>
                <a:lnTo>
                  <a:pt x="230094" y="104167"/>
                </a:lnTo>
                <a:lnTo>
                  <a:pt x="230652" y="102867"/>
                </a:lnTo>
                <a:lnTo>
                  <a:pt x="231186" y="101551"/>
                </a:lnTo>
                <a:lnTo>
                  <a:pt x="231695" y="100218"/>
                </a:lnTo>
                <a:lnTo>
                  <a:pt x="232179" y="98869"/>
                </a:lnTo>
                <a:lnTo>
                  <a:pt x="232639" y="97502"/>
                </a:lnTo>
                <a:lnTo>
                  <a:pt x="233073" y="96119"/>
                </a:lnTo>
                <a:lnTo>
                  <a:pt x="233483" y="94719"/>
                </a:lnTo>
                <a:lnTo>
                  <a:pt x="233868" y="93302"/>
                </a:lnTo>
                <a:lnTo>
                  <a:pt x="234228" y="91869"/>
                </a:lnTo>
                <a:lnTo>
                  <a:pt x="234563" y="90418"/>
                </a:lnTo>
                <a:lnTo>
                  <a:pt x="234874" y="88951"/>
                </a:lnTo>
                <a:lnTo>
                  <a:pt x="235159" y="87467"/>
                </a:lnTo>
                <a:lnTo>
                  <a:pt x="235420" y="85967"/>
                </a:lnTo>
                <a:lnTo>
                  <a:pt x="235656" y="84449"/>
                </a:lnTo>
                <a:lnTo>
                  <a:pt x="235867" y="82915"/>
                </a:lnTo>
                <a:lnTo>
                  <a:pt x="236053" y="81364"/>
                </a:lnTo>
                <a:lnTo>
                  <a:pt x="236215" y="79796"/>
                </a:lnTo>
                <a:lnTo>
                  <a:pt x="236351" y="78211"/>
                </a:lnTo>
                <a:lnTo>
                  <a:pt x="236463" y="76610"/>
                </a:lnTo>
                <a:lnTo>
                  <a:pt x="236550" y="74992"/>
                </a:lnTo>
                <a:lnTo>
                  <a:pt x="236612" y="73357"/>
                </a:lnTo>
                <a:lnTo>
                  <a:pt x="236649" y="71705"/>
                </a:lnTo>
                <a:lnTo>
                  <a:pt x="236662" y="70036"/>
                </a:lnTo>
                <a:lnTo>
                  <a:pt x="236649" y="68368"/>
                </a:lnTo>
                <a:lnTo>
                  <a:pt x="236612" y="66715"/>
                </a:lnTo>
                <a:lnTo>
                  <a:pt x="236550" y="65080"/>
                </a:lnTo>
                <a:lnTo>
                  <a:pt x="236463" y="63460"/>
                </a:lnTo>
                <a:lnTo>
                  <a:pt x="236351" y="61857"/>
                </a:lnTo>
                <a:lnTo>
                  <a:pt x="236215" y="60271"/>
                </a:lnTo>
                <a:lnTo>
                  <a:pt x="236053" y="58701"/>
                </a:lnTo>
                <a:lnTo>
                  <a:pt x="235867" y="57147"/>
                </a:lnTo>
                <a:lnTo>
                  <a:pt x="235656" y="55610"/>
                </a:lnTo>
                <a:lnTo>
                  <a:pt x="235420" y="54089"/>
                </a:lnTo>
                <a:lnTo>
                  <a:pt x="235159" y="52585"/>
                </a:lnTo>
                <a:lnTo>
                  <a:pt x="234874" y="51097"/>
                </a:lnTo>
                <a:lnTo>
                  <a:pt x="234563" y="49626"/>
                </a:lnTo>
                <a:lnTo>
                  <a:pt x="234228" y="48171"/>
                </a:lnTo>
                <a:lnTo>
                  <a:pt x="233868" y="46732"/>
                </a:lnTo>
                <a:lnTo>
                  <a:pt x="233483" y="45310"/>
                </a:lnTo>
                <a:lnTo>
                  <a:pt x="233073" y="43904"/>
                </a:lnTo>
                <a:lnTo>
                  <a:pt x="232639" y="42515"/>
                </a:lnTo>
                <a:lnTo>
                  <a:pt x="232179" y="41142"/>
                </a:lnTo>
                <a:lnTo>
                  <a:pt x="231695" y="39786"/>
                </a:lnTo>
                <a:lnTo>
                  <a:pt x="231186" y="38446"/>
                </a:lnTo>
                <a:lnTo>
                  <a:pt x="230652" y="37123"/>
                </a:lnTo>
                <a:lnTo>
                  <a:pt x="230094" y="35816"/>
                </a:lnTo>
                <a:lnTo>
                  <a:pt x="229510" y="34525"/>
                </a:lnTo>
                <a:lnTo>
                  <a:pt x="228902" y="33254"/>
                </a:lnTo>
                <a:lnTo>
                  <a:pt x="228270" y="32007"/>
                </a:lnTo>
                <a:lnTo>
                  <a:pt x="227615" y="30783"/>
                </a:lnTo>
                <a:lnTo>
                  <a:pt x="226936" y="29582"/>
                </a:lnTo>
                <a:lnTo>
                  <a:pt x="226233" y="28404"/>
                </a:lnTo>
                <a:lnTo>
                  <a:pt x="225506" y="27250"/>
                </a:lnTo>
                <a:lnTo>
                  <a:pt x="224755" y="26119"/>
                </a:lnTo>
                <a:lnTo>
                  <a:pt x="223981" y="25011"/>
                </a:lnTo>
                <a:lnTo>
                  <a:pt x="223182" y="23927"/>
                </a:lnTo>
                <a:lnTo>
                  <a:pt x="222360" y="22866"/>
                </a:lnTo>
                <a:lnTo>
                  <a:pt x="221514" y="21828"/>
                </a:lnTo>
                <a:lnTo>
                  <a:pt x="220644" y="20814"/>
                </a:lnTo>
                <a:lnTo>
                  <a:pt x="219751" y="19822"/>
                </a:lnTo>
                <a:lnTo>
                  <a:pt x="218834" y="18854"/>
                </a:lnTo>
                <a:lnTo>
                  <a:pt x="217892" y="17910"/>
                </a:lnTo>
                <a:lnTo>
                  <a:pt x="216928" y="16988"/>
                </a:lnTo>
                <a:lnTo>
                  <a:pt x="215939" y="16090"/>
                </a:lnTo>
                <a:lnTo>
                  <a:pt x="214926" y="15216"/>
                </a:lnTo>
                <a:lnTo>
                  <a:pt x="213890" y="14364"/>
                </a:lnTo>
                <a:lnTo>
                  <a:pt x="212830" y="13536"/>
                </a:lnTo>
                <a:lnTo>
                  <a:pt x="211746" y="12731"/>
                </a:lnTo>
                <a:lnTo>
                  <a:pt x="210638" y="11949"/>
                </a:lnTo>
                <a:lnTo>
                  <a:pt x="209506" y="11191"/>
                </a:lnTo>
                <a:lnTo>
                  <a:pt x="208351" y="10456"/>
                </a:lnTo>
                <a:lnTo>
                  <a:pt x="207172" y="9748"/>
                </a:lnTo>
                <a:lnTo>
                  <a:pt x="205969" y="9070"/>
                </a:lnTo>
                <a:lnTo>
                  <a:pt x="204743" y="8422"/>
                </a:lnTo>
                <a:lnTo>
                  <a:pt x="203493" y="7804"/>
                </a:lnTo>
                <a:lnTo>
                  <a:pt x="202219" y="7216"/>
                </a:lnTo>
                <a:lnTo>
                  <a:pt x="200922" y="6658"/>
                </a:lnTo>
                <a:lnTo>
                  <a:pt x="199601" y="6131"/>
                </a:lnTo>
                <a:lnTo>
                  <a:pt x="198257" y="5634"/>
                </a:lnTo>
                <a:lnTo>
                  <a:pt x="196888" y="5166"/>
                </a:lnTo>
                <a:lnTo>
                  <a:pt x="195497" y="4729"/>
                </a:lnTo>
                <a:lnTo>
                  <a:pt x="194081" y="4322"/>
                </a:lnTo>
                <a:lnTo>
                  <a:pt x="192642" y="3946"/>
                </a:lnTo>
                <a:lnTo>
                  <a:pt x="191180" y="3599"/>
                </a:lnTo>
                <a:lnTo>
                  <a:pt x="189693" y="3283"/>
                </a:lnTo>
                <a:lnTo>
                  <a:pt x="188183" y="2996"/>
                </a:lnTo>
                <a:lnTo>
                  <a:pt x="186650" y="2740"/>
                </a:lnTo>
                <a:lnTo>
                  <a:pt x="185092" y="2514"/>
                </a:lnTo>
                <a:lnTo>
                  <a:pt x="183512" y="2318"/>
                </a:lnTo>
                <a:lnTo>
                  <a:pt x="181907" y="2152"/>
                </a:lnTo>
                <a:lnTo>
                  <a:pt x="180279" y="2017"/>
                </a:lnTo>
                <a:lnTo>
                  <a:pt x="178627" y="1911"/>
                </a:lnTo>
                <a:lnTo>
                  <a:pt x="176952" y="1836"/>
                </a:lnTo>
                <a:lnTo>
                  <a:pt x="175253" y="1791"/>
                </a:lnTo>
                <a:lnTo>
                  <a:pt x="173530" y="1776"/>
                </a:lnTo>
                <a:lnTo>
                  <a:pt x="171807" y="1791"/>
                </a:lnTo>
                <a:lnTo>
                  <a:pt x="170108" y="1836"/>
                </a:lnTo>
                <a:lnTo>
                  <a:pt x="168432" y="1911"/>
                </a:lnTo>
                <a:lnTo>
                  <a:pt x="166779" y="2017"/>
                </a:lnTo>
                <a:lnTo>
                  <a:pt x="165149" y="2152"/>
                </a:lnTo>
                <a:lnTo>
                  <a:pt x="163543" y="2318"/>
                </a:lnTo>
                <a:lnTo>
                  <a:pt x="161959" y="2514"/>
                </a:lnTo>
                <a:lnTo>
                  <a:pt x="160400" y="2740"/>
                </a:lnTo>
                <a:lnTo>
                  <a:pt x="158863" y="2996"/>
                </a:lnTo>
                <a:lnTo>
                  <a:pt x="157350" y="3283"/>
                </a:lnTo>
                <a:lnTo>
                  <a:pt x="155860" y="3599"/>
                </a:lnTo>
                <a:lnTo>
                  <a:pt x="154393" y="3946"/>
                </a:lnTo>
                <a:lnTo>
                  <a:pt x="152950" y="4322"/>
                </a:lnTo>
                <a:lnTo>
                  <a:pt x="151530" y="4729"/>
                </a:lnTo>
                <a:lnTo>
                  <a:pt x="150133" y="5166"/>
                </a:lnTo>
                <a:lnTo>
                  <a:pt x="148760" y="5634"/>
                </a:lnTo>
                <a:lnTo>
                  <a:pt x="147410" y="6131"/>
                </a:lnTo>
                <a:lnTo>
                  <a:pt x="146083" y="6658"/>
                </a:lnTo>
                <a:lnTo>
                  <a:pt x="144779" y="7216"/>
                </a:lnTo>
                <a:lnTo>
                  <a:pt x="143499" y="7804"/>
                </a:lnTo>
                <a:lnTo>
                  <a:pt x="142242" y="8422"/>
                </a:lnTo>
                <a:lnTo>
                  <a:pt x="141008" y="9070"/>
                </a:lnTo>
                <a:lnTo>
                  <a:pt x="139798" y="9748"/>
                </a:lnTo>
                <a:lnTo>
                  <a:pt x="138611" y="10456"/>
                </a:lnTo>
                <a:lnTo>
                  <a:pt x="137447" y="11191"/>
                </a:lnTo>
                <a:lnTo>
                  <a:pt x="136308" y="11949"/>
                </a:lnTo>
                <a:lnTo>
                  <a:pt x="135193" y="12731"/>
                </a:lnTo>
                <a:lnTo>
                  <a:pt x="134102" y="13536"/>
                </a:lnTo>
                <a:lnTo>
                  <a:pt x="133035" y="14364"/>
                </a:lnTo>
                <a:lnTo>
                  <a:pt x="131992" y="15216"/>
                </a:lnTo>
                <a:lnTo>
                  <a:pt x="130974" y="16090"/>
                </a:lnTo>
                <a:lnTo>
                  <a:pt x="129979" y="16988"/>
                </a:lnTo>
                <a:lnTo>
                  <a:pt x="129009" y="17910"/>
                </a:lnTo>
                <a:lnTo>
                  <a:pt x="128063" y="18854"/>
                </a:lnTo>
                <a:lnTo>
                  <a:pt x="127141" y="19822"/>
                </a:lnTo>
                <a:lnTo>
                  <a:pt x="126243" y="20814"/>
                </a:lnTo>
                <a:lnTo>
                  <a:pt x="125370" y="21828"/>
                </a:lnTo>
                <a:lnTo>
                  <a:pt x="124520" y="22866"/>
                </a:lnTo>
                <a:lnTo>
                  <a:pt x="123695" y="23927"/>
                </a:lnTo>
                <a:lnTo>
                  <a:pt x="122893" y="25011"/>
                </a:lnTo>
                <a:lnTo>
                  <a:pt x="122116" y="26119"/>
                </a:lnTo>
                <a:lnTo>
                  <a:pt x="121364" y="27250"/>
                </a:lnTo>
                <a:lnTo>
                  <a:pt x="120635" y="28404"/>
                </a:lnTo>
                <a:lnTo>
                  <a:pt x="119930" y="29582"/>
                </a:lnTo>
                <a:lnTo>
                  <a:pt x="119250" y="30783"/>
                </a:lnTo>
                <a:lnTo>
                  <a:pt x="118593" y="32007"/>
                </a:lnTo>
                <a:lnTo>
                  <a:pt x="117961" y="33254"/>
                </a:lnTo>
                <a:lnTo>
                  <a:pt x="117353" y="34525"/>
                </a:lnTo>
                <a:lnTo>
                  <a:pt x="116770" y="35816"/>
                </a:lnTo>
                <a:lnTo>
                  <a:pt x="116211" y="37123"/>
                </a:lnTo>
                <a:lnTo>
                  <a:pt x="115677" y="38446"/>
                </a:lnTo>
                <a:lnTo>
                  <a:pt x="115168" y="39786"/>
                </a:lnTo>
                <a:lnTo>
                  <a:pt x="114684" y="41142"/>
                </a:lnTo>
                <a:lnTo>
                  <a:pt x="114224" y="42515"/>
                </a:lnTo>
                <a:lnTo>
                  <a:pt x="113790" y="43904"/>
                </a:lnTo>
                <a:lnTo>
                  <a:pt x="113380" y="45310"/>
                </a:lnTo>
                <a:lnTo>
                  <a:pt x="112995" y="46732"/>
                </a:lnTo>
                <a:lnTo>
                  <a:pt x="112635" y="48171"/>
                </a:lnTo>
                <a:lnTo>
                  <a:pt x="112300" y="49626"/>
                </a:lnTo>
                <a:lnTo>
                  <a:pt x="111989" y="51097"/>
                </a:lnTo>
                <a:lnTo>
                  <a:pt x="111704" y="52585"/>
                </a:lnTo>
                <a:lnTo>
                  <a:pt x="111443" y="54089"/>
                </a:lnTo>
                <a:lnTo>
                  <a:pt x="111207" y="55610"/>
                </a:lnTo>
                <a:lnTo>
                  <a:pt x="110996" y="57147"/>
                </a:lnTo>
                <a:lnTo>
                  <a:pt x="110810" y="58701"/>
                </a:lnTo>
                <a:lnTo>
                  <a:pt x="110648" y="60271"/>
                </a:lnTo>
                <a:lnTo>
                  <a:pt x="110512" y="61857"/>
                </a:lnTo>
                <a:lnTo>
                  <a:pt x="110400" y="63460"/>
                </a:lnTo>
                <a:lnTo>
                  <a:pt x="110313" y="65080"/>
                </a:lnTo>
                <a:lnTo>
                  <a:pt x="110251" y="66715"/>
                </a:lnTo>
                <a:lnTo>
                  <a:pt x="110214" y="68368"/>
                </a:lnTo>
                <a:lnTo>
                  <a:pt x="110201" y="70036"/>
                </a:lnTo>
                <a:lnTo>
                  <a:pt x="110214" y="71705"/>
                </a:lnTo>
                <a:lnTo>
                  <a:pt x="110251" y="73357"/>
                </a:lnTo>
                <a:lnTo>
                  <a:pt x="110313" y="74992"/>
                </a:lnTo>
                <a:lnTo>
                  <a:pt x="110400" y="76610"/>
                </a:lnTo>
                <a:lnTo>
                  <a:pt x="110512" y="78211"/>
                </a:lnTo>
                <a:lnTo>
                  <a:pt x="110648" y="79796"/>
                </a:lnTo>
                <a:lnTo>
                  <a:pt x="110810" y="81364"/>
                </a:lnTo>
                <a:lnTo>
                  <a:pt x="110996" y="82915"/>
                </a:lnTo>
                <a:lnTo>
                  <a:pt x="111207" y="84449"/>
                </a:lnTo>
                <a:lnTo>
                  <a:pt x="111443" y="85967"/>
                </a:lnTo>
                <a:lnTo>
                  <a:pt x="111704" y="87467"/>
                </a:lnTo>
                <a:lnTo>
                  <a:pt x="111989" y="88951"/>
                </a:lnTo>
                <a:lnTo>
                  <a:pt x="112300" y="90418"/>
                </a:lnTo>
                <a:lnTo>
                  <a:pt x="112635" y="91869"/>
                </a:lnTo>
                <a:lnTo>
                  <a:pt x="112995" y="93302"/>
                </a:lnTo>
                <a:lnTo>
                  <a:pt x="113380" y="94719"/>
                </a:lnTo>
                <a:lnTo>
                  <a:pt x="113790" y="96119"/>
                </a:lnTo>
                <a:lnTo>
                  <a:pt x="114224" y="97502"/>
                </a:lnTo>
                <a:lnTo>
                  <a:pt x="114684" y="98869"/>
                </a:lnTo>
                <a:lnTo>
                  <a:pt x="115168" y="100218"/>
                </a:lnTo>
                <a:lnTo>
                  <a:pt x="115677" y="101551"/>
                </a:lnTo>
                <a:lnTo>
                  <a:pt x="116211" y="102867"/>
                </a:lnTo>
                <a:lnTo>
                  <a:pt x="116770" y="104167"/>
                </a:lnTo>
                <a:lnTo>
                  <a:pt x="117353" y="105449"/>
                </a:lnTo>
                <a:lnTo>
                  <a:pt x="117961" y="106712"/>
                </a:lnTo>
                <a:lnTo>
                  <a:pt x="118593" y="107952"/>
                </a:lnTo>
                <a:lnTo>
                  <a:pt x="119250" y="109168"/>
                </a:lnTo>
                <a:lnTo>
                  <a:pt x="119930" y="110362"/>
                </a:lnTo>
                <a:lnTo>
                  <a:pt x="120635" y="111533"/>
                </a:lnTo>
                <a:lnTo>
                  <a:pt x="121364" y="112681"/>
                </a:lnTo>
                <a:lnTo>
                  <a:pt x="122116" y="113806"/>
                </a:lnTo>
                <a:lnTo>
                  <a:pt x="122893" y="114908"/>
                </a:lnTo>
                <a:lnTo>
                  <a:pt x="123695" y="115987"/>
                </a:lnTo>
                <a:lnTo>
                  <a:pt x="124520" y="117043"/>
                </a:lnTo>
                <a:lnTo>
                  <a:pt x="125370" y="118076"/>
                </a:lnTo>
                <a:lnTo>
                  <a:pt x="126243" y="119087"/>
                </a:lnTo>
                <a:lnTo>
                  <a:pt x="127141" y="120074"/>
                </a:lnTo>
                <a:lnTo>
                  <a:pt x="128063" y="121038"/>
                </a:lnTo>
                <a:lnTo>
                  <a:pt x="129009" y="121980"/>
                </a:lnTo>
                <a:lnTo>
                  <a:pt x="129979" y="122898"/>
                </a:lnTo>
                <a:lnTo>
                  <a:pt x="130974" y="123794"/>
                </a:lnTo>
                <a:lnTo>
                  <a:pt x="131992" y="124666"/>
                </a:lnTo>
                <a:lnTo>
                  <a:pt x="133035" y="125516"/>
                </a:lnTo>
                <a:lnTo>
                  <a:pt x="134102" y="126342"/>
                </a:lnTo>
                <a:lnTo>
                  <a:pt x="135193" y="127146"/>
                </a:lnTo>
                <a:lnTo>
                  <a:pt x="136308" y="127927"/>
                </a:lnTo>
                <a:lnTo>
                  <a:pt x="137447" y="128685"/>
                </a:lnTo>
                <a:lnTo>
                  <a:pt x="138611" y="129419"/>
                </a:lnTo>
                <a:lnTo>
                  <a:pt x="139798" y="130128"/>
                </a:lnTo>
                <a:lnTo>
                  <a:pt x="141008" y="130806"/>
                </a:lnTo>
                <a:lnTo>
                  <a:pt x="142242" y="131454"/>
                </a:lnTo>
                <a:lnTo>
                  <a:pt x="143499" y="132072"/>
                </a:lnTo>
                <a:lnTo>
                  <a:pt x="144779" y="132660"/>
                </a:lnTo>
                <a:lnTo>
                  <a:pt x="146083" y="133217"/>
                </a:lnTo>
                <a:lnTo>
                  <a:pt x="147410" y="133745"/>
                </a:lnTo>
                <a:lnTo>
                  <a:pt x="148760" y="134242"/>
                </a:lnTo>
                <a:lnTo>
                  <a:pt x="150133" y="134709"/>
                </a:lnTo>
                <a:lnTo>
                  <a:pt x="151530" y="135146"/>
                </a:lnTo>
                <a:lnTo>
                  <a:pt x="152950" y="135553"/>
                </a:lnTo>
                <a:lnTo>
                  <a:pt x="154393" y="135930"/>
                </a:lnTo>
                <a:lnTo>
                  <a:pt x="155860" y="136276"/>
                </a:lnTo>
                <a:lnTo>
                  <a:pt x="157350" y="136593"/>
                </a:lnTo>
                <a:lnTo>
                  <a:pt x="158863" y="136879"/>
                </a:lnTo>
                <a:lnTo>
                  <a:pt x="160400" y="137136"/>
                </a:lnTo>
                <a:lnTo>
                  <a:pt x="161959" y="137362"/>
                </a:lnTo>
                <a:lnTo>
                  <a:pt x="163543" y="137557"/>
                </a:lnTo>
                <a:lnTo>
                  <a:pt x="165149" y="137723"/>
                </a:lnTo>
                <a:lnTo>
                  <a:pt x="166779" y="137859"/>
                </a:lnTo>
                <a:lnTo>
                  <a:pt x="168432" y="137964"/>
                </a:lnTo>
                <a:lnTo>
                  <a:pt x="170108" y="138040"/>
                </a:lnTo>
                <a:lnTo>
                  <a:pt x="171807" y="138085"/>
                </a:lnTo>
                <a:lnTo>
                  <a:pt x="173530" y="138100"/>
                </a:lnTo>
                <a:lnTo>
                  <a:pt x="175253" y="138085"/>
                </a:lnTo>
                <a:lnTo>
                  <a:pt x="176952" y="138040"/>
                </a:lnTo>
                <a:lnTo>
                  <a:pt x="178627" y="137964"/>
                </a:lnTo>
                <a:lnTo>
                  <a:pt x="180279" y="137859"/>
                </a:lnTo>
                <a:lnTo>
                  <a:pt x="181907" y="137723"/>
                </a:lnTo>
                <a:close/>
                <a:moveTo>
                  <a:pt x="167135" y="123287"/>
                </a:moveTo>
                <a:lnTo>
                  <a:pt x="165919" y="123149"/>
                </a:lnTo>
                <a:lnTo>
                  <a:pt x="164724" y="122987"/>
                </a:lnTo>
                <a:lnTo>
                  <a:pt x="163551" y="122799"/>
                </a:lnTo>
                <a:lnTo>
                  <a:pt x="162398" y="122587"/>
                </a:lnTo>
                <a:lnTo>
                  <a:pt x="161267" y="122349"/>
                </a:lnTo>
                <a:lnTo>
                  <a:pt x="160156" y="122087"/>
                </a:lnTo>
                <a:lnTo>
                  <a:pt x="159067" y="121799"/>
                </a:lnTo>
                <a:lnTo>
                  <a:pt x="157998" y="121487"/>
                </a:lnTo>
                <a:lnTo>
                  <a:pt x="156951" y="121149"/>
                </a:lnTo>
                <a:lnTo>
                  <a:pt x="155925" y="120787"/>
                </a:lnTo>
                <a:lnTo>
                  <a:pt x="154920" y="120399"/>
                </a:lnTo>
                <a:lnTo>
                  <a:pt x="153935" y="119987"/>
                </a:lnTo>
                <a:lnTo>
                  <a:pt x="152972" y="119549"/>
                </a:lnTo>
                <a:lnTo>
                  <a:pt x="152030" y="119086"/>
                </a:lnTo>
                <a:lnTo>
                  <a:pt x="151109" y="118599"/>
                </a:lnTo>
                <a:lnTo>
                  <a:pt x="150210" y="118086"/>
                </a:lnTo>
                <a:lnTo>
                  <a:pt x="149331" y="117549"/>
                </a:lnTo>
                <a:lnTo>
                  <a:pt x="148473" y="116986"/>
                </a:lnTo>
                <a:lnTo>
                  <a:pt x="147636" y="116399"/>
                </a:lnTo>
                <a:lnTo>
                  <a:pt x="146820" y="115790"/>
                </a:lnTo>
                <a:lnTo>
                  <a:pt x="146021" y="115164"/>
                </a:lnTo>
                <a:lnTo>
                  <a:pt x="145242" y="114521"/>
                </a:lnTo>
                <a:lnTo>
                  <a:pt x="144481" y="113860"/>
                </a:lnTo>
                <a:lnTo>
                  <a:pt x="143739" y="113182"/>
                </a:lnTo>
                <a:lnTo>
                  <a:pt x="143016" y="112487"/>
                </a:lnTo>
                <a:lnTo>
                  <a:pt x="142311" y="111774"/>
                </a:lnTo>
                <a:lnTo>
                  <a:pt x="141625" y="111044"/>
                </a:lnTo>
                <a:lnTo>
                  <a:pt x="140957" y="110297"/>
                </a:lnTo>
                <a:lnTo>
                  <a:pt x="140308" y="109533"/>
                </a:lnTo>
                <a:lnTo>
                  <a:pt x="139678" y="108751"/>
                </a:lnTo>
                <a:lnTo>
                  <a:pt x="139067" y="107952"/>
                </a:lnTo>
                <a:lnTo>
                  <a:pt x="138474" y="107136"/>
                </a:lnTo>
                <a:lnTo>
                  <a:pt x="137900" y="106302"/>
                </a:lnTo>
                <a:lnTo>
                  <a:pt x="137344" y="105452"/>
                </a:lnTo>
                <a:lnTo>
                  <a:pt x="136808" y="104583"/>
                </a:lnTo>
                <a:lnTo>
                  <a:pt x="136289" y="103698"/>
                </a:lnTo>
                <a:lnTo>
                  <a:pt x="135790" y="102795"/>
                </a:lnTo>
                <a:lnTo>
                  <a:pt x="135309" y="101875"/>
                </a:lnTo>
                <a:lnTo>
                  <a:pt x="134847" y="100938"/>
                </a:lnTo>
                <a:lnTo>
                  <a:pt x="134404" y="99983"/>
                </a:lnTo>
                <a:lnTo>
                  <a:pt x="133979" y="99011"/>
                </a:lnTo>
                <a:lnTo>
                  <a:pt x="133573" y="98022"/>
                </a:lnTo>
                <a:lnTo>
                  <a:pt x="133185" y="97015"/>
                </a:lnTo>
                <a:lnTo>
                  <a:pt x="132815" y="95996"/>
                </a:lnTo>
                <a:lnTo>
                  <a:pt x="132460" y="94967"/>
                </a:lnTo>
                <a:lnTo>
                  <a:pt x="132122" y="93929"/>
                </a:lnTo>
                <a:lnTo>
                  <a:pt x="131799" y="92882"/>
                </a:lnTo>
                <a:lnTo>
                  <a:pt x="131492" y="91826"/>
                </a:lnTo>
                <a:lnTo>
                  <a:pt x="131200" y="90761"/>
                </a:lnTo>
                <a:lnTo>
                  <a:pt x="130924" y="89686"/>
                </a:lnTo>
                <a:lnTo>
                  <a:pt x="130664" y="88603"/>
                </a:lnTo>
                <a:lnTo>
                  <a:pt x="130420" y="87511"/>
                </a:lnTo>
                <a:lnTo>
                  <a:pt x="130192" y="86409"/>
                </a:lnTo>
                <a:lnTo>
                  <a:pt x="129979" y="85299"/>
                </a:lnTo>
                <a:lnTo>
                  <a:pt x="129782" y="84179"/>
                </a:lnTo>
                <a:lnTo>
                  <a:pt x="129601" y="83051"/>
                </a:lnTo>
                <a:lnTo>
                  <a:pt x="129435" y="81913"/>
                </a:lnTo>
                <a:lnTo>
                  <a:pt x="129286" y="80766"/>
                </a:lnTo>
                <a:lnTo>
                  <a:pt x="129152" y="79610"/>
                </a:lnTo>
                <a:lnTo>
                  <a:pt x="129034" y="78445"/>
                </a:lnTo>
                <a:lnTo>
                  <a:pt x="128931" y="77271"/>
                </a:lnTo>
                <a:lnTo>
                  <a:pt x="128845" y="76088"/>
                </a:lnTo>
                <a:lnTo>
                  <a:pt x="128774" y="74896"/>
                </a:lnTo>
                <a:lnTo>
                  <a:pt x="128719" y="73695"/>
                </a:lnTo>
                <a:lnTo>
                  <a:pt x="128679" y="72484"/>
                </a:lnTo>
                <a:lnTo>
                  <a:pt x="128656" y="71265"/>
                </a:lnTo>
                <a:lnTo>
                  <a:pt x="128648" y="70036"/>
                </a:lnTo>
                <a:lnTo>
                  <a:pt x="128656" y="68800"/>
                </a:lnTo>
                <a:lnTo>
                  <a:pt x="128679" y="67573"/>
                </a:lnTo>
                <a:lnTo>
                  <a:pt x="128719" y="66355"/>
                </a:lnTo>
                <a:lnTo>
                  <a:pt x="128774" y="65147"/>
                </a:lnTo>
                <a:lnTo>
                  <a:pt x="128845" y="63948"/>
                </a:lnTo>
                <a:lnTo>
                  <a:pt x="128931" y="62758"/>
                </a:lnTo>
                <a:lnTo>
                  <a:pt x="129034" y="61578"/>
                </a:lnTo>
                <a:lnTo>
                  <a:pt x="129152" y="60408"/>
                </a:lnTo>
                <a:lnTo>
                  <a:pt x="129286" y="59247"/>
                </a:lnTo>
                <a:lnTo>
                  <a:pt x="129435" y="58095"/>
                </a:lnTo>
                <a:lnTo>
                  <a:pt x="129601" y="56952"/>
                </a:lnTo>
                <a:lnTo>
                  <a:pt x="129782" y="55820"/>
                </a:lnTo>
                <a:lnTo>
                  <a:pt x="129979" y="54696"/>
                </a:lnTo>
                <a:lnTo>
                  <a:pt x="130192" y="53582"/>
                </a:lnTo>
                <a:lnTo>
                  <a:pt x="130420" y="52477"/>
                </a:lnTo>
                <a:lnTo>
                  <a:pt x="130664" y="51382"/>
                </a:lnTo>
                <a:lnTo>
                  <a:pt x="130924" y="50296"/>
                </a:lnTo>
                <a:lnTo>
                  <a:pt x="131200" y="49220"/>
                </a:lnTo>
                <a:lnTo>
                  <a:pt x="131492" y="48153"/>
                </a:lnTo>
                <a:lnTo>
                  <a:pt x="131799" y="47095"/>
                </a:lnTo>
                <a:lnTo>
                  <a:pt x="132122" y="46047"/>
                </a:lnTo>
                <a:lnTo>
                  <a:pt x="132460" y="45008"/>
                </a:lnTo>
                <a:lnTo>
                  <a:pt x="132815" y="43979"/>
                </a:lnTo>
                <a:lnTo>
                  <a:pt x="133185" y="42959"/>
                </a:lnTo>
                <a:lnTo>
                  <a:pt x="133573" y="41952"/>
                </a:lnTo>
                <a:lnTo>
                  <a:pt x="133979" y="40963"/>
                </a:lnTo>
                <a:lnTo>
                  <a:pt x="134404" y="39990"/>
                </a:lnTo>
                <a:lnTo>
                  <a:pt x="134847" y="39035"/>
                </a:lnTo>
                <a:lnTo>
                  <a:pt x="135309" y="38097"/>
                </a:lnTo>
                <a:lnTo>
                  <a:pt x="135790" y="37176"/>
                </a:lnTo>
                <a:lnTo>
                  <a:pt x="136289" y="36272"/>
                </a:lnTo>
                <a:lnTo>
                  <a:pt x="136808" y="35385"/>
                </a:lnTo>
                <a:lnTo>
                  <a:pt x="137344" y="34516"/>
                </a:lnTo>
                <a:lnTo>
                  <a:pt x="137900" y="33663"/>
                </a:lnTo>
                <a:lnTo>
                  <a:pt x="138474" y="32828"/>
                </a:lnTo>
                <a:lnTo>
                  <a:pt x="139067" y="32010"/>
                </a:lnTo>
                <a:lnTo>
                  <a:pt x="139678" y="31208"/>
                </a:lnTo>
                <a:lnTo>
                  <a:pt x="140308" y="30424"/>
                </a:lnTo>
                <a:lnTo>
                  <a:pt x="140957" y="29658"/>
                </a:lnTo>
                <a:lnTo>
                  <a:pt x="141625" y="28908"/>
                </a:lnTo>
                <a:lnTo>
                  <a:pt x="142311" y="28175"/>
                </a:lnTo>
                <a:lnTo>
                  <a:pt x="143016" y="27460"/>
                </a:lnTo>
                <a:lnTo>
                  <a:pt x="143739" y="26761"/>
                </a:lnTo>
                <a:lnTo>
                  <a:pt x="144481" y="26080"/>
                </a:lnTo>
                <a:lnTo>
                  <a:pt x="145242" y="25416"/>
                </a:lnTo>
                <a:lnTo>
                  <a:pt x="146021" y="24769"/>
                </a:lnTo>
                <a:lnTo>
                  <a:pt x="146820" y="24139"/>
                </a:lnTo>
                <a:lnTo>
                  <a:pt x="147636" y="23526"/>
                </a:lnTo>
                <a:lnTo>
                  <a:pt x="148473" y="22935"/>
                </a:lnTo>
                <a:lnTo>
                  <a:pt x="149331" y="22368"/>
                </a:lnTo>
                <a:lnTo>
                  <a:pt x="150210" y="21827"/>
                </a:lnTo>
                <a:lnTo>
                  <a:pt x="151109" y="21311"/>
                </a:lnTo>
                <a:lnTo>
                  <a:pt x="152030" y="20820"/>
                </a:lnTo>
                <a:lnTo>
                  <a:pt x="152972" y="20354"/>
                </a:lnTo>
                <a:lnTo>
                  <a:pt x="153935" y="19914"/>
                </a:lnTo>
                <a:lnTo>
                  <a:pt x="154920" y="19498"/>
                </a:lnTo>
                <a:lnTo>
                  <a:pt x="155925" y="19108"/>
                </a:lnTo>
                <a:lnTo>
                  <a:pt x="156951" y="18743"/>
                </a:lnTo>
                <a:lnTo>
                  <a:pt x="157998" y="18403"/>
                </a:lnTo>
                <a:lnTo>
                  <a:pt x="159067" y="18089"/>
                </a:lnTo>
                <a:lnTo>
                  <a:pt x="160156" y="17799"/>
                </a:lnTo>
                <a:lnTo>
                  <a:pt x="161267" y="17535"/>
                </a:lnTo>
                <a:lnTo>
                  <a:pt x="162398" y="17296"/>
                </a:lnTo>
                <a:lnTo>
                  <a:pt x="163551" y="17082"/>
                </a:lnTo>
                <a:lnTo>
                  <a:pt x="164724" y="16893"/>
                </a:lnTo>
                <a:lnTo>
                  <a:pt x="165919" y="16729"/>
                </a:lnTo>
                <a:lnTo>
                  <a:pt x="167135" y="16591"/>
                </a:lnTo>
                <a:lnTo>
                  <a:pt x="168372" y="16477"/>
                </a:lnTo>
                <a:lnTo>
                  <a:pt x="169630" y="16389"/>
                </a:lnTo>
                <a:lnTo>
                  <a:pt x="170909" y="16326"/>
                </a:lnTo>
                <a:lnTo>
                  <a:pt x="172209" y="16289"/>
                </a:lnTo>
                <a:lnTo>
                  <a:pt x="173530" y="16276"/>
                </a:lnTo>
                <a:lnTo>
                  <a:pt x="174851" y="16289"/>
                </a:lnTo>
                <a:lnTo>
                  <a:pt x="176151" y="16326"/>
                </a:lnTo>
                <a:lnTo>
                  <a:pt x="177430" y="16389"/>
                </a:lnTo>
                <a:lnTo>
                  <a:pt x="178687" y="16477"/>
                </a:lnTo>
                <a:lnTo>
                  <a:pt x="179923" y="16591"/>
                </a:lnTo>
                <a:lnTo>
                  <a:pt x="181138" y="16729"/>
                </a:lnTo>
                <a:lnTo>
                  <a:pt x="182332" y="16893"/>
                </a:lnTo>
                <a:lnTo>
                  <a:pt x="183504" y="17082"/>
                </a:lnTo>
                <a:lnTo>
                  <a:pt x="184655" y="17296"/>
                </a:lnTo>
                <a:lnTo>
                  <a:pt x="185785" y="17535"/>
                </a:lnTo>
                <a:lnTo>
                  <a:pt x="186894" y="17799"/>
                </a:lnTo>
                <a:lnTo>
                  <a:pt x="187981" y="18089"/>
                </a:lnTo>
                <a:lnTo>
                  <a:pt x="189048" y="18403"/>
                </a:lnTo>
                <a:lnTo>
                  <a:pt x="190093" y="18743"/>
                </a:lnTo>
                <a:lnTo>
                  <a:pt x="191116" y="19108"/>
                </a:lnTo>
                <a:lnTo>
                  <a:pt x="192119" y="19498"/>
                </a:lnTo>
                <a:lnTo>
                  <a:pt x="193100" y="19914"/>
                </a:lnTo>
                <a:lnTo>
                  <a:pt x="194060" y="20354"/>
                </a:lnTo>
                <a:lnTo>
                  <a:pt x="194999" y="20820"/>
                </a:lnTo>
                <a:lnTo>
                  <a:pt x="195917" y="21311"/>
                </a:lnTo>
                <a:lnTo>
                  <a:pt x="196813" y="21827"/>
                </a:lnTo>
                <a:lnTo>
                  <a:pt x="197688" y="22368"/>
                </a:lnTo>
                <a:lnTo>
                  <a:pt x="198542" y="22935"/>
                </a:lnTo>
                <a:lnTo>
                  <a:pt x="199375" y="23526"/>
                </a:lnTo>
                <a:lnTo>
                  <a:pt x="200187" y="24139"/>
                </a:lnTo>
                <a:lnTo>
                  <a:pt x="200982" y="24769"/>
                </a:lnTo>
                <a:lnTo>
                  <a:pt x="201758" y="25416"/>
                </a:lnTo>
                <a:lnTo>
                  <a:pt x="202516" y="26080"/>
                </a:lnTo>
                <a:lnTo>
                  <a:pt x="203256" y="26761"/>
                </a:lnTo>
                <a:lnTo>
                  <a:pt x="203977" y="27460"/>
                </a:lnTo>
                <a:lnTo>
                  <a:pt x="204680" y="28175"/>
                </a:lnTo>
                <a:lnTo>
                  <a:pt x="205364" y="28908"/>
                </a:lnTo>
                <a:lnTo>
                  <a:pt x="206031" y="29658"/>
                </a:lnTo>
                <a:lnTo>
                  <a:pt x="206679" y="30424"/>
                </a:lnTo>
                <a:lnTo>
                  <a:pt x="207308" y="31208"/>
                </a:lnTo>
                <a:lnTo>
                  <a:pt x="207920" y="32010"/>
                </a:lnTo>
                <a:lnTo>
                  <a:pt x="208513" y="32828"/>
                </a:lnTo>
                <a:lnTo>
                  <a:pt x="209087" y="33663"/>
                </a:lnTo>
                <a:lnTo>
                  <a:pt x="209643" y="34516"/>
                </a:lnTo>
                <a:lnTo>
                  <a:pt x="210181" y="35385"/>
                </a:lnTo>
                <a:lnTo>
                  <a:pt x="210701" y="36272"/>
                </a:lnTo>
                <a:lnTo>
                  <a:pt x="211202" y="37176"/>
                </a:lnTo>
                <a:lnTo>
                  <a:pt x="211686" y="38097"/>
                </a:lnTo>
                <a:lnTo>
                  <a:pt x="212150" y="39035"/>
                </a:lnTo>
                <a:lnTo>
                  <a:pt x="212597" y="39990"/>
                </a:lnTo>
                <a:lnTo>
                  <a:pt x="213025" y="40963"/>
                </a:lnTo>
                <a:lnTo>
                  <a:pt x="213434" y="41952"/>
                </a:lnTo>
                <a:lnTo>
                  <a:pt x="213826" y="42959"/>
                </a:lnTo>
                <a:lnTo>
                  <a:pt x="214200" y="43979"/>
                </a:lnTo>
                <a:lnTo>
                  <a:pt x="214558" y="45008"/>
                </a:lnTo>
                <a:lnTo>
                  <a:pt x="214901" y="46047"/>
                </a:lnTo>
                <a:lnTo>
                  <a:pt x="215227" y="47095"/>
                </a:lnTo>
                <a:lnTo>
                  <a:pt x="215538" y="48153"/>
                </a:lnTo>
                <a:lnTo>
                  <a:pt x="215833" y="49220"/>
                </a:lnTo>
                <a:lnTo>
                  <a:pt x="216111" y="50296"/>
                </a:lnTo>
                <a:lnTo>
                  <a:pt x="216374" y="51382"/>
                </a:lnTo>
                <a:lnTo>
                  <a:pt x="216621" y="52477"/>
                </a:lnTo>
                <a:lnTo>
                  <a:pt x="216852" y="53582"/>
                </a:lnTo>
                <a:lnTo>
                  <a:pt x="217067" y="54696"/>
                </a:lnTo>
                <a:lnTo>
                  <a:pt x="217266" y="55820"/>
                </a:lnTo>
                <a:lnTo>
                  <a:pt x="217449" y="56952"/>
                </a:lnTo>
                <a:lnTo>
                  <a:pt x="217616" y="58095"/>
                </a:lnTo>
                <a:lnTo>
                  <a:pt x="217768" y="59247"/>
                </a:lnTo>
                <a:lnTo>
                  <a:pt x="217903" y="60408"/>
                </a:lnTo>
                <a:lnTo>
                  <a:pt x="218022" y="61578"/>
                </a:lnTo>
                <a:lnTo>
                  <a:pt x="218126" y="62758"/>
                </a:lnTo>
                <a:lnTo>
                  <a:pt x="218214" y="63948"/>
                </a:lnTo>
                <a:lnTo>
                  <a:pt x="218285" y="65147"/>
                </a:lnTo>
                <a:lnTo>
                  <a:pt x="218341" y="66355"/>
                </a:lnTo>
                <a:lnTo>
                  <a:pt x="218381" y="67573"/>
                </a:lnTo>
                <a:lnTo>
                  <a:pt x="218405" y="68800"/>
                </a:lnTo>
                <a:lnTo>
                  <a:pt x="218413" y="70036"/>
                </a:lnTo>
                <a:lnTo>
                  <a:pt x="218405" y="71265"/>
                </a:lnTo>
                <a:lnTo>
                  <a:pt x="218381" y="72484"/>
                </a:lnTo>
                <a:lnTo>
                  <a:pt x="218341" y="73695"/>
                </a:lnTo>
                <a:lnTo>
                  <a:pt x="218285" y="74896"/>
                </a:lnTo>
                <a:lnTo>
                  <a:pt x="218214" y="76088"/>
                </a:lnTo>
                <a:lnTo>
                  <a:pt x="218126" y="77271"/>
                </a:lnTo>
                <a:lnTo>
                  <a:pt x="218022" y="78445"/>
                </a:lnTo>
                <a:lnTo>
                  <a:pt x="217903" y="79610"/>
                </a:lnTo>
                <a:lnTo>
                  <a:pt x="217768" y="80766"/>
                </a:lnTo>
                <a:lnTo>
                  <a:pt x="217616" y="81913"/>
                </a:lnTo>
                <a:lnTo>
                  <a:pt x="217449" y="83051"/>
                </a:lnTo>
                <a:lnTo>
                  <a:pt x="217266" y="84179"/>
                </a:lnTo>
                <a:lnTo>
                  <a:pt x="217067" y="85299"/>
                </a:lnTo>
                <a:lnTo>
                  <a:pt x="216852" y="86409"/>
                </a:lnTo>
                <a:lnTo>
                  <a:pt x="216621" y="87511"/>
                </a:lnTo>
                <a:lnTo>
                  <a:pt x="216374" y="88603"/>
                </a:lnTo>
                <a:lnTo>
                  <a:pt x="216111" y="89686"/>
                </a:lnTo>
                <a:lnTo>
                  <a:pt x="215833" y="90761"/>
                </a:lnTo>
                <a:lnTo>
                  <a:pt x="215538" y="91826"/>
                </a:lnTo>
                <a:lnTo>
                  <a:pt x="215227" y="92882"/>
                </a:lnTo>
                <a:lnTo>
                  <a:pt x="214901" y="93929"/>
                </a:lnTo>
                <a:lnTo>
                  <a:pt x="214558" y="94967"/>
                </a:lnTo>
                <a:lnTo>
                  <a:pt x="214200" y="95996"/>
                </a:lnTo>
                <a:lnTo>
                  <a:pt x="213826" y="97015"/>
                </a:lnTo>
                <a:lnTo>
                  <a:pt x="213434" y="98022"/>
                </a:lnTo>
                <a:lnTo>
                  <a:pt x="213025" y="99011"/>
                </a:lnTo>
                <a:lnTo>
                  <a:pt x="212597" y="99983"/>
                </a:lnTo>
                <a:lnTo>
                  <a:pt x="212150" y="100938"/>
                </a:lnTo>
                <a:lnTo>
                  <a:pt x="211686" y="101875"/>
                </a:lnTo>
                <a:lnTo>
                  <a:pt x="211202" y="102795"/>
                </a:lnTo>
                <a:lnTo>
                  <a:pt x="210701" y="103698"/>
                </a:lnTo>
                <a:lnTo>
                  <a:pt x="210181" y="104583"/>
                </a:lnTo>
                <a:lnTo>
                  <a:pt x="209643" y="105452"/>
                </a:lnTo>
                <a:lnTo>
                  <a:pt x="209087" y="106302"/>
                </a:lnTo>
                <a:lnTo>
                  <a:pt x="208513" y="107136"/>
                </a:lnTo>
                <a:lnTo>
                  <a:pt x="207920" y="107952"/>
                </a:lnTo>
                <a:lnTo>
                  <a:pt x="207308" y="108751"/>
                </a:lnTo>
                <a:lnTo>
                  <a:pt x="206679" y="109533"/>
                </a:lnTo>
                <a:lnTo>
                  <a:pt x="206031" y="110297"/>
                </a:lnTo>
                <a:lnTo>
                  <a:pt x="205364" y="111044"/>
                </a:lnTo>
                <a:lnTo>
                  <a:pt x="204680" y="111774"/>
                </a:lnTo>
                <a:lnTo>
                  <a:pt x="203977" y="112487"/>
                </a:lnTo>
                <a:lnTo>
                  <a:pt x="203256" y="113182"/>
                </a:lnTo>
                <a:lnTo>
                  <a:pt x="202516" y="113860"/>
                </a:lnTo>
                <a:lnTo>
                  <a:pt x="201758" y="114521"/>
                </a:lnTo>
                <a:lnTo>
                  <a:pt x="200982" y="115164"/>
                </a:lnTo>
                <a:lnTo>
                  <a:pt x="200187" y="115790"/>
                </a:lnTo>
                <a:lnTo>
                  <a:pt x="199375" y="116399"/>
                </a:lnTo>
                <a:lnTo>
                  <a:pt x="198542" y="116986"/>
                </a:lnTo>
                <a:lnTo>
                  <a:pt x="197688" y="117549"/>
                </a:lnTo>
                <a:lnTo>
                  <a:pt x="196813" y="118086"/>
                </a:lnTo>
                <a:lnTo>
                  <a:pt x="195917" y="118599"/>
                </a:lnTo>
                <a:lnTo>
                  <a:pt x="194999" y="119086"/>
                </a:lnTo>
                <a:lnTo>
                  <a:pt x="194060" y="119549"/>
                </a:lnTo>
                <a:lnTo>
                  <a:pt x="193100" y="119987"/>
                </a:lnTo>
                <a:lnTo>
                  <a:pt x="192119" y="120399"/>
                </a:lnTo>
                <a:lnTo>
                  <a:pt x="191116" y="120787"/>
                </a:lnTo>
                <a:lnTo>
                  <a:pt x="190093" y="121149"/>
                </a:lnTo>
                <a:lnTo>
                  <a:pt x="189048" y="121487"/>
                </a:lnTo>
                <a:lnTo>
                  <a:pt x="187981" y="121799"/>
                </a:lnTo>
                <a:lnTo>
                  <a:pt x="186894" y="122087"/>
                </a:lnTo>
                <a:lnTo>
                  <a:pt x="185785" y="122349"/>
                </a:lnTo>
                <a:lnTo>
                  <a:pt x="184655" y="122587"/>
                </a:lnTo>
                <a:lnTo>
                  <a:pt x="183504" y="122799"/>
                </a:lnTo>
                <a:lnTo>
                  <a:pt x="182332" y="122987"/>
                </a:lnTo>
                <a:lnTo>
                  <a:pt x="181138" y="123149"/>
                </a:lnTo>
                <a:lnTo>
                  <a:pt x="179923" y="123287"/>
                </a:lnTo>
                <a:lnTo>
                  <a:pt x="178687" y="123399"/>
                </a:lnTo>
                <a:lnTo>
                  <a:pt x="177430" y="123487"/>
                </a:lnTo>
                <a:lnTo>
                  <a:pt x="176151" y="123550"/>
                </a:lnTo>
                <a:lnTo>
                  <a:pt x="174851" y="123587"/>
                </a:lnTo>
                <a:lnTo>
                  <a:pt x="173530" y="123600"/>
                </a:lnTo>
                <a:lnTo>
                  <a:pt x="172209" y="123587"/>
                </a:lnTo>
                <a:lnTo>
                  <a:pt x="170909" y="123550"/>
                </a:lnTo>
                <a:lnTo>
                  <a:pt x="169630" y="123487"/>
                </a:lnTo>
                <a:lnTo>
                  <a:pt x="168372" y="123399"/>
                </a:lnTo>
                <a:lnTo>
                  <a:pt x="167135" y="123287"/>
                </a:lnTo>
                <a:close/>
                <a:moveTo>
                  <a:pt x="556650" y="122973"/>
                </a:moveTo>
                <a:lnTo>
                  <a:pt x="555975" y="122930"/>
                </a:lnTo>
                <a:lnTo>
                  <a:pt x="555322" y="122869"/>
                </a:lnTo>
                <a:lnTo>
                  <a:pt x="554691" y="122791"/>
                </a:lnTo>
                <a:lnTo>
                  <a:pt x="554083" y="122696"/>
                </a:lnTo>
                <a:lnTo>
                  <a:pt x="553497" y="122583"/>
                </a:lnTo>
                <a:lnTo>
                  <a:pt x="552934" y="122453"/>
                </a:lnTo>
                <a:lnTo>
                  <a:pt x="552393" y="122306"/>
                </a:lnTo>
                <a:lnTo>
                  <a:pt x="551874" y="122142"/>
                </a:lnTo>
                <a:lnTo>
                  <a:pt x="551378" y="121960"/>
                </a:lnTo>
                <a:lnTo>
                  <a:pt x="550905" y="121761"/>
                </a:lnTo>
                <a:lnTo>
                  <a:pt x="550454" y="121544"/>
                </a:lnTo>
                <a:lnTo>
                  <a:pt x="550025" y="121310"/>
                </a:lnTo>
                <a:lnTo>
                  <a:pt x="549619" y="121059"/>
                </a:lnTo>
                <a:lnTo>
                  <a:pt x="549235" y="120791"/>
                </a:lnTo>
                <a:lnTo>
                  <a:pt x="548873" y="120505"/>
                </a:lnTo>
                <a:lnTo>
                  <a:pt x="548534" y="120202"/>
                </a:lnTo>
                <a:lnTo>
                  <a:pt x="548218" y="119882"/>
                </a:lnTo>
                <a:lnTo>
                  <a:pt x="547924" y="119544"/>
                </a:lnTo>
                <a:lnTo>
                  <a:pt x="547652" y="119189"/>
                </a:lnTo>
                <a:lnTo>
                  <a:pt x="547403" y="118817"/>
                </a:lnTo>
                <a:lnTo>
                  <a:pt x="547176" y="118427"/>
                </a:lnTo>
                <a:lnTo>
                  <a:pt x="546971" y="118020"/>
                </a:lnTo>
                <a:lnTo>
                  <a:pt x="546782" y="117597"/>
                </a:lnTo>
                <a:lnTo>
                  <a:pt x="546601" y="117158"/>
                </a:lnTo>
                <a:lnTo>
                  <a:pt x="546428" y="116705"/>
                </a:lnTo>
                <a:lnTo>
                  <a:pt x="546263" y="116236"/>
                </a:lnTo>
                <a:lnTo>
                  <a:pt x="546106" y="115752"/>
                </a:lnTo>
                <a:lnTo>
                  <a:pt x="545957" y="115253"/>
                </a:lnTo>
                <a:lnTo>
                  <a:pt x="545816" y="114739"/>
                </a:lnTo>
                <a:lnTo>
                  <a:pt x="545684" y="114209"/>
                </a:lnTo>
                <a:lnTo>
                  <a:pt x="545559" y="113665"/>
                </a:lnTo>
                <a:lnTo>
                  <a:pt x="545442" y="113105"/>
                </a:lnTo>
                <a:lnTo>
                  <a:pt x="545333" y="112530"/>
                </a:lnTo>
                <a:lnTo>
                  <a:pt x="545233" y="111940"/>
                </a:lnTo>
                <a:lnTo>
                  <a:pt x="545140" y="111334"/>
                </a:lnTo>
                <a:lnTo>
                  <a:pt x="545056" y="110714"/>
                </a:lnTo>
                <a:lnTo>
                  <a:pt x="544979" y="110078"/>
                </a:lnTo>
                <a:lnTo>
                  <a:pt x="544911" y="109427"/>
                </a:lnTo>
                <a:lnTo>
                  <a:pt x="544850" y="108761"/>
                </a:lnTo>
                <a:lnTo>
                  <a:pt x="544798" y="108080"/>
                </a:lnTo>
                <a:lnTo>
                  <a:pt x="544754" y="107383"/>
                </a:lnTo>
                <a:lnTo>
                  <a:pt x="544718" y="106672"/>
                </a:lnTo>
                <a:lnTo>
                  <a:pt x="544689" y="105945"/>
                </a:lnTo>
                <a:lnTo>
                  <a:pt x="544669" y="105203"/>
                </a:lnTo>
                <a:lnTo>
                  <a:pt x="544657" y="104446"/>
                </a:lnTo>
                <a:lnTo>
                  <a:pt x="544653" y="103674"/>
                </a:lnTo>
                <a:lnTo>
                  <a:pt x="544653" y="50604"/>
                </a:lnTo>
                <a:lnTo>
                  <a:pt x="568328" y="50604"/>
                </a:lnTo>
                <a:lnTo>
                  <a:pt x="568328" y="37287"/>
                </a:lnTo>
                <a:lnTo>
                  <a:pt x="544653" y="37287"/>
                </a:lnTo>
                <a:lnTo>
                  <a:pt x="544653" y="15290"/>
                </a:lnTo>
                <a:lnTo>
                  <a:pt x="528279" y="15290"/>
                </a:lnTo>
                <a:lnTo>
                  <a:pt x="528279" y="37287"/>
                </a:lnTo>
                <a:lnTo>
                  <a:pt x="512200" y="37287"/>
                </a:lnTo>
                <a:lnTo>
                  <a:pt x="512200" y="50604"/>
                </a:lnTo>
                <a:lnTo>
                  <a:pt x="528279" y="50604"/>
                </a:lnTo>
                <a:lnTo>
                  <a:pt x="528279" y="104142"/>
                </a:lnTo>
                <a:lnTo>
                  <a:pt x="528283" y="104980"/>
                </a:lnTo>
                <a:lnTo>
                  <a:pt x="528295" y="105808"/>
                </a:lnTo>
                <a:lnTo>
                  <a:pt x="528315" y="106625"/>
                </a:lnTo>
                <a:lnTo>
                  <a:pt x="528343" y="107433"/>
                </a:lnTo>
                <a:lnTo>
                  <a:pt x="528379" y="108230"/>
                </a:lnTo>
                <a:lnTo>
                  <a:pt x="528423" y="109017"/>
                </a:lnTo>
                <a:lnTo>
                  <a:pt x="528476" y="109794"/>
                </a:lnTo>
                <a:lnTo>
                  <a:pt x="528536" y="110562"/>
                </a:lnTo>
                <a:lnTo>
                  <a:pt x="528605" y="111318"/>
                </a:lnTo>
                <a:lnTo>
                  <a:pt x="528681" y="112065"/>
                </a:lnTo>
                <a:lnTo>
                  <a:pt x="528766" y="112802"/>
                </a:lnTo>
                <a:lnTo>
                  <a:pt x="528858" y="113529"/>
                </a:lnTo>
                <a:lnTo>
                  <a:pt x="528959" y="114245"/>
                </a:lnTo>
                <a:lnTo>
                  <a:pt x="529067" y="114952"/>
                </a:lnTo>
                <a:lnTo>
                  <a:pt x="529184" y="115648"/>
                </a:lnTo>
                <a:lnTo>
                  <a:pt x="529309" y="116334"/>
                </a:lnTo>
                <a:lnTo>
                  <a:pt x="529442" y="117010"/>
                </a:lnTo>
                <a:lnTo>
                  <a:pt x="529582" y="117676"/>
                </a:lnTo>
                <a:lnTo>
                  <a:pt x="529731" y="118332"/>
                </a:lnTo>
                <a:lnTo>
                  <a:pt x="529888" y="118978"/>
                </a:lnTo>
                <a:lnTo>
                  <a:pt x="530053" y="119614"/>
                </a:lnTo>
                <a:lnTo>
                  <a:pt x="530226" y="120239"/>
                </a:lnTo>
                <a:lnTo>
                  <a:pt x="530408" y="120855"/>
                </a:lnTo>
                <a:lnTo>
                  <a:pt x="530597" y="121460"/>
                </a:lnTo>
                <a:lnTo>
                  <a:pt x="530797" y="122054"/>
                </a:lnTo>
                <a:lnTo>
                  <a:pt x="531010" y="122637"/>
                </a:lnTo>
                <a:lnTo>
                  <a:pt x="531237" y="123208"/>
                </a:lnTo>
                <a:lnTo>
                  <a:pt x="531478" y="123767"/>
                </a:lnTo>
                <a:lnTo>
                  <a:pt x="531732" y="124314"/>
                </a:lnTo>
                <a:lnTo>
                  <a:pt x="531999" y="124850"/>
                </a:lnTo>
                <a:lnTo>
                  <a:pt x="532280" y="125374"/>
                </a:lnTo>
                <a:lnTo>
                  <a:pt x="532575" y="125886"/>
                </a:lnTo>
                <a:lnTo>
                  <a:pt x="532883" y="126387"/>
                </a:lnTo>
                <a:lnTo>
                  <a:pt x="533205" y="126876"/>
                </a:lnTo>
                <a:lnTo>
                  <a:pt x="533540" y="127353"/>
                </a:lnTo>
                <a:lnTo>
                  <a:pt x="533889" y="127819"/>
                </a:lnTo>
                <a:lnTo>
                  <a:pt x="534251" y="128273"/>
                </a:lnTo>
                <a:lnTo>
                  <a:pt x="534627" y="128715"/>
                </a:lnTo>
                <a:lnTo>
                  <a:pt x="535016" y="129145"/>
                </a:lnTo>
                <a:lnTo>
                  <a:pt x="535419" y="129564"/>
                </a:lnTo>
                <a:lnTo>
                  <a:pt x="535836" y="129971"/>
                </a:lnTo>
                <a:lnTo>
                  <a:pt x="536266" y="130366"/>
                </a:lnTo>
                <a:lnTo>
                  <a:pt x="536709" y="130750"/>
                </a:lnTo>
                <a:lnTo>
                  <a:pt x="537166" y="131122"/>
                </a:lnTo>
                <a:lnTo>
                  <a:pt x="537637" y="131482"/>
                </a:lnTo>
                <a:lnTo>
                  <a:pt x="538121" y="131831"/>
                </a:lnTo>
                <a:lnTo>
                  <a:pt x="538618" y="132168"/>
                </a:lnTo>
                <a:lnTo>
                  <a:pt x="539129" y="132493"/>
                </a:lnTo>
                <a:lnTo>
                  <a:pt x="539657" y="132805"/>
                </a:lnTo>
                <a:lnTo>
                  <a:pt x="540203" y="133105"/>
                </a:lnTo>
                <a:lnTo>
                  <a:pt x="540768" y="133391"/>
                </a:lnTo>
                <a:lnTo>
                  <a:pt x="541351" y="133664"/>
                </a:lnTo>
                <a:lnTo>
                  <a:pt x="541954" y="133923"/>
                </a:lnTo>
                <a:lnTo>
                  <a:pt x="542576" y="134169"/>
                </a:lnTo>
                <a:lnTo>
                  <a:pt x="543216" y="134402"/>
                </a:lnTo>
                <a:lnTo>
                  <a:pt x="543875" y="134621"/>
                </a:lnTo>
                <a:lnTo>
                  <a:pt x="544553" y="134828"/>
                </a:lnTo>
                <a:lnTo>
                  <a:pt x="545250" y="135021"/>
                </a:lnTo>
                <a:lnTo>
                  <a:pt x="545966" y="135200"/>
                </a:lnTo>
                <a:lnTo>
                  <a:pt x="546700" y="135367"/>
                </a:lnTo>
                <a:lnTo>
                  <a:pt x="547453" y="135520"/>
                </a:lnTo>
                <a:lnTo>
                  <a:pt x="548226" y="135659"/>
                </a:lnTo>
                <a:lnTo>
                  <a:pt x="549017" y="135786"/>
                </a:lnTo>
                <a:lnTo>
                  <a:pt x="549827" y="135899"/>
                </a:lnTo>
                <a:lnTo>
                  <a:pt x="550655" y="135998"/>
                </a:lnTo>
                <a:lnTo>
                  <a:pt x="551503" y="136085"/>
                </a:lnTo>
                <a:lnTo>
                  <a:pt x="552369" y="136158"/>
                </a:lnTo>
                <a:lnTo>
                  <a:pt x="553254" y="136218"/>
                </a:lnTo>
                <a:lnTo>
                  <a:pt x="554158" y="136265"/>
                </a:lnTo>
                <a:lnTo>
                  <a:pt x="555081" y="136298"/>
                </a:lnTo>
                <a:lnTo>
                  <a:pt x="556023" y="136318"/>
                </a:lnTo>
                <a:lnTo>
                  <a:pt x="556984" y="136324"/>
                </a:lnTo>
                <a:lnTo>
                  <a:pt x="568525" y="136324"/>
                </a:lnTo>
                <a:lnTo>
                  <a:pt x="568525" y="123008"/>
                </a:lnTo>
                <a:lnTo>
                  <a:pt x="558069" y="123008"/>
                </a:lnTo>
                <a:lnTo>
                  <a:pt x="557348" y="122999"/>
                </a:lnTo>
                <a:lnTo>
                  <a:pt x="556650" y="122973"/>
                </a:lnTo>
                <a:close/>
                <a:moveTo>
                  <a:pt x="284169" y="64116"/>
                </a:moveTo>
                <a:lnTo>
                  <a:pt x="284573" y="63624"/>
                </a:lnTo>
                <a:lnTo>
                  <a:pt x="284988" y="63135"/>
                </a:lnTo>
                <a:lnTo>
                  <a:pt x="285413" y="62650"/>
                </a:lnTo>
                <a:lnTo>
                  <a:pt x="285847" y="62168"/>
                </a:lnTo>
                <a:lnTo>
                  <a:pt x="286291" y="61689"/>
                </a:lnTo>
                <a:lnTo>
                  <a:pt x="286746" y="61214"/>
                </a:lnTo>
                <a:lnTo>
                  <a:pt x="287210" y="60743"/>
                </a:lnTo>
                <a:lnTo>
                  <a:pt x="287684" y="60274"/>
                </a:lnTo>
                <a:lnTo>
                  <a:pt x="288168" y="59809"/>
                </a:lnTo>
                <a:lnTo>
                  <a:pt x="288662" y="59348"/>
                </a:lnTo>
                <a:lnTo>
                  <a:pt x="289166" y="58889"/>
                </a:lnTo>
                <a:lnTo>
                  <a:pt x="289680" y="58435"/>
                </a:lnTo>
                <a:lnTo>
                  <a:pt x="290204" y="57983"/>
                </a:lnTo>
                <a:lnTo>
                  <a:pt x="290738" y="57535"/>
                </a:lnTo>
                <a:lnTo>
                  <a:pt x="291282" y="57091"/>
                </a:lnTo>
                <a:lnTo>
                  <a:pt x="291836" y="56649"/>
                </a:lnTo>
                <a:lnTo>
                  <a:pt x="292399" y="56211"/>
                </a:lnTo>
                <a:lnTo>
                  <a:pt x="292973" y="55777"/>
                </a:lnTo>
                <a:lnTo>
                  <a:pt x="293556" y="55346"/>
                </a:lnTo>
                <a:lnTo>
                  <a:pt x="294150" y="54918"/>
                </a:lnTo>
                <a:lnTo>
                  <a:pt x="294753" y="54494"/>
                </a:lnTo>
                <a:lnTo>
                  <a:pt x="295367" y="54080"/>
                </a:lnTo>
                <a:lnTo>
                  <a:pt x="295993" y="53684"/>
                </a:lnTo>
                <a:lnTo>
                  <a:pt x="296632" y="53305"/>
                </a:lnTo>
                <a:lnTo>
                  <a:pt x="297282" y="52944"/>
                </a:lnTo>
                <a:lnTo>
                  <a:pt x="297944" y="52600"/>
                </a:lnTo>
                <a:lnTo>
                  <a:pt x="298618" y="52274"/>
                </a:lnTo>
                <a:lnTo>
                  <a:pt x="299305" y="51966"/>
                </a:lnTo>
                <a:lnTo>
                  <a:pt x="300003" y="51675"/>
                </a:lnTo>
                <a:lnTo>
                  <a:pt x="300713" y="51402"/>
                </a:lnTo>
                <a:lnTo>
                  <a:pt x="301435" y="51147"/>
                </a:lnTo>
                <a:lnTo>
                  <a:pt x="302169" y="50909"/>
                </a:lnTo>
                <a:lnTo>
                  <a:pt x="302916" y="50689"/>
                </a:lnTo>
                <a:lnTo>
                  <a:pt x="303674" y="50486"/>
                </a:lnTo>
                <a:lnTo>
                  <a:pt x="304444" y="50301"/>
                </a:lnTo>
                <a:lnTo>
                  <a:pt x="305226" y="50134"/>
                </a:lnTo>
                <a:lnTo>
                  <a:pt x="306020" y="49984"/>
                </a:lnTo>
                <a:lnTo>
                  <a:pt x="306826" y="49852"/>
                </a:lnTo>
                <a:lnTo>
                  <a:pt x="307644" y="49737"/>
                </a:lnTo>
                <a:lnTo>
                  <a:pt x="308474" y="49640"/>
                </a:lnTo>
                <a:lnTo>
                  <a:pt x="309316" y="49561"/>
                </a:lnTo>
                <a:lnTo>
                  <a:pt x="310170" y="49499"/>
                </a:lnTo>
                <a:lnTo>
                  <a:pt x="311036" y="49455"/>
                </a:lnTo>
                <a:lnTo>
                  <a:pt x="311914" y="49429"/>
                </a:lnTo>
                <a:lnTo>
                  <a:pt x="312804" y="49420"/>
                </a:lnTo>
                <a:lnTo>
                  <a:pt x="313399" y="49426"/>
                </a:lnTo>
                <a:lnTo>
                  <a:pt x="313981" y="49442"/>
                </a:lnTo>
                <a:lnTo>
                  <a:pt x="314552" y="49471"/>
                </a:lnTo>
                <a:lnTo>
                  <a:pt x="315110" y="49510"/>
                </a:lnTo>
                <a:lnTo>
                  <a:pt x="315657" y="49560"/>
                </a:lnTo>
                <a:lnTo>
                  <a:pt x="316192" y="49622"/>
                </a:lnTo>
                <a:lnTo>
                  <a:pt x="316716" y="49695"/>
                </a:lnTo>
                <a:lnTo>
                  <a:pt x="317227" y="49779"/>
                </a:lnTo>
                <a:lnTo>
                  <a:pt x="317727" y="49874"/>
                </a:lnTo>
                <a:lnTo>
                  <a:pt x="318214" y="49980"/>
                </a:lnTo>
                <a:lnTo>
                  <a:pt x="318690" y="50098"/>
                </a:lnTo>
                <a:lnTo>
                  <a:pt x="319155" y="50227"/>
                </a:lnTo>
                <a:lnTo>
                  <a:pt x="319607" y="50367"/>
                </a:lnTo>
                <a:lnTo>
                  <a:pt x="320048" y="50518"/>
                </a:lnTo>
                <a:lnTo>
                  <a:pt x="320476" y="50681"/>
                </a:lnTo>
                <a:lnTo>
                  <a:pt x="320893" y="50855"/>
                </a:lnTo>
                <a:lnTo>
                  <a:pt x="321298" y="51039"/>
                </a:lnTo>
                <a:lnTo>
                  <a:pt x="321692" y="51236"/>
                </a:lnTo>
                <a:lnTo>
                  <a:pt x="322073" y="51443"/>
                </a:lnTo>
                <a:lnTo>
                  <a:pt x="322443" y="51661"/>
                </a:lnTo>
                <a:lnTo>
                  <a:pt x="322801" y="51891"/>
                </a:lnTo>
                <a:lnTo>
                  <a:pt x="323147" y="52132"/>
                </a:lnTo>
                <a:lnTo>
                  <a:pt x="323481" y="52384"/>
                </a:lnTo>
                <a:lnTo>
                  <a:pt x="323803" y="52648"/>
                </a:lnTo>
                <a:lnTo>
                  <a:pt x="324116" y="52921"/>
                </a:lnTo>
                <a:lnTo>
                  <a:pt x="324420" y="53202"/>
                </a:lnTo>
                <a:lnTo>
                  <a:pt x="324716" y="53492"/>
                </a:lnTo>
                <a:lnTo>
                  <a:pt x="325005" y="53790"/>
                </a:lnTo>
                <a:lnTo>
                  <a:pt x="325285" y="54097"/>
                </a:lnTo>
                <a:lnTo>
                  <a:pt x="325557" y="54412"/>
                </a:lnTo>
                <a:lnTo>
                  <a:pt x="325821" y="54735"/>
                </a:lnTo>
                <a:lnTo>
                  <a:pt x="326077" y="55067"/>
                </a:lnTo>
                <a:lnTo>
                  <a:pt x="326325" y="55407"/>
                </a:lnTo>
                <a:lnTo>
                  <a:pt x="326566" y="55756"/>
                </a:lnTo>
                <a:lnTo>
                  <a:pt x="326797" y="56112"/>
                </a:lnTo>
                <a:lnTo>
                  <a:pt x="327021" y="56478"/>
                </a:lnTo>
                <a:lnTo>
                  <a:pt x="327237" y="56851"/>
                </a:lnTo>
                <a:lnTo>
                  <a:pt x="327445" y="57233"/>
                </a:lnTo>
                <a:lnTo>
                  <a:pt x="327645" y="57624"/>
                </a:lnTo>
                <a:lnTo>
                  <a:pt x="327837" y="58022"/>
                </a:lnTo>
                <a:lnTo>
                  <a:pt x="328020" y="58429"/>
                </a:lnTo>
                <a:lnTo>
                  <a:pt x="328196" y="58845"/>
                </a:lnTo>
                <a:lnTo>
                  <a:pt x="328363" y="59269"/>
                </a:lnTo>
                <a:lnTo>
                  <a:pt x="328523" y="59701"/>
                </a:lnTo>
                <a:lnTo>
                  <a:pt x="328674" y="60141"/>
                </a:lnTo>
                <a:lnTo>
                  <a:pt x="328818" y="60590"/>
                </a:lnTo>
                <a:lnTo>
                  <a:pt x="328953" y="61047"/>
                </a:lnTo>
                <a:lnTo>
                  <a:pt x="329081" y="61513"/>
                </a:lnTo>
                <a:lnTo>
                  <a:pt x="329201" y="61986"/>
                </a:lnTo>
                <a:lnTo>
                  <a:pt x="329317" y="62464"/>
                </a:lnTo>
                <a:lnTo>
                  <a:pt x="329427" y="62947"/>
                </a:lnTo>
                <a:lnTo>
                  <a:pt x="329533" y="63437"/>
                </a:lnTo>
                <a:lnTo>
                  <a:pt x="329633" y="63932"/>
                </a:lnTo>
                <a:lnTo>
                  <a:pt x="329728" y="64433"/>
                </a:lnTo>
                <a:lnTo>
                  <a:pt x="329818" y="64940"/>
                </a:lnTo>
                <a:lnTo>
                  <a:pt x="329903" y="65452"/>
                </a:lnTo>
                <a:lnTo>
                  <a:pt x="329982" y="65970"/>
                </a:lnTo>
                <a:lnTo>
                  <a:pt x="330057" y="66494"/>
                </a:lnTo>
                <a:lnTo>
                  <a:pt x="330126" y="67024"/>
                </a:lnTo>
                <a:lnTo>
                  <a:pt x="330190" y="67559"/>
                </a:lnTo>
                <a:lnTo>
                  <a:pt x="330249" y="68100"/>
                </a:lnTo>
                <a:lnTo>
                  <a:pt x="330303" y="68646"/>
                </a:lnTo>
                <a:lnTo>
                  <a:pt x="330352" y="69199"/>
                </a:lnTo>
                <a:lnTo>
                  <a:pt x="330396" y="69757"/>
                </a:lnTo>
                <a:lnTo>
                  <a:pt x="330434" y="70320"/>
                </a:lnTo>
                <a:lnTo>
                  <a:pt x="330468" y="70890"/>
                </a:lnTo>
                <a:lnTo>
                  <a:pt x="330496" y="71465"/>
                </a:lnTo>
                <a:lnTo>
                  <a:pt x="330519" y="72046"/>
                </a:lnTo>
                <a:lnTo>
                  <a:pt x="330537" y="72632"/>
                </a:lnTo>
                <a:lnTo>
                  <a:pt x="330550" y="73224"/>
                </a:lnTo>
                <a:lnTo>
                  <a:pt x="330558" y="73822"/>
                </a:lnTo>
                <a:lnTo>
                  <a:pt x="330560" y="74426"/>
                </a:lnTo>
                <a:lnTo>
                  <a:pt x="330560" y="136324"/>
                </a:lnTo>
                <a:lnTo>
                  <a:pt x="347034" y="136324"/>
                </a:lnTo>
                <a:lnTo>
                  <a:pt x="347034" y="72308"/>
                </a:lnTo>
                <a:lnTo>
                  <a:pt x="347021" y="70869"/>
                </a:lnTo>
                <a:lnTo>
                  <a:pt x="346984" y="69457"/>
                </a:lnTo>
                <a:lnTo>
                  <a:pt x="346921" y="68072"/>
                </a:lnTo>
                <a:lnTo>
                  <a:pt x="346834" y="66714"/>
                </a:lnTo>
                <a:lnTo>
                  <a:pt x="346721" y="65383"/>
                </a:lnTo>
                <a:lnTo>
                  <a:pt x="346583" y="64080"/>
                </a:lnTo>
                <a:lnTo>
                  <a:pt x="346421" y="62803"/>
                </a:lnTo>
                <a:lnTo>
                  <a:pt x="346233" y="61553"/>
                </a:lnTo>
                <a:lnTo>
                  <a:pt x="346021" y="60331"/>
                </a:lnTo>
                <a:lnTo>
                  <a:pt x="345783" y="59136"/>
                </a:lnTo>
                <a:lnTo>
                  <a:pt x="345521" y="57967"/>
                </a:lnTo>
                <a:lnTo>
                  <a:pt x="345233" y="56826"/>
                </a:lnTo>
                <a:lnTo>
                  <a:pt x="344921" y="55712"/>
                </a:lnTo>
                <a:lnTo>
                  <a:pt x="344583" y="54625"/>
                </a:lnTo>
                <a:lnTo>
                  <a:pt x="344221" y="53565"/>
                </a:lnTo>
                <a:lnTo>
                  <a:pt x="343833" y="52532"/>
                </a:lnTo>
                <a:lnTo>
                  <a:pt x="343421" y="51526"/>
                </a:lnTo>
                <a:lnTo>
                  <a:pt x="342983" y="50547"/>
                </a:lnTo>
                <a:lnTo>
                  <a:pt x="342520" y="49595"/>
                </a:lnTo>
                <a:lnTo>
                  <a:pt x="342033" y="48671"/>
                </a:lnTo>
                <a:lnTo>
                  <a:pt x="341520" y="47773"/>
                </a:lnTo>
                <a:lnTo>
                  <a:pt x="340983" y="46903"/>
                </a:lnTo>
                <a:lnTo>
                  <a:pt x="340420" y="46059"/>
                </a:lnTo>
                <a:lnTo>
                  <a:pt x="339833" y="45243"/>
                </a:lnTo>
                <a:lnTo>
                  <a:pt x="339218" y="44457"/>
                </a:lnTo>
                <a:lnTo>
                  <a:pt x="338573" y="43705"/>
                </a:lnTo>
                <a:lnTo>
                  <a:pt x="337898" y="42985"/>
                </a:lnTo>
                <a:lnTo>
                  <a:pt x="337194" y="42300"/>
                </a:lnTo>
                <a:lnTo>
                  <a:pt x="336460" y="41647"/>
                </a:lnTo>
                <a:lnTo>
                  <a:pt x="335696" y="41029"/>
                </a:lnTo>
                <a:lnTo>
                  <a:pt x="334902" y="40443"/>
                </a:lnTo>
                <a:lnTo>
                  <a:pt x="334078" y="39891"/>
                </a:lnTo>
                <a:lnTo>
                  <a:pt x="333225" y="39373"/>
                </a:lnTo>
                <a:lnTo>
                  <a:pt x="332342" y="38888"/>
                </a:lnTo>
                <a:lnTo>
                  <a:pt x="331429" y="38436"/>
                </a:lnTo>
                <a:lnTo>
                  <a:pt x="330486" y="38018"/>
                </a:lnTo>
                <a:lnTo>
                  <a:pt x="329514" y="37634"/>
                </a:lnTo>
                <a:lnTo>
                  <a:pt x="328511" y="37282"/>
                </a:lnTo>
                <a:lnTo>
                  <a:pt x="327479" y="36965"/>
                </a:lnTo>
                <a:lnTo>
                  <a:pt x="326417" y="36680"/>
                </a:lnTo>
                <a:lnTo>
                  <a:pt x="325325" y="36430"/>
                </a:lnTo>
                <a:lnTo>
                  <a:pt x="324204" y="36212"/>
                </a:lnTo>
                <a:lnTo>
                  <a:pt x="323053" y="36028"/>
                </a:lnTo>
                <a:lnTo>
                  <a:pt x="321871" y="35878"/>
                </a:lnTo>
                <a:lnTo>
                  <a:pt x="320660" y="35761"/>
                </a:lnTo>
                <a:lnTo>
                  <a:pt x="319420" y="35677"/>
                </a:lnTo>
                <a:lnTo>
                  <a:pt x="318149" y="35627"/>
                </a:lnTo>
                <a:lnTo>
                  <a:pt x="316849" y="35610"/>
                </a:lnTo>
                <a:lnTo>
                  <a:pt x="315780" y="35619"/>
                </a:lnTo>
                <a:lnTo>
                  <a:pt x="314727" y="35646"/>
                </a:lnTo>
                <a:lnTo>
                  <a:pt x="313691" y="35691"/>
                </a:lnTo>
                <a:lnTo>
                  <a:pt x="312670" y="35754"/>
                </a:lnTo>
                <a:lnTo>
                  <a:pt x="311666" y="35835"/>
                </a:lnTo>
                <a:lnTo>
                  <a:pt x="310677" y="35934"/>
                </a:lnTo>
                <a:lnTo>
                  <a:pt x="309705" y="36051"/>
                </a:lnTo>
                <a:lnTo>
                  <a:pt x="308749" y="36185"/>
                </a:lnTo>
                <a:lnTo>
                  <a:pt x="307809" y="36338"/>
                </a:lnTo>
                <a:lnTo>
                  <a:pt x="306885" y="36509"/>
                </a:lnTo>
                <a:lnTo>
                  <a:pt x="305977" y="36698"/>
                </a:lnTo>
                <a:lnTo>
                  <a:pt x="305086" y="36905"/>
                </a:lnTo>
                <a:lnTo>
                  <a:pt x="304210" y="37130"/>
                </a:lnTo>
                <a:lnTo>
                  <a:pt x="303351" y="37372"/>
                </a:lnTo>
                <a:lnTo>
                  <a:pt x="302507" y="37633"/>
                </a:lnTo>
                <a:lnTo>
                  <a:pt x="301680" y="37912"/>
                </a:lnTo>
                <a:lnTo>
                  <a:pt x="300869" y="38208"/>
                </a:lnTo>
                <a:lnTo>
                  <a:pt x="300073" y="38523"/>
                </a:lnTo>
                <a:lnTo>
                  <a:pt x="299294" y="38856"/>
                </a:lnTo>
                <a:lnTo>
                  <a:pt x="298531" y="39206"/>
                </a:lnTo>
                <a:lnTo>
                  <a:pt x="297785" y="39575"/>
                </a:lnTo>
                <a:lnTo>
                  <a:pt x="297054" y="39962"/>
                </a:lnTo>
                <a:lnTo>
                  <a:pt x="296339" y="40366"/>
                </a:lnTo>
                <a:lnTo>
                  <a:pt x="295641" y="40789"/>
                </a:lnTo>
                <a:lnTo>
                  <a:pt x="294957" y="41222"/>
                </a:lnTo>
                <a:lnTo>
                  <a:pt x="294286" y="41656"/>
                </a:lnTo>
                <a:lnTo>
                  <a:pt x="293629" y="42094"/>
                </a:lnTo>
                <a:lnTo>
                  <a:pt x="292985" y="42533"/>
                </a:lnTo>
                <a:lnTo>
                  <a:pt x="292355" y="42974"/>
                </a:lnTo>
                <a:lnTo>
                  <a:pt x="291738" y="43418"/>
                </a:lnTo>
                <a:lnTo>
                  <a:pt x="291134" y="43864"/>
                </a:lnTo>
                <a:lnTo>
                  <a:pt x="290544" y="44313"/>
                </a:lnTo>
                <a:lnTo>
                  <a:pt x="289967" y="44763"/>
                </a:lnTo>
                <a:lnTo>
                  <a:pt x="289404" y="45216"/>
                </a:lnTo>
                <a:lnTo>
                  <a:pt x="288853" y="45671"/>
                </a:lnTo>
                <a:lnTo>
                  <a:pt x="288316" y="46128"/>
                </a:lnTo>
                <a:lnTo>
                  <a:pt x="287793" y="46587"/>
                </a:lnTo>
                <a:lnTo>
                  <a:pt x="287283" y="47049"/>
                </a:lnTo>
                <a:lnTo>
                  <a:pt x="286786" y="47513"/>
                </a:lnTo>
                <a:lnTo>
                  <a:pt x="286302" y="47979"/>
                </a:lnTo>
                <a:lnTo>
                  <a:pt x="285832" y="48447"/>
                </a:lnTo>
                <a:lnTo>
                  <a:pt x="285376" y="48918"/>
                </a:lnTo>
                <a:lnTo>
                  <a:pt x="284932" y="49390"/>
                </a:lnTo>
                <a:lnTo>
                  <a:pt x="284502" y="49865"/>
                </a:lnTo>
                <a:lnTo>
                  <a:pt x="284086" y="50343"/>
                </a:lnTo>
                <a:lnTo>
                  <a:pt x="283682" y="50822"/>
                </a:lnTo>
                <a:lnTo>
                  <a:pt x="283292" y="51304"/>
                </a:lnTo>
                <a:lnTo>
                  <a:pt x="282916" y="51788"/>
                </a:lnTo>
                <a:lnTo>
                  <a:pt x="282324" y="37287"/>
                </a:lnTo>
                <a:lnTo>
                  <a:pt x="266541" y="37287"/>
                </a:lnTo>
                <a:lnTo>
                  <a:pt x="266541" y="136324"/>
                </a:lnTo>
                <a:lnTo>
                  <a:pt x="283014" y="136324"/>
                </a:lnTo>
                <a:lnTo>
                  <a:pt x="283014" y="65613"/>
                </a:lnTo>
                <a:lnTo>
                  <a:pt x="283389" y="65111"/>
                </a:lnTo>
                <a:lnTo>
                  <a:pt x="283774" y="64612"/>
                </a:lnTo>
                <a:lnTo>
                  <a:pt x="284169" y="64116"/>
                </a:lnTo>
                <a:close/>
                <a:moveTo>
                  <a:pt x="605232" y="64903"/>
                </a:moveTo>
                <a:lnTo>
                  <a:pt x="605506" y="64539"/>
                </a:lnTo>
                <a:lnTo>
                  <a:pt x="605783" y="64179"/>
                </a:lnTo>
                <a:lnTo>
                  <a:pt x="606063" y="63823"/>
                </a:lnTo>
                <a:lnTo>
                  <a:pt x="606346" y="63471"/>
                </a:lnTo>
                <a:lnTo>
                  <a:pt x="606632" y="63122"/>
                </a:lnTo>
                <a:lnTo>
                  <a:pt x="606921" y="62777"/>
                </a:lnTo>
                <a:lnTo>
                  <a:pt x="607214" y="62436"/>
                </a:lnTo>
                <a:lnTo>
                  <a:pt x="607509" y="62098"/>
                </a:lnTo>
                <a:lnTo>
                  <a:pt x="607808" y="61764"/>
                </a:lnTo>
                <a:lnTo>
                  <a:pt x="608109" y="61434"/>
                </a:lnTo>
                <a:lnTo>
                  <a:pt x="608414" y="61108"/>
                </a:lnTo>
                <a:lnTo>
                  <a:pt x="608722" y="60785"/>
                </a:lnTo>
                <a:lnTo>
                  <a:pt x="609032" y="60467"/>
                </a:lnTo>
                <a:lnTo>
                  <a:pt x="609346" y="60152"/>
                </a:lnTo>
                <a:lnTo>
                  <a:pt x="609663" y="59840"/>
                </a:lnTo>
                <a:lnTo>
                  <a:pt x="609983" y="59533"/>
                </a:lnTo>
                <a:lnTo>
                  <a:pt x="610307" y="59229"/>
                </a:lnTo>
                <a:lnTo>
                  <a:pt x="610633" y="58929"/>
                </a:lnTo>
                <a:lnTo>
                  <a:pt x="610962" y="58633"/>
                </a:lnTo>
                <a:lnTo>
                  <a:pt x="611295" y="58340"/>
                </a:lnTo>
                <a:lnTo>
                  <a:pt x="611630" y="58051"/>
                </a:lnTo>
                <a:lnTo>
                  <a:pt x="611969" y="57767"/>
                </a:lnTo>
                <a:lnTo>
                  <a:pt x="612314" y="57488"/>
                </a:lnTo>
                <a:lnTo>
                  <a:pt x="612663" y="57214"/>
                </a:lnTo>
                <a:lnTo>
                  <a:pt x="613016" y="56945"/>
                </a:lnTo>
                <a:lnTo>
                  <a:pt x="613375" y="56681"/>
                </a:lnTo>
                <a:lnTo>
                  <a:pt x="613739" y="56423"/>
                </a:lnTo>
                <a:lnTo>
                  <a:pt x="614107" y="56170"/>
                </a:lnTo>
                <a:lnTo>
                  <a:pt x="614480" y="55922"/>
                </a:lnTo>
                <a:lnTo>
                  <a:pt x="614857" y="55679"/>
                </a:lnTo>
                <a:lnTo>
                  <a:pt x="615240" y="55441"/>
                </a:lnTo>
                <a:lnTo>
                  <a:pt x="615627" y="55208"/>
                </a:lnTo>
                <a:lnTo>
                  <a:pt x="616020" y="54981"/>
                </a:lnTo>
                <a:lnTo>
                  <a:pt x="616417" y="54759"/>
                </a:lnTo>
                <a:lnTo>
                  <a:pt x="616818" y="54542"/>
                </a:lnTo>
                <a:lnTo>
                  <a:pt x="617225" y="54330"/>
                </a:lnTo>
                <a:lnTo>
                  <a:pt x="617636" y="54123"/>
                </a:lnTo>
                <a:lnTo>
                  <a:pt x="618052" y="53922"/>
                </a:lnTo>
                <a:lnTo>
                  <a:pt x="618473" y="53726"/>
                </a:lnTo>
                <a:lnTo>
                  <a:pt x="618899" y="53535"/>
                </a:lnTo>
                <a:lnTo>
                  <a:pt x="619330" y="53349"/>
                </a:lnTo>
                <a:lnTo>
                  <a:pt x="619765" y="53168"/>
                </a:lnTo>
                <a:lnTo>
                  <a:pt x="620205" y="52992"/>
                </a:lnTo>
                <a:lnTo>
                  <a:pt x="620650" y="52822"/>
                </a:lnTo>
                <a:lnTo>
                  <a:pt x="621100" y="52657"/>
                </a:lnTo>
                <a:lnTo>
                  <a:pt x="621555" y="52497"/>
                </a:lnTo>
                <a:lnTo>
                  <a:pt x="622016" y="52345"/>
                </a:lnTo>
                <a:lnTo>
                  <a:pt x="622484" y="52199"/>
                </a:lnTo>
                <a:lnTo>
                  <a:pt x="622957" y="52060"/>
                </a:lnTo>
                <a:lnTo>
                  <a:pt x="623437" y="51927"/>
                </a:lnTo>
                <a:lnTo>
                  <a:pt x="623923" y="51802"/>
                </a:lnTo>
                <a:lnTo>
                  <a:pt x="624416" y="51683"/>
                </a:lnTo>
                <a:lnTo>
                  <a:pt x="624914" y="51571"/>
                </a:lnTo>
                <a:lnTo>
                  <a:pt x="625418" y="51466"/>
                </a:lnTo>
                <a:lnTo>
                  <a:pt x="625929" y="51367"/>
                </a:lnTo>
                <a:lnTo>
                  <a:pt x="626446" y="51276"/>
                </a:lnTo>
                <a:lnTo>
                  <a:pt x="626969" y="51191"/>
                </a:lnTo>
                <a:lnTo>
                  <a:pt x="627498" y="51113"/>
                </a:lnTo>
                <a:lnTo>
                  <a:pt x="628033" y="51042"/>
                </a:lnTo>
                <a:lnTo>
                  <a:pt x="628575" y="50977"/>
                </a:lnTo>
                <a:lnTo>
                  <a:pt x="629123" y="50920"/>
                </a:lnTo>
                <a:lnTo>
                  <a:pt x="629677" y="50869"/>
                </a:lnTo>
                <a:lnTo>
                  <a:pt x="630237" y="50825"/>
                </a:lnTo>
                <a:lnTo>
                  <a:pt x="630803" y="50787"/>
                </a:lnTo>
                <a:lnTo>
                  <a:pt x="631375" y="50757"/>
                </a:lnTo>
                <a:lnTo>
                  <a:pt x="631954" y="50733"/>
                </a:lnTo>
                <a:lnTo>
                  <a:pt x="632538" y="50716"/>
                </a:lnTo>
                <a:lnTo>
                  <a:pt x="633129" y="50706"/>
                </a:lnTo>
                <a:lnTo>
                  <a:pt x="633726" y="50702"/>
                </a:lnTo>
                <a:lnTo>
                  <a:pt x="635995" y="50702"/>
                </a:lnTo>
                <a:lnTo>
                  <a:pt x="635995" y="35610"/>
                </a:lnTo>
                <a:lnTo>
                  <a:pt x="634022" y="35610"/>
                </a:lnTo>
                <a:lnTo>
                  <a:pt x="633068" y="35619"/>
                </a:lnTo>
                <a:lnTo>
                  <a:pt x="632129" y="35645"/>
                </a:lnTo>
                <a:lnTo>
                  <a:pt x="631204" y="35689"/>
                </a:lnTo>
                <a:lnTo>
                  <a:pt x="630295" y="35750"/>
                </a:lnTo>
                <a:lnTo>
                  <a:pt x="629401" y="35828"/>
                </a:lnTo>
                <a:lnTo>
                  <a:pt x="628523" y="35924"/>
                </a:lnTo>
                <a:lnTo>
                  <a:pt x="627659" y="36038"/>
                </a:lnTo>
                <a:lnTo>
                  <a:pt x="626810" y="36169"/>
                </a:lnTo>
                <a:lnTo>
                  <a:pt x="625976" y="36318"/>
                </a:lnTo>
                <a:lnTo>
                  <a:pt x="625158" y="36483"/>
                </a:lnTo>
                <a:lnTo>
                  <a:pt x="624354" y="36667"/>
                </a:lnTo>
                <a:lnTo>
                  <a:pt x="623566" y="36868"/>
                </a:lnTo>
                <a:lnTo>
                  <a:pt x="622792" y="37086"/>
                </a:lnTo>
                <a:lnTo>
                  <a:pt x="622034" y="37322"/>
                </a:lnTo>
                <a:lnTo>
                  <a:pt x="621291" y="37575"/>
                </a:lnTo>
                <a:lnTo>
                  <a:pt x="620563" y="37846"/>
                </a:lnTo>
                <a:lnTo>
                  <a:pt x="619850" y="38134"/>
                </a:lnTo>
                <a:lnTo>
                  <a:pt x="619152" y="38440"/>
                </a:lnTo>
                <a:lnTo>
                  <a:pt x="618469" y="38763"/>
                </a:lnTo>
                <a:lnTo>
                  <a:pt x="617801" y="39104"/>
                </a:lnTo>
                <a:lnTo>
                  <a:pt x="617148" y="39462"/>
                </a:lnTo>
                <a:lnTo>
                  <a:pt x="616510" y="39837"/>
                </a:lnTo>
                <a:lnTo>
                  <a:pt x="615887" y="40230"/>
                </a:lnTo>
                <a:lnTo>
                  <a:pt x="615280" y="40641"/>
                </a:lnTo>
                <a:lnTo>
                  <a:pt x="614685" y="41064"/>
                </a:lnTo>
                <a:lnTo>
                  <a:pt x="614102" y="41496"/>
                </a:lnTo>
                <a:lnTo>
                  <a:pt x="613529" y="41937"/>
                </a:lnTo>
                <a:lnTo>
                  <a:pt x="612967" y="42386"/>
                </a:lnTo>
                <a:lnTo>
                  <a:pt x="612416" y="42844"/>
                </a:lnTo>
                <a:lnTo>
                  <a:pt x="611877" y="43310"/>
                </a:lnTo>
                <a:lnTo>
                  <a:pt x="611348" y="43785"/>
                </a:lnTo>
                <a:lnTo>
                  <a:pt x="610830" y="44269"/>
                </a:lnTo>
                <a:lnTo>
                  <a:pt x="610323" y="44761"/>
                </a:lnTo>
                <a:lnTo>
                  <a:pt x="609827" y="45261"/>
                </a:lnTo>
                <a:lnTo>
                  <a:pt x="609342" y="45770"/>
                </a:lnTo>
                <a:lnTo>
                  <a:pt x="608868" y="46288"/>
                </a:lnTo>
                <a:lnTo>
                  <a:pt x="608405" y="46814"/>
                </a:lnTo>
                <a:lnTo>
                  <a:pt x="607953" y="47349"/>
                </a:lnTo>
                <a:lnTo>
                  <a:pt x="607512" y="47893"/>
                </a:lnTo>
                <a:lnTo>
                  <a:pt x="607081" y="48445"/>
                </a:lnTo>
                <a:lnTo>
                  <a:pt x="606662" y="49005"/>
                </a:lnTo>
                <a:lnTo>
                  <a:pt x="606254" y="49574"/>
                </a:lnTo>
                <a:lnTo>
                  <a:pt x="605857" y="50152"/>
                </a:lnTo>
                <a:lnTo>
                  <a:pt x="605470" y="50738"/>
                </a:lnTo>
                <a:lnTo>
                  <a:pt x="605095" y="51333"/>
                </a:lnTo>
                <a:lnTo>
                  <a:pt x="604730" y="51936"/>
                </a:lnTo>
                <a:lnTo>
                  <a:pt x="604377" y="52548"/>
                </a:lnTo>
                <a:lnTo>
                  <a:pt x="604035" y="53169"/>
                </a:lnTo>
                <a:lnTo>
                  <a:pt x="603443" y="37287"/>
                </a:lnTo>
                <a:lnTo>
                  <a:pt x="587956" y="37287"/>
                </a:lnTo>
                <a:lnTo>
                  <a:pt x="587956" y="136324"/>
                </a:lnTo>
                <a:lnTo>
                  <a:pt x="604429" y="136324"/>
                </a:lnTo>
                <a:lnTo>
                  <a:pt x="604429" y="66017"/>
                </a:lnTo>
                <a:lnTo>
                  <a:pt x="604694" y="65642"/>
                </a:lnTo>
                <a:lnTo>
                  <a:pt x="604961" y="65271"/>
                </a:lnTo>
                <a:lnTo>
                  <a:pt x="605232" y="64903"/>
                </a:lnTo>
                <a:close/>
                <a:moveTo>
                  <a:pt x="919378" y="136324"/>
                </a:moveTo>
                <a:lnTo>
                  <a:pt x="919378" y="37287"/>
                </a:lnTo>
                <a:lnTo>
                  <a:pt x="902904" y="37287"/>
                </a:lnTo>
                <a:lnTo>
                  <a:pt x="902904" y="136324"/>
                </a:lnTo>
                <a:lnTo>
                  <a:pt x="919378" y="136324"/>
                </a:lnTo>
                <a:close/>
                <a:moveTo>
                  <a:pt x="418679" y="137921"/>
                </a:moveTo>
                <a:lnTo>
                  <a:pt x="419628" y="137843"/>
                </a:lnTo>
                <a:lnTo>
                  <a:pt x="420566" y="137750"/>
                </a:lnTo>
                <a:lnTo>
                  <a:pt x="421492" y="137642"/>
                </a:lnTo>
                <a:lnTo>
                  <a:pt x="422407" y="137521"/>
                </a:lnTo>
                <a:lnTo>
                  <a:pt x="423311" y="137385"/>
                </a:lnTo>
                <a:lnTo>
                  <a:pt x="424203" y="137235"/>
                </a:lnTo>
                <a:lnTo>
                  <a:pt x="425085" y="137070"/>
                </a:lnTo>
                <a:lnTo>
                  <a:pt x="425954" y="136892"/>
                </a:lnTo>
                <a:lnTo>
                  <a:pt x="426813" y="136699"/>
                </a:lnTo>
                <a:lnTo>
                  <a:pt x="427660" y="136491"/>
                </a:lnTo>
                <a:lnTo>
                  <a:pt x="428496" y="136270"/>
                </a:lnTo>
                <a:lnTo>
                  <a:pt x="429321" y="136034"/>
                </a:lnTo>
                <a:lnTo>
                  <a:pt x="430134" y="135783"/>
                </a:lnTo>
                <a:lnTo>
                  <a:pt x="430936" y="135519"/>
                </a:lnTo>
                <a:lnTo>
                  <a:pt x="431727" y="135240"/>
                </a:lnTo>
                <a:lnTo>
                  <a:pt x="432506" y="134947"/>
                </a:lnTo>
                <a:lnTo>
                  <a:pt x="433274" y="134639"/>
                </a:lnTo>
                <a:lnTo>
                  <a:pt x="434031" y="134318"/>
                </a:lnTo>
                <a:lnTo>
                  <a:pt x="434776" y="133982"/>
                </a:lnTo>
                <a:lnTo>
                  <a:pt x="435509" y="133632"/>
                </a:lnTo>
                <a:lnTo>
                  <a:pt x="436228" y="133271"/>
                </a:lnTo>
                <a:lnTo>
                  <a:pt x="436934" y="132897"/>
                </a:lnTo>
                <a:lnTo>
                  <a:pt x="437626" y="132512"/>
                </a:lnTo>
                <a:lnTo>
                  <a:pt x="438304" y="132114"/>
                </a:lnTo>
                <a:lnTo>
                  <a:pt x="438969" y="131705"/>
                </a:lnTo>
                <a:lnTo>
                  <a:pt x="439619" y="131283"/>
                </a:lnTo>
                <a:lnTo>
                  <a:pt x="440256" y="130850"/>
                </a:lnTo>
                <a:lnTo>
                  <a:pt x="440880" y="130404"/>
                </a:lnTo>
                <a:lnTo>
                  <a:pt x="441489" y="129947"/>
                </a:lnTo>
                <a:lnTo>
                  <a:pt x="442085" y="129477"/>
                </a:lnTo>
                <a:lnTo>
                  <a:pt x="442668" y="128996"/>
                </a:lnTo>
                <a:lnTo>
                  <a:pt x="443236" y="128502"/>
                </a:lnTo>
                <a:lnTo>
                  <a:pt x="443791" y="127996"/>
                </a:lnTo>
                <a:lnTo>
                  <a:pt x="444332" y="127479"/>
                </a:lnTo>
                <a:lnTo>
                  <a:pt x="444860" y="126949"/>
                </a:lnTo>
                <a:lnTo>
                  <a:pt x="445374" y="126408"/>
                </a:lnTo>
                <a:lnTo>
                  <a:pt x="445874" y="125854"/>
                </a:lnTo>
                <a:lnTo>
                  <a:pt x="446360" y="125288"/>
                </a:lnTo>
                <a:lnTo>
                  <a:pt x="446833" y="124711"/>
                </a:lnTo>
                <a:lnTo>
                  <a:pt x="447292" y="124121"/>
                </a:lnTo>
                <a:lnTo>
                  <a:pt x="447737" y="123519"/>
                </a:lnTo>
                <a:lnTo>
                  <a:pt x="448168" y="122906"/>
                </a:lnTo>
                <a:lnTo>
                  <a:pt x="448586" y="122280"/>
                </a:lnTo>
                <a:lnTo>
                  <a:pt x="448989" y="121643"/>
                </a:lnTo>
                <a:lnTo>
                  <a:pt x="449376" y="120997"/>
                </a:lnTo>
                <a:lnTo>
                  <a:pt x="449747" y="120340"/>
                </a:lnTo>
                <a:lnTo>
                  <a:pt x="450102" y="119673"/>
                </a:lnTo>
                <a:lnTo>
                  <a:pt x="450440" y="118996"/>
                </a:lnTo>
                <a:lnTo>
                  <a:pt x="450763" y="118309"/>
                </a:lnTo>
                <a:lnTo>
                  <a:pt x="451069" y="117612"/>
                </a:lnTo>
                <a:lnTo>
                  <a:pt x="451359" y="116905"/>
                </a:lnTo>
                <a:lnTo>
                  <a:pt x="451633" y="116188"/>
                </a:lnTo>
                <a:lnTo>
                  <a:pt x="451891" y="115460"/>
                </a:lnTo>
                <a:lnTo>
                  <a:pt x="452133" y="114723"/>
                </a:lnTo>
                <a:lnTo>
                  <a:pt x="452359" y="113976"/>
                </a:lnTo>
                <a:lnTo>
                  <a:pt x="452569" y="113218"/>
                </a:lnTo>
                <a:lnTo>
                  <a:pt x="452763" y="112451"/>
                </a:lnTo>
                <a:lnTo>
                  <a:pt x="452940" y="111673"/>
                </a:lnTo>
                <a:lnTo>
                  <a:pt x="453102" y="110886"/>
                </a:lnTo>
                <a:lnTo>
                  <a:pt x="453247" y="110088"/>
                </a:lnTo>
                <a:lnTo>
                  <a:pt x="453377" y="109280"/>
                </a:lnTo>
                <a:lnTo>
                  <a:pt x="453490" y="108462"/>
                </a:lnTo>
                <a:lnTo>
                  <a:pt x="453587" y="107634"/>
                </a:lnTo>
                <a:lnTo>
                  <a:pt x="453668" y="106797"/>
                </a:lnTo>
                <a:lnTo>
                  <a:pt x="453733" y="105949"/>
                </a:lnTo>
                <a:lnTo>
                  <a:pt x="453782" y="105090"/>
                </a:lnTo>
                <a:lnTo>
                  <a:pt x="453814" y="104222"/>
                </a:lnTo>
                <a:lnTo>
                  <a:pt x="437538" y="104222"/>
                </a:lnTo>
                <a:lnTo>
                  <a:pt x="437503" y="105069"/>
                </a:lnTo>
                <a:lnTo>
                  <a:pt x="437448" y="105900"/>
                </a:lnTo>
                <a:lnTo>
                  <a:pt x="437372" y="106713"/>
                </a:lnTo>
                <a:lnTo>
                  <a:pt x="437275" y="107510"/>
                </a:lnTo>
                <a:lnTo>
                  <a:pt x="437158" y="108290"/>
                </a:lnTo>
                <a:lnTo>
                  <a:pt x="437020" y="109054"/>
                </a:lnTo>
                <a:lnTo>
                  <a:pt x="436862" y="109800"/>
                </a:lnTo>
                <a:lnTo>
                  <a:pt x="436683" y="110530"/>
                </a:lnTo>
                <a:lnTo>
                  <a:pt x="436484" y="111243"/>
                </a:lnTo>
                <a:lnTo>
                  <a:pt x="436264" y="111940"/>
                </a:lnTo>
                <a:lnTo>
                  <a:pt x="436024" y="112619"/>
                </a:lnTo>
                <a:lnTo>
                  <a:pt x="435763" y="113282"/>
                </a:lnTo>
                <a:lnTo>
                  <a:pt x="435481" y="113928"/>
                </a:lnTo>
                <a:lnTo>
                  <a:pt x="435179" y="114558"/>
                </a:lnTo>
                <a:lnTo>
                  <a:pt x="434856" y="115170"/>
                </a:lnTo>
                <a:lnTo>
                  <a:pt x="434513" y="115766"/>
                </a:lnTo>
                <a:lnTo>
                  <a:pt x="434149" y="116346"/>
                </a:lnTo>
                <a:lnTo>
                  <a:pt x="433765" y="116908"/>
                </a:lnTo>
                <a:lnTo>
                  <a:pt x="433360" y="117454"/>
                </a:lnTo>
                <a:lnTo>
                  <a:pt x="432935" y="117983"/>
                </a:lnTo>
                <a:lnTo>
                  <a:pt x="432489" y="118495"/>
                </a:lnTo>
                <a:lnTo>
                  <a:pt x="432022" y="118990"/>
                </a:lnTo>
                <a:lnTo>
                  <a:pt x="431535" y="119469"/>
                </a:lnTo>
                <a:lnTo>
                  <a:pt x="431028" y="119931"/>
                </a:lnTo>
                <a:lnTo>
                  <a:pt x="430502" y="120375"/>
                </a:lnTo>
                <a:lnTo>
                  <a:pt x="429959" y="120801"/>
                </a:lnTo>
                <a:lnTo>
                  <a:pt x="429399" y="121207"/>
                </a:lnTo>
                <a:lnTo>
                  <a:pt x="428822" y="121595"/>
                </a:lnTo>
                <a:lnTo>
                  <a:pt x="428229" y="121963"/>
                </a:lnTo>
                <a:lnTo>
                  <a:pt x="427618" y="122313"/>
                </a:lnTo>
                <a:lnTo>
                  <a:pt x="426992" y="122644"/>
                </a:lnTo>
                <a:lnTo>
                  <a:pt x="426348" y="122956"/>
                </a:lnTo>
                <a:lnTo>
                  <a:pt x="425687" y="123249"/>
                </a:lnTo>
                <a:lnTo>
                  <a:pt x="425010" y="123523"/>
                </a:lnTo>
                <a:lnTo>
                  <a:pt x="424316" y="123778"/>
                </a:lnTo>
                <a:lnTo>
                  <a:pt x="423605" y="124014"/>
                </a:lnTo>
                <a:lnTo>
                  <a:pt x="422877" y="124231"/>
                </a:lnTo>
                <a:lnTo>
                  <a:pt x="422133" y="124430"/>
                </a:lnTo>
                <a:lnTo>
                  <a:pt x="421372" y="124610"/>
                </a:lnTo>
                <a:lnTo>
                  <a:pt x="420594" y="124770"/>
                </a:lnTo>
                <a:lnTo>
                  <a:pt x="419799" y="124912"/>
                </a:lnTo>
                <a:lnTo>
                  <a:pt x="418987" y="125035"/>
                </a:lnTo>
                <a:lnTo>
                  <a:pt x="418159" y="125139"/>
                </a:lnTo>
                <a:lnTo>
                  <a:pt x="417314" y="125224"/>
                </a:lnTo>
                <a:lnTo>
                  <a:pt x="416452" y="125290"/>
                </a:lnTo>
                <a:lnTo>
                  <a:pt x="415573" y="125337"/>
                </a:lnTo>
                <a:lnTo>
                  <a:pt x="414678" y="125366"/>
                </a:lnTo>
                <a:lnTo>
                  <a:pt x="413765" y="125375"/>
                </a:lnTo>
                <a:lnTo>
                  <a:pt x="412909" y="125367"/>
                </a:lnTo>
                <a:lnTo>
                  <a:pt x="412067" y="125341"/>
                </a:lnTo>
                <a:lnTo>
                  <a:pt x="411239" y="125298"/>
                </a:lnTo>
                <a:lnTo>
                  <a:pt x="410425" y="125238"/>
                </a:lnTo>
                <a:lnTo>
                  <a:pt x="409625" y="125161"/>
                </a:lnTo>
                <a:lnTo>
                  <a:pt x="408839" y="125066"/>
                </a:lnTo>
                <a:lnTo>
                  <a:pt x="408067" y="124955"/>
                </a:lnTo>
                <a:lnTo>
                  <a:pt x="407310" y="124826"/>
                </a:lnTo>
                <a:lnTo>
                  <a:pt x="406566" y="124681"/>
                </a:lnTo>
                <a:lnTo>
                  <a:pt x="405836" y="124518"/>
                </a:lnTo>
                <a:lnTo>
                  <a:pt x="405121" y="124338"/>
                </a:lnTo>
                <a:lnTo>
                  <a:pt x="404419" y="124141"/>
                </a:lnTo>
                <a:lnTo>
                  <a:pt x="403731" y="123926"/>
                </a:lnTo>
                <a:lnTo>
                  <a:pt x="403058" y="123695"/>
                </a:lnTo>
                <a:lnTo>
                  <a:pt x="402398" y="123446"/>
                </a:lnTo>
                <a:lnTo>
                  <a:pt x="401753" y="123180"/>
                </a:lnTo>
                <a:lnTo>
                  <a:pt x="401121" y="122897"/>
                </a:lnTo>
                <a:lnTo>
                  <a:pt x="400504" y="122597"/>
                </a:lnTo>
                <a:lnTo>
                  <a:pt x="399901" y="122280"/>
                </a:lnTo>
                <a:lnTo>
                  <a:pt x="399311" y="121946"/>
                </a:lnTo>
                <a:lnTo>
                  <a:pt x="398736" y="121594"/>
                </a:lnTo>
                <a:lnTo>
                  <a:pt x="398175" y="121226"/>
                </a:lnTo>
                <a:lnTo>
                  <a:pt x="397628" y="120840"/>
                </a:lnTo>
                <a:lnTo>
                  <a:pt x="397095" y="120437"/>
                </a:lnTo>
                <a:lnTo>
                  <a:pt x="396574" y="120020"/>
                </a:lnTo>
                <a:lnTo>
                  <a:pt x="396066" y="119591"/>
                </a:lnTo>
                <a:lnTo>
                  <a:pt x="395570" y="119152"/>
                </a:lnTo>
                <a:lnTo>
                  <a:pt x="395085" y="118701"/>
                </a:lnTo>
                <a:lnTo>
                  <a:pt x="394612" y="118239"/>
                </a:lnTo>
                <a:lnTo>
                  <a:pt x="394151" y="117765"/>
                </a:lnTo>
                <a:lnTo>
                  <a:pt x="393702" y="117280"/>
                </a:lnTo>
                <a:lnTo>
                  <a:pt x="393264" y="116785"/>
                </a:lnTo>
                <a:lnTo>
                  <a:pt x="392838" y="116277"/>
                </a:lnTo>
                <a:lnTo>
                  <a:pt x="392425" y="115759"/>
                </a:lnTo>
                <a:lnTo>
                  <a:pt x="392023" y="115229"/>
                </a:lnTo>
                <a:lnTo>
                  <a:pt x="391632" y="114689"/>
                </a:lnTo>
                <a:lnTo>
                  <a:pt x="391254" y="114136"/>
                </a:lnTo>
                <a:lnTo>
                  <a:pt x="390887" y="113573"/>
                </a:lnTo>
                <a:lnTo>
                  <a:pt x="390533" y="112998"/>
                </a:lnTo>
                <a:lnTo>
                  <a:pt x="390190" y="112412"/>
                </a:lnTo>
                <a:lnTo>
                  <a:pt x="389859" y="111815"/>
                </a:lnTo>
                <a:lnTo>
                  <a:pt x="389539" y="111207"/>
                </a:lnTo>
                <a:lnTo>
                  <a:pt x="389232" y="110587"/>
                </a:lnTo>
                <a:lnTo>
                  <a:pt x="388936" y="109956"/>
                </a:lnTo>
                <a:lnTo>
                  <a:pt x="388652" y="109314"/>
                </a:lnTo>
                <a:lnTo>
                  <a:pt x="388380" y="108661"/>
                </a:lnTo>
                <a:lnTo>
                  <a:pt x="388120" y="107996"/>
                </a:lnTo>
                <a:lnTo>
                  <a:pt x="387872" y="107320"/>
                </a:lnTo>
                <a:lnTo>
                  <a:pt x="387634" y="106636"/>
                </a:lnTo>
                <a:lnTo>
                  <a:pt x="387406" y="105946"/>
                </a:lnTo>
                <a:lnTo>
                  <a:pt x="387188" y="105251"/>
                </a:lnTo>
                <a:lnTo>
                  <a:pt x="386980" y="104550"/>
                </a:lnTo>
                <a:lnTo>
                  <a:pt x="386781" y="103844"/>
                </a:lnTo>
                <a:lnTo>
                  <a:pt x="386592" y="103132"/>
                </a:lnTo>
                <a:lnTo>
                  <a:pt x="386413" y="102414"/>
                </a:lnTo>
                <a:lnTo>
                  <a:pt x="386244" y="101691"/>
                </a:lnTo>
                <a:lnTo>
                  <a:pt x="386084" y="100963"/>
                </a:lnTo>
                <a:lnTo>
                  <a:pt x="385935" y="100229"/>
                </a:lnTo>
                <a:lnTo>
                  <a:pt x="385795" y="99489"/>
                </a:lnTo>
                <a:lnTo>
                  <a:pt x="385664" y="98744"/>
                </a:lnTo>
                <a:lnTo>
                  <a:pt x="385544" y="97993"/>
                </a:lnTo>
                <a:lnTo>
                  <a:pt x="385433" y="97237"/>
                </a:lnTo>
                <a:lnTo>
                  <a:pt x="385332" y="96475"/>
                </a:lnTo>
                <a:lnTo>
                  <a:pt x="385241" y="95708"/>
                </a:lnTo>
                <a:lnTo>
                  <a:pt x="385160" y="94935"/>
                </a:lnTo>
                <a:lnTo>
                  <a:pt x="385088" y="94157"/>
                </a:lnTo>
                <a:lnTo>
                  <a:pt x="385026" y="93373"/>
                </a:lnTo>
                <a:lnTo>
                  <a:pt x="384974" y="92583"/>
                </a:lnTo>
                <a:lnTo>
                  <a:pt x="384932" y="91788"/>
                </a:lnTo>
                <a:lnTo>
                  <a:pt x="384899" y="90988"/>
                </a:lnTo>
                <a:lnTo>
                  <a:pt x="384876" y="90182"/>
                </a:lnTo>
                <a:lnTo>
                  <a:pt x="384863" y="89370"/>
                </a:lnTo>
                <a:lnTo>
                  <a:pt x="453321" y="89370"/>
                </a:lnTo>
                <a:lnTo>
                  <a:pt x="453337" y="89292"/>
                </a:lnTo>
                <a:lnTo>
                  <a:pt x="453353" y="89210"/>
                </a:lnTo>
                <a:lnTo>
                  <a:pt x="453369" y="89124"/>
                </a:lnTo>
                <a:lnTo>
                  <a:pt x="453384" y="89034"/>
                </a:lnTo>
                <a:lnTo>
                  <a:pt x="453399" y="88940"/>
                </a:lnTo>
                <a:lnTo>
                  <a:pt x="453414" y="88841"/>
                </a:lnTo>
                <a:lnTo>
                  <a:pt x="453428" y="88739"/>
                </a:lnTo>
                <a:lnTo>
                  <a:pt x="453442" y="88633"/>
                </a:lnTo>
                <a:lnTo>
                  <a:pt x="453455" y="88522"/>
                </a:lnTo>
                <a:lnTo>
                  <a:pt x="453468" y="88408"/>
                </a:lnTo>
                <a:lnTo>
                  <a:pt x="453481" y="88289"/>
                </a:lnTo>
                <a:lnTo>
                  <a:pt x="453494" y="88167"/>
                </a:lnTo>
                <a:lnTo>
                  <a:pt x="453506" y="88040"/>
                </a:lnTo>
                <a:lnTo>
                  <a:pt x="453518" y="87909"/>
                </a:lnTo>
                <a:lnTo>
                  <a:pt x="453529" y="87775"/>
                </a:lnTo>
                <a:lnTo>
                  <a:pt x="453540" y="87636"/>
                </a:lnTo>
                <a:lnTo>
                  <a:pt x="453551" y="87493"/>
                </a:lnTo>
                <a:lnTo>
                  <a:pt x="453562" y="87346"/>
                </a:lnTo>
                <a:lnTo>
                  <a:pt x="453572" y="87195"/>
                </a:lnTo>
                <a:lnTo>
                  <a:pt x="453581" y="87041"/>
                </a:lnTo>
                <a:lnTo>
                  <a:pt x="453591" y="86882"/>
                </a:lnTo>
                <a:lnTo>
                  <a:pt x="453600" y="86719"/>
                </a:lnTo>
                <a:lnTo>
                  <a:pt x="453609" y="86551"/>
                </a:lnTo>
                <a:lnTo>
                  <a:pt x="453617" y="86380"/>
                </a:lnTo>
                <a:lnTo>
                  <a:pt x="453625" y="86208"/>
                </a:lnTo>
                <a:lnTo>
                  <a:pt x="453633" y="86037"/>
                </a:lnTo>
                <a:lnTo>
                  <a:pt x="453640" y="85869"/>
                </a:lnTo>
                <a:lnTo>
                  <a:pt x="453647" y="85702"/>
                </a:lnTo>
                <a:lnTo>
                  <a:pt x="453654" y="85538"/>
                </a:lnTo>
                <a:lnTo>
                  <a:pt x="453660" y="85375"/>
                </a:lnTo>
                <a:lnTo>
                  <a:pt x="453666" y="85214"/>
                </a:lnTo>
                <a:lnTo>
                  <a:pt x="453672" y="85055"/>
                </a:lnTo>
                <a:lnTo>
                  <a:pt x="453677" y="84898"/>
                </a:lnTo>
                <a:lnTo>
                  <a:pt x="453682" y="84743"/>
                </a:lnTo>
                <a:lnTo>
                  <a:pt x="453687" y="84590"/>
                </a:lnTo>
                <a:lnTo>
                  <a:pt x="453691" y="84439"/>
                </a:lnTo>
                <a:lnTo>
                  <a:pt x="453695" y="84290"/>
                </a:lnTo>
                <a:lnTo>
                  <a:pt x="453699" y="84143"/>
                </a:lnTo>
                <a:lnTo>
                  <a:pt x="453702" y="83997"/>
                </a:lnTo>
                <a:lnTo>
                  <a:pt x="453705" y="83854"/>
                </a:lnTo>
                <a:lnTo>
                  <a:pt x="453707" y="83713"/>
                </a:lnTo>
                <a:lnTo>
                  <a:pt x="453710" y="83573"/>
                </a:lnTo>
                <a:lnTo>
                  <a:pt x="453711" y="83435"/>
                </a:lnTo>
                <a:lnTo>
                  <a:pt x="453713" y="83300"/>
                </a:lnTo>
                <a:lnTo>
                  <a:pt x="453714" y="83166"/>
                </a:lnTo>
                <a:lnTo>
                  <a:pt x="453715" y="83034"/>
                </a:lnTo>
                <a:lnTo>
                  <a:pt x="453716" y="82905"/>
                </a:lnTo>
                <a:lnTo>
                  <a:pt x="453716" y="82777"/>
                </a:lnTo>
                <a:lnTo>
                  <a:pt x="453696" y="80893"/>
                </a:lnTo>
                <a:lnTo>
                  <a:pt x="453638" y="79047"/>
                </a:lnTo>
                <a:lnTo>
                  <a:pt x="453542" y="77237"/>
                </a:lnTo>
                <a:lnTo>
                  <a:pt x="453406" y="75465"/>
                </a:lnTo>
                <a:lnTo>
                  <a:pt x="453232" y="73729"/>
                </a:lnTo>
                <a:lnTo>
                  <a:pt x="453019" y="72031"/>
                </a:lnTo>
                <a:lnTo>
                  <a:pt x="452767" y="70369"/>
                </a:lnTo>
                <a:lnTo>
                  <a:pt x="452477" y="68745"/>
                </a:lnTo>
                <a:lnTo>
                  <a:pt x="452148" y="67157"/>
                </a:lnTo>
                <a:lnTo>
                  <a:pt x="451780" y="65607"/>
                </a:lnTo>
                <a:lnTo>
                  <a:pt x="451374" y="64093"/>
                </a:lnTo>
                <a:lnTo>
                  <a:pt x="450929" y="62617"/>
                </a:lnTo>
                <a:lnTo>
                  <a:pt x="450445" y="61177"/>
                </a:lnTo>
                <a:lnTo>
                  <a:pt x="449923" y="59774"/>
                </a:lnTo>
                <a:lnTo>
                  <a:pt x="449362" y="58409"/>
                </a:lnTo>
                <a:lnTo>
                  <a:pt x="448762" y="57080"/>
                </a:lnTo>
                <a:lnTo>
                  <a:pt x="448123" y="55789"/>
                </a:lnTo>
                <a:lnTo>
                  <a:pt x="447446" y="54534"/>
                </a:lnTo>
                <a:lnTo>
                  <a:pt x="446730" y="53316"/>
                </a:lnTo>
                <a:lnTo>
                  <a:pt x="445975" y="52136"/>
                </a:lnTo>
                <a:lnTo>
                  <a:pt x="445182" y="50992"/>
                </a:lnTo>
                <a:lnTo>
                  <a:pt x="444349" y="49886"/>
                </a:lnTo>
                <a:lnTo>
                  <a:pt x="443479" y="48816"/>
                </a:lnTo>
                <a:lnTo>
                  <a:pt x="442569" y="47783"/>
                </a:lnTo>
                <a:lnTo>
                  <a:pt x="441625" y="46790"/>
                </a:lnTo>
                <a:lnTo>
                  <a:pt x="440652" y="45839"/>
                </a:lnTo>
                <a:lnTo>
                  <a:pt x="439650" y="44930"/>
                </a:lnTo>
                <a:lnTo>
                  <a:pt x="438618" y="44064"/>
                </a:lnTo>
                <a:lnTo>
                  <a:pt x="437556" y="43239"/>
                </a:lnTo>
                <a:lnTo>
                  <a:pt x="436466" y="42457"/>
                </a:lnTo>
                <a:lnTo>
                  <a:pt x="435345" y="41718"/>
                </a:lnTo>
                <a:lnTo>
                  <a:pt x="434195" y="41020"/>
                </a:lnTo>
                <a:lnTo>
                  <a:pt x="433016" y="40365"/>
                </a:lnTo>
                <a:lnTo>
                  <a:pt x="431807" y="39752"/>
                </a:lnTo>
                <a:lnTo>
                  <a:pt x="430569" y="39182"/>
                </a:lnTo>
                <a:lnTo>
                  <a:pt x="429302" y="38653"/>
                </a:lnTo>
                <a:lnTo>
                  <a:pt x="428004" y="38167"/>
                </a:lnTo>
                <a:lnTo>
                  <a:pt x="426678" y="37723"/>
                </a:lnTo>
                <a:lnTo>
                  <a:pt x="425322" y="37322"/>
                </a:lnTo>
                <a:lnTo>
                  <a:pt x="423936" y="36963"/>
                </a:lnTo>
                <a:lnTo>
                  <a:pt x="422522" y="36646"/>
                </a:lnTo>
                <a:lnTo>
                  <a:pt x="421077" y="36371"/>
                </a:lnTo>
                <a:lnTo>
                  <a:pt x="419603" y="36138"/>
                </a:lnTo>
                <a:lnTo>
                  <a:pt x="418100" y="35948"/>
                </a:lnTo>
                <a:lnTo>
                  <a:pt x="416567" y="35800"/>
                </a:lnTo>
                <a:lnTo>
                  <a:pt x="415005" y="35695"/>
                </a:lnTo>
                <a:lnTo>
                  <a:pt x="413414" y="35631"/>
                </a:lnTo>
                <a:lnTo>
                  <a:pt x="411792" y="35610"/>
                </a:lnTo>
                <a:lnTo>
                  <a:pt x="410568" y="35621"/>
                </a:lnTo>
                <a:lnTo>
                  <a:pt x="409362" y="35655"/>
                </a:lnTo>
                <a:lnTo>
                  <a:pt x="408174" y="35712"/>
                </a:lnTo>
                <a:lnTo>
                  <a:pt x="407004" y="35791"/>
                </a:lnTo>
                <a:lnTo>
                  <a:pt x="405852" y="35892"/>
                </a:lnTo>
                <a:lnTo>
                  <a:pt x="404718" y="36016"/>
                </a:lnTo>
                <a:lnTo>
                  <a:pt x="403602" y="36163"/>
                </a:lnTo>
                <a:lnTo>
                  <a:pt x="402504" y="36332"/>
                </a:lnTo>
                <a:lnTo>
                  <a:pt x="401423" y="36524"/>
                </a:lnTo>
                <a:lnTo>
                  <a:pt x="400361" y="36739"/>
                </a:lnTo>
                <a:lnTo>
                  <a:pt x="399317" y="36976"/>
                </a:lnTo>
                <a:lnTo>
                  <a:pt x="398291" y="37235"/>
                </a:lnTo>
                <a:lnTo>
                  <a:pt x="397282" y="37518"/>
                </a:lnTo>
                <a:lnTo>
                  <a:pt x="396292" y="37822"/>
                </a:lnTo>
                <a:lnTo>
                  <a:pt x="395320" y="38150"/>
                </a:lnTo>
                <a:lnTo>
                  <a:pt x="394366" y="38499"/>
                </a:lnTo>
                <a:lnTo>
                  <a:pt x="393429" y="38872"/>
                </a:lnTo>
                <a:lnTo>
                  <a:pt x="392511" y="39267"/>
                </a:lnTo>
                <a:lnTo>
                  <a:pt x="391610" y="39685"/>
                </a:lnTo>
                <a:lnTo>
                  <a:pt x="390728" y="40125"/>
                </a:lnTo>
                <a:lnTo>
                  <a:pt x="389864" y="40588"/>
                </a:lnTo>
                <a:lnTo>
                  <a:pt x="389017" y="41073"/>
                </a:lnTo>
                <a:lnTo>
                  <a:pt x="388189" y="41581"/>
                </a:lnTo>
                <a:lnTo>
                  <a:pt x="387378" y="42111"/>
                </a:lnTo>
                <a:lnTo>
                  <a:pt x="386585" y="42662"/>
                </a:lnTo>
                <a:lnTo>
                  <a:pt x="385810" y="43230"/>
                </a:lnTo>
                <a:lnTo>
                  <a:pt x="385051" y="43815"/>
                </a:lnTo>
                <a:lnTo>
                  <a:pt x="384309" y="44418"/>
                </a:lnTo>
                <a:lnTo>
                  <a:pt x="383585" y="45038"/>
                </a:lnTo>
                <a:lnTo>
                  <a:pt x="382878" y="45676"/>
                </a:lnTo>
                <a:lnTo>
                  <a:pt x="382188" y="46331"/>
                </a:lnTo>
                <a:lnTo>
                  <a:pt x="381515" y="47004"/>
                </a:lnTo>
                <a:lnTo>
                  <a:pt x="380859" y="47694"/>
                </a:lnTo>
                <a:lnTo>
                  <a:pt x="380220" y="48402"/>
                </a:lnTo>
                <a:lnTo>
                  <a:pt x="379598" y="49127"/>
                </a:lnTo>
                <a:lnTo>
                  <a:pt x="378994" y="49869"/>
                </a:lnTo>
                <a:lnTo>
                  <a:pt x="378406" y="50629"/>
                </a:lnTo>
                <a:lnTo>
                  <a:pt x="377836" y="51407"/>
                </a:lnTo>
                <a:lnTo>
                  <a:pt x="377283" y="52202"/>
                </a:lnTo>
                <a:lnTo>
                  <a:pt x="376747" y="53014"/>
                </a:lnTo>
                <a:lnTo>
                  <a:pt x="376228" y="53844"/>
                </a:lnTo>
                <a:lnTo>
                  <a:pt x="375726" y="54691"/>
                </a:lnTo>
                <a:lnTo>
                  <a:pt x="375242" y="55556"/>
                </a:lnTo>
                <a:lnTo>
                  <a:pt x="374774" y="56438"/>
                </a:lnTo>
                <a:lnTo>
                  <a:pt x="374324" y="57338"/>
                </a:lnTo>
                <a:lnTo>
                  <a:pt x="373890" y="58255"/>
                </a:lnTo>
                <a:lnTo>
                  <a:pt x="373474" y="59189"/>
                </a:lnTo>
                <a:lnTo>
                  <a:pt x="373075" y="60141"/>
                </a:lnTo>
                <a:lnTo>
                  <a:pt x="372693" y="61108"/>
                </a:lnTo>
                <a:lnTo>
                  <a:pt x="372327" y="62088"/>
                </a:lnTo>
                <a:lnTo>
                  <a:pt x="371977" y="63080"/>
                </a:lnTo>
                <a:lnTo>
                  <a:pt x="371643" y="64084"/>
                </a:lnTo>
                <a:lnTo>
                  <a:pt x="371326" y="65102"/>
                </a:lnTo>
                <a:lnTo>
                  <a:pt x="371025" y="66131"/>
                </a:lnTo>
                <a:lnTo>
                  <a:pt x="370741" y="67173"/>
                </a:lnTo>
                <a:lnTo>
                  <a:pt x="370472" y="68228"/>
                </a:lnTo>
                <a:lnTo>
                  <a:pt x="370220" y="69295"/>
                </a:lnTo>
                <a:lnTo>
                  <a:pt x="369984" y="70375"/>
                </a:lnTo>
                <a:lnTo>
                  <a:pt x="369764" y="71467"/>
                </a:lnTo>
                <a:lnTo>
                  <a:pt x="369561" y="72572"/>
                </a:lnTo>
                <a:lnTo>
                  <a:pt x="369374" y="73689"/>
                </a:lnTo>
                <a:lnTo>
                  <a:pt x="369203" y="74819"/>
                </a:lnTo>
                <a:lnTo>
                  <a:pt x="369049" y="75961"/>
                </a:lnTo>
                <a:lnTo>
                  <a:pt x="368910" y="77116"/>
                </a:lnTo>
                <a:lnTo>
                  <a:pt x="368788" y="78283"/>
                </a:lnTo>
                <a:lnTo>
                  <a:pt x="368682" y="79463"/>
                </a:lnTo>
                <a:lnTo>
                  <a:pt x="368593" y="80656"/>
                </a:lnTo>
                <a:lnTo>
                  <a:pt x="368520" y="81861"/>
                </a:lnTo>
                <a:lnTo>
                  <a:pt x="368463" y="83078"/>
                </a:lnTo>
                <a:lnTo>
                  <a:pt x="368422" y="84308"/>
                </a:lnTo>
                <a:lnTo>
                  <a:pt x="368398" y="85551"/>
                </a:lnTo>
                <a:lnTo>
                  <a:pt x="368390" y="86806"/>
                </a:lnTo>
                <a:lnTo>
                  <a:pt x="368398" y="88011"/>
                </a:lnTo>
                <a:lnTo>
                  <a:pt x="368423" y="89206"/>
                </a:lnTo>
                <a:lnTo>
                  <a:pt x="368465" y="90392"/>
                </a:lnTo>
                <a:lnTo>
                  <a:pt x="368524" y="91567"/>
                </a:lnTo>
                <a:lnTo>
                  <a:pt x="368599" y="92732"/>
                </a:lnTo>
                <a:lnTo>
                  <a:pt x="368692" y="93887"/>
                </a:lnTo>
                <a:lnTo>
                  <a:pt x="368801" y="95032"/>
                </a:lnTo>
                <a:lnTo>
                  <a:pt x="368927" y="96168"/>
                </a:lnTo>
                <a:lnTo>
                  <a:pt x="369069" y="97293"/>
                </a:lnTo>
                <a:lnTo>
                  <a:pt x="369229" y="98407"/>
                </a:lnTo>
                <a:lnTo>
                  <a:pt x="369405" y="99512"/>
                </a:lnTo>
                <a:lnTo>
                  <a:pt x="369598" y="100607"/>
                </a:lnTo>
                <a:lnTo>
                  <a:pt x="369808" y="101692"/>
                </a:lnTo>
                <a:lnTo>
                  <a:pt x="370034" y="102767"/>
                </a:lnTo>
                <a:lnTo>
                  <a:pt x="370278" y="103831"/>
                </a:lnTo>
                <a:lnTo>
                  <a:pt x="370538" y="104886"/>
                </a:lnTo>
                <a:lnTo>
                  <a:pt x="370815" y="105931"/>
                </a:lnTo>
                <a:lnTo>
                  <a:pt x="371108" y="106965"/>
                </a:lnTo>
                <a:lnTo>
                  <a:pt x="371419" y="107990"/>
                </a:lnTo>
                <a:lnTo>
                  <a:pt x="371746" y="109004"/>
                </a:lnTo>
                <a:lnTo>
                  <a:pt x="372090" y="110009"/>
                </a:lnTo>
                <a:lnTo>
                  <a:pt x="372451" y="111003"/>
                </a:lnTo>
                <a:lnTo>
                  <a:pt x="372829" y="111987"/>
                </a:lnTo>
                <a:lnTo>
                  <a:pt x="373223" y="112961"/>
                </a:lnTo>
                <a:lnTo>
                  <a:pt x="373635" y="113922"/>
                </a:lnTo>
                <a:lnTo>
                  <a:pt x="374065" y="114866"/>
                </a:lnTo>
                <a:lnTo>
                  <a:pt x="374512" y="115792"/>
                </a:lnTo>
                <a:lnTo>
                  <a:pt x="374978" y="116702"/>
                </a:lnTo>
                <a:lnTo>
                  <a:pt x="375462" y="117595"/>
                </a:lnTo>
                <a:lnTo>
                  <a:pt x="375964" y="118471"/>
                </a:lnTo>
                <a:lnTo>
                  <a:pt x="376483" y="119330"/>
                </a:lnTo>
                <a:lnTo>
                  <a:pt x="377021" y="120172"/>
                </a:lnTo>
                <a:lnTo>
                  <a:pt x="377576" y="120997"/>
                </a:lnTo>
                <a:lnTo>
                  <a:pt x="378150" y="121806"/>
                </a:lnTo>
                <a:lnTo>
                  <a:pt x="378742" y="122597"/>
                </a:lnTo>
                <a:lnTo>
                  <a:pt x="379351" y="123371"/>
                </a:lnTo>
                <a:lnTo>
                  <a:pt x="379979" y="124129"/>
                </a:lnTo>
                <a:lnTo>
                  <a:pt x="380624" y="124870"/>
                </a:lnTo>
                <a:lnTo>
                  <a:pt x="381288" y="125593"/>
                </a:lnTo>
                <a:lnTo>
                  <a:pt x="381969" y="126300"/>
                </a:lnTo>
                <a:lnTo>
                  <a:pt x="382669" y="126990"/>
                </a:lnTo>
                <a:lnTo>
                  <a:pt x="383386" y="127663"/>
                </a:lnTo>
                <a:lnTo>
                  <a:pt x="384122" y="128319"/>
                </a:lnTo>
                <a:lnTo>
                  <a:pt x="384875" y="128958"/>
                </a:lnTo>
                <a:lnTo>
                  <a:pt x="385647" y="129581"/>
                </a:lnTo>
                <a:lnTo>
                  <a:pt x="386436" y="130186"/>
                </a:lnTo>
                <a:lnTo>
                  <a:pt x="387243" y="130775"/>
                </a:lnTo>
                <a:lnTo>
                  <a:pt x="388069" y="131346"/>
                </a:lnTo>
                <a:lnTo>
                  <a:pt x="388913" y="131897"/>
                </a:lnTo>
                <a:lnTo>
                  <a:pt x="389777" y="132425"/>
                </a:lnTo>
                <a:lnTo>
                  <a:pt x="390661" y="132929"/>
                </a:lnTo>
                <a:lnTo>
                  <a:pt x="391564" y="133410"/>
                </a:lnTo>
                <a:lnTo>
                  <a:pt x="392487" y="133867"/>
                </a:lnTo>
                <a:lnTo>
                  <a:pt x="393429" y="134301"/>
                </a:lnTo>
                <a:lnTo>
                  <a:pt x="394392" y="134711"/>
                </a:lnTo>
                <a:lnTo>
                  <a:pt x="395374" y="135098"/>
                </a:lnTo>
                <a:lnTo>
                  <a:pt x="396376" y="135462"/>
                </a:lnTo>
                <a:lnTo>
                  <a:pt x="397397" y="135802"/>
                </a:lnTo>
                <a:lnTo>
                  <a:pt x="398438" y="136118"/>
                </a:lnTo>
                <a:lnTo>
                  <a:pt x="399499" y="136412"/>
                </a:lnTo>
                <a:lnTo>
                  <a:pt x="400580" y="136681"/>
                </a:lnTo>
                <a:lnTo>
                  <a:pt x="401680" y="136927"/>
                </a:lnTo>
                <a:lnTo>
                  <a:pt x="402800" y="137150"/>
                </a:lnTo>
                <a:lnTo>
                  <a:pt x="403939" y="137350"/>
                </a:lnTo>
                <a:lnTo>
                  <a:pt x="405099" y="137525"/>
                </a:lnTo>
                <a:lnTo>
                  <a:pt x="406278" y="137678"/>
                </a:lnTo>
                <a:lnTo>
                  <a:pt x="407476" y="137807"/>
                </a:lnTo>
                <a:lnTo>
                  <a:pt x="408695" y="137912"/>
                </a:lnTo>
                <a:lnTo>
                  <a:pt x="409933" y="137994"/>
                </a:lnTo>
                <a:lnTo>
                  <a:pt x="411191" y="138053"/>
                </a:lnTo>
                <a:lnTo>
                  <a:pt x="412468" y="138088"/>
                </a:lnTo>
                <a:lnTo>
                  <a:pt x="413765" y="138100"/>
                </a:lnTo>
                <a:lnTo>
                  <a:pt x="414771" y="138093"/>
                </a:lnTo>
                <a:lnTo>
                  <a:pt x="415765" y="138071"/>
                </a:lnTo>
                <a:lnTo>
                  <a:pt x="416748" y="138036"/>
                </a:lnTo>
                <a:lnTo>
                  <a:pt x="417719" y="137986"/>
                </a:lnTo>
                <a:lnTo>
                  <a:pt x="418679" y="137921"/>
                </a:lnTo>
                <a:close/>
                <a:moveTo>
                  <a:pt x="385664" y="71699"/>
                </a:moveTo>
                <a:lnTo>
                  <a:pt x="385865" y="70642"/>
                </a:lnTo>
                <a:lnTo>
                  <a:pt x="386085" y="69609"/>
                </a:lnTo>
                <a:lnTo>
                  <a:pt x="386326" y="68600"/>
                </a:lnTo>
                <a:lnTo>
                  <a:pt x="386587" y="67615"/>
                </a:lnTo>
                <a:lnTo>
                  <a:pt x="386868" y="66653"/>
                </a:lnTo>
                <a:lnTo>
                  <a:pt x="387168" y="65715"/>
                </a:lnTo>
                <a:lnTo>
                  <a:pt x="387489" y="64800"/>
                </a:lnTo>
                <a:lnTo>
                  <a:pt x="387830" y="63909"/>
                </a:lnTo>
                <a:lnTo>
                  <a:pt x="388191" y="63042"/>
                </a:lnTo>
                <a:lnTo>
                  <a:pt x="388572" y="62198"/>
                </a:lnTo>
                <a:lnTo>
                  <a:pt x="388973" y="61378"/>
                </a:lnTo>
                <a:lnTo>
                  <a:pt x="389394" y="60581"/>
                </a:lnTo>
                <a:lnTo>
                  <a:pt x="389835" y="59809"/>
                </a:lnTo>
                <a:lnTo>
                  <a:pt x="390296" y="59059"/>
                </a:lnTo>
                <a:lnTo>
                  <a:pt x="390777" y="58334"/>
                </a:lnTo>
                <a:lnTo>
                  <a:pt x="391279" y="57632"/>
                </a:lnTo>
                <a:lnTo>
                  <a:pt x="391800" y="56954"/>
                </a:lnTo>
                <a:lnTo>
                  <a:pt x="392341" y="56299"/>
                </a:lnTo>
                <a:lnTo>
                  <a:pt x="392902" y="55668"/>
                </a:lnTo>
                <a:lnTo>
                  <a:pt x="393483" y="55062"/>
                </a:lnTo>
                <a:lnTo>
                  <a:pt x="394081" y="54481"/>
                </a:lnTo>
                <a:lnTo>
                  <a:pt x="394697" y="53927"/>
                </a:lnTo>
                <a:lnTo>
                  <a:pt x="395331" y="53398"/>
                </a:lnTo>
                <a:lnTo>
                  <a:pt x="395984" y="52894"/>
                </a:lnTo>
                <a:lnTo>
                  <a:pt x="396654" y="52417"/>
                </a:lnTo>
                <a:lnTo>
                  <a:pt x="397342" y="51965"/>
                </a:lnTo>
                <a:lnTo>
                  <a:pt x="398048" y="51540"/>
                </a:lnTo>
                <a:lnTo>
                  <a:pt x="398772" y="51140"/>
                </a:lnTo>
                <a:lnTo>
                  <a:pt x="399515" y="50765"/>
                </a:lnTo>
                <a:lnTo>
                  <a:pt x="400275" y="50417"/>
                </a:lnTo>
                <a:lnTo>
                  <a:pt x="401053" y="50094"/>
                </a:lnTo>
                <a:lnTo>
                  <a:pt x="401849" y="49798"/>
                </a:lnTo>
                <a:lnTo>
                  <a:pt x="402663" y="49527"/>
                </a:lnTo>
                <a:lnTo>
                  <a:pt x="403495" y="49282"/>
                </a:lnTo>
                <a:lnTo>
                  <a:pt x="404345" y="49062"/>
                </a:lnTo>
                <a:lnTo>
                  <a:pt x="405213" y="48869"/>
                </a:lnTo>
                <a:lnTo>
                  <a:pt x="406099" y="48701"/>
                </a:lnTo>
                <a:lnTo>
                  <a:pt x="407003" y="48559"/>
                </a:lnTo>
                <a:lnTo>
                  <a:pt x="407925" y="48443"/>
                </a:lnTo>
                <a:lnTo>
                  <a:pt x="408865" y="48352"/>
                </a:lnTo>
                <a:lnTo>
                  <a:pt x="409823" y="48288"/>
                </a:lnTo>
                <a:lnTo>
                  <a:pt x="410799" y="48249"/>
                </a:lnTo>
                <a:lnTo>
                  <a:pt x="411792" y="48236"/>
                </a:lnTo>
                <a:lnTo>
                  <a:pt x="412778" y="48249"/>
                </a:lnTo>
                <a:lnTo>
                  <a:pt x="413745" y="48288"/>
                </a:lnTo>
                <a:lnTo>
                  <a:pt x="414695" y="48353"/>
                </a:lnTo>
                <a:lnTo>
                  <a:pt x="415626" y="48444"/>
                </a:lnTo>
                <a:lnTo>
                  <a:pt x="416539" y="48561"/>
                </a:lnTo>
                <a:lnTo>
                  <a:pt x="417434" y="48704"/>
                </a:lnTo>
                <a:lnTo>
                  <a:pt x="418310" y="48873"/>
                </a:lnTo>
                <a:lnTo>
                  <a:pt x="419169" y="49068"/>
                </a:lnTo>
                <a:lnTo>
                  <a:pt x="420009" y="49289"/>
                </a:lnTo>
                <a:lnTo>
                  <a:pt x="420831" y="49536"/>
                </a:lnTo>
                <a:lnTo>
                  <a:pt x="421635" y="49809"/>
                </a:lnTo>
                <a:lnTo>
                  <a:pt x="422421" y="50107"/>
                </a:lnTo>
                <a:lnTo>
                  <a:pt x="423189" y="50432"/>
                </a:lnTo>
                <a:lnTo>
                  <a:pt x="423939" y="50783"/>
                </a:lnTo>
                <a:lnTo>
                  <a:pt x="424670" y="51160"/>
                </a:lnTo>
                <a:lnTo>
                  <a:pt x="425383" y="51563"/>
                </a:lnTo>
                <a:lnTo>
                  <a:pt x="426078" y="51992"/>
                </a:lnTo>
                <a:lnTo>
                  <a:pt x="426755" y="52446"/>
                </a:lnTo>
                <a:lnTo>
                  <a:pt x="427414" y="52927"/>
                </a:lnTo>
                <a:lnTo>
                  <a:pt x="428055" y="53434"/>
                </a:lnTo>
                <a:lnTo>
                  <a:pt x="428677" y="53967"/>
                </a:lnTo>
                <a:lnTo>
                  <a:pt x="429282" y="54525"/>
                </a:lnTo>
                <a:lnTo>
                  <a:pt x="429868" y="55110"/>
                </a:lnTo>
                <a:lnTo>
                  <a:pt x="430436" y="55721"/>
                </a:lnTo>
                <a:lnTo>
                  <a:pt x="430984" y="56356"/>
                </a:lnTo>
                <a:lnTo>
                  <a:pt x="431509" y="57014"/>
                </a:lnTo>
                <a:lnTo>
                  <a:pt x="432013" y="57695"/>
                </a:lnTo>
                <a:lnTo>
                  <a:pt x="432494" y="58399"/>
                </a:lnTo>
                <a:lnTo>
                  <a:pt x="432953" y="59127"/>
                </a:lnTo>
                <a:lnTo>
                  <a:pt x="433389" y="59877"/>
                </a:lnTo>
                <a:lnTo>
                  <a:pt x="433803" y="60651"/>
                </a:lnTo>
                <a:lnTo>
                  <a:pt x="434195" y="61448"/>
                </a:lnTo>
                <a:lnTo>
                  <a:pt x="434565" y="62267"/>
                </a:lnTo>
                <a:lnTo>
                  <a:pt x="434913" y="63110"/>
                </a:lnTo>
                <a:lnTo>
                  <a:pt x="435238" y="63976"/>
                </a:lnTo>
                <a:lnTo>
                  <a:pt x="435541" y="64865"/>
                </a:lnTo>
                <a:lnTo>
                  <a:pt x="435821" y="65778"/>
                </a:lnTo>
                <a:lnTo>
                  <a:pt x="436080" y="66713"/>
                </a:lnTo>
                <a:lnTo>
                  <a:pt x="436316" y="67671"/>
                </a:lnTo>
                <a:lnTo>
                  <a:pt x="436530" y="68653"/>
                </a:lnTo>
                <a:lnTo>
                  <a:pt x="436722" y="69657"/>
                </a:lnTo>
                <a:lnTo>
                  <a:pt x="436891" y="70685"/>
                </a:lnTo>
                <a:lnTo>
                  <a:pt x="437038" y="71736"/>
                </a:lnTo>
                <a:lnTo>
                  <a:pt x="437163" y="72810"/>
                </a:lnTo>
                <a:lnTo>
                  <a:pt x="437265" y="73907"/>
                </a:lnTo>
                <a:lnTo>
                  <a:pt x="437346" y="75027"/>
                </a:lnTo>
                <a:lnTo>
                  <a:pt x="437404" y="76170"/>
                </a:lnTo>
                <a:lnTo>
                  <a:pt x="437440" y="77336"/>
                </a:lnTo>
                <a:lnTo>
                  <a:pt x="384962" y="77336"/>
                </a:lnTo>
                <a:lnTo>
                  <a:pt x="385062" y="76161"/>
                </a:lnTo>
                <a:lnTo>
                  <a:pt x="385183" y="75010"/>
                </a:lnTo>
                <a:lnTo>
                  <a:pt x="385323" y="73883"/>
                </a:lnTo>
                <a:lnTo>
                  <a:pt x="385484" y="72779"/>
                </a:lnTo>
                <a:lnTo>
                  <a:pt x="385664" y="71699"/>
                </a:lnTo>
                <a:close/>
                <a:moveTo>
                  <a:pt x="695850" y="137921"/>
                </a:moveTo>
                <a:lnTo>
                  <a:pt x="696799" y="137843"/>
                </a:lnTo>
                <a:lnTo>
                  <a:pt x="697736" y="137750"/>
                </a:lnTo>
                <a:lnTo>
                  <a:pt x="698663" y="137642"/>
                </a:lnTo>
                <a:lnTo>
                  <a:pt x="699578" y="137521"/>
                </a:lnTo>
                <a:lnTo>
                  <a:pt x="700481" y="137385"/>
                </a:lnTo>
                <a:lnTo>
                  <a:pt x="701374" y="137235"/>
                </a:lnTo>
                <a:lnTo>
                  <a:pt x="702255" y="137070"/>
                </a:lnTo>
                <a:lnTo>
                  <a:pt x="703125" y="136892"/>
                </a:lnTo>
                <a:lnTo>
                  <a:pt x="703983" y="136699"/>
                </a:lnTo>
                <a:lnTo>
                  <a:pt x="704830" y="136491"/>
                </a:lnTo>
                <a:lnTo>
                  <a:pt x="705666" y="136270"/>
                </a:lnTo>
                <a:lnTo>
                  <a:pt x="706491" y="136034"/>
                </a:lnTo>
                <a:lnTo>
                  <a:pt x="707304" y="135783"/>
                </a:lnTo>
                <a:lnTo>
                  <a:pt x="708106" y="135519"/>
                </a:lnTo>
                <a:lnTo>
                  <a:pt x="708897" y="135240"/>
                </a:lnTo>
                <a:lnTo>
                  <a:pt x="709676" y="134947"/>
                </a:lnTo>
                <a:lnTo>
                  <a:pt x="710444" y="134639"/>
                </a:lnTo>
                <a:lnTo>
                  <a:pt x="711201" y="134318"/>
                </a:lnTo>
                <a:lnTo>
                  <a:pt x="711947" y="133982"/>
                </a:lnTo>
                <a:lnTo>
                  <a:pt x="712680" y="133632"/>
                </a:lnTo>
                <a:lnTo>
                  <a:pt x="713399" y="133271"/>
                </a:lnTo>
                <a:lnTo>
                  <a:pt x="714104" y="132897"/>
                </a:lnTo>
                <a:lnTo>
                  <a:pt x="714796" y="132512"/>
                </a:lnTo>
                <a:lnTo>
                  <a:pt x="715474" y="132114"/>
                </a:lnTo>
                <a:lnTo>
                  <a:pt x="716139" y="131705"/>
                </a:lnTo>
                <a:lnTo>
                  <a:pt x="716790" y="131283"/>
                </a:lnTo>
                <a:lnTo>
                  <a:pt x="717427" y="130850"/>
                </a:lnTo>
                <a:lnTo>
                  <a:pt x="718050" y="130404"/>
                </a:lnTo>
                <a:lnTo>
                  <a:pt x="718660" y="129947"/>
                </a:lnTo>
                <a:lnTo>
                  <a:pt x="719256" y="129477"/>
                </a:lnTo>
                <a:lnTo>
                  <a:pt x="719838" y="128996"/>
                </a:lnTo>
                <a:lnTo>
                  <a:pt x="720407" y="128502"/>
                </a:lnTo>
                <a:lnTo>
                  <a:pt x="720961" y="127996"/>
                </a:lnTo>
                <a:lnTo>
                  <a:pt x="721503" y="127479"/>
                </a:lnTo>
                <a:lnTo>
                  <a:pt x="722030" y="126949"/>
                </a:lnTo>
                <a:lnTo>
                  <a:pt x="722544" y="126408"/>
                </a:lnTo>
                <a:lnTo>
                  <a:pt x="723044" y="125854"/>
                </a:lnTo>
                <a:lnTo>
                  <a:pt x="723530" y="125288"/>
                </a:lnTo>
                <a:lnTo>
                  <a:pt x="724003" y="124711"/>
                </a:lnTo>
                <a:lnTo>
                  <a:pt x="724462" y="124121"/>
                </a:lnTo>
                <a:lnTo>
                  <a:pt x="724907" y="123519"/>
                </a:lnTo>
                <a:lnTo>
                  <a:pt x="725339" y="122906"/>
                </a:lnTo>
                <a:lnTo>
                  <a:pt x="725757" y="122280"/>
                </a:lnTo>
                <a:lnTo>
                  <a:pt x="726160" y="121643"/>
                </a:lnTo>
                <a:lnTo>
                  <a:pt x="726546" y="120997"/>
                </a:lnTo>
                <a:lnTo>
                  <a:pt x="726917" y="120340"/>
                </a:lnTo>
                <a:lnTo>
                  <a:pt x="727272" y="119673"/>
                </a:lnTo>
                <a:lnTo>
                  <a:pt x="727610" y="118996"/>
                </a:lnTo>
                <a:lnTo>
                  <a:pt x="727933" y="118309"/>
                </a:lnTo>
                <a:lnTo>
                  <a:pt x="728239" y="117612"/>
                </a:lnTo>
                <a:lnTo>
                  <a:pt x="728530" y="116905"/>
                </a:lnTo>
                <a:lnTo>
                  <a:pt x="728804" y="116188"/>
                </a:lnTo>
                <a:lnTo>
                  <a:pt x="729062" y="115460"/>
                </a:lnTo>
                <a:lnTo>
                  <a:pt x="729304" y="114723"/>
                </a:lnTo>
                <a:lnTo>
                  <a:pt x="729530" y="113976"/>
                </a:lnTo>
                <a:lnTo>
                  <a:pt x="729739" y="113218"/>
                </a:lnTo>
                <a:lnTo>
                  <a:pt x="729933" y="112451"/>
                </a:lnTo>
                <a:lnTo>
                  <a:pt x="730111" y="111673"/>
                </a:lnTo>
                <a:lnTo>
                  <a:pt x="730272" y="110886"/>
                </a:lnTo>
                <a:lnTo>
                  <a:pt x="730418" y="110088"/>
                </a:lnTo>
                <a:lnTo>
                  <a:pt x="730547" y="109280"/>
                </a:lnTo>
                <a:lnTo>
                  <a:pt x="730660" y="108462"/>
                </a:lnTo>
                <a:lnTo>
                  <a:pt x="730757" y="107634"/>
                </a:lnTo>
                <a:lnTo>
                  <a:pt x="730838" y="106797"/>
                </a:lnTo>
                <a:lnTo>
                  <a:pt x="730903" y="105949"/>
                </a:lnTo>
                <a:lnTo>
                  <a:pt x="730952" y="105090"/>
                </a:lnTo>
                <a:lnTo>
                  <a:pt x="730985" y="104222"/>
                </a:lnTo>
                <a:lnTo>
                  <a:pt x="714709" y="104222"/>
                </a:lnTo>
                <a:lnTo>
                  <a:pt x="714674" y="105069"/>
                </a:lnTo>
                <a:lnTo>
                  <a:pt x="714618" y="105900"/>
                </a:lnTo>
                <a:lnTo>
                  <a:pt x="714542" y="106713"/>
                </a:lnTo>
                <a:lnTo>
                  <a:pt x="714446" y="107510"/>
                </a:lnTo>
                <a:lnTo>
                  <a:pt x="714328" y="108290"/>
                </a:lnTo>
                <a:lnTo>
                  <a:pt x="714191" y="109054"/>
                </a:lnTo>
                <a:lnTo>
                  <a:pt x="714032" y="109800"/>
                </a:lnTo>
                <a:lnTo>
                  <a:pt x="713854" y="110530"/>
                </a:lnTo>
                <a:lnTo>
                  <a:pt x="713654" y="111243"/>
                </a:lnTo>
                <a:lnTo>
                  <a:pt x="713434" y="111940"/>
                </a:lnTo>
                <a:lnTo>
                  <a:pt x="713194" y="112619"/>
                </a:lnTo>
                <a:lnTo>
                  <a:pt x="712933" y="113282"/>
                </a:lnTo>
                <a:lnTo>
                  <a:pt x="712651" y="113928"/>
                </a:lnTo>
                <a:lnTo>
                  <a:pt x="712349" y="114558"/>
                </a:lnTo>
                <a:lnTo>
                  <a:pt x="712027" y="115170"/>
                </a:lnTo>
                <a:lnTo>
                  <a:pt x="711684" y="115766"/>
                </a:lnTo>
                <a:lnTo>
                  <a:pt x="711320" y="116346"/>
                </a:lnTo>
                <a:lnTo>
                  <a:pt x="710936" y="116908"/>
                </a:lnTo>
                <a:lnTo>
                  <a:pt x="710531" y="117454"/>
                </a:lnTo>
                <a:lnTo>
                  <a:pt x="710105" y="117983"/>
                </a:lnTo>
                <a:lnTo>
                  <a:pt x="709659" y="118495"/>
                </a:lnTo>
                <a:lnTo>
                  <a:pt x="709193" y="118990"/>
                </a:lnTo>
                <a:lnTo>
                  <a:pt x="708706" y="119469"/>
                </a:lnTo>
                <a:lnTo>
                  <a:pt x="708198" y="119931"/>
                </a:lnTo>
                <a:lnTo>
                  <a:pt x="707672" y="120375"/>
                </a:lnTo>
                <a:lnTo>
                  <a:pt x="707129" y="120801"/>
                </a:lnTo>
                <a:lnTo>
                  <a:pt x="706569" y="121207"/>
                </a:lnTo>
                <a:lnTo>
                  <a:pt x="705992" y="121595"/>
                </a:lnTo>
                <a:lnTo>
                  <a:pt x="705399" y="121963"/>
                </a:lnTo>
                <a:lnTo>
                  <a:pt x="704789" y="122313"/>
                </a:lnTo>
                <a:lnTo>
                  <a:pt x="704162" y="122644"/>
                </a:lnTo>
                <a:lnTo>
                  <a:pt x="703518" y="122956"/>
                </a:lnTo>
                <a:lnTo>
                  <a:pt x="702858" y="123249"/>
                </a:lnTo>
                <a:lnTo>
                  <a:pt x="702180" y="123523"/>
                </a:lnTo>
                <a:lnTo>
                  <a:pt x="701486" y="123778"/>
                </a:lnTo>
                <a:lnTo>
                  <a:pt x="700775" y="124014"/>
                </a:lnTo>
                <a:lnTo>
                  <a:pt x="700048" y="124231"/>
                </a:lnTo>
                <a:lnTo>
                  <a:pt x="699303" y="124430"/>
                </a:lnTo>
                <a:lnTo>
                  <a:pt x="698542" y="124610"/>
                </a:lnTo>
                <a:lnTo>
                  <a:pt x="697764" y="124770"/>
                </a:lnTo>
                <a:lnTo>
                  <a:pt x="696969" y="124912"/>
                </a:lnTo>
                <a:lnTo>
                  <a:pt x="696158" y="125035"/>
                </a:lnTo>
                <a:lnTo>
                  <a:pt x="695329" y="125139"/>
                </a:lnTo>
                <a:lnTo>
                  <a:pt x="694484" y="125224"/>
                </a:lnTo>
                <a:lnTo>
                  <a:pt x="693622" y="125290"/>
                </a:lnTo>
                <a:lnTo>
                  <a:pt x="692743" y="125337"/>
                </a:lnTo>
                <a:lnTo>
                  <a:pt x="691848" y="125366"/>
                </a:lnTo>
                <a:lnTo>
                  <a:pt x="690936" y="125375"/>
                </a:lnTo>
                <a:lnTo>
                  <a:pt x="690080" y="125367"/>
                </a:lnTo>
                <a:lnTo>
                  <a:pt x="689238" y="125341"/>
                </a:lnTo>
                <a:lnTo>
                  <a:pt x="688409" y="125298"/>
                </a:lnTo>
                <a:lnTo>
                  <a:pt x="687596" y="125238"/>
                </a:lnTo>
                <a:lnTo>
                  <a:pt x="686796" y="125161"/>
                </a:lnTo>
                <a:lnTo>
                  <a:pt x="686010" y="125066"/>
                </a:lnTo>
                <a:lnTo>
                  <a:pt x="685238" y="124955"/>
                </a:lnTo>
                <a:lnTo>
                  <a:pt x="684480" y="124826"/>
                </a:lnTo>
                <a:lnTo>
                  <a:pt x="683736" y="124681"/>
                </a:lnTo>
                <a:lnTo>
                  <a:pt x="683007" y="124518"/>
                </a:lnTo>
                <a:lnTo>
                  <a:pt x="682291" y="124338"/>
                </a:lnTo>
                <a:lnTo>
                  <a:pt x="681589" y="124141"/>
                </a:lnTo>
                <a:lnTo>
                  <a:pt x="680902" y="123926"/>
                </a:lnTo>
                <a:lnTo>
                  <a:pt x="680228" y="123695"/>
                </a:lnTo>
                <a:lnTo>
                  <a:pt x="679569" y="123446"/>
                </a:lnTo>
                <a:lnTo>
                  <a:pt x="678923" y="123180"/>
                </a:lnTo>
                <a:lnTo>
                  <a:pt x="678292" y="122897"/>
                </a:lnTo>
                <a:lnTo>
                  <a:pt x="677674" y="122597"/>
                </a:lnTo>
                <a:lnTo>
                  <a:pt x="677071" y="122280"/>
                </a:lnTo>
                <a:lnTo>
                  <a:pt x="676482" y="121946"/>
                </a:lnTo>
                <a:lnTo>
                  <a:pt x="675907" y="121594"/>
                </a:lnTo>
                <a:lnTo>
                  <a:pt x="675345" y="121226"/>
                </a:lnTo>
                <a:lnTo>
                  <a:pt x="674798" y="120840"/>
                </a:lnTo>
                <a:lnTo>
                  <a:pt x="674265" y="120437"/>
                </a:lnTo>
                <a:lnTo>
                  <a:pt x="673745" y="120020"/>
                </a:lnTo>
                <a:lnTo>
                  <a:pt x="673236" y="119591"/>
                </a:lnTo>
                <a:lnTo>
                  <a:pt x="672740" y="119152"/>
                </a:lnTo>
                <a:lnTo>
                  <a:pt x="672255" y="118701"/>
                </a:lnTo>
                <a:lnTo>
                  <a:pt x="671782" y="118239"/>
                </a:lnTo>
                <a:lnTo>
                  <a:pt x="671321" y="117765"/>
                </a:lnTo>
                <a:lnTo>
                  <a:pt x="670872" y="117280"/>
                </a:lnTo>
                <a:lnTo>
                  <a:pt x="670434" y="116785"/>
                </a:lnTo>
                <a:lnTo>
                  <a:pt x="670009" y="116277"/>
                </a:lnTo>
                <a:lnTo>
                  <a:pt x="669595" y="115759"/>
                </a:lnTo>
                <a:lnTo>
                  <a:pt x="669193" y="115229"/>
                </a:lnTo>
                <a:lnTo>
                  <a:pt x="668803" y="114689"/>
                </a:lnTo>
                <a:lnTo>
                  <a:pt x="668424" y="114136"/>
                </a:lnTo>
                <a:lnTo>
                  <a:pt x="668058" y="113573"/>
                </a:lnTo>
                <a:lnTo>
                  <a:pt x="667703" y="112998"/>
                </a:lnTo>
                <a:lnTo>
                  <a:pt x="667360" y="112412"/>
                </a:lnTo>
                <a:lnTo>
                  <a:pt x="667029" y="111815"/>
                </a:lnTo>
                <a:lnTo>
                  <a:pt x="666710" y="111207"/>
                </a:lnTo>
                <a:lnTo>
                  <a:pt x="666402" y="110587"/>
                </a:lnTo>
                <a:lnTo>
                  <a:pt x="666106" y="109956"/>
                </a:lnTo>
                <a:lnTo>
                  <a:pt x="665823" y="109314"/>
                </a:lnTo>
                <a:lnTo>
                  <a:pt x="665551" y="108661"/>
                </a:lnTo>
                <a:lnTo>
                  <a:pt x="665290" y="107996"/>
                </a:lnTo>
                <a:lnTo>
                  <a:pt x="665042" y="107320"/>
                </a:lnTo>
                <a:lnTo>
                  <a:pt x="664804" y="106636"/>
                </a:lnTo>
                <a:lnTo>
                  <a:pt x="664576" y="105946"/>
                </a:lnTo>
                <a:lnTo>
                  <a:pt x="664358" y="105251"/>
                </a:lnTo>
                <a:lnTo>
                  <a:pt x="664150" y="104550"/>
                </a:lnTo>
                <a:lnTo>
                  <a:pt x="663951" y="103844"/>
                </a:lnTo>
                <a:lnTo>
                  <a:pt x="663763" y="103132"/>
                </a:lnTo>
                <a:lnTo>
                  <a:pt x="663584" y="102414"/>
                </a:lnTo>
                <a:lnTo>
                  <a:pt x="663414" y="101691"/>
                </a:lnTo>
                <a:lnTo>
                  <a:pt x="663255" y="100963"/>
                </a:lnTo>
                <a:lnTo>
                  <a:pt x="663105" y="100229"/>
                </a:lnTo>
                <a:lnTo>
                  <a:pt x="662965" y="99489"/>
                </a:lnTo>
                <a:lnTo>
                  <a:pt x="662835" y="98744"/>
                </a:lnTo>
                <a:lnTo>
                  <a:pt x="662714" y="97993"/>
                </a:lnTo>
                <a:lnTo>
                  <a:pt x="662604" y="97237"/>
                </a:lnTo>
                <a:lnTo>
                  <a:pt x="662503" y="96475"/>
                </a:lnTo>
                <a:lnTo>
                  <a:pt x="662411" y="95708"/>
                </a:lnTo>
                <a:lnTo>
                  <a:pt x="662330" y="94935"/>
                </a:lnTo>
                <a:lnTo>
                  <a:pt x="662258" y="94157"/>
                </a:lnTo>
                <a:lnTo>
                  <a:pt x="662196" y="93373"/>
                </a:lnTo>
                <a:lnTo>
                  <a:pt x="662144" y="92583"/>
                </a:lnTo>
                <a:lnTo>
                  <a:pt x="662102" y="91788"/>
                </a:lnTo>
                <a:lnTo>
                  <a:pt x="662069" y="90988"/>
                </a:lnTo>
                <a:lnTo>
                  <a:pt x="662046" y="90182"/>
                </a:lnTo>
                <a:lnTo>
                  <a:pt x="662033" y="89370"/>
                </a:lnTo>
                <a:lnTo>
                  <a:pt x="730491" y="89370"/>
                </a:lnTo>
                <a:lnTo>
                  <a:pt x="730508" y="89292"/>
                </a:lnTo>
                <a:lnTo>
                  <a:pt x="730524" y="89210"/>
                </a:lnTo>
                <a:lnTo>
                  <a:pt x="730539" y="89124"/>
                </a:lnTo>
                <a:lnTo>
                  <a:pt x="730554" y="89034"/>
                </a:lnTo>
                <a:lnTo>
                  <a:pt x="730569" y="88940"/>
                </a:lnTo>
                <a:lnTo>
                  <a:pt x="730584" y="88841"/>
                </a:lnTo>
                <a:lnTo>
                  <a:pt x="730598" y="88739"/>
                </a:lnTo>
                <a:lnTo>
                  <a:pt x="730612" y="88633"/>
                </a:lnTo>
                <a:lnTo>
                  <a:pt x="730626" y="88522"/>
                </a:lnTo>
                <a:lnTo>
                  <a:pt x="730639" y="88408"/>
                </a:lnTo>
                <a:lnTo>
                  <a:pt x="730652" y="88289"/>
                </a:lnTo>
                <a:lnTo>
                  <a:pt x="730664" y="88167"/>
                </a:lnTo>
                <a:lnTo>
                  <a:pt x="730676" y="88040"/>
                </a:lnTo>
                <a:lnTo>
                  <a:pt x="730688" y="87909"/>
                </a:lnTo>
                <a:lnTo>
                  <a:pt x="730700" y="87775"/>
                </a:lnTo>
                <a:lnTo>
                  <a:pt x="730711" y="87636"/>
                </a:lnTo>
                <a:lnTo>
                  <a:pt x="730721" y="87493"/>
                </a:lnTo>
                <a:lnTo>
                  <a:pt x="730732" y="87346"/>
                </a:lnTo>
                <a:lnTo>
                  <a:pt x="730742" y="87195"/>
                </a:lnTo>
                <a:lnTo>
                  <a:pt x="730752" y="87041"/>
                </a:lnTo>
                <a:lnTo>
                  <a:pt x="730761" y="86882"/>
                </a:lnTo>
                <a:lnTo>
                  <a:pt x="730770" y="86719"/>
                </a:lnTo>
                <a:lnTo>
                  <a:pt x="730779" y="86551"/>
                </a:lnTo>
                <a:lnTo>
                  <a:pt x="730787" y="86380"/>
                </a:lnTo>
                <a:lnTo>
                  <a:pt x="730795" y="86208"/>
                </a:lnTo>
                <a:lnTo>
                  <a:pt x="730803" y="86037"/>
                </a:lnTo>
                <a:lnTo>
                  <a:pt x="730811" y="85869"/>
                </a:lnTo>
                <a:lnTo>
                  <a:pt x="730818" y="85702"/>
                </a:lnTo>
                <a:lnTo>
                  <a:pt x="730824" y="85538"/>
                </a:lnTo>
                <a:lnTo>
                  <a:pt x="730831" y="85375"/>
                </a:lnTo>
                <a:lnTo>
                  <a:pt x="730837" y="85214"/>
                </a:lnTo>
                <a:lnTo>
                  <a:pt x="730842" y="85055"/>
                </a:lnTo>
                <a:lnTo>
                  <a:pt x="730848" y="84898"/>
                </a:lnTo>
                <a:lnTo>
                  <a:pt x="730852" y="84743"/>
                </a:lnTo>
                <a:lnTo>
                  <a:pt x="730857" y="84590"/>
                </a:lnTo>
                <a:lnTo>
                  <a:pt x="730861" y="84439"/>
                </a:lnTo>
                <a:lnTo>
                  <a:pt x="730865" y="84290"/>
                </a:lnTo>
                <a:lnTo>
                  <a:pt x="730869" y="84143"/>
                </a:lnTo>
                <a:lnTo>
                  <a:pt x="730872" y="83997"/>
                </a:lnTo>
                <a:lnTo>
                  <a:pt x="730875" y="83854"/>
                </a:lnTo>
                <a:lnTo>
                  <a:pt x="730878" y="83713"/>
                </a:lnTo>
                <a:lnTo>
                  <a:pt x="730880" y="83573"/>
                </a:lnTo>
                <a:lnTo>
                  <a:pt x="730882" y="83435"/>
                </a:lnTo>
                <a:lnTo>
                  <a:pt x="730883" y="83300"/>
                </a:lnTo>
                <a:lnTo>
                  <a:pt x="730884" y="83166"/>
                </a:lnTo>
                <a:lnTo>
                  <a:pt x="730885" y="83034"/>
                </a:lnTo>
                <a:lnTo>
                  <a:pt x="730886" y="82905"/>
                </a:lnTo>
                <a:lnTo>
                  <a:pt x="730886" y="82777"/>
                </a:lnTo>
                <a:lnTo>
                  <a:pt x="730867" y="80893"/>
                </a:lnTo>
                <a:lnTo>
                  <a:pt x="730809" y="79047"/>
                </a:lnTo>
                <a:lnTo>
                  <a:pt x="730712" y="77237"/>
                </a:lnTo>
                <a:lnTo>
                  <a:pt x="730576" y="75465"/>
                </a:lnTo>
                <a:lnTo>
                  <a:pt x="730402" y="73729"/>
                </a:lnTo>
                <a:lnTo>
                  <a:pt x="730189" y="72031"/>
                </a:lnTo>
                <a:lnTo>
                  <a:pt x="729938" y="70369"/>
                </a:lnTo>
                <a:lnTo>
                  <a:pt x="729648" y="68745"/>
                </a:lnTo>
                <a:lnTo>
                  <a:pt x="729319" y="67157"/>
                </a:lnTo>
                <a:lnTo>
                  <a:pt x="728951" y="65607"/>
                </a:lnTo>
                <a:lnTo>
                  <a:pt x="728544" y="64093"/>
                </a:lnTo>
                <a:lnTo>
                  <a:pt x="728099" y="62617"/>
                </a:lnTo>
                <a:lnTo>
                  <a:pt x="727616" y="61177"/>
                </a:lnTo>
                <a:lnTo>
                  <a:pt x="727093" y="59774"/>
                </a:lnTo>
                <a:lnTo>
                  <a:pt x="726532" y="58409"/>
                </a:lnTo>
                <a:lnTo>
                  <a:pt x="725932" y="57080"/>
                </a:lnTo>
                <a:lnTo>
                  <a:pt x="725293" y="55789"/>
                </a:lnTo>
                <a:lnTo>
                  <a:pt x="724616" y="54534"/>
                </a:lnTo>
                <a:lnTo>
                  <a:pt x="723900" y="53316"/>
                </a:lnTo>
                <a:lnTo>
                  <a:pt x="723145" y="52136"/>
                </a:lnTo>
                <a:lnTo>
                  <a:pt x="722352" y="50992"/>
                </a:lnTo>
                <a:lnTo>
                  <a:pt x="721520" y="49886"/>
                </a:lnTo>
                <a:lnTo>
                  <a:pt x="720649" y="48816"/>
                </a:lnTo>
                <a:lnTo>
                  <a:pt x="719739" y="47783"/>
                </a:lnTo>
                <a:lnTo>
                  <a:pt x="718796" y="46790"/>
                </a:lnTo>
                <a:lnTo>
                  <a:pt x="717823" y="45839"/>
                </a:lnTo>
                <a:lnTo>
                  <a:pt x="716820" y="44930"/>
                </a:lnTo>
                <a:lnTo>
                  <a:pt x="715788" y="44064"/>
                </a:lnTo>
                <a:lnTo>
                  <a:pt x="714727" y="43239"/>
                </a:lnTo>
                <a:lnTo>
                  <a:pt x="713636" y="42457"/>
                </a:lnTo>
                <a:lnTo>
                  <a:pt x="712516" y="41718"/>
                </a:lnTo>
                <a:lnTo>
                  <a:pt x="711366" y="41020"/>
                </a:lnTo>
                <a:lnTo>
                  <a:pt x="710186" y="40365"/>
                </a:lnTo>
                <a:lnTo>
                  <a:pt x="708978" y="39752"/>
                </a:lnTo>
                <a:lnTo>
                  <a:pt x="707740" y="39182"/>
                </a:lnTo>
                <a:lnTo>
                  <a:pt x="706472" y="38653"/>
                </a:lnTo>
                <a:lnTo>
                  <a:pt x="705175" y="38167"/>
                </a:lnTo>
                <a:lnTo>
                  <a:pt x="703848" y="37723"/>
                </a:lnTo>
                <a:lnTo>
                  <a:pt x="702492" y="37322"/>
                </a:lnTo>
                <a:lnTo>
                  <a:pt x="701107" y="36963"/>
                </a:lnTo>
                <a:lnTo>
                  <a:pt x="699692" y="36646"/>
                </a:lnTo>
                <a:lnTo>
                  <a:pt x="698248" y="36371"/>
                </a:lnTo>
                <a:lnTo>
                  <a:pt x="696774" y="36138"/>
                </a:lnTo>
                <a:lnTo>
                  <a:pt x="695270" y="35948"/>
                </a:lnTo>
                <a:lnTo>
                  <a:pt x="693738" y="35800"/>
                </a:lnTo>
                <a:lnTo>
                  <a:pt x="692176" y="35695"/>
                </a:lnTo>
                <a:lnTo>
                  <a:pt x="690584" y="35631"/>
                </a:lnTo>
                <a:lnTo>
                  <a:pt x="688963" y="35610"/>
                </a:lnTo>
                <a:lnTo>
                  <a:pt x="687739" y="35621"/>
                </a:lnTo>
                <a:lnTo>
                  <a:pt x="686533" y="35655"/>
                </a:lnTo>
                <a:lnTo>
                  <a:pt x="685345" y="35712"/>
                </a:lnTo>
                <a:lnTo>
                  <a:pt x="684175" y="35791"/>
                </a:lnTo>
                <a:lnTo>
                  <a:pt x="683022" y="35892"/>
                </a:lnTo>
                <a:lnTo>
                  <a:pt x="681888" y="36016"/>
                </a:lnTo>
                <a:lnTo>
                  <a:pt x="680772" y="36163"/>
                </a:lnTo>
                <a:lnTo>
                  <a:pt x="679674" y="36332"/>
                </a:lnTo>
                <a:lnTo>
                  <a:pt x="678594" y="36524"/>
                </a:lnTo>
                <a:lnTo>
                  <a:pt x="677532" y="36739"/>
                </a:lnTo>
                <a:lnTo>
                  <a:pt x="676487" y="36976"/>
                </a:lnTo>
                <a:lnTo>
                  <a:pt x="675461" y="37235"/>
                </a:lnTo>
                <a:lnTo>
                  <a:pt x="674453" y="37518"/>
                </a:lnTo>
                <a:lnTo>
                  <a:pt x="673463" y="37822"/>
                </a:lnTo>
                <a:lnTo>
                  <a:pt x="672490" y="38150"/>
                </a:lnTo>
                <a:lnTo>
                  <a:pt x="671536" y="38499"/>
                </a:lnTo>
                <a:lnTo>
                  <a:pt x="670600" y="38872"/>
                </a:lnTo>
                <a:lnTo>
                  <a:pt x="669681" y="39267"/>
                </a:lnTo>
                <a:lnTo>
                  <a:pt x="668781" y="39685"/>
                </a:lnTo>
                <a:lnTo>
                  <a:pt x="667898" y="40125"/>
                </a:lnTo>
                <a:lnTo>
                  <a:pt x="667034" y="40588"/>
                </a:lnTo>
                <a:lnTo>
                  <a:pt x="666188" y="41073"/>
                </a:lnTo>
                <a:lnTo>
                  <a:pt x="665359" y="41581"/>
                </a:lnTo>
                <a:lnTo>
                  <a:pt x="664549" y="42111"/>
                </a:lnTo>
                <a:lnTo>
                  <a:pt x="663756" y="42662"/>
                </a:lnTo>
                <a:lnTo>
                  <a:pt x="662980" y="43230"/>
                </a:lnTo>
                <a:lnTo>
                  <a:pt x="662221" y="43815"/>
                </a:lnTo>
                <a:lnTo>
                  <a:pt x="661480" y="44418"/>
                </a:lnTo>
                <a:lnTo>
                  <a:pt x="660755" y="45038"/>
                </a:lnTo>
                <a:lnTo>
                  <a:pt x="660048" y="45676"/>
                </a:lnTo>
                <a:lnTo>
                  <a:pt x="659358" y="46331"/>
                </a:lnTo>
                <a:lnTo>
                  <a:pt x="658685" y="47004"/>
                </a:lnTo>
                <a:lnTo>
                  <a:pt x="658029" y="47694"/>
                </a:lnTo>
                <a:lnTo>
                  <a:pt x="657390" y="48402"/>
                </a:lnTo>
                <a:lnTo>
                  <a:pt x="656769" y="49127"/>
                </a:lnTo>
                <a:lnTo>
                  <a:pt x="656164" y="49869"/>
                </a:lnTo>
                <a:lnTo>
                  <a:pt x="655577" y="50629"/>
                </a:lnTo>
                <a:lnTo>
                  <a:pt x="655006" y="51407"/>
                </a:lnTo>
                <a:lnTo>
                  <a:pt x="654453" y="52202"/>
                </a:lnTo>
                <a:lnTo>
                  <a:pt x="653917" y="53014"/>
                </a:lnTo>
                <a:lnTo>
                  <a:pt x="653398" y="53844"/>
                </a:lnTo>
                <a:lnTo>
                  <a:pt x="652897" y="54691"/>
                </a:lnTo>
                <a:lnTo>
                  <a:pt x="652412" y="55556"/>
                </a:lnTo>
                <a:lnTo>
                  <a:pt x="651944" y="56438"/>
                </a:lnTo>
                <a:lnTo>
                  <a:pt x="651494" y="57338"/>
                </a:lnTo>
                <a:lnTo>
                  <a:pt x="651061" y="58255"/>
                </a:lnTo>
                <a:lnTo>
                  <a:pt x="650645" y="59189"/>
                </a:lnTo>
                <a:lnTo>
                  <a:pt x="650245" y="60141"/>
                </a:lnTo>
                <a:lnTo>
                  <a:pt x="649863" y="61108"/>
                </a:lnTo>
                <a:lnTo>
                  <a:pt x="649497" y="62088"/>
                </a:lnTo>
                <a:lnTo>
                  <a:pt x="649147" y="63080"/>
                </a:lnTo>
                <a:lnTo>
                  <a:pt x="648814" y="64084"/>
                </a:lnTo>
                <a:lnTo>
                  <a:pt x="648497" y="65102"/>
                </a:lnTo>
                <a:lnTo>
                  <a:pt x="648196" y="66131"/>
                </a:lnTo>
                <a:lnTo>
                  <a:pt x="647911" y="67173"/>
                </a:lnTo>
                <a:lnTo>
                  <a:pt x="647642" y="68228"/>
                </a:lnTo>
                <a:lnTo>
                  <a:pt x="647390" y="69295"/>
                </a:lnTo>
                <a:lnTo>
                  <a:pt x="647154" y="70375"/>
                </a:lnTo>
                <a:lnTo>
                  <a:pt x="646935" y="71467"/>
                </a:lnTo>
                <a:lnTo>
                  <a:pt x="646731" y="72572"/>
                </a:lnTo>
                <a:lnTo>
                  <a:pt x="646544" y="73689"/>
                </a:lnTo>
                <a:lnTo>
                  <a:pt x="646373" y="74819"/>
                </a:lnTo>
                <a:lnTo>
                  <a:pt x="646219" y="75961"/>
                </a:lnTo>
                <a:lnTo>
                  <a:pt x="646081" y="77116"/>
                </a:lnTo>
                <a:lnTo>
                  <a:pt x="645959" y="78283"/>
                </a:lnTo>
                <a:lnTo>
                  <a:pt x="645853" y="79463"/>
                </a:lnTo>
                <a:lnTo>
                  <a:pt x="645763" y="80656"/>
                </a:lnTo>
                <a:lnTo>
                  <a:pt x="645690" y="81861"/>
                </a:lnTo>
                <a:lnTo>
                  <a:pt x="645633" y="83078"/>
                </a:lnTo>
                <a:lnTo>
                  <a:pt x="645592" y="84308"/>
                </a:lnTo>
                <a:lnTo>
                  <a:pt x="645568" y="85551"/>
                </a:lnTo>
                <a:lnTo>
                  <a:pt x="645560" y="86806"/>
                </a:lnTo>
                <a:lnTo>
                  <a:pt x="645568" y="88011"/>
                </a:lnTo>
                <a:lnTo>
                  <a:pt x="645594" y="89206"/>
                </a:lnTo>
                <a:lnTo>
                  <a:pt x="645635" y="90392"/>
                </a:lnTo>
                <a:lnTo>
                  <a:pt x="645694" y="91567"/>
                </a:lnTo>
                <a:lnTo>
                  <a:pt x="645770" y="92732"/>
                </a:lnTo>
                <a:lnTo>
                  <a:pt x="645862" y="93887"/>
                </a:lnTo>
                <a:lnTo>
                  <a:pt x="645971" y="95032"/>
                </a:lnTo>
                <a:lnTo>
                  <a:pt x="646097" y="96168"/>
                </a:lnTo>
                <a:lnTo>
                  <a:pt x="646240" y="97293"/>
                </a:lnTo>
                <a:lnTo>
                  <a:pt x="646399" y="98407"/>
                </a:lnTo>
                <a:lnTo>
                  <a:pt x="646575" y="99512"/>
                </a:lnTo>
                <a:lnTo>
                  <a:pt x="646768" y="100607"/>
                </a:lnTo>
                <a:lnTo>
                  <a:pt x="646978" y="101692"/>
                </a:lnTo>
                <a:lnTo>
                  <a:pt x="647205" y="102767"/>
                </a:lnTo>
                <a:lnTo>
                  <a:pt x="647448" y="103831"/>
                </a:lnTo>
                <a:lnTo>
                  <a:pt x="647708" y="104886"/>
                </a:lnTo>
                <a:lnTo>
                  <a:pt x="647985" y="105931"/>
                </a:lnTo>
                <a:lnTo>
                  <a:pt x="648279" y="106965"/>
                </a:lnTo>
                <a:lnTo>
                  <a:pt x="648589" y="107990"/>
                </a:lnTo>
                <a:lnTo>
                  <a:pt x="648917" y="109004"/>
                </a:lnTo>
                <a:lnTo>
                  <a:pt x="649261" y="110009"/>
                </a:lnTo>
                <a:lnTo>
                  <a:pt x="649621" y="111003"/>
                </a:lnTo>
                <a:lnTo>
                  <a:pt x="649999" y="111987"/>
                </a:lnTo>
                <a:lnTo>
                  <a:pt x="650393" y="112961"/>
                </a:lnTo>
                <a:lnTo>
                  <a:pt x="650805" y="113922"/>
                </a:lnTo>
                <a:lnTo>
                  <a:pt x="651235" y="114866"/>
                </a:lnTo>
                <a:lnTo>
                  <a:pt x="651683" y="115792"/>
                </a:lnTo>
                <a:lnTo>
                  <a:pt x="652148" y="116702"/>
                </a:lnTo>
                <a:lnTo>
                  <a:pt x="652632" y="117595"/>
                </a:lnTo>
                <a:lnTo>
                  <a:pt x="653134" y="118471"/>
                </a:lnTo>
                <a:lnTo>
                  <a:pt x="653654" y="119330"/>
                </a:lnTo>
                <a:lnTo>
                  <a:pt x="654191" y="120172"/>
                </a:lnTo>
                <a:lnTo>
                  <a:pt x="654747" y="120997"/>
                </a:lnTo>
                <a:lnTo>
                  <a:pt x="655320" y="121806"/>
                </a:lnTo>
                <a:lnTo>
                  <a:pt x="655912" y="122597"/>
                </a:lnTo>
                <a:lnTo>
                  <a:pt x="656522" y="123371"/>
                </a:lnTo>
                <a:lnTo>
                  <a:pt x="657149" y="124129"/>
                </a:lnTo>
                <a:lnTo>
                  <a:pt x="657795" y="124870"/>
                </a:lnTo>
                <a:lnTo>
                  <a:pt x="658458" y="125593"/>
                </a:lnTo>
                <a:lnTo>
                  <a:pt x="659140" y="126300"/>
                </a:lnTo>
                <a:lnTo>
                  <a:pt x="659839" y="126990"/>
                </a:lnTo>
                <a:lnTo>
                  <a:pt x="660557" y="127663"/>
                </a:lnTo>
                <a:lnTo>
                  <a:pt x="661292" y="128319"/>
                </a:lnTo>
                <a:lnTo>
                  <a:pt x="662046" y="128958"/>
                </a:lnTo>
                <a:lnTo>
                  <a:pt x="662817" y="129581"/>
                </a:lnTo>
                <a:lnTo>
                  <a:pt x="663606" y="130186"/>
                </a:lnTo>
                <a:lnTo>
                  <a:pt x="664414" y="130775"/>
                </a:lnTo>
                <a:lnTo>
                  <a:pt x="665239" y="131346"/>
                </a:lnTo>
                <a:lnTo>
                  <a:pt x="666083" y="131897"/>
                </a:lnTo>
                <a:lnTo>
                  <a:pt x="666947" y="132425"/>
                </a:lnTo>
                <a:lnTo>
                  <a:pt x="667831" y="132929"/>
                </a:lnTo>
                <a:lnTo>
                  <a:pt x="668734" y="133410"/>
                </a:lnTo>
                <a:lnTo>
                  <a:pt x="669657" y="133867"/>
                </a:lnTo>
                <a:lnTo>
                  <a:pt x="670600" y="134301"/>
                </a:lnTo>
                <a:lnTo>
                  <a:pt x="671562" y="134711"/>
                </a:lnTo>
                <a:lnTo>
                  <a:pt x="672544" y="135098"/>
                </a:lnTo>
                <a:lnTo>
                  <a:pt x="673546" y="135462"/>
                </a:lnTo>
                <a:lnTo>
                  <a:pt x="674567" y="135802"/>
                </a:lnTo>
                <a:lnTo>
                  <a:pt x="675609" y="136118"/>
                </a:lnTo>
                <a:lnTo>
                  <a:pt x="676669" y="136412"/>
                </a:lnTo>
                <a:lnTo>
                  <a:pt x="677750" y="136681"/>
                </a:lnTo>
                <a:lnTo>
                  <a:pt x="678850" y="136927"/>
                </a:lnTo>
                <a:lnTo>
                  <a:pt x="679970" y="137150"/>
                </a:lnTo>
                <a:lnTo>
                  <a:pt x="681110" y="137350"/>
                </a:lnTo>
                <a:lnTo>
                  <a:pt x="682269" y="137525"/>
                </a:lnTo>
                <a:lnTo>
                  <a:pt x="683448" y="137678"/>
                </a:lnTo>
                <a:lnTo>
                  <a:pt x="684647" y="137807"/>
                </a:lnTo>
                <a:lnTo>
                  <a:pt x="685865" y="137912"/>
                </a:lnTo>
                <a:lnTo>
                  <a:pt x="687103" y="137994"/>
                </a:lnTo>
                <a:lnTo>
                  <a:pt x="688361" y="138053"/>
                </a:lnTo>
                <a:lnTo>
                  <a:pt x="689639" y="138088"/>
                </a:lnTo>
                <a:lnTo>
                  <a:pt x="690936" y="138100"/>
                </a:lnTo>
                <a:lnTo>
                  <a:pt x="691941" y="138093"/>
                </a:lnTo>
                <a:lnTo>
                  <a:pt x="692935" y="138071"/>
                </a:lnTo>
                <a:lnTo>
                  <a:pt x="693918" y="138036"/>
                </a:lnTo>
                <a:lnTo>
                  <a:pt x="694890" y="137986"/>
                </a:lnTo>
                <a:lnTo>
                  <a:pt x="695850" y="137921"/>
                </a:lnTo>
                <a:close/>
                <a:moveTo>
                  <a:pt x="662835" y="71699"/>
                </a:moveTo>
                <a:lnTo>
                  <a:pt x="663035" y="70642"/>
                </a:lnTo>
                <a:lnTo>
                  <a:pt x="663256" y="69609"/>
                </a:lnTo>
                <a:lnTo>
                  <a:pt x="663497" y="68600"/>
                </a:lnTo>
                <a:lnTo>
                  <a:pt x="663757" y="67615"/>
                </a:lnTo>
                <a:lnTo>
                  <a:pt x="664038" y="66653"/>
                </a:lnTo>
                <a:lnTo>
                  <a:pt x="664339" y="65715"/>
                </a:lnTo>
                <a:lnTo>
                  <a:pt x="664660" y="64800"/>
                </a:lnTo>
                <a:lnTo>
                  <a:pt x="665001" y="63909"/>
                </a:lnTo>
                <a:lnTo>
                  <a:pt x="665361" y="63042"/>
                </a:lnTo>
                <a:lnTo>
                  <a:pt x="665742" y="62198"/>
                </a:lnTo>
                <a:lnTo>
                  <a:pt x="666143" y="61378"/>
                </a:lnTo>
                <a:lnTo>
                  <a:pt x="666564" y="60581"/>
                </a:lnTo>
                <a:lnTo>
                  <a:pt x="667006" y="59809"/>
                </a:lnTo>
                <a:lnTo>
                  <a:pt x="667467" y="59059"/>
                </a:lnTo>
                <a:lnTo>
                  <a:pt x="667948" y="58334"/>
                </a:lnTo>
                <a:lnTo>
                  <a:pt x="668449" y="57632"/>
                </a:lnTo>
                <a:lnTo>
                  <a:pt x="668970" y="56954"/>
                </a:lnTo>
                <a:lnTo>
                  <a:pt x="669511" y="56299"/>
                </a:lnTo>
                <a:lnTo>
                  <a:pt x="670073" y="55668"/>
                </a:lnTo>
                <a:lnTo>
                  <a:pt x="670653" y="55062"/>
                </a:lnTo>
                <a:lnTo>
                  <a:pt x="671251" y="54481"/>
                </a:lnTo>
                <a:lnTo>
                  <a:pt x="671868" y="53927"/>
                </a:lnTo>
                <a:lnTo>
                  <a:pt x="672502" y="53398"/>
                </a:lnTo>
                <a:lnTo>
                  <a:pt x="673154" y="52894"/>
                </a:lnTo>
                <a:lnTo>
                  <a:pt x="673824" y="52417"/>
                </a:lnTo>
                <a:lnTo>
                  <a:pt x="674512" y="51965"/>
                </a:lnTo>
                <a:lnTo>
                  <a:pt x="675219" y="51540"/>
                </a:lnTo>
                <a:lnTo>
                  <a:pt x="675943" y="51140"/>
                </a:lnTo>
                <a:lnTo>
                  <a:pt x="676685" y="50765"/>
                </a:lnTo>
                <a:lnTo>
                  <a:pt x="677445" y="50417"/>
                </a:lnTo>
                <a:lnTo>
                  <a:pt x="678223" y="50094"/>
                </a:lnTo>
                <a:lnTo>
                  <a:pt x="679019" y="49798"/>
                </a:lnTo>
                <a:lnTo>
                  <a:pt x="679833" y="49527"/>
                </a:lnTo>
                <a:lnTo>
                  <a:pt x="680665" y="49282"/>
                </a:lnTo>
                <a:lnTo>
                  <a:pt x="681515" y="49062"/>
                </a:lnTo>
                <a:lnTo>
                  <a:pt x="682383" y="48869"/>
                </a:lnTo>
                <a:lnTo>
                  <a:pt x="683269" y="48701"/>
                </a:lnTo>
                <a:lnTo>
                  <a:pt x="684173" y="48559"/>
                </a:lnTo>
                <a:lnTo>
                  <a:pt x="685095" y="48443"/>
                </a:lnTo>
                <a:lnTo>
                  <a:pt x="686035" y="48352"/>
                </a:lnTo>
                <a:lnTo>
                  <a:pt x="686993" y="48288"/>
                </a:lnTo>
                <a:lnTo>
                  <a:pt x="687969" y="48249"/>
                </a:lnTo>
                <a:lnTo>
                  <a:pt x="688963" y="48236"/>
                </a:lnTo>
                <a:lnTo>
                  <a:pt x="689948" y="48249"/>
                </a:lnTo>
                <a:lnTo>
                  <a:pt x="690916" y="48288"/>
                </a:lnTo>
                <a:lnTo>
                  <a:pt x="691865" y="48353"/>
                </a:lnTo>
                <a:lnTo>
                  <a:pt x="692796" y="48444"/>
                </a:lnTo>
                <a:lnTo>
                  <a:pt x="693709" y="48561"/>
                </a:lnTo>
                <a:lnTo>
                  <a:pt x="694604" y="48704"/>
                </a:lnTo>
                <a:lnTo>
                  <a:pt x="695481" y="48873"/>
                </a:lnTo>
                <a:lnTo>
                  <a:pt x="696339" y="49068"/>
                </a:lnTo>
                <a:lnTo>
                  <a:pt x="697179" y="49289"/>
                </a:lnTo>
                <a:lnTo>
                  <a:pt x="698002" y="49536"/>
                </a:lnTo>
                <a:lnTo>
                  <a:pt x="698806" y="49809"/>
                </a:lnTo>
                <a:lnTo>
                  <a:pt x="699592" y="50107"/>
                </a:lnTo>
                <a:lnTo>
                  <a:pt x="700359" y="50432"/>
                </a:lnTo>
                <a:lnTo>
                  <a:pt x="701109" y="50783"/>
                </a:lnTo>
                <a:lnTo>
                  <a:pt x="701840" y="51160"/>
                </a:lnTo>
                <a:lnTo>
                  <a:pt x="702554" y="51563"/>
                </a:lnTo>
                <a:lnTo>
                  <a:pt x="703249" y="51992"/>
                </a:lnTo>
                <a:lnTo>
                  <a:pt x="703926" y="52446"/>
                </a:lnTo>
                <a:lnTo>
                  <a:pt x="704585" y="52927"/>
                </a:lnTo>
                <a:lnTo>
                  <a:pt x="705225" y="53434"/>
                </a:lnTo>
                <a:lnTo>
                  <a:pt x="705848" y="53967"/>
                </a:lnTo>
                <a:lnTo>
                  <a:pt x="706452" y="54525"/>
                </a:lnTo>
                <a:lnTo>
                  <a:pt x="707038" y="55110"/>
                </a:lnTo>
                <a:lnTo>
                  <a:pt x="707606" y="55721"/>
                </a:lnTo>
                <a:lnTo>
                  <a:pt x="708154" y="56356"/>
                </a:lnTo>
                <a:lnTo>
                  <a:pt x="708680" y="57014"/>
                </a:lnTo>
                <a:lnTo>
                  <a:pt x="709183" y="57695"/>
                </a:lnTo>
                <a:lnTo>
                  <a:pt x="709664" y="58399"/>
                </a:lnTo>
                <a:lnTo>
                  <a:pt x="710123" y="59127"/>
                </a:lnTo>
                <a:lnTo>
                  <a:pt x="710559" y="59877"/>
                </a:lnTo>
                <a:lnTo>
                  <a:pt x="710974" y="60651"/>
                </a:lnTo>
                <a:lnTo>
                  <a:pt x="711366" y="61448"/>
                </a:lnTo>
                <a:lnTo>
                  <a:pt x="711735" y="62267"/>
                </a:lnTo>
                <a:lnTo>
                  <a:pt x="712083" y="63110"/>
                </a:lnTo>
                <a:lnTo>
                  <a:pt x="712408" y="63976"/>
                </a:lnTo>
                <a:lnTo>
                  <a:pt x="712711" y="64865"/>
                </a:lnTo>
                <a:lnTo>
                  <a:pt x="712992" y="65778"/>
                </a:lnTo>
                <a:lnTo>
                  <a:pt x="713250" y="66713"/>
                </a:lnTo>
                <a:lnTo>
                  <a:pt x="713486" y="67671"/>
                </a:lnTo>
                <a:lnTo>
                  <a:pt x="713700" y="68653"/>
                </a:lnTo>
                <a:lnTo>
                  <a:pt x="713892" y="69657"/>
                </a:lnTo>
                <a:lnTo>
                  <a:pt x="714061" y="70685"/>
                </a:lnTo>
                <a:lnTo>
                  <a:pt x="714208" y="71736"/>
                </a:lnTo>
                <a:lnTo>
                  <a:pt x="714333" y="72810"/>
                </a:lnTo>
                <a:lnTo>
                  <a:pt x="714436" y="73907"/>
                </a:lnTo>
                <a:lnTo>
                  <a:pt x="714516" y="75027"/>
                </a:lnTo>
                <a:lnTo>
                  <a:pt x="714574" y="76170"/>
                </a:lnTo>
                <a:lnTo>
                  <a:pt x="714610" y="77336"/>
                </a:lnTo>
                <a:lnTo>
                  <a:pt x="662132" y="77336"/>
                </a:lnTo>
                <a:lnTo>
                  <a:pt x="662232" y="76161"/>
                </a:lnTo>
                <a:lnTo>
                  <a:pt x="662353" y="75010"/>
                </a:lnTo>
                <a:lnTo>
                  <a:pt x="662493" y="73883"/>
                </a:lnTo>
                <a:lnTo>
                  <a:pt x="662654" y="72779"/>
                </a:lnTo>
                <a:lnTo>
                  <a:pt x="662835" y="71699"/>
                </a:lnTo>
                <a:close/>
                <a:moveTo>
                  <a:pt x="802920" y="137921"/>
                </a:moveTo>
                <a:lnTo>
                  <a:pt x="803869" y="137843"/>
                </a:lnTo>
                <a:lnTo>
                  <a:pt x="804807" y="137750"/>
                </a:lnTo>
                <a:lnTo>
                  <a:pt x="805733" y="137642"/>
                </a:lnTo>
                <a:lnTo>
                  <a:pt x="806648" y="137521"/>
                </a:lnTo>
                <a:lnTo>
                  <a:pt x="807552" y="137385"/>
                </a:lnTo>
                <a:lnTo>
                  <a:pt x="808444" y="137235"/>
                </a:lnTo>
                <a:lnTo>
                  <a:pt x="809325" y="137070"/>
                </a:lnTo>
                <a:lnTo>
                  <a:pt x="810195" y="136892"/>
                </a:lnTo>
                <a:lnTo>
                  <a:pt x="811054" y="136699"/>
                </a:lnTo>
                <a:lnTo>
                  <a:pt x="811901" y="136491"/>
                </a:lnTo>
                <a:lnTo>
                  <a:pt x="812737" y="136270"/>
                </a:lnTo>
                <a:lnTo>
                  <a:pt x="813561" y="136034"/>
                </a:lnTo>
                <a:lnTo>
                  <a:pt x="814375" y="135783"/>
                </a:lnTo>
                <a:lnTo>
                  <a:pt x="815177" y="135519"/>
                </a:lnTo>
                <a:lnTo>
                  <a:pt x="815967" y="135240"/>
                </a:lnTo>
                <a:lnTo>
                  <a:pt x="816747" y="134947"/>
                </a:lnTo>
                <a:lnTo>
                  <a:pt x="817515" y="134639"/>
                </a:lnTo>
                <a:lnTo>
                  <a:pt x="818272" y="134318"/>
                </a:lnTo>
                <a:lnTo>
                  <a:pt x="819017" y="133982"/>
                </a:lnTo>
                <a:lnTo>
                  <a:pt x="819750" y="133632"/>
                </a:lnTo>
                <a:lnTo>
                  <a:pt x="820469" y="133271"/>
                </a:lnTo>
                <a:lnTo>
                  <a:pt x="821175" y="132897"/>
                </a:lnTo>
                <a:lnTo>
                  <a:pt x="821867" y="132512"/>
                </a:lnTo>
                <a:lnTo>
                  <a:pt x="822545" y="132114"/>
                </a:lnTo>
                <a:lnTo>
                  <a:pt x="823209" y="131705"/>
                </a:lnTo>
                <a:lnTo>
                  <a:pt x="823860" y="131283"/>
                </a:lnTo>
                <a:lnTo>
                  <a:pt x="824497" y="130850"/>
                </a:lnTo>
                <a:lnTo>
                  <a:pt x="825121" y="130404"/>
                </a:lnTo>
                <a:lnTo>
                  <a:pt x="825730" y="129947"/>
                </a:lnTo>
                <a:lnTo>
                  <a:pt x="826326" y="129477"/>
                </a:lnTo>
                <a:lnTo>
                  <a:pt x="826909" y="128996"/>
                </a:lnTo>
                <a:lnTo>
                  <a:pt x="827477" y="128502"/>
                </a:lnTo>
                <a:lnTo>
                  <a:pt x="828032" y="127996"/>
                </a:lnTo>
                <a:lnTo>
                  <a:pt x="828573" y="127479"/>
                </a:lnTo>
                <a:lnTo>
                  <a:pt x="829101" y="126949"/>
                </a:lnTo>
                <a:lnTo>
                  <a:pt x="829614" y="126408"/>
                </a:lnTo>
                <a:lnTo>
                  <a:pt x="830114" y="125854"/>
                </a:lnTo>
                <a:lnTo>
                  <a:pt x="830601" y="125288"/>
                </a:lnTo>
                <a:lnTo>
                  <a:pt x="831073" y="124711"/>
                </a:lnTo>
                <a:lnTo>
                  <a:pt x="831532" y="124121"/>
                </a:lnTo>
                <a:lnTo>
                  <a:pt x="831978" y="123519"/>
                </a:lnTo>
                <a:lnTo>
                  <a:pt x="832409" y="122906"/>
                </a:lnTo>
                <a:lnTo>
                  <a:pt x="832827" y="122280"/>
                </a:lnTo>
                <a:lnTo>
                  <a:pt x="833230" y="121643"/>
                </a:lnTo>
                <a:lnTo>
                  <a:pt x="833617" y="120997"/>
                </a:lnTo>
                <a:lnTo>
                  <a:pt x="833988" y="120340"/>
                </a:lnTo>
                <a:lnTo>
                  <a:pt x="834342" y="119673"/>
                </a:lnTo>
                <a:lnTo>
                  <a:pt x="834681" y="118996"/>
                </a:lnTo>
                <a:lnTo>
                  <a:pt x="835003" y="118309"/>
                </a:lnTo>
                <a:lnTo>
                  <a:pt x="835310" y="117612"/>
                </a:lnTo>
                <a:lnTo>
                  <a:pt x="835600" y="116905"/>
                </a:lnTo>
                <a:lnTo>
                  <a:pt x="835874" y="116188"/>
                </a:lnTo>
                <a:lnTo>
                  <a:pt x="836132" y="115460"/>
                </a:lnTo>
                <a:lnTo>
                  <a:pt x="836374" y="114723"/>
                </a:lnTo>
                <a:lnTo>
                  <a:pt x="836600" y="113976"/>
                </a:lnTo>
                <a:lnTo>
                  <a:pt x="836810" y="113218"/>
                </a:lnTo>
                <a:lnTo>
                  <a:pt x="837004" y="112451"/>
                </a:lnTo>
                <a:lnTo>
                  <a:pt x="837181" y="111673"/>
                </a:lnTo>
                <a:lnTo>
                  <a:pt x="837343" y="110886"/>
                </a:lnTo>
                <a:lnTo>
                  <a:pt x="837488" y="110088"/>
                </a:lnTo>
                <a:lnTo>
                  <a:pt x="837617" y="109280"/>
                </a:lnTo>
                <a:lnTo>
                  <a:pt x="837731" y="108462"/>
                </a:lnTo>
                <a:lnTo>
                  <a:pt x="837828" y="107634"/>
                </a:lnTo>
                <a:lnTo>
                  <a:pt x="837909" y="106797"/>
                </a:lnTo>
                <a:lnTo>
                  <a:pt x="837974" y="105949"/>
                </a:lnTo>
                <a:lnTo>
                  <a:pt x="838022" y="105090"/>
                </a:lnTo>
                <a:lnTo>
                  <a:pt x="838055" y="104222"/>
                </a:lnTo>
                <a:lnTo>
                  <a:pt x="821779" y="104222"/>
                </a:lnTo>
                <a:lnTo>
                  <a:pt x="821744" y="105069"/>
                </a:lnTo>
                <a:lnTo>
                  <a:pt x="821689" y="105900"/>
                </a:lnTo>
                <a:lnTo>
                  <a:pt x="821613" y="106713"/>
                </a:lnTo>
                <a:lnTo>
                  <a:pt x="821516" y="107510"/>
                </a:lnTo>
                <a:lnTo>
                  <a:pt x="821399" y="108290"/>
                </a:lnTo>
                <a:lnTo>
                  <a:pt x="821261" y="109054"/>
                </a:lnTo>
                <a:lnTo>
                  <a:pt x="821103" y="109800"/>
                </a:lnTo>
                <a:lnTo>
                  <a:pt x="820924" y="110530"/>
                </a:lnTo>
                <a:lnTo>
                  <a:pt x="820725" y="111243"/>
                </a:lnTo>
                <a:lnTo>
                  <a:pt x="820505" y="111940"/>
                </a:lnTo>
                <a:lnTo>
                  <a:pt x="820265" y="112619"/>
                </a:lnTo>
                <a:lnTo>
                  <a:pt x="820004" y="113282"/>
                </a:lnTo>
                <a:lnTo>
                  <a:pt x="819722" y="113928"/>
                </a:lnTo>
                <a:lnTo>
                  <a:pt x="819420" y="114558"/>
                </a:lnTo>
                <a:lnTo>
                  <a:pt x="819097" y="115170"/>
                </a:lnTo>
                <a:lnTo>
                  <a:pt x="818754" y="115766"/>
                </a:lnTo>
                <a:lnTo>
                  <a:pt x="818390" y="116346"/>
                </a:lnTo>
                <a:lnTo>
                  <a:pt x="818006" y="116908"/>
                </a:lnTo>
                <a:lnTo>
                  <a:pt x="817601" y="117454"/>
                </a:lnTo>
                <a:lnTo>
                  <a:pt x="817176" y="117983"/>
                </a:lnTo>
                <a:lnTo>
                  <a:pt x="816730" y="118495"/>
                </a:lnTo>
                <a:lnTo>
                  <a:pt x="816263" y="118990"/>
                </a:lnTo>
                <a:lnTo>
                  <a:pt x="815776" y="119469"/>
                </a:lnTo>
                <a:lnTo>
                  <a:pt x="815269" y="119931"/>
                </a:lnTo>
                <a:lnTo>
                  <a:pt x="814742" y="120375"/>
                </a:lnTo>
                <a:lnTo>
                  <a:pt x="814199" y="120801"/>
                </a:lnTo>
                <a:lnTo>
                  <a:pt x="813640" y="121207"/>
                </a:lnTo>
                <a:lnTo>
                  <a:pt x="813063" y="121595"/>
                </a:lnTo>
                <a:lnTo>
                  <a:pt x="812470" y="121963"/>
                </a:lnTo>
                <a:lnTo>
                  <a:pt x="811859" y="122313"/>
                </a:lnTo>
                <a:lnTo>
                  <a:pt x="811232" y="122644"/>
                </a:lnTo>
                <a:lnTo>
                  <a:pt x="810589" y="122956"/>
                </a:lnTo>
                <a:lnTo>
                  <a:pt x="809928" y="123249"/>
                </a:lnTo>
                <a:lnTo>
                  <a:pt x="809251" y="123523"/>
                </a:lnTo>
                <a:lnTo>
                  <a:pt x="808557" y="123778"/>
                </a:lnTo>
                <a:lnTo>
                  <a:pt x="807846" y="124014"/>
                </a:lnTo>
                <a:lnTo>
                  <a:pt x="807118" y="124231"/>
                </a:lnTo>
                <a:lnTo>
                  <a:pt x="806374" y="124430"/>
                </a:lnTo>
                <a:lnTo>
                  <a:pt x="805612" y="124610"/>
                </a:lnTo>
                <a:lnTo>
                  <a:pt x="804834" y="124770"/>
                </a:lnTo>
                <a:lnTo>
                  <a:pt x="804040" y="124912"/>
                </a:lnTo>
                <a:lnTo>
                  <a:pt x="803228" y="125035"/>
                </a:lnTo>
                <a:lnTo>
                  <a:pt x="802400" y="125139"/>
                </a:lnTo>
                <a:lnTo>
                  <a:pt x="801555" y="125224"/>
                </a:lnTo>
                <a:lnTo>
                  <a:pt x="800693" y="125290"/>
                </a:lnTo>
                <a:lnTo>
                  <a:pt x="799814" y="125337"/>
                </a:lnTo>
                <a:lnTo>
                  <a:pt x="798918" y="125366"/>
                </a:lnTo>
                <a:lnTo>
                  <a:pt x="798006" y="125375"/>
                </a:lnTo>
                <a:lnTo>
                  <a:pt x="797150" y="125367"/>
                </a:lnTo>
                <a:lnTo>
                  <a:pt x="796308" y="125341"/>
                </a:lnTo>
                <a:lnTo>
                  <a:pt x="795480" y="125298"/>
                </a:lnTo>
                <a:lnTo>
                  <a:pt x="794666" y="125238"/>
                </a:lnTo>
                <a:lnTo>
                  <a:pt x="793866" y="125161"/>
                </a:lnTo>
                <a:lnTo>
                  <a:pt x="793080" y="125066"/>
                </a:lnTo>
                <a:lnTo>
                  <a:pt x="792308" y="124955"/>
                </a:lnTo>
                <a:lnTo>
                  <a:pt x="791551" y="124826"/>
                </a:lnTo>
                <a:lnTo>
                  <a:pt x="790807" y="124681"/>
                </a:lnTo>
                <a:lnTo>
                  <a:pt x="790077" y="124518"/>
                </a:lnTo>
                <a:lnTo>
                  <a:pt x="789361" y="124338"/>
                </a:lnTo>
                <a:lnTo>
                  <a:pt x="788660" y="124141"/>
                </a:lnTo>
                <a:lnTo>
                  <a:pt x="787972" y="123926"/>
                </a:lnTo>
                <a:lnTo>
                  <a:pt x="787299" y="123695"/>
                </a:lnTo>
                <a:lnTo>
                  <a:pt x="786639" y="123446"/>
                </a:lnTo>
                <a:lnTo>
                  <a:pt x="785994" y="123180"/>
                </a:lnTo>
                <a:lnTo>
                  <a:pt x="785362" y="122897"/>
                </a:lnTo>
                <a:lnTo>
                  <a:pt x="784745" y="122597"/>
                </a:lnTo>
                <a:lnTo>
                  <a:pt x="784142" y="122280"/>
                </a:lnTo>
                <a:lnTo>
                  <a:pt x="783552" y="121946"/>
                </a:lnTo>
                <a:lnTo>
                  <a:pt x="782977" y="121594"/>
                </a:lnTo>
                <a:lnTo>
                  <a:pt x="782416" y="121226"/>
                </a:lnTo>
                <a:lnTo>
                  <a:pt x="781869" y="120840"/>
                </a:lnTo>
                <a:lnTo>
                  <a:pt x="781336" y="120437"/>
                </a:lnTo>
                <a:lnTo>
                  <a:pt x="780815" y="120020"/>
                </a:lnTo>
                <a:lnTo>
                  <a:pt x="780307" y="119591"/>
                </a:lnTo>
                <a:lnTo>
                  <a:pt x="779810" y="119152"/>
                </a:lnTo>
                <a:lnTo>
                  <a:pt x="779326" y="118701"/>
                </a:lnTo>
                <a:lnTo>
                  <a:pt x="778853" y="118239"/>
                </a:lnTo>
                <a:lnTo>
                  <a:pt x="778392" y="117765"/>
                </a:lnTo>
                <a:lnTo>
                  <a:pt x="777942" y="117280"/>
                </a:lnTo>
                <a:lnTo>
                  <a:pt x="777505" y="116785"/>
                </a:lnTo>
                <a:lnTo>
                  <a:pt x="777079" y="116277"/>
                </a:lnTo>
                <a:lnTo>
                  <a:pt x="776665" y="115759"/>
                </a:lnTo>
                <a:lnTo>
                  <a:pt x="776263" y="115229"/>
                </a:lnTo>
                <a:lnTo>
                  <a:pt x="775873" y="114689"/>
                </a:lnTo>
                <a:lnTo>
                  <a:pt x="775495" y="114136"/>
                </a:lnTo>
                <a:lnTo>
                  <a:pt x="775128" y="113573"/>
                </a:lnTo>
                <a:lnTo>
                  <a:pt x="774773" y="112998"/>
                </a:lnTo>
                <a:lnTo>
                  <a:pt x="774431" y="112412"/>
                </a:lnTo>
                <a:lnTo>
                  <a:pt x="774099" y="111815"/>
                </a:lnTo>
                <a:lnTo>
                  <a:pt x="773780" y="111207"/>
                </a:lnTo>
                <a:lnTo>
                  <a:pt x="773473" y="110587"/>
                </a:lnTo>
                <a:lnTo>
                  <a:pt x="773177" y="109956"/>
                </a:lnTo>
                <a:lnTo>
                  <a:pt x="772893" y="109314"/>
                </a:lnTo>
                <a:lnTo>
                  <a:pt x="772621" y="108661"/>
                </a:lnTo>
                <a:lnTo>
                  <a:pt x="772361" y="107996"/>
                </a:lnTo>
                <a:lnTo>
                  <a:pt x="772112" y="107320"/>
                </a:lnTo>
                <a:lnTo>
                  <a:pt x="771875" y="106636"/>
                </a:lnTo>
                <a:lnTo>
                  <a:pt x="771647" y="105946"/>
                </a:lnTo>
                <a:lnTo>
                  <a:pt x="771429" y="105251"/>
                </a:lnTo>
                <a:lnTo>
                  <a:pt x="771221" y="104550"/>
                </a:lnTo>
                <a:lnTo>
                  <a:pt x="771022" y="103844"/>
                </a:lnTo>
                <a:lnTo>
                  <a:pt x="770833" y="103132"/>
                </a:lnTo>
                <a:lnTo>
                  <a:pt x="770654" y="102414"/>
                </a:lnTo>
                <a:lnTo>
                  <a:pt x="770485" y="101691"/>
                </a:lnTo>
                <a:lnTo>
                  <a:pt x="770325" y="100963"/>
                </a:lnTo>
                <a:lnTo>
                  <a:pt x="770176" y="100229"/>
                </a:lnTo>
                <a:lnTo>
                  <a:pt x="770036" y="99489"/>
                </a:lnTo>
                <a:lnTo>
                  <a:pt x="769905" y="98744"/>
                </a:lnTo>
                <a:lnTo>
                  <a:pt x="769785" y="97993"/>
                </a:lnTo>
                <a:lnTo>
                  <a:pt x="769674" y="97237"/>
                </a:lnTo>
                <a:lnTo>
                  <a:pt x="769573" y="96475"/>
                </a:lnTo>
                <a:lnTo>
                  <a:pt x="769482" y="95708"/>
                </a:lnTo>
                <a:lnTo>
                  <a:pt x="769401" y="94935"/>
                </a:lnTo>
                <a:lnTo>
                  <a:pt x="769329" y="94157"/>
                </a:lnTo>
                <a:lnTo>
                  <a:pt x="769267" y="93373"/>
                </a:lnTo>
                <a:lnTo>
                  <a:pt x="769215" y="92583"/>
                </a:lnTo>
                <a:lnTo>
                  <a:pt x="769172" y="91788"/>
                </a:lnTo>
                <a:lnTo>
                  <a:pt x="769140" y="90988"/>
                </a:lnTo>
                <a:lnTo>
                  <a:pt x="769117" y="90182"/>
                </a:lnTo>
                <a:lnTo>
                  <a:pt x="769104" y="89370"/>
                </a:lnTo>
                <a:lnTo>
                  <a:pt x="837562" y="89370"/>
                </a:lnTo>
                <a:lnTo>
                  <a:pt x="837578" y="89292"/>
                </a:lnTo>
                <a:lnTo>
                  <a:pt x="837594" y="89210"/>
                </a:lnTo>
                <a:lnTo>
                  <a:pt x="837610" y="89124"/>
                </a:lnTo>
                <a:lnTo>
                  <a:pt x="837625" y="89034"/>
                </a:lnTo>
                <a:lnTo>
                  <a:pt x="837640" y="88940"/>
                </a:lnTo>
                <a:lnTo>
                  <a:pt x="837654" y="88841"/>
                </a:lnTo>
                <a:lnTo>
                  <a:pt x="837669" y="88739"/>
                </a:lnTo>
                <a:lnTo>
                  <a:pt x="837683" y="88633"/>
                </a:lnTo>
                <a:lnTo>
                  <a:pt x="837696" y="88522"/>
                </a:lnTo>
                <a:lnTo>
                  <a:pt x="837709" y="88408"/>
                </a:lnTo>
                <a:lnTo>
                  <a:pt x="837722" y="88289"/>
                </a:lnTo>
                <a:lnTo>
                  <a:pt x="837735" y="88167"/>
                </a:lnTo>
                <a:lnTo>
                  <a:pt x="837747" y="88040"/>
                </a:lnTo>
                <a:lnTo>
                  <a:pt x="837759" y="87909"/>
                </a:lnTo>
                <a:lnTo>
                  <a:pt x="837770" y="87775"/>
                </a:lnTo>
                <a:lnTo>
                  <a:pt x="837781" y="87636"/>
                </a:lnTo>
                <a:lnTo>
                  <a:pt x="837792" y="87493"/>
                </a:lnTo>
                <a:lnTo>
                  <a:pt x="837802" y="87346"/>
                </a:lnTo>
                <a:lnTo>
                  <a:pt x="837813" y="87195"/>
                </a:lnTo>
                <a:lnTo>
                  <a:pt x="837822" y="87041"/>
                </a:lnTo>
                <a:lnTo>
                  <a:pt x="837832" y="86882"/>
                </a:lnTo>
                <a:lnTo>
                  <a:pt x="837841" y="86719"/>
                </a:lnTo>
                <a:lnTo>
                  <a:pt x="837850" y="86551"/>
                </a:lnTo>
                <a:lnTo>
                  <a:pt x="837858" y="86380"/>
                </a:lnTo>
                <a:lnTo>
                  <a:pt x="837866" y="86208"/>
                </a:lnTo>
                <a:lnTo>
                  <a:pt x="837874" y="86037"/>
                </a:lnTo>
                <a:lnTo>
                  <a:pt x="837881" y="85869"/>
                </a:lnTo>
                <a:lnTo>
                  <a:pt x="837888" y="85702"/>
                </a:lnTo>
                <a:lnTo>
                  <a:pt x="837895" y="85538"/>
                </a:lnTo>
                <a:lnTo>
                  <a:pt x="837901" y="85375"/>
                </a:lnTo>
                <a:lnTo>
                  <a:pt x="837907" y="85214"/>
                </a:lnTo>
                <a:lnTo>
                  <a:pt x="837913" y="85055"/>
                </a:lnTo>
                <a:lnTo>
                  <a:pt x="837918" y="84898"/>
                </a:lnTo>
                <a:lnTo>
                  <a:pt x="837923" y="84743"/>
                </a:lnTo>
                <a:lnTo>
                  <a:pt x="837928" y="84590"/>
                </a:lnTo>
                <a:lnTo>
                  <a:pt x="837932" y="84439"/>
                </a:lnTo>
                <a:lnTo>
                  <a:pt x="837936" y="84290"/>
                </a:lnTo>
                <a:lnTo>
                  <a:pt x="837939" y="84143"/>
                </a:lnTo>
                <a:lnTo>
                  <a:pt x="837943" y="83997"/>
                </a:lnTo>
                <a:lnTo>
                  <a:pt x="837946" y="83854"/>
                </a:lnTo>
                <a:lnTo>
                  <a:pt x="837948" y="83713"/>
                </a:lnTo>
                <a:lnTo>
                  <a:pt x="837950" y="83573"/>
                </a:lnTo>
                <a:lnTo>
                  <a:pt x="837952" y="83435"/>
                </a:lnTo>
                <a:lnTo>
                  <a:pt x="837954" y="83300"/>
                </a:lnTo>
                <a:lnTo>
                  <a:pt x="837955" y="83166"/>
                </a:lnTo>
                <a:lnTo>
                  <a:pt x="837956" y="83034"/>
                </a:lnTo>
                <a:lnTo>
                  <a:pt x="837956" y="82905"/>
                </a:lnTo>
                <a:lnTo>
                  <a:pt x="837957" y="82777"/>
                </a:lnTo>
                <a:lnTo>
                  <a:pt x="837937" y="80893"/>
                </a:lnTo>
                <a:lnTo>
                  <a:pt x="837879" y="79047"/>
                </a:lnTo>
                <a:lnTo>
                  <a:pt x="837782" y="77237"/>
                </a:lnTo>
                <a:lnTo>
                  <a:pt x="837647" y="75465"/>
                </a:lnTo>
                <a:lnTo>
                  <a:pt x="837473" y="73729"/>
                </a:lnTo>
                <a:lnTo>
                  <a:pt x="837260" y="72031"/>
                </a:lnTo>
                <a:lnTo>
                  <a:pt x="837008" y="70369"/>
                </a:lnTo>
                <a:lnTo>
                  <a:pt x="836718" y="68745"/>
                </a:lnTo>
                <a:lnTo>
                  <a:pt x="836389" y="67157"/>
                </a:lnTo>
                <a:lnTo>
                  <a:pt x="836021" y="65607"/>
                </a:lnTo>
                <a:lnTo>
                  <a:pt x="835615" y="64093"/>
                </a:lnTo>
                <a:lnTo>
                  <a:pt x="835170" y="62617"/>
                </a:lnTo>
                <a:lnTo>
                  <a:pt x="834686" y="61177"/>
                </a:lnTo>
                <a:lnTo>
                  <a:pt x="834164" y="59774"/>
                </a:lnTo>
                <a:lnTo>
                  <a:pt x="833602" y="58409"/>
                </a:lnTo>
                <a:lnTo>
                  <a:pt x="833002" y="57080"/>
                </a:lnTo>
                <a:lnTo>
                  <a:pt x="832364" y="55789"/>
                </a:lnTo>
                <a:lnTo>
                  <a:pt x="831687" y="54534"/>
                </a:lnTo>
                <a:lnTo>
                  <a:pt x="830971" y="53316"/>
                </a:lnTo>
                <a:lnTo>
                  <a:pt x="830216" y="52136"/>
                </a:lnTo>
                <a:lnTo>
                  <a:pt x="829422" y="50992"/>
                </a:lnTo>
                <a:lnTo>
                  <a:pt x="828590" y="49886"/>
                </a:lnTo>
                <a:lnTo>
                  <a:pt x="827719" y="48816"/>
                </a:lnTo>
                <a:lnTo>
                  <a:pt x="826810" y="47783"/>
                </a:lnTo>
                <a:lnTo>
                  <a:pt x="825866" y="46790"/>
                </a:lnTo>
                <a:lnTo>
                  <a:pt x="824893" y="45839"/>
                </a:lnTo>
                <a:lnTo>
                  <a:pt x="823891" y="44930"/>
                </a:lnTo>
                <a:lnTo>
                  <a:pt x="822859" y="44064"/>
                </a:lnTo>
                <a:lnTo>
                  <a:pt x="821797" y="43239"/>
                </a:lnTo>
                <a:lnTo>
                  <a:pt x="820706" y="42457"/>
                </a:lnTo>
                <a:lnTo>
                  <a:pt x="819586" y="41718"/>
                </a:lnTo>
                <a:lnTo>
                  <a:pt x="818436" y="41020"/>
                </a:lnTo>
                <a:lnTo>
                  <a:pt x="817257" y="40365"/>
                </a:lnTo>
                <a:lnTo>
                  <a:pt x="816048" y="39752"/>
                </a:lnTo>
                <a:lnTo>
                  <a:pt x="814810" y="39182"/>
                </a:lnTo>
                <a:lnTo>
                  <a:pt x="813542" y="38653"/>
                </a:lnTo>
                <a:lnTo>
                  <a:pt x="812245" y="38167"/>
                </a:lnTo>
                <a:lnTo>
                  <a:pt x="810919" y="37723"/>
                </a:lnTo>
                <a:lnTo>
                  <a:pt x="809563" y="37322"/>
                </a:lnTo>
                <a:lnTo>
                  <a:pt x="808177" y="36963"/>
                </a:lnTo>
                <a:lnTo>
                  <a:pt x="806762" y="36646"/>
                </a:lnTo>
                <a:lnTo>
                  <a:pt x="805318" y="36371"/>
                </a:lnTo>
                <a:lnTo>
                  <a:pt x="803844" y="36138"/>
                </a:lnTo>
                <a:lnTo>
                  <a:pt x="802341" y="35948"/>
                </a:lnTo>
                <a:lnTo>
                  <a:pt x="800808" y="35800"/>
                </a:lnTo>
                <a:lnTo>
                  <a:pt x="799246" y="35695"/>
                </a:lnTo>
                <a:lnTo>
                  <a:pt x="797654" y="35631"/>
                </a:lnTo>
                <a:lnTo>
                  <a:pt x="796033" y="35610"/>
                </a:lnTo>
                <a:lnTo>
                  <a:pt x="794809" y="35621"/>
                </a:lnTo>
                <a:lnTo>
                  <a:pt x="793603" y="35655"/>
                </a:lnTo>
                <a:lnTo>
                  <a:pt x="792415" y="35712"/>
                </a:lnTo>
                <a:lnTo>
                  <a:pt x="791245" y="35791"/>
                </a:lnTo>
                <a:lnTo>
                  <a:pt x="790093" y="35892"/>
                </a:lnTo>
                <a:lnTo>
                  <a:pt x="788959" y="36016"/>
                </a:lnTo>
                <a:lnTo>
                  <a:pt x="787843" y="36163"/>
                </a:lnTo>
                <a:lnTo>
                  <a:pt x="786744" y="36332"/>
                </a:lnTo>
                <a:lnTo>
                  <a:pt x="785664" y="36524"/>
                </a:lnTo>
                <a:lnTo>
                  <a:pt x="784602" y="36739"/>
                </a:lnTo>
                <a:lnTo>
                  <a:pt x="783558" y="36976"/>
                </a:lnTo>
                <a:lnTo>
                  <a:pt x="782532" y="37235"/>
                </a:lnTo>
                <a:lnTo>
                  <a:pt x="781523" y="37518"/>
                </a:lnTo>
                <a:lnTo>
                  <a:pt x="780533" y="37822"/>
                </a:lnTo>
                <a:lnTo>
                  <a:pt x="779561" y="38150"/>
                </a:lnTo>
                <a:lnTo>
                  <a:pt x="778606" y="38499"/>
                </a:lnTo>
                <a:lnTo>
                  <a:pt x="777670" y="38872"/>
                </a:lnTo>
                <a:lnTo>
                  <a:pt x="776752" y="39267"/>
                </a:lnTo>
                <a:lnTo>
                  <a:pt x="775851" y="39685"/>
                </a:lnTo>
                <a:lnTo>
                  <a:pt x="774969" y="40125"/>
                </a:lnTo>
                <a:lnTo>
                  <a:pt x="774105" y="40588"/>
                </a:lnTo>
                <a:lnTo>
                  <a:pt x="773258" y="41073"/>
                </a:lnTo>
                <a:lnTo>
                  <a:pt x="772430" y="41581"/>
                </a:lnTo>
                <a:lnTo>
                  <a:pt x="771619" y="42111"/>
                </a:lnTo>
                <a:lnTo>
                  <a:pt x="770826" y="42662"/>
                </a:lnTo>
                <a:lnTo>
                  <a:pt x="770051" y="43230"/>
                </a:lnTo>
                <a:lnTo>
                  <a:pt x="769292" y="43815"/>
                </a:lnTo>
                <a:lnTo>
                  <a:pt x="768550" y="44418"/>
                </a:lnTo>
                <a:lnTo>
                  <a:pt x="767826" y="45038"/>
                </a:lnTo>
                <a:lnTo>
                  <a:pt x="767119" y="45676"/>
                </a:lnTo>
                <a:lnTo>
                  <a:pt x="766428" y="46331"/>
                </a:lnTo>
                <a:lnTo>
                  <a:pt x="765755" y="47004"/>
                </a:lnTo>
                <a:lnTo>
                  <a:pt x="765100" y="47694"/>
                </a:lnTo>
                <a:lnTo>
                  <a:pt x="764461" y="48402"/>
                </a:lnTo>
                <a:lnTo>
                  <a:pt x="763839" y="49127"/>
                </a:lnTo>
                <a:lnTo>
                  <a:pt x="763235" y="49869"/>
                </a:lnTo>
                <a:lnTo>
                  <a:pt x="762647" y="50629"/>
                </a:lnTo>
                <a:lnTo>
                  <a:pt x="762077" y="51407"/>
                </a:lnTo>
                <a:lnTo>
                  <a:pt x="761524" y="52202"/>
                </a:lnTo>
                <a:lnTo>
                  <a:pt x="760988" y="53014"/>
                </a:lnTo>
                <a:lnTo>
                  <a:pt x="760469" y="53844"/>
                </a:lnTo>
                <a:lnTo>
                  <a:pt x="759967" y="54691"/>
                </a:lnTo>
                <a:lnTo>
                  <a:pt x="759482" y="55556"/>
                </a:lnTo>
                <a:lnTo>
                  <a:pt x="759015" y="56438"/>
                </a:lnTo>
                <a:lnTo>
                  <a:pt x="758564" y="57338"/>
                </a:lnTo>
                <a:lnTo>
                  <a:pt x="758131" y="58255"/>
                </a:lnTo>
                <a:lnTo>
                  <a:pt x="757715" y="59189"/>
                </a:lnTo>
                <a:lnTo>
                  <a:pt x="757316" y="60141"/>
                </a:lnTo>
                <a:lnTo>
                  <a:pt x="756934" y="61108"/>
                </a:lnTo>
                <a:lnTo>
                  <a:pt x="756568" y="62088"/>
                </a:lnTo>
                <a:lnTo>
                  <a:pt x="756218" y="63080"/>
                </a:lnTo>
                <a:lnTo>
                  <a:pt x="755884" y="64084"/>
                </a:lnTo>
                <a:lnTo>
                  <a:pt x="755567" y="65102"/>
                </a:lnTo>
                <a:lnTo>
                  <a:pt x="755266" y="66131"/>
                </a:lnTo>
                <a:lnTo>
                  <a:pt x="754981" y="67173"/>
                </a:lnTo>
                <a:lnTo>
                  <a:pt x="754713" y="68228"/>
                </a:lnTo>
                <a:lnTo>
                  <a:pt x="754461" y="69295"/>
                </a:lnTo>
                <a:lnTo>
                  <a:pt x="754225" y="70375"/>
                </a:lnTo>
                <a:lnTo>
                  <a:pt x="754005" y="71467"/>
                </a:lnTo>
                <a:lnTo>
                  <a:pt x="753802" y="72572"/>
                </a:lnTo>
                <a:lnTo>
                  <a:pt x="753615" y="73689"/>
                </a:lnTo>
                <a:lnTo>
                  <a:pt x="753444" y="74819"/>
                </a:lnTo>
                <a:lnTo>
                  <a:pt x="753289" y="75961"/>
                </a:lnTo>
                <a:lnTo>
                  <a:pt x="753151" y="77116"/>
                </a:lnTo>
                <a:lnTo>
                  <a:pt x="753029" y="78283"/>
                </a:lnTo>
                <a:lnTo>
                  <a:pt x="752923" y="79463"/>
                </a:lnTo>
                <a:lnTo>
                  <a:pt x="752834" y="80656"/>
                </a:lnTo>
                <a:lnTo>
                  <a:pt x="752761" y="81861"/>
                </a:lnTo>
                <a:lnTo>
                  <a:pt x="752704" y="83078"/>
                </a:lnTo>
                <a:lnTo>
                  <a:pt x="752663" y="84308"/>
                </a:lnTo>
                <a:lnTo>
                  <a:pt x="752639" y="85551"/>
                </a:lnTo>
                <a:lnTo>
                  <a:pt x="752630" y="86806"/>
                </a:lnTo>
                <a:lnTo>
                  <a:pt x="752639" y="88011"/>
                </a:lnTo>
                <a:lnTo>
                  <a:pt x="752664" y="89206"/>
                </a:lnTo>
                <a:lnTo>
                  <a:pt x="752706" y="90392"/>
                </a:lnTo>
                <a:lnTo>
                  <a:pt x="752765" y="91567"/>
                </a:lnTo>
                <a:lnTo>
                  <a:pt x="752840" y="92732"/>
                </a:lnTo>
                <a:lnTo>
                  <a:pt x="752933" y="93887"/>
                </a:lnTo>
                <a:lnTo>
                  <a:pt x="753042" y="95032"/>
                </a:lnTo>
                <a:lnTo>
                  <a:pt x="753168" y="96168"/>
                </a:lnTo>
                <a:lnTo>
                  <a:pt x="753310" y="97293"/>
                </a:lnTo>
                <a:lnTo>
                  <a:pt x="753470" y="98407"/>
                </a:lnTo>
                <a:lnTo>
                  <a:pt x="753646" y="99512"/>
                </a:lnTo>
                <a:lnTo>
                  <a:pt x="753839" y="100607"/>
                </a:lnTo>
                <a:lnTo>
                  <a:pt x="754049" y="101692"/>
                </a:lnTo>
                <a:lnTo>
                  <a:pt x="754275" y="102767"/>
                </a:lnTo>
                <a:lnTo>
                  <a:pt x="754519" y="103831"/>
                </a:lnTo>
                <a:lnTo>
                  <a:pt x="754779" y="104886"/>
                </a:lnTo>
                <a:lnTo>
                  <a:pt x="755056" y="105931"/>
                </a:lnTo>
                <a:lnTo>
                  <a:pt x="755349" y="106965"/>
                </a:lnTo>
                <a:lnTo>
                  <a:pt x="755660" y="107990"/>
                </a:lnTo>
                <a:lnTo>
                  <a:pt x="755987" y="109004"/>
                </a:lnTo>
                <a:lnTo>
                  <a:pt x="756331" y="110009"/>
                </a:lnTo>
                <a:lnTo>
                  <a:pt x="756692" y="111003"/>
                </a:lnTo>
                <a:lnTo>
                  <a:pt x="757070" y="111987"/>
                </a:lnTo>
                <a:lnTo>
                  <a:pt x="757464" y="112961"/>
                </a:lnTo>
                <a:lnTo>
                  <a:pt x="757876" y="113922"/>
                </a:lnTo>
                <a:lnTo>
                  <a:pt x="758306" y="114866"/>
                </a:lnTo>
                <a:lnTo>
                  <a:pt x="758753" y="115792"/>
                </a:lnTo>
                <a:lnTo>
                  <a:pt x="759219" y="116702"/>
                </a:lnTo>
                <a:lnTo>
                  <a:pt x="759703" y="117595"/>
                </a:lnTo>
                <a:lnTo>
                  <a:pt x="760204" y="118471"/>
                </a:lnTo>
                <a:lnTo>
                  <a:pt x="760724" y="119330"/>
                </a:lnTo>
                <a:lnTo>
                  <a:pt x="761262" y="120172"/>
                </a:lnTo>
                <a:lnTo>
                  <a:pt x="761817" y="120997"/>
                </a:lnTo>
                <a:lnTo>
                  <a:pt x="762391" y="121806"/>
                </a:lnTo>
                <a:lnTo>
                  <a:pt x="762983" y="122597"/>
                </a:lnTo>
                <a:lnTo>
                  <a:pt x="763592" y="123371"/>
                </a:lnTo>
                <a:lnTo>
                  <a:pt x="764220" y="124129"/>
                </a:lnTo>
                <a:lnTo>
                  <a:pt x="764865" y="124870"/>
                </a:lnTo>
                <a:lnTo>
                  <a:pt x="765529" y="125593"/>
                </a:lnTo>
                <a:lnTo>
                  <a:pt x="766210" y="126300"/>
                </a:lnTo>
                <a:lnTo>
                  <a:pt x="766910" y="126990"/>
                </a:lnTo>
                <a:lnTo>
                  <a:pt x="767627" y="127663"/>
                </a:lnTo>
                <a:lnTo>
                  <a:pt x="768363" y="128319"/>
                </a:lnTo>
                <a:lnTo>
                  <a:pt x="769116" y="128958"/>
                </a:lnTo>
                <a:lnTo>
                  <a:pt x="769888" y="129581"/>
                </a:lnTo>
                <a:lnTo>
                  <a:pt x="770677" y="130186"/>
                </a:lnTo>
                <a:lnTo>
                  <a:pt x="771484" y="130775"/>
                </a:lnTo>
                <a:lnTo>
                  <a:pt x="772310" y="131346"/>
                </a:lnTo>
                <a:lnTo>
                  <a:pt x="773154" y="131897"/>
                </a:lnTo>
                <a:lnTo>
                  <a:pt x="774018" y="132425"/>
                </a:lnTo>
                <a:lnTo>
                  <a:pt x="774901" y="132929"/>
                </a:lnTo>
                <a:lnTo>
                  <a:pt x="775805" y="133410"/>
                </a:lnTo>
                <a:lnTo>
                  <a:pt x="776728" y="133867"/>
                </a:lnTo>
                <a:lnTo>
                  <a:pt x="777670" y="134301"/>
                </a:lnTo>
                <a:lnTo>
                  <a:pt x="778633" y="134711"/>
                </a:lnTo>
                <a:lnTo>
                  <a:pt x="779615" y="135098"/>
                </a:lnTo>
                <a:lnTo>
                  <a:pt x="780617" y="135462"/>
                </a:lnTo>
                <a:lnTo>
                  <a:pt x="781638" y="135802"/>
                </a:lnTo>
                <a:lnTo>
                  <a:pt x="782679" y="136118"/>
                </a:lnTo>
                <a:lnTo>
                  <a:pt x="783740" y="136412"/>
                </a:lnTo>
                <a:lnTo>
                  <a:pt x="784821" y="136681"/>
                </a:lnTo>
                <a:lnTo>
                  <a:pt x="785921" y="136927"/>
                </a:lnTo>
                <a:lnTo>
                  <a:pt x="787041" y="137150"/>
                </a:lnTo>
                <a:lnTo>
                  <a:pt x="788180" y="137350"/>
                </a:lnTo>
                <a:lnTo>
                  <a:pt x="789340" y="137525"/>
                </a:lnTo>
                <a:lnTo>
                  <a:pt x="790519" y="137678"/>
                </a:lnTo>
                <a:lnTo>
                  <a:pt x="791717" y="137807"/>
                </a:lnTo>
                <a:lnTo>
                  <a:pt x="792936" y="137912"/>
                </a:lnTo>
                <a:lnTo>
                  <a:pt x="794174" y="137994"/>
                </a:lnTo>
                <a:lnTo>
                  <a:pt x="795432" y="138053"/>
                </a:lnTo>
                <a:lnTo>
                  <a:pt x="796709" y="138088"/>
                </a:lnTo>
                <a:lnTo>
                  <a:pt x="798006" y="138100"/>
                </a:lnTo>
                <a:lnTo>
                  <a:pt x="799012" y="138093"/>
                </a:lnTo>
                <a:lnTo>
                  <a:pt x="800006" y="138071"/>
                </a:lnTo>
                <a:lnTo>
                  <a:pt x="800989" y="138036"/>
                </a:lnTo>
                <a:lnTo>
                  <a:pt x="801960" y="137986"/>
                </a:lnTo>
                <a:lnTo>
                  <a:pt x="802920" y="137921"/>
                </a:lnTo>
                <a:close/>
                <a:moveTo>
                  <a:pt x="769905" y="71699"/>
                </a:moveTo>
                <a:lnTo>
                  <a:pt x="770106" y="70642"/>
                </a:lnTo>
                <a:lnTo>
                  <a:pt x="770326" y="69609"/>
                </a:lnTo>
                <a:lnTo>
                  <a:pt x="770567" y="68600"/>
                </a:lnTo>
                <a:lnTo>
                  <a:pt x="770828" y="67615"/>
                </a:lnTo>
                <a:lnTo>
                  <a:pt x="771109" y="66653"/>
                </a:lnTo>
                <a:lnTo>
                  <a:pt x="771409" y="65715"/>
                </a:lnTo>
                <a:lnTo>
                  <a:pt x="771730" y="64800"/>
                </a:lnTo>
                <a:lnTo>
                  <a:pt x="772071" y="63909"/>
                </a:lnTo>
                <a:lnTo>
                  <a:pt x="772432" y="63042"/>
                </a:lnTo>
                <a:lnTo>
                  <a:pt x="772813" y="62198"/>
                </a:lnTo>
                <a:lnTo>
                  <a:pt x="773214" y="61378"/>
                </a:lnTo>
                <a:lnTo>
                  <a:pt x="773635" y="60581"/>
                </a:lnTo>
                <a:lnTo>
                  <a:pt x="774076" y="59809"/>
                </a:lnTo>
                <a:lnTo>
                  <a:pt x="774537" y="59059"/>
                </a:lnTo>
                <a:lnTo>
                  <a:pt x="775018" y="58334"/>
                </a:lnTo>
                <a:lnTo>
                  <a:pt x="775519" y="57632"/>
                </a:lnTo>
                <a:lnTo>
                  <a:pt x="776041" y="56954"/>
                </a:lnTo>
                <a:lnTo>
                  <a:pt x="776582" y="56299"/>
                </a:lnTo>
                <a:lnTo>
                  <a:pt x="777143" y="55668"/>
                </a:lnTo>
                <a:lnTo>
                  <a:pt x="777724" y="55062"/>
                </a:lnTo>
                <a:lnTo>
                  <a:pt x="778322" y="54481"/>
                </a:lnTo>
                <a:lnTo>
                  <a:pt x="778938" y="53927"/>
                </a:lnTo>
                <a:lnTo>
                  <a:pt x="779572" y="53398"/>
                </a:lnTo>
                <a:lnTo>
                  <a:pt x="780225" y="52894"/>
                </a:lnTo>
                <a:lnTo>
                  <a:pt x="780895" y="52417"/>
                </a:lnTo>
                <a:lnTo>
                  <a:pt x="781583" y="51965"/>
                </a:lnTo>
                <a:lnTo>
                  <a:pt x="782289" y="51540"/>
                </a:lnTo>
                <a:lnTo>
                  <a:pt x="783013" y="51140"/>
                </a:lnTo>
                <a:lnTo>
                  <a:pt x="783755" y="50765"/>
                </a:lnTo>
                <a:lnTo>
                  <a:pt x="784516" y="50417"/>
                </a:lnTo>
                <a:lnTo>
                  <a:pt x="785294" y="50094"/>
                </a:lnTo>
                <a:lnTo>
                  <a:pt x="786090" y="49798"/>
                </a:lnTo>
                <a:lnTo>
                  <a:pt x="786904" y="49527"/>
                </a:lnTo>
                <a:lnTo>
                  <a:pt x="787736" y="49282"/>
                </a:lnTo>
                <a:lnTo>
                  <a:pt x="788586" y="49062"/>
                </a:lnTo>
                <a:lnTo>
                  <a:pt x="789454" y="48869"/>
                </a:lnTo>
                <a:lnTo>
                  <a:pt x="790340" y="48701"/>
                </a:lnTo>
                <a:lnTo>
                  <a:pt x="791244" y="48559"/>
                </a:lnTo>
                <a:lnTo>
                  <a:pt x="792166" y="48443"/>
                </a:lnTo>
                <a:lnTo>
                  <a:pt x="793106" y="48352"/>
                </a:lnTo>
                <a:lnTo>
                  <a:pt x="794064" y="48288"/>
                </a:lnTo>
                <a:lnTo>
                  <a:pt x="795039" y="48249"/>
                </a:lnTo>
                <a:lnTo>
                  <a:pt x="796033" y="48236"/>
                </a:lnTo>
                <a:lnTo>
                  <a:pt x="797019" y="48249"/>
                </a:lnTo>
                <a:lnTo>
                  <a:pt x="797986" y="48288"/>
                </a:lnTo>
                <a:lnTo>
                  <a:pt x="798936" y="48353"/>
                </a:lnTo>
                <a:lnTo>
                  <a:pt x="799867" y="48444"/>
                </a:lnTo>
                <a:lnTo>
                  <a:pt x="800780" y="48561"/>
                </a:lnTo>
                <a:lnTo>
                  <a:pt x="801674" y="48704"/>
                </a:lnTo>
                <a:lnTo>
                  <a:pt x="802551" y="48873"/>
                </a:lnTo>
                <a:lnTo>
                  <a:pt x="803410" y="49068"/>
                </a:lnTo>
                <a:lnTo>
                  <a:pt x="804250" y="49289"/>
                </a:lnTo>
                <a:lnTo>
                  <a:pt x="805072" y="49536"/>
                </a:lnTo>
                <a:lnTo>
                  <a:pt x="805876" y="49809"/>
                </a:lnTo>
                <a:lnTo>
                  <a:pt x="806662" y="50107"/>
                </a:lnTo>
                <a:lnTo>
                  <a:pt x="807430" y="50432"/>
                </a:lnTo>
                <a:lnTo>
                  <a:pt x="808179" y="50783"/>
                </a:lnTo>
                <a:lnTo>
                  <a:pt x="808911" y="51160"/>
                </a:lnTo>
                <a:lnTo>
                  <a:pt x="809624" y="51563"/>
                </a:lnTo>
                <a:lnTo>
                  <a:pt x="810319" y="51992"/>
                </a:lnTo>
                <a:lnTo>
                  <a:pt x="810996" y="52446"/>
                </a:lnTo>
                <a:lnTo>
                  <a:pt x="811655" y="52927"/>
                </a:lnTo>
                <a:lnTo>
                  <a:pt x="812296" y="53434"/>
                </a:lnTo>
                <a:lnTo>
                  <a:pt x="812918" y="53967"/>
                </a:lnTo>
                <a:lnTo>
                  <a:pt x="813523" y="54525"/>
                </a:lnTo>
                <a:lnTo>
                  <a:pt x="814109" y="55110"/>
                </a:lnTo>
                <a:lnTo>
                  <a:pt x="814677" y="55721"/>
                </a:lnTo>
                <a:lnTo>
                  <a:pt x="815225" y="56356"/>
                </a:lnTo>
                <a:lnTo>
                  <a:pt x="815750" y="57014"/>
                </a:lnTo>
                <a:lnTo>
                  <a:pt x="816254" y="57695"/>
                </a:lnTo>
                <a:lnTo>
                  <a:pt x="816735" y="58399"/>
                </a:lnTo>
                <a:lnTo>
                  <a:pt x="817193" y="59127"/>
                </a:lnTo>
                <a:lnTo>
                  <a:pt x="817630" y="59877"/>
                </a:lnTo>
                <a:lnTo>
                  <a:pt x="818044" y="60651"/>
                </a:lnTo>
                <a:lnTo>
                  <a:pt x="818436" y="61448"/>
                </a:lnTo>
                <a:lnTo>
                  <a:pt x="818806" y="62267"/>
                </a:lnTo>
                <a:lnTo>
                  <a:pt x="819153" y="63110"/>
                </a:lnTo>
                <a:lnTo>
                  <a:pt x="819479" y="63976"/>
                </a:lnTo>
                <a:lnTo>
                  <a:pt x="819782" y="64865"/>
                </a:lnTo>
                <a:lnTo>
                  <a:pt x="820062" y="65778"/>
                </a:lnTo>
                <a:lnTo>
                  <a:pt x="820321" y="66713"/>
                </a:lnTo>
                <a:lnTo>
                  <a:pt x="820557" y="67671"/>
                </a:lnTo>
                <a:lnTo>
                  <a:pt x="820771" y="68653"/>
                </a:lnTo>
                <a:lnTo>
                  <a:pt x="820962" y="69657"/>
                </a:lnTo>
                <a:lnTo>
                  <a:pt x="821132" y="70685"/>
                </a:lnTo>
                <a:lnTo>
                  <a:pt x="821279" y="71736"/>
                </a:lnTo>
                <a:lnTo>
                  <a:pt x="821404" y="72810"/>
                </a:lnTo>
                <a:lnTo>
                  <a:pt x="821506" y="73907"/>
                </a:lnTo>
                <a:lnTo>
                  <a:pt x="821587" y="75027"/>
                </a:lnTo>
                <a:lnTo>
                  <a:pt x="821645" y="76170"/>
                </a:lnTo>
                <a:lnTo>
                  <a:pt x="821680" y="77336"/>
                </a:lnTo>
                <a:lnTo>
                  <a:pt x="769202" y="77336"/>
                </a:lnTo>
                <a:lnTo>
                  <a:pt x="769303" y="76161"/>
                </a:lnTo>
                <a:lnTo>
                  <a:pt x="769423" y="75010"/>
                </a:lnTo>
                <a:lnTo>
                  <a:pt x="769564" y="73883"/>
                </a:lnTo>
                <a:lnTo>
                  <a:pt x="769724" y="72779"/>
                </a:lnTo>
                <a:lnTo>
                  <a:pt x="769905" y="71699"/>
                </a:lnTo>
                <a:close/>
                <a:moveTo>
                  <a:pt x="990560" y="138025"/>
                </a:moveTo>
                <a:lnTo>
                  <a:pt x="991212" y="137992"/>
                </a:lnTo>
                <a:lnTo>
                  <a:pt x="991861" y="137953"/>
                </a:lnTo>
                <a:lnTo>
                  <a:pt x="992505" y="137908"/>
                </a:lnTo>
                <a:lnTo>
                  <a:pt x="993146" y="137857"/>
                </a:lnTo>
                <a:lnTo>
                  <a:pt x="993782" y="137800"/>
                </a:lnTo>
                <a:lnTo>
                  <a:pt x="994415" y="137737"/>
                </a:lnTo>
                <a:lnTo>
                  <a:pt x="995044" y="137668"/>
                </a:lnTo>
                <a:lnTo>
                  <a:pt x="995669" y="137594"/>
                </a:lnTo>
                <a:lnTo>
                  <a:pt x="996289" y="137513"/>
                </a:lnTo>
                <a:lnTo>
                  <a:pt x="996906" y="137426"/>
                </a:lnTo>
                <a:lnTo>
                  <a:pt x="997519" y="137333"/>
                </a:lnTo>
                <a:lnTo>
                  <a:pt x="998128" y="137234"/>
                </a:lnTo>
                <a:lnTo>
                  <a:pt x="998734" y="137129"/>
                </a:lnTo>
                <a:lnTo>
                  <a:pt x="999335" y="137018"/>
                </a:lnTo>
                <a:lnTo>
                  <a:pt x="999932" y="136901"/>
                </a:lnTo>
                <a:lnTo>
                  <a:pt x="1000525" y="136778"/>
                </a:lnTo>
                <a:lnTo>
                  <a:pt x="1001115" y="136649"/>
                </a:lnTo>
                <a:lnTo>
                  <a:pt x="1001700" y="136515"/>
                </a:lnTo>
                <a:lnTo>
                  <a:pt x="1002282" y="136374"/>
                </a:lnTo>
                <a:lnTo>
                  <a:pt x="1002858" y="136227"/>
                </a:lnTo>
                <a:lnTo>
                  <a:pt x="1003428" y="136073"/>
                </a:lnTo>
                <a:lnTo>
                  <a:pt x="1003992" y="135913"/>
                </a:lnTo>
                <a:lnTo>
                  <a:pt x="1004550" y="135746"/>
                </a:lnTo>
                <a:lnTo>
                  <a:pt x="1005102" y="135573"/>
                </a:lnTo>
                <a:lnTo>
                  <a:pt x="1005648" y="135393"/>
                </a:lnTo>
                <a:lnTo>
                  <a:pt x="1006187" y="135207"/>
                </a:lnTo>
                <a:lnTo>
                  <a:pt x="1006721" y="135014"/>
                </a:lnTo>
                <a:lnTo>
                  <a:pt x="1007248" y="134815"/>
                </a:lnTo>
                <a:lnTo>
                  <a:pt x="1007769" y="134609"/>
                </a:lnTo>
                <a:lnTo>
                  <a:pt x="1008283" y="134396"/>
                </a:lnTo>
                <a:lnTo>
                  <a:pt x="1008792" y="134177"/>
                </a:lnTo>
                <a:lnTo>
                  <a:pt x="1009295" y="133952"/>
                </a:lnTo>
                <a:lnTo>
                  <a:pt x="1009791" y="133720"/>
                </a:lnTo>
                <a:lnTo>
                  <a:pt x="1010281" y="133481"/>
                </a:lnTo>
                <a:lnTo>
                  <a:pt x="1010765" y="133236"/>
                </a:lnTo>
                <a:lnTo>
                  <a:pt x="1011243" y="132985"/>
                </a:lnTo>
                <a:lnTo>
                  <a:pt x="1011714" y="132727"/>
                </a:lnTo>
                <a:lnTo>
                  <a:pt x="1012180" y="132462"/>
                </a:lnTo>
                <a:lnTo>
                  <a:pt x="1012639" y="132191"/>
                </a:lnTo>
                <a:lnTo>
                  <a:pt x="1013092" y="131913"/>
                </a:lnTo>
                <a:lnTo>
                  <a:pt x="1013539" y="131629"/>
                </a:lnTo>
                <a:lnTo>
                  <a:pt x="1013980" y="131338"/>
                </a:lnTo>
                <a:lnTo>
                  <a:pt x="1014415" y="131041"/>
                </a:lnTo>
                <a:lnTo>
                  <a:pt x="1014842" y="130737"/>
                </a:lnTo>
                <a:lnTo>
                  <a:pt x="1015262" y="130426"/>
                </a:lnTo>
                <a:lnTo>
                  <a:pt x="1015674" y="130107"/>
                </a:lnTo>
                <a:lnTo>
                  <a:pt x="1016078" y="129782"/>
                </a:lnTo>
                <a:lnTo>
                  <a:pt x="1016474" y="129450"/>
                </a:lnTo>
                <a:lnTo>
                  <a:pt x="1016862" y="129111"/>
                </a:lnTo>
                <a:lnTo>
                  <a:pt x="1017243" y="128764"/>
                </a:lnTo>
                <a:lnTo>
                  <a:pt x="1017615" y="128411"/>
                </a:lnTo>
                <a:lnTo>
                  <a:pt x="1017980" y="128050"/>
                </a:lnTo>
                <a:lnTo>
                  <a:pt x="1018336" y="127683"/>
                </a:lnTo>
                <a:lnTo>
                  <a:pt x="1018685" y="127308"/>
                </a:lnTo>
                <a:lnTo>
                  <a:pt x="1019026" y="126926"/>
                </a:lnTo>
                <a:lnTo>
                  <a:pt x="1019359" y="126538"/>
                </a:lnTo>
                <a:lnTo>
                  <a:pt x="1019685" y="126142"/>
                </a:lnTo>
                <a:lnTo>
                  <a:pt x="1020002" y="125739"/>
                </a:lnTo>
                <a:lnTo>
                  <a:pt x="1020311" y="125329"/>
                </a:lnTo>
                <a:lnTo>
                  <a:pt x="1020613" y="124912"/>
                </a:lnTo>
                <a:lnTo>
                  <a:pt x="1020907" y="124488"/>
                </a:lnTo>
                <a:lnTo>
                  <a:pt x="1021192" y="124057"/>
                </a:lnTo>
                <a:lnTo>
                  <a:pt x="1021470" y="123619"/>
                </a:lnTo>
                <a:lnTo>
                  <a:pt x="1021740" y="123174"/>
                </a:lnTo>
                <a:lnTo>
                  <a:pt x="1022003" y="122722"/>
                </a:lnTo>
                <a:lnTo>
                  <a:pt x="1022257" y="122263"/>
                </a:lnTo>
                <a:lnTo>
                  <a:pt x="1022503" y="121796"/>
                </a:lnTo>
                <a:lnTo>
                  <a:pt x="1022741" y="121323"/>
                </a:lnTo>
                <a:lnTo>
                  <a:pt x="1022968" y="120842"/>
                </a:lnTo>
                <a:lnTo>
                  <a:pt x="1023185" y="120354"/>
                </a:lnTo>
                <a:lnTo>
                  <a:pt x="1023393" y="119859"/>
                </a:lnTo>
                <a:lnTo>
                  <a:pt x="1023590" y="119357"/>
                </a:lnTo>
                <a:lnTo>
                  <a:pt x="1023777" y="118847"/>
                </a:lnTo>
                <a:lnTo>
                  <a:pt x="1023953" y="118330"/>
                </a:lnTo>
                <a:lnTo>
                  <a:pt x="1024120" y="117806"/>
                </a:lnTo>
                <a:lnTo>
                  <a:pt x="1024277" y="117275"/>
                </a:lnTo>
                <a:lnTo>
                  <a:pt x="1024423" y="116737"/>
                </a:lnTo>
                <a:lnTo>
                  <a:pt x="1024560" y="116191"/>
                </a:lnTo>
                <a:lnTo>
                  <a:pt x="1024686" y="115638"/>
                </a:lnTo>
                <a:lnTo>
                  <a:pt x="1024802" y="115078"/>
                </a:lnTo>
                <a:lnTo>
                  <a:pt x="1024908" y="114510"/>
                </a:lnTo>
                <a:lnTo>
                  <a:pt x="1025004" y="113936"/>
                </a:lnTo>
                <a:lnTo>
                  <a:pt x="1025090" y="113354"/>
                </a:lnTo>
                <a:lnTo>
                  <a:pt x="1025166" y="112765"/>
                </a:lnTo>
                <a:lnTo>
                  <a:pt x="1025232" y="112169"/>
                </a:lnTo>
                <a:lnTo>
                  <a:pt x="1025287" y="111565"/>
                </a:lnTo>
                <a:lnTo>
                  <a:pt x="1025333" y="110954"/>
                </a:lnTo>
                <a:lnTo>
                  <a:pt x="1025368" y="110337"/>
                </a:lnTo>
                <a:lnTo>
                  <a:pt x="1025393" y="109711"/>
                </a:lnTo>
                <a:lnTo>
                  <a:pt x="1025408" y="109079"/>
                </a:lnTo>
                <a:lnTo>
                  <a:pt x="1025413" y="108439"/>
                </a:lnTo>
                <a:lnTo>
                  <a:pt x="1025407" y="107700"/>
                </a:lnTo>
                <a:lnTo>
                  <a:pt x="1025388" y="106972"/>
                </a:lnTo>
                <a:lnTo>
                  <a:pt x="1025356" y="106255"/>
                </a:lnTo>
                <a:lnTo>
                  <a:pt x="1025311" y="105548"/>
                </a:lnTo>
                <a:lnTo>
                  <a:pt x="1025253" y="104854"/>
                </a:lnTo>
                <a:lnTo>
                  <a:pt x="1025182" y="104170"/>
                </a:lnTo>
                <a:lnTo>
                  <a:pt x="1025099" y="103497"/>
                </a:lnTo>
                <a:lnTo>
                  <a:pt x="1025002" y="102836"/>
                </a:lnTo>
                <a:lnTo>
                  <a:pt x="1024893" y="102185"/>
                </a:lnTo>
                <a:lnTo>
                  <a:pt x="1024771" y="101546"/>
                </a:lnTo>
                <a:lnTo>
                  <a:pt x="1024636" y="100918"/>
                </a:lnTo>
                <a:lnTo>
                  <a:pt x="1024489" y="100301"/>
                </a:lnTo>
                <a:lnTo>
                  <a:pt x="1024328" y="99695"/>
                </a:lnTo>
                <a:lnTo>
                  <a:pt x="1024155" y="99100"/>
                </a:lnTo>
                <a:lnTo>
                  <a:pt x="1023968" y="98516"/>
                </a:lnTo>
                <a:lnTo>
                  <a:pt x="1023769" y="97943"/>
                </a:lnTo>
                <a:lnTo>
                  <a:pt x="1023557" y="97382"/>
                </a:lnTo>
                <a:lnTo>
                  <a:pt x="1023333" y="96832"/>
                </a:lnTo>
                <a:lnTo>
                  <a:pt x="1023095" y="96292"/>
                </a:lnTo>
                <a:lnTo>
                  <a:pt x="1022845" y="95764"/>
                </a:lnTo>
                <a:lnTo>
                  <a:pt x="1022581" y="95247"/>
                </a:lnTo>
                <a:lnTo>
                  <a:pt x="1022305" y="94741"/>
                </a:lnTo>
                <a:lnTo>
                  <a:pt x="1022016" y="94247"/>
                </a:lnTo>
                <a:lnTo>
                  <a:pt x="1021714" y="93763"/>
                </a:lnTo>
                <a:lnTo>
                  <a:pt x="1021400" y="93288"/>
                </a:lnTo>
                <a:lnTo>
                  <a:pt x="1021073" y="92821"/>
                </a:lnTo>
                <a:lnTo>
                  <a:pt x="1020733" y="92361"/>
                </a:lnTo>
                <a:lnTo>
                  <a:pt x="1020381" y="91908"/>
                </a:lnTo>
                <a:lnTo>
                  <a:pt x="1020017" y="91462"/>
                </a:lnTo>
                <a:lnTo>
                  <a:pt x="1019640" y="91023"/>
                </a:lnTo>
                <a:lnTo>
                  <a:pt x="1019250" y="90592"/>
                </a:lnTo>
                <a:lnTo>
                  <a:pt x="1018848" y="90168"/>
                </a:lnTo>
                <a:lnTo>
                  <a:pt x="1018434" y="89751"/>
                </a:lnTo>
                <a:lnTo>
                  <a:pt x="1018007" y="89342"/>
                </a:lnTo>
                <a:lnTo>
                  <a:pt x="1017567" y="88939"/>
                </a:lnTo>
                <a:lnTo>
                  <a:pt x="1017115" y="88544"/>
                </a:lnTo>
                <a:lnTo>
                  <a:pt x="1016651" y="88156"/>
                </a:lnTo>
                <a:lnTo>
                  <a:pt x="1016173" y="87776"/>
                </a:lnTo>
                <a:lnTo>
                  <a:pt x="1015684" y="87402"/>
                </a:lnTo>
                <a:lnTo>
                  <a:pt x="1015182" y="87036"/>
                </a:lnTo>
                <a:lnTo>
                  <a:pt x="1014667" y="86677"/>
                </a:lnTo>
                <a:lnTo>
                  <a:pt x="1014140" y="86326"/>
                </a:lnTo>
                <a:lnTo>
                  <a:pt x="1013601" y="85981"/>
                </a:lnTo>
                <a:lnTo>
                  <a:pt x="1013049" y="85644"/>
                </a:lnTo>
                <a:lnTo>
                  <a:pt x="1012484" y="85314"/>
                </a:lnTo>
                <a:lnTo>
                  <a:pt x="1011907" y="84991"/>
                </a:lnTo>
                <a:lnTo>
                  <a:pt x="1011318" y="84676"/>
                </a:lnTo>
                <a:lnTo>
                  <a:pt x="1010716" y="84367"/>
                </a:lnTo>
                <a:lnTo>
                  <a:pt x="1010101" y="84064"/>
                </a:lnTo>
                <a:lnTo>
                  <a:pt x="1009475" y="83765"/>
                </a:lnTo>
                <a:lnTo>
                  <a:pt x="1008837" y="83469"/>
                </a:lnTo>
                <a:lnTo>
                  <a:pt x="1008186" y="83177"/>
                </a:lnTo>
                <a:lnTo>
                  <a:pt x="1007524" y="82888"/>
                </a:lnTo>
                <a:lnTo>
                  <a:pt x="1006850" y="82603"/>
                </a:lnTo>
                <a:lnTo>
                  <a:pt x="1006164" y="82321"/>
                </a:lnTo>
                <a:lnTo>
                  <a:pt x="1005466" y="82043"/>
                </a:lnTo>
                <a:lnTo>
                  <a:pt x="1004755" y="81768"/>
                </a:lnTo>
                <a:lnTo>
                  <a:pt x="1004033" y="81497"/>
                </a:lnTo>
                <a:lnTo>
                  <a:pt x="1003299" y="81229"/>
                </a:lnTo>
                <a:lnTo>
                  <a:pt x="1002553" y="80965"/>
                </a:lnTo>
                <a:lnTo>
                  <a:pt x="1001795" y="80704"/>
                </a:lnTo>
                <a:lnTo>
                  <a:pt x="1001025" y="80447"/>
                </a:lnTo>
                <a:lnTo>
                  <a:pt x="1000242" y="80194"/>
                </a:lnTo>
                <a:lnTo>
                  <a:pt x="999448" y="79944"/>
                </a:lnTo>
                <a:lnTo>
                  <a:pt x="998642" y="79697"/>
                </a:lnTo>
                <a:lnTo>
                  <a:pt x="997824" y="79454"/>
                </a:lnTo>
                <a:lnTo>
                  <a:pt x="996994" y="79214"/>
                </a:lnTo>
                <a:lnTo>
                  <a:pt x="996152" y="78978"/>
                </a:lnTo>
                <a:lnTo>
                  <a:pt x="995298" y="78746"/>
                </a:lnTo>
                <a:lnTo>
                  <a:pt x="994432" y="78517"/>
                </a:lnTo>
                <a:lnTo>
                  <a:pt x="993554" y="78292"/>
                </a:lnTo>
                <a:lnTo>
                  <a:pt x="992664" y="78070"/>
                </a:lnTo>
                <a:lnTo>
                  <a:pt x="991849" y="77867"/>
                </a:lnTo>
                <a:lnTo>
                  <a:pt x="991048" y="77665"/>
                </a:lnTo>
                <a:lnTo>
                  <a:pt x="990261" y="77464"/>
                </a:lnTo>
                <a:lnTo>
                  <a:pt x="989488" y="77264"/>
                </a:lnTo>
                <a:lnTo>
                  <a:pt x="988729" y="77065"/>
                </a:lnTo>
                <a:lnTo>
                  <a:pt x="987985" y="76866"/>
                </a:lnTo>
                <a:lnTo>
                  <a:pt x="987254" y="76669"/>
                </a:lnTo>
                <a:lnTo>
                  <a:pt x="986537" y="76473"/>
                </a:lnTo>
                <a:lnTo>
                  <a:pt x="985834" y="76277"/>
                </a:lnTo>
                <a:lnTo>
                  <a:pt x="985146" y="76082"/>
                </a:lnTo>
                <a:lnTo>
                  <a:pt x="984471" y="75888"/>
                </a:lnTo>
                <a:lnTo>
                  <a:pt x="983811" y="75695"/>
                </a:lnTo>
                <a:lnTo>
                  <a:pt x="983164" y="75503"/>
                </a:lnTo>
                <a:lnTo>
                  <a:pt x="982532" y="75312"/>
                </a:lnTo>
                <a:lnTo>
                  <a:pt x="981913" y="75122"/>
                </a:lnTo>
                <a:lnTo>
                  <a:pt x="981309" y="74932"/>
                </a:lnTo>
                <a:lnTo>
                  <a:pt x="980719" y="74744"/>
                </a:lnTo>
                <a:lnTo>
                  <a:pt x="980142" y="74556"/>
                </a:lnTo>
                <a:lnTo>
                  <a:pt x="979580" y="74369"/>
                </a:lnTo>
                <a:lnTo>
                  <a:pt x="979032" y="74183"/>
                </a:lnTo>
                <a:lnTo>
                  <a:pt x="978498" y="73998"/>
                </a:lnTo>
                <a:lnTo>
                  <a:pt x="977978" y="73814"/>
                </a:lnTo>
                <a:lnTo>
                  <a:pt x="977472" y="73631"/>
                </a:lnTo>
                <a:lnTo>
                  <a:pt x="976980" y="73449"/>
                </a:lnTo>
                <a:lnTo>
                  <a:pt x="976501" y="73266"/>
                </a:lnTo>
                <a:lnTo>
                  <a:pt x="976033" y="73081"/>
                </a:lnTo>
                <a:lnTo>
                  <a:pt x="975577" y="72894"/>
                </a:lnTo>
                <a:lnTo>
                  <a:pt x="975133" y="72705"/>
                </a:lnTo>
                <a:lnTo>
                  <a:pt x="974700" y="72514"/>
                </a:lnTo>
                <a:lnTo>
                  <a:pt x="974279" y="72321"/>
                </a:lnTo>
                <a:lnTo>
                  <a:pt x="973870" y="72126"/>
                </a:lnTo>
                <a:lnTo>
                  <a:pt x="973472" y="71930"/>
                </a:lnTo>
                <a:lnTo>
                  <a:pt x="973086" y="71731"/>
                </a:lnTo>
                <a:lnTo>
                  <a:pt x="972712" y="71531"/>
                </a:lnTo>
                <a:lnTo>
                  <a:pt x="972349" y="71328"/>
                </a:lnTo>
                <a:lnTo>
                  <a:pt x="971998" y="71124"/>
                </a:lnTo>
                <a:lnTo>
                  <a:pt x="971659" y="70917"/>
                </a:lnTo>
                <a:lnTo>
                  <a:pt x="971331" y="70709"/>
                </a:lnTo>
                <a:lnTo>
                  <a:pt x="971015" y="70499"/>
                </a:lnTo>
                <a:lnTo>
                  <a:pt x="970710" y="70287"/>
                </a:lnTo>
                <a:lnTo>
                  <a:pt x="970418" y="70073"/>
                </a:lnTo>
                <a:lnTo>
                  <a:pt x="970136" y="69857"/>
                </a:lnTo>
                <a:lnTo>
                  <a:pt x="969867" y="69639"/>
                </a:lnTo>
                <a:lnTo>
                  <a:pt x="969609" y="69419"/>
                </a:lnTo>
                <a:lnTo>
                  <a:pt x="969363" y="69197"/>
                </a:lnTo>
                <a:lnTo>
                  <a:pt x="969128" y="68973"/>
                </a:lnTo>
                <a:lnTo>
                  <a:pt x="968905" y="68747"/>
                </a:lnTo>
                <a:lnTo>
                  <a:pt x="968694" y="68520"/>
                </a:lnTo>
                <a:lnTo>
                  <a:pt x="968493" y="68289"/>
                </a:lnTo>
                <a:lnTo>
                  <a:pt x="968300" y="68054"/>
                </a:lnTo>
                <a:lnTo>
                  <a:pt x="968116" y="67815"/>
                </a:lnTo>
                <a:lnTo>
                  <a:pt x="967940" y="67571"/>
                </a:lnTo>
                <a:lnTo>
                  <a:pt x="967773" y="67324"/>
                </a:lnTo>
                <a:lnTo>
                  <a:pt x="967615" y="67072"/>
                </a:lnTo>
                <a:lnTo>
                  <a:pt x="967465" y="66816"/>
                </a:lnTo>
                <a:lnTo>
                  <a:pt x="967324" y="66556"/>
                </a:lnTo>
                <a:lnTo>
                  <a:pt x="967191" y="66291"/>
                </a:lnTo>
                <a:lnTo>
                  <a:pt x="967067" y="66022"/>
                </a:lnTo>
                <a:lnTo>
                  <a:pt x="966951" y="65749"/>
                </a:lnTo>
                <a:lnTo>
                  <a:pt x="966844" y="65472"/>
                </a:lnTo>
                <a:lnTo>
                  <a:pt x="966746" y="65190"/>
                </a:lnTo>
                <a:lnTo>
                  <a:pt x="966656" y="64905"/>
                </a:lnTo>
                <a:lnTo>
                  <a:pt x="966574" y="64615"/>
                </a:lnTo>
                <a:lnTo>
                  <a:pt x="966502" y="64321"/>
                </a:lnTo>
                <a:lnTo>
                  <a:pt x="966437" y="64022"/>
                </a:lnTo>
                <a:lnTo>
                  <a:pt x="966382" y="63720"/>
                </a:lnTo>
                <a:lnTo>
                  <a:pt x="966335" y="63413"/>
                </a:lnTo>
                <a:lnTo>
                  <a:pt x="966296" y="63102"/>
                </a:lnTo>
                <a:lnTo>
                  <a:pt x="966266" y="62786"/>
                </a:lnTo>
                <a:lnTo>
                  <a:pt x="966245" y="62467"/>
                </a:lnTo>
                <a:lnTo>
                  <a:pt x="966232" y="62143"/>
                </a:lnTo>
                <a:lnTo>
                  <a:pt x="966228" y="61815"/>
                </a:lnTo>
                <a:lnTo>
                  <a:pt x="966237" y="61230"/>
                </a:lnTo>
                <a:lnTo>
                  <a:pt x="966266" y="60659"/>
                </a:lnTo>
                <a:lnTo>
                  <a:pt x="966314" y="60100"/>
                </a:lnTo>
                <a:lnTo>
                  <a:pt x="966381" y="59554"/>
                </a:lnTo>
                <a:lnTo>
                  <a:pt x="966467" y="59022"/>
                </a:lnTo>
                <a:lnTo>
                  <a:pt x="966573" y="58502"/>
                </a:lnTo>
                <a:lnTo>
                  <a:pt x="966698" y="57995"/>
                </a:lnTo>
                <a:lnTo>
                  <a:pt x="966841" y="57502"/>
                </a:lnTo>
                <a:lnTo>
                  <a:pt x="967004" y="57022"/>
                </a:lnTo>
                <a:lnTo>
                  <a:pt x="967187" y="56554"/>
                </a:lnTo>
                <a:lnTo>
                  <a:pt x="967388" y="56100"/>
                </a:lnTo>
                <a:lnTo>
                  <a:pt x="967609" y="55658"/>
                </a:lnTo>
                <a:lnTo>
                  <a:pt x="967848" y="55230"/>
                </a:lnTo>
                <a:lnTo>
                  <a:pt x="968107" y="54815"/>
                </a:lnTo>
                <a:lnTo>
                  <a:pt x="968385" y="54413"/>
                </a:lnTo>
                <a:lnTo>
                  <a:pt x="968683" y="54024"/>
                </a:lnTo>
                <a:lnTo>
                  <a:pt x="968999" y="53648"/>
                </a:lnTo>
                <a:lnTo>
                  <a:pt x="969335" y="53285"/>
                </a:lnTo>
                <a:lnTo>
                  <a:pt x="969690" y="52935"/>
                </a:lnTo>
                <a:lnTo>
                  <a:pt x="970064" y="52598"/>
                </a:lnTo>
                <a:lnTo>
                  <a:pt x="970457" y="52274"/>
                </a:lnTo>
                <a:lnTo>
                  <a:pt x="970869" y="51963"/>
                </a:lnTo>
                <a:lnTo>
                  <a:pt x="971301" y="51665"/>
                </a:lnTo>
                <a:lnTo>
                  <a:pt x="971752" y="51381"/>
                </a:lnTo>
                <a:lnTo>
                  <a:pt x="972218" y="51108"/>
                </a:lnTo>
                <a:lnTo>
                  <a:pt x="972696" y="50847"/>
                </a:lnTo>
                <a:lnTo>
                  <a:pt x="973185" y="50597"/>
                </a:lnTo>
                <a:lnTo>
                  <a:pt x="973686" y="50360"/>
                </a:lnTo>
                <a:lnTo>
                  <a:pt x="974199" y="50133"/>
                </a:lnTo>
                <a:lnTo>
                  <a:pt x="974723" y="49919"/>
                </a:lnTo>
                <a:lnTo>
                  <a:pt x="975259" y="49716"/>
                </a:lnTo>
                <a:lnTo>
                  <a:pt x="975807" y="49524"/>
                </a:lnTo>
                <a:lnTo>
                  <a:pt x="976366" y="49344"/>
                </a:lnTo>
                <a:lnTo>
                  <a:pt x="976937" y="49176"/>
                </a:lnTo>
                <a:lnTo>
                  <a:pt x="977520" y="49019"/>
                </a:lnTo>
                <a:lnTo>
                  <a:pt x="978114" y="48874"/>
                </a:lnTo>
                <a:lnTo>
                  <a:pt x="978720" y="48741"/>
                </a:lnTo>
                <a:lnTo>
                  <a:pt x="979338" y="48619"/>
                </a:lnTo>
                <a:lnTo>
                  <a:pt x="979967" y="48509"/>
                </a:lnTo>
                <a:lnTo>
                  <a:pt x="980608" y="48410"/>
                </a:lnTo>
                <a:lnTo>
                  <a:pt x="981260" y="48323"/>
                </a:lnTo>
                <a:lnTo>
                  <a:pt x="981924" y="48248"/>
                </a:lnTo>
                <a:lnTo>
                  <a:pt x="982600" y="48184"/>
                </a:lnTo>
                <a:lnTo>
                  <a:pt x="983287" y="48132"/>
                </a:lnTo>
                <a:lnTo>
                  <a:pt x="983986" y="48091"/>
                </a:lnTo>
                <a:lnTo>
                  <a:pt x="984697" y="48062"/>
                </a:lnTo>
                <a:lnTo>
                  <a:pt x="985420" y="48045"/>
                </a:lnTo>
                <a:lnTo>
                  <a:pt x="986154" y="48039"/>
                </a:lnTo>
                <a:lnTo>
                  <a:pt x="986880" y="48047"/>
                </a:lnTo>
                <a:lnTo>
                  <a:pt x="987598" y="48070"/>
                </a:lnTo>
                <a:lnTo>
                  <a:pt x="988307" y="48109"/>
                </a:lnTo>
                <a:lnTo>
                  <a:pt x="989006" y="48163"/>
                </a:lnTo>
                <a:lnTo>
                  <a:pt x="989696" y="48232"/>
                </a:lnTo>
                <a:lnTo>
                  <a:pt x="990377" y="48317"/>
                </a:lnTo>
                <a:lnTo>
                  <a:pt x="991048" y="48418"/>
                </a:lnTo>
                <a:lnTo>
                  <a:pt x="991710" y="48534"/>
                </a:lnTo>
                <a:lnTo>
                  <a:pt x="992363" y="48665"/>
                </a:lnTo>
                <a:lnTo>
                  <a:pt x="993007" y="48812"/>
                </a:lnTo>
                <a:lnTo>
                  <a:pt x="993642" y="48974"/>
                </a:lnTo>
                <a:lnTo>
                  <a:pt x="994267" y="49152"/>
                </a:lnTo>
                <a:lnTo>
                  <a:pt x="994883" y="49345"/>
                </a:lnTo>
                <a:lnTo>
                  <a:pt x="995490" y="49554"/>
                </a:lnTo>
                <a:lnTo>
                  <a:pt x="996087" y="49778"/>
                </a:lnTo>
                <a:lnTo>
                  <a:pt x="996675" y="50017"/>
                </a:lnTo>
                <a:lnTo>
                  <a:pt x="997254" y="50272"/>
                </a:lnTo>
                <a:lnTo>
                  <a:pt x="997824" y="50543"/>
                </a:lnTo>
                <a:lnTo>
                  <a:pt x="998385" y="50829"/>
                </a:lnTo>
                <a:lnTo>
                  <a:pt x="998936" y="51130"/>
                </a:lnTo>
                <a:lnTo>
                  <a:pt x="999478" y="51447"/>
                </a:lnTo>
                <a:lnTo>
                  <a:pt x="1000011" y="51779"/>
                </a:lnTo>
                <a:lnTo>
                  <a:pt x="1000534" y="52127"/>
                </a:lnTo>
                <a:lnTo>
                  <a:pt x="1001049" y="52490"/>
                </a:lnTo>
                <a:lnTo>
                  <a:pt x="1001548" y="52872"/>
                </a:lnTo>
                <a:lnTo>
                  <a:pt x="1002025" y="53276"/>
                </a:lnTo>
                <a:lnTo>
                  <a:pt x="1002482" y="53702"/>
                </a:lnTo>
                <a:lnTo>
                  <a:pt x="1002917" y="54150"/>
                </a:lnTo>
                <a:lnTo>
                  <a:pt x="1003331" y="54619"/>
                </a:lnTo>
                <a:lnTo>
                  <a:pt x="1003724" y="55111"/>
                </a:lnTo>
                <a:lnTo>
                  <a:pt x="1004096" y="55624"/>
                </a:lnTo>
                <a:lnTo>
                  <a:pt x="1004446" y="56160"/>
                </a:lnTo>
                <a:lnTo>
                  <a:pt x="1004775" y="56717"/>
                </a:lnTo>
                <a:lnTo>
                  <a:pt x="1005083" y="57296"/>
                </a:lnTo>
                <a:lnTo>
                  <a:pt x="1005370" y="57898"/>
                </a:lnTo>
                <a:lnTo>
                  <a:pt x="1005635" y="58521"/>
                </a:lnTo>
                <a:lnTo>
                  <a:pt x="1005880" y="59166"/>
                </a:lnTo>
                <a:lnTo>
                  <a:pt x="1006103" y="59833"/>
                </a:lnTo>
                <a:lnTo>
                  <a:pt x="1006304" y="60522"/>
                </a:lnTo>
                <a:lnTo>
                  <a:pt x="1006485" y="61233"/>
                </a:lnTo>
                <a:lnTo>
                  <a:pt x="1006644" y="61965"/>
                </a:lnTo>
                <a:lnTo>
                  <a:pt x="1006782" y="62720"/>
                </a:lnTo>
                <a:lnTo>
                  <a:pt x="1006899" y="63497"/>
                </a:lnTo>
                <a:lnTo>
                  <a:pt x="1006995" y="64295"/>
                </a:lnTo>
                <a:lnTo>
                  <a:pt x="1007069" y="65116"/>
                </a:lnTo>
                <a:lnTo>
                  <a:pt x="1007122" y="65958"/>
                </a:lnTo>
                <a:lnTo>
                  <a:pt x="1007154" y="66823"/>
                </a:lnTo>
                <a:lnTo>
                  <a:pt x="1007164" y="67709"/>
                </a:lnTo>
                <a:lnTo>
                  <a:pt x="1023145" y="67709"/>
                </a:lnTo>
                <a:lnTo>
                  <a:pt x="1023139" y="67002"/>
                </a:lnTo>
                <a:lnTo>
                  <a:pt x="1023124" y="66304"/>
                </a:lnTo>
                <a:lnTo>
                  <a:pt x="1023098" y="65614"/>
                </a:lnTo>
                <a:lnTo>
                  <a:pt x="1023062" y="64933"/>
                </a:lnTo>
                <a:lnTo>
                  <a:pt x="1023016" y="64260"/>
                </a:lnTo>
                <a:lnTo>
                  <a:pt x="1022960" y="63595"/>
                </a:lnTo>
                <a:lnTo>
                  <a:pt x="1022893" y="62939"/>
                </a:lnTo>
                <a:lnTo>
                  <a:pt x="1022816" y="62292"/>
                </a:lnTo>
                <a:lnTo>
                  <a:pt x="1022728" y="61653"/>
                </a:lnTo>
                <a:lnTo>
                  <a:pt x="1022631" y="61022"/>
                </a:lnTo>
                <a:lnTo>
                  <a:pt x="1022523" y="60400"/>
                </a:lnTo>
                <a:lnTo>
                  <a:pt x="1022405" y="59786"/>
                </a:lnTo>
                <a:lnTo>
                  <a:pt x="1022276" y="59181"/>
                </a:lnTo>
                <a:lnTo>
                  <a:pt x="1022138" y="58584"/>
                </a:lnTo>
                <a:lnTo>
                  <a:pt x="1021989" y="57996"/>
                </a:lnTo>
                <a:lnTo>
                  <a:pt x="1021829" y="57416"/>
                </a:lnTo>
                <a:lnTo>
                  <a:pt x="1021660" y="56845"/>
                </a:lnTo>
                <a:lnTo>
                  <a:pt x="1021480" y="56282"/>
                </a:lnTo>
                <a:lnTo>
                  <a:pt x="1021290" y="55727"/>
                </a:lnTo>
                <a:lnTo>
                  <a:pt x="1021090" y="55181"/>
                </a:lnTo>
                <a:lnTo>
                  <a:pt x="1020879" y="54644"/>
                </a:lnTo>
                <a:lnTo>
                  <a:pt x="1020658" y="54115"/>
                </a:lnTo>
                <a:lnTo>
                  <a:pt x="1020427" y="53594"/>
                </a:lnTo>
                <a:lnTo>
                  <a:pt x="1020185" y="53082"/>
                </a:lnTo>
                <a:lnTo>
                  <a:pt x="1019935" y="52578"/>
                </a:lnTo>
                <a:lnTo>
                  <a:pt x="1019677" y="52082"/>
                </a:lnTo>
                <a:lnTo>
                  <a:pt x="1019412" y="51594"/>
                </a:lnTo>
                <a:lnTo>
                  <a:pt x="1019140" y="51113"/>
                </a:lnTo>
                <a:lnTo>
                  <a:pt x="1018860" y="50640"/>
                </a:lnTo>
                <a:lnTo>
                  <a:pt x="1018573" y="50175"/>
                </a:lnTo>
                <a:lnTo>
                  <a:pt x="1018279" y="49717"/>
                </a:lnTo>
                <a:lnTo>
                  <a:pt x="1017977" y="49268"/>
                </a:lnTo>
                <a:lnTo>
                  <a:pt x="1017668" y="48826"/>
                </a:lnTo>
                <a:lnTo>
                  <a:pt x="1017351" y="48392"/>
                </a:lnTo>
                <a:lnTo>
                  <a:pt x="1017027" y="47965"/>
                </a:lnTo>
                <a:lnTo>
                  <a:pt x="1016696" y="47547"/>
                </a:lnTo>
                <a:lnTo>
                  <a:pt x="1016357" y="47136"/>
                </a:lnTo>
                <a:lnTo>
                  <a:pt x="1016011" y="46733"/>
                </a:lnTo>
                <a:lnTo>
                  <a:pt x="1015658" y="46337"/>
                </a:lnTo>
                <a:lnTo>
                  <a:pt x="1015297" y="45950"/>
                </a:lnTo>
                <a:lnTo>
                  <a:pt x="1014929" y="45570"/>
                </a:lnTo>
                <a:lnTo>
                  <a:pt x="1014553" y="45198"/>
                </a:lnTo>
                <a:lnTo>
                  <a:pt x="1014171" y="44834"/>
                </a:lnTo>
                <a:lnTo>
                  <a:pt x="1013780" y="44477"/>
                </a:lnTo>
                <a:lnTo>
                  <a:pt x="1013383" y="44128"/>
                </a:lnTo>
                <a:lnTo>
                  <a:pt x="1012978" y="43787"/>
                </a:lnTo>
                <a:lnTo>
                  <a:pt x="1012566" y="43454"/>
                </a:lnTo>
                <a:lnTo>
                  <a:pt x="1012146" y="43129"/>
                </a:lnTo>
                <a:lnTo>
                  <a:pt x="1011720" y="42810"/>
                </a:lnTo>
                <a:lnTo>
                  <a:pt x="1011288" y="42499"/>
                </a:lnTo>
                <a:lnTo>
                  <a:pt x="1010851" y="42195"/>
                </a:lnTo>
                <a:lnTo>
                  <a:pt x="1010409" y="41898"/>
                </a:lnTo>
                <a:lnTo>
                  <a:pt x="1009961" y="41607"/>
                </a:lnTo>
                <a:lnTo>
                  <a:pt x="1009507" y="41324"/>
                </a:lnTo>
                <a:lnTo>
                  <a:pt x="1009048" y="41048"/>
                </a:lnTo>
                <a:lnTo>
                  <a:pt x="1008584" y="40780"/>
                </a:lnTo>
                <a:lnTo>
                  <a:pt x="1008114" y="40518"/>
                </a:lnTo>
                <a:lnTo>
                  <a:pt x="1007638" y="40263"/>
                </a:lnTo>
                <a:lnTo>
                  <a:pt x="1007158" y="40015"/>
                </a:lnTo>
                <a:lnTo>
                  <a:pt x="1006671" y="39775"/>
                </a:lnTo>
                <a:lnTo>
                  <a:pt x="1006179" y="39541"/>
                </a:lnTo>
                <a:lnTo>
                  <a:pt x="1005682" y="39315"/>
                </a:lnTo>
                <a:lnTo>
                  <a:pt x="1005179" y="39095"/>
                </a:lnTo>
                <a:lnTo>
                  <a:pt x="1004671" y="38883"/>
                </a:lnTo>
                <a:lnTo>
                  <a:pt x="1004157" y="38677"/>
                </a:lnTo>
                <a:lnTo>
                  <a:pt x="1003638" y="38479"/>
                </a:lnTo>
                <a:lnTo>
                  <a:pt x="1003113" y="38288"/>
                </a:lnTo>
                <a:lnTo>
                  <a:pt x="1002583" y="38104"/>
                </a:lnTo>
                <a:lnTo>
                  <a:pt x="1002047" y="37927"/>
                </a:lnTo>
                <a:lnTo>
                  <a:pt x="1001506" y="37757"/>
                </a:lnTo>
                <a:lnTo>
                  <a:pt x="1000960" y="37594"/>
                </a:lnTo>
                <a:lnTo>
                  <a:pt x="1000407" y="37438"/>
                </a:lnTo>
                <a:lnTo>
                  <a:pt x="999851" y="37289"/>
                </a:lnTo>
                <a:lnTo>
                  <a:pt x="999291" y="37146"/>
                </a:lnTo>
                <a:lnTo>
                  <a:pt x="998728" y="37010"/>
                </a:lnTo>
                <a:lnTo>
                  <a:pt x="998162" y="36880"/>
                </a:lnTo>
                <a:lnTo>
                  <a:pt x="997592" y="36756"/>
                </a:lnTo>
                <a:lnTo>
                  <a:pt x="997020" y="36638"/>
                </a:lnTo>
                <a:lnTo>
                  <a:pt x="996444" y="36527"/>
                </a:lnTo>
                <a:lnTo>
                  <a:pt x="995864" y="36423"/>
                </a:lnTo>
                <a:lnTo>
                  <a:pt x="995282" y="36324"/>
                </a:lnTo>
                <a:lnTo>
                  <a:pt x="994696" y="36232"/>
                </a:lnTo>
                <a:lnTo>
                  <a:pt x="994107" y="36146"/>
                </a:lnTo>
                <a:lnTo>
                  <a:pt x="993515" y="36067"/>
                </a:lnTo>
                <a:lnTo>
                  <a:pt x="992919" y="35994"/>
                </a:lnTo>
                <a:lnTo>
                  <a:pt x="992320" y="35927"/>
                </a:lnTo>
                <a:lnTo>
                  <a:pt x="991718" y="35867"/>
                </a:lnTo>
                <a:lnTo>
                  <a:pt x="991113" y="35813"/>
                </a:lnTo>
                <a:lnTo>
                  <a:pt x="990505" y="35766"/>
                </a:lnTo>
                <a:lnTo>
                  <a:pt x="989893" y="35724"/>
                </a:lnTo>
                <a:lnTo>
                  <a:pt x="989278" y="35689"/>
                </a:lnTo>
                <a:lnTo>
                  <a:pt x="988659" y="35661"/>
                </a:lnTo>
                <a:lnTo>
                  <a:pt x="988038" y="35639"/>
                </a:lnTo>
                <a:lnTo>
                  <a:pt x="987413" y="35623"/>
                </a:lnTo>
                <a:lnTo>
                  <a:pt x="986785" y="35613"/>
                </a:lnTo>
                <a:lnTo>
                  <a:pt x="986154" y="35610"/>
                </a:lnTo>
                <a:lnTo>
                  <a:pt x="985514" y="35613"/>
                </a:lnTo>
                <a:lnTo>
                  <a:pt x="984879" y="35622"/>
                </a:lnTo>
                <a:lnTo>
                  <a:pt x="984247" y="35636"/>
                </a:lnTo>
                <a:lnTo>
                  <a:pt x="983619" y="35657"/>
                </a:lnTo>
                <a:lnTo>
                  <a:pt x="982995" y="35683"/>
                </a:lnTo>
                <a:lnTo>
                  <a:pt x="982374" y="35715"/>
                </a:lnTo>
                <a:lnTo>
                  <a:pt x="981758" y="35753"/>
                </a:lnTo>
                <a:lnTo>
                  <a:pt x="981145" y="35796"/>
                </a:lnTo>
                <a:lnTo>
                  <a:pt x="980535" y="35846"/>
                </a:lnTo>
                <a:lnTo>
                  <a:pt x="979930" y="35901"/>
                </a:lnTo>
                <a:lnTo>
                  <a:pt x="979328" y="35962"/>
                </a:lnTo>
                <a:lnTo>
                  <a:pt x="978731" y="36029"/>
                </a:lnTo>
                <a:lnTo>
                  <a:pt x="978137" y="36102"/>
                </a:lnTo>
                <a:lnTo>
                  <a:pt x="977546" y="36181"/>
                </a:lnTo>
                <a:lnTo>
                  <a:pt x="976960" y="36265"/>
                </a:lnTo>
                <a:lnTo>
                  <a:pt x="976377" y="36355"/>
                </a:lnTo>
                <a:lnTo>
                  <a:pt x="975798" y="36451"/>
                </a:lnTo>
                <a:lnTo>
                  <a:pt x="975223" y="36553"/>
                </a:lnTo>
                <a:lnTo>
                  <a:pt x="974651" y="36661"/>
                </a:lnTo>
                <a:lnTo>
                  <a:pt x="974083" y="36775"/>
                </a:lnTo>
                <a:lnTo>
                  <a:pt x="973520" y="36894"/>
                </a:lnTo>
                <a:lnTo>
                  <a:pt x="972959" y="37019"/>
                </a:lnTo>
                <a:lnTo>
                  <a:pt x="972403" y="37150"/>
                </a:lnTo>
                <a:lnTo>
                  <a:pt x="971850" y="37287"/>
                </a:lnTo>
                <a:lnTo>
                  <a:pt x="971303" y="37429"/>
                </a:lnTo>
                <a:lnTo>
                  <a:pt x="970761" y="37578"/>
                </a:lnTo>
                <a:lnTo>
                  <a:pt x="970225" y="37732"/>
                </a:lnTo>
                <a:lnTo>
                  <a:pt x="969695" y="37892"/>
                </a:lnTo>
                <a:lnTo>
                  <a:pt x="969171" y="38057"/>
                </a:lnTo>
                <a:lnTo>
                  <a:pt x="968654" y="38229"/>
                </a:lnTo>
                <a:lnTo>
                  <a:pt x="968142" y="38406"/>
                </a:lnTo>
                <a:lnTo>
                  <a:pt x="967636" y="38590"/>
                </a:lnTo>
                <a:lnTo>
                  <a:pt x="967136" y="38779"/>
                </a:lnTo>
                <a:lnTo>
                  <a:pt x="966642" y="38974"/>
                </a:lnTo>
                <a:lnTo>
                  <a:pt x="966155" y="39174"/>
                </a:lnTo>
                <a:lnTo>
                  <a:pt x="965673" y="39381"/>
                </a:lnTo>
                <a:lnTo>
                  <a:pt x="965197" y="39593"/>
                </a:lnTo>
                <a:lnTo>
                  <a:pt x="964727" y="39811"/>
                </a:lnTo>
                <a:lnTo>
                  <a:pt x="964263" y="40036"/>
                </a:lnTo>
                <a:lnTo>
                  <a:pt x="963805" y="40265"/>
                </a:lnTo>
                <a:lnTo>
                  <a:pt x="963354" y="40501"/>
                </a:lnTo>
                <a:lnTo>
                  <a:pt x="962908" y="40743"/>
                </a:lnTo>
                <a:lnTo>
                  <a:pt x="962468" y="40990"/>
                </a:lnTo>
                <a:lnTo>
                  <a:pt x="962034" y="41243"/>
                </a:lnTo>
                <a:lnTo>
                  <a:pt x="961606" y="41502"/>
                </a:lnTo>
                <a:lnTo>
                  <a:pt x="961184" y="41767"/>
                </a:lnTo>
                <a:lnTo>
                  <a:pt x="960768" y="42038"/>
                </a:lnTo>
                <a:lnTo>
                  <a:pt x="960358" y="42315"/>
                </a:lnTo>
                <a:lnTo>
                  <a:pt x="959955" y="42597"/>
                </a:lnTo>
                <a:lnTo>
                  <a:pt x="959560" y="42885"/>
                </a:lnTo>
                <a:lnTo>
                  <a:pt x="959172" y="43179"/>
                </a:lnTo>
                <a:lnTo>
                  <a:pt x="958791" y="43478"/>
                </a:lnTo>
                <a:lnTo>
                  <a:pt x="958418" y="43784"/>
                </a:lnTo>
                <a:lnTo>
                  <a:pt x="958053" y="44095"/>
                </a:lnTo>
                <a:lnTo>
                  <a:pt x="957695" y="44412"/>
                </a:lnTo>
                <a:lnTo>
                  <a:pt x="957344" y="44735"/>
                </a:lnTo>
                <a:lnTo>
                  <a:pt x="957001" y="45064"/>
                </a:lnTo>
                <a:lnTo>
                  <a:pt x="956666" y="45398"/>
                </a:lnTo>
                <a:lnTo>
                  <a:pt x="956338" y="45739"/>
                </a:lnTo>
                <a:lnTo>
                  <a:pt x="956018" y="46085"/>
                </a:lnTo>
                <a:lnTo>
                  <a:pt x="955705" y="46437"/>
                </a:lnTo>
                <a:lnTo>
                  <a:pt x="955400" y="46795"/>
                </a:lnTo>
                <a:lnTo>
                  <a:pt x="955103" y="47158"/>
                </a:lnTo>
                <a:lnTo>
                  <a:pt x="954812" y="47528"/>
                </a:lnTo>
                <a:lnTo>
                  <a:pt x="954530" y="47903"/>
                </a:lnTo>
                <a:lnTo>
                  <a:pt x="954255" y="48284"/>
                </a:lnTo>
                <a:lnTo>
                  <a:pt x="953987" y="48671"/>
                </a:lnTo>
                <a:lnTo>
                  <a:pt x="953727" y="49064"/>
                </a:lnTo>
                <a:lnTo>
                  <a:pt x="953475" y="49462"/>
                </a:lnTo>
                <a:lnTo>
                  <a:pt x="953230" y="49867"/>
                </a:lnTo>
                <a:lnTo>
                  <a:pt x="952993" y="50277"/>
                </a:lnTo>
                <a:lnTo>
                  <a:pt x="952763" y="50693"/>
                </a:lnTo>
                <a:lnTo>
                  <a:pt x="952542" y="51115"/>
                </a:lnTo>
                <a:lnTo>
                  <a:pt x="952330" y="51542"/>
                </a:lnTo>
                <a:lnTo>
                  <a:pt x="952127" y="51975"/>
                </a:lnTo>
                <a:lnTo>
                  <a:pt x="951934" y="52413"/>
                </a:lnTo>
                <a:lnTo>
                  <a:pt x="951750" y="52856"/>
                </a:lnTo>
                <a:lnTo>
                  <a:pt x="951576" y="53305"/>
                </a:lnTo>
                <a:lnTo>
                  <a:pt x="951411" y="53760"/>
                </a:lnTo>
                <a:lnTo>
                  <a:pt x="951256" y="54220"/>
                </a:lnTo>
                <a:lnTo>
                  <a:pt x="951110" y="54685"/>
                </a:lnTo>
                <a:lnTo>
                  <a:pt x="950973" y="55156"/>
                </a:lnTo>
                <a:lnTo>
                  <a:pt x="950846" y="55633"/>
                </a:lnTo>
                <a:lnTo>
                  <a:pt x="950728" y="56115"/>
                </a:lnTo>
                <a:lnTo>
                  <a:pt x="950620" y="56602"/>
                </a:lnTo>
                <a:lnTo>
                  <a:pt x="950521" y="57095"/>
                </a:lnTo>
                <a:lnTo>
                  <a:pt x="950432" y="57593"/>
                </a:lnTo>
                <a:lnTo>
                  <a:pt x="950352" y="58097"/>
                </a:lnTo>
                <a:lnTo>
                  <a:pt x="950281" y="58606"/>
                </a:lnTo>
                <a:lnTo>
                  <a:pt x="950220" y="59121"/>
                </a:lnTo>
                <a:lnTo>
                  <a:pt x="950168" y="59641"/>
                </a:lnTo>
                <a:lnTo>
                  <a:pt x="950126" y="60167"/>
                </a:lnTo>
                <a:lnTo>
                  <a:pt x="950093" y="60698"/>
                </a:lnTo>
                <a:lnTo>
                  <a:pt x="950069" y="61234"/>
                </a:lnTo>
                <a:lnTo>
                  <a:pt x="950055" y="61776"/>
                </a:lnTo>
                <a:lnTo>
                  <a:pt x="950050" y="62324"/>
                </a:lnTo>
                <a:lnTo>
                  <a:pt x="950057" y="63021"/>
                </a:lnTo>
                <a:lnTo>
                  <a:pt x="950077" y="63709"/>
                </a:lnTo>
                <a:lnTo>
                  <a:pt x="950110" y="64386"/>
                </a:lnTo>
                <a:lnTo>
                  <a:pt x="950157" y="65054"/>
                </a:lnTo>
                <a:lnTo>
                  <a:pt x="950217" y="65711"/>
                </a:lnTo>
                <a:lnTo>
                  <a:pt x="950291" y="66358"/>
                </a:lnTo>
                <a:lnTo>
                  <a:pt x="950377" y="66996"/>
                </a:lnTo>
                <a:lnTo>
                  <a:pt x="950478" y="67623"/>
                </a:lnTo>
                <a:lnTo>
                  <a:pt x="950591" y="68240"/>
                </a:lnTo>
                <a:lnTo>
                  <a:pt x="950718" y="68847"/>
                </a:lnTo>
                <a:lnTo>
                  <a:pt x="950858" y="69444"/>
                </a:lnTo>
                <a:lnTo>
                  <a:pt x="951012" y="70031"/>
                </a:lnTo>
                <a:lnTo>
                  <a:pt x="951179" y="70608"/>
                </a:lnTo>
                <a:lnTo>
                  <a:pt x="951359" y="71175"/>
                </a:lnTo>
                <a:lnTo>
                  <a:pt x="951553" y="71732"/>
                </a:lnTo>
                <a:lnTo>
                  <a:pt x="951760" y="72279"/>
                </a:lnTo>
                <a:lnTo>
                  <a:pt x="951980" y="72815"/>
                </a:lnTo>
                <a:lnTo>
                  <a:pt x="952214" y="73342"/>
                </a:lnTo>
                <a:lnTo>
                  <a:pt x="952461" y="73859"/>
                </a:lnTo>
                <a:lnTo>
                  <a:pt x="952722" y="74365"/>
                </a:lnTo>
                <a:lnTo>
                  <a:pt x="952996" y="74862"/>
                </a:lnTo>
                <a:lnTo>
                  <a:pt x="953283" y="75348"/>
                </a:lnTo>
                <a:lnTo>
                  <a:pt x="953583" y="75825"/>
                </a:lnTo>
                <a:lnTo>
                  <a:pt x="953897" y="76291"/>
                </a:lnTo>
                <a:lnTo>
                  <a:pt x="954225" y="76749"/>
                </a:lnTo>
                <a:lnTo>
                  <a:pt x="954565" y="77200"/>
                </a:lnTo>
                <a:lnTo>
                  <a:pt x="954919" y="77645"/>
                </a:lnTo>
                <a:lnTo>
                  <a:pt x="955287" y="78083"/>
                </a:lnTo>
                <a:lnTo>
                  <a:pt x="955667" y="78514"/>
                </a:lnTo>
                <a:lnTo>
                  <a:pt x="956061" y="78939"/>
                </a:lnTo>
                <a:lnTo>
                  <a:pt x="956469" y="79356"/>
                </a:lnTo>
                <a:lnTo>
                  <a:pt x="956889" y="79767"/>
                </a:lnTo>
                <a:lnTo>
                  <a:pt x="957324" y="80172"/>
                </a:lnTo>
                <a:lnTo>
                  <a:pt x="957771" y="80570"/>
                </a:lnTo>
                <a:lnTo>
                  <a:pt x="958232" y="80961"/>
                </a:lnTo>
                <a:lnTo>
                  <a:pt x="958706" y="81345"/>
                </a:lnTo>
                <a:lnTo>
                  <a:pt x="959194" y="81723"/>
                </a:lnTo>
                <a:lnTo>
                  <a:pt x="959695" y="82093"/>
                </a:lnTo>
                <a:lnTo>
                  <a:pt x="960209" y="82458"/>
                </a:lnTo>
                <a:lnTo>
                  <a:pt x="960737" y="82815"/>
                </a:lnTo>
                <a:lnTo>
                  <a:pt x="961278" y="83166"/>
                </a:lnTo>
                <a:lnTo>
                  <a:pt x="961832" y="83510"/>
                </a:lnTo>
                <a:lnTo>
                  <a:pt x="962400" y="83847"/>
                </a:lnTo>
                <a:lnTo>
                  <a:pt x="962981" y="84178"/>
                </a:lnTo>
                <a:lnTo>
                  <a:pt x="963575" y="84502"/>
                </a:lnTo>
                <a:lnTo>
                  <a:pt x="964183" y="84819"/>
                </a:lnTo>
                <a:lnTo>
                  <a:pt x="964804" y="85130"/>
                </a:lnTo>
                <a:lnTo>
                  <a:pt x="965439" y="85434"/>
                </a:lnTo>
                <a:lnTo>
                  <a:pt x="966086" y="85733"/>
                </a:lnTo>
                <a:lnTo>
                  <a:pt x="966746" y="86029"/>
                </a:lnTo>
                <a:lnTo>
                  <a:pt x="967418" y="86321"/>
                </a:lnTo>
                <a:lnTo>
                  <a:pt x="968102" y="86611"/>
                </a:lnTo>
                <a:lnTo>
                  <a:pt x="968799" y="86898"/>
                </a:lnTo>
                <a:lnTo>
                  <a:pt x="969508" y="87182"/>
                </a:lnTo>
                <a:lnTo>
                  <a:pt x="970229" y="87463"/>
                </a:lnTo>
                <a:lnTo>
                  <a:pt x="970963" y="87741"/>
                </a:lnTo>
                <a:lnTo>
                  <a:pt x="971709" y="88016"/>
                </a:lnTo>
                <a:lnTo>
                  <a:pt x="972467" y="88288"/>
                </a:lnTo>
                <a:lnTo>
                  <a:pt x="973237" y="88557"/>
                </a:lnTo>
                <a:lnTo>
                  <a:pt x="974020" y="88823"/>
                </a:lnTo>
                <a:lnTo>
                  <a:pt x="974816" y="89085"/>
                </a:lnTo>
                <a:lnTo>
                  <a:pt x="975623" y="89345"/>
                </a:lnTo>
                <a:lnTo>
                  <a:pt x="976443" y="89602"/>
                </a:lnTo>
                <a:lnTo>
                  <a:pt x="977276" y="89856"/>
                </a:lnTo>
                <a:lnTo>
                  <a:pt x="978120" y="90107"/>
                </a:lnTo>
                <a:lnTo>
                  <a:pt x="978977" y="90356"/>
                </a:lnTo>
                <a:lnTo>
                  <a:pt x="979847" y="90601"/>
                </a:lnTo>
                <a:lnTo>
                  <a:pt x="980728" y="90843"/>
                </a:lnTo>
                <a:lnTo>
                  <a:pt x="981622" y="91082"/>
                </a:lnTo>
                <a:lnTo>
                  <a:pt x="982528" y="91318"/>
                </a:lnTo>
                <a:lnTo>
                  <a:pt x="983447" y="91551"/>
                </a:lnTo>
                <a:lnTo>
                  <a:pt x="984378" y="91781"/>
                </a:lnTo>
                <a:lnTo>
                  <a:pt x="985514" y="92061"/>
                </a:lnTo>
                <a:lnTo>
                  <a:pt x="986622" y="92341"/>
                </a:lnTo>
                <a:lnTo>
                  <a:pt x="987700" y="92622"/>
                </a:lnTo>
                <a:lnTo>
                  <a:pt x="988750" y="92904"/>
                </a:lnTo>
                <a:lnTo>
                  <a:pt x="989770" y="93186"/>
                </a:lnTo>
                <a:lnTo>
                  <a:pt x="990762" y="93469"/>
                </a:lnTo>
                <a:lnTo>
                  <a:pt x="991725" y="93753"/>
                </a:lnTo>
                <a:lnTo>
                  <a:pt x="992658" y="94038"/>
                </a:lnTo>
                <a:lnTo>
                  <a:pt x="993563" y="94323"/>
                </a:lnTo>
                <a:lnTo>
                  <a:pt x="994439" y="94609"/>
                </a:lnTo>
                <a:lnTo>
                  <a:pt x="995286" y="94896"/>
                </a:lnTo>
                <a:lnTo>
                  <a:pt x="996104" y="95183"/>
                </a:lnTo>
                <a:lnTo>
                  <a:pt x="996893" y="95472"/>
                </a:lnTo>
                <a:lnTo>
                  <a:pt x="997653" y="95761"/>
                </a:lnTo>
                <a:lnTo>
                  <a:pt x="998384" y="96050"/>
                </a:lnTo>
                <a:lnTo>
                  <a:pt x="999087" y="96341"/>
                </a:lnTo>
                <a:lnTo>
                  <a:pt x="999760" y="96632"/>
                </a:lnTo>
                <a:lnTo>
                  <a:pt x="1000404" y="96923"/>
                </a:lnTo>
                <a:lnTo>
                  <a:pt x="1001020" y="97216"/>
                </a:lnTo>
                <a:lnTo>
                  <a:pt x="1001606" y="97509"/>
                </a:lnTo>
                <a:lnTo>
                  <a:pt x="1002164" y="97803"/>
                </a:lnTo>
                <a:lnTo>
                  <a:pt x="1002692" y="98098"/>
                </a:lnTo>
                <a:lnTo>
                  <a:pt x="1003192" y="98393"/>
                </a:lnTo>
                <a:lnTo>
                  <a:pt x="1003663" y="98689"/>
                </a:lnTo>
                <a:lnTo>
                  <a:pt x="1004109" y="98992"/>
                </a:lnTo>
                <a:lnTo>
                  <a:pt x="1004537" y="99308"/>
                </a:lnTo>
                <a:lnTo>
                  <a:pt x="1004946" y="99636"/>
                </a:lnTo>
                <a:lnTo>
                  <a:pt x="1005335" y="99978"/>
                </a:lnTo>
                <a:lnTo>
                  <a:pt x="1005706" y="100333"/>
                </a:lnTo>
                <a:lnTo>
                  <a:pt x="1006058" y="100701"/>
                </a:lnTo>
                <a:lnTo>
                  <a:pt x="1006390" y="101082"/>
                </a:lnTo>
                <a:lnTo>
                  <a:pt x="1006704" y="101476"/>
                </a:lnTo>
                <a:lnTo>
                  <a:pt x="1006999" y="101884"/>
                </a:lnTo>
                <a:lnTo>
                  <a:pt x="1007274" y="102304"/>
                </a:lnTo>
                <a:lnTo>
                  <a:pt x="1007531" y="102737"/>
                </a:lnTo>
                <a:lnTo>
                  <a:pt x="1007769" y="103184"/>
                </a:lnTo>
                <a:lnTo>
                  <a:pt x="1007987" y="103643"/>
                </a:lnTo>
                <a:lnTo>
                  <a:pt x="1008187" y="104115"/>
                </a:lnTo>
                <a:lnTo>
                  <a:pt x="1008367" y="104601"/>
                </a:lnTo>
                <a:lnTo>
                  <a:pt x="1008529" y="105100"/>
                </a:lnTo>
                <a:lnTo>
                  <a:pt x="1008672" y="105611"/>
                </a:lnTo>
                <a:lnTo>
                  <a:pt x="1008795" y="106136"/>
                </a:lnTo>
                <a:lnTo>
                  <a:pt x="1008900" y="106674"/>
                </a:lnTo>
                <a:lnTo>
                  <a:pt x="1008985" y="107224"/>
                </a:lnTo>
                <a:lnTo>
                  <a:pt x="1009052" y="107788"/>
                </a:lnTo>
                <a:lnTo>
                  <a:pt x="1009099" y="108365"/>
                </a:lnTo>
                <a:lnTo>
                  <a:pt x="1009128" y="108955"/>
                </a:lnTo>
                <a:lnTo>
                  <a:pt x="1009137" y="109558"/>
                </a:lnTo>
                <a:lnTo>
                  <a:pt x="1009127" y="110277"/>
                </a:lnTo>
                <a:lnTo>
                  <a:pt x="1009095" y="110979"/>
                </a:lnTo>
                <a:lnTo>
                  <a:pt x="1009043" y="111663"/>
                </a:lnTo>
                <a:lnTo>
                  <a:pt x="1008969" y="112330"/>
                </a:lnTo>
                <a:lnTo>
                  <a:pt x="1008874" y="112980"/>
                </a:lnTo>
                <a:lnTo>
                  <a:pt x="1008758" y="113613"/>
                </a:lnTo>
                <a:lnTo>
                  <a:pt x="1008621" y="114229"/>
                </a:lnTo>
                <a:lnTo>
                  <a:pt x="1008463" y="114828"/>
                </a:lnTo>
                <a:lnTo>
                  <a:pt x="1008284" y="115409"/>
                </a:lnTo>
                <a:lnTo>
                  <a:pt x="1008084" y="115974"/>
                </a:lnTo>
                <a:lnTo>
                  <a:pt x="1007863" y="116521"/>
                </a:lnTo>
                <a:lnTo>
                  <a:pt x="1007621" y="117051"/>
                </a:lnTo>
                <a:lnTo>
                  <a:pt x="1007357" y="117564"/>
                </a:lnTo>
                <a:lnTo>
                  <a:pt x="1007073" y="118060"/>
                </a:lnTo>
                <a:lnTo>
                  <a:pt x="1006768" y="118539"/>
                </a:lnTo>
                <a:lnTo>
                  <a:pt x="1006441" y="119001"/>
                </a:lnTo>
                <a:lnTo>
                  <a:pt x="1006094" y="119445"/>
                </a:lnTo>
                <a:lnTo>
                  <a:pt x="1005725" y="119872"/>
                </a:lnTo>
                <a:lnTo>
                  <a:pt x="1005335" y="120283"/>
                </a:lnTo>
                <a:lnTo>
                  <a:pt x="1004924" y="120676"/>
                </a:lnTo>
                <a:lnTo>
                  <a:pt x="1004493" y="121052"/>
                </a:lnTo>
                <a:lnTo>
                  <a:pt x="1004040" y="121411"/>
                </a:lnTo>
                <a:lnTo>
                  <a:pt x="1003566" y="121752"/>
                </a:lnTo>
                <a:lnTo>
                  <a:pt x="1003071" y="122077"/>
                </a:lnTo>
                <a:lnTo>
                  <a:pt x="1002559" y="122386"/>
                </a:lnTo>
                <a:lnTo>
                  <a:pt x="1002037" y="122682"/>
                </a:lnTo>
                <a:lnTo>
                  <a:pt x="1001503" y="122965"/>
                </a:lnTo>
                <a:lnTo>
                  <a:pt x="1000957" y="123235"/>
                </a:lnTo>
                <a:lnTo>
                  <a:pt x="1000400" y="123492"/>
                </a:lnTo>
                <a:lnTo>
                  <a:pt x="999831" y="123736"/>
                </a:lnTo>
                <a:lnTo>
                  <a:pt x="999251" y="123966"/>
                </a:lnTo>
                <a:lnTo>
                  <a:pt x="998659" y="124183"/>
                </a:lnTo>
                <a:lnTo>
                  <a:pt x="998056" y="124387"/>
                </a:lnTo>
                <a:lnTo>
                  <a:pt x="997442" y="124578"/>
                </a:lnTo>
                <a:lnTo>
                  <a:pt x="996816" y="124756"/>
                </a:lnTo>
                <a:lnTo>
                  <a:pt x="996178" y="124920"/>
                </a:lnTo>
                <a:lnTo>
                  <a:pt x="995529" y="125072"/>
                </a:lnTo>
                <a:lnTo>
                  <a:pt x="994869" y="125210"/>
                </a:lnTo>
                <a:lnTo>
                  <a:pt x="994197" y="125335"/>
                </a:lnTo>
                <a:lnTo>
                  <a:pt x="993513" y="125447"/>
                </a:lnTo>
                <a:lnTo>
                  <a:pt x="992819" y="125546"/>
                </a:lnTo>
                <a:lnTo>
                  <a:pt x="992112" y="125631"/>
                </a:lnTo>
                <a:lnTo>
                  <a:pt x="991394" y="125704"/>
                </a:lnTo>
                <a:lnTo>
                  <a:pt x="990665" y="125763"/>
                </a:lnTo>
                <a:lnTo>
                  <a:pt x="989924" y="125809"/>
                </a:lnTo>
                <a:lnTo>
                  <a:pt x="989172" y="125842"/>
                </a:lnTo>
                <a:lnTo>
                  <a:pt x="988408" y="125862"/>
                </a:lnTo>
                <a:lnTo>
                  <a:pt x="987633" y="125868"/>
                </a:lnTo>
                <a:lnTo>
                  <a:pt x="986768" y="125860"/>
                </a:lnTo>
                <a:lnTo>
                  <a:pt x="985915" y="125835"/>
                </a:lnTo>
                <a:lnTo>
                  <a:pt x="985074" y="125793"/>
                </a:lnTo>
                <a:lnTo>
                  <a:pt x="984245" y="125735"/>
                </a:lnTo>
                <a:lnTo>
                  <a:pt x="983428" y="125660"/>
                </a:lnTo>
                <a:lnTo>
                  <a:pt x="982624" y="125568"/>
                </a:lnTo>
                <a:lnTo>
                  <a:pt x="981832" y="125459"/>
                </a:lnTo>
                <a:lnTo>
                  <a:pt x="981051" y="125334"/>
                </a:lnTo>
                <a:lnTo>
                  <a:pt x="980283" y="125192"/>
                </a:lnTo>
                <a:lnTo>
                  <a:pt x="979528" y="125034"/>
                </a:lnTo>
                <a:lnTo>
                  <a:pt x="978784" y="124859"/>
                </a:lnTo>
                <a:lnTo>
                  <a:pt x="978052" y="124667"/>
                </a:lnTo>
                <a:lnTo>
                  <a:pt x="977333" y="124458"/>
                </a:lnTo>
                <a:lnTo>
                  <a:pt x="976626" y="124233"/>
                </a:lnTo>
                <a:lnTo>
                  <a:pt x="975931" y="123991"/>
                </a:lnTo>
                <a:lnTo>
                  <a:pt x="975248" y="123732"/>
                </a:lnTo>
                <a:lnTo>
                  <a:pt x="974577" y="123457"/>
                </a:lnTo>
                <a:lnTo>
                  <a:pt x="973919" y="123165"/>
                </a:lnTo>
                <a:lnTo>
                  <a:pt x="973272" y="122856"/>
                </a:lnTo>
                <a:lnTo>
                  <a:pt x="972638" y="122531"/>
                </a:lnTo>
                <a:lnTo>
                  <a:pt x="972016" y="122189"/>
                </a:lnTo>
                <a:lnTo>
                  <a:pt x="971406" y="121830"/>
                </a:lnTo>
                <a:lnTo>
                  <a:pt x="970808" y="121455"/>
                </a:lnTo>
                <a:lnTo>
                  <a:pt x="970223" y="121063"/>
                </a:lnTo>
                <a:lnTo>
                  <a:pt x="969655" y="120650"/>
                </a:lnTo>
                <a:lnTo>
                  <a:pt x="969112" y="120213"/>
                </a:lnTo>
                <a:lnTo>
                  <a:pt x="968593" y="119752"/>
                </a:lnTo>
                <a:lnTo>
                  <a:pt x="968098" y="119267"/>
                </a:lnTo>
                <a:lnTo>
                  <a:pt x="967627" y="118758"/>
                </a:lnTo>
                <a:lnTo>
                  <a:pt x="967180" y="118224"/>
                </a:lnTo>
                <a:lnTo>
                  <a:pt x="966758" y="117666"/>
                </a:lnTo>
                <a:lnTo>
                  <a:pt x="966359" y="117084"/>
                </a:lnTo>
                <a:lnTo>
                  <a:pt x="965985" y="116478"/>
                </a:lnTo>
                <a:lnTo>
                  <a:pt x="965635" y="115847"/>
                </a:lnTo>
                <a:lnTo>
                  <a:pt x="965309" y="115192"/>
                </a:lnTo>
                <a:lnTo>
                  <a:pt x="965007" y="114514"/>
                </a:lnTo>
                <a:lnTo>
                  <a:pt x="964729" y="113810"/>
                </a:lnTo>
                <a:lnTo>
                  <a:pt x="964476" y="113083"/>
                </a:lnTo>
                <a:lnTo>
                  <a:pt x="964246" y="112332"/>
                </a:lnTo>
                <a:lnTo>
                  <a:pt x="964041" y="111556"/>
                </a:lnTo>
                <a:lnTo>
                  <a:pt x="963860" y="110756"/>
                </a:lnTo>
                <a:lnTo>
                  <a:pt x="963703" y="109932"/>
                </a:lnTo>
                <a:lnTo>
                  <a:pt x="963570" y="109083"/>
                </a:lnTo>
                <a:lnTo>
                  <a:pt x="963462" y="108211"/>
                </a:lnTo>
                <a:lnTo>
                  <a:pt x="963377" y="107314"/>
                </a:lnTo>
                <a:lnTo>
                  <a:pt x="963317" y="106393"/>
                </a:lnTo>
                <a:lnTo>
                  <a:pt x="963280" y="105448"/>
                </a:lnTo>
                <a:lnTo>
                  <a:pt x="963268" y="104478"/>
                </a:lnTo>
                <a:lnTo>
                  <a:pt x="947387" y="104478"/>
                </a:lnTo>
                <a:lnTo>
                  <a:pt x="947392" y="105235"/>
                </a:lnTo>
                <a:lnTo>
                  <a:pt x="947408" y="105983"/>
                </a:lnTo>
                <a:lnTo>
                  <a:pt x="947435" y="106722"/>
                </a:lnTo>
                <a:lnTo>
                  <a:pt x="947473" y="107451"/>
                </a:lnTo>
                <a:lnTo>
                  <a:pt x="947522" y="108171"/>
                </a:lnTo>
                <a:lnTo>
                  <a:pt x="947581" y="108881"/>
                </a:lnTo>
                <a:lnTo>
                  <a:pt x="947651" y="109583"/>
                </a:lnTo>
                <a:lnTo>
                  <a:pt x="947732" y="110275"/>
                </a:lnTo>
                <a:lnTo>
                  <a:pt x="947824" y="110957"/>
                </a:lnTo>
                <a:lnTo>
                  <a:pt x="947926" y="111630"/>
                </a:lnTo>
                <a:lnTo>
                  <a:pt x="948040" y="112294"/>
                </a:lnTo>
                <a:lnTo>
                  <a:pt x="948164" y="112948"/>
                </a:lnTo>
                <a:lnTo>
                  <a:pt x="948299" y="113594"/>
                </a:lnTo>
                <a:lnTo>
                  <a:pt x="948444" y="114229"/>
                </a:lnTo>
                <a:lnTo>
                  <a:pt x="948601" y="114856"/>
                </a:lnTo>
                <a:lnTo>
                  <a:pt x="948768" y="115473"/>
                </a:lnTo>
                <a:lnTo>
                  <a:pt x="948946" y="116081"/>
                </a:lnTo>
                <a:lnTo>
                  <a:pt x="949135" y="116679"/>
                </a:lnTo>
                <a:lnTo>
                  <a:pt x="949334" y="117268"/>
                </a:lnTo>
                <a:lnTo>
                  <a:pt x="949545" y="117848"/>
                </a:lnTo>
                <a:lnTo>
                  <a:pt x="949766" y="118418"/>
                </a:lnTo>
                <a:lnTo>
                  <a:pt x="949998" y="118979"/>
                </a:lnTo>
                <a:lnTo>
                  <a:pt x="950241" y="119531"/>
                </a:lnTo>
                <a:lnTo>
                  <a:pt x="950494" y="120073"/>
                </a:lnTo>
                <a:lnTo>
                  <a:pt x="950757" y="120606"/>
                </a:lnTo>
                <a:lnTo>
                  <a:pt x="951029" y="121131"/>
                </a:lnTo>
                <a:lnTo>
                  <a:pt x="951309" y="121646"/>
                </a:lnTo>
                <a:lnTo>
                  <a:pt x="951597" y="122154"/>
                </a:lnTo>
                <a:lnTo>
                  <a:pt x="951894" y="122652"/>
                </a:lnTo>
                <a:lnTo>
                  <a:pt x="952199" y="123142"/>
                </a:lnTo>
                <a:lnTo>
                  <a:pt x="952512" y="123623"/>
                </a:lnTo>
                <a:lnTo>
                  <a:pt x="952834" y="124096"/>
                </a:lnTo>
                <a:lnTo>
                  <a:pt x="953164" y="124560"/>
                </a:lnTo>
                <a:lnTo>
                  <a:pt x="953503" y="125015"/>
                </a:lnTo>
                <a:lnTo>
                  <a:pt x="953850" y="125462"/>
                </a:lnTo>
                <a:lnTo>
                  <a:pt x="954206" y="125900"/>
                </a:lnTo>
                <a:lnTo>
                  <a:pt x="954569" y="126329"/>
                </a:lnTo>
                <a:lnTo>
                  <a:pt x="954942" y="126750"/>
                </a:lnTo>
                <a:lnTo>
                  <a:pt x="955322" y="127162"/>
                </a:lnTo>
                <a:lnTo>
                  <a:pt x="955711" y="127566"/>
                </a:lnTo>
                <a:lnTo>
                  <a:pt x="956109" y="127961"/>
                </a:lnTo>
                <a:lnTo>
                  <a:pt x="956514" y="128347"/>
                </a:lnTo>
                <a:lnTo>
                  <a:pt x="956929" y="128724"/>
                </a:lnTo>
                <a:lnTo>
                  <a:pt x="957351" y="129093"/>
                </a:lnTo>
                <a:lnTo>
                  <a:pt x="957782" y="129454"/>
                </a:lnTo>
                <a:lnTo>
                  <a:pt x="958221" y="129805"/>
                </a:lnTo>
                <a:lnTo>
                  <a:pt x="958669" y="130149"/>
                </a:lnTo>
                <a:lnTo>
                  <a:pt x="959125" y="130483"/>
                </a:lnTo>
                <a:lnTo>
                  <a:pt x="959589" y="130809"/>
                </a:lnTo>
                <a:lnTo>
                  <a:pt x="960058" y="131128"/>
                </a:lnTo>
                <a:lnTo>
                  <a:pt x="960533" y="131440"/>
                </a:lnTo>
                <a:lnTo>
                  <a:pt x="961015" y="131744"/>
                </a:lnTo>
                <a:lnTo>
                  <a:pt x="961502" y="132041"/>
                </a:lnTo>
                <a:lnTo>
                  <a:pt x="961995" y="132330"/>
                </a:lnTo>
                <a:lnTo>
                  <a:pt x="962495" y="132612"/>
                </a:lnTo>
                <a:lnTo>
                  <a:pt x="963000" y="132887"/>
                </a:lnTo>
                <a:lnTo>
                  <a:pt x="963511" y="133154"/>
                </a:lnTo>
                <a:lnTo>
                  <a:pt x="964028" y="133414"/>
                </a:lnTo>
                <a:lnTo>
                  <a:pt x="964552" y="133666"/>
                </a:lnTo>
                <a:lnTo>
                  <a:pt x="965081" y="133911"/>
                </a:lnTo>
                <a:lnTo>
                  <a:pt x="965616" y="134148"/>
                </a:lnTo>
                <a:lnTo>
                  <a:pt x="966157" y="134378"/>
                </a:lnTo>
                <a:lnTo>
                  <a:pt x="966705" y="134601"/>
                </a:lnTo>
                <a:lnTo>
                  <a:pt x="967258" y="134816"/>
                </a:lnTo>
                <a:lnTo>
                  <a:pt x="967817" y="135024"/>
                </a:lnTo>
                <a:lnTo>
                  <a:pt x="968382" y="135225"/>
                </a:lnTo>
                <a:lnTo>
                  <a:pt x="968954" y="135418"/>
                </a:lnTo>
                <a:lnTo>
                  <a:pt x="969531" y="135603"/>
                </a:lnTo>
                <a:lnTo>
                  <a:pt x="970114" y="135782"/>
                </a:lnTo>
                <a:lnTo>
                  <a:pt x="970703" y="135953"/>
                </a:lnTo>
                <a:lnTo>
                  <a:pt x="971298" y="136116"/>
                </a:lnTo>
                <a:lnTo>
                  <a:pt x="971900" y="136272"/>
                </a:lnTo>
                <a:lnTo>
                  <a:pt x="972505" y="136421"/>
                </a:lnTo>
                <a:lnTo>
                  <a:pt x="973114" y="136564"/>
                </a:lnTo>
                <a:lnTo>
                  <a:pt x="973725" y="136700"/>
                </a:lnTo>
                <a:lnTo>
                  <a:pt x="974340" y="136831"/>
                </a:lnTo>
                <a:lnTo>
                  <a:pt x="974957" y="136954"/>
                </a:lnTo>
                <a:lnTo>
                  <a:pt x="975577" y="137072"/>
                </a:lnTo>
                <a:lnTo>
                  <a:pt x="976200" y="137183"/>
                </a:lnTo>
                <a:lnTo>
                  <a:pt x="976826" y="137288"/>
                </a:lnTo>
                <a:lnTo>
                  <a:pt x="977455" y="137386"/>
                </a:lnTo>
                <a:lnTo>
                  <a:pt x="978087" y="137478"/>
                </a:lnTo>
                <a:lnTo>
                  <a:pt x="978722" y="137564"/>
                </a:lnTo>
                <a:lnTo>
                  <a:pt x="979359" y="137643"/>
                </a:lnTo>
                <a:lnTo>
                  <a:pt x="980000" y="137716"/>
                </a:lnTo>
                <a:lnTo>
                  <a:pt x="980644" y="137783"/>
                </a:lnTo>
                <a:lnTo>
                  <a:pt x="981290" y="137843"/>
                </a:lnTo>
                <a:lnTo>
                  <a:pt x="981939" y="137897"/>
                </a:lnTo>
                <a:lnTo>
                  <a:pt x="982591" y="137945"/>
                </a:lnTo>
                <a:lnTo>
                  <a:pt x="983247" y="137986"/>
                </a:lnTo>
                <a:lnTo>
                  <a:pt x="983905" y="138021"/>
                </a:lnTo>
                <a:lnTo>
                  <a:pt x="984566" y="138049"/>
                </a:lnTo>
                <a:lnTo>
                  <a:pt x="985230" y="138071"/>
                </a:lnTo>
                <a:lnTo>
                  <a:pt x="985896" y="138087"/>
                </a:lnTo>
                <a:lnTo>
                  <a:pt x="986566" y="138097"/>
                </a:lnTo>
                <a:lnTo>
                  <a:pt x="987239" y="138100"/>
                </a:lnTo>
                <a:lnTo>
                  <a:pt x="987911" y="138097"/>
                </a:lnTo>
                <a:lnTo>
                  <a:pt x="988579" y="138088"/>
                </a:lnTo>
                <a:lnTo>
                  <a:pt x="989243" y="138073"/>
                </a:lnTo>
                <a:lnTo>
                  <a:pt x="989903" y="138052"/>
                </a:lnTo>
                <a:lnTo>
                  <a:pt x="990560" y="138025"/>
                </a:lnTo>
                <a:close/>
                <a:moveTo>
                  <a:pt x="1121275" y="137905"/>
                </a:moveTo>
                <a:lnTo>
                  <a:pt x="1122189" y="137819"/>
                </a:lnTo>
                <a:lnTo>
                  <a:pt x="1123094" y="137718"/>
                </a:lnTo>
                <a:lnTo>
                  <a:pt x="1123988" y="137601"/>
                </a:lnTo>
                <a:lnTo>
                  <a:pt x="1124872" y="137469"/>
                </a:lnTo>
                <a:lnTo>
                  <a:pt x="1125746" y="137321"/>
                </a:lnTo>
                <a:lnTo>
                  <a:pt x="1126610" y="137157"/>
                </a:lnTo>
                <a:lnTo>
                  <a:pt x="1127464" y="136978"/>
                </a:lnTo>
                <a:lnTo>
                  <a:pt x="1128307" y="136783"/>
                </a:lnTo>
                <a:lnTo>
                  <a:pt x="1129141" y="136573"/>
                </a:lnTo>
                <a:lnTo>
                  <a:pt x="1129964" y="136347"/>
                </a:lnTo>
                <a:lnTo>
                  <a:pt x="1130778" y="136105"/>
                </a:lnTo>
                <a:lnTo>
                  <a:pt x="1131581" y="135848"/>
                </a:lnTo>
                <a:lnTo>
                  <a:pt x="1132374" y="135575"/>
                </a:lnTo>
                <a:lnTo>
                  <a:pt x="1133157" y="135287"/>
                </a:lnTo>
                <a:lnTo>
                  <a:pt x="1133930" y="134983"/>
                </a:lnTo>
                <a:lnTo>
                  <a:pt x="1134693" y="134664"/>
                </a:lnTo>
                <a:lnTo>
                  <a:pt x="1135446" y="134329"/>
                </a:lnTo>
                <a:lnTo>
                  <a:pt x="1136188" y="133978"/>
                </a:lnTo>
                <a:lnTo>
                  <a:pt x="1136921" y="133612"/>
                </a:lnTo>
                <a:lnTo>
                  <a:pt x="1137645" y="133233"/>
                </a:lnTo>
                <a:lnTo>
                  <a:pt x="1138361" y="132844"/>
                </a:lnTo>
                <a:lnTo>
                  <a:pt x="1139070" y="132444"/>
                </a:lnTo>
                <a:lnTo>
                  <a:pt x="1139772" y="132035"/>
                </a:lnTo>
                <a:lnTo>
                  <a:pt x="1140466" y="131615"/>
                </a:lnTo>
                <a:lnTo>
                  <a:pt x="1141153" y="131186"/>
                </a:lnTo>
                <a:lnTo>
                  <a:pt x="1141833" y="130746"/>
                </a:lnTo>
                <a:lnTo>
                  <a:pt x="1142505" y="130296"/>
                </a:lnTo>
                <a:lnTo>
                  <a:pt x="1143170" y="129836"/>
                </a:lnTo>
                <a:lnTo>
                  <a:pt x="1143828" y="129366"/>
                </a:lnTo>
                <a:lnTo>
                  <a:pt x="1144478" y="128886"/>
                </a:lnTo>
                <a:lnTo>
                  <a:pt x="1145121" y="128396"/>
                </a:lnTo>
                <a:lnTo>
                  <a:pt x="1145756" y="127896"/>
                </a:lnTo>
                <a:lnTo>
                  <a:pt x="1146384" y="127385"/>
                </a:lnTo>
                <a:lnTo>
                  <a:pt x="1147005" y="126865"/>
                </a:lnTo>
                <a:lnTo>
                  <a:pt x="1147618" y="126334"/>
                </a:lnTo>
                <a:lnTo>
                  <a:pt x="1148224" y="125793"/>
                </a:lnTo>
                <a:lnTo>
                  <a:pt x="1148823" y="125243"/>
                </a:lnTo>
                <a:lnTo>
                  <a:pt x="1149414" y="124682"/>
                </a:lnTo>
                <a:lnTo>
                  <a:pt x="1149998" y="124111"/>
                </a:lnTo>
                <a:lnTo>
                  <a:pt x="1150575" y="123529"/>
                </a:lnTo>
                <a:lnTo>
                  <a:pt x="1151144" y="122938"/>
                </a:lnTo>
                <a:lnTo>
                  <a:pt x="1151705" y="122337"/>
                </a:lnTo>
                <a:lnTo>
                  <a:pt x="1152260" y="121725"/>
                </a:lnTo>
                <a:lnTo>
                  <a:pt x="1152950" y="136324"/>
                </a:lnTo>
                <a:lnTo>
                  <a:pt x="1168339" y="136324"/>
                </a:lnTo>
                <a:lnTo>
                  <a:pt x="1168339" y="70163"/>
                </a:lnTo>
                <a:lnTo>
                  <a:pt x="1168333" y="69281"/>
                </a:lnTo>
                <a:lnTo>
                  <a:pt x="1168317" y="68412"/>
                </a:lnTo>
                <a:lnTo>
                  <a:pt x="1168289" y="67557"/>
                </a:lnTo>
                <a:lnTo>
                  <a:pt x="1168251" y="66715"/>
                </a:lnTo>
                <a:lnTo>
                  <a:pt x="1168202" y="65887"/>
                </a:lnTo>
                <a:lnTo>
                  <a:pt x="1168141" y="65073"/>
                </a:lnTo>
                <a:lnTo>
                  <a:pt x="1168070" y="64272"/>
                </a:lnTo>
                <a:lnTo>
                  <a:pt x="1167988" y="63485"/>
                </a:lnTo>
                <a:lnTo>
                  <a:pt x="1167895" y="62711"/>
                </a:lnTo>
                <a:lnTo>
                  <a:pt x="1167791" y="61951"/>
                </a:lnTo>
                <a:lnTo>
                  <a:pt x="1167676" y="61205"/>
                </a:lnTo>
                <a:lnTo>
                  <a:pt x="1167550" y="60472"/>
                </a:lnTo>
                <a:lnTo>
                  <a:pt x="1167413" y="59753"/>
                </a:lnTo>
                <a:lnTo>
                  <a:pt x="1167265" y="59047"/>
                </a:lnTo>
                <a:lnTo>
                  <a:pt x="1167106" y="58355"/>
                </a:lnTo>
                <a:lnTo>
                  <a:pt x="1166936" y="57676"/>
                </a:lnTo>
                <a:lnTo>
                  <a:pt x="1166755" y="57011"/>
                </a:lnTo>
                <a:lnTo>
                  <a:pt x="1166563" y="56360"/>
                </a:lnTo>
                <a:lnTo>
                  <a:pt x="1166360" y="55722"/>
                </a:lnTo>
                <a:lnTo>
                  <a:pt x="1166147" y="55098"/>
                </a:lnTo>
                <a:lnTo>
                  <a:pt x="1165922" y="54487"/>
                </a:lnTo>
                <a:lnTo>
                  <a:pt x="1165686" y="53890"/>
                </a:lnTo>
                <a:lnTo>
                  <a:pt x="1165440" y="53307"/>
                </a:lnTo>
                <a:lnTo>
                  <a:pt x="1165182" y="52737"/>
                </a:lnTo>
                <a:lnTo>
                  <a:pt x="1164915" y="52179"/>
                </a:lnTo>
                <a:lnTo>
                  <a:pt x="1164641" y="51631"/>
                </a:lnTo>
                <a:lnTo>
                  <a:pt x="1164358" y="51094"/>
                </a:lnTo>
                <a:lnTo>
                  <a:pt x="1164068" y="50567"/>
                </a:lnTo>
                <a:lnTo>
                  <a:pt x="1163771" y="50050"/>
                </a:lnTo>
                <a:lnTo>
                  <a:pt x="1163465" y="49544"/>
                </a:lnTo>
                <a:lnTo>
                  <a:pt x="1163152" y="49049"/>
                </a:lnTo>
                <a:lnTo>
                  <a:pt x="1162831" y="48563"/>
                </a:lnTo>
                <a:lnTo>
                  <a:pt x="1162503" y="48089"/>
                </a:lnTo>
                <a:lnTo>
                  <a:pt x="1162166" y="47624"/>
                </a:lnTo>
                <a:lnTo>
                  <a:pt x="1161822" y="47170"/>
                </a:lnTo>
                <a:lnTo>
                  <a:pt x="1161471" y="46727"/>
                </a:lnTo>
                <a:lnTo>
                  <a:pt x="1161111" y="46294"/>
                </a:lnTo>
                <a:lnTo>
                  <a:pt x="1160744" y="45871"/>
                </a:lnTo>
                <a:lnTo>
                  <a:pt x="1160369" y="45458"/>
                </a:lnTo>
                <a:lnTo>
                  <a:pt x="1159987" y="45057"/>
                </a:lnTo>
                <a:lnTo>
                  <a:pt x="1159597" y="44665"/>
                </a:lnTo>
                <a:lnTo>
                  <a:pt x="1159199" y="44284"/>
                </a:lnTo>
                <a:lnTo>
                  <a:pt x="1158793" y="43913"/>
                </a:lnTo>
                <a:lnTo>
                  <a:pt x="1158380" y="43553"/>
                </a:lnTo>
                <a:lnTo>
                  <a:pt x="1157959" y="43203"/>
                </a:lnTo>
                <a:lnTo>
                  <a:pt x="1157530" y="42864"/>
                </a:lnTo>
                <a:lnTo>
                  <a:pt x="1157094" y="42535"/>
                </a:lnTo>
                <a:lnTo>
                  <a:pt x="1156650" y="42216"/>
                </a:lnTo>
                <a:lnTo>
                  <a:pt x="1156199" y="41907"/>
                </a:lnTo>
                <a:lnTo>
                  <a:pt x="1155744" y="41606"/>
                </a:lnTo>
                <a:lnTo>
                  <a:pt x="1155284" y="41312"/>
                </a:lnTo>
                <a:lnTo>
                  <a:pt x="1154819" y="41027"/>
                </a:lnTo>
                <a:lnTo>
                  <a:pt x="1154350" y="40751"/>
                </a:lnTo>
                <a:lnTo>
                  <a:pt x="1153875" y="40482"/>
                </a:lnTo>
                <a:lnTo>
                  <a:pt x="1153396" y="40221"/>
                </a:lnTo>
                <a:lnTo>
                  <a:pt x="1152912" y="39969"/>
                </a:lnTo>
                <a:lnTo>
                  <a:pt x="1152423" y="39725"/>
                </a:lnTo>
                <a:lnTo>
                  <a:pt x="1151930" y="39488"/>
                </a:lnTo>
                <a:lnTo>
                  <a:pt x="1151431" y="39260"/>
                </a:lnTo>
                <a:lnTo>
                  <a:pt x="1150928" y="39040"/>
                </a:lnTo>
                <a:lnTo>
                  <a:pt x="1150420" y="38828"/>
                </a:lnTo>
                <a:lnTo>
                  <a:pt x="1149908" y="38625"/>
                </a:lnTo>
                <a:lnTo>
                  <a:pt x="1149390" y="38429"/>
                </a:lnTo>
                <a:lnTo>
                  <a:pt x="1148868" y="38242"/>
                </a:lnTo>
                <a:lnTo>
                  <a:pt x="1148341" y="38062"/>
                </a:lnTo>
                <a:lnTo>
                  <a:pt x="1147809" y="37891"/>
                </a:lnTo>
                <a:lnTo>
                  <a:pt x="1147272" y="37728"/>
                </a:lnTo>
                <a:lnTo>
                  <a:pt x="1146730" y="37573"/>
                </a:lnTo>
                <a:lnTo>
                  <a:pt x="1146184" y="37426"/>
                </a:lnTo>
                <a:lnTo>
                  <a:pt x="1145633" y="37287"/>
                </a:lnTo>
                <a:lnTo>
                  <a:pt x="1145077" y="37157"/>
                </a:lnTo>
                <a:lnTo>
                  <a:pt x="1144516" y="37034"/>
                </a:lnTo>
                <a:lnTo>
                  <a:pt x="1143952" y="36918"/>
                </a:lnTo>
                <a:lnTo>
                  <a:pt x="1143386" y="36807"/>
                </a:lnTo>
                <a:lnTo>
                  <a:pt x="1142817" y="36700"/>
                </a:lnTo>
                <a:lnTo>
                  <a:pt x="1142246" y="36599"/>
                </a:lnTo>
                <a:lnTo>
                  <a:pt x="1141673" y="36503"/>
                </a:lnTo>
                <a:lnTo>
                  <a:pt x="1141098" y="36411"/>
                </a:lnTo>
                <a:lnTo>
                  <a:pt x="1140520" y="36325"/>
                </a:lnTo>
                <a:lnTo>
                  <a:pt x="1139941" y="36243"/>
                </a:lnTo>
                <a:lnTo>
                  <a:pt x="1139359" y="36166"/>
                </a:lnTo>
                <a:lnTo>
                  <a:pt x="1138774" y="36095"/>
                </a:lnTo>
                <a:lnTo>
                  <a:pt x="1138188" y="36028"/>
                </a:lnTo>
                <a:lnTo>
                  <a:pt x="1137599" y="35966"/>
                </a:lnTo>
                <a:lnTo>
                  <a:pt x="1137008" y="35909"/>
                </a:lnTo>
                <a:lnTo>
                  <a:pt x="1136415" y="35857"/>
                </a:lnTo>
                <a:lnTo>
                  <a:pt x="1135820" y="35810"/>
                </a:lnTo>
                <a:lnTo>
                  <a:pt x="1135222" y="35768"/>
                </a:lnTo>
                <a:lnTo>
                  <a:pt x="1134622" y="35731"/>
                </a:lnTo>
                <a:lnTo>
                  <a:pt x="1134020" y="35699"/>
                </a:lnTo>
                <a:lnTo>
                  <a:pt x="1133416" y="35672"/>
                </a:lnTo>
                <a:lnTo>
                  <a:pt x="1132809" y="35650"/>
                </a:lnTo>
                <a:lnTo>
                  <a:pt x="1132201" y="35632"/>
                </a:lnTo>
                <a:lnTo>
                  <a:pt x="1131590" y="35620"/>
                </a:lnTo>
                <a:lnTo>
                  <a:pt x="1130977" y="35613"/>
                </a:lnTo>
                <a:lnTo>
                  <a:pt x="1130361" y="35610"/>
                </a:lnTo>
                <a:lnTo>
                  <a:pt x="1129404" y="35616"/>
                </a:lnTo>
                <a:lnTo>
                  <a:pt x="1128456" y="35634"/>
                </a:lnTo>
                <a:lnTo>
                  <a:pt x="1127517" y="35664"/>
                </a:lnTo>
                <a:lnTo>
                  <a:pt x="1126587" y="35706"/>
                </a:lnTo>
                <a:lnTo>
                  <a:pt x="1125666" y="35760"/>
                </a:lnTo>
                <a:lnTo>
                  <a:pt x="1124754" y="35826"/>
                </a:lnTo>
                <a:lnTo>
                  <a:pt x="1123851" y="35904"/>
                </a:lnTo>
                <a:lnTo>
                  <a:pt x="1122958" y="35994"/>
                </a:lnTo>
                <a:lnTo>
                  <a:pt x="1122073" y="36096"/>
                </a:lnTo>
                <a:lnTo>
                  <a:pt x="1121197" y="36210"/>
                </a:lnTo>
                <a:lnTo>
                  <a:pt x="1120331" y="36336"/>
                </a:lnTo>
                <a:lnTo>
                  <a:pt x="1119473" y="36474"/>
                </a:lnTo>
                <a:lnTo>
                  <a:pt x="1118625" y="36624"/>
                </a:lnTo>
                <a:lnTo>
                  <a:pt x="1117786" y="36786"/>
                </a:lnTo>
                <a:lnTo>
                  <a:pt x="1116956" y="36960"/>
                </a:lnTo>
                <a:lnTo>
                  <a:pt x="1116135" y="37146"/>
                </a:lnTo>
                <a:lnTo>
                  <a:pt x="1115323" y="37344"/>
                </a:lnTo>
                <a:lnTo>
                  <a:pt x="1114520" y="37554"/>
                </a:lnTo>
                <a:lnTo>
                  <a:pt x="1113726" y="37776"/>
                </a:lnTo>
                <a:lnTo>
                  <a:pt x="1112941" y="38010"/>
                </a:lnTo>
                <a:lnTo>
                  <a:pt x="1112165" y="38256"/>
                </a:lnTo>
                <a:lnTo>
                  <a:pt x="1111399" y="38514"/>
                </a:lnTo>
                <a:lnTo>
                  <a:pt x="1110641" y="38784"/>
                </a:lnTo>
                <a:lnTo>
                  <a:pt x="1109893" y="39066"/>
                </a:lnTo>
                <a:lnTo>
                  <a:pt x="1109156" y="39360"/>
                </a:lnTo>
                <a:lnTo>
                  <a:pt x="1108432" y="39669"/>
                </a:lnTo>
                <a:lnTo>
                  <a:pt x="1107721" y="39992"/>
                </a:lnTo>
                <a:lnTo>
                  <a:pt x="1107024" y="40329"/>
                </a:lnTo>
                <a:lnTo>
                  <a:pt x="1106340" y="40681"/>
                </a:lnTo>
                <a:lnTo>
                  <a:pt x="1105670" y="41046"/>
                </a:lnTo>
                <a:lnTo>
                  <a:pt x="1105013" y="41426"/>
                </a:lnTo>
                <a:lnTo>
                  <a:pt x="1104369" y="41819"/>
                </a:lnTo>
                <a:lnTo>
                  <a:pt x="1103738" y="42227"/>
                </a:lnTo>
                <a:lnTo>
                  <a:pt x="1103121" y="42649"/>
                </a:lnTo>
                <a:lnTo>
                  <a:pt x="1102518" y="43085"/>
                </a:lnTo>
                <a:lnTo>
                  <a:pt x="1101927" y="43535"/>
                </a:lnTo>
                <a:lnTo>
                  <a:pt x="1101350" y="43999"/>
                </a:lnTo>
                <a:lnTo>
                  <a:pt x="1100787" y="44477"/>
                </a:lnTo>
                <a:lnTo>
                  <a:pt x="1100237" y="44970"/>
                </a:lnTo>
                <a:lnTo>
                  <a:pt x="1099700" y="45476"/>
                </a:lnTo>
                <a:lnTo>
                  <a:pt x="1099176" y="45997"/>
                </a:lnTo>
                <a:lnTo>
                  <a:pt x="1098666" y="46531"/>
                </a:lnTo>
                <a:lnTo>
                  <a:pt x="1098169" y="47080"/>
                </a:lnTo>
                <a:lnTo>
                  <a:pt x="1097686" y="47643"/>
                </a:lnTo>
                <a:lnTo>
                  <a:pt x="1097216" y="48221"/>
                </a:lnTo>
                <a:lnTo>
                  <a:pt x="1096759" y="48812"/>
                </a:lnTo>
                <a:lnTo>
                  <a:pt x="1096316" y="49417"/>
                </a:lnTo>
                <a:lnTo>
                  <a:pt x="1095886" y="50037"/>
                </a:lnTo>
                <a:lnTo>
                  <a:pt x="1095471" y="50671"/>
                </a:lnTo>
                <a:lnTo>
                  <a:pt x="1095074" y="51322"/>
                </a:lnTo>
                <a:lnTo>
                  <a:pt x="1094695" y="51988"/>
                </a:lnTo>
                <a:lnTo>
                  <a:pt x="1094333" y="52672"/>
                </a:lnTo>
                <a:lnTo>
                  <a:pt x="1093989" y="53371"/>
                </a:lnTo>
                <a:lnTo>
                  <a:pt x="1093663" y="54086"/>
                </a:lnTo>
                <a:lnTo>
                  <a:pt x="1093354" y="54818"/>
                </a:lnTo>
                <a:lnTo>
                  <a:pt x="1093063" y="55566"/>
                </a:lnTo>
                <a:lnTo>
                  <a:pt x="1092790" y="56330"/>
                </a:lnTo>
                <a:lnTo>
                  <a:pt x="1092534" y="57111"/>
                </a:lnTo>
                <a:lnTo>
                  <a:pt x="1092296" y="57907"/>
                </a:lnTo>
                <a:lnTo>
                  <a:pt x="1092075" y="58720"/>
                </a:lnTo>
                <a:lnTo>
                  <a:pt x="1091873" y="59549"/>
                </a:lnTo>
                <a:lnTo>
                  <a:pt x="1091687" y="60395"/>
                </a:lnTo>
                <a:lnTo>
                  <a:pt x="1091520" y="61256"/>
                </a:lnTo>
                <a:lnTo>
                  <a:pt x="1091370" y="62134"/>
                </a:lnTo>
                <a:lnTo>
                  <a:pt x="1091238" y="63028"/>
                </a:lnTo>
                <a:lnTo>
                  <a:pt x="1091123" y="63938"/>
                </a:lnTo>
                <a:lnTo>
                  <a:pt x="1091026" y="64865"/>
                </a:lnTo>
                <a:lnTo>
                  <a:pt x="1090947" y="65807"/>
                </a:lnTo>
                <a:lnTo>
                  <a:pt x="1090885" y="66766"/>
                </a:lnTo>
                <a:lnTo>
                  <a:pt x="1090841" y="67742"/>
                </a:lnTo>
                <a:lnTo>
                  <a:pt x="1090814" y="68733"/>
                </a:lnTo>
                <a:lnTo>
                  <a:pt x="1090805" y="69741"/>
                </a:lnTo>
                <a:lnTo>
                  <a:pt x="1106786" y="69741"/>
                </a:lnTo>
                <a:lnTo>
                  <a:pt x="1106797" y="68804"/>
                </a:lnTo>
                <a:lnTo>
                  <a:pt x="1106833" y="67889"/>
                </a:lnTo>
                <a:lnTo>
                  <a:pt x="1106892" y="66995"/>
                </a:lnTo>
                <a:lnTo>
                  <a:pt x="1106975" y="66122"/>
                </a:lnTo>
                <a:lnTo>
                  <a:pt x="1107081" y="65271"/>
                </a:lnTo>
                <a:lnTo>
                  <a:pt x="1107211" y="64440"/>
                </a:lnTo>
                <a:lnTo>
                  <a:pt x="1107365" y="63631"/>
                </a:lnTo>
                <a:lnTo>
                  <a:pt x="1107542" y="62843"/>
                </a:lnTo>
                <a:lnTo>
                  <a:pt x="1107743" y="62076"/>
                </a:lnTo>
                <a:lnTo>
                  <a:pt x="1107967" y="61330"/>
                </a:lnTo>
                <a:lnTo>
                  <a:pt x="1108215" y="60605"/>
                </a:lnTo>
                <a:lnTo>
                  <a:pt x="1108487" y="59902"/>
                </a:lnTo>
                <a:lnTo>
                  <a:pt x="1108783" y="59219"/>
                </a:lnTo>
                <a:lnTo>
                  <a:pt x="1109102" y="58558"/>
                </a:lnTo>
                <a:lnTo>
                  <a:pt x="1109444" y="57918"/>
                </a:lnTo>
                <a:lnTo>
                  <a:pt x="1109811" y="57299"/>
                </a:lnTo>
                <a:lnTo>
                  <a:pt x="1110201" y="56701"/>
                </a:lnTo>
                <a:lnTo>
                  <a:pt x="1110614" y="56125"/>
                </a:lnTo>
                <a:lnTo>
                  <a:pt x="1111051" y="55570"/>
                </a:lnTo>
                <a:lnTo>
                  <a:pt x="1111512" y="55035"/>
                </a:lnTo>
                <a:lnTo>
                  <a:pt x="1111997" y="54522"/>
                </a:lnTo>
                <a:lnTo>
                  <a:pt x="1112505" y="54030"/>
                </a:lnTo>
                <a:lnTo>
                  <a:pt x="1113037" y="53560"/>
                </a:lnTo>
                <a:lnTo>
                  <a:pt x="1113592" y="53110"/>
                </a:lnTo>
                <a:lnTo>
                  <a:pt x="1114165" y="52680"/>
                </a:lnTo>
                <a:lnTo>
                  <a:pt x="1114748" y="52268"/>
                </a:lnTo>
                <a:lnTo>
                  <a:pt x="1115343" y="51875"/>
                </a:lnTo>
                <a:lnTo>
                  <a:pt x="1115948" y="51500"/>
                </a:lnTo>
                <a:lnTo>
                  <a:pt x="1116565" y="51144"/>
                </a:lnTo>
                <a:lnTo>
                  <a:pt x="1117192" y="50805"/>
                </a:lnTo>
                <a:lnTo>
                  <a:pt x="1117831" y="50485"/>
                </a:lnTo>
                <a:lnTo>
                  <a:pt x="1118480" y="50183"/>
                </a:lnTo>
                <a:lnTo>
                  <a:pt x="1119141" y="49900"/>
                </a:lnTo>
                <a:lnTo>
                  <a:pt x="1119812" y="49634"/>
                </a:lnTo>
                <a:lnTo>
                  <a:pt x="1120494" y="49387"/>
                </a:lnTo>
                <a:lnTo>
                  <a:pt x="1121187" y="49159"/>
                </a:lnTo>
                <a:lnTo>
                  <a:pt x="1121892" y="48948"/>
                </a:lnTo>
                <a:lnTo>
                  <a:pt x="1122607" y="48756"/>
                </a:lnTo>
                <a:lnTo>
                  <a:pt x="1123333" y="48583"/>
                </a:lnTo>
                <a:lnTo>
                  <a:pt x="1124070" y="48427"/>
                </a:lnTo>
                <a:lnTo>
                  <a:pt x="1124818" y="48290"/>
                </a:lnTo>
                <a:lnTo>
                  <a:pt x="1125577" y="48171"/>
                </a:lnTo>
                <a:lnTo>
                  <a:pt x="1126347" y="48070"/>
                </a:lnTo>
                <a:lnTo>
                  <a:pt x="1127128" y="47988"/>
                </a:lnTo>
                <a:lnTo>
                  <a:pt x="1127920" y="47924"/>
                </a:lnTo>
                <a:lnTo>
                  <a:pt x="1128723" y="47878"/>
                </a:lnTo>
                <a:lnTo>
                  <a:pt x="1129536" y="47851"/>
                </a:lnTo>
                <a:lnTo>
                  <a:pt x="1130361" y="47842"/>
                </a:lnTo>
                <a:lnTo>
                  <a:pt x="1131136" y="47850"/>
                </a:lnTo>
                <a:lnTo>
                  <a:pt x="1131900" y="47875"/>
                </a:lnTo>
                <a:lnTo>
                  <a:pt x="1132653" y="47917"/>
                </a:lnTo>
                <a:lnTo>
                  <a:pt x="1133394" y="47976"/>
                </a:lnTo>
                <a:lnTo>
                  <a:pt x="1134125" y="48052"/>
                </a:lnTo>
                <a:lnTo>
                  <a:pt x="1134843" y="48144"/>
                </a:lnTo>
                <a:lnTo>
                  <a:pt x="1135551" y="48253"/>
                </a:lnTo>
                <a:lnTo>
                  <a:pt x="1136247" y="48379"/>
                </a:lnTo>
                <a:lnTo>
                  <a:pt x="1136932" y="48522"/>
                </a:lnTo>
                <a:lnTo>
                  <a:pt x="1137605" y="48681"/>
                </a:lnTo>
                <a:lnTo>
                  <a:pt x="1138268" y="48857"/>
                </a:lnTo>
                <a:lnTo>
                  <a:pt x="1138918" y="49050"/>
                </a:lnTo>
                <a:lnTo>
                  <a:pt x="1139558" y="49260"/>
                </a:lnTo>
                <a:lnTo>
                  <a:pt x="1140186" y="49487"/>
                </a:lnTo>
                <a:lnTo>
                  <a:pt x="1140803" y="49730"/>
                </a:lnTo>
                <a:lnTo>
                  <a:pt x="1141409" y="49990"/>
                </a:lnTo>
                <a:lnTo>
                  <a:pt x="1142004" y="50267"/>
                </a:lnTo>
                <a:lnTo>
                  <a:pt x="1142587" y="50561"/>
                </a:lnTo>
                <a:lnTo>
                  <a:pt x="1143159" y="50871"/>
                </a:lnTo>
                <a:lnTo>
                  <a:pt x="1143719" y="51198"/>
                </a:lnTo>
                <a:lnTo>
                  <a:pt x="1144268" y="51542"/>
                </a:lnTo>
                <a:lnTo>
                  <a:pt x="1144806" y="51903"/>
                </a:lnTo>
                <a:lnTo>
                  <a:pt x="1145333" y="52281"/>
                </a:lnTo>
                <a:lnTo>
                  <a:pt x="1145848" y="52675"/>
                </a:lnTo>
                <a:lnTo>
                  <a:pt x="1146347" y="53092"/>
                </a:lnTo>
                <a:lnTo>
                  <a:pt x="1146825" y="53538"/>
                </a:lnTo>
                <a:lnTo>
                  <a:pt x="1147282" y="54011"/>
                </a:lnTo>
                <a:lnTo>
                  <a:pt x="1147717" y="54513"/>
                </a:lnTo>
                <a:lnTo>
                  <a:pt x="1148131" y="55043"/>
                </a:lnTo>
                <a:lnTo>
                  <a:pt x="1148524" y="55602"/>
                </a:lnTo>
                <a:lnTo>
                  <a:pt x="1148895" y="56189"/>
                </a:lnTo>
                <a:lnTo>
                  <a:pt x="1149246" y="56804"/>
                </a:lnTo>
                <a:lnTo>
                  <a:pt x="1149575" y="57448"/>
                </a:lnTo>
                <a:lnTo>
                  <a:pt x="1149883" y="58120"/>
                </a:lnTo>
                <a:lnTo>
                  <a:pt x="1150170" y="58820"/>
                </a:lnTo>
                <a:lnTo>
                  <a:pt x="1150435" y="59549"/>
                </a:lnTo>
                <a:lnTo>
                  <a:pt x="1150679" y="60306"/>
                </a:lnTo>
                <a:lnTo>
                  <a:pt x="1150902" y="61091"/>
                </a:lnTo>
                <a:lnTo>
                  <a:pt x="1151104" y="61905"/>
                </a:lnTo>
                <a:lnTo>
                  <a:pt x="1151284" y="62746"/>
                </a:lnTo>
                <a:lnTo>
                  <a:pt x="1151444" y="63617"/>
                </a:lnTo>
                <a:lnTo>
                  <a:pt x="1151582" y="64515"/>
                </a:lnTo>
                <a:lnTo>
                  <a:pt x="1151699" y="65442"/>
                </a:lnTo>
                <a:lnTo>
                  <a:pt x="1151794" y="66398"/>
                </a:lnTo>
                <a:lnTo>
                  <a:pt x="1151868" y="67381"/>
                </a:lnTo>
                <a:lnTo>
                  <a:pt x="1151922" y="68393"/>
                </a:lnTo>
                <a:lnTo>
                  <a:pt x="1151953" y="69433"/>
                </a:lnTo>
                <a:lnTo>
                  <a:pt x="1151964" y="70502"/>
                </a:lnTo>
                <a:lnTo>
                  <a:pt x="1151964" y="77570"/>
                </a:lnTo>
                <a:lnTo>
                  <a:pt x="1150320" y="77591"/>
                </a:lnTo>
                <a:lnTo>
                  <a:pt x="1148694" y="77620"/>
                </a:lnTo>
                <a:lnTo>
                  <a:pt x="1147086" y="77657"/>
                </a:lnTo>
                <a:lnTo>
                  <a:pt x="1145495" y="77701"/>
                </a:lnTo>
                <a:lnTo>
                  <a:pt x="1143921" y="77754"/>
                </a:lnTo>
                <a:lnTo>
                  <a:pt x="1142365" y="77814"/>
                </a:lnTo>
                <a:lnTo>
                  <a:pt x="1140826" y="77882"/>
                </a:lnTo>
                <a:lnTo>
                  <a:pt x="1139305" y="77958"/>
                </a:lnTo>
                <a:lnTo>
                  <a:pt x="1137801" y="78042"/>
                </a:lnTo>
                <a:lnTo>
                  <a:pt x="1136315" y="78134"/>
                </a:lnTo>
                <a:lnTo>
                  <a:pt x="1134846" y="78234"/>
                </a:lnTo>
                <a:lnTo>
                  <a:pt x="1133394" y="78342"/>
                </a:lnTo>
                <a:lnTo>
                  <a:pt x="1131961" y="78457"/>
                </a:lnTo>
                <a:lnTo>
                  <a:pt x="1130544" y="78581"/>
                </a:lnTo>
                <a:lnTo>
                  <a:pt x="1129145" y="78712"/>
                </a:lnTo>
                <a:lnTo>
                  <a:pt x="1127764" y="78851"/>
                </a:lnTo>
                <a:lnTo>
                  <a:pt x="1126400" y="78998"/>
                </a:lnTo>
                <a:lnTo>
                  <a:pt x="1125053" y="79153"/>
                </a:lnTo>
                <a:lnTo>
                  <a:pt x="1123724" y="79316"/>
                </a:lnTo>
                <a:lnTo>
                  <a:pt x="1122412" y="79487"/>
                </a:lnTo>
                <a:lnTo>
                  <a:pt x="1121118" y="79666"/>
                </a:lnTo>
                <a:lnTo>
                  <a:pt x="1119841" y="79852"/>
                </a:lnTo>
                <a:lnTo>
                  <a:pt x="1118582" y="80047"/>
                </a:lnTo>
                <a:lnTo>
                  <a:pt x="1117340" y="80249"/>
                </a:lnTo>
                <a:lnTo>
                  <a:pt x="1116119" y="80463"/>
                </a:lnTo>
                <a:lnTo>
                  <a:pt x="1114921" y="80692"/>
                </a:lnTo>
                <a:lnTo>
                  <a:pt x="1113746" y="80937"/>
                </a:lnTo>
                <a:lnTo>
                  <a:pt x="1112595" y="81196"/>
                </a:lnTo>
                <a:lnTo>
                  <a:pt x="1111466" y="81471"/>
                </a:lnTo>
                <a:lnTo>
                  <a:pt x="1110361" y="81761"/>
                </a:lnTo>
                <a:lnTo>
                  <a:pt x="1109280" y="82067"/>
                </a:lnTo>
                <a:lnTo>
                  <a:pt x="1108221" y="82388"/>
                </a:lnTo>
                <a:lnTo>
                  <a:pt x="1107186" y="82724"/>
                </a:lnTo>
                <a:lnTo>
                  <a:pt x="1106175" y="83075"/>
                </a:lnTo>
                <a:lnTo>
                  <a:pt x="1105186" y="83442"/>
                </a:lnTo>
                <a:lnTo>
                  <a:pt x="1104221" y="83823"/>
                </a:lnTo>
                <a:lnTo>
                  <a:pt x="1103279" y="84220"/>
                </a:lnTo>
                <a:lnTo>
                  <a:pt x="1102360" y="84633"/>
                </a:lnTo>
                <a:lnTo>
                  <a:pt x="1101465" y="85060"/>
                </a:lnTo>
                <a:lnTo>
                  <a:pt x="1100593" y="85503"/>
                </a:lnTo>
                <a:lnTo>
                  <a:pt x="1099744" y="85961"/>
                </a:lnTo>
                <a:lnTo>
                  <a:pt x="1098919" y="86435"/>
                </a:lnTo>
                <a:lnTo>
                  <a:pt x="1098117" y="86923"/>
                </a:lnTo>
                <a:lnTo>
                  <a:pt x="1097338" y="87427"/>
                </a:lnTo>
                <a:lnTo>
                  <a:pt x="1096582" y="87946"/>
                </a:lnTo>
                <a:lnTo>
                  <a:pt x="1095850" y="88481"/>
                </a:lnTo>
                <a:lnTo>
                  <a:pt x="1095141" y="89031"/>
                </a:lnTo>
                <a:lnTo>
                  <a:pt x="1094455" y="89595"/>
                </a:lnTo>
                <a:lnTo>
                  <a:pt x="1093795" y="90179"/>
                </a:lnTo>
                <a:lnTo>
                  <a:pt x="1093163" y="90785"/>
                </a:lnTo>
                <a:lnTo>
                  <a:pt x="1092559" y="91413"/>
                </a:lnTo>
                <a:lnTo>
                  <a:pt x="1091984" y="92063"/>
                </a:lnTo>
                <a:lnTo>
                  <a:pt x="1091436" y="92735"/>
                </a:lnTo>
                <a:lnTo>
                  <a:pt x="1090916" y="93429"/>
                </a:lnTo>
                <a:lnTo>
                  <a:pt x="1090425" y="94145"/>
                </a:lnTo>
                <a:lnTo>
                  <a:pt x="1089961" y="94883"/>
                </a:lnTo>
                <a:lnTo>
                  <a:pt x="1089526" y="95644"/>
                </a:lnTo>
                <a:lnTo>
                  <a:pt x="1089119" y="96427"/>
                </a:lnTo>
                <a:lnTo>
                  <a:pt x="1088740" y="97231"/>
                </a:lnTo>
                <a:lnTo>
                  <a:pt x="1088389" y="98058"/>
                </a:lnTo>
                <a:lnTo>
                  <a:pt x="1088066" y="98907"/>
                </a:lnTo>
                <a:lnTo>
                  <a:pt x="1087771" y="99778"/>
                </a:lnTo>
                <a:lnTo>
                  <a:pt x="1087504" y="100671"/>
                </a:lnTo>
                <a:lnTo>
                  <a:pt x="1087265" y="101586"/>
                </a:lnTo>
                <a:lnTo>
                  <a:pt x="1087055" y="102523"/>
                </a:lnTo>
                <a:lnTo>
                  <a:pt x="1086872" y="103483"/>
                </a:lnTo>
                <a:lnTo>
                  <a:pt x="1086718" y="104464"/>
                </a:lnTo>
                <a:lnTo>
                  <a:pt x="1086591" y="105468"/>
                </a:lnTo>
                <a:lnTo>
                  <a:pt x="1086493" y="106493"/>
                </a:lnTo>
                <a:lnTo>
                  <a:pt x="1086423" y="107541"/>
                </a:lnTo>
                <a:lnTo>
                  <a:pt x="1086381" y="108611"/>
                </a:lnTo>
                <a:lnTo>
                  <a:pt x="1086366" y="109703"/>
                </a:lnTo>
                <a:lnTo>
                  <a:pt x="1086374" y="110473"/>
                </a:lnTo>
                <a:lnTo>
                  <a:pt x="1086395" y="111232"/>
                </a:lnTo>
                <a:lnTo>
                  <a:pt x="1086430" y="111981"/>
                </a:lnTo>
                <a:lnTo>
                  <a:pt x="1086480" y="112719"/>
                </a:lnTo>
                <a:lnTo>
                  <a:pt x="1086544" y="113448"/>
                </a:lnTo>
                <a:lnTo>
                  <a:pt x="1086622" y="114165"/>
                </a:lnTo>
                <a:lnTo>
                  <a:pt x="1086715" y="114873"/>
                </a:lnTo>
                <a:lnTo>
                  <a:pt x="1086821" y="115570"/>
                </a:lnTo>
                <a:lnTo>
                  <a:pt x="1086942" y="116257"/>
                </a:lnTo>
                <a:lnTo>
                  <a:pt x="1087077" y="116933"/>
                </a:lnTo>
                <a:lnTo>
                  <a:pt x="1087226" y="117599"/>
                </a:lnTo>
                <a:lnTo>
                  <a:pt x="1087390" y="118255"/>
                </a:lnTo>
                <a:lnTo>
                  <a:pt x="1087568" y="118900"/>
                </a:lnTo>
                <a:lnTo>
                  <a:pt x="1087759" y="119535"/>
                </a:lnTo>
                <a:lnTo>
                  <a:pt x="1087966" y="120160"/>
                </a:lnTo>
                <a:lnTo>
                  <a:pt x="1088186" y="120774"/>
                </a:lnTo>
                <a:lnTo>
                  <a:pt x="1088420" y="121378"/>
                </a:lnTo>
                <a:lnTo>
                  <a:pt x="1088669" y="121972"/>
                </a:lnTo>
                <a:lnTo>
                  <a:pt x="1088932" y="122555"/>
                </a:lnTo>
                <a:lnTo>
                  <a:pt x="1089209" y="123128"/>
                </a:lnTo>
                <a:lnTo>
                  <a:pt x="1089501" y="123691"/>
                </a:lnTo>
                <a:lnTo>
                  <a:pt x="1089806" y="124243"/>
                </a:lnTo>
                <a:lnTo>
                  <a:pt x="1090126" y="124785"/>
                </a:lnTo>
                <a:lnTo>
                  <a:pt x="1090460" y="125317"/>
                </a:lnTo>
                <a:lnTo>
                  <a:pt x="1090806" y="125838"/>
                </a:lnTo>
                <a:lnTo>
                  <a:pt x="1091162" y="126348"/>
                </a:lnTo>
                <a:lnTo>
                  <a:pt x="1091527" y="126847"/>
                </a:lnTo>
                <a:lnTo>
                  <a:pt x="1091901" y="127336"/>
                </a:lnTo>
                <a:lnTo>
                  <a:pt x="1092286" y="127814"/>
                </a:lnTo>
                <a:lnTo>
                  <a:pt x="1092680" y="128282"/>
                </a:lnTo>
                <a:lnTo>
                  <a:pt x="1093083" y="128739"/>
                </a:lnTo>
                <a:lnTo>
                  <a:pt x="1093496" y="129185"/>
                </a:lnTo>
                <a:lnTo>
                  <a:pt x="1093919" y="129620"/>
                </a:lnTo>
                <a:lnTo>
                  <a:pt x="1094351" y="130045"/>
                </a:lnTo>
                <a:lnTo>
                  <a:pt x="1094793" y="130459"/>
                </a:lnTo>
                <a:lnTo>
                  <a:pt x="1095244" y="130862"/>
                </a:lnTo>
                <a:lnTo>
                  <a:pt x="1095705" y="131255"/>
                </a:lnTo>
                <a:lnTo>
                  <a:pt x="1096176" y="131637"/>
                </a:lnTo>
                <a:lnTo>
                  <a:pt x="1096656" y="132008"/>
                </a:lnTo>
                <a:lnTo>
                  <a:pt x="1097146" y="132368"/>
                </a:lnTo>
                <a:lnTo>
                  <a:pt x="1097645" y="132718"/>
                </a:lnTo>
                <a:lnTo>
                  <a:pt x="1098154" y="133057"/>
                </a:lnTo>
                <a:lnTo>
                  <a:pt x="1098673" y="133385"/>
                </a:lnTo>
                <a:lnTo>
                  <a:pt x="1099201" y="133703"/>
                </a:lnTo>
                <a:lnTo>
                  <a:pt x="1099739" y="134010"/>
                </a:lnTo>
                <a:lnTo>
                  <a:pt x="1100286" y="134306"/>
                </a:lnTo>
                <a:lnTo>
                  <a:pt x="1100843" y="134592"/>
                </a:lnTo>
                <a:lnTo>
                  <a:pt x="1101410" y="134866"/>
                </a:lnTo>
                <a:lnTo>
                  <a:pt x="1101983" y="135130"/>
                </a:lnTo>
                <a:lnTo>
                  <a:pt x="1102562" y="135383"/>
                </a:lnTo>
                <a:lnTo>
                  <a:pt x="1103146" y="135624"/>
                </a:lnTo>
                <a:lnTo>
                  <a:pt x="1103734" y="135854"/>
                </a:lnTo>
                <a:lnTo>
                  <a:pt x="1104328" y="136073"/>
                </a:lnTo>
                <a:lnTo>
                  <a:pt x="1104927" y="136281"/>
                </a:lnTo>
                <a:lnTo>
                  <a:pt x="1105530" y="136478"/>
                </a:lnTo>
                <a:lnTo>
                  <a:pt x="1106139" y="136663"/>
                </a:lnTo>
                <a:lnTo>
                  <a:pt x="1106752" y="136837"/>
                </a:lnTo>
                <a:lnTo>
                  <a:pt x="1107371" y="137000"/>
                </a:lnTo>
                <a:lnTo>
                  <a:pt x="1107994" y="137151"/>
                </a:lnTo>
                <a:lnTo>
                  <a:pt x="1108623" y="137292"/>
                </a:lnTo>
                <a:lnTo>
                  <a:pt x="1109256" y="137421"/>
                </a:lnTo>
                <a:lnTo>
                  <a:pt x="1109895" y="137539"/>
                </a:lnTo>
                <a:lnTo>
                  <a:pt x="1110538" y="137645"/>
                </a:lnTo>
                <a:lnTo>
                  <a:pt x="1111186" y="137741"/>
                </a:lnTo>
                <a:lnTo>
                  <a:pt x="1111839" y="137825"/>
                </a:lnTo>
                <a:lnTo>
                  <a:pt x="1112498" y="137898"/>
                </a:lnTo>
                <a:lnTo>
                  <a:pt x="1113161" y="137960"/>
                </a:lnTo>
                <a:lnTo>
                  <a:pt x="1113829" y="138010"/>
                </a:lnTo>
                <a:lnTo>
                  <a:pt x="1114502" y="138049"/>
                </a:lnTo>
                <a:lnTo>
                  <a:pt x="1115180" y="138078"/>
                </a:lnTo>
                <a:lnTo>
                  <a:pt x="1115863" y="138094"/>
                </a:lnTo>
                <a:lnTo>
                  <a:pt x="1116551" y="138100"/>
                </a:lnTo>
                <a:lnTo>
                  <a:pt x="1117516" y="138092"/>
                </a:lnTo>
                <a:lnTo>
                  <a:pt x="1118471" y="138069"/>
                </a:lnTo>
                <a:lnTo>
                  <a:pt x="1119416" y="138030"/>
                </a:lnTo>
                <a:lnTo>
                  <a:pt x="1120350" y="137975"/>
                </a:lnTo>
                <a:lnTo>
                  <a:pt x="1121275" y="137905"/>
                </a:lnTo>
                <a:close/>
                <a:moveTo>
                  <a:pt x="1117379" y="125280"/>
                </a:moveTo>
                <a:lnTo>
                  <a:pt x="1116721" y="125195"/>
                </a:lnTo>
                <a:lnTo>
                  <a:pt x="1116078" y="125094"/>
                </a:lnTo>
                <a:lnTo>
                  <a:pt x="1115450" y="124978"/>
                </a:lnTo>
                <a:lnTo>
                  <a:pt x="1114837" y="124846"/>
                </a:lnTo>
                <a:lnTo>
                  <a:pt x="1114238" y="124699"/>
                </a:lnTo>
                <a:lnTo>
                  <a:pt x="1113655" y="124536"/>
                </a:lnTo>
                <a:lnTo>
                  <a:pt x="1113086" y="124358"/>
                </a:lnTo>
                <a:lnTo>
                  <a:pt x="1112533" y="124164"/>
                </a:lnTo>
                <a:lnTo>
                  <a:pt x="1111994" y="123955"/>
                </a:lnTo>
                <a:lnTo>
                  <a:pt x="1111470" y="123730"/>
                </a:lnTo>
                <a:lnTo>
                  <a:pt x="1110961" y="123490"/>
                </a:lnTo>
                <a:lnTo>
                  <a:pt x="1110467" y="123234"/>
                </a:lnTo>
                <a:lnTo>
                  <a:pt x="1109988" y="122963"/>
                </a:lnTo>
                <a:lnTo>
                  <a:pt x="1109524" y="122676"/>
                </a:lnTo>
                <a:lnTo>
                  <a:pt x="1109075" y="122374"/>
                </a:lnTo>
                <a:lnTo>
                  <a:pt x="1108640" y="122056"/>
                </a:lnTo>
                <a:lnTo>
                  <a:pt x="1108221" y="121723"/>
                </a:lnTo>
                <a:lnTo>
                  <a:pt x="1107816" y="121374"/>
                </a:lnTo>
                <a:lnTo>
                  <a:pt x="1107427" y="121010"/>
                </a:lnTo>
                <a:lnTo>
                  <a:pt x="1107052" y="120633"/>
                </a:lnTo>
                <a:lnTo>
                  <a:pt x="1106694" y="120245"/>
                </a:lnTo>
                <a:lnTo>
                  <a:pt x="1106352" y="119847"/>
                </a:lnTo>
                <a:lnTo>
                  <a:pt x="1106025" y="119438"/>
                </a:lnTo>
                <a:lnTo>
                  <a:pt x="1105715" y="119019"/>
                </a:lnTo>
                <a:lnTo>
                  <a:pt x="1105420" y="118589"/>
                </a:lnTo>
                <a:lnTo>
                  <a:pt x="1105141" y="118149"/>
                </a:lnTo>
                <a:lnTo>
                  <a:pt x="1104878" y="117698"/>
                </a:lnTo>
                <a:lnTo>
                  <a:pt x="1104632" y="117237"/>
                </a:lnTo>
                <a:lnTo>
                  <a:pt x="1104401" y="116765"/>
                </a:lnTo>
                <a:lnTo>
                  <a:pt x="1104186" y="116283"/>
                </a:lnTo>
                <a:lnTo>
                  <a:pt x="1103987" y="115790"/>
                </a:lnTo>
                <a:lnTo>
                  <a:pt x="1103803" y="115286"/>
                </a:lnTo>
                <a:lnTo>
                  <a:pt x="1103636" y="114773"/>
                </a:lnTo>
                <a:lnTo>
                  <a:pt x="1103485" y="114248"/>
                </a:lnTo>
                <a:lnTo>
                  <a:pt x="1103349" y="113713"/>
                </a:lnTo>
                <a:lnTo>
                  <a:pt x="1103230" y="113168"/>
                </a:lnTo>
                <a:lnTo>
                  <a:pt x="1103127" y="112612"/>
                </a:lnTo>
                <a:lnTo>
                  <a:pt x="1103039" y="112046"/>
                </a:lnTo>
                <a:lnTo>
                  <a:pt x="1102967" y="111469"/>
                </a:lnTo>
                <a:lnTo>
                  <a:pt x="1102912" y="110881"/>
                </a:lnTo>
                <a:lnTo>
                  <a:pt x="1102872" y="110283"/>
                </a:lnTo>
                <a:lnTo>
                  <a:pt x="1102848" y="109675"/>
                </a:lnTo>
                <a:lnTo>
                  <a:pt x="1102840" y="109056"/>
                </a:lnTo>
                <a:lnTo>
                  <a:pt x="1102860" y="108152"/>
                </a:lnTo>
                <a:lnTo>
                  <a:pt x="1102919" y="107269"/>
                </a:lnTo>
                <a:lnTo>
                  <a:pt x="1103018" y="106408"/>
                </a:lnTo>
                <a:lnTo>
                  <a:pt x="1103156" y="105568"/>
                </a:lnTo>
                <a:lnTo>
                  <a:pt x="1103334" y="104749"/>
                </a:lnTo>
                <a:lnTo>
                  <a:pt x="1103552" y="103952"/>
                </a:lnTo>
                <a:lnTo>
                  <a:pt x="1103809" y="103176"/>
                </a:lnTo>
                <a:lnTo>
                  <a:pt x="1104106" y="102422"/>
                </a:lnTo>
                <a:lnTo>
                  <a:pt x="1104442" y="101689"/>
                </a:lnTo>
                <a:lnTo>
                  <a:pt x="1104818" y="100977"/>
                </a:lnTo>
                <a:lnTo>
                  <a:pt x="1105233" y="100287"/>
                </a:lnTo>
                <a:lnTo>
                  <a:pt x="1105688" y="99618"/>
                </a:lnTo>
                <a:lnTo>
                  <a:pt x="1106183" y="98970"/>
                </a:lnTo>
                <a:lnTo>
                  <a:pt x="1106717" y="98344"/>
                </a:lnTo>
                <a:lnTo>
                  <a:pt x="1107290" y="97739"/>
                </a:lnTo>
                <a:lnTo>
                  <a:pt x="1107904" y="97156"/>
                </a:lnTo>
                <a:lnTo>
                  <a:pt x="1108556" y="96594"/>
                </a:lnTo>
                <a:lnTo>
                  <a:pt x="1109249" y="96053"/>
                </a:lnTo>
                <a:lnTo>
                  <a:pt x="1109980" y="95534"/>
                </a:lnTo>
                <a:lnTo>
                  <a:pt x="1110752" y="95036"/>
                </a:lnTo>
                <a:lnTo>
                  <a:pt x="1111563" y="94559"/>
                </a:lnTo>
                <a:lnTo>
                  <a:pt x="1112413" y="94104"/>
                </a:lnTo>
                <a:lnTo>
                  <a:pt x="1113303" y="93670"/>
                </a:lnTo>
                <a:lnTo>
                  <a:pt x="1114233" y="93258"/>
                </a:lnTo>
                <a:lnTo>
                  <a:pt x="1115208" y="92863"/>
                </a:lnTo>
                <a:lnTo>
                  <a:pt x="1116235" y="92485"/>
                </a:lnTo>
                <a:lnTo>
                  <a:pt x="1117313" y="92122"/>
                </a:lnTo>
                <a:lnTo>
                  <a:pt x="1118443" y="91775"/>
                </a:lnTo>
                <a:lnTo>
                  <a:pt x="1119625" y="91443"/>
                </a:lnTo>
                <a:lnTo>
                  <a:pt x="1120858" y="91128"/>
                </a:lnTo>
                <a:lnTo>
                  <a:pt x="1122142" y="90828"/>
                </a:lnTo>
                <a:lnTo>
                  <a:pt x="1123478" y="90543"/>
                </a:lnTo>
                <a:lnTo>
                  <a:pt x="1124866" y="90274"/>
                </a:lnTo>
                <a:lnTo>
                  <a:pt x="1126305" y="90021"/>
                </a:lnTo>
                <a:lnTo>
                  <a:pt x="1127796" y="89784"/>
                </a:lnTo>
                <a:lnTo>
                  <a:pt x="1129338" y="89562"/>
                </a:lnTo>
                <a:lnTo>
                  <a:pt x="1130932" y="89356"/>
                </a:lnTo>
                <a:lnTo>
                  <a:pt x="1132577" y="89166"/>
                </a:lnTo>
                <a:lnTo>
                  <a:pt x="1134274" y="88991"/>
                </a:lnTo>
                <a:lnTo>
                  <a:pt x="1136022" y="88832"/>
                </a:lnTo>
                <a:lnTo>
                  <a:pt x="1137822" y="88689"/>
                </a:lnTo>
                <a:lnTo>
                  <a:pt x="1139674" y="88561"/>
                </a:lnTo>
                <a:lnTo>
                  <a:pt x="1141577" y="88450"/>
                </a:lnTo>
                <a:lnTo>
                  <a:pt x="1143531" y="88353"/>
                </a:lnTo>
                <a:lnTo>
                  <a:pt x="1145538" y="88273"/>
                </a:lnTo>
                <a:lnTo>
                  <a:pt x="1147595" y="88208"/>
                </a:lnTo>
                <a:lnTo>
                  <a:pt x="1149705" y="88159"/>
                </a:lnTo>
                <a:lnTo>
                  <a:pt x="1151865" y="88125"/>
                </a:lnTo>
                <a:lnTo>
                  <a:pt x="1151865" y="108442"/>
                </a:lnTo>
                <a:lnTo>
                  <a:pt x="1151417" y="109053"/>
                </a:lnTo>
                <a:lnTo>
                  <a:pt x="1150960" y="109656"/>
                </a:lnTo>
                <a:lnTo>
                  <a:pt x="1150494" y="110249"/>
                </a:lnTo>
                <a:lnTo>
                  <a:pt x="1150019" y="110833"/>
                </a:lnTo>
                <a:lnTo>
                  <a:pt x="1149535" y="111409"/>
                </a:lnTo>
                <a:lnTo>
                  <a:pt x="1149042" y="111975"/>
                </a:lnTo>
                <a:lnTo>
                  <a:pt x="1148540" y="112533"/>
                </a:lnTo>
                <a:lnTo>
                  <a:pt x="1148029" y="113082"/>
                </a:lnTo>
                <a:lnTo>
                  <a:pt x="1147510" y="113622"/>
                </a:lnTo>
                <a:lnTo>
                  <a:pt x="1146981" y="114153"/>
                </a:lnTo>
                <a:lnTo>
                  <a:pt x="1146444" y="114675"/>
                </a:lnTo>
                <a:lnTo>
                  <a:pt x="1145897" y="115188"/>
                </a:lnTo>
                <a:lnTo>
                  <a:pt x="1145342" y="115692"/>
                </a:lnTo>
                <a:lnTo>
                  <a:pt x="1144778" y="116188"/>
                </a:lnTo>
                <a:lnTo>
                  <a:pt x="1144205" y="116674"/>
                </a:lnTo>
                <a:lnTo>
                  <a:pt x="1143623" y="117152"/>
                </a:lnTo>
                <a:lnTo>
                  <a:pt x="1143032" y="117620"/>
                </a:lnTo>
                <a:lnTo>
                  <a:pt x="1142433" y="118080"/>
                </a:lnTo>
                <a:lnTo>
                  <a:pt x="1141824" y="118531"/>
                </a:lnTo>
                <a:lnTo>
                  <a:pt x="1141206" y="118973"/>
                </a:lnTo>
                <a:lnTo>
                  <a:pt x="1140580" y="119406"/>
                </a:lnTo>
                <a:lnTo>
                  <a:pt x="1139945" y="119831"/>
                </a:lnTo>
                <a:lnTo>
                  <a:pt x="1139300" y="120246"/>
                </a:lnTo>
                <a:lnTo>
                  <a:pt x="1138647" y="120653"/>
                </a:lnTo>
                <a:lnTo>
                  <a:pt x="1137986" y="121046"/>
                </a:lnTo>
                <a:lnTo>
                  <a:pt x="1137318" y="121423"/>
                </a:lnTo>
                <a:lnTo>
                  <a:pt x="1136644" y="121783"/>
                </a:lnTo>
                <a:lnTo>
                  <a:pt x="1135962" y="122126"/>
                </a:lnTo>
                <a:lnTo>
                  <a:pt x="1135273" y="122452"/>
                </a:lnTo>
                <a:lnTo>
                  <a:pt x="1134578" y="122762"/>
                </a:lnTo>
                <a:lnTo>
                  <a:pt x="1133876" y="123055"/>
                </a:lnTo>
                <a:lnTo>
                  <a:pt x="1133167" y="123331"/>
                </a:lnTo>
                <a:lnTo>
                  <a:pt x="1132451" y="123590"/>
                </a:lnTo>
                <a:lnTo>
                  <a:pt x="1131728" y="123833"/>
                </a:lnTo>
                <a:lnTo>
                  <a:pt x="1130999" y="124059"/>
                </a:lnTo>
                <a:lnTo>
                  <a:pt x="1130263" y="124268"/>
                </a:lnTo>
                <a:lnTo>
                  <a:pt x="1129519" y="124461"/>
                </a:lnTo>
                <a:lnTo>
                  <a:pt x="1128769" y="124637"/>
                </a:lnTo>
                <a:lnTo>
                  <a:pt x="1128012" y="124796"/>
                </a:lnTo>
                <a:lnTo>
                  <a:pt x="1127248" y="124938"/>
                </a:lnTo>
                <a:lnTo>
                  <a:pt x="1126478" y="125064"/>
                </a:lnTo>
                <a:lnTo>
                  <a:pt x="1125700" y="125172"/>
                </a:lnTo>
                <a:lnTo>
                  <a:pt x="1124916" y="125264"/>
                </a:lnTo>
                <a:lnTo>
                  <a:pt x="1124125" y="125340"/>
                </a:lnTo>
                <a:lnTo>
                  <a:pt x="1123327" y="125398"/>
                </a:lnTo>
                <a:lnTo>
                  <a:pt x="1122522" y="125440"/>
                </a:lnTo>
                <a:lnTo>
                  <a:pt x="1121710" y="125465"/>
                </a:lnTo>
                <a:lnTo>
                  <a:pt x="1120891" y="125474"/>
                </a:lnTo>
                <a:lnTo>
                  <a:pt x="1120159" y="125466"/>
                </a:lnTo>
                <a:lnTo>
                  <a:pt x="1119442" y="125443"/>
                </a:lnTo>
                <a:lnTo>
                  <a:pt x="1118739" y="125404"/>
                </a:lnTo>
                <a:lnTo>
                  <a:pt x="1118051" y="125350"/>
                </a:lnTo>
                <a:lnTo>
                  <a:pt x="1117379" y="125280"/>
                </a:lnTo>
                <a:close/>
                <a:moveTo>
                  <a:pt x="1338273" y="137921"/>
                </a:moveTo>
                <a:lnTo>
                  <a:pt x="1339222" y="137843"/>
                </a:lnTo>
                <a:lnTo>
                  <a:pt x="1340160" y="137750"/>
                </a:lnTo>
                <a:lnTo>
                  <a:pt x="1341086" y="137642"/>
                </a:lnTo>
                <a:lnTo>
                  <a:pt x="1342001" y="137521"/>
                </a:lnTo>
                <a:lnTo>
                  <a:pt x="1342905" y="137385"/>
                </a:lnTo>
                <a:lnTo>
                  <a:pt x="1343797" y="137235"/>
                </a:lnTo>
                <a:lnTo>
                  <a:pt x="1344678" y="137070"/>
                </a:lnTo>
                <a:lnTo>
                  <a:pt x="1345548" y="136892"/>
                </a:lnTo>
                <a:lnTo>
                  <a:pt x="1346406" y="136699"/>
                </a:lnTo>
                <a:lnTo>
                  <a:pt x="1347254" y="136491"/>
                </a:lnTo>
                <a:lnTo>
                  <a:pt x="1348089" y="136270"/>
                </a:lnTo>
                <a:lnTo>
                  <a:pt x="1348914" y="136034"/>
                </a:lnTo>
                <a:lnTo>
                  <a:pt x="1349727" y="135783"/>
                </a:lnTo>
                <a:lnTo>
                  <a:pt x="1350529" y="135519"/>
                </a:lnTo>
                <a:lnTo>
                  <a:pt x="1351320" y="135240"/>
                </a:lnTo>
                <a:lnTo>
                  <a:pt x="1352099" y="134947"/>
                </a:lnTo>
                <a:lnTo>
                  <a:pt x="1352868" y="134639"/>
                </a:lnTo>
                <a:lnTo>
                  <a:pt x="1353624" y="134318"/>
                </a:lnTo>
                <a:lnTo>
                  <a:pt x="1354370" y="133982"/>
                </a:lnTo>
                <a:lnTo>
                  <a:pt x="1355103" y="133632"/>
                </a:lnTo>
                <a:lnTo>
                  <a:pt x="1355822" y="133271"/>
                </a:lnTo>
                <a:lnTo>
                  <a:pt x="1356528" y="132897"/>
                </a:lnTo>
                <a:lnTo>
                  <a:pt x="1357219" y="132512"/>
                </a:lnTo>
                <a:lnTo>
                  <a:pt x="1357898" y="132114"/>
                </a:lnTo>
                <a:lnTo>
                  <a:pt x="1358562" y="131705"/>
                </a:lnTo>
                <a:lnTo>
                  <a:pt x="1359213" y="131283"/>
                </a:lnTo>
                <a:lnTo>
                  <a:pt x="1359850" y="130850"/>
                </a:lnTo>
                <a:lnTo>
                  <a:pt x="1360473" y="130404"/>
                </a:lnTo>
                <a:lnTo>
                  <a:pt x="1361083" y="129947"/>
                </a:lnTo>
                <a:lnTo>
                  <a:pt x="1361679" y="129477"/>
                </a:lnTo>
                <a:lnTo>
                  <a:pt x="1362261" y="128996"/>
                </a:lnTo>
                <a:lnTo>
                  <a:pt x="1362830" y="128502"/>
                </a:lnTo>
                <a:lnTo>
                  <a:pt x="1363385" y="127996"/>
                </a:lnTo>
                <a:lnTo>
                  <a:pt x="1363926" y="127479"/>
                </a:lnTo>
                <a:lnTo>
                  <a:pt x="1364453" y="126949"/>
                </a:lnTo>
                <a:lnTo>
                  <a:pt x="1364967" y="126408"/>
                </a:lnTo>
                <a:lnTo>
                  <a:pt x="1365467" y="125854"/>
                </a:lnTo>
                <a:lnTo>
                  <a:pt x="1365953" y="125288"/>
                </a:lnTo>
                <a:lnTo>
                  <a:pt x="1366426" y="124711"/>
                </a:lnTo>
                <a:lnTo>
                  <a:pt x="1366885" y="124121"/>
                </a:lnTo>
                <a:lnTo>
                  <a:pt x="1367330" y="123519"/>
                </a:lnTo>
                <a:lnTo>
                  <a:pt x="1367762" y="122906"/>
                </a:lnTo>
                <a:lnTo>
                  <a:pt x="1368180" y="122280"/>
                </a:lnTo>
                <a:lnTo>
                  <a:pt x="1368583" y="121643"/>
                </a:lnTo>
                <a:lnTo>
                  <a:pt x="1368970" y="120997"/>
                </a:lnTo>
                <a:lnTo>
                  <a:pt x="1369340" y="120340"/>
                </a:lnTo>
                <a:lnTo>
                  <a:pt x="1369695" y="119673"/>
                </a:lnTo>
                <a:lnTo>
                  <a:pt x="1370034" y="118996"/>
                </a:lnTo>
                <a:lnTo>
                  <a:pt x="1370356" y="118309"/>
                </a:lnTo>
                <a:lnTo>
                  <a:pt x="1370662" y="117612"/>
                </a:lnTo>
                <a:lnTo>
                  <a:pt x="1370953" y="116905"/>
                </a:lnTo>
                <a:lnTo>
                  <a:pt x="1371227" y="116188"/>
                </a:lnTo>
                <a:lnTo>
                  <a:pt x="1371485" y="115460"/>
                </a:lnTo>
                <a:lnTo>
                  <a:pt x="1371727" y="114723"/>
                </a:lnTo>
                <a:lnTo>
                  <a:pt x="1371953" y="113976"/>
                </a:lnTo>
                <a:lnTo>
                  <a:pt x="1372163" y="113218"/>
                </a:lnTo>
                <a:lnTo>
                  <a:pt x="1372356" y="112451"/>
                </a:lnTo>
                <a:lnTo>
                  <a:pt x="1372534" y="111673"/>
                </a:lnTo>
                <a:lnTo>
                  <a:pt x="1372695" y="110886"/>
                </a:lnTo>
                <a:lnTo>
                  <a:pt x="1372841" y="110088"/>
                </a:lnTo>
                <a:lnTo>
                  <a:pt x="1372970" y="109280"/>
                </a:lnTo>
                <a:lnTo>
                  <a:pt x="1373083" y="108462"/>
                </a:lnTo>
                <a:lnTo>
                  <a:pt x="1373180" y="107634"/>
                </a:lnTo>
                <a:lnTo>
                  <a:pt x="1373261" y="106797"/>
                </a:lnTo>
                <a:lnTo>
                  <a:pt x="1373326" y="105949"/>
                </a:lnTo>
                <a:lnTo>
                  <a:pt x="1373375" y="105090"/>
                </a:lnTo>
                <a:lnTo>
                  <a:pt x="1373408" y="104222"/>
                </a:lnTo>
                <a:lnTo>
                  <a:pt x="1357132" y="104222"/>
                </a:lnTo>
                <a:lnTo>
                  <a:pt x="1357097" y="105069"/>
                </a:lnTo>
                <a:lnTo>
                  <a:pt x="1357041" y="105900"/>
                </a:lnTo>
                <a:lnTo>
                  <a:pt x="1356965" y="106713"/>
                </a:lnTo>
                <a:lnTo>
                  <a:pt x="1356869" y="107510"/>
                </a:lnTo>
                <a:lnTo>
                  <a:pt x="1356752" y="108290"/>
                </a:lnTo>
                <a:lnTo>
                  <a:pt x="1356614" y="109054"/>
                </a:lnTo>
                <a:lnTo>
                  <a:pt x="1356456" y="109800"/>
                </a:lnTo>
                <a:lnTo>
                  <a:pt x="1356277" y="110530"/>
                </a:lnTo>
                <a:lnTo>
                  <a:pt x="1356078" y="111243"/>
                </a:lnTo>
                <a:lnTo>
                  <a:pt x="1355858" y="111940"/>
                </a:lnTo>
                <a:lnTo>
                  <a:pt x="1355617" y="112619"/>
                </a:lnTo>
                <a:lnTo>
                  <a:pt x="1355356" y="113282"/>
                </a:lnTo>
                <a:lnTo>
                  <a:pt x="1355075" y="113928"/>
                </a:lnTo>
                <a:lnTo>
                  <a:pt x="1354773" y="114558"/>
                </a:lnTo>
                <a:lnTo>
                  <a:pt x="1354450" y="115170"/>
                </a:lnTo>
                <a:lnTo>
                  <a:pt x="1354107" y="115766"/>
                </a:lnTo>
                <a:lnTo>
                  <a:pt x="1353743" y="116346"/>
                </a:lnTo>
                <a:lnTo>
                  <a:pt x="1353359" y="116908"/>
                </a:lnTo>
                <a:lnTo>
                  <a:pt x="1352954" y="117454"/>
                </a:lnTo>
                <a:lnTo>
                  <a:pt x="1352528" y="117983"/>
                </a:lnTo>
                <a:lnTo>
                  <a:pt x="1352082" y="118495"/>
                </a:lnTo>
                <a:lnTo>
                  <a:pt x="1351616" y="118990"/>
                </a:lnTo>
                <a:lnTo>
                  <a:pt x="1351129" y="119469"/>
                </a:lnTo>
                <a:lnTo>
                  <a:pt x="1350621" y="119931"/>
                </a:lnTo>
                <a:lnTo>
                  <a:pt x="1350095" y="120375"/>
                </a:lnTo>
                <a:lnTo>
                  <a:pt x="1349552" y="120801"/>
                </a:lnTo>
                <a:lnTo>
                  <a:pt x="1348992" y="121207"/>
                </a:lnTo>
                <a:lnTo>
                  <a:pt x="1348416" y="121595"/>
                </a:lnTo>
                <a:lnTo>
                  <a:pt x="1347822" y="121963"/>
                </a:lnTo>
                <a:lnTo>
                  <a:pt x="1347212" y="122313"/>
                </a:lnTo>
                <a:lnTo>
                  <a:pt x="1346585" y="122644"/>
                </a:lnTo>
                <a:lnTo>
                  <a:pt x="1345941" y="122956"/>
                </a:lnTo>
                <a:lnTo>
                  <a:pt x="1345281" y="123249"/>
                </a:lnTo>
                <a:lnTo>
                  <a:pt x="1344603" y="123523"/>
                </a:lnTo>
                <a:lnTo>
                  <a:pt x="1343909" y="123778"/>
                </a:lnTo>
                <a:lnTo>
                  <a:pt x="1343198" y="124014"/>
                </a:lnTo>
                <a:lnTo>
                  <a:pt x="1342471" y="124231"/>
                </a:lnTo>
                <a:lnTo>
                  <a:pt x="1341726" y="124430"/>
                </a:lnTo>
                <a:lnTo>
                  <a:pt x="1340965" y="124610"/>
                </a:lnTo>
                <a:lnTo>
                  <a:pt x="1340187" y="124770"/>
                </a:lnTo>
                <a:lnTo>
                  <a:pt x="1339392" y="124912"/>
                </a:lnTo>
                <a:lnTo>
                  <a:pt x="1338581" y="125035"/>
                </a:lnTo>
                <a:lnTo>
                  <a:pt x="1337752" y="125139"/>
                </a:lnTo>
                <a:lnTo>
                  <a:pt x="1336907" y="125224"/>
                </a:lnTo>
                <a:lnTo>
                  <a:pt x="1336045" y="125290"/>
                </a:lnTo>
                <a:lnTo>
                  <a:pt x="1335167" y="125337"/>
                </a:lnTo>
                <a:lnTo>
                  <a:pt x="1334271" y="125366"/>
                </a:lnTo>
                <a:lnTo>
                  <a:pt x="1333359" y="125375"/>
                </a:lnTo>
                <a:lnTo>
                  <a:pt x="1332503" y="125367"/>
                </a:lnTo>
                <a:lnTo>
                  <a:pt x="1331661" y="125341"/>
                </a:lnTo>
                <a:lnTo>
                  <a:pt x="1330833" y="125298"/>
                </a:lnTo>
                <a:lnTo>
                  <a:pt x="1330019" y="125238"/>
                </a:lnTo>
                <a:lnTo>
                  <a:pt x="1329219" y="125161"/>
                </a:lnTo>
                <a:lnTo>
                  <a:pt x="1328433" y="125066"/>
                </a:lnTo>
                <a:lnTo>
                  <a:pt x="1327661" y="124955"/>
                </a:lnTo>
                <a:lnTo>
                  <a:pt x="1326903" y="124826"/>
                </a:lnTo>
                <a:lnTo>
                  <a:pt x="1326159" y="124681"/>
                </a:lnTo>
                <a:lnTo>
                  <a:pt x="1325430" y="124518"/>
                </a:lnTo>
                <a:lnTo>
                  <a:pt x="1324714" y="124338"/>
                </a:lnTo>
                <a:lnTo>
                  <a:pt x="1324012" y="124141"/>
                </a:lnTo>
                <a:lnTo>
                  <a:pt x="1323325" y="123926"/>
                </a:lnTo>
                <a:lnTo>
                  <a:pt x="1322651" y="123695"/>
                </a:lnTo>
                <a:lnTo>
                  <a:pt x="1321992" y="123446"/>
                </a:lnTo>
                <a:lnTo>
                  <a:pt x="1321346" y="123180"/>
                </a:lnTo>
                <a:lnTo>
                  <a:pt x="1320715" y="122897"/>
                </a:lnTo>
                <a:lnTo>
                  <a:pt x="1320098" y="122597"/>
                </a:lnTo>
                <a:lnTo>
                  <a:pt x="1319494" y="122280"/>
                </a:lnTo>
                <a:lnTo>
                  <a:pt x="1318905" y="121946"/>
                </a:lnTo>
                <a:lnTo>
                  <a:pt x="1318330" y="121594"/>
                </a:lnTo>
                <a:lnTo>
                  <a:pt x="1317768" y="121226"/>
                </a:lnTo>
                <a:lnTo>
                  <a:pt x="1317221" y="120840"/>
                </a:lnTo>
                <a:lnTo>
                  <a:pt x="1316688" y="120437"/>
                </a:lnTo>
                <a:lnTo>
                  <a:pt x="1316168" y="120020"/>
                </a:lnTo>
                <a:lnTo>
                  <a:pt x="1315660" y="119591"/>
                </a:lnTo>
                <a:lnTo>
                  <a:pt x="1315163" y="119152"/>
                </a:lnTo>
                <a:lnTo>
                  <a:pt x="1314678" y="118701"/>
                </a:lnTo>
                <a:lnTo>
                  <a:pt x="1314205" y="118239"/>
                </a:lnTo>
                <a:lnTo>
                  <a:pt x="1313744" y="117765"/>
                </a:lnTo>
                <a:lnTo>
                  <a:pt x="1313295" y="117280"/>
                </a:lnTo>
                <a:lnTo>
                  <a:pt x="1312858" y="116785"/>
                </a:lnTo>
                <a:lnTo>
                  <a:pt x="1312432" y="116277"/>
                </a:lnTo>
                <a:lnTo>
                  <a:pt x="1312018" y="115759"/>
                </a:lnTo>
                <a:lnTo>
                  <a:pt x="1311616" y="115229"/>
                </a:lnTo>
                <a:lnTo>
                  <a:pt x="1311226" y="114689"/>
                </a:lnTo>
                <a:lnTo>
                  <a:pt x="1310847" y="114136"/>
                </a:lnTo>
                <a:lnTo>
                  <a:pt x="1310481" y="113573"/>
                </a:lnTo>
                <a:lnTo>
                  <a:pt x="1310126" y="112998"/>
                </a:lnTo>
                <a:lnTo>
                  <a:pt x="1309783" y="112412"/>
                </a:lnTo>
                <a:lnTo>
                  <a:pt x="1309452" y="111815"/>
                </a:lnTo>
                <a:lnTo>
                  <a:pt x="1309133" y="111207"/>
                </a:lnTo>
                <a:lnTo>
                  <a:pt x="1308825" y="110587"/>
                </a:lnTo>
                <a:lnTo>
                  <a:pt x="1308530" y="109956"/>
                </a:lnTo>
                <a:lnTo>
                  <a:pt x="1308246" y="109314"/>
                </a:lnTo>
                <a:lnTo>
                  <a:pt x="1307974" y="108661"/>
                </a:lnTo>
                <a:lnTo>
                  <a:pt x="1307713" y="107996"/>
                </a:lnTo>
                <a:lnTo>
                  <a:pt x="1307465" y="107320"/>
                </a:lnTo>
                <a:lnTo>
                  <a:pt x="1307227" y="106636"/>
                </a:lnTo>
                <a:lnTo>
                  <a:pt x="1307000" y="105946"/>
                </a:lnTo>
                <a:lnTo>
                  <a:pt x="1306782" y="105251"/>
                </a:lnTo>
                <a:lnTo>
                  <a:pt x="1306573" y="104550"/>
                </a:lnTo>
                <a:lnTo>
                  <a:pt x="1306375" y="103844"/>
                </a:lnTo>
                <a:lnTo>
                  <a:pt x="1306186" y="103132"/>
                </a:lnTo>
                <a:lnTo>
                  <a:pt x="1306007" y="102414"/>
                </a:lnTo>
                <a:lnTo>
                  <a:pt x="1305837" y="101691"/>
                </a:lnTo>
                <a:lnTo>
                  <a:pt x="1305678" y="100963"/>
                </a:lnTo>
                <a:lnTo>
                  <a:pt x="1305528" y="100229"/>
                </a:lnTo>
                <a:lnTo>
                  <a:pt x="1305388" y="99489"/>
                </a:lnTo>
                <a:lnTo>
                  <a:pt x="1305258" y="98744"/>
                </a:lnTo>
                <a:lnTo>
                  <a:pt x="1305137" y="97993"/>
                </a:lnTo>
                <a:lnTo>
                  <a:pt x="1305027" y="97237"/>
                </a:lnTo>
                <a:lnTo>
                  <a:pt x="1304926" y="96475"/>
                </a:lnTo>
                <a:lnTo>
                  <a:pt x="1304835" y="95708"/>
                </a:lnTo>
                <a:lnTo>
                  <a:pt x="1304753" y="94935"/>
                </a:lnTo>
                <a:lnTo>
                  <a:pt x="1304681" y="94157"/>
                </a:lnTo>
                <a:lnTo>
                  <a:pt x="1304620" y="93373"/>
                </a:lnTo>
                <a:lnTo>
                  <a:pt x="1304567" y="92583"/>
                </a:lnTo>
                <a:lnTo>
                  <a:pt x="1304525" y="91788"/>
                </a:lnTo>
                <a:lnTo>
                  <a:pt x="1304492" y="90988"/>
                </a:lnTo>
                <a:lnTo>
                  <a:pt x="1304470" y="90182"/>
                </a:lnTo>
                <a:lnTo>
                  <a:pt x="1304456" y="89370"/>
                </a:lnTo>
                <a:lnTo>
                  <a:pt x="1372915" y="89370"/>
                </a:lnTo>
                <a:lnTo>
                  <a:pt x="1372931" y="89292"/>
                </a:lnTo>
                <a:lnTo>
                  <a:pt x="1372947" y="89210"/>
                </a:lnTo>
                <a:lnTo>
                  <a:pt x="1372962" y="89124"/>
                </a:lnTo>
                <a:lnTo>
                  <a:pt x="1372978" y="89034"/>
                </a:lnTo>
                <a:lnTo>
                  <a:pt x="1372993" y="88940"/>
                </a:lnTo>
                <a:lnTo>
                  <a:pt x="1373007" y="88841"/>
                </a:lnTo>
                <a:lnTo>
                  <a:pt x="1373021" y="88739"/>
                </a:lnTo>
                <a:lnTo>
                  <a:pt x="1373035" y="88633"/>
                </a:lnTo>
                <a:lnTo>
                  <a:pt x="1373049" y="88522"/>
                </a:lnTo>
                <a:lnTo>
                  <a:pt x="1373062" y="88408"/>
                </a:lnTo>
                <a:lnTo>
                  <a:pt x="1373075" y="88289"/>
                </a:lnTo>
                <a:lnTo>
                  <a:pt x="1373087" y="88167"/>
                </a:lnTo>
                <a:lnTo>
                  <a:pt x="1373099" y="88040"/>
                </a:lnTo>
                <a:lnTo>
                  <a:pt x="1373111" y="87909"/>
                </a:lnTo>
                <a:lnTo>
                  <a:pt x="1373123" y="87775"/>
                </a:lnTo>
                <a:lnTo>
                  <a:pt x="1373134" y="87636"/>
                </a:lnTo>
                <a:lnTo>
                  <a:pt x="1373145" y="87493"/>
                </a:lnTo>
                <a:lnTo>
                  <a:pt x="1373155" y="87346"/>
                </a:lnTo>
                <a:lnTo>
                  <a:pt x="1373165" y="87195"/>
                </a:lnTo>
                <a:lnTo>
                  <a:pt x="1373175" y="87041"/>
                </a:lnTo>
                <a:lnTo>
                  <a:pt x="1373184" y="86882"/>
                </a:lnTo>
                <a:lnTo>
                  <a:pt x="1373193" y="86719"/>
                </a:lnTo>
                <a:lnTo>
                  <a:pt x="1373202" y="86551"/>
                </a:lnTo>
                <a:lnTo>
                  <a:pt x="1373211" y="86380"/>
                </a:lnTo>
                <a:lnTo>
                  <a:pt x="1373219" y="86208"/>
                </a:lnTo>
                <a:lnTo>
                  <a:pt x="1373226" y="86037"/>
                </a:lnTo>
                <a:lnTo>
                  <a:pt x="1373234" y="85869"/>
                </a:lnTo>
                <a:lnTo>
                  <a:pt x="1373241" y="85702"/>
                </a:lnTo>
                <a:lnTo>
                  <a:pt x="1373247" y="85538"/>
                </a:lnTo>
                <a:lnTo>
                  <a:pt x="1373254" y="85375"/>
                </a:lnTo>
                <a:lnTo>
                  <a:pt x="1373260" y="85214"/>
                </a:lnTo>
                <a:lnTo>
                  <a:pt x="1373265" y="85055"/>
                </a:lnTo>
                <a:lnTo>
                  <a:pt x="1373271" y="84898"/>
                </a:lnTo>
                <a:lnTo>
                  <a:pt x="1373276" y="84743"/>
                </a:lnTo>
                <a:lnTo>
                  <a:pt x="1373280" y="84590"/>
                </a:lnTo>
                <a:lnTo>
                  <a:pt x="1373285" y="84439"/>
                </a:lnTo>
                <a:lnTo>
                  <a:pt x="1373288" y="84290"/>
                </a:lnTo>
                <a:lnTo>
                  <a:pt x="1373292" y="84143"/>
                </a:lnTo>
                <a:lnTo>
                  <a:pt x="1373295" y="83997"/>
                </a:lnTo>
                <a:lnTo>
                  <a:pt x="1373298" y="83854"/>
                </a:lnTo>
                <a:lnTo>
                  <a:pt x="1373301" y="83713"/>
                </a:lnTo>
                <a:lnTo>
                  <a:pt x="1373303" y="83573"/>
                </a:lnTo>
                <a:lnTo>
                  <a:pt x="1373305" y="83435"/>
                </a:lnTo>
                <a:lnTo>
                  <a:pt x="1373306" y="83300"/>
                </a:lnTo>
                <a:lnTo>
                  <a:pt x="1373308" y="83166"/>
                </a:lnTo>
                <a:lnTo>
                  <a:pt x="1373308" y="83034"/>
                </a:lnTo>
                <a:lnTo>
                  <a:pt x="1373309" y="82905"/>
                </a:lnTo>
                <a:lnTo>
                  <a:pt x="1373309" y="82777"/>
                </a:lnTo>
                <a:lnTo>
                  <a:pt x="1373290" y="80893"/>
                </a:lnTo>
                <a:lnTo>
                  <a:pt x="1373232" y="79047"/>
                </a:lnTo>
                <a:lnTo>
                  <a:pt x="1373135" y="77237"/>
                </a:lnTo>
                <a:lnTo>
                  <a:pt x="1373000" y="75465"/>
                </a:lnTo>
                <a:lnTo>
                  <a:pt x="1372825" y="73729"/>
                </a:lnTo>
                <a:lnTo>
                  <a:pt x="1372613" y="72031"/>
                </a:lnTo>
                <a:lnTo>
                  <a:pt x="1372361" y="70369"/>
                </a:lnTo>
                <a:lnTo>
                  <a:pt x="1372071" y="68745"/>
                </a:lnTo>
                <a:lnTo>
                  <a:pt x="1371742" y="67157"/>
                </a:lnTo>
                <a:lnTo>
                  <a:pt x="1371374" y="65607"/>
                </a:lnTo>
                <a:lnTo>
                  <a:pt x="1370968" y="64093"/>
                </a:lnTo>
                <a:lnTo>
                  <a:pt x="1370523" y="62617"/>
                </a:lnTo>
                <a:lnTo>
                  <a:pt x="1370039" y="61177"/>
                </a:lnTo>
                <a:lnTo>
                  <a:pt x="1369516" y="59774"/>
                </a:lnTo>
                <a:lnTo>
                  <a:pt x="1368955" y="58409"/>
                </a:lnTo>
                <a:lnTo>
                  <a:pt x="1368355" y="57080"/>
                </a:lnTo>
                <a:lnTo>
                  <a:pt x="1367717" y="55789"/>
                </a:lnTo>
                <a:lnTo>
                  <a:pt x="1367039" y="54534"/>
                </a:lnTo>
                <a:lnTo>
                  <a:pt x="1366323" y="53316"/>
                </a:lnTo>
                <a:lnTo>
                  <a:pt x="1365568" y="52136"/>
                </a:lnTo>
                <a:lnTo>
                  <a:pt x="1364775" y="50992"/>
                </a:lnTo>
                <a:lnTo>
                  <a:pt x="1363943" y="49886"/>
                </a:lnTo>
                <a:lnTo>
                  <a:pt x="1363072" y="48816"/>
                </a:lnTo>
                <a:lnTo>
                  <a:pt x="1362163" y="47783"/>
                </a:lnTo>
                <a:lnTo>
                  <a:pt x="1361219" y="46790"/>
                </a:lnTo>
                <a:lnTo>
                  <a:pt x="1360246" y="45839"/>
                </a:lnTo>
                <a:lnTo>
                  <a:pt x="1359243" y="44930"/>
                </a:lnTo>
                <a:lnTo>
                  <a:pt x="1358211" y="44064"/>
                </a:lnTo>
                <a:lnTo>
                  <a:pt x="1357150" y="43239"/>
                </a:lnTo>
                <a:lnTo>
                  <a:pt x="1356059" y="42457"/>
                </a:lnTo>
                <a:lnTo>
                  <a:pt x="1354939" y="41718"/>
                </a:lnTo>
                <a:lnTo>
                  <a:pt x="1353789" y="41020"/>
                </a:lnTo>
                <a:lnTo>
                  <a:pt x="1352610" y="40365"/>
                </a:lnTo>
                <a:lnTo>
                  <a:pt x="1351401" y="39752"/>
                </a:lnTo>
                <a:lnTo>
                  <a:pt x="1350163" y="39182"/>
                </a:lnTo>
                <a:lnTo>
                  <a:pt x="1348895" y="38653"/>
                </a:lnTo>
                <a:lnTo>
                  <a:pt x="1347598" y="38167"/>
                </a:lnTo>
                <a:lnTo>
                  <a:pt x="1346271" y="37723"/>
                </a:lnTo>
                <a:lnTo>
                  <a:pt x="1344915" y="37322"/>
                </a:lnTo>
                <a:lnTo>
                  <a:pt x="1343530" y="36963"/>
                </a:lnTo>
                <a:lnTo>
                  <a:pt x="1342115" y="36646"/>
                </a:lnTo>
                <a:lnTo>
                  <a:pt x="1340671" y="36371"/>
                </a:lnTo>
                <a:lnTo>
                  <a:pt x="1339197" y="36138"/>
                </a:lnTo>
                <a:lnTo>
                  <a:pt x="1337694" y="35948"/>
                </a:lnTo>
                <a:lnTo>
                  <a:pt x="1336161" y="35800"/>
                </a:lnTo>
                <a:lnTo>
                  <a:pt x="1334599" y="35695"/>
                </a:lnTo>
                <a:lnTo>
                  <a:pt x="1333007" y="35631"/>
                </a:lnTo>
                <a:lnTo>
                  <a:pt x="1331386" y="35610"/>
                </a:lnTo>
                <a:lnTo>
                  <a:pt x="1330162" y="35621"/>
                </a:lnTo>
                <a:lnTo>
                  <a:pt x="1328956" y="35655"/>
                </a:lnTo>
                <a:lnTo>
                  <a:pt x="1327768" y="35712"/>
                </a:lnTo>
                <a:lnTo>
                  <a:pt x="1326598" y="35791"/>
                </a:lnTo>
                <a:lnTo>
                  <a:pt x="1325446" y="35892"/>
                </a:lnTo>
                <a:lnTo>
                  <a:pt x="1324311" y="36016"/>
                </a:lnTo>
                <a:lnTo>
                  <a:pt x="1323195" y="36163"/>
                </a:lnTo>
                <a:lnTo>
                  <a:pt x="1322097" y="36332"/>
                </a:lnTo>
                <a:lnTo>
                  <a:pt x="1321017" y="36524"/>
                </a:lnTo>
                <a:lnTo>
                  <a:pt x="1319955" y="36739"/>
                </a:lnTo>
                <a:lnTo>
                  <a:pt x="1318910" y="36976"/>
                </a:lnTo>
                <a:lnTo>
                  <a:pt x="1317884" y="37235"/>
                </a:lnTo>
                <a:lnTo>
                  <a:pt x="1316876" y="37518"/>
                </a:lnTo>
                <a:lnTo>
                  <a:pt x="1315886" y="37822"/>
                </a:lnTo>
                <a:lnTo>
                  <a:pt x="1314913" y="38150"/>
                </a:lnTo>
                <a:lnTo>
                  <a:pt x="1313959" y="38499"/>
                </a:lnTo>
                <a:lnTo>
                  <a:pt x="1313023" y="38872"/>
                </a:lnTo>
                <a:lnTo>
                  <a:pt x="1312104" y="39267"/>
                </a:lnTo>
                <a:lnTo>
                  <a:pt x="1311204" y="39685"/>
                </a:lnTo>
                <a:lnTo>
                  <a:pt x="1310322" y="40125"/>
                </a:lnTo>
                <a:lnTo>
                  <a:pt x="1309457" y="40588"/>
                </a:lnTo>
                <a:lnTo>
                  <a:pt x="1308611" y="41073"/>
                </a:lnTo>
                <a:lnTo>
                  <a:pt x="1307782" y="41581"/>
                </a:lnTo>
                <a:lnTo>
                  <a:pt x="1306972" y="42111"/>
                </a:lnTo>
                <a:lnTo>
                  <a:pt x="1306179" y="42662"/>
                </a:lnTo>
                <a:lnTo>
                  <a:pt x="1305403" y="43230"/>
                </a:lnTo>
                <a:lnTo>
                  <a:pt x="1304645" y="43815"/>
                </a:lnTo>
                <a:lnTo>
                  <a:pt x="1303903" y="44418"/>
                </a:lnTo>
                <a:lnTo>
                  <a:pt x="1303179" y="45038"/>
                </a:lnTo>
                <a:lnTo>
                  <a:pt x="1302471" y="45676"/>
                </a:lnTo>
                <a:lnTo>
                  <a:pt x="1301781" y="46331"/>
                </a:lnTo>
                <a:lnTo>
                  <a:pt x="1301108" y="47004"/>
                </a:lnTo>
                <a:lnTo>
                  <a:pt x="1300452" y="47694"/>
                </a:lnTo>
                <a:lnTo>
                  <a:pt x="1299813" y="48402"/>
                </a:lnTo>
                <a:lnTo>
                  <a:pt x="1299192" y="49127"/>
                </a:lnTo>
                <a:lnTo>
                  <a:pt x="1298587" y="49869"/>
                </a:lnTo>
                <a:lnTo>
                  <a:pt x="1298000" y="50629"/>
                </a:lnTo>
                <a:lnTo>
                  <a:pt x="1297430" y="51407"/>
                </a:lnTo>
                <a:lnTo>
                  <a:pt x="1296876" y="52202"/>
                </a:lnTo>
                <a:lnTo>
                  <a:pt x="1296340" y="53014"/>
                </a:lnTo>
                <a:lnTo>
                  <a:pt x="1295821" y="53844"/>
                </a:lnTo>
                <a:lnTo>
                  <a:pt x="1295320" y="54691"/>
                </a:lnTo>
                <a:lnTo>
                  <a:pt x="1294835" y="55556"/>
                </a:lnTo>
                <a:lnTo>
                  <a:pt x="1294367" y="56438"/>
                </a:lnTo>
                <a:lnTo>
                  <a:pt x="1293917" y="57338"/>
                </a:lnTo>
                <a:lnTo>
                  <a:pt x="1293484" y="58255"/>
                </a:lnTo>
                <a:lnTo>
                  <a:pt x="1293068" y="59189"/>
                </a:lnTo>
                <a:lnTo>
                  <a:pt x="1292669" y="60141"/>
                </a:lnTo>
                <a:lnTo>
                  <a:pt x="1292286" y="61108"/>
                </a:lnTo>
                <a:lnTo>
                  <a:pt x="1291920" y="62088"/>
                </a:lnTo>
                <a:lnTo>
                  <a:pt x="1291570" y="63080"/>
                </a:lnTo>
                <a:lnTo>
                  <a:pt x="1291237" y="64084"/>
                </a:lnTo>
                <a:lnTo>
                  <a:pt x="1290920" y="65102"/>
                </a:lnTo>
                <a:lnTo>
                  <a:pt x="1290619" y="66131"/>
                </a:lnTo>
                <a:lnTo>
                  <a:pt x="1290334" y="67173"/>
                </a:lnTo>
                <a:lnTo>
                  <a:pt x="1290066" y="68228"/>
                </a:lnTo>
                <a:lnTo>
                  <a:pt x="1289813" y="69295"/>
                </a:lnTo>
                <a:lnTo>
                  <a:pt x="1289577" y="70375"/>
                </a:lnTo>
                <a:lnTo>
                  <a:pt x="1289358" y="71467"/>
                </a:lnTo>
                <a:lnTo>
                  <a:pt x="1289154" y="72572"/>
                </a:lnTo>
                <a:lnTo>
                  <a:pt x="1288967" y="73689"/>
                </a:lnTo>
                <a:lnTo>
                  <a:pt x="1288797" y="74819"/>
                </a:lnTo>
                <a:lnTo>
                  <a:pt x="1288642" y="75961"/>
                </a:lnTo>
                <a:lnTo>
                  <a:pt x="1288504" y="77116"/>
                </a:lnTo>
                <a:lnTo>
                  <a:pt x="1288382" y="78283"/>
                </a:lnTo>
                <a:lnTo>
                  <a:pt x="1288276" y="79463"/>
                </a:lnTo>
                <a:lnTo>
                  <a:pt x="1288186" y="80656"/>
                </a:lnTo>
                <a:lnTo>
                  <a:pt x="1288113" y="81861"/>
                </a:lnTo>
                <a:lnTo>
                  <a:pt x="1288056" y="83078"/>
                </a:lnTo>
                <a:lnTo>
                  <a:pt x="1288016" y="84308"/>
                </a:lnTo>
                <a:lnTo>
                  <a:pt x="1287991" y="85551"/>
                </a:lnTo>
                <a:lnTo>
                  <a:pt x="1287983" y="86806"/>
                </a:lnTo>
                <a:lnTo>
                  <a:pt x="1287991" y="88011"/>
                </a:lnTo>
                <a:lnTo>
                  <a:pt x="1288017" y="89206"/>
                </a:lnTo>
                <a:lnTo>
                  <a:pt x="1288059" y="90392"/>
                </a:lnTo>
                <a:lnTo>
                  <a:pt x="1288117" y="91567"/>
                </a:lnTo>
                <a:lnTo>
                  <a:pt x="1288193" y="92732"/>
                </a:lnTo>
                <a:lnTo>
                  <a:pt x="1288285" y="93887"/>
                </a:lnTo>
                <a:lnTo>
                  <a:pt x="1288394" y="95032"/>
                </a:lnTo>
                <a:lnTo>
                  <a:pt x="1288520" y="96168"/>
                </a:lnTo>
                <a:lnTo>
                  <a:pt x="1288663" y="97293"/>
                </a:lnTo>
                <a:lnTo>
                  <a:pt x="1288822" y="98407"/>
                </a:lnTo>
                <a:lnTo>
                  <a:pt x="1288998" y="99512"/>
                </a:lnTo>
                <a:lnTo>
                  <a:pt x="1289191" y="100607"/>
                </a:lnTo>
                <a:lnTo>
                  <a:pt x="1289401" y="101692"/>
                </a:lnTo>
                <a:lnTo>
                  <a:pt x="1289628" y="102767"/>
                </a:lnTo>
                <a:lnTo>
                  <a:pt x="1289871" y="103831"/>
                </a:lnTo>
                <a:lnTo>
                  <a:pt x="1290131" y="104886"/>
                </a:lnTo>
                <a:lnTo>
                  <a:pt x="1290408" y="105931"/>
                </a:lnTo>
                <a:lnTo>
                  <a:pt x="1290702" y="106965"/>
                </a:lnTo>
                <a:lnTo>
                  <a:pt x="1291012" y="107990"/>
                </a:lnTo>
                <a:lnTo>
                  <a:pt x="1291340" y="109004"/>
                </a:lnTo>
                <a:lnTo>
                  <a:pt x="1291684" y="110009"/>
                </a:lnTo>
                <a:lnTo>
                  <a:pt x="1292045" y="111003"/>
                </a:lnTo>
                <a:lnTo>
                  <a:pt x="1292422" y="111987"/>
                </a:lnTo>
                <a:lnTo>
                  <a:pt x="1292817" y="112961"/>
                </a:lnTo>
                <a:lnTo>
                  <a:pt x="1293228" y="113922"/>
                </a:lnTo>
                <a:lnTo>
                  <a:pt x="1293658" y="114866"/>
                </a:lnTo>
                <a:lnTo>
                  <a:pt x="1294106" y="115792"/>
                </a:lnTo>
                <a:lnTo>
                  <a:pt x="1294572" y="116702"/>
                </a:lnTo>
                <a:lnTo>
                  <a:pt x="1295055" y="117595"/>
                </a:lnTo>
                <a:lnTo>
                  <a:pt x="1295557" y="118471"/>
                </a:lnTo>
                <a:lnTo>
                  <a:pt x="1296077" y="119330"/>
                </a:lnTo>
                <a:lnTo>
                  <a:pt x="1296614" y="120172"/>
                </a:lnTo>
                <a:lnTo>
                  <a:pt x="1297170" y="120997"/>
                </a:lnTo>
                <a:lnTo>
                  <a:pt x="1297744" y="121806"/>
                </a:lnTo>
                <a:lnTo>
                  <a:pt x="1298335" y="122597"/>
                </a:lnTo>
                <a:lnTo>
                  <a:pt x="1298945" y="123371"/>
                </a:lnTo>
                <a:lnTo>
                  <a:pt x="1299572" y="124129"/>
                </a:lnTo>
                <a:lnTo>
                  <a:pt x="1300218" y="124870"/>
                </a:lnTo>
                <a:lnTo>
                  <a:pt x="1300881" y="125593"/>
                </a:lnTo>
                <a:lnTo>
                  <a:pt x="1301563" y="126300"/>
                </a:lnTo>
                <a:lnTo>
                  <a:pt x="1302262" y="126990"/>
                </a:lnTo>
                <a:lnTo>
                  <a:pt x="1302980" y="127663"/>
                </a:lnTo>
                <a:lnTo>
                  <a:pt x="1303715" y="128319"/>
                </a:lnTo>
                <a:lnTo>
                  <a:pt x="1304469" y="128958"/>
                </a:lnTo>
                <a:lnTo>
                  <a:pt x="1305240" y="129581"/>
                </a:lnTo>
                <a:lnTo>
                  <a:pt x="1306030" y="130186"/>
                </a:lnTo>
                <a:lnTo>
                  <a:pt x="1306837" y="130775"/>
                </a:lnTo>
                <a:lnTo>
                  <a:pt x="1307662" y="131346"/>
                </a:lnTo>
                <a:lnTo>
                  <a:pt x="1308507" y="131897"/>
                </a:lnTo>
                <a:lnTo>
                  <a:pt x="1309370" y="132425"/>
                </a:lnTo>
                <a:lnTo>
                  <a:pt x="1310254" y="132929"/>
                </a:lnTo>
                <a:lnTo>
                  <a:pt x="1311157" y="133410"/>
                </a:lnTo>
                <a:lnTo>
                  <a:pt x="1312080" y="133867"/>
                </a:lnTo>
                <a:lnTo>
                  <a:pt x="1313023" y="134301"/>
                </a:lnTo>
                <a:lnTo>
                  <a:pt x="1313985" y="134711"/>
                </a:lnTo>
                <a:lnTo>
                  <a:pt x="1314967" y="135098"/>
                </a:lnTo>
                <a:lnTo>
                  <a:pt x="1315969" y="135462"/>
                </a:lnTo>
                <a:lnTo>
                  <a:pt x="1316991" y="135802"/>
                </a:lnTo>
                <a:lnTo>
                  <a:pt x="1318032" y="136118"/>
                </a:lnTo>
                <a:lnTo>
                  <a:pt x="1319093" y="136412"/>
                </a:lnTo>
                <a:lnTo>
                  <a:pt x="1320173" y="136681"/>
                </a:lnTo>
                <a:lnTo>
                  <a:pt x="1321273" y="136927"/>
                </a:lnTo>
                <a:lnTo>
                  <a:pt x="1322393" y="137150"/>
                </a:lnTo>
                <a:lnTo>
                  <a:pt x="1323533" y="137350"/>
                </a:lnTo>
                <a:lnTo>
                  <a:pt x="1324692" y="137525"/>
                </a:lnTo>
                <a:lnTo>
                  <a:pt x="1325871" y="137678"/>
                </a:lnTo>
                <a:lnTo>
                  <a:pt x="1327070" y="137807"/>
                </a:lnTo>
                <a:lnTo>
                  <a:pt x="1328288" y="137912"/>
                </a:lnTo>
                <a:lnTo>
                  <a:pt x="1329526" y="137994"/>
                </a:lnTo>
                <a:lnTo>
                  <a:pt x="1330784" y="138053"/>
                </a:lnTo>
                <a:lnTo>
                  <a:pt x="1332062" y="138088"/>
                </a:lnTo>
                <a:lnTo>
                  <a:pt x="1333359" y="138100"/>
                </a:lnTo>
                <a:lnTo>
                  <a:pt x="1334364" y="138093"/>
                </a:lnTo>
                <a:lnTo>
                  <a:pt x="1335358" y="138071"/>
                </a:lnTo>
                <a:lnTo>
                  <a:pt x="1336341" y="138036"/>
                </a:lnTo>
                <a:lnTo>
                  <a:pt x="1337313" y="137986"/>
                </a:lnTo>
                <a:lnTo>
                  <a:pt x="1338273" y="137921"/>
                </a:lnTo>
                <a:close/>
                <a:moveTo>
                  <a:pt x="1305258" y="71699"/>
                </a:moveTo>
                <a:lnTo>
                  <a:pt x="1305458" y="70642"/>
                </a:lnTo>
                <a:lnTo>
                  <a:pt x="1305679" y="69609"/>
                </a:lnTo>
                <a:lnTo>
                  <a:pt x="1305920" y="68600"/>
                </a:lnTo>
                <a:lnTo>
                  <a:pt x="1306180" y="67615"/>
                </a:lnTo>
                <a:lnTo>
                  <a:pt x="1306461" y="66653"/>
                </a:lnTo>
                <a:lnTo>
                  <a:pt x="1306762" y="65715"/>
                </a:lnTo>
                <a:lnTo>
                  <a:pt x="1307083" y="64800"/>
                </a:lnTo>
                <a:lnTo>
                  <a:pt x="1307424" y="63909"/>
                </a:lnTo>
                <a:lnTo>
                  <a:pt x="1307785" y="63042"/>
                </a:lnTo>
                <a:lnTo>
                  <a:pt x="1308166" y="62198"/>
                </a:lnTo>
                <a:lnTo>
                  <a:pt x="1308567" y="61378"/>
                </a:lnTo>
                <a:lnTo>
                  <a:pt x="1308988" y="60581"/>
                </a:lnTo>
                <a:lnTo>
                  <a:pt x="1309429" y="59809"/>
                </a:lnTo>
                <a:lnTo>
                  <a:pt x="1309890" y="59059"/>
                </a:lnTo>
                <a:lnTo>
                  <a:pt x="1310371" y="58334"/>
                </a:lnTo>
                <a:lnTo>
                  <a:pt x="1310872" y="57632"/>
                </a:lnTo>
                <a:lnTo>
                  <a:pt x="1311393" y="56954"/>
                </a:lnTo>
                <a:lnTo>
                  <a:pt x="1311935" y="56299"/>
                </a:lnTo>
                <a:lnTo>
                  <a:pt x="1312496" y="55668"/>
                </a:lnTo>
                <a:lnTo>
                  <a:pt x="1313076" y="55062"/>
                </a:lnTo>
                <a:lnTo>
                  <a:pt x="1313674" y="54481"/>
                </a:lnTo>
                <a:lnTo>
                  <a:pt x="1314291" y="53927"/>
                </a:lnTo>
                <a:lnTo>
                  <a:pt x="1314925" y="53398"/>
                </a:lnTo>
                <a:lnTo>
                  <a:pt x="1315577" y="52894"/>
                </a:lnTo>
                <a:lnTo>
                  <a:pt x="1316247" y="52417"/>
                </a:lnTo>
                <a:lnTo>
                  <a:pt x="1316936" y="51965"/>
                </a:lnTo>
                <a:lnTo>
                  <a:pt x="1317642" y="51540"/>
                </a:lnTo>
                <a:lnTo>
                  <a:pt x="1318366" y="51140"/>
                </a:lnTo>
                <a:lnTo>
                  <a:pt x="1319108" y="50765"/>
                </a:lnTo>
                <a:lnTo>
                  <a:pt x="1319868" y="50417"/>
                </a:lnTo>
                <a:lnTo>
                  <a:pt x="1320646" y="50094"/>
                </a:lnTo>
                <a:lnTo>
                  <a:pt x="1321442" y="49798"/>
                </a:lnTo>
                <a:lnTo>
                  <a:pt x="1322256" y="49527"/>
                </a:lnTo>
                <a:lnTo>
                  <a:pt x="1323088" y="49282"/>
                </a:lnTo>
                <a:lnTo>
                  <a:pt x="1323938" y="49062"/>
                </a:lnTo>
                <a:lnTo>
                  <a:pt x="1324806" y="48869"/>
                </a:lnTo>
                <a:lnTo>
                  <a:pt x="1325692" y="48701"/>
                </a:lnTo>
                <a:lnTo>
                  <a:pt x="1326596" y="48559"/>
                </a:lnTo>
                <a:lnTo>
                  <a:pt x="1327518" y="48443"/>
                </a:lnTo>
                <a:lnTo>
                  <a:pt x="1328458" y="48352"/>
                </a:lnTo>
                <a:lnTo>
                  <a:pt x="1329416" y="48288"/>
                </a:lnTo>
                <a:lnTo>
                  <a:pt x="1330392" y="48249"/>
                </a:lnTo>
                <a:lnTo>
                  <a:pt x="1331386" y="48236"/>
                </a:lnTo>
                <a:lnTo>
                  <a:pt x="1332372" y="48249"/>
                </a:lnTo>
                <a:lnTo>
                  <a:pt x="1333339" y="48288"/>
                </a:lnTo>
                <a:lnTo>
                  <a:pt x="1334288" y="48353"/>
                </a:lnTo>
                <a:lnTo>
                  <a:pt x="1335219" y="48444"/>
                </a:lnTo>
                <a:lnTo>
                  <a:pt x="1336132" y="48561"/>
                </a:lnTo>
                <a:lnTo>
                  <a:pt x="1337027" y="48704"/>
                </a:lnTo>
                <a:lnTo>
                  <a:pt x="1337904" y="48873"/>
                </a:lnTo>
                <a:lnTo>
                  <a:pt x="1338762" y="49068"/>
                </a:lnTo>
                <a:lnTo>
                  <a:pt x="1339603" y="49289"/>
                </a:lnTo>
                <a:lnTo>
                  <a:pt x="1340425" y="49536"/>
                </a:lnTo>
                <a:lnTo>
                  <a:pt x="1341229" y="49809"/>
                </a:lnTo>
                <a:lnTo>
                  <a:pt x="1342015" y="50107"/>
                </a:lnTo>
                <a:lnTo>
                  <a:pt x="1342782" y="50432"/>
                </a:lnTo>
                <a:lnTo>
                  <a:pt x="1343532" y="50783"/>
                </a:lnTo>
                <a:lnTo>
                  <a:pt x="1344263" y="51160"/>
                </a:lnTo>
                <a:lnTo>
                  <a:pt x="1344977" y="51563"/>
                </a:lnTo>
                <a:lnTo>
                  <a:pt x="1345672" y="51992"/>
                </a:lnTo>
                <a:lnTo>
                  <a:pt x="1346349" y="52446"/>
                </a:lnTo>
                <a:lnTo>
                  <a:pt x="1347008" y="52927"/>
                </a:lnTo>
                <a:lnTo>
                  <a:pt x="1347648" y="53434"/>
                </a:lnTo>
                <a:lnTo>
                  <a:pt x="1348271" y="53967"/>
                </a:lnTo>
                <a:lnTo>
                  <a:pt x="1348875" y="54525"/>
                </a:lnTo>
                <a:lnTo>
                  <a:pt x="1349461" y="55110"/>
                </a:lnTo>
                <a:lnTo>
                  <a:pt x="1350029" y="55721"/>
                </a:lnTo>
                <a:lnTo>
                  <a:pt x="1350577" y="56356"/>
                </a:lnTo>
                <a:lnTo>
                  <a:pt x="1351103" y="57014"/>
                </a:lnTo>
                <a:lnTo>
                  <a:pt x="1351606" y="57695"/>
                </a:lnTo>
                <a:lnTo>
                  <a:pt x="1352087" y="58399"/>
                </a:lnTo>
                <a:lnTo>
                  <a:pt x="1352546" y="59127"/>
                </a:lnTo>
                <a:lnTo>
                  <a:pt x="1352983" y="59877"/>
                </a:lnTo>
                <a:lnTo>
                  <a:pt x="1353397" y="60651"/>
                </a:lnTo>
                <a:lnTo>
                  <a:pt x="1353789" y="61448"/>
                </a:lnTo>
                <a:lnTo>
                  <a:pt x="1354159" y="62267"/>
                </a:lnTo>
                <a:lnTo>
                  <a:pt x="1354506" y="63110"/>
                </a:lnTo>
                <a:lnTo>
                  <a:pt x="1354831" y="63976"/>
                </a:lnTo>
                <a:lnTo>
                  <a:pt x="1355134" y="64865"/>
                </a:lnTo>
                <a:lnTo>
                  <a:pt x="1355415" y="65778"/>
                </a:lnTo>
                <a:lnTo>
                  <a:pt x="1355673" y="66713"/>
                </a:lnTo>
                <a:lnTo>
                  <a:pt x="1355910" y="67671"/>
                </a:lnTo>
                <a:lnTo>
                  <a:pt x="1356123" y="68653"/>
                </a:lnTo>
                <a:lnTo>
                  <a:pt x="1356315" y="69657"/>
                </a:lnTo>
                <a:lnTo>
                  <a:pt x="1356484" y="70685"/>
                </a:lnTo>
                <a:lnTo>
                  <a:pt x="1356632" y="71736"/>
                </a:lnTo>
                <a:lnTo>
                  <a:pt x="1356756" y="72810"/>
                </a:lnTo>
                <a:lnTo>
                  <a:pt x="1356859" y="73907"/>
                </a:lnTo>
                <a:lnTo>
                  <a:pt x="1356939" y="75027"/>
                </a:lnTo>
                <a:lnTo>
                  <a:pt x="1356997" y="76170"/>
                </a:lnTo>
                <a:lnTo>
                  <a:pt x="1357033" y="77336"/>
                </a:lnTo>
                <a:lnTo>
                  <a:pt x="1304555" y="77336"/>
                </a:lnTo>
                <a:lnTo>
                  <a:pt x="1304656" y="76161"/>
                </a:lnTo>
                <a:lnTo>
                  <a:pt x="1304776" y="75010"/>
                </a:lnTo>
                <a:lnTo>
                  <a:pt x="1304917" y="73883"/>
                </a:lnTo>
                <a:lnTo>
                  <a:pt x="1305077" y="72779"/>
                </a:lnTo>
                <a:lnTo>
                  <a:pt x="1305258" y="71699"/>
                </a:lnTo>
                <a:close/>
                <a:moveTo>
                  <a:pt x="1429962" y="137905"/>
                </a:moveTo>
                <a:lnTo>
                  <a:pt x="1430876" y="137819"/>
                </a:lnTo>
                <a:lnTo>
                  <a:pt x="1431780" y="137718"/>
                </a:lnTo>
                <a:lnTo>
                  <a:pt x="1432675" y="137601"/>
                </a:lnTo>
                <a:lnTo>
                  <a:pt x="1433559" y="137469"/>
                </a:lnTo>
                <a:lnTo>
                  <a:pt x="1434433" y="137321"/>
                </a:lnTo>
                <a:lnTo>
                  <a:pt x="1435297" y="137157"/>
                </a:lnTo>
                <a:lnTo>
                  <a:pt x="1436150" y="136978"/>
                </a:lnTo>
                <a:lnTo>
                  <a:pt x="1436994" y="136783"/>
                </a:lnTo>
                <a:lnTo>
                  <a:pt x="1437828" y="136573"/>
                </a:lnTo>
                <a:lnTo>
                  <a:pt x="1438651" y="136347"/>
                </a:lnTo>
                <a:lnTo>
                  <a:pt x="1439465" y="136105"/>
                </a:lnTo>
                <a:lnTo>
                  <a:pt x="1440268" y="135848"/>
                </a:lnTo>
                <a:lnTo>
                  <a:pt x="1441061" y="135575"/>
                </a:lnTo>
                <a:lnTo>
                  <a:pt x="1441844" y="135287"/>
                </a:lnTo>
                <a:lnTo>
                  <a:pt x="1442617" y="134983"/>
                </a:lnTo>
                <a:lnTo>
                  <a:pt x="1443380" y="134664"/>
                </a:lnTo>
                <a:lnTo>
                  <a:pt x="1444133" y="134329"/>
                </a:lnTo>
                <a:lnTo>
                  <a:pt x="1444875" y="133978"/>
                </a:lnTo>
                <a:lnTo>
                  <a:pt x="1445608" y="133612"/>
                </a:lnTo>
                <a:lnTo>
                  <a:pt x="1446332" y="133233"/>
                </a:lnTo>
                <a:lnTo>
                  <a:pt x="1447048" y="132844"/>
                </a:lnTo>
                <a:lnTo>
                  <a:pt x="1447757" y="132444"/>
                </a:lnTo>
                <a:lnTo>
                  <a:pt x="1448459" y="132035"/>
                </a:lnTo>
                <a:lnTo>
                  <a:pt x="1449153" y="131615"/>
                </a:lnTo>
                <a:lnTo>
                  <a:pt x="1449840" y="131186"/>
                </a:lnTo>
                <a:lnTo>
                  <a:pt x="1450520" y="130746"/>
                </a:lnTo>
                <a:lnTo>
                  <a:pt x="1451192" y="130296"/>
                </a:lnTo>
                <a:lnTo>
                  <a:pt x="1451857" y="129836"/>
                </a:lnTo>
                <a:lnTo>
                  <a:pt x="1452515" y="129366"/>
                </a:lnTo>
                <a:lnTo>
                  <a:pt x="1453165" y="128886"/>
                </a:lnTo>
                <a:lnTo>
                  <a:pt x="1453808" y="128396"/>
                </a:lnTo>
                <a:lnTo>
                  <a:pt x="1454443" y="127896"/>
                </a:lnTo>
                <a:lnTo>
                  <a:pt x="1455071" y="127385"/>
                </a:lnTo>
                <a:lnTo>
                  <a:pt x="1455692" y="126865"/>
                </a:lnTo>
                <a:lnTo>
                  <a:pt x="1456305" y="126334"/>
                </a:lnTo>
                <a:lnTo>
                  <a:pt x="1456911" y="125793"/>
                </a:lnTo>
                <a:lnTo>
                  <a:pt x="1457510" y="125243"/>
                </a:lnTo>
                <a:lnTo>
                  <a:pt x="1458101" y="124682"/>
                </a:lnTo>
                <a:lnTo>
                  <a:pt x="1458685" y="124111"/>
                </a:lnTo>
                <a:lnTo>
                  <a:pt x="1459261" y="123529"/>
                </a:lnTo>
                <a:lnTo>
                  <a:pt x="1459831" y="122938"/>
                </a:lnTo>
                <a:lnTo>
                  <a:pt x="1460392" y="122337"/>
                </a:lnTo>
                <a:lnTo>
                  <a:pt x="1460947" y="121725"/>
                </a:lnTo>
                <a:lnTo>
                  <a:pt x="1461637" y="136324"/>
                </a:lnTo>
                <a:lnTo>
                  <a:pt x="1477026" y="136324"/>
                </a:lnTo>
                <a:lnTo>
                  <a:pt x="1477026" y="70163"/>
                </a:lnTo>
                <a:lnTo>
                  <a:pt x="1477020" y="69281"/>
                </a:lnTo>
                <a:lnTo>
                  <a:pt x="1477004" y="68412"/>
                </a:lnTo>
                <a:lnTo>
                  <a:pt x="1476976" y="67557"/>
                </a:lnTo>
                <a:lnTo>
                  <a:pt x="1476938" y="66715"/>
                </a:lnTo>
                <a:lnTo>
                  <a:pt x="1476889" y="65887"/>
                </a:lnTo>
                <a:lnTo>
                  <a:pt x="1476828" y="65073"/>
                </a:lnTo>
                <a:lnTo>
                  <a:pt x="1476757" y="64272"/>
                </a:lnTo>
                <a:lnTo>
                  <a:pt x="1476675" y="63485"/>
                </a:lnTo>
                <a:lnTo>
                  <a:pt x="1476582" y="62711"/>
                </a:lnTo>
                <a:lnTo>
                  <a:pt x="1476478" y="61951"/>
                </a:lnTo>
                <a:lnTo>
                  <a:pt x="1476362" y="61205"/>
                </a:lnTo>
                <a:lnTo>
                  <a:pt x="1476236" y="60472"/>
                </a:lnTo>
                <a:lnTo>
                  <a:pt x="1476099" y="59753"/>
                </a:lnTo>
                <a:lnTo>
                  <a:pt x="1475951" y="59047"/>
                </a:lnTo>
                <a:lnTo>
                  <a:pt x="1475793" y="58355"/>
                </a:lnTo>
                <a:lnTo>
                  <a:pt x="1475623" y="57676"/>
                </a:lnTo>
                <a:lnTo>
                  <a:pt x="1475442" y="57011"/>
                </a:lnTo>
                <a:lnTo>
                  <a:pt x="1475250" y="56360"/>
                </a:lnTo>
                <a:lnTo>
                  <a:pt x="1475047" y="55722"/>
                </a:lnTo>
                <a:lnTo>
                  <a:pt x="1474834" y="55098"/>
                </a:lnTo>
                <a:lnTo>
                  <a:pt x="1474609" y="54487"/>
                </a:lnTo>
                <a:lnTo>
                  <a:pt x="1474373" y="53890"/>
                </a:lnTo>
                <a:lnTo>
                  <a:pt x="1474127" y="53307"/>
                </a:lnTo>
                <a:lnTo>
                  <a:pt x="1473869" y="52737"/>
                </a:lnTo>
                <a:lnTo>
                  <a:pt x="1473602" y="52179"/>
                </a:lnTo>
                <a:lnTo>
                  <a:pt x="1473327" y="51631"/>
                </a:lnTo>
                <a:lnTo>
                  <a:pt x="1473045" y="51094"/>
                </a:lnTo>
                <a:lnTo>
                  <a:pt x="1472755" y="50567"/>
                </a:lnTo>
                <a:lnTo>
                  <a:pt x="1472457" y="50050"/>
                </a:lnTo>
                <a:lnTo>
                  <a:pt x="1472152" y="49544"/>
                </a:lnTo>
                <a:lnTo>
                  <a:pt x="1471839" y="49049"/>
                </a:lnTo>
                <a:lnTo>
                  <a:pt x="1471518" y="48563"/>
                </a:lnTo>
                <a:lnTo>
                  <a:pt x="1471189" y="48089"/>
                </a:lnTo>
                <a:lnTo>
                  <a:pt x="1470853" y="47624"/>
                </a:lnTo>
                <a:lnTo>
                  <a:pt x="1470509" y="47170"/>
                </a:lnTo>
                <a:lnTo>
                  <a:pt x="1470158" y="46727"/>
                </a:lnTo>
                <a:lnTo>
                  <a:pt x="1469798" y="46294"/>
                </a:lnTo>
                <a:lnTo>
                  <a:pt x="1469431" y="45871"/>
                </a:lnTo>
                <a:lnTo>
                  <a:pt x="1469056" y="45458"/>
                </a:lnTo>
                <a:lnTo>
                  <a:pt x="1468674" y="45057"/>
                </a:lnTo>
                <a:lnTo>
                  <a:pt x="1468284" y="44665"/>
                </a:lnTo>
                <a:lnTo>
                  <a:pt x="1467886" y="44284"/>
                </a:lnTo>
                <a:lnTo>
                  <a:pt x="1467480" y="43913"/>
                </a:lnTo>
                <a:lnTo>
                  <a:pt x="1467067" y="43553"/>
                </a:lnTo>
                <a:lnTo>
                  <a:pt x="1466646" y="43203"/>
                </a:lnTo>
                <a:lnTo>
                  <a:pt x="1466217" y="42864"/>
                </a:lnTo>
                <a:lnTo>
                  <a:pt x="1465781" y="42535"/>
                </a:lnTo>
                <a:lnTo>
                  <a:pt x="1465336" y="42216"/>
                </a:lnTo>
                <a:lnTo>
                  <a:pt x="1464886" y="41907"/>
                </a:lnTo>
                <a:lnTo>
                  <a:pt x="1464431" y="41606"/>
                </a:lnTo>
                <a:lnTo>
                  <a:pt x="1463971" y="41312"/>
                </a:lnTo>
                <a:lnTo>
                  <a:pt x="1463506" y="41027"/>
                </a:lnTo>
                <a:lnTo>
                  <a:pt x="1463036" y="40751"/>
                </a:lnTo>
                <a:lnTo>
                  <a:pt x="1462562" y="40482"/>
                </a:lnTo>
                <a:lnTo>
                  <a:pt x="1462083" y="40221"/>
                </a:lnTo>
                <a:lnTo>
                  <a:pt x="1461599" y="39969"/>
                </a:lnTo>
                <a:lnTo>
                  <a:pt x="1461110" y="39725"/>
                </a:lnTo>
                <a:lnTo>
                  <a:pt x="1460617" y="39488"/>
                </a:lnTo>
                <a:lnTo>
                  <a:pt x="1460118" y="39260"/>
                </a:lnTo>
                <a:lnTo>
                  <a:pt x="1459615" y="39040"/>
                </a:lnTo>
                <a:lnTo>
                  <a:pt x="1459107" y="38828"/>
                </a:lnTo>
                <a:lnTo>
                  <a:pt x="1458594" y="38625"/>
                </a:lnTo>
                <a:lnTo>
                  <a:pt x="1458077" y="38429"/>
                </a:lnTo>
                <a:lnTo>
                  <a:pt x="1457555" y="38242"/>
                </a:lnTo>
                <a:lnTo>
                  <a:pt x="1457027" y="38062"/>
                </a:lnTo>
                <a:lnTo>
                  <a:pt x="1456496" y="37891"/>
                </a:lnTo>
                <a:lnTo>
                  <a:pt x="1455959" y="37728"/>
                </a:lnTo>
                <a:lnTo>
                  <a:pt x="1455417" y="37573"/>
                </a:lnTo>
                <a:lnTo>
                  <a:pt x="1454871" y="37426"/>
                </a:lnTo>
                <a:lnTo>
                  <a:pt x="1454320" y="37287"/>
                </a:lnTo>
                <a:lnTo>
                  <a:pt x="1453764" y="37157"/>
                </a:lnTo>
                <a:lnTo>
                  <a:pt x="1453203" y="37034"/>
                </a:lnTo>
                <a:lnTo>
                  <a:pt x="1452639" y="36918"/>
                </a:lnTo>
                <a:lnTo>
                  <a:pt x="1452073" y="36807"/>
                </a:lnTo>
                <a:lnTo>
                  <a:pt x="1451504" y="36700"/>
                </a:lnTo>
                <a:lnTo>
                  <a:pt x="1450933" y="36599"/>
                </a:lnTo>
                <a:lnTo>
                  <a:pt x="1450360" y="36503"/>
                </a:lnTo>
                <a:lnTo>
                  <a:pt x="1449785" y="36411"/>
                </a:lnTo>
                <a:lnTo>
                  <a:pt x="1449207" y="36325"/>
                </a:lnTo>
                <a:lnTo>
                  <a:pt x="1448627" y="36243"/>
                </a:lnTo>
                <a:lnTo>
                  <a:pt x="1448045" y="36166"/>
                </a:lnTo>
                <a:lnTo>
                  <a:pt x="1447461" y="36095"/>
                </a:lnTo>
                <a:lnTo>
                  <a:pt x="1446875" y="36028"/>
                </a:lnTo>
                <a:lnTo>
                  <a:pt x="1446286" y="35966"/>
                </a:lnTo>
                <a:lnTo>
                  <a:pt x="1445695" y="35909"/>
                </a:lnTo>
                <a:lnTo>
                  <a:pt x="1445102" y="35857"/>
                </a:lnTo>
                <a:lnTo>
                  <a:pt x="1444507" y="35810"/>
                </a:lnTo>
                <a:lnTo>
                  <a:pt x="1443909" y="35768"/>
                </a:lnTo>
                <a:lnTo>
                  <a:pt x="1443309" y="35731"/>
                </a:lnTo>
                <a:lnTo>
                  <a:pt x="1442707" y="35699"/>
                </a:lnTo>
                <a:lnTo>
                  <a:pt x="1442103" y="35672"/>
                </a:lnTo>
                <a:lnTo>
                  <a:pt x="1441496" y="35650"/>
                </a:lnTo>
                <a:lnTo>
                  <a:pt x="1440888" y="35632"/>
                </a:lnTo>
                <a:lnTo>
                  <a:pt x="1440277" y="35620"/>
                </a:lnTo>
                <a:lnTo>
                  <a:pt x="1439663" y="35613"/>
                </a:lnTo>
                <a:lnTo>
                  <a:pt x="1439048" y="35610"/>
                </a:lnTo>
                <a:lnTo>
                  <a:pt x="1438091" y="35616"/>
                </a:lnTo>
                <a:lnTo>
                  <a:pt x="1437143" y="35634"/>
                </a:lnTo>
                <a:lnTo>
                  <a:pt x="1436204" y="35664"/>
                </a:lnTo>
                <a:lnTo>
                  <a:pt x="1435274" y="35706"/>
                </a:lnTo>
                <a:lnTo>
                  <a:pt x="1434353" y="35760"/>
                </a:lnTo>
                <a:lnTo>
                  <a:pt x="1433441" y="35826"/>
                </a:lnTo>
                <a:lnTo>
                  <a:pt x="1432538" y="35904"/>
                </a:lnTo>
                <a:lnTo>
                  <a:pt x="1431644" y="35994"/>
                </a:lnTo>
                <a:lnTo>
                  <a:pt x="1430760" y="36096"/>
                </a:lnTo>
                <a:lnTo>
                  <a:pt x="1429884" y="36210"/>
                </a:lnTo>
                <a:lnTo>
                  <a:pt x="1429018" y="36336"/>
                </a:lnTo>
                <a:lnTo>
                  <a:pt x="1428160" y="36474"/>
                </a:lnTo>
                <a:lnTo>
                  <a:pt x="1427312" y="36624"/>
                </a:lnTo>
                <a:lnTo>
                  <a:pt x="1426473" y="36786"/>
                </a:lnTo>
                <a:lnTo>
                  <a:pt x="1425643" y="36960"/>
                </a:lnTo>
                <a:lnTo>
                  <a:pt x="1424822" y="37146"/>
                </a:lnTo>
                <a:lnTo>
                  <a:pt x="1424010" y="37344"/>
                </a:lnTo>
                <a:lnTo>
                  <a:pt x="1423207" y="37554"/>
                </a:lnTo>
                <a:lnTo>
                  <a:pt x="1422413" y="37776"/>
                </a:lnTo>
                <a:lnTo>
                  <a:pt x="1421628" y="38010"/>
                </a:lnTo>
                <a:lnTo>
                  <a:pt x="1420852" y="38256"/>
                </a:lnTo>
                <a:lnTo>
                  <a:pt x="1420086" y="38514"/>
                </a:lnTo>
                <a:lnTo>
                  <a:pt x="1419328" y="38784"/>
                </a:lnTo>
                <a:lnTo>
                  <a:pt x="1418580" y="39066"/>
                </a:lnTo>
                <a:lnTo>
                  <a:pt x="1417842" y="39360"/>
                </a:lnTo>
                <a:lnTo>
                  <a:pt x="1417119" y="39669"/>
                </a:lnTo>
                <a:lnTo>
                  <a:pt x="1416408" y="39992"/>
                </a:lnTo>
                <a:lnTo>
                  <a:pt x="1415711" y="40329"/>
                </a:lnTo>
                <a:lnTo>
                  <a:pt x="1415027" y="40681"/>
                </a:lnTo>
                <a:lnTo>
                  <a:pt x="1414357" y="41046"/>
                </a:lnTo>
                <a:lnTo>
                  <a:pt x="1413699" y="41426"/>
                </a:lnTo>
                <a:lnTo>
                  <a:pt x="1413056" y="41819"/>
                </a:lnTo>
                <a:lnTo>
                  <a:pt x="1412425" y="42227"/>
                </a:lnTo>
                <a:lnTo>
                  <a:pt x="1411808" y="42649"/>
                </a:lnTo>
                <a:lnTo>
                  <a:pt x="1411205" y="43085"/>
                </a:lnTo>
                <a:lnTo>
                  <a:pt x="1410614" y="43535"/>
                </a:lnTo>
                <a:lnTo>
                  <a:pt x="1410037" y="43999"/>
                </a:lnTo>
                <a:lnTo>
                  <a:pt x="1409474" y="44477"/>
                </a:lnTo>
                <a:lnTo>
                  <a:pt x="1408923" y="44970"/>
                </a:lnTo>
                <a:lnTo>
                  <a:pt x="1408387" y="45476"/>
                </a:lnTo>
                <a:lnTo>
                  <a:pt x="1407863" y="45997"/>
                </a:lnTo>
                <a:lnTo>
                  <a:pt x="1407353" y="46531"/>
                </a:lnTo>
                <a:lnTo>
                  <a:pt x="1406856" y="47080"/>
                </a:lnTo>
                <a:lnTo>
                  <a:pt x="1406373" y="47643"/>
                </a:lnTo>
                <a:lnTo>
                  <a:pt x="1405903" y="48221"/>
                </a:lnTo>
                <a:lnTo>
                  <a:pt x="1405446" y="48812"/>
                </a:lnTo>
                <a:lnTo>
                  <a:pt x="1405002" y="49417"/>
                </a:lnTo>
                <a:lnTo>
                  <a:pt x="1404572" y="50037"/>
                </a:lnTo>
                <a:lnTo>
                  <a:pt x="1404158" y="50671"/>
                </a:lnTo>
                <a:lnTo>
                  <a:pt x="1403761" y="51322"/>
                </a:lnTo>
                <a:lnTo>
                  <a:pt x="1403382" y="51988"/>
                </a:lnTo>
                <a:lnTo>
                  <a:pt x="1403020" y="52672"/>
                </a:lnTo>
                <a:lnTo>
                  <a:pt x="1402676" y="53371"/>
                </a:lnTo>
                <a:lnTo>
                  <a:pt x="1402350" y="54086"/>
                </a:lnTo>
                <a:lnTo>
                  <a:pt x="1402041" y="54818"/>
                </a:lnTo>
                <a:lnTo>
                  <a:pt x="1401750" y="55566"/>
                </a:lnTo>
                <a:lnTo>
                  <a:pt x="1401477" y="56330"/>
                </a:lnTo>
                <a:lnTo>
                  <a:pt x="1401221" y="57111"/>
                </a:lnTo>
                <a:lnTo>
                  <a:pt x="1400983" y="57907"/>
                </a:lnTo>
                <a:lnTo>
                  <a:pt x="1400762" y="58720"/>
                </a:lnTo>
                <a:lnTo>
                  <a:pt x="1400559" y="59549"/>
                </a:lnTo>
                <a:lnTo>
                  <a:pt x="1400374" y="60395"/>
                </a:lnTo>
                <a:lnTo>
                  <a:pt x="1400207" y="61256"/>
                </a:lnTo>
                <a:lnTo>
                  <a:pt x="1400057" y="62134"/>
                </a:lnTo>
                <a:lnTo>
                  <a:pt x="1399924" y="63028"/>
                </a:lnTo>
                <a:lnTo>
                  <a:pt x="1399810" y="63938"/>
                </a:lnTo>
                <a:lnTo>
                  <a:pt x="1399713" y="64865"/>
                </a:lnTo>
                <a:lnTo>
                  <a:pt x="1399633" y="65807"/>
                </a:lnTo>
                <a:lnTo>
                  <a:pt x="1399572" y="66766"/>
                </a:lnTo>
                <a:lnTo>
                  <a:pt x="1399528" y="67742"/>
                </a:lnTo>
                <a:lnTo>
                  <a:pt x="1399501" y="68733"/>
                </a:lnTo>
                <a:lnTo>
                  <a:pt x="1399492" y="69741"/>
                </a:lnTo>
                <a:lnTo>
                  <a:pt x="1415472" y="69741"/>
                </a:lnTo>
                <a:lnTo>
                  <a:pt x="1415484" y="68804"/>
                </a:lnTo>
                <a:lnTo>
                  <a:pt x="1415520" y="67889"/>
                </a:lnTo>
                <a:lnTo>
                  <a:pt x="1415579" y="66995"/>
                </a:lnTo>
                <a:lnTo>
                  <a:pt x="1415661" y="66122"/>
                </a:lnTo>
                <a:lnTo>
                  <a:pt x="1415768" y="65271"/>
                </a:lnTo>
                <a:lnTo>
                  <a:pt x="1415898" y="64440"/>
                </a:lnTo>
                <a:lnTo>
                  <a:pt x="1416051" y="63631"/>
                </a:lnTo>
                <a:lnTo>
                  <a:pt x="1416229" y="62843"/>
                </a:lnTo>
                <a:lnTo>
                  <a:pt x="1416430" y="62076"/>
                </a:lnTo>
                <a:lnTo>
                  <a:pt x="1416654" y="61330"/>
                </a:lnTo>
                <a:lnTo>
                  <a:pt x="1416902" y="60605"/>
                </a:lnTo>
                <a:lnTo>
                  <a:pt x="1417174" y="59902"/>
                </a:lnTo>
                <a:lnTo>
                  <a:pt x="1417469" y="59219"/>
                </a:lnTo>
                <a:lnTo>
                  <a:pt x="1417788" y="58558"/>
                </a:lnTo>
                <a:lnTo>
                  <a:pt x="1418131" y="57918"/>
                </a:lnTo>
                <a:lnTo>
                  <a:pt x="1418497" y="57299"/>
                </a:lnTo>
                <a:lnTo>
                  <a:pt x="1418887" y="56701"/>
                </a:lnTo>
                <a:lnTo>
                  <a:pt x="1419301" y="56125"/>
                </a:lnTo>
                <a:lnTo>
                  <a:pt x="1419738" y="55570"/>
                </a:lnTo>
                <a:lnTo>
                  <a:pt x="1420199" y="55035"/>
                </a:lnTo>
                <a:lnTo>
                  <a:pt x="1420684" y="54522"/>
                </a:lnTo>
                <a:lnTo>
                  <a:pt x="1421192" y="54030"/>
                </a:lnTo>
                <a:lnTo>
                  <a:pt x="1421723" y="53560"/>
                </a:lnTo>
                <a:lnTo>
                  <a:pt x="1422279" y="53110"/>
                </a:lnTo>
                <a:lnTo>
                  <a:pt x="1422851" y="52680"/>
                </a:lnTo>
                <a:lnTo>
                  <a:pt x="1423435" y="52268"/>
                </a:lnTo>
                <a:lnTo>
                  <a:pt x="1424030" y="51875"/>
                </a:lnTo>
                <a:lnTo>
                  <a:pt x="1424635" y="51500"/>
                </a:lnTo>
                <a:lnTo>
                  <a:pt x="1425252" y="51144"/>
                </a:lnTo>
                <a:lnTo>
                  <a:pt x="1425879" y="50805"/>
                </a:lnTo>
                <a:lnTo>
                  <a:pt x="1426518" y="50485"/>
                </a:lnTo>
                <a:lnTo>
                  <a:pt x="1427167" y="50183"/>
                </a:lnTo>
                <a:lnTo>
                  <a:pt x="1427827" y="49900"/>
                </a:lnTo>
                <a:lnTo>
                  <a:pt x="1428499" y="49634"/>
                </a:lnTo>
                <a:lnTo>
                  <a:pt x="1429181" y="49387"/>
                </a:lnTo>
                <a:lnTo>
                  <a:pt x="1429874" y="49159"/>
                </a:lnTo>
                <a:lnTo>
                  <a:pt x="1430578" y="48948"/>
                </a:lnTo>
                <a:lnTo>
                  <a:pt x="1431294" y="48756"/>
                </a:lnTo>
                <a:lnTo>
                  <a:pt x="1432020" y="48583"/>
                </a:lnTo>
                <a:lnTo>
                  <a:pt x="1432757" y="48427"/>
                </a:lnTo>
                <a:lnTo>
                  <a:pt x="1433505" y="48290"/>
                </a:lnTo>
                <a:lnTo>
                  <a:pt x="1434264" y="48171"/>
                </a:lnTo>
                <a:lnTo>
                  <a:pt x="1435034" y="48070"/>
                </a:lnTo>
                <a:lnTo>
                  <a:pt x="1435815" y="47988"/>
                </a:lnTo>
                <a:lnTo>
                  <a:pt x="1436607" y="47924"/>
                </a:lnTo>
                <a:lnTo>
                  <a:pt x="1437409" y="47878"/>
                </a:lnTo>
                <a:lnTo>
                  <a:pt x="1438223" y="47851"/>
                </a:lnTo>
                <a:lnTo>
                  <a:pt x="1439048" y="47842"/>
                </a:lnTo>
                <a:lnTo>
                  <a:pt x="1439823" y="47850"/>
                </a:lnTo>
                <a:lnTo>
                  <a:pt x="1440587" y="47875"/>
                </a:lnTo>
                <a:lnTo>
                  <a:pt x="1441340" y="47917"/>
                </a:lnTo>
                <a:lnTo>
                  <a:pt x="1442081" y="47976"/>
                </a:lnTo>
                <a:lnTo>
                  <a:pt x="1442811" y="48052"/>
                </a:lnTo>
                <a:lnTo>
                  <a:pt x="1443530" y="48144"/>
                </a:lnTo>
                <a:lnTo>
                  <a:pt x="1444238" y="48253"/>
                </a:lnTo>
                <a:lnTo>
                  <a:pt x="1444934" y="48379"/>
                </a:lnTo>
                <a:lnTo>
                  <a:pt x="1445619" y="48522"/>
                </a:lnTo>
                <a:lnTo>
                  <a:pt x="1446292" y="48681"/>
                </a:lnTo>
                <a:lnTo>
                  <a:pt x="1446954" y="48857"/>
                </a:lnTo>
                <a:lnTo>
                  <a:pt x="1447605" y="49050"/>
                </a:lnTo>
                <a:lnTo>
                  <a:pt x="1448245" y="49260"/>
                </a:lnTo>
                <a:lnTo>
                  <a:pt x="1448873" y="49487"/>
                </a:lnTo>
                <a:lnTo>
                  <a:pt x="1449490" y="49730"/>
                </a:lnTo>
                <a:lnTo>
                  <a:pt x="1450096" y="49990"/>
                </a:lnTo>
                <a:lnTo>
                  <a:pt x="1450690" y="50267"/>
                </a:lnTo>
                <a:lnTo>
                  <a:pt x="1451274" y="50561"/>
                </a:lnTo>
                <a:lnTo>
                  <a:pt x="1451845" y="50871"/>
                </a:lnTo>
                <a:lnTo>
                  <a:pt x="1452406" y="51198"/>
                </a:lnTo>
                <a:lnTo>
                  <a:pt x="1452955" y="51542"/>
                </a:lnTo>
                <a:lnTo>
                  <a:pt x="1453493" y="51903"/>
                </a:lnTo>
                <a:lnTo>
                  <a:pt x="1454020" y="52281"/>
                </a:lnTo>
                <a:lnTo>
                  <a:pt x="1454535" y="52675"/>
                </a:lnTo>
                <a:lnTo>
                  <a:pt x="1455034" y="53092"/>
                </a:lnTo>
                <a:lnTo>
                  <a:pt x="1455512" y="53538"/>
                </a:lnTo>
                <a:lnTo>
                  <a:pt x="1455968" y="54011"/>
                </a:lnTo>
                <a:lnTo>
                  <a:pt x="1456404" y="54513"/>
                </a:lnTo>
                <a:lnTo>
                  <a:pt x="1456818" y="55043"/>
                </a:lnTo>
                <a:lnTo>
                  <a:pt x="1457211" y="55602"/>
                </a:lnTo>
                <a:lnTo>
                  <a:pt x="1457582" y="56189"/>
                </a:lnTo>
                <a:lnTo>
                  <a:pt x="1457933" y="56804"/>
                </a:lnTo>
                <a:lnTo>
                  <a:pt x="1458262" y="57448"/>
                </a:lnTo>
                <a:lnTo>
                  <a:pt x="1458570" y="58120"/>
                </a:lnTo>
                <a:lnTo>
                  <a:pt x="1458856" y="58820"/>
                </a:lnTo>
                <a:lnTo>
                  <a:pt x="1459122" y="59549"/>
                </a:lnTo>
                <a:lnTo>
                  <a:pt x="1459366" y="60306"/>
                </a:lnTo>
                <a:lnTo>
                  <a:pt x="1459589" y="61091"/>
                </a:lnTo>
                <a:lnTo>
                  <a:pt x="1459791" y="61905"/>
                </a:lnTo>
                <a:lnTo>
                  <a:pt x="1459971" y="62746"/>
                </a:lnTo>
                <a:lnTo>
                  <a:pt x="1460131" y="63617"/>
                </a:lnTo>
                <a:lnTo>
                  <a:pt x="1460269" y="64515"/>
                </a:lnTo>
                <a:lnTo>
                  <a:pt x="1460385" y="65442"/>
                </a:lnTo>
                <a:lnTo>
                  <a:pt x="1460481" y="66398"/>
                </a:lnTo>
                <a:lnTo>
                  <a:pt x="1460555" y="67381"/>
                </a:lnTo>
                <a:lnTo>
                  <a:pt x="1460608" y="68393"/>
                </a:lnTo>
                <a:lnTo>
                  <a:pt x="1460640" y="69433"/>
                </a:lnTo>
                <a:lnTo>
                  <a:pt x="1460651" y="70502"/>
                </a:lnTo>
                <a:lnTo>
                  <a:pt x="1460651" y="77570"/>
                </a:lnTo>
                <a:lnTo>
                  <a:pt x="1459007" y="77591"/>
                </a:lnTo>
                <a:lnTo>
                  <a:pt x="1457381" y="77620"/>
                </a:lnTo>
                <a:lnTo>
                  <a:pt x="1455773" y="77657"/>
                </a:lnTo>
                <a:lnTo>
                  <a:pt x="1454182" y="77701"/>
                </a:lnTo>
                <a:lnTo>
                  <a:pt x="1452608" y="77754"/>
                </a:lnTo>
                <a:lnTo>
                  <a:pt x="1451052" y="77814"/>
                </a:lnTo>
                <a:lnTo>
                  <a:pt x="1449513" y="77882"/>
                </a:lnTo>
                <a:lnTo>
                  <a:pt x="1447992" y="77958"/>
                </a:lnTo>
                <a:lnTo>
                  <a:pt x="1446488" y="78042"/>
                </a:lnTo>
                <a:lnTo>
                  <a:pt x="1445002" y="78134"/>
                </a:lnTo>
                <a:lnTo>
                  <a:pt x="1443533" y="78234"/>
                </a:lnTo>
                <a:lnTo>
                  <a:pt x="1442081" y="78342"/>
                </a:lnTo>
                <a:lnTo>
                  <a:pt x="1440647" y="78457"/>
                </a:lnTo>
                <a:lnTo>
                  <a:pt x="1439231" y="78581"/>
                </a:lnTo>
                <a:lnTo>
                  <a:pt x="1437832" y="78712"/>
                </a:lnTo>
                <a:lnTo>
                  <a:pt x="1436450" y="78851"/>
                </a:lnTo>
                <a:lnTo>
                  <a:pt x="1435086" y="78998"/>
                </a:lnTo>
                <a:lnTo>
                  <a:pt x="1433740" y="79153"/>
                </a:lnTo>
                <a:lnTo>
                  <a:pt x="1432411" y="79316"/>
                </a:lnTo>
                <a:lnTo>
                  <a:pt x="1431099" y="79487"/>
                </a:lnTo>
                <a:lnTo>
                  <a:pt x="1429805" y="79666"/>
                </a:lnTo>
                <a:lnTo>
                  <a:pt x="1428528" y="79852"/>
                </a:lnTo>
                <a:lnTo>
                  <a:pt x="1427269" y="80047"/>
                </a:lnTo>
                <a:lnTo>
                  <a:pt x="1426027" y="80249"/>
                </a:lnTo>
                <a:lnTo>
                  <a:pt x="1424806" y="80463"/>
                </a:lnTo>
                <a:lnTo>
                  <a:pt x="1423608" y="80692"/>
                </a:lnTo>
                <a:lnTo>
                  <a:pt x="1422433" y="80937"/>
                </a:lnTo>
                <a:lnTo>
                  <a:pt x="1421281" y="81196"/>
                </a:lnTo>
                <a:lnTo>
                  <a:pt x="1420153" y="81471"/>
                </a:lnTo>
                <a:lnTo>
                  <a:pt x="1419048" y="81761"/>
                </a:lnTo>
                <a:lnTo>
                  <a:pt x="1417967" y="82067"/>
                </a:lnTo>
                <a:lnTo>
                  <a:pt x="1416908" y="82388"/>
                </a:lnTo>
                <a:lnTo>
                  <a:pt x="1415873" y="82724"/>
                </a:lnTo>
                <a:lnTo>
                  <a:pt x="1414861" y="83075"/>
                </a:lnTo>
                <a:lnTo>
                  <a:pt x="1413873" y="83442"/>
                </a:lnTo>
                <a:lnTo>
                  <a:pt x="1412908" y="83823"/>
                </a:lnTo>
                <a:lnTo>
                  <a:pt x="1411966" y="84220"/>
                </a:lnTo>
                <a:lnTo>
                  <a:pt x="1411047" y="84633"/>
                </a:lnTo>
                <a:lnTo>
                  <a:pt x="1410152" y="85060"/>
                </a:lnTo>
                <a:lnTo>
                  <a:pt x="1409280" y="85503"/>
                </a:lnTo>
                <a:lnTo>
                  <a:pt x="1408431" y="85961"/>
                </a:lnTo>
                <a:lnTo>
                  <a:pt x="1407606" y="86435"/>
                </a:lnTo>
                <a:lnTo>
                  <a:pt x="1406803" y="86923"/>
                </a:lnTo>
                <a:lnTo>
                  <a:pt x="1406025" y="87427"/>
                </a:lnTo>
                <a:lnTo>
                  <a:pt x="1405269" y="87946"/>
                </a:lnTo>
                <a:lnTo>
                  <a:pt x="1404537" y="88481"/>
                </a:lnTo>
                <a:lnTo>
                  <a:pt x="1403828" y="89031"/>
                </a:lnTo>
                <a:lnTo>
                  <a:pt x="1403142" y="89595"/>
                </a:lnTo>
                <a:lnTo>
                  <a:pt x="1402482" y="90179"/>
                </a:lnTo>
                <a:lnTo>
                  <a:pt x="1401850" y="90785"/>
                </a:lnTo>
                <a:lnTo>
                  <a:pt x="1401246" y="91413"/>
                </a:lnTo>
                <a:lnTo>
                  <a:pt x="1400671" y="92063"/>
                </a:lnTo>
                <a:lnTo>
                  <a:pt x="1400123" y="92735"/>
                </a:lnTo>
                <a:lnTo>
                  <a:pt x="1399603" y="93429"/>
                </a:lnTo>
                <a:lnTo>
                  <a:pt x="1399112" y="94145"/>
                </a:lnTo>
                <a:lnTo>
                  <a:pt x="1398648" y="94883"/>
                </a:lnTo>
                <a:lnTo>
                  <a:pt x="1398213" y="95644"/>
                </a:lnTo>
                <a:lnTo>
                  <a:pt x="1397806" y="96427"/>
                </a:lnTo>
                <a:lnTo>
                  <a:pt x="1397427" y="97231"/>
                </a:lnTo>
                <a:lnTo>
                  <a:pt x="1397076" y="98058"/>
                </a:lnTo>
                <a:lnTo>
                  <a:pt x="1396753" y="98907"/>
                </a:lnTo>
                <a:lnTo>
                  <a:pt x="1396458" y="99778"/>
                </a:lnTo>
                <a:lnTo>
                  <a:pt x="1396191" y="100671"/>
                </a:lnTo>
                <a:lnTo>
                  <a:pt x="1395952" y="101586"/>
                </a:lnTo>
                <a:lnTo>
                  <a:pt x="1395741" y="102523"/>
                </a:lnTo>
                <a:lnTo>
                  <a:pt x="1395559" y="103483"/>
                </a:lnTo>
                <a:lnTo>
                  <a:pt x="1395404" y="104464"/>
                </a:lnTo>
                <a:lnTo>
                  <a:pt x="1395278" y="105468"/>
                </a:lnTo>
                <a:lnTo>
                  <a:pt x="1395180" y="106493"/>
                </a:lnTo>
                <a:lnTo>
                  <a:pt x="1395110" y="107541"/>
                </a:lnTo>
                <a:lnTo>
                  <a:pt x="1395067" y="108611"/>
                </a:lnTo>
                <a:lnTo>
                  <a:pt x="1395053" y="109703"/>
                </a:lnTo>
                <a:lnTo>
                  <a:pt x="1395060" y="110473"/>
                </a:lnTo>
                <a:lnTo>
                  <a:pt x="1395082" y="111232"/>
                </a:lnTo>
                <a:lnTo>
                  <a:pt x="1395117" y="111981"/>
                </a:lnTo>
                <a:lnTo>
                  <a:pt x="1395167" y="112719"/>
                </a:lnTo>
                <a:lnTo>
                  <a:pt x="1395231" y="113448"/>
                </a:lnTo>
                <a:lnTo>
                  <a:pt x="1395309" y="114165"/>
                </a:lnTo>
                <a:lnTo>
                  <a:pt x="1395402" y="114873"/>
                </a:lnTo>
                <a:lnTo>
                  <a:pt x="1395508" y="115570"/>
                </a:lnTo>
                <a:lnTo>
                  <a:pt x="1395629" y="116257"/>
                </a:lnTo>
                <a:lnTo>
                  <a:pt x="1395764" y="116933"/>
                </a:lnTo>
                <a:lnTo>
                  <a:pt x="1395913" y="117599"/>
                </a:lnTo>
                <a:lnTo>
                  <a:pt x="1396077" y="118255"/>
                </a:lnTo>
                <a:lnTo>
                  <a:pt x="1396254" y="118900"/>
                </a:lnTo>
                <a:lnTo>
                  <a:pt x="1396446" y="119535"/>
                </a:lnTo>
                <a:lnTo>
                  <a:pt x="1396652" y="120160"/>
                </a:lnTo>
                <a:lnTo>
                  <a:pt x="1396873" y="120774"/>
                </a:lnTo>
                <a:lnTo>
                  <a:pt x="1397107" y="121378"/>
                </a:lnTo>
                <a:lnTo>
                  <a:pt x="1397356" y="121972"/>
                </a:lnTo>
                <a:lnTo>
                  <a:pt x="1397619" y="122555"/>
                </a:lnTo>
                <a:lnTo>
                  <a:pt x="1397896" y="123128"/>
                </a:lnTo>
                <a:lnTo>
                  <a:pt x="1398188" y="123691"/>
                </a:lnTo>
                <a:lnTo>
                  <a:pt x="1398493" y="124243"/>
                </a:lnTo>
                <a:lnTo>
                  <a:pt x="1398813" y="124785"/>
                </a:lnTo>
                <a:lnTo>
                  <a:pt x="1399147" y="125317"/>
                </a:lnTo>
                <a:lnTo>
                  <a:pt x="1399493" y="125838"/>
                </a:lnTo>
                <a:lnTo>
                  <a:pt x="1399848" y="126348"/>
                </a:lnTo>
                <a:lnTo>
                  <a:pt x="1400214" y="126847"/>
                </a:lnTo>
                <a:lnTo>
                  <a:pt x="1400588" y="127336"/>
                </a:lnTo>
                <a:lnTo>
                  <a:pt x="1400973" y="127814"/>
                </a:lnTo>
                <a:lnTo>
                  <a:pt x="1401366" y="128282"/>
                </a:lnTo>
                <a:lnTo>
                  <a:pt x="1401770" y="128739"/>
                </a:lnTo>
                <a:lnTo>
                  <a:pt x="1402183" y="129185"/>
                </a:lnTo>
                <a:lnTo>
                  <a:pt x="1402606" y="129620"/>
                </a:lnTo>
                <a:lnTo>
                  <a:pt x="1403038" y="130045"/>
                </a:lnTo>
                <a:lnTo>
                  <a:pt x="1403480" y="130459"/>
                </a:lnTo>
                <a:lnTo>
                  <a:pt x="1403931" y="130862"/>
                </a:lnTo>
                <a:lnTo>
                  <a:pt x="1404392" y="131255"/>
                </a:lnTo>
                <a:lnTo>
                  <a:pt x="1404863" y="131637"/>
                </a:lnTo>
                <a:lnTo>
                  <a:pt x="1405343" y="132008"/>
                </a:lnTo>
                <a:lnTo>
                  <a:pt x="1405833" y="132368"/>
                </a:lnTo>
                <a:lnTo>
                  <a:pt x="1406332" y="132718"/>
                </a:lnTo>
                <a:lnTo>
                  <a:pt x="1406841" y="133057"/>
                </a:lnTo>
                <a:lnTo>
                  <a:pt x="1407360" y="133385"/>
                </a:lnTo>
                <a:lnTo>
                  <a:pt x="1407888" y="133703"/>
                </a:lnTo>
                <a:lnTo>
                  <a:pt x="1408426" y="134010"/>
                </a:lnTo>
                <a:lnTo>
                  <a:pt x="1408973" y="134306"/>
                </a:lnTo>
                <a:lnTo>
                  <a:pt x="1409530" y="134592"/>
                </a:lnTo>
                <a:lnTo>
                  <a:pt x="1410096" y="134866"/>
                </a:lnTo>
                <a:lnTo>
                  <a:pt x="1410670" y="135130"/>
                </a:lnTo>
                <a:lnTo>
                  <a:pt x="1411249" y="135383"/>
                </a:lnTo>
                <a:lnTo>
                  <a:pt x="1411833" y="135624"/>
                </a:lnTo>
                <a:lnTo>
                  <a:pt x="1412421" y="135854"/>
                </a:lnTo>
                <a:lnTo>
                  <a:pt x="1413015" y="136073"/>
                </a:lnTo>
                <a:lnTo>
                  <a:pt x="1413614" y="136281"/>
                </a:lnTo>
                <a:lnTo>
                  <a:pt x="1414217" y="136478"/>
                </a:lnTo>
                <a:lnTo>
                  <a:pt x="1414826" y="136663"/>
                </a:lnTo>
                <a:lnTo>
                  <a:pt x="1415439" y="136837"/>
                </a:lnTo>
                <a:lnTo>
                  <a:pt x="1416058" y="137000"/>
                </a:lnTo>
                <a:lnTo>
                  <a:pt x="1416681" y="137151"/>
                </a:lnTo>
                <a:lnTo>
                  <a:pt x="1417310" y="137292"/>
                </a:lnTo>
                <a:lnTo>
                  <a:pt x="1417943" y="137421"/>
                </a:lnTo>
                <a:lnTo>
                  <a:pt x="1418581" y="137539"/>
                </a:lnTo>
                <a:lnTo>
                  <a:pt x="1419225" y="137645"/>
                </a:lnTo>
                <a:lnTo>
                  <a:pt x="1419873" y="137741"/>
                </a:lnTo>
                <a:lnTo>
                  <a:pt x="1420526" y="137825"/>
                </a:lnTo>
                <a:lnTo>
                  <a:pt x="1421184" y="137898"/>
                </a:lnTo>
                <a:lnTo>
                  <a:pt x="1421848" y="137960"/>
                </a:lnTo>
                <a:lnTo>
                  <a:pt x="1422516" y="138010"/>
                </a:lnTo>
                <a:lnTo>
                  <a:pt x="1423189" y="138049"/>
                </a:lnTo>
                <a:lnTo>
                  <a:pt x="1423867" y="138078"/>
                </a:lnTo>
                <a:lnTo>
                  <a:pt x="1424550" y="138094"/>
                </a:lnTo>
                <a:lnTo>
                  <a:pt x="1425238" y="138100"/>
                </a:lnTo>
                <a:lnTo>
                  <a:pt x="1426203" y="138092"/>
                </a:lnTo>
                <a:lnTo>
                  <a:pt x="1427158" y="138069"/>
                </a:lnTo>
                <a:lnTo>
                  <a:pt x="1428103" y="138030"/>
                </a:lnTo>
                <a:lnTo>
                  <a:pt x="1429037" y="137975"/>
                </a:lnTo>
                <a:lnTo>
                  <a:pt x="1429962" y="137905"/>
                </a:lnTo>
                <a:close/>
                <a:moveTo>
                  <a:pt x="1426065" y="125280"/>
                </a:moveTo>
                <a:lnTo>
                  <a:pt x="1425408" y="125195"/>
                </a:lnTo>
                <a:lnTo>
                  <a:pt x="1424765" y="125094"/>
                </a:lnTo>
                <a:lnTo>
                  <a:pt x="1424137" y="124978"/>
                </a:lnTo>
                <a:lnTo>
                  <a:pt x="1423523" y="124846"/>
                </a:lnTo>
                <a:lnTo>
                  <a:pt x="1422925" y="124699"/>
                </a:lnTo>
                <a:lnTo>
                  <a:pt x="1422342" y="124536"/>
                </a:lnTo>
                <a:lnTo>
                  <a:pt x="1421773" y="124358"/>
                </a:lnTo>
                <a:lnTo>
                  <a:pt x="1421220" y="124164"/>
                </a:lnTo>
                <a:lnTo>
                  <a:pt x="1420681" y="123955"/>
                </a:lnTo>
                <a:lnTo>
                  <a:pt x="1420157" y="123730"/>
                </a:lnTo>
                <a:lnTo>
                  <a:pt x="1419648" y="123490"/>
                </a:lnTo>
                <a:lnTo>
                  <a:pt x="1419154" y="123234"/>
                </a:lnTo>
                <a:lnTo>
                  <a:pt x="1418675" y="122963"/>
                </a:lnTo>
                <a:lnTo>
                  <a:pt x="1418211" y="122676"/>
                </a:lnTo>
                <a:lnTo>
                  <a:pt x="1417762" y="122374"/>
                </a:lnTo>
                <a:lnTo>
                  <a:pt x="1417327" y="122056"/>
                </a:lnTo>
                <a:lnTo>
                  <a:pt x="1416908" y="121723"/>
                </a:lnTo>
                <a:lnTo>
                  <a:pt x="1416503" y="121374"/>
                </a:lnTo>
                <a:lnTo>
                  <a:pt x="1416114" y="121010"/>
                </a:lnTo>
                <a:lnTo>
                  <a:pt x="1415739" y="120633"/>
                </a:lnTo>
                <a:lnTo>
                  <a:pt x="1415381" y="120245"/>
                </a:lnTo>
                <a:lnTo>
                  <a:pt x="1415039" y="119847"/>
                </a:lnTo>
                <a:lnTo>
                  <a:pt x="1414712" y="119438"/>
                </a:lnTo>
                <a:lnTo>
                  <a:pt x="1414401" y="119019"/>
                </a:lnTo>
                <a:lnTo>
                  <a:pt x="1414107" y="118589"/>
                </a:lnTo>
                <a:lnTo>
                  <a:pt x="1413828" y="118149"/>
                </a:lnTo>
                <a:lnTo>
                  <a:pt x="1413565" y="117698"/>
                </a:lnTo>
                <a:lnTo>
                  <a:pt x="1413318" y="117237"/>
                </a:lnTo>
                <a:lnTo>
                  <a:pt x="1413088" y="116765"/>
                </a:lnTo>
                <a:lnTo>
                  <a:pt x="1412873" y="116283"/>
                </a:lnTo>
                <a:lnTo>
                  <a:pt x="1412673" y="115790"/>
                </a:lnTo>
                <a:lnTo>
                  <a:pt x="1412490" y="115286"/>
                </a:lnTo>
                <a:lnTo>
                  <a:pt x="1412323" y="114773"/>
                </a:lnTo>
                <a:lnTo>
                  <a:pt x="1412172" y="114248"/>
                </a:lnTo>
                <a:lnTo>
                  <a:pt x="1412036" y="113713"/>
                </a:lnTo>
                <a:lnTo>
                  <a:pt x="1411917" y="113168"/>
                </a:lnTo>
                <a:lnTo>
                  <a:pt x="1411813" y="112612"/>
                </a:lnTo>
                <a:lnTo>
                  <a:pt x="1411726" y="112046"/>
                </a:lnTo>
                <a:lnTo>
                  <a:pt x="1411654" y="111469"/>
                </a:lnTo>
                <a:lnTo>
                  <a:pt x="1411598" y="110881"/>
                </a:lnTo>
                <a:lnTo>
                  <a:pt x="1411559" y="110283"/>
                </a:lnTo>
                <a:lnTo>
                  <a:pt x="1411535" y="109675"/>
                </a:lnTo>
                <a:lnTo>
                  <a:pt x="1411527" y="109056"/>
                </a:lnTo>
                <a:lnTo>
                  <a:pt x="1411546" y="108152"/>
                </a:lnTo>
                <a:lnTo>
                  <a:pt x="1411606" y="107269"/>
                </a:lnTo>
                <a:lnTo>
                  <a:pt x="1411705" y="106408"/>
                </a:lnTo>
                <a:lnTo>
                  <a:pt x="1411843" y="105568"/>
                </a:lnTo>
                <a:lnTo>
                  <a:pt x="1412021" y="104749"/>
                </a:lnTo>
                <a:lnTo>
                  <a:pt x="1412239" y="103952"/>
                </a:lnTo>
                <a:lnTo>
                  <a:pt x="1412496" y="103176"/>
                </a:lnTo>
                <a:lnTo>
                  <a:pt x="1412793" y="102422"/>
                </a:lnTo>
                <a:lnTo>
                  <a:pt x="1413129" y="101689"/>
                </a:lnTo>
                <a:lnTo>
                  <a:pt x="1413505" y="100977"/>
                </a:lnTo>
                <a:lnTo>
                  <a:pt x="1413920" y="100287"/>
                </a:lnTo>
                <a:lnTo>
                  <a:pt x="1414375" y="99618"/>
                </a:lnTo>
                <a:lnTo>
                  <a:pt x="1414870" y="98970"/>
                </a:lnTo>
                <a:lnTo>
                  <a:pt x="1415404" y="98344"/>
                </a:lnTo>
                <a:lnTo>
                  <a:pt x="1415977" y="97739"/>
                </a:lnTo>
                <a:lnTo>
                  <a:pt x="1416590" y="97156"/>
                </a:lnTo>
                <a:lnTo>
                  <a:pt x="1417243" y="96594"/>
                </a:lnTo>
                <a:lnTo>
                  <a:pt x="1417935" y="96053"/>
                </a:lnTo>
                <a:lnTo>
                  <a:pt x="1418667" y="95534"/>
                </a:lnTo>
                <a:lnTo>
                  <a:pt x="1419439" y="95036"/>
                </a:lnTo>
                <a:lnTo>
                  <a:pt x="1420250" y="94559"/>
                </a:lnTo>
                <a:lnTo>
                  <a:pt x="1421100" y="94104"/>
                </a:lnTo>
                <a:lnTo>
                  <a:pt x="1421990" y="93670"/>
                </a:lnTo>
                <a:lnTo>
                  <a:pt x="1422920" y="93258"/>
                </a:lnTo>
                <a:lnTo>
                  <a:pt x="1423895" y="92863"/>
                </a:lnTo>
                <a:lnTo>
                  <a:pt x="1424922" y="92485"/>
                </a:lnTo>
                <a:lnTo>
                  <a:pt x="1426000" y="92122"/>
                </a:lnTo>
                <a:lnTo>
                  <a:pt x="1427130" y="91775"/>
                </a:lnTo>
                <a:lnTo>
                  <a:pt x="1428311" y="91443"/>
                </a:lnTo>
                <a:lnTo>
                  <a:pt x="1429544" y="91128"/>
                </a:lnTo>
                <a:lnTo>
                  <a:pt x="1430829" y="90828"/>
                </a:lnTo>
                <a:lnTo>
                  <a:pt x="1432165" y="90543"/>
                </a:lnTo>
                <a:lnTo>
                  <a:pt x="1433553" y="90274"/>
                </a:lnTo>
                <a:lnTo>
                  <a:pt x="1434992" y="90021"/>
                </a:lnTo>
                <a:lnTo>
                  <a:pt x="1436482" y="89784"/>
                </a:lnTo>
                <a:lnTo>
                  <a:pt x="1438025" y="89562"/>
                </a:lnTo>
                <a:lnTo>
                  <a:pt x="1439618" y="89356"/>
                </a:lnTo>
                <a:lnTo>
                  <a:pt x="1441264" y="89166"/>
                </a:lnTo>
                <a:lnTo>
                  <a:pt x="1442961" y="88991"/>
                </a:lnTo>
                <a:lnTo>
                  <a:pt x="1444709" y="88832"/>
                </a:lnTo>
                <a:lnTo>
                  <a:pt x="1446509" y="88689"/>
                </a:lnTo>
                <a:lnTo>
                  <a:pt x="1448361" y="88561"/>
                </a:lnTo>
                <a:lnTo>
                  <a:pt x="1450264" y="88450"/>
                </a:lnTo>
                <a:lnTo>
                  <a:pt x="1452218" y="88353"/>
                </a:lnTo>
                <a:lnTo>
                  <a:pt x="1454224" y="88273"/>
                </a:lnTo>
                <a:lnTo>
                  <a:pt x="1456282" y="88208"/>
                </a:lnTo>
                <a:lnTo>
                  <a:pt x="1458391" y="88159"/>
                </a:lnTo>
                <a:lnTo>
                  <a:pt x="1460552" y="88125"/>
                </a:lnTo>
                <a:lnTo>
                  <a:pt x="1460552" y="108442"/>
                </a:lnTo>
                <a:lnTo>
                  <a:pt x="1460104" y="109053"/>
                </a:lnTo>
                <a:lnTo>
                  <a:pt x="1459647" y="109656"/>
                </a:lnTo>
                <a:lnTo>
                  <a:pt x="1459180" y="110249"/>
                </a:lnTo>
                <a:lnTo>
                  <a:pt x="1458705" y="110833"/>
                </a:lnTo>
                <a:lnTo>
                  <a:pt x="1458221" y="111409"/>
                </a:lnTo>
                <a:lnTo>
                  <a:pt x="1457729" y="111975"/>
                </a:lnTo>
                <a:lnTo>
                  <a:pt x="1457227" y="112533"/>
                </a:lnTo>
                <a:lnTo>
                  <a:pt x="1456716" y="113082"/>
                </a:lnTo>
                <a:lnTo>
                  <a:pt x="1456197" y="113622"/>
                </a:lnTo>
                <a:lnTo>
                  <a:pt x="1455668" y="114153"/>
                </a:lnTo>
                <a:lnTo>
                  <a:pt x="1455131" y="114675"/>
                </a:lnTo>
                <a:lnTo>
                  <a:pt x="1454584" y="115188"/>
                </a:lnTo>
                <a:lnTo>
                  <a:pt x="1454029" y="115692"/>
                </a:lnTo>
                <a:lnTo>
                  <a:pt x="1453465" y="116188"/>
                </a:lnTo>
                <a:lnTo>
                  <a:pt x="1452892" y="116674"/>
                </a:lnTo>
                <a:lnTo>
                  <a:pt x="1452310" y="117152"/>
                </a:lnTo>
                <a:lnTo>
                  <a:pt x="1451719" y="117620"/>
                </a:lnTo>
                <a:lnTo>
                  <a:pt x="1451119" y="118080"/>
                </a:lnTo>
                <a:lnTo>
                  <a:pt x="1450511" y="118531"/>
                </a:lnTo>
                <a:lnTo>
                  <a:pt x="1449893" y="118973"/>
                </a:lnTo>
                <a:lnTo>
                  <a:pt x="1449267" y="119406"/>
                </a:lnTo>
                <a:lnTo>
                  <a:pt x="1448631" y="119831"/>
                </a:lnTo>
                <a:lnTo>
                  <a:pt x="1447987" y="120246"/>
                </a:lnTo>
                <a:lnTo>
                  <a:pt x="1447334" y="120653"/>
                </a:lnTo>
                <a:lnTo>
                  <a:pt x="1446673" y="121046"/>
                </a:lnTo>
                <a:lnTo>
                  <a:pt x="1446005" y="121423"/>
                </a:lnTo>
                <a:lnTo>
                  <a:pt x="1445330" y="121783"/>
                </a:lnTo>
                <a:lnTo>
                  <a:pt x="1444649" y="122126"/>
                </a:lnTo>
                <a:lnTo>
                  <a:pt x="1443960" y="122452"/>
                </a:lnTo>
                <a:lnTo>
                  <a:pt x="1443265" y="122762"/>
                </a:lnTo>
                <a:lnTo>
                  <a:pt x="1442563" y="123055"/>
                </a:lnTo>
                <a:lnTo>
                  <a:pt x="1441854" y="123331"/>
                </a:lnTo>
                <a:lnTo>
                  <a:pt x="1441138" y="123590"/>
                </a:lnTo>
                <a:lnTo>
                  <a:pt x="1440415" y="123833"/>
                </a:lnTo>
                <a:lnTo>
                  <a:pt x="1439686" y="124059"/>
                </a:lnTo>
                <a:lnTo>
                  <a:pt x="1438949" y="124268"/>
                </a:lnTo>
                <a:lnTo>
                  <a:pt x="1438206" y="124461"/>
                </a:lnTo>
                <a:lnTo>
                  <a:pt x="1437456" y="124637"/>
                </a:lnTo>
                <a:lnTo>
                  <a:pt x="1436699" y="124796"/>
                </a:lnTo>
                <a:lnTo>
                  <a:pt x="1435935" y="124938"/>
                </a:lnTo>
                <a:lnTo>
                  <a:pt x="1435165" y="125064"/>
                </a:lnTo>
                <a:lnTo>
                  <a:pt x="1434387" y="125172"/>
                </a:lnTo>
                <a:lnTo>
                  <a:pt x="1433603" y="125264"/>
                </a:lnTo>
                <a:lnTo>
                  <a:pt x="1432812" y="125340"/>
                </a:lnTo>
                <a:lnTo>
                  <a:pt x="1432014" y="125398"/>
                </a:lnTo>
                <a:lnTo>
                  <a:pt x="1431209" y="125440"/>
                </a:lnTo>
                <a:lnTo>
                  <a:pt x="1430397" y="125465"/>
                </a:lnTo>
                <a:lnTo>
                  <a:pt x="1429578" y="125474"/>
                </a:lnTo>
                <a:lnTo>
                  <a:pt x="1428846" y="125466"/>
                </a:lnTo>
                <a:lnTo>
                  <a:pt x="1428129" y="125443"/>
                </a:lnTo>
                <a:lnTo>
                  <a:pt x="1427426" y="125404"/>
                </a:lnTo>
                <a:lnTo>
                  <a:pt x="1426738" y="125350"/>
                </a:lnTo>
                <a:lnTo>
                  <a:pt x="1426065" y="125280"/>
                </a:lnTo>
                <a:close/>
                <a:moveTo>
                  <a:pt x="49223" y="94500"/>
                </a:moveTo>
                <a:lnTo>
                  <a:pt x="49223" y="79901"/>
                </a:lnTo>
                <a:lnTo>
                  <a:pt x="0" y="79901"/>
                </a:lnTo>
                <a:lnTo>
                  <a:pt x="0" y="94500"/>
                </a:lnTo>
                <a:lnTo>
                  <a:pt x="49223" y="94500"/>
                </a:lnTo>
                <a:close/>
                <a:moveTo>
                  <a:pt x="2493755" y="19019"/>
                </a:moveTo>
                <a:lnTo>
                  <a:pt x="2494107" y="18967"/>
                </a:lnTo>
                <a:lnTo>
                  <a:pt x="2494453" y="18906"/>
                </a:lnTo>
                <a:lnTo>
                  <a:pt x="2494794" y="18835"/>
                </a:lnTo>
                <a:lnTo>
                  <a:pt x="2495127" y="18755"/>
                </a:lnTo>
                <a:lnTo>
                  <a:pt x="2495455" y="18666"/>
                </a:lnTo>
                <a:lnTo>
                  <a:pt x="2495777" y="18567"/>
                </a:lnTo>
                <a:lnTo>
                  <a:pt x="2496092" y="18459"/>
                </a:lnTo>
                <a:lnTo>
                  <a:pt x="2496402" y="18341"/>
                </a:lnTo>
                <a:lnTo>
                  <a:pt x="2496705" y="18214"/>
                </a:lnTo>
                <a:lnTo>
                  <a:pt x="2497002" y="18077"/>
                </a:lnTo>
                <a:lnTo>
                  <a:pt x="2497292" y="17931"/>
                </a:lnTo>
                <a:lnTo>
                  <a:pt x="2497577" y="17776"/>
                </a:lnTo>
                <a:lnTo>
                  <a:pt x="2497856" y="17611"/>
                </a:lnTo>
                <a:lnTo>
                  <a:pt x="2498128" y="17437"/>
                </a:lnTo>
                <a:lnTo>
                  <a:pt x="2498394" y="17253"/>
                </a:lnTo>
                <a:lnTo>
                  <a:pt x="2498654" y="17060"/>
                </a:lnTo>
                <a:lnTo>
                  <a:pt x="2498908" y="16857"/>
                </a:lnTo>
                <a:lnTo>
                  <a:pt x="2499155" y="16645"/>
                </a:lnTo>
                <a:lnTo>
                  <a:pt x="2499397" y="16424"/>
                </a:lnTo>
                <a:lnTo>
                  <a:pt x="2499630" y="16195"/>
                </a:lnTo>
                <a:lnTo>
                  <a:pt x="2499854" y="15962"/>
                </a:lnTo>
                <a:lnTo>
                  <a:pt x="2500067" y="15724"/>
                </a:lnTo>
                <a:lnTo>
                  <a:pt x="2500271" y="15480"/>
                </a:lnTo>
                <a:lnTo>
                  <a:pt x="2500465" y="15232"/>
                </a:lnTo>
                <a:lnTo>
                  <a:pt x="2500648" y="14978"/>
                </a:lnTo>
                <a:lnTo>
                  <a:pt x="2500822" y="14720"/>
                </a:lnTo>
                <a:lnTo>
                  <a:pt x="2500986" y="14457"/>
                </a:lnTo>
                <a:lnTo>
                  <a:pt x="2501140" y="14188"/>
                </a:lnTo>
                <a:lnTo>
                  <a:pt x="2501284" y="13915"/>
                </a:lnTo>
                <a:lnTo>
                  <a:pt x="2501418" y="13637"/>
                </a:lnTo>
                <a:lnTo>
                  <a:pt x="2501542" y="13354"/>
                </a:lnTo>
                <a:lnTo>
                  <a:pt x="2501657" y="13066"/>
                </a:lnTo>
                <a:lnTo>
                  <a:pt x="2501761" y="12773"/>
                </a:lnTo>
                <a:lnTo>
                  <a:pt x="2501855" y="12474"/>
                </a:lnTo>
                <a:lnTo>
                  <a:pt x="2501940" y="12171"/>
                </a:lnTo>
                <a:lnTo>
                  <a:pt x="2502014" y="11863"/>
                </a:lnTo>
                <a:lnTo>
                  <a:pt x="2502079" y="11550"/>
                </a:lnTo>
                <a:lnTo>
                  <a:pt x="2502133" y="11233"/>
                </a:lnTo>
                <a:lnTo>
                  <a:pt x="2502178" y="10910"/>
                </a:lnTo>
                <a:lnTo>
                  <a:pt x="2502213" y="10582"/>
                </a:lnTo>
                <a:lnTo>
                  <a:pt x="2502238" y="10249"/>
                </a:lnTo>
                <a:lnTo>
                  <a:pt x="2502253" y="9911"/>
                </a:lnTo>
                <a:lnTo>
                  <a:pt x="2502258" y="9568"/>
                </a:lnTo>
                <a:lnTo>
                  <a:pt x="2502253" y="9226"/>
                </a:lnTo>
                <a:lnTo>
                  <a:pt x="2502238" y="8888"/>
                </a:lnTo>
                <a:lnTo>
                  <a:pt x="2502213" y="8555"/>
                </a:lnTo>
                <a:lnTo>
                  <a:pt x="2502178" y="8227"/>
                </a:lnTo>
                <a:lnTo>
                  <a:pt x="2502133" y="7904"/>
                </a:lnTo>
                <a:lnTo>
                  <a:pt x="2502079" y="7586"/>
                </a:lnTo>
                <a:lnTo>
                  <a:pt x="2502014" y="7273"/>
                </a:lnTo>
                <a:lnTo>
                  <a:pt x="2501940" y="6965"/>
                </a:lnTo>
                <a:lnTo>
                  <a:pt x="2501855" y="6662"/>
                </a:lnTo>
                <a:lnTo>
                  <a:pt x="2501761" y="6364"/>
                </a:lnTo>
                <a:lnTo>
                  <a:pt x="2501657" y="6071"/>
                </a:lnTo>
                <a:lnTo>
                  <a:pt x="2501542" y="5783"/>
                </a:lnTo>
                <a:lnTo>
                  <a:pt x="2501418" y="5500"/>
                </a:lnTo>
                <a:lnTo>
                  <a:pt x="2501284" y="5222"/>
                </a:lnTo>
                <a:lnTo>
                  <a:pt x="2501140" y="4948"/>
                </a:lnTo>
                <a:lnTo>
                  <a:pt x="2500986" y="4680"/>
                </a:lnTo>
                <a:lnTo>
                  <a:pt x="2500822" y="4417"/>
                </a:lnTo>
                <a:lnTo>
                  <a:pt x="2500648" y="4158"/>
                </a:lnTo>
                <a:lnTo>
                  <a:pt x="2500465" y="3905"/>
                </a:lnTo>
                <a:lnTo>
                  <a:pt x="2500271" y="3657"/>
                </a:lnTo>
                <a:lnTo>
                  <a:pt x="2500067" y="3413"/>
                </a:lnTo>
                <a:lnTo>
                  <a:pt x="2499854" y="3175"/>
                </a:lnTo>
                <a:lnTo>
                  <a:pt x="2499630" y="2941"/>
                </a:lnTo>
                <a:lnTo>
                  <a:pt x="2499397" y="2713"/>
                </a:lnTo>
                <a:lnTo>
                  <a:pt x="2499155" y="2491"/>
                </a:lnTo>
                <a:lnTo>
                  <a:pt x="2498908" y="2279"/>
                </a:lnTo>
                <a:lnTo>
                  <a:pt x="2498654" y="2077"/>
                </a:lnTo>
                <a:lnTo>
                  <a:pt x="2498394" y="1884"/>
                </a:lnTo>
                <a:lnTo>
                  <a:pt x="2498128" y="1700"/>
                </a:lnTo>
                <a:lnTo>
                  <a:pt x="2497856" y="1526"/>
                </a:lnTo>
                <a:lnTo>
                  <a:pt x="2497577" y="1361"/>
                </a:lnTo>
                <a:lnTo>
                  <a:pt x="2497292" y="1206"/>
                </a:lnTo>
                <a:lnTo>
                  <a:pt x="2497002" y="1060"/>
                </a:lnTo>
                <a:lnTo>
                  <a:pt x="2496705" y="923"/>
                </a:lnTo>
                <a:lnTo>
                  <a:pt x="2496402" y="796"/>
                </a:lnTo>
                <a:lnTo>
                  <a:pt x="2496092" y="678"/>
                </a:lnTo>
                <a:lnTo>
                  <a:pt x="2495777" y="570"/>
                </a:lnTo>
                <a:lnTo>
                  <a:pt x="2495455" y="471"/>
                </a:lnTo>
                <a:lnTo>
                  <a:pt x="2495127" y="381"/>
                </a:lnTo>
                <a:lnTo>
                  <a:pt x="2494794" y="301"/>
                </a:lnTo>
                <a:lnTo>
                  <a:pt x="2494453" y="231"/>
                </a:lnTo>
                <a:lnTo>
                  <a:pt x="2494107" y="170"/>
                </a:lnTo>
                <a:lnTo>
                  <a:pt x="2493755" y="118"/>
                </a:lnTo>
                <a:lnTo>
                  <a:pt x="2493396" y="75"/>
                </a:lnTo>
                <a:lnTo>
                  <a:pt x="2493031" y="42"/>
                </a:lnTo>
                <a:lnTo>
                  <a:pt x="2492660" y="19"/>
                </a:lnTo>
                <a:lnTo>
                  <a:pt x="2492283" y="5"/>
                </a:lnTo>
                <a:lnTo>
                  <a:pt x="2491900" y="0"/>
                </a:lnTo>
                <a:lnTo>
                  <a:pt x="2491517" y="5"/>
                </a:lnTo>
                <a:lnTo>
                  <a:pt x="2491140" y="19"/>
                </a:lnTo>
                <a:lnTo>
                  <a:pt x="2490769" y="42"/>
                </a:lnTo>
                <a:lnTo>
                  <a:pt x="2490405" y="75"/>
                </a:lnTo>
                <a:lnTo>
                  <a:pt x="2490047" y="118"/>
                </a:lnTo>
                <a:lnTo>
                  <a:pt x="2489696" y="170"/>
                </a:lnTo>
                <a:lnTo>
                  <a:pt x="2489351" y="231"/>
                </a:lnTo>
                <a:lnTo>
                  <a:pt x="2489012" y="301"/>
                </a:lnTo>
                <a:lnTo>
                  <a:pt x="2488679" y="381"/>
                </a:lnTo>
                <a:lnTo>
                  <a:pt x="2488353" y="471"/>
                </a:lnTo>
                <a:lnTo>
                  <a:pt x="2488034" y="570"/>
                </a:lnTo>
                <a:lnTo>
                  <a:pt x="2487720" y="678"/>
                </a:lnTo>
                <a:lnTo>
                  <a:pt x="2487413" y="796"/>
                </a:lnTo>
                <a:lnTo>
                  <a:pt x="2487112" y="923"/>
                </a:lnTo>
                <a:lnTo>
                  <a:pt x="2486818" y="1060"/>
                </a:lnTo>
                <a:lnTo>
                  <a:pt x="2486529" y="1206"/>
                </a:lnTo>
                <a:lnTo>
                  <a:pt x="2486248" y="1361"/>
                </a:lnTo>
                <a:lnTo>
                  <a:pt x="2485972" y="1526"/>
                </a:lnTo>
                <a:lnTo>
                  <a:pt x="2485703" y="1700"/>
                </a:lnTo>
                <a:lnTo>
                  <a:pt x="2485440" y="1884"/>
                </a:lnTo>
                <a:lnTo>
                  <a:pt x="2485184" y="2077"/>
                </a:lnTo>
                <a:lnTo>
                  <a:pt x="2484934" y="2279"/>
                </a:lnTo>
                <a:lnTo>
                  <a:pt x="2484690" y="2491"/>
                </a:lnTo>
                <a:lnTo>
                  <a:pt x="2484452" y="2713"/>
                </a:lnTo>
                <a:lnTo>
                  <a:pt x="2484223" y="2941"/>
                </a:lnTo>
                <a:lnTo>
                  <a:pt x="2484003" y="3175"/>
                </a:lnTo>
                <a:lnTo>
                  <a:pt x="2483794" y="3413"/>
                </a:lnTo>
                <a:lnTo>
                  <a:pt x="2483593" y="3657"/>
                </a:lnTo>
                <a:lnTo>
                  <a:pt x="2483403" y="3905"/>
                </a:lnTo>
                <a:lnTo>
                  <a:pt x="2483223" y="4158"/>
                </a:lnTo>
                <a:lnTo>
                  <a:pt x="2483052" y="4417"/>
                </a:lnTo>
                <a:lnTo>
                  <a:pt x="2482891" y="4680"/>
                </a:lnTo>
                <a:lnTo>
                  <a:pt x="2482739" y="4948"/>
                </a:lnTo>
                <a:lnTo>
                  <a:pt x="2482598" y="5222"/>
                </a:lnTo>
                <a:lnTo>
                  <a:pt x="2482466" y="5500"/>
                </a:lnTo>
                <a:lnTo>
                  <a:pt x="2482344" y="5783"/>
                </a:lnTo>
                <a:lnTo>
                  <a:pt x="2482232" y="6071"/>
                </a:lnTo>
                <a:lnTo>
                  <a:pt x="2482129" y="6364"/>
                </a:lnTo>
                <a:lnTo>
                  <a:pt x="2482037" y="6662"/>
                </a:lnTo>
                <a:lnTo>
                  <a:pt x="2481954" y="6965"/>
                </a:lnTo>
                <a:lnTo>
                  <a:pt x="2481880" y="7273"/>
                </a:lnTo>
                <a:lnTo>
                  <a:pt x="2481817" y="7586"/>
                </a:lnTo>
                <a:lnTo>
                  <a:pt x="2481763" y="7904"/>
                </a:lnTo>
                <a:lnTo>
                  <a:pt x="2481719" y="8227"/>
                </a:lnTo>
                <a:lnTo>
                  <a:pt x="2481685" y="8555"/>
                </a:lnTo>
                <a:lnTo>
                  <a:pt x="2481661" y="8888"/>
                </a:lnTo>
                <a:lnTo>
                  <a:pt x="2481646" y="9226"/>
                </a:lnTo>
                <a:lnTo>
                  <a:pt x="2481641" y="9568"/>
                </a:lnTo>
                <a:lnTo>
                  <a:pt x="2481646" y="9911"/>
                </a:lnTo>
                <a:lnTo>
                  <a:pt x="2481661" y="10249"/>
                </a:lnTo>
                <a:lnTo>
                  <a:pt x="2481685" y="10582"/>
                </a:lnTo>
                <a:lnTo>
                  <a:pt x="2481719" y="10910"/>
                </a:lnTo>
                <a:lnTo>
                  <a:pt x="2481763" y="11233"/>
                </a:lnTo>
                <a:lnTo>
                  <a:pt x="2481817" y="11550"/>
                </a:lnTo>
                <a:lnTo>
                  <a:pt x="2481880" y="11863"/>
                </a:lnTo>
                <a:lnTo>
                  <a:pt x="2481954" y="12171"/>
                </a:lnTo>
                <a:lnTo>
                  <a:pt x="2482037" y="12474"/>
                </a:lnTo>
                <a:lnTo>
                  <a:pt x="2482129" y="12773"/>
                </a:lnTo>
                <a:lnTo>
                  <a:pt x="2482232" y="13066"/>
                </a:lnTo>
                <a:lnTo>
                  <a:pt x="2482344" y="13354"/>
                </a:lnTo>
                <a:lnTo>
                  <a:pt x="2482466" y="13637"/>
                </a:lnTo>
                <a:lnTo>
                  <a:pt x="2482598" y="13915"/>
                </a:lnTo>
                <a:lnTo>
                  <a:pt x="2482739" y="14188"/>
                </a:lnTo>
                <a:lnTo>
                  <a:pt x="2482891" y="14457"/>
                </a:lnTo>
                <a:lnTo>
                  <a:pt x="2483052" y="14720"/>
                </a:lnTo>
                <a:lnTo>
                  <a:pt x="2483223" y="14978"/>
                </a:lnTo>
                <a:lnTo>
                  <a:pt x="2483403" y="15232"/>
                </a:lnTo>
                <a:lnTo>
                  <a:pt x="2483593" y="15480"/>
                </a:lnTo>
                <a:lnTo>
                  <a:pt x="2483794" y="15724"/>
                </a:lnTo>
                <a:lnTo>
                  <a:pt x="2484003" y="15962"/>
                </a:lnTo>
                <a:lnTo>
                  <a:pt x="2484223" y="16195"/>
                </a:lnTo>
                <a:lnTo>
                  <a:pt x="2484452" y="16424"/>
                </a:lnTo>
                <a:lnTo>
                  <a:pt x="2484690" y="16645"/>
                </a:lnTo>
                <a:lnTo>
                  <a:pt x="2484934" y="16857"/>
                </a:lnTo>
                <a:lnTo>
                  <a:pt x="2485184" y="17060"/>
                </a:lnTo>
                <a:lnTo>
                  <a:pt x="2485440" y="17253"/>
                </a:lnTo>
                <a:lnTo>
                  <a:pt x="2485703" y="17437"/>
                </a:lnTo>
                <a:lnTo>
                  <a:pt x="2485972" y="17611"/>
                </a:lnTo>
                <a:lnTo>
                  <a:pt x="2486248" y="17776"/>
                </a:lnTo>
                <a:lnTo>
                  <a:pt x="2486529" y="17931"/>
                </a:lnTo>
                <a:lnTo>
                  <a:pt x="2486818" y="18077"/>
                </a:lnTo>
                <a:lnTo>
                  <a:pt x="2487112" y="18214"/>
                </a:lnTo>
                <a:lnTo>
                  <a:pt x="2487413" y="18341"/>
                </a:lnTo>
                <a:lnTo>
                  <a:pt x="2487720" y="18459"/>
                </a:lnTo>
                <a:lnTo>
                  <a:pt x="2488034" y="18567"/>
                </a:lnTo>
                <a:lnTo>
                  <a:pt x="2488353" y="18666"/>
                </a:lnTo>
                <a:lnTo>
                  <a:pt x="2488679" y="18755"/>
                </a:lnTo>
                <a:lnTo>
                  <a:pt x="2489012" y="18835"/>
                </a:lnTo>
                <a:lnTo>
                  <a:pt x="2489351" y="18906"/>
                </a:lnTo>
                <a:lnTo>
                  <a:pt x="2489696" y="18967"/>
                </a:lnTo>
                <a:lnTo>
                  <a:pt x="2490047" y="19019"/>
                </a:lnTo>
                <a:lnTo>
                  <a:pt x="2490405" y="19061"/>
                </a:lnTo>
                <a:lnTo>
                  <a:pt x="2490769" y="19094"/>
                </a:lnTo>
                <a:lnTo>
                  <a:pt x="2491140" y="19118"/>
                </a:lnTo>
                <a:lnTo>
                  <a:pt x="2491517" y="19132"/>
                </a:lnTo>
                <a:lnTo>
                  <a:pt x="2491900" y="19137"/>
                </a:lnTo>
                <a:lnTo>
                  <a:pt x="2492283" y="19132"/>
                </a:lnTo>
                <a:lnTo>
                  <a:pt x="2492660" y="19118"/>
                </a:lnTo>
                <a:lnTo>
                  <a:pt x="2493031" y="19094"/>
                </a:lnTo>
                <a:lnTo>
                  <a:pt x="2493396" y="19061"/>
                </a:lnTo>
                <a:lnTo>
                  <a:pt x="2493755" y="19019"/>
                </a:lnTo>
                <a:close/>
                <a:moveTo>
                  <a:pt x="1739522" y="64116"/>
                </a:moveTo>
                <a:lnTo>
                  <a:pt x="1739927" y="63624"/>
                </a:lnTo>
                <a:lnTo>
                  <a:pt x="1740341" y="63135"/>
                </a:lnTo>
                <a:lnTo>
                  <a:pt x="1740766" y="62650"/>
                </a:lnTo>
                <a:lnTo>
                  <a:pt x="1741200" y="62168"/>
                </a:lnTo>
                <a:lnTo>
                  <a:pt x="1741645" y="61689"/>
                </a:lnTo>
                <a:lnTo>
                  <a:pt x="1742099" y="61214"/>
                </a:lnTo>
                <a:lnTo>
                  <a:pt x="1742563" y="60743"/>
                </a:lnTo>
                <a:lnTo>
                  <a:pt x="1743038" y="60274"/>
                </a:lnTo>
                <a:lnTo>
                  <a:pt x="1743522" y="59809"/>
                </a:lnTo>
                <a:lnTo>
                  <a:pt x="1744016" y="59348"/>
                </a:lnTo>
                <a:lnTo>
                  <a:pt x="1744520" y="58889"/>
                </a:lnTo>
                <a:lnTo>
                  <a:pt x="1745034" y="58435"/>
                </a:lnTo>
                <a:lnTo>
                  <a:pt x="1745558" y="57983"/>
                </a:lnTo>
                <a:lnTo>
                  <a:pt x="1746091" y="57535"/>
                </a:lnTo>
                <a:lnTo>
                  <a:pt x="1746635" y="57091"/>
                </a:lnTo>
                <a:lnTo>
                  <a:pt x="1747189" y="56649"/>
                </a:lnTo>
                <a:lnTo>
                  <a:pt x="1747752" y="56211"/>
                </a:lnTo>
                <a:lnTo>
                  <a:pt x="1748326" y="55777"/>
                </a:lnTo>
                <a:lnTo>
                  <a:pt x="1748909" y="55346"/>
                </a:lnTo>
                <a:lnTo>
                  <a:pt x="1749503" y="54918"/>
                </a:lnTo>
                <a:lnTo>
                  <a:pt x="1750106" y="54494"/>
                </a:lnTo>
                <a:lnTo>
                  <a:pt x="1750720" y="54080"/>
                </a:lnTo>
                <a:lnTo>
                  <a:pt x="1751347" y="53684"/>
                </a:lnTo>
                <a:lnTo>
                  <a:pt x="1751985" y="53305"/>
                </a:lnTo>
                <a:lnTo>
                  <a:pt x="1752635" y="52944"/>
                </a:lnTo>
                <a:lnTo>
                  <a:pt x="1753297" y="52600"/>
                </a:lnTo>
                <a:lnTo>
                  <a:pt x="1753972" y="52274"/>
                </a:lnTo>
                <a:lnTo>
                  <a:pt x="1754658" y="51966"/>
                </a:lnTo>
                <a:lnTo>
                  <a:pt x="1755356" y="51675"/>
                </a:lnTo>
                <a:lnTo>
                  <a:pt x="1756066" y="51402"/>
                </a:lnTo>
                <a:lnTo>
                  <a:pt x="1756789" y="51147"/>
                </a:lnTo>
                <a:lnTo>
                  <a:pt x="1757523" y="50909"/>
                </a:lnTo>
                <a:lnTo>
                  <a:pt x="1758269" y="50689"/>
                </a:lnTo>
                <a:lnTo>
                  <a:pt x="1759027" y="50486"/>
                </a:lnTo>
                <a:lnTo>
                  <a:pt x="1759797" y="50301"/>
                </a:lnTo>
                <a:lnTo>
                  <a:pt x="1760579" y="50134"/>
                </a:lnTo>
                <a:lnTo>
                  <a:pt x="1761373" y="49984"/>
                </a:lnTo>
                <a:lnTo>
                  <a:pt x="1762179" y="49852"/>
                </a:lnTo>
                <a:lnTo>
                  <a:pt x="1762998" y="49737"/>
                </a:lnTo>
                <a:lnTo>
                  <a:pt x="1763828" y="49640"/>
                </a:lnTo>
                <a:lnTo>
                  <a:pt x="1764670" y="49561"/>
                </a:lnTo>
                <a:lnTo>
                  <a:pt x="1765524" y="49499"/>
                </a:lnTo>
                <a:lnTo>
                  <a:pt x="1766390" y="49455"/>
                </a:lnTo>
                <a:lnTo>
                  <a:pt x="1767268" y="49429"/>
                </a:lnTo>
                <a:lnTo>
                  <a:pt x="1768158" y="49420"/>
                </a:lnTo>
                <a:lnTo>
                  <a:pt x="1768752" y="49426"/>
                </a:lnTo>
                <a:lnTo>
                  <a:pt x="1769335" y="49442"/>
                </a:lnTo>
                <a:lnTo>
                  <a:pt x="1769906" y="49471"/>
                </a:lnTo>
                <a:lnTo>
                  <a:pt x="1770465" y="49510"/>
                </a:lnTo>
                <a:lnTo>
                  <a:pt x="1771013" y="49560"/>
                </a:lnTo>
                <a:lnTo>
                  <a:pt x="1771549" y="49622"/>
                </a:lnTo>
                <a:lnTo>
                  <a:pt x="1772073" y="49695"/>
                </a:lnTo>
                <a:lnTo>
                  <a:pt x="1772586" y="49779"/>
                </a:lnTo>
                <a:lnTo>
                  <a:pt x="1773087" y="49874"/>
                </a:lnTo>
                <a:lnTo>
                  <a:pt x="1773576" y="49980"/>
                </a:lnTo>
                <a:lnTo>
                  <a:pt x="1774054" y="50098"/>
                </a:lnTo>
                <a:lnTo>
                  <a:pt x="1774520" y="50227"/>
                </a:lnTo>
                <a:lnTo>
                  <a:pt x="1774975" y="50367"/>
                </a:lnTo>
                <a:lnTo>
                  <a:pt x="1775418" y="50518"/>
                </a:lnTo>
                <a:lnTo>
                  <a:pt x="1775849" y="50681"/>
                </a:lnTo>
                <a:lnTo>
                  <a:pt x="1776268" y="50855"/>
                </a:lnTo>
                <a:lnTo>
                  <a:pt x="1776676" y="51039"/>
                </a:lnTo>
                <a:lnTo>
                  <a:pt x="1777073" y="51236"/>
                </a:lnTo>
                <a:lnTo>
                  <a:pt x="1777457" y="51443"/>
                </a:lnTo>
                <a:lnTo>
                  <a:pt x="1777830" y="51661"/>
                </a:lnTo>
                <a:lnTo>
                  <a:pt x="1778192" y="51891"/>
                </a:lnTo>
                <a:lnTo>
                  <a:pt x="1778541" y="52132"/>
                </a:lnTo>
                <a:lnTo>
                  <a:pt x="1778879" y="52384"/>
                </a:lnTo>
                <a:lnTo>
                  <a:pt x="1779206" y="52648"/>
                </a:lnTo>
                <a:lnTo>
                  <a:pt x="1779522" y="52921"/>
                </a:lnTo>
                <a:lnTo>
                  <a:pt x="1779830" y="53202"/>
                </a:lnTo>
                <a:lnTo>
                  <a:pt x="1780130" y="53492"/>
                </a:lnTo>
                <a:lnTo>
                  <a:pt x="1780421" y="53790"/>
                </a:lnTo>
                <a:lnTo>
                  <a:pt x="1780704" y="54097"/>
                </a:lnTo>
                <a:lnTo>
                  <a:pt x="1780978" y="54412"/>
                </a:lnTo>
                <a:lnTo>
                  <a:pt x="1781244" y="54735"/>
                </a:lnTo>
                <a:lnTo>
                  <a:pt x="1781502" y="55067"/>
                </a:lnTo>
                <a:lnTo>
                  <a:pt x="1781751" y="55407"/>
                </a:lnTo>
                <a:lnTo>
                  <a:pt x="1781992" y="55756"/>
                </a:lnTo>
                <a:lnTo>
                  <a:pt x="1782225" y="56112"/>
                </a:lnTo>
                <a:lnTo>
                  <a:pt x="1782449" y="56478"/>
                </a:lnTo>
                <a:lnTo>
                  <a:pt x="1782664" y="56851"/>
                </a:lnTo>
                <a:lnTo>
                  <a:pt x="1782872" y="57233"/>
                </a:lnTo>
                <a:lnTo>
                  <a:pt x="1783071" y="57624"/>
                </a:lnTo>
                <a:lnTo>
                  <a:pt x="1783261" y="58022"/>
                </a:lnTo>
                <a:lnTo>
                  <a:pt x="1783443" y="58429"/>
                </a:lnTo>
                <a:lnTo>
                  <a:pt x="1783617" y="58845"/>
                </a:lnTo>
                <a:lnTo>
                  <a:pt x="1783782" y="59269"/>
                </a:lnTo>
                <a:lnTo>
                  <a:pt x="1783939" y="59701"/>
                </a:lnTo>
                <a:lnTo>
                  <a:pt x="1784088" y="60141"/>
                </a:lnTo>
                <a:lnTo>
                  <a:pt x="1784228" y="60590"/>
                </a:lnTo>
                <a:lnTo>
                  <a:pt x="1784360" y="61047"/>
                </a:lnTo>
                <a:lnTo>
                  <a:pt x="1784483" y="61513"/>
                </a:lnTo>
                <a:lnTo>
                  <a:pt x="1784600" y="61985"/>
                </a:lnTo>
                <a:lnTo>
                  <a:pt x="1784712" y="62463"/>
                </a:lnTo>
                <a:lnTo>
                  <a:pt x="1784818" y="62946"/>
                </a:lnTo>
                <a:lnTo>
                  <a:pt x="1784920" y="63434"/>
                </a:lnTo>
                <a:lnTo>
                  <a:pt x="1785017" y="63928"/>
                </a:lnTo>
                <a:lnTo>
                  <a:pt x="1785109" y="64427"/>
                </a:lnTo>
                <a:lnTo>
                  <a:pt x="1785196" y="64931"/>
                </a:lnTo>
                <a:lnTo>
                  <a:pt x="1785278" y="65441"/>
                </a:lnTo>
                <a:lnTo>
                  <a:pt x="1785355" y="65956"/>
                </a:lnTo>
                <a:lnTo>
                  <a:pt x="1785427" y="66476"/>
                </a:lnTo>
                <a:lnTo>
                  <a:pt x="1785494" y="67002"/>
                </a:lnTo>
                <a:lnTo>
                  <a:pt x="1785556" y="67533"/>
                </a:lnTo>
                <a:lnTo>
                  <a:pt x="1785613" y="68070"/>
                </a:lnTo>
                <a:lnTo>
                  <a:pt x="1785665" y="68612"/>
                </a:lnTo>
                <a:lnTo>
                  <a:pt x="1785712" y="69159"/>
                </a:lnTo>
                <a:lnTo>
                  <a:pt x="1785755" y="69711"/>
                </a:lnTo>
                <a:lnTo>
                  <a:pt x="1785792" y="70269"/>
                </a:lnTo>
                <a:lnTo>
                  <a:pt x="1785824" y="70833"/>
                </a:lnTo>
                <a:lnTo>
                  <a:pt x="1785851" y="71401"/>
                </a:lnTo>
                <a:lnTo>
                  <a:pt x="1785874" y="71975"/>
                </a:lnTo>
                <a:lnTo>
                  <a:pt x="1785891" y="72554"/>
                </a:lnTo>
                <a:lnTo>
                  <a:pt x="1785904" y="73139"/>
                </a:lnTo>
                <a:lnTo>
                  <a:pt x="1785911" y="73729"/>
                </a:lnTo>
                <a:lnTo>
                  <a:pt x="1785914" y="74324"/>
                </a:lnTo>
                <a:lnTo>
                  <a:pt x="1785914" y="136324"/>
                </a:lnTo>
                <a:lnTo>
                  <a:pt x="1802387" y="136324"/>
                </a:lnTo>
                <a:lnTo>
                  <a:pt x="1802387" y="72308"/>
                </a:lnTo>
                <a:lnTo>
                  <a:pt x="1802375" y="70861"/>
                </a:lnTo>
                <a:lnTo>
                  <a:pt x="1802338" y="69441"/>
                </a:lnTo>
                <a:lnTo>
                  <a:pt x="1802277" y="68049"/>
                </a:lnTo>
                <a:lnTo>
                  <a:pt x="1802191" y="66685"/>
                </a:lnTo>
                <a:lnTo>
                  <a:pt x="1802081" y="65348"/>
                </a:lnTo>
                <a:lnTo>
                  <a:pt x="1801946" y="64038"/>
                </a:lnTo>
                <a:lnTo>
                  <a:pt x="1801787" y="62757"/>
                </a:lnTo>
                <a:lnTo>
                  <a:pt x="1801603" y="61503"/>
                </a:lnTo>
                <a:lnTo>
                  <a:pt x="1801395" y="60276"/>
                </a:lnTo>
                <a:lnTo>
                  <a:pt x="1801162" y="59078"/>
                </a:lnTo>
                <a:lnTo>
                  <a:pt x="1800905" y="57906"/>
                </a:lnTo>
                <a:lnTo>
                  <a:pt x="1800624" y="56763"/>
                </a:lnTo>
                <a:lnTo>
                  <a:pt x="1800318" y="55647"/>
                </a:lnTo>
                <a:lnTo>
                  <a:pt x="1799987" y="54558"/>
                </a:lnTo>
                <a:lnTo>
                  <a:pt x="1799632" y="53498"/>
                </a:lnTo>
                <a:lnTo>
                  <a:pt x="1799252" y="52465"/>
                </a:lnTo>
                <a:lnTo>
                  <a:pt x="1798848" y="51459"/>
                </a:lnTo>
                <a:lnTo>
                  <a:pt x="1798420" y="50481"/>
                </a:lnTo>
                <a:lnTo>
                  <a:pt x="1797967" y="49531"/>
                </a:lnTo>
                <a:lnTo>
                  <a:pt x="1797489" y="48608"/>
                </a:lnTo>
                <a:lnTo>
                  <a:pt x="1796987" y="47713"/>
                </a:lnTo>
                <a:lnTo>
                  <a:pt x="1796460" y="46846"/>
                </a:lnTo>
                <a:lnTo>
                  <a:pt x="1795909" y="46006"/>
                </a:lnTo>
                <a:lnTo>
                  <a:pt x="1795334" y="45194"/>
                </a:lnTo>
                <a:lnTo>
                  <a:pt x="1794730" y="44412"/>
                </a:lnTo>
                <a:lnTo>
                  <a:pt x="1794095" y="43663"/>
                </a:lnTo>
                <a:lnTo>
                  <a:pt x="1793428" y="42948"/>
                </a:lnTo>
                <a:lnTo>
                  <a:pt x="1792729" y="42265"/>
                </a:lnTo>
                <a:lnTo>
                  <a:pt x="1791999" y="41617"/>
                </a:lnTo>
                <a:lnTo>
                  <a:pt x="1791237" y="41001"/>
                </a:lnTo>
                <a:lnTo>
                  <a:pt x="1790443" y="40419"/>
                </a:lnTo>
                <a:lnTo>
                  <a:pt x="1789618" y="39870"/>
                </a:lnTo>
                <a:lnTo>
                  <a:pt x="1788761" y="39354"/>
                </a:lnTo>
                <a:lnTo>
                  <a:pt x="1787872" y="38871"/>
                </a:lnTo>
                <a:lnTo>
                  <a:pt x="1786952" y="38422"/>
                </a:lnTo>
                <a:lnTo>
                  <a:pt x="1786000" y="38006"/>
                </a:lnTo>
                <a:lnTo>
                  <a:pt x="1785016" y="37623"/>
                </a:lnTo>
                <a:lnTo>
                  <a:pt x="1784001" y="37274"/>
                </a:lnTo>
                <a:lnTo>
                  <a:pt x="1782953" y="36958"/>
                </a:lnTo>
                <a:lnTo>
                  <a:pt x="1781875" y="36675"/>
                </a:lnTo>
                <a:lnTo>
                  <a:pt x="1780764" y="36425"/>
                </a:lnTo>
                <a:lnTo>
                  <a:pt x="1779622" y="36209"/>
                </a:lnTo>
                <a:lnTo>
                  <a:pt x="1778448" y="36026"/>
                </a:lnTo>
                <a:lnTo>
                  <a:pt x="1777243" y="35876"/>
                </a:lnTo>
                <a:lnTo>
                  <a:pt x="1776005" y="35760"/>
                </a:lnTo>
                <a:lnTo>
                  <a:pt x="1774736" y="35677"/>
                </a:lnTo>
                <a:lnTo>
                  <a:pt x="1773436" y="35627"/>
                </a:lnTo>
                <a:lnTo>
                  <a:pt x="1772104" y="35610"/>
                </a:lnTo>
                <a:lnTo>
                  <a:pt x="1771043" y="35619"/>
                </a:lnTo>
                <a:lnTo>
                  <a:pt x="1769998" y="35646"/>
                </a:lnTo>
                <a:lnTo>
                  <a:pt x="1768969" y="35691"/>
                </a:lnTo>
                <a:lnTo>
                  <a:pt x="1767955" y="35754"/>
                </a:lnTo>
                <a:lnTo>
                  <a:pt x="1766957" y="35835"/>
                </a:lnTo>
                <a:lnTo>
                  <a:pt x="1765975" y="35934"/>
                </a:lnTo>
                <a:lnTo>
                  <a:pt x="1765009" y="36051"/>
                </a:lnTo>
                <a:lnTo>
                  <a:pt x="1764059" y="36185"/>
                </a:lnTo>
                <a:lnTo>
                  <a:pt x="1763124" y="36338"/>
                </a:lnTo>
                <a:lnTo>
                  <a:pt x="1762205" y="36509"/>
                </a:lnTo>
                <a:lnTo>
                  <a:pt x="1761302" y="36698"/>
                </a:lnTo>
                <a:lnTo>
                  <a:pt x="1760414" y="36905"/>
                </a:lnTo>
                <a:lnTo>
                  <a:pt x="1759543" y="37130"/>
                </a:lnTo>
                <a:lnTo>
                  <a:pt x="1758687" y="37372"/>
                </a:lnTo>
                <a:lnTo>
                  <a:pt x="1757847" y="37633"/>
                </a:lnTo>
                <a:lnTo>
                  <a:pt x="1757022" y="37912"/>
                </a:lnTo>
                <a:lnTo>
                  <a:pt x="1756213" y="38208"/>
                </a:lnTo>
                <a:lnTo>
                  <a:pt x="1755421" y="38523"/>
                </a:lnTo>
                <a:lnTo>
                  <a:pt x="1754643" y="38856"/>
                </a:lnTo>
                <a:lnTo>
                  <a:pt x="1753882" y="39206"/>
                </a:lnTo>
                <a:lnTo>
                  <a:pt x="1753136" y="39575"/>
                </a:lnTo>
                <a:lnTo>
                  <a:pt x="1752406" y="39962"/>
                </a:lnTo>
                <a:lnTo>
                  <a:pt x="1751692" y="40366"/>
                </a:lnTo>
                <a:lnTo>
                  <a:pt x="1750994" y="40789"/>
                </a:lnTo>
                <a:lnTo>
                  <a:pt x="1750310" y="41222"/>
                </a:lnTo>
                <a:lnTo>
                  <a:pt x="1749640" y="41656"/>
                </a:lnTo>
                <a:lnTo>
                  <a:pt x="1748983" y="42094"/>
                </a:lnTo>
                <a:lnTo>
                  <a:pt x="1748339" y="42533"/>
                </a:lnTo>
                <a:lnTo>
                  <a:pt x="1747708" y="42974"/>
                </a:lnTo>
                <a:lnTo>
                  <a:pt x="1747091" y="43418"/>
                </a:lnTo>
                <a:lnTo>
                  <a:pt x="1746488" y="43864"/>
                </a:lnTo>
                <a:lnTo>
                  <a:pt x="1745897" y="44313"/>
                </a:lnTo>
                <a:lnTo>
                  <a:pt x="1745320" y="44763"/>
                </a:lnTo>
                <a:lnTo>
                  <a:pt x="1744757" y="45216"/>
                </a:lnTo>
                <a:lnTo>
                  <a:pt x="1744207" y="45671"/>
                </a:lnTo>
                <a:lnTo>
                  <a:pt x="1743670" y="46128"/>
                </a:lnTo>
                <a:lnTo>
                  <a:pt x="1743146" y="46587"/>
                </a:lnTo>
                <a:lnTo>
                  <a:pt x="1742636" y="47049"/>
                </a:lnTo>
                <a:lnTo>
                  <a:pt x="1742139" y="47513"/>
                </a:lnTo>
                <a:lnTo>
                  <a:pt x="1741656" y="47979"/>
                </a:lnTo>
                <a:lnTo>
                  <a:pt x="1741186" y="48447"/>
                </a:lnTo>
                <a:lnTo>
                  <a:pt x="1740729" y="48918"/>
                </a:lnTo>
                <a:lnTo>
                  <a:pt x="1740286" y="49390"/>
                </a:lnTo>
                <a:lnTo>
                  <a:pt x="1739856" y="49865"/>
                </a:lnTo>
                <a:lnTo>
                  <a:pt x="1739439" y="50343"/>
                </a:lnTo>
                <a:lnTo>
                  <a:pt x="1739036" y="50822"/>
                </a:lnTo>
                <a:lnTo>
                  <a:pt x="1738646" y="51304"/>
                </a:lnTo>
                <a:lnTo>
                  <a:pt x="1738269" y="51788"/>
                </a:lnTo>
                <a:lnTo>
                  <a:pt x="1738269" y="3551"/>
                </a:lnTo>
                <a:lnTo>
                  <a:pt x="1721894" y="3551"/>
                </a:lnTo>
                <a:lnTo>
                  <a:pt x="1721894" y="136324"/>
                </a:lnTo>
                <a:lnTo>
                  <a:pt x="1738368" y="136324"/>
                </a:lnTo>
                <a:lnTo>
                  <a:pt x="1738368" y="65613"/>
                </a:lnTo>
                <a:lnTo>
                  <a:pt x="1738743" y="65111"/>
                </a:lnTo>
                <a:lnTo>
                  <a:pt x="1739127" y="64612"/>
                </a:lnTo>
                <a:lnTo>
                  <a:pt x="1739522" y="64116"/>
                </a:lnTo>
                <a:close/>
                <a:moveTo>
                  <a:pt x="2174068" y="64116"/>
                </a:moveTo>
                <a:lnTo>
                  <a:pt x="2174473" y="63624"/>
                </a:lnTo>
                <a:lnTo>
                  <a:pt x="2174887" y="63135"/>
                </a:lnTo>
                <a:lnTo>
                  <a:pt x="2175312" y="62650"/>
                </a:lnTo>
                <a:lnTo>
                  <a:pt x="2175746" y="62168"/>
                </a:lnTo>
                <a:lnTo>
                  <a:pt x="2176191" y="61689"/>
                </a:lnTo>
                <a:lnTo>
                  <a:pt x="2176645" y="61214"/>
                </a:lnTo>
                <a:lnTo>
                  <a:pt x="2177109" y="60743"/>
                </a:lnTo>
                <a:lnTo>
                  <a:pt x="2177584" y="60274"/>
                </a:lnTo>
                <a:lnTo>
                  <a:pt x="2178068" y="59809"/>
                </a:lnTo>
                <a:lnTo>
                  <a:pt x="2178562" y="59348"/>
                </a:lnTo>
                <a:lnTo>
                  <a:pt x="2179066" y="58889"/>
                </a:lnTo>
                <a:lnTo>
                  <a:pt x="2179580" y="58435"/>
                </a:lnTo>
                <a:lnTo>
                  <a:pt x="2180104" y="57983"/>
                </a:lnTo>
                <a:lnTo>
                  <a:pt x="2180637" y="57535"/>
                </a:lnTo>
                <a:lnTo>
                  <a:pt x="2181181" y="57091"/>
                </a:lnTo>
                <a:lnTo>
                  <a:pt x="2181735" y="56649"/>
                </a:lnTo>
                <a:lnTo>
                  <a:pt x="2182298" y="56211"/>
                </a:lnTo>
                <a:lnTo>
                  <a:pt x="2182872" y="55777"/>
                </a:lnTo>
                <a:lnTo>
                  <a:pt x="2183455" y="55346"/>
                </a:lnTo>
                <a:lnTo>
                  <a:pt x="2184049" y="54918"/>
                </a:lnTo>
                <a:lnTo>
                  <a:pt x="2184652" y="54494"/>
                </a:lnTo>
                <a:lnTo>
                  <a:pt x="2185266" y="54080"/>
                </a:lnTo>
                <a:lnTo>
                  <a:pt x="2185893" y="53684"/>
                </a:lnTo>
                <a:lnTo>
                  <a:pt x="2186531" y="53305"/>
                </a:lnTo>
                <a:lnTo>
                  <a:pt x="2187181" y="52944"/>
                </a:lnTo>
                <a:lnTo>
                  <a:pt x="2187844" y="52600"/>
                </a:lnTo>
                <a:lnTo>
                  <a:pt x="2188518" y="52274"/>
                </a:lnTo>
                <a:lnTo>
                  <a:pt x="2189204" y="51966"/>
                </a:lnTo>
                <a:lnTo>
                  <a:pt x="2189902" y="51675"/>
                </a:lnTo>
                <a:lnTo>
                  <a:pt x="2190612" y="51402"/>
                </a:lnTo>
                <a:lnTo>
                  <a:pt x="2191335" y="51147"/>
                </a:lnTo>
                <a:lnTo>
                  <a:pt x="2192069" y="50909"/>
                </a:lnTo>
                <a:lnTo>
                  <a:pt x="2192815" y="50689"/>
                </a:lnTo>
                <a:lnTo>
                  <a:pt x="2193573" y="50486"/>
                </a:lnTo>
                <a:lnTo>
                  <a:pt x="2194343" y="50301"/>
                </a:lnTo>
                <a:lnTo>
                  <a:pt x="2195125" y="50134"/>
                </a:lnTo>
                <a:lnTo>
                  <a:pt x="2195919" y="49984"/>
                </a:lnTo>
                <a:lnTo>
                  <a:pt x="2196725" y="49852"/>
                </a:lnTo>
                <a:lnTo>
                  <a:pt x="2197544" y="49737"/>
                </a:lnTo>
                <a:lnTo>
                  <a:pt x="2198374" y="49640"/>
                </a:lnTo>
                <a:lnTo>
                  <a:pt x="2199216" y="49561"/>
                </a:lnTo>
                <a:lnTo>
                  <a:pt x="2200070" y="49499"/>
                </a:lnTo>
                <a:lnTo>
                  <a:pt x="2200936" y="49455"/>
                </a:lnTo>
                <a:lnTo>
                  <a:pt x="2201814" y="49429"/>
                </a:lnTo>
                <a:lnTo>
                  <a:pt x="2202704" y="49420"/>
                </a:lnTo>
                <a:lnTo>
                  <a:pt x="2203298" y="49426"/>
                </a:lnTo>
                <a:lnTo>
                  <a:pt x="2203881" y="49442"/>
                </a:lnTo>
                <a:lnTo>
                  <a:pt x="2204452" y="49471"/>
                </a:lnTo>
                <a:lnTo>
                  <a:pt x="2205011" y="49510"/>
                </a:lnTo>
                <a:lnTo>
                  <a:pt x="2205559" y="49560"/>
                </a:lnTo>
                <a:lnTo>
                  <a:pt x="2206095" y="49622"/>
                </a:lnTo>
                <a:lnTo>
                  <a:pt x="2206619" y="49695"/>
                </a:lnTo>
                <a:lnTo>
                  <a:pt x="2207132" y="49779"/>
                </a:lnTo>
                <a:lnTo>
                  <a:pt x="2207633" y="49874"/>
                </a:lnTo>
                <a:lnTo>
                  <a:pt x="2208122" y="49980"/>
                </a:lnTo>
                <a:lnTo>
                  <a:pt x="2208600" y="50098"/>
                </a:lnTo>
                <a:lnTo>
                  <a:pt x="2209066" y="50227"/>
                </a:lnTo>
                <a:lnTo>
                  <a:pt x="2209521" y="50367"/>
                </a:lnTo>
                <a:lnTo>
                  <a:pt x="2209964" y="50518"/>
                </a:lnTo>
                <a:lnTo>
                  <a:pt x="2210395" y="50681"/>
                </a:lnTo>
                <a:lnTo>
                  <a:pt x="2210814" y="50855"/>
                </a:lnTo>
                <a:lnTo>
                  <a:pt x="2211222" y="51039"/>
                </a:lnTo>
                <a:lnTo>
                  <a:pt x="2211619" y="51236"/>
                </a:lnTo>
                <a:lnTo>
                  <a:pt x="2212003" y="51443"/>
                </a:lnTo>
                <a:lnTo>
                  <a:pt x="2212376" y="51661"/>
                </a:lnTo>
                <a:lnTo>
                  <a:pt x="2212738" y="51891"/>
                </a:lnTo>
                <a:lnTo>
                  <a:pt x="2213087" y="52132"/>
                </a:lnTo>
                <a:lnTo>
                  <a:pt x="2213425" y="52384"/>
                </a:lnTo>
                <a:lnTo>
                  <a:pt x="2213752" y="52648"/>
                </a:lnTo>
                <a:lnTo>
                  <a:pt x="2214068" y="52921"/>
                </a:lnTo>
                <a:lnTo>
                  <a:pt x="2214376" y="53202"/>
                </a:lnTo>
                <a:lnTo>
                  <a:pt x="2214676" y="53492"/>
                </a:lnTo>
                <a:lnTo>
                  <a:pt x="2214967" y="53790"/>
                </a:lnTo>
                <a:lnTo>
                  <a:pt x="2215250" y="54097"/>
                </a:lnTo>
                <a:lnTo>
                  <a:pt x="2215524" y="54412"/>
                </a:lnTo>
                <a:lnTo>
                  <a:pt x="2215790" y="54735"/>
                </a:lnTo>
                <a:lnTo>
                  <a:pt x="2216048" y="55067"/>
                </a:lnTo>
                <a:lnTo>
                  <a:pt x="2216297" y="55407"/>
                </a:lnTo>
                <a:lnTo>
                  <a:pt x="2216538" y="55756"/>
                </a:lnTo>
                <a:lnTo>
                  <a:pt x="2216771" y="56112"/>
                </a:lnTo>
                <a:lnTo>
                  <a:pt x="2216995" y="56478"/>
                </a:lnTo>
                <a:lnTo>
                  <a:pt x="2217210" y="56851"/>
                </a:lnTo>
                <a:lnTo>
                  <a:pt x="2217418" y="57233"/>
                </a:lnTo>
                <a:lnTo>
                  <a:pt x="2217617" y="57624"/>
                </a:lnTo>
                <a:lnTo>
                  <a:pt x="2217807" y="58022"/>
                </a:lnTo>
                <a:lnTo>
                  <a:pt x="2217989" y="58429"/>
                </a:lnTo>
                <a:lnTo>
                  <a:pt x="2218163" y="58845"/>
                </a:lnTo>
                <a:lnTo>
                  <a:pt x="2218328" y="59269"/>
                </a:lnTo>
                <a:lnTo>
                  <a:pt x="2218485" y="59701"/>
                </a:lnTo>
                <a:lnTo>
                  <a:pt x="2218634" y="60141"/>
                </a:lnTo>
                <a:lnTo>
                  <a:pt x="2218774" y="60590"/>
                </a:lnTo>
                <a:lnTo>
                  <a:pt x="2218906" y="61047"/>
                </a:lnTo>
                <a:lnTo>
                  <a:pt x="2219029" y="61513"/>
                </a:lnTo>
                <a:lnTo>
                  <a:pt x="2219146" y="61985"/>
                </a:lnTo>
                <a:lnTo>
                  <a:pt x="2219258" y="62463"/>
                </a:lnTo>
                <a:lnTo>
                  <a:pt x="2219364" y="62946"/>
                </a:lnTo>
                <a:lnTo>
                  <a:pt x="2219466" y="63434"/>
                </a:lnTo>
                <a:lnTo>
                  <a:pt x="2219563" y="63928"/>
                </a:lnTo>
                <a:lnTo>
                  <a:pt x="2219655" y="64427"/>
                </a:lnTo>
                <a:lnTo>
                  <a:pt x="2219742" y="64931"/>
                </a:lnTo>
                <a:lnTo>
                  <a:pt x="2219824" y="65441"/>
                </a:lnTo>
                <a:lnTo>
                  <a:pt x="2219901" y="65956"/>
                </a:lnTo>
                <a:lnTo>
                  <a:pt x="2219973" y="66476"/>
                </a:lnTo>
                <a:lnTo>
                  <a:pt x="2220040" y="67002"/>
                </a:lnTo>
                <a:lnTo>
                  <a:pt x="2220102" y="67533"/>
                </a:lnTo>
                <a:lnTo>
                  <a:pt x="2220159" y="68070"/>
                </a:lnTo>
                <a:lnTo>
                  <a:pt x="2220211" y="68612"/>
                </a:lnTo>
                <a:lnTo>
                  <a:pt x="2220258" y="69159"/>
                </a:lnTo>
                <a:lnTo>
                  <a:pt x="2220301" y="69711"/>
                </a:lnTo>
                <a:lnTo>
                  <a:pt x="2220338" y="70269"/>
                </a:lnTo>
                <a:lnTo>
                  <a:pt x="2220370" y="70833"/>
                </a:lnTo>
                <a:lnTo>
                  <a:pt x="2220397" y="71401"/>
                </a:lnTo>
                <a:lnTo>
                  <a:pt x="2220420" y="71975"/>
                </a:lnTo>
                <a:lnTo>
                  <a:pt x="2220437" y="72554"/>
                </a:lnTo>
                <a:lnTo>
                  <a:pt x="2220450" y="73139"/>
                </a:lnTo>
                <a:lnTo>
                  <a:pt x="2220457" y="73729"/>
                </a:lnTo>
                <a:lnTo>
                  <a:pt x="2220460" y="74324"/>
                </a:lnTo>
                <a:lnTo>
                  <a:pt x="2220460" y="136324"/>
                </a:lnTo>
                <a:lnTo>
                  <a:pt x="2236933" y="136324"/>
                </a:lnTo>
                <a:lnTo>
                  <a:pt x="2236933" y="72308"/>
                </a:lnTo>
                <a:lnTo>
                  <a:pt x="2236921" y="70861"/>
                </a:lnTo>
                <a:lnTo>
                  <a:pt x="2236884" y="69441"/>
                </a:lnTo>
                <a:lnTo>
                  <a:pt x="2236823" y="68049"/>
                </a:lnTo>
                <a:lnTo>
                  <a:pt x="2236737" y="66685"/>
                </a:lnTo>
                <a:lnTo>
                  <a:pt x="2236627" y="65348"/>
                </a:lnTo>
                <a:lnTo>
                  <a:pt x="2236492" y="64038"/>
                </a:lnTo>
                <a:lnTo>
                  <a:pt x="2236333" y="62757"/>
                </a:lnTo>
                <a:lnTo>
                  <a:pt x="2236149" y="61503"/>
                </a:lnTo>
                <a:lnTo>
                  <a:pt x="2235941" y="60276"/>
                </a:lnTo>
                <a:lnTo>
                  <a:pt x="2235708" y="59078"/>
                </a:lnTo>
                <a:lnTo>
                  <a:pt x="2235451" y="57906"/>
                </a:lnTo>
                <a:lnTo>
                  <a:pt x="2235170" y="56763"/>
                </a:lnTo>
                <a:lnTo>
                  <a:pt x="2234864" y="55647"/>
                </a:lnTo>
                <a:lnTo>
                  <a:pt x="2234533" y="54558"/>
                </a:lnTo>
                <a:lnTo>
                  <a:pt x="2234178" y="53498"/>
                </a:lnTo>
                <a:lnTo>
                  <a:pt x="2233798" y="52465"/>
                </a:lnTo>
                <a:lnTo>
                  <a:pt x="2233394" y="51459"/>
                </a:lnTo>
                <a:lnTo>
                  <a:pt x="2232966" y="50481"/>
                </a:lnTo>
                <a:lnTo>
                  <a:pt x="2232513" y="49531"/>
                </a:lnTo>
                <a:lnTo>
                  <a:pt x="2232035" y="48608"/>
                </a:lnTo>
                <a:lnTo>
                  <a:pt x="2231533" y="47713"/>
                </a:lnTo>
                <a:lnTo>
                  <a:pt x="2231006" y="46846"/>
                </a:lnTo>
                <a:lnTo>
                  <a:pt x="2230455" y="46006"/>
                </a:lnTo>
                <a:lnTo>
                  <a:pt x="2229880" y="45194"/>
                </a:lnTo>
                <a:lnTo>
                  <a:pt x="2229276" y="44412"/>
                </a:lnTo>
                <a:lnTo>
                  <a:pt x="2228641" y="43663"/>
                </a:lnTo>
                <a:lnTo>
                  <a:pt x="2227974" y="42948"/>
                </a:lnTo>
                <a:lnTo>
                  <a:pt x="2227275" y="42265"/>
                </a:lnTo>
                <a:lnTo>
                  <a:pt x="2226545" y="41617"/>
                </a:lnTo>
                <a:lnTo>
                  <a:pt x="2225783" y="41001"/>
                </a:lnTo>
                <a:lnTo>
                  <a:pt x="2224989" y="40419"/>
                </a:lnTo>
                <a:lnTo>
                  <a:pt x="2224164" y="39870"/>
                </a:lnTo>
                <a:lnTo>
                  <a:pt x="2223307" y="39354"/>
                </a:lnTo>
                <a:lnTo>
                  <a:pt x="2222418" y="38871"/>
                </a:lnTo>
                <a:lnTo>
                  <a:pt x="2221498" y="38422"/>
                </a:lnTo>
                <a:lnTo>
                  <a:pt x="2220546" y="38006"/>
                </a:lnTo>
                <a:lnTo>
                  <a:pt x="2219562" y="37623"/>
                </a:lnTo>
                <a:lnTo>
                  <a:pt x="2218547" y="37274"/>
                </a:lnTo>
                <a:lnTo>
                  <a:pt x="2217499" y="36958"/>
                </a:lnTo>
                <a:lnTo>
                  <a:pt x="2216421" y="36675"/>
                </a:lnTo>
                <a:lnTo>
                  <a:pt x="2215310" y="36425"/>
                </a:lnTo>
                <a:lnTo>
                  <a:pt x="2214168" y="36209"/>
                </a:lnTo>
                <a:lnTo>
                  <a:pt x="2212994" y="36026"/>
                </a:lnTo>
                <a:lnTo>
                  <a:pt x="2211789" y="35876"/>
                </a:lnTo>
                <a:lnTo>
                  <a:pt x="2210551" y="35760"/>
                </a:lnTo>
                <a:lnTo>
                  <a:pt x="2209282" y="35677"/>
                </a:lnTo>
                <a:lnTo>
                  <a:pt x="2207982" y="35627"/>
                </a:lnTo>
                <a:lnTo>
                  <a:pt x="2206650" y="35610"/>
                </a:lnTo>
                <a:lnTo>
                  <a:pt x="2205589" y="35619"/>
                </a:lnTo>
                <a:lnTo>
                  <a:pt x="2204544" y="35646"/>
                </a:lnTo>
                <a:lnTo>
                  <a:pt x="2203515" y="35691"/>
                </a:lnTo>
                <a:lnTo>
                  <a:pt x="2202501" y="35754"/>
                </a:lnTo>
                <a:lnTo>
                  <a:pt x="2201503" y="35835"/>
                </a:lnTo>
                <a:lnTo>
                  <a:pt x="2200521" y="35934"/>
                </a:lnTo>
                <a:lnTo>
                  <a:pt x="2199555" y="36051"/>
                </a:lnTo>
                <a:lnTo>
                  <a:pt x="2198605" y="36185"/>
                </a:lnTo>
                <a:lnTo>
                  <a:pt x="2197670" y="36338"/>
                </a:lnTo>
                <a:lnTo>
                  <a:pt x="2196751" y="36509"/>
                </a:lnTo>
                <a:lnTo>
                  <a:pt x="2195848" y="36698"/>
                </a:lnTo>
                <a:lnTo>
                  <a:pt x="2194960" y="36905"/>
                </a:lnTo>
                <a:lnTo>
                  <a:pt x="2194089" y="37130"/>
                </a:lnTo>
                <a:lnTo>
                  <a:pt x="2193233" y="37372"/>
                </a:lnTo>
                <a:lnTo>
                  <a:pt x="2192393" y="37633"/>
                </a:lnTo>
                <a:lnTo>
                  <a:pt x="2191568" y="37912"/>
                </a:lnTo>
                <a:lnTo>
                  <a:pt x="2190759" y="38208"/>
                </a:lnTo>
                <a:lnTo>
                  <a:pt x="2189967" y="38523"/>
                </a:lnTo>
                <a:lnTo>
                  <a:pt x="2189189" y="38856"/>
                </a:lnTo>
                <a:lnTo>
                  <a:pt x="2188428" y="39206"/>
                </a:lnTo>
                <a:lnTo>
                  <a:pt x="2187682" y="39575"/>
                </a:lnTo>
                <a:lnTo>
                  <a:pt x="2186952" y="39962"/>
                </a:lnTo>
                <a:lnTo>
                  <a:pt x="2186238" y="40366"/>
                </a:lnTo>
                <a:lnTo>
                  <a:pt x="2185540" y="40789"/>
                </a:lnTo>
                <a:lnTo>
                  <a:pt x="2184856" y="41222"/>
                </a:lnTo>
                <a:lnTo>
                  <a:pt x="2184186" y="41656"/>
                </a:lnTo>
                <a:lnTo>
                  <a:pt x="2183529" y="42094"/>
                </a:lnTo>
                <a:lnTo>
                  <a:pt x="2182885" y="42533"/>
                </a:lnTo>
                <a:lnTo>
                  <a:pt x="2182254" y="42974"/>
                </a:lnTo>
                <a:lnTo>
                  <a:pt x="2181637" y="43418"/>
                </a:lnTo>
                <a:lnTo>
                  <a:pt x="2181034" y="43864"/>
                </a:lnTo>
                <a:lnTo>
                  <a:pt x="2180443" y="44313"/>
                </a:lnTo>
                <a:lnTo>
                  <a:pt x="2179866" y="44763"/>
                </a:lnTo>
                <a:lnTo>
                  <a:pt x="2179303" y="45216"/>
                </a:lnTo>
                <a:lnTo>
                  <a:pt x="2178753" y="45671"/>
                </a:lnTo>
                <a:lnTo>
                  <a:pt x="2178216" y="46128"/>
                </a:lnTo>
                <a:lnTo>
                  <a:pt x="2177692" y="46587"/>
                </a:lnTo>
                <a:lnTo>
                  <a:pt x="2177182" y="47049"/>
                </a:lnTo>
                <a:lnTo>
                  <a:pt x="2176685" y="47513"/>
                </a:lnTo>
                <a:lnTo>
                  <a:pt x="2176202" y="47979"/>
                </a:lnTo>
                <a:lnTo>
                  <a:pt x="2175732" y="48447"/>
                </a:lnTo>
                <a:lnTo>
                  <a:pt x="2175275" y="48918"/>
                </a:lnTo>
                <a:lnTo>
                  <a:pt x="2174832" y="49390"/>
                </a:lnTo>
                <a:lnTo>
                  <a:pt x="2174402" y="49865"/>
                </a:lnTo>
                <a:lnTo>
                  <a:pt x="2173985" y="50343"/>
                </a:lnTo>
                <a:lnTo>
                  <a:pt x="2173582" y="50822"/>
                </a:lnTo>
                <a:lnTo>
                  <a:pt x="2173192" y="51304"/>
                </a:lnTo>
                <a:lnTo>
                  <a:pt x="2172815" y="51788"/>
                </a:lnTo>
                <a:lnTo>
                  <a:pt x="2172815" y="3551"/>
                </a:lnTo>
                <a:lnTo>
                  <a:pt x="2156440" y="3551"/>
                </a:lnTo>
                <a:lnTo>
                  <a:pt x="2156440" y="136324"/>
                </a:lnTo>
                <a:lnTo>
                  <a:pt x="2172914" y="136324"/>
                </a:lnTo>
                <a:lnTo>
                  <a:pt x="2172914" y="65613"/>
                </a:lnTo>
                <a:lnTo>
                  <a:pt x="2173289" y="65111"/>
                </a:lnTo>
                <a:lnTo>
                  <a:pt x="2173673" y="64612"/>
                </a:lnTo>
                <a:lnTo>
                  <a:pt x="2174068" y="64116"/>
                </a:lnTo>
                <a:close/>
                <a:moveTo>
                  <a:pt x="1690588" y="122973"/>
                </a:moveTo>
                <a:lnTo>
                  <a:pt x="1689913" y="122930"/>
                </a:lnTo>
                <a:lnTo>
                  <a:pt x="1689260" y="122869"/>
                </a:lnTo>
                <a:lnTo>
                  <a:pt x="1688629" y="122791"/>
                </a:lnTo>
                <a:lnTo>
                  <a:pt x="1688021" y="122696"/>
                </a:lnTo>
                <a:lnTo>
                  <a:pt x="1687435" y="122583"/>
                </a:lnTo>
                <a:lnTo>
                  <a:pt x="1686872" y="122453"/>
                </a:lnTo>
                <a:lnTo>
                  <a:pt x="1686331" y="122306"/>
                </a:lnTo>
                <a:lnTo>
                  <a:pt x="1685812" y="122142"/>
                </a:lnTo>
                <a:lnTo>
                  <a:pt x="1685316" y="121960"/>
                </a:lnTo>
                <a:lnTo>
                  <a:pt x="1684843" y="121761"/>
                </a:lnTo>
                <a:lnTo>
                  <a:pt x="1684392" y="121544"/>
                </a:lnTo>
                <a:lnTo>
                  <a:pt x="1683963" y="121310"/>
                </a:lnTo>
                <a:lnTo>
                  <a:pt x="1683557" y="121059"/>
                </a:lnTo>
                <a:lnTo>
                  <a:pt x="1683173" y="120791"/>
                </a:lnTo>
                <a:lnTo>
                  <a:pt x="1682811" y="120505"/>
                </a:lnTo>
                <a:lnTo>
                  <a:pt x="1682472" y="120202"/>
                </a:lnTo>
                <a:lnTo>
                  <a:pt x="1682156" y="119882"/>
                </a:lnTo>
                <a:lnTo>
                  <a:pt x="1681862" y="119544"/>
                </a:lnTo>
                <a:lnTo>
                  <a:pt x="1681590" y="119189"/>
                </a:lnTo>
                <a:lnTo>
                  <a:pt x="1681341" y="118817"/>
                </a:lnTo>
                <a:lnTo>
                  <a:pt x="1681114" y="118427"/>
                </a:lnTo>
                <a:lnTo>
                  <a:pt x="1680909" y="118020"/>
                </a:lnTo>
                <a:lnTo>
                  <a:pt x="1680720" y="117597"/>
                </a:lnTo>
                <a:lnTo>
                  <a:pt x="1680539" y="117158"/>
                </a:lnTo>
                <a:lnTo>
                  <a:pt x="1680366" y="116705"/>
                </a:lnTo>
                <a:lnTo>
                  <a:pt x="1680201" y="116236"/>
                </a:lnTo>
                <a:lnTo>
                  <a:pt x="1680044" y="115752"/>
                </a:lnTo>
                <a:lnTo>
                  <a:pt x="1679895" y="115253"/>
                </a:lnTo>
                <a:lnTo>
                  <a:pt x="1679754" y="114739"/>
                </a:lnTo>
                <a:lnTo>
                  <a:pt x="1679622" y="114209"/>
                </a:lnTo>
                <a:lnTo>
                  <a:pt x="1679497" y="113665"/>
                </a:lnTo>
                <a:lnTo>
                  <a:pt x="1679380" y="113105"/>
                </a:lnTo>
                <a:lnTo>
                  <a:pt x="1679271" y="112530"/>
                </a:lnTo>
                <a:lnTo>
                  <a:pt x="1679171" y="111940"/>
                </a:lnTo>
                <a:lnTo>
                  <a:pt x="1679078" y="111334"/>
                </a:lnTo>
                <a:lnTo>
                  <a:pt x="1678994" y="110714"/>
                </a:lnTo>
                <a:lnTo>
                  <a:pt x="1678917" y="110078"/>
                </a:lnTo>
                <a:lnTo>
                  <a:pt x="1678849" y="109427"/>
                </a:lnTo>
                <a:lnTo>
                  <a:pt x="1678788" y="108761"/>
                </a:lnTo>
                <a:lnTo>
                  <a:pt x="1678736" y="108080"/>
                </a:lnTo>
                <a:lnTo>
                  <a:pt x="1678692" y="107383"/>
                </a:lnTo>
                <a:lnTo>
                  <a:pt x="1678656" y="106672"/>
                </a:lnTo>
                <a:lnTo>
                  <a:pt x="1678628" y="105945"/>
                </a:lnTo>
                <a:lnTo>
                  <a:pt x="1678607" y="105203"/>
                </a:lnTo>
                <a:lnTo>
                  <a:pt x="1678595" y="104446"/>
                </a:lnTo>
                <a:lnTo>
                  <a:pt x="1678591" y="103674"/>
                </a:lnTo>
                <a:lnTo>
                  <a:pt x="1678591" y="50604"/>
                </a:lnTo>
                <a:lnTo>
                  <a:pt x="1702266" y="50604"/>
                </a:lnTo>
                <a:lnTo>
                  <a:pt x="1702266" y="37287"/>
                </a:lnTo>
                <a:lnTo>
                  <a:pt x="1678591" y="37287"/>
                </a:lnTo>
                <a:lnTo>
                  <a:pt x="1678591" y="15290"/>
                </a:lnTo>
                <a:lnTo>
                  <a:pt x="1662217" y="15290"/>
                </a:lnTo>
                <a:lnTo>
                  <a:pt x="1662217" y="37287"/>
                </a:lnTo>
                <a:lnTo>
                  <a:pt x="1646138" y="37287"/>
                </a:lnTo>
                <a:lnTo>
                  <a:pt x="1646138" y="50604"/>
                </a:lnTo>
                <a:lnTo>
                  <a:pt x="1662217" y="50604"/>
                </a:lnTo>
                <a:lnTo>
                  <a:pt x="1662217" y="104142"/>
                </a:lnTo>
                <a:lnTo>
                  <a:pt x="1662221" y="104980"/>
                </a:lnTo>
                <a:lnTo>
                  <a:pt x="1662233" y="105808"/>
                </a:lnTo>
                <a:lnTo>
                  <a:pt x="1662253" y="106625"/>
                </a:lnTo>
                <a:lnTo>
                  <a:pt x="1662281" y="107433"/>
                </a:lnTo>
                <a:lnTo>
                  <a:pt x="1662317" y="108230"/>
                </a:lnTo>
                <a:lnTo>
                  <a:pt x="1662361" y="109017"/>
                </a:lnTo>
                <a:lnTo>
                  <a:pt x="1662414" y="109794"/>
                </a:lnTo>
                <a:lnTo>
                  <a:pt x="1662474" y="110562"/>
                </a:lnTo>
                <a:lnTo>
                  <a:pt x="1662543" y="111318"/>
                </a:lnTo>
                <a:lnTo>
                  <a:pt x="1662619" y="112065"/>
                </a:lnTo>
                <a:lnTo>
                  <a:pt x="1662704" y="112802"/>
                </a:lnTo>
                <a:lnTo>
                  <a:pt x="1662796" y="113529"/>
                </a:lnTo>
                <a:lnTo>
                  <a:pt x="1662897" y="114245"/>
                </a:lnTo>
                <a:lnTo>
                  <a:pt x="1663005" y="114952"/>
                </a:lnTo>
                <a:lnTo>
                  <a:pt x="1663122" y="115648"/>
                </a:lnTo>
                <a:lnTo>
                  <a:pt x="1663247" y="116334"/>
                </a:lnTo>
                <a:lnTo>
                  <a:pt x="1663380" y="117010"/>
                </a:lnTo>
                <a:lnTo>
                  <a:pt x="1663521" y="117676"/>
                </a:lnTo>
                <a:lnTo>
                  <a:pt x="1663669" y="118332"/>
                </a:lnTo>
                <a:lnTo>
                  <a:pt x="1663826" y="118978"/>
                </a:lnTo>
                <a:lnTo>
                  <a:pt x="1663991" y="119614"/>
                </a:lnTo>
                <a:lnTo>
                  <a:pt x="1664164" y="120239"/>
                </a:lnTo>
                <a:lnTo>
                  <a:pt x="1664346" y="120855"/>
                </a:lnTo>
                <a:lnTo>
                  <a:pt x="1664535" y="121460"/>
                </a:lnTo>
                <a:lnTo>
                  <a:pt x="1664735" y="122054"/>
                </a:lnTo>
                <a:lnTo>
                  <a:pt x="1664948" y="122637"/>
                </a:lnTo>
                <a:lnTo>
                  <a:pt x="1665175" y="123208"/>
                </a:lnTo>
                <a:lnTo>
                  <a:pt x="1665416" y="123767"/>
                </a:lnTo>
                <a:lnTo>
                  <a:pt x="1665670" y="124314"/>
                </a:lnTo>
                <a:lnTo>
                  <a:pt x="1665937" y="124850"/>
                </a:lnTo>
                <a:lnTo>
                  <a:pt x="1666218" y="125374"/>
                </a:lnTo>
                <a:lnTo>
                  <a:pt x="1666513" y="125886"/>
                </a:lnTo>
                <a:lnTo>
                  <a:pt x="1666821" y="126387"/>
                </a:lnTo>
                <a:lnTo>
                  <a:pt x="1667143" y="126876"/>
                </a:lnTo>
                <a:lnTo>
                  <a:pt x="1667478" y="127353"/>
                </a:lnTo>
                <a:lnTo>
                  <a:pt x="1667827" y="127819"/>
                </a:lnTo>
                <a:lnTo>
                  <a:pt x="1668189" y="128273"/>
                </a:lnTo>
                <a:lnTo>
                  <a:pt x="1668565" y="128715"/>
                </a:lnTo>
                <a:lnTo>
                  <a:pt x="1668954" y="129145"/>
                </a:lnTo>
                <a:lnTo>
                  <a:pt x="1669357" y="129564"/>
                </a:lnTo>
                <a:lnTo>
                  <a:pt x="1669774" y="129971"/>
                </a:lnTo>
                <a:lnTo>
                  <a:pt x="1670204" y="130366"/>
                </a:lnTo>
                <a:lnTo>
                  <a:pt x="1670647" y="130750"/>
                </a:lnTo>
                <a:lnTo>
                  <a:pt x="1671104" y="131122"/>
                </a:lnTo>
                <a:lnTo>
                  <a:pt x="1671575" y="131482"/>
                </a:lnTo>
                <a:lnTo>
                  <a:pt x="1672059" y="131831"/>
                </a:lnTo>
                <a:lnTo>
                  <a:pt x="1672556" y="132168"/>
                </a:lnTo>
                <a:lnTo>
                  <a:pt x="1673067" y="132493"/>
                </a:lnTo>
                <a:lnTo>
                  <a:pt x="1673595" y="132805"/>
                </a:lnTo>
                <a:lnTo>
                  <a:pt x="1674141" y="133105"/>
                </a:lnTo>
                <a:lnTo>
                  <a:pt x="1674706" y="133391"/>
                </a:lnTo>
                <a:lnTo>
                  <a:pt x="1675289" y="133664"/>
                </a:lnTo>
                <a:lnTo>
                  <a:pt x="1675892" y="133923"/>
                </a:lnTo>
                <a:lnTo>
                  <a:pt x="1676514" y="134169"/>
                </a:lnTo>
                <a:lnTo>
                  <a:pt x="1677154" y="134402"/>
                </a:lnTo>
                <a:lnTo>
                  <a:pt x="1677813" y="134621"/>
                </a:lnTo>
                <a:lnTo>
                  <a:pt x="1678491" y="134828"/>
                </a:lnTo>
                <a:lnTo>
                  <a:pt x="1679188" y="135021"/>
                </a:lnTo>
                <a:lnTo>
                  <a:pt x="1679904" y="135200"/>
                </a:lnTo>
                <a:lnTo>
                  <a:pt x="1680638" y="135367"/>
                </a:lnTo>
                <a:lnTo>
                  <a:pt x="1681391" y="135520"/>
                </a:lnTo>
                <a:lnTo>
                  <a:pt x="1682164" y="135659"/>
                </a:lnTo>
                <a:lnTo>
                  <a:pt x="1682955" y="135786"/>
                </a:lnTo>
                <a:lnTo>
                  <a:pt x="1683765" y="135899"/>
                </a:lnTo>
                <a:lnTo>
                  <a:pt x="1684593" y="135998"/>
                </a:lnTo>
                <a:lnTo>
                  <a:pt x="1685441" y="136085"/>
                </a:lnTo>
                <a:lnTo>
                  <a:pt x="1686307" y="136158"/>
                </a:lnTo>
                <a:lnTo>
                  <a:pt x="1687192" y="136218"/>
                </a:lnTo>
                <a:lnTo>
                  <a:pt x="1688096" y="136265"/>
                </a:lnTo>
                <a:lnTo>
                  <a:pt x="1689019" y="136298"/>
                </a:lnTo>
                <a:lnTo>
                  <a:pt x="1689961" y="136318"/>
                </a:lnTo>
                <a:lnTo>
                  <a:pt x="1690922" y="136324"/>
                </a:lnTo>
                <a:lnTo>
                  <a:pt x="1702463" y="136324"/>
                </a:lnTo>
                <a:lnTo>
                  <a:pt x="1702463" y="123008"/>
                </a:lnTo>
                <a:lnTo>
                  <a:pt x="1692007" y="123008"/>
                </a:lnTo>
                <a:lnTo>
                  <a:pt x="1691286" y="122999"/>
                </a:lnTo>
                <a:lnTo>
                  <a:pt x="1690588" y="122973"/>
                </a:lnTo>
                <a:close/>
                <a:moveTo>
                  <a:pt x="2125135" y="122973"/>
                </a:moveTo>
                <a:lnTo>
                  <a:pt x="2124459" y="122930"/>
                </a:lnTo>
                <a:lnTo>
                  <a:pt x="2123806" y="122869"/>
                </a:lnTo>
                <a:lnTo>
                  <a:pt x="2123176" y="122791"/>
                </a:lnTo>
                <a:lnTo>
                  <a:pt x="2122568" y="122696"/>
                </a:lnTo>
                <a:lnTo>
                  <a:pt x="2121982" y="122583"/>
                </a:lnTo>
                <a:lnTo>
                  <a:pt x="2121418" y="122453"/>
                </a:lnTo>
                <a:lnTo>
                  <a:pt x="2120877" y="122306"/>
                </a:lnTo>
                <a:lnTo>
                  <a:pt x="2120359" y="122142"/>
                </a:lnTo>
                <a:lnTo>
                  <a:pt x="2119863" y="121960"/>
                </a:lnTo>
                <a:lnTo>
                  <a:pt x="2119389" y="121761"/>
                </a:lnTo>
                <a:lnTo>
                  <a:pt x="2118938" y="121544"/>
                </a:lnTo>
                <a:lnTo>
                  <a:pt x="2118509" y="121310"/>
                </a:lnTo>
                <a:lnTo>
                  <a:pt x="2118103" y="121059"/>
                </a:lnTo>
                <a:lnTo>
                  <a:pt x="2117719" y="120791"/>
                </a:lnTo>
                <a:lnTo>
                  <a:pt x="2117358" y="120505"/>
                </a:lnTo>
                <a:lnTo>
                  <a:pt x="2117019" y="120202"/>
                </a:lnTo>
                <a:lnTo>
                  <a:pt x="2116702" y="119882"/>
                </a:lnTo>
                <a:lnTo>
                  <a:pt x="2116408" y="119544"/>
                </a:lnTo>
                <a:lnTo>
                  <a:pt x="2116136" y="119189"/>
                </a:lnTo>
                <a:lnTo>
                  <a:pt x="2115887" y="118817"/>
                </a:lnTo>
                <a:lnTo>
                  <a:pt x="2115660" y="118427"/>
                </a:lnTo>
                <a:lnTo>
                  <a:pt x="2115456" y="118020"/>
                </a:lnTo>
                <a:lnTo>
                  <a:pt x="2115267" y="117597"/>
                </a:lnTo>
                <a:lnTo>
                  <a:pt x="2115086" y="117158"/>
                </a:lnTo>
                <a:lnTo>
                  <a:pt x="2114913" y="116705"/>
                </a:lnTo>
                <a:lnTo>
                  <a:pt x="2114748" y="116236"/>
                </a:lnTo>
                <a:lnTo>
                  <a:pt x="2114591" y="115752"/>
                </a:lnTo>
                <a:lnTo>
                  <a:pt x="2114442" y="115253"/>
                </a:lnTo>
                <a:lnTo>
                  <a:pt x="2114301" y="114739"/>
                </a:lnTo>
                <a:lnTo>
                  <a:pt x="2114168" y="114209"/>
                </a:lnTo>
                <a:lnTo>
                  <a:pt x="2114043" y="113665"/>
                </a:lnTo>
                <a:lnTo>
                  <a:pt x="2113927" y="113105"/>
                </a:lnTo>
                <a:lnTo>
                  <a:pt x="2113818" y="112530"/>
                </a:lnTo>
                <a:lnTo>
                  <a:pt x="2113717" y="111940"/>
                </a:lnTo>
                <a:lnTo>
                  <a:pt x="2113625" y="111334"/>
                </a:lnTo>
                <a:lnTo>
                  <a:pt x="2113540" y="110714"/>
                </a:lnTo>
                <a:lnTo>
                  <a:pt x="2113464" y="110078"/>
                </a:lnTo>
                <a:lnTo>
                  <a:pt x="2113395" y="109427"/>
                </a:lnTo>
                <a:lnTo>
                  <a:pt x="2113335" y="108761"/>
                </a:lnTo>
                <a:lnTo>
                  <a:pt x="2113283" y="108080"/>
                </a:lnTo>
                <a:lnTo>
                  <a:pt x="2113238" y="107383"/>
                </a:lnTo>
                <a:lnTo>
                  <a:pt x="2113202" y="106672"/>
                </a:lnTo>
                <a:lnTo>
                  <a:pt x="2113174" y="105945"/>
                </a:lnTo>
                <a:lnTo>
                  <a:pt x="2113154" y="105203"/>
                </a:lnTo>
                <a:lnTo>
                  <a:pt x="2113142" y="104446"/>
                </a:lnTo>
                <a:lnTo>
                  <a:pt x="2113138" y="103674"/>
                </a:lnTo>
                <a:lnTo>
                  <a:pt x="2113138" y="50604"/>
                </a:lnTo>
                <a:lnTo>
                  <a:pt x="2136812" y="50604"/>
                </a:lnTo>
                <a:lnTo>
                  <a:pt x="2136812" y="37287"/>
                </a:lnTo>
                <a:lnTo>
                  <a:pt x="2113138" y="37287"/>
                </a:lnTo>
                <a:lnTo>
                  <a:pt x="2113138" y="15290"/>
                </a:lnTo>
                <a:lnTo>
                  <a:pt x="2096763" y="15290"/>
                </a:lnTo>
                <a:lnTo>
                  <a:pt x="2096763" y="37287"/>
                </a:lnTo>
                <a:lnTo>
                  <a:pt x="2080684" y="37287"/>
                </a:lnTo>
                <a:lnTo>
                  <a:pt x="2080684" y="50604"/>
                </a:lnTo>
                <a:lnTo>
                  <a:pt x="2096763" y="50604"/>
                </a:lnTo>
                <a:lnTo>
                  <a:pt x="2096763" y="104142"/>
                </a:lnTo>
                <a:lnTo>
                  <a:pt x="2096767" y="104980"/>
                </a:lnTo>
                <a:lnTo>
                  <a:pt x="2096779" y="105808"/>
                </a:lnTo>
                <a:lnTo>
                  <a:pt x="2096799" y="106625"/>
                </a:lnTo>
                <a:lnTo>
                  <a:pt x="2096828" y="107433"/>
                </a:lnTo>
                <a:lnTo>
                  <a:pt x="2096864" y="108230"/>
                </a:lnTo>
                <a:lnTo>
                  <a:pt x="2096908" y="109017"/>
                </a:lnTo>
                <a:lnTo>
                  <a:pt x="2096960" y="109794"/>
                </a:lnTo>
                <a:lnTo>
                  <a:pt x="2097021" y="110562"/>
                </a:lnTo>
                <a:lnTo>
                  <a:pt x="2097089" y="111318"/>
                </a:lnTo>
                <a:lnTo>
                  <a:pt x="2097166" y="112065"/>
                </a:lnTo>
                <a:lnTo>
                  <a:pt x="2097250" y="112802"/>
                </a:lnTo>
                <a:lnTo>
                  <a:pt x="2097343" y="113529"/>
                </a:lnTo>
                <a:lnTo>
                  <a:pt x="2097443" y="114245"/>
                </a:lnTo>
                <a:lnTo>
                  <a:pt x="2097552" y="114952"/>
                </a:lnTo>
                <a:lnTo>
                  <a:pt x="2097669" y="115648"/>
                </a:lnTo>
                <a:lnTo>
                  <a:pt x="2097793" y="116334"/>
                </a:lnTo>
                <a:lnTo>
                  <a:pt x="2097926" y="117010"/>
                </a:lnTo>
                <a:lnTo>
                  <a:pt x="2098067" y="117676"/>
                </a:lnTo>
                <a:lnTo>
                  <a:pt x="2098216" y="118332"/>
                </a:lnTo>
                <a:lnTo>
                  <a:pt x="2098373" y="118978"/>
                </a:lnTo>
                <a:lnTo>
                  <a:pt x="2098538" y="119614"/>
                </a:lnTo>
                <a:lnTo>
                  <a:pt x="2098711" y="120239"/>
                </a:lnTo>
                <a:lnTo>
                  <a:pt x="2098892" y="120855"/>
                </a:lnTo>
                <a:lnTo>
                  <a:pt x="2099081" y="121460"/>
                </a:lnTo>
                <a:lnTo>
                  <a:pt x="2099281" y="122054"/>
                </a:lnTo>
                <a:lnTo>
                  <a:pt x="2099495" y="122637"/>
                </a:lnTo>
                <a:lnTo>
                  <a:pt x="2099722" y="123208"/>
                </a:lnTo>
                <a:lnTo>
                  <a:pt x="2099962" y="123767"/>
                </a:lnTo>
                <a:lnTo>
                  <a:pt x="2100216" y="124314"/>
                </a:lnTo>
                <a:lnTo>
                  <a:pt x="2100484" y="124850"/>
                </a:lnTo>
                <a:lnTo>
                  <a:pt x="2100765" y="125374"/>
                </a:lnTo>
                <a:lnTo>
                  <a:pt x="2101060" y="125886"/>
                </a:lnTo>
                <a:lnTo>
                  <a:pt x="2101368" y="126387"/>
                </a:lnTo>
                <a:lnTo>
                  <a:pt x="2101689" y="126876"/>
                </a:lnTo>
                <a:lnTo>
                  <a:pt x="2102025" y="127353"/>
                </a:lnTo>
                <a:lnTo>
                  <a:pt x="2102373" y="127819"/>
                </a:lnTo>
                <a:lnTo>
                  <a:pt x="2102736" y="128273"/>
                </a:lnTo>
                <a:lnTo>
                  <a:pt x="2103112" y="128715"/>
                </a:lnTo>
                <a:lnTo>
                  <a:pt x="2103501" y="129145"/>
                </a:lnTo>
                <a:lnTo>
                  <a:pt x="2103904" y="129564"/>
                </a:lnTo>
                <a:lnTo>
                  <a:pt x="2104320" y="129971"/>
                </a:lnTo>
                <a:lnTo>
                  <a:pt x="2104750" y="130366"/>
                </a:lnTo>
                <a:lnTo>
                  <a:pt x="2105194" y="130750"/>
                </a:lnTo>
                <a:lnTo>
                  <a:pt x="2105651" y="131122"/>
                </a:lnTo>
                <a:lnTo>
                  <a:pt x="2106121" y="131482"/>
                </a:lnTo>
                <a:lnTo>
                  <a:pt x="2106605" y="131831"/>
                </a:lnTo>
                <a:lnTo>
                  <a:pt x="2107103" y="132168"/>
                </a:lnTo>
                <a:lnTo>
                  <a:pt x="2107614" y="132493"/>
                </a:lnTo>
                <a:lnTo>
                  <a:pt x="2108141" y="132805"/>
                </a:lnTo>
                <a:lnTo>
                  <a:pt x="2108687" y="133105"/>
                </a:lnTo>
                <a:lnTo>
                  <a:pt x="2109252" y="133391"/>
                </a:lnTo>
                <a:lnTo>
                  <a:pt x="2109836" y="133664"/>
                </a:lnTo>
                <a:lnTo>
                  <a:pt x="2110439" y="133923"/>
                </a:lnTo>
                <a:lnTo>
                  <a:pt x="2111060" y="134169"/>
                </a:lnTo>
                <a:lnTo>
                  <a:pt x="2111701" y="134402"/>
                </a:lnTo>
                <a:lnTo>
                  <a:pt x="2112360" y="134621"/>
                </a:lnTo>
                <a:lnTo>
                  <a:pt x="2113038" y="134828"/>
                </a:lnTo>
                <a:lnTo>
                  <a:pt x="2113735" y="135021"/>
                </a:lnTo>
                <a:lnTo>
                  <a:pt x="2114450" y="135200"/>
                </a:lnTo>
                <a:lnTo>
                  <a:pt x="2115185" y="135367"/>
                </a:lnTo>
                <a:lnTo>
                  <a:pt x="2115938" y="135520"/>
                </a:lnTo>
                <a:lnTo>
                  <a:pt x="2116710" y="135659"/>
                </a:lnTo>
                <a:lnTo>
                  <a:pt x="2117501" y="135786"/>
                </a:lnTo>
                <a:lnTo>
                  <a:pt x="2118311" y="135899"/>
                </a:lnTo>
                <a:lnTo>
                  <a:pt x="2119140" y="135998"/>
                </a:lnTo>
                <a:lnTo>
                  <a:pt x="2119987" y="136085"/>
                </a:lnTo>
                <a:lnTo>
                  <a:pt x="2120854" y="136158"/>
                </a:lnTo>
                <a:lnTo>
                  <a:pt x="2121739" y="136218"/>
                </a:lnTo>
                <a:lnTo>
                  <a:pt x="2122643" y="136265"/>
                </a:lnTo>
                <a:lnTo>
                  <a:pt x="2123566" y="136298"/>
                </a:lnTo>
                <a:lnTo>
                  <a:pt x="2124508" y="136318"/>
                </a:lnTo>
                <a:lnTo>
                  <a:pt x="2125468" y="136324"/>
                </a:lnTo>
                <a:lnTo>
                  <a:pt x="2137009" y="136324"/>
                </a:lnTo>
                <a:lnTo>
                  <a:pt x="2137009" y="123008"/>
                </a:lnTo>
                <a:lnTo>
                  <a:pt x="2126553" y="123008"/>
                </a:lnTo>
                <a:lnTo>
                  <a:pt x="2125833" y="122999"/>
                </a:lnTo>
                <a:lnTo>
                  <a:pt x="2125135" y="122973"/>
                </a:lnTo>
                <a:close/>
                <a:moveTo>
                  <a:pt x="2387857" y="64903"/>
                </a:moveTo>
                <a:lnTo>
                  <a:pt x="2388131" y="64539"/>
                </a:lnTo>
                <a:lnTo>
                  <a:pt x="2388408" y="64179"/>
                </a:lnTo>
                <a:lnTo>
                  <a:pt x="2388688" y="63823"/>
                </a:lnTo>
                <a:lnTo>
                  <a:pt x="2388971" y="63471"/>
                </a:lnTo>
                <a:lnTo>
                  <a:pt x="2389257" y="63122"/>
                </a:lnTo>
                <a:lnTo>
                  <a:pt x="2389547" y="62777"/>
                </a:lnTo>
                <a:lnTo>
                  <a:pt x="2389839" y="62436"/>
                </a:lnTo>
                <a:lnTo>
                  <a:pt x="2390134" y="62098"/>
                </a:lnTo>
                <a:lnTo>
                  <a:pt x="2390433" y="61764"/>
                </a:lnTo>
                <a:lnTo>
                  <a:pt x="2390735" y="61434"/>
                </a:lnTo>
                <a:lnTo>
                  <a:pt x="2391039" y="61108"/>
                </a:lnTo>
                <a:lnTo>
                  <a:pt x="2391347" y="60785"/>
                </a:lnTo>
                <a:lnTo>
                  <a:pt x="2391658" y="60467"/>
                </a:lnTo>
                <a:lnTo>
                  <a:pt x="2391972" y="60152"/>
                </a:lnTo>
                <a:lnTo>
                  <a:pt x="2392289" y="59840"/>
                </a:lnTo>
                <a:lnTo>
                  <a:pt x="2392609" y="59533"/>
                </a:lnTo>
                <a:lnTo>
                  <a:pt x="2392932" y="59229"/>
                </a:lnTo>
                <a:lnTo>
                  <a:pt x="2393258" y="58929"/>
                </a:lnTo>
                <a:lnTo>
                  <a:pt x="2393587" y="58633"/>
                </a:lnTo>
                <a:lnTo>
                  <a:pt x="2393920" y="58340"/>
                </a:lnTo>
                <a:lnTo>
                  <a:pt x="2394255" y="58051"/>
                </a:lnTo>
                <a:lnTo>
                  <a:pt x="2394595" y="57767"/>
                </a:lnTo>
                <a:lnTo>
                  <a:pt x="2394939" y="57488"/>
                </a:lnTo>
                <a:lnTo>
                  <a:pt x="2395288" y="57214"/>
                </a:lnTo>
                <a:lnTo>
                  <a:pt x="2395642" y="56945"/>
                </a:lnTo>
                <a:lnTo>
                  <a:pt x="2396000" y="56681"/>
                </a:lnTo>
                <a:lnTo>
                  <a:pt x="2396364" y="56423"/>
                </a:lnTo>
                <a:lnTo>
                  <a:pt x="2396732" y="56170"/>
                </a:lnTo>
                <a:lnTo>
                  <a:pt x="2397105" y="55922"/>
                </a:lnTo>
                <a:lnTo>
                  <a:pt x="2397483" y="55679"/>
                </a:lnTo>
                <a:lnTo>
                  <a:pt x="2397865" y="55441"/>
                </a:lnTo>
                <a:lnTo>
                  <a:pt x="2398253" y="55208"/>
                </a:lnTo>
                <a:lnTo>
                  <a:pt x="2398645" y="54981"/>
                </a:lnTo>
                <a:lnTo>
                  <a:pt x="2399042" y="54759"/>
                </a:lnTo>
                <a:lnTo>
                  <a:pt x="2399444" y="54542"/>
                </a:lnTo>
                <a:lnTo>
                  <a:pt x="2399850" y="54330"/>
                </a:lnTo>
                <a:lnTo>
                  <a:pt x="2400262" y="54123"/>
                </a:lnTo>
                <a:lnTo>
                  <a:pt x="2400678" y="53922"/>
                </a:lnTo>
                <a:lnTo>
                  <a:pt x="2401099" y="53726"/>
                </a:lnTo>
                <a:lnTo>
                  <a:pt x="2401524" y="53535"/>
                </a:lnTo>
                <a:lnTo>
                  <a:pt x="2401955" y="53349"/>
                </a:lnTo>
                <a:lnTo>
                  <a:pt x="2402390" y="53168"/>
                </a:lnTo>
                <a:lnTo>
                  <a:pt x="2402830" y="52992"/>
                </a:lnTo>
                <a:lnTo>
                  <a:pt x="2403275" y="52822"/>
                </a:lnTo>
                <a:lnTo>
                  <a:pt x="2403725" y="52657"/>
                </a:lnTo>
                <a:lnTo>
                  <a:pt x="2404180" y="52497"/>
                </a:lnTo>
                <a:lnTo>
                  <a:pt x="2404642" y="52345"/>
                </a:lnTo>
                <a:lnTo>
                  <a:pt x="2405109" y="52199"/>
                </a:lnTo>
                <a:lnTo>
                  <a:pt x="2405583" y="52060"/>
                </a:lnTo>
                <a:lnTo>
                  <a:pt x="2406063" y="51927"/>
                </a:lnTo>
                <a:lnTo>
                  <a:pt x="2406549" y="51802"/>
                </a:lnTo>
                <a:lnTo>
                  <a:pt x="2407041" y="51683"/>
                </a:lnTo>
                <a:lnTo>
                  <a:pt x="2407539" y="51571"/>
                </a:lnTo>
                <a:lnTo>
                  <a:pt x="2408044" y="51466"/>
                </a:lnTo>
                <a:lnTo>
                  <a:pt x="2408554" y="51367"/>
                </a:lnTo>
                <a:lnTo>
                  <a:pt x="2409071" y="51276"/>
                </a:lnTo>
                <a:lnTo>
                  <a:pt x="2409594" y="51191"/>
                </a:lnTo>
                <a:lnTo>
                  <a:pt x="2410124" y="51113"/>
                </a:lnTo>
                <a:lnTo>
                  <a:pt x="2410659" y="51042"/>
                </a:lnTo>
                <a:lnTo>
                  <a:pt x="2411200" y="50977"/>
                </a:lnTo>
                <a:lnTo>
                  <a:pt x="2411748" y="50920"/>
                </a:lnTo>
                <a:lnTo>
                  <a:pt x="2412302" y="50869"/>
                </a:lnTo>
                <a:lnTo>
                  <a:pt x="2412862" y="50825"/>
                </a:lnTo>
                <a:lnTo>
                  <a:pt x="2413428" y="50787"/>
                </a:lnTo>
                <a:lnTo>
                  <a:pt x="2414000" y="50757"/>
                </a:lnTo>
                <a:lnTo>
                  <a:pt x="2414579" y="50733"/>
                </a:lnTo>
                <a:lnTo>
                  <a:pt x="2415164" y="50716"/>
                </a:lnTo>
                <a:lnTo>
                  <a:pt x="2415754" y="50706"/>
                </a:lnTo>
                <a:lnTo>
                  <a:pt x="2416351" y="50702"/>
                </a:lnTo>
                <a:lnTo>
                  <a:pt x="2418620" y="50702"/>
                </a:lnTo>
                <a:lnTo>
                  <a:pt x="2418620" y="35610"/>
                </a:lnTo>
                <a:lnTo>
                  <a:pt x="2416647" y="35610"/>
                </a:lnTo>
                <a:lnTo>
                  <a:pt x="2415693" y="35619"/>
                </a:lnTo>
                <a:lnTo>
                  <a:pt x="2414754" y="35645"/>
                </a:lnTo>
                <a:lnTo>
                  <a:pt x="2413830" y="35689"/>
                </a:lnTo>
                <a:lnTo>
                  <a:pt x="2412921" y="35750"/>
                </a:lnTo>
                <a:lnTo>
                  <a:pt x="2412027" y="35828"/>
                </a:lnTo>
                <a:lnTo>
                  <a:pt x="2411148" y="35924"/>
                </a:lnTo>
                <a:lnTo>
                  <a:pt x="2410284" y="36038"/>
                </a:lnTo>
                <a:lnTo>
                  <a:pt x="2409435" y="36169"/>
                </a:lnTo>
                <a:lnTo>
                  <a:pt x="2408602" y="36318"/>
                </a:lnTo>
                <a:lnTo>
                  <a:pt x="2407783" y="36483"/>
                </a:lnTo>
                <a:lnTo>
                  <a:pt x="2406980" y="36667"/>
                </a:lnTo>
                <a:lnTo>
                  <a:pt x="2406191" y="36868"/>
                </a:lnTo>
                <a:lnTo>
                  <a:pt x="2405418" y="37086"/>
                </a:lnTo>
                <a:lnTo>
                  <a:pt x="2404659" y="37322"/>
                </a:lnTo>
                <a:lnTo>
                  <a:pt x="2403916" y="37575"/>
                </a:lnTo>
                <a:lnTo>
                  <a:pt x="2403188" y="37846"/>
                </a:lnTo>
                <a:lnTo>
                  <a:pt x="2402475" y="38134"/>
                </a:lnTo>
                <a:lnTo>
                  <a:pt x="2401777" y="38440"/>
                </a:lnTo>
                <a:lnTo>
                  <a:pt x="2401094" y="38763"/>
                </a:lnTo>
                <a:lnTo>
                  <a:pt x="2400426" y="39104"/>
                </a:lnTo>
                <a:lnTo>
                  <a:pt x="2399773" y="39462"/>
                </a:lnTo>
                <a:lnTo>
                  <a:pt x="2399135" y="39837"/>
                </a:lnTo>
                <a:lnTo>
                  <a:pt x="2398513" y="40230"/>
                </a:lnTo>
                <a:lnTo>
                  <a:pt x="2397905" y="40641"/>
                </a:lnTo>
                <a:lnTo>
                  <a:pt x="2397311" y="41064"/>
                </a:lnTo>
                <a:lnTo>
                  <a:pt x="2396727" y="41496"/>
                </a:lnTo>
                <a:lnTo>
                  <a:pt x="2396154" y="41937"/>
                </a:lnTo>
                <a:lnTo>
                  <a:pt x="2395593" y="42386"/>
                </a:lnTo>
                <a:lnTo>
                  <a:pt x="2395042" y="42844"/>
                </a:lnTo>
                <a:lnTo>
                  <a:pt x="2394502" y="43310"/>
                </a:lnTo>
                <a:lnTo>
                  <a:pt x="2393973" y="43785"/>
                </a:lnTo>
                <a:lnTo>
                  <a:pt x="2393455" y="44269"/>
                </a:lnTo>
                <a:lnTo>
                  <a:pt x="2392948" y="44761"/>
                </a:lnTo>
                <a:lnTo>
                  <a:pt x="2392452" y="45261"/>
                </a:lnTo>
                <a:lnTo>
                  <a:pt x="2391967" y="45770"/>
                </a:lnTo>
                <a:lnTo>
                  <a:pt x="2391493" y="46288"/>
                </a:lnTo>
                <a:lnTo>
                  <a:pt x="2391030" y="46814"/>
                </a:lnTo>
                <a:lnTo>
                  <a:pt x="2390578" y="47349"/>
                </a:lnTo>
                <a:lnTo>
                  <a:pt x="2390137" y="47893"/>
                </a:lnTo>
                <a:lnTo>
                  <a:pt x="2389707" y="48445"/>
                </a:lnTo>
                <a:lnTo>
                  <a:pt x="2389288" y="49005"/>
                </a:lnTo>
                <a:lnTo>
                  <a:pt x="2388879" y="49574"/>
                </a:lnTo>
                <a:lnTo>
                  <a:pt x="2388482" y="50152"/>
                </a:lnTo>
                <a:lnTo>
                  <a:pt x="2388096" y="50738"/>
                </a:lnTo>
                <a:lnTo>
                  <a:pt x="2387720" y="51333"/>
                </a:lnTo>
                <a:lnTo>
                  <a:pt x="2387356" y="51936"/>
                </a:lnTo>
                <a:lnTo>
                  <a:pt x="2387002" y="52548"/>
                </a:lnTo>
                <a:lnTo>
                  <a:pt x="2386660" y="53169"/>
                </a:lnTo>
                <a:lnTo>
                  <a:pt x="2386068" y="37287"/>
                </a:lnTo>
                <a:lnTo>
                  <a:pt x="2370581" y="37287"/>
                </a:lnTo>
                <a:lnTo>
                  <a:pt x="2370581" y="136324"/>
                </a:lnTo>
                <a:lnTo>
                  <a:pt x="2387054" y="136324"/>
                </a:lnTo>
                <a:lnTo>
                  <a:pt x="2387054" y="66017"/>
                </a:lnTo>
                <a:lnTo>
                  <a:pt x="2387319" y="65642"/>
                </a:lnTo>
                <a:lnTo>
                  <a:pt x="2387587" y="65271"/>
                </a:lnTo>
                <a:lnTo>
                  <a:pt x="2387857" y="64903"/>
                </a:lnTo>
                <a:close/>
                <a:moveTo>
                  <a:pt x="2500186" y="136324"/>
                </a:moveTo>
                <a:lnTo>
                  <a:pt x="2500186" y="37287"/>
                </a:lnTo>
                <a:lnTo>
                  <a:pt x="2483713" y="37287"/>
                </a:lnTo>
                <a:lnTo>
                  <a:pt x="2483713" y="136324"/>
                </a:lnTo>
                <a:lnTo>
                  <a:pt x="2500186" y="136324"/>
                </a:lnTo>
                <a:close/>
                <a:moveTo>
                  <a:pt x="1880092" y="137921"/>
                </a:moveTo>
                <a:lnTo>
                  <a:pt x="1881041" y="137843"/>
                </a:lnTo>
                <a:lnTo>
                  <a:pt x="1881979" y="137750"/>
                </a:lnTo>
                <a:lnTo>
                  <a:pt x="1882905" y="137642"/>
                </a:lnTo>
                <a:lnTo>
                  <a:pt x="1883820" y="137521"/>
                </a:lnTo>
                <a:lnTo>
                  <a:pt x="1884724" y="137385"/>
                </a:lnTo>
                <a:lnTo>
                  <a:pt x="1885616" y="137235"/>
                </a:lnTo>
                <a:lnTo>
                  <a:pt x="1886497" y="137070"/>
                </a:lnTo>
                <a:lnTo>
                  <a:pt x="1887367" y="136892"/>
                </a:lnTo>
                <a:lnTo>
                  <a:pt x="1888226" y="136699"/>
                </a:lnTo>
                <a:lnTo>
                  <a:pt x="1889073" y="136491"/>
                </a:lnTo>
                <a:lnTo>
                  <a:pt x="1889909" y="136270"/>
                </a:lnTo>
                <a:lnTo>
                  <a:pt x="1890733" y="136034"/>
                </a:lnTo>
                <a:lnTo>
                  <a:pt x="1891547" y="135783"/>
                </a:lnTo>
                <a:lnTo>
                  <a:pt x="1892349" y="135519"/>
                </a:lnTo>
                <a:lnTo>
                  <a:pt x="1893139" y="135240"/>
                </a:lnTo>
                <a:lnTo>
                  <a:pt x="1893919" y="134947"/>
                </a:lnTo>
                <a:lnTo>
                  <a:pt x="1894687" y="134639"/>
                </a:lnTo>
                <a:lnTo>
                  <a:pt x="1895443" y="134318"/>
                </a:lnTo>
                <a:lnTo>
                  <a:pt x="1896189" y="133982"/>
                </a:lnTo>
                <a:lnTo>
                  <a:pt x="1896922" y="133632"/>
                </a:lnTo>
                <a:lnTo>
                  <a:pt x="1897641" y="133271"/>
                </a:lnTo>
                <a:lnTo>
                  <a:pt x="1898347" y="132897"/>
                </a:lnTo>
                <a:lnTo>
                  <a:pt x="1899039" y="132512"/>
                </a:lnTo>
                <a:lnTo>
                  <a:pt x="1899717" y="132114"/>
                </a:lnTo>
                <a:lnTo>
                  <a:pt x="1900381" y="131705"/>
                </a:lnTo>
                <a:lnTo>
                  <a:pt x="1901032" y="131283"/>
                </a:lnTo>
                <a:lnTo>
                  <a:pt x="1901669" y="130850"/>
                </a:lnTo>
                <a:lnTo>
                  <a:pt x="1902292" y="130404"/>
                </a:lnTo>
                <a:lnTo>
                  <a:pt x="1902902" y="129947"/>
                </a:lnTo>
                <a:lnTo>
                  <a:pt x="1903498" y="129477"/>
                </a:lnTo>
                <a:lnTo>
                  <a:pt x="1904080" y="128996"/>
                </a:lnTo>
                <a:lnTo>
                  <a:pt x="1904649" y="128502"/>
                </a:lnTo>
                <a:lnTo>
                  <a:pt x="1905204" y="127996"/>
                </a:lnTo>
                <a:lnTo>
                  <a:pt x="1905745" y="127479"/>
                </a:lnTo>
                <a:lnTo>
                  <a:pt x="1906272" y="126949"/>
                </a:lnTo>
                <a:lnTo>
                  <a:pt x="1906786" y="126408"/>
                </a:lnTo>
                <a:lnTo>
                  <a:pt x="1907286" y="125854"/>
                </a:lnTo>
                <a:lnTo>
                  <a:pt x="1907773" y="125288"/>
                </a:lnTo>
                <a:lnTo>
                  <a:pt x="1908245" y="124711"/>
                </a:lnTo>
                <a:lnTo>
                  <a:pt x="1908704" y="124121"/>
                </a:lnTo>
                <a:lnTo>
                  <a:pt x="1909149" y="123519"/>
                </a:lnTo>
                <a:lnTo>
                  <a:pt x="1909581" y="122906"/>
                </a:lnTo>
                <a:lnTo>
                  <a:pt x="1909999" y="122280"/>
                </a:lnTo>
                <a:lnTo>
                  <a:pt x="1910402" y="121643"/>
                </a:lnTo>
                <a:lnTo>
                  <a:pt x="1910789" y="120997"/>
                </a:lnTo>
                <a:lnTo>
                  <a:pt x="1911159" y="120340"/>
                </a:lnTo>
                <a:lnTo>
                  <a:pt x="1911514" y="119673"/>
                </a:lnTo>
                <a:lnTo>
                  <a:pt x="1911853" y="118996"/>
                </a:lnTo>
                <a:lnTo>
                  <a:pt x="1912175" y="118309"/>
                </a:lnTo>
                <a:lnTo>
                  <a:pt x="1912482" y="117612"/>
                </a:lnTo>
                <a:lnTo>
                  <a:pt x="1912772" y="116905"/>
                </a:lnTo>
                <a:lnTo>
                  <a:pt x="1913046" y="116188"/>
                </a:lnTo>
                <a:lnTo>
                  <a:pt x="1913304" y="115460"/>
                </a:lnTo>
                <a:lnTo>
                  <a:pt x="1913546" y="114723"/>
                </a:lnTo>
                <a:lnTo>
                  <a:pt x="1913772" y="113976"/>
                </a:lnTo>
                <a:lnTo>
                  <a:pt x="1913982" y="113218"/>
                </a:lnTo>
                <a:lnTo>
                  <a:pt x="1914175" y="112451"/>
                </a:lnTo>
                <a:lnTo>
                  <a:pt x="1914353" y="111673"/>
                </a:lnTo>
                <a:lnTo>
                  <a:pt x="1914515" y="110886"/>
                </a:lnTo>
                <a:lnTo>
                  <a:pt x="1914660" y="110088"/>
                </a:lnTo>
                <a:lnTo>
                  <a:pt x="1914789" y="109280"/>
                </a:lnTo>
                <a:lnTo>
                  <a:pt x="1914902" y="108462"/>
                </a:lnTo>
                <a:lnTo>
                  <a:pt x="1915000" y="107634"/>
                </a:lnTo>
                <a:lnTo>
                  <a:pt x="1915081" y="106797"/>
                </a:lnTo>
                <a:lnTo>
                  <a:pt x="1915145" y="105949"/>
                </a:lnTo>
                <a:lnTo>
                  <a:pt x="1915194" y="105090"/>
                </a:lnTo>
                <a:lnTo>
                  <a:pt x="1915227" y="104222"/>
                </a:lnTo>
                <a:lnTo>
                  <a:pt x="1898951" y="104222"/>
                </a:lnTo>
                <a:lnTo>
                  <a:pt x="1898916" y="105069"/>
                </a:lnTo>
                <a:lnTo>
                  <a:pt x="1898860" y="105900"/>
                </a:lnTo>
                <a:lnTo>
                  <a:pt x="1898784" y="106713"/>
                </a:lnTo>
                <a:lnTo>
                  <a:pt x="1898688" y="107510"/>
                </a:lnTo>
                <a:lnTo>
                  <a:pt x="1898571" y="108290"/>
                </a:lnTo>
                <a:lnTo>
                  <a:pt x="1898433" y="109054"/>
                </a:lnTo>
                <a:lnTo>
                  <a:pt x="1898275" y="109800"/>
                </a:lnTo>
                <a:lnTo>
                  <a:pt x="1898096" y="110530"/>
                </a:lnTo>
                <a:lnTo>
                  <a:pt x="1897897" y="111243"/>
                </a:lnTo>
                <a:lnTo>
                  <a:pt x="1897677" y="111940"/>
                </a:lnTo>
                <a:lnTo>
                  <a:pt x="1897436" y="112619"/>
                </a:lnTo>
                <a:lnTo>
                  <a:pt x="1897175" y="113282"/>
                </a:lnTo>
                <a:lnTo>
                  <a:pt x="1896894" y="113928"/>
                </a:lnTo>
                <a:lnTo>
                  <a:pt x="1896592" y="114558"/>
                </a:lnTo>
                <a:lnTo>
                  <a:pt x="1896269" y="115170"/>
                </a:lnTo>
                <a:lnTo>
                  <a:pt x="1895926" y="115766"/>
                </a:lnTo>
                <a:lnTo>
                  <a:pt x="1895562" y="116346"/>
                </a:lnTo>
                <a:lnTo>
                  <a:pt x="1895178" y="116908"/>
                </a:lnTo>
                <a:lnTo>
                  <a:pt x="1894773" y="117454"/>
                </a:lnTo>
                <a:lnTo>
                  <a:pt x="1894348" y="117983"/>
                </a:lnTo>
                <a:lnTo>
                  <a:pt x="1893902" y="118495"/>
                </a:lnTo>
                <a:lnTo>
                  <a:pt x="1893435" y="118990"/>
                </a:lnTo>
                <a:lnTo>
                  <a:pt x="1892948" y="119469"/>
                </a:lnTo>
                <a:lnTo>
                  <a:pt x="1892440" y="119931"/>
                </a:lnTo>
                <a:lnTo>
                  <a:pt x="1891914" y="120375"/>
                </a:lnTo>
                <a:lnTo>
                  <a:pt x="1891371" y="120801"/>
                </a:lnTo>
                <a:lnTo>
                  <a:pt x="1890811" y="121207"/>
                </a:lnTo>
                <a:lnTo>
                  <a:pt x="1890235" y="121595"/>
                </a:lnTo>
                <a:lnTo>
                  <a:pt x="1889641" y="121963"/>
                </a:lnTo>
                <a:lnTo>
                  <a:pt x="1889031" y="122313"/>
                </a:lnTo>
                <a:lnTo>
                  <a:pt x="1888404" y="122644"/>
                </a:lnTo>
                <a:lnTo>
                  <a:pt x="1887760" y="122956"/>
                </a:lnTo>
                <a:lnTo>
                  <a:pt x="1887100" y="123249"/>
                </a:lnTo>
                <a:lnTo>
                  <a:pt x="1886423" y="123523"/>
                </a:lnTo>
                <a:lnTo>
                  <a:pt x="1885728" y="123778"/>
                </a:lnTo>
                <a:lnTo>
                  <a:pt x="1885018" y="124014"/>
                </a:lnTo>
                <a:lnTo>
                  <a:pt x="1884290" y="124231"/>
                </a:lnTo>
                <a:lnTo>
                  <a:pt x="1883545" y="124430"/>
                </a:lnTo>
                <a:lnTo>
                  <a:pt x="1882784" y="124610"/>
                </a:lnTo>
                <a:lnTo>
                  <a:pt x="1882006" y="124770"/>
                </a:lnTo>
                <a:lnTo>
                  <a:pt x="1881211" y="124912"/>
                </a:lnTo>
                <a:lnTo>
                  <a:pt x="1880400" y="125035"/>
                </a:lnTo>
                <a:lnTo>
                  <a:pt x="1879572" y="125139"/>
                </a:lnTo>
                <a:lnTo>
                  <a:pt x="1878726" y="125224"/>
                </a:lnTo>
                <a:lnTo>
                  <a:pt x="1877864" y="125290"/>
                </a:lnTo>
                <a:lnTo>
                  <a:pt x="1876986" y="125337"/>
                </a:lnTo>
                <a:lnTo>
                  <a:pt x="1876090" y="125366"/>
                </a:lnTo>
                <a:lnTo>
                  <a:pt x="1875178" y="125375"/>
                </a:lnTo>
                <a:lnTo>
                  <a:pt x="1874322" y="125367"/>
                </a:lnTo>
                <a:lnTo>
                  <a:pt x="1873480" y="125341"/>
                </a:lnTo>
                <a:lnTo>
                  <a:pt x="1872652" y="125298"/>
                </a:lnTo>
                <a:lnTo>
                  <a:pt x="1871838" y="125238"/>
                </a:lnTo>
                <a:lnTo>
                  <a:pt x="1871038" y="125161"/>
                </a:lnTo>
                <a:lnTo>
                  <a:pt x="1870252" y="125066"/>
                </a:lnTo>
                <a:lnTo>
                  <a:pt x="1869480" y="124955"/>
                </a:lnTo>
                <a:lnTo>
                  <a:pt x="1868722" y="124826"/>
                </a:lnTo>
                <a:lnTo>
                  <a:pt x="1867979" y="124681"/>
                </a:lnTo>
                <a:lnTo>
                  <a:pt x="1867249" y="124518"/>
                </a:lnTo>
                <a:lnTo>
                  <a:pt x="1866533" y="124338"/>
                </a:lnTo>
                <a:lnTo>
                  <a:pt x="1865832" y="124141"/>
                </a:lnTo>
                <a:lnTo>
                  <a:pt x="1865144" y="123926"/>
                </a:lnTo>
                <a:lnTo>
                  <a:pt x="1864470" y="123695"/>
                </a:lnTo>
                <a:lnTo>
                  <a:pt x="1863811" y="123446"/>
                </a:lnTo>
                <a:lnTo>
                  <a:pt x="1863165" y="123180"/>
                </a:lnTo>
                <a:lnTo>
                  <a:pt x="1862534" y="122897"/>
                </a:lnTo>
                <a:lnTo>
                  <a:pt x="1861917" y="122597"/>
                </a:lnTo>
                <a:lnTo>
                  <a:pt x="1861313" y="122280"/>
                </a:lnTo>
                <a:lnTo>
                  <a:pt x="1860724" y="121946"/>
                </a:lnTo>
                <a:lnTo>
                  <a:pt x="1860149" y="121594"/>
                </a:lnTo>
                <a:lnTo>
                  <a:pt x="1859588" y="121226"/>
                </a:lnTo>
                <a:lnTo>
                  <a:pt x="1859040" y="120840"/>
                </a:lnTo>
                <a:lnTo>
                  <a:pt x="1858507" y="120437"/>
                </a:lnTo>
                <a:lnTo>
                  <a:pt x="1857987" y="120020"/>
                </a:lnTo>
                <a:lnTo>
                  <a:pt x="1857479" y="119591"/>
                </a:lnTo>
                <a:lnTo>
                  <a:pt x="1856982" y="119152"/>
                </a:lnTo>
                <a:lnTo>
                  <a:pt x="1856497" y="118701"/>
                </a:lnTo>
                <a:lnTo>
                  <a:pt x="1856025" y="118239"/>
                </a:lnTo>
                <a:lnTo>
                  <a:pt x="1855563" y="117765"/>
                </a:lnTo>
                <a:lnTo>
                  <a:pt x="1855114" y="117280"/>
                </a:lnTo>
                <a:lnTo>
                  <a:pt x="1854677" y="116785"/>
                </a:lnTo>
                <a:lnTo>
                  <a:pt x="1854251" y="116277"/>
                </a:lnTo>
                <a:lnTo>
                  <a:pt x="1853837" y="115759"/>
                </a:lnTo>
                <a:lnTo>
                  <a:pt x="1853435" y="115229"/>
                </a:lnTo>
                <a:lnTo>
                  <a:pt x="1853045" y="114689"/>
                </a:lnTo>
                <a:lnTo>
                  <a:pt x="1852667" y="114136"/>
                </a:lnTo>
                <a:lnTo>
                  <a:pt x="1852300" y="113573"/>
                </a:lnTo>
                <a:lnTo>
                  <a:pt x="1851945" y="112998"/>
                </a:lnTo>
                <a:lnTo>
                  <a:pt x="1851602" y="112412"/>
                </a:lnTo>
                <a:lnTo>
                  <a:pt x="1851271" y="111815"/>
                </a:lnTo>
                <a:lnTo>
                  <a:pt x="1850952" y="111207"/>
                </a:lnTo>
                <a:lnTo>
                  <a:pt x="1850644" y="110587"/>
                </a:lnTo>
                <a:lnTo>
                  <a:pt x="1850349" y="109956"/>
                </a:lnTo>
                <a:lnTo>
                  <a:pt x="1850065" y="109314"/>
                </a:lnTo>
                <a:lnTo>
                  <a:pt x="1849793" y="108661"/>
                </a:lnTo>
                <a:lnTo>
                  <a:pt x="1849533" y="107996"/>
                </a:lnTo>
                <a:lnTo>
                  <a:pt x="1849284" y="107320"/>
                </a:lnTo>
                <a:lnTo>
                  <a:pt x="1849047" y="106636"/>
                </a:lnTo>
                <a:lnTo>
                  <a:pt x="1848819" y="105946"/>
                </a:lnTo>
                <a:lnTo>
                  <a:pt x="1848601" y="105251"/>
                </a:lnTo>
                <a:lnTo>
                  <a:pt x="1848392" y="104550"/>
                </a:lnTo>
                <a:lnTo>
                  <a:pt x="1848194" y="103844"/>
                </a:lnTo>
                <a:lnTo>
                  <a:pt x="1848005" y="103132"/>
                </a:lnTo>
                <a:lnTo>
                  <a:pt x="1847826" y="102414"/>
                </a:lnTo>
                <a:lnTo>
                  <a:pt x="1847657" y="101691"/>
                </a:lnTo>
                <a:lnTo>
                  <a:pt x="1847497" y="100963"/>
                </a:lnTo>
                <a:lnTo>
                  <a:pt x="1847347" y="100229"/>
                </a:lnTo>
                <a:lnTo>
                  <a:pt x="1847207" y="99489"/>
                </a:lnTo>
                <a:lnTo>
                  <a:pt x="1847077" y="98744"/>
                </a:lnTo>
                <a:lnTo>
                  <a:pt x="1846957" y="97993"/>
                </a:lnTo>
                <a:lnTo>
                  <a:pt x="1846846" y="97237"/>
                </a:lnTo>
                <a:lnTo>
                  <a:pt x="1846745" y="96475"/>
                </a:lnTo>
                <a:lnTo>
                  <a:pt x="1846654" y="95708"/>
                </a:lnTo>
                <a:lnTo>
                  <a:pt x="1846572" y="94935"/>
                </a:lnTo>
                <a:lnTo>
                  <a:pt x="1846501" y="94157"/>
                </a:lnTo>
                <a:lnTo>
                  <a:pt x="1846439" y="93373"/>
                </a:lnTo>
                <a:lnTo>
                  <a:pt x="1846387" y="92583"/>
                </a:lnTo>
                <a:lnTo>
                  <a:pt x="1846344" y="91788"/>
                </a:lnTo>
                <a:lnTo>
                  <a:pt x="1846312" y="90988"/>
                </a:lnTo>
                <a:lnTo>
                  <a:pt x="1846289" y="90182"/>
                </a:lnTo>
                <a:lnTo>
                  <a:pt x="1846276" y="89370"/>
                </a:lnTo>
                <a:lnTo>
                  <a:pt x="1914734" y="89370"/>
                </a:lnTo>
                <a:lnTo>
                  <a:pt x="1914750" y="89292"/>
                </a:lnTo>
                <a:lnTo>
                  <a:pt x="1914766" y="89210"/>
                </a:lnTo>
                <a:lnTo>
                  <a:pt x="1914782" y="89124"/>
                </a:lnTo>
                <a:lnTo>
                  <a:pt x="1914797" y="89034"/>
                </a:lnTo>
                <a:lnTo>
                  <a:pt x="1914812" y="88940"/>
                </a:lnTo>
                <a:lnTo>
                  <a:pt x="1914826" y="88841"/>
                </a:lnTo>
                <a:lnTo>
                  <a:pt x="1914840" y="88739"/>
                </a:lnTo>
                <a:lnTo>
                  <a:pt x="1914854" y="88633"/>
                </a:lnTo>
                <a:lnTo>
                  <a:pt x="1914868" y="88522"/>
                </a:lnTo>
                <a:lnTo>
                  <a:pt x="1914881" y="88408"/>
                </a:lnTo>
                <a:lnTo>
                  <a:pt x="1914894" y="88289"/>
                </a:lnTo>
                <a:lnTo>
                  <a:pt x="1914906" y="88167"/>
                </a:lnTo>
                <a:lnTo>
                  <a:pt x="1914919" y="88040"/>
                </a:lnTo>
                <a:lnTo>
                  <a:pt x="1914930" y="87909"/>
                </a:lnTo>
                <a:lnTo>
                  <a:pt x="1914942" y="87775"/>
                </a:lnTo>
                <a:lnTo>
                  <a:pt x="1914953" y="87636"/>
                </a:lnTo>
                <a:lnTo>
                  <a:pt x="1914964" y="87493"/>
                </a:lnTo>
                <a:lnTo>
                  <a:pt x="1914974" y="87346"/>
                </a:lnTo>
                <a:lnTo>
                  <a:pt x="1914984" y="87195"/>
                </a:lnTo>
                <a:lnTo>
                  <a:pt x="1914994" y="87041"/>
                </a:lnTo>
                <a:lnTo>
                  <a:pt x="1915003" y="86882"/>
                </a:lnTo>
                <a:lnTo>
                  <a:pt x="1915013" y="86719"/>
                </a:lnTo>
                <a:lnTo>
                  <a:pt x="1915021" y="86551"/>
                </a:lnTo>
                <a:lnTo>
                  <a:pt x="1915030" y="86380"/>
                </a:lnTo>
                <a:lnTo>
                  <a:pt x="1915038" y="86208"/>
                </a:lnTo>
                <a:lnTo>
                  <a:pt x="1915045" y="86037"/>
                </a:lnTo>
                <a:lnTo>
                  <a:pt x="1915053" y="85869"/>
                </a:lnTo>
                <a:lnTo>
                  <a:pt x="1915060" y="85702"/>
                </a:lnTo>
                <a:lnTo>
                  <a:pt x="1915067" y="85538"/>
                </a:lnTo>
                <a:lnTo>
                  <a:pt x="1915073" y="85375"/>
                </a:lnTo>
                <a:lnTo>
                  <a:pt x="1915079" y="85214"/>
                </a:lnTo>
                <a:lnTo>
                  <a:pt x="1915084" y="85055"/>
                </a:lnTo>
                <a:lnTo>
                  <a:pt x="1915090" y="84898"/>
                </a:lnTo>
                <a:lnTo>
                  <a:pt x="1915095" y="84743"/>
                </a:lnTo>
                <a:lnTo>
                  <a:pt x="1915099" y="84590"/>
                </a:lnTo>
                <a:lnTo>
                  <a:pt x="1915104" y="84439"/>
                </a:lnTo>
                <a:lnTo>
                  <a:pt x="1915108" y="84290"/>
                </a:lnTo>
                <a:lnTo>
                  <a:pt x="1915111" y="84143"/>
                </a:lnTo>
                <a:lnTo>
                  <a:pt x="1915114" y="83997"/>
                </a:lnTo>
                <a:lnTo>
                  <a:pt x="1915117" y="83854"/>
                </a:lnTo>
                <a:lnTo>
                  <a:pt x="1915120" y="83713"/>
                </a:lnTo>
                <a:lnTo>
                  <a:pt x="1915122" y="83573"/>
                </a:lnTo>
                <a:lnTo>
                  <a:pt x="1915124" y="83435"/>
                </a:lnTo>
                <a:lnTo>
                  <a:pt x="1915126" y="83300"/>
                </a:lnTo>
                <a:lnTo>
                  <a:pt x="1915127" y="83166"/>
                </a:lnTo>
                <a:lnTo>
                  <a:pt x="1915128" y="83034"/>
                </a:lnTo>
                <a:lnTo>
                  <a:pt x="1915128" y="82905"/>
                </a:lnTo>
                <a:lnTo>
                  <a:pt x="1915128" y="82777"/>
                </a:lnTo>
                <a:lnTo>
                  <a:pt x="1915109" y="80893"/>
                </a:lnTo>
                <a:lnTo>
                  <a:pt x="1915051" y="79047"/>
                </a:lnTo>
                <a:lnTo>
                  <a:pt x="1914954" y="77237"/>
                </a:lnTo>
                <a:lnTo>
                  <a:pt x="1914819" y="75465"/>
                </a:lnTo>
                <a:lnTo>
                  <a:pt x="1914645" y="73729"/>
                </a:lnTo>
                <a:lnTo>
                  <a:pt x="1914432" y="72031"/>
                </a:lnTo>
                <a:lnTo>
                  <a:pt x="1914180" y="70369"/>
                </a:lnTo>
                <a:lnTo>
                  <a:pt x="1913890" y="68745"/>
                </a:lnTo>
                <a:lnTo>
                  <a:pt x="1913561" y="67157"/>
                </a:lnTo>
                <a:lnTo>
                  <a:pt x="1913193" y="65607"/>
                </a:lnTo>
                <a:lnTo>
                  <a:pt x="1912787" y="64093"/>
                </a:lnTo>
                <a:lnTo>
                  <a:pt x="1912342" y="62617"/>
                </a:lnTo>
                <a:lnTo>
                  <a:pt x="1911858" y="61177"/>
                </a:lnTo>
                <a:lnTo>
                  <a:pt x="1911335" y="59774"/>
                </a:lnTo>
                <a:lnTo>
                  <a:pt x="1910774" y="58409"/>
                </a:lnTo>
                <a:lnTo>
                  <a:pt x="1910174" y="57080"/>
                </a:lnTo>
                <a:lnTo>
                  <a:pt x="1909536" y="55789"/>
                </a:lnTo>
                <a:lnTo>
                  <a:pt x="1908858" y="54534"/>
                </a:lnTo>
                <a:lnTo>
                  <a:pt x="1908142" y="53316"/>
                </a:lnTo>
                <a:lnTo>
                  <a:pt x="1907388" y="52136"/>
                </a:lnTo>
                <a:lnTo>
                  <a:pt x="1906594" y="50992"/>
                </a:lnTo>
                <a:lnTo>
                  <a:pt x="1905762" y="49886"/>
                </a:lnTo>
                <a:lnTo>
                  <a:pt x="1904891" y="48816"/>
                </a:lnTo>
                <a:lnTo>
                  <a:pt x="1903982" y="47783"/>
                </a:lnTo>
                <a:lnTo>
                  <a:pt x="1903038" y="46790"/>
                </a:lnTo>
                <a:lnTo>
                  <a:pt x="1902065" y="45839"/>
                </a:lnTo>
                <a:lnTo>
                  <a:pt x="1901062" y="44930"/>
                </a:lnTo>
                <a:lnTo>
                  <a:pt x="1900030" y="44064"/>
                </a:lnTo>
                <a:lnTo>
                  <a:pt x="1898969" y="43239"/>
                </a:lnTo>
                <a:lnTo>
                  <a:pt x="1897878" y="42457"/>
                </a:lnTo>
                <a:lnTo>
                  <a:pt x="1896758" y="41718"/>
                </a:lnTo>
                <a:lnTo>
                  <a:pt x="1895608" y="41020"/>
                </a:lnTo>
                <a:lnTo>
                  <a:pt x="1894429" y="40365"/>
                </a:lnTo>
                <a:lnTo>
                  <a:pt x="1893220" y="39752"/>
                </a:lnTo>
                <a:lnTo>
                  <a:pt x="1891982" y="39182"/>
                </a:lnTo>
                <a:lnTo>
                  <a:pt x="1890714" y="38653"/>
                </a:lnTo>
                <a:lnTo>
                  <a:pt x="1889417" y="38167"/>
                </a:lnTo>
                <a:lnTo>
                  <a:pt x="1888091" y="37723"/>
                </a:lnTo>
                <a:lnTo>
                  <a:pt x="1886735" y="37322"/>
                </a:lnTo>
                <a:lnTo>
                  <a:pt x="1885349" y="36963"/>
                </a:lnTo>
                <a:lnTo>
                  <a:pt x="1883934" y="36646"/>
                </a:lnTo>
                <a:lnTo>
                  <a:pt x="1882490" y="36371"/>
                </a:lnTo>
                <a:lnTo>
                  <a:pt x="1881016" y="36138"/>
                </a:lnTo>
                <a:lnTo>
                  <a:pt x="1879513" y="35948"/>
                </a:lnTo>
                <a:lnTo>
                  <a:pt x="1877980" y="35800"/>
                </a:lnTo>
                <a:lnTo>
                  <a:pt x="1876418" y="35695"/>
                </a:lnTo>
                <a:lnTo>
                  <a:pt x="1874826" y="35631"/>
                </a:lnTo>
                <a:lnTo>
                  <a:pt x="1873205" y="35610"/>
                </a:lnTo>
                <a:lnTo>
                  <a:pt x="1871981" y="35621"/>
                </a:lnTo>
                <a:lnTo>
                  <a:pt x="1870775" y="35655"/>
                </a:lnTo>
                <a:lnTo>
                  <a:pt x="1869587" y="35712"/>
                </a:lnTo>
                <a:lnTo>
                  <a:pt x="1868417" y="35791"/>
                </a:lnTo>
                <a:lnTo>
                  <a:pt x="1867265" y="35892"/>
                </a:lnTo>
                <a:lnTo>
                  <a:pt x="1866131" y="36016"/>
                </a:lnTo>
                <a:lnTo>
                  <a:pt x="1865014" y="36163"/>
                </a:lnTo>
                <a:lnTo>
                  <a:pt x="1863916" y="36332"/>
                </a:lnTo>
                <a:lnTo>
                  <a:pt x="1862836" y="36524"/>
                </a:lnTo>
                <a:lnTo>
                  <a:pt x="1861774" y="36739"/>
                </a:lnTo>
                <a:lnTo>
                  <a:pt x="1860730" y="36976"/>
                </a:lnTo>
                <a:lnTo>
                  <a:pt x="1859703" y="37235"/>
                </a:lnTo>
                <a:lnTo>
                  <a:pt x="1858695" y="37518"/>
                </a:lnTo>
                <a:lnTo>
                  <a:pt x="1857705" y="37822"/>
                </a:lnTo>
                <a:lnTo>
                  <a:pt x="1856733" y="38150"/>
                </a:lnTo>
                <a:lnTo>
                  <a:pt x="1855778" y="38499"/>
                </a:lnTo>
                <a:lnTo>
                  <a:pt x="1854842" y="38872"/>
                </a:lnTo>
                <a:lnTo>
                  <a:pt x="1853924" y="39267"/>
                </a:lnTo>
                <a:lnTo>
                  <a:pt x="1853023" y="39685"/>
                </a:lnTo>
                <a:lnTo>
                  <a:pt x="1852141" y="40125"/>
                </a:lnTo>
                <a:lnTo>
                  <a:pt x="1851276" y="40588"/>
                </a:lnTo>
                <a:lnTo>
                  <a:pt x="1850430" y="41073"/>
                </a:lnTo>
                <a:lnTo>
                  <a:pt x="1849601" y="41581"/>
                </a:lnTo>
                <a:lnTo>
                  <a:pt x="1848791" y="42111"/>
                </a:lnTo>
                <a:lnTo>
                  <a:pt x="1847998" y="42662"/>
                </a:lnTo>
                <a:lnTo>
                  <a:pt x="1847222" y="43230"/>
                </a:lnTo>
                <a:lnTo>
                  <a:pt x="1846464" y="43815"/>
                </a:lnTo>
                <a:lnTo>
                  <a:pt x="1845722" y="44418"/>
                </a:lnTo>
                <a:lnTo>
                  <a:pt x="1844998" y="45038"/>
                </a:lnTo>
                <a:lnTo>
                  <a:pt x="1844290" y="45676"/>
                </a:lnTo>
                <a:lnTo>
                  <a:pt x="1843600" y="46331"/>
                </a:lnTo>
                <a:lnTo>
                  <a:pt x="1842927" y="47004"/>
                </a:lnTo>
                <a:lnTo>
                  <a:pt x="1842271" y="47694"/>
                </a:lnTo>
                <a:lnTo>
                  <a:pt x="1841633" y="48402"/>
                </a:lnTo>
                <a:lnTo>
                  <a:pt x="1841011" y="49127"/>
                </a:lnTo>
                <a:lnTo>
                  <a:pt x="1840406" y="49869"/>
                </a:lnTo>
                <a:lnTo>
                  <a:pt x="1839819" y="50629"/>
                </a:lnTo>
                <a:lnTo>
                  <a:pt x="1839249" y="51407"/>
                </a:lnTo>
                <a:lnTo>
                  <a:pt x="1838696" y="52202"/>
                </a:lnTo>
                <a:lnTo>
                  <a:pt x="1838159" y="53014"/>
                </a:lnTo>
                <a:lnTo>
                  <a:pt x="1837641" y="53844"/>
                </a:lnTo>
                <a:lnTo>
                  <a:pt x="1837139" y="54691"/>
                </a:lnTo>
                <a:lnTo>
                  <a:pt x="1836654" y="55556"/>
                </a:lnTo>
                <a:lnTo>
                  <a:pt x="1836187" y="56438"/>
                </a:lnTo>
                <a:lnTo>
                  <a:pt x="1835736" y="57338"/>
                </a:lnTo>
                <a:lnTo>
                  <a:pt x="1835303" y="58255"/>
                </a:lnTo>
                <a:lnTo>
                  <a:pt x="1834887" y="59189"/>
                </a:lnTo>
                <a:lnTo>
                  <a:pt x="1834488" y="60141"/>
                </a:lnTo>
                <a:lnTo>
                  <a:pt x="1834105" y="61108"/>
                </a:lnTo>
                <a:lnTo>
                  <a:pt x="1833739" y="62088"/>
                </a:lnTo>
                <a:lnTo>
                  <a:pt x="1833390" y="63080"/>
                </a:lnTo>
                <a:lnTo>
                  <a:pt x="1833056" y="64084"/>
                </a:lnTo>
                <a:lnTo>
                  <a:pt x="1832739" y="65102"/>
                </a:lnTo>
                <a:lnTo>
                  <a:pt x="1832438" y="66131"/>
                </a:lnTo>
                <a:lnTo>
                  <a:pt x="1832153" y="67173"/>
                </a:lnTo>
                <a:lnTo>
                  <a:pt x="1831885" y="68228"/>
                </a:lnTo>
                <a:lnTo>
                  <a:pt x="1831633" y="69295"/>
                </a:lnTo>
                <a:lnTo>
                  <a:pt x="1831397" y="70375"/>
                </a:lnTo>
                <a:lnTo>
                  <a:pt x="1831177" y="71467"/>
                </a:lnTo>
                <a:lnTo>
                  <a:pt x="1830974" y="72572"/>
                </a:lnTo>
                <a:lnTo>
                  <a:pt x="1830787" y="73689"/>
                </a:lnTo>
                <a:lnTo>
                  <a:pt x="1830616" y="74819"/>
                </a:lnTo>
                <a:lnTo>
                  <a:pt x="1830461" y="75961"/>
                </a:lnTo>
                <a:lnTo>
                  <a:pt x="1830323" y="77116"/>
                </a:lnTo>
                <a:lnTo>
                  <a:pt x="1830201" y="78283"/>
                </a:lnTo>
                <a:lnTo>
                  <a:pt x="1830095" y="79463"/>
                </a:lnTo>
                <a:lnTo>
                  <a:pt x="1830006" y="80656"/>
                </a:lnTo>
                <a:lnTo>
                  <a:pt x="1829932" y="81861"/>
                </a:lnTo>
                <a:lnTo>
                  <a:pt x="1829875" y="83078"/>
                </a:lnTo>
                <a:lnTo>
                  <a:pt x="1829835" y="84308"/>
                </a:lnTo>
                <a:lnTo>
                  <a:pt x="1829810" y="85551"/>
                </a:lnTo>
                <a:lnTo>
                  <a:pt x="1829802" y="86806"/>
                </a:lnTo>
                <a:lnTo>
                  <a:pt x="1829811" y="88011"/>
                </a:lnTo>
                <a:lnTo>
                  <a:pt x="1829836" y="89206"/>
                </a:lnTo>
                <a:lnTo>
                  <a:pt x="1829878" y="90392"/>
                </a:lnTo>
                <a:lnTo>
                  <a:pt x="1829937" y="91567"/>
                </a:lnTo>
                <a:lnTo>
                  <a:pt x="1830012" y="92732"/>
                </a:lnTo>
                <a:lnTo>
                  <a:pt x="1830104" y="93887"/>
                </a:lnTo>
                <a:lnTo>
                  <a:pt x="1830213" y="95032"/>
                </a:lnTo>
                <a:lnTo>
                  <a:pt x="1830339" y="96168"/>
                </a:lnTo>
                <a:lnTo>
                  <a:pt x="1830482" y="97293"/>
                </a:lnTo>
                <a:lnTo>
                  <a:pt x="1830641" y="98407"/>
                </a:lnTo>
                <a:lnTo>
                  <a:pt x="1830818" y="99512"/>
                </a:lnTo>
                <a:lnTo>
                  <a:pt x="1831011" y="100607"/>
                </a:lnTo>
                <a:lnTo>
                  <a:pt x="1831220" y="101692"/>
                </a:lnTo>
                <a:lnTo>
                  <a:pt x="1831447" y="102767"/>
                </a:lnTo>
                <a:lnTo>
                  <a:pt x="1831690" y="103831"/>
                </a:lnTo>
                <a:lnTo>
                  <a:pt x="1831950" y="104886"/>
                </a:lnTo>
                <a:lnTo>
                  <a:pt x="1832227" y="105931"/>
                </a:lnTo>
                <a:lnTo>
                  <a:pt x="1832521" y="106965"/>
                </a:lnTo>
                <a:lnTo>
                  <a:pt x="1832832" y="107990"/>
                </a:lnTo>
                <a:lnTo>
                  <a:pt x="1833159" y="109004"/>
                </a:lnTo>
                <a:lnTo>
                  <a:pt x="1833503" y="110009"/>
                </a:lnTo>
                <a:lnTo>
                  <a:pt x="1833864" y="111003"/>
                </a:lnTo>
                <a:lnTo>
                  <a:pt x="1834241" y="111987"/>
                </a:lnTo>
                <a:lnTo>
                  <a:pt x="1834636" y="112961"/>
                </a:lnTo>
                <a:lnTo>
                  <a:pt x="1835048" y="113922"/>
                </a:lnTo>
                <a:lnTo>
                  <a:pt x="1835477" y="114866"/>
                </a:lnTo>
                <a:lnTo>
                  <a:pt x="1835925" y="115792"/>
                </a:lnTo>
                <a:lnTo>
                  <a:pt x="1836391" y="116702"/>
                </a:lnTo>
                <a:lnTo>
                  <a:pt x="1836874" y="117595"/>
                </a:lnTo>
                <a:lnTo>
                  <a:pt x="1837376" y="118471"/>
                </a:lnTo>
                <a:lnTo>
                  <a:pt x="1837896" y="119330"/>
                </a:lnTo>
                <a:lnTo>
                  <a:pt x="1838434" y="120172"/>
                </a:lnTo>
                <a:lnTo>
                  <a:pt x="1838989" y="120997"/>
                </a:lnTo>
                <a:lnTo>
                  <a:pt x="1839563" y="121806"/>
                </a:lnTo>
                <a:lnTo>
                  <a:pt x="1840154" y="122597"/>
                </a:lnTo>
                <a:lnTo>
                  <a:pt x="1840764" y="123371"/>
                </a:lnTo>
                <a:lnTo>
                  <a:pt x="1841392" y="124129"/>
                </a:lnTo>
                <a:lnTo>
                  <a:pt x="1842037" y="124870"/>
                </a:lnTo>
                <a:lnTo>
                  <a:pt x="1842701" y="125593"/>
                </a:lnTo>
                <a:lnTo>
                  <a:pt x="1843382" y="126300"/>
                </a:lnTo>
                <a:lnTo>
                  <a:pt x="1844082" y="126990"/>
                </a:lnTo>
                <a:lnTo>
                  <a:pt x="1844799" y="127663"/>
                </a:lnTo>
                <a:lnTo>
                  <a:pt x="1845535" y="128319"/>
                </a:lnTo>
                <a:lnTo>
                  <a:pt x="1846288" y="128958"/>
                </a:lnTo>
                <a:lnTo>
                  <a:pt x="1847059" y="129581"/>
                </a:lnTo>
                <a:lnTo>
                  <a:pt x="1847849" y="130186"/>
                </a:lnTo>
                <a:lnTo>
                  <a:pt x="1848656" y="130775"/>
                </a:lnTo>
                <a:lnTo>
                  <a:pt x="1849482" y="131346"/>
                </a:lnTo>
                <a:lnTo>
                  <a:pt x="1850326" y="131897"/>
                </a:lnTo>
                <a:lnTo>
                  <a:pt x="1851190" y="132425"/>
                </a:lnTo>
                <a:lnTo>
                  <a:pt x="1852073" y="132929"/>
                </a:lnTo>
                <a:lnTo>
                  <a:pt x="1852976" y="133410"/>
                </a:lnTo>
                <a:lnTo>
                  <a:pt x="1853899" y="133867"/>
                </a:lnTo>
                <a:lnTo>
                  <a:pt x="1854842" y="134301"/>
                </a:lnTo>
                <a:lnTo>
                  <a:pt x="1855804" y="134711"/>
                </a:lnTo>
                <a:lnTo>
                  <a:pt x="1856787" y="135098"/>
                </a:lnTo>
                <a:lnTo>
                  <a:pt x="1857788" y="135462"/>
                </a:lnTo>
                <a:lnTo>
                  <a:pt x="1858810" y="135802"/>
                </a:lnTo>
                <a:lnTo>
                  <a:pt x="1859851" y="136118"/>
                </a:lnTo>
                <a:lnTo>
                  <a:pt x="1860912" y="136412"/>
                </a:lnTo>
                <a:lnTo>
                  <a:pt x="1861992" y="136681"/>
                </a:lnTo>
                <a:lnTo>
                  <a:pt x="1863093" y="136927"/>
                </a:lnTo>
                <a:lnTo>
                  <a:pt x="1864212" y="137150"/>
                </a:lnTo>
                <a:lnTo>
                  <a:pt x="1865352" y="137350"/>
                </a:lnTo>
                <a:lnTo>
                  <a:pt x="1866511" y="137525"/>
                </a:lnTo>
                <a:lnTo>
                  <a:pt x="1867690" y="137678"/>
                </a:lnTo>
                <a:lnTo>
                  <a:pt x="1868889" y="137807"/>
                </a:lnTo>
                <a:lnTo>
                  <a:pt x="1870107" y="137912"/>
                </a:lnTo>
                <a:lnTo>
                  <a:pt x="1871346" y="137994"/>
                </a:lnTo>
                <a:lnTo>
                  <a:pt x="1872603" y="138053"/>
                </a:lnTo>
                <a:lnTo>
                  <a:pt x="1873881" y="138088"/>
                </a:lnTo>
                <a:lnTo>
                  <a:pt x="1875178" y="138100"/>
                </a:lnTo>
                <a:lnTo>
                  <a:pt x="1876183" y="138093"/>
                </a:lnTo>
                <a:lnTo>
                  <a:pt x="1877178" y="138071"/>
                </a:lnTo>
                <a:lnTo>
                  <a:pt x="1878160" y="138036"/>
                </a:lnTo>
                <a:lnTo>
                  <a:pt x="1879132" y="137986"/>
                </a:lnTo>
                <a:lnTo>
                  <a:pt x="1880092" y="137921"/>
                </a:lnTo>
                <a:close/>
                <a:moveTo>
                  <a:pt x="1847077" y="71699"/>
                </a:moveTo>
                <a:lnTo>
                  <a:pt x="1847277" y="70642"/>
                </a:lnTo>
                <a:lnTo>
                  <a:pt x="1847498" y="69609"/>
                </a:lnTo>
                <a:lnTo>
                  <a:pt x="1847739" y="68600"/>
                </a:lnTo>
                <a:lnTo>
                  <a:pt x="1848000" y="67615"/>
                </a:lnTo>
                <a:lnTo>
                  <a:pt x="1848280" y="66653"/>
                </a:lnTo>
                <a:lnTo>
                  <a:pt x="1848581" y="65715"/>
                </a:lnTo>
                <a:lnTo>
                  <a:pt x="1848902" y="64800"/>
                </a:lnTo>
                <a:lnTo>
                  <a:pt x="1849243" y="63909"/>
                </a:lnTo>
                <a:lnTo>
                  <a:pt x="1849604" y="63042"/>
                </a:lnTo>
                <a:lnTo>
                  <a:pt x="1849985" y="62198"/>
                </a:lnTo>
                <a:lnTo>
                  <a:pt x="1850386" y="61378"/>
                </a:lnTo>
                <a:lnTo>
                  <a:pt x="1850807" y="60581"/>
                </a:lnTo>
                <a:lnTo>
                  <a:pt x="1851248" y="59809"/>
                </a:lnTo>
                <a:lnTo>
                  <a:pt x="1851709" y="59059"/>
                </a:lnTo>
                <a:lnTo>
                  <a:pt x="1852190" y="58334"/>
                </a:lnTo>
                <a:lnTo>
                  <a:pt x="1852691" y="57632"/>
                </a:lnTo>
                <a:lnTo>
                  <a:pt x="1853212" y="56954"/>
                </a:lnTo>
                <a:lnTo>
                  <a:pt x="1853754" y="56299"/>
                </a:lnTo>
                <a:lnTo>
                  <a:pt x="1854315" y="55668"/>
                </a:lnTo>
                <a:lnTo>
                  <a:pt x="1854895" y="55062"/>
                </a:lnTo>
                <a:lnTo>
                  <a:pt x="1855494" y="54481"/>
                </a:lnTo>
                <a:lnTo>
                  <a:pt x="1856110" y="53927"/>
                </a:lnTo>
                <a:lnTo>
                  <a:pt x="1856744" y="53398"/>
                </a:lnTo>
                <a:lnTo>
                  <a:pt x="1857396" y="52894"/>
                </a:lnTo>
                <a:lnTo>
                  <a:pt x="1858067" y="52417"/>
                </a:lnTo>
                <a:lnTo>
                  <a:pt x="1858755" y="51965"/>
                </a:lnTo>
                <a:lnTo>
                  <a:pt x="1859461" y="51540"/>
                </a:lnTo>
                <a:lnTo>
                  <a:pt x="1860185" y="51140"/>
                </a:lnTo>
                <a:lnTo>
                  <a:pt x="1860927" y="50765"/>
                </a:lnTo>
                <a:lnTo>
                  <a:pt x="1861687" y="50417"/>
                </a:lnTo>
                <a:lnTo>
                  <a:pt x="1862465" y="50094"/>
                </a:lnTo>
                <a:lnTo>
                  <a:pt x="1863261" y="49798"/>
                </a:lnTo>
                <a:lnTo>
                  <a:pt x="1864076" y="49527"/>
                </a:lnTo>
                <a:lnTo>
                  <a:pt x="1864908" y="49282"/>
                </a:lnTo>
                <a:lnTo>
                  <a:pt x="1865758" y="49062"/>
                </a:lnTo>
                <a:lnTo>
                  <a:pt x="1866626" y="48869"/>
                </a:lnTo>
                <a:lnTo>
                  <a:pt x="1867512" y="48701"/>
                </a:lnTo>
                <a:lnTo>
                  <a:pt x="1868416" y="48559"/>
                </a:lnTo>
                <a:lnTo>
                  <a:pt x="1869337" y="48443"/>
                </a:lnTo>
                <a:lnTo>
                  <a:pt x="1870277" y="48352"/>
                </a:lnTo>
                <a:lnTo>
                  <a:pt x="1871235" y="48288"/>
                </a:lnTo>
                <a:lnTo>
                  <a:pt x="1872211" y="48249"/>
                </a:lnTo>
                <a:lnTo>
                  <a:pt x="1873205" y="48236"/>
                </a:lnTo>
                <a:lnTo>
                  <a:pt x="1874191" y="48249"/>
                </a:lnTo>
                <a:lnTo>
                  <a:pt x="1875158" y="48288"/>
                </a:lnTo>
                <a:lnTo>
                  <a:pt x="1876107" y="48353"/>
                </a:lnTo>
                <a:lnTo>
                  <a:pt x="1877038" y="48444"/>
                </a:lnTo>
                <a:lnTo>
                  <a:pt x="1877951" y="48561"/>
                </a:lnTo>
                <a:lnTo>
                  <a:pt x="1878846" y="48704"/>
                </a:lnTo>
                <a:lnTo>
                  <a:pt x="1879723" y="48873"/>
                </a:lnTo>
                <a:lnTo>
                  <a:pt x="1880581" y="49068"/>
                </a:lnTo>
                <a:lnTo>
                  <a:pt x="1881422" y="49289"/>
                </a:lnTo>
                <a:lnTo>
                  <a:pt x="1882244" y="49536"/>
                </a:lnTo>
                <a:lnTo>
                  <a:pt x="1883048" y="49809"/>
                </a:lnTo>
                <a:lnTo>
                  <a:pt x="1883834" y="50107"/>
                </a:lnTo>
                <a:lnTo>
                  <a:pt x="1884602" y="50432"/>
                </a:lnTo>
                <a:lnTo>
                  <a:pt x="1885351" y="50783"/>
                </a:lnTo>
                <a:lnTo>
                  <a:pt x="1886083" y="51160"/>
                </a:lnTo>
                <a:lnTo>
                  <a:pt x="1886796" y="51563"/>
                </a:lnTo>
                <a:lnTo>
                  <a:pt x="1887491" y="51992"/>
                </a:lnTo>
                <a:lnTo>
                  <a:pt x="1888168" y="52446"/>
                </a:lnTo>
                <a:lnTo>
                  <a:pt x="1888827" y="52927"/>
                </a:lnTo>
                <a:lnTo>
                  <a:pt x="1889467" y="53434"/>
                </a:lnTo>
                <a:lnTo>
                  <a:pt x="1890090" y="53967"/>
                </a:lnTo>
                <a:lnTo>
                  <a:pt x="1890694" y="54525"/>
                </a:lnTo>
                <a:lnTo>
                  <a:pt x="1891281" y="55110"/>
                </a:lnTo>
                <a:lnTo>
                  <a:pt x="1891849" y="55721"/>
                </a:lnTo>
                <a:lnTo>
                  <a:pt x="1892396" y="56356"/>
                </a:lnTo>
                <a:lnTo>
                  <a:pt x="1892922" y="57014"/>
                </a:lnTo>
                <a:lnTo>
                  <a:pt x="1893425" y="57695"/>
                </a:lnTo>
                <a:lnTo>
                  <a:pt x="1893906" y="58399"/>
                </a:lnTo>
                <a:lnTo>
                  <a:pt x="1894365" y="59127"/>
                </a:lnTo>
                <a:lnTo>
                  <a:pt x="1894802" y="59877"/>
                </a:lnTo>
                <a:lnTo>
                  <a:pt x="1895216" y="60651"/>
                </a:lnTo>
                <a:lnTo>
                  <a:pt x="1895608" y="61448"/>
                </a:lnTo>
                <a:lnTo>
                  <a:pt x="1895978" y="62267"/>
                </a:lnTo>
                <a:lnTo>
                  <a:pt x="1896325" y="63110"/>
                </a:lnTo>
                <a:lnTo>
                  <a:pt x="1896650" y="63976"/>
                </a:lnTo>
                <a:lnTo>
                  <a:pt x="1896953" y="64865"/>
                </a:lnTo>
                <a:lnTo>
                  <a:pt x="1897234" y="65778"/>
                </a:lnTo>
                <a:lnTo>
                  <a:pt x="1897492" y="66713"/>
                </a:lnTo>
                <a:lnTo>
                  <a:pt x="1897729" y="67671"/>
                </a:lnTo>
                <a:lnTo>
                  <a:pt x="1897943" y="68653"/>
                </a:lnTo>
                <a:lnTo>
                  <a:pt x="1898134" y="69657"/>
                </a:lnTo>
                <a:lnTo>
                  <a:pt x="1898304" y="70685"/>
                </a:lnTo>
                <a:lnTo>
                  <a:pt x="1898451" y="71736"/>
                </a:lnTo>
                <a:lnTo>
                  <a:pt x="1898576" y="72810"/>
                </a:lnTo>
                <a:lnTo>
                  <a:pt x="1898678" y="73907"/>
                </a:lnTo>
                <a:lnTo>
                  <a:pt x="1898758" y="75027"/>
                </a:lnTo>
                <a:lnTo>
                  <a:pt x="1898816" y="76170"/>
                </a:lnTo>
                <a:lnTo>
                  <a:pt x="1898852" y="77336"/>
                </a:lnTo>
                <a:lnTo>
                  <a:pt x="1846374" y="77336"/>
                </a:lnTo>
                <a:lnTo>
                  <a:pt x="1846475" y="76161"/>
                </a:lnTo>
                <a:lnTo>
                  <a:pt x="1846595" y="75010"/>
                </a:lnTo>
                <a:lnTo>
                  <a:pt x="1846736" y="73883"/>
                </a:lnTo>
                <a:lnTo>
                  <a:pt x="1846896" y="72779"/>
                </a:lnTo>
                <a:lnTo>
                  <a:pt x="1847077" y="71699"/>
                </a:lnTo>
                <a:close/>
                <a:moveTo>
                  <a:pt x="2025253" y="137833"/>
                </a:moveTo>
                <a:lnTo>
                  <a:pt x="2026373" y="137716"/>
                </a:lnTo>
                <a:lnTo>
                  <a:pt x="2027479" y="137577"/>
                </a:lnTo>
                <a:lnTo>
                  <a:pt x="2028570" y="137417"/>
                </a:lnTo>
                <a:lnTo>
                  <a:pt x="2029646" y="137236"/>
                </a:lnTo>
                <a:lnTo>
                  <a:pt x="2030708" y="137033"/>
                </a:lnTo>
                <a:lnTo>
                  <a:pt x="2031755" y="136809"/>
                </a:lnTo>
                <a:lnTo>
                  <a:pt x="2032788" y="136564"/>
                </a:lnTo>
                <a:lnTo>
                  <a:pt x="2033806" y="136297"/>
                </a:lnTo>
                <a:lnTo>
                  <a:pt x="2034810" y="136009"/>
                </a:lnTo>
                <a:lnTo>
                  <a:pt x="2035799" y="135700"/>
                </a:lnTo>
                <a:lnTo>
                  <a:pt x="2036773" y="135370"/>
                </a:lnTo>
                <a:lnTo>
                  <a:pt x="2037733" y="135018"/>
                </a:lnTo>
                <a:lnTo>
                  <a:pt x="2038679" y="134644"/>
                </a:lnTo>
                <a:lnTo>
                  <a:pt x="2039610" y="134250"/>
                </a:lnTo>
                <a:lnTo>
                  <a:pt x="2040526" y="133834"/>
                </a:lnTo>
                <a:lnTo>
                  <a:pt x="2041428" y="133396"/>
                </a:lnTo>
                <a:lnTo>
                  <a:pt x="2042315" y="132938"/>
                </a:lnTo>
                <a:lnTo>
                  <a:pt x="2043188" y="132458"/>
                </a:lnTo>
                <a:lnTo>
                  <a:pt x="2044046" y="131956"/>
                </a:lnTo>
                <a:lnTo>
                  <a:pt x="2044888" y="131435"/>
                </a:lnTo>
                <a:lnTo>
                  <a:pt x="2045714" y="130895"/>
                </a:lnTo>
                <a:lnTo>
                  <a:pt x="2046524" y="130337"/>
                </a:lnTo>
                <a:lnTo>
                  <a:pt x="2047317" y="129761"/>
                </a:lnTo>
                <a:lnTo>
                  <a:pt x="2048094" y="129166"/>
                </a:lnTo>
                <a:lnTo>
                  <a:pt x="2048854" y="128553"/>
                </a:lnTo>
                <a:lnTo>
                  <a:pt x="2049598" y="127922"/>
                </a:lnTo>
                <a:lnTo>
                  <a:pt x="2050326" y="127272"/>
                </a:lnTo>
                <a:lnTo>
                  <a:pt x="2051037" y="126604"/>
                </a:lnTo>
                <a:lnTo>
                  <a:pt x="2051732" y="125917"/>
                </a:lnTo>
                <a:lnTo>
                  <a:pt x="2052410" y="125213"/>
                </a:lnTo>
                <a:lnTo>
                  <a:pt x="2053071" y="124490"/>
                </a:lnTo>
                <a:lnTo>
                  <a:pt x="2053717" y="123748"/>
                </a:lnTo>
                <a:lnTo>
                  <a:pt x="2054346" y="122988"/>
                </a:lnTo>
                <a:lnTo>
                  <a:pt x="2054958" y="122210"/>
                </a:lnTo>
                <a:lnTo>
                  <a:pt x="2055554" y="121414"/>
                </a:lnTo>
                <a:lnTo>
                  <a:pt x="2056133" y="120599"/>
                </a:lnTo>
                <a:lnTo>
                  <a:pt x="2056697" y="119766"/>
                </a:lnTo>
                <a:lnTo>
                  <a:pt x="2057243" y="118915"/>
                </a:lnTo>
                <a:lnTo>
                  <a:pt x="2057773" y="118045"/>
                </a:lnTo>
                <a:lnTo>
                  <a:pt x="2058287" y="117157"/>
                </a:lnTo>
                <a:lnTo>
                  <a:pt x="2058785" y="116250"/>
                </a:lnTo>
                <a:lnTo>
                  <a:pt x="2059265" y="115326"/>
                </a:lnTo>
                <a:lnTo>
                  <a:pt x="2059730" y="114383"/>
                </a:lnTo>
                <a:lnTo>
                  <a:pt x="2060177" y="113423"/>
                </a:lnTo>
                <a:lnTo>
                  <a:pt x="2060604" y="112448"/>
                </a:lnTo>
                <a:lnTo>
                  <a:pt x="2061013" y="111458"/>
                </a:lnTo>
                <a:lnTo>
                  <a:pt x="2061403" y="110454"/>
                </a:lnTo>
                <a:lnTo>
                  <a:pt x="2061773" y="109434"/>
                </a:lnTo>
                <a:lnTo>
                  <a:pt x="2062125" y="108399"/>
                </a:lnTo>
                <a:lnTo>
                  <a:pt x="2062458" y="107349"/>
                </a:lnTo>
                <a:lnTo>
                  <a:pt x="2062771" y="106285"/>
                </a:lnTo>
                <a:lnTo>
                  <a:pt x="2063066" y="105205"/>
                </a:lnTo>
                <a:lnTo>
                  <a:pt x="2063342" y="104110"/>
                </a:lnTo>
                <a:lnTo>
                  <a:pt x="2063598" y="103000"/>
                </a:lnTo>
                <a:lnTo>
                  <a:pt x="2063836" y="101876"/>
                </a:lnTo>
                <a:lnTo>
                  <a:pt x="2064054" y="100736"/>
                </a:lnTo>
                <a:lnTo>
                  <a:pt x="2064254" y="99581"/>
                </a:lnTo>
                <a:lnTo>
                  <a:pt x="2064435" y="98412"/>
                </a:lnTo>
                <a:lnTo>
                  <a:pt x="2064596" y="97227"/>
                </a:lnTo>
                <a:lnTo>
                  <a:pt x="2064739" y="96027"/>
                </a:lnTo>
                <a:lnTo>
                  <a:pt x="2064862" y="94813"/>
                </a:lnTo>
                <a:lnTo>
                  <a:pt x="2064967" y="93583"/>
                </a:lnTo>
                <a:lnTo>
                  <a:pt x="2065052" y="92338"/>
                </a:lnTo>
                <a:lnTo>
                  <a:pt x="2065119" y="91079"/>
                </a:lnTo>
                <a:lnTo>
                  <a:pt x="2065166" y="89804"/>
                </a:lnTo>
                <a:lnTo>
                  <a:pt x="2065195" y="88514"/>
                </a:lnTo>
                <a:lnTo>
                  <a:pt x="2065205" y="87210"/>
                </a:lnTo>
                <a:lnTo>
                  <a:pt x="2065195" y="85872"/>
                </a:lnTo>
                <a:lnTo>
                  <a:pt x="2065166" y="84550"/>
                </a:lnTo>
                <a:lnTo>
                  <a:pt x="2065119" y="83244"/>
                </a:lnTo>
                <a:lnTo>
                  <a:pt x="2065052" y="81955"/>
                </a:lnTo>
                <a:lnTo>
                  <a:pt x="2064967" y="80681"/>
                </a:lnTo>
                <a:lnTo>
                  <a:pt x="2064862" y="79423"/>
                </a:lnTo>
                <a:lnTo>
                  <a:pt x="2064739" y="78182"/>
                </a:lnTo>
                <a:lnTo>
                  <a:pt x="2064596" y="76957"/>
                </a:lnTo>
                <a:lnTo>
                  <a:pt x="2064435" y="75747"/>
                </a:lnTo>
                <a:lnTo>
                  <a:pt x="2064254" y="74554"/>
                </a:lnTo>
                <a:lnTo>
                  <a:pt x="2064054" y="73376"/>
                </a:lnTo>
                <a:lnTo>
                  <a:pt x="2063836" y="72215"/>
                </a:lnTo>
                <a:lnTo>
                  <a:pt x="2063598" y="71070"/>
                </a:lnTo>
                <a:lnTo>
                  <a:pt x="2063342" y="69941"/>
                </a:lnTo>
                <a:lnTo>
                  <a:pt x="2063066" y="68827"/>
                </a:lnTo>
                <a:lnTo>
                  <a:pt x="2062771" y="67730"/>
                </a:lnTo>
                <a:lnTo>
                  <a:pt x="2062458" y="66649"/>
                </a:lnTo>
                <a:lnTo>
                  <a:pt x="2062125" y="65584"/>
                </a:lnTo>
                <a:lnTo>
                  <a:pt x="2061773" y="64535"/>
                </a:lnTo>
                <a:lnTo>
                  <a:pt x="2061403" y="63502"/>
                </a:lnTo>
                <a:lnTo>
                  <a:pt x="2061013" y="62485"/>
                </a:lnTo>
                <a:lnTo>
                  <a:pt x="2060604" y="61485"/>
                </a:lnTo>
                <a:lnTo>
                  <a:pt x="2060177" y="60500"/>
                </a:lnTo>
                <a:lnTo>
                  <a:pt x="2059730" y="59531"/>
                </a:lnTo>
                <a:lnTo>
                  <a:pt x="2059265" y="58579"/>
                </a:lnTo>
                <a:lnTo>
                  <a:pt x="2058785" y="57647"/>
                </a:lnTo>
                <a:lnTo>
                  <a:pt x="2058287" y="56732"/>
                </a:lnTo>
                <a:lnTo>
                  <a:pt x="2057773" y="55836"/>
                </a:lnTo>
                <a:lnTo>
                  <a:pt x="2057243" y="54959"/>
                </a:lnTo>
                <a:lnTo>
                  <a:pt x="2056697" y="54100"/>
                </a:lnTo>
                <a:lnTo>
                  <a:pt x="2056133" y="53259"/>
                </a:lnTo>
                <a:lnTo>
                  <a:pt x="2055554" y="52438"/>
                </a:lnTo>
                <a:lnTo>
                  <a:pt x="2054958" y="51634"/>
                </a:lnTo>
                <a:lnTo>
                  <a:pt x="2054346" y="50849"/>
                </a:lnTo>
                <a:lnTo>
                  <a:pt x="2053717" y="50083"/>
                </a:lnTo>
                <a:lnTo>
                  <a:pt x="2053071" y="49335"/>
                </a:lnTo>
                <a:lnTo>
                  <a:pt x="2052410" y="48606"/>
                </a:lnTo>
                <a:lnTo>
                  <a:pt x="2051732" y="47895"/>
                </a:lnTo>
                <a:lnTo>
                  <a:pt x="2051037" y="47203"/>
                </a:lnTo>
                <a:lnTo>
                  <a:pt x="2050326" y="46529"/>
                </a:lnTo>
                <a:lnTo>
                  <a:pt x="2049598" y="45874"/>
                </a:lnTo>
                <a:lnTo>
                  <a:pt x="2048854" y="45237"/>
                </a:lnTo>
                <a:lnTo>
                  <a:pt x="2048094" y="44619"/>
                </a:lnTo>
                <a:lnTo>
                  <a:pt x="2047317" y="44020"/>
                </a:lnTo>
                <a:lnTo>
                  <a:pt x="2046524" y="43438"/>
                </a:lnTo>
                <a:lnTo>
                  <a:pt x="2045714" y="42876"/>
                </a:lnTo>
                <a:lnTo>
                  <a:pt x="2044888" y="42332"/>
                </a:lnTo>
                <a:lnTo>
                  <a:pt x="2044046" y="41806"/>
                </a:lnTo>
                <a:lnTo>
                  <a:pt x="2043188" y="41301"/>
                </a:lnTo>
                <a:lnTo>
                  <a:pt x="2042315" y="40816"/>
                </a:lnTo>
                <a:lnTo>
                  <a:pt x="2041428" y="40354"/>
                </a:lnTo>
                <a:lnTo>
                  <a:pt x="2040526" y="39913"/>
                </a:lnTo>
                <a:lnTo>
                  <a:pt x="2039610" y="39493"/>
                </a:lnTo>
                <a:lnTo>
                  <a:pt x="2038679" y="39095"/>
                </a:lnTo>
                <a:lnTo>
                  <a:pt x="2037733" y="38719"/>
                </a:lnTo>
                <a:lnTo>
                  <a:pt x="2036773" y="38364"/>
                </a:lnTo>
                <a:lnTo>
                  <a:pt x="2035799" y="38030"/>
                </a:lnTo>
                <a:lnTo>
                  <a:pt x="2034810" y="37718"/>
                </a:lnTo>
                <a:lnTo>
                  <a:pt x="2033806" y="37428"/>
                </a:lnTo>
                <a:lnTo>
                  <a:pt x="2032788" y="37159"/>
                </a:lnTo>
                <a:lnTo>
                  <a:pt x="2031755" y="36912"/>
                </a:lnTo>
                <a:lnTo>
                  <a:pt x="2030708" y="36686"/>
                </a:lnTo>
                <a:lnTo>
                  <a:pt x="2029646" y="36481"/>
                </a:lnTo>
                <a:lnTo>
                  <a:pt x="2028570" y="36299"/>
                </a:lnTo>
                <a:lnTo>
                  <a:pt x="2027479" y="36137"/>
                </a:lnTo>
                <a:lnTo>
                  <a:pt x="2026373" y="35997"/>
                </a:lnTo>
                <a:lnTo>
                  <a:pt x="2025253" y="35879"/>
                </a:lnTo>
                <a:lnTo>
                  <a:pt x="2024118" y="35782"/>
                </a:lnTo>
                <a:lnTo>
                  <a:pt x="2022969" y="35707"/>
                </a:lnTo>
                <a:lnTo>
                  <a:pt x="2021805" y="35653"/>
                </a:lnTo>
                <a:lnTo>
                  <a:pt x="2020627" y="35621"/>
                </a:lnTo>
                <a:lnTo>
                  <a:pt x="2019434" y="35610"/>
                </a:lnTo>
                <a:lnTo>
                  <a:pt x="2018266" y="35621"/>
                </a:lnTo>
                <a:lnTo>
                  <a:pt x="2017111" y="35653"/>
                </a:lnTo>
                <a:lnTo>
                  <a:pt x="2015971" y="35707"/>
                </a:lnTo>
                <a:lnTo>
                  <a:pt x="2014845" y="35782"/>
                </a:lnTo>
                <a:lnTo>
                  <a:pt x="2013732" y="35879"/>
                </a:lnTo>
                <a:lnTo>
                  <a:pt x="2012634" y="35997"/>
                </a:lnTo>
                <a:lnTo>
                  <a:pt x="2011550" y="36137"/>
                </a:lnTo>
                <a:lnTo>
                  <a:pt x="2010480" y="36299"/>
                </a:lnTo>
                <a:lnTo>
                  <a:pt x="2009424" y="36481"/>
                </a:lnTo>
                <a:lnTo>
                  <a:pt x="2008381" y="36686"/>
                </a:lnTo>
                <a:lnTo>
                  <a:pt x="2007353" y="36912"/>
                </a:lnTo>
                <a:lnTo>
                  <a:pt x="2006339" y="37159"/>
                </a:lnTo>
                <a:lnTo>
                  <a:pt x="2005339" y="37428"/>
                </a:lnTo>
                <a:lnTo>
                  <a:pt x="2004354" y="37718"/>
                </a:lnTo>
                <a:lnTo>
                  <a:pt x="2003382" y="38030"/>
                </a:lnTo>
                <a:lnTo>
                  <a:pt x="2002424" y="38364"/>
                </a:lnTo>
                <a:lnTo>
                  <a:pt x="2001480" y="38719"/>
                </a:lnTo>
                <a:lnTo>
                  <a:pt x="2000550" y="39095"/>
                </a:lnTo>
                <a:lnTo>
                  <a:pt x="1999635" y="39493"/>
                </a:lnTo>
                <a:lnTo>
                  <a:pt x="1998733" y="39913"/>
                </a:lnTo>
                <a:lnTo>
                  <a:pt x="1997845" y="40354"/>
                </a:lnTo>
                <a:lnTo>
                  <a:pt x="1996972" y="40816"/>
                </a:lnTo>
                <a:lnTo>
                  <a:pt x="1996112" y="41301"/>
                </a:lnTo>
                <a:lnTo>
                  <a:pt x="1995267" y="41806"/>
                </a:lnTo>
                <a:lnTo>
                  <a:pt x="1994437" y="42332"/>
                </a:lnTo>
                <a:lnTo>
                  <a:pt x="1993623" y="42876"/>
                </a:lnTo>
                <a:lnTo>
                  <a:pt x="1992826" y="43438"/>
                </a:lnTo>
                <a:lnTo>
                  <a:pt x="1992046" y="44020"/>
                </a:lnTo>
                <a:lnTo>
                  <a:pt x="1991282" y="44619"/>
                </a:lnTo>
                <a:lnTo>
                  <a:pt x="1990535" y="45237"/>
                </a:lnTo>
                <a:lnTo>
                  <a:pt x="1989804" y="45874"/>
                </a:lnTo>
                <a:lnTo>
                  <a:pt x="1989091" y="46529"/>
                </a:lnTo>
                <a:lnTo>
                  <a:pt x="1988393" y="47203"/>
                </a:lnTo>
                <a:lnTo>
                  <a:pt x="1987713" y="47895"/>
                </a:lnTo>
                <a:lnTo>
                  <a:pt x="1987049" y="48606"/>
                </a:lnTo>
                <a:lnTo>
                  <a:pt x="1986401" y="49335"/>
                </a:lnTo>
                <a:lnTo>
                  <a:pt x="1985770" y="50083"/>
                </a:lnTo>
                <a:lnTo>
                  <a:pt x="1985156" y="50849"/>
                </a:lnTo>
                <a:lnTo>
                  <a:pt x="1984559" y="51634"/>
                </a:lnTo>
                <a:lnTo>
                  <a:pt x="1983978" y="52438"/>
                </a:lnTo>
                <a:lnTo>
                  <a:pt x="1983413" y="53259"/>
                </a:lnTo>
                <a:lnTo>
                  <a:pt x="1982865" y="54100"/>
                </a:lnTo>
                <a:lnTo>
                  <a:pt x="1982334" y="54959"/>
                </a:lnTo>
                <a:lnTo>
                  <a:pt x="1981820" y="55836"/>
                </a:lnTo>
                <a:lnTo>
                  <a:pt x="1981322" y="56732"/>
                </a:lnTo>
                <a:lnTo>
                  <a:pt x="1980841" y="57647"/>
                </a:lnTo>
                <a:lnTo>
                  <a:pt x="1980376" y="58579"/>
                </a:lnTo>
                <a:lnTo>
                  <a:pt x="1979928" y="59531"/>
                </a:lnTo>
                <a:lnTo>
                  <a:pt x="1979497" y="60500"/>
                </a:lnTo>
                <a:lnTo>
                  <a:pt x="1979085" y="61485"/>
                </a:lnTo>
                <a:lnTo>
                  <a:pt x="1978691" y="62485"/>
                </a:lnTo>
                <a:lnTo>
                  <a:pt x="1978315" y="63502"/>
                </a:lnTo>
                <a:lnTo>
                  <a:pt x="1977958" y="64535"/>
                </a:lnTo>
                <a:lnTo>
                  <a:pt x="1977619" y="65584"/>
                </a:lnTo>
                <a:lnTo>
                  <a:pt x="1977298" y="66649"/>
                </a:lnTo>
                <a:lnTo>
                  <a:pt x="1976996" y="67730"/>
                </a:lnTo>
                <a:lnTo>
                  <a:pt x="1976712" y="68827"/>
                </a:lnTo>
                <a:lnTo>
                  <a:pt x="1976446" y="69941"/>
                </a:lnTo>
                <a:lnTo>
                  <a:pt x="1976199" y="71070"/>
                </a:lnTo>
                <a:lnTo>
                  <a:pt x="1975970" y="72215"/>
                </a:lnTo>
                <a:lnTo>
                  <a:pt x="1975759" y="73376"/>
                </a:lnTo>
                <a:lnTo>
                  <a:pt x="1975567" y="74554"/>
                </a:lnTo>
                <a:lnTo>
                  <a:pt x="1975392" y="75747"/>
                </a:lnTo>
                <a:lnTo>
                  <a:pt x="1975237" y="76957"/>
                </a:lnTo>
                <a:lnTo>
                  <a:pt x="1975099" y="78182"/>
                </a:lnTo>
                <a:lnTo>
                  <a:pt x="1974980" y="79423"/>
                </a:lnTo>
                <a:lnTo>
                  <a:pt x="1974879" y="80681"/>
                </a:lnTo>
                <a:lnTo>
                  <a:pt x="1974797" y="81955"/>
                </a:lnTo>
                <a:lnTo>
                  <a:pt x="1974733" y="83244"/>
                </a:lnTo>
                <a:lnTo>
                  <a:pt x="1974687" y="84550"/>
                </a:lnTo>
                <a:lnTo>
                  <a:pt x="1974660" y="85872"/>
                </a:lnTo>
                <a:lnTo>
                  <a:pt x="1974650" y="87210"/>
                </a:lnTo>
                <a:lnTo>
                  <a:pt x="1974660" y="88514"/>
                </a:lnTo>
                <a:lnTo>
                  <a:pt x="1974687" y="89804"/>
                </a:lnTo>
                <a:lnTo>
                  <a:pt x="1974733" y="91079"/>
                </a:lnTo>
                <a:lnTo>
                  <a:pt x="1974797" y="92338"/>
                </a:lnTo>
                <a:lnTo>
                  <a:pt x="1974879" y="93583"/>
                </a:lnTo>
                <a:lnTo>
                  <a:pt x="1974980" y="94813"/>
                </a:lnTo>
                <a:lnTo>
                  <a:pt x="1975099" y="96027"/>
                </a:lnTo>
                <a:lnTo>
                  <a:pt x="1975237" y="97227"/>
                </a:lnTo>
                <a:lnTo>
                  <a:pt x="1975392" y="98412"/>
                </a:lnTo>
                <a:lnTo>
                  <a:pt x="1975567" y="99581"/>
                </a:lnTo>
                <a:lnTo>
                  <a:pt x="1975759" y="100736"/>
                </a:lnTo>
                <a:lnTo>
                  <a:pt x="1975970" y="101876"/>
                </a:lnTo>
                <a:lnTo>
                  <a:pt x="1976199" y="103000"/>
                </a:lnTo>
                <a:lnTo>
                  <a:pt x="1976446" y="104110"/>
                </a:lnTo>
                <a:lnTo>
                  <a:pt x="1976712" y="105205"/>
                </a:lnTo>
                <a:lnTo>
                  <a:pt x="1976996" y="106285"/>
                </a:lnTo>
                <a:lnTo>
                  <a:pt x="1977298" y="107349"/>
                </a:lnTo>
                <a:lnTo>
                  <a:pt x="1977619" y="108399"/>
                </a:lnTo>
                <a:lnTo>
                  <a:pt x="1977958" y="109434"/>
                </a:lnTo>
                <a:lnTo>
                  <a:pt x="1978315" y="110454"/>
                </a:lnTo>
                <a:lnTo>
                  <a:pt x="1978691" y="111458"/>
                </a:lnTo>
                <a:lnTo>
                  <a:pt x="1979085" y="112448"/>
                </a:lnTo>
                <a:lnTo>
                  <a:pt x="1979497" y="113423"/>
                </a:lnTo>
                <a:lnTo>
                  <a:pt x="1979928" y="114383"/>
                </a:lnTo>
                <a:lnTo>
                  <a:pt x="1980376" y="115326"/>
                </a:lnTo>
                <a:lnTo>
                  <a:pt x="1980841" y="116250"/>
                </a:lnTo>
                <a:lnTo>
                  <a:pt x="1981322" y="117157"/>
                </a:lnTo>
                <a:lnTo>
                  <a:pt x="1981820" y="118045"/>
                </a:lnTo>
                <a:lnTo>
                  <a:pt x="1982334" y="118915"/>
                </a:lnTo>
                <a:lnTo>
                  <a:pt x="1982865" y="119766"/>
                </a:lnTo>
                <a:lnTo>
                  <a:pt x="1983413" y="120599"/>
                </a:lnTo>
                <a:lnTo>
                  <a:pt x="1983978" y="121414"/>
                </a:lnTo>
                <a:lnTo>
                  <a:pt x="1984559" y="122210"/>
                </a:lnTo>
                <a:lnTo>
                  <a:pt x="1985156" y="122988"/>
                </a:lnTo>
                <a:lnTo>
                  <a:pt x="1985770" y="123748"/>
                </a:lnTo>
                <a:lnTo>
                  <a:pt x="1986401" y="124490"/>
                </a:lnTo>
                <a:lnTo>
                  <a:pt x="1987049" y="125213"/>
                </a:lnTo>
                <a:lnTo>
                  <a:pt x="1987713" y="125917"/>
                </a:lnTo>
                <a:lnTo>
                  <a:pt x="1988393" y="126604"/>
                </a:lnTo>
                <a:lnTo>
                  <a:pt x="1989091" y="127272"/>
                </a:lnTo>
                <a:lnTo>
                  <a:pt x="1989804" y="127922"/>
                </a:lnTo>
                <a:lnTo>
                  <a:pt x="1990535" y="128553"/>
                </a:lnTo>
                <a:lnTo>
                  <a:pt x="1991282" y="129166"/>
                </a:lnTo>
                <a:lnTo>
                  <a:pt x="1992046" y="129761"/>
                </a:lnTo>
                <a:lnTo>
                  <a:pt x="1992826" y="130337"/>
                </a:lnTo>
                <a:lnTo>
                  <a:pt x="1993623" y="130895"/>
                </a:lnTo>
                <a:lnTo>
                  <a:pt x="1994437" y="131435"/>
                </a:lnTo>
                <a:lnTo>
                  <a:pt x="1995267" y="131956"/>
                </a:lnTo>
                <a:lnTo>
                  <a:pt x="1996112" y="132458"/>
                </a:lnTo>
                <a:lnTo>
                  <a:pt x="1996972" y="132938"/>
                </a:lnTo>
                <a:lnTo>
                  <a:pt x="1997845" y="133396"/>
                </a:lnTo>
                <a:lnTo>
                  <a:pt x="1998733" y="133834"/>
                </a:lnTo>
                <a:lnTo>
                  <a:pt x="1999635" y="134250"/>
                </a:lnTo>
                <a:lnTo>
                  <a:pt x="2000550" y="134644"/>
                </a:lnTo>
                <a:lnTo>
                  <a:pt x="2001480" y="135018"/>
                </a:lnTo>
                <a:lnTo>
                  <a:pt x="2002424" y="135370"/>
                </a:lnTo>
                <a:lnTo>
                  <a:pt x="2003382" y="135700"/>
                </a:lnTo>
                <a:lnTo>
                  <a:pt x="2004354" y="136009"/>
                </a:lnTo>
                <a:lnTo>
                  <a:pt x="2005339" y="136297"/>
                </a:lnTo>
                <a:lnTo>
                  <a:pt x="2006339" y="136564"/>
                </a:lnTo>
                <a:lnTo>
                  <a:pt x="2007353" y="136809"/>
                </a:lnTo>
                <a:lnTo>
                  <a:pt x="2008381" y="137033"/>
                </a:lnTo>
                <a:lnTo>
                  <a:pt x="2009424" y="137236"/>
                </a:lnTo>
                <a:lnTo>
                  <a:pt x="2010480" y="137417"/>
                </a:lnTo>
                <a:lnTo>
                  <a:pt x="2011550" y="137577"/>
                </a:lnTo>
                <a:lnTo>
                  <a:pt x="2012634" y="137716"/>
                </a:lnTo>
                <a:lnTo>
                  <a:pt x="2013732" y="137833"/>
                </a:lnTo>
                <a:lnTo>
                  <a:pt x="2014845" y="137929"/>
                </a:lnTo>
                <a:lnTo>
                  <a:pt x="2015971" y="138004"/>
                </a:lnTo>
                <a:lnTo>
                  <a:pt x="2017111" y="138057"/>
                </a:lnTo>
                <a:lnTo>
                  <a:pt x="2018266" y="138089"/>
                </a:lnTo>
                <a:lnTo>
                  <a:pt x="2019434" y="138100"/>
                </a:lnTo>
                <a:lnTo>
                  <a:pt x="2020627" y="138089"/>
                </a:lnTo>
                <a:lnTo>
                  <a:pt x="2021805" y="138057"/>
                </a:lnTo>
                <a:lnTo>
                  <a:pt x="2022969" y="138004"/>
                </a:lnTo>
                <a:lnTo>
                  <a:pt x="2024118" y="137929"/>
                </a:lnTo>
                <a:lnTo>
                  <a:pt x="2025253" y="137833"/>
                </a:lnTo>
                <a:close/>
                <a:moveTo>
                  <a:pt x="2015305" y="124769"/>
                </a:moveTo>
                <a:lnTo>
                  <a:pt x="2014524" y="124676"/>
                </a:lnTo>
                <a:lnTo>
                  <a:pt x="2013757" y="124566"/>
                </a:lnTo>
                <a:lnTo>
                  <a:pt x="2013006" y="124439"/>
                </a:lnTo>
                <a:lnTo>
                  <a:pt x="2012270" y="124295"/>
                </a:lnTo>
                <a:lnTo>
                  <a:pt x="2011548" y="124134"/>
                </a:lnTo>
                <a:lnTo>
                  <a:pt x="2010841" y="123957"/>
                </a:lnTo>
                <a:lnTo>
                  <a:pt x="2010149" y="123762"/>
                </a:lnTo>
                <a:lnTo>
                  <a:pt x="2009473" y="123551"/>
                </a:lnTo>
                <a:lnTo>
                  <a:pt x="2008811" y="123322"/>
                </a:lnTo>
                <a:lnTo>
                  <a:pt x="2008163" y="123077"/>
                </a:lnTo>
                <a:lnTo>
                  <a:pt x="2007531" y="122814"/>
                </a:lnTo>
                <a:lnTo>
                  <a:pt x="2006914" y="122535"/>
                </a:lnTo>
                <a:lnTo>
                  <a:pt x="2006312" y="122239"/>
                </a:lnTo>
                <a:lnTo>
                  <a:pt x="2005724" y="121926"/>
                </a:lnTo>
                <a:lnTo>
                  <a:pt x="2005152" y="121596"/>
                </a:lnTo>
                <a:lnTo>
                  <a:pt x="2004594" y="121249"/>
                </a:lnTo>
                <a:lnTo>
                  <a:pt x="2004051" y="120885"/>
                </a:lnTo>
                <a:lnTo>
                  <a:pt x="2003523" y="120505"/>
                </a:lnTo>
                <a:lnTo>
                  <a:pt x="2003010" y="120107"/>
                </a:lnTo>
                <a:lnTo>
                  <a:pt x="2002511" y="119694"/>
                </a:lnTo>
                <a:lnTo>
                  <a:pt x="2002023" y="119269"/>
                </a:lnTo>
                <a:lnTo>
                  <a:pt x="2001547" y="118830"/>
                </a:lnTo>
                <a:lnTo>
                  <a:pt x="2001083" y="118379"/>
                </a:lnTo>
                <a:lnTo>
                  <a:pt x="2000630" y="117915"/>
                </a:lnTo>
                <a:lnTo>
                  <a:pt x="2000190" y="117438"/>
                </a:lnTo>
                <a:lnTo>
                  <a:pt x="1999761" y="116948"/>
                </a:lnTo>
                <a:lnTo>
                  <a:pt x="1999344" y="116446"/>
                </a:lnTo>
                <a:lnTo>
                  <a:pt x="1998939" y="115930"/>
                </a:lnTo>
                <a:lnTo>
                  <a:pt x="1998546" y="115402"/>
                </a:lnTo>
                <a:lnTo>
                  <a:pt x="1998164" y="114861"/>
                </a:lnTo>
                <a:lnTo>
                  <a:pt x="1997794" y="114307"/>
                </a:lnTo>
                <a:lnTo>
                  <a:pt x="1997437" y="113740"/>
                </a:lnTo>
                <a:lnTo>
                  <a:pt x="1997091" y="113161"/>
                </a:lnTo>
                <a:lnTo>
                  <a:pt x="1996756" y="112569"/>
                </a:lnTo>
                <a:lnTo>
                  <a:pt x="1996434" y="111963"/>
                </a:lnTo>
                <a:lnTo>
                  <a:pt x="1996123" y="111345"/>
                </a:lnTo>
                <a:lnTo>
                  <a:pt x="1995825" y="110715"/>
                </a:lnTo>
                <a:lnTo>
                  <a:pt x="1995538" y="110071"/>
                </a:lnTo>
                <a:lnTo>
                  <a:pt x="1995263" y="109415"/>
                </a:lnTo>
                <a:lnTo>
                  <a:pt x="1994999" y="108745"/>
                </a:lnTo>
                <a:lnTo>
                  <a:pt x="1994748" y="108063"/>
                </a:lnTo>
                <a:lnTo>
                  <a:pt x="1994508" y="107368"/>
                </a:lnTo>
                <a:lnTo>
                  <a:pt x="1994280" y="106661"/>
                </a:lnTo>
                <a:lnTo>
                  <a:pt x="1994063" y="105943"/>
                </a:lnTo>
                <a:lnTo>
                  <a:pt x="1993855" y="105216"/>
                </a:lnTo>
                <a:lnTo>
                  <a:pt x="1993656" y="104482"/>
                </a:lnTo>
                <a:lnTo>
                  <a:pt x="1993466" y="103740"/>
                </a:lnTo>
                <a:lnTo>
                  <a:pt x="1993286" y="102990"/>
                </a:lnTo>
                <a:lnTo>
                  <a:pt x="1993115" y="102232"/>
                </a:lnTo>
                <a:lnTo>
                  <a:pt x="1992953" y="101466"/>
                </a:lnTo>
                <a:lnTo>
                  <a:pt x="1992801" y="100691"/>
                </a:lnTo>
                <a:lnTo>
                  <a:pt x="1992657" y="99909"/>
                </a:lnTo>
                <a:lnTo>
                  <a:pt x="1992523" y="99119"/>
                </a:lnTo>
                <a:lnTo>
                  <a:pt x="1992398" y="98321"/>
                </a:lnTo>
                <a:lnTo>
                  <a:pt x="1992283" y="97515"/>
                </a:lnTo>
                <a:lnTo>
                  <a:pt x="1992176" y="96700"/>
                </a:lnTo>
                <a:lnTo>
                  <a:pt x="1992079" y="95878"/>
                </a:lnTo>
                <a:lnTo>
                  <a:pt x="1991991" y="95048"/>
                </a:lnTo>
                <a:lnTo>
                  <a:pt x="1991913" y="94210"/>
                </a:lnTo>
                <a:lnTo>
                  <a:pt x="1991844" y="93364"/>
                </a:lnTo>
                <a:lnTo>
                  <a:pt x="1991783" y="92509"/>
                </a:lnTo>
                <a:lnTo>
                  <a:pt x="1991733" y="91647"/>
                </a:lnTo>
                <a:lnTo>
                  <a:pt x="1991691" y="90777"/>
                </a:lnTo>
                <a:lnTo>
                  <a:pt x="1991659" y="89899"/>
                </a:lnTo>
                <a:lnTo>
                  <a:pt x="1991635" y="89012"/>
                </a:lnTo>
                <a:lnTo>
                  <a:pt x="1991622" y="88118"/>
                </a:lnTo>
                <a:lnTo>
                  <a:pt x="1991617" y="87216"/>
                </a:lnTo>
                <a:lnTo>
                  <a:pt x="1991622" y="86296"/>
                </a:lnTo>
                <a:lnTo>
                  <a:pt x="1991635" y="85385"/>
                </a:lnTo>
                <a:lnTo>
                  <a:pt x="1991659" y="84481"/>
                </a:lnTo>
                <a:lnTo>
                  <a:pt x="1991691" y="83586"/>
                </a:lnTo>
                <a:lnTo>
                  <a:pt x="1991733" y="82699"/>
                </a:lnTo>
                <a:lnTo>
                  <a:pt x="1991783" y="81821"/>
                </a:lnTo>
                <a:lnTo>
                  <a:pt x="1991844" y="80950"/>
                </a:lnTo>
                <a:lnTo>
                  <a:pt x="1991913" y="80088"/>
                </a:lnTo>
                <a:lnTo>
                  <a:pt x="1991991" y="79234"/>
                </a:lnTo>
                <a:lnTo>
                  <a:pt x="1992079" y="78388"/>
                </a:lnTo>
                <a:lnTo>
                  <a:pt x="1992176" y="77550"/>
                </a:lnTo>
                <a:lnTo>
                  <a:pt x="1992283" y="76721"/>
                </a:lnTo>
                <a:lnTo>
                  <a:pt x="1992398" y="75900"/>
                </a:lnTo>
                <a:lnTo>
                  <a:pt x="1992523" y="75087"/>
                </a:lnTo>
                <a:lnTo>
                  <a:pt x="1992657" y="74282"/>
                </a:lnTo>
                <a:lnTo>
                  <a:pt x="1992801" y="73485"/>
                </a:lnTo>
                <a:lnTo>
                  <a:pt x="1992953" y="72697"/>
                </a:lnTo>
                <a:lnTo>
                  <a:pt x="1993115" y="71916"/>
                </a:lnTo>
                <a:lnTo>
                  <a:pt x="1993286" y="71144"/>
                </a:lnTo>
                <a:lnTo>
                  <a:pt x="1993466" y="70380"/>
                </a:lnTo>
                <a:lnTo>
                  <a:pt x="1993656" y="69625"/>
                </a:lnTo>
                <a:lnTo>
                  <a:pt x="1993855" y="68877"/>
                </a:lnTo>
                <a:lnTo>
                  <a:pt x="1994063" y="68138"/>
                </a:lnTo>
                <a:lnTo>
                  <a:pt x="1994280" y="67407"/>
                </a:lnTo>
                <a:lnTo>
                  <a:pt x="1994508" y="66687"/>
                </a:lnTo>
                <a:lnTo>
                  <a:pt x="1994748" y="65979"/>
                </a:lnTo>
                <a:lnTo>
                  <a:pt x="1994999" y="65285"/>
                </a:lnTo>
                <a:lnTo>
                  <a:pt x="1995263" y="64603"/>
                </a:lnTo>
                <a:lnTo>
                  <a:pt x="1995538" y="63935"/>
                </a:lnTo>
                <a:lnTo>
                  <a:pt x="1995825" y="63279"/>
                </a:lnTo>
                <a:lnTo>
                  <a:pt x="1996123" y="62637"/>
                </a:lnTo>
                <a:lnTo>
                  <a:pt x="1996434" y="62008"/>
                </a:lnTo>
                <a:lnTo>
                  <a:pt x="1996756" y="61391"/>
                </a:lnTo>
                <a:lnTo>
                  <a:pt x="1997091" y="60788"/>
                </a:lnTo>
                <a:lnTo>
                  <a:pt x="1997437" y="60198"/>
                </a:lnTo>
                <a:lnTo>
                  <a:pt x="1997794" y="59620"/>
                </a:lnTo>
                <a:lnTo>
                  <a:pt x="1998164" y="59056"/>
                </a:lnTo>
                <a:lnTo>
                  <a:pt x="1998546" y="58505"/>
                </a:lnTo>
                <a:lnTo>
                  <a:pt x="1998939" y="57967"/>
                </a:lnTo>
                <a:lnTo>
                  <a:pt x="1999344" y="57441"/>
                </a:lnTo>
                <a:lnTo>
                  <a:pt x="1999761" y="56929"/>
                </a:lnTo>
                <a:lnTo>
                  <a:pt x="2000190" y="56430"/>
                </a:lnTo>
                <a:lnTo>
                  <a:pt x="2000630" y="55944"/>
                </a:lnTo>
                <a:lnTo>
                  <a:pt x="2001083" y="55471"/>
                </a:lnTo>
                <a:lnTo>
                  <a:pt x="2001547" y="55010"/>
                </a:lnTo>
                <a:lnTo>
                  <a:pt x="2002023" y="54563"/>
                </a:lnTo>
                <a:lnTo>
                  <a:pt x="2002511" y="54129"/>
                </a:lnTo>
                <a:lnTo>
                  <a:pt x="2003010" y="53708"/>
                </a:lnTo>
                <a:lnTo>
                  <a:pt x="2003523" y="53302"/>
                </a:lnTo>
                <a:lnTo>
                  <a:pt x="2004051" y="52913"/>
                </a:lnTo>
                <a:lnTo>
                  <a:pt x="2004594" y="52541"/>
                </a:lnTo>
                <a:lnTo>
                  <a:pt x="2005152" y="52187"/>
                </a:lnTo>
                <a:lnTo>
                  <a:pt x="2005724" y="51850"/>
                </a:lnTo>
                <a:lnTo>
                  <a:pt x="2006312" y="51530"/>
                </a:lnTo>
                <a:lnTo>
                  <a:pt x="2006914" y="51227"/>
                </a:lnTo>
                <a:lnTo>
                  <a:pt x="2007531" y="50942"/>
                </a:lnTo>
                <a:lnTo>
                  <a:pt x="2008163" y="50674"/>
                </a:lnTo>
                <a:lnTo>
                  <a:pt x="2008811" y="50424"/>
                </a:lnTo>
                <a:lnTo>
                  <a:pt x="2009473" y="50190"/>
                </a:lnTo>
                <a:lnTo>
                  <a:pt x="2010149" y="49974"/>
                </a:lnTo>
                <a:lnTo>
                  <a:pt x="2010841" y="49775"/>
                </a:lnTo>
                <a:lnTo>
                  <a:pt x="2011548" y="49594"/>
                </a:lnTo>
                <a:lnTo>
                  <a:pt x="2012270" y="49430"/>
                </a:lnTo>
                <a:lnTo>
                  <a:pt x="2013006" y="49283"/>
                </a:lnTo>
                <a:lnTo>
                  <a:pt x="2013757" y="49153"/>
                </a:lnTo>
                <a:lnTo>
                  <a:pt x="2014524" y="49041"/>
                </a:lnTo>
                <a:lnTo>
                  <a:pt x="2015305" y="48946"/>
                </a:lnTo>
                <a:lnTo>
                  <a:pt x="2016101" y="48868"/>
                </a:lnTo>
                <a:lnTo>
                  <a:pt x="2016912" y="48807"/>
                </a:lnTo>
                <a:lnTo>
                  <a:pt x="2017738" y="48764"/>
                </a:lnTo>
                <a:lnTo>
                  <a:pt x="2018579" y="48738"/>
                </a:lnTo>
                <a:lnTo>
                  <a:pt x="2019434" y="48730"/>
                </a:lnTo>
                <a:lnTo>
                  <a:pt x="2020314" y="48738"/>
                </a:lnTo>
                <a:lnTo>
                  <a:pt x="2021180" y="48764"/>
                </a:lnTo>
                <a:lnTo>
                  <a:pt x="2022030" y="48807"/>
                </a:lnTo>
                <a:lnTo>
                  <a:pt x="2022865" y="48868"/>
                </a:lnTo>
                <a:lnTo>
                  <a:pt x="2023685" y="48946"/>
                </a:lnTo>
                <a:lnTo>
                  <a:pt x="2024490" y="49041"/>
                </a:lnTo>
                <a:lnTo>
                  <a:pt x="2025279" y="49153"/>
                </a:lnTo>
                <a:lnTo>
                  <a:pt x="2026054" y="49283"/>
                </a:lnTo>
                <a:lnTo>
                  <a:pt x="2026814" y="49430"/>
                </a:lnTo>
                <a:lnTo>
                  <a:pt x="2027559" y="49594"/>
                </a:lnTo>
                <a:lnTo>
                  <a:pt x="2028288" y="49775"/>
                </a:lnTo>
                <a:lnTo>
                  <a:pt x="2029003" y="49974"/>
                </a:lnTo>
                <a:lnTo>
                  <a:pt x="2029702" y="50190"/>
                </a:lnTo>
                <a:lnTo>
                  <a:pt x="2030386" y="50424"/>
                </a:lnTo>
                <a:lnTo>
                  <a:pt x="2031056" y="50674"/>
                </a:lnTo>
                <a:lnTo>
                  <a:pt x="2031710" y="50942"/>
                </a:lnTo>
                <a:lnTo>
                  <a:pt x="2032349" y="51227"/>
                </a:lnTo>
                <a:lnTo>
                  <a:pt x="2032973" y="51530"/>
                </a:lnTo>
                <a:lnTo>
                  <a:pt x="2033582" y="51850"/>
                </a:lnTo>
                <a:lnTo>
                  <a:pt x="2034176" y="52187"/>
                </a:lnTo>
                <a:lnTo>
                  <a:pt x="2034755" y="52541"/>
                </a:lnTo>
                <a:lnTo>
                  <a:pt x="2035318" y="52913"/>
                </a:lnTo>
                <a:lnTo>
                  <a:pt x="2035867" y="53302"/>
                </a:lnTo>
                <a:lnTo>
                  <a:pt x="2036401" y="53708"/>
                </a:lnTo>
                <a:lnTo>
                  <a:pt x="2036921" y="54129"/>
                </a:lnTo>
                <a:lnTo>
                  <a:pt x="2037428" y="54563"/>
                </a:lnTo>
                <a:lnTo>
                  <a:pt x="2037924" y="55010"/>
                </a:lnTo>
                <a:lnTo>
                  <a:pt x="2038407" y="55471"/>
                </a:lnTo>
                <a:lnTo>
                  <a:pt x="2038877" y="55944"/>
                </a:lnTo>
                <a:lnTo>
                  <a:pt x="2039335" y="56430"/>
                </a:lnTo>
                <a:lnTo>
                  <a:pt x="2039781" y="56929"/>
                </a:lnTo>
                <a:lnTo>
                  <a:pt x="2040215" y="57441"/>
                </a:lnTo>
                <a:lnTo>
                  <a:pt x="2040636" y="57967"/>
                </a:lnTo>
                <a:lnTo>
                  <a:pt x="2041045" y="58505"/>
                </a:lnTo>
                <a:lnTo>
                  <a:pt x="2041442" y="59056"/>
                </a:lnTo>
                <a:lnTo>
                  <a:pt x="2041826" y="59620"/>
                </a:lnTo>
                <a:lnTo>
                  <a:pt x="2042198" y="60198"/>
                </a:lnTo>
                <a:lnTo>
                  <a:pt x="2042558" y="60788"/>
                </a:lnTo>
                <a:lnTo>
                  <a:pt x="2042905" y="61391"/>
                </a:lnTo>
                <a:lnTo>
                  <a:pt x="2043240" y="62008"/>
                </a:lnTo>
                <a:lnTo>
                  <a:pt x="2043563" y="62637"/>
                </a:lnTo>
                <a:lnTo>
                  <a:pt x="2043873" y="63279"/>
                </a:lnTo>
                <a:lnTo>
                  <a:pt x="2044171" y="63935"/>
                </a:lnTo>
                <a:lnTo>
                  <a:pt x="2044457" y="64603"/>
                </a:lnTo>
                <a:lnTo>
                  <a:pt x="2044730" y="65285"/>
                </a:lnTo>
                <a:lnTo>
                  <a:pt x="2044991" y="65979"/>
                </a:lnTo>
                <a:lnTo>
                  <a:pt x="2045240" y="66687"/>
                </a:lnTo>
                <a:lnTo>
                  <a:pt x="2045476" y="67407"/>
                </a:lnTo>
                <a:lnTo>
                  <a:pt x="2045701" y="68138"/>
                </a:lnTo>
                <a:lnTo>
                  <a:pt x="2045917" y="68877"/>
                </a:lnTo>
                <a:lnTo>
                  <a:pt x="2046123" y="69625"/>
                </a:lnTo>
                <a:lnTo>
                  <a:pt x="2046320" y="70380"/>
                </a:lnTo>
                <a:lnTo>
                  <a:pt x="2046507" y="71144"/>
                </a:lnTo>
                <a:lnTo>
                  <a:pt x="2046684" y="71916"/>
                </a:lnTo>
                <a:lnTo>
                  <a:pt x="2046852" y="72697"/>
                </a:lnTo>
                <a:lnTo>
                  <a:pt x="2047010" y="73485"/>
                </a:lnTo>
                <a:lnTo>
                  <a:pt x="2047159" y="74282"/>
                </a:lnTo>
                <a:lnTo>
                  <a:pt x="2047298" y="75087"/>
                </a:lnTo>
                <a:lnTo>
                  <a:pt x="2047428" y="75900"/>
                </a:lnTo>
                <a:lnTo>
                  <a:pt x="2047547" y="76721"/>
                </a:lnTo>
                <a:lnTo>
                  <a:pt x="2047658" y="77550"/>
                </a:lnTo>
                <a:lnTo>
                  <a:pt x="2047758" y="78388"/>
                </a:lnTo>
                <a:lnTo>
                  <a:pt x="2047850" y="79234"/>
                </a:lnTo>
                <a:lnTo>
                  <a:pt x="2047931" y="80088"/>
                </a:lnTo>
                <a:lnTo>
                  <a:pt x="2048003" y="80950"/>
                </a:lnTo>
                <a:lnTo>
                  <a:pt x="2048065" y="81821"/>
                </a:lnTo>
                <a:lnTo>
                  <a:pt x="2048118" y="82699"/>
                </a:lnTo>
                <a:lnTo>
                  <a:pt x="2048161" y="83586"/>
                </a:lnTo>
                <a:lnTo>
                  <a:pt x="2048195" y="84481"/>
                </a:lnTo>
                <a:lnTo>
                  <a:pt x="2048219" y="85385"/>
                </a:lnTo>
                <a:lnTo>
                  <a:pt x="2048233" y="86296"/>
                </a:lnTo>
                <a:lnTo>
                  <a:pt x="2048238" y="87216"/>
                </a:lnTo>
                <a:lnTo>
                  <a:pt x="2048233" y="88118"/>
                </a:lnTo>
                <a:lnTo>
                  <a:pt x="2048219" y="89012"/>
                </a:lnTo>
                <a:lnTo>
                  <a:pt x="2048195" y="89899"/>
                </a:lnTo>
                <a:lnTo>
                  <a:pt x="2048161" y="90777"/>
                </a:lnTo>
                <a:lnTo>
                  <a:pt x="2048118" y="91647"/>
                </a:lnTo>
                <a:lnTo>
                  <a:pt x="2048065" y="92509"/>
                </a:lnTo>
                <a:lnTo>
                  <a:pt x="2048003" y="93364"/>
                </a:lnTo>
                <a:lnTo>
                  <a:pt x="2047931" y="94210"/>
                </a:lnTo>
                <a:lnTo>
                  <a:pt x="2047850" y="95048"/>
                </a:lnTo>
                <a:lnTo>
                  <a:pt x="2047758" y="95878"/>
                </a:lnTo>
                <a:lnTo>
                  <a:pt x="2047658" y="96700"/>
                </a:lnTo>
                <a:lnTo>
                  <a:pt x="2047547" y="97515"/>
                </a:lnTo>
                <a:lnTo>
                  <a:pt x="2047428" y="98321"/>
                </a:lnTo>
                <a:lnTo>
                  <a:pt x="2047298" y="99119"/>
                </a:lnTo>
                <a:lnTo>
                  <a:pt x="2047159" y="99909"/>
                </a:lnTo>
                <a:lnTo>
                  <a:pt x="2047010" y="100691"/>
                </a:lnTo>
                <a:lnTo>
                  <a:pt x="2046852" y="101466"/>
                </a:lnTo>
                <a:lnTo>
                  <a:pt x="2046684" y="102232"/>
                </a:lnTo>
                <a:lnTo>
                  <a:pt x="2046507" y="102990"/>
                </a:lnTo>
                <a:lnTo>
                  <a:pt x="2046320" y="103740"/>
                </a:lnTo>
                <a:lnTo>
                  <a:pt x="2046123" y="104482"/>
                </a:lnTo>
                <a:lnTo>
                  <a:pt x="2045917" y="105216"/>
                </a:lnTo>
                <a:lnTo>
                  <a:pt x="2045701" y="105943"/>
                </a:lnTo>
                <a:lnTo>
                  <a:pt x="2045476" y="106661"/>
                </a:lnTo>
                <a:lnTo>
                  <a:pt x="2045240" y="107368"/>
                </a:lnTo>
                <a:lnTo>
                  <a:pt x="2044991" y="108063"/>
                </a:lnTo>
                <a:lnTo>
                  <a:pt x="2044730" y="108745"/>
                </a:lnTo>
                <a:lnTo>
                  <a:pt x="2044457" y="109415"/>
                </a:lnTo>
                <a:lnTo>
                  <a:pt x="2044171" y="110071"/>
                </a:lnTo>
                <a:lnTo>
                  <a:pt x="2043873" y="110715"/>
                </a:lnTo>
                <a:lnTo>
                  <a:pt x="2043563" y="111345"/>
                </a:lnTo>
                <a:lnTo>
                  <a:pt x="2043240" y="111963"/>
                </a:lnTo>
                <a:lnTo>
                  <a:pt x="2042905" y="112569"/>
                </a:lnTo>
                <a:lnTo>
                  <a:pt x="2042558" y="113161"/>
                </a:lnTo>
                <a:lnTo>
                  <a:pt x="2042198" y="113740"/>
                </a:lnTo>
                <a:lnTo>
                  <a:pt x="2041826" y="114307"/>
                </a:lnTo>
                <a:lnTo>
                  <a:pt x="2041442" y="114861"/>
                </a:lnTo>
                <a:lnTo>
                  <a:pt x="2041045" y="115402"/>
                </a:lnTo>
                <a:lnTo>
                  <a:pt x="2040636" y="115930"/>
                </a:lnTo>
                <a:lnTo>
                  <a:pt x="2040215" y="116446"/>
                </a:lnTo>
                <a:lnTo>
                  <a:pt x="2039781" y="116948"/>
                </a:lnTo>
                <a:lnTo>
                  <a:pt x="2039335" y="117438"/>
                </a:lnTo>
                <a:lnTo>
                  <a:pt x="2038877" y="117915"/>
                </a:lnTo>
                <a:lnTo>
                  <a:pt x="2038407" y="118379"/>
                </a:lnTo>
                <a:lnTo>
                  <a:pt x="2037924" y="118830"/>
                </a:lnTo>
                <a:lnTo>
                  <a:pt x="2037428" y="119269"/>
                </a:lnTo>
                <a:lnTo>
                  <a:pt x="2036921" y="119694"/>
                </a:lnTo>
                <a:lnTo>
                  <a:pt x="2036401" y="120107"/>
                </a:lnTo>
                <a:lnTo>
                  <a:pt x="2035867" y="120505"/>
                </a:lnTo>
                <a:lnTo>
                  <a:pt x="2035318" y="120885"/>
                </a:lnTo>
                <a:lnTo>
                  <a:pt x="2034755" y="121249"/>
                </a:lnTo>
                <a:lnTo>
                  <a:pt x="2034176" y="121596"/>
                </a:lnTo>
                <a:lnTo>
                  <a:pt x="2033582" y="121926"/>
                </a:lnTo>
                <a:lnTo>
                  <a:pt x="2032973" y="122239"/>
                </a:lnTo>
                <a:lnTo>
                  <a:pt x="2032349" y="122535"/>
                </a:lnTo>
                <a:lnTo>
                  <a:pt x="2031710" y="122814"/>
                </a:lnTo>
                <a:lnTo>
                  <a:pt x="2031056" y="123077"/>
                </a:lnTo>
                <a:lnTo>
                  <a:pt x="2030386" y="123322"/>
                </a:lnTo>
                <a:lnTo>
                  <a:pt x="2029702" y="123551"/>
                </a:lnTo>
                <a:lnTo>
                  <a:pt x="2029003" y="123762"/>
                </a:lnTo>
                <a:lnTo>
                  <a:pt x="2028288" y="123957"/>
                </a:lnTo>
                <a:lnTo>
                  <a:pt x="2027559" y="124134"/>
                </a:lnTo>
                <a:lnTo>
                  <a:pt x="2026814" y="124295"/>
                </a:lnTo>
                <a:lnTo>
                  <a:pt x="2026054" y="124439"/>
                </a:lnTo>
                <a:lnTo>
                  <a:pt x="2025279" y="124566"/>
                </a:lnTo>
                <a:lnTo>
                  <a:pt x="2024490" y="124676"/>
                </a:lnTo>
                <a:lnTo>
                  <a:pt x="2023685" y="124769"/>
                </a:lnTo>
                <a:lnTo>
                  <a:pt x="2022865" y="124845"/>
                </a:lnTo>
                <a:lnTo>
                  <a:pt x="2022030" y="124904"/>
                </a:lnTo>
                <a:lnTo>
                  <a:pt x="2021180" y="124947"/>
                </a:lnTo>
                <a:lnTo>
                  <a:pt x="2020314" y="124972"/>
                </a:lnTo>
                <a:lnTo>
                  <a:pt x="2019434" y="124981"/>
                </a:lnTo>
                <a:lnTo>
                  <a:pt x="2018579" y="124972"/>
                </a:lnTo>
                <a:lnTo>
                  <a:pt x="2017738" y="124947"/>
                </a:lnTo>
                <a:lnTo>
                  <a:pt x="2016912" y="124904"/>
                </a:lnTo>
                <a:lnTo>
                  <a:pt x="2016101" y="124845"/>
                </a:lnTo>
                <a:lnTo>
                  <a:pt x="2015305" y="124769"/>
                </a:lnTo>
                <a:close/>
                <a:moveTo>
                  <a:pt x="2314638" y="137921"/>
                </a:moveTo>
                <a:lnTo>
                  <a:pt x="2315587" y="137843"/>
                </a:lnTo>
                <a:lnTo>
                  <a:pt x="2316524" y="137750"/>
                </a:lnTo>
                <a:lnTo>
                  <a:pt x="2317451" y="137642"/>
                </a:lnTo>
                <a:lnTo>
                  <a:pt x="2318366" y="137521"/>
                </a:lnTo>
                <a:lnTo>
                  <a:pt x="2319269" y="137385"/>
                </a:lnTo>
                <a:lnTo>
                  <a:pt x="2320162" y="137235"/>
                </a:lnTo>
                <a:lnTo>
                  <a:pt x="2321043" y="137070"/>
                </a:lnTo>
                <a:lnTo>
                  <a:pt x="2321913" y="136892"/>
                </a:lnTo>
                <a:lnTo>
                  <a:pt x="2322771" y="136699"/>
                </a:lnTo>
                <a:lnTo>
                  <a:pt x="2323618" y="136491"/>
                </a:lnTo>
                <a:lnTo>
                  <a:pt x="2324454" y="136270"/>
                </a:lnTo>
                <a:lnTo>
                  <a:pt x="2325279" y="136034"/>
                </a:lnTo>
                <a:lnTo>
                  <a:pt x="2326092" y="135783"/>
                </a:lnTo>
                <a:lnTo>
                  <a:pt x="2326894" y="135519"/>
                </a:lnTo>
                <a:lnTo>
                  <a:pt x="2327685" y="135240"/>
                </a:lnTo>
                <a:lnTo>
                  <a:pt x="2328464" y="134947"/>
                </a:lnTo>
                <a:lnTo>
                  <a:pt x="2329232" y="134639"/>
                </a:lnTo>
                <a:lnTo>
                  <a:pt x="2329989" y="134318"/>
                </a:lnTo>
                <a:lnTo>
                  <a:pt x="2330735" y="133982"/>
                </a:lnTo>
                <a:lnTo>
                  <a:pt x="2331468" y="133632"/>
                </a:lnTo>
                <a:lnTo>
                  <a:pt x="2332187" y="133271"/>
                </a:lnTo>
                <a:lnTo>
                  <a:pt x="2332892" y="132897"/>
                </a:lnTo>
                <a:lnTo>
                  <a:pt x="2333584" y="132512"/>
                </a:lnTo>
                <a:lnTo>
                  <a:pt x="2334262" y="132114"/>
                </a:lnTo>
                <a:lnTo>
                  <a:pt x="2334927" y="131705"/>
                </a:lnTo>
                <a:lnTo>
                  <a:pt x="2335578" y="131283"/>
                </a:lnTo>
                <a:lnTo>
                  <a:pt x="2336215" y="130850"/>
                </a:lnTo>
                <a:lnTo>
                  <a:pt x="2336838" y="130404"/>
                </a:lnTo>
                <a:lnTo>
                  <a:pt x="2337448" y="129947"/>
                </a:lnTo>
                <a:lnTo>
                  <a:pt x="2338044" y="129477"/>
                </a:lnTo>
                <a:lnTo>
                  <a:pt x="2338626" y="128996"/>
                </a:lnTo>
                <a:lnTo>
                  <a:pt x="2339195" y="128502"/>
                </a:lnTo>
                <a:lnTo>
                  <a:pt x="2339750" y="127996"/>
                </a:lnTo>
                <a:lnTo>
                  <a:pt x="2340291" y="127479"/>
                </a:lnTo>
                <a:lnTo>
                  <a:pt x="2340818" y="126949"/>
                </a:lnTo>
                <a:lnTo>
                  <a:pt x="2341332" y="126408"/>
                </a:lnTo>
                <a:lnTo>
                  <a:pt x="2341832" y="125854"/>
                </a:lnTo>
                <a:lnTo>
                  <a:pt x="2342318" y="125288"/>
                </a:lnTo>
                <a:lnTo>
                  <a:pt x="2342791" y="124711"/>
                </a:lnTo>
                <a:lnTo>
                  <a:pt x="2343250" y="124121"/>
                </a:lnTo>
                <a:lnTo>
                  <a:pt x="2343695" y="123519"/>
                </a:lnTo>
                <a:lnTo>
                  <a:pt x="2344127" y="122906"/>
                </a:lnTo>
                <a:lnTo>
                  <a:pt x="2344545" y="122280"/>
                </a:lnTo>
                <a:lnTo>
                  <a:pt x="2344948" y="121643"/>
                </a:lnTo>
                <a:lnTo>
                  <a:pt x="2345334" y="120997"/>
                </a:lnTo>
                <a:lnTo>
                  <a:pt x="2345705" y="120340"/>
                </a:lnTo>
                <a:lnTo>
                  <a:pt x="2346060" y="119673"/>
                </a:lnTo>
                <a:lnTo>
                  <a:pt x="2346398" y="118996"/>
                </a:lnTo>
                <a:lnTo>
                  <a:pt x="2346721" y="118309"/>
                </a:lnTo>
                <a:lnTo>
                  <a:pt x="2347027" y="117612"/>
                </a:lnTo>
                <a:lnTo>
                  <a:pt x="2347318" y="116905"/>
                </a:lnTo>
                <a:lnTo>
                  <a:pt x="2347592" y="116188"/>
                </a:lnTo>
                <a:lnTo>
                  <a:pt x="2347850" y="115460"/>
                </a:lnTo>
                <a:lnTo>
                  <a:pt x="2348092" y="114723"/>
                </a:lnTo>
                <a:lnTo>
                  <a:pt x="2348318" y="113976"/>
                </a:lnTo>
                <a:lnTo>
                  <a:pt x="2348528" y="113218"/>
                </a:lnTo>
                <a:lnTo>
                  <a:pt x="2348721" y="112451"/>
                </a:lnTo>
                <a:lnTo>
                  <a:pt x="2348899" y="111673"/>
                </a:lnTo>
                <a:lnTo>
                  <a:pt x="2349060" y="110886"/>
                </a:lnTo>
                <a:lnTo>
                  <a:pt x="2349206" y="110088"/>
                </a:lnTo>
                <a:lnTo>
                  <a:pt x="2349335" y="109280"/>
                </a:lnTo>
                <a:lnTo>
                  <a:pt x="2349448" y="108462"/>
                </a:lnTo>
                <a:lnTo>
                  <a:pt x="2349545" y="107634"/>
                </a:lnTo>
                <a:lnTo>
                  <a:pt x="2349626" y="106797"/>
                </a:lnTo>
                <a:lnTo>
                  <a:pt x="2349691" y="105949"/>
                </a:lnTo>
                <a:lnTo>
                  <a:pt x="2349740" y="105090"/>
                </a:lnTo>
                <a:lnTo>
                  <a:pt x="2349773" y="104222"/>
                </a:lnTo>
                <a:lnTo>
                  <a:pt x="2333497" y="104222"/>
                </a:lnTo>
                <a:lnTo>
                  <a:pt x="2333462" y="105069"/>
                </a:lnTo>
                <a:lnTo>
                  <a:pt x="2333406" y="105900"/>
                </a:lnTo>
                <a:lnTo>
                  <a:pt x="2333330" y="106713"/>
                </a:lnTo>
                <a:lnTo>
                  <a:pt x="2333234" y="107510"/>
                </a:lnTo>
                <a:lnTo>
                  <a:pt x="2333116" y="108290"/>
                </a:lnTo>
                <a:lnTo>
                  <a:pt x="2332979" y="109054"/>
                </a:lnTo>
                <a:lnTo>
                  <a:pt x="2332821" y="109800"/>
                </a:lnTo>
                <a:lnTo>
                  <a:pt x="2332642" y="110530"/>
                </a:lnTo>
                <a:lnTo>
                  <a:pt x="2332442" y="111243"/>
                </a:lnTo>
                <a:lnTo>
                  <a:pt x="2332223" y="111940"/>
                </a:lnTo>
                <a:lnTo>
                  <a:pt x="2331982" y="112619"/>
                </a:lnTo>
                <a:lnTo>
                  <a:pt x="2331721" y="113282"/>
                </a:lnTo>
                <a:lnTo>
                  <a:pt x="2331440" y="113928"/>
                </a:lnTo>
                <a:lnTo>
                  <a:pt x="2331137" y="114558"/>
                </a:lnTo>
                <a:lnTo>
                  <a:pt x="2330815" y="115170"/>
                </a:lnTo>
                <a:lnTo>
                  <a:pt x="2330472" y="115766"/>
                </a:lnTo>
                <a:lnTo>
                  <a:pt x="2330108" y="116346"/>
                </a:lnTo>
                <a:lnTo>
                  <a:pt x="2329724" y="116908"/>
                </a:lnTo>
                <a:lnTo>
                  <a:pt x="2329319" y="117454"/>
                </a:lnTo>
                <a:lnTo>
                  <a:pt x="2328893" y="117983"/>
                </a:lnTo>
                <a:lnTo>
                  <a:pt x="2328447" y="118495"/>
                </a:lnTo>
                <a:lnTo>
                  <a:pt x="2327981" y="118990"/>
                </a:lnTo>
                <a:lnTo>
                  <a:pt x="2327494" y="119469"/>
                </a:lnTo>
                <a:lnTo>
                  <a:pt x="2326986" y="119931"/>
                </a:lnTo>
                <a:lnTo>
                  <a:pt x="2326460" y="120375"/>
                </a:lnTo>
                <a:lnTo>
                  <a:pt x="2325917" y="120801"/>
                </a:lnTo>
                <a:lnTo>
                  <a:pt x="2325357" y="121207"/>
                </a:lnTo>
                <a:lnTo>
                  <a:pt x="2324780" y="121595"/>
                </a:lnTo>
                <a:lnTo>
                  <a:pt x="2324187" y="121963"/>
                </a:lnTo>
                <a:lnTo>
                  <a:pt x="2323577" y="122313"/>
                </a:lnTo>
                <a:lnTo>
                  <a:pt x="2322950" y="122644"/>
                </a:lnTo>
                <a:lnTo>
                  <a:pt x="2322306" y="122956"/>
                </a:lnTo>
                <a:lnTo>
                  <a:pt x="2321646" y="123249"/>
                </a:lnTo>
                <a:lnTo>
                  <a:pt x="2320968" y="123523"/>
                </a:lnTo>
                <a:lnTo>
                  <a:pt x="2320274" y="123778"/>
                </a:lnTo>
                <a:lnTo>
                  <a:pt x="2319563" y="124014"/>
                </a:lnTo>
                <a:lnTo>
                  <a:pt x="2318836" y="124231"/>
                </a:lnTo>
                <a:lnTo>
                  <a:pt x="2318091" y="124430"/>
                </a:lnTo>
                <a:lnTo>
                  <a:pt x="2317330" y="124610"/>
                </a:lnTo>
                <a:lnTo>
                  <a:pt x="2316552" y="124770"/>
                </a:lnTo>
                <a:lnTo>
                  <a:pt x="2315757" y="124912"/>
                </a:lnTo>
                <a:lnTo>
                  <a:pt x="2314946" y="125035"/>
                </a:lnTo>
                <a:lnTo>
                  <a:pt x="2314117" y="125139"/>
                </a:lnTo>
                <a:lnTo>
                  <a:pt x="2313272" y="125224"/>
                </a:lnTo>
                <a:lnTo>
                  <a:pt x="2312410" y="125290"/>
                </a:lnTo>
                <a:lnTo>
                  <a:pt x="2311531" y="125337"/>
                </a:lnTo>
                <a:lnTo>
                  <a:pt x="2310636" y="125366"/>
                </a:lnTo>
                <a:lnTo>
                  <a:pt x="2309724" y="125375"/>
                </a:lnTo>
                <a:lnTo>
                  <a:pt x="2308868" y="125367"/>
                </a:lnTo>
                <a:lnTo>
                  <a:pt x="2308026" y="125341"/>
                </a:lnTo>
                <a:lnTo>
                  <a:pt x="2307198" y="125298"/>
                </a:lnTo>
                <a:lnTo>
                  <a:pt x="2306384" y="125238"/>
                </a:lnTo>
                <a:lnTo>
                  <a:pt x="2305584" y="125161"/>
                </a:lnTo>
                <a:lnTo>
                  <a:pt x="2304798" y="125066"/>
                </a:lnTo>
                <a:lnTo>
                  <a:pt x="2304026" y="124955"/>
                </a:lnTo>
                <a:lnTo>
                  <a:pt x="2303268" y="124826"/>
                </a:lnTo>
                <a:lnTo>
                  <a:pt x="2302524" y="124681"/>
                </a:lnTo>
                <a:lnTo>
                  <a:pt x="2301795" y="124518"/>
                </a:lnTo>
                <a:lnTo>
                  <a:pt x="2301079" y="124338"/>
                </a:lnTo>
                <a:lnTo>
                  <a:pt x="2300377" y="124141"/>
                </a:lnTo>
                <a:lnTo>
                  <a:pt x="2299690" y="123926"/>
                </a:lnTo>
                <a:lnTo>
                  <a:pt x="2299016" y="123695"/>
                </a:lnTo>
                <a:lnTo>
                  <a:pt x="2298357" y="123446"/>
                </a:lnTo>
                <a:lnTo>
                  <a:pt x="2297711" y="123180"/>
                </a:lnTo>
                <a:lnTo>
                  <a:pt x="2297080" y="122897"/>
                </a:lnTo>
                <a:lnTo>
                  <a:pt x="2296462" y="122597"/>
                </a:lnTo>
                <a:lnTo>
                  <a:pt x="2295859" y="122280"/>
                </a:lnTo>
                <a:lnTo>
                  <a:pt x="2295270" y="121946"/>
                </a:lnTo>
                <a:lnTo>
                  <a:pt x="2294695" y="121594"/>
                </a:lnTo>
                <a:lnTo>
                  <a:pt x="2294133" y="121226"/>
                </a:lnTo>
                <a:lnTo>
                  <a:pt x="2293586" y="120840"/>
                </a:lnTo>
                <a:lnTo>
                  <a:pt x="2293053" y="120437"/>
                </a:lnTo>
                <a:lnTo>
                  <a:pt x="2292533" y="120020"/>
                </a:lnTo>
                <a:lnTo>
                  <a:pt x="2292025" y="119591"/>
                </a:lnTo>
                <a:lnTo>
                  <a:pt x="2291528" y="119152"/>
                </a:lnTo>
                <a:lnTo>
                  <a:pt x="2291043" y="118701"/>
                </a:lnTo>
                <a:lnTo>
                  <a:pt x="2290570" y="118239"/>
                </a:lnTo>
                <a:lnTo>
                  <a:pt x="2290109" y="117765"/>
                </a:lnTo>
                <a:lnTo>
                  <a:pt x="2289660" y="117280"/>
                </a:lnTo>
                <a:lnTo>
                  <a:pt x="2289222" y="116785"/>
                </a:lnTo>
                <a:lnTo>
                  <a:pt x="2288797" y="116277"/>
                </a:lnTo>
                <a:lnTo>
                  <a:pt x="2288383" y="115759"/>
                </a:lnTo>
                <a:lnTo>
                  <a:pt x="2287981" y="115229"/>
                </a:lnTo>
                <a:lnTo>
                  <a:pt x="2287591" y="114689"/>
                </a:lnTo>
                <a:lnTo>
                  <a:pt x="2287212" y="114136"/>
                </a:lnTo>
                <a:lnTo>
                  <a:pt x="2286846" y="113573"/>
                </a:lnTo>
                <a:lnTo>
                  <a:pt x="2286491" y="112998"/>
                </a:lnTo>
                <a:lnTo>
                  <a:pt x="2286148" y="112412"/>
                </a:lnTo>
                <a:lnTo>
                  <a:pt x="2285817" y="111815"/>
                </a:lnTo>
                <a:lnTo>
                  <a:pt x="2285498" y="111207"/>
                </a:lnTo>
                <a:lnTo>
                  <a:pt x="2285190" y="110587"/>
                </a:lnTo>
                <a:lnTo>
                  <a:pt x="2284894" y="109956"/>
                </a:lnTo>
                <a:lnTo>
                  <a:pt x="2284611" y="109314"/>
                </a:lnTo>
                <a:lnTo>
                  <a:pt x="2284339" y="108661"/>
                </a:lnTo>
                <a:lnTo>
                  <a:pt x="2284078" y="107996"/>
                </a:lnTo>
                <a:lnTo>
                  <a:pt x="2283830" y="107320"/>
                </a:lnTo>
                <a:lnTo>
                  <a:pt x="2283592" y="106636"/>
                </a:lnTo>
                <a:lnTo>
                  <a:pt x="2283364" y="105946"/>
                </a:lnTo>
                <a:lnTo>
                  <a:pt x="2283146" y="105251"/>
                </a:lnTo>
                <a:lnTo>
                  <a:pt x="2282938" y="104550"/>
                </a:lnTo>
                <a:lnTo>
                  <a:pt x="2282739" y="103844"/>
                </a:lnTo>
                <a:lnTo>
                  <a:pt x="2282551" y="103132"/>
                </a:lnTo>
                <a:lnTo>
                  <a:pt x="2282372" y="102414"/>
                </a:lnTo>
                <a:lnTo>
                  <a:pt x="2282202" y="101691"/>
                </a:lnTo>
                <a:lnTo>
                  <a:pt x="2282043" y="100963"/>
                </a:lnTo>
                <a:lnTo>
                  <a:pt x="2281893" y="100229"/>
                </a:lnTo>
                <a:lnTo>
                  <a:pt x="2281753" y="99489"/>
                </a:lnTo>
                <a:lnTo>
                  <a:pt x="2281623" y="98744"/>
                </a:lnTo>
                <a:lnTo>
                  <a:pt x="2281502" y="97993"/>
                </a:lnTo>
                <a:lnTo>
                  <a:pt x="2281392" y="97237"/>
                </a:lnTo>
                <a:lnTo>
                  <a:pt x="2281291" y="96475"/>
                </a:lnTo>
                <a:lnTo>
                  <a:pt x="2281199" y="95708"/>
                </a:lnTo>
                <a:lnTo>
                  <a:pt x="2281118" y="94935"/>
                </a:lnTo>
                <a:lnTo>
                  <a:pt x="2281046" y="94157"/>
                </a:lnTo>
                <a:lnTo>
                  <a:pt x="2280984" y="93373"/>
                </a:lnTo>
                <a:lnTo>
                  <a:pt x="2280932" y="92583"/>
                </a:lnTo>
                <a:lnTo>
                  <a:pt x="2280890" y="91788"/>
                </a:lnTo>
                <a:lnTo>
                  <a:pt x="2280857" y="90988"/>
                </a:lnTo>
                <a:lnTo>
                  <a:pt x="2280834" y="90182"/>
                </a:lnTo>
                <a:lnTo>
                  <a:pt x="2280821" y="89370"/>
                </a:lnTo>
                <a:lnTo>
                  <a:pt x="2349280" y="89370"/>
                </a:lnTo>
                <a:lnTo>
                  <a:pt x="2349296" y="89292"/>
                </a:lnTo>
                <a:lnTo>
                  <a:pt x="2349312" y="89210"/>
                </a:lnTo>
                <a:lnTo>
                  <a:pt x="2349327" y="89124"/>
                </a:lnTo>
                <a:lnTo>
                  <a:pt x="2349343" y="89034"/>
                </a:lnTo>
                <a:lnTo>
                  <a:pt x="2349357" y="88940"/>
                </a:lnTo>
                <a:lnTo>
                  <a:pt x="2349372" y="88841"/>
                </a:lnTo>
                <a:lnTo>
                  <a:pt x="2349386" y="88739"/>
                </a:lnTo>
                <a:lnTo>
                  <a:pt x="2349400" y="88633"/>
                </a:lnTo>
                <a:lnTo>
                  <a:pt x="2349414" y="88522"/>
                </a:lnTo>
                <a:lnTo>
                  <a:pt x="2349427" y="88408"/>
                </a:lnTo>
                <a:lnTo>
                  <a:pt x="2349440" y="88289"/>
                </a:lnTo>
                <a:lnTo>
                  <a:pt x="2349452" y="88167"/>
                </a:lnTo>
                <a:lnTo>
                  <a:pt x="2349464" y="88040"/>
                </a:lnTo>
                <a:lnTo>
                  <a:pt x="2349476" y="87909"/>
                </a:lnTo>
                <a:lnTo>
                  <a:pt x="2349488" y="87775"/>
                </a:lnTo>
                <a:lnTo>
                  <a:pt x="2349499" y="87636"/>
                </a:lnTo>
                <a:lnTo>
                  <a:pt x="2349509" y="87493"/>
                </a:lnTo>
                <a:lnTo>
                  <a:pt x="2349520" y="87346"/>
                </a:lnTo>
                <a:lnTo>
                  <a:pt x="2349530" y="87195"/>
                </a:lnTo>
                <a:lnTo>
                  <a:pt x="2349540" y="87041"/>
                </a:lnTo>
                <a:lnTo>
                  <a:pt x="2349549" y="86882"/>
                </a:lnTo>
                <a:lnTo>
                  <a:pt x="2349558" y="86719"/>
                </a:lnTo>
                <a:lnTo>
                  <a:pt x="2349567" y="86551"/>
                </a:lnTo>
                <a:lnTo>
                  <a:pt x="2349575" y="86380"/>
                </a:lnTo>
                <a:lnTo>
                  <a:pt x="2349583" y="86208"/>
                </a:lnTo>
                <a:lnTo>
                  <a:pt x="2349591" y="86037"/>
                </a:lnTo>
                <a:lnTo>
                  <a:pt x="2349599" y="85869"/>
                </a:lnTo>
                <a:lnTo>
                  <a:pt x="2349606" y="85702"/>
                </a:lnTo>
                <a:lnTo>
                  <a:pt x="2349612" y="85538"/>
                </a:lnTo>
                <a:lnTo>
                  <a:pt x="2349619" y="85375"/>
                </a:lnTo>
                <a:lnTo>
                  <a:pt x="2349625" y="85214"/>
                </a:lnTo>
                <a:lnTo>
                  <a:pt x="2349630" y="85055"/>
                </a:lnTo>
                <a:lnTo>
                  <a:pt x="2349636" y="84898"/>
                </a:lnTo>
                <a:lnTo>
                  <a:pt x="2349641" y="84743"/>
                </a:lnTo>
                <a:lnTo>
                  <a:pt x="2349645" y="84590"/>
                </a:lnTo>
                <a:lnTo>
                  <a:pt x="2349649" y="84439"/>
                </a:lnTo>
                <a:lnTo>
                  <a:pt x="2349653" y="84290"/>
                </a:lnTo>
                <a:lnTo>
                  <a:pt x="2349657" y="84143"/>
                </a:lnTo>
                <a:lnTo>
                  <a:pt x="2349660" y="83997"/>
                </a:lnTo>
                <a:lnTo>
                  <a:pt x="2349663" y="83854"/>
                </a:lnTo>
                <a:lnTo>
                  <a:pt x="2349666" y="83713"/>
                </a:lnTo>
                <a:lnTo>
                  <a:pt x="2349668" y="83573"/>
                </a:lnTo>
                <a:lnTo>
                  <a:pt x="2349670" y="83435"/>
                </a:lnTo>
                <a:lnTo>
                  <a:pt x="2349671" y="83300"/>
                </a:lnTo>
                <a:lnTo>
                  <a:pt x="2349673" y="83166"/>
                </a:lnTo>
                <a:lnTo>
                  <a:pt x="2349673" y="83034"/>
                </a:lnTo>
                <a:lnTo>
                  <a:pt x="2349674" y="82905"/>
                </a:lnTo>
                <a:lnTo>
                  <a:pt x="2349674" y="82777"/>
                </a:lnTo>
                <a:lnTo>
                  <a:pt x="2349655" y="80893"/>
                </a:lnTo>
                <a:lnTo>
                  <a:pt x="2349597" y="79047"/>
                </a:lnTo>
                <a:lnTo>
                  <a:pt x="2349500" y="77237"/>
                </a:lnTo>
                <a:lnTo>
                  <a:pt x="2349364" y="75465"/>
                </a:lnTo>
                <a:lnTo>
                  <a:pt x="2349190" y="73729"/>
                </a:lnTo>
                <a:lnTo>
                  <a:pt x="2348977" y="72031"/>
                </a:lnTo>
                <a:lnTo>
                  <a:pt x="2348726" y="70369"/>
                </a:lnTo>
                <a:lnTo>
                  <a:pt x="2348436" y="68745"/>
                </a:lnTo>
                <a:lnTo>
                  <a:pt x="2348107" y="67157"/>
                </a:lnTo>
                <a:lnTo>
                  <a:pt x="2347739" y="65607"/>
                </a:lnTo>
                <a:lnTo>
                  <a:pt x="2347333" y="64093"/>
                </a:lnTo>
                <a:lnTo>
                  <a:pt x="2346887" y="62617"/>
                </a:lnTo>
                <a:lnTo>
                  <a:pt x="2346404" y="61177"/>
                </a:lnTo>
                <a:lnTo>
                  <a:pt x="2345881" y="59774"/>
                </a:lnTo>
                <a:lnTo>
                  <a:pt x="2345320" y="58409"/>
                </a:lnTo>
                <a:lnTo>
                  <a:pt x="2344720" y="57080"/>
                </a:lnTo>
                <a:lnTo>
                  <a:pt x="2344081" y="55789"/>
                </a:lnTo>
                <a:lnTo>
                  <a:pt x="2343404" y="54534"/>
                </a:lnTo>
                <a:lnTo>
                  <a:pt x="2342688" y="53316"/>
                </a:lnTo>
                <a:lnTo>
                  <a:pt x="2341933" y="52136"/>
                </a:lnTo>
                <a:lnTo>
                  <a:pt x="2341140" y="50992"/>
                </a:lnTo>
                <a:lnTo>
                  <a:pt x="2340308" y="49886"/>
                </a:lnTo>
                <a:lnTo>
                  <a:pt x="2339437" y="48816"/>
                </a:lnTo>
                <a:lnTo>
                  <a:pt x="2338527" y="47783"/>
                </a:lnTo>
                <a:lnTo>
                  <a:pt x="2337584" y="46790"/>
                </a:lnTo>
                <a:lnTo>
                  <a:pt x="2336611" y="45839"/>
                </a:lnTo>
                <a:lnTo>
                  <a:pt x="2335608" y="44930"/>
                </a:lnTo>
                <a:lnTo>
                  <a:pt x="2334576" y="44064"/>
                </a:lnTo>
                <a:lnTo>
                  <a:pt x="2333515" y="43239"/>
                </a:lnTo>
                <a:lnTo>
                  <a:pt x="2332424" y="42457"/>
                </a:lnTo>
                <a:lnTo>
                  <a:pt x="2331304" y="41718"/>
                </a:lnTo>
                <a:lnTo>
                  <a:pt x="2330154" y="41020"/>
                </a:lnTo>
                <a:lnTo>
                  <a:pt x="2328974" y="40365"/>
                </a:lnTo>
                <a:lnTo>
                  <a:pt x="2327766" y="39752"/>
                </a:lnTo>
                <a:lnTo>
                  <a:pt x="2326528" y="39182"/>
                </a:lnTo>
                <a:lnTo>
                  <a:pt x="2325260" y="38653"/>
                </a:lnTo>
                <a:lnTo>
                  <a:pt x="2323963" y="38167"/>
                </a:lnTo>
                <a:lnTo>
                  <a:pt x="2322636" y="37723"/>
                </a:lnTo>
                <a:lnTo>
                  <a:pt x="2321280" y="37322"/>
                </a:lnTo>
                <a:lnTo>
                  <a:pt x="2319895" y="36963"/>
                </a:lnTo>
                <a:lnTo>
                  <a:pt x="2318480" y="36646"/>
                </a:lnTo>
                <a:lnTo>
                  <a:pt x="2317036" y="36371"/>
                </a:lnTo>
                <a:lnTo>
                  <a:pt x="2315562" y="36138"/>
                </a:lnTo>
                <a:lnTo>
                  <a:pt x="2314059" y="35948"/>
                </a:lnTo>
                <a:lnTo>
                  <a:pt x="2312526" y="35800"/>
                </a:lnTo>
                <a:lnTo>
                  <a:pt x="2310964" y="35695"/>
                </a:lnTo>
                <a:lnTo>
                  <a:pt x="2309372" y="35631"/>
                </a:lnTo>
                <a:lnTo>
                  <a:pt x="2307751" y="35610"/>
                </a:lnTo>
                <a:lnTo>
                  <a:pt x="2306527" y="35621"/>
                </a:lnTo>
                <a:lnTo>
                  <a:pt x="2305321" y="35655"/>
                </a:lnTo>
                <a:lnTo>
                  <a:pt x="2304133" y="35712"/>
                </a:lnTo>
                <a:lnTo>
                  <a:pt x="2302963" y="35791"/>
                </a:lnTo>
                <a:lnTo>
                  <a:pt x="2301810" y="35892"/>
                </a:lnTo>
                <a:lnTo>
                  <a:pt x="2300676" y="36016"/>
                </a:lnTo>
                <a:lnTo>
                  <a:pt x="2299560" y="36163"/>
                </a:lnTo>
                <a:lnTo>
                  <a:pt x="2298462" y="36332"/>
                </a:lnTo>
                <a:lnTo>
                  <a:pt x="2297382" y="36524"/>
                </a:lnTo>
                <a:lnTo>
                  <a:pt x="2296320" y="36739"/>
                </a:lnTo>
                <a:lnTo>
                  <a:pt x="2295275" y="36976"/>
                </a:lnTo>
                <a:lnTo>
                  <a:pt x="2294249" y="37235"/>
                </a:lnTo>
                <a:lnTo>
                  <a:pt x="2293241" y="37518"/>
                </a:lnTo>
                <a:lnTo>
                  <a:pt x="2292251" y="37822"/>
                </a:lnTo>
                <a:lnTo>
                  <a:pt x="2291278" y="38150"/>
                </a:lnTo>
                <a:lnTo>
                  <a:pt x="2290324" y="38499"/>
                </a:lnTo>
                <a:lnTo>
                  <a:pt x="2289388" y="38872"/>
                </a:lnTo>
                <a:lnTo>
                  <a:pt x="2288469" y="39267"/>
                </a:lnTo>
                <a:lnTo>
                  <a:pt x="2287569" y="39685"/>
                </a:lnTo>
                <a:lnTo>
                  <a:pt x="2286686" y="40125"/>
                </a:lnTo>
                <a:lnTo>
                  <a:pt x="2285822" y="40588"/>
                </a:lnTo>
                <a:lnTo>
                  <a:pt x="2284976" y="41073"/>
                </a:lnTo>
                <a:lnTo>
                  <a:pt x="2284147" y="41581"/>
                </a:lnTo>
                <a:lnTo>
                  <a:pt x="2283337" y="42111"/>
                </a:lnTo>
                <a:lnTo>
                  <a:pt x="2282544" y="42662"/>
                </a:lnTo>
                <a:lnTo>
                  <a:pt x="2281768" y="43230"/>
                </a:lnTo>
                <a:lnTo>
                  <a:pt x="2281009" y="43815"/>
                </a:lnTo>
                <a:lnTo>
                  <a:pt x="2280268" y="44418"/>
                </a:lnTo>
                <a:lnTo>
                  <a:pt x="2279543" y="45038"/>
                </a:lnTo>
                <a:lnTo>
                  <a:pt x="2278836" y="45676"/>
                </a:lnTo>
                <a:lnTo>
                  <a:pt x="2278146" y="46331"/>
                </a:lnTo>
                <a:lnTo>
                  <a:pt x="2277473" y="47004"/>
                </a:lnTo>
                <a:lnTo>
                  <a:pt x="2276817" y="47694"/>
                </a:lnTo>
                <a:lnTo>
                  <a:pt x="2276178" y="48402"/>
                </a:lnTo>
                <a:lnTo>
                  <a:pt x="2275557" y="49127"/>
                </a:lnTo>
                <a:lnTo>
                  <a:pt x="2274952" y="49869"/>
                </a:lnTo>
                <a:lnTo>
                  <a:pt x="2274365" y="50629"/>
                </a:lnTo>
                <a:lnTo>
                  <a:pt x="2273794" y="51407"/>
                </a:lnTo>
                <a:lnTo>
                  <a:pt x="2273241" y="52202"/>
                </a:lnTo>
                <a:lnTo>
                  <a:pt x="2272705" y="53014"/>
                </a:lnTo>
                <a:lnTo>
                  <a:pt x="2272186" y="53844"/>
                </a:lnTo>
                <a:lnTo>
                  <a:pt x="2271685" y="54691"/>
                </a:lnTo>
                <a:lnTo>
                  <a:pt x="2271200" y="55556"/>
                </a:lnTo>
                <a:lnTo>
                  <a:pt x="2270732" y="56438"/>
                </a:lnTo>
                <a:lnTo>
                  <a:pt x="2270282" y="57338"/>
                </a:lnTo>
                <a:lnTo>
                  <a:pt x="2269849" y="58255"/>
                </a:lnTo>
                <a:lnTo>
                  <a:pt x="2269433" y="59189"/>
                </a:lnTo>
                <a:lnTo>
                  <a:pt x="2269034" y="60141"/>
                </a:lnTo>
                <a:lnTo>
                  <a:pt x="2268651" y="61108"/>
                </a:lnTo>
                <a:lnTo>
                  <a:pt x="2268285" y="62088"/>
                </a:lnTo>
                <a:lnTo>
                  <a:pt x="2267935" y="63080"/>
                </a:lnTo>
                <a:lnTo>
                  <a:pt x="2267602" y="64084"/>
                </a:lnTo>
                <a:lnTo>
                  <a:pt x="2267285" y="65102"/>
                </a:lnTo>
                <a:lnTo>
                  <a:pt x="2266984" y="66131"/>
                </a:lnTo>
                <a:lnTo>
                  <a:pt x="2266699" y="67173"/>
                </a:lnTo>
                <a:lnTo>
                  <a:pt x="2266430" y="68228"/>
                </a:lnTo>
                <a:lnTo>
                  <a:pt x="2266178" y="69295"/>
                </a:lnTo>
                <a:lnTo>
                  <a:pt x="2265942" y="70375"/>
                </a:lnTo>
                <a:lnTo>
                  <a:pt x="2265723" y="71467"/>
                </a:lnTo>
                <a:lnTo>
                  <a:pt x="2265519" y="72572"/>
                </a:lnTo>
                <a:lnTo>
                  <a:pt x="2265332" y="73689"/>
                </a:lnTo>
                <a:lnTo>
                  <a:pt x="2265161" y="74819"/>
                </a:lnTo>
                <a:lnTo>
                  <a:pt x="2265007" y="75961"/>
                </a:lnTo>
                <a:lnTo>
                  <a:pt x="2264869" y="77116"/>
                </a:lnTo>
                <a:lnTo>
                  <a:pt x="2264747" y="78283"/>
                </a:lnTo>
                <a:lnTo>
                  <a:pt x="2264641" y="79463"/>
                </a:lnTo>
                <a:lnTo>
                  <a:pt x="2264551" y="80656"/>
                </a:lnTo>
                <a:lnTo>
                  <a:pt x="2264478" y="81861"/>
                </a:lnTo>
                <a:lnTo>
                  <a:pt x="2264421" y="83078"/>
                </a:lnTo>
                <a:lnTo>
                  <a:pt x="2264381" y="84308"/>
                </a:lnTo>
                <a:lnTo>
                  <a:pt x="2264356" y="85551"/>
                </a:lnTo>
                <a:lnTo>
                  <a:pt x="2264348" y="86806"/>
                </a:lnTo>
                <a:lnTo>
                  <a:pt x="2264356" y="88011"/>
                </a:lnTo>
                <a:lnTo>
                  <a:pt x="2264382" y="89206"/>
                </a:lnTo>
                <a:lnTo>
                  <a:pt x="2264424" y="90392"/>
                </a:lnTo>
                <a:lnTo>
                  <a:pt x="2264482" y="91567"/>
                </a:lnTo>
                <a:lnTo>
                  <a:pt x="2264558" y="92732"/>
                </a:lnTo>
                <a:lnTo>
                  <a:pt x="2264650" y="93887"/>
                </a:lnTo>
                <a:lnTo>
                  <a:pt x="2264759" y="95032"/>
                </a:lnTo>
                <a:lnTo>
                  <a:pt x="2264885" y="96168"/>
                </a:lnTo>
                <a:lnTo>
                  <a:pt x="2265028" y="97293"/>
                </a:lnTo>
                <a:lnTo>
                  <a:pt x="2265187" y="98407"/>
                </a:lnTo>
                <a:lnTo>
                  <a:pt x="2265363" y="99512"/>
                </a:lnTo>
                <a:lnTo>
                  <a:pt x="2265556" y="100607"/>
                </a:lnTo>
                <a:lnTo>
                  <a:pt x="2265766" y="101692"/>
                </a:lnTo>
                <a:lnTo>
                  <a:pt x="2265993" y="102767"/>
                </a:lnTo>
                <a:lnTo>
                  <a:pt x="2266236" y="103831"/>
                </a:lnTo>
                <a:lnTo>
                  <a:pt x="2266496" y="104886"/>
                </a:lnTo>
                <a:lnTo>
                  <a:pt x="2266773" y="105931"/>
                </a:lnTo>
                <a:lnTo>
                  <a:pt x="2267067" y="106965"/>
                </a:lnTo>
                <a:lnTo>
                  <a:pt x="2267377" y="107990"/>
                </a:lnTo>
                <a:lnTo>
                  <a:pt x="2267705" y="109004"/>
                </a:lnTo>
                <a:lnTo>
                  <a:pt x="2268049" y="110009"/>
                </a:lnTo>
                <a:lnTo>
                  <a:pt x="2268409" y="111003"/>
                </a:lnTo>
                <a:lnTo>
                  <a:pt x="2268787" y="111987"/>
                </a:lnTo>
                <a:lnTo>
                  <a:pt x="2269181" y="112961"/>
                </a:lnTo>
                <a:lnTo>
                  <a:pt x="2269593" y="113922"/>
                </a:lnTo>
                <a:lnTo>
                  <a:pt x="2270023" y="114866"/>
                </a:lnTo>
                <a:lnTo>
                  <a:pt x="2270471" y="115792"/>
                </a:lnTo>
                <a:lnTo>
                  <a:pt x="2270937" y="116702"/>
                </a:lnTo>
                <a:lnTo>
                  <a:pt x="2271420" y="117595"/>
                </a:lnTo>
                <a:lnTo>
                  <a:pt x="2271922" y="118471"/>
                </a:lnTo>
                <a:lnTo>
                  <a:pt x="2272442" y="119330"/>
                </a:lnTo>
                <a:lnTo>
                  <a:pt x="2272979" y="120172"/>
                </a:lnTo>
                <a:lnTo>
                  <a:pt x="2273535" y="120997"/>
                </a:lnTo>
                <a:lnTo>
                  <a:pt x="2274108" y="121806"/>
                </a:lnTo>
                <a:lnTo>
                  <a:pt x="2274700" y="122597"/>
                </a:lnTo>
                <a:lnTo>
                  <a:pt x="2275310" y="123371"/>
                </a:lnTo>
                <a:lnTo>
                  <a:pt x="2275937" y="124129"/>
                </a:lnTo>
                <a:lnTo>
                  <a:pt x="2276583" y="124870"/>
                </a:lnTo>
                <a:lnTo>
                  <a:pt x="2277246" y="125593"/>
                </a:lnTo>
                <a:lnTo>
                  <a:pt x="2277928" y="126300"/>
                </a:lnTo>
                <a:lnTo>
                  <a:pt x="2278627" y="126990"/>
                </a:lnTo>
                <a:lnTo>
                  <a:pt x="2279345" y="127663"/>
                </a:lnTo>
                <a:lnTo>
                  <a:pt x="2280080" y="128319"/>
                </a:lnTo>
                <a:lnTo>
                  <a:pt x="2280834" y="128958"/>
                </a:lnTo>
                <a:lnTo>
                  <a:pt x="2281605" y="129581"/>
                </a:lnTo>
                <a:lnTo>
                  <a:pt x="2282394" y="130186"/>
                </a:lnTo>
                <a:lnTo>
                  <a:pt x="2283202" y="130775"/>
                </a:lnTo>
                <a:lnTo>
                  <a:pt x="2284027" y="131346"/>
                </a:lnTo>
                <a:lnTo>
                  <a:pt x="2284871" y="131897"/>
                </a:lnTo>
                <a:lnTo>
                  <a:pt x="2285735" y="132425"/>
                </a:lnTo>
                <a:lnTo>
                  <a:pt x="2286619" y="132929"/>
                </a:lnTo>
                <a:lnTo>
                  <a:pt x="2287522" y="133410"/>
                </a:lnTo>
                <a:lnTo>
                  <a:pt x="2288445" y="133867"/>
                </a:lnTo>
                <a:lnTo>
                  <a:pt x="2289388" y="134301"/>
                </a:lnTo>
                <a:lnTo>
                  <a:pt x="2290350" y="134711"/>
                </a:lnTo>
                <a:lnTo>
                  <a:pt x="2291332" y="135098"/>
                </a:lnTo>
                <a:lnTo>
                  <a:pt x="2292334" y="135462"/>
                </a:lnTo>
                <a:lnTo>
                  <a:pt x="2293356" y="135802"/>
                </a:lnTo>
                <a:lnTo>
                  <a:pt x="2294397" y="136118"/>
                </a:lnTo>
                <a:lnTo>
                  <a:pt x="2295457" y="136412"/>
                </a:lnTo>
                <a:lnTo>
                  <a:pt x="2296538" y="136681"/>
                </a:lnTo>
                <a:lnTo>
                  <a:pt x="2297638" y="136927"/>
                </a:lnTo>
                <a:lnTo>
                  <a:pt x="2298758" y="137150"/>
                </a:lnTo>
                <a:lnTo>
                  <a:pt x="2299898" y="137350"/>
                </a:lnTo>
                <a:lnTo>
                  <a:pt x="2301057" y="137525"/>
                </a:lnTo>
                <a:lnTo>
                  <a:pt x="2302236" y="137678"/>
                </a:lnTo>
                <a:lnTo>
                  <a:pt x="2303435" y="137807"/>
                </a:lnTo>
                <a:lnTo>
                  <a:pt x="2304653" y="137912"/>
                </a:lnTo>
                <a:lnTo>
                  <a:pt x="2305891" y="137994"/>
                </a:lnTo>
                <a:lnTo>
                  <a:pt x="2307149" y="138053"/>
                </a:lnTo>
                <a:lnTo>
                  <a:pt x="2308427" y="138088"/>
                </a:lnTo>
                <a:lnTo>
                  <a:pt x="2309724" y="138100"/>
                </a:lnTo>
                <a:lnTo>
                  <a:pt x="2310729" y="138093"/>
                </a:lnTo>
                <a:lnTo>
                  <a:pt x="2311723" y="138071"/>
                </a:lnTo>
                <a:lnTo>
                  <a:pt x="2312706" y="138036"/>
                </a:lnTo>
                <a:lnTo>
                  <a:pt x="2313678" y="137986"/>
                </a:lnTo>
                <a:lnTo>
                  <a:pt x="2314638" y="137921"/>
                </a:lnTo>
                <a:close/>
                <a:moveTo>
                  <a:pt x="2281623" y="71699"/>
                </a:moveTo>
                <a:lnTo>
                  <a:pt x="2281823" y="70642"/>
                </a:lnTo>
                <a:lnTo>
                  <a:pt x="2282044" y="69609"/>
                </a:lnTo>
                <a:lnTo>
                  <a:pt x="2282285" y="68600"/>
                </a:lnTo>
                <a:lnTo>
                  <a:pt x="2282545" y="67615"/>
                </a:lnTo>
                <a:lnTo>
                  <a:pt x="2282826" y="66653"/>
                </a:lnTo>
                <a:lnTo>
                  <a:pt x="2283127" y="65715"/>
                </a:lnTo>
                <a:lnTo>
                  <a:pt x="2283448" y="64800"/>
                </a:lnTo>
                <a:lnTo>
                  <a:pt x="2283789" y="63909"/>
                </a:lnTo>
                <a:lnTo>
                  <a:pt x="2284150" y="63042"/>
                </a:lnTo>
                <a:lnTo>
                  <a:pt x="2284530" y="62198"/>
                </a:lnTo>
                <a:lnTo>
                  <a:pt x="2284931" y="61378"/>
                </a:lnTo>
                <a:lnTo>
                  <a:pt x="2285353" y="60581"/>
                </a:lnTo>
                <a:lnTo>
                  <a:pt x="2285794" y="59809"/>
                </a:lnTo>
                <a:lnTo>
                  <a:pt x="2286255" y="59059"/>
                </a:lnTo>
                <a:lnTo>
                  <a:pt x="2286736" y="58334"/>
                </a:lnTo>
                <a:lnTo>
                  <a:pt x="2287237" y="57632"/>
                </a:lnTo>
                <a:lnTo>
                  <a:pt x="2287758" y="56954"/>
                </a:lnTo>
                <a:lnTo>
                  <a:pt x="2288299" y="56299"/>
                </a:lnTo>
                <a:lnTo>
                  <a:pt x="2288861" y="55668"/>
                </a:lnTo>
                <a:lnTo>
                  <a:pt x="2289441" y="55062"/>
                </a:lnTo>
                <a:lnTo>
                  <a:pt x="2290039" y="54481"/>
                </a:lnTo>
                <a:lnTo>
                  <a:pt x="2290656" y="53927"/>
                </a:lnTo>
                <a:lnTo>
                  <a:pt x="2291290" y="53398"/>
                </a:lnTo>
                <a:lnTo>
                  <a:pt x="2291942" y="52894"/>
                </a:lnTo>
                <a:lnTo>
                  <a:pt x="2292612" y="52417"/>
                </a:lnTo>
                <a:lnTo>
                  <a:pt x="2293300" y="51965"/>
                </a:lnTo>
                <a:lnTo>
                  <a:pt x="2294007" y="51540"/>
                </a:lnTo>
                <a:lnTo>
                  <a:pt x="2294731" y="51140"/>
                </a:lnTo>
                <a:lnTo>
                  <a:pt x="2295473" y="50765"/>
                </a:lnTo>
                <a:lnTo>
                  <a:pt x="2296233" y="50417"/>
                </a:lnTo>
                <a:lnTo>
                  <a:pt x="2297011" y="50094"/>
                </a:lnTo>
                <a:lnTo>
                  <a:pt x="2297807" y="49798"/>
                </a:lnTo>
                <a:lnTo>
                  <a:pt x="2298621" y="49527"/>
                </a:lnTo>
                <a:lnTo>
                  <a:pt x="2299453" y="49282"/>
                </a:lnTo>
                <a:lnTo>
                  <a:pt x="2300303" y="49062"/>
                </a:lnTo>
                <a:lnTo>
                  <a:pt x="2301171" y="48869"/>
                </a:lnTo>
                <a:lnTo>
                  <a:pt x="2302057" y="48701"/>
                </a:lnTo>
                <a:lnTo>
                  <a:pt x="2302961" y="48559"/>
                </a:lnTo>
                <a:lnTo>
                  <a:pt x="2303883" y="48443"/>
                </a:lnTo>
                <a:lnTo>
                  <a:pt x="2304823" y="48352"/>
                </a:lnTo>
                <a:lnTo>
                  <a:pt x="2305781" y="48288"/>
                </a:lnTo>
                <a:lnTo>
                  <a:pt x="2306757" y="48249"/>
                </a:lnTo>
                <a:lnTo>
                  <a:pt x="2307751" y="48236"/>
                </a:lnTo>
                <a:lnTo>
                  <a:pt x="2308736" y="48249"/>
                </a:lnTo>
                <a:lnTo>
                  <a:pt x="2309704" y="48288"/>
                </a:lnTo>
                <a:lnTo>
                  <a:pt x="2310653" y="48353"/>
                </a:lnTo>
                <a:lnTo>
                  <a:pt x="2311584" y="48444"/>
                </a:lnTo>
                <a:lnTo>
                  <a:pt x="2312497" y="48561"/>
                </a:lnTo>
                <a:lnTo>
                  <a:pt x="2313392" y="48704"/>
                </a:lnTo>
                <a:lnTo>
                  <a:pt x="2314269" y="48873"/>
                </a:lnTo>
                <a:lnTo>
                  <a:pt x="2315127" y="49068"/>
                </a:lnTo>
                <a:lnTo>
                  <a:pt x="2315967" y="49289"/>
                </a:lnTo>
                <a:lnTo>
                  <a:pt x="2316790" y="49536"/>
                </a:lnTo>
                <a:lnTo>
                  <a:pt x="2317594" y="49809"/>
                </a:lnTo>
                <a:lnTo>
                  <a:pt x="2318380" y="50107"/>
                </a:lnTo>
                <a:lnTo>
                  <a:pt x="2319147" y="50432"/>
                </a:lnTo>
                <a:lnTo>
                  <a:pt x="2319897" y="50783"/>
                </a:lnTo>
                <a:lnTo>
                  <a:pt x="2320628" y="51160"/>
                </a:lnTo>
                <a:lnTo>
                  <a:pt x="2321342" y="51563"/>
                </a:lnTo>
                <a:lnTo>
                  <a:pt x="2322037" y="51992"/>
                </a:lnTo>
                <a:lnTo>
                  <a:pt x="2322714" y="52446"/>
                </a:lnTo>
                <a:lnTo>
                  <a:pt x="2323373" y="52927"/>
                </a:lnTo>
                <a:lnTo>
                  <a:pt x="2324013" y="53434"/>
                </a:lnTo>
                <a:lnTo>
                  <a:pt x="2324636" y="53967"/>
                </a:lnTo>
                <a:lnTo>
                  <a:pt x="2325240" y="54525"/>
                </a:lnTo>
                <a:lnTo>
                  <a:pt x="2325826" y="55110"/>
                </a:lnTo>
                <a:lnTo>
                  <a:pt x="2326394" y="55721"/>
                </a:lnTo>
                <a:lnTo>
                  <a:pt x="2326942" y="56356"/>
                </a:lnTo>
                <a:lnTo>
                  <a:pt x="2327468" y="57014"/>
                </a:lnTo>
                <a:lnTo>
                  <a:pt x="2327971" y="57695"/>
                </a:lnTo>
                <a:lnTo>
                  <a:pt x="2328452" y="58399"/>
                </a:lnTo>
                <a:lnTo>
                  <a:pt x="2328911" y="59127"/>
                </a:lnTo>
                <a:lnTo>
                  <a:pt x="2329347" y="59877"/>
                </a:lnTo>
                <a:lnTo>
                  <a:pt x="2329762" y="60651"/>
                </a:lnTo>
                <a:lnTo>
                  <a:pt x="2330154" y="61448"/>
                </a:lnTo>
                <a:lnTo>
                  <a:pt x="2330523" y="62267"/>
                </a:lnTo>
                <a:lnTo>
                  <a:pt x="2330871" y="63110"/>
                </a:lnTo>
                <a:lnTo>
                  <a:pt x="2331196" y="63976"/>
                </a:lnTo>
                <a:lnTo>
                  <a:pt x="2331499" y="64865"/>
                </a:lnTo>
                <a:lnTo>
                  <a:pt x="2331780" y="65778"/>
                </a:lnTo>
                <a:lnTo>
                  <a:pt x="2332038" y="66713"/>
                </a:lnTo>
                <a:lnTo>
                  <a:pt x="2332274" y="67671"/>
                </a:lnTo>
                <a:lnTo>
                  <a:pt x="2332488" y="68653"/>
                </a:lnTo>
                <a:lnTo>
                  <a:pt x="2332680" y="69657"/>
                </a:lnTo>
                <a:lnTo>
                  <a:pt x="2332849" y="70685"/>
                </a:lnTo>
                <a:lnTo>
                  <a:pt x="2332996" y="71736"/>
                </a:lnTo>
                <a:lnTo>
                  <a:pt x="2333121" y="72810"/>
                </a:lnTo>
                <a:lnTo>
                  <a:pt x="2333224" y="73907"/>
                </a:lnTo>
                <a:lnTo>
                  <a:pt x="2333304" y="75027"/>
                </a:lnTo>
                <a:lnTo>
                  <a:pt x="2333362" y="76170"/>
                </a:lnTo>
                <a:lnTo>
                  <a:pt x="2333398" y="77336"/>
                </a:lnTo>
                <a:lnTo>
                  <a:pt x="2280920" y="77336"/>
                </a:lnTo>
                <a:lnTo>
                  <a:pt x="2281020" y="76161"/>
                </a:lnTo>
                <a:lnTo>
                  <a:pt x="2281141" y="75010"/>
                </a:lnTo>
                <a:lnTo>
                  <a:pt x="2281281" y="73883"/>
                </a:lnTo>
                <a:lnTo>
                  <a:pt x="2281442" y="72779"/>
                </a:lnTo>
                <a:lnTo>
                  <a:pt x="2281623" y="71699"/>
                </a:lnTo>
                <a:close/>
                <a:moveTo>
                  <a:pt x="2565308" y="138025"/>
                </a:moveTo>
                <a:lnTo>
                  <a:pt x="2565961" y="137992"/>
                </a:lnTo>
                <a:lnTo>
                  <a:pt x="2566609" y="137953"/>
                </a:lnTo>
                <a:lnTo>
                  <a:pt x="2567254" y="137908"/>
                </a:lnTo>
                <a:lnTo>
                  <a:pt x="2567894" y="137857"/>
                </a:lnTo>
                <a:lnTo>
                  <a:pt x="2568531" y="137800"/>
                </a:lnTo>
                <a:lnTo>
                  <a:pt x="2569164" y="137737"/>
                </a:lnTo>
                <a:lnTo>
                  <a:pt x="2569793" y="137668"/>
                </a:lnTo>
                <a:lnTo>
                  <a:pt x="2570417" y="137594"/>
                </a:lnTo>
                <a:lnTo>
                  <a:pt x="2571038" y="137513"/>
                </a:lnTo>
                <a:lnTo>
                  <a:pt x="2571655" y="137426"/>
                </a:lnTo>
                <a:lnTo>
                  <a:pt x="2572268" y="137333"/>
                </a:lnTo>
                <a:lnTo>
                  <a:pt x="2572877" y="137234"/>
                </a:lnTo>
                <a:lnTo>
                  <a:pt x="2573482" y="137129"/>
                </a:lnTo>
                <a:lnTo>
                  <a:pt x="2574084" y="137018"/>
                </a:lnTo>
                <a:lnTo>
                  <a:pt x="2574681" y="136901"/>
                </a:lnTo>
                <a:lnTo>
                  <a:pt x="2575274" y="136778"/>
                </a:lnTo>
                <a:lnTo>
                  <a:pt x="2575864" y="136649"/>
                </a:lnTo>
                <a:lnTo>
                  <a:pt x="2576449" y="136515"/>
                </a:lnTo>
                <a:lnTo>
                  <a:pt x="2577030" y="136374"/>
                </a:lnTo>
                <a:lnTo>
                  <a:pt x="2577607" y="136227"/>
                </a:lnTo>
                <a:lnTo>
                  <a:pt x="2578177" y="136073"/>
                </a:lnTo>
                <a:lnTo>
                  <a:pt x="2578741" y="135913"/>
                </a:lnTo>
                <a:lnTo>
                  <a:pt x="2579299" y="135746"/>
                </a:lnTo>
                <a:lnTo>
                  <a:pt x="2579851" y="135573"/>
                </a:lnTo>
                <a:lnTo>
                  <a:pt x="2580397" y="135393"/>
                </a:lnTo>
                <a:lnTo>
                  <a:pt x="2580936" y="135207"/>
                </a:lnTo>
                <a:lnTo>
                  <a:pt x="2581469" y="135014"/>
                </a:lnTo>
                <a:lnTo>
                  <a:pt x="2581996" y="134815"/>
                </a:lnTo>
                <a:lnTo>
                  <a:pt x="2582517" y="134609"/>
                </a:lnTo>
                <a:lnTo>
                  <a:pt x="2583032" y="134396"/>
                </a:lnTo>
                <a:lnTo>
                  <a:pt x="2583541" y="134177"/>
                </a:lnTo>
                <a:lnTo>
                  <a:pt x="2584043" y="133952"/>
                </a:lnTo>
                <a:lnTo>
                  <a:pt x="2584540" y="133720"/>
                </a:lnTo>
                <a:lnTo>
                  <a:pt x="2585030" y="133481"/>
                </a:lnTo>
                <a:lnTo>
                  <a:pt x="2585514" y="133236"/>
                </a:lnTo>
                <a:lnTo>
                  <a:pt x="2585992" y="132985"/>
                </a:lnTo>
                <a:lnTo>
                  <a:pt x="2586463" y="132727"/>
                </a:lnTo>
                <a:lnTo>
                  <a:pt x="2586929" y="132462"/>
                </a:lnTo>
                <a:lnTo>
                  <a:pt x="2587388" y="132191"/>
                </a:lnTo>
                <a:lnTo>
                  <a:pt x="2587841" y="131913"/>
                </a:lnTo>
                <a:lnTo>
                  <a:pt x="2588288" y="131629"/>
                </a:lnTo>
                <a:lnTo>
                  <a:pt x="2588729" y="131338"/>
                </a:lnTo>
                <a:lnTo>
                  <a:pt x="2589164" y="131041"/>
                </a:lnTo>
                <a:lnTo>
                  <a:pt x="2589591" y="130737"/>
                </a:lnTo>
                <a:lnTo>
                  <a:pt x="2590011" y="130426"/>
                </a:lnTo>
                <a:lnTo>
                  <a:pt x="2590423" y="130107"/>
                </a:lnTo>
                <a:lnTo>
                  <a:pt x="2590827" y="129782"/>
                </a:lnTo>
                <a:lnTo>
                  <a:pt x="2591223" y="129450"/>
                </a:lnTo>
                <a:lnTo>
                  <a:pt x="2591611" y="129111"/>
                </a:lnTo>
                <a:lnTo>
                  <a:pt x="2591991" y="128764"/>
                </a:lnTo>
                <a:lnTo>
                  <a:pt x="2592364" y="128411"/>
                </a:lnTo>
                <a:lnTo>
                  <a:pt x="2592729" y="128050"/>
                </a:lnTo>
                <a:lnTo>
                  <a:pt x="2593085" y="127683"/>
                </a:lnTo>
                <a:lnTo>
                  <a:pt x="2593434" y="127308"/>
                </a:lnTo>
                <a:lnTo>
                  <a:pt x="2593775" y="126926"/>
                </a:lnTo>
                <a:lnTo>
                  <a:pt x="2594108" y="126538"/>
                </a:lnTo>
                <a:lnTo>
                  <a:pt x="2594433" y="126142"/>
                </a:lnTo>
                <a:lnTo>
                  <a:pt x="2594751" y="125739"/>
                </a:lnTo>
                <a:lnTo>
                  <a:pt x="2595060" y="125329"/>
                </a:lnTo>
                <a:lnTo>
                  <a:pt x="2595362" y="124912"/>
                </a:lnTo>
                <a:lnTo>
                  <a:pt x="2595655" y="124488"/>
                </a:lnTo>
                <a:lnTo>
                  <a:pt x="2595941" y="124057"/>
                </a:lnTo>
                <a:lnTo>
                  <a:pt x="2596219" y="123619"/>
                </a:lnTo>
                <a:lnTo>
                  <a:pt x="2596489" y="123174"/>
                </a:lnTo>
                <a:lnTo>
                  <a:pt x="2596751" y="122722"/>
                </a:lnTo>
                <a:lnTo>
                  <a:pt x="2597006" y="122263"/>
                </a:lnTo>
                <a:lnTo>
                  <a:pt x="2597252" y="121796"/>
                </a:lnTo>
                <a:lnTo>
                  <a:pt x="2597490" y="121323"/>
                </a:lnTo>
                <a:lnTo>
                  <a:pt x="2597717" y="120842"/>
                </a:lnTo>
                <a:lnTo>
                  <a:pt x="2597934" y="120354"/>
                </a:lnTo>
                <a:lnTo>
                  <a:pt x="2598141" y="119859"/>
                </a:lnTo>
                <a:lnTo>
                  <a:pt x="2598338" y="119357"/>
                </a:lnTo>
                <a:lnTo>
                  <a:pt x="2598525" y="118847"/>
                </a:lnTo>
                <a:lnTo>
                  <a:pt x="2598702" y="118330"/>
                </a:lnTo>
                <a:lnTo>
                  <a:pt x="2598869" y="117806"/>
                </a:lnTo>
                <a:lnTo>
                  <a:pt x="2599025" y="117275"/>
                </a:lnTo>
                <a:lnTo>
                  <a:pt x="2599172" y="116737"/>
                </a:lnTo>
                <a:lnTo>
                  <a:pt x="2599308" y="116191"/>
                </a:lnTo>
                <a:lnTo>
                  <a:pt x="2599435" y="115638"/>
                </a:lnTo>
                <a:lnTo>
                  <a:pt x="2599551" y="115078"/>
                </a:lnTo>
                <a:lnTo>
                  <a:pt x="2599657" y="114510"/>
                </a:lnTo>
                <a:lnTo>
                  <a:pt x="2599753" y="113936"/>
                </a:lnTo>
                <a:lnTo>
                  <a:pt x="2599839" y="113354"/>
                </a:lnTo>
                <a:lnTo>
                  <a:pt x="2599915" y="112765"/>
                </a:lnTo>
                <a:lnTo>
                  <a:pt x="2599980" y="112169"/>
                </a:lnTo>
                <a:lnTo>
                  <a:pt x="2600036" y="111565"/>
                </a:lnTo>
                <a:lnTo>
                  <a:pt x="2600081" y="110954"/>
                </a:lnTo>
                <a:lnTo>
                  <a:pt x="2600117" y="110337"/>
                </a:lnTo>
                <a:lnTo>
                  <a:pt x="2600142" y="109711"/>
                </a:lnTo>
                <a:lnTo>
                  <a:pt x="2600157" y="109079"/>
                </a:lnTo>
                <a:lnTo>
                  <a:pt x="2600162" y="108439"/>
                </a:lnTo>
                <a:lnTo>
                  <a:pt x="2600156" y="107700"/>
                </a:lnTo>
                <a:lnTo>
                  <a:pt x="2600137" y="106972"/>
                </a:lnTo>
                <a:lnTo>
                  <a:pt x="2600104" y="106255"/>
                </a:lnTo>
                <a:lnTo>
                  <a:pt x="2600059" y="105548"/>
                </a:lnTo>
                <a:lnTo>
                  <a:pt x="2600002" y="104854"/>
                </a:lnTo>
                <a:lnTo>
                  <a:pt x="2599931" y="104170"/>
                </a:lnTo>
                <a:lnTo>
                  <a:pt x="2599848" y="103497"/>
                </a:lnTo>
                <a:lnTo>
                  <a:pt x="2599751" y="102836"/>
                </a:lnTo>
                <a:lnTo>
                  <a:pt x="2599642" y="102185"/>
                </a:lnTo>
                <a:lnTo>
                  <a:pt x="2599520" y="101546"/>
                </a:lnTo>
                <a:lnTo>
                  <a:pt x="2599385" y="100918"/>
                </a:lnTo>
                <a:lnTo>
                  <a:pt x="2599237" y="100301"/>
                </a:lnTo>
                <a:lnTo>
                  <a:pt x="2599077" y="99695"/>
                </a:lnTo>
                <a:lnTo>
                  <a:pt x="2598903" y="99100"/>
                </a:lnTo>
                <a:lnTo>
                  <a:pt x="2598717" y="98516"/>
                </a:lnTo>
                <a:lnTo>
                  <a:pt x="2598518" y="97943"/>
                </a:lnTo>
                <a:lnTo>
                  <a:pt x="2598306" y="97382"/>
                </a:lnTo>
                <a:lnTo>
                  <a:pt x="2598081" y="96832"/>
                </a:lnTo>
                <a:lnTo>
                  <a:pt x="2597844" y="96292"/>
                </a:lnTo>
                <a:lnTo>
                  <a:pt x="2597593" y="95764"/>
                </a:lnTo>
                <a:lnTo>
                  <a:pt x="2597330" y="95247"/>
                </a:lnTo>
                <a:lnTo>
                  <a:pt x="2597054" y="94741"/>
                </a:lnTo>
                <a:lnTo>
                  <a:pt x="2596765" y="94247"/>
                </a:lnTo>
                <a:lnTo>
                  <a:pt x="2596463" y="93763"/>
                </a:lnTo>
                <a:lnTo>
                  <a:pt x="2596149" y="93288"/>
                </a:lnTo>
                <a:lnTo>
                  <a:pt x="2595822" y="92821"/>
                </a:lnTo>
                <a:lnTo>
                  <a:pt x="2595482" y="92361"/>
                </a:lnTo>
                <a:lnTo>
                  <a:pt x="2595130" y="91908"/>
                </a:lnTo>
                <a:lnTo>
                  <a:pt x="2594766" y="91462"/>
                </a:lnTo>
                <a:lnTo>
                  <a:pt x="2594389" y="91023"/>
                </a:lnTo>
                <a:lnTo>
                  <a:pt x="2593999" y="90592"/>
                </a:lnTo>
                <a:lnTo>
                  <a:pt x="2593597" y="90168"/>
                </a:lnTo>
                <a:lnTo>
                  <a:pt x="2593182" y="89751"/>
                </a:lnTo>
                <a:lnTo>
                  <a:pt x="2592755" y="89342"/>
                </a:lnTo>
                <a:lnTo>
                  <a:pt x="2592316" y="88939"/>
                </a:lnTo>
                <a:lnTo>
                  <a:pt x="2591864" y="88544"/>
                </a:lnTo>
                <a:lnTo>
                  <a:pt x="2591399" y="88156"/>
                </a:lnTo>
                <a:lnTo>
                  <a:pt x="2590922" y="87776"/>
                </a:lnTo>
                <a:lnTo>
                  <a:pt x="2590433" y="87402"/>
                </a:lnTo>
                <a:lnTo>
                  <a:pt x="2589931" y="87036"/>
                </a:lnTo>
                <a:lnTo>
                  <a:pt x="2589416" y="86677"/>
                </a:lnTo>
                <a:lnTo>
                  <a:pt x="2588889" y="86326"/>
                </a:lnTo>
                <a:lnTo>
                  <a:pt x="2588350" y="85981"/>
                </a:lnTo>
                <a:lnTo>
                  <a:pt x="2587798" y="85644"/>
                </a:lnTo>
                <a:lnTo>
                  <a:pt x="2587233" y="85314"/>
                </a:lnTo>
                <a:lnTo>
                  <a:pt x="2586656" y="84991"/>
                </a:lnTo>
                <a:lnTo>
                  <a:pt x="2586066" y="84676"/>
                </a:lnTo>
                <a:lnTo>
                  <a:pt x="2585464" y="84367"/>
                </a:lnTo>
                <a:lnTo>
                  <a:pt x="2584850" y="84064"/>
                </a:lnTo>
                <a:lnTo>
                  <a:pt x="2584224" y="83765"/>
                </a:lnTo>
                <a:lnTo>
                  <a:pt x="2583586" y="83469"/>
                </a:lnTo>
                <a:lnTo>
                  <a:pt x="2582935" y="83177"/>
                </a:lnTo>
                <a:lnTo>
                  <a:pt x="2582273" y="82888"/>
                </a:lnTo>
                <a:lnTo>
                  <a:pt x="2581599" y="82603"/>
                </a:lnTo>
                <a:lnTo>
                  <a:pt x="2580913" y="82321"/>
                </a:lnTo>
                <a:lnTo>
                  <a:pt x="2580214" y="82043"/>
                </a:lnTo>
                <a:lnTo>
                  <a:pt x="2579504" y="81768"/>
                </a:lnTo>
                <a:lnTo>
                  <a:pt x="2578782" y="81497"/>
                </a:lnTo>
                <a:lnTo>
                  <a:pt x="2578048" y="81229"/>
                </a:lnTo>
                <a:lnTo>
                  <a:pt x="2577302" y="80965"/>
                </a:lnTo>
                <a:lnTo>
                  <a:pt x="2576544" y="80704"/>
                </a:lnTo>
                <a:lnTo>
                  <a:pt x="2575773" y="80447"/>
                </a:lnTo>
                <a:lnTo>
                  <a:pt x="2574991" y="80194"/>
                </a:lnTo>
                <a:lnTo>
                  <a:pt x="2574197" y="79944"/>
                </a:lnTo>
                <a:lnTo>
                  <a:pt x="2573391" y="79697"/>
                </a:lnTo>
                <a:lnTo>
                  <a:pt x="2572573" y="79454"/>
                </a:lnTo>
                <a:lnTo>
                  <a:pt x="2571743" y="79214"/>
                </a:lnTo>
                <a:lnTo>
                  <a:pt x="2570901" y="78978"/>
                </a:lnTo>
                <a:lnTo>
                  <a:pt x="2570047" y="78746"/>
                </a:lnTo>
                <a:lnTo>
                  <a:pt x="2569181" y="78517"/>
                </a:lnTo>
                <a:lnTo>
                  <a:pt x="2568303" y="78292"/>
                </a:lnTo>
                <a:lnTo>
                  <a:pt x="2567413" y="78070"/>
                </a:lnTo>
                <a:lnTo>
                  <a:pt x="2566598" y="77867"/>
                </a:lnTo>
                <a:lnTo>
                  <a:pt x="2565797" y="77665"/>
                </a:lnTo>
                <a:lnTo>
                  <a:pt x="2565010" y="77464"/>
                </a:lnTo>
                <a:lnTo>
                  <a:pt x="2564237" y="77264"/>
                </a:lnTo>
                <a:lnTo>
                  <a:pt x="2563478" y="77065"/>
                </a:lnTo>
                <a:lnTo>
                  <a:pt x="2562733" y="76866"/>
                </a:lnTo>
                <a:lnTo>
                  <a:pt x="2562003" y="76669"/>
                </a:lnTo>
                <a:lnTo>
                  <a:pt x="2561286" y="76473"/>
                </a:lnTo>
                <a:lnTo>
                  <a:pt x="2560583" y="76277"/>
                </a:lnTo>
                <a:lnTo>
                  <a:pt x="2559895" y="76082"/>
                </a:lnTo>
                <a:lnTo>
                  <a:pt x="2559220" y="75888"/>
                </a:lnTo>
                <a:lnTo>
                  <a:pt x="2558560" y="75695"/>
                </a:lnTo>
                <a:lnTo>
                  <a:pt x="2557913" y="75503"/>
                </a:lnTo>
                <a:lnTo>
                  <a:pt x="2557281" y="75312"/>
                </a:lnTo>
                <a:lnTo>
                  <a:pt x="2556662" y="75122"/>
                </a:lnTo>
                <a:lnTo>
                  <a:pt x="2556058" y="74932"/>
                </a:lnTo>
                <a:lnTo>
                  <a:pt x="2555468" y="74744"/>
                </a:lnTo>
                <a:lnTo>
                  <a:pt x="2554891" y="74556"/>
                </a:lnTo>
                <a:lnTo>
                  <a:pt x="2554329" y="74369"/>
                </a:lnTo>
                <a:lnTo>
                  <a:pt x="2553781" y="74183"/>
                </a:lnTo>
                <a:lnTo>
                  <a:pt x="2553247" y="73998"/>
                </a:lnTo>
                <a:lnTo>
                  <a:pt x="2552727" y="73814"/>
                </a:lnTo>
                <a:lnTo>
                  <a:pt x="2552221" y="73631"/>
                </a:lnTo>
                <a:lnTo>
                  <a:pt x="2551729" y="73449"/>
                </a:lnTo>
                <a:lnTo>
                  <a:pt x="2551249" y="73266"/>
                </a:lnTo>
                <a:lnTo>
                  <a:pt x="2550782" y="73081"/>
                </a:lnTo>
                <a:lnTo>
                  <a:pt x="2550326" y="72894"/>
                </a:lnTo>
                <a:lnTo>
                  <a:pt x="2549882" y="72705"/>
                </a:lnTo>
                <a:lnTo>
                  <a:pt x="2549449" y="72514"/>
                </a:lnTo>
                <a:lnTo>
                  <a:pt x="2549028" y="72321"/>
                </a:lnTo>
                <a:lnTo>
                  <a:pt x="2548619" y="72126"/>
                </a:lnTo>
                <a:lnTo>
                  <a:pt x="2548221" y="71930"/>
                </a:lnTo>
                <a:lnTo>
                  <a:pt x="2547835" y="71731"/>
                </a:lnTo>
                <a:lnTo>
                  <a:pt x="2547461" y="71531"/>
                </a:lnTo>
                <a:lnTo>
                  <a:pt x="2547098" y="71328"/>
                </a:lnTo>
                <a:lnTo>
                  <a:pt x="2546747" y="71124"/>
                </a:lnTo>
                <a:lnTo>
                  <a:pt x="2546408" y="70917"/>
                </a:lnTo>
                <a:lnTo>
                  <a:pt x="2546080" y="70709"/>
                </a:lnTo>
                <a:lnTo>
                  <a:pt x="2545764" y="70499"/>
                </a:lnTo>
                <a:lnTo>
                  <a:pt x="2545459" y="70287"/>
                </a:lnTo>
                <a:lnTo>
                  <a:pt x="2545166" y="70073"/>
                </a:lnTo>
                <a:lnTo>
                  <a:pt x="2544885" y="69857"/>
                </a:lnTo>
                <a:lnTo>
                  <a:pt x="2544616" y="69639"/>
                </a:lnTo>
                <a:lnTo>
                  <a:pt x="2544358" y="69419"/>
                </a:lnTo>
                <a:lnTo>
                  <a:pt x="2544111" y="69197"/>
                </a:lnTo>
                <a:lnTo>
                  <a:pt x="2543877" y="68973"/>
                </a:lnTo>
                <a:lnTo>
                  <a:pt x="2543654" y="68747"/>
                </a:lnTo>
                <a:lnTo>
                  <a:pt x="2543443" y="68520"/>
                </a:lnTo>
                <a:lnTo>
                  <a:pt x="2543241" y="68289"/>
                </a:lnTo>
                <a:lnTo>
                  <a:pt x="2543049" y="68054"/>
                </a:lnTo>
                <a:lnTo>
                  <a:pt x="2542865" y="67815"/>
                </a:lnTo>
                <a:lnTo>
                  <a:pt x="2542689" y="67571"/>
                </a:lnTo>
                <a:lnTo>
                  <a:pt x="2542522" y="67324"/>
                </a:lnTo>
                <a:lnTo>
                  <a:pt x="2542364" y="67072"/>
                </a:lnTo>
                <a:lnTo>
                  <a:pt x="2542214" y="66816"/>
                </a:lnTo>
                <a:lnTo>
                  <a:pt x="2542073" y="66556"/>
                </a:lnTo>
                <a:lnTo>
                  <a:pt x="2541940" y="66291"/>
                </a:lnTo>
                <a:lnTo>
                  <a:pt x="2541816" y="66022"/>
                </a:lnTo>
                <a:lnTo>
                  <a:pt x="2541700" y="65749"/>
                </a:lnTo>
                <a:lnTo>
                  <a:pt x="2541593" y="65472"/>
                </a:lnTo>
                <a:lnTo>
                  <a:pt x="2541495" y="65190"/>
                </a:lnTo>
                <a:lnTo>
                  <a:pt x="2541405" y="64905"/>
                </a:lnTo>
                <a:lnTo>
                  <a:pt x="2541323" y="64615"/>
                </a:lnTo>
                <a:lnTo>
                  <a:pt x="2541250" y="64321"/>
                </a:lnTo>
                <a:lnTo>
                  <a:pt x="2541186" y="64022"/>
                </a:lnTo>
                <a:lnTo>
                  <a:pt x="2541131" y="63720"/>
                </a:lnTo>
                <a:lnTo>
                  <a:pt x="2541084" y="63413"/>
                </a:lnTo>
                <a:lnTo>
                  <a:pt x="2541045" y="63102"/>
                </a:lnTo>
                <a:lnTo>
                  <a:pt x="2541015" y="62786"/>
                </a:lnTo>
                <a:lnTo>
                  <a:pt x="2540994" y="62467"/>
                </a:lnTo>
                <a:lnTo>
                  <a:pt x="2540981" y="62143"/>
                </a:lnTo>
                <a:lnTo>
                  <a:pt x="2540976" y="61815"/>
                </a:lnTo>
                <a:lnTo>
                  <a:pt x="2540986" y="61230"/>
                </a:lnTo>
                <a:lnTo>
                  <a:pt x="2541015" y="60659"/>
                </a:lnTo>
                <a:lnTo>
                  <a:pt x="2541063" y="60100"/>
                </a:lnTo>
                <a:lnTo>
                  <a:pt x="2541130" y="59554"/>
                </a:lnTo>
                <a:lnTo>
                  <a:pt x="2541216" y="59022"/>
                </a:lnTo>
                <a:lnTo>
                  <a:pt x="2541322" y="58502"/>
                </a:lnTo>
                <a:lnTo>
                  <a:pt x="2541446" y="57995"/>
                </a:lnTo>
                <a:lnTo>
                  <a:pt x="2541590" y="57502"/>
                </a:lnTo>
                <a:lnTo>
                  <a:pt x="2541753" y="57022"/>
                </a:lnTo>
                <a:lnTo>
                  <a:pt x="2541936" y="56554"/>
                </a:lnTo>
                <a:lnTo>
                  <a:pt x="2542137" y="56100"/>
                </a:lnTo>
                <a:lnTo>
                  <a:pt x="2542357" y="55658"/>
                </a:lnTo>
                <a:lnTo>
                  <a:pt x="2542597" y="55230"/>
                </a:lnTo>
                <a:lnTo>
                  <a:pt x="2542856" y="54815"/>
                </a:lnTo>
                <a:lnTo>
                  <a:pt x="2543134" y="54413"/>
                </a:lnTo>
                <a:lnTo>
                  <a:pt x="2543432" y="54024"/>
                </a:lnTo>
                <a:lnTo>
                  <a:pt x="2543748" y="53648"/>
                </a:lnTo>
                <a:lnTo>
                  <a:pt x="2544084" y="53285"/>
                </a:lnTo>
                <a:lnTo>
                  <a:pt x="2544439" y="52935"/>
                </a:lnTo>
                <a:lnTo>
                  <a:pt x="2544813" y="52598"/>
                </a:lnTo>
                <a:lnTo>
                  <a:pt x="2545206" y="52274"/>
                </a:lnTo>
                <a:lnTo>
                  <a:pt x="2545618" y="51963"/>
                </a:lnTo>
                <a:lnTo>
                  <a:pt x="2546050" y="51665"/>
                </a:lnTo>
                <a:lnTo>
                  <a:pt x="2546500" y="51381"/>
                </a:lnTo>
                <a:lnTo>
                  <a:pt x="2546967" y="51108"/>
                </a:lnTo>
                <a:lnTo>
                  <a:pt x="2547444" y="50847"/>
                </a:lnTo>
                <a:lnTo>
                  <a:pt x="2547934" y="50597"/>
                </a:lnTo>
                <a:lnTo>
                  <a:pt x="2548435" y="50360"/>
                </a:lnTo>
                <a:lnTo>
                  <a:pt x="2548948" y="50133"/>
                </a:lnTo>
                <a:lnTo>
                  <a:pt x="2549472" y="49919"/>
                </a:lnTo>
                <a:lnTo>
                  <a:pt x="2550008" y="49716"/>
                </a:lnTo>
                <a:lnTo>
                  <a:pt x="2550556" y="49524"/>
                </a:lnTo>
                <a:lnTo>
                  <a:pt x="2551115" y="49344"/>
                </a:lnTo>
                <a:lnTo>
                  <a:pt x="2551686" y="49176"/>
                </a:lnTo>
                <a:lnTo>
                  <a:pt x="2552269" y="49019"/>
                </a:lnTo>
                <a:lnTo>
                  <a:pt x="2552863" y="48874"/>
                </a:lnTo>
                <a:lnTo>
                  <a:pt x="2553469" y="48741"/>
                </a:lnTo>
                <a:lnTo>
                  <a:pt x="2554086" y="48619"/>
                </a:lnTo>
                <a:lnTo>
                  <a:pt x="2554716" y="48509"/>
                </a:lnTo>
                <a:lnTo>
                  <a:pt x="2555356" y="48410"/>
                </a:lnTo>
                <a:lnTo>
                  <a:pt x="2556009" y="48323"/>
                </a:lnTo>
                <a:lnTo>
                  <a:pt x="2556673" y="48248"/>
                </a:lnTo>
                <a:lnTo>
                  <a:pt x="2557349" y="48184"/>
                </a:lnTo>
                <a:lnTo>
                  <a:pt x="2558036" y="48132"/>
                </a:lnTo>
                <a:lnTo>
                  <a:pt x="2558735" y="48091"/>
                </a:lnTo>
                <a:lnTo>
                  <a:pt x="2559446" y="48062"/>
                </a:lnTo>
                <a:lnTo>
                  <a:pt x="2560168" y="48045"/>
                </a:lnTo>
                <a:lnTo>
                  <a:pt x="2560902" y="48039"/>
                </a:lnTo>
                <a:lnTo>
                  <a:pt x="2561629" y="48047"/>
                </a:lnTo>
                <a:lnTo>
                  <a:pt x="2562347" y="48070"/>
                </a:lnTo>
                <a:lnTo>
                  <a:pt x="2563056" y="48109"/>
                </a:lnTo>
                <a:lnTo>
                  <a:pt x="2563755" y="48163"/>
                </a:lnTo>
                <a:lnTo>
                  <a:pt x="2564445" y="48232"/>
                </a:lnTo>
                <a:lnTo>
                  <a:pt x="2565125" y="48317"/>
                </a:lnTo>
                <a:lnTo>
                  <a:pt x="2565797" y="48418"/>
                </a:lnTo>
                <a:lnTo>
                  <a:pt x="2566459" y="48534"/>
                </a:lnTo>
                <a:lnTo>
                  <a:pt x="2567112" y="48665"/>
                </a:lnTo>
                <a:lnTo>
                  <a:pt x="2567756" y="48812"/>
                </a:lnTo>
                <a:lnTo>
                  <a:pt x="2568390" y="48974"/>
                </a:lnTo>
                <a:lnTo>
                  <a:pt x="2569016" y="49152"/>
                </a:lnTo>
                <a:lnTo>
                  <a:pt x="2569632" y="49345"/>
                </a:lnTo>
                <a:lnTo>
                  <a:pt x="2570238" y="49554"/>
                </a:lnTo>
                <a:lnTo>
                  <a:pt x="2570836" y="49778"/>
                </a:lnTo>
                <a:lnTo>
                  <a:pt x="2571424" y="50017"/>
                </a:lnTo>
                <a:lnTo>
                  <a:pt x="2572003" y="50272"/>
                </a:lnTo>
                <a:lnTo>
                  <a:pt x="2572573" y="50543"/>
                </a:lnTo>
                <a:lnTo>
                  <a:pt x="2573134" y="50829"/>
                </a:lnTo>
                <a:lnTo>
                  <a:pt x="2573685" y="51130"/>
                </a:lnTo>
                <a:lnTo>
                  <a:pt x="2574227" y="51447"/>
                </a:lnTo>
                <a:lnTo>
                  <a:pt x="2574760" y="51779"/>
                </a:lnTo>
                <a:lnTo>
                  <a:pt x="2575283" y="52127"/>
                </a:lnTo>
                <a:lnTo>
                  <a:pt x="2575797" y="52490"/>
                </a:lnTo>
                <a:lnTo>
                  <a:pt x="2576296" y="52872"/>
                </a:lnTo>
                <a:lnTo>
                  <a:pt x="2576774" y="53276"/>
                </a:lnTo>
                <a:lnTo>
                  <a:pt x="2577231" y="53702"/>
                </a:lnTo>
                <a:lnTo>
                  <a:pt x="2577666" y="54150"/>
                </a:lnTo>
                <a:lnTo>
                  <a:pt x="2578080" y="54619"/>
                </a:lnTo>
                <a:lnTo>
                  <a:pt x="2578473" y="55111"/>
                </a:lnTo>
                <a:lnTo>
                  <a:pt x="2578845" y="55624"/>
                </a:lnTo>
                <a:lnTo>
                  <a:pt x="2579195" y="56160"/>
                </a:lnTo>
                <a:lnTo>
                  <a:pt x="2579524" y="56717"/>
                </a:lnTo>
                <a:lnTo>
                  <a:pt x="2579832" y="57296"/>
                </a:lnTo>
                <a:lnTo>
                  <a:pt x="2580119" y="57898"/>
                </a:lnTo>
                <a:lnTo>
                  <a:pt x="2580384" y="58521"/>
                </a:lnTo>
                <a:lnTo>
                  <a:pt x="2580629" y="59166"/>
                </a:lnTo>
                <a:lnTo>
                  <a:pt x="2580851" y="59833"/>
                </a:lnTo>
                <a:lnTo>
                  <a:pt x="2581053" y="60522"/>
                </a:lnTo>
                <a:lnTo>
                  <a:pt x="2581234" y="61233"/>
                </a:lnTo>
                <a:lnTo>
                  <a:pt x="2581393" y="61965"/>
                </a:lnTo>
                <a:lnTo>
                  <a:pt x="2581531" y="62720"/>
                </a:lnTo>
                <a:lnTo>
                  <a:pt x="2581648" y="63497"/>
                </a:lnTo>
                <a:lnTo>
                  <a:pt x="2581743" y="64295"/>
                </a:lnTo>
                <a:lnTo>
                  <a:pt x="2581818" y="65116"/>
                </a:lnTo>
                <a:lnTo>
                  <a:pt x="2581871" y="65958"/>
                </a:lnTo>
                <a:lnTo>
                  <a:pt x="2581903" y="66823"/>
                </a:lnTo>
                <a:lnTo>
                  <a:pt x="2581913" y="67709"/>
                </a:lnTo>
                <a:lnTo>
                  <a:pt x="2597893" y="67709"/>
                </a:lnTo>
                <a:lnTo>
                  <a:pt x="2597888" y="67002"/>
                </a:lnTo>
                <a:lnTo>
                  <a:pt x="2597873" y="66304"/>
                </a:lnTo>
                <a:lnTo>
                  <a:pt x="2597847" y="65614"/>
                </a:lnTo>
                <a:lnTo>
                  <a:pt x="2597811" y="64933"/>
                </a:lnTo>
                <a:lnTo>
                  <a:pt x="2597765" y="64260"/>
                </a:lnTo>
                <a:lnTo>
                  <a:pt x="2597708" y="63595"/>
                </a:lnTo>
                <a:lnTo>
                  <a:pt x="2597642" y="62939"/>
                </a:lnTo>
                <a:lnTo>
                  <a:pt x="2597565" y="62292"/>
                </a:lnTo>
                <a:lnTo>
                  <a:pt x="2597477" y="61653"/>
                </a:lnTo>
                <a:lnTo>
                  <a:pt x="2597380" y="61022"/>
                </a:lnTo>
                <a:lnTo>
                  <a:pt x="2597272" y="60400"/>
                </a:lnTo>
                <a:lnTo>
                  <a:pt x="2597154" y="59786"/>
                </a:lnTo>
                <a:lnTo>
                  <a:pt x="2597025" y="59181"/>
                </a:lnTo>
                <a:lnTo>
                  <a:pt x="2596886" y="58584"/>
                </a:lnTo>
                <a:lnTo>
                  <a:pt x="2596737" y="57996"/>
                </a:lnTo>
                <a:lnTo>
                  <a:pt x="2596578" y="57416"/>
                </a:lnTo>
                <a:lnTo>
                  <a:pt x="2596409" y="56845"/>
                </a:lnTo>
                <a:lnTo>
                  <a:pt x="2596229" y="56282"/>
                </a:lnTo>
                <a:lnTo>
                  <a:pt x="2596039" y="55727"/>
                </a:lnTo>
                <a:lnTo>
                  <a:pt x="2595838" y="55181"/>
                </a:lnTo>
                <a:lnTo>
                  <a:pt x="2595628" y="54644"/>
                </a:lnTo>
                <a:lnTo>
                  <a:pt x="2595407" y="54115"/>
                </a:lnTo>
                <a:lnTo>
                  <a:pt x="2595176" y="53594"/>
                </a:lnTo>
                <a:lnTo>
                  <a:pt x="2594934" y="53082"/>
                </a:lnTo>
                <a:lnTo>
                  <a:pt x="2594684" y="52578"/>
                </a:lnTo>
                <a:lnTo>
                  <a:pt x="2594426" y="52082"/>
                </a:lnTo>
                <a:lnTo>
                  <a:pt x="2594161" y="51594"/>
                </a:lnTo>
                <a:lnTo>
                  <a:pt x="2593889" y="51113"/>
                </a:lnTo>
                <a:lnTo>
                  <a:pt x="2593609" y="50640"/>
                </a:lnTo>
                <a:lnTo>
                  <a:pt x="2593322" y="50175"/>
                </a:lnTo>
                <a:lnTo>
                  <a:pt x="2593027" y="49717"/>
                </a:lnTo>
                <a:lnTo>
                  <a:pt x="2592726" y="49268"/>
                </a:lnTo>
                <a:lnTo>
                  <a:pt x="2592416" y="48826"/>
                </a:lnTo>
                <a:lnTo>
                  <a:pt x="2592100" y="48392"/>
                </a:lnTo>
                <a:lnTo>
                  <a:pt x="2591776" y="47965"/>
                </a:lnTo>
                <a:lnTo>
                  <a:pt x="2591445" y="47547"/>
                </a:lnTo>
                <a:lnTo>
                  <a:pt x="2591106" y="47136"/>
                </a:lnTo>
                <a:lnTo>
                  <a:pt x="2590760" y="46733"/>
                </a:lnTo>
                <a:lnTo>
                  <a:pt x="2590407" y="46337"/>
                </a:lnTo>
                <a:lnTo>
                  <a:pt x="2590046" y="45950"/>
                </a:lnTo>
                <a:lnTo>
                  <a:pt x="2589678" y="45570"/>
                </a:lnTo>
                <a:lnTo>
                  <a:pt x="2589302" y="45198"/>
                </a:lnTo>
                <a:lnTo>
                  <a:pt x="2588919" y="44834"/>
                </a:lnTo>
                <a:lnTo>
                  <a:pt x="2588529" y="44477"/>
                </a:lnTo>
                <a:lnTo>
                  <a:pt x="2588132" y="44128"/>
                </a:lnTo>
                <a:lnTo>
                  <a:pt x="2587727" y="43787"/>
                </a:lnTo>
                <a:lnTo>
                  <a:pt x="2587314" y="43454"/>
                </a:lnTo>
                <a:lnTo>
                  <a:pt x="2586895" y="43129"/>
                </a:lnTo>
                <a:lnTo>
                  <a:pt x="2586469" y="42810"/>
                </a:lnTo>
                <a:lnTo>
                  <a:pt x="2586037" y="42499"/>
                </a:lnTo>
                <a:lnTo>
                  <a:pt x="2585600" y="42195"/>
                </a:lnTo>
                <a:lnTo>
                  <a:pt x="2585158" y="41898"/>
                </a:lnTo>
                <a:lnTo>
                  <a:pt x="2584710" y="41607"/>
                </a:lnTo>
                <a:lnTo>
                  <a:pt x="2584256" y="41324"/>
                </a:lnTo>
                <a:lnTo>
                  <a:pt x="2583797" y="41048"/>
                </a:lnTo>
                <a:lnTo>
                  <a:pt x="2583333" y="40780"/>
                </a:lnTo>
                <a:lnTo>
                  <a:pt x="2582863" y="40518"/>
                </a:lnTo>
                <a:lnTo>
                  <a:pt x="2582387" y="40263"/>
                </a:lnTo>
                <a:lnTo>
                  <a:pt x="2581906" y="40015"/>
                </a:lnTo>
                <a:lnTo>
                  <a:pt x="2581420" y="39775"/>
                </a:lnTo>
                <a:lnTo>
                  <a:pt x="2580928" y="39541"/>
                </a:lnTo>
                <a:lnTo>
                  <a:pt x="2580431" y="39315"/>
                </a:lnTo>
                <a:lnTo>
                  <a:pt x="2579928" y="39095"/>
                </a:lnTo>
                <a:lnTo>
                  <a:pt x="2579420" y="38883"/>
                </a:lnTo>
                <a:lnTo>
                  <a:pt x="2578906" y="38677"/>
                </a:lnTo>
                <a:lnTo>
                  <a:pt x="2578387" y="38479"/>
                </a:lnTo>
                <a:lnTo>
                  <a:pt x="2577862" y="38288"/>
                </a:lnTo>
                <a:lnTo>
                  <a:pt x="2577332" y="38104"/>
                </a:lnTo>
                <a:lnTo>
                  <a:pt x="2576796" y="37927"/>
                </a:lnTo>
                <a:lnTo>
                  <a:pt x="2576255" y="37757"/>
                </a:lnTo>
                <a:lnTo>
                  <a:pt x="2575708" y="37594"/>
                </a:lnTo>
                <a:lnTo>
                  <a:pt x="2575156" y="37438"/>
                </a:lnTo>
                <a:lnTo>
                  <a:pt x="2574600" y="37289"/>
                </a:lnTo>
                <a:lnTo>
                  <a:pt x="2574040" y="37146"/>
                </a:lnTo>
                <a:lnTo>
                  <a:pt x="2573477" y="37010"/>
                </a:lnTo>
                <a:lnTo>
                  <a:pt x="2572911" y="36880"/>
                </a:lnTo>
                <a:lnTo>
                  <a:pt x="2572341" y="36756"/>
                </a:lnTo>
                <a:lnTo>
                  <a:pt x="2571768" y="36638"/>
                </a:lnTo>
                <a:lnTo>
                  <a:pt x="2571192" y="36527"/>
                </a:lnTo>
                <a:lnTo>
                  <a:pt x="2570613" y="36423"/>
                </a:lnTo>
                <a:lnTo>
                  <a:pt x="2570031" y="36324"/>
                </a:lnTo>
                <a:lnTo>
                  <a:pt x="2569445" y="36232"/>
                </a:lnTo>
                <a:lnTo>
                  <a:pt x="2568856" y="36146"/>
                </a:lnTo>
                <a:lnTo>
                  <a:pt x="2568264" y="36067"/>
                </a:lnTo>
                <a:lnTo>
                  <a:pt x="2567668" y="35994"/>
                </a:lnTo>
                <a:lnTo>
                  <a:pt x="2567069" y="35927"/>
                </a:lnTo>
                <a:lnTo>
                  <a:pt x="2566467" y="35867"/>
                </a:lnTo>
                <a:lnTo>
                  <a:pt x="2565862" y="35813"/>
                </a:lnTo>
                <a:lnTo>
                  <a:pt x="2565253" y="35766"/>
                </a:lnTo>
                <a:lnTo>
                  <a:pt x="2564642" y="35724"/>
                </a:lnTo>
                <a:lnTo>
                  <a:pt x="2564026" y="35689"/>
                </a:lnTo>
                <a:lnTo>
                  <a:pt x="2563408" y="35661"/>
                </a:lnTo>
                <a:lnTo>
                  <a:pt x="2562787" y="35639"/>
                </a:lnTo>
                <a:lnTo>
                  <a:pt x="2562162" y="35623"/>
                </a:lnTo>
                <a:lnTo>
                  <a:pt x="2561534" y="35613"/>
                </a:lnTo>
                <a:lnTo>
                  <a:pt x="2560902" y="35610"/>
                </a:lnTo>
                <a:lnTo>
                  <a:pt x="2560263" y="35613"/>
                </a:lnTo>
                <a:lnTo>
                  <a:pt x="2559628" y="35622"/>
                </a:lnTo>
                <a:lnTo>
                  <a:pt x="2558996" y="35636"/>
                </a:lnTo>
                <a:lnTo>
                  <a:pt x="2558368" y="35657"/>
                </a:lnTo>
                <a:lnTo>
                  <a:pt x="2557744" y="35683"/>
                </a:lnTo>
                <a:lnTo>
                  <a:pt x="2557123" y="35715"/>
                </a:lnTo>
                <a:lnTo>
                  <a:pt x="2556506" y="35753"/>
                </a:lnTo>
                <a:lnTo>
                  <a:pt x="2555893" y="35796"/>
                </a:lnTo>
                <a:lnTo>
                  <a:pt x="2555284" y="35846"/>
                </a:lnTo>
                <a:lnTo>
                  <a:pt x="2554679" y="35901"/>
                </a:lnTo>
                <a:lnTo>
                  <a:pt x="2554077" y="35962"/>
                </a:lnTo>
                <a:lnTo>
                  <a:pt x="2553479" y="36029"/>
                </a:lnTo>
                <a:lnTo>
                  <a:pt x="2552885" y="36102"/>
                </a:lnTo>
                <a:lnTo>
                  <a:pt x="2552295" y="36181"/>
                </a:lnTo>
                <a:lnTo>
                  <a:pt x="2551709" y="36265"/>
                </a:lnTo>
                <a:lnTo>
                  <a:pt x="2551126" y="36355"/>
                </a:lnTo>
                <a:lnTo>
                  <a:pt x="2550547" y="36451"/>
                </a:lnTo>
                <a:lnTo>
                  <a:pt x="2549971" y="36553"/>
                </a:lnTo>
                <a:lnTo>
                  <a:pt x="2549400" y="36661"/>
                </a:lnTo>
                <a:lnTo>
                  <a:pt x="2548832" y="36775"/>
                </a:lnTo>
                <a:lnTo>
                  <a:pt x="2548268" y="36894"/>
                </a:lnTo>
                <a:lnTo>
                  <a:pt x="2547708" y="37019"/>
                </a:lnTo>
                <a:lnTo>
                  <a:pt x="2547152" y="37150"/>
                </a:lnTo>
                <a:lnTo>
                  <a:pt x="2546599" y="37287"/>
                </a:lnTo>
                <a:lnTo>
                  <a:pt x="2546051" y="37429"/>
                </a:lnTo>
                <a:lnTo>
                  <a:pt x="2545510" y="37578"/>
                </a:lnTo>
                <a:lnTo>
                  <a:pt x="2544974" y="37732"/>
                </a:lnTo>
                <a:lnTo>
                  <a:pt x="2544444" y="37892"/>
                </a:lnTo>
                <a:lnTo>
                  <a:pt x="2543920" y="38057"/>
                </a:lnTo>
                <a:lnTo>
                  <a:pt x="2543402" y="38229"/>
                </a:lnTo>
                <a:lnTo>
                  <a:pt x="2542891" y="38406"/>
                </a:lnTo>
                <a:lnTo>
                  <a:pt x="2542385" y="38590"/>
                </a:lnTo>
                <a:lnTo>
                  <a:pt x="2541885" y="38779"/>
                </a:lnTo>
                <a:lnTo>
                  <a:pt x="2541391" y="38974"/>
                </a:lnTo>
                <a:lnTo>
                  <a:pt x="2540903" y="39174"/>
                </a:lnTo>
                <a:lnTo>
                  <a:pt x="2540422" y="39381"/>
                </a:lnTo>
                <a:lnTo>
                  <a:pt x="2539946" y="39593"/>
                </a:lnTo>
                <a:lnTo>
                  <a:pt x="2539476" y="39811"/>
                </a:lnTo>
                <a:lnTo>
                  <a:pt x="2539012" y="40036"/>
                </a:lnTo>
                <a:lnTo>
                  <a:pt x="2538554" y="40265"/>
                </a:lnTo>
                <a:lnTo>
                  <a:pt x="2538102" y="40501"/>
                </a:lnTo>
                <a:lnTo>
                  <a:pt x="2537657" y="40743"/>
                </a:lnTo>
                <a:lnTo>
                  <a:pt x="2537217" y="40990"/>
                </a:lnTo>
                <a:lnTo>
                  <a:pt x="2536783" y="41243"/>
                </a:lnTo>
                <a:lnTo>
                  <a:pt x="2536355" y="41502"/>
                </a:lnTo>
                <a:lnTo>
                  <a:pt x="2535933" y="41767"/>
                </a:lnTo>
                <a:lnTo>
                  <a:pt x="2535517" y="42038"/>
                </a:lnTo>
                <a:lnTo>
                  <a:pt x="2535107" y="42315"/>
                </a:lnTo>
                <a:lnTo>
                  <a:pt x="2534704" y="42597"/>
                </a:lnTo>
                <a:lnTo>
                  <a:pt x="2534308" y="42885"/>
                </a:lnTo>
                <a:lnTo>
                  <a:pt x="2533920" y="43179"/>
                </a:lnTo>
                <a:lnTo>
                  <a:pt x="2533540" y="43478"/>
                </a:lnTo>
                <a:lnTo>
                  <a:pt x="2533167" y="43784"/>
                </a:lnTo>
                <a:lnTo>
                  <a:pt x="2532801" y="44095"/>
                </a:lnTo>
                <a:lnTo>
                  <a:pt x="2532444" y="44412"/>
                </a:lnTo>
                <a:lnTo>
                  <a:pt x="2532093" y="44735"/>
                </a:lnTo>
                <a:lnTo>
                  <a:pt x="2531750" y="45064"/>
                </a:lnTo>
                <a:lnTo>
                  <a:pt x="2531415" y="45398"/>
                </a:lnTo>
                <a:lnTo>
                  <a:pt x="2531087" y="45739"/>
                </a:lnTo>
                <a:lnTo>
                  <a:pt x="2530767" y="46085"/>
                </a:lnTo>
                <a:lnTo>
                  <a:pt x="2530454" y="46437"/>
                </a:lnTo>
                <a:lnTo>
                  <a:pt x="2530149" y="46795"/>
                </a:lnTo>
                <a:lnTo>
                  <a:pt x="2529851" y="47158"/>
                </a:lnTo>
                <a:lnTo>
                  <a:pt x="2529561" y="47528"/>
                </a:lnTo>
                <a:lnTo>
                  <a:pt x="2529279" y="47903"/>
                </a:lnTo>
                <a:lnTo>
                  <a:pt x="2529004" y="48284"/>
                </a:lnTo>
                <a:lnTo>
                  <a:pt x="2528736" y="48671"/>
                </a:lnTo>
                <a:lnTo>
                  <a:pt x="2528476" y="49064"/>
                </a:lnTo>
                <a:lnTo>
                  <a:pt x="2528224" y="49462"/>
                </a:lnTo>
                <a:lnTo>
                  <a:pt x="2527979" y="49867"/>
                </a:lnTo>
                <a:lnTo>
                  <a:pt x="2527742" y="50277"/>
                </a:lnTo>
                <a:lnTo>
                  <a:pt x="2527512" y="50693"/>
                </a:lnTo>
                <a:lnTo>
                  <a:pt x="2527290" y="51115"/>
                </a:lnTo>
                <a:lnTo>
                  <a:pt x="2527078" y="51542"/>
                </a:lnTo>
                <a:lnTo>
                  <a:pt x="2526876" y="51975"/>
                </a:lnTo>
                <a:lnTo>
                  <a:pt x="2526683" y="52413"/>
                </a:lnTo>
                <a:lnTo>
                  <a:pt x="2526499" y="52856"/>
                </a:lnTo>
                <a:lnTo>
                  <a:pt x="2526325" y="53305"/>
                </a:lnTo>
                <a:lnTo>
                  <a:pt x="2526160" y="53760"/>
                </a:lnTo>
                <a:lnTo>
                  <a:pt x="2526005" y="54220"/>
                </a:lnTo>
                <a:lnTo>
                  <a:pt x="2525859" y="54685"/>
                </a:lnTo>
                <a:lnTo>
                  <a:pt x="2525722" y="55156"/>
                </a:lnTo>
                <a:lnTo>
                  <a:pt x="2525595" y="55633"/>
                </a:lnTo>
                <a:lnTo>
                  <a:pt x="2525477" y="56115"/>
                </a:lnTo>
                <a:lnTo>
                  <a:pt x="2525369" y="56602"/>
                </a:lnTo>
                <a:lnTo>
                  <a:pt x="2525270" y="57095"/>
                </a:lnTo>
                <a:lnTo>
                  <a:pt x="2525181" y="57593"/>
                </a:lnTo>
                <a:lnTo>
                  <a:pt x="2525100" y="58097"/>
                </a:lnTo>
                <a:lnTo>
                  <a:pt x="2525030" y="58606"/>
                </a:lnTo>
                <a:lnTo>
                  <a:pt x="2524969" y="59121"/>
                </a:lnTo>
                <a:lnTo>
                  <a:pt x="2524917" y="59641"/>
                </a:lnTo>
                <a:lnTo>
                  <a:pt x="2524874" y="60167"/>
                </a:lnTo>
                <a:lnTo>
                  <a:pt x="2524841" y="60698"/>
                </a:lnTo>
                <a:lnTo>
                  <a:pt x="2524818" y="61234"/>
                </a:lnTo>
                <a:lnTo>
                  <a:pt x="2524804" y="61776"/>
                </a:lnTo>
                <a:lnTo>
                  <a:pt x="2524799" y="62324"/>
                </a:lnTo>
                <a:lnTo>
                  <a:pt x="2524806" y="63021"/>
                </a:lnTo>
                <a:lnTo>
                  <a:pt x="2524826" y="63709"/>
                </a:lnTo>
                <a:lnTo>
                  <a:pt x="2524859" y="64386"/>
                </a:lnTo>
                <a:lnTo>
                  <a:pt x="2524906" y="65054"/>
                </a:lnTo>
                <a:lnTo>
                  <a:pt x="2524966" y="65711"/>
                </a:lnTo>
                <a:lnTo>
                  <a:pt x="2525039" y="66358"/>
                </a:lnTo>
                <a:lnTo>
                  <a:pt x="2525126" y="66996"/>
                </a:lnTo>
                <a:lnTo>
                  <a:pt x="2525227" y="67623"/>
                </a:lnTo>
                <a:lnTo>
                  <a:pt x="2525340" y="68240"/>
                </a:lnTo>
                <a:lnTo>
                  <a:pt x="2525467" y="68847"/>
                </a:lnTo>
                <a:lnTo>
                  <a:pt x="2525607" y="69444"/>
                </a:lnTo>
                <a:lnTo>
                  <a:pt x="2525761" y="70031"/>
                </a:lnTo>
                <a:lnTo>
                  <a:pt x="2525928" y="70608"/>
                </a:lnTo>
                <a:lnTo>
                  <a:pt x="2526108" y="71175"/>
                </a:lnTo>
                <a:lnTo>
                  <a:pt x="2526302" y="71732"/>
                </a:lnTo>
                <a:lnTo>
                  <a:pt x="2526509" y="72279"/>
                </a:lnTo>
                <a:lnTo>
                  <a:pt x="2526729" y="72815"/>
                </a:lnTo>
                <a:lnTo>
                  <a:pt x="2526963" y="73342"/>
                </a:lnTo>
                <a:lnTo>
                  <a:pt x="2527210" y="73859"/>
                </a:lnTo>
                <a:lnTo>
                  <a:pt x="2527471" y="74365"/>
                </a:lnTo>
                <a:lnTo>
                  <a:pt x="2527744" y="74862"/>
                </a:lnTo>
                <a:lnTo>
                  <a:pt x="2528032" y="75348"/>
                </a:lnTo>
                <a:lnTo>
                  <a:pt x="2528332" y="75825"/>
                </a:lnTo>
                <a:lnTo>
                  <a:pt x="2528646" y="76291"/>
                </a:lnTo>
                <a:lnTo>
                  <a:pt x="2528973" y="76749"/>
                </a:lnTo>
                <a:lnTo>
                  <a:pt x="2529314" y="77200"/>
                </a:lnTo>
                <a:lnTo>
                  <a:pt x="2529668" y="77645"/>
                </a:lnTo>
                <a:lnTo>
                  <a:pt x="2530035" y="78083"/>
                </a:lnTo>
                <a:lnTo>
                  <a:pt x="2530416" y="78514"/>
                </a:lnTo>
                <a:lnTo>
                  <a:pt x="2530810" y="78939"/>
                </a:lnTo>
                <a:lnTo>
                  <a:pt x="2531218" y="79356"/>
                </a:lnTo>
                <a:lnTo>
                  <a:pt x="2531638" y="79767"/>
                </a:lnTo>
                <a:lnTo>
                  <a:pt x="2532072" y="80172"/>
                </a:lnTo>
                <a:lnTo>
                  <a:pt x="2532520" y="80570"/>
                </a:lnTo>
                <a:lnTo>
                  <a:pt x="2532981" y="80961"/>
                </a:lnTo>
                <a:lnTo>
                  <a:pt x="2533455" y="81345"/>
                </a:lnTo>
                <a:lnTo>
                  <a:pt x="2533943" y="81723"/>
                </a:lnTo>
                <a:lnTo>
                  <a:pt x="2534443" y="82093"/>
                </a:lnTo>
                <a:lnTo>
                  <a:pt x="2534958" y="82458"/>
                </a:lnTo>
                <a:lnTo>
                  <a:pt x="2535485" y="82815"/>
                </a:lnTo>
                <a:lnTo>
                  <a:pt x="2536026" y="83166"/>
                </a:lnTo>
                <a:lnTo>
                  <a:pt x="2536581" y="83510"/>
                </a:lnTo>
                <a:lnTo>
                  <a:pt x="2537148" y="83847"/>
                </a:lnTo>
                <a:lnTo>
                  <a:pt x="2537729" y="84178"/>
                </a:lnTo>
                <a:lnTo>
                  <a:pt x="2538324" y="84502"/>
                </a:lnTo>
                <a:lnTo>
                  <a:pt x="2538932" y="84819"/>
                </a:lnTo>
                <a:lnTo>
                  <a:pt x="2539553" y="85130"/>
                </a:lnTo>
                <a:lnTo>
                  <a:pt x="2540187" y="85434"/>
                </a:lnTo>
                <a:lnTo>
                  <a:pt x="2540835" y="85733"/>
                </a:lnTo>
                <a:lnTo>
                  <a:pt x="2541494" y="86029"/>
                </a:lnTo>
                <a:lnTo>
                  <a:pt x="2542166" y="86321"/>
                </a:lnTo>
                <a:lnTo>
                  <a:pt x="2542851" y="86611"/>
                </a:lnTo>
                <a:lnTo>
                  <a:pt x="2543547" y="86898"/>
                </a:lnTo>
                <a:lnTo>
                  <a:pt x="2544256" y="87182"/>
                </a:lnTo>
                <a:lnTo>
                  <a:pt x="2544978" y="87463"/>
                </a:lnTo>
                <a:lnTo>
                  <a:pt x="2545711" y="87741"/>
                </a:lnTo>
                <a:lnTo>
                  <a:pt x="2546457" y="88016"/>
                </a:lnTo>
                <a:lnTo>
                  <a:pt x="2547216" y="88288"/>
                </a:lnTo>
                <a:lnTo>
                  <a:pt x="2547986" y="88557"/>
                </a:lnTo>
                <a:lnTo>
                  <a:pt x="2548769" y="88823"/>
                </a:lnTo>
                <a:lnTo>
                  <a:pt x="2549565" y="89085"/>
                </a:lnTo>
                <a:lnTo>
                  <a:pt x="2550372" y="89345"/>
                </a:lnTo>
                <a:lnTo>
                  <a:pt x="2551192" y="89602"/>
                </a:lnTo>
                <a:lnTo>
                  <a:pt x="2552024" y="89856"/>
                </a:lnTo>
                <a:lnTo>
                  <a:pt x="2552869" y="90107"/>
                </a:lnTo>
                <a:lnTo>
                  <a:pt x="2553726" y="90356"/>
                </a:lnTo>
                <a:lnTo>
                  <a:pt x="2554595" y="90601"/>
                </a:lnTo>
                <a:lnTo>
                  <a:pt x="2555477" y="90843"/>
                </a:lnTo>
                <a:lnTo>
                  <a:pt x="2556371" y="91082"/>
                </a:lnTo>
                <a:lnTo>
                  <a:pt x="2557277" y="91318"/>
                </a:lnTo>
                <a:lnTo>
                  <a:pt x="2558196" y="91551"/>
                </a:lnTo>
                <a:lnTo>
                  <a:pt x="2559127" y="91781"/>
                </a:lnTo>
                <a:lnTo>
                  <a:pt x="2560263" y="92061"/>
                </a:lnTo>
                <a:lnTo>
                  <a:pt x="2561371" y="92341"/>
                </a:lnTo>
                <a:lnTo>
                  <a:pt x="2562449" y="92622"/>
                </a:lnTo>
                <a:lnTo>
                  <a:pt x="2563499" y="92904"/>
                </a:lnTo>
                <a:lnTo>
                  <a:pt x="2564519" y="93186"/>
                </a:lnTo>
                <a:lnTo>
                  <a:pt x="2565511" y="93469"/>
                </a:lnTo>
                <a:lnTo>
                  <a:pt x="2566474" y="93753"/>
                </a:lnTo>
                <a:lnTo>
                  <a:pt x="2567407" y="94038"/>
                </a:lnTo>
                <a:lnTo>
                  <a:pt x="2568312" y="94323"/>
                </a:lnTo>
                <a:lnTo>
                  <a:pt x="2569188" y="94609"/>
                </a:lnTo>
                <a:lnTo>
                  <a:pt x="2570035" y="94896"/>
                </a:lnTo>
                <a:lnTo>
                  <a:pt x="2570853" y="95183"/>
                </a:lnTo>
                <a:lnTo>
                  <a:pt x="2571642" y="95472"/>
                </a:lnTo>
                <a:lnTo>
                  <a:pt x="2572402" y="95761"/>
                </a:lnTo>
                <a:lnTo>
                  <a:pt x="2573133" y="96050"/>
                </a:lnTo>
                <a:lnTo>
                  <a:pt x="2573836" y="96341"/>
                </a:lnTo>
                <a:lnTo>
                  <a:pt x="2574509" y="96632"/>
                </a:lnTo>
                <a:lnTo>
                  <a:pt x="2575153" y="96923"/>
                </a:lnTo>
                <a:lnTo>
                  <a:pt x="2575769" y="97216"/>
                </a:lnTo>
                <a:lnTo>
                  <a:pt x="2576355" y="97509"/>
                </a:lnTo>
                <a:lnTo>
                  <a:pt x="2576913" y="97803"/>
                </a:lnTo>
                <a:lnTo>
                  <a:pt x="2577441" y="98098"/>
                </a:lnTo>
                <a:lnTo>
                  <a:pt x="2577941" y="98393"/>
                </a:lnTo>
                <a:lnTo>
                  <a:pt x="2578411" y="98689"/>
                </a:lnTo>
                <a:lnTo>
                  <a:pt x="2578858" y="98992"/>
                </a:lnTo>
                <a:lnTo>
                  <a:pt x="2579286" y="99308"/>
                </a:lnTo>
                <a:lnTo>
                  <a:pt x="2579695" y="99636"/>
                </a:lnTo>
                <a:lnTo>
                  <a:pt x="2580084" y="99978"/>
                </a:lnTo>
                <a:lnTo>
                  <a:pt x="2580455" y="100333"/>
                </a:lnTo>
                <a:lnTo>
                  <a:pt x="2580807" y="100701"/>
                </a:lnTo>
                <a:lnTo>
                  <a:pt x="2581139" y="101082"/>
                </a:lnTo>
                <a:lnTo>
                  <a:pt x="2581453" y="101476"/>
                </a:lnTo>
                <a:lnTo>
                  <a:pt x="2581748" y="101884"/>
                </a:lnTo>
                <a:lnTo>
                  <a:pt x="2582023" y="102304"/>
                </a:lnTo>
                <a:lnTo>
                  <a:pt x="2582280" y="102737"/>
                </a:lnTo>
                <a:lnTo>
                  <a:pt x="2582517" y="103184"/>
                </a:lnTo>
                <a:lnTo>
                  <a:pt x="2582736" y="103643"/>
                </a:lnTo>
                <a:lnTo>
                  <a:pt x="2582936" y="104115"/>
                </a:lnTo>
                <a:lnTo>
                  <a:pt x="2583116" y="104601"/>
                </a:lnTo>
                <a:lnTo>
                  <a:pt x="2583278" y="105100"/>
                </a:lnTo>
                <a:lnTo>
                  <a:pt x="2583420" y="105611"/>
                </a:lnTo>
                <a:lnTo>
                  <a:pt x="2583544" y="106136"/>
                </a:lnTo>
                <a:lnTo>
                  <a:pt x="2583649" y="106674"/>
                </a:lnTo>
                <a:lnTo>
                  <a:pt x="2583734" y="107224"/>
                </a:lnTo>
                <a:lnTo>
                  <a:pt x="2583801" y="107788"/>
                </a:lnTo>
                <a:lnTo>
                  <a:pt x="2583848" y="108365"/>
                </a:lnTo>
                <a:lnTo>
                  <a:pt x="2583877" y="108955"/>
                </a:lnTo>
                <a:lnTo>
                  <a:pt x="2583886" y="109558"/>
                </a:lnTo>
                <a:lnTo>
                  <a:pt x="2583876" y="110277"/>
                </a:lnTo>
                <a:lnTo>
                  <a:pt x="2583844" y="110979"/>
                </a:lnTo>
                <a:lnTo>
                  <a:pt x="2583791" y="111663"/>
                </a:lnTo>
                <a:lnTo>
                  <a:pt x="2583718" y="112330"/>
                </a:lnTo>
                <a:lnTo>
                  <a:pt x="2583623" y="112980"/>
                </a:lnTo>
                <a:lnTo>
                  <a:pt x="2583507" y="113613"/>
                </a:lnTo>
                <a:lnTo>
                  <a:pt x="2583370" y="114229"/>
                </a:lnTo>
                <a:lnTo>
                  <a:pt x="2583212" y="114828"/>
                </a:lnTo>
                <a:lnTo>
                  <a:pt x="2583033" y="115409"/>
                </a:lnTo>
                <a:lnTo>
                  <a:pt x="2582833" y="115974"/>
                </a:lnTo>
                <a:lnTo>
                  <a:pt x="2582612" y="116521"/>
                </a:lnTo>
                <a:lnTo>
                  <a:pt x="2582369" y="117051"/>
                </a:lnTo>
                <a:lnTo>
                  <a:pt x="2582106" y="117564"/>
                </a:lnTo>
                <a:lnTo>
                  <a:pt x="2581822" y="118060"/>
                </a:lnTo>
                <a:lnTo>
                  <a:pt x="2581516" y="118539"/>
                </a:lnTo>
                <a:lnTo>
                  <a:pt x="2581190" y="119001"/>
                </a:lnTo>
                <a:lnTo>
                  <a:pt x="2580842" y="119445"/>
                </a:lnTo>
                <a:lnTo>
                  <a:pt x="2580474" y="119872"/>
                </a:lnTo>
                <a:lnTo>
                  <a:pt x="2580084" y="120283"/>
                </a:lnTo>
                <a:lnTo>
                  <a:pt x="2579673" y="120676"/>
                </a:lnTo>
                <a:lnTo>
                  <a:pt x="2579241" y="121052"/>
                </a:lnTo>
                <a:lnTo>
                  <a:pt x="2578789" y="121411"/>
                </a:lnTo>
                <a:lnTo>
                  <a:pt x="2578315" y="121752"/>
                </a:lnTo>
                <a:lnTo>
                  <a:pt x="2577820" y="122077"/>
                </a:lnTo>
                <a:lnTo>
                  <a:pt x="2577308" y="122386"/>
                </a:lnTo>
                <a:lnTo>
                  <a:pt x="2576786" y="122682"/>
                </a:lnTo>
                <a:lnTo>
                  <a:pt x="2576251" y="122965"/>
                </a:lnTo>
                <a:lnTo>
                  <a:pt x="2575706" y="123235"/>
                </a:lnTo>
                <a:lnTo>
                  <a:pt x="2575148" y="123492"/>
                </a:lnTo>
                <a:lnTo>
                  <a:pt x="2574580" y="123736"/>
                </a:lnTo>
                <a:lnTo>
                  <a:pt x="2574000" y="123966"/>
                </a:lnTo>
                <a:lnTo>
                  <a:pt x="2573408" y="124183"/>
                </a:lnTo>
                <a:lnTo>
                  <a:pt x="2572805" y="124387"/>
                </a:lnTo>
                <a:lnTo>
                  <a:pt x="2572190" y="124578"/>
                </a:lnTo>
                <a:lnTo>
                  <a:pt x="2571564" y="124756"/>
                </a:lnTo>
                <a:lnTo>
                  <a:pt x="2570927" y="124920"/>
                </a:lnTo>
                <a:lnTo>
                  <a:pt x="2570278" y="125072"/>
                </a:lnTo>
                <a:lnTo>
                  <a:pt x="2569618" y="125210"/>
                </a:lnTo>
                <a:lnTo>
                  <a:pt x="2568946" y="125335"/>
                </a:lnTo>
                <a:lnTo>
                  <a:pt x="2568262" y="125447"/>
                </a:lnTo>
                <a:lnTo>
                  <a:pt x="2567567" y="125546"/>
                </a:lnTo>
                <a:lnTo>
                  <a:pt x="2566861" y="125631"/>
                </a:lnTo>
                <a:lnTo>
                  <a:pt x="2566143" y="125704"/>
                </a:lnTo>
                <a:lnTo>
                  <a:pt x="2565414" y="125763"/>
                </a:lnTo>
                <a:lnTo>
                  <a:pt x="2564673" y="125809"/>
                </a:lnTo>
                <a:lnTo>
                  <a:pt x="2563921" y="125842"/>
                </a:lnTo>
                <a:lnTo>
                  <a:pt x="2563157" y="125862"/>
                </a:lnTo>
                <a:lnTo>
                  <a:pt x="2562382" y="125868"/>
                </a:lnTo>
                <a:lnTo>
                  <a:pt x="2561517" y="125860"/>
                </a:lnTo>
                <a:lnTo>
                  <a:pt x="2560664" y="125835"/>
                </a:lnTo>
                <a:lnTo>
                  <a:pt x="2559823" y="125793"/>
                </a:lnTo>
                <a:lnTo>
                  <a:pt x="2558994" y="125735"/>
                </a:lnTo>
                <a:lnTo>
                  <a:pt x="2558177" y="125660"/>
                </a:lnTo>
                <a:lnTo>
                  <a:pt x="2557373" y="125568"/>
                </a:lnTo>
                <a:lnTo>
                  <a:pt x="2556580" y="125459"/>
                </a:lnTo>
                <a:lnTo>
                  <a:pt x="2555800" y="125334"/>
                </a:lnTo>
                <a:lnTo>
                  <a:pt x="2555032" y="125192"/>
                </a:lnTo>
                <a:lnTo>
                  <a:pt x="2554276" y="125034"/>
                </a:lnTo>
                <a:lnTo>
                  <a:pt x="2553533" y="124859"/>
                </a:lnTo>
                <a:lnTo>
                  <a:pt x="2552801" y="124667"/>
                </a:lnTo>
                <a:lnTo>
                  <a:pt x="2552082" y="124458"/>
                </a:lnTo>
                <a:lnTo>
                  <a:pt x="2551375" y="124233"/>
                </a:lnTo>
                <a:lnTo>
                  <a:pt x="2550680" y="123991"/>
                </a:lnTo>
                <a:lnTo>
                  <a:pt x="2549997" y="123732"/>
                </a:lnTo>
                <a:lnTo>
                  <a:pt x="2549326" y="123457"/>
                </a:lnTo>
                <a:lnTo>
                  <a:pt x="2548668" y="123165"/>
                </a:lnTo>
                <a:lnTo>
                  <a:pt x="2548021" y="122856"/>
                </a:lnTo>
                <a:lnTo>
                  <a:pt x="2547387" y="122531"/>
                </a:lnTo>
                <a:lnTo>
                  <a:pt x="2546765" y="122189"/>
                </a:lnTo>
                <a:lnTo>
                  <a:pt x="2546155" y="121830"/>
                </a:lnTo>
                <a:lnTo>
                  <a:pt x="2545557" y="121455"/>
                </a:lnTo>
                <a:lnTo>
                  <a:pt x="2544972" y="121063"/>
                </a:lnTo>
                <a:lnTo>
                  <a:pt x="2544404" y="120650"/>
                </a:lnTo>
                <a:lnTo>
                  <a:pt x="2543861" y="120213"/>
                </a:lnTo>
                <a:lnTo>
                  <a:pt x="2543342" y="119752"/>
                </a:lnTo>
                <a:lnTo>
                  <a:pt x="2542847" y="119267"/>
                </a:lnTo>
                <a:lnTo>
                  <a:pt x="2542376" y="118758"/>
                </a:lnTo>
                <a:lnTo>
                  <a:pt x="2541929" y="118224"/>
                </a:lnTo>
                <a:lnTo>
                  <a:pt x="2541506" y="117666"/>
                </a:lnTo>
                <a:lnTo>
                  <a:pt x="2541108" y="117084"/>
                </a:lnTo>
                <a:lnTo>
                  <a:pt x="2540734" y="116478"/>
                </a:lnTo>
                <a:lnTo>
                  <a:pt x="2540384" y="115847"/>
                </a:lnTo>
                <a:lnTo>
                  <a:pt x="2540058" y="115192"/>
                </a:lnTo>
                <a:lnTo>
                  <a:pt x="2539756" y="114514"/>
                </a:lnTo>
                <a:lnTo>
                  <a:pt x="2539478" y="113810"/>
                </a:lnTo>
                <a:lnTo>
                  <a:pt x="2539225" y="113083"/>
                </a:lnTo>
                <a:lnTo>
                  <a:pt x="2538995" y="112332"/>
                </a:lnTo>
                <a:lnTo>
                  <a:pt x="2538790" y="111556"/>
                </a:lnTo>
                <a:lnTo>
                  <a:pt x="2538609" y="110756"/>
                </a:lnTo>
                <a:lnTo>
                  <a:pt x="2538452" y="109932"/>
                </a:lnTo>
                <a:lnTo>
                  <a:pt x="2538319" y="109083"/>
                </a:lnTo>
                <a:lnTo>
                  <a:pt x="2538210" y="108211"/>
                </a:lnTo>
                <a:lnTo>
                  <a:pt x="2538126" y="107314"/>
                </a:lnTo>
                <a:lnTo>
                  <a:pt x="2538065" y="106393"/>
                </a:lnTo>
                <a:lnTo>
                  <a:pt x="2538029" y="105448"/>
                </a:lnTo>
                <a:lnTo>
                  <a:pt x="2538017" y="104478"/>
                </a:lnTo>
                <a:lnTo>
                  <a:pt x="2522136" y="104478"/>
                </a:lnTo>
                <a:lnTo>
                  <a:pt x="2522141" y="105235"/>
                </a:lnTo>
                <a:lnTo>
                  <a:pt x="2522157" y="105983"/>
                </a:lnTo>
                <a:lnTo>
                  <a:pt x="2522184" y="106722"/>
                </a:lnTo>
                <a:lnTo>
                  <a:pt x="2522222" y="107451"/>
                </a:lnTo>
                <a:lnTo>
                  <a:pt x="2522271" y="108171"/>
                </a:lnTo>
                <a:lnTo>
                  <a:pt x="2522330" y="108881"/>
                </a:lnTo>
                <a:lnTo>
                  <a:pt x="2522400" y="109583"/>
                </a:lnTo>
                <a:lnTo>
                  <a:pt x="2522481" y="110275"/>
                </a:lnTo>
                <a:lnTo>
                  <a:pt x="2522573" y="110957"/>
                </a:lnTo>
                <a:lnTo>
                  <a:pt x="2522675" y="111630"/>
                </a:lnTo>
                <a:lnTo>
                  <a:pt x="2522788" y="112294"/>
                </a:lnTo>
                <a:lnTo>
                  <a:pt x="2522913" y="112948"/>
                </a:lnTo>
                <a:lnTo>
                  <a:pt x="2523047" y="113594"/>
                </a:lnTo>
                <a:lnTo>
                  <a:pt x="2523193" y="114229"/>
                </a:lnTo>
                <a:lnTo>
                  <a:pt x="2523349" y="114856"/>
                </a:lnTo>
                <a:lnTo>
                  <a:pt x="2523517" y="115473"/>
                </a:lnTo>
                <a:lnTo>
                  <a:pt x="2523695" y="116081"/>
                </a:lnTo>
                <a:lnTo>
                  <a:pt x="2523884" y="116679"/>
                </a:lnTo>
                <a:lnTo>
                  <a:pt x="2524083" y="117268"/>
                </a:lnTo>
                <a:lnTo>
                  <a:pt x="2524294" y="117848"/>
                </a:lnTo>
                <a:lnTo>
                  <a:pt x="2524515" y="118418"/>
                </a:lnTo>
                <a:lnTo>
                  <a:pt x="2524747" y="118979"/>
                </a:lnTo>
                <a:lnTo>
                  <a:pt x="2524989" y="119531"/>
                </a:lnTo>
                <a:lnTo>
                  <a:pt x="2525243" y="120073"/>
                </a:lnTo>
                <a:lnTo>
                  <a:pt x="2525506" y="120606"/>
                </a:lnTo>
                <a:lnTo>
                  <a:pt x="2525778" y="121131"/>
                </a:lnTo>
                <a:lnTo>
                  <a:pt x="2526058" y="121646"/>
                </a:lnTo>
                <a:lnTo>
                  <a:pt x="2526346" y="122154"/>
                </a:lnTo>
                <a:lnTo>
                  <a:pt x="2526643" y="122652"/>
                </a:lnTo>
                <a:lnTo>
                  <a:pt x="2526948" y="123142"/>
                </a:lnTo>
                <a:lnTo>
                  <a:pt x="2527261" y="123623"/>
                </a:lnTo>
                <a:lnTo>
                  <a:pt x="2527583" y="124096"/>
                </a:lnTo>
                <a:lnTo>
                  <a:pt x="2527913" y="124560"/>
                </a:lnTo>
                <a:lnTo>
                  <a:pt x="2528252" y="125015"/>
                </a:lnTo>
                <a:lnTo>
                  <a:pt x="2528599" y="125462"/>
                </a:lnTo>
                <a:lnTo>
                  <a:pt x="2528954" y="125900"/>
                </a:lnTo>
                <a:lnTo>
                  <a:pt x="2529318" y="126329"/>
                </a:lnTo>
                <a:lnTo>
                  <a:pt x="2529690" y="126750"/>
                </a:lnTo>
                <a:lnTo>
                  <a:pt x="2530071" y="127162"/>
                </a:lnTo>
                <a:lnTo>
                  <a:pt x="2530460" y="127566"/>
                </a:lnTo>
                <a:lnTo>
                  <a:pt x="2530857" y="127961"/>
                </a:lnTo>
                <a:lnTo>
                  <a:pt x="2531263" y="128347"/>
                </a:lnTo>
                <a:lnTo>
                  <a:pt x="2531677" y="128724"/>
                </a:lnTo>
                <a:lnTo>
                  <a:pt x="2532100" y="129093"/>
                </a:lnTo>
                <a:lnTo>
                  <a:pt x="2532531" y="129454"/>
                </a:lnTo>
                <a:lnTo>
                  <a:pt x="2532970" y="129805"/>
                </a:lnTo>
                <a:lnTo>
                  <a:pt x="2533418" y="130149"/>
                </a:lnTo>
                <a:lnTo>
                  <a:pt x="2533874" y="130483"/>
                </a:lnTo>
                <a:lnTo>
                  <a:pt x="2534338" y="130809"/>
                </a:lnTo>
                <a:lnTo>
                  <a:pt x="2534807" y="131128"/>
                </a:lnTo>
                <a:lnTo>
                  <a:pt x="2535282" y="131440"/>
                </a:lnTo>
                <a:lnTo>
                  <a:pt x="2535763" y="131744"/>
                </a:lnTo>
                <a:lnTo>
                  <a:pt x="2536251" y="132041"/>
                </a:lnTo>
                <a:lnTo>
                  <a:pt x="2536744" y="132330"/>
                </a:lnTo>
                <a:lnTo>
                  <a:pt x="2537243" y="132612"/>
                </a:lnTo>
                <a:lnTo>
                  <a:pt x="2537749" y="132887"/>
                </a:lnTo>
                <a:lnTo>
                  <a:pt x="2538260" y="133154"/>
                </a:lnTo>
                <a:lnTo>
                  <a:pt x="2538777" y="133414"/>
                </a:lnTo>
                <a:lnTo>
                  <a:pt x="2539300" y="133666"/>
                </a:lnTo>
                <a:lnTo>
                  <a:pt x="2539830" y="133911"/>
                </a:lnTo>
                <a:lnTo>
                  <a:pt x="2540365" y="134148"/>
                </a:lnTo>
                <a:lnTo>
                  <a:pt x="2540906" y="134378"/>
                </a:lnTo>
                <a:lnTo>
                  <a:pt x="2541454" y="134601"/>
                </a:lnTo>
                <a:lnTo>
                  <a:pt x="2542007" y="134816"/>
                </a:lnTo>
                <a:lnTo>
                  <a:pt x="2542566" y="135024"/>
                </a:lnTo>
                <a:lnTo>
                  <a:pt x="2543131" y="135225"/>
                </a:lnTo>
                <a:lnTo>
                  <a:pt x="2543702" y="135418"/>
                </a:lnTo>
                <a:lnTo>
                  <a:pt x="2544280" y="135603"/>
                </a:lnTo>
                <a:lnTo>
                  <a:pt x="2544863" y="135782"/>
                </a:lnTo>
                <a:lnTo>
                  <a:pt x="2545452" y="135953"/>
                </a:lnTo>
                <a:lnTo>
                  <a:pt x="2546047" y="136116"/>
                </a:lnTo>
                <a:lnTo>
                  <a:pt x="2546648" y="136272"/>
                </a:lnTo>
                <a:lnTo>
                  <a:pt x="2547254" y="136421"/>
                </a:lnTo>
                <a:lnTo>
                  <a:pt x="2547863" y="136564"/>
                </a:lnTo>
                <a:lnTo>
                  <a:pt x="2548474" y="136700"/>
                </a:lnTo>
                <a:lnTo>
                  <a:pt x="2549088" y="136831"/>
                </a:lnTo>
                <a:lnTo>
                  <a:pt x="2549706" y="136954"/>
                </a:lnTo>
                <a:lnTo>
                  <a:pt x="2550326" y="137072"/>
                </a:lnTo>
                <a:lnTo>
                  <a:pt x="2550949" y="137183"/>
                </a:lnTo>
                <a:lnTo>
                  <a:pt x="2551575" y="137288"/>
                </a:lnTo>
                <a:lnTo>
                  <a:pt x="2552204" y="137386"/>
                </a:lnTo>
                <a:lnTo>
                  <a:pt x="2552836" y="137478"/>
                </a:lnTo>
                <a:lnTo>
                  <a:pt x="2553471" y="137564"/>
                </a:lnTo>
                <a:lnTo>
                  <a:pt x="2554108" y="137643"/>
                </a:lnTo>
                <a:lnTo>
                  <a:pt x="2554749" y="137716"/>
                </a:lnTo>
                <a:lnTo>
                  <a:pt x="2555392" y="137783"/>
                </a:lnTo>
                <a:lnTo>
                  <a:pt x="2556039" y="137843"/>
                </a:lnTo>
                <a:lnTo>
                  <a:pt x="2556688" y="137897"/>
                </a:lnTo>
                <a:lnTo>
                  <a:pt x="2557340" y="137945"/>
                </a:lnTo>
                <a:lnTo>
                  <a:pt x="2557995" y="137986"/>
                </a:lnTo>
                <a:lnTo>
                  <a:pt x="2558654" y="138021"/>
                </a:lnTo>
                <a:lnTo>
                  <a:pt x="2559314" y="138049"/>
                </a:lnTo>
                <a:lnTo>
                  <a:pt x="2559978" y="138071"/>
                </a:lnTo>
                <a:lnTo>
                  <a:pt x="2560645" y="138087"/>
                </a:lnTo>
                <a:lnTo>
                  <a:pt x="2561315" y="138097"/>
                </a:lnTo>
                <a:lnTo>
                  <a:pt x="2561987" y="138100"/>
                </a:lnTo>
                <a:lnTo>
                  <a:pt x="2562659" y="138097"/>
                </a:lnTo>
                <a:lnTo>
                  <a:pt x="2563328" y="138088"/>
                </a:lnTo>
                <a:lnTo>
                  <a:pt x="2563992" y="138073"/>
                </a:lnTo>
                <a:lnTo>
                  <a:pt x="2564652" y="138052"/>
                </a:lnTo>
                <a:lnTo>
                  <a:pt x="2565308" y="138025"/>
                </a:lnTo>
                <a:close/>
                <a:moveTo>
                  <a:pt x="2681638" y="136168"/>
                </a:moveTo>
                <a:lnTo>
                  <a:pt x="2682055" y="136099"/>
                </a:lnTo>
                <a:lnTo>
                  <a:pt x="2682464" y="136018"/>
                </a:lnTo>
                <a:lnTo>
                  <a:pt x="2682868" y="135924"/>
                </a:lnTo>
                <a:lnTo>
                  <a:pt x="2683264" y="135818"/>
                </a:lnTo>
                <a:lnTo>
                  <a:pt x="2683655" y="135699"/>
                </a:lnTo>
                <a:lnTo>
                  <a:pt x="2684039" y="135568"/>
                </a:lnTo>
                <a:lnTo>
                  <a:pt x="2684416" y="135424"/>
                </a:lnTo>
                <a:lnTo>
                  <a:pt x="2684787" y="135268"/>
                </a:lnTo>
                <a:lnTo>
                  <a:pt x="2685151" y="135099"/>
                </a:lnTo>
                <a:lnTo>
                  <a:pt x="2685509" y="134918"/>
                </a:lnTo>
                <a:lnTo>
                  <a:pt x="2685860" y="134724"/>
                </a:lnTo>
                <a:lnTo>
                  <a:pt x="2686205" y="134518"/>
                </a:lnTo>
                <a:lnTo>
                  <a:pt x="2686543" y="134299"/>
                </a:lnTo>
                <a:lnTo>
                  <a:pt x="2686874" y="134068"/>
                </a:lnTo>
                <a:lnTo>
                  <a:pt x="2687200" y="133824"/>
                </a:lnTo>
                <a:lnTo>
                  <a:pt x="2687518" y="133568"/>
                </a:lnTo>
                <a:lnTo>
                  <a:pt x="2687831" y="133299"/>
                </a:lnTo>
                <a:lnTo>
                  <a:pt x="2688136" y="133018"/>
                </a:lnTo>
                <a:lnTo>
                  <a:pt x="2688435" y="132724"/>
                </a:lnTo>
                <a:lnTo>
                  <a:pt x="2688725" y="132421"/>
                </a:lnTo>
                <a:lnTo>
                  <a:pt x="2689003" y="132113"/>
                </a:lnTo>
                <a:lnTo>
                  <a:pt x="2689268" y="131798"/>
                </a:lnTo>
                <a:lnTo>
                  <a:pt x="2689521" y="131479"/>
                </a:lnTo>
                <a:lnTo>
                  <a:pt x="2689761" y="131153"/>
                </a:lnTo>
                <a:lnTo>
                  <a:pt x="2689989" y="130822"/>
                </a:lnTo>
                <a:lnTo>
                  <a:pt x="2690205" y="130485"/>
                </a:lnTo>
                <a:lnTo>
                  <a:pt x="2690408" y="130143"/>
                </a:lnTo>
                <a:lnTo>
                  <a:pt x="2690599" y="129795"/>
                </a:lnTo>
                <a:lnTo>
                  <a:pt x="2690778" y="129441"/>
                </a:lnTo>
                <a:lnTo>
                  <a:pt x="2690945" y="129082"/>
                </a:lnTo>
                <a:lnTo>
                  <a:pt x="2691099" y="128717"/>
                </a:lnTo>
                <a:lnTo>
                  <a:pt x="2691241" y="128346"/>
                </a:lnTo>
                <a:lnTo>
                  <a:pt x="2691370" y="127970"/>
                </a:lnTo>
                <a:lnTo>
                  <a:pt x="2691487" y="127588"/>
                </a:lnTo>
                <a:lnTo>
                  <a:pt x="2691592" y="127200"/>
                </a:lnTo>
                <a:lnTo>
                  <a:pt x="2691685" y="126807"/>
                </a:lnTo>
                <a:lnTo>
                  <a:pt x="2691765" y="126408"/>
                </a:lnTo>
                <a:lnTo>
                  <a:pt x="2691833" y="126003"/>
                </a:lnTo>
                <a:lnTo>
                  <a:pt x="2691888" y="125593"/>
                </a:lnTo>
                <a:lnTo>
                  <a:pt x="2691931" y="125177"/>
                </a:lnTo>
                <a:lnTo>
                  <a:pt x="2691962" y="124755"/>
                </a:lnTo>
                <a:lnTo>
                  <a:pt x="2691980" y="124328"/>
                </a:lnTo>
                <a:lnTo>
                  <a:pt x="2691987" y="123895"/>
                </a:lnTo>
                <a:lnTo>
                  <a:pt x="2691980" y="123447"/>
                </a:lnTo>
                <a:lnTo>
                  <a:pt x="2691962" y="123005"/>
                </a:lnTo>
                <a:lnTo>
                  <a:pt x="2691931" y="122569"/>
                </a:lnTo>
                <a:lnTo>
                  <a:pt x="2691888" y="122140"/>
                </a:lnTo>
                <a:lnTo>
                  <a:pt x="2691833" y="121718"/>
                </a:lnTo>
                <a:lnTo>
                  <a:pt x="2691765" y="121303"/>
                </a:lnTo>
                <a:lnTo>
                  <a:pt x="2691685" y="120894"/>
                </a:lnTo>
                <a:lnTo>
                  <a:pt x="2691592" y="120492"/>
                </a:lnTo>
                <a:lnTo>
                  <a:pt x="2691487" y="120097"/>
                </a:lnTo>
                <a:lnTo>
                  <a:pt x="2691370" y="119708"/>
                </a:lnTo>
                <a:lnTo>
                  <a:pt x="2691241" y="119326"/>
                </a:lnTo>
                <a:lnTo>
                  <a:pt x="2691099" y="118951"/>
                </a:lnTo>
                <a:lnTo>
                  <a:pt x="2690945" y="118582"/>
                </a:lnTo>
                <a:lnTo>
                  <a:pt x="2690778" y="118220"/>
                </a:lnTo>
                <a:lnTo>
                  <a:pt x="2690599" y="117865"/>
                </a:lnTo>
                <a:lnTo>
                  <a:pt x="2690408" y="117517"/>
                </a:lnTo>
                <a:lnTo>
                  <a:pt x="2690205" y="117175"/>
                </a:lnTo>
                <a:lnTo>
                  <a:pt x="2689989" y="116839"/>
                </a:lnTo>
                <a:lnTo>
                  <a:pt x="2689761" y="116511"/>
                </a:lnTo>
                <a:lnTo>
                  <a:pt x="2689521" y="116189"/>
                </a:lnTo>
                <a:lnTo>
                  <a:pt x="2689268" y="115874"/>
                </a:lnTo>
                <a:lnTo>
                  <a:pt x="2689003" y="115565"/>
                </a:lnTo>
                <a:lnTo>
                  <a:pt x="2688725" y="115263"/>
                </a:lnTo>
                <a:lnTo>
                  <a:pt x="2688435" y="114968"/>
                </a:lnTo>
                <a:lnTo>
                  <a:pt x="2688136" y="114683"/>
                </a:lnTo>
                <a:lnTo>
                  <a:pt x="2687831" y="114409"/>
                </a:lnTo>
                <a:lnTo>
                  <a:pt x="2687518" y="114148"/>
                </a:lnTo>
                <a:lnTo>
                  <a:pt x="2687200" y="113898"/>
                </a:lnTo>
                <a:lnTo>
                  <a:pt x="2686874" y="113661"/>
                </a:lnTo>
                <a:lnTo>
                  <a:pt x="2686543" y="113436"/>
                </a:lnTo>
                <a:lnTo>
                  <a:pt x="2686205" y="113223"/>
                </a:lnTo>
                <a:lnTo>
                  <a:pt x="2685860" y="113023"/>
                </a:lnTo>
                <a:lnTo>
                  <a:pt x="2685509" y="112834"/>
                </a:lnTo>
                <a:lnTo>
                  <a:pt x="2685151" y="112658"/>
                </a:lnTo>
                <a:lnTo>
                  <a:pt x="2684787" y="112494"/>
                </a:lnTo>
                <a:lnTo>
                  <a:pt x="2684416" y="112342"/>
                </a:lnTo>
                <a:lnTo>
                  <a:pt x="2684039" y="112202"/>
                </a:lnTo>
                <a:lnTo>
                  <a:pt x="2683655" y="112074"/>
                </a:lnTo>
                <a:lnTo>
                  <a:pt x="2683264" y="111959"/>
                </a:lnTo>
                <a:lnTo>
                  <a:pt x="2682868" y="111856"/>
                </a:lnTo>
                <a:lnTo>
                  <a:pt x="2682464" y="111764"/>
                </a:lnTo>
                <a:lnTo>
                  <a:pt x="2682055" y="111685"/>
                </a:lnTo>
                <a:lnTo>
                  <a:pt x="2681638" y="111618"/>
                </a:lnTo>
                <a:lnTo>
                  <a:pt x="2681215" y="111564"/>
                </a:lnTo>
                <a:lnTo>
                  <a:pt x="2680786" y="111521"/>
                </a:lnTo>
                <a:lnTo>
                  <a:pt x="2680350" y="111491"/>
                </a:lnTo>
                <a:lnTo>
                  <a:pt x="2679908" y="111473"/>
                </a:lnTo>
                <a:lnTo>
                  <a:pt x="2679459" y="111466"/>
                </a:lnTo>
                <a:lnTo>
                  <a:pt x="2679002" y="111473"/>
                </a:lnTo>
                <a:lnTo>
                  <a:pt x="2678551" y="111491"/>
                </a:lnTo>
                <a:lnTo>
                  <a:pt x="2678107" y="111521"/>
                </a:lnTo>
                <a:lnTo>
                  <a:pt x="2677670" y="111564"/>
                </a:lnTo>
                <a:lnTo>
                  <a:pt x="2677239" y="111618"/>
                </a:lnTo>
                <a:lnTo>
                  <a:pt x="2676814" y="111685"/>
                </a:lnTo>
                <a:lnTo>
                  <a:pt x="2676396" y="111764"/>
                </a:lnTo>
                <a:lnTo>
                  <a:pt x="2675985" y="111856"/>
                </a:lnTo>
                <a:lnTo>
                  <a:pt x="2675580" y="111959"/>
                </a:lnTo>
                <a:lnTo>
                  <a:pt x="2675181" y="112074"/>
                </a:lnTo>
                <a:lnTo>
                  <a:pt x="2674789" y="112202"/>
                </a:lnTo>
                <a:lnTo>
                  <a:pt x="2674404" y="112342"/>
                </a:lnTo>
                <a:lnTo>
                  <a:pt x="2674025" y="112494"/>
                </a:lnTo>
                <a:lnTo>
                  <a:pt x="2673652" y="112658"/>
                </a:lnTo>
                <a:lnTo>
                  <a:pt x="2673286" y="112834"/>
                </a:lnTo>
                <a:lnTo>
                  <a:pt x="2672927" y="113023"/>
                </a:lnTo>
                <a:lnTo>
                  <a:pt x="2672574" y="113223"/>
                </a:lnTo>
                <a:lnTo>
                  <a:pt x="2672227" y="113436"/>
                </a:lnTo>
                <a:lnTo>
                  <a:pt x="2671887" y="113661"/>
                </a:lnTo>
                <a:lnTo>
                  <a:pt x="2671554" y="113898"/>
                </a:lnTo>
                <a:lnTo>
                  <a:pt x="2671227" y="114148"/>
                </a:lnTo>
                <a:lnTo>
                  <a:pt x="2670907" y="114409"/>
                </a:lnTo>
                <a:lnTo>
                  <a:pt x="2670593" y="114683"/>
                </a:lnTo>
                <a:lnTo>
                  <a:pt x="2670285" y="114968"/>
                </a:lnTo>
                <a:lnTo>
                  <a:pt x="2669987" y="115263"/>
                </a:lnTo>
                <a:lnTo>
                  <a:pt x="2669702" y="115565"/>
                </a:lnTo>
                <a:lnTo>
                  <a:pt x="2669430" y="115874"/>
                </a:lnTo>
                <a:lnTo>
                  <a:pt x="2669170" y="116189"/>
                </a:lnTo>
                <a:lnTo>
                  <a:pt x="2668923" y="116511"/>
                </a:lnTo>
                <a:lnTo>
                  <a:pt x="2668688" y="116839"/>
                </a:lnTo>
                <a:lnTo>
                  <a:pt x="2668467" y="117175"/>
                </a:lnTo>
                <a:lnTo>
                  <a:pt x="2668258" y="117517"/>
                </a:lnTo>
                <a:lnTo>
                  <a:pt x="2668061" y="117865"/>
                </a:lnTo>
                <a:lnTo>
                  <a:pt x="2667877" y="118220"/>
                </a:lnTo>
                <a:lnTo>
                  <a:pt x="2667706" y="118582"/>
                </a:lnTo>
                <a:lnTo>
                  <a:pt x="2667548" y="118951"/>
                </a:lnTo>
                <a:lnTo>
                  <a:pt x="2667402" y="119326"/>
                </a:lnTo>
                <a:lnTo>
                  <a:pt x="2667269" y="119708"/>
                </a:lnTo>
                <a:lnTo>
                  <a:pt x="2667149" y="120097"/>
                </a:lnTo>
                <a:lnTo>
                  <a:pt x="2667041" y="120492"/>
                </a:lnTo>
                <a:lnTo>
                  <a:pt x="2666946" y="120894"/>
                </a:lnTo>
                <a:lnTo>
                  <a:pt x="2666864" y="121303"/>
                </a:lnTo>
                <a:lnTo>
                  <a:pt x="2666794" y="121718"/>
                </a:lnTo>
                <a:lnTo>
                  <a:pt x="2666737" y="122140"/>
                </a:lnTo>
                <a:lnTo>
                  <a:pt x="2666692" y="122569"/>
                </a:lnTo>
                <a:lnTo>
                  <a:pt x="2666661" y="123005"/>
                </a:lnTo>
                <a:lnTo>
                  <a:pt x="2666642" y="123447"/>
                </a:lnTo>
                <a:lnTo>
                  <a:pt x="2666635" y="123895"/>
                </a:lnTo>
                <a:lnTo>
                  <a:pt x="2666642" y="124328"/>
                </a:lnTo>
                <a:lnTo>
                  <a:pt x="2666661" y="124755"/>
                </a:lnTo>
                <a:lnTo>
                  <a:pt x="2666692" y="125177"/>
                </a:lnTo>
                <a:lnTo>
                  <a:pt x="2666737" y="125593"/>
                </a:lnTo>
                <a:lnTo>
                  <a:pt x="2666794" y="126003"/>
                </a:lnTo>
                <a:lnTo>
                  <a:pt x="2666864" y="126408"/>
                </a:lnTo>
                <a:lnTo>
                  <a:pt x="2666946" y="126807"/>
                </a:lnTo>
                <a:lnTo>
                  <a:pt x="2667041" y="127200"/>
                </a:lnTo>
                <a:lnTo>
                  <a:pt x="2667149" y="127588"/>
                </a:lnTo>
                <a:lnTo>
                  <a:pt x="2667269" y="127970"/>
                </a:lnTo>
                <a:lnTo>
                  <a:pt x="2667402" y="128346"/>
                </a:lnTo>
                <a:lnTo>
                  <a:pt x="2667548" y="128717"/>
                </a:lnTo>
                <a:lnTo>
                  <a:pt x="2667706" y="129082"/>
                </a:lnTo>
                <a:lnTo>
                  <a:pt x="2667877" y="129441"/>
                </a:lnTo>
                <a:lnTo>
                  <a:pt x="2668061" y="129795"/>
                </a:lnTo>
                <a:lnTo>
                  <a:pt x="2668258" y="130143"/>
                </a:lnTo>
                <a:lnTo>
                  <a:pt x="2668467" y="130485"/>
                </a:lnTo>
                <a:lnTo>
                  <a:pt x="2668688" y="130822"/>
                </a:lnTo>
                <a:lnTo>
                  <a:pt x="2668923" y="131153"/>
                </a:lnTo>
                <a:lnTo>
                  <a:pt x="2669170" y="131479"/>
                </a:lnTo>
                <a:lnTo>
                  <a:pt x="2669430" y="131798"/>
                </a:lnTo>
                <a:lnTo>
                  <a:pt x="2669702" y="132113"/>
                </a:lnTo>
                <a:lnTo>
                  <a:pt x="2669987" y="132421"/>
                </a:lnTo>
                <a:lnTo>
                  <a:pt x="2670285" y="132724"/>
                </a:lnTo>
                <a:lnTo>
                  <a:pt x="2670593" y="133018"/>
                </a:lnTo>
                <a:lnTo>
                  <a:pt x="2670907" y="133299"/>
                </a:lnTo>
                <a:lnTo>
                  <a:pt x="2671227" y="133568"/>
                </a:lnTo>
                <a:lnTo>
                  <a:pt x="2671554" y="133824"/>
                </a:lnTo>
                <a:lnTo>
                  <a:pt x="2671887" y="134068"/>
                </a:lnTo>
                <a:lnTo>
                  <a:pt x="2672227" y="134299"/>
                </a:lnTo>
                <a:lnTo>
                  <a:pt x="2672574" y="134518"/>
                </a:lnTo>
                <a:lnTo>
                  <a:pt x="2672927" y="134724"/>
                </a:lnTo>
                <a:lnTo>
                  <a:pt x="2673286" y="134918"/>
                </a:lnTo>
                <a:lnTo>
                  <a:pt x="2673652" y="135099"/>
                </a:lnTo>
                <a:lnTo>
                  <a:pt x="2674025" y="135268"/>
                </a:lnTo>
                <a:lnTo>
                  <a:pt x="2674404" y="135424"/>
                </a:lnTo>
                <a:lnTo>
                  <a:pt x="2674789" y="135568"/>
                </a:lnTo>
                <a:lnTo>
                  <a:pt x="2675181" y="135699"/>
                </a:lnTo>
                <a:lnTo>
                  <a:pt x="2675580" y="135818"/>
                </a:lnTo>
                <a:lnTo>
                  <a:pt x="2675985" y="135924"/>
                </a:lnTo>
                <a:lnTo>
                  <a:pt x="2676396" y="136018"/>
                </a:lnTo>
                <a:lnTo>
                  <a:pt x="2676814" y="136099"/>
                </a:lnTo>
                <a:lnTo>
                  <a:pt x="2677239" y="136168"/>
                </a:lnTo>
                <a:lnTo>
                  <a:pt x="2677670" y="136224"/>
                </a:lnTo>
                <a:lnTo>
                  <a:pt x="2678107" y="136268"/>
                </a:lnTo>
                <a:lnTo>
                  <a:pt x="2678551" y="136299"/>
                </a:lnTo>
                <a:lnTo>
                  <a:pt x="2679002" y="136318"/>
                </a:lnTo>
                <a:lnTo>
                  <a:pt x="2679459" y="136324"/>
                </a:lnTo>
                <a:lnTo>
                  <a:pt x="2679908" y="136318"/>
                </a:lnTo>
                <a:lnTo>
                  <a:pt x="2680350" y="136299"/>
                </a:lnTo>
                <a:lnTo>
                  <a:pt x="2680786" y="136268"/>
                </a:lnTo>
                <a:lnTo>
                  <a:pt x="2681215" y="136224"/>
                </a:lnTo>
                <a:lnTo>
                  <a:pt x="2681638" y="136168"/>
                </a:lnTo>
                <a:close/>
                <a:moveTo>
                  <a:pt x="2744466" y="136168"/>
                </a:moveTo>
                <a:lnTo>
                  <a:pt x="2744882" y="136099"/>
                </a:lnTo>
                <a:lnTo>
                  <a:pt x="2745292" y="136018"/>
                </a:lnTo>
                <a:lnTo>
                  <a:pt x="2745695" y="135924"/>
                </a:lnTo>
                <a:lnTo>
                  <a:pt x="2746092" y="135818"/>
                </a:lnTo>
                <a:lnTo>
                  <a:pt x="2746483" y="135699"/>
                </a:lnTo>
                <a:lnTo>
                  <a:pt x="2746866" y="135568"/>
                </a:lnTo>
                <a:lnTo>
                  <a:pt x="2747244" y="135424"/>
                </a:lnTo>
                <a:lnTo>
                  <a:pt x="2747614" y="135268"/>
                </a:lnTo>
                <a:lnTo>
                  <a:pt x="2747979" y="135099"/>
                </a:lnTo>
                <a:lnTo>
                  <a:pt x="2748336" y="134918"/>
                </a:lnTo>
                <a:lnTo>
                  <a:pt x="2748688" y="134724"/>
                </a:lnTo>
                <a:lnTo>
                  <a:pt x="2749032" y="134518"/>
                </a:lnTo>
                <a:lnTo>
                  <a:pt x="2749371" y="134299"/>
                </a:lnTo>
                <a:lnTo>
                  <a:pt x="2749702" y="134068"/>
                </a:lnTo>
                <a:lnTo>
                  <a:pt x="2750028" y="133824"/>
                </a:lnTo>
                <a:lnTo>
                  <a:pt x="2750346" y="133568"/>
                </a:lnTo>
                <a:lnTo>
                  <a:pt x="2750658" y="133299"/>
                </a:lnTo>
                <a:lnTo>
                  <a:pt x="2750964" y="133018"/>
                </a:lnTo>
                <a:lnTo>
                  <a:pt x="2751263" y="132724"/>
                </a:lnTo>
                <a:lnTo>
                  <a:pt x="2751553" y="132421"/>
                </a:lnTo>
                <a:lnTo>
                  <a:pt x="2751831" y="132113"/>
                </a:lnTo>
                <a:lnTo>
                  <a:pt x="2752096" y="131798"/>
                </a:lnTo>
                <a:lnTo>
                  <a:pt x="2752348" y="131479"/>
                </a:lnTo>
                <a:lnTo>
                  <a:pt x="2752589" y="131153"/>
                </a:lnTo>
                <a:lnTo>
                  <a:pt x="2752817" y="130822"/>
                </a:lnTo>
                <a:lnTo>
                  <a:pt x="2753033" y="130485"/>
                </a:lnTo>
                <a:lnTo>
                  <a:pt x="2753236" y="130143"/>
                </a:lnTo>
                <a:lnTo>
                  <a:pt x="2753427" y="129795"/>
                </a:lnTo>
                <a:lnTo>
                  <a:pt x="2753606" y="129441"/>
                </a:lnTo>
                <a:lnTo>
                  <a:pt x="2753773" y="129082"/>
                </a:lnTo>
                <a:lnTo>
                  <a:pt x="2753927" y="128717"/>
                </a:lnTo>
                <a:lnTo>
                  <a:pt x="2754068" y="128346"/>
                </a:lnTo>
                <a:lnTo>
                  <a:pt x="2754198" y="127970"/>
                </a:lnTo>
                <a:lnTo>
                  <a:pt x="2754315" y="127588"/>
                </a:lnTo>
                <a:lnTo>
                  <a:pt x="2754420" y="127200"/>
                </a:lnTo>
                <a:lnTo>
                  <a:pt x="2754512" y="126807"/>
                </a:lnTo>
                <a:lnTo>
                  <a:pt x="2754593" y="126408"/>
                </a:lnTo>
                <a:lnTo>
                  <a:pt x="2754660" y="126003"/>
                </a:lnTo>
                <a:lnTo>
                  <a:pt x="2754716" y="125593"/>
                </a:lnTo>
                <a:lnTo>
                  <a:pt x="2754759" y="125177"/>
                </a:lnTo>
                <a:lnTo>
                  <a:pt x="2754790" y="124755"/>
                </a:lnTo>
                <a:lnTo>
                  <a:pt x="2754808" y="124328"/>
                </a:lnTo>
                <a:lnTo>
                  <a:pt x="2754814" y="123895"/>
                </a:lnTo>
                <a:lnTo>
                  <a:pt x="2754808" y="123447"/>
                </a:lnTo>
                <a:lnTo>
                  <a:pt x="2754790" y="123005"/>
                </a:lnTo>
                <a:lnTo>
                  <a:pt x="2754759" y="122569"/>
                </a:lnTo>
                <a:lnTo>
                  <a:pt x="2754716" y="122140"/>
                </a:lnTo>
                <a:lnTo>
                  <a:pt x="2754660" y="121718"/>
                </a:lnTo>
                <a:lnTo>
                  <a:pt x="2754593" y="121303"/>
                </a:lnTo>
                <a:lnTo>
                  <a:pt x="2754512" y="120894"/>
                </a:lnTo>
                <a:lnTo>
                  <a:pt x="2754420" y="120492"/>
                </a:lnTo>
                <a:lnTo>
                  <a:pt x="2754315" y="120097"/>
                </a:lnTo>
                <a:lnTo>
                  <a:pt x="2754198" y="119708"/>
                </a:lnTo>
                <a:lnTo>
                  <a:pt x="2754068" y="119326"/>
                </a:lnTo>
                <a:lnTo>
                  <a:pt x="2753927" y="118951"/>
                </a:lnTo>
                <a:lnTo>
                  <a:pt x="2753773" y="118582"/>
                </a:lnTo>
                <a:lnTo>
                  <a:pt x="2753606" y="118220"/>
                </a:lnTo>
                <a:lnTo>
                  <a:pt x="2753427" y="117865"/>
                </a:lnTo>
                <a:lnTo>
                  <a:pt x="2753236" y="117517"/>
                </a:lnTo>
                <a:lnTo>
                  <a:pt x="2753033" y="117175"/>
                </a:lnTo>
                <a:lnTo>
                  <a:pt x="2752817" y="116839"/>
                </a:lnTo>
                <a:lnTo>
                  <a:pt x="2752589" y="116511"/>
                </a:lnTo>
                <a:lnTo>
                  <a:pt x="2752348" y="116189"/>
                </a:lnTo>
                <a:lnTo>
                  <a:pt x="2752096" y="115874"/>
                </a:lnTo>
                <a:lnTo>
                  <a:pt x="2751831" y="115565"/>
                </a:lnTo>
                <a:lnTo>
                  <a:pt x="2751553" y="115263"/>
                </a:lnTo>
                <a:lnTo>
                  <a:pt x="2751263" y="114968"/>
                </a:lnTo>
                <a:lnTo>
                  <a:pt x="2750964" y="114683"/>
                </a:lnTo>
                <a:lnTo>
                  <a:pt x="2750658" y="114409"/>
                </a:lnTo>
                <a:lnTo>
                  <a:pt x="2750346" y="114148"/>
                </a:lnTo>
                <a:lnTo>
                  <a:pt x="2750028" y="113898"/>
                </a:lnTo>
                <a:lnTo>
                  <a:pt x="2749702" y="113661"/>
                </a:lnTo>
                <a:lnTo>
                  <a:pt x="2749371" y="113436"/>
                </a:lnTo>
                <a:lnTo>
                  <a:pt x="2749032" y="113223"/>
                </a:lnTo>
                <a:lnTo>
                  <a:pt x="2748688" y="113023"/>
                </a:lnTo>
                <a:lnTo>
                  <a:pt x="2748336" y="112834"/>
                </a:lnTo>
                <a:lnTo>
                  <a:pt x="2747979" y="112658"/>
                </a:lnTo>
                <a:lnTo>
                  <a:pt x="2747614" y="112494"/>
                </a:lnTo>
                <a:lnTo>
                  <a:pt x="2747244" y="112342"/>
                </a:lnTo>
                <a:lnTo>
                  <a:pt x="2746866" y="112202"/>
                </a:lnTo>
                <a:lnTo>
                  <a:pt x="2746483" y="112074"/>
                </a:lnTo>
                <a:lnTo>
                  <a:pt x="2746092" y="111959"/>
                </a:lnTo>
                <a:lnTo>
                  <a:pt x="2745695" y="111856"/>
                </a:lnTo>
                <a:lnTo>
                  <a:pt x="2745292" y="111764"/>
                </a:lnTo>
                <a:lnTo>
                  <a:pt x="2744882" y="111685"/>
                </a:lnTo>
                <a:lnTo>
                  <a:pt x="2744466" y="111618"/>
                </a:lnTo>
                <a:lnTo>
                  <a:pt x="2744043" y="111564"/>
                </a:lnTo>
                <a:lnTo>
                  <a:pt x="2743614" y="111521"/>
                </a:lnTo>
                <a:lnTo>
                  <a:pt x="2743178" y="111491"/>
                </a:lnTo>
                <a:lnTo>
                  <a:pt x="2742736" y="111473"/>
                </a:lnTo>
                <a:lnTo>
                  <a:pt x="2742287" y="111466"/>
                </a:lnTo>
                <a:lnTo>
                  <a:pt x="2741830" y="111473"/>
                </a:lnTo>
                <a:lnTo>
                  <a:pt x="2741379" y="111491"/>
                </a:lnTo>
                <a:lnTo>
                  <a:pt x="2740935" y="111521"/>
                </a:lnTo>
                <a:lnTo>
                  <a:pt x="2740498" y="111564"/>
                </a:lnTo>
                <a:lnTo>
                  <a:pt x="2740067" y="111618"/>
                </a:lnTo>
                <a:lnTo>
                  <a:pt x="2739642" y="111685"/>
                </a:lnTo>
                <a:lnTo>
                  <a:pt x="2739224" y="111764"/>
                </a:lnTo>
                <a:lnTo>
                  <a:pt x="2738812" y="111856"/>
                </a:lnTo>
                <a:lnTo>
                  <a:pt x="2738407" y="111959"/>
                </a:lnTo>
                <a:lnTo>
                  <a:pt x="2738009" y="112074"/>
                </a:lnTo>
                <a:lnTo>
                  <a:pt x="2737617" y="112202"/>
                </a:lnTo>
                <a:lnTo>
                  <a:pt x="2737231" y="112342"/>
                </a:lnTo>
                <a:lnTo>
                  <a:pt x="2736852" y="112494"/>
                </a:lnTo>
                <a:lnTo>
                  <a:pt x="2736480" y="112658"/>
                </a:lnTo>
                <a:lnTo>
                  <a:pt x="2736114" y="112834"/>
                </a:lnTo>
                <a:lnTo>
                  <a:pt x="2735754" y="113023"/>
                </a:lnTo>
                <a:lnTo>
                  <a:pt x="2735402" y="113223"/>
                </a:lnTo>
                <a:lnTo>
                  <a:pt x="2735055" y="113436"/>
                </a:lnTo>
                <a:lnTo>
                  <a:pt x="2734715" y="113661"/>
                </a:lnTo>
                <a:lnTo>
                  <a:pt x="2734382" y="113898"/>
                </a:lnTo>
                <a:lnTo>
                  <a:pt x="2734055" y="114148"/>
                </a:lnTo>
                <a:lnTo>
                  <a:pt x="2733734" y="114409"/>
                </a:lnTo>
                <a:lnTo>
                  <a:pt x="2733420" y="114683"/>
                </a:lnTo>
                <a:lnTo>
                  <a:pt x="2733113" y="114968"/>
                </a:lnTo>
                <a:lnTo>
                  <a:pt x="2732815" y="115263"/>
                </a:lnTo>
                <a:lnTo>
                  <a:pt x="2732530" y="115565"/>
                </a:lnTo>
                <a:lnTo>
                  <a:pt x="2732258" y="115874"/>
                </a:lnTo>
                <a:lnTo>
                  <a:pt x="2731998" y="116189"/>
                </a:lnTo>
                <a:lnTo>
                  <a:pt x="2731751" y="116511"/>
                </a:lnTo>
                <a:lnTo>
                  <a:pt x="2731516" y="116839"/>
                </a:lnTo>
                <a:lnTo>
                  <a:pt x="2731294" y="117175"/>
                </a:lnTo>
                <a:lnTo>
                  <a:pt x="2731085" y="117517"/>
                </a:lnTo>
                <a:lnTo>
                  <a:pt x="2730889" y="117865"/>
                </a:lnTo>
                <a:lnTo>
                  <a:pt x="2730705" y="118220"/>
                </a:lnTo>
                <a:lnTo>
                  <a:pt x="2730534" y="118582"/>
                </a:lnTo>
                <a:lnTo>
                  <a:pt x="2730376" y="118951"/>
                </a:lnTo>
                <a:lnTo>
                  <a:pt x="2730230" y="119326"/>
                </a:lnTo>
                <a:lnTo>
                  <a:pt x="2730097" y="119708"/>
                </a:lnTo>
                <a:lnTo>
                  <a:pt x="2729977" y="120097"/>
                </a:lnTo>
                <a:lnTo>
                  <a:pt x="2729869" y="120492"/>
                </a:lnTo>
                <a:lnTo>
                  <a:pt x="2729774" y="120894"/>
                </a:lnTo>
                <a:lnTo>
                  <a:pt x="2729691" y="121303"/>
                </a:lnTo>
                <a:lnTo>
                  <a:pt x="2729622" y="121718"/>
                </a:lnTo>
                <a:lnTo>
                  <a:pt x="2729565" y="122140"/>
                </a:lnTo>
                <a:lnTo>
                  <a:pt x="2729520" y="122569"/>
                </a:lnTo>
                <a:lnTo>
                  <a:pt x="2729489" y="123005"/>
                </a:lnTo>
                <a:lnTo>
                  <a:pt x="2729470" y="123447"/>
                </a:lnTo>
                <a:lnTo>
                  <a:pt x="2729463" y="123895"/>
                </a:lnTo>
                <a:lnTo>
                  <a:pt x="2729470" y="124328"/>
                </a:lnTo>
                <a:lnTo>
                  <a:pt x="2729489" y="124755"/>
                </a:lnTo>
                <a:lnTo>
                  <a:pt x="2729520" y="125177"/>
                </a:lnTo>
                <a:lnTo>
                  <a:pt x="2729565" y="125593"/>
                </a:lnTo>
                <a:lnTo>
                  <a:pt x="2729622" y="126003"/>
                </a:lnTo>
                <a:lnTo>
                  <a:pt x="2729691" y="126408"/>
                </a:lnTo>
                <a:lnTo>
                  <a:pt x="2729774" y="126807"/>
                </a:lnTo>
                <a:lnTo>
                  <a:pt x="2729869" y="127200"/>
                </a:lnTo>
                <a:lnTo>
                  <a:pt x="2729977" y="127588"/>
                </a:lnTo>
                <a:lnTo>
                  <a:pt x="2730097" y="127970"/>
                </a:lnTo>
                <a:lnTo>
                  <a:pt x="2730230" y="128346"/>
                </a:lnTo>
                <a:lnTo>
                  <a:pt x="2730376" y="128717"/>
                </a:lnTo>
                <a:lnTo>
                  <a:pt x="2730534" y="129082"/>
                </a:lnTo>
                <a:lnTo>
                  <a:pt x="2730705" y="129441"/>
                </a:lnTo>
                <a:lnTo>
                  <a:pt x="2730889" y="129795"/>
                </a:lnTo>
                <a:lnTo>
                  <a:pt x="2731085" y="130143"/>
                </a:lnTo>
                <a:lnTo>
                  <a:pt x="2731294" y="130485"/>
                </a:lnTo>
                <a:lnTo>
                  <a:pt x="2731516" y="130822"/>
                </a:lnTo>
                <a:lnTo>
                  <a:pt x="2731751" y="131153"/>
                </a:lnTo>
                <a:lnTo>
                  <a:pt x="2731998" y="131479"/>
                </a:lnTo>
                <a:lnTo>
                  <a:pt x="2732258" y="131798"/>
                </a:lnTo>
                <a:lnTo>
                  <a:pt x="2732530" y="132113"/>
                </a:lnTo>
                <a:lnTo>
                  <a:pt x="2732815" y="132421"/>
                </a:lnTo>
                <a:lnTo>
                  <a:pt x="2733113" y="132724"/>
                </a:lnTo>
                <a:lnTo>
                  <a:pt x="2733420" y="133018"/>
                </a:lnTo>
                <a:lnTo>
                  <a:pt x="2733734" y="133299"/>
                </a:lnTo>
                <a:lnTo>
                  <a:pt x="2734055" y="133568"/>
                </a:lnTo>
                <a:lnTo>
                  <a:pt x="2734382" y="133824"/>
                </a:lnTo>
                <a:lnTo>
                  <a:pt x="2734715" y="134068"/>
                </a:lnTo>
                <a:lnTo>
                  <a:pt x="2735055" y="134299"/>
                </a:lnTo>
                <a:lnTo>
                  <a:pt x="2735402" y="134518"/>
                </a:lnTo>
                <a:lnTo>
                  <a:pt x="2735754" y="134724"/>
                </a:lnTo>
                <a:lnTo>
                  <a:pt x="2736114" y="134918"/>
                </a:lnTo>
                <a:lnTo>
                  <a:pt x="2736480" y="135099"/>
                </a:lnTo>
                <a:lnTo>
                  <a:pt x="2736852" y="135268"/>
                </a:lnTo>
                <a:lnTo>
                  <a:pt x="2737231" y="135424"/>
                </a:lnTo>
                <a:lnTo>
                  <a:pt x="2737617" y="135568"/>
                </a:lnTo>
                <a:lnTo>
                  <a:pt x="2738009" y="135699"/>
                </a:lnTo>
                <a:lnTo>
                  <a:pt x="2738407" y="135818"/>
                </a:lnTo>
                <a:lnTo>
                  <a:pt x="2738812" y="135924"/>
                </a:lnTo>
                <a:lnTo>
                  <a:pt x="2739224" y="136018"/>
                </a:lnTo>
                <a:lnTo>
                  <a:pt x="2739642" y="136099"/>
                </a:lnTo>
                <a:lnTo>
                  <a:pt x="2740067" y="136168"/>
                </a:lnTo>
                <a:lnTo>
                  <a:pt x="2740498" y="136224"/>
                </a:lnTo>
                <a:lnTo>
                  <a:pt x="2740935" y="136268"/>
                </a:lnTo>
                <a:lnTo>
                  <a:pt x="2741379" y="136299"/>
                </a:lnTo>
                <a:lnTo>
                  <a:pt x="2741830" y="136318"/>
                </a:lnTo>
                <a:lnTo>
                  <a:pt x="2742287" y="136324"/>
                </a:lnTo>
                <a:lnTo>
                  <a:pt x="2742736" y="136318"/>
                </a:lnTo>
                <a:lnTo>
                  <a:pt x="2743178" y="136299"/>
                </a:lnTo>
                <a:lnTo>
                  <a:pt x="2743614" y="136268"/>
                </a:lnTo>
                <a:lnTo>
                  <a:pt x="2744043" y="136224"/>
                </a:lnTo>
                <a:lnTo>
                  <a:pt x="2744466" y="136168"/>
                </a:lnTo>
                <a:close/>
                <a:moveTo>
                  <a:pt x="2801233" y="136168"/>
                </a:moveTo>
                <a:lnTo>
                  <a:pt x="2801650" y="136099"/>
                </a:lnTo>
                <a:lnTo>
                  <a:pt x="2802060" y="136018"/>
                </a:lnTo>
                <a:lnTo>
                  <a:pt x="2802463" y="135924"/>
                </a:lnTo>
                <a:lnTo>
                  <a:pt x="2802860" y="135818"/>
                </a:lnTo>
                <a:lnTo>
                  <a:pt x="2803250" y="135699"/>
                </a:lnTo>
                <a:lnTo>
                  <a:pt x="2803634" y="135568"/>
                </a:lnTo>
                <a:lnTo>
                  <a:pt x="2804011" y="135424"/>
                </a:lnTo>
                <a:lnTo>
                  <a:pt x="2804382" y="135268"/>
                </a:lnTo>
                <a:lnTo>
                  <a:pt x="2804746" y="135099"/>
                </a:lnTo>
                <a:lnTo>
                  <a:pt x="2805104" y="134918"/>
                </a:lnTo>
                <a:lnTo>
                  <a:pt x="2805455" y="134724"/>
                </a:lnTo>
                <a:lnTo>
                  <a:pt x="2805800" y="134518"/>
                </a:lnTo>
                <a:lnTo>
                  <a:pt x="2806138" y="134299"/>
                </a:lnTo>
                <a:lnTo>
                  <a:pt x="2806470" y="134068"/>
                </a:lnTo>
                <a:lnTo>
                  <a:pt x="2806795" y="133824"/>
                </a:lnTo>
                <a:lnTo>
                  <a:pt x="2807114" y="133568"/>
                </a:lnTo>
                <a:lnTo>
                  <a:pt x="2807426" y="133299"/>
                </a:lnTo>
                <a:lnTo>
                  <a:pt x="2807732" y="133018"/>
                </a:lnTo>
                <a:lnTo>
                  <a:pt x="2808031" y="132724"/>
                </a:lnTo>
                <a:lnTo>
                  <a:pt x="2808320" y="132421"/>
                </a:lnTo>
                <a:lnTo>
                  <a:pt x="2808598" y="132113"/>
                </a:lnTo>
                <a:lnTo>
                  <a:pt x="2808863" y="131798"/>
                </a:lnTo>
                <a:lnTo>
                  <a:pt x="2809116" y="131479"/>
                </a:lnTo>
                <a:lnTo>
                  <a:pt x="2809356" y="131153"/>
                </a:lnTo>
                <a:lnTo>
                  <a:pt x="2809584" y="130822"/>
                </a:lnTo>
                <a:lnTo>
                  <a:pt x="2809800" y="130485"/>
                </a:lnTo>
                <a:lnTo>
                  <a:pt x="2810004" y="130143"/>
                </a:lnTo>
                <a:lnTo>
                  <a:pt x="2810195" y="129795"/>
                </a:lnTo>
                <a:lnTo>
                  <a:pt x="2810373" y="129441"/>
                </a:lnTo>
                <a:lnTo>
                  <a:pt x="2810540" y="129082"/>
                </a:lnTo>
                <a:lnTo>
                  <a:pt x="2810694" y="128717"/>
                </a:lnTo>
                <a:lnTo>
                  <a:pt x="2810836" y="128346"/>
                </a:lnTo>
                <a:lnTo>
                  <a:pt x="2810965" y="127970"/>
                </a:lnTo>
                <a:lnTo>
                  <a:pt x="2811082" y="127588"/>
                </a:lnTo>
                <a:lnTo>
                  <a:pt x="2811187" y="127200"/>
                </a:lnTo>
                <a:lnTo>
                  <a:pt x="2811280" y="126807"/>
                </a:lnTo>
                <a:lnTo>
                  <a:pt x="2811360" y="126408"/>
                </a:lnTo>
                <a:lnTo>
                  <a:pt x="2811428" y="126003"/>
                </a:lnTo>
                <a:lnTo>
                  <a:pt x="2811483" y="125593"/>
                </a:lnTo>
                <a:lnTo>
                  <a:pt x="2811526" y="125177"/>
                </a:lnTo>
                <a:lnTo>
                  <a:pt x="2811557" y="124755"/>
                </a:lnTo>
                <a:lnTo>
                  <a:pt x="2811576" y="124328"/>
                </a:lnTo>
                <a:lnTo>
                  <a:pt x="2811582" y="123895"/>
                </a:lnTo>
                <a:lnTo>
                  <a:pt x="2811576" y="123447"/>
                </a:lnTo>
                <a:lnTo>
                  <a:pt x="2811557" y="123005"/>
                </a:lnTo>
                <a:lnTo>
                  <a:pt x="2811526" y="122569"/>
                </a:lnTo>
                <a:lnTo>
                  <a:pt x="2811483" y="122140"/>
                </a:lnTo>
                <a:lnTo>
                  <a:pt x="2811428" y="121718"/>
                </a:lnTo>
                <a:lnTo>
                  <a:pt x="2811360" y="121303"/>
                </a:lnTo>
                <a:lnTo>
                  <a:pt x="2811280" y="120894"/>
                </a:lnTo>
                <a:lnTo>
                  <a:pt x="2811187" y="120492"/>
                </a:lnTo>
                <a:lnTo>
                  <a:pt x="2811082" y="120097"/>
                </a:lnTo>
                <a:lnTo>
                  <a:pt x="2810965" y="119708"/>
                </a:lnTo>
                <a:lnTo>
                  <a:pt x="2810836" y="119326"/>
                </a:lnTo>
                <a:lnTo>
                  <a:pt x="2810694" y="118951"/>
                </a:lnTo>
                <a:lnTo>
                  <a:pt x="2810540" y="118582"/>
                </a:lnTo>
                <a:lnTo>
                  <a:pt x="2810373" y="118220"/>
                </a:lnTo>
                <a:lnTo>
                  <a:pt x="2810195" y="117865"/>
                </a:lnTo>
                <a:lnTo>
                  <a:pt x="2810004" y="117517"/>
                </a:lnTo>
                <a:lnTo>
                  <a:pt x="2809800" y="117175"/>
                </a:lnTo>
                <a:lnTo>
                  <a:pt x="2809584" y="116839"/>
                </a:lnTo>
                <a:lnTo>
                  <a:pt x="2809356" y="116511"/>
                </a:lnTo>
                <a:lnTo>
                  <a:pt x="2809116" y="116189"/>
                </a:lnTo>
                <a:lnTo>
                  <a:pt x="2808863" y="115874"/>
                </a:lnTo>
                <a:lnTo>
                  <a:pt x="2808598" y="115565"/>
                </a:lnTo>
                <a:lnTo>
                  <a:pt x="2808320" y="115263"/>
                </a:lnTo>
                <a:lnTo>
                  <a:pt x="2808031" y="114968"/>
                </a:lnTo>
                <a:lnTo>
                  <a:pt x="2807732" y="114683"/>
                </a:lnTo>
                <a:lnTo>
                  <a:pt x="2807426" y="114409"/>
                </a:lnTo>
                <a:lnTo>
                  <a:pt x="2807114" y="114148"/>
                </a:lnTo>
                <a:lnTo>
                  <a:pt x="2806795" y="113898"/>
                </a:lnTo>
                <a:lnTo>
                  <a:pt x="2806470" y="113661"/>
                </a:lnTo>
                <a:lnTo>
                  <a:pt x="2806138" y="113436"/>
                </a:lnTo>
                <a:lnTo>
                  <a:pt x="2805800" y="113223"/>
                </a:lnTo>
                <a:lnTo>
                  <a:pt x="2805455" y="113023"/>
                </a:lnTo>
                <a:lnTo>
                  <a:pt x="2805104" y="112834"/>
                </a:lnTo>
                <a:lnTo>
                  <a:pt x="2804746" y="112658"/>
                </a:lnTo>
                <a:lnTo>
                  <a:pt x="2804382" y="112494"/>
                </a:lnTo>
                <a:lnTo>
                  <a:pt x="2804011" y="112342"/>
                </a:lnTo>
                <a:lnTo>
                  <a:pt x="2803634" y="112202"/>
                </a:lnTo>
                <a:lnTo>
                  <a:pt x="2803250" y="112074"/>
                </a:lnTo>
                <a:lnTo>
                  <a:pt x="2802860" y="111959"/>
                </a:lnTo>
                <a:lnTo>
                  <a:pt x="2802463" y="111856"/>
                </a:lnTo>
                <a:lnTo>
                  <a:pt x="2802060" y="111764"/>
                </a:lnTo>
                <a:lnTo>
                  <a:pt x="2801650" y="111685"/>
                </a:lnTo>
                <a:lnTo>
                  <a:pt x="2801233" y="111618"/>
                </a:lnTo>
                <a:lnTo>
                  <a:pt x="2800811" y="111564"/>
                </a:lnTo>
                <a:lnTo>
                  <a:pt x="2800381" y="111521"/>
                </a:lnTo>
                <a:lnTo>
                  <a:pt x="2799945" y="111491"/>
                </a:lnTo>
                <a:lnTo>
                  <a:pt x="2799503" y="111473"/>
                </a:lnTo>
                <a:lnTo>
                  <a:pt x="2799054" y="111466"/>
                </a:lnTo>
                <a:lnTo>
                  <a:pt x="2798597" y="111473"/>
                </a:lnTo>
                <a:lnTo>
                  <a:pt x="2798147" y="111491"/>
                </a:lnTo>
                <a:lnTo>
                  <a:pt x="2797703" y="111521"/>
                </a:lnTo>
                <a:lnTo>
                  <a:pt x="2797265" y="111564"/>
                </a:lnTo>
                <a:lnTo>
                  <a:pt x="2796834" y="111618"/>
                </a:lnTo>
                <a:lnTo>
                  <a:pt x="2796409" y="111685"/>
                </a:lnTo>
                <a:lnTo>
                  <a:pt x="2795991" y="111764"/>
                </a:lnTo>
                <a:lnTo>
                  <a:pt x="2795580" y="111856"/>
                </a:lnTo>
                <a:lnTo>
                  <a:pt x="2795175" y="111959"/>
                </a:lnTo>
                <a:lnTo>
                  <a:pt x="2794776" y="112074"/>
                </a:lnTo>
                <a:lnTo>
                  <a:pt x="2794384" y="112202"/>
                </a:lnTo>
                <a:lnTo>
                  <a:pt x="2793999" y="112342"/>
                </a:lnTo>
                <a:lnTo>
                  <a:pt x="2793620" y="112494"/>
                </a:lnTo>
                <a:lnTo>
                  <a:pt x="2793247" y="112658"/>
                </a:lnTo>
                <a:lnTo>
                  <a:pt x="2792881" y="112834"/>
                </a:lnTo>
                <a:lnTo>
                  <a:pt x="2792522" y="113023"/>
                </a:lnTo>
                <a:lnTo>
                  <a:pt x="2792169" y="113223"/>
                </a:lnTo>
                <a:lnTo>
                  <a:pt x="2791822" y="113436"/>
                </a:lnTo>
                <a:lnTo>
                  <a:pt x="2791483" y="113661"/>
                </a:lnTo>
                <a:lnTo>
                  <a:pt x="2791149" y="113898"/>
                </a:lnTo>
                <a:lnTo>
                  <a:pt x="2790822" y="114148"/>
                </a:lnTo>
                <a:lnTo>
                  <a:pt x="2790502" y="114409"/>
                </a:lnTo>
                <a:lnTo>
                  <a:pt x="2790188" y="114683"/>
                </a:lnTo>
                <a:lnTo>
                  <a:pt x="2789880" y="114968"/>
                </a:lnTo>
                <a:lnTo>
                  <a:pt x="2789583" y="115263"/>
                </a:lnTo>
                <a:lnTo>
                  <a:pt x="2789297" y="115565"/>
                </a:lnTo>
                <a:lnTo>
                  <a:pt x="2789025" y="115874"/>
                </a:lnTo>
                <a:lnTo>
                  <a:pt x="2788765" y="116189"/>
                </a:lnTo>
                <a:lnTo>
                  <a:pt x="2788518" y="116511"/>
                </a:lnTo>
                <a:lnTo>
                  <a:pt x="2788284" y="116839"/>
                </a:lnTo>
                <a:lnTo>
                  <a:pt x="2788062" y="117175"/>
                </a:lnTo>
                <a:lnTo>
                  <a:pt x="2787853" y="117517"/>
                </a:lnTo>
                <a:lnTo>
                  <a:pt x="2787656" y="117865"/>
                </a:lnTo>
                <a:lnTo>
                  <a:pt x="2787473" y="118220"/>
                </a:lnTo>
                <a:lnTo>
                  <a:pt x="2787302" y="118582"/>
                </a:lnTo>
                <a:lnTo>
                  <a:pt x="2787143" y="118951"/>
                </a:lnTo>
                <a:lnTo>
                  <a:pt x="2786997" y="119326"/>
                </a:lnTo>
                <a:lnTo>
                  <a:pt x="2786864" y="119708"/>
                </a:lnTo>
                <a:lnTo>
                  <a:pt x="2786744" y="120097"/>
                </a:lnTo>
                <a:lnTo>
                  <a:pt x="2786636" y="120492"/>
                </a:lnTo>
                <a:lnTo>
                  <a:pt x="2786541" y="120894"/>
                </a:lnTo>
                <a:lnTo>
                  <a:pt x="2786459" y="121303"/>
                </a:lnTo>
                <a:lnTo>
                  <a:pt x="2786389" y="121718"/>
                </a:lnTo>
                <a:lnTo>
                  <a:pt x="2786332" y="122140"/>
                </a:lnTo>
                <a:lnTo>
                  <a:pt x="2786288" y="122569"/>
                </a:lnTo>
                <a:lnTo>
                  <a:pt x="2786256" y="123005"/>
                </a:lnTo>
                <a:lnTo>
                  <a:pt x="2786237" y="123447"/>
                </a:lnTo>
                <a:lnTo>
                  <a:pt x="2786231" y="123895"/>
                </a:lnTo>
                <a:lnTo>
                  <a:pt x="2786237" y="124328"/>
                </a:lnTo>
                <a:lnTo>
                  <a:pt x="2786256" y="124755"/>
                </a:lnTo>
                <a:lnTo>
                  <a:pt x="2786288" y="125177"/>
                </a:lnTo>
                <a:lnTo>
                  <a:pt x="2786332" y="125593"/>
                </a:lnTo>
                <a:lnTo>
                  <a:pt x="2786389" y="126003"/>
                </a:lnTo>
                <a:lnTo>
                  <a:pt x="2786459" y="126408"/>
                </a:lnTo>
                <a:lnTo>
                  <a:pt x="2786541" y="126807"/>
                </a:lnTo>
                <a:lnTo>
                  <a:pt x="2786636" y="127200"/>
                </a:lnTo>
                <a:lnTo>
                  <a:pt x="2786744" y="127588"/>
                </a:lnTo>
                <a:lnTo>
                  <a:pt x="2786864" y="127970"/>
                </a:lnTo>
                <a:lnTo>
                  <a:pt x="2786997" y="128346"/>
                </a:lnTo>
                <a:lnTo>
                  <a:pt x="2787143" y="128717"/>
                </a:lnTo>
                <a:lnTo>
                  <a:pt x="2787302" y="129082"/>
                </a:lnTo>
                <a:lnTo>
                  <a:pt x="2787473" y="129441"/>
                </a:lnTo>
                <a:lnTo>
                  <a:pt x="2787656" y="129795"/>
                </a:lnTo>
                <a:lnTo>
                  <a:pt x="2787853" y="130143"/>
                </a:lnTo>
                <a:lnTo>
                  <a:pt x="2788062" y="130485"/>
                </a:lnTo>
                <a:lnTo>
                  <a:pt x="2788284" y="130822"/>
                </a:lnTo>
                <a:lnTo>
                  <a:pt x="2788518" y="131153"/>
                </a:lnTo>
                <a:lnTo>
                  <a:pt x="2788765" y="131479"/>
                </a:lnTo>
                <a:lnTo>
                  <a:pt x="2789025" y="131798"/>
                </a:lnTo>
                <a:lnTo>
                  <a:pt x="2789297" y="132113"/>
                </a:lnTo>
                <a:lnTo>
                  <a:pt x="2789583" y="132421"/>
                </a:lnTo>
                <a:lnTo>
                  <a:pt x="2789880" y="132724"/>
                </a:lnTo>
                <a:lnTo>
                  <a:pt x="2790188" y="133018"/>
                </a:lnTo>
                <a:lnTo>
                  <a:pt x="2790502" y="133299"/>
                </a:lnTo>
                <a:lnTo>
                  <a:pt x="2790822" y="133568"/>
                </a:lnTo>
                <a:lnTo>
                  <a:pt x="2791149" y="133824"/>
                </a:lnTo>
                <a:lnTo>
                  <a:pt x="2791483" y="134068"/>
                </a:lnTo>
                <a:lnTo>
                  <a:pt x="2791822" y="134299"/>
                </a:lnTo>
                <a:lnTo>
                  <a:pt x="2792169" y="134518"/>
                </a:lnTo>
                <a:lnTo>
                  <a:pt x="2792522" y="134724"/>
                </a:lnTo>
                <a:lnTo>
                  <a:pt x="2792881" y="134918"/>
                </a:lnTo>
                <a:lnTo>
                  <a:pt x="2793247" y="135099"/>
                </a:lnTo>
                <a:lnTo>
                  <a:pt x="2793620" y="135268"/>
                </a:lnTo>
                <a:lnTo>
                  <a:pt x="2793999" y="135424"/>
                </a:lnTo>
                <a:lnTo>
                  <a:pt x="2794384" y="135568"/>
                </a:lnTo>
                <a:lnTo>
                  <a:pt x="2794776" y="135699"/>
                </a:lnTo>
                <a:lnTo>
                  <a:pt x="2795175" y="135818"/>
                </a:lnTo>
                <a:lnTo>
                  <a:pt x="2795580" y="135924"/>
                </a:lnTo>
                <a:lnTo>
                  <a:pt x="2795991" y="136018"/>
                </a:lnTo>
                <a:lnTo>
                  <a:pt x="2796409" y="136099"/>
                </a:lnTo>
                <a:lnTo>
                  <a:pt x="2796834" y="136168"/>
                </a:lnTo>
                <a:lnTo>
                  <a:pt x="2797265" y="136224"/>
                </a:lnTo>
                <a:lnTo>
                  <a:pt x="2797703" y="136268"/>
                </a:lnTo>
                <a:lnTo>
                  <a:pt x="2798147" y="136299"/>
                </a:lnTo>
                <a:lnTo>
                  <a:pt x="2798597" y="136318"/>
                </a:lnTo>
                <a:lnTo>
                  <a:pt x="2799054" y="136324"/>
                </a:lnTo>
                <a:lnTo>
                  <a:pt x="2799503" y="136318"/>
                </a:lnTo>
                <a:lnTo>
                  <a:pt x="2799945" y="136299"/>
                </a:lnTo>
                <a:lnTo>
                  <a:pt x="2800381" y="136268"/>
                </a:lnTo>
                <a:lnTo>
                  <a:pt x="2800811" y="136224"/>
                </a:lnTo>
                <a:lnTo>
                  <a:pt x="2801233" y="136168"/>
                </a:lnTo>
                <a:close/>
                <a:moveTo>
                  <a:pt x="1569430" y="138390"/>
                </a:moveTo>
                <a:lnTo>
                  <a:pt x="1569278" y="138878"/>
                </a:lnTo>
                <a:lnTo>
                  <a:pt x="1569115" y="139360"/>
                </a:lnTo>
                <a:lnTo>
                  <a:pt x="1568939" y="139837"/>
                </a:lnTo>
                <a:lnTo>
                  <a:pt x="1568751" y="140308"/>
                </a:lnTo>
                <a:lnTo>
                  <a:pt x="1568551" y="140773"/>
                </a:lnTo>
                <a:lnTo>
                  <a:pt x="1568339" y="141232"/>
                </a:lnTo>
                <a:lnTo>
                  <a:pt x="1568115" y="141685"/>
                </a:lnTo>
                <a:lnTo>
                  <a:pt x="1567879" y="142133"/>
                </a:lnTo>
                <a:lnTo>
                  <a:pt x="1567632" y="142574"/>
                </a:lnTo>
                <a:lnTo>
                  <a:pt x="1567372" y="143010"/>
                </a:lnTo>
                <a:lnTo>
                  <a:pt x="1567100" y="143440"/>
                </a:lnTo>
                <a:lnTo>
                  <a:pt x="1566816" y="143864"/>
                </a:lnTo>
                <a:lnTo>
                  <a:pt x="1566521" y="144283"/>
                </a:lnTo>
                <a:lnTo>
                  <a:pt x="1566213" y="144695"/>
                </a:lnTo>
                <a:lnTo>
                  <a:pt x="1565893" y="145102"/>
                </a:lnTo>
                <a:lnTo>
                  <a:pt x="1565561" y="145503"/>
                </a:lnTo>
                <a:lnTo>
                  <a:pt x="1565218" y="145898"/>
                </a:lnTo>
                <a:lnTo>
                  <a:pt x="1564862" y="146287"/>
                </a:lnTo>
                <a:lnTo>
                  <a:pt x="1564498" y="146670"/>
                </a:lnTo>
                <a:lnTo>
                  <a:pt x="1564129" y="147046"/>
                </a:lnTo>
                <a:lnTo>
                  <a:pt x="1563755" y="147414"/>
                </a:lnTo>
                <a:lnTo>
                  <a:pt x="1563377" y="147775"/>
                </a:lnTo>
                <a:lnTo>
                  <a:pt x="1562994" y="148129"/>
                </a:lnTo>
                <a:lnTo>
                  <a:pt x="1562605" y="148476"/>
                </a:lnTo>
                <a:lnTo>
                  <a:pt x="1562213" y="148816"/>
                </a:lnTo>
                <a:lnTo>
                  <a:pt x="1561815" y="149148"/>
                </a:lnTo>
                <a:lnTo>
                  <a:pt x="1561412" y="149473"/>
                </a:lnTo>
                <a:lnTo>
                  <a:pt x="1561005" y="149791"/>
                </a:lnTo>
                <a:lnTo>
                  <a:pt x="1560593" y="150102"/>
                </a:lnTo>
                <a:lnTo>
                  <a:pt x="1560176" y="150406"/>
                </a:lnTo>
                <a:lnTo>
                  <a:pt x="1559755" y="150702"/>
                </a:lnTo>
                <a:lnTo>
                  <a:pt x="1559328" y="150991"/>
                </a:lnTo>
                <a:lnTo>
                  <a:pt x="1558897" y="151273"/>
                </a:lnTo>
                <a:lnTo>
                  <a:pt x="1558461" y="151548"/>
                </a:lnTo>
                <a:lnTo>
                  <a:pt x="1558020" y="151816"/>
                </a:lnTo>
                <a:lnTo>
                  <a:pt x="1557575" y="152076"/>
                </a:lnTo>
                <a:lnTo>
                  <a:pt x="1557124" y="152330"/>
                </a:lnTo>
                <a:lnTo>
                  <a:pt x="1556669" y="152576"/>
                </a:lnTo>
                <a:lnTo>
                  <a:pt x="1556209" y="152815"/>
                </a:lnTo>
                <a:lnTo>
                  <a:pt x="1555744" y="153046"/>
                </a:lnTo>
                <a:lnTo>
                  <a:pt x="1555275" y="153271"/>
                </a:lnTo>
                <a:lnTo>
                  <a:pt x="1554800" y="153488"/>
                </a:lnTo>
                <a:lnTo>
                  <a:pt x="1558943" y="162761"/>
                </a:lnTo>
                <a:lnTo>
                  <a:pt x="1559524" y="162503"/>
                </a:lnTo>
                <a:lnTo>
                  <a:pt x="1560101" y="162239"/>
                </a:lnTo>
                <a:lnTo>
                  <a:pt x="1560672" y="161970"/>
                </a:lnTo>
                <a:lnTo>
                  <a:pt x="1561238" y="161695"/>
                </a:lnTo>
                <a:lnTo>
                  <a:pt x="1561799" y="161414"/>
                </a:lnTo>
                <a:lnTo>
                  <a:pt x="1562356" y="161127"/>
                </a:lnTo>
                <a:lnTo>
                  <a:pt x="1562907" y="160834"/>
                </a:lnTo>
                <a:lnTo>
                  <a:pt x="1563453" y="160536"/>
                </a:lnTo>
                <a:lnTo>
                  <a:pt x="1563995" y="160231"/>
                </a:lnTo>
                <a:lnTo>
                  <a:pt x="1564531" y="159921"/>
                </a:lnTo>
                <a:lnTo>
                  <a:pt x="1565063" y="159605"/>
                </a:lnTo>
                <a:lnTo>
                  <a:pt x="1565589" y="159284"/>
                </a:lnTo>
                <a:lnTo>
                  <a:pt x="1566111" y="158956"/>
                </a:lnTo>
                <a:lnTo>
                  <a:pt x="1566628" y="158623"/>
                </a:lnTo>
                <a:lnTo>
                  <a:pt x="1567139" y="158283"/>
                </a:lnTo>
                <a:lnTo>
                  <a:pt x="1567646" y="157938"/>
                </a:lnTo>
                <a:lnTo>
                  <a:pt x="1568148" y="157587"/>
                </a:lnTo>
                <a:lnTo>
                  <a:pt x="1568644" y="157231"/>
                </a:lnTo>
                <a:lnTo>
                  <a:pt x="1569136" y="156868"/>
                </a:lnTo>
                <a:lnTo>
                  <a:pt x="1569623" y="156500"/>
                </a:lnTo>
                <a:lnTo>
                  <a:pt x="1570105" y="156125"/>
                </a:lnTo>
                <a:lnTo>
                  <a:pt x="1570581" y="155745"/>
                </a:lnTo>
                <a:lnTo>
                  <a:pt x="1571053" y="155360"/>
                </a:lnTo>
                <a:lnTo>
                  <a:pt x="1571520" y="154968"/>
                </a:lnTo>
                <a:lnTo>
                  <a:pt x="1571981" y="154570"/>
                </a:lnTo>
                <a:lnTo>
                  <a:pt x="1572433" y="154164"/>
                </a:lnTo>
                <a:lnTo>
                  <a:pt x="1572878" y="153751"/>
                </a:lnTo>
                <a:lnTo>
                  <a:pt x="1573315" y="153331"/>
                </a:lnTo>
                <a:lnTo>
                  <a:pt x="1573744" y="152903"/>
                </a:lnTo>
                <a:lnTo>
                  <a:pt x="1574165" y="152468"/>
                </a:lnTo>
                <a:lnTo>
                  <a:pt x="1574578" y="152026"/>
                </a:lnTo>
                <a:lnTo>
                  <a:pt x="1574984" y="151576"/>
                </a:lnTo>
                <a:lnTo>
                  <a:pt x="1575381" y="151119"/>
                </a:lnTo>
                <a:lnTo>
                  <a:pt x="1575771" y="150654"/>
                </a:lnTo>
                <a:lnTo>
                  <a:pt x="1576153" y="150182"/>
                </a:lnTo>
                <a:lnTo>
                  <a:pt x="1576526" y="149703"/>
                </a:lnTo>
                <a:lnTo>
                  <a:pt x="1576892" y="149216"/>
                </a:lnTo>
                <a:lnTo>
                  <a:pt x="1577250" y="148722"/>
                </a:lnTo>
                <a:lnTo>
                  <a:pt x="1577601" y="148221"/>
                </a:lnTo>
                <a:lnTo>
                  <a:pt x="1577943" y="147712"/>
                </a:lnTo>
                <a:lnTo>
                  <a:pt x="1578277" y="147196"/>
                </a:lnTo>
                <a:lnTo>
                  <a:pt x="1578604" y="146673"/>
                </a:lnTo>
                <a:lnTo>
                  <a:pt x="1578923" y="146142"/>
                </a:lnTo>
                <a:lnTo>
                  <a:pt x="1579234" y="145604"/>
                </a:lnTo>
                <a:lnTo>
                  <a:pt x="1579537" y="145058"/>
                </a:lnTo>
                <a:lnTo>
                  <a:pt x="1579832" y="144505"/>
                </a:lnTo>
                <a:lnTo>
                  <a:pt x="1580119" y="143945"/>
                </a:lnTo>
                <a:lnTo>
                  <a:pt x="1580398" y="143377"/>
                </a:lnTo>
                <a:lnTo>
                  <a:pt x="1580668" y="142802"/>
                </a:lnTo>
                <a:lnTo>
                  <a:pt x="1580926" y="142217"/>
                </a:lnTo>
                <a:lnTo>
                  <a:pt x="1581173" y="141624"/>
                </a:lnTo>
                <a:lnTo>
                  <a:pt x="1581408" y="141022"/>
                </a:lnTo>
                <a:lnTo>
                  <a:pt x="1581632" y="140412"/>
                </a:lnTo>
                <a:lnTo>
                  <a:pt x="1581844" y="139792"/>
                </a:lnTo>
                <a:lnTo>
                  <a:pt x="1582045" y="139164"/>
                </a:lnTo>
                <a:lnTo>
                  <a:pt x="1582234" y="138527"/>
                </a:lnTo>
                <a:lnTo>
                  <a:pt x="1582412" y="137882"/>
                </a:lnTo>
                <a:lnTo>
                  <a:pt x="1582578" y="137228"/>
                </a:lnTo>
                <a:lnTo>
                  <a:pt x="1582733" y="136565"/>
                </a:lnTo>
                <a:lnTo>
                  <a:pt x="1582877" y="135893"/>
                </a:lnTo>
                <a:lnTo>
                  <a:pt x="1583009" y="135212"/>
                </a:lnTo>
                <a:lnTo>
                  <a:pt x="1583129" y="134523"/>
                </a:lnTo>
                <a:lnTo>
                  <a:pt x="1583238" y="133825"/>
                </a:lnTo>
                <a:lnTo>
                  <a:pt x="1583336" y="133119"/>
                </a:lnTo>
                <a:lnTo>
                  <a:pt x="1583422" y="132403"/>
                </a:lnTo>
                <a:lnTo>
                  <a:pt x="1583496" y="131679"/>
                </a:lnTo>
                <a:lnTo>
                  <a:pt x="1583559" y="130946"/>
                </a:lnTo>
                <a:lnTo>
                  <a:pt x="1583611" y="130204"/>
                </a:lnTo>
                <a:lnTo>
                  <a:pt x="1583651" y="129454"/>
                </a:lnTo>
                <a:lnTo>
                  <a:pt x="1583680" y="128695"/>
                </a:lnTo>
                <a:lnTo>
                  <a:pt x="1583697" y="127927"/>
                </a:lnTo>
                <a:lnTo>
                  <a:pt x="1583703" y="127151"/>
                </a:lnTo>
                <a:lnTo>
                  <a:pt x="1583697" y="126492"/>
                </a:lnTo>
                <a:lnTo>
                  <a:pt x="1583678" y="125848"/>
                </a:lnTo>
                <a:lnTo>
                  <a:pt x="1583647" y="125218"/>
                </a:lnTo>
                <a:lnTo>
                  <a:pt x="1583604" y="124602"/>
                </a:lnTo>
                <a:lnTo>
                  <a:pt x="1583549" y="124001"/>
                </a:lnTo>
                <a:lnTo>
                  <a:pt x="1583481" y="123415"/>
                </a:lnTo>
                <a:lnTo>
                  <a:pt x="1583401" y="122842"/>
                </a:lnTo>
                <a:lnTo>
                  <a:pt x="1583308" y="122284"/>
                </a:lnTo>
                <a:lnTo>
                  <a:pt x="1583203" y="121741"/>
                </a:lnTo>
                <a:lnTo>
                  <a:pt x="1583086" y="121212"/>
                </a:lnTo>
                <a:lnTo>
                  <a:pt x="1582957" y="120697"/>
                </a:lnTo>
                <a:lnTo>
                  <a:pt x="1582815" y="120196"/>
                </a:lnTo>
                <a:lnTo>
                  <a:pt x="1582661" y="119710"/>
                </a:lnTo>
                <a:lnTo>
                  <a:pt x="1582494" y="119239"/>
                </a:lnTo>
                <a:lnTo>
                  <a:pt x="1582316" y="118781"/>
                </a:lnTo>
                <a:lnTo>
                  <a:pt x="1582124" y="118339"/>
                </a:lnTo>
                <a:lnTo>
                  <a:pt x="1581921" y="117910"/>
                </a:lnTo>
                <a:lnTo>
                  <a:pt x="1581705" y="117496"/>
                </a:lnTo>
                <a:lnTo>
                  <a:pt x="1581477" y="117096"/>
                </a:lnTo>
                <a:lnTo>
                  <a:pt x="1581237" y="116711"/>
                </a:lnTo>
                <a:lnTo>
                  <a:pt x="1580984" y="116340"/>
                </a:lnTo>
                <a:lnTo>
                  <a:pt x="1580719" y="115983"/>
                </a:lnTo>
                <a:lnTo>
                  <a:pt x="1580441" y="115641"/>
                </a:lnTo>
                <a:lnTo>
                  <a:pt x="1580152" y="115314"/>
                </a:lnTo>
                <a:lnTo>
                  <a:pt x="1579852" y="115000"/>
                </a:lnTo>
                <a:lnTo>
                  <a:pt x="1579547" y="114699"/>
                </a:lnTo>
                <a:lnTo>
                  <a:pt x="1579234" y="114412"/>
                </a:lnTo>
                <a:lnTo>
                  <a:pt x="1578916" y="114138"/>
                </a:lnTo>
                <a:lnTo>
                  <a:pt x="1578591" y="113878"/>
                </a:lnTo>
                <a:lnTo>
                  <a:pt x="1578259" y="113630"/>
                </a:lnTo>
                <a:lnTo>
                  <a:pt x="1577921" y="113397"/>
                </a:lnTo>
                <a:lnTo>
                  <a:pt x="1577576" y="113176"/>
                </a:lnTo>
                <a:lnTo>
                  <a:pt x="1577225" y="112969"/>
                </a:lnTo>
                <a:lnTo>
                  <a:pt x="1576867" y="112776"/>
                </a:lnTo>
                <a:lnTo>
                  <a:pt x="1576503" y="112595"/>
                </a:lnTo>
                <a:lnTo>
                  <a:pt x="1576132" y="112428"/>
                </a:lnTo>
                <a:lnTo>
                  <a:pt x="1575755" y="112275"/>
                </a:lnTo>
                <a:lnTo>
                  <a:pt x="1575371" y="112134"/>
                </a:lnTo>
                <a:lnTo>
                  <a:pt x="1574980" y="112007"/>
                </a:lnTo>
                <a:lnTo>
                  <a:pt x="1574584" y="111894"/>
                </a:lnTo>
                <a:lnTo>
                  <a:pt x="1574180" y="111794"/>
                </a:lnTo>
                <a:lnTo>
                  <a:pt x="1573771" y="111707"/>
                </a:lnTo>
                <a:lnTo>
                  <a:pt x="1573354" y="111633"/>
                </a:lnTo>
                <a:lnTo>
                  <a:pt x="1572931" y="111573"/>
                </a:lnTo>
                <a:lnTo>
                  <a:pt x="1572502" y="111527"/>
                </a:lnTo>
                <a:lnTo>
                  <a:pt x="1572066" y="111493"/>
                </a:lnTo>
                <a:lnTo>
                  <a:pt x="1571624" y="111473"/>
                </a:lnTo>
                <a:lnTo>
                  <a:pt x="1571175" y="111466"/>
                </a:lnTo>
                <a:lnTo>
                  <a:pt x="1570718" y="111473"/>
                </a:lnTo>
                <a:lnTo>
                  <a:pt x="1570267" y="111491"/>
                </a:lnTo>
                <a:lnTo>
                  <a:pt x="1569823" y="111521"/>
                </a:lnTo>
                <a:lnTo>
                  <a:pt x="1569386" y="111564"/>
                </a:lnTo>
                <a:lnTo>
                  <a:pt x="1568955" y="111618"/>
                </a:lnTo>
                <a:lnTo>
                  <a:pt x="1568530" y="111685"/>
                </a:lnTo>
                <a:lnTo>
                  <a:pt x="1568112" y="111764"/>
                </a:lnTo>
                <a:lnTo>
                  <a:pt x="1567701" y="111856"/>
                </a:lnTo>
                <a:lnTo>
                  <a:pt x="1567296" y="111959"/>
                </a:lnTo>
                <a:lnTo>
                  <a:pt x="1566897" y="112074"/>
                </a:lnTo>
                <a:lnTo>
                  <a:pt x="1566505" y="112202"/>
                </a:lnTo>
                <a:lnTo>
                  <a:pt x="1566120" y="112342"/>
                </a:lnTo>
                <a:lnTo>
                  <a:pt x="1565741" y="112494"/>
                </a:lnTo>
                <a:lnTo>
                  <a:pt x="1565368" y="112658"/>
                </a:lnTo>
                <a:lnTo>
                  <a:pt x="1565002" y="112834"/>
                </a:lnTo>
                <a:lnTo>
                  <a:pt x="1564643" y="113023"/>
                </a:lnTo>
                <a:lnTo>
                  <a:pt x="1564290" y="113223"/>
                </a:lnTo>
                <a:lnTo>
                  <a:pt x="1563943" y="113436"/>
                </a:lnTo>
                <a:lnTo>
                  <a:pt x="1563603" y="113661"/>
                </a:lnTo>
                <a:lnTo>
                  <a:pt x="1563270" y="113898"/>
                </a:lnTo>
                <a:lnTo>
                  <a:pt x="1562943" y="114148"/>
                </a:lnTo>
                <a:lnTo>
                  <a:pt x="1562623" y="114409"/>
                </a:lnTo>
                <a:lnTo>
                  <a:pt x="1562309" y="114683"/>
                </a:lnTo>
                <a:lnTo>
                  <a:pt x="1562001" y="114968"/>
                </a:lnTo>
                <a:lnTo>
                  <a:pt x="1561703" y="115263"/>
                </a:lnTo>
                <a:lnTo>
                  <a:pt x="1561418" y="115565"/>
                </a:lnTo>
                <a:lnTo>
                  <a:pt x="1561146" y="115874"/>
                </a:lnTo>
                <a:lnTo>
                  <a:pt x="1560886" y="116189"/>
                </a:lnTo>
                <a:lnTo>
                  <a:pt x="1560639" y="116511"/>
                </a:lnTo>
                <a:lnTo>
                  <a:pt x="1560404" y="116839"/>
                </a:lnTo>
                <a:lnTo>
                  <a:pt x="1560183" y="117175"/>
                </a:lnTo>
                <a:lnTo>
                  <a:pt x="1559974" y="117517"/>
                </a:lnTo>
                <a:lnTo>
                  <a:pt x="1559777" y="117865"/>
                </a:lnTo>
                <a:lnTo>
                  <a:pt x="1559593" y="118220"/>
                </a:lnTo>
                <a:lnTo>
                  <a:pt x="1559422" y="118582"/>
                </a:lnTo>
                <a:lnTo>
                  <a:pt x="1559264" y="118951"/>
                </a:lnTo>
                <a:lnTo>
                  <a:pt x="1559118" y="119326"/>
                </a:lnTo>
                <a:lnTo>
                  <a:pt x="1558985" y="119708"/>
                </a:lnTo>
                <a:lnTo>
                  <a:pt x="1558865" y="120097"/>
                </a:lnTo>
                <a:lnTo>
                  <a:pt x="1558757" y="120492"/>
                </a:lnTo>
                <a:lnTo>
                  <a:pt x="1558662" y="120894"/>
                </a:lnTo>
                <a:lnTo>
                  <a:pt x="1558580" y="121303"/>
                </a:lnTo>
                <a:lnTo>
                  <a:pt x="1558510" y="121718"/>
                </a:lnTo>
                <a:lnTo>
                  <a:pt x="1558453" y="122140"/>
                </a:lnTo>
                <a:lnTo>
                  <a:pt x="1558408" y="122569"/>
                </a:lnTo>
                <a:lnTo>
                  <a:pt x="1558377" y="123005"/>
                </a:lnTo>
                <a:lnTo>
                  <a:pt x="1558358" y="123447"/>
                </a:lnTo>
                <a:lnTo>
                  <a:pt x="1558351" y="123895"/>
                </a:lnTo>
                <a:lnTo>
                  <a:pt x="1558358" y="124328"/>
                </a:lnTo>
                <a:lnTo>
                  <a:pt x="1558377" y="124755"/>
                </a:lnTo>
                <a:lnTo>
                  <a:pt x="1558408" y="125177"/>
                </a:lnTo>
                <a:lnTo>
                  <a:pt x="1558453" y="125593"/>
                </a:lnTo>
                <a:lnTo>
                  <a:pt x="1558510" y="126003"/>
                </a:lnTo>
                <a:lnTo>
                  <a:pt x="1558580" y="126408"/>
                </a:lnTo>
                <a:lnTo>
                  <a:pt x="1558662" y="126807"/>
                </a:lnTo>
                <a:lnTo>
                  <a:pt x="1558757" y="127200"/>
                </a:lnTo>
                <a:lnTo>
                  <a:pt x="1558865" y="127588"/>
                </a:lnTo>
                <a:lnTo>
                  <a:pt x="1558985" y="127970"/>
                </a:lnTo>
                <a:lnTo>
                  <a:pt x="1559118" y="128346"/>
                </a:lnTo>
                <a:lnTo>
                  <a:pt x="1559264" y="128717"/>
                </a:lnTo>
                <a:lnTo>
                  <a:pt x="1559422" y="129082"/>
                </a:lnTo>
                <a:lnTo>
                  <a:pt x="1559593" y="129441"/>
                </a:lnTo>
                <a:lnTo>
                  <a:pt x="1559777" y="129795"/>
                </a:lnTo>
                <a:lnTo>
                  <a:pt x="1559974" y="130143"/>
                </a:lnTo>
                <a:lnTo>
                  <a:pt x="1560183" y="130485"/>
                </a:lnTo>
                <a:lnTo>
                  <a:pt x="1560404" y="130822"/>
                </a:lnTo>
                <a:lnTo>
                  <a:pt x="1560639" y="131153"/>
                </a:lnTo>
                <a:lnTo>
                  <a:pt x="1560886" y="131479"/>
                </a:lnTo>
                <a:lnTo>
                  <a:pt x="1561146" y="131798"/>
                </a:lnTo>
                <a:lnTo>
                  <a:pt x="1561418" y="132113"/>
                </a:lnTo>
                <a:lnTo>
                  <a:pt x="1561703" y="132421"/>
                </a:lnTo>
                <a:lnTo>
                  <a:pt x="1562001" y="132724"/>
                </a:lnTo>
                <a:lnTo>
                  <a:pt x="1562309" y="133018"/>
                </a:lnTo>
                <a:lnTo>
                  <a:pt x="1562623" y="133299"/>
                </a:lnTo>
                <a:lnTo>
                  <a:pt x="1562943" y="133568"/>
                </a:lnTo>
                <a:lnTo>
                  <a:pt x="1563270" y="133824"/>
                </a:lnTo>
                <a:lnTo>
                  <a:pt x="1563603" y="134068"/>
                </a:lnTo>
                <a:lnTo>
                  <a:pt x="1563943" y="134299"/>
                </a:lnTo>
                <a:lnTo>
                  <a:pt x="1564290" y="134518"/>
                </a:lnTo>
                <a:lnTo>
                  <a:pt x="1564643" y="134724"/>
                </a:lnTo>
                <a:lnTo>
                  <a:pt x="1565002" y="134918"/>
                </a:lnTo>
                <a:lnTo>
                  <a:pt x="1565368" y="135099"/>
                </a:lnTo>
                <a:lnTo>
                  <a:pt x="1565741" y="135268"/>
                </a:lnTo>
                <a:lnTo>
                  <a:pt x="1566120" y="135424"/>
                </a:lnTo>
                <a:lnTo>
                  <a:pt x="1566505" y="135568"/>
                </a:lnTo>
                <a:lnTo>
                  <a:pt x="1566897" y="135699"/>
                </a:lnTo>
                <a:lnTo>
                  <a:pt x="1567296" y="135818"/>
                </a:lnTo>
                <a:lnTo>
                  <a:pt x="1567701" y="135924"/>
                </a:lnTo>
                <a:lnTo>
                  <a:pt x="1568112" y="136018"/>
                </a:lnTo>
                <a:lnTo>
                  <a:pt x="1568530" y="136099"/>
                </a:lnTo>
                <a:lnTo>
                  <a:pt x="1568955" y="136168"/>
                </a:lnTo>
                <a:lnTo>
                  <a:pt x="1569386" y="136224"/>
                </a:lnTo>
                <a:lnTo>
                  <a:pt x="1569823" y="136268"/>
                </a:lnTo>
                <a:lnTo>
                  <a:pt x="1569936" y="136276"/>
                </a:lnTo>
                <a:lnTo>
                  <a:pt x="1569918" y="136379"/>
                </a:lnTo>
                <a:lnTo>
                  <a:pt x="1569814" y="136890"/>
                </a:lnTo>
                <a:lnTo>
                  <a:pt x="1569698" y="137396"/>
                </a:lnTo>
                <a:lnTo>
                  <a:pt x="1569570" y="137896"/>
                </a:lnTo>
                <a:lnTo>
                  <a:pt x="1569430" y="13839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98E9E-B8FC-40D4-A8F8-052234523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6055" y="6029768"/>
            <a:ext cx="3462309" cy="908147"/>
          </a:xfrm>
          <a:custGeom xmlns:a="http://schemas.openxmlformats.org/drawingml/2006/main">
            <a:pathLst>
              <a:path w="3462309" h="908147" fill="none">
                <a:moveTo>
                  <a:pt x="0" y="151358"/>
                </a:moveTo>
                <a:cubicBezTo>
                  <a:pt x="0" y="67691"/>
                  <a:pt x="67691" y="0"/>
                  <a:pt x="151358" y="0"/>
                </a:cubicBezTo>
                <a:lnTo>
                  <a:pt x="3310867" y="0"/>
                </a:lnTo>
                <a:cubicBezTo>
                  <a:pt x="3394534" y="0"/>
                  <a:pt x="3462309" y="67691"/>
                  <a:pt x="3462309" y="151358"/>
                </a:cubicBezTo>
                <a:lnTo>
                  <a:pt x="3462309" y="756789"/>
                </a:lnTo>
                <a:cubicBezTo>
                  <a:pt x="3462309" y="840372"/>
                  <a:pt x="3394534" y="908147"/>
                  <a:pt x="3310867" y="908147"/>
                </a:cubicBezTo>
                <a:lnTo>
                  <a:pt x="151358" y="908147"/>
                </a:lnTo>
                <a:cubicBezTo>
                  <a:pt x="67691" y="908147"/>
                  <a:pt x="0" y="840372"/>
                  <a:pt x="0" y="756789"/>
                </a:cubicBezTo>
                <a:lnTo>
                  <a:pt x="0" y="151358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  <p:sp>
        <p:nvSpPr>
          <p:cNvPr id="121" name="Text Ineedtomakesurethatthefunction">
            <a:extLst xmlns:a="http://schemas.openxmlformats.org/drawingml/2006/main">
              <a:ext uri="{FF2B5EF4-FFF2-40B4-BE49-F238E27FC236}">
                <a16:creationId xmlns:a16="http://schemas.microsoft.com/office/drawing/2014/main" id="{E6C66A20-73C9-4F72-B830-6FA2A5ECB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8649" y="6175810"/>
            <a:ext cx="3138614" cy="138100"/>
          </a:xfrm>
          <a:custGeom xmlns:a="http://schemas.openxmlformats.org/drawingml/2006/main">
            <a:pathLst>
              <a:path w="3138614" h="138100">
                <a:moveTo>
                  <a:pt x="17756" y="136324"/>
                </a:moveTo>
                <a:lnTo>
                  <a:pt x="17756" y="3551"/>
                </a:lnTo>
                <a:lnTo>
                  <a:pt x="0" y="3551"/>
                </a:lnTo>
                <a:lnTo>
                  <a:pt x="0" y="136324"/>
                </a:lnTo>
                <a:lnTo>
                  <a:pt x="17756" y="136324"/>
                </a:lnTo>
                <a:close/>
                <a:moveTo>
                  <a:pt x="1100691" y="83652"/>
                </a:moveTo>
                <a:lnTo>
                  <a:pt x="1144094" y="37287"/>
                </a:lnTo>
                <a:lnTo>
                  <a:pt x="1124661" y="37287"/>
                </a:lnTo>
                <a:lnTo>
                  <a:pt x="1081258" y="83957"/>
                </a:lnTo>
                <a:lnTo>
                  <a:pt x="1081258" y="3551"/>
                </a:lnTo>
                <a:lnTo>
                  <a:pt x="1064785" y="3551"/>
                </a:lnTo>
                <a:lnTo>
                  <a:pt x="1064785" y="136324"/>
                </a:lnTo>
                <a:lnTo>
                  <a:pt x="1081258" y="136324"/>
                </a:lnTo>
                <a:lnTo>
                  <a:pt x="1081258" y="84873"/>
                </a:lnTo>
                <a:lnTo>
                  <a:pt x="1127522" y="136324"/>
                </a:lnTo>
                <a:lnTo>
                  <a:pt x="1148040" y="136324"/>
                </a:lnTo>
                <a:lnTo>
                  <a:pt x="1100691" y="83652"/>
                </a:lnTo>
                <a:close/>
                <a:moveTo>
                  <a:pt x="452372" y="137909"/>
                </a:moveTo>
                <a:lnTo>
                  <a:pt x="453230" y="137826"/>
                </a:lnTo>
                <a:lnTo>
                  <a:pt x="454078" y="137727"/>
                </a:lnTo>
                <a:lnTo>
                  <a:pt x="454916" y="137612"/>
                </a:lnTo>
                <a:lnTo>
                  <a:pt x="455744" y="137483"/>
                </a:lnTo>
                <a:lnTo>
                  <a:pt x="456562" y="137338"/>
                </a:lnTo>
                <a:lnTo>
                  <a:pt x="457370" y="137178"/>
                </a:lnTo>
                <a:lnTo>
                  <a:pt x="458168" y="137003"/>
                </a:lnTo>
                <a:lnTo>
                  <a:pt x="458956" y="136812"/>
                </a:lnTo>
                <a:lnTo>
                  <a:pt x="459735" y="136606"/>
                </a:lnTo>
                <a:lnTo>
                  <a:pt x="460503" y="136385"/>
                </a:lnTo>
                <a:lnTo>
                  <a:pt x="461262" y="136149"/>
                </a:lnTo>
                <a:lnTo>
                  <a:pt x="462010" y="135898"/>
                </a:lnTo>
                <a:lnTo>
                  <a:pt x="462749" y="135631"/>
                </a:lnTo>
                <a:lnTo>
                  <a:pt x="463478" y="135349"/>
                </a:lnTo>
                <a:lnTo>
                  <a:pt x="464196" y="135052"/>
                </a:lnTo>
                <a:lnTo>
                  <a:pt x="464905" y="134739"/>
                </a:lnTo>
                <a:lnTo>
                  <a:pt x="465604" y="134412"/>
                </a:lnTo>
                <a:lnTo>
                  <a:pt x="466293" y="134069"/>
                </a:lnTo>
                <a:lnTo>
                  <a:pt x="466972" y="133710"/>
                </a:lnTo>
                <a:lnTo>
                  <a:pt x="467641" y="133340"/>
                </a:lnTo>
                <a:lnTo>
                  <a:pt x="468300" y="132961"/>
                </a:lnTo>
                <a:lnTo>
                  <a:pt x="468948" y="132572"/>
                </a:lnTo>
                <a:lnTo>
                  <a:pt x="469586" y="132175"/>
                </a:lnTo>
                <a:lnTo>
                  <a:pt x="470214" y="131768"/>
                </a:lnTo>
                <a:lnTo>
                  <a:pt x="470831" y="131352"/>
                </a:lnTo>
                <a:lnTo>
                  <a:pt x="471439" y="130927"/>
                </a:lnTo>
                <a:lnTo>
                  <a:pt x="472036" y="130494"/>
                </a:lnTo>
                <a:lnTo>
                  <a:pt x="472622" y="130051"/>
                </a:lnTo>
                <a:lnTo>
                  <a:pt x="473199" y="129599"/>
                </a:lnTo>
                <a:lnTo>
                  <a:pt x="473765" y="129137"/>
                </a:lnTo>
                <a:lnTo>
                  <a:pt x="474321" y="128667"/>
                </a:lnTo>
                <a:lnTo>
                  <a:pt x="474867" y="128188"/>
                </a:lnTo>
                <a:lnTo>
                  <a:pt x="475402" y="127700"/>
                </a:lnTo>
                <a:lnTo>
                  <a:pt x="475927" y="127202"/>
                </a:lnTo>
                <a:lnTo>
                  <a:pt x="476442" y="126696"/>
                </a:lnTo>
                <a:lnTo>
                  <a:pt x="476946" y="126180"/>
                </a:lnTo>
                <a:lnTo>
                  <a:pt x="477440" y="125656"/>
                </a:lnTo>
                <a:lnTo>
                  <a:pt x="477924" y="125122"/>
                </a:lnTo>
                <a:lnTo>
                  <a:pt x="478398" y="124579"/>
                </a:lnTo>
                <a:lnTo>
                  <a:pt x="478862" y="124027"/>
                </a:lnTo>
                <a:lnTo>
                  <a:pt x="479315" y="123466"/>
                </a:lnTo>
                <a:lnTo>
                  <a:pt x="479758" y="122896"/>
                </a:lnTo>
                <a:lnTo>
                  <a:pt x="480190" y="122317"/>
                </a:lnTo>
                <a:lnTo>
                  <a:pt x="481078" y="136324"/>
                </a:lnTo>
                <a:lnTo>
                  <a:pt x="496663" y="136324"/>
                </a:lnTo>
                <a:lnTo>
                  <a:pt x="496663" y="3551"/>
                </a:lnTo>
                <a:lnTo>
                  <a:pt x="480190" y="3551"/>
                </a:lnTo>
                <a:lnTo>
                  <a:pt x="480190" y="52281"/>
                </a:lnTo>
                <a:lnTo>
                  <a:pt x="479799" y="51645"/>
                </a:lnTo>
                <a:lnTo>
                  <a:pt x="479397" y="51021"/>
                </a:lnTo>
                <a:lnTo>
                  <a:pt x="478985" y="50407"/>
                </a:lnTo>
                <a:lnTo>
                  <a:pt x="478563" y="49805"/>
                </a:lnTo>
                <a:lnTo>
                  <a:pt x="478130" y="49214"/>
                </a:lnTo>
                <a:lnTo>
                  <a:pt x="477687" y="48634"/>
                </a:lnTo>
                <a:lnTo>
                  <a:pt x="477234" y="48065"/>
                </a:lnTo>
                <a:lnTo>
                  <a:pt x="476771" y="47508"/>
                </a:lnTo>
                <a:lnTo>
                  <a:pt x="476297" y="46961"/>
                </a:lnTo>
                <a:lnTo>
                  <a:pt x="475813" y="46426"/>
                </a:lnTo>
                <a:lnTo>
                  <a:pt x="475319" y="45901"/>
                </a:lnTo>
                <a:lnTo>
                  <a:pt x="474814" y="45388"/>
                </a:lnTo>
                <a:lnTo>
                  <a:pt x="474299" y="44886"/>
                </a:lnTo>
                <a:lnTo>
                  <a:pt x="473774" y="44395"/>
                </a:lnTo>
                <a:lnTo>
                  <a:pt x="473239" y="43915"/>
                </a:lnTo>
                <a:lnTo>
                  <a:pt x="472693" y="43447"/>
                </a:lnTo>
                <a:lnTo>
                  <a:pt x="472137" y="42989"/>
                </a:lnTo>
                <a:lnTo>
                  <a:pt x="471571" y="42543"/>
                </a:lnTo>
                <a:lnTo>
                  <a:pt x="470995" y="42108"/>
                </a:lnTo>
                <a:lnTo>
                  <a:pt x="470408" y="41683"/>
                </a:lnTo>
                <a:lnTo>
                  <a:pt x="469811" y="41270"/>
                </a:lnTo>
                <a:lnTo>
                  <a:pt x="469204" y="40869"/>
                </a:lnTo>
                <a:lnTo>
                  <a:pt x="468586" y="40478"/>
                </a:lnTo>
                <a:lnTo>
                  <a:pt x="467958" y="40098"/>
                </a:lnTo>
                <a:lnTo>
                  <a:pt x="467321" y="39732"/>
                </a:lnTo>
                <a:lnTo>
                  <a:pt x="466674" y="39381"/>
                </a:lnTo>
                <a:lnTo>
                  <a:pt x="466018" y="39046"/>
                </a:lnTo>
                <a:lnTo>
                  <a:pt x="465353" y="38727"/>
                </a:lnTo>
                <a:lnTo>
                  <a:pt x="464678" y="38423"/>
                </a:lnTo>
                <a:lnTo>
                  <a:pt x="463994" y="38135"/>
                </a:lnTo>
                <a:lnTo>
                  <a:pt x="463301" y="37862"/>
                </a:lnTo>
                <a:lnTo>
                  <a:pt x="462599" y="37605"/>
                </a:lnTo>
                <a:lnTo>
                  <a:pt x="461887" y="37363"/>
                </a:lnTo>
                <a:lnTo>
                  <a:pt x="461166" y="37137"/>
                </a:lnTo>
                <a:lnTo>
                  <a:pt x="460436" y="36927"/>
                </a:lnTo>
                <a:lnTo>
                  <a:pt x="459697" y="36732"/>
                </a:lnTo>
                <a:lnTo>
                  <a:pt x="458949" y="36553"/>
                </a:lnTo>
                <a:lnTo>
                  <a:pt x="458191" y="36389"/>
                </a:lnTo>
                <a:lnTo>
                  <a:pt x="457424" y="36241"/>
                </a:lnTo>
                <a:lnTo>
                  <a:pt x="456647" y="36109"/>
                </a:lnTo>
                <a:lnTo>
                  <a:pt x="455862" y="35992"/>
                </a:lnTo>
                <a:lnTo>
                  <a:pt x="455067" y="35891"/>
                </a:lnTo>
                <a:lnTo>
                  <a:pt x="454263" y="35805"/>
                </a:lnTo>
                <a:lnTo>
                  <a:pt x="453450" y="35735"/>
                </a:lnTo>
                <a:lnTo>
                  <a:pt x="452627" y="35680"/>
                </a:lnTo>
                <a:lnTo>
                  <a:pt x="451795" y="35641"/>
                </a:lnTo>
                <a:lnTo>
                  <a:pt x="450954" y="35618"/>
                </a:lnTo>
                <a:lnTo>
                  <a:pt x="450104" y="35610"/>
                </a:lnTo>
                <a:lnTo>
                  <a:pt x="449082" y="35620"/>
                </a:lnTo>
                <a:lnTo>
                  <a:pt x="448072" y="35650"/>
                </a:lnTo>
                <a:lnTo>
                  <a:pt x="447072" y="35700"/>
                </a:lnTo>
                <a:lnTo>
                  <a:pt x="446084" y="35770"/>
                </a:lnTo>
                <a:lnTo>
                  <a:pt x="445108" y="35859"/>
                </a:lnTo>
                <a:lnTo>
                  <a:pt x="444142" y="35969"/>
                </a:lnTo>
                <a:lnTo>
                  <a:pt x="443188" y="36098"/>
                </a:lnTo>
                <a:lnTo>
                  <a:pt x="442246" y="36248"/>
                </a:lnTo>
                <a:lnTo>
                  <a:pt x="441314" y="36417"/>
                </a:lnTo>
                <a:lnTo>
                  <a:pt x="440394" y="36607"/>
                </a:lnTo>
                <a:lnTo>
                  <a:pt x="439485" y="36816"/>
                </a:lnTo>
                <a:lnTo>
                  <a:pt x="438588" y="37045"/>
                </a:lnTo>
                <a:lnTo>
                  <a:pt x="437701" y="37294"/>
                </a:lnTo>
                <a:lnTo>
                  <a:pt x="436826" y="37563"/>
                </a:lnTo>
                <a:lnTo>
                  <a:pt x="435963" y="37852"/>
                </a:lnTo>
                <a:lnTo>
                  <a:pt x="435110" y="38161"/>
                </a:lnTo>
                <a:lnTo>
                  <a:pt x="434269" y="38490"/>
                </a:lnTo>
                <a:lnTo>
                  <a:pt x="433440" y="38839"/>
                </a:lnTo>
                <a:lnTo>
                  <a:pt x="432621" y="39207"/>
                </a:lnTo>
                <a:lnTo>
                  <a:pt x="431814" y="39596"/>
                </a:lnTo>
                <a:lnTo>
                  <a:pt x="431018" y="40005"/>
                </a:lnTo>
                <a:lnTo>
                  <a:pt x="430234" y="40433"/>
                </a:lnTo>
                <a:lnTo>
                  <a:pt x="429460" y="40882"/>
                </a:lnTo>
                <a:lnTo>
                  <a:pt x="428699" y="41350"/>
                </a:lnTo>
                <a:lnTo>
                  <a:pt x="427949" y="41838"/>
                </a:lnTo>
                <a:lnTo>
                  <a:pt x="427214" y="42345"/>
                </a:lnTo>
                <a:lnTo>
                  <a:pt x="426494" y="42871"/>
                </a:lnTo>
                <a:lnTo>
                  <a:pt x="425787" y="43417"/>
                </a:lnTo>
                <a:lnTo>
                  <a:pt x="425095" y="43982"/>
                </a:lnTo>
                <a:lnTo>
                  <a:pt x="424417" y="44566"/>
                </a:lnTo>
                <a:lnTo>
                  <a:pt x="423753" y="45169"/>
                </a:lnTo>
                <a:lnTo>
                  <a:pt x="423103" y="45792"/>
                </a:lnTo>
                <a:lnTo>
                  <a:pt x="422468" y="46433"/>
                </a:lnTo>
                <a:lnTo>
                  <a:pt x="421847" y="47094"/>
                </a:lnTo>
                <a:lnTo>
                  <a:pt x="421240" y="47774"/>
                </a:lnTo>
                <a:lnTo>
                  <a:pt x="420647" y="48474"/>
                </a:lnTo>
                <a:lnTo>
                  <a:pt x="420068" y="49192"/>
                </a:lnTo>
                <a:lnTo>
                  <a:pt x="419504" y="49930"/>
                </a:lnTo>
                <a:lnTo>
                  <a:pt x="418954" y="50687"/>
                </a:lnTo>
                <a:lnTo>
                  <a:pt x="418418" y="51463"/>
                </a:lnTo>
                <a:lnTo>
                  <a:pt x="417896" y="52259"/>
                </a:lnTo>
                <a:lnTo>
                  <a:pt x="417389" y="53074"/>
                </a:lnTo>
                <a:lnTo>
                  <a:pt x="416895" y="53908"/>
                </a:lnTo>
                <a:lnTo>
                  <a:pt x="416416" y="54761"/>
                </a:lnTo>
                <a:lnTo>
                  <a:pt x="415951" y="55633"/>
                </a:lnTo>
                <a:lnTo>
                  <a:pt x="415501" y="56525"/>
                </a:lnTo>
                <a:lnTo>
                  <a:pt x="415064" y="57436"/>
                </a:lnTo>
                <a:lnTo>
                  <a:pt x="414642" y="58366"/>
                </a:lnTo>
                <a:lnTo>
                  <a:pt x="414235" y="59315"/>
                </a:lnTo>
                <a:lnTo>
                  <a:pt x="413846" y="60283"/>
                </a:lnTo>
                <a:lnTo>
                  <a:pt x="413474" y="61271"/>
                </a:lnTo>
                <a:lnTo>
                  <a:pt x="413120" y="62279"/>
                </a:lnTo>
                <a:lnTo>
                  <a:pt x="412783" y="63305"/>
                </a:lnTo>
                <a:lnTo>
                  <a:pt x="412463" y="64352"/>
                </a:lnTo>
                <a:lnTo>
                  <a:pt x="412160" y="65417"/>
                </a:lnTo>
                <a:lnTo>
                  <a:pt x="411874" y="66502"/>
                </a:lnTo>
                <a:lnTo>
                  <a:pt x="411606" y="67606"/>
                </a:lnTo>
                <a:lnTo>
                  <a:pt x="411356" y="68730"/>
                </a:lnTo>
                <a:lnTo>
                  <a:pt x="411122" y="69873"/>
                </a:lnTo>
                <a:lnTo>
                  <a:pt x="410906" y="71036"/>
                </a:lnTo>
                <a:lnTo>
                  <a:pt x="410707" y="72218"/>
                </a:lnTo>
                <a:lnTo>
                  <a:pt x="410525" y="73419"/>
                </a:lnTo>
                <a:lnTo>
                  <a:pt x="410361" y="74640"/>
                </a:lnTo>
                <a:lnTo>
                  <a:pt x="410214" y="75880"/>
                </a:lnTo>
                <a:lnTo>
                  <a:pt x="410084" y="77140"/>
                </a:lnTo>
                <a:lnTo>
                  <a:pt x="409972" y="78419"/>
                </a:lnTo>
                <a:lnTo>
                  <a:pt x="409877" y="79717"/>
                </a:lnTo>
                <a:lnTo>
                  <a:pt x="409799" y="81035"/>
                </a:lnTo>
                <a:lnTo>
                  <a:pt x="409738" y="82372"/>
                </a:lnTo>
                <a:lnTo>
                  <a:pt x="409695" y="83729"/>
                </a:lnTo>
                <a:lnTo>
                  <a:pt x="409669" y="85105"/>
                </a:lnTo>
                <a:lnTo>
                  <a:pt x="409660" y="86501"/>
                </a:lnTo>
                <a:lnTo>
                  <a:pt x="409669" y="87905"/>
                </a:lnTo>
                <a:lnTo>
                  <a:pt x="409693" y="89290"/>
                </a:lnTo>
                <a:lnTo>
                  <a:pt x="409734" y="90657"/>
                </a:lnTo>
                <a:lnTo>
                  <a:pt x="409791" y="92004"/>
                </a:lnTo>
                <a:lnTo>
                  <a:pt x="409864" y="93333"/>
                </a:lnTo>
                <a:lnTo>
                  <a:pt x="409953" y="94643"/>
                </a:lnTo>
                <a:lnTo>
                  <a:pt x="410059" y="95934"/>
                </a:lnTo>
                <a:lnTo>
                  <a:pt x="410181" y="97206"/>
                </a:lnTo>
                <a:lnTo>
                  <a:pt x="410319" y="98459"/>
                </a:lnTo>
                <a:lnTo>
                  <a:pt x="410474" y="99693"/>
                </a:lnTo>
                <a:lnTo>
                  <a:pt x="410645" y="100909"/>
                </a:lnTo>
                <a:lnTo>
                  <a:pt x="410832" y="102105"/>
                </a:lnTo>
                <a:lnTo>
                  <a:pt x="411035" y="103283"/>
                </a:lnTo>
                <a:lnTo>
                  <a:pt x="411255" y="104442"/>
                </a:lnTo>
                <a:lnTo>
                  <a:pt x="411491" y="105582"/>
                </a:lnTo>
                <a:lnTo>
                  <a:pt x="411743" y="106703"/>
                </a:lnTo>
                <a:lnTo>
                  <a:pt x="412011" y="107805"/>
                </a:lnTo>
                <a:lnTo>
                  <a:pt x="412296" y="108889"/>
                </a:lnTo>
                <a:lnTo>
                  <a:pt x="412597" y="109953"/>
                </a:lnTo>
                <a:lnTo>
                  <a:pt x="412914" y="110999"/>
                </a:lnTo>
                <a:lnTo>
                  <a:pt x="413248" y="112026"/>
                </a:lnTo>
                <a:lnTo>
                  <a:pt x="413598" y="113034"/>
                </a:lnTo>
                <a:lnTo>
                  <a:pt x="413964" y="114023"/>
                </a:lnTo>
                <a:lnTo>
                  <a:pt x="414346" y="114993"/>
                </a:lnTo>
                <a:lnTo>
                  <a:pt x="414743" y="115944"/>
                </a:lnTo>
                <a:lnTo>
                  <a:pt x="415154" y="116875"/>
                </a:lnTo>
                <a:lnTo>
                  <a:pt x="415578" y="117785"/>
                </a:lnTo>
                <a:lnTo>
                  <a:pt x="416016" y="118676"/>
                </a:lnTo>
                <a:lnTo>
                  <a:pt x="416467" y="119548"/>
                </a:lnTo>
                <a:lnTo>
                  <a:pt x="416932" y="120399"/>
                </a:lnTo>
                <a:lnTo>
                  <a:pt x="417411" y="121230"/>
                </a:lnTo>
                <a:lnTo>
                  <a:pt x="417903" y="122041"/>
                </a:lnTo>
                <a:lnTo>
                  <a:pt x="418408" y="122832"/>
                </a:lnTo>
                <a:lnTo>
                  <a:pt x="418927" y="123604"/>
                </a:lnTo>
                <a:lnTo>
                  <a:pt x="419460" y="124355"/>
                </a:lnTo>
                <a:lnTo>
                  <a:pt x="420006" y="125087"/>
                </a:lnTo>
                <a:lnTo>
                  <a:pt x="420565" y="125798"/>
                </a:lnTo>
                <a:lnTo>
                  <a:pt x="421138" y="126490"/>
                </a:lnTo>
                <a:lnTo>
                  <a:pt x="421725" y="127162"/>
                </a:lnTo>
                <a:lnTo>
                  <a:pt x="422325" y="127814"/>
                </a:lnTo>
                <a:lnTo>
                  <a:pt x="422939" y="128446"/>
                </a:lnTo>
                <a:lnTo>
                  <a:pt x="423566" y="129058"/>
                </a:lnTo>
                <a:lnTo>
                  <a:pt x="424207" y="129650"/>
                </a:lnTo>
                <a:lnTo>
                  <a:pt x="424861" y="130222"/>
                </a:lnTo>
                <a:lnTo>
                  <a:pt x="425529" y="130774"/>
                </a:lnTo>
                <a:lnTo>
                  <a:pt x="426210" y="131306"/>
                </a:lnTo>
                <a:lnTo>
                  <a:pt x="426905" y="131819"/>
                </a:lnTo>
                <a:lnTo>
                  <a:pt x="427613" y="132311"/>
                </a:lnTo>
                <a:lnTo>
                  <a:pt x="428334" y="132783"/>
                </a:lnTo>
                <a:lnTo>
                  <a:pt x="429066" y="133236"/>
                </a:lnTo>
                <a:lnTo>
                  <a:pt x="429808" y="133668"/>
                </a:lnTo>
                <a:lnTo>
                  <a:pt x="430562" y="134080"/>
                </a:lnTo>
                <a:lnTo>
                  <a:pt x="431326" y="134472"/>
                </a:lnTo>
                <a:lnTo>
                  <a:pt x="432102" y="134844"/>
                </a:lnTo>
                <a:lnTo>
                  <a:pt x="432888" y="135195"/>
                </a:lnTo>
                <a:lnTo>
                  <a:pt x="433686" y="135527"/>
                </a:lnTo>
                <a:lnTo>
                  <a:pt x="434494" y="135839"/>
                </a:lnTo>
                <a:lnTo>
                  <a:pt x="435313" y="136130"/>
                </a:lnTo>
                <a:lnTo>
                  <a:pt x="436143" y="136401"/>
                </a:lnTo>
                <a:lnTo>
                  <a:pt x="436985" y="136653"/>
                </a:lnTo>
                <a:lnTo>
                  <a:pt x="437837" y="136884"/>
                </a:lnTo>
                <a:lnTo>
                  <a:pt x="438700" y="137095"/>
                </a:lnTo>
                <a:lnTo>
                  <a:pt x="439574" y="137286"/>
                </a:lnTo>
                <a:lnTo>
                  <a:pt x="440459" y="137457"/>
                </a:lnTo>
                <a:lnTo>
                  <a:pt x="441355" y="137608"/>
                </a:lnTo>
                <a:lnTo>
                  <a:pt x="442262" y="137738"/>
                </a:lnTo>
                <a:lnTo>
                  <a:pt x="443180" y="137849"/>
                </a:lnTo>
                <a:lnTo>
                  <a:pt x="444109" y="137939"/>
                </a:lnTo>
                <a:lnTo>
                  <a:pt x="445049" y="138010"/>
                </a:lnTo>
                <a:lnTo>
                  <a:pt x="445999" y="138060"/>
                </a:lnTo>
                <a:lnTo>
                  <a:pt x="446961" y="138090"/>
                </a:lnTo>
                <a:lnTo>
                  <a:pt x="447934" y="138100"/>
                </a:lnTo>
                <a:lnTo>
                  <a:pt x="448841" y="138092"/>
                </a:lnTo>
                <a:lnTo>
                  <a:pt x="449739" y="138070"/>
                </a:lnTo>
                <a:lnTo>
                  <a:pt x="450627" y="138031"/>
                </a:lnTo>
                <a:lnTo>
                  <a:pt x="451504" y="137978"/>
                </a:lnTo>
                <a:lnTo>
                  <a:pt x="452372" y="137909"/>
                </a:lnTo>
                <a:close/>
                <a:moveTo>
                  <a:pt x="446487" y="124163"/>
                </a:moveTo>
                <a:lnTo>
                  <a:pt x="445588" y="123976"/>
                </a:lnTo>
                <a:lnTo>
                  <a:pt x="444709" y="123756"/>
                </a:lnTo>
                <a:lnTo>
                  <a:pt x="443851" y="123502"/>
                </a:lnTo>
                <a:lnTo>
                  <a:pt x="443013" y="123214"/>
                </a:lnTo>
                <a:lnTo>
                  <a:pt x="442196" y="122893"/>
                </a:lnTo>
                <a:lnTo>
                  <a:pt x="441399" y="122537"/>
                </a:lnTo>
                <a:lnTo>
                  <a:pt x="440622" y="122148"/>
                </a:lnTo>
                <a:lnTo>
                  <a:pt x="439866" y="121724"/>
                </a:lnTo>
                <a:lnTo>
                  <a:pt x="439130" y="121267"/>
                </a:lnTo>
                <a:lnTo>
                  <a:pt x="438414" y="120776"/>
                </a:lnTo>
                <a:lnTo>
                  <a:pt x="437719" y="120251"/>
                </a:lnTo>
                <a:lnTo>
                  <a:pt x="437044" y="119692"/>
                </a:lnTo>
                <a:lnTo>
                  <a:pt x="436390" y="119100"/>
                </a:lnTo>
                <a:lnTo>
                  <a:pt x="435756" y="118473"/>
                </a:lnTo>
                <a:lnTo>
                  <a:pt x="435142" y="117813"/>
                </a:lnTo>
                <a:lnTo>
                  <a:pt x="434549" y="117119"/>
                </a:lnTo>
                <a:lnTo>
                  <a:pt x="433976" y="116390"/>
                </a:lnTo>
                <a:lnTo>
                  <a:pt x="433423" y="115628"/>
                </a:lnTo>
                <a:lnTo>
                  <a:pt x="432891" y="114833"/>
                </a:lnTo>
                <a:lnTo>
                  <a:pt x="432380" y="114005"/>
                </a:lnTo>
                <a:lnTo>
                  <a:pt x="431890" y="113146"/>
                </a:lnTo>
                <a:lnTo>
                  <a:pt x="431423" y="112256"/>
                </a:lnTo>
                <a:lnTo>
                  <a:pt x="430977" y="111336"/>
                </a:lnTo>
                <a:lnTo>
                  <a:pt x="430553" y="110386"/>
                </a:lnTo>
                <a:lnTo>
                  <a:pt x="430150" y="109404"/>
                </a:lnTo>
                <a:lnTo>
                  <a:pt x="429770" y="108392"/>
                </a:lnTo>
                <a:lnTo>
                  <a:pt x="429411" y="107349"/>
                </a:lnTo>
                <a:lnTo>
                  <a:pt x="429074" y="106276"/>
                </a:lnTo>
                <a:lnTo>
                  <a:pt x="428759" y="105172"/>
                </a:lnTo>
                <a:lnTo>
                  <a:pt x="428465" y="104037"/>
                </a:lnTo>
                <a:lnTo>
                  <a:pt x="428193" y="102872"/>
                </a:lnTo>
                <a:lnTo>
                  <a:pt x="427943" y="101676"/>
                </a:lnTo>
                <a:lnTo>
                  <a:pt x="427715" y="100450"/>
                </a:lnTo>
                <a:lnTo>
                  <a:pt x="427508" y="99192"/>
                </a:lnTo>
                <a:lnTo>
                  <a:pt x="427323" y="97904"/>
                </a:lnTo>
                <a:lnTo>
                  <a:pt x="427160" y="96586"/>
                </a:lnTo>
                <a:lnTo>
                  <a:pt x="427019" y="95237"/>
                </a:lnTo>
                <a:lnTo>
                  <a:pt x="426899" y="93857"/>
                </a:lnTo>
                <a:lnTo>
                  <a:pt x="426801" y="92446"/>
                </a:lnTo>
                <a:lnTo>
                  <a:pt x="426725" y="91005"/>
                </a:lnTo>
                <a:lnTo>
                  <a:pt x="426671" y="89533"/>
                </a:lnTo>
                <a:lnTo>
                  <a:pt x="426638" y="88031"/>
                </a:lnTo>
                <a:lnTo>
                  <a:pt x="426627" y="86497"/>
                </a:lnTo>
                <a:lnTo>
                  <a:pt x="426639" y="85015"/>
                </a:lnTo>
                <a:lnTo>
                  <a:pt x="426673" y="83560"/>
                </a:lnTo>
                <a:lnTo>
                  <a:pt x="426731" y="82134"/>
                </a:lnTo>
                <a:lnTo>
                  <a:pt x="426812" y="80737"/>
                </a:lnTo>
                <a:lnTo>
                  <a:pt x="426916" y="79368"/>
                </a:lnTo>
                <a:lnTo>
                  <a:pt x="427043" y="78028"/>
                </a:lnTo>
                <a:lnTo>
                  <a:pt x="427193" y="76716"/>
                </a:lnTo>
                <a:lnTo>
                  <a:pt x="427367" y="75433"/>
                </a:lnTo>
                <a:lnTo>
                  <a:pt x="427563" y="74178"/>
                </a:lnTo>
                <a:lnTo>
                  <a:pt x="427783" y="72952"/>
                </a:lnTo>
                <a:lnTo>
                  <a:pt x="428026" y="71754"/>
                </a:lnTo>
                <a:lnTo>
                  <a:pt x="428292" y="70585"/>
                </a:lnTo>
                <a:lnTo>
                  <a:pt x="428581" y="69444"/>
                </a:lnTo>
                <a:lnTo>
                  <a:pt x="428893" y="68332"/>
                </a:lnTo>
                <a:lnTo>
                  <a:pt x="429228" y="67249"/>
                </a:lnTo>
                <a:lnTo>
                  <a:pt x="429586" y="66193"/>
                </a:lnTo>
                <a:lnTo>
                  <a:pt x="429968" y="65167"/>
                </a:lnTo>
                <a:lnTo>
                  <a:pt x="430372" y="64169"/>
                </a:lnTo>
                <a:lnTo>
                  <a:pt x="430800" y="63199"/>
                </a:lnTo>
                <a:lnTo>
                  <a:pt x="431251" y="62258"/>
                </a:lnTo>
                <a:lnTo>
                  <a:pt x="431725" y="61345"/>
                </a:lnTo>
                <a:lnTo>
                  <a:pt x="432222" y="60461"/>
                </a:lnTo>
                <a:lnTo>
                  <a:pt x="432742" y="59606"/>
                </a:lnTo>
                <a:lnTo>
                  <a:pt x="433285" y="58779"/>
                </a:lnTo>
                <a:lnTo>
                  <a:pt x="433852" y="57983"/>
                </a:lnTo>
                <a:lnTo>
                  <a:pt x="434440" y="57221"/>
                </a:lnTo>
                <a:lnTo>
                  <a:pt x="435051" y="56493"/>
                </a:lnTo>
                <a:lnTo>
                  <a:pt x="435684" y="55799"/>
                </a:lnTo>
                <a:lnTo>
                  <a:pt x="436340" y="55138"/>
                </a:lnTo>
                <a:lnTo>
                  <a:pt x="437018" y="54512"/>
                </a:lnTo>
                <a:lnTo>
                  <a:pt x="437719" y="53919"/>
                </a:lnTo>
                <a:lnTo>
                  <a:pt x="438442" y="53360"/>
                </a:lnTo>
                <a:lnTo>
                  <a:pt x="439188" y="52835"/>
                </a:lnTo>
                <a:lnTo>
                  <a:pt x="439956" y="52344"/>
                </a:lnTo>
                <a:lnTo>
                  <a:pt x="440746" y="51887"/>
                </a:lnTo>
                <a:lnTo>
                  <a:pt x="441559" y="51464"/>
                </a:lnTo>
                <a:lnTo>
                  <a:pt x="442394" y="51074"/>
                </a:lnTo>
                <a:lnTo>
                  <a:pt x="443252" y="50719"/>
                </a:lnTo>
                <a:lnTo>
                  <a:pt x="444132" y="50397"/>
                </a:lnTo>
                <a:lnTo>
                  <a:pt x="445035" y="50109"/>
                </a:lnTo>
                <a:lnTo>
                  <a:pt x="445960" y="49855"/>
                </a:lnTo>
                <a:lnTo>
                  <a:pt x="446907" y="49635"/>
                </a:lnTo>
                <a:lnTo>
                  <a:pt x="447877" y="49449"/>
                </a:lnTo>
                <a:lnTo>
                  <a:pt x="448870" y="49296"/>
                </a:lnTo>
                <a:lnTo>
                  <a:pt x="449884" y="49178"/>
                </a:lnTo>
                <a:lnTo>
                  <a:pt x="450922" y="49093"/>
                </a:lnTo>
                <a:lnTo>
                  <a:pt x="451981" y="49042"/>
                </a:lnTo>
                <a:lnTo>
                  <a:pt x="453063" y="49026"/>
                </a:lnTo>
                <a:lnTo>
                  <a:pt x="453888" y="49035"/>
                </a:lnTo>
                <a:lnTo>
                  <a:pt x="454700" y="49064"/>
                </a:lnTo>
                <a:lnTo>
                  <a:pt x="455501" y="49111"/>
                </a:lnTo>
                <a:lnTo>
                  <a:pt x="456290" y="49178"/>
                </a:lnTo>
                <a:lnTo>
                  <a:pt x="457067" y="49264"/>
                </a:lnTo>
                <a:lnTo>
                  <a:pt x="457832" y="49369"/>
                </a:lnTo>
                <a:lnTo>
                  <a:pt x="458586" y="49493"/>
                </a:lnTo>
                <a:lnTo>
                  <a:pt x="459327" y="49636"/>
                </a:lnTo>
                <a:lnTo>
                  <a:pt x="460057" y="49798"/>
                </a:lnTo>
                <a:lnTo>
                  <a:pt x="460775" y="49979"/>
                </a:lnTo>
                <a:lnTo>
                  <a:pt x="461481" y="50179"/>
                </a:lnTo>
                <a:lnTo>
                  <a:pt x="462175" y="50399"/>
                </a:lnTo>
                <a:lnTo>
                  <a:pt x="462858" y="50637"/>
                </a:lnTo>
                <a:lnTo>
                  <a:pt x="463529" y="50895"/>
                </a:lnTo>
                <a:lnTo>
                  <a:pt x="464188" y="51171"/>
                </a:lnTo>
                <a:lnTo>
                  <a:pt x="464835" y="51467"/>
                </a:lnTo>
                <a:lnTo>
                  <a:pt x="465470" y="51782"/>
                </a:lnTo>
                <a:lnTo>
                  <a:pt x="466093" y="52115"/>
                </a:lnTo>
                <a:lnTo>
                  <a:pt x="466705" y="52468"/>
                </a:lnTo>
                <a:lnTo>
                  <a:pt x="467305" y="52840"/>
                </a:lnTo>
                <a:lnTo>
                  <a:pt x="467893" y="53231"/>
                </a:lnTo>
                <a:lnTo>
                  <a:pt x="468469" y="53641"/>
                </a:lnTo>
                <a:lnTo>
                  <a:pt x="469033" y="54070"/>
                </a:lnTo>
                <a:lnTo>
                  <a:pt x="469586" y="54519"/>
                </a:lnTo>
                <a:lnTo>
                  <a:pt x="470128" y="54982"/>
                </a:lnTo>
                <a:lnTo>
                  <a:pt x="470662" y="55455"/>
                </a:lnTo>
                <a:lnTo>
                  <a:pt x="471187" y="55938"/>
                </a:lnTo>
                <a:lnTo>
                  <a:pt x="471703" y="56431"/>
                </a:lnTo>
                <a:lnTo>
                  <a:pt x="472210" y="56934"/>
                </a:lnTo>
                <a:lnTo>
                  <a:pt x="472709" y="57448"/>
                </a:lnTo>
                <a:lnTo>
                  <a:pt x="473199" y="57972"/>
                </a:lnTo>
                <a:lnTo>
                  <a:pt x="473680" y="58506"/>
                </a:lnTo>
                <a:lnTo>
                  <a:pt x="474152" y="59050"/>
                </a:lnTo>
                <a:lnTo>
                  <a:pt x="474616" y="59604"/>
                </a:lnTo>
                <a:lnTo>
                  <a:pt x="475071" y="60169"/>
                </a:lnTo>
                <a:lnTo>
                  <a:pt x="475517" y="60743"/>
                </a:lnTo>
                <a:lnTo>
                  <a:pt x="475954" y="61328"/>
                </a:lnTo>
                <a:lnTo>
                  <a:pt x="476383" y="61923"/>
                </a:lnTo>
                <a:lnTo>
                  <a:pt x="476803" y="62528"/>
                </a:lnTo>
                <a:lnTo>
                  <a:pt x="477214" y="63143"/>
                </a:lnTo>
                <a:lnTo>
                  <a:pt x="477617" y="63768"/>
                </a:lnTo>
                <a:lnTo>
                  <a:pt x="478011" y="64404"/>
                </a:lnTo>
                <a:lnTo>
                  <a:pt x="478396" y="65050"/>
                </a:lnTo>
                <a:lnTo>
                  <a:pt x="478772" y="65705"/>
                </a:lnTo>
                <a:lnTo>
                  <a:pt x="479140" y="66371"/>
                </a:lnTo>
                <a:lnTo>
                  <a:pt x="479499" y="67048"/>
                </a:lnTo>
                <a:lnTo>
                  <a:pt x="479849" y="67734"/>
                </a:lnTo>
                <a:lnTo>
                  <a:pt x="480190" y="68430"/>
                </a:lnTo>
                <a:lnTo>
                  <a:pt x="480190" y="106929"/>
                </a:lnTo>
                <a:lnTo>
                  <a:pt x="479824" y="107532"/>
                </a:lnTo>
                <a:lnTo>
                  <a:pt x="479448" y="108129"/>
                </a:lnTo>
                <a:lnTo>
                  <a:pt x="479063" y="108718"/>
                </a:lnTo>
                <a:lnTo>
                  <a:pt x="478669" y="109300"/>
                </a:lnTo>
                <a:lnTo>
                  <a:pt x="478266" y="109874"/>
                </a:lnTo>
                <a:lnTo>
                  <a:pt x="477854" y="110441"/>
                </a:lnTo>
                <a:lnTo>
                  <a:pt x="477432" y="111001"/>
                </a:lnTo>
                <a:lnTo>
                  <a:pt x="477001" y="111553"/>
                </a:lnTo>
                <a:lnTo>
                  <a:pt x="476560" y="112099"/>
                </a:lnTo>
                <a:lnTo>
                  <a:pt x="476111" y="112637"/>
                </a:lnTo>
                <a:lnTo>
                  <a:pt x="475652" y="113167"/>
                </a:lnTo>
                <a:lnTo>
                  <a:pt x="475184" y="113691"/>
                </a:lnTo>
                <a:lnTo>
                  <a:pt x="474707" y="114207"/>
                </a:lnTo>
                <a:lnTo>
                  <a:pt x="474220" y="114715"/>
                </a:lnTo>
                <a:lnTo>
                  <a:pt x="473724" y="115217"/>
                </a:lnTo>
                <a:lnTo>
                  <a:pt x="473219" y="115711"/>
                </a:lnTo>
                <a:lnTo>
                  <a:pt x="472705" y="116198"/>
                </a:lnTo>
                <a:lnTo>
                  <a:pt x="472182" y="116677"/>
                </a:lnTo>
                <a:lnTo>
                  <a:pt x="471649" y="117149"/>
                </a:lnTo>
                <a:lnTo>
                  <a:pt x="471107" y="117614"/>
                </a:lnTo>
                <a:lnTo>
                  <a:pt x="470556" y="118072"/>
                </a:lnTo>
                <a:lnTo>
                  <a:pt x="469995" y="118522"/>
                </a:lnTo>
                <a:lnTo>
                  <a:pt x="469425" y="118965"/>
                </a:lnTo>
                <a:lnTo>
                  <a:pt x="468846" y="119401"/>
                </a:lnTo>
                <a:lnTo>
                  <a:pt x="468256" y="119824"/>
                </a:lnTo>
                <a:lnTo>
                  <a:pt x="467654" y="120229"/>
                </a:lnTo>
                <a:lnTo>
                  <a:pt x="467040" y="120616"/>
                </a:lnTo>
                <a:lnTo>
                  <a:pt x="466413" y="120985"/>
                </a:lnTo>
                <a:lnTo>
                  <a:pt x="465774" y="121336"/>
                </a:lnTo>
                <a:lnTo>
                  <a:pt x="465122" y="121669"/>
                </a:lnTo>
                <a:lnTo>
                  <a:pt x="464459" y="121984"/>
                </a:lnTo>
                <a:lnTo>
                  <a:pt x="463783" y="122282"/>
                </a:lnTo>
                <a:lnTo>
                  <a:pt x="463094" y="122561"/>
                </a:lnTo>
                <a:lnTo>
                  <a:pt x="462393" y="122822"/>
                </a:lnTo>
                <a:lnTo>
                  <a:pt x="461680" y="123065"/>
                </a:lnTo>
                <a:lnTo>
                  <a:pt x="460955" y="123290"/>
                </a:lnTo>
                <a:lnTo>
                  <a:pt x="460217" y="123497"/>
                </a:lnTo>
                <a:lnTo>
                  <a:pt x="459467" y="123686"/>
                </a:lnTo>
                <a:lnTo>
                  <a:pt x="458704" y="123857"/>
                </a:lnTo>
                <a:lnTo>
                  <a:pt x="457930" y="124010"/>
                </a:lnTo>
                <a:lnTo>
                  <a:pt x="457143" y="124145"/>
                </a:lnTo>
                <a:lnTo>
                  <a:pt x="456343" y="124262"/>
                </a:lnTo>
                <a:lnTo>
                  <a:pt x="455531" y="124361"/>
                </a:lnTo>
                <a:lnTo>
                  <a:pt x="454707" y="124442"/>
                </a:lnTo>
                <a:lnTo>
                  <a:pt x="453871" y="124505"/>
                </a:lnTo>
                <a:lnTo>
                  <a:pt x="453022" y="124550"/>
                </a:lnTo>
                <a:lnTo>
                  <a:pt x="452161" y="124577"/>
                </a:lnTo>
                <a:lnTo>
                  <a:pt x="451288" y="124586"/>
                </a:lnTo>
                <a:lnTo>
                  <a:pt x="450287" y="124569"/>
                </a:lnTo>
                <a:lnTo>
                  <a:pt x="449306" y="124518"/>
                </a:lnTo>
                <a:lnTo>
                  <a:pt x="448346" y="124434"/>
                </a:lnTo>
                <a:lnTo>
                  <a:pt x="447406" y="124315"/>
                </a:lnTo>
                <a:lnTo>
                  <a:pt x="446487" y="124163"/>
                </a:lnTo>
                <a:close/>
                <a:moveTo>
                  <a:pt x="604387" y="122973"/>
                </a:moveTo>
                <a:lnTo>
                  <a:pt x="603712" y="122930"/>
                </a:lnTo>
                <a:lnTo>
                  <a:pt x="603059" y="122869"/>
                </a:lnTo>
                <a:lnTo>
                  <a:pt x="602428" y="122791"/>
                </a:lnTo>
                <a:lnTo>
                  <a:pt x="601820" y="122696"/>
                </a:lnTo>
                <a:lnTo>
                  <a:pt x="601234" y="122583"/>
                </a:lnTo>
                <a:lnTo>
                  <a:pt x="600671" y="122453"/>
                </a:lnTo>
                <a:lnTo>
                  <a:pt x="600130" y="122306"/>
                </a:lnTo>
                <a:lnTo>
                  <a:pt x="599611" y="122142"/>
                </a:lnTo>
                <a:lnTo>
                  <a:pt x="599115" y="121960"/>
                </a:lnTo>
                <a:lnTo>
                  <a:pt x="598642" y="121761"/>
                </a:lnTo>
                <a:lnTo>
                  <a:pt x="598190" y="121544"/>
                </a:lnTo>
                <a:lnTo>
                  <a:pt x="597762" y="121310"/>
                </a:lnTo>
                <a:lnTo>
                  <a:pt x="597355" y="121059"/>
                </a:lnTo>
                <a:lnTo>
                  <a:pt x="596972" y="120791"/>
                </a:lnTo>
                <a:lnTo>
                  <a:pt x="596610" y="120505"/>
                </a:lnTo>
                <a:lnTo>
                  <a:pt x="596271" y="120202"/>
                </a:lnTo>
                <a:lnTo>
                  <a:pt x="595955" y="119882"/>
                </a:lnTo>
                <a:lnTo>
                  <a:pt x="595660" y="119544"/>
                </a:lnTo>
                <a:lnTo>
                  <a:pt x="595389" y="119189"/>
                </a:lnTo>
                <a:lnTo>
                  <a:pt x="595139" y="118817"/>
                </a:lnTo>
                <a:lnTo>
                  <a:pt x="594913" y="118427"/>
                </a:lnTo>
                <a:lnTo>
                  <a:pt x="594708" y="118020"/>
                </a:lnTo>
                <a:lnTo>
                  <a:pt x="594519" y="117597"/>
                </a:lnTo>
                <a:lnTo>
                  <a:pt x="594338" y="117158"/>
                </a:lnTo>
                <a:lnTo>
                  <a:pt x="594165" y="116705"/>
                </a:lnTo>
                <a:lnTo>
                  <a:pt x="594000" y="116236"/>
                </a:lnTo>
                <a:lnTo>
                  <a:pt x="593843" y="115752"/>
                </a:lnTo>
                <a:lnTo>
                  <a:pt x="593694" y="115253"/>
                </a:lnTo>
                <a:lnTo>
                  <a:pt x="593553" y="114739"/>
                </a:lnTo>
                <a:lnTo>
                  <a:pt x="593420" y="114209"/>
                </a:lnTo>
                <a:lnTo>
                  <a:pt x="593296" y="113665"/>
                </a:lnTo>
                <a:lnTo>
                  <a:pt x="593179" y="113105"/>
                </a:lnTo>
                <a:lnTo>
                  <a:pt x="593070" y="112530"/>
                </a:lnTo>
                <a:lnTo>
                  <a:pt x="592970" y="111940"/>
                </a:lnTo>
                <a:lnTo>
                  <a:pt x="592877" y="111334"/>
                </a:lnTo>
                <a:lnTo>
                  <a:pt x="592793" y="110714"/>
                </a:lnTo>
                <a:lnTo>
                  <a:pt x="592716" y="110078"/>
                </a:lnTo>
                <a:lnTo>
                  <a:pt x="592648" y="109427"/>
                </a:lnTo>
                <a:lnTo>
                  <a:pt x="592587" y="108761"/>
                </a:lnTo>
                <a:lnTo>
                  <a:pt x="592535" y="108080"/>
                </a:lnTo>
                <a:lnTo>
                  <a:pt x="592491" y="107383"/>
                </a:lnTo>
                <a:lnTo>
                  <a:pt x="592455" y="106672"/>
                </a:lnTo>
                <a:lnTo>
                  <a:pt x="592426" y="105945"/>
                </a:lnTo>
                <a:lnTo>
                  <a:pt x="592406" y="105203"/>
                </a:lnTo>
                <a:lnTo>
                  <a:pt x="592394" y="104446"/>
                </a:lnTo>
                <a:lnTo>
                  <a:pt x="592390" y="103674"/>
                </a:lnTo>
                <a:lnTo>
                  <a:pt x="592390" y="50604"/>
                </a:lnTo>
                <a:lnTo>
                  <a:pt x="616064" y="50604"/>
                </a:lnTo>
                <a:lnTo>
                  <a:pt x="616064" y="37287"/>
                </a:lnTo>
                <a:lnTo>
                  <a:pt x="592390" y="37287"/>
                </a:lnTo>
                <a:lnTo>
                  <a:pt x="592390" y="15290"/>
                </a:lnTo>
                <a:lnTo>
                  <a:pt x="576015" y="15290"/>
                </a:lnTo>
                <a:lnTo>
                  <a:pt x="576015" y="37287"/>
                </a:lnTo>
                <a:lnTo>
                  <a:pt x="559937" y="37287"/>
                </a:lnTo>
                <a:lnTo>
                  <a:pt x="559937" y="50604"/>
                </a:lnTo>
                <a:lnTo>
                  <a:pt x="576015" y="50604"/>
                </a:lnTo>
                <a:lnTo>
                  <a:pt x="576015" y="104142"/>
                </a:lnTo>
                <a:lnTo>
                  <a:pt x="576019" y="104980"/>
                </a:lnTo>
                <a:lnTo>
                  <a:pt x="576032" y="105808"/>
                </a:lnTo>
                <a:lnTo>
                  <a:pt x="576052" y="106625"/>
                </a:lnTo>
                <a:lnTo>
                  <a:pt x="576080" y="107433"/>
                </a:lnTo>
                <a:lnTo>
                  <a:pt x="576116" y="108230"/>
                </a:lnTo>
                <a:lnTo>
                  <a:pt x="576160" y="109017"/>
                </a:lnTo>
                <a:lnTo>
                  <a:pt x="576213" y="109794"/>
                </a:lnTo>
                <a:lnTo>
                  <a:pt x="576273" y="110562"/>
                </a:lnTo>
                <a:lnTo>
                  <a:pt x="576341" y="111318"/>
                </a:lnTo>
                <a:lnTo>
                  <a:pt x="576418" y="112065"/>
                </a:lnTo>
                <a:lnTo>
                  <a:pt x="576502" y="112802"/>
                </a:lnTo>
                <a:lnTo>
                  <a:pt x="576595" y="113529"/>
                </a:lnTo>
                <a:lnTo>
                  <a:pt x="576696" y="114245"/>
                </a:lnTo>
                <a:lnTo>
                  <a:pt x="576804" y="114952"/>
                </a:lnTo>
                <a:lnTo>
                  <a:pt x="576921" y="115648"/>
                </a:lnTo>
                <a:lnTo>
                  <a:pt x="577046" y="116334"/>
                </a:lnTo>
                <a:lnTo>
                  <a:pt x="577178" y="117010"/>
                </a:lnTo>
                <a:lnTo>
                  <a:pt x="577319" y="117676"/>
                </a:lnTo>
                <a:lnTo>
                  <a:pt x="577468" y="118332"/>
                </a:lnTo>
                <a:lnTo>
                  <a:pt x="577625" y="118978"/>
                </a:lnTo>
                <a:lnTo>
                  <a:pt x="577790" y="119614"/>
                </a:lnTo>
                <a:lnTo>
                  <a:pt x="577963" y="120239"/>
                </a:lnTo>
                <a:lnTo>
                  <a:pt x="578144" y="120855"/>
                </a:lnTo>
                <a:lnTo>
                  <a:pt x="578334" y="121460"/>
                </a:lnTo>
                <a:lnTo>
                  <a:pt x="578533" y="122054"/>
                </a:lnTo>
                <a:lnTo>
                  <a:pt x="578747" y="122637"/>
                </a:lnTo>
                <a:lnTo>
                  <a:pt x="578974" y="123208"/>
                </a:lnTo>
                <a:lnTo>
                  <a:pt x="579214" y="123767"/>
                </a:lnTo>
                <a:lnTo>
                  <a:pt x="579469" y="124314"/>
                </a:lnTo>
                <a:lnTo>
                  <a:pt x="579736" y="124850"/>
                </a:lnTo>
                <a:lnTo>
                  <a:pt x="580017" y="125374"/>
                </a:lnTo>
                <a:lnTo>
                  <a:pt x="580312" y="125886"/>
                </a:lnTo>
                <a:lnTo>
                  <a:pt x="580620" y="126387"/>
                </a:lnTo>
                <a:lnTo>
                  <a:pt x="580942" y="126876"/>
                </a:lnTo>
                <a:lnTo>
                  <a:pt x="581277" y="127353"/>
                </a:lnTo>
                <a:lnTo>
                  <a:pt x="581626" y="127819"/>
                </a:lnTo>
                <a:lnTo>
                  <a:pt x="581988" y="128273"/>
                </a:lnTo>
                <a:lnTo>
                  <a:pt x="582364" y="128715"/>
                </a:lnTo>
                <a:lnTo>
                  <a:pt x="582753" y="129145"/>
                </a:lnTo>
                <a:lnTo>
                  <a:pt x="583156" y="129564"/>
                </a:lnTo>
                <a:lnTo>
                  <a:pt x="583572" y="129971"/>
                </a:lnTo>
                <a:lnTo>
                  <a:pt x="584002" y="130366"/>
                </a:lnTo>
                <a:lnTo>
                  <a:pt x="584446" y="130750"/>
                </a:lnTo>
                <a:lnTo>
                  <a:pt x="584903" y="131122"/>
                </a:lnTo>
                <a:lnTo>
                  <a:pt x="585373" y="131482"/>
                </a:lnTo>
                <a:lnTo>
                  <a:pt x="585857" y="131831"/>
                </a:lnTo>
                <a:lnTo>
                  <a:pt x="586355" y="132168"/>
                </a:lnTo>
                <a:lnTo>
                  <a:pt x="586866" y="132493"/>
                </a:lnTo>
                <a:lnTo>
                  <a:pt x="587393" y="132805"/>
                </a:lnTo>
                <a:lnTo>
                  <a:pt x="587940" y="133105"/>
                </a:lnTo>
                <a:lnTo>
                  <a:pt x="588505" y="133391"/>
                </a:lnTo>
                <a:lnTo>
                  <a:pt x="589088" y="133664"/>
                </a:lnTo>
                <a:lnTo>
                  <a:pt x="589691" y="133923"/>
                </a:lnTo>
                <a:lnTo>
                  <a:pt x="590312" y="134169"/>
                </a:lnTo>
                <a:lnTo>
                  <a:pt x="590953" y="134402"/>
                </a:lnTo>
                <a:lnTo>
                  <a:pt x="591612" y="134621"/>
                </a:lnTo>
                <a:lnTo>
                  <a:pt x="592290" y="134828"/>
                </a:lnTo>
                <a:lnTo>
                  <a:pt x="592987" y="135021"/>
                </a:lnTo>
                <a:lnTo>
                  <a:pt x="593702" y="135200"/>
                </a:lnTo>
                <a:lnTo>
                  <a:pt x="594437" y="135367"/>
                </a:lnTo>
                <a:lnTo>
                  <a:pt x="595190" y="135520"/>
                </a:lnTo>
                <a:lnTo>
                  <a:pt x="595962" y="135659"/>
                </a:lnTo>
                <a:lnTo>
                  <a:pt x="596754" y="135786"/>
                </a:lnTo>
                <a:lnTo>
                  <a:pt x="597563" y="135899"/>
                </a:lnTo>
                <a:lnTo>
                  <a:pt x="598392" y="135998"/>
                </a:lnTo>
                <a:lnTo>
                  <a:pt x="599240" y="136085"/>
                </a:lnTo>
                <a:lnTo>
                  <a:pt x="600106" y="136158"/>
                </a:lnTo>
                <a:lnTo>
                  <a:pt x="600991" y="136218"/>
                </a:lnTo>
                <a:lnTo>
                  <a:pt x="601895" y="136265"/>
                </a:lnTo>
                <a:lnTo>
                  <a:pt x="602818" y="136298"/>
                </a:lnTo>
                <a:lnTo>
                  <a:pt x="603760" y="136318"/>
                </a:lnTo>
                <a:lnTo>
                  <a:pt x="604720" y="136324"/>
                </a:lnTo>
                <a:lnTo>
                  <a:pt x="616262" y="136324"/>
                </a:lnTo>
                <a:lnTo>
                  <a:pt x="616262" y="123008"/>
                </a:lnTo>
                <a:lnTo>
                  <a:pt x="605806" y="123008"/>
                </a:lnTo>
                <a:lnTo>
                  <a:pt x="605085" y="122999"/>
                </a:lnTo>
                <a:lnTo>
                  <a:pt x="604387" y="122973"/>
                </a:lnTo>
                <a:close/>
                <a:moveTo>
                  <a:pt x="110693" y="64116"/>
                </a:moveTo>
                <a:lnTo>
                  <a:pt x="111098" y="63624"/>
                </a:lnTo>
                <a:lnTo>
                  <a:pt x="111513" y="63135"/>
                </a:lnTo>
                <a:lnTo>
                  <a:pt x="111937" y="62650"/>
                </a:lnTo>
                <a:lnTo>
                  <a:pt x="112372" y="62168"/>
                </a:lnTo>
                <a:lnTo>
                  <a:pt x="112816" y="61689"/>
                </a:lnTo>
                <a:lnTo>
                  <a:pt x="113270" y="61214"/>
                </a:lnTo>
                <a:lnTo>
                  <a:pt x="113735" y="60743"/>
                </a:lnTo>
                <a:lnTo>
                  <a:pt x="114209" y="60274"/>
                </a:lnTo>
                <a:lnTo>
                  <a:pt x="114693" y="59809"/>
                </a:lnTo>
                <a:lnTo>
                  <a:pt x="115187" y="59348"/>
                </a:lnTo>
                <a:lnTo>
                  <a:pt x="115691" y="58889"/>
                </a:lnTo>
                <a:lnTo>
                  <a:pt x="116205" y="58435"/>
                </a:lnTo>
                <a:lnTo>
                  <a:pt x="116729" y="57983"/>
                </a:lnTo>
                <a:lnTo>
                  <a:pt x="117263" y="57535"/>
                </a:lnTo>
                <a:lnTo>
                  <a:pt x="117806" y="57091"/>
                </a:lnTo>
                <a:lnTo>
                  <a:pt x="118360" y="56649"/>
                </a:lnTo>
                <a:lnTo>
                  <a:pt x="118924" y="56211"/>
                </a:lnTo>
                <a:lnTo>
                  <a:pt x="119497" y="55777"/>
                </a:lnTo>
                <a:lnTo>
                  <a:pt x="120081" y="55346"/>
                </a:lnTo>
                <a:lnTo>
                  <a:pt x="120674" y="54918"/>
                </a:lnTo>
                <a:lnTo>
                  <a:pt x="121277" y="54494"/>
                </a:lnTo>
                <a:lnTo>
                  <a:pt x="121892" y="54080"/>
                </a:lnTo>
                <a:lnTo>
                  <a:pt x="122518" y="53684"/>
                </a:lnTo>
                <a:lnTo>
                  <a:pt x="123156" y="53305"/>
                </a:lnTo>
                <a:lnTo>
                  <a:pt x="123807" y="52944"/>
                </a:lnTo>
                <a:lnTo>
                  <a:pt x="124469" y="52600"/>
                </a:lnTo>
                <a:lnTo>
                  <a:pt x="125143" y="52274"/>
                </a:lnTo>
                <a:lnTo>
                  <a:pt x="125829" y="51966"/>
                </a:lnTo>
                <a:lnTo>
                  <a:pt x="126527" y="51675"/>
                </a:lnTo>
                <a:lnTo>
                  <a:pt x="127238" y="51402"/>
                </a:lnTo>
                <a:lnTo>
                  <a:pt x="127960" y="51147"/>
                </a:lnTo>
                <a:lnTo>
                  <a:pt x="128694" y="50909"/>
                </a:lnTo>
                <a:lnTo>
                  <a:pt x="129440" y="50689"/>
                </a:lnTo>
                <a:lnTo>
                  <a:pt x="130198" y="50486"/>
                </a:lnTo>
                <a:lnTo>
                  <a:pt x="130968" y="50301"/>
                </a:lnTo>
                <a:lnTo>
                  <a:pt x="131751" y="50134"/>
                </a:lnTo>
                <a:lnTo>
                  <a:pt x="132545" y="49984"/>
                </a:lnTo>
                <a:lnTo>
                  <a:pt x="133351" y="49852"/>
                </a:lnTo>
                <a:lnTo>
                  <a:pt x="134169" y="49737"/>
                </a:lnTo>
                <a:lnTo>
                  <a:pt x="134999" y="49640"/>
                </a:lnTo>
                <a:lnTo>
                  <a:pt x="135841" y="49561"/>
                </a:lnTo>
                <a:lnTo>
                  <a:pt x="136695" y="49499"/>
                </a:lnTo>
                <a:lnTo>
                  <a:pt x="137561" y="49455"/>
                </a:lnTo>
                <a:lnTo>
                  <a:pt x="138439" y="49429"/>
                </a:lnTo>
                <a:lnTo>
                  <a:pt x="139329" y="49420"/>
                </a:lnTo>
                <a:lnTo>
                  <a:pt x="139923" y="49426"/>
                </a:lnTo>
                <a:lnTo>
                  <a:pt x="140506" y="49442"/>
                </a:lnTo>
                <a:lnTo>
                  <a:pt x="141076" y="49471"/>
                </a:lnTo>
                <a:lnTo>
                  <a:pt x="141635" y="49510"/>
                </a:lnTo>
                <a:lnTo>
                  <a:pt x="142182" y="49560"/>
                </a:lnTo>
                <a:lnTo>
                  <a:pt x="142717" y="49622"/>
                </a:lnTo>
                <a:lnTo>
                  <a:pt x="143240" y="49695"/>
                </a:lnTo>
                <a:lnTo>
                  <a:pt x="143752" y="49779"/>
                </a:lnTo>
                <a:lnTo>
                  <a:pt x="144251" y="49874"/>
                </a:lnTo>
                <a:lnTo>
                  <a:pt x="144739" y="49980"/>
                </a:lnTo>
                <a:lnTo>
                  <a:pt x="145215" y="50098"/>
                </a:lnTo>
                <a:lnTo>
                  <a:pt x="145679" y="50227"/>
                </a:lnTo>
                <a:lnTo>
                  <a:pt x="146132" y="50367"/>
                </a:lnTo>
                <a:lnTo>
                  <a:pt x="146572" y="50518"/>
                </a:lnTo>
                <a:lnTo>
                  <a:pt x="147001" y="50681"/>
                </a:lnTo>
                <a:lnTo>
                  <a:pt x="147418" y="50855"/>
                </a:lnTo>
                <a:lnTo>
                  <a:pt x="147823" y="51039"/>
                </a:lnTo>
                <a:lnTo>
                  <a:pt x="148216" y="51236"/>
                </a:lnTo>
                <a:lnTo>
                  <a:pt x="148598" y="51443"/>
                </a:lnTo>
                <a:lnTo>
                  <a:pt x="148967" y="51661"/>
                </a:lnTo>
                <a:lnTo>
                  <a:pt x="149325" y="51891"/>
                </a:lnTo>
                <a:lnTo>
                  <a:pt x="149671" y="52132"/>
                </a:lnTo>
                <a:lnTo>
                  <a:pt x="150005" y="52384"/>
                </a:lnTo>
                <a:lnTo>
                  <a:pt x="150328" y="52648"/>
                </a:lnTo>
                <a:lnTo>
                  <a:pt x="150640" y="52921"/>
                </a:lnTo>
                <a:lnTo>
                  <a:pt x="150945" y="53202"/>
                </a:lnTo>
                <a:lnTo>
                  <a:pt x="151241" y="53492"/>
                </a:lnTo>
                <a:lnTo>
                  <a:pt x="151529" y="53790"/>
                </a:lnTo>
                <a:lnTo>
                  <a:pt x="151810" y="54097"/>
                </a:lnTo>
                <a:lnTo>
                  <a:pt x="152082" y="54412"/>
                </a:lnTo>
                <a:lnTo>
                  <a:pt x="152346" y="54735"/>
                </a:lnTo>
                <a:lnTo>
                  <a:pt x="152602" y="55067"/>
                </a:lnTo>
                <a:lnTo>
                  <a:pt x="152850" y="55407"/>
                </a:lnTo>
                <a:lnTo>
                  <a:pt x="153090" y="55756"/>
                </a:lnTo>
                <a:lnTo>
                  <a:pt x="153322" y="56112"/>
                </a:lnTo>
                <a:lnTo>
                  <a:pt x="153546" y="56478"/>
                </a:lnTo>
                <a:lnTo>
                  <a:pt x="153762" y="56851"/>
                </a:lnTo>
                <a:lnTo>
                  <a:pt x="153970" y="57233"/>
                </a:lnTo>
                <a:lnTo>
                  <a:pt x="154169" y="57624"/>
                </a:lnTo>
                <a:lnTo>
                  <a:pt x="154361" y="58022"/>
                </a:lnTo>
                <a:lnTo>
                  <a:pt x="154545" y="58429"/>
                </a:lnTo>
                <a:lnTo>
                  <a:pt x="154720" y="58845"/>
                </a:lnTo>
                <a:lnTo>
                  <a:pt x="154888" y="59269"/>
                </a:lnTo>
                <a:lnTo>
                  <a:pt x="155048" y="59701"/>
                </a:lnTo>
                <a:lnTo>
                  <a:pt x="155199" y="60141"/>
                </a:lnTo>
                <a:lnTo>
                  <a:pt x="155342" y="60590"/>
                </a:lnTo>
                <a:lnTo>
                  <a:pt x="155478" y="61047"/>
                </a:lnTo>
                <a:lnTo>
                  <a:pt x="155605" y="61513"/>
                </a:lnTo>
                <a:lnTo>
                  <a:pt x="155726" y="61986"/>
                </a:lnTo>
                <a:lnTo>
                  <a:pt x="155842" y="62464"/>
                </a:lnTo>
                <a:lnTo>
                  <a:pt x="155952" y="62947"/>
                </a:lnTo>
                <a:lnTo>
                  <a:pt x="156057" y="63437"/>
                </a:lnTo>
                <a:lnTo>
                  <a:pt x="156157" y="63932"/>
                </a:lnTo>
                <a:lnTo>
                  <a:pt x="156253" y="64433"/>
                </a:lnTo>
                <a:lnTo>
                  <a:pt x="156342" y="64940"/>
                </a:lnTo>
                <a:lnTo>
                  <a:pt x="156427" y="65452"/>
                </a:lnTo>
                <a:lnTo>
                  <a:pt x="156507" y="65970"/>
                </a:lnTo>
                <a:lnTo>
                  <a:pt x="156581" y="66494"/>
                </a:lnTo>
                <a:lnTo>
                  <a:pt x="156651" y="67024"/>
                </a:lnTo>
                <a:lnTo>
                  <a:pt x="156715" y="67559"/>
                </a:lnTo>
                <a:lnTo>
                  <a:pt x="156774" y="68100"/>
                </a:lnTo>
                <a:lnTo>
                  <a:pt x="156828" y="68646"/>
                </a:lnTo>
                <a:lnTo>
                  <a:pt x="156877" y="69199"/>
                </a:lnTo>
                <a:lnTo>
                  <a:pt x="156920" y="69757"/>
                </a:lnTo>
                <a:lnTo>
                  <a:pt x="156959" y="70320"/>
                </a:lnTo>
                <a:lnTo>
                  <a:pt x="156992" y="70890"/>
                </a:lnTo>
                <a:lnTo>
                  <a:pt x="157021" y="71465"/>
                </a:lnTo>
                <a:lnTo>
                  <a:pt x="157044" y="72046"/>
                </a:lnTo>
                <a:lnTo>
                  <a:pt x="157062" y="72632"/>
                </a:lnTo>
                <a:lnTo>
                  <a:pt x="157075" y="73224"/>
                </a:lnTo>
                <a:lnTo>
                  <a:pt x="157082" y="73822"/>
                </a:lnTo>
                <a:lnTo>
                  <a:pt x="157085" y="74426"/>
                </a:lnTo>
                <a:lnTo>
                  <a:pt x="157085" y="136324"/>
                </a:lnTo>
                <a:lnTo>
                  <a:pt x="173558" y="136324"/>
                </a:lnTo>
                <a:lnTo>
                  <a:pt x="173558" y="72308"/>
                </a:lnTo>
                <a:lnTo>
                  <a:pt x="173546" y="70869"/>
                </a:lnTo>
                <a:lnTo>
                  <a:pt x="173508" y="69457"/>
                </a:lnTo>
                <a:lnTo>
                  <a:pt x="173446" y="68072"/>
                </a:lnTo>
                <a:lnTo>
                  <a:pt x="173358" y="66714"/>
                </a:lnTo>
                <a:lnTo>
                  <a:pt x="173246" y="65383"/>
                </a:lnTo>
                <a:lnTo>
                  <a:pt x="173108" y="64080"/>
                </a:lnTo>
                <a:lnTo>
                  <a:pt x="172946" y="62803"/>
                </a:lnTo>
                <a:lnTo>
                  <a:pt x="172758" y="61553"/>
                </a:lnTo>
                <a:lnTo>
                  <a:pt x="172546" y="60331"/>
                </a:lnTo>
                <a:lnTo>
                  <a:pt x="172308" y="59136"/>
                </a:lnTo>
                <a:lnTo>
                  <a:pt x="172045" y="57967"/>
                </a:lnTo>
                <a:lnTo>
                  <a:pt x="171758" y="56826"/>
                </a:lnTo>
                <a:lnTo>
                  <a:pt x="171445" y="55712"/>
                </a:lnTo>
                <a:lnTo>
                  <a:pt x="171108" y="54625"/>
                </a:lnTo>
                <a:lnTo>
                  <a:pt x="170745" y="53565"/>
                </a:lnTo>
                <a:lnTo>
                  <a:pt x="170358" y="52532"/>
                </a:lnTo>
                <a:lnTo>
                  <a:pt x="169945" y="51526"/>
                </a:lnTo>
                <a:lnTo>
                  <a:pt x="169508" y="50547"/>
                </a:lnTo>
                <a:lnTo>
                  <a:pt x="169045" y="49595"/>
                </a:lnTo>
                <a:lnTo>
                  <a:pt x="168558" y="48671"/>
                </a:lnTo>
                <a:lnTo>
                  <a:pt x="168045" y="47773"/>
                </a:lnTo>
                <a:lnTo>
                  <a:pt x="167507" y="46903"/>
                </a:lnTo>
                <a:lnTo>
                  <a:pt x="166945" y="46059"/>
                </a:lnTo>
                <a:lnTo>
                  <a:pt x="166357" y="45243"/>
                </a:lnTo>
                <a:lnTo>
                  <a:pt x="165742" y="44457"/>
                </a:lnTo>
                <a:lnTo>
                  <a:pt x="165098" y="43705"/>
                </a:lnTo>
                <a:lnTo>
                  <a:pt x="164423" y="42985"/>
                </a:lnTo>
                <a:lnTo>
                  <a:pt x="163719" y="42300"/>
                </a:lnTo>
                <a:lnTo>
                  <a:pt x="162984" y="41647"/>
                </a:lnTo>
                <a:lnTo>
                  <a:pt x="162220" y="41029"/>
                </a:lnTo>
                <a:lnTo>
                  <a:pt x="161427" y="40443"/>
                </a:lnTo>
                <a:lnTo>
                  <a:pt x="160603" y="39891"/>
                </a:lnTo>
                <a:lnTo>
                  <a:pt x="159750" y="39373"/>
                </a:lnTo>
                <a:lnTo>
                  <a:pt x="158867" y="38888"/>
                </a:lnTo>
                <a:lnTo>
                  <a:pt x="157954" y="38436"/>
                </a:lnTo>
                <a:lnTo>
                  <a:pt x="157011" y="38018"/>
                </a:lnTo>
                <a:lnTo>
                  <a:pt x="156038" y="37634"/>
                </a:lnTo>
                <a:lnTo>
                  <a:pt x="155036" y="37282"/>
                </a:lnTo>
                <a:lnTo>
                  <a:pt x="154004" y="36965"/>
                </a:lnTo>
                <a:lnTo>
                  <a:pt x="152942" y="36680"/>
                </a:lnTo>
                <a:lnTo>
                  <a:pt x="151850" y="36430"/>
                </a:lnTo>
                <a:lnTo>
                  <a:pt x="150729" y="36212"/>
                </a:lnTo>
                <a:lnTo>
                  <a:pt x="149577" y="36028"/>
                </a:lnTo>
                <a:lnTo>
                  <a:pt x="148396" y="35878"/>
                </a:lnTo>
                <a:lnTo>
                  <a:pt x="147185" y="35761"/>
                </a:lnTo>
                <a:lnTo>
                  <a:pt x="145944" y="35677"/>
                </a:lnTo>
                <a:lnTo>
                  <a:pt x="144674" y="35627"/>
                </a:lnTo>
                <a:lnTo>
                  <a:pt x="143373" y="35610"/>
                </a:lnTo>
                <a:lnTo>
                  <a:pt x="142305" y="35619"/>
                </a:lnTo>
                <a:lnTo>
                  <a:pt x="141252" y="35646"/>
                </a:lnTo>
                <a:lnTo>
                  <a:pt x="140215" y="35691"/>
                </a:lnTo>
                <a:lnTo>
                  <a:pt x="139195" y="35754"/>
                </a:lnTo>
                <a:lnTo>
                  <a:pt x="138190" y="35835"/>
                </a:lnTo>
                <a:lnTo>
                  <a:pt x="137202" y="35934"/>
                </a:lnTo>
                <a:lnTo>
                  <a:pt x="136230" y="36051"/>
                </a:lnTo>
                <a:lnTo>
                  <a:pt x="135274" y="36185"/>
                </a:lnTo>
                <a:lnTo>
                  <a:pt x="134334" y="36338"/>
                </a:lnTo>
                <a:lnTo>
                  <a:pt x="133410" y="36509"/>
                </a:lnTo>
                <a:lnTo>
                  <a:pt x="132502" y="36698"/>
                </a:lnTo>
                <a:lnTo>
                  <a:pt x="131610" y="36905"/>
                </a:lnTo>
                <a:lnTo>
                  <a:pt x="130735" y="37130"/>
                </a:lnTo>
                <a:lnTo>
                  <a:pt x="129875" y="37372"/>
                </a:lnTo>
                <a:lnTo>
                  <a:pt x="129032" y="37633"/>
                </a:lnTo>
                <a:lnTo>
                  <a:pt x="128204" y="37912"/>
                </a:lnTo>
                <a:lnTo>
                  <a:pt x="127393" y="38208"/>
                </a:lnTo>
                <a:lnTo>
                  <a:pt x="126598" y="38523"/>
                </a:lnTo>
                <a:lnTo>
                  <a:pt x="125819" y="38856"/>
                </a:lnTo>
                <a:lnTo>
                  <a:pt x="125056" y="39206"/>
                </a:lnTo>
                <a:lnTo>
                  <a:pt x="124309" y="39575"/>
                </a:lnTo>
                <a:lnTo>
                  <a:pt x="123578" y="39962"/>
                </a:lnTo>
                <a:lnTo>
                  <a:pt x="122864" y="40366"/>
                </a:lnTo>
                <a:lnTo>
                  <a:pt x="122165" y="40789"/>
                </a:lnTo>
                <a:lnTo>
                  <a:pt x="121481" y="41222"/>
                </a:lnTo>
                <a:lnTo>
                  <a:pt x="120811" y="41656"/>
                </a:lnTo>
                <a:lnTo>
                  <a:pt x="120154" y="42094"/>
                </a:lnTo>
                <a:lnTo>
                  <a:pt x="119510" y="42533"/>
                </a:lnTo>
                <a:lnTo>
                  <a:pt x="118880" y="42974"/>
                </a:lnTo>
                <a:lnTo>
                  <a:pt x="118263" y="43418"/>
                </a:lnTo>
                <a:lnTo>
                  <a:pt x="117659" y="43864"/>
                </a:lnTo>
                <a:lnTo>
                  <a:pt x="117069" y="44313"/>
                </a:lnTo>
                <a:lnTo>
                  <a:pt x="116492" y="44763"/>
                </a:lnTo>
                <a:lnTo>
                  <a:pt x="115928" y="45216"/>
                </a:lnTo>
                <a:lnTo>
                  <a:pt x="115378" y="45671"/>
                </a:lnTo>
                <a:lnTo>
                  <a:pt x="114841" y="46128"/>
                </a:lnTo>
                <a:lnTo>
                  <a:pt x="114317" y="46587"/>
                </a:lnTo>
                <a:lnTo>
                  <a:pt x="113807" y="47049"/>
                </a:lnTo>
                <a:lnTo>
                  <a:pt x="113311" y="47513"/>
                </a:lnTo>
                <a:lnTo>
                  <a:pt x="112827" y="47979"/>
                </a:lnTo>
                <a:lnTo>
                  <a:pt x="112357" y="48447"/>
                </a:lnTo>
                <a:lnTo>
                  <a:pt x="111900" y="48918"/>
                </a:lnTo>
                <a:lnTo>
                  <a:pt x="111457" y="49390"/>
                </a:lnTo>
                <a:lnTo>
                  <a:pt x="111027" y="49865"/>
                </a:lnTo>
                <a:lnTo>
                  <a:pt x="110610" y="50343"/>
                </a:lnTo>
                <a:lnTo>
                  <a:pt x="110207" y="50822"/>
                </a:lnTo>
                <a:lnTo>
                  <a:pt x="109817" y="51304"/>
                </a:lnTo>
                <a:lnTo>
                  <a:pt x="109440" y="51788"/>
                </a:lnTo>
                <a:lnTo>
                  <a:pt x="108848" y="37287"/>
                </a:lnTo>
                <a:lnTo>
                  <a:pt x="93066" y="37287"/>
                </a:lnTo>
                <a:lnTo>
                  <a:pt x="93066" y="136324"/>
                </a:lnTo>
                <a:lnTo>
                  <a:pt x="109539" y="136324"/>
                </a:lnTo>
                <a:lnTo>
                  <a:pt x="109539" y="65613"/>
                </a:lnTo>
                <a:lnTo>
                  <a:pt x="109914" y="65111"/>
                </a:lnTo>
                <a:lnTo>
                  <a:pt x="110299" y="64612"/>
                </a:lnTo>
                <a:lnTo>
                  <a:pt x="110693" y="64116"/>
                </a:lnTo>
                <a:close/>
                <a:moveTo>
                  <a:pt x="861353" y="48735"/>
                </a:moveTo>
                <a:lnTo>
                  <a:pt x="860854" y="47836"/>
                </a:lnTo>
                <a:lnTo>
                  <a:pt x="860332" y="46962"/>
                </a:lnTo>
                <a:lnTo>
                  <a:pt x="859784" y="46116"/>
                </a:lnTo>
                <a:lnTo>
                  <a:pt x="859213" y="45296"/>
                </a:lnTo>
                <a:lnTo>
                  <a:pt x="858614" y="44505"/>
                </a:lnTo>
                <a:lnTo>
                  <a:pt x="857983" y="43749"/>
                </a:lnTo>
                <a:lnTo>
                  <a:pt x="857322" y="43026"/>
                </a:lnTo>
                <a:lnTo>
                  <a:pt x="856629" y="42336"/>
                </a:lnTo>
                <a:lnTo>
                  <a:pt x="855905" y="41680"/>
                </a:lnTo>
                <a:lnTo>
                  <a:pt x="855150" y="41058"/>
                </a:lnTo>
                <a:lnTo>
                  <a:pt x="854364" y="40470"/>
                </a:lnTo>
                <a:lnTo>
                  <a:pt x="853546" y="39915"/>
                </a:lnTo>
                <a:lnTo>
                  <a:pt x="852698" y="39393"/>
                </a:lnTo>
                <a:lnTo>
                  <a:pt x="851818" y="38906"/>
                </a:lnTo>
                <a:lnTo>
                  <a:pt x="850907" y="38452"/>
                </a:lnTo>
                <a:lnTo>
                  <a:pt x="849965" y="38031"/>
                </a:lnTo>
                <a:lnTo>
                  <a:pt x="848992" y="37645"/>
                </a:lnTo>
                <a:lnTo>
                  <a:pt x="847987" y="37292"/>
                </a:lnTo>
                <a:lnTo>
                  <a:pt x="846952" y="36972"/>
                </a:lnTo>
                <a:lnTo>
                  <a:pt x="845885" y="36686"/>
                </a:lnTo>
                <a:lnTo>
                  <a:pt x="844787" y="36434"/>
                </a:lnTo>
                <a:lnTo>
                  <a:pt x="843658" y="36215"/>
                </a:lnTo>
                <a:lnTo>
                  <a:pt x="842498" y="36030"/>
                </a:lnTo>
                <a:lnTo>
                  <a:pt x="841306" y="35879"/>
                </a:lnTo>
                <a:lnTo>
                  <a:pt x="840084" y="35761"/>
                </a:lnTo>
                <a:lnTo>
                  <a:pt x="838830" y="35677"/>
                </a:lnTo>
                <a:lnTo>
                  <a:pt x="837545" y="35627"/>
                </a:lnTo>
                <a:lnTo>
                  <a:pt x="836229" y="35610"/>
                </a:lnTo>
                <a:lnTo>
                  <a:pt x="835217" y="35619"/>
                </a:lnTo>
                <a:lnTo>
                  <a:pt x="834219" y="35646"/>
                </a:lnTo>
                <a:lnTo>
                  <a:pt x="833234" y="35691"/>
                </a:lnTo>
                <a:lnTo>
                  <a:pt x="832264" y="35754"/>
                </a:lnTo>
                <a:lnTo>
                  <a:pt x="831308" y="35835"/>
                </a:lnTo>
                <a:lnTo>
                  <a:pt x="830366" y="35934"/>
                </a:lnTo>
                <a:lnTo>
                  <a:pt x="829438" y="36051"/>
                </a:lnTo>
                <a:lnTo>
                  <a:pt x="828524" y="36185"/>
                </a:lnTo>
                <a:lnTo>
                  <a:pt x="827624" y="36338"/>
                </a:lnTo>
                <a:lnTo>
                  <a:pt x="826738" y="36509"/>
                </a:lnTo>
                <a:lnTo>
                  <a:pt x="825866" y="36698"/>
                </a:lnTo>
                <a:lnTo>
                  <a:pt x="825008" y="36905"/>
                </a:lnTo>
                <a:lnTo>
                  <a:pt x="824165" y="37130"/>
                </a:lnTo>
                <a:lnTo>
                  <a:pt x="823335" y="37372"/>
                </a:lnTo>
                <a:lnTo>
                  <a:pt x="822519" y="37633"/>
                </a:lnTo>
                <a:lnTo>
                  <a:pt x="821718" y="37912"/>
                </a:lnTo>
                <a:lnTo>
                  <a:pt x="820930" y="38208"/>
                </a:lnTo>
                <a:lnTo>
                  <a:pt x="820157" y="38523"/>
                </a:lnTo>
                <a:lnTo>
                  <a:pt x="819397" y="38856"/>
                </a:lnTo>
                <a:lnTo>
                  <a:pt x="818652" y="39206"/>
                </a:lnTo>
                <a:lnTo>
                  <a:pt x="817920" y="39575"/>
                </a:lnTo>
                <a:lnTo>
                  <a:pt x="817203" y="39962"/>
                </a:lnTo>
                <a:lnTo>
                  <a:pt x="816499" y="40366"/>
                </a:lnTo>
                <a:lnTo>
                  <a:pt x="815810" y="40789"/>
                </a:lnTo>
                <a:lnTo>
                  <a:pt x="815135" y="41222"/>
                </a:lnTo>
                <a:lnTo>
                  <a:pt x="814473" y="41656"/>
                </a:lnTo>
                <a:lnTo>
                  <a:pt x="813825" y="42094"/>
                </a:lnTo>
                <a:lnTo>
                  <a:pt x="813191" y="42533"/>
                </a:lnTo>
                <a:lnTo>
                  <a:pt x="812570" y="42974"/>
                </a:lnTo>
                <a:lnTo>
                  <a:pt x="811963" y="43418"/>
                </a:lnTo>
                <a:lnTo>
                  <a:pt x="811370" y="43864"/>
                </a:lnTo>
                <a:lnTo>
                  <a:pt x="810790" y="44313"/>
                </a:lnTo>
                <a:lnTo>
                  <a:pt x="810224" y="44763"/>
                </a:lnTo>
                <a:lnTo>
                  <a:pt x="809672" y="45216"/>
                </a:lnTo>
                <a:lnTo>
                  <a:pt x="809134" y="45671"/>
                </a:lnTo>
                <a:lnTo>
                  <a:pt x="808609" y="46128"/>
                </a:lnTo>
                <a:lnTo>
                  <a:pt x="808098" y="46587"/>
                </a:lnTo>
                <a:lnTo>
                  <a:pt x="807601" y="47049"/>
                </a:lnTo>
                <a:lnTo>
                  <a:pt x="807117" y="47513"/>
                </a:lnTo>
                <a:lnTo>
                  <a:pt x="806647" y="47979"/>
                </a:lnTo>
                <a:lnTo>
                  <a:pt x="806191" y="48447"/>
                </a:lnTo>
                <a:lnTo>
                  <a:pt x="805748" y="48918"/>
                </a:lnTo>
                <a:lnTo>
                  <a:pt x="805320" y="49390"/>
                </a:lnTo>
                <a:lnTo>
                  <a:pt x="804905" y="49865"/>
                </a:lnTo>
                <a:lnTo>
                  <a:pt x="804503" y="50343"/>
                </a:lnTo>
                <a:lnTo>
                  <a:pt x="804115" y="50822"/>
                </a:lnTo>
                <a:lnTo>
                  <a:pt x="803741" y="51304"/>
                </a:lnTo>
                <a:lnTo>
                  <a:pt x="803381" y="51788"/>
                </a:lnTo>
                <a:lnTo>
                  <a:pt x="802789" y="37287"/>
                </a:lnTo>
                <a:lnTo>
                  <a:pt x="787006" y="37287"/>
                </a:lnTo>
                <a:lnTo>
                  <a:pt x="787006" y="136324"/>
                </a:lnTo>
                <a:lnTo>
                  <a:pt x="803480" y="136324"/>
                </a:lnTo>
                <a:lnTo>
                  <a:pt x="803480" y="65613"/>
                </a:lnTo>
                <a:lnTo>
                  <a:pt x="803838" y="65111"/>
                </a:lnTo>
                <a:lnTo>
                  <a:pt x="804206" y="64612"/>
                </a:lnTo>
                <a:lnTo>
                  <a:pt x="804583" y="64116"/>
                </a:lnTo>
                <a:lnTo>
                  <a:pt x="804970" y="63624"/>
                </a:lnTo>
                <a:lnTo>
                  <a:pt x="805367" y="63135"/>
                </a:lnTo>
                <a:lnTo>
                  <a:pt x="805773" y="62650"/>
                </a:lnTo>
                <a:lnTo>
                  <a:pt x="806189" y="62168"/>
                </a:lnTo>
                <a:lnTo>
                  <a:pt x="806614" y="61689"/>
                </a:lnTo>
                <a:lnTo>
                  <a:pt x="807049" y="61214"/>
                </a:lnTo>
                <a:lnTo>
                  <a:pt x="807494" y="60743"/>
                </a:lnTo>
                <a:lnTo>
                  <a:pt x="807948" y="60274"/>
                </a:lnTo>
                <a:lnTo>
                  <a:pt x="808412" y="59809"/>
                </a:lnTo>
                <a:lnTo>
                  <a:pt x="808885" y="59348"/>
                </a:lnTo>
                <a:lnTo>
                  <a:pt x="809368" y="58889"/>
                </a:lnTo>
                <a:lnTo>
                  <a:pt x="809861" y="58435"/>
                </a:lnTo>
                <a:lnTo>
                  <a:pt x="810363" y="57983"/>
                </a:lnTo>
                <a:lnTo>
                  <a:pt x="810874" y="57535"/>
                </a:lnTo>
                <a:lnTo>
                  <a:pt x="811396" y="57091"/>
                </a:lnTo>
                <a:lnTo>
                  <a:pt x="811927" y="56649"/>
                </a:lnTo>
                <a:lnTo>
                  <a:pt x="812467" y="56211"/>
                </a:lnTo>
                <a:lnTo>
                  <a:pt x="813017" y="55777"/>
                </a:lnTo>
                <a:lnTo>
                  <a:pt x="813577" y="55346"/>
                </a:lnTo>
                <a:lnTo>
                  <a:pt x="814146" y="54918"/>
                </a:lnTo>
                <a:lnTo>
                  <a:pt x="814725" y="54494"/>
                </a:lnTo>
                <a:lnTo>
                  <a:pt x="815314" y="54080"/>
                </a:lnTo>
                <a:lnTo>
                  <a:pt x="815914" y="53684"/>
                </a:lnTo>
                <a:lnTo>
                  <a:pt x="816525" y="53305"/>
                </a:lnTo>
                <a:lnTo>
                  <a:pt x="817147" y="52944"/>
                </a:lnTo>
                <a:lnTo>
                  <a:pt x="817780" y="52600"/>
                </a:lnTo>
                <a:lnTo>
                  <a:pt x="818424" y="52274"/>
                </a:lnTo>
                <a:lnTo>
                  <a:pt x="819079" y="51966"/>
                </a:lnTo>
                <a:lnTo>
                  <a:pt x="819745" y="51675"/>
                </a:lnTo>
                <a:lnTo>
                  <a:pt x="820422" y="51402"/>
                </a:lnTo>
                <a:lnTo>
                  <a:pt x="821109" y="51147"/>
                </a:lnTo>
                <a:lnTo>
                  <a:pt x="821808" y="50909"/>
                </a:lnTo>
                <a:lnTo>
                  <a:pt x="822518" y="50689"/>
                </a:lnTo>
                <a:lnTo>
                  <a:pt x="823238" y="50486"/>
                </a:lnTo>
                <a:lnTo>
                  <a:pt x="823970" y="50301"/>
                </a:lnTo>
                <a:lnTo>
                  <a:pt x="824713" y="50134"/>
                </a:lnTo>
                <a:lnTo>
                  <a:pt x="825466" y="49984"/>
                </a:lnTo>
                <a:lnTo>
                  <a:pt x="826231" y="49852"/>
                </a:lnTo>
                <a:lnTo>
                  <a:pt x="827006" y="49737"/>
                </a:lnTo>
                <a:lnTo>
                  <a:pt x="827792" y="49640"/>
                </a:lnTo>
                <a:lnTo>
                  <a:pt x="828590" y="49561"/>
                </a:lnTo>
                <a:lnTo>
                  <a:pt x="829398" y="49499"/>
                </a:lnTo>
                <a:lnTo>
                  <a:pt x="830217" y="49455"/>
                </a:lnTo>
                <a:lnTo>
                  <a:pt x="831048" y="49429"/>
                </a:lnTo>
                <a:lnTo>
                  <a:pt x="831889" y="49420"/>
                </a:lnTo>
                <a:lnTo>
                  <a:pt x="832483" y="49426"/>
                </a:lnTo>
                <a:lnTo>
                  <a:pt x="833066" y="49442"/>
                </a:lnTo>
                <a:lnTo>
                  <a:pt x="833637" y="49471"/>
                </a:lnTo>
                <a:lnTo>
                  <a:pt x="834196" y="49510"/>
                </a:lnTo>
                <a:lnTo>
                  <a:pt x="834744" y="49560"/>
                </a:lnTo>
                <a:lnTo>
                  <a:pt x="835280" y="49622"/>
                </a:lnTo>
                <a:lnTo>
                  <a:pt x="835804" y="49695"/>
                </a:lnTo>
                <a:lnTo>
                  <a:pt x="836317" y="49779"/>
                </a:lnTo>
                <a:lnTo>
                  <a:pt x="836818" y="49874"/>
                </a:lnTo>
                <a:lnTo>
                  <a:pt x="837307" y="49980"/>
                </a:lnTo>
                <a:lnTo>
                  <a:pt x="837785" y="50098"/>
                </a:lnTo>
                <a:lnTo>
                  <a:pt x="838251" y="50227"/>
                </a:lnTo>
                <a:lnTo>
                  <a:pt x="838706" y="50367"/>
                </a:lnTo>
                <a:lnTo>
                  <a:pt x="839149" y="50518"/>
                </a:lnTo>
                <a:lnTo>
                  <a:pt x="839580" y="50681"/>
                </a:lnTo>
                <a:lnTo>
                  <a:pt x="839999" y="50855"/>
                </a:lnTo>
                <a:lnTo>
                  <a:pt x="840407" y="51039"/>
                </a:lnTo>
                <a:lnTo>
                  <a:pt x="840804" y="51236"/>
                </a:lnTo>
                <a:lnTo>
                  <a:pt x="841188" y="51443"/>
                </a:lnTo>
                <a:lnTo>
                  <a:pt x="841561" y="51661"/>
                </a:lnTo>
                <a:lnTo>
                  <a:pt x="841923" y="51891"/>
                </a:lnTo>
                <a:lnTo>
                  <a:pt x="842272" y="52132"/>
                </a:lnTo>
                <a:lnTo>
                  <a:pt x="842610" y="52384"/>
                </a:lnTo>
                <a:lnTo>
                  <a:pt x="842937" y="52648"/>
                </a:lnTo>
                <a:lnTo>
                  <a:pt x="843253" y="52921"/>
                </a:lnTo>
                <a:lnTo>
                  <a:pt x="843561" y="53202"/>
                </a:lnTo>
                <a:lnTo>
                  <a:pt x="843861" y="53492"/>
                </a:lnTo>
                <a:lnTo>
                  <a:pt x="844152" y="53790"/>
                </a:lnTo>
                <a:lnTo>
                  <a:pt x="844435" y="54097"/>
                </a:lnTo>
                <a:lnTo>
                  <a:pt x="844709" y="54412"/>
                </a:lnTo>
                <a:lnTo>
                  <a:pt x="844975" y="54735"/>
                </a:lnTo>
                <a:lnTo>
                  <a:pt x="845233" y="55067"/>
                </a:lnTo>
                <a:lnTo>
                  <a:pt x="845482" y="55407"/>
                </a:lnTo>
                <a:lnTo>
                  <a:pt x="845723" y="55756"/>
                </a:lnTo>
                <a:lnTo>
                  <a:pt x="845956" y="56112"/>
                </a:lnTo>
                <a:lnTo>
                  <a:pt x="846180" y="56478"/>
                </a:lnTo>
                <a:lnTo>
                  <a:pt x="846395" y="56851"/>
                </a:lnTo>
                <a:lnTo>
                  <a:pt x="846603" y="57233"/>
                </a:lnTo>
                <a:lnTo>
                  <a:pt x="846802" y="57624"/>
                </a:lnTo>
                <a:lnTo>
                  <a:pt x="846992" y="58022"/>
                </a:lnTo>
                <a:lnTo>
                  <a:pt x="847174" y="58429"/>
                </a:lnTo>
                <a:lnTo>
                  <a:pt x="847348" y="58845"/>
                </a:lnTo>
                <a:lnTo>
                  <a:pt x="847513" y="59269"/>
                </a:lnTo>
                <a:lnTo>
                  <a:pt x="847670" y="59701"/>
                </a:lnTo>
                <a:lnTo>
                  <a:pt x="847819" y="60141"/>
                </a:lnTo>
                <a:lnTo>
                  <a:pt x="847959" y="60590"/>
                </a:lnTo>
                <a:lnTo>
                  <a:pt x="848091" y="61047"/>
                </a:lnTo>
                <a:lnTo>
                  <a:pt x="848214" y="61513"/>
                </a:lnTo>
                <a:lnTo>
                  <a:pt x="848331" y="61986"/>
                </a:lnTo>
                <a:lnTo>
                  <a:pt x="848443" y="62464"/>
                </a:lnTo>
                <a:lnTo>
                  <a:pt x="848549" y="62947"/>
                </a:lnTo>
                <a:lnTo>
                  <a:pt x="848651" y="63437"/>
                </a:lnTo>
                <a:lnTo>
                  <a:pt x="848748" y="63932"/>
                </a:lnTo>
                <a:lnTo>
                  <a:pt x="848840" y="64433"/>
                </a:lnTo>
                <a:lnTo>
                  <a:pt x="848927" y="64940"/>
                </a:lnTo>
                <a:lnTo>
                  <a:pt x="849009" y="65452"/>
                </a:lnTo>
                <a:lnTo>
                  <a:pt x="849086" y="65970"/>
                </a:lnTo>
                <a:lnTo>
                  <a:pt x="849158" y="66494"/>
                </a:lnTo>
                <a:lnTo>
                  <a:pt x="849225" y="67024"/>
                </a:lnTo>
                <a:lnTo>
                  <a:pt x="849287" y="67559"/>
                </a:lnTo>
                <a:lnTo>
                  <a:pt x="849344" y="68100"/>
                </a:lnTo>
                <a:lnTo>
                  <a:pt x="849396" y="68646"/>
                </a:lnTo>
                <a:lnTo>
                  <a:pt x="849443" y="69199"/>
                </a:lnTo>
                <a:lnTo>
                  <a:pt x="849486" y="69757"/>
                </a:lnTo>
                <a:lnTo>
                  <a:pt x="849523" y="70320"/>
                </a:lnTo>
                <a:lnTo>
                  <a:pt x="849555" y="70890"/>
                </a:lnTo>
                <a:lnTo>
                  <a:pt x="849582" y="71465"/>
                </a:lnTo>
                <a:lnTo>
                  <a:pt x="849605" y="72046"/>
                </a:lnTo>
                <a:lnTo>
                  <a:pt x="849622" y="72632"/>
                </a:lnTo>
                <a:lnTo>
                  <a:pt x="849635" y="73224"/>
                </a:lnTo>
                <a:lnTo>
                  <a:pt x="849642" y="73822"/>
                </a:lnTo>
                <a:lnTo>
                  <a:pt x="849645" y="74426"/>
                </a:lnTo>
                <a:lnTo>
                  <a:pt x="849645" y="136324"/>
                </a:lnTo>
                <a:lnTo>
                  <a:pt x="866217" y="136324"/>
                </a:lnTo>
                <a:lnTo>
                  <a:pt x="866217" y="72308"/>
                </a:lnTo>
                <a:lnTo>
                  <a:pt x="866204" y="70877"/>
                </a:lnTo>
                <a:lnTo>
                  <a:pt x="866168" y="69473"/>
                </a:lnTo>
                <a:lnTo>
                  <a:pt x="866107" y="68095"/>
                </a:lnTo>
                <a:lnTo>
                  <a:pt x="866022" y="66744"/>
                </a:lnTo>
                <a:lnTo>
                  <a:pt x="865913" y="65419"/>
                </a:lnTo>
                <a:lnTo>
                  <a:pt x="865824" y="64557"/>
                </a:lnTo>
                <a:lnTo>
                  <a:pt x="866007" y="64325"/>
                </a:lnTo>
                <a:lnTo>
                  <a:pt x="866398" y="63846"/>
                </a:lnTo>
                <a:lnTo>
                  <a:pt x="866798" y="63370"/>
                </a:lnTo>
                <a:lnTo>
                  <a:pt x="867206" y="62897"/>
                </a:lnTo>
                <a:lnTo>
                  <a:pt x="867622" y="62428"/>
                </a:lnTo>
                <a:lnTo>
                  <a:pt x="868048" y="61963"/>
                </a:lnTo>
                <a:lnTo>
                  <a:pt x="868481" y="61502"/>
                </a:lnTo>
                <a:lnTo>
                  <a:pt x="868924" y="61043"/>
                </a:lnTo>
                <a:lnTo>
                  <a:pt x="869375" y="60589"/>
                </a:lnTo>
                <a:lnTo>
                  <a:pt x="869834" y="60138"/>
                </a:lnTo>
                <a:lnTo>
                  <a:pt x="870302" y="59691"/>
                </a:lnTo>
                <a:lnTo>
                  <a:pt x="870779" y="59247"/>
                </a:lnTo>
                <a:lnTo>
                  <a:pt x="871264" y="58807"/>
                </a:lnTo>
                <a:lnTo>
                  <a:pt x="871758" y="58371"/>
                </a:lnTo>
                <a:lnTo>
                  <a:pt x="872260" y="57938"/>
                </a:lnTo>
                <a:lnTo>
                  <a:pt x="872771" y="57509"/>
                </a:lnTo>
                <a:lnTo>
                  <a:pt x="873290" y="57083"/>
                </a:lnTo>
                <a:lnTo>
                  <a:pt x="873818" y="56661"/>
                </a:lnTo>
                <a:lnTo>
                  <a:pt x="874355" y="56243"/>
                </a:lnTo>
                <a:lnTo>
                  <a:pt x="874900" y="55828"/>
                </a:lnTo>
                <a:lnTo>
                  <a:pt x="875454" y="55416"/>
                </a:lnTo>
                <a:lnTo>
                  <a:pt x="876016" y="55009"/>
                </a:lnTo>
                <a:lnTo>
                  <a:pt x="876587" y="54605"/>
                </a:lnTo>
                <a:lnTo>
                  <a:pt x="877166" y="54204"/>
                </a:lnTo>
                <a:lnTo>
                  <a:pt x="877755" y="53814"/>
                </a:lnTo>
                <a:lnTo>
                  <a:pt x="878356" y="53440"/>
                </a:lnTo>
                <a:lnTo>
                  <a:pt x="878968" y="53083"/>
                </a:lnTo>
                <a:lnTo>
                  <a:pt x="879591" y="52742"/>
                </a:lnTo>
                <a:lnTo>
                  <a:pt x="880225" y="52418"/>
                </a:lnTo>
                <a:lnTo>
                  <a:pt x="880871" y="52111"/>
                </a:lnTo>
                <a:lnTo>
                  <a:pt x="881528" y="51820"/>
                </a:lnTo>
                <a:lnTo>
                  <a:pt x="882197" y="51546"/>
                </a:lnTo>
                <a:lnTo>
                  <a:pt x="882876" y="51289"/>
                </a:lnTo>
                <a:lnTo>
                  <a:pt x="883567" y="51048"/>
                </a:lnTo>
                <a:lnTo>
                  <a:pt x="884270" y="50824"/>
                </a:lnTo>
                <a:lnTo>
                  <a:pt x="884983" y="50616"/>
                </a:lnTo>
                <a:lnTo>
                  <a:pt x="885708" y="50425"/>
                </a:lnTo>
                <a:lnTo>
                  <a:pt x="886445" y="50251"/>
                </a:lnTo>
                <a:lnTo>
                  <a:pt x="887192" y="50093"/>
                </a:lnTo>
                <a:lnTo>
                  <a:pt x="887951" y="49952"/>
                </a:lnTo>
                <a:lnTo>
                  <a:pt x="888721" y="49827"/>
                </a:lnTo>
                <a:lnTo>
                  <a:pt x="889502" y="49719"/>
                </a:lnTo>
                <a:lnTo>
                  <a:pt x="890295" y="49628"/>
                </a:lnTo>
                <a:lnTo>
                  <a:pt x="891099" y="49553"/>
                </a:lnTo>
                <a:lnTo>
                  <a:pt x="891915" y="49495"/>
                </a:lnTo>
                <a:lnTo>
                  <a:pt x="892741" y="49453"/>
                </a:lnTo>
                <a:lnTo>
                  <a:pt x="893579" y="49428"/>
                </a:lnTo>
                <a:lnTo>
                  <a:pt x="894428" y="49420"/>
                </a:lnTo>
                <a:lnTo>
                  <a:pt x="895015" y="49426"/>
                </a:lnTo>
                <a:lnTo>
                  <a:pt x="895590" y="49442"/>
                </a:lnTo>
                <a:lnTo>
                  <a:pt x="896153" y="49471"/>
                </a:lnTo>
                <a:lnTo>
                  <a:pt x="896705" y="49510"/>
                </a:lnTo>
                <a:lnTo>
                  <a:pt x="897246" y="49560"/>
                </a:lnTo>
                <a:lnTo>
                  <a:pt x="897776" y="49622"/>
                </a:lnTo>
                <a:lnTo>
                  <a:pt x="898294" y="49695"/>
                </a:lnTo>
                <a:lnTo>
                  <a:pt x="898802" y="49779"/>
                </a:lnTo>
                <a:lnTo>
                  <a:pt x="899297" y="49874"/>
                </a:lnTo>
                <a:lnTo>
                  <a:pt x="899782" y="49980"/>
                </a:lnTo>
                <a:lnTo>
                  <a:pt x="900255" y="50098"/>
                </a:lnTo>
                <a:lnTo>
                  <a:pt x="900717" y="50227"/>
                </a:lnTo>
                <a:lnTo>
                  <a:pt x="901167" y="50367"/>
                </a:lnTo>
                <a:lnTo>
                  <a:pt x="901607" y="50518"/>
                </a:lnTo>
                <a:lnTo>
                  <a:pt x="902035" y="50681"/>
                </a:lnTo>
                <a:lnTo>
                  <a:pt x="902451" y="50855"/>
                </a:lnTo>
                <a:lnTo>
                  <a:pt x="902857" y="51039"/>
                </a:lnTo>
                <a:lnTo>
                  <a:pt x="903251" y="51236"/>
                </a:lnTo>
                <a:lnTo>
                  <a:pt x="903634" y="51443"/>
                </a:lnTo>
                <a:lnTo>
                  <a:pt x="904005" y="51661"/>
                </a:lnTo>
                <a:lnTo>
                  <a:pt x="904365" y="51891"/>
                </a:lnTo>
                <a:lnTo>
                  <a:pt x="904714" y="52132"/>
                </a:lnTo>
                <a:lnTo>
                  <a:pt x="905052" y="52384"/>
                </a:lnTo>
                <a:lnTo>
                  <a:pt x="905378" y="52648"/>
                </a:lnTo>
                <a:lnTo>
                  <a:pt x="905694" y="52921"/>
                </a:lnTo>
                <a:lnTo>
                  <a:pt x="906002" y="53202"/>
                </a:lnTo>
                <a:lnTo>
                  <a:pt x="906302" y="53492"/>
                </a:lnTo>
                <a:lnTo>
                  <a:pt x="906593" y="53790"/>
                </a:lnTo>
                <a:lnTo>
                  <a:pt x="906876" y="54097"/>
                </a:lnTo>
                <a:lnTo>
                  <a:pt x="907150" y="54412"/>
                </a:lnTo>
                <a:lnTo>
                  <a:pt x="907416" y="54735"/>
                </a:lnTo>
                <a:lnTo>
                  <a:pt x="907674" y="55067"/>
                </a:lnTo>
                <a:lnTo>
                  <a:pt x="907923" y="55407"/>
                </a:lnTo>
                <a:lnTo>
                  <a:pt x="908164" y="55756"/>
                </a:lnTo>
                <a:lnTo>
                  <a:pt x="908397" y="56112"/>
                </a:lnTo>
                <a:lnTo>
                  <a:pt x="908621" y="56478"/>
                </a:lnTo>
                <a:lnTo>
                  <a:pt x="908836" y="56851"/>
                </a:lnTo>
                <a:lnTo>
                  <a:pt x="909044" y="57233"/>
                </a:lnTo>
                <a:lnTo>
                  <a:pt x="909243" y="57624"/>
                </a:lnTo>
                <a:lnTo>
                  <a:pt x="909433" y="58022"/>
                </a:lnTo>
                <a:lnTo>
                  <a:pt x="909615" y="58429"/>
                </a:lnTo>
                <a:lnTo>
                  <a:pt x="909789" y="58845"/>
                </a:lnTo>
                <a:lnTo>
                  <a:pt x="909954" y="59269"/>
                </a:lnTo>
                <a:lnTo>
                  <a:pt x="910111" y="59701"/>
                </a:lnTo>
                <a:lnTo>
                  <a:pt x="910260" y="60141"/>
                </a:lnTo>
                <a:lnTo>
                  <a:pt x="910400" y="60590"/>
                </a:lnTo>
                <a:lnTo>
                  <a:pt x="910532" y="61047"/>
                </a:lnTo>
                <a:lnTo>
                  <a:pt x="910655" y="61513"/>
                </a:lnTo>
                <a:lnTo>
                  <a:pt x="910772" y="61986"/>
                </a:lnTo>
                <a:lnTo>
                  <a:pt x="910884" y="62464"/>
                </a:lnTo>
                <a:lnTo>
                  <a:pt x="910990" y="62947"/>
                </a:lnTo>
                <a:lnTo>
                  <a:pt x="911092" y="63437"/>
                </a:lnTo>
                <a:lnTo>
                  <a:pt x="911189" y="63932"/>
                </a:lnTo>
                <a:lnTo>
                  <a:pt x="911281" y="64433"/>
                </a:lnTo>
                <a:lnTo>
                  <a:pt x="911368" y="64940"/>
                </a:lnTo>
                <a:lnTo>
                  <a:pt x="911450" y="65452"/>
                </a:lnTo>
                <a:lnTo>
                  <a:pt x="911527" y="65970"/>
                </a:lnTo>
                <a:lnTo>
                  <a:pt x="911599" y="66494"/>
                </a:lnTo>
                <a:lnTo>
                  <a:pt x="911666" y="67024"/>
                </a:lnTo>
                <a:lnTo>
                  <a:pt x="911728" y="67559"/>
                </a:lnTo>
                <a:lnTo>
                  <a:pt x="911785" y="68100"/>
                </a:lnTo>
                <a:lnTo>
                  <a:pt x="911837" y="68646"/>
                </a:lnTo>
                <a:lnTo>
                  <a:pt x="911884" y="69199"/>
                </a:lnTo>
                <a:lnTo>
                  <a:pt x="911927" y="69757"/>
                </a:lnTo>
                <a:lnTo>
                  <a:pt x="911964" y="70320"/>
                </a:lnTo>
                <a:lnTo>
                  <a:pt x="911996" y="70890"/>
                </a:lnTo>
                <a:lnTo>
                  <a:pt x="912023" y="71465"/>
                </a:lnTo>
                <a:lnTo>
                  <a:pt x="912046" y="72046"/>
                </a:lnTo>
                <a:lnTo>
                  <a:pt x="912063" y="72632"/>
                </a:lnTo>
                <a:lnTo>
                  <a:pt x="912076" y="73224"/>
                </a:lnTo>
                <a:lnTo>
                  <a:pt x="912083" y="73822"/>
                </a:lnTo>
                <a:lnTo>
                  <a:pt x="912085" y="74426"/>
                </a:lnTo>
                <a:lnTo>
                  <a:pt x="912085" y="136324"/>
                </a:lnTo>
                <a:lnTo>
                  <a:pt x="928559" y="136324"/>
                </a:lnTo>
                <a:lnTo>
                  <a:pt x="928559" y="72308"/>
                </a:lnTo>
                <a:lnTo>
                  <a:pt x="928547" y="70877"/>
                </a:lnTo>
                <a:lnTo>
                  <a:pt x="928510" y="69473"/>
                </a:lnTo>
                <a:lnTo>
                  <a:pt x="928449" y="68095"/>
                </a:lnTo>
                <a:lnTo>
                  <a:pt x="928364" y="66744"/>
                </a:lnTo>
                <a:lnTo>
                  <a:pt x="928255" y="65419"/>
                </a:lnTo>
                <a:lnTo>
                  <a:pt x="928121" y="64121"/>
                </a:lnTo>
                <a:lnTo>
                  <a:pt x="927963" y="62850"/>
                </a:lnTo>
                <a:lnTo>
                  <a:pt x="927781" y="61605"/>
                </a:lnTo>
                <a:lnTo>
                  <a:pt x="927574" y="60386"/>
                </a:lnTo>
                <a:lnTo>
                  <a:pt x="927343" y="59194"/>
                </a:lnTo>
                <a:lnTo>
                  <a:pt x="927088" y="58029"/>
                </a:lnTo>
                <a:lnTo>
                  <a:pt x="926808" y="56890"/>
                </a:lnTo>
                <a:lnTo>
                  <a:pt x="926504" y="55778"/>
                </a:lnTo>
                <a:lnTo>
                  <a:pt x="926176" y="54692"/>
                </a:lnTo>
                <a:lnTo>
                  <a:pt x="925823" y="53633"/>
                </a:lnTo>
                <a:lnTo>
                  <a:pt x="925446" y="52600"/>
                </a:lnTo>
                <a:lnTo>
                  <a:pt x="925045" y="51594"/>
                </a:lnTo>
                <a:lnTo>
                  <a:pt x="924619" y="50615"/>
                </a:lnTo>
                <a:lnTo>
                  <a:pt x="924169" y="49662"/>
                </a:lnTo>
                <a:lnTo>
                  <a:pt x="923695" y="48735"/>
                </a:lnTo>
                <a:lnTo>
                  <a:pt x="923197" y="47836"/>
                </a:lnTo>
                <a:lnTo>
                  <a:pt x="922674" y="46962"/>
                </a:lnTo>
                <a:lnTo>
                  <a:pt x="922127" y="46116"/>
                </a:lnTo>
                <a:lnTo>
                  <a:pt x="921555" y="45296"/>
                </a:lnTo>
                <a:lnTo>
                  <a:pt x="920956" y="44505"/>
                </a:lnTo>
                <a:lnTo>
                  <a:pt x="920326" y="43749"/>
                </a:lnTo>
                <a:lnTo>
                  <a:pt x="919664" y="43026"/>
                </a:lnTo>
                <a:lnTo>
                  <a:pt x="918971" y="42336"/>
                </a:lnTo>
                <a:lnTo>
                  <a:pt x="918247" y="41680"/>
                </a:lnTo>
                <a:lnTo>
                  <a:pt x="917492" y="41058"/>
                </a:lnTo>
                <a:lnTo>
                  <a:pt x="916706" y="40470"/>
                </a:lnTo>
                <a:lnTo>
                  <a:pt x="915889" y="39915"/>
                </a:lnTo>
                <a:lnTo>
                  <a:pt x="915040" y="39393"/>
                </a:lnTo>
                <a:lnTo>
                  <a:pt x="914160" y="38906"/>
                </a:lnTo>
                <a:lnTo>
                  <a:pt x="913250" y="38452"/>
                </a:lnTo>
                <a:lnTo>
                  <a:pt x="912307" y="38031"/>
                </a:lnTo>
                <a:lnTo>
                  <a:pt x="911334" y="37645"/>
                </a:lnTo>
                <a:lnTo>
                  <a:pt x="910330" y="37292"/>
                </a:lnTo>
                <a:lnTo>
                  <a:pt x="909294" y="36972"/>
                </a:lnTo>
                <a:lnTo>
                  <a:pt x="908227" y="36686"/>
                </a:lnTo>
                <a:lnTo>
                  <a:pt x="907130" y="36434"/>
                </a:lnTo>
                <a:lnTo>
                  <a:pt x="906000" y="36215"/>
                </a:lnTo>
                <a:lnTo>
                  <a:pt x="904840" y="36030"/>
                </a:lnTo>
                <a:lnTo>
                  <a:pt x="903649" y="35879"/>
                </a:lnTo>
                <a:lnTo>
                  <a:pt x="902426" y="35761"/>
                </a:lnTo>
                <a:lnTo>
                  <a:pt x="901172" y="35677"/>
                </a:lnTo>
                <a:lnTo>
                  <a:pt x="899888" y="35627"/>
                </a:lnTo>
                <a:lnTo>
                  <a:pt x="898571" y="35610"/>
                </a:lnTo>
                <a:lnTo>
                  <a:pt x="897558" y="35619"/>
                </a:lnTo>
                <a:lnTo>
                  <a:pt x="896557" y="35648"/>
                </a:lnTo>
                <a:lnTo>
                  <a:pt x="895568" y="35695"/>
                </a:lnTo>
                <a:lnTo>
                  <a:pt x="894591" y="35761"/>
                </a:lnTo>
                <a:lnTo>
                  <a:pt x="893627" y="35846"/>
                </a:lnTo>
                <a:lnTo>
                  <a:pt x="892674" y="35949"/>
                </a:lnTo>
                <a:lnTo>
                  <a:pt x="891734" y="36072"/>
                </a:lnTo>
                <a:lnTo>
                  <a:pt x="890806" y="36213"/>
                </a:lnTo>
                <a:lnTo>
                  <a:pt x="889890" y="36373"/>
                </a:lnTo>
                <a:lnTo>
                  <a:pt x="888986" y="36552"/>
                </a:lnTo>
                <a:lnTo>
                  <a:pt x="888095" y="36750"/>
                </a:lnTo>
                <a:lnTo>
                  <a:pt x="887215" y="36966"/>
                </a:lnTo>
                <a:lnTo>
                  <a:pt x="886348" y="37202"/>
                </a:lnTo>
                <a:lnTo>
                  <a:pt x="885493" y="37456"/>
                </a:lnTo>
                <a:lnTo>
                  <a:pt x="884650" y="37729"/>
                </a:lnTo>
                <a:lnTo>
                  <a:pt x="883819" y="38021"/>
                </a:lnTo>
                <a:lnTo>
                  <a:pt x="883000" y="38332"/>
                </a:lnTo>
                <a:lnTo>
                  <a:pt x="882194" y="38662"/>
                </a:lnTo>
                <a:lnTo>
                  <a:pt x="881399" y="39010"/>
                </a:lnTo>
                <a:lnTo>
                  <a:pt x="880617" y="39378"/>
                </a:lnTo>
                <a:lnTo>
                  <a:pt x="879847" y="39764"/>
                </a:lnTo>
                <a:lnTo>
                  <a:pt x="879089" y="40169"/>
                </a:lnTo>
                <a:lnTo>
                  <a:pt x="878343" y="40593"/>
                </a:lnTo>
                <a:lnTo>
                  <a:pt x="877610" y="41035"/>
                </a:lnTo>
                <a:lnTo>
                  <a:pt x="876888" y="41489"/>
                </a:lnTo>
                <a:lnTo>
                  <a:pt x="876176" y="41946"/>
                </a:lnTo>
                <a:lnTo>
                  <a:pt x="875474" y="42406"/>
                </a:lnTo>
                <a:lnTo>
                  <a:pt x="874783" y="42869"/>
                </a:lnTo>
                <a:lnTo>
                  <a:pt x="874103" y="43335"/>
                </a:lnTo>
                <a:lnTo>
                  <a:pt x="873433" y="43804"/>
                </a:lnTo>
                <a:lnTo>
                  <a:pt x="872773" y="44276"/>
                </a:lnTo>
                <a:lnTo>
                  <a:pt x="872124" y="44751"/>
                </a:lnTo>
                <a:lnTo>
                  <a:pt x="871485" y="45229"/>
                </a:lnTo>
                <a:lnTo>
                  <a:pt x="870857" y="45711"/>
                </a:lnTo>
                <a:lnTo>
                  <a:pt x="870239" y="46195"/>
                </a:lnTo>
                <a:lnTo>
                  <a:pt x="869632" y="46683"/>
                </a:lnTo>
                <a:lnTo>
                  <a:pt x="869035" y="47173"/>
                </a:lnTo>
                <a:lnTo>
                  <a:pt x="868449" y="47667"/>
                </a:lnTo>
                <a:lnTo>
                  <a:pt x="867873" y="48164"/>
                </a:lnTo>
                <a:lnTo>
                  <a:pt x="867307" y="48664"/>
                </a:lnTo>
                <a:lnTo>
                  <a:pt x="866752" y="49167"/>
                </a:lnTo>
                <a:lnTo>
                  <a:pt x="866207" y="49673"/>
                </a:lnTo>
                <a:lnTo>
                  <a:pt x="865673" y="50182"/>
                </a:lnTo>
                <a:lnTo>
                  <a:pt x="865149" y="50694"/>
                </a:lnTo>
                <a:lnTo>
                  <a:pt x="864636" y="51210"/>
                </a:lnTo>
                <a:lnTo>
                  <a:pt x="864133" y="51728"/>
                </a:lnTo>
                <a:lnTo>
                  <a:pt x="863641" y="52249"/>
                </a:lnTo>
                <a:lnTo>
                  <a:pt x="863165" y="52767"/>
                </a:lnTo>
                <a:lnTo>
                  <a:pt x="863104" y="52600"/>
                </a:lnTo>
                <a:lnTo>
                  <a:pt x="862703" y="51594"/>
                </a:lnTo>
                <a:lnTo>
                  <a:pt x="862277" y="50615"/>
                </a:lnTo>
                <a:lnTo>
                  <a:pt x="861827" y="49662"/>
                </a:lnTo>
                <a:lnTo>
                  <a:pt x="861353" y="48735"/>
                </a:lnTo>
                <a:close/>
                <a:moveTo>
                  <a:pt x="1536606" y="64903"/>
                </a:moveTo>
                <a:lnTo>
                  <a:pt x="1536880" y="64539"/>
                </a:lnTo>
                <a:lnTo>
                  <a:pt x="1537157" y="64179"/>
                </a:lnTo>
                <a:lnTo>
                  <a:pt x="1537437" y="63823"/>
                </a:lnTo>
                <a:lnTo>
                  <a:pt x="1537720" y="63471"/>
                </a:lnTo>
                <a:lnTo>
                  <a:pt x="1538006" y="63122"/>
                </a:lnTo>
                <a:lnTo>
                  <a:pt x="1538295" y="62777"/>
                </a:lnTo>
                <a:lnTo>
                  <a:pt x="1538588" y="62436"/>
                </a:lnTo>
                <a:lnTo>
                  <a:pt x="1538883" y="62098"/>
                </a:lnTo>
                <a:lnTo>
                  <a:pt x="1539181" y="61764"/>
                </a:lnTo>
                <a:lnTo>
                  <a:pt x="1539483" y="61434"/>
                </a:lnTo>
                <a:lnTo>
                  <a:pt x="1539788" y="61108"/>
                </a:lnTo>
                <a:lnTo>
                  <a:pt x="1540095" y="60785"/>
                </a:lnTo>
                <a:lnTo>
                  <a:pt x="1540406" y="60467"/>
                </a:lnTo>
                <a:lnTo>
                  <a:pt x="1540720" y="60152"/>
                </a:lnTo>
                <a:lnTo>
                  <a:pt x="1541037" y="59840"/>
                </a:lnTo>
                <a:lnTo>
                  <a:pt x="1541357" y="59533"/>
                </a:lnTo>
                <a:lnTo>
                  <a:pt x="1541680" y="59229"/>
                </a:lnTo>
                <a:lnTo>
                  <a:pt x="1542007" y="58929"/>
                </a:lnTo>
                <a:lnTo>
                  <a:pt x="1542336" y="58633"/>
                </a:lnTo>
                <a:lnTo>
                  <a:pt x="1542668" y="58340"/>
                </a:lnTo>
                <a:lnTo>
                  <a:pt x="1543004" y="58051"/>
                </a:lnTo>
                <a:lnTo>
                  <a:pt x="1543343" y="57767"/>
                </a:lnTo>
                <a:lnTo>
                  <a:pt x="1543688" y="57488"/>
                </a:lnTo>
                <a:lnTo>
                  <a:pt x="1544037" y="57214"/>
                </a:lnTo>
                <a:lnTo>
                  <a:pt x="1544390" y="56945"/>
                </a:lnTo>
                <a:lnTo>
                  <a:pt x="1544749" y="56681"/>
                </a:lnTo>
                <a:lnTo>
                  <a:pt x="1545112" y="56423"/>
                </a:lnTo>
                <a:lnTo>
                  <a:pt x="1545481" y="56170"/>
                </a:lnTo>
                <a:lnTo>
                  <a:pt x="1545854" y="55922"/>
                </a:lnTo>
                <a:lnTo>
                  <a:pt x="1546231" y="55679"/>
                </a:lnTo>
                <a:lnTo>
                  <a:pt x="1546614" y="55441"/>
                </a:lnTo>
                <a:lnTo>
                  <a:pt x="1547001" y="55208"/>
                </a:lnTo>
                <a:lnTo>
                  <a:pt x="1547393" y="54981"/>
                </a:lnTo>
                <a:lnTo>
                  <a:pt x="1547790" y="54759"/>
                </a:lnTo>
                <a:lnTo>
                  <a:pt x="1548192" y="54542"/>
                </a:lnTo>
                <a:lnTo>
                  <a:pt x="1548599" y="54330"/>
                </a:lnTo>
                <a:lnTo>
                  <a:pt x="1549010" y="54123"/>
                </a:lnTo>
                <a:lnTo>
                  <a:pt x="1549426" y="53922"/>
                </a:lnTo>
                <a:lnTo>
                  <a:pt x="1549847" y="53726"/>
                </a:lnTo>
                <a:lnTo>
                  <a:pt x="1550273" y="53535"/>
                </a:lnTo>
                <a:lnTo>
                  <a:pt x="1550703" y="53349"/>
                </a:lnTo>
                <a:lnTo>
                  <a:pt x="1551139" y="53168"/>
                </a:lnTo>
                <a:lnTo>
                  <a:pt x="1551579" y="52992"/>
                </a:lnTo>
                <a:lnTo>
                  <a:pt x="1552024" y="52822"/>
                </a:lnTo>
                <a:lnTo>
                  <a:pt x="1552474" y="52657"/>
                </a:lnTo>
                <a:lnTo>
                  <a:pt x="1552929" y="52497"/>
                </a:lnTo>
                <a:lnTo>
                  <a:pt x="1553390" y="52345"/>
                </a:lnTo>
                <a:lnTo>
                  <a:pt x="1553858" y="52199"/>
                </a:lnTo>
                <a:lnTo>
                  <a:pt x="1554331" y="52060"/>
                </a:lnTo>
                <a:lnTo>
                  <a:pt x="1554811" y="51927"/>
                </a:lnTo>
                <a:lnTo>
                  <a:pt x="1555297" y="51802"/>
                </a:lnTo>
                <a:lnTo>
                  <a:pt x="1555789" y="51683"/>
                </a:lnTo>
                <a:lnTo>
                  <a:pt x="1556288" y="51571"/>
                </a:lnTo>
                <a:lnTo>
                  <a:pt x="1556792" y="51466"/>
                </a:lnTo>
                <a:lnTo>
                  <a:pt x="1557303" y="51367"/>
                </a:lnTo>
                <a:lnTo>
                  <a:pt x="1557820" y="51276"/>
                </a:lnTo>
                <a:lnTo>
                  <a:pt x="1558343" y="51191"/>
                </a:lnTo>
                <a:lnTo>
                  <a:pt x="1558872" y="51113"/>
                </a:lnTo>
                <a:lnTo>
                  <a:pt x="1559407" y="51042"/>
                </a:lnTo>
                <a:lnTo>
                  <a:pt x="1559949" y="50977"/>
                </a:lnTo>
                <a:lnTo>
                  <a:pt x="1560497" y="50920"/>
                </a:lnTo>
                <a:lnTo>
                  <a:pt x="1561050" y="50869"/>
                </a:lnTo>
                <a:lnTo>
                  <a:pt x="1561610" y="50825"/>
                </a:lnTo>
                <a:lnTo>
                  <a:pt x="1562177" y="50787"/>
                </a:lnTo>
                <a:lnTo>
                  <a:pt x="1562749" y="50757"/>
                </a:lnTo>
                <a:lnTo>
                  <a:pt x="1563327" y="50733"/>
                </a:lnTo>
                <a:lnTo>
                  <a:pt x="1563912" y="50716"/>
                </a:lnTo>
                <a:lnTo>
                  <a:pt x="1564503" y="50706"/>
                </a:lnTo>
                <a:lnTo>
                  <a:pt x="1565100" y="50702"/>
                </a:lnTo>
                <a:lnTo>
                  <a:pt x="1567369" y="50702"/>
                </a:lnTo>
                <a:lnTo>
                  <a:pt x="1567369" y="35610"/>
                </a:lnTo>
                <a:lnTo>
                  <a:pt x="1565396" y="35610"/>
                </a:lnTo>
                <a:lnTo>
                  <a:pt x="1564442" y="35619"/>
                </a:lnTo>
                <a:lnTo>
                  <a:pt x="1563502" y="35645"/>
                </a:lnTo>
                <a:lnTo>
                  <a:pt x="1562578" y="35689"/>
                </a:lnTo>
                <a:lnTo>
                  <a:pt x="1561669" y="35750"/>
                </a:lnTo>
                <a:lnTo>
                  <a:pt x="1560775" y="35828"/>
                </a:lnTo>
                <a:lnTo>
                  <a:pt x="1559896" y="35924"/>
                </a:lnTo>
                <a:lnTo>
                  <a:pt x="1559033" y="36038"/>
                </a:lnTo>
                <a:lnTo>
                  <a:pt x="1558184" y="36169"/>
                </a:lnTo>
                <a:lnTo>
                  <a:pt x="1557350" y="36318"/>
                </a:lnTo>
                <a:lnTo>
                  <a:pt x="1556532" y="36483"/>
                </a:lnTo>
                <a:lnTo>
                  <a:pt x="1555728" y="36667"/>
                </a:lnTo>
                <a:lnTo>
                  <a:pt x="1554940" y="36868"/>
                </a:lnTo>
                <a:lnTo>
                  <a:pt x="1554166" y="37086"/>
                </a:lnTo>
                <a:lnTo>
                  <a:pt x="1553408" y="37322"/>
                </a:lnTo>
                <a:lnTo>
                  <a:pt x="1552665" y="37575"/>
                </a:lnTo>
                <a:lnTo>
                  <a:pt x="1551937" y="37846"/>
                </a:lnTo>
                <a:lnTo>
                  <a:pt x="1551223" y="38134"/>
                </a:lnTo>
                <a:lnTo>
                  <a:pt x="1550525" y="38440"/>
                </a:lnTo>
                <a:lnTo>
                  <a:pt x="1549842" y="38763"/>
                </a:lnTo>
                <a:lnTo>
                  <a:pt x="1549175" y="39104"/>
                </a:lnTo>
                <a:lnTo>
                  <a:pt x="1548522" y="39462"/>
                </a:lnTo>
                <a:lnTo>
                  <a:pt x="1547884" y="39837"/>
                </a:lnTo>
                <a:lnTo>
                  <a:pt x="1547261" y="40230"/>
                </a:lnTo>
                <a:lnTo>
                  <a:pt x="1546654" y="40641"/>
                </a:lnTo>
                <a:lnTo>
                  <a:pt x="1546059" y="41064"/>
                </a:lnTo>
                <a:lnTo>
                  <a:pt x="1545475" y="41496"/>
                </a:lnTo>
                <a:lnTo>
                  <a:pt x="1544903" y="41937"/>
                </a:lnTo>
                <a:lnTo>
                  <a:pt x="1544341" y="42386"/>
                </a:lnTo>
                <a:lnTo>
                  <a:pt x="1543790" y="42844"/>
                </a:lnTo>
                <a:lnTo>
                  <a:pt x="1543250" y="43310"/>
                </a:lnTo>
                <a:lnTo>
                  <a:pt x="1542722" y="43785"/>
                </a:lnTo>
                <a:lnTo>
                  <a:pt x="1542204" y="44269"/>
                </a:lnTo>
                <a:lnTo>
                  <a:pt x="1541697" y="44761"/>
                </a:lnTo>
                <a:lnTo>
                  <a:pt x="1541201" y="45261"/>
                </a:lnTo>
                <a:lnTo>
                  <a:pt x="1540716" y="45770"/>
                </a:lnTo>
                <a:lnTo>
                  <a:pt x="1540242" y="46288"/>
                </a:lnTo>
                <a:lnTo>
                  <a:pt x="1539779" y="46814"/>
                </a:lnTo>
                <a:lnTo>
                  <a:pt x="1539327" y="47349"/>
                </a:lnTo>
                <a:lnTo>
                  <a:pt x="1538886" y="47893"/>
                </a:lnTo>
                <a:lnTo>
                  <a:pt x="1538455" y="48445"/>
                </a:lnTo>
                <a:lnTo>
                  <a:pt x="1538036" y="49005"/>
                </a:lnTo>
                <a:lnTo>
                  <a:pt x="1537628" y="49574"/>
                </a:lnTo>
                <a:lnTo>
                  <a:pt x="1537231" y="50152"/>
                </a:lnTo>
                <a:lnTo>
                  <a:pt x="1536844" y="50738"/>
                </a:lnTo>
                <a:lnTo>
                  <a:pt x="1536469" y="51333"/>
                </a:lnTo>
                <a:lnTo>
                  <a:pt x="1536104" y="51936"/>
                </a:lnTo>
                <a:lnTo>
                  <a:pt x="1535751" y="52548"/>
                </a:lnTo>
                <a:lnTo>
                  <a:pt x="1535408" y="53169"/>
                </a:lnTo>
                <a:lnTo>
                  <a:pt x="1534817" y="37287"/>
                </a:lnTo>
                <a:lnTo>
                  <a:pt x="1519330" y="37287"/>
                </a:lnTo>
                <a:lnTo>
                  <a:pt x="1519330" y="136324"/>
                </a:lnTo>
                <a:lnTo>
                  <a:pt x="1535803" y="136324"/>
                </a:lnTo>
                <a:lnTo>
                  <a:pt x="1535803" y="66017"/>
                </a:lnTo>
                <a:lnTo>
                  <a:pt x="1536068" y="65642"/>
                </a:lnTo>
                <a:lnTo>
                  <a:pt x="1536335" y="65271"/>
                </a:lnTo>
                <a:lnTo>
                  <a:pt x="1536606" y="64903"/>
                </a:lnTo>
                <a:close/>
                <a:moveTo>
                  <a:pt x="251466" y="137921"/>
                </a:moveTo>
                <a:lnTo>
                  <a:pt x="252415" y="137843"/>
                </a:lnTo>
                <a:lnTo>
                  <a:pt x="253352" y="137750"/>
                </a:lnTo>
                <a:lnTo>
                  <a:pt x="254279" y="137642"/>
                </a:lnTo>
                <a:lnTo>
                  <a:pt x="255194" y="137521"/>
                </a:lnTo>
                <a:lnTo>
                  <a:pt x="256097" y="137385"/>
                </a:lnTo>
                <a:lnTo>
                  <a:pt x="256990" y="137235"/>
                </a:lnTo>
                <a:lnTo>
                  <a:pt x="257871" y="137070"/>
                </a:lnTo>
                <a:lnTo>
                  <a:pt x="258741" y="136892"/>
                </a:lnTo>
                <a:lnTo>
                  <a:pt x="259599" y="136699"/>
                </a:lnTo>
                <a:lnTo>
                  <a:pt x="260446" y="136491"/>
                </a:lnTo>
                <a:lnTo>
                  <a:pt x="261282" y="136270"/>
                </a:lnTo>
                <a:lnTo>
                  <a:pt x="262107" y="136034"/>
                </a:lnTo>
                <a:lnTo>
                  <a:pt x="262920" y="135783"/>
                </a:lnTo>
                <a:lnTo>
                  <a:pt x="263722" y="135519"/>
                </a:lnTo>
                <a:lnTo>
                  <a:pt x="264513" y="135240"/>
                </a:lnTo>
                <a:lnTo>
                  <a:pt x="265292" y="134947"/>
                </a:lnTo>
                <a:lnTo>
                  <a:pt x="266060" y="134639"/>
                </a:lnTo>
                <a:lnTo>
                  <a:pt x="266817" y="134318"/>
                </a:lnTo>
                <a:lnTo>
                  <a:pt x="267563" y="133982"/>
                </a:lnTo>
                <a:lnTo>
                  <a:pt x="268295" y="133632"/>
                </a:lnTo>
                <a:lnTo>
                  <a:pt x="269015" y="133271"/>
                </a:lnTo>
                <a:lnTo>
                  <a:pt x="269720" y="132897"/>
                </a:lnTo>
                <a:lnTo>
                  <a:pt x="270412" y="132512"/>
                </a:lnTo>
                <a:lnTo>
                  <a:pt x="271090" y="132114"/>
                </a:lnTo>
                <a:lnTo>
                  <a:pt x="271755" y="131705"/>
                </a:lnTo>
                <a:lnTo>
                  <a:pt x="272406" y="131283"/>
                </a:lnTo>
                <a:lnTo>
                  <a:pt x="273043" y="130850"/>
                </a:lnTo>
                <a:lnTo>
                  <a:pt x="273666" y="130404"/>
                </a:lnTo>
                <a:lnTo>
                  <a:pt x="274276" y="129947"/>
                </a:lnTo>
                <a:lnTo>
                  <a:pt x="274872" y="129477"/>
                </a:lnTo>
                <a:lnTo>
                  <a:pt x="275454" y="128996"/>
                </a:lnTo>
                <a:lnTo>
                  <a:pt x="276023" y="128502"/>
                </a:lnTo>
                <a:lnTo>
                  <a:pt x="276577" y="127996"/>
                </a:lnTo>
                <a:lnTo>
                  <a:pt x="277119" y="127479"/>
                </a:lnTo>
                <a:lnTo>
                  <a:pt x="277646" y="126949"/>
                </a:lnTo>
                <a:lnTo>
                  <a:pt x="278160" y="126408"/>
                </a:lnTo>
                <a:lnTo>
                  <a:pt x="278660" y="125854"/>
                </a:lnTo>
                <a:lnTo>
                  <a:pt x="279146" y="125288"/>
                </a:lnTo>
                <a:lnTo>
                  <a:pt x="279619" y="124711"/>
                </a:lnTo>
                <a:lnTo>
                  <a:pt x="280078" y="124121"/>
                </a:lnTo>
                <a:lnTo>
                  <a:pt x="280523" y="123519"/>
                </a:lnTo>
                <a:lnTo>
                  <a:pt x="280955" y="122906"/>
                </a:lnTo>
                <a:lnTo>
                  <a:pt x="281373" y="122280"/>
                </a:lnTo>
                <a:lnTo>
                  <a:pt x="281775" y="121643"/>
                </a:lnTo>
                <a:lnTo>
                  <a:pt x="282162" y="120997"/>
                </a:lnTo>
                <a:lnTo>
                  <a:pt x="282533" y="120340"/>
                </a:lnTo>
                <a:lnTo>
                  <a:pt x="282888" y="119673"/>
                </a:lnTo>
                <a:lnTo>
                  <a:pt x="283226" y="118996"/>
                </a:lnTo>
                <a:lnTo>
                  <a:pt x="283549" y="118309"/>
                </a:lnTo>
                <a:lnTo>
                  <a:pt x="283855" y="117612"/>
                </a:lnTo>
                <a:lnTo>
                  <a:pt x="284145" y="116905"/>
                </a:lnTo>
                <a:lnTo>
                  <a:pt x="284420" y="116188"/>
                </a:lnTo>
                <a:lnTo>
                  <a:pt x="284678" y="115460"/>
                </a:lnTo>
                <a:lnTo>
                  <a:pt x="284920" y="114723"/>
                </a:lnTo>
                <a:lnTo>
                  <a:pt x="285146" y="113976"/>
                </a:lnTo>
                <a:lnTo>
                  <a:pt x="285355" y="113218"/>
                </a:lnTo>
                <a:lnTo>
                  <a:pt x="285549" y="112451"/>
                </a:lnTo>
                <a:lnTo>
                  <a:pt x="285727" y="111673"/>
                </a:lnTo>
                <a:lnTo>
                  <a:pt x="285888" y="110886"/>
                </a:lnTo>
                <a:lnTo>
                  <a:pt x="286034" y="110088"/>
                </a:lnTo>
                <a:lnTo>
                  <a:pt x="286163" y="109280"/>
                </a:lnTo>
                <a:lnTo>
                  <a:pt x="286276" y="108462"/>
                </a:lnTo>
                <a:lnTo>
                  <a:pt x="286373" y="107634"/>
                </a:lnTo>
                <a:lnTo>
                  <a:pt x="286454" y="106797"/>
                </a:lnTo>
                <a:lnTo>
                  <a:pt x="286519" y="105949"/>
                </a:lnTo>
                <a:lnTo>
                  <a:pt x="286568" y="105090"/>
                </a:lnTo>
                <a:lnTo>
                  <a:pt x="286601" y="104222"/>
                </a:lnTo>
                <a:lnTo>
                  <a:pt x="270325" y="104222"/>
                </a:lnTo>
                <a:lnTo>
                  <a:pt x="270290" y="105069"/>
                </a:lnTo>
                <a:lnTo>
                  <a:pt x="270234" y="105900"/>
                </a:lnTo>
                <a:lnTo>
                  <a:pt x="270158" y="106713"/>
                </a:lnTo>
                <a:lnTo>
                  <a:pt x="270061" y="107510"/>
                </a:lnTo>
                <a:lnTo>
                  <a:pt x="269944" y="108290"/>
                </a:lnTo>
                <a:lnTo>
                  <a:pt x="269807" y="109054"/>
                </a:lnTo>
                <a:lnTo>
                  <a:pt x="269648" y="109800"/>
                </a:lnTo>
                <a:lnTo>
                  <a:pt x="269470" y="110530"/>
                </a:lnTo>
                <a:lnTo>
                  <a:pt x="269270" y="111243"/>
                </a:lnTo>
                <a:lnTo>
                  <a:pt x="269050" y="111940"/>
                </a:lnTo>
                <a:lnTo>
                  <a:pt x="268810" y="112619"/>
                </a:lnTo>
                <a:lnTo>
                  <a:pt x="268549" y="113282"/>
                </a:lnTo>
                <a:lnTo>
                  <a:pt x="268267" y="113928"/>
                </a:lnTo>
                <a:lnTo>
                  <a:pt x="267965" y="114558"/>
                </a:lnTo>
                <a:lnTo>
                  <a:pt x="267643" y="115170"/>
                </a:lnTo>
                <a:lnTo>
                  <a:pt x="267299" y="115766"/>
                </a:lnTo>
                <a:lnTo>
                  <a:pt x="266936" y="116346"/>
                </a:lnTo>
                <a:lnTo>
                  <a:pt x="266551" y="116908"/>
                </a:lnTo>
                <a:lnTo>
                  <a:pt x="266147" y="117454"/>
                </a:lnTo>
                <a:lnTo>
                  <a:pt x="265721" y="117983"/>
                </a:lnTo>
                <a:lnTo>
                  <a:pt x="265275" y="118495"/>
                </a:lnTo>
                <a:lnTo>
                  <a:pt x="264809" y="118990"/>
                </a:lnTo>
                <a:lnTo>
                  <a:pt x="264322" y="119469"/>
                </a:lnTo>
                <a:lnTo>
                  <a:pt x="263814" y="119931"/>
                </a:lnTo>
                <a:lnTo>
                  <a:pt x="263288" y="120375"/>
                </a:lnTo>
                <a:lnTo>
                  <a:pt x="262745" y="120801"/>
                </a:lnTo>
                <a:lnTo>
                  <a:pt x="262185" y="121207"/>
                </a:lnTo>
                <a:lnTo>
                  <a:pt x="261608" y="121595"/>
                </a:lnTo>
                <a:lnTo>
                  <a:pt x="261015" y="121963"/>
                </a:lnTo>
                <a:lnTo>
                  <a:pt x="260405" y="122313"/>
                </a:lnTo>
                <a:lnTo>
                  <a:pt x="259778" y="122644"/>
                </a:lnTo>
                <a:lnTo>
                  <a:pt x="259134" y="122956"/>
                </a:lnTo>
                <a:lnTo>
                  <a:pt x="258473" y="123249"/>
                </a:lnTo>
                <a:lnTo>
                  <a:pt x="257796" y="123523"/>
                </a:lnTo>
                <a:lnTo>
                  <a:pt x="257102" y="123778"/>
                </a:lnTo>
                <a:lnTo>
                  <a:pt x="256391" y="124014"/>
                </a:lnTo>
                <a:lnTo>
                  <a:pt x="255664" y="124231"/>
                </a:lnTo>
                <a:lnTo>
                  <a:pt x="254919" y="124430"/>
                </a:lnTo>
                <a:lnTo>
                  <a:pt x="254158" y="124610"/>
                </a:lnTo>
                <a:lnTo>
                  <a:pt x="253380" y="124770"/>
                </a:lnTo>
                <a:lnTo>
                  <a:pt x="252585" y="124912"/>
                </a:lnTo>
                <a:lnTo>
                  <a:pt x="251773" y="125035"/>
                </a:lnTo>
                <a:lnTo>
                  <a:pt x="250945" y="125139"/>
                </a:lnTo>
                <a:lnTo>
                  <a:pt x="250100" y="125224"/>
                </a:lnTo>
                <a:lnTo>
                  <a:pt x="249238" y="125290"/>
                </a:lnTo>
                <a:lnTo>
                  <a:pt x="248359" y="125337"/>
                </a:lnTo>
                <a:lnTo>
                  <a:pt x="247464" y="125366"/>
                </a:lnTo>
                <a:lnTo>
                  <a:pt x="246552" y="125375"/>
                </a:lnTo>
                <a:lnTo>
                  <a:pt x="245695" y="125367"/>
                </a:lnTo>
                <a:lnTo>
                  <a:pt x="244853" y="125341"/>
                </a:lnTo>
                <a:lnTo>
                  <a:pt x="244025" y="125298"/>
                </a:lnTo>
                <a:lnTo>
                  <a:pt x="243211" y="125238"/>
                </a:lnTo>
                <a:lnTo>
                  <a:pt x="242411" y="125161"/>
                </a:lnTo>
                <a:lnTo>
                  <a:pt x="241626" y="125066"/>
                </a:lnTo>
                <a:lnTo>
                  <a:pt x="240854" y="124955"/>
                </a:lnTo>
                <a:lnTo>
                  <a:pt x="240096" y="124826"/>
                </a:lnTo>
                <a:lnTo>
                  <a:pt x="239352" y="124681"/>
                </a:lnTo>
                <a:lnTo>
                  <a:pt x="238622" y="124518"/>
                </a:lnTo>
                <a:lnTo>
                  <a:pt x="237907" y="124338"/>
                </a:lnTo>
                <a:lnTo>
                  <a:pt x="237205" y="124141"/>
                </a:lnTo>
                <a:lnTo>
                  <a:pt x="236518" y="123926"/>
                </a:lnTo>
                <a:lnTo>
                  <a:pt x="235844" y="123695"/>
                </a:lnTo>
                <a:lnTo>
                  <a:pt x="235185" y="123446"/>
                </a:lnTo>
                <a:lnTo>
                  <a:pt x="234539" y="123180"/>
                </a:lnTo>
                <a:lnTo>
                  <a:pt x="233908" y="122897"/>
                </a:lnTo>
                <a:lnTo>
                  <a:pt x="233290" y="122597"/>
                </a:lnTo>
                <a:lnTo>
                  <a:pt x="232687" y="122280"/>
                </a:lnTo>
                <a:lnTo>
                  <a:pt x="232098" y="121946"/>
                </a:lnTo>
                <a:lnTo>
                  <a:pt x="231522" y="121594"/>
                </a:lnTo>
                <a:lnTo>
                  <a:pt x="230961" y="121226"/>
                </a:lnTo>
                <a:lnTo>
                  <a:pt x="230414" y="120840"/>
                </a:lnTo>
                <a:lnTo>
                  <a:pt x="229881" y="120437"/>
                </a:lnTo>
                <a:lnTo>
                  <a:pt x="229361" y="120020"/>
                </a:lnTo>
                <a:lnTo>
                  <a:pt x="228852" y="119591"/>
                </a:lnTo>
                <a:lnTo>
                  <a:pt x="228356" y="119152"/>
                </a:lnTo>
                <a:lnTo>
                  <a:pt x="227871" y="118701"/>
                </a:lnTo>
                <a:lnTo>
                  <a:pt x="227398" y="118239"/>
                </a:lnTo>
                <a:lnTo>
                  <a:pt x="226937" y="117765"/>
                </a:lnTo>
                <a:lnTo>
                  <a:pt x="226488" y="117280"/>
                </a:lnTo>
                <a:lnTo>
                  <a:pt x="226050" y="116785"/>
                </a:lnTo>
                <a:lnTo>
                  <a:pt x="225625" y="116277"/>
                </a:lnTo>
                <a:lnTo>
                  <a:pt x="225211" y="115759"/>
                </a:lnTo>
                <a:lnTo>
                  <a:pt x="224809" y="115229"/>
                </a:lnTo>
                <a:lnTo>
                  <a:pt x="224419" y="114689"/>
                </a:lnTo>
                <a:lnTo>
                  <a:pt x="224040" y="114136"/>
                </a:lnTo>
                <a:lnTo>
                  <a:pt x="223674" y="113573"/>
                </a:lnTo>
                <a:lnTo>
                  <a:pt x="223319" y="112998"/>
                </a:lnTo>
                <a:lnTo>
                  <a:pt x="222976" y="112412"/>
                </a:lnTo>
                <a:lnTo>
                  <a:pt x="222645" y="111815"/>
                </a:lnTo>
                <a:lnTo>
                  <a:pt x="222326" y="111207"/>
                </a:lnTo>
                <a:lnTo>
                  <a:pt x="222018" y="110587"/>
                </a:lnTo>
                <a:lnTo>
                  <a:pt x="221722" y="109956"/>
                </a:lnTo>
                <a:lnTo>
                  <a:pt x="221438" y="109314"/>
                </a:lnTo>
                <a:lnTo>
                  <a:pt x="221166" y="108661"/>
                </a:lnTo>
                <a:lnTo>
                  <a:pt x="220906" y="107996"/>
                </a:lnTo>
                <a:lnTo>
                  <a:pt x="220658" y="107320"/>
                </a:lnTo>
                <a:lnTo>
                  <a:pt x="220420" y="106636"/>
                </a:lnTo>
                <a:lnTo>
                  <a:pt x="220192" y="105946"/>
                </a:lnTo>
                <a:lnTo>
                  <a:pt x="219974" y="105251"/>
                </a:lnTo>
                <a:lnTo>
                  <a:pt x="219766" y="104550"/>
                </a:lnTo>
                <a:lnTo>
                  <a:pt x="219567" y="103844"/>
                </a:lnTo>
                <a:lnTo>
                  <a:pt x="219379" y="103132"/>
                </a:lnTo>
                <a:lnTo>
                  <a:pt x="219200" y="102414"/>
                </a:lnTo>
                <a:lnTo>
                  <a:pt x="219030" y="101691"/>
                </a:lnTo>
                <a:lnTo>
                  <a:pt x="218871" y="100963"/>
                </a:lnTo>
                <a:lnTo>
                  <a:pt x="218721" y="100229"/>
                </a:lnTo>
                <a:lnTo>
                  <a:pt x="218581" y="99489"/>
                </a:lnTo>
                <a:lnTo>
                  <a:pt x="218451" y="98744"/>
                </a:lnTo>
                <a:lnTo>
                  <a:pt x="218330" y="97993"/>
                </a:lnTo>
                <a:lnTo>
                  <a:pt x="218220" y="97237"/>
                </a:lnTo>
                <a:lnTo>
                  <a:pt x="218119" y="96475"/>
                </a:lnTo>
                <a:lnTo>
                  <a:pt x="218027" y="95708"/>
                </a:lnTo>
                <a:lnTo>
                  <a:pt x="217946" y="94935"/>
                </a:lnTo>
                <a:lnTo>
                  <a:pt x="217874" y="94157"/>
                </a:lnTo>
                <a:lnTo>
                  <a:pt x="217812" y="93373"/>
                </a:lnTo>
                <a:lnTo>
                  <a:pt x="217760" y="92583"/>
                </a:lnTo>
                <a:lnTo>
                  <a:pt x="217718" y="91788"/>
                </a:lnTo>
                <a:lnTo>
                  <a:pt x="217685" y="90988"/>
                </a:lnTo>
                <a:lnTo>
                  <a:pt x="217662" y="90182"/>
                </a:lnTo>
                <a:lnTo>
                  <a:pt x="217649" y="89370"/>
                </a:lnTo>
                <a:lnTo>
                  <a:pt x="286107" y="89370"/>
                </a:lnTo>
                <a:lnTo>
                  <a:pt x="286124" y="89292"/>
                </a:lnTo>
                <a:lnTo>
                  <a:pt x="286140" y="89210"/>
                </a:lnTo>
                <a:lnTo>
                  <a:pt x="286155" y="89124"/>
                </a:lnTo>
                <a:lnTo>
                  <a:pt x="286170" y="89034"/>
                </a:lnTo>
                <a:lnTo>
                  <a:pt x="286185" y="88940"/>
                </a:lnTo>
                <a:lnTo>
                  <a:pt x="286200" y="88841"/>
                </a:lnTo>
                <a:lnTo>
                  <a:pt x="286214" y="88739"/>
                </a:lnTo>
                <a:lnTo>
                  <a:pt x="286228" y="88633"/>
                </a:lnTo>
                <a:lnTo>
                  <a:pt x="286241" y="88522"/>
                </a:lnTo>
                <a:lnTo>
                  <a:pt x="286255" y="88408"/>
                </a:lnTo>
                <a:lnTo>
                  <a:pt x="286267" y="88289"/>
                </a:lnTo>
                <a:lnTo>
                  <a:pt x="286280" y="88167"/>
                </a:lnTo>
                <a:lnTo>
                  <a:pt x="286292" y="88040"/>
                </a:lnTo>
                <a:lnTo>
                  <a:pt x="286304" y="87909"/>
                </a:lnTo>
                <a:lnTo>
                  <a:pt x="286315" y="87775"/>
                </a:lnTo>
                <a:lnTo>
                  <a:pt x="286327" y="87636"/>
                </a:lnTo>
                <a:lnTo>
                  <a:pt x="286337" y="87493"/>
                </a:lnTo>
                <a:lnTo>
                  <a:pt x="286348" y="87346"/>
                </a:lnTo>
                <a:lnTo>
                  <a:pt x="286358" y="87195"/>
                </a:lnTo>
                <a:lnTo>
                  <a:pt x="286368" y="87041"/>
                </a:lnTo>
                <a:lnTo>
                  <a:pt x="286377" y="86882"/>
                </a:lnTo>
                <a:lnTo>
                  <a:pt x="286386" y="86719"/>
                </a:lnTo>
                <a:lnTo>
                  <a:pt x="286395" y="86551"/>
                </a:lnTo>
                <a:lnTo>
                  <a:pt x="286403" y="86380"/>
                </a:lnTo>
                <a:lnTo>
                  <a:pt x="286411" y="86208"/>
                </a:lnTo>
                <a:lnTo>
                  <a:pt x="286419" y="86037"/>
                </a:lnTo>
                <a:lnTo>
                  <a:pt x="286426" y="85869"/>
                </a:lnTo>
                <a:lnTo>
                  <a:pt x="286433" y="85702"/>
                </a:lnTo>
                <a:lnTo>
                  <a:pt x="286440" y="85538"/>
                </a:lnTo>
                <a:lnTo>
                  <a:pt x="286446" y="85375"/>
                </a:lnTo>
                <a:lnTo>
                  <a:pt x="286452" y="85214"/>
                </a:lnTo>
                <a:lnTo>
                  <a:pt x="286458" y="85055"/>
                </a:lnTo>
                <a:lnTo>
                  <a:pt x="286463" y="84898"/>
                </a:lnTo>
                <a:lnTo>
                  <a:pt x="286468" y="84743"/>
                </a:lnTo>
                <a:lnTo>
                  <a:pt x="286473" y="84590"/>
                </a:lnTo>
                <a:lnTo>
                  <a:pt x="286477" y="84439"/>
                </a:lnTo>
                <a:lnTo>
                  <a:pt x="286481" y="84290"/>
                </a:lnTo>
                <a:lnTo>
                  <a:pt x="286485" y="84143"/>
                </a:lnTo>
                <a:lnTo>
                  <a:pt x="286488" y="83997"/>
                </a:lnTo>
                <a:lnTo>
                  <a:pt x="286491" y="83854"/>
                </a:lnTo>
                <a:lnTo>
                  <a:pt x="286494" y="83713"/>
                </a:lnTo>
                <a:lnTo>
                  <a:pt x="286496" y="83573"/>
                </a:lnTo>
                <a:lnTo>
                  <a:pt x="286498" y="83435"/>
                </a:lnTo>
                <a:lnTo>
                  <a:pt x="286499" y="83300"/>
                </a:lnTo>
                <a:lnTo>
                  <a:pt x="286500" y="83166"/>
                </a:lnTo>
                <a:lnTo>
                  <a:pt x="286501" y="83034"/>
                </a:lnTo>
                <a:lnTo>
                  <a:pt x="286502" y="82905"/>
                </a:lnTo>
                <a:lnTo>
                  <a:pt x="286502" y="82777"/>
                </a:lnTo>
                <a:lnTo>
                  <a:pt x="286483" y="80893"/>
                </a:lnTo>
                <a:lnTo>
                  <a:pt x="286425" y="79047"/>
                </a:lnTo>
                <a:lnTo>
                  <a:pt x="286328" y="77237"/>
                </a:lnTo>
                <a:lnTo>
                  <a:pt x="286192" y="75465"/>
                </a:lnTo>
                <a:lnTo>
                  <a:pt x="286018" y="73729"/>
                </a:lnTo>
                <a:lnTo>
                  <a:pt x="285805" y="72031"/>
                </a:lnTo>
                <a:lnTo>
                  <a:pt x="285554" y="70369"/>
                </a:lnTo>
                <a:lnTo>
                  <a:pt x="285263" y="68745"/>
                </a:lnTo>
                <a:lnTo>
                  <a:pt x="284934" y="67157"/>
                </a:lnTo>
                <a:lnTo>
                  <a:pt x="284567" y="65607"/>
                </a:lnTo>
                <a:lnTo>
                  <a:pt x="284160" y="64093"/>
                </a:lnTo>
                <a:lnTo>
                  <a:pt x="283715" y="62617"/>
                </a:lnTo>
                <a:lnTo>
                  <a:pt x="283231" y="61177"/>
                </a:lnTo>
                <a:lnTo>
                  <a:pt x="282709" y="59774"/>
                </a:lnTo>
                <a:lnTo>
                  <a:pt x="282148" y="58409"/>
                </a:lnTo>
                <a:lnTo>
                  <a:pt x="281548" y="57080"/>
                </a:lnTo>
                <a:lnTo>
                  <a:pt x="280909" y="55789"/>
                </a:lnTo>
                <a:lnTo>
                  <a:pt x="280232" y="54534"/>
                </a:lnTo>
                <a:lnTo>
                  <a:pt x="279516" y="53316"/>
                </a:lnTo>
                <a:lnTo>
                  <a:pt x="278761" y="52136"/>
                </a:lnTo>
                <a:lnTo>
                  <a:pt x="277968" y="50992"/>
                </a:lnTo>
                <a:lnTo>
                  <a:pt x="277136" y="49886"/>
                </a:lnTo>
                <a:lnTo>
                  <a:pt x="276265" y="48816"/>
                </a:lnTo>
                <a:lnTo>
                  <a:pt x="275355" y="47783"/>
                </a:lnTo>
                <a:lnTo>
                  <a:pt x="274412" y="46790"/>
                </a:lnTo>
                <a:lnTo>
                  <a:pt x="273439" y="45839"/>
                </a:lnTo>
                <a:lnTo>
                  <a:pt x="272436" y="44930"/>
                </a:lnTo>
                <a:lnTo>
                  <a:pt x="271404" y="44064"/>
                </a:lnTo>
                <a:lnTo>
                  <a:pt x="270343" y="43239"/>
                </a:lnTo>
                <a:lnTo>
                  <a:pt x="269252" y="42457"/>
                </a:lnTo>
                <a:lnTo>
                  <a:pt x="268131" y="41718"/>
                </a:lnTo>
                <a:lnTo>
                  <a:pt x="266982" y="41020"/>
                </a:lnTo>
                <a:lnTo>
                  <a:pt x="265802" y="40365"/>
                </a:lnTo>
                <a:lnTo>
                  <a:pt x="264594" y="39752"/>
                </a:lnTo>
                <a:lnTo>
                  <a:pt x="263355" y="39182"/>
                </a:lnTo>
                <a:lnTo>
                  <a:pt x="262088" y="38653"/>
                </a:lnTo>
                <a:lnTo>
                  <a:pt x="260791" y="38167"/>
                </a:lnTo>
                <a:lnTo>
                  <a:pt x="259464" y="37723"/>
                </a:lnTo>
                <a:lnTo>
                  <a:pt x="258108" y="37322"/>
                </a:lnTo>
                <a:lnTo>
                  <a:pt x="256723" y="36963"/>
                </a:lnTo>
                <a:lnTo>
                  <a:pt x="255308" y="36646"/>
                </a:lnTo>
                <a:lnTo>
                  <a:pt x="253863" y="36371"/>
                </a:lnTo>
                <a:lnTo>
                  <a:pt x="252390" y="36138"/>
                </a:lnTo>
                <a:lnTo>
                  <a:pt x="250886" y="35948"/>
                </a:lnTo>
                <a:lnTo>
                  <a:pt x="249354" y="35800"/>
                </a:lnTo>
                <a:lnTo>
                  <a:pt x="247791" y="35695"/>
                </a:lnTo>
                <a:lnTo>
                  <a:pt x="246200" y="35631"/>
                </a:lnTo>
                <a:lnTo>
                  <a:pt x="244579" y="35610"/>
                </a:lnTo>
                <a:lnTo>
                  <a:pt x="243355" y="35621"/>
                </a:lnTo>
                <a:lnTo>
                  <a:pt x="242149" y="35655"/>
                </a:lnTo>
                <a:lnTo>
                  <a:pt x="240961" y="35712"/>
                </a:lnTo>
                <a:lnTo>
                  <a:pt x="239790" y="35791"/>
                </a:lnTo>
                <a:lnTo>
                  <a:pt x="238638" y="35892"/>
                </a:lnTo>
                <a:lnTo>
                  <a:pt x="237504" y="36016"/>
                </a:lnTo>
                <a:lnTo>
                  <a:pt x="236388" y="36163"/>
                </a:lnTo>
                <a:lnTo>
                  <a:pt x="235290" y="36332"/>
                </a:lnTo>
                <a:lnTo>
                  <a:pt x="234210" y="36524"/>
                </a:lnTo>
                <a:lnTo>
                  <a:pt x="233147" y="36739"/>
                </a:lnTo>
                <a:lnTo>
                  <a:pt x="232103" y="36976"/>
                </a:lnTo>
                <a:lnTo>
                  <a:pt x="231077" y="37235"/>
                </a:lnTo>
                <a:lnTo>
                  <a:pt x="230069" y="37518"/>
                </a:lnTo>
                <a:lnTo>
                  <a:pt x="229078" y="37822"/>
                </a:lnTo>
                <a:lnTo>
                  <a:pt x="228106" y="38150"/>
                </a:lnTo>
                <a:lnTo>
                  <a:pt x="227152" y="38499"/>
                </a:lnTo>
                <a:lnTo>
                  <a:pt x="226215" y="38872"/>
                </a:lnTo>
                <a:lnTo>
                  <a:pt x="225297" y="39267"/>
                </a:lnTo>
                <a:lnTo>
                  <a:pt x="224397" y="39685"/>
                </a:lnTo>
                <a:lnTo>
                  <a:pt x="223514" y="40125"/>
                </a:lnTo>
                <a:lnTo>
                  <a:pt x="222650" y="40588"/>
                </a:lnTo>
                <a:lnTo>
                  <a:pt x="221804" y="41073"/>
                </a:lnTo>
                <a:lnTo>
                  <a:pt x="220975" y="41581"/>
                </a:lnTo>
                <a:lnTo>
                  <a:pt x="220165" y="42111"/>
                </a:lnTo>
                <a:lnTo>
                  <a:pt x="219372" y="42662"/>
                </a:lnTo>
                <a:lnTo>
                  <a:pt x="218596" y="43230"/>
                </a:lnTo>
                <a:lnTo>
                  <a:pt x="217837" y="43815"/>
                </a:lnTo>
                <a:lnTo>
                  <a:pt x="217096" y="44418"/>
                </a:lnTo>
                <a:lnTo>
                  <a:pt x="216371" y="45038"/>
                </a:lnTo>
                <a:lnTo>
                  <a:pt x="215664" y="45676"/>
                </a:lnTo>
                <a:lnTo>
                  <a:pt x="214974" y="46331"/>
                </a:lnTo>
                <a:lnTo>
                  <a:pt x="214301" y="47004"/>
                </a:lnTo>
                <a:lnTo>
                  <a:pt x="213645" y="47694"/>
                </a:lnTo>
                <a:lnTo>
                  <a:pt x="213006" y="48402"/>
                </a:lnTo>
                <a:lnTo>
                  <a:pt x="212385" y="49127"/>
                </a:lnTo>
                <a:lnTo>
                  <a:pt x="211780" y="49869"/>
                </a:lnTo>
                <a:lnTo>
                  <a:pt x="211193" y="50629"/>
                </a:lnTo>
                <a:lnTo>
                  <a:pt x="210622" y="51407"/>
                </a:lnTo>
                <a:lnTo>
                  <a:pt x="210069" y="52202"/>
                </a:lnTo>
                <a:lnTo>
                  <a:pt x="209533" y="53014"/>
                </a:lnTo>
                <a:lnTo>
                  <a:pt x="209014" y="53844"/>
                </a:lnTo>
                <a:lnTo>
                  <a:pt x="208512" y="54691"/>
                </a:lnTo>
                <a:lnTo>
                  <a:pt x="208028" y="55556"/>
                </a:lnTo>
                <a:lnTo>
                  <a:pt x="207560" y="56438"/>
                </a:lnTo>
                <a:lnTo>
                  <a:pt x="207110" y="57338"/>
                </a:lnTo>
                <a:lnTo>
                  <a:pt x="206677" y="58255"/>
                </a:lnTo>
                <a:lnTo>
                  <a:pt x="206260" y="59189"/>
                </a:lnTo>
                <a:lnTo>
                  <a:pt x="205861" y="60141"/>
                </a:lnTo>
                <a:lnTo>
                  <a:pt x="205479" y="61108"/>
                </a:lnTo>
                <a:lnTo>
                  <a:pt x="205113" y="62088"/>
                </a:lnTo>
                <a:lnTo>
                  <a:pt x="204763" y="63080"/>
                </a:lnTo>
                <a:lnTo>
                  <a:pt x="204430" y="64084"/>
                </a:lnTo>
                <a:lnTo>
                  <a:pt x="204112" y="65102"/>
                </a:lnTo>
                <a:lnTo>
                  <a:pt x="203811" y="66131"/>
                </a:lnTo>
                <a:lnTo>
                  <a:pt x="203527" y="67173"/>
                </a:lnTo>
                <a:lnTo>
                  <a:pt x="203258" y="68228"/>
                </a:lnTo>
                <a:lnTo>
                  <a:pt x="203006" y="69295"/>
                </a:lnTo>
                <a:lnTo>
                  <a:pt x="202770" y="70375"/>
                </a:lnTo>
                <a:lnTo>
                  <a:pt x="202551" y="71467"/>
                </a:lnTo>
                <a:lnTo>
                  <a:pt x="202347" y="72572"/>
                </a:lnTo>
                <a:lnTo>
                  <a:pt x="202160" y="73689"/>
                </a:lnTo>
                <a:lnTo>
                  <a:pt x="201989" y="74819"/>
                </a:lnTo>
                <a:lnTo>
                  <a:pt x="201835" y="75961"/>
                </a:lnTo>
                <a:lnTo>
                  <a:pt x="201696" y="77116"/>
                </a:lnTo>
                <a:lnTo>
                  <a:pt x="201574" y="78283"/>
                </a:lnTo>
                <a:lnTo>
                  <a:pt x="201469" y="79463"/>
                </a:lnTo>
                <a:lnTo>
                  <a:pt x="201379" y="80656"/>
                </a:lnTo>
                <a:lnTo>
                  <a:pt x="201306" y="81861"/>
                </a:lnTo>
                <a:lnTo>
                  <a:pt x="201249" y="83078"/>
                </a:lnTo>
                <a:lnTo>
                  <a:pt x="201208" y="84308"/>
                </a:lnTo>
                <a:lnTo>
                  <a:pt x="201184" y="85551"/>
                </a:lnTo>
                <a:lnTo>
                  <a:pt x="201176" y="86806"/>
                </a:lnTo>
                <a:lnTo>
                  <a:pt x="201184" y="88011"/>
                </a:lnTo>
                <a:lnTo>
                  <a:pt x="201209" y="89206"/>
                </a:lnTo>
                <a:lnTo>
                  <a:pt x="201251" y="90392"/>
                </a:lnTo>
                <a:lnTo>
                  <a:pt x="201310" y="91567"/>
                </a:lnTo>
                <a:lnTo>
                  <a:pt x="201386" y="92732"/>
                </a:lnTo>
                <a:lnTo>
                  <a:pt x="201478" y="93887"/>
                </a:lnTo>
                <a:lnTo>
                  <a:pt x="201587" y="95032"/>
                </a:lnTo>
                <a:lnTo>
                  <a:pt x="201713" y="96168"/>
                </a:lnTo>
                <a:lnTo>
                  <a:pt x="201856" y="97293"/>
                </a:lnTo>
                <a:lnTo>
                  <a:pt x="202015" y="98407"/>
                </a:lnTo>
                <a:lnTo>
                  <a:pt x="202191" y="99512"/>
                </a:lnTo>
                <a:lnTo>
                  <a:pt x="202384" y="100607"/>
                </a:lnTo>
                <a:lnTo>
                  <a:pt x="202594" y="101692"/>
                </a:lnTo>
                <a:lnTo>
                  <a:pt x="202821" y="102767"/>
                </a:lnTo>
                <a:lnTo>
                  <a:pt x="203064" y="103831"/>
                </a:lnTo>
                <a:lnTo>
                  <a:pt x="203324" y="104886"/>
                </a:lnTo>
                <a:lnTo>
                  <a:pt x="203601" y="105931"/>
                </a:lnTo>
                <a:lnTo>
                  <a:pt x="203895" y="106965"/>
                </a:lnTo>
                <a:lnTo>
                  <a:pt x="204205" y="107990"/>
                </a:lnTo>
                <a:lnTo>
                  <a:pt x="204532" y="109004"/>
                </a:lnTo>
                <a:lnTo>
                  <a:pt x="204877" y="110009"/>
                </a:lnTo>
                <a:lnTo>
                  <a:pt x="205237" y="111003"/>
                </a:lnTo>
                <a:lnTo>
                  <a:pt x="205615" y="111987"/>
                </a:lnTo>
                <a:lnTo>
                  <a:pt x="206009" y="112961"/>
                </a:lnTo>
                <a:lnTo>
                  <a:pt x="206421" y="113922"/>
                </a:lnTo>
                <a:lnTo>
                  <a:pt x="206851" y="114866"/>
                </a:lnTo>
                <a:lnTo>
                  <a:pt x="207299" y="115792"/>
                </a:lnTo>
                <a:lnTo>
                  <a:pt x="207764" y="116702"/>
                </a:lnTo>
                <a:lnTo>
                  <a:pt x="208248" y="117595"/>
                </a:lnTo>
                <a:lnTo>
                  <a:pt x="208750" y="118471"/>
                </a:lnTo>
                <a:lnTo>
                  <a:pt x="209269" y="119330"/>
                </a:lnTo>
                <a:lnTo>
                  <a:pt x="209807" y="120172"/>
                </a:lnTo>
                <a:lnTo>
                  <a:pt x="210363" y="120997"/>
                </a:lnTo>
                <a:lnTo>
                  <a:pt x="210936" y="121806"/>
                </a:lnTo>
                <a:lnTo>
                  <a:pt x="211528" y="122597"/>
                </a:lnTo>
                <a:lnTo>
                  <a:pt x="212138" y="123371"/>
                </a:lnTo>
                <a:lnTo>
                  <a:pt x="212765" y="124129"/>
                </a:lnTo>
                <a:lnTo>
                  <a:pt x="213411" y="124870"/>
                </a:lnTo>
                <a:lnTo>
                  <a:pt x="214074" y="125593"/>
                </a:lnTo>
                <a:lnTo>
                  <a:pt x="214756" y="126300"/>
                </a:lnTo>
                <a:lnTo>
                  <a:pt x="215455" y="126990"/>
                </a:lnTo>
                <a:lnTo>
                  <a:pt x="216173" y="127663"/>
                </a:lnTo>
                <a:lnTo>
                  <a:pt x="216908" y="128319"/>
                </a:lnTo>
                <a:lnTo>
                  <a:pt x="217662" y="128958"/>
                </a:lnTo>
                <a:lnTo>
                  <a:pt x="218433" y="129581"/>
                </a:lnTo>
                <a:lnTo>
                  <a:pt x="219222" y="130186"/>
                </a:lnTo>
                <a:lnTo>
                  <a:pt x="220030" y="130775"/>
                </a:lnTo>
                <a:lnTo>
                  <a:pt x="220855" y="131346"/>
                </a:lnTo>
                <a:lnTo>
                  <a:pt x="221699" y="131897"/>
                </a:lnTo>
                <a:lnTo>
                  <a:pt x="222563" y="132425"/>
                </a:lnTo>
                <a:lnTo>
                  <a:pt x="223447" y="132929"/>
                </a:lnTo>
                <a:lnTo>
                  <a:pt x="224350" y="133410"/>
                </a:lnTo>
                <a:lnTo>
                  <a:pt x="225273" y="133867"/>
                </a:lnTo>
                <a:lnTo>
                  <a:pt x="226216" y="134301"/>
                </a:lnTo>
                <a:lnTo>
                  <a:pt x="227178" y="134711"/>
                </a:lnTo>
                <a:lnTo>
                  <a:pt x="228160" y="135098"/>
                </a:lnTo>
                <a:lnTo>
                  <a:pt x="229162" y="135462"/>
                </a:lnTo>
                <a:lnTo>
                  <a:pt x="230183" y="135802"/>
                </a:lnTo>
                <a:lnTo>
                  <a:pt x="231225" y="136118"/>
                </a:lnTo>
                <a:lnTo>
                  <a:pt x="232285" y="136412"/>
                </a:lnTo>
                <a:lnTo>
                  <a:pt x="233366" y="136681"/>
                </a:lnTo>
                <a:lnTo>
                  <a:pt x="234466" y="136927"/>
                </a:lnTo>
                <a:lnTo>
                  <a:pt x="235586" y="137150"/>
                </a:lnTo>
                <a:lnTo>
                  <a:pt x="236726" y="137350"/>
                </a:lnTo>
                <a:lnTo>
                  <a:pt x="237885" y="137525"/>
                </a:lnTo>
                <a:lnTo>
                  <a:pt x="239064" y="137678"/>
                </a:lnTo>
                <a:lnTo>
                  <a:pt x="240263" y="137807"/>
                </a:lnTo>
                <a:lnTo>
                  <a:pt x="241481" y="137912"/>
                </a:lnTo>
                <a:lnTo>
                  <a:pt x="242719" y="137994"/>
                </a:lnTo>
                <a:lnTo>
                  <a:pt x="243977" y="138053"/>
                </a:lnTo>
                <a:lnTo>
                  <a:pt x="245254" y="138088"/>
                </a:lnTo>
                <a:lnTo>
                  <a:pt x="246552" y="138100"/>
                </a:lnTo>
                <a:lnTo>
                  <a:pt x="247557" y="138093"/>
                </a:lnTo>
                <a:lnTo>
                  <a:pt x="248551" y="138071"/>
                </a:lnTo>
                <a:lnTo>
                  <a:pt x="249534" y="138036"/>
                </a:lnTo>
                <a:lnTo>
                  <a:pt x="250506" y="137986"/>
                </a:lnTo>
                <a:lnTo>
                  <a:pt x="251466" y="137921"/>
                </a:lnTo>
                <a:close/>
                <a:moveTo>
                  <a:pt x="218450" y="71699"/>
                </a:moveTo>
                <a:lnTo>
                  <a:pt x="218651" y="70642"/>
                </a:lnTo>
                <a:lnTo>
                  <a:pt x="218872" y="69609"/>
                </a:lnTo>
                <a:lnTo>
                  <a:pt x="219112" y="68600"/>
                </a:lnTo>
                <a:lnTo>
                  <a:pt x="219373" y="67615"/>
                </a:lnTo>
                <a:lnTo>
                  <a:pt x="219654" y="66653"/>
                </a:lnTo>
                <a:lnTo>
                  <a:pt x="219955" y="65715"/>
                </a:lnTo>
                <a:lnTo>
                  <a:pt x="220276" y="64800"/>
                </a:lnTo>
                <a:lnTo>
                  <a:pt x="220616" y="63909"/>
                </a:lnTo>
                <a:lnTo>
                  <a:pt x="220977" y="63042"/>
                </a:lnTo>
                <a:lnTo>
                  <a:pt x="221358" y="62198"/>
                </a:lnTo>
                <a:lnTo>
                  <a:pt x="221759" y="61378"/>
                </a:lnTo>
                <a:lnTo>
                  <a:pt x="222180" y="60581"/>
                </a:lnTo>
                <a:lnTo>
                  <a:pt x="222621" y="59809"/>
                </a:lnTo>
                <a:lnTo>
                  <a:pt x="223083" y="59059"/>
                </a:lnTo>
                <a:lnTo>
                  <a:pt x="223564" y="58334"/>
                </a:lnTo>
                <a:lnTo>
                  <a:pt x="224065" y="57632"/>
                </a:lnTo>
                <a:lnTo>
                  <a:pt x="224586" y="56954"/>
                </a:lnTo>
                <a:lnTo>
                  <a:pt x="225127" y="56299"/>
                </a:lnTo>
                <a:lnTo>
                  <a:pt x="225689" y="55668"/>
                </a:lnTo>
                <a:lnTo>
                  <a:pt x="226269" y="55062"/>
                </a:lnTo>
                <a:lnTo>
                  <a:pt x="226867" y="54481"/>
                </a:lnTo>
                <a:lnTo>
                  <a:pt x="227483" y="53927"/>
                </a:lnTo>
                <a:lnTo>
                  <a:pt x="228118" y="53398"/>
                </a:lnTo>
                <a:lnTo>
                  <a:pt x="228770" y="52894"/>
                </a:lnTo>
                <a:lnTo>
                  <a:pt x="229440" y="52417"/>
                </a:lnTo>
                <a:lnTo>
                  <a:pt x="230128" y="51965"/>
                </a:lnTo>
                <a:lnTo>
                  <a:pt x="230834" y="51540"/>
                </a:lnTo>
                <a:lnTo>
                  <a:pt x="231559" y="51140"/>
                </a:lnTo>
                <a:lnTo>
                  <a:pt x="232301" y="50765"/>
                </a:lnTo>
                <a:lnTo>
                  <a:pt x="233061" y="50417"/>
                </a:lnTo>
                <a:lnTo>
                  <a:pt x="233839" y="50094"/>
                </a:lnTo>
                <a:lnTo>
                  <a:pt x="234635" y="49798"/>
                </a:lnTo>
                <a:lnTo>
                  <a:pt x="235449" y="49527"/>
                </a:lnTo>
                <a:lnTo>
                  <a:pt x="236281" y="49282"/>
                </a:lnTo>
                <a:lnTo>
                  <a:pt x="237131" y="49062"/>
                </a:lnTo>
                <a:lnTo>
                  <a:pt x="237999" y="48869"/>
                </a:lnTo>
                <a:lnTo>
                  <a:pt x="238885" y="48701"/>
                </a:lnTo>
                <a:lnTo>
                  <a:pt x="239789" y="48559"/>
                </a:lnTo>
                <a:lnTo>
                  <a:pt x="240711" y="48443"/>
                </a:lnTo>
                <a:lnTo>
                  <a:pt x="241651" y="48352"/>
                </a:lnTo>
                <a:lnTo>
                  <a:pt x="242609" y="48288"/>
                </a:lnTo>
                <a:lnTo>
                  <a:pt x="243585" y="48249"/>
                </a:lnTo>
                <a:lnTo>
                  <a:pt x="244579" y="48236"/>
                </a:lnTo>
                <a:lnTo>
                  <a:pt x="245564" y="48249"/>
                </a:lnTo>
                <a:lnTo>
                  <a:pt x="246532" y="48288"/>
                </a:lnTo>
                <a:lnTo>
                  <a:pt x="247481" y="48353"/>
                </a:lnTo>
                <a:lnTo>
                  <a:pt x="248412" y="48444"/>
                </a:lnTo>
                <a:lnTo>
                  <a:pt x="249325" y="48561"/>
                </a:lnTo>
                <a:lnTo>
                  <a:pt x="250220" y="48704"/>
                </a:lnTo>
                <a:lnTo>
                  <a:pt x="251097" y="48873"/>
                </a:lnTo>
                <a:lnTo>
                  <a:pt x="251955" y="49068"/>
                </a:lnTo>
                <a:lnTo>
                  <a:pt x="252795" y="49289"/>
                </a:lnTo>
                <a:lnTo>
                  <a:pt x="253618" y="49536"/>
                </a:lnTo>
                <a:lnTo>
                  <a:pt x="254422" y="49809"/>
                </a:lnTo>
                <a:lnTo>
                  <a:pt x="255207" y="50107"/>
                </a:lnTo>
                <a:lnTo>
                  <a:pt x="255975" y="50432"/>
                </a:lnTo>
                <a:lnTo>
                  <a:pt x="256725" y="50783"/>
                </a:lnTo>
                <a:lnTo>
                  <a:pt x="257456" y="51160"/>
                </a:lnTo>
                <a:lnTo>
                  <a:pt x="258170" y="51563"/>
                </a:lnTo>
                <a:lnTo>
                  <a:pt x="258865" y="51992"/>
                </a:lnTo>
                <a:lnTo>
                  <a:pt x="259542" y="52446"/>
                </a:lnTo>
                <a:lnTo>
                  <a:pt x="260200" y="52927"/>
                </a:lnTo>
                <a:lnTo>
                  <a:pt x="260841" y="53434"/>
                </a:lnTo>
                <a:lnTo>
                  <a:pt x="261464" y="53967"/>
                </a:lnTo>
                <a:lnTo>
                  <a:pt x="262068" y="54525"/>
                </a:lnTo>
                <a:lnTo>
                  <a:pt x="262654" y="55110"/>
                </a:lnTo>
                <a:lnTo>
                  <a:pt x="263222" y="55721"/>
                </a:lnTo>
                <a:lnTo>
                  <a:pt x="263770" y="56356"/>
                </a:lnTo>
                <a:lnTo>
                  <a:pt x="264296" y="57014"/>
                </a:lnTo>
                <a:lnTo>
                  <a:pt x="264799" y="57695"/>
                </a:lnTo>
                <a:lnTo>
                  <a:pt x="265280" y="58399"/>
                </a:lnTo>
                <a:lnTo>
                  <a:pt x="265739" y="59127"/>
                </a:lnTo>
                <a:lnTo>
                  <a:pt x="266175" y="59877"/>
                </a:lnTo>
                <a:lnTo>
                  <a:pt x="266590" y="60651"/>
                </a:lnTo>
                <a:lnTo>
                  <a:pt x="266982" y="61448"/>
                </a:lnTo>
                <a:lnTo>
                  <a:pt x="267351" y="62267"/>
                </a:lnTo>
                <a:lnTo>
                  <a:pt x="267699" y="63110"/>
                </a:lnTo>
                <a:lnTo>
                  <a:pt x="268024" y="63976"/>
                </a:lnTo>
                <a:lnTo>
                  <a:pt x="268327" y="64865"/>
                </a:lnTo>
                <a:lnTo>
                  <a:pt x="268608" y="65778"/>
                </a:lnTo>
                <a:lnTo>
                  <a:pt x="268866" y="66713"/>
                </a:lnTo>
                <a:lnTo>
                  <a:pt x="269102" y="67671"/>
                </a:lnTo>
                <a:lnTo>
                  <a:pt x="269316" y="68653"/>
                </a:lnTo>
                <a:lnTo>
                  <a:pt x="269508" y="69657"/>
                </a:lnTo>
                <a:lnTo>
                  <a:pt x="269677" y="70685"/>
                </a:lnTo>
                <a:lnTo>
                  <a:pt x="269824" y="71736"/>
                </a:lnTo>
                <a:lnTo>
                  <a:pt x="269949" y="72810"/>
                </a:lnTo>
                <a:lnTo>
                  <a:pt x="270052" y="73907"/>
                </a:lnTo>
                <a:lnTo>
                  <a:pt x="270132" y="75027"/>
                </a:lnTo>
                <a:lnTo>
                  <a:pt x="270190" y="76170"/>
                </a:lnTo>
                <a:lnTo>
                  <a:pt x="270226" y="77336"/>
                </a:lnTo>
                <a:lnTo>
                  <a:pt x="217748" y="77336"/>
                </a:lnTo>
                <a:lnTo>
                  <a:pt x="217848" y="76161"/>
                </a:lnTo>
                <a:lnTo>
                  <a:pt x="217969" y="75010"/>
                </a:lnTo>
                <a:lnTo>
                  <a:pt x="218109" y="73883"/>
                </a:lnTo>
                <a:lnTo>
                  <a:pt x="218270" y="72779"/>
                </a:lnTo>
                <a:lnTo>
                  <a:pt x="218450" y="71699"/>
                </a:lnTo>
                <a:close/>
                <a:moveTo>
                  <a:pt x="352678" y="137921"/>
                </a:moveTo>
                <a:lnTo>
                  <a:pt x="353627" y="137843"/>
                </a:lnTo>
                <a:lnTo>
                  <a:pt x="354565" y="137750"/>
                </a:lnTo>
                <a:lnTo>
                  <a:pt x="355491" y="137642"/>
                </a:lnTo>
                <a:lnTo>
                  <a:pt x="356406" y="137521"/>
                </a:lnTo>
                <a:lnTo>
                  <a:pt x="357310" y="137385"/>
                </a:lnTo>
                <a:lnTo>
                  <a:pt x="358202" y="137235"/>
                </a:lnTo>
                <a:lnTo>
                  <a:pt x="359083" y="137070"/>
                </a:lnTo>
                <a:lnTo>
                  <a:pt x="359953" y="136892"/>
                </a:lnTo>
                <a:lnTo>
                  <a:pt x="360812" y="136699"/>
                </a:lnTo>
                <a:lnTo>
                  <a:pt x="361659" y="136491"/>
                </a:lnTo>
                <a:lnTo>
                  <a:pt x="362495" y="136270"/>
                </a:lnTo>
                <a:lnTo>
                  <a:pt x="363319" y="136034"/>
                </a:lnTo>
                <a:lnTo>
                  <a:pt x="364132" y="135783"/>
                </a:lnTo>
                <a:lnTo>
                  <a:pt x="364934" y="135519"/>
                </a:lnTo>
                <a:lnTo>
                  <a:pt x="365725" y="135240"/>
                </a:lnTo>
                <a:lnTo>
                  <a:pt x="366505" y="134947"/>
                </a:lnTo>
                <a:lnTo>
                  <a:pt x="367273" y="134639"/>
                </a:lnTo>
                <a:lnTo>
                  <a:pt x="368029" y="134318"/>
                </a:lnTo>
                <a:lnTo>
                  <a:pt x="368775" y="133982"/>
                </a:lnTo>
                <a:lnTo>
                  <a:pt x="369508" y="133632"/>
                </a:lnTo>
                <a:lnTo>
                  <a:pt x="370227" y="133271"/>
                </a:lnTo>
                <a:lnTo>
                  <a:pt x="370933" y="132897"/>
                </a:lnTo>
                <a:lnTo>
                  <a:pt x="371625" y="132512"/>
                </a:lnTo>
                <a:lnTo>
                  <a:pt x="372303" y="132114"/>
                </a:lnTo>
                <a:lnTo>
                  <a:pt x="372967" y="131705"/>
                </a:lnTo>
                <a:lnTo>
                  <a:pt x="373618" y="131283"/>
                </a:lnTo>
                <a:lnTo>
                  <a:pt x="374255" y="130850"/>
                </a:lnTo>
                <a:lnTo>
                  <a:pt x="374878" y="130404"/>
                </a:lnTo>
                <a:lnTo>
                  <a:pt x="375488" y="129947"/>
                </a:lnTo>
                <a:lnTo>
                  <a:pt x="376084" y="129477"/>
                </a:lnTo>
                <a:lnTo>
                  <a:pt x="376666" y="128996"/>
                </a:lnTo>
                <a:lnTo>
                  <a:pt x="377235" y="128502"/>
                </a:lnTo>
                <a:lnTo>
                  <a:pt x="377790" y="127996"/>
                </a:lnTo>
                <a:lnTo>
                  <a:pt x="378331" y="127479"/>
                </a:lnTo>
                <a:lnTo>
                  <a:pt x="378858" y="126949"/>
                </a:lnTo>
                <a:lnTo>
                  <a:pt x="379372" y="126408"/>
                </a:lnTo>
                <a:lnTo>
                  <a:pt x="379872" y="125854"/>
                </a:lnTo>
                <a:lnTo>
                  <a:pt x="380359" y="125288"/>
                </a:lnTo>
                <a:lnTo>
                  <a:pt x="380831" y="124711"/>
                </a:lnTo>
                <a:lnTo>
                  <a:pt x="381290" y="124121"/>
                </a:lnTo>
                <a:lnTo>
                  <a:pt x="381735" y="123519"/>
                </a:lnTo>
                <a:lnTo>
                  <a:pt x="382167" y="122906"/>
                </a:lnTo>
                <a:lnTo>
                  <a:pt x="382585" y="122280"/>
                </a:lnTo>
                <a:lnTo>
                  <a:pt x="382988" y="121643"/>
                </a:lnTo>
                <a:lnTo>
                  <a:pt x="383375" y="120997"/>
                </a:lnTo>
                <a:lnTo>
                  <a:pt x="383745" y="120340"/>
                </a:lnTo>
                <a:lnTo>
                  <a:pt x="384100" y="119673"/>
                </a:lnTo>
                <a:lnTo>
                  <a:pt x="384439" y="118996"/>
                </a:lnTo>
                <a:lnTo>
                  <a:pt x="384761" y="118309"/>
                </a:lnTo>
                <a:lnTo>
                  <a:pt x="385068" y="117612"/>
                </a:lnTo>
                <a:lnTo>
                  <a:pt x="385358" y="116905"/>
                </a:lnTo>
                <a:lnTo>
                  <a:pt x="385632" y="116188"/>
                </a:lnTo>
                <a:lnTo>
                  <a:pt x="385890" y="115460"/>
                </a:lnTo>
                <a:lnTo>
                  <a:pt x="386132" y="114723"/>
                </a:lnTo>
                <a:lnTo>
                  <a:pt x="386358" y="113976"/>
                </a:lnTo>
                <a:lnTo>
                  <a:pt x="386568" y="113218"/>
                </a:lnTo>
                <a:lnTo>
                  <a:pt x="386761" y="112451"/>
                </a:lnTo>
                <a:lnTo>
                  <a:pt x="386939" y="111673"/>
                </a:lnTo>
                <a:lnTo>
                  <a:pt x="387101" y="110886"/>
                </a:lnTo>
                <a:lnTo>
                  <a:pt x="387246" y="110088"/>
                </a:lnTo>
                <a:lnTo>
                  <a:pt x="387375" y="109280"/>
                </a:lnTo>
                <a:lnTo>
                  <a:pt x="387488" y="108462"/>
                </a:lnTo>
                <a:lnTo>
                  <a:pt x="387586" y="107634"/>
                </a:lnTo>
                <a:lnTo>
                  <a:pt x="387667" y="106797"/>
                </a:lnTo>
                <a:lnTo>
                  <a:pt x="387731" y="105949"/>
                </a:lnTo>
                <a:lnTo>
                  <a:pt x="387780" y="105090"/>
                </a:lnTo>
                <a:lnTo>
                  <a:pt x="387813" y="104222"/>
                </a:lnTo>
                <a:lnTo>
                  <a:pt x="371537" y="104222"/>
                </a:lnTo>
                <a:lnTo>
                  <a:pt x="371502" y="105069"/>
                </a:lnTo>
                <a:lnTo>
                  <a:pt x="371446" y="105900"/>
                </a:lnTo>
                <a:lnTo>
                  <a:pt x="371370" y="106713"/>
                </a:lnTo>
                <a:lnTo>
                  <a:pt x="371274" y="107510"/>
                </a:lnTo>
                <a:lnTo>
                  <a:pt x="371157" y="108290"/>
                </a:lnTo>
                <a:lnTo>
                  <a:pt x="371019" y="109054"/>
                </a:lnTo>
                <a:lnTo>
                  <a:pt x="370861" y="109800"/>
                </a:lnTo>
                <a:lnTo>
                  <a:pt x="370682" y="110530"/>
                </a:lnTo>
                <a:lnTo>
                  <a:pt x="370483" y="111243"/>
                </a:lnTo>
                <a:lnTo>
                  <a:pt x="370263" y="111940"/>
                </a:lnTo>
                <a:lnTo>
                  <a:pt x="370022" y="112619"/>
                </a:lnTo>
                <a:lnTo>
                  <a:pt x="369761" y="113282"/>
                </a:lnTo>
                <a:lnTo>
                  <a:pt x="369480" y="113928"/>
                </a:lnTo>
                <a:lnTo>
                  <a:pt x="369178" y="114558"/>
                </a:lnTo>
                <a:lnTo>
                  <a:pt x="368855" y="115170"/>
                </a:lnTo>
                <a:lnTo>
                  <a:pt x="368512" y="115766"/>
                </a:lnTo>
                <a:lnTo>
                  <a:pt x="368148" y="116346"/>
                </a:lnTo>
                <a:lnTo>
                  <a:pt x="367764" y="116908"/>
                </a:lnTo>
                <a:lnTo>
                  <a:pt x="367359" y="117454"/>
                </a:lnTo>
                <a:lnTo>
                  <a:pt x="366934" y="117983"/>
                </a:lnTo>
                <a:lnTo>
                  <a:pt x="366488" y="118495"/>
                </a:lnTo>
                <a:lnTo>
                  <a:pt x="366021" y="118990"/>
                </a:lnTo>
                <a:lnTo>
                  <a:pt x="365534" y="119469"/>
                </a:lnTo>
                <a:lnTo>
                  <a:pt x="365026" y="119931"/>
                </a:lnTo>
                <a:lnTo>
                  <a:pt x="364500" y="120375"/>
                </a:lnTo>
                <a:lnTo>
                  <a:pt x="363957" y="120801"/>
                </a:lnTo>
                <a:lnTo>
                  <a:pt x="363397" y="121207"/>
                </a:lnTo>
                <a:lnTo>
                  <a:pt x="362821" y="121595"/>
                </a:lnTo>
                <a:lnTo>
                  <a:pt x="362227" y="121963"/>
                </a:lnTo>
                <a:lnTo>
                  <a:pt x="361617" y="122313"/>
                </a:lnTo>
                <a:lnTo>
                  <a:pt x="360990" y="122644"/>
                </a:lnTo>
                <a:lnTo>
                  <a:pt x="360346" y="122956"/>
                </a:lnTo>
                <a:lnTo>
                  <a:pt x="359686" y="123249"/>
                </a:lnTo>
                <a:lnTo>
                  <a:pt x="359009" y="123523"/>
                </a:lnTo>
                <a:lnTo>
                  <a:pt x="358314" y="123778"/>
                </a:lnTo>
                <a:lnTo>
                  <a:pt x="357604" y="124014"/>
                </a:lnTo>
                <a:lnTo>
                  <a:pt x="356876" y="124231"/>
                </a:lnTo>
                <a:lnTo>
                  <a:pt x="356131" y="124430"/>
                </a:lnTo>
                <a:lnTo>
                  <a:pt x="355370" y="124610"/>
                </a:lnTo>
                <a:lnTo>
                  <a:pt x="354592" y="124770"/>
                </a:lnTo>
                <a:lnTo>
                  <a:pt x="353797" y="124912"/>
                </a:lnTo>
                <a:lnTo>
                  <a:pt x="352986" y="125035"/>
                </a:lnTo>
                <a:lnTo>
                  <a:pt x="352157" y="125139"/>
                </a:lnTo>
                <a:lnTo>
                  <a:pt x="351312" y="125224"/>
                </a:lnTo>
                <a:lnTo>
                  <a:pt x="350450" y="125290"/>
                </a:lnTo>
                <a:lnTo>
                  <a:pt x="349572" y="125337"/>
                </a:lnTo>
                <a:lnTo>
                  <a:pt x="348676" y="125366"/>
                </a:lnTo>
                <a:lnTo>
                  <a:pt x="347764" y="125375"/>
                </a:lnTo>
                <a:lnTo>
                  <a:pt x="346908" y="125367"/>
                </a:lnTo>
                <a:lnTo>
                  <a:pt x="346066" y="125341"/>
                </a:lnTo>
                <a:lnTo>
                  <a:pt x="345238" y="125298"/>
                </a:lnTo>
                <a:lnTo>
                  <a:pt x="344424" y="125238"/>
                </a:lnTo>
                <a:lnTo>
                  <a:pt x="343624" y="125161"/>
                </a:lnTo>
                <a:lnTo>
                  <a:pt x="342838" y="125066"/>
                </a:lnTo>
                <a:lnTo>
                  <a:pt x="342066" y="124955"/>
                </a:lnTo>
                <a:lnTo>
                  <a:pt x="341308" y="124826"/>
                </a:lnTo>
                <a:lnTo>
                  <a:pt x="340565" y="124681"/>
                </a:lnTo>
                <a:lnTo>
                  <a:pt x="339835" y="124518"/>
                </a:lnTo>
                <a:lnTo>
                  <a:pt x="339119" y="124338"/>
                </a:lnTo>
                <a:lnTo>
                  <a:pt x="338418" y="124141"/>
                </a:lnTo>
                <a:lnTo>
                  <a:pt x="337730" y="123926"/>
                </a:lnTo>
                <a:lnTo>
                  <a:pt x="337056" y="123695"/>
                </a:lnTo>
                <a:lnTo>
                  <a:pt x="336397" y="123446"/>
                </a:lnTo>
                <a:lnTo>
                  <a:pt x="335751" y="123180"/>
                </a:lnTo>
                <a:lnTo>
                  <a:pt x="335120" y="122897"/>
                </a:lnTo>
                <a:lnTo>
                  <a:pt x="334503" y="122597"/>
                </a:lnTo>
                <a:lnTo>
                  <a:pt x="333899" y="122280"/>
                </a:lnTo>
                <a:lnTo>
                  <a:pt x="333310" y="121946"/>
                </a:lnTo>
                <a:lnTo>
                  <a:pt x="332735" y="121594"/>
                </a:lnTo>
                <a:lnTo>
                  <a:pt x="332174" y="121226"/>
                </a:lnTo>
                <a:lnTo>
                  <a:pt x="331626" y="120840"/>
                </a:lnTo>
                <a:lnTo>
                  <a:pt x="331093" y="120437"/>
                </a:lnTo>
                <a:lnTo>
                  <a:pt x="330573" y="120020"/>
                </a:lnTo>
                <a:lnTo>
                  <a:pt x="330065" y="119591"/>
                </a:lnTo>
                <a:lnTo>
                  <a:pt x="329568" y="119152"/>
                </a:lnTo>
                <a:lnTo>
                  <a:pt x="329083" y="118701"/>
                </a:lnTo>
                <a:lnTo>
                  <a:pt x="328611" y="118239"/>
                </a:lnTo>
                <a:lnTo>
                  <a:pt x="328149" y="117765"/>
                </a:lnTo>
                <a:lnTo>
                  <a:pt x="327700" y="117280"/>
                </a:lnTo>
                <a:lnTo>
                  <a:pt x="327263" y="116785"/>
                </a:lnTo>
                <a:lnTo>
                  <a:pt x="326837" y="116277"/>
                </a:lnTo>
                <a:lnTo>
                  <a:pt x="326423" y="115759"/>
                </a:lnTo>
                <a:lnTo>
                  <a:pt x="326021" y="115229"/>
                </a:lnTo>
                <a:lnTo>
                  <a:pt x="325631" y="114689"/>
                </a:lnTo>
                <a:lnTo>
                  <a:pt x="325253" y="114136"/>
                </a:lnTo>
                <a:lnTo>
                  <a:pt x="324886" y="113573"/>
                </a:lnTo>
                <a:lnTo>
                  <a:pt x="324531" y="112998"/>
                </a:lnTo>
                <a:lnTo>
                  <a:pt x="324188" y="112412"/>
                </a:lnTo>
                <a:lnTo>
                  <a:pt x="323857" y="111815"/>
                </a:lnTo>
                <a:lnTo>
                  <a:pt x="323538" y="111207"/>
                </a:lnTo>
                <a:lnTo>
                  <a:pt x="323230" y="110587"/>
                </a:lnTo>
                <a:lnTo>
                  <a:pt x="322935" y="109956"/>
                </a:lnTo>
                <a:lnTo>
                  <a:pt x="322651" y="109314"/>
                </a:lnTo>
                <a:lnTo>
                  <a:pt x="322379" y="108661"/>
                </a:lnTo>
                <a:lnTo>
                  <a:pt x="322119" y="107996"/>
                </a:lnTo>
                <a:lnTo>
                  <a:pt x="321870" y="107320"/>
                </a:lnTo>
                <a:lnTo>
                  <a:pt x="321633" y="106636"/>
                </a:lnTo>
                <a:lnTo>
                  <a:pt x="321405" y="105946"/>
                </a:lnTo>
                <a:lnTo>
                  <a:pt x="321187" y="105251"/>
                </a:lnTo>
                <a:lnTo>
                  <a:pt x="320978" y="104550"/>
                </a:lnTo>
                <a:lnTo>
                  <a:pt x="320780" y="103844"/>
                </a:lnTo>
                <a:lnTo>
                  <a:pt x="320591" y="103132"/>
                </a:lnTo>
                <a:lnTo>
                  <a:pt x="320412" y="102414"/>
                </a:lnTo>
                <a:lnTo>
                  <a:pt x="320243" y="101691"/>
                </a:lnTo>
                <a:lnTo>
                  <a:pt x="320083" y="100963"/>
                </a:lnTo>
                <a:lnTo>
                  <a:pt x="319933" y="100229"/>
                </a:lnTo>
                <a:lnTo>
                  <a:pt x="319793" y="99489"/>
                </a:lnTo>
                <a:lnTo>
                  <a:pt x="319663" y="98744"/>
                </a:lnTo>
                <a:lnTo>
                  <a:pt x="319543" y="97993"/>
                </a:lnTo>
                <a:lnTo>
                  <a:pt x="319432" y="97237"/>
                </a:lnTo>
                <a:lnTo>
                  <a:pt x="319331" y="96475"/>
                </a:lnTo>
                <a:lnTo>
                  <a:pt x="319240" y="95708"/>
                </a:lnTo>
                <a:lnTo>
                  <a:pt x="319158" y="94935"/>
                </a:lnTo>
                <a:lnTo>
                  <a:pt x="319087" y="94157"/>
                </a:lnTo>
                <a:lnTo>
                  <a:pt x="319025" y="93373"/>
                </a:lnTo>
                <a:lnTo>
                  <a:pt x="318973" y="92583"/>
                </a:lnTo>
                <a:lnTo>
                  <a:pt x="318930" y="91788"/>
                </a:lnTo>
                <a:lnTo>
                  <a:pt x="318898" y="90988"/>
                </a:lnTo>
                <a:lnTo>
                  <a:pt x="318875" y="90182"/>
                </a:lnTo>
                <a:lnTo>
                  <a:pt x="318862" y="89370"/>
                </a:lnTo>
                <a:lnTo>
                  <a:pt x="387320" y="89370"/>
                </a:lnTo>
                <a:lnTo>
                  <a:pt x="387336" y="89292"/>
                </a:lnTo>
                <a:lnTo>
                  <a:pt x="387352" y="89210"/>
                </a:lnTo>
                <a:lnTo>
                  <a:pt x="387368" y="89124"/>
                </a:lnTo>
                <a:lnTo>
                  <a:pt x="387383" y="89034"/>
                </a:lnTo>
                <a:lnTo>
                  <a:pt x="387398" y="88940"/>
                </a:lnTo>
                <a:lnTo>
                  <a:pt x="387412" y="88841"/>
                </a:lnTo>
                <a:lnTo>
                  <a:pt x="387426" y="88739"/>
                </a:lnTo>
                <a:lnTo>
                  <a:pt x="387440" y="88633"/>
                </a:lnTo>
                <a:lnTo>
                  <a:pt x="387454" y="88522"/>
                </a:lnTo>
                <a:lnTo>
                  <a:pt x="387467" y="88408"/>
                </a:lnTo>
                <a:lnTo>
                  <a:pt x="387480" y="88289"/>
                </a:lnTo>
                <a:lnTo>
                  <a:pt x="387492" y="88167"/>
                </a:lnTo>
                <a:lnTo>
                  <a:pt x="387505" y="88040"/>
                </a:lnTo>
                <a:lnTo>
                  <a:pt x="387516" y="87909"/>
                </a:lnTo>
                <a:lnTo>
                  <a:pt x="387528" y="87775"/>
                </a:lnTo>
                <a:lnTo>
                  <a:pt x="387539" y="87636"/>
                </a:lnTo>
                <a:lnTo>
                  <a:pt x="387550" y="87493"/>
                </a:lnTo>
                <a:lnTo>
                  <a:pt x="387560" y="87346"/>
                </a:lnTo>
                <a:lnTo>
                  <a:pt x="387570" y="87195"/>
                </a:lnTo>
                <a:lnTo>
                  <a:pt x="387580" y="87041"/>
                </a:lnTo>
                <a:lnTo>
                  <a:pt x="387589" y="86882"/>
                </a:lnTo>
                <a:lnTo>
                  <a:pt x="387599" y="86719"/>
                </a:lnTo>
                <a:lnTo>
                  <a:pt x="387607" y="86551"/>
                </a:lnTo>
                <a:lnTo>
                  <a:pt x="387616" y="86380"/>
                </a:lnTo>
                <a:lnTo>
                  <a:pt x="387624" y="86208"/>
                </a:lnTo>
                <a:lnTo>
                  <a:pt x="387631" y="86037"/>
                </a:lnTo>
                <a:lnTo>
                  <a:pt x="387639" y="85869"/>
                </a:lnTo>
                <a:lnTo>
                  <a:pt x="387646" y="85702"/>
                </a:lnTo>
                <a:lnTo>
                  <a:pt x="387652" y="85538"/>
                </a:lnTo>
                <a:lnTo>
                  <a:pt x="387659" y="85375"/>
                </a:lnTo>
                <a:lnTo>
                  <a:pt x="387665" y="85214"/>
                </a:lnTo>
                <a:lnTo>
                  <a:pt x="387670" y="85055"/>
                </a:lnTo>
                <a:lnTo>
                  <a:pt x="387676" y="84898"/>
                </a:lnTo>
                <a:lnTo>
                  <a:pt x="387681" y="84743"/>
                </a:lnTo>
                <a:lnTo>
                  <a:pt x="387685" y="84590"/>
                </a:lnTo>
                <a:lnTo>
                  <a:pt x="387690" y="84439"/>
                </a:lnTo>
                <a:lnTo>
                  <a:pt x="387694" y="84290"/>
                </a:lnTo>
                <a:lnTo>
                  <a:pt x="387697" y="84143"/>
                </a:lnTo>
                <a:lnTo>
                  <a:pt x="387700" y="83997"/>
                </a:lnTo>
                <a:lnTo>
                  <a:pt x="387703" y="83854"/>
                </a:lnTo>
                <a:lnTo>
                  <a:pt x="387706" y="83713"/>
                </a:lnTo>
                <a:lnTo>
                  <a:pt x="387708" y="83573"/>
                </a:lnTo>
                <a:lnTo>
                  <a:pt x="387710" y="83435"/>
                </a:lnTo>
                <a:lnTo>
                  <a:pt x="387712" y="83300"/>
                </a:lnTo>
                <a:lnTo>
                  <a:pt x="387713" y="83166"/>
                </a:lnTo>
                <a:lnTo>
                  <a:pt x="387714" y="83034"/>
                </a:lnTo>
                <a:lnTo>
                  <a:pt x="387714" y="82905"/>
                </a:lnTo>
                <a:lnTo>
                  <a:pt x="387714" y="82777"/>
                </a:lnTo>
                <a:lnTo>
                  <a:pt x="387695" y="80893"/>
                </a:lnTo>
                <a:lnTo>
                  <a:pt x="387637" y="79047"/>
                </a:lnTo>
                <a:lnTo>
                  <a:pt x="387540" y="77237"/>
                </a:lnTo>
                <a:lnTo>
                  <a:pt x="387405" y="75465"/>
                </a:lnTo>
                <a:lnTo>
                  <a:pt x="387231" y="73729"/>
                </a:lnTo>
                <a:lnTo>
                  <a:pt x="387018" y="72031"/>
                </a:lnTo>
                <a:lnTo>
                  <a:pt x="386766" y="70369"/>
                </a:lnTo>
                <a:lnTo>
                  <a:pt x="386476" y="68745"/>
                </a:lnTo>
                <a:lnTo>
                  <a:pt x="386147" y="67157"/>
                </a:lnTo>
                <a:lnTo>
                  <a:pt x="385779" y="65607"/>
                </a:lnTo>
                <a:lnTo>
                  <a:pt x="385373" y="64093"/>
                </a:lnTo>
                <a:lnTo>
                  <a:pt x="384928" y="62617"/>
                </a:lnTo>
                <a:lnTo>
                  <a:pt x="384444" y="61177"/>
                </a:lnTo>
                <a:lnTo>
                  <a:pt x="383921" y="59774"/>
                </a:lnTo>
                <a:lnTo>
                  <a:pt x="383360" y="58409"/>
                </a:lnTo>
                <a:lnTo>
                  <a:pt x="382760" y="57080"/>
                </a:lnTo>
                <a:lnTo>
                  <a:pt x="382122" y="55789"/>
                </a:lnTo>
                <a:lnTo>
                  <a:pt x="381444" y="54534"/>
                </a:lnTo>
                <a:lnTo>
                  <a:pt x="380728" y="53316"/>
                </a:lnTo>
                <a:lnTo>
                  <a:pt x="379974" y="52136"/>
                </a:lnTo>
                <a:lnTo>
                  <a:pt x="379180" y="50992"/>
                </a:lnTo>
                <a:lnTo>
                  <a:pt x="378348" y="49886"/>
                </a:lnTo>
                <a:lnTo>
                  <a:pt x="377477" y="48816"/>
                </a:lnTo>
                <a:lnTo>
                  <a:pt x="376568" y="47783"/>
                </a:lnTo>
                <a:lnTo>
                  <a:pt x="375624" y="46790"/>
                </a:lnTo>
                <a:lnTo>
                  <a:pt x="374651" y="45839"/>
                </a:lnTo>
                <a:lnTo>
                  <a:pt x="373648" y="44930"/>
                </a:lnTo>
                <a:lnTo>
                  <a:pt x="372616" y="44064"/>
                </a:lnTo>
                <a:lnTo>
                  <a:pt x="371555" y="43239"/>
                </a:lnTo>
                <a:lnTo>
                  <a:pt x="370464" y="42457"/>
                </a:lnTo>
                <a:lnTo>
                  <a:pt x="369344" y="41718"/>
                </a:lnTo>
                <a:lnTo>
                  <a:pt x="368194" y="41020"/>
                </a:lnTo>
                <a:lnTo>
                  <a:pt x="367015" y="40365"/>
                </a:lnTo>
                <a:lnTo>
                  <a:pt x="365806" y="39752"/>
                </a:lnTo>
                <a:lnTo>
                  <a:pt x="364568" y="39182"/>
                </a:lnTo>
                <a:lnTo>
                  <a:pt x="363300" y="38653"/>
                </a:lnTo>
                <a:lnTo>
                  <a:pt x="362003" y="38167"/>
                </a:lnTo>
                <a:lnTo>
                  <a:pt x="360677" y="37723"/>
                </a:lnTo>
                <a:lnTo>
                  <a:pt x="359321" y="37322"/>
                </a:lnTo>
                <a:lnTo>
                  <a:pt x="357935" y="36963"/>
                </a:lnTo>
                <a:lnTo>
                  <a:pt x="356520" y="36646"/>
                </a:lnTo>
                <a:lnTo>
                  <a:pt x="355076" y="36371"/>
                </a:lnTo>
                <a:lnTo>
                  <a:pt x="353602" y="36138"/>
                </a:lnTo>
                <a:lnTo>
                  <a:pt x="352099" y="35948"/>
                </a:lnTo>
                <a:lnTo>
                  <a:pt x="350566" y="35800"/>
                </a:lnTo>
                <a:lnTo>
                  <a:pt x="349004" y="35695"/>
                </a:lnTo>
                <a:lnTo>
                  <a:pt x="347412" y="35631"/>
                </a:lnTo>
                <a:lnTo>
                  <a:pt x="345791" y="35610"/>
                </a:lnTo>
                <a:lnTo>
                  <a:pt x="344567" y="35621"/>
                </a:lnTo>
                <a:lnTo>
                  <a:pt x="343361" y="35655"/>
                </a:lnTo>
                <a:lnTo>
                  <a:pt x="342173" y="35712"/>
                </a:lnTo>
                <a:lnTo>
                  <a:pt x="341003" y="35791"/>
                </a:lnTo>
                <a:lnTo>
                  <a:pt x="339851" y="35892"/>
                </a:lnTo>
                <a:lnTo>
                  <a:pt x="338717" y="36016"/>
                </a:lnTo>
                <a:lnTo>
                  <a:pt x="337600" y="36163"/>
                </a:lnTo>
                <a:lnTo>
                  <a:pt x="336502" y="36332"/>
                </a:lnTo>
                <a:lnTo>
                  <a:pt x="335422" y="36524"/>
                </a:lnTo>
                <a:lnTo>
                  <a:pt x="334360" y="36739"/>
                </a:lnTo>
                <a:lnTo>
                  <a:pt x="333316" y="36976"/>
                </a:lnTo>
                <a:lnTo>
                  <a:pt x="332289" y="37235"/>
                </a:lnTo>
                <a:lnTo>
                  <a:pt x="331281" y="37518"/>
                </a:lnTo>
                <a:lnTo>
                  <a:pt x="330291" y="37822"/>
                </a:lnTo>
                <a:lnTo>
                  <a:pt x="329319" y="38150"/>
                </a:lnTo>
                <a:lnTo>
                  <a:pt x="328364" y="38499"/>
                </a:lnTo>
                <a:lnTo>
                  <a:pt x="327428" y="38872"/>
                </a:lnTo>
                <a:lnTo>
                  <a:pt x="326509" y="39267"/>
                </a:lnTo>
                <a:lnTo>
                  <a:pt x="325609" y="39685"/>
                </a:lnTo>
                <a:lnTo>
                  <a:pt x="324727" y="40125"/>
                </a:lnTo>
                <a:lnTo>
                  <a:pt x="323862" y="40588"/>
                </a:lnTo>
                <a:lnTo>
                  <a:pt x="323016" y="41073"/>
                </a:lnTo>
                <a:lnTo>
                  <a:pt x="322187" y="41581"/>
                </a:lnTo>
                <a:lnTo>
                  <a:pt x="321377" y="42111"/>
                </a:lnTo>
                <a:lnTo>
                  <a:pt x="320584" y="42662"/>
                </a:lnTo>
                <a:lnTo>
                  <a:pt x="319808" y="43230"/>
                </a:lnTo>
                <a:lnTo>
                  <a:pt x="319050" y="43815"/>
                </a:lnTo>
                <a:lnTo>
                  <a:pt x="318308" y="44418"/>
                </a:lnTo>
                <a:lnTo>
                  <a:pt x="317584" y="45038"/>
                </a:lnTo>
                <a:lnTo>
                  <a:pt x="316876" y="45676"/>
                </a:lnTo>
                <a:lnTo>
                  <a:pt x="316186" y="46331"/>
                </a:lnTo>
                <a:lnTo>
                  <a:pt x="315513" y="47004"/>
                </a:lnTo>
                <a:lnTo>
                  <a:pt x="314857" y="47694"/>
                </a:lnTo>
                <a:lnTo>
                  <a:pt x="314219" y="48402"/>
                </a:lnTo>
                <a:lnTo>
                  <a:pt x="313597" y="49127"/>
                </a:lnTo>
                <a:lnTo>
                  <a:pt x="312992" y="49869"/>
                </a:lnTo>
                <a:lnTo>
                  <a:pt x="312405" y="50629"/>
                </a:lnTo>
                <a:lnTo>
                  <a:pt x="311835" y="51407"/>
                </a:lnTo>
                <a:lnTo>
                  <a:pt x="311281" y="52202"/>
                </a:lnTo>
                <a:lnTo>
                  <a:pt x="310745" y="53014"/>
                </a:lnTo>
                <a:lnTo>
                  <a:pt x="310227" y="53844"/>
                </a:lnTo>
                <a:lnTo>
                  <a:pt x="309725" y="54691"/>
                </a:lnTo>
                <a:lnTo>
                  <a:pt x="309240" y="55556"/>
                </a:lnTo>
                <a:lnTo>
                  <a:pt x="308773" y="56438"/>
                </a:lnTo>
                <a:lnTo>
                  <a:pt x="308322" y="57338"/>
                </a:lnTo>
                <a:lnTo>
                  <a:pt x="307889" y="58255"/>
                </a:lnTo>
                <a:lnTo>
                  <a:pt x="307473" y="59189"/>
                </a:lnTo>
                <a:lnTo>
                  <a:pt x="307074" y="60141"/>
                </a:lnTo>
                <a:lnTo>
                  <a:pt x="306691" y="61108"/>
                </a:lnTo>
                <a:lnTo>
                  <a:pt x="306325" y="62088"/>
                </a:lnTo>
                <a:lnTo>
                  <a:pt x="305976" y="63080"/>
                </a:lnTo>
                <a:lnTo>
                  <a:pt x="305642" y="64084"/>
                </a:lnTo>
                <a:lnTo>
                  <a:pt x="305325" y="65102"/>
                </a:lnTo>
                <a:lnTo>
                  <a:pt x="305024" y="66131"/>
                </a:lnTo>
                <a:lnTo>
                  <a:pt x="304739" y="67173"/>
                </a:lnTo>
                <a:lnTo>
                  <a:pt x="304471" y="68228"/>
                </a:lnTo>
                <a:lnTo>
                  <a:pt x="304219" y="69295"/>
                </a:lnTo>
                <a:lnTo>
                  <a:pt x="303983" y="70375"/>
                </a:lnTo>
                <a:lnTo>
                  <a:pt x="303763" y="71467"/>
                </a:lnTo>
                <a:lnTo>
                  <a:pt x="303560" y="72572"/>
                </a:lnTo>
                <a:lnTo>
                  <a:pt x="303373" y="73689"/>
                </a:lnTo>
                <a:lnTo>
                  <a:pt x="303202" y="74819"/>
                </a:lnTo>
                <a:lnTo>
                  <a:pt x="303047" y="75961"/>
                </a:lnTo>
                <a:lnTo>
                  <a:pt x="302909" y="77116"/>
                </a:lnTo>
                <a:lnTo>
                  <a:pt x="302787" y="78283"/>
                </a:lnTo>
                <a:lnTo>
                  <a:pt x="302681" y="79463"/>
                </a:lnTo>
                <a:lnTo>
                  <a:pt x="302592" y="80656"/>
                </a:lnTo>
                <a:lnTo>
                  <a:pt x="302518" y="81861"/>
                </a:lnTo>
                <a:lnTo>
                  <a:pt x="302461" y="83078"/>
                </a:lnTo>
                <a:lnTo>
                  <a:pt x="302421" y="84308"/>
                </a:lnTo>
                <a:lnTo>
                  <a:pt x="302396" y="85551"/>
                </a:lnTo>
                <a:lnTo>
                  <a:pt x="302388" y="86806"/>
                </a:lnTo>
                <a:lnTo>
                  <a:pt x="302397" y="88011"/>
                </a:lnTo>
                <a:lnTo>
                  <a:pt x="302422" y="89206"/>
                </a:lnTo>
                <a:lnTo>
                  <a:pt x="302464" y="90392"/>
                </a:lnTo>
                <a:lnTo>
                  <a:pt x="302522" y="91567"/>
                </a:lnTo>
                <a:lnTo>
                  <a:pt x="302598" y="92732"/>
                </a:lnTo>
                <a:lnTo>
                  <a:pt x="302690" y="93887"/>
                </a:lnTo>
                <a:lnTo>
                  <a:pt x="302799" y="95032"/>
                </a:lnTo>
                <a:lnTo>
                  <a:pt x="302925" y="96168"/>
                </a:lnTo>
                <a:lnTo>
                  <a:pt x="303068" y="97293"/>
                </a:lnTo>
                <a:lnTo>
                  <a:pt x="303227" y="98407"/>
                </a:lnTo>
                <a:lnTo>
                  <a:pt x="303404" y="99512"/>
                </a:lnTo>
                <a:lnTo>
                  <a:pt x="303597" y="100607"/>
                </a:lnTo>
                <a:lnTo>
                  <a:pt x="303806" y="101692"/>
                </a:lnTo>
                <a:lnTo>
                  <a:pt x="304033" y="102767"/>
                </a:lnTo>
                <a:lnTo>
                  <a:pt x="304276" y="103831"/>
                </a:lnTo>
                <a:lnTo>
                  <a:pt x="304536" y="104886"/>
                </a:lnTo>
                <a:lnTo>
                  <a:pt x="304813" y="105931"/>
                </a:lnTo>
                <a:lnTo>
                  <a:pt x="305107" y="106965"/>
                </a:lnTo>
                <a:lnTo>
                  <a:pt x="305418" y="107990"/>
                </a:lnTo>
                <a:lnTo>
                  <a:pt x="305745" y="109004"/>
                </a:lnTo>
                <a:lnTo>
                  <a:pt x="306089" y="110009"/>
                </a:lnTo>
                <a:lnTo>
                  <a:pt x="306450" y="111003"/>
                </a:lnTo>
                <a:lnTo>
                  <a:pt x="306827" y="111987"/>
                </a:lnTo>
                <a:lnTo>
                  <a:pt x="307222" y="112961"/>
                </a:lnTo>
                <a:lnTo>
                  <a:pt x="307634" y="113922"/>
                </a:lnTo>
                <a:lnTo>
                  <a:pt x="308063" y="114866"/>
                </a:lnTo>
                <a:lnTo>
                  <a:pt x="308511" y="115792"/>
                </a:lnTo>
                <a:lnTo>
                  <a:pt x="308977" y="116702"/>
                </a:lnTo>
                <a:lnTo>
                  <a:pt x="309460" y="117595"/>
                </a:lnTo>
                <a:lnTo>
                  <a:pt x="309962" y="118471"/>
                </a:lnTo>
                <a:lnTo>
                  <a:pt x="310482" y="119330"/>
                </a:lnTo>
                <a:lnTo>
                  <a:pt x="311019" y="120172"/>
                </a:lnTo>
                <a:lnTo>
                  <a:pt x="311575" y="120997"/>
                </a:lnTo>
                <a:lnTo>
                  <a:pt x="312149" y="121806"/>
                </a:lnTo>
                <a:lnTo>
                  <a:pt x="312740" y="122597"/>
                </a:lnTo>
                <a:lnTo>
                  <a:pt x="313350" y="123371"/>
                </a:lnTo>
                <a:lnTo>
                  <a:pt x="313977" y="124129"/>
                </a:lnTo>
                <a:lnTo>
                  <a:pt x="314623" y="124870"/>
                </a:lnTo>
                <a:lnTo>
                  <a:pt x="315287" y="125593"/>
                </a:lnTo>
                <a:lnTo>
                  <a:pt x="315968" y="126300"/>
                </a:lnTo>
                <a:lnTo>
                  <a:pt x="316668" y="126990"/>
                </a:lnTo>
                <a:lnTo>
                  <a:pt x="317385" y="127663"/>
                </a:lnTo>
                <a:lnTo>
                  <a:pt x="318120" y="128319"/>
                </a:lnTo>
                <a:lnTo>
                  <a:pt x="318874" y="128958"/>
                </a:lnTo>
                <a:lnTo>
                  <a:pt x="319645" y="129581"/>
                </a:lnTo>
                <a:lnTo>
                  <a:pt x="320435" y="130186"/>
                </a:lnTo>
                <a:lnTo>
                  <a:pt x="321242" y="130775"/>
                </a:lnTo>
                <a:lnTo>
                  <a:pt x="322067" y="131346"/>
                </a:lnTo>
                <a:lnTo>
                  <a:pt x="322912" y="131897"/>
                </a:lnTo>
                <a:lnTo>
                  <a:pt x="323776" y="132425"/>
                </a:lnTo>
                <a:lnTo>
                  <a:pt x="324659" y="132929"/>
                </a:lnTo>
                <a:lnTo>
                  <a:pt x="325562" y="133410"/>
                </a:lnTo>
                <a:lnTo>
                  <a:pt x="326485" y="133867"/>
                </a:lnTo>
                <a:lnTo>
                  <a:pt x="327428" y="134301"/>
                </a:lnTo>
                <a:lnTo>
                  <a:pt x="328390" y="134711"/>
                </a:lnTo>
                <a:lnTo>
                  <a:pt x="329373" y="135098"/>
                </a:lnTo>
                <a:lnTo>
                  <a:pt x="330374" y="135462"/>
                </a:lnTo>
                <a:lnTo>
                  <a:pt x="331396" y="135802"/>
                </a:lnTo>
                <a:lnTo>
                  <a:pt x="332437" y="136118"/>
                </a:lnTo>
                <a:lnTo>
                  <a:pt x="333498" y="136412"/>
                </a:lnTo>
                <a:lnTo>
                  <a:pt x="334578" y="136681"/>
                </a:lnTo>
                <a:lnTo>
                  <a:pt x="335678" y="136927"/>
                </a:lnTo>
                <a:lnTo>
                  <a:pt x="336798" y="137150"/>
                </a:lnTo>
                <a:lnTo>
                  <a:pt x="337938" y="137350"/>
                </a:lnTo>
                <a:lnTo>
                  <a:pt x="339097" y="137525"/>
                </a:lnTo>
                <a:lnTo>
                  <a:pt x="340276" y="137678"/>
                </a:lnTo>
                <a:lnTo>
                  <a:pt x="341475" y="137807"/>
                </a:lnTo>
                <a:lnTo>
                  <a:pt x="342693" y="137912"/>
                </a:lnTo>
                <a:lnTo>
                  <a:pt x="343932" y="137994"/>
                </a:lnTo>
                <a:lnTo>
                  <a:pt x="345189" y="138053"/>
                </a:lnTo>
                <a:lnTo>
                  <a:pt x="346467" y="138088"/>
                </a:lnTo>
                <a:lnTo>
                  <a:pt x="347764" y="138100"/>
                </a:lnTo>
                <a:lnTo>
                  <a:pt x="348769" y="138093"/>
                </a:lnTo>
                <a:lnTo>
                  <a:pt x="349764" y="138071"/>
                </a:lnTo>
                <a:lnTo>
                  <a:pt x="350746" y="138036"/>
                </a:lnTo>
                <a:lnTo>
                  <a:pt x="351718" y="137986"/>
                </a:lnTo>
                <a:lnTo>
                  <a:pt x="352678" y="137921"/>
                </a:lnTo>
                <a:close/>
                <a:moveTo>
                  <a:pt x="319663" y="71699"/>
                </a:moveTo>
                <a:lnTo>
                  <a:pt x="319863" y="70642"/>
                </a:lnTo>
                <a:lnTo>
                  <a:pt x="320084" y="69609"/>
                </a:lnTo>
                <a:lnTo>
                  <a:pt x="320325" y="68600"/>
                </a:lnTo>
                <a:lnTo>
                  <a:pt x="320586" y="67615"/>
                </a:lnTo>
                <a:lnTo>
                  <a:pt x="320866" y="66653"/>
                </a:lnTo>
                <a:lnTo>
                  <a:pt x="321167" y="65715"/>
                </a:lnTo>
                <a:lnTo>
                  <a:pt x="321488" y="64800"/>
                </a:lnTo>
                <a:lnTo>
                  <a:pt x="321829" y="63909"/>
                </a:lnTo>
                <a:lnTo>
                  <a:pt x="322190" y="63042"/>
                </a:lnTo>
                <a:lnTo>
                  <a:pt x="322571" y="62198"/>
                </a:lnTo>
                <a:lnTo>
                  <a:pt x="322972" y="61378"/>
                </a:lnTo>
                <a:lnTo>
                  <a:pt x="323393" y="60581"/>
                </a:lnTo>
                <a:lnTo>
                  <a:pt x="323834" y="59809"/>
                </a:lnTo>
                <a:lnTo>
                  <a:pt x="324295" y="59059"/>
                </a:lnTo>
                <a:lnTo>
                  <a:pt x="324776" y="58334"/>
                </a:lnTo>
                <a:lnTo>
                  <a:pt x="325277" y="57632"/>
                </a:lnTo>
                <a:lnTo>
                  <a:pt x="325798" y="56954"/>
                </a:lnTo>
                <a:lnTo>
                  <a:pt x="326340" y="56299"/>
                </a:lnTo>
                <a:lnTo>
                  <a:pt x="326901" y="55668"/>
                </a:lnTo>
                <a:lnTo>
                  <a:pt x="327481" y="55062"/>
                </a:lnTo>
                <a:lnTo>
                  <a:pt x="328080" y="54481"/>
                </a:lnTo>
                <a:lnTo>
                  <a:pt x="328696" y="53927"/>
                </a:lnTo>
                <a:lnTo>
                  <a:pt x="329330" y="53398"/>
                </a:lnTo>
                <a:lnTo>
                  <a:pt x="329982" y="52894"/>
                </a:lnTo>
                <a:lnTo>
                  <a:pt x="330652" y="52417"/>
                </a:lnTo>
                <a:lnTo>
                  <a:pt x="331341" y="51965"/>
                </a:lnTo>
                <a:lnTo>
                  <a:pt x="332047" y="51540"/>
                </a:lnTo>
                <a:lnTo>
                  <a:pt x="332771" y="51140"/>
                </a:lnTo>
                <a:lnTo>
                  <a:pt x="333513" y="50765"/>
                </a:lnTo>
                <a:lnTo>
                  <a:pt x="334273" y="50417"/>
                </a:lnTo>
                <a:lnTo>
                  <a:pt x="335051" y="50094"/>
                </a:lnTo>
                <a:lnTo>
                  <a:pt x="335847" y="49798"/>
                </a:lnTo>
                <a:lnTo>
                  <a:pt x="336661" y="49527"/>
                </a:lnTo>
                <a:lnTo>
                  <a:pt x="337494" y="49282"/>
                </a:lnTo>
                <a:lnTo>
                  <a:pt x="338344" y="49062"/>
                </a:lnTo>
                <a:lnTo>
                  <a:pt x="339212" y="48869"/>
                </a:lnTo>
                <a:lnTo>
                  <a:pt x="340098" y="48701"/>
                </a:lnTo>
                <a:lnTo>
                  <a:pt x="341002" y="48559"/>
                </a:lnTo>
                <a:lnTo>
                  <a:pt x="341923" y="48443"/>
                </a:lnTo>
                <a:lnTo>
                  <a:pt x="342863" y="48352"/>
                </a:lnTo>
                <a:lnTo>
                  <a:pt x="343821" y="48288"/>
                </a:lnTo>
                <a:lnTo>
                  <a:pt x="344797" y="48249"/>
                </a:lnTo>
                <a:lnTo>
                  <a:pt x="345791" y="48236"/>
                </a:lnTo>
                <a:lnTo>
                  <a:pt x="346777" y="48249"/>
                </a:lnTo>
                <a:lnTo>
                  <a:pt x="347744" y="48288"/>
                </a:lnTo>
                <a:lnTo>
                  <a:pt x="348693" y="48353"/>
                </a:lnTo>
                <a:lnTo>
                  <a:pt x="349624" y="48444"/>
                </a:lnTo>
                <a:lnTo>
                  <a:pt x="350537" y="48561"/>
                </a:lnTo>
                <a:lnTo>
                  <a:pt x="351432" y="48704"/>
                </a:lnTo>
                <a:lnTo>
                  <a:pt x="352309" y="48873"/>
                </a:lnTo>
                <a:lnTo>
                  <a:pt x="353167" y="49068"/>
                </a:lnTo>
                <a:lnTo>
                  <a:pt x="354008" y="49289"/>
                </a:lnTo>
                <a:lnTo>
                  <a:pt x="354830" y="49536"/>
                </a:lnTo>
                <a:lnTo>
                  <a:pt x="355634" y="49809"/>
                </a:lnTo>
                <a:lnTo>
                  <a:pt x="356420" y="50107"/>
                </a:lnTo>
                <a:lnTo>
                  <a:pt x="357188" y="50432"/>
                </a:lnTo>
                <a:lnTo>
                  <a:pt x="357937" y="50783"/>
                </a:lnTo>
                <a:lnTo>
                  <a:pt x="358669" y="51160"/>
                </a:lnTo>
                <a:lnTo>
                  <a:pt x="359382" y="51563"/>
                </a:lnTo>
                <a:lnTo>
                  <a:pt x="360077" y="51992"/>
                </a:lnTo>
                <a:lnTo>
                  <a:pt x="360754" y="52446"/>
                </a:lnTo>
                <a:lnTo>
                  <a:pt x="361413" y="52927"/>
                </a:lnTo>
                <a:lnTo>
                  <a:pt x="362053" y="53434"/>
                </a:lnTo>
                <a:lnTo>
                  <a:pt x="362676" y="53967"/>
                </a:lnTo>
                <a:lnTo>
                  <a:pt x="363280" y="54525"/>
                </a:lnTo>
                <a:lnTo>
                  <a:pt x="363867" y="55110"/>
                </a:lnTo>
                <a:lnTo>
                  <a:pt x="364435" y="55721"/>
                </a:lnTo>
                <a:lnTo>
                  <a:pt x="364982" y="56356"/>
                </a:lnTo>
                <a:lnTo>
                  <a:pt x="365508" y="57014"/>
                </a:lnTo>
                <a:lnTo>
                  <a:pt x="366011" y="57695"/>
                </a:lnTo>
                <a:lnTo>
                  <a:pt x="366492" y="58399"/>
                </a:lnTo>
                <a:lnTo>
                  <a:pt x="366951" y="59127"/>
                </a:lnTo>
                <a:lnTo>
                  <a:pt x="367388" y="59877"/>
                </a:lnTo>
                <a:lnTo>
                  <a:pt x="367802" y="60651"/>
                </a:lnTo>
                <a:lnTo>
                  <a:pt x="368194" y="61448"/>
                </a:lnTo>
                <a:lnTo>
                  <a:pt x="368564" y="62267"/>
                </a:lnTo>
                <a:lnTo>
                  <a:pt x="368911" y="63110"/>
                </a:lnTo>
                <a:lnTo>
                  <a:pt x="369236" y="63976"/>
                </a:lnTo>
                <a:lnTo>
                  <a:pt x="369539" y="64865"/>
                </a:lnTo>
                <a:lnTo>
                  <a:pt x="369820" y="65778"/>
                </a:lnTo>
                <a:lnTo>
                  <a:pt x="370078" y="66713"/>
                </a:lnTo>
                <a:lnTo>
                  <a:pt x="370315" y="67671"/>
                </a:lnTo>
                <a:lnTo>
                  <a:pt x="370529" y="68653"/>
                </a:lnTo>
                <a:lnTo>
                  <a:pt x="370720" y="69657"/>
                </a:lnTo>
                <a:lnTo>
                  <a:pt x="370890" y="70685"/>
                </a:lnTo>
                <a:lnTo>
                  <a:pt x="371037" y="71736"/>
                </a:lnTo>
                <a:lnTo>
                  <a:pt x="371161" y="72810"/>
                </a:lnTo>
                <a:lnTo>
                  <a:pt x="371264" y="73907"/>
                </a:lnTo>
                <a:lnTo>
                  <a:pt x="371344" y="75027"/>
                </a:lnTo>
                <a:lnTo>
                  <a:pt x="371402" y="76170"/>
                </a:lnTo>
                <a:lnTo>
                  <a:pt x="371438" y="77336"/>
                </a:lnTo>
                <a:lnTo>
                  <a:pt x="318960" y="77336"/>
                </a:lnTo>
                <a:lnTo>
                  <a:pt x="319061" y="76161"/>
                </a:lnTo>
                <a:lnTo>
                  <a:pt x="319181" y="75010"/>
                </a:lnTo>
                <a:lnTo>
                  <a:pt x="319322" y="73883"/>
                </a:lnTo>
                <a:lnTo>
                  <a:pt x="319482" y="72779"/>
                </a:lnTo>
                <a:lnTo>
                  <a:pt x="319663" y="71699"/>
                </a:lnTo>
                <a:close/>
                <a:moveTo>
                  <a:pt x="680870" y="137833"/>
                </a:moveTo>
                <a:lnTo>
                  <a:pt x="681990" y="137716"/>
                </a:lnTo>
                <a:lnTo>
                  <a:pt x="683096" y="137577"/>
                </a:lnTo>
                <a:lnTo>
                  <a:pt x="684186" y="137417"/>
                </a:lnTo>
                <a:lnTo>
                  <a:pt x="685263" y="137236"/>
                </a:lnTo>
                <a:lnTo>
                  <a:pt x="686325" y="137033"/>
                </a:lnTo>
                <a:lnTo>
                  <a:pt x="687372" y="136809"/>
                </a:lnTo>
                <a:lnTo>
                  <a:pt x="688405" y="136564"/>
                </a:lnTo>
                <a:lnTo>
                  <a:pt x="689423" y="136297"/>
                </a:lnTo>
                <a:lnTo>
                  <a:pt x="690427" y="136009"/>
                </a:lnTo>
                <a:lnTo>
                  <a:pt x="691416" y="135700"/>
                </a:lnTo>
                <a:lnTo>
                  <a:pt x="692390" y="135370"/>
                </a:lnTo>
                <a:lnTo>
                  <a:pt x="693350" y="135018"/>
                </a:lnTo>
                <a:lnTo>
                  <a:pt x="694296" y="134644"/>
                </a:lnTo>
                <a:lnTo>
                  <a:pt x="695227" y="134250"/>
                </a:lnTo>
                <a:lnTo>
                  <a:pt x="696143" y="133834"/>
                </a:lnTo>
                <a:lnTo>
                  <a:pt x="697045" y="133396"/>
                </a:lnTo>
                <a:lnTo>
                  <a:pt x="697932" y="132938"/>
                </a:lnTo>
                <a:lnTo>
                  <a:pt x="698804" y="132458"/>
                </a:lnTo>
                <a:lnTo>
                  <a:pt x="699662" y="131956"/>
                </a:lnTo>
                <a:lnTo>
                  <a:pt x="700505" y="131435"/>
                </a:lnTo>
                <a:lnTo>
                  <a:pt x="701331" y="130895"/>
                </a:lnTo>
                <a:lnTo>
                  <a:pt x="702141" y="130337"/>
                </a:lnTo>
                <a:lnTo>
                  <a:pt x="702934" y="129761"/>
                </a:lnTo>
                <a:lnTo>
                  <a:pt x="703711" y="129166"/>
                </a:lnTo>
                <a:lnTo>
                  <a:pt x="704471" y="128553"/>
                </a:lnTo>
                <a:lnTo>
                  <a:pt x="705215" y="127922"/>
                </a:lnTo>
                <a:lnTo>
                  <a:pt x="705943" y="127272"/>
                </a:lnTo>
                <a:lnTo>
                  <a:pt x="706654" y="126604"/>
                </a:lnTo>
                <a:lnTo>
                  <a:pt x="707348" y="125917"/>
                </a:lnTo>
                <a:lnTo>
                  <a:pt x="708027" y="125213"/>
                </a:lnTo>
                <a:lnTo>
                  <a:pt x="708688" y="124490"/>
                </a:lnTo>
                <a:lnTo>
                  <a:pt x="709334" y="123748"/>
                </a:lnTo>
                <a:lnTo>
                  <a:pt x="709962" y="122988"/>
                </a:lnTo>
                <a:lnTo>
                  <a:pt x="710575" y="122210"/>
                </a:lnTo>
                <a:lnTo>
                  <a:pt x="711171" y="121414"/>
                </a:lnTo>
                <a:lnTo>
                  <a:pt x="711750" y="120599"/>
                </a:lnTo>
                <a:lnTo>
                  <a:pt x="712313" y="119766"/>
                </a:lnTo>
                <a:lnTo>
                  <a:pt x="712860" y="118915"/>
                </a:lnTo>
                <a:lnTo>
                  <a:pt x="713390" y="118045"/>
                </a:lnTo>
                <a:lnTo>
                  <a:pt x="713904" y="117157"/>
                </a:lnTo>
                <a:lnTo>
                  <a:pt x="714401" y="116250"/>
                </a:lnTo>
                <a:lnTo>
                  <a:pt x="714882" y="115326"/>
                </a:lnTo>
                <a:lnTo>
                  <a:pt x="715347" y="114383"/>
                </a:lnTo>
                <a:lnTo>
                  <a:pt x="715793" y="113423"/>
                </a:lnTo>
                <a:lnTo>
                  <a:pt x="716221" y="112448"/>
                </a:lnTo>
                <a:lnTo>
                  <a:pt x="716630" y="111458"/>
                </a:lnTo>
                <a:lnTo>
                  <a:pt x="717019" y="110454"/>
                </a:lnTo>
                <a:lnTo>
                  <a:pt x="717390" y="109434"/>
                </a:lnTo>
                <a:lnTo>
                  <a:pt x="717742" y="108399"/>
                </a:lnTo>
                <a:lnTo>
                  <a:pt x="718075" y="107349"/>
                </a:lnTo>
                <a:lnTo>
                  <a:pt x="718388" y="106285"/>
                </a:lnTo>
                <a:lnTo>
                  <a:pt x="718683" y="105205"/>
                </a:lnTo>
                <a:lnTo>
                  <a:pt x="718958" y="104110"/>
                </a:lnTo>
                <a:lnTo>
                  <a:pt x="719215" y="103000"/>
                </a:lnTo>
                <a:lnTo>
                  <a:pt x="719453" y="101876"/>
                </a:lnTo>
                <a:lnTo>
                  <a:pt x="719671" y="100736"/>
                </a:lnTo>
                <a:lnTo>
                  <a:pt x="719871" y="99581"/>
                </a:lnTo>
                <a:lnTo>
                  <a:pt x="720051" y="98412"/>
                </a:lnTo>
                <a:lnTo>
                  <a:pt x="720213" y="97227"/>
                </a:lnTo>
                <a:lnTo>
                  <a:pt x="720356" y="96027"/>
                </a:lnTo>
                <a:lnTo>
                  <a:pt x="720479" y="94813"/>
                </a:lnTo>
                <a:lnTo>
                  <a:pt x="720584" y="93583"/>
                </a:lnTo>
                <a:lnTo>
                  <a:pt x="720669" y="92338"/>
                </a:lnTo>
                <a:lnTo>
                  <a:pt x="720736" y="91079"/>
                </a:lnTo>
                <a:lnTo>
                  <a:pt x="720783" y="89804"/>
                </a:lnTo>
                <a:lnTo>
                  <a:pt x="720812" y="88514"/>
                </a:lnTo>
                <a:lnTo>
                  <a:pt x="720821" y="87210"/>
                </a:lnTo>
                <a:lnTo>
                  <a:pt x="720812" y="85872"/>
                </a:lnTo>
                <a:lnTo>
                  <a:pt x="720783" y="84550"/>
                </a:lnTo>
                <a:lnTo>
                  <a:pt x="720736" y="83244"/>
                </a:lnTo>
                <a:lnTo>
                  <a:pt x="720669" y="81955"/>
                </a:lnTo>
                <a:lnTo>
                  <a:pt x="720584" y="80681"/>
                </a:lnTo>
                <a:lnTo>
                  <a:pt x="720479" y="79423"/>
                </a:lnTo>
                <a:lnTo>
                  <a:pt x="720356" y="78182"/>
                </a:lnTo>
                <a:lnTo>
                  <a:pt x="720213" y="76957"/>
                </a:lnTo>
                <a:lnTo>
                  <a:pt x="720051" y="75747"/>
                </a:lnTo>
                <a:lnTo>
                  <a:pt x="719871" y="74554"/>
                </a:lnTo>
                <a:lnTo>
                  <a:pt x="719671" y="73376"/>
                </a:lnTo>
                <a:lnTo>
                  <a:pt x="719453" y="72215"/>
                </a:lnTo>
                <a:lnTo>
                  <a:pt x="719215" y="71070"/>
                </a:lnTo>
                <a:lnTo>
                  <a:pt x="718958" y="69941"/>
                </a:lnTo>
                <a:lnTo>
                  <a:pt x="718683" y="68827"/>
                </a:lnTo>
                <a:lnTo>
                  <a:pt x="718388" y="67730"/>
                </a:lnTo>
                <a:lnTo>
                  <a:pt x="718075" y="66649"/>
                </a:lnTo>
                <a:lnTo>
                  <a:pt x="717742" y="65584"/>
                </a:lnTo>
                <a:lnTo>
                  <a:pt x="717390" y="64535"/>
                </a:lnTo>
                <a:lnTo>
                  <a:pt x="717019" y="63502"/>
                </a:lnTo>
                <a:lnTo>
                  <a:pt x="716630" y="62485"/>
                </a:lnTo>
                <a:lnTo>
                  <a:pt x="716221" y="61485"/>
                </a:lnTo>
                <a:lnTo>
                  <a:pt x="715793" y="60500"/>
                </a:lnTo>
                <a:lnTo>
                  <a:pt x="715347" y="59531"/>
                </a:lnTo>
                <a:lnTo>
                  <a:pt x="714882" y="58579"/>
                </a:lnTo>
                <a:lnTo>
                  <a:pt x="714401" y="57647"/>
                </a:lnTo>
                <a:lnTo>
                  <a:pt x="713904" y="56732"/>
                </a:lnTo>
                <a:lnTo>
                  <a:pt x="713390" y="55836"/>
                </a:lnTo>
                <a:lnTo>
                  <a:pt x="712860" y="54959"/>
                </a:lnTo>
                <a:lnTo>
                  <a:pt x="712313" y="54100"/>
                </a:lnTo>
                <a:lnTo>
                  <a:pt x="711750" y="53259"/>
                </a:lnTo>
                <a:lnTo>
                  <a:pt x="711171" y="52438"/>
                </a:lnTo>
                <a:lnTo>
                  <a:pt x="710575" y="51634"/>
                </a:lnTo>
                <a:lnTo>
                  <a:pt x="709962" y="50849"/>
                </a:lnTo>
                <a:lnTo>
                  <a:pt x="709334" y="50083"/>
                </a:lnTo>
                <a:lnTo>
                  <a:pt x="708688" y="49335"/>
                </a:lnTo>
                <a:lnTo>
                  <a:pt x="708027" y="48606"/>
                </a:lnTo>
                <a:lnTo>
                  <a:pt x="707348" y="47895"/>
                </a:lnTo>
                <a:lnTo>
                  <a:pt x="706654" y="47203"/>
                </a:lnTo>
                <a:lnTo>
                  <a:pt x="705943" y="46529"/>
                </a:lnTo>
                <a:lnTo>
                  <a:pt x="705215" y="45874"/>
                </a:lnTo>
                <a:lnTo>
                  <a:pt x="704471" y="45237"/>
                </a:lnTo>
                <a:lnTo>
                  <a:pt x="703711" y="44619"/>
                </a:lnTo>
                <a:lnTo>
                  <a:pt x="702934" y="44020"/>
                </a:lnTo>
                <a:lnTo>
                  <a:pt x="702141" y="43438"/>
                </a:lnTo>
                <a:lnTo>
                  <a:pt x="701331" y="42876"/>
                </a:lnTo>
                <a:lnTo>
                  <a:pt x="700505" y="42332"/>
                </a:lnTo>
                <a:lnTo>
                  <a:pt x="699662" y="41806"/>
                </a:lnTo>
                <a:lnTo>
                  <a:pt x="698804" y="41301"/>
                </a:lnTo>
                <a:lnTo>
                  <a:pt x="697932" y="40816"/>
                </a:lnTo>
                <a:lnTo>
                  <a:pt x="697045" y="40354"/>
                </a:lnTo>
                <a:lnTo>
                  <a:pt x="696143" y="39913"/>
                </a:lnTo>
                <a:lnTo>
                  <a:pt x="695227" y="39493"/>
                </a:lnTo>
                <a:lnTo>
                  <a:pt x="694296" y="39095"/>
                </a:lnTo>
                <a:lnTo>
                  <a:pt x="693350" y="38719"/>
                </a:lnTo>
                <a:lnTo>
                  <a:pt x="692390" y="38364"/>
                </a:lnTo>
                <a:lnTo>
                  <a:pt x="691416" y="38030"/>
                </a:lnTo>
                <a:lnTo>
                  <a:pt x="690427" y="37718"/>
                </a:lnTo>
                <a:lnTo>
                  <a:pt x="689423" y="37428"/>
                </a:lnTo>
                <a:lnTo>
                  <a:pt x="688405" y="37159"/>
                </a:lnTo>
                <a:lnTo>
                  <a:pt x="687372" y="36912"/>
                </a:lnTo>
                <a:lnTo>
                  <a:pt x="686325" y="36686"/>
                </a:lnTo>
                <a:lnTo>
                  <a:pt x="685263" y="36481"/>
                </a:lnTo>
                <a:lnTo>
                  <a:pt x="684186" y="36299"/>
                </a:lnTo>
                <a:lnTo>
                  <a:pt x="683096" y="36137"/>
                </a:lnTo>
                <a:lnTo>
                  <a:pt x="681990" y="35997"/>
                </a:lnTo>
                <a:lnTo>
                  <a:pt x="680870" y="35879"/>
                </a:lnTo>
                <a:lnTo>
                  <a:pt x="679735" y="35782"/>
                </a:lnTo>
                <a:lnTo>
                  <a:pt x="678586" y="35707"/>
                </a:lnTo>
                <a:lnTo>
                  <a:pt x="677422" y="35653"/>
                </a:lnTo>
                <a:lnTo>
                  <a:pt x="676244" y="35621"/>
                </a:lnTo>
                <a:lnTo>
                  <a:pt x="675051" y="35610"/>
                </a:lnTo>
                <a:lnTo>
                  <a:pt x="673883" y="35621"/>
                </a:lnTo>
                <a:lnTo>
                  <a:pt x="672728" y="35653"/>
                </a:lnTo>
                <a:lnTo>
                  <a:pt x="671588" y="35707"/>
                </a:lnTo>
                <a:lnTo>
                  <a:pt x="670461" y="35782"/>
                </a:lnTo>
                <a:lnTo>
                  <a:pt x="669349" y="35879"/>
                </a:lnTo>
                <a:lnTo>
                  <a:pt x="668251" y="35997"/>
                </a:lnTo>
                <a:lnTo>
                  <a:pt x="667167" y="36137"/>
                </a:lnTo>
                <a:lnTo>
                  <a:pt x="666096" y="36299"/>
                </a:lnTo>
                <a:lnTo>
                  <a:pt x="665040" y="36481"/>
                </a:lnTo>
                <a:lnTo>
                  <a:pt x="663998" y="36686"/>
                </a:lnTo>
                <a:lnTo>
                  <a:pt x="662970" y="36912"/>
                </a:lnTo>
                <a:lnTo>
                  <a:pt x="661956" y="37159"/>
                </a:lnTo>
                <a:lnTo>
                  <a:pt x="660956" y="37428"/>
                </a:lnTo>
                <a:lnTo>
                  <a:pt x="659970" y="37718"/>
                </a:lnTo>
                <a:lnTo>
                  <a:pt x="658998" y="38030"/>
                </a:lnTo>
                <a:lnTo>
                  <a:pt x="658041" y="38364"/>
                </a:lnTo>
                <a:lnTo>
                  <a:pt x="657097" y="38719"/>
                </a:lnTo>
                <a:lnTo>
                  <a:pt x="656167" y="39095"/>
                </a:lnTo>
                <a:lnTo>
                  <a:pt x="655251" y="39493"/>
                </a:lnTo>
                <a:lnTo>
                  <a:pt x="654350" y="39913"/>
                </a:lnTo>
                <a:lnTo>
                  <a:pt x="653462" y="40354"/>
                </a:lnTo>
                <a:lnTo>
                  <a:pt x="652589" y="40816"/>
                </a:lnTo>
                <a:lnTo>
                  <a:pt x="651729" y="41301"/>
                </a:lnTo>
                <a:lnTo>
                  <a:pt x="650884" y="41806"/>
                </a:lnTo>
                <a:lnTo>
                  <a:pt x="650053" y="42332"/>
                </a:lnTo>
                <a:lnTo>
                  <a:pt x="649240" y="42876"/>
                </a:lnTo>
                <a:lnTo>
                  <a:pt x="648443" y="43438"/>
                </a:lnTo>
                <a:lnTo>
                  <a:pt x="647663" y="44020"/>
                </a:lnTo>
                <a:lnTo>
                  <a:pt x="646899" y="44619"/>
                </a:lnTo>
                <a:lnTo>
                  <a:pt x="646152" y="45237"/>
                </a:lnTo>
                <a:lnTo>
                  <a:pt x="645421" y="45874"/>
                </a:lnTo>
                <a:lnTo>
                  <a:pt x="644707" y="46529"/>
                </a:lnTo>
                <a:lnTo>
                  <a:pt x="644010" y="47203"/>
                </a:lnTo>
                <a:lnTo>
                  <a:pt x="643330" y="47895"/>
                </a:lnTo>
                <a:lnTo>
                  <a:pt x="642665" y="48606"/>
                </a:lnTo>
                <a:lnTo>
                  <a:pt x="642018" y="49335"/>
                </a:lnTo>
                <a:lnTo>
                  <a:pt x="641387" y="50083"/>
                </a:lnTo>
                <a:lnTo>
                  <a:pt x="640773" y="50849"/>
                </a:lnTo>
                <a:lnTo>
                  <a:pt x="640175" y="51634"/>
                </a:lnTo>
                <a:lnTo>
                  <a:pt x="639594" y="52438"/>
                </a:lnTo>
                <a:lnTo>
                  <a:pt x="639030" y="53259"/>
                </a:lnTo>
                <a:lnTo>
                  <a:pt x="638482" y="54100"/>
                </a:lnTo>
                <a:lnTo>
                  <a:pt x="637951" y="54959"/>
                </a:lnTo>
                <a:lnTo>
                  <a:pt x="637437" y="55836"/>
                </a:lnTo>
                <a:lnTo>
                  <a:pt x="636939" y="56732"/>
                </a:lnTo>
                <a:lnTo>
                  <a:pt x="636457" y="57647"/>
                </a:lnTo>
                <a:lnTo>
                  <a:pt x="635993" y="58579"/>
                </a:lnTo>
                <a:lnTo>
                  <a:pt x="635545" y="59531"/>
                </a:lnTo>
                <a:lnTo>
                  <a:pt x="635114" y="60500"/>
                </a:lnTo>
                <a:lnTo>
                  <a:pt x="634702" y="61485"/>
                </a:lnTo>
                <a:lnTo>
                  <a:pt x="634308" y="62485"/>
                </a:lnTo>
                <a:lnTo>
                  <a:pt x="633932" y="63502"/>
                </a:lnTo>
                <a:lnTo>
                  <a:pt x="633575" y="64535"/>
                </a:lnTo>
                <a:lnTo>
                  <a:pt x="633236" y="65584"/>
                </a:lnTo>
                <a:lnTo>
                  <a:pt x="632915" y="66649"/>
                </a:lnTo>
                <a:lnTo>
                  <a:pt x="632613" y="67730"/>
                </a:lnTo>
                <a:lnTo>
                  <a:pt x="632329" y="68827"/>
                </a:lnTo>
                <a:lnTo>
                  <a:pt x="632063" y="69941"/>
                </a:lnTo>
                <a:lnTo>
                  <a:pt x="631816" y="71070"/>
                </a:lnTo>
                <a:lnTo>
                  <a:pt x="631587" y="72215"/>
                </a:lnTo>
                <a:lnTo>
                  <a:pt x="631376" y="73376"/>
                </a:lnTo>
                <a:lnTo>
                  <a:pt x="631183" y="74554"/>
                </a:lnTo>
                <a:lnTo>
                  <a:pt x="631009" y="75747"/>
                </a:lnTo>
                <a:lnTo>
                  <a:pt x="630854" y="76957"/>
                </a:lnTo>
                <a:lnTo>
                  <a:pt x="630716" y="78182"/>
                </a:lnTo>
                <a:lnTo>
                  <a:pt x="630597" y="79423"/>
                </a:lnTo>
                <a:lnTo>
                  <a:pt x="630496" y="80681"/>
                </a:lnTo>
                <a:lnTo>
                  <a:pt x="630414" y="81955"/>
                </a:lnTo>
                <a:lnTo>
                  <a:pt x="630350" y="83244"/>
                </a:lnTo>
                <a:lnTo>
                  <a:pt x="630304" y="84550"/>
                </a:lnTo>
                <a:lnTo>
                  <a:pt x="630276" y="85872"/>
                </a:lnTo>
                <a:lnTo>
                  <a:pt x="630267" y="87210"/>
                </a:lnTo>
                <a:lnTo>
                  <a:pt x="630276" y="88514"/>
                </a:lnTo>
                <a:lnTo>
                  <a:pt x="630304" y="89804"/>
                </a:lnTo>
                <a:lnTo>
                  <a:pt x="630350" y="91079"/>
                </a:lnTo>
                <a:lnTo>
                  <a:pt x="630414" y="92338"/>
                </a:lnTo>
                <a:lnTo>
                  <a:pt x="630496" y="93583"/>
                </a:lnTo>
                <a:lnTo>
                  <a:pt x="630597" y="94813"/>
                </a:lnTo>
                <a:lnTo>
                  <a:pt x="630716" y="96027"/>
                </a:lnTo>
                <a:lnTo>
                  <a:pt x="630854" y="97227"/>
                </a:lnTo>
                <a:lnTo>
                  <a:pt x="631009" y="98412"/>
                </a:lnTo>
                <a:lnTo>
                  <a:pt x="631183" y="99581"/>
                </a:lnTo>
                <a:lnTo>
                  <a:pt x="631376" y="100736"/>
                </a:lnTo>
                <a:lnTo>
                  <a:pt x="631587" y="101876"/>
                </a:lnTo>
                <a:lnTo>
                  <a:pt x="631816" y="103000"/>
                </a:lnTo>
                <a:lnTo>
                  <a:pt x="632063" y="104110"/>
                </a:lnTo>
                <a:lnTo>
                  <a:pt x="632329" y="105205"/>
                </a:lnTo>
                <a:lnTo>
                  <a:pt x="632613" y="106285"/>
                </a:lnTo>
                <a:lnTo>
                  <a:pt x="632915" y="107349"/>
                </a:lnTo>
                <a:lnTo>
                  <a:pt x="633236" y="108399"/>
                </a:lnTo>
                <a:lnTo>
                  <a:pt x="633575" y="109434"/>
                </a:lnTo>
                <a:lnTo>
                  <a:pt x="633932" y="110454"/>
                </a:lnTo>
                <a:lnTo>
                  <a:pt x="634308" y="111458"/>
                </a:lnTo>
                <a:lnTo>
                  <a:pt x="634702" y="112448"/>
                </a:lnTo>
                <a:lnTo>
                  <a:pt x="635114" y="113423"/>
                </a:lnTo>
                <a:lnTo>
                  <a:pt x="635545" y="114383"/>
                </a:lnTo>
                <a:lnTo>
                  <a:pt x="635993" y="115326"/>
                </a:lnTo>
                <a:lnTo>
                  <a:pt x="636457" y="116250"/>
                </a:lnTo>
                <a:lnTo>
                  <a:pt x="636939" y="117157"/>
                </a:lnTo>
                <a:lnTo>
                  <a:pt x="637437" y="118045"/>
                </a:lnTo>
                <a:lnTo>
                  <a:pt x="637951" y="118915"/>
                </a:lnTo>
                <a:lnTo>
                  <a:pt x="638482" y="119766"/>
                </a:lnTo>
                <a:lnTo>
                  <a:pt x="639030" y="120599"/>
                </a:lnTo>
                <a:lnTo>
                  <a:pt x="639594" y="121414"/>
                </a:lnTo>
                <a:lnTo>
                  <a:pt x="640175" y="122210"/>
                </a:lnTo>
                <a:lnTo>
                  <a:pt x="640773" y="122988"/>
                </a:lnTo>
                <a:lnTo>
                  <a:pt x="641387" y="123748"/>
                </a:lnTo>
                <a:lnTo>
                  <a:pt x="642018" y="124490"/>
                </a:lnTo>
                <a:lnTo>
                  <a:pt x="642665" y="125213"/>
                </a:lnTo>
                <a:lnTo>
                  <a:pt x="643330" y="125917"/>
                </a:lnTo>
                <a:lnTo>
                  <a:pt x="644010" y="126604"/>
                </a:lnTo>
                <a:lnTo>
                  <a:pt x="644707" y="127272"/>
                </a:lnTo>
                <a:lnTo>
                  <a:pt x="645421" y="127922"/>
                </a:lnTo>
                <a:lnTo>
                  <a:pt x="646152" y="128553"/>
                </a:lnTo>
                <a:lnTo>
                  <a:pt x="646899" y="129166"/>
                </a:lnTo>
                <a:lnTo>
                  <a:pt x="647663" y="129761"/>
                </a:lnTo>
                <a:lnTo>
                  <a:pt x="648443" y="130337"/>
                </a:lnTo>
                <a:lnTo>
                  <a:pt x="649240" y="130895"/>
                </a:lnTo>
                <a:lnTo>
                  <a:pt x="650053" y="131435"/>
                </a:lnTo>
                <a:lnTo>
                  <a:pt x="650884" y="131956"/>
                </a:lnTo>
                <a:lnTo>
                  <a:pt x="651729" y="132458"/>
                </a:lnTo>
                <a:lnTo>
                  <a:pt x="652589" y="132938"/>
                </a:lnTo>
                <a:lnTo>
                  <a:pt x="653462" y="133396"/>
                </a:lnTo>
                <a:lnTo>
                  <a:pt x="654350" y="133834"/>
                </a:lnTo>
                <a:lnTo>
                  <a:pt x="655251" y="134250"/>
                </a:lnTo>
                <a:lnTo>
                  <a:pt x="656167" y="134644"/>
                </a:lnTo>
                <a:lnTo>
                  <a:pt x="657097" y="135018"/>
                </a:lnTo>
                <a:lnTo>
                  <a:pt x="658041" y="135370"/>
                </a:lnTo>
                <a:lnTo>
                  <a:pt x="658998" y="135700"/>
                </a:lnTo>
                <a:lnTo>
                  <a:pt x="659970" y="136009"/>
                </a:lnTo>
                <a:lnTo>
                  <a:pt x="660956" y="136297"/>
                </a:lnTo>
                <a:lnTo>
                  <a:pt x="661956" y="136564"/>
                </a:lnTo>
                <a:lnTo>
                  <a:pt x="662970" y="136809"/>
                </a:lnTo>
                <a:lnTo>
                  <a:pt x="663998" y="137033"/>
                </a:lnTo>
                <a:lnTo>
                  <a:pt x="665040" y="137236"/>
                </a:lnTo>
                <a:lnTo>
                  <a:pt x="666096" y="137417"/>
                </a:lnTo>
                <a:lnTo>
                  <a:pt x="667167" y="137577"/>
                </a:lnTo>
                <a:lnTo>
                  <a:pt x="668251" y="137716"/>
                </a:lnTo>
                <a:lnTo>
                  <a:pt x="669349" y="137833"/>
                </a:lnTo>
                <a:lnTo>
                  <a:pt x="670461" y="137929"/>
                </a:lnTo>
                <a:lnTo>
                  <a:pt x="671588" y="138004"/>
                </a:lnTo>
                <a:lnTo>
                  <a:pt x="672728" y="138057"/>
                </a:lnTo>
                <a:lnTo>
                  <a:pt x="673883" y="138089"/>
                </a:lnTo>
                <a:lnTo>
                  <a:pt x="675051" y="138100"/>
                </a:lnTo>
                <a:lnTo>
                  <a:pt x="676244" y="138089"/>
                </a:lnTo>
                <a:lnTo>
                  <a:pt x="677422" y="138057"/>
                </a:lnTo>
                <a:lnTo>
                  <a:pt x="678586" y="138004"/>
                </a:lnTo>
                <a:lnTo>
                  <a:pt x="679735" y="137929"/>
                </a:lnTo>
                <a:lnTo>
                  <a:pt x="680870" y="137833"/>
                </a:lnTo>
                <a:close/>
                <a:moveTo>
                  <a:pt x="670922" y="124769"/>
                </a:moveTo>
                <a:lnTo>
                  <a:pt x="670141" y="124676"/>
                </a:lnTo>
                <a:lnTo>
                  <a:pt x="669374" y="124566"/>
                </a:lnTo>
                <a:lnTo>
                  <a:pt x="668623" y="124439"/>
                </a:lnTo>
                <a:lnTo>
                  <a:pt x="667886" y="124295"/>
                </a:lnTo>
                <a:lnTo>
                  <a:pt x="667165" y="124134"/>
                </a:lnTo>
                <a:lnTo>
                  <a:pt x="666458" y="123957"/>
                </a:lnTo>
                <a:lnTo>
                  <a:pt x="665766" y="123762"/>
                </a:lnTo>
                <a:lnTo>
                  <a:pt x="665089" y="123551"/>
                </a:lnTo>
                <a:lnTo>
                  <a:pt x="664427" y="123322"/>
                </a:lnTo>
                <a:lnTo>
                  <a:pt x="663780" y="123077"/>
                </a:lnTo>
                <a:lnTo>
                  <a:pt x="663148" y="122814"/>
                </a:lnTo>
                <a:lnTo>
                  <a:pt x="662531" y="122535"/>
                </a:lnTo>
                <a:lnTo>
                  <a:pt x="661928" y="122239"/>
                </a:lnTo>
                <a:lnTo>
                  <a:pt x="661341" y="121926"/>
                </a:lnTo>
                <a:lnTo>
                  <a:pt x="660768" y="121596"/>
                </a:lnTo>
                <a:lnTo>
                  <a:pt x="660211" y="121249"/>
                </a:lnTo>
                <a:lnTo>
                  <a:pt x="659668" y="120885"/>
                </a:lnTo>
                <a:lnTo>
                  <a:pt x="659140" y="120505"/>
                </a:lnTo>
                <a:lnTo>
                  <a:pt x="658627" y="120107"/>
                </a:lnTo>
                <a:lnTo>
                  <a:pt x="658127" y="119694"/>
                </a:lnTo>
                <a:lnTo>
                  <a:pt x="657640" y="119269"/>
                </a:lnTo>
                <a:lnTo>
                  <a:pt x="657164" y="118830"/>
                </a:lnTo>
                <a:lnTo>
                  <a:pt x="656699" y="118379"/>
                </a:lnTo>
                <a:lnTo>
                  <a:pt x="656247" y="117915"/>
                </a:lnTo>
                <a:lnTo>
                  <a:pt x="655806" y="117438"/>
                </a:lnTo>
                <a:lnTo>
                  <a:pt x="655378" y="116948"/>
                </a:lnTo>
                <a:lnTo>
                  <a:pt x="654961" y="116446"/>
                </a:lnTo>
                <a:lnTo>
                  <a:pt x="654556" y="115930"/>
                </a:lnTo>
                <a:lnTo>
                  <a:pt x="654162" y="115402"/>
                </a:lnTo>
                <a:lnTo>
                  <a:pt x="653781" y="114861"/>
                </a:lnTo>
                <a:lnTo>
                  <a:pt x="653411" y="114307"/>
                </a:lnTo>
                <a:lnTo>
                  <a:pt x="653053" y="113740"/>
                </a:lnTo>
                <a:lnTo>
                  <a:pt x="652707" y="113161"/>
                </a:lnTo>
                <a:lnTo>
                  <a:pt x="652373" y="112569"/>
                </a:lnTo>
                <a:lnTo>
                  <a:pt x="652051" y="111963"/>
                </a:lnTo>
                <a:lnTo>
                  <a:pt x="651740" y="111345"/>
                </a:lnTo>
                <a:lnTo>
                  <a:pt x="651442" y="110715"/>
                </a:lnTo>
                <a:lnTo>
                  <a:pt x="651155" y="110071"/>
                </a:lnTo>
                <a:lnTo>
                  <a:pt x="650879" y="109415"/>
                </a:lnTo>
                <a:lnTo>
                  <a:pt x="650616" y="108745"/>
                </a:lnTo>
                <a:lnTo>
                  <a:pt x="650365" y="108063"/>
                </a:lnTo>
                <a:lnTo>
                  <a:pt x="650125" y="107368"/>
                </a:lnTo>
                <a:lnTo>
                  <a:pt x="649897" y="106661"/>
                </a:lnTo>
                <a:lnTo>
                  <a:pt x="649680" y="105943"/>
                </a:lnTo>
                <a:lnTo>
                  <a:pt x="649472" y="105216"/>
                </a:lnTo>
                <a:lnTo>
                  <a:pt x="649273" y="104482"/>
                </a:lnTo>
                <a:lnTo>
                  <a:pt x="649083" y="103740"/>
                </a:lnTo>
                <a:lnTo>
                  <a:pt x="648903" y="102990"/>
                </a:lnTo>
                <a:lnTo>
                  <a:pt x="648732" y="102232"/>
                </a:lnTo>
                <a:lnTo>
                  <a:pt x="648570" y="101466"/>
                </a:lnTo>
                <a:lnTo>
                  <a:pt x="648417" y="100691"/>
                </a:lnTo>
                <a:lnTo>
                  <a:pt x="648274" y="99909"/>
                </a:lnTo>
                <a:lnTo>
                  <a:pt x="648140" y="99119"/>
                </a:lnTo>
                <a:lnTo>
                  <a:pt x="648015" y="98321"/>
                </a:lnTo>
                <a:lnTo>
                  <a:pt x="647900" y="97515"/>
                </a:lnTo>
                <a:lnTo>
                  <a:pt x="647793" y="96700"/>
                </a:lnTo>
                <a:lnTo>
                  <a:pt x="647696" y="95878"/>
                </a:lnTo>
                <a:lnTo>
                  <a:pt x="647608" y="95048"/>
                </a:lnTo>
                <a:lnTo>
                  <a:pt x="647530" y="94210"/>
                </a:lnTo>
                <a:lnTo>
                  <a:pt x="647460" y="93364"/>
                </a:lnTo>
                <a:lnTo>
                  <a:pt x="647400" y="92509"/>
                </a:lnTo>
                <a:lnTo>
                  <a:pt x="647349" y="91647"/>
                </a:lnTo>
                <a:lnTo>
                  <a:pt x="647308" y="90777"/>
                </a:lnTo>
                <a:lnTo>
                  <a:pt x="647275" y="89899"/>
                </a:lnTo>
                <a:lnTo>
                  <a:pt x="647252" y="89012"/>
                </a:lnTo>
                <a:lnTo>
                  <a:pt x="647238" y="88118"/>
                </a:lnTo>
                <a:lnTo>
                  <a:pt x="647234" y="87216"/>
                </a:lnTo>
                <a:lnTo>
                  <a:pt x="647238" y="86296"/>
                </a:lnTo>
                <a:lnTo>
                  <a:pt x="647252" y="85385"/>
                </a:lnTo>
                <a:lnTo>
                  <a:pt x="647275" y="84481"/>
                </a:lnTo>
                <a:lnTo>
                  <a:pt x="647308" y="83586"/>
                </a:lnTo>
                <a:lnTo>
                  <a:pt x="647349" y="82699"/>
                </a:lnTo>
                <a:lnTo>
                  <a:pt x="647400" y="81821"/>
                </a:lnTo>
                <a:lnTo>
                  <a:pt x="647460" y="80950"/>
                </a:lnTo>
                <a:lnTo>
                  <a:pt x="647530" y="80088"/>
                </a:lnTo>
                <a:lnTo>
                  <a:pt x="647608" y="79234"/>
                </a:lnTo>
                <a:lnTo>
                  <a:pt x="647696" y="78388"/>
                </a:lnTo>
                <a:lnTo>
                  <a:pt x="647793" y="77550"/>
                </a:lnTo>
                <a:lnTo>
                  <a:pt x="647900" y="76721"/>
                </a:lnTo>
                <a:lnTo>
                  <a:pt x="648015" y="75900"/>
                </a:lnTo>
                <a:lnTo>
                  <a:pt x="648140" y="75087"/>
                </a:lnTo>
                <a:lnTo>
                  <a:pt x="648274" y="74282"/>
                </a:lnTo>
                <a:lnTo>
                  <a:pt x="648417" y="73485"/>
                </a:lnTo>
                <a:lnTo>
                  <a:pt x="648570" y="72697"/>
                </a:lnTo>
                <a:lnTo>
                  <a:pt x="648732" y="71916"/>
                </a:lnTo>
                <a:lnTo>
                  <a:pt x="648903" y="71144"/>
                </a:lnTo>
                <a:lnTo>
                  <a:pt x="649083" y="70380"/>
                </a:lnTo>
                <a:lnTo>
                  <a:pt x="649273" y="69625"/>
                </a:lnTo>
                <a:lnTo>
                  <a:pt x="649472" y="68877"/>
                </a:lnTo>
                <a:lnTo>
                  <a:pt x="649680" y="68138"/>
                </a:lnTo>
                <a:lnTo>
                  <a:pt x="649897" y="67407"/>
                </a:lnTo>
                <a:lnTo>
                  <a:pt x="650125" y="66687"/>
                </a:lnTo>
                <a:lnTo>
                  <a:pt x="650365" y="65979"/>
                </a:lnTo>
                <a:lnTo>
                  <a:pt x="650616" y="65285"/>
                </a:lnTo>
                <a:lnTo>
                  <a:pt x="650879" y="64603"/>
                </a:lnTo>
                <a:lnTo>
                  <a:pt x="651155" y="63935"/>
                </a:lnTo>
                <a:lnTo>
                  <a:pt x="651442" y="63279"/>
                </a:lnTo>
                <a:lnTo>
                  <a:pt x="651740" y="62637"/>
                </a:lnTo>
                <a:lnTo>
                  <a:pt x="652051" y="62008"/>
                </a:lnTo>
                <a:lnTo>
                  <a:pt x="652373" y="61391"/>
                </a:lnTo>
                <a:lnTo>
                  <a:pt x="652707" y="60788"/>
                </a:lnTo>
                <a:lnTo>
                  <a:pt x="653053" y="60198"/>
                </a:lnTo>
                <a:lnTo>
                  <a:pt x="653411" y="59620"/>
                </a:lnTo>
                <a:lnTo>
                  <a:pt x="653781" y="59056"/>
                </a:lnTo>
                <a:lnTo>
                  <a:pt x="654162" y="58505"/>
                </a:lnTo>
                <a:lnTo>
                  <a:pt x="654556" y="57967"/>
                </a:lnTo>
                <a:lnTo>
                  <a:pt x="654961" y="57441"/>
                </a:lnTo>
                <a:lnTo>
                  <a:pt x="655378" y="56929"/>
                </a:lnTo>
                <a:lnTo>
                  <a:pt x="655806" y="56430"/>
                </a:lnTo>
                <a:lnTo>
                  <a:pt x="656247" y="55944"/>
                </a:lnTo>
                <a:lnTo>
                  <a:pt x="656699" y="55471"/>
                </a:lnTo>
                <a:lnTo>
                  <a:pt x="657164" y="55010"/>
                </a:lnTo>
                <a:lnTo>
                  <a:pt x="657640" y="54563"/>
                </a:lnTo>
                <a:lnTo>
                  <a:pt x="658127" y="54129"/>
                </a:lnTo>
                <a:lnTo>
                  <a:pt x="658627" y="53708"/>
                </a:lnTo>
                <a:lnTo>
                  <a:pt x="659140" y="53302"/>
                </a:lnTo>
                <a:lnTo>
                  <a:pt x="659668" y="52913"/>
                </a:lnTo>
                <a:lnTo>
                  <a:pt x="660211" y="52541"/>
                </a:lnTo>
                <a:lnTo>
                  <a:pt x="660768" y="52187"/>
                </a:lnTo>
                <a:lnTo>
                  <a:pt x="661341" y="51850"/>
                </a:lnTo>
                <a:lnTo>
                  <a:pt x="661928" y="51530"/>
                </a:lnTo>
                <a:lnTo>
                  <a:pt x="662531" y="51227"/>
                </a:lnTo>
                <a:lnTo>
                  <a:pt x="663148" y="50942"/>
                </a:lnTo>
                <a:lnTo>
                  <a:pt x="663780" y="50674"/>
                </a:lnTo>
                <a:lnTo>
                  <a:pt x="664427" y="50424"/>
                </a:lnTo>
                <a:lnTo>
                  <a:pt x="665089" y="50190"/>
                </a:lnTo>
                <a:lnTo>
                  <a:pt x="665766" y="49974"/>
                </a:lnTo>
                <a:lnTo>
                  <a:pt x="666458" y="49775"/>
                </a:lnTo>
                <a:lnTo>
                  <a:pt x="667165" y="49594"/>
                </a:lnTo>
                <a:lnTo>
                  <a:pt x="667886" y="49430"/>
                </a:lnTo>
                <a:lnTo>
                  <a:pt x="668623" y="49283"/>
                </a:lnTo>
                <a:lnTo>
                  <a:pt x="669374" y="49153"/>
                </a:lnTo>
                <a:lnTo>
                  <a:pt x="670141" y="49041"/>
                </a:lnTo>
                <a:lnTo>
                  <a:pt x="670922" y="48946"/>
                </a:lnTo>
                <a:lnTo>
                  <a:pt x="671718" y="48868"/>
                </a:lnTo>
                <a:lnTo>
                  <a:pt x="672529" y="48807"/>
                </a:lnTo>
                <a:lnTo>
                  <a:pt x="673355" y="48764"/>
                </a:lnTo>
                <a:lnTo>
                  <a:pt x="674195" y="48738"/>
                </a:lnTo>
                <a:lnTo>
                  <a:pt x="675051" y="48730"/>
                </a:lnTo>
                <a:lnTo>
                  <a:pt x="675931" y="48738"/>
                </a:lnTo>
                <a:lnTo>
                  <a:pt x="676796" y="48764"/>
                </a:lnTo>
                <a:lnTo>
                  <a:pt x="677647" y="48807"/>
                </a:lnTo>
                <a:lnTo>
                  <a:pt x="678482" y="48868"/>
                </a:lnTo>
                <a:lnTo>
                  <a:pt x="679302" y="48946"/>
                </a:lnTo>
                <a:lnTo>
                  <a:pt x="680107" y="49041"/>
                </a:lnTo>
                <a:lnTo>
                  <a:pt x="680896" y="49153"/>
                </a:lnTo>
                <a:lnTo>
                  <a:pt x="681671" y="49283"/>
                </a:lnTo>
                <a:lnTo>
                  <a:pt x="682431" y="49430"/>
                </a:lnTo>
                <a:lnTo>
                  <a:pt x="683175" y="49594"/>
                </a:lnTo>
                <a:lnTo>
                  <a:pt x="683905" y="49775"/>
                </a:lnTo>
                <a:lnTo>
                  <a:pt x="684619" y="49974"/>
                </a:lnTo>
                <a:lnTo>
                  <a:pt x="685319" y="50190"/>
                </a:lnTo>
                <a:lnTo>
                  <a:pt x="686003" y="50424"/>
                </a:lnTo>
                <a:lnTo>
                  <a:pt x="686672" y="50674"/>
                </a:lnTo>
                <a:lnTo>
                  <a:pt x="687327" y="50942"/>
                </a:lnTo>
                <a:lnTo>
                  <a:pt x="687966" y="51227"/>
                </a:lnTo>
                <a:lnTo>
                  <a:pt x="688590" y="51530"/>
                </a:lnTo>
                <a:lnTo>
                  <a:pt x="689199" y="51850"/>
                </a:lnTo>
                <a:lnTo>
                  <a:pt x="689793" y="52187"/>
                </a:lnTo>
                <a:lnTo>
                  <a:pt x="690372" y="52541"/>
                </a:lnTo>
                <a:lnTo>
                  <a:pt x="690935" y="52913"/>
                </a:lnTo>
                <a:lnTo>
                  <a:pt x="691484" y="53302"/>
                </a:lnTo>
                <a:lnTo>
                  <a:pt x="692018" y="53708"/>
                </a:lnTo>
                <a:lnTo>
                  <a:pt x="692538" y="54129"/>
                </a:lnTo>
                <a:lnTo>
                  <a:pt x="693045" y="54563"/>
                </a:lnTo>
                <a:lnTo>
                  <a:pt x="693540" y="55010"/>
                </a:lnTo>
                <a:lnTo>
                  <a:pt x="694023" y="55471"/>
                </a:lnTo>
                <a:lnTo>
                  <a:pt x="694494" y="55944"/>
                </a:lnTo>
                <a:lnTo>
                  <a:pt x="694952" y="56430"/>
                </a:lnTo>
                <a:lnTo>
                  <a:pt x="695398" y="56929"/>
                </a:lnTo>
                <a:lnTo>
                  <a:pt x="695832" y="57441"/>
                </a:lnTo>
                <a:lnTo>
                  <a:pt x="696253" y="57967"/>
                </a:lnTo>
                <a:lnTo>
                  <a:pt x="696662" y="58505"/>
                </a:lnTo>
                <a:lnTo>
                  <a:pt x="697059" y="59056"/>
                </a:lnTo>
                <a:lnTo>
                  <a:pt x="697443" y="59620"/>
                </a:lnTo>
                <a:lnTo>
                  <a:pt x="697815" y="60198"/>
                </a:lnTo>
                <a:lnTo>
                  <a:pt x="698175" y="60788"/>
                </a:lnTo>
                <a:lnTo>
                  <a:pt x="698522" y="61391"/>
                </a:lnTo>
                <a:lnTo>
                  <a:pt x="698857" y="62008"/>
                </a:lnTo>
                <a:lnTo>
                  <a:pt x="699180" y="62637"/>
                </a:lnTo>
                <a:lnTo>
                  <a:pt x="699490" y="63279"/>
                </a:lnTo>
                <a:lnTo>
                  <a:pt x="699788" y="63935"/>
                </a:lnTo>
                <a:lnTo>
                  <a:pt x="700073" y="64603"/>
                </a:lnTo>
                <a:lnTo>
                  <a:pt x="700347" y="65285"/>
                </a:lnTo>
                <a:lnTo>
                  <a:pt x="700608" y="65979"/>
                </a:lnTo>
                <a:lnTo>
                  <a:pt x="700856" y="66687"/>
                </a:lnTo>
                <a:lnTo>
                  <a:pt x="701093" y="67407"/>
                </a:lnTo>
                <a:lnTo>
                  <a:pt x="701318" y="68138"/>
                </a:lnTo>
                <a:lnTo>
                  <a:pt x="701534" y="68877"/>
                </a:lnTo>
                <a:lnTo>
                  <a:pt x="701740" y="69625"/>
                </a:lnTo>
                <a:lnTo>
                  <a:pt x="701937" y="70380"/>
                </a:lnTo>
                <a:lnTo>
                  <a:pt x="702124" y="71144"/>
                </a:lnTo>
                <a:lnTo>
                  <a:pt x="702301" y="71916"/>
                </a:lnTo>
                <a:lnTo>
                  <a:pt x="702469" y="72697"/>
                </a:lnTo>
                <a:lnTo>
                  <a:pt x="702627" y="73485"/>
                </a:lnTo>
                <a:lnTo>
                  <a:pt x="702776" y="74282"/>
                </a:lnTo>
                <a:lnTo>
                  <a:pt x="702915" y="75087"/>
                </a:lnTo>
                <a:lnTo>
                  <a:pt x="703044" y="75900"/>
                </a:lnTo>
                <a:lnTo>
                  <a:pt x="703164" y="76721"/>
                </a:lnTo>
                <a:lnTo>
                  <a:pt x="703275" y="77550"/>
                </a:lnTo>
                <a:lnTo>
                  <a:pt x="703375" y="78388"/>
                </a:lnTo>
                <a:lnTo>
                  <a:pt x="703466" y="79234"/>
                </a:lnTo>
                <a:lnTo>
                  <a:pt x="703548" y="80088"/>
                </a:lnTo>
                <a:lnTo>
                  <a:pt x="703620" y="80950"/>
                </a:lnTo>
                <a:lnTo>
                  <a:pt x="703682" y="81821"/>
                </a:lnTo>
                <a:lnTo>
                  <a:pt x="703735" y="82699"/>
                </a:lnTo>
                <a:lnTo>
                  <a:pt x="703778" y="83586"/>
                </a:lnTo>
                <a:lnTo>
                  <a:pt x="703812" y="84481"/>
                </a:lnTo>
                <a:lnTo>
                  <a:pt x="703836" y="85385"/>
                </a:lnTo>
                <a:lnTo>
                  <a:pt x="703850" y="86296"/>
                </a:lnTo>
                <a:lnTo>
                  <a:pt x="703855" y="87216"/>
                </a:lnTo>
                <a:lnTo>
                  <a:pt x="703850" y="88118"/>
                </a:lnTo>
                <a:lnTo>
                  <a:pt x="703836" y="89012"/>
                </a:lnTo>
                <a:lnTo>
                  <a:pt x="703812" y="89899"/>
                </a:lnTo>
                <a:lnTo>
                  <a:pt x="703778" y="90777"/>
                </a:lnTo>
                <a:lnTo>
                  <a:pt x="703735" y="91647"/>
                </a:lnTo>
                <a:lnTo>
                  <a:pt x="703682" y="92509"/>
                </a:lnTo>
                <a:lnTo>
                  <a:pt x="703620" y="93364"/>
                </a:lnTo>
                <a:lnTo>
                  <a:pt x="703548" y="94210"/>
                </a:lnTo>
                <a:lnTo>
                  <a:pt x="703466" y="95048"/>
                </a:lnTo>
                <a:lnTo>
                  <a:pt x="703375" y="95878"/>
                </a:lnTo>
                <a:lnTo>
                  <a:pt x="703275" y="96700"/>
                </a:lnTo>
                <a:lnTo>
                  <a:pt x="703164" y="97515"/>
                </a:lnTo>
                <a:lnTo>
                  <a:pt x="703044" y="98321"/>
                </a:lnTo>
                <a:lnTo>
                  <a:pt x="702915" y="99119"/>
                </a:lnTo>
                <a:lnTo>
                  <a:pt x="702776" y="99909"/>
                </a:lnTo>
                <a:lnTo>
                  <a:pt x="702627" y="100691"/>
                </a:lnTo>
                <a:lnTo>
                  <a:pt x="702469" y="101466"/>
                </a:lnTo>
                <a:lnTo>
                  <a:pt x="702301" y="102232"/>
                </a:lnTo>
                <a:lnTo>
                  <a:pt x="702124" y="102990"/>
                </a:lnTo>
                <a:lnTo>
                  <a:pt x="701937" y="103740"/>
                </a:lnTo>
                <a:lnTo>
                  <a:pt x="701740" y="104482"/>
                </a:lnTo>
                <a:lnTo>
                  <a:pt x="701534" y="105216"/>
                </a:lnTo>
                <a:lnTo>
                  <a:pt x="701318" y="105943"/>
                </a:lnTo>
                <a:lnTo>
                  <a:pt x="701093" y="106661"/>
                </a:lnTo>
                <a:lnTo>
                  <a:pt x="700856" y="107368"/>
                </a:lnTo>
                <a:lnTo>
                  <a:pt x="700608" y="108063"/>
                </a:lnTo>
                <a:lnTo>
                  <a:pt x="700347" y="108745"/>
                </a:lnTo>
                <a:lnTo>
                  <a:pt x="700073" y="109415"/>
                </a:lnTo>
                <a:lnTo>
                  <a:pt x="699788" y="110071"/>
                </a:lnTo>
                <a:lnTo>
                  <a:pt x="699490" y="110715"/>
                </a:lnTo>
                <a:lnTo>
                  <a:pt x="699180" y="111345"/>
                </a:lnTo>
                <a:lnTo>
                  <a:pt x="698857" y="111963"/>
                </a:lnTo>
                <a:lnTo>
                  <a:pt x="698522" y="112569"/>
                </a:lnTo>
                <a:lnTo>
                  <a:pt x="698175" y="113161"/>
                </a:lnTo>
                <a:lnTo>
                  <a:pt x="697815" y="113740"/>
                </a:lnTo>
                <a:lnTo>
                  <a:pt x="697443" y="114307"/>
                </a:lnTo>
                <a:lnTo>
                  <a:pt x="697059" y="114861"/>
                </a:lnTo>
                <a:lnTo>
                  <a:pt x="696662" y="115402"/>
                </a:lnTo>
                <a:lnTo>
                  <a:pt x="696253" y="115930"/>
                </a:lnTo>
                <a:lnTo>
                  <a:pt x="695832" y="116446"/>
                </a:lnTo>
                <a:lnTo>
                  <a:pt x="695398" y="116948"/>
                </a:lnTo>
                <a:lnTo>
                  <a:pt x="694952" y="117438"/>
                </a:lnTo>
                <a:lnTo>
                  <a:pt x="694494" y="117915"/>
                </a:lnTo>
                <a:lnTo>
                  <a:pt x="694023" y="118379"/>
                </a:lnTo>
                <a:lnTo>
                  <a:pt x="693540" y="118830"/>
                </a:lnTo>
                <a:lnTo>
                  <a:pt x="693045" y="119269"/>
                </a:lnTo>
                <a:lnTo>
                  <a:pt x="692538" y="119694"/>
                </a:lnTo>
                <a:lnTo>
                  <a:pt x="692018" y="120107"/>
                </a:lnTo>
                <a:lnTo>
                  <a:pt x="691484" y="120505"/>
                </a:lnTo>
                <a:lnTo>
                  <a:pt x="690935" y="120885"/>
                </a:lnTo>
                <a:lnTo>
                  <a:pt x="690372" y="121249"/>
                </a:lnTo>
                <a:lnTo>
                  <a:pt x="689793" y="121596"/>
                </a:lnTo>
                <a:lnTo>
                  <a:pt x="689199" y="121926"/>
                </a:lnTo>
                <a:lnTo>
                  <a:pt x="688590" y="122239"/>
                </a:lnTo>
                <a:lnTo>
                  <a:pt x="687966" y="122535"/>
                </a:lnTo>
                <a:lnTo>
                  <a:pt x="687327" y="122814"/>
                </a:lnTo>
                <a:lnTo>
                  <a:pt x="686672" y="123077"/>
                </a:lnTo>
                <a:lnTo>
                  <a:pt x="686003" y="123322"/>
                </a:lnTo>
                <a:lnTo>
                  <a:pt x="685319" y="123551"/>
                </a:lnTo>
                <a:lnTo>
                  <a:pt x="684619" y="123762"/>
                </a:lnTo>
                <a:lnTo>
                  <a:pt x="683905" y="123957"/>
                </a:lnTo>
                <a:lnTo>
                  <a:pt x="683175" y="124134"/>
                </a:lnTo>
                <a:lnTo>
                  <a:pt x="682431" y="124295"/>
                </a:lnTo>
                <a:lnTo>
                  <a:pt x="681671" y="124439"/>
                </a:lnTo>
                <a:lnTo>
                  <a:pt x="680896" y="124566"/>
                </a:lnTo>
                <a:lnTo>
                  <a:pt x="680107" y="124676"/>
                </a:lnTo>
                <a:lnTo>
                  <a:pt x="679302" y="124769"/>
                </a:lnTo>
                <a:lnTo>
                  <a:pt x="678482" y="124845"/>
                </a:lnTo>
                <a:lnTo>
                  <a:pt x="677647" y="124904"/>
                </a:lnTo>
                <a:lnTo>
                  <a:pt x="676796" y="124947"/>
                </a:lnTo>
                <a:lnTo>
                  <a:pt x="675931" y="124972"/>
                </a:lnTo>
                <a:lnTo>
                  <a:pt x="675051" y="124981"/>
                </a:lnTo>
                <a:lnTo>
                  <a:pt x="674195" y="124972"/>
                </a:lnTo>
                <a:lnTo>
                  <a:pt x="673355" y="124947"/>
                </a:lnTo>
                <a:lnTo>
                  <a:pt x="672529" y="124904"/>
                </a:lnTo>
                <a:lnTo>
                  <a:pt x="671718" y="124845"/>
                </a:lnTo>
                <a:lnTo>
                  <a:pt x="670922" y="124769"/>
                </a:lnTo>
                <a:close/>
                <a:moveTo>
                  <a:pt x="986995" y="137905"/>
                </a:moveTo>
                <a:lnTo>
                  <a:pt x="987909" y="137819"/>
                </a:lnTo>
                <a:lnTo>
                  <a:pt x="988814" y="137718"/>
                </a:lnTo>
                <a:lnTo>
                  <a:pt x="989708" y="137601"/>
                </a:lnTo>
                <a:lnTo>
                  <a:pt x="990592" y="137469"/>
                </a:lnTo>
                <a:lnTo>
                  <a:pt x="991466" y="137321"/>
                </a:lnTo>
                <a:lnTo>
                  <a:pt x="992330" y="137157"/>
                </a:lnTo>
                <a:lnTo>
                  <a:pt x="993184" y="136978"/>
                </a:lnTo>
                <a:lnTo>
                  <a:pt x="994027" y="136783"/>
                </a:lnTo>
                <a:lnTo>
                  <a:pt x="994861" y="136573"/>
                </a:lnTo>
                <a:lnTo>
                  <a:pt x="995684" y="136347"/>
                </a:lnTo>
                <a:lnTo>
                  <a:pt x="996498" y="136105"/>
                </a:lnTo>
                <a:lnTo>
                  <a:pt x="997301" y="135848"/>
                </a:lnTo>
                <a:lnTo>
                  <a:pt x="998094" y="135575"/>
                </a:lnTo>
                <a:lnTo>
                  <a:pt x="998877" y="135287"/>
                </a:lnTo>
                <a:lnTo>
                  <a:pt x="999650" y="134983"/>
                </a:lnTo>
                <a:lnTo>
                  <a:pt x="1000413" y="134664"/>
                </a:lnTo>
                <a:lnTo>
                  <a:pt x="1001166" y="134329"/>
                </a:lnTo>
                <a:lnTo>
                  <a:pt x="1001908" y="133978"/>
                </a:lnTo>
                <a:lnTo>
                  <a:pt x="1002641" y="133612"/>
                </a:lnTo>
                <a:lnTo>
                  <a:pt x="1003365" y="133233"/>
                </a:lnTo>
                <a:lnTo>
                  <a:pt x="1004081" y="132844"/>
                </a:lnTo>
                <a:lnTo>
                  <a:pt x="1004790" y="132444"/>
                </a:lnTo>
                <a:lnTo>
                  <a:pt x="1005492" y="132035"/>
                </a:lnTo>
                <a:lnTo>
                  <a:pt x="1006186" y="131615"/>
                </a:lnTo>
                <a:lnTo>
                  <a:pt x="1006873" y="131186"/>
                </a:lnTo>
                <a:lnTo>
                  <a:pt x="1007553" y="130746"/>
                </a:lnTo>
                <a:lnTo>
                  <a:pt x="1008225" y="130296"/>
                </a:lnTo>
                <a:lnTo>
                  <a:pt x="1008890" y="129836"/>
                </a:lnTo>
                <a:lnTo>
                  <a:pt x="1009548" y="129366"/>
                </a:lnTo>
                <a:lnTo>
                  <a:pt x="1010198" y="128886"/>
                </a:lnTo>
                <a:lnTo>
                  <a:pt x="1010841" y="128396"/>
                </a:lnTo>
                <a:lnTo>
                  <a:pt x="1011476" y="127896"/>
                </a:lnTo>
                <a:lnTo>
                  <a:pt x="1012104" y="127385"/>
                </a:lnTo>
                <a:lnTo>
                  <a:pt x="1012725" y="126865"/>
                </a:lnTo>
                <a:lnTo>
                  <a:pt x="1013338" y="126334"/>
                </a:lnTo>
                <a:lnTo>
                  <a:pt x="1013944" y="125793"/>
                </a:lnTo>
                <a:lnTo>
                  <a:pt x="1014543" y="125243"/>
                </a:lnTo>
                <a:lnTo>
                  <a:pt x="1015134" y="124682"/>
                </a:lnTo>
                <a:lnTo>
                  <a:pt x="1015718" y="124111"/>
                </a:lnTo>
                <a:lnTo>
                  <a:pt x="1016295" y="123529"/>
                </a:lnTo>
                <a:lnTo>
                  <a:pt x="1016864" y="122938"/>
                </a:lnTo>
                <a:lnTo>
                  <a:pt x="1017426" y="122337"/>
                </a:lnTo>
                <a:lnTo>
                  <a:pt x="1017980" y="121725"/>
                </a:lnTo>
                <a:lnTo>
                  <a:pt x="1018671" y="136324"/>
                </a:lnTo>
                <a:lnTo>
                  <a:pt x="1034059" y="136324"/>
                </a:lnTo>
                <a:lnTo>
                  <a:pt x="1034059" y="70163"/>
                </a:lnTo>
                <a:lnTo>
                  <a:pt x="1034053" y="69281"/>
                </a:lnTo>
                <a:lnTo>
                  <a:pt x="1034037" y="68412"/>
                </a:lnTo>
                <a:lnTo>
                  <a:pt x="1034009" y="67557"/>
                </a:lnTo>
                <a:lnTo>
                  <a:pt x="1033971" y="66715"/>
                </a:lnTo>
                <a:lnTo>
                  <a:pt x="1033922" y="65887"/>
                </a:lnTo>
                <a:lnTo>
                  <a:pt x="1033862" y="65073"/>
                </a:lnTo>
                <a:lnTo>
                  <a:pt x="1033790" y="64272"/>
                </a:lnTo>
                <a:lnTo>
                  <a:pt x="1033708" y="63485"/>
                </a:lnTo>
                <a:lnTo>
                  <a:pt x="1033615" y="62711"/>
                </a:lnTo>
                <a:lnTo>
                  <a:pt x="1033511" y="61951"/>
                </a:lnTo>
                <a:lnTo>
                  <a:pt x="1033396" y="61205"/>
                </a:lnTo>
                <a:lnTo>
                  <a:pt x="1033270" y="60472"/>
                </a:lnTo>
                <a:lnTo>
                  <a:pt x="1033133" y="59753"/>
                </a:lnTo>
                <a:lnTo>
                  <a:pt x="1032985" y="59047"/>
                </a:lnTo>
                <a:lnTo>
                  <a:pt x="1032826" y="58355"/>
                </a:lnTo>
                <a:lnTo>
                  <a:pt x="1032656" y="57676"/>
                </a:lnTo>
                <a:lnTo>
                  <a:pt x="1032475" y="57011"/>
                </a:lnTo>
                <a:lnTo>
                  <a:pt x="1032283" y="56360"/>
                </a:lnTo>
                <a:lnTo>
                  <a:pt x="1032080" y="55722"/>
                </a:lnTo>
                <a:lnTo>
                  <a:pt x="1031867" y="55098"/>
                </a:lnTo>
                <a:lnTo>
                  <a:pt x="1031642" y="54487"/>
                </a:lnTo>
                <a:lnTo>
                  <a:pt x="1031406" y="53890"/>
                </a:lnTo>
                <a:lnTo>
                  <a:pt x="1031160" y="53307"/>
                </a:lnTo>
                <a:lnTo>
                  <a:pt x="1030902" y="52737"/>
                </a:lnTo>
                <a:lnTo>
                  <a:pt x="1030635" y="52179"/>
                </a:lnTo>
                <a:lnTo>
                  <a:pt x="1030361" y="51631"/>
                </a:lnTo>
                <a:lnTo>
                  <a:pt x="1030078" y="51094"/>
                </a:lnTo>
                <a:lnTo>
                  <a:pt x="1029788" y="50567"/>
                </a:lnTo>
                <a:lnTo>
                  <a:pt x="1029491" y="50050"/>
                </a:lnTo>
                <a:lnTo>
                  <a:pt x="1029185" y="49544"/>
                </a:lnTo>
                <a:lnTo>
                  <a:pt x="1028872" y="49049"/>
                </a:lnTo>
                <a:lnTo>
                  <a:pt x="1028551" y="48563"/>
                </a:lnTo>
                <a:lnTo>
                  <a:pt x="1028223" y="48089"/>
                </a:lnTo>
                <a:lnTo>
                  <a:pt x="1027886" y="47624"/>
                </a:lnTo>
                <a:lnTo>
                  <a:pt x="1027542" y="47170"/>
                </a:lnTo>
                <a:lnTo>
                  <a:pt x="1027191" y="46727"/>
                </a:lnTo>
                <a:lnTo>
                  <a:pt x="1026831" y="46294"/>
                </a:lnTo>
                <a:lnTo>
                  <a:pt x="1026464" y="45871"/>
                </a:lnTo>
                <a:lnTo>
                  <a:pt x="1026090" y="45458"/>
                </a:lnTo>
                <a:lnTo>
                  <a:pt x="1025707" y="45057"/>
                </a:lnTo>
                <a:lnTo>
                  <a:pt x="1025317" y="44665"/>
                </a:lnTo>
                <a:lnTo>
                  <a:pt x="1024919" y="44284"/>
                </a:lnTo>
                <a:lnTo>
                  <a:pt x="1024513" y="43913"/>
                </a:lnTo>
                <a:lnTo>
                  <a:pt x="1024100" y="43553"/>
                </a:lnTo>
                <a:lnTo>
                  <a:pt x="1023679" y="43203"/>
                </a:lnTo>
                <a:lnTo>
                  <a:pt x="1023250" y="42864"/>
                </a:lnTo>
                <a:lnTo>
                  <a:pt x="1022814" y="42535"/>
                </a:lnTo>
                <a:lnTo>
                  <a:pt x="1022370" y="42216"/>
                </a:lnTo>
                <a:lnTo>
                  <a:pt x="1021919" y="41907"/>
                </a:lnTo>
                <a:lnTo>
                  <a:pt x="1021464" y="41606"/>
                </a:lnTo>
                <a:lnTo>
                  <a:pt x="1021004" y="41312"/>
                </a:lnTo>
                <a:lnTo>
                  <a:pt x="1020539" y="41027"/>
                </a:lnTo>
                <a:lnTo>
                  <a:pt x="1020070" y="40751"/>
                </a:lnTo>
                <a:lnTo>
                  <a:pt x="1019595" y="40482"/>
                </a:lnTo>
                <a:lnTo>
                  <a:pt x="1019116" y="40221"/>
                </a:lnTo>
                <a:lnTo>
                  <a:pt x="1018632" y="39969"/>
                </a:lnTo>
                <a:lnTo>
                  <a:pt x="1018143" y="39725"/>
                </a:lnTo>
                <a:lnTo>
                  <a:pt x="1017650" y="39488"/>
                </a:lnTo>
                <a:lnTo>
                  <a:pt x="1017151" y="39260"/>
                </a:lnTo>
                <a:lnTo>
                  <a:pt x="1016648" y="39040"/>
                </a:lnTo>
                <a:lnTo>
                  <a:pt x="1016140" y="38828"/>
                </a:lnTo>
                <a:lnTo>
                  <a:pt x="1015628" y="38625"/>
                </a:lnTo>
                <a:lnTo>
                  <a:pt x="1015110" y="38429"/>
                </a:lnTo>
                <a:lnTo>
                  <a:pt x="1014588" y="38242"/>
                </a:lnTo>
                <a:lnTo>
                  <a:pt x="1014061" y="38062"/>
                </a:lnTo>
                <a:lnTo>
                  <a:pt x="1013529" y="37891"/>
                </a:lnTo>
                <a:lnTo>
                  <a:pt x="1012992" y="37728"/>
                </a:lnTo>
                <a:lnTo>
                  <a:pt x="1012451" y="37573"/>
                </a:lnTo>
                <a:lnTo>
                  <a:pt x="1011904" y="37426"/>
                </a:lnTo>
                <a:lnTo>
                  <a:pt x="1011353" y="37287"/>
                </a:lnTo>
                <a:lnTo>
                  <a:pt x="1010797" y="37157"/>
                </a:lnTo>
                <a:lnTo>
                  <a:pt x="1010237" y="37034"/>
                </a:lnTo>
                <a:lnTo>
                  <a:pt x="1009672" y="36918"/>
                </a:lnTo>
                <a:lnTo>
                  <a:pt x="1009106" y="36807"/>
                </a:lnTo>
                <a:lnTo>
                  <a:pt x="1008537" y="36700"/>
                </a:lnTo>
                <a:lnTo>
                  <a:pt x="1007966" y="36599"/>
                </a:lnTo>
                <a:lnTo>
                  <a:pt x="1007393" y="36503"/>
                </a:lnTo>
                <a:lnTo>
                  <a:pt x="1006818" y="36411"/>
                </a:lnTo>
                <a:lnTo>
                  <a:pt x="1006240" y="36325"/>
                </a:lnTo>
                <a:lnTo>
                  <a:pt x="1005661" y="36243"/>
                </a:lnTo>
                <a:lnTo>
                  <a:pt x="1005079" y="36166"/>
                </a:lnTo>
                <a:lnTo>
                  <a:pt x="1004494" y="36095"/>
                </a:lnTo>
                <a:lnTo>
                  <a:pt x="1003908" y="36028"/>
                </a:lnTo>
                <a:lnTo>
                  <a:pt x="1003319" y="35966"/>
                </a:lnTo>
                <a:lnTo>
                  <a:pt x="1002728" y="35909"/>
                </a:lnTo>
                <a:lnTo>
                  <a:pt x="1002135" y="35857"/>
                </a:lnTo>
                <a:lnTo>
                  <a:pt x="1001540" y="35810"/>
                </a:lnTo>
                <a:lnTo>
                  <a:pt x="1000942" y="35768"/>
                </a:lnTo>
                <a:lnTo>
                  <a:pt x="1000342" y="35731"/>
                </a:lnTo>
                <a:lnTo>
                  <a:pt x="999740" y="35699"/>
                </a:lnTo>
                <a:lnTo>
                  <a:pt x="999136" y="35672"/>
                </a:lnTo>
                <a:lnTo>
                  <a:pt x="998530" y="35650"/>
                </a:lnTo>
                <a:lnTo>
                  <a:pt x="997921" y="35632"/>
                </a:lnTo>
                <a:lnTo>
                  <a:pt x="997310" y="35620"/>
                </a:lnTo>
                <a:lnTo>
                  <a:pt x="996697" y="35613"/>
                </a:lnTo>
                <a:lnTo>
                  <a:pt x="996081" y="35610"/>
                </a:lnTo>
                <a:lnTo>
                  <a:pt x="995124" y="35616"/>
                </a:lnTo>
                <a:lnTo>
                  <a:pt x="994176" y="35634"/>
                </a:lnTo>
                <a:lnTo>
                  <a:pt x="993237" y="35664"/>
                </a:lnTo>
                <a:lnTo>
                  <a:pt x="992307" y="35706"/>
                </a:lnTo>
                <a:lnTo>
                  <a:pt x="991386" y="35760"/>
                </a:lnTo>
                <a:lnTo>
                  <a:pt x="990474" y="35826"/>
                </a:lnTo>
                <a:lnTo>
                  <a:pt x="989571" y="35904"/>
                </a:lnTo>
                <a:lnTo>
                  <a:pt x="988678" y="35994"/>
                </a:lnTo>
                <a:lnTo>
                  <a:pt x="987793" y="36096"/>
                </a:lnTo>
                <a:lnTo>
                  <a:pt x="986917" y="36210"/>
                </a:lnTo>
                <a:lnTo>
                  <a:pt x="986051" y="36336"/>
                </a:lnTo>
                <a:lnTo>
                  <a:pt x="985194" y="36474"/>
                </a:lnTo>
                <a:lnTo>
                  <a:pt x="984345" y="36624"/>
                </a:lnTo>
                <a:lnTo>
                  <a:pt x="983506" y="36786"/>
                </a:lnTo>
                <a:lnTo>
                  <a:pt x="982676" y="36960"/>
                </a:lnTo>
                <a:lnTo>
                  <a:pt x="981855" y="37146"/>
                </a:lnTo>
                <a:lnTo>
                  <a:pt x="981043" y="37344"/>
                </a:lnTo>
                <a:lnTo>
                  <a:pt x="980240" y="37554"/>
                </a:lnTo>
                <a:lnTo>
                  <a:pt x="979446" y="37776"/>
                </a:lnTo>
                <a:lnTo>
                  <a:pt x="978661" y="38010"/>
                </a:lnTo>
                <a:lnTo>
                  <a:pt x="977886" y="38256"/>
                </a:lnTo>
                <a:lnTo>
                  <a:pt x="977119" y="38514"/>
                </a:lnTo>
                <a:lnTo>
                  <a:pt x="976361" y="38784"/>
                </a:lnTo>
                <a:lnTo>
                  <a:pt x="975613" y="39066"/>
                </a:lnTo>
                <a:lnTo>
                  <a:pt x="974876" y="39360"/>
                </a:lnTo>
                <a:lnTo>
                  <a:pt x="974152" y="39669"/>
                </a:lnTo>
                <a:lnTo>
                  <a:pt x="973441" y="39992"/>
                </a:lnTo>
                <a:lnTo>
                  <a:pt x="972744" y="40329"/>
                </a:lnTo>
                <a:lnTo>
                  <a:pt x="972060" y="40681"/>
                </a:lnTo>
                <a:lnTo>
                  <a:pt x="971390" y="41046"/>
                </a:lnTo>
                <a:lnTo>
                  <a:pt x="970733" y="41426"/>
                </a:lnTo>
                <a:lnTo>
                  <a:pt x="970089" y="41819"/>
                </a:lnTo>
                <a:lnTo>
                  <a:pt x="969459" y="42227"/>
                </a:lnTo>
                <a:lnTo>
                  <a:pt x="968841" y="42649"/>
                </a:lnTo>
                <a:lnTo>
                  <a:pt x="968238" y="43085"/>
                </a:lnTo>
                <a:lnTo>
                  <a:pt x="967647" y="43535"/>
                </a:lnTo>
                <a:lnTo>
                  <a:pt x="967071" y="43999"/>
                </a:lnTo>
                <a:lnTo>
                  <a:pt x="966507" y="44477"/>
                </a:lnTo>
                <a:lnTo>
                  <a:pt x="965957" y="44970"/>
                </a:lnTo>
                <a:lnTo>
                  <a:pt x="965420" y="45476"/>
                </a:lnTo>
                <a:lnTo>
                  <a:pt x="964896" y="45997"/>
                </a:lnTo>
                <a:lnTo>
                  <a:pt x="964386" y="46531"/>
                </a:lnTo>
                <a:lnTo>
                  <a:pt x="963889" y="47080"/>
                </a:lnTo>
                <a:lnTo>
                  <a:pt x="963406" y="47643"/>
                </a:lnTo>
                <a:lnTo>
                  <a:pt x="962936" y="48221"/>
                </a:lnTo>
                <a:lnTo>
                  <a:pt x="962479" y="48812"/>
                </a:lnTo>
                <a:lnTo>
                  <a:pt x="962036" y="49417"/>
                </a:lnTo>
                <a:lnTo>
                  <a:pt x="961606" y="50037"/>
                </a:lnTo>
                <a:lnTo>
                  <a:pt x="961191" y="50671"/>
                </a:lnTo>
                <a:lnTo>
                  <a:pt x="960794" y="51322"/>
                </a:lnTo>
                <a:lnTo>
                  <a:pt x="960415" y="51988"/>
                </a:lnTo>
                <a:lnTo>
                  <a:pt x="960053" y="52672"/>
                </a:lnTo>
                <a:lnTo>
                  <a:pt x="959709" y="53371"/>
                </a:lnTo>
                <a:lnTo>
                  <a:pt x="959383" y="54086"/>
                </a:lnTo>
                <a:lnTo>
                  <a:pt x="959074" y="54818"/>
                </a:lnTo>
                <a:lnTo>
                  <a:pt x="958783" y="55566"/>
                </a:lnTo>
                <a:lnTo>
                  <a:pt x="958510" y="56330"/>
                </a:lnTo>
                <a:lnTo>
                  <a:pt x="958254" y="57111"/>
                </a:lnTo>
                <a:lnTo>
                  <a:pt x="958016" y="57907"/>
                </a:lnTo>
                <a:lnTo>
                  <a:pt x="957796" y="58720"/>
                </a:lnTo>
                <a:lnTo>
                  <a:pt x="957593" y="59549"/>
                </a:lnTo>
                <a:lnTo>
                  <a:pt x="957407" y="60395"/>
                </a:lnTo>
                <a:lnTo>
                  <a:pt x="957240" y="61256"/>
                </a:lnTo>
                <a:lnTo>
                  <a:pt x="957090" y="62134"/>
                </a:lnTo>
                <a:lnTo>
                  <a:pt x="956958" y="63028"/>
                </a:lnTo>
                <a:lnTo>
                  <a:pt x="956843" y="63938"/>
                </a:lnTo>
                <a:lnTo>
                  <a:pt x="956746" y="64865"/>
                </a:lnTo>
                <a:lnTo>
                  <a:pt x="956667" y="65807"/>
                </a:lnTo>
                <a:lnTo>
                  <a:pt x="956605" y="66766"/>
                </a:lnTo>
                <a:lnTo>
                  <a:pt x="956561" y="67742"/>
                </a:lnTo>
                <a:lnTo>
                  <a:pt x="956534" y="68733"/>
                </a:lnTo>
                <a:lnTo>
                  <a:pt x="956526" y="69741"/>
                </a:lnTo>
                <a:lnTo>
                  <a:pt x="972506" y="69741"/>
                </a:lnTo>
                <a:lnTo>
                  <a:pt x="972517" y="68804"/>
                </a:lnTo>
                <a:lnTo>
                  <a:pt x="972553" y="67889"/>
                </a:lnTo>
                <a:lnTo>
                  <a:pt x="972612" y="66995"/>
                </a:lnTo>
                <a:lnTo>
                  <a:pt x="972695" y="66122"/>
                </a:lnTo>
                <a:lnTo>
                  <a:pt x="972801" y="65271"/>
                </a:lnTo>
                <a:lnTo>
                  <a:pt x="972931" y="64440"/>
                </a:lnTo>
                <a:lnTo>
                  <a:pt x="973085" y="63631"/>
                </a:lnTo>
                <a:lnTo>
                  <a:pt x="973262" y="62843"/>
                </a:lnTo>
                <a:lnTo>
                  <a:pt x="973463" y="62076"/>
                </a:lnTo>
                <a:lnTo>
                  <a:pt x="973687" y="61330"/>
                </a:lnTo>
                <a:lnTo>
                  <a:pt x="973935" y="60605"/>
                </a:lnTo>
                <a:lnTo>
                  <a:pt x="974207" y="59902"/>
                </a:lnTo>
                <a:lnTo>
                  <a:pt x="974503" y="59219"/>
                </a:lnTo>
                <a:lnTo>
                  <a:pt x="974822" y="58558"/>
                </a:lnTo>
                <a:lnTo>
                  <a:pt x="975164" y="57918"/>
                </a:lnTo>
                <a:lnTo>
                  <a:pt x="975531" y="57299"/>
                </a:lnTo>
                <a:lnTo>
                  <a:pt x="975921" y="56701"/>
                </a:lnTo>
                <a:lnTo>
                  <a:pt x="976334" y="56125"/>
                </a:lnTo>
                <a:lnTo>
                  <a:pt x="976771" y="55570"/>
                </a:lnTo>
                <a:lnTo>
                  <a:pt x="977232" y="55035"/>
                </a:lnTo>
                <a:lnTo>
                  <a:pt x="977717" y="54522"/>
                </a:lnTo>
                <a:lnTo>
                  <a:pt x="978225" y="54030"/>
                </a:lnTo>
                <a:lnTo>
                  <a:pt x="978757" y="53560"/>
                </a:lnTo>
                <a:lnTo>
                  <a:pt x="979312" y="53110"/>
                </a:lnTo>
                <a:lnTo>
                  <a:pt x="979885" y="52680"/>
                </a:lnTo>
                <a:lnTo>
                  <a:pt x="980468" y="52268"/>
                </a:lnTo>
                <a:lnTo>
                  <a:pt x="981063" y="51875"/>
                </a:lnTo>
                <a:lnTo>
                  <a:pt x="981668" y="51500"/>
                </a:lnTo>
                <a:lnTo>
                  <a:pt x="982285" y="51144"/>
                </a:lnTo>
                <a:lnTo>
                  <a:pt x="982912" y="50805"/>
                </a:lnTo>
                <a:lnTo>
                  <a:pt x="983551" y="50485"/>
                </a:lnTo>
                <a:lnTo>
                  <a:pt x="984200" y="50183"/>
                </a:lnTo>
                <a:lnTo>
                  <a:pt x="984861" y="49900"/>
                </a:lnTo>
                <a:lnTo>
                  <a:pt x="985532" y="49634"/>
                </a:lnTo>
                <a:lnTo>
                  <a:pt x="986214" y="49387"/>
                </a:lnTo>
                <a:lnTo>
                  <a:pt x="986908" y="49159"/>
                </a:lnTo>
                <a:lnTo>
                  <a:pt x="987612" y="48948"/>
                </a:lnTo>
                <a:lnTo>
                  <a:pt x="988327" y="48756"/>
                </a:lnTo>
                <a:lnTo>
                  <a:pt x="989053" y="48583"/>
                </a:lnTo>
                <a:lnTo>
                  <a:pt x="989790" y="48427"/>
                </a:lnTo>
                <a:lnTo>
                  <a:pt x="990538" y="48290"/>
                </a:lnTo>
                <a:lnTo>
                  <a:pt x="991297" y="48171"/>
                </a:lnTo>
                <a:lnTo>
                  <a:pt x="992067" y="48070"/>
                </a:lnTo>
                <a:lnTo>
                  <a:pt x="992848" y="47988"/>
                </a:lnTo>
                <a:lnTo>
                  <a:pt x="993640" y="47924"/>
                </a:lnTo>
                <a:lnTo>
                  <a:pt x="994443" y="47878"/>
                </a:lnTo>
                <a:lnTo>
                  <a:pt x="995257" y="47851"/>
                </a:lnTo>
                <a:lnTo>
                  <a:pt x="996081" y="47842"/>
                </a:lnTo>
                <a:lnTo>
                  <a:pt x="996857" y="47850"/>
                </a:lnTo>
                <a:lnTo>
                  <a:pt x="997621" y="47875"/>
                </a:lnTo>
                <a:lnTo>
                  <a:pt x="998373" y="47917"/>
                </a:lnTo>
                <a:lnTo>
                  <a:pt x="999115" y="47976"/>
                </a:lnTo>
                <a:lnTo>
                  <a:pt x="999845" y="48052"/>
                </a:lnTo>
                <a:lnTo>
                  <a:pt x="1000563" y="48144"/>
                </a:lnTo>
                <a:lnTo>
                  <a:pt x="1001271" y="48253"/>
                </a:lnTo>
                <a:lnTo>
                  <a:pt x="1001967" y="48379"/>
                </a:lnTo>
                <a:lnTo>
                  <a:pt x="1002652" y="48522"/>
                </a:lnTo>
                <a:lnTo>
                  <a:pt x="1003325" y="48681"/>
                </a:lnTo>
                <a:lnTo>
                  <a:pt x="1003988" y="48857"/>
                </a:lnTo>
                <a:lnTo>
                  <a:pt x="1004639" y="49050"/>
                </a:lnTo>
                <a:lnTo>
                  <a:pt x="1005278" y="49260"/>
                </a:lnTo>
                <a:lnTo>
                  <a:pt x="1005907" y="49487"/>
                </a:lnTo>
                <a:lnTo>
                  <a:pt x="1006524" y="49730"/>
                </a:lnTo>
                <a:lnTo>
                  <a:pt x="1007129" y="49990"/>
                </a:lnTo>
                <a:lnTo>
                  <a:pt x="1007724" y="50267"/>
                </a:lnTo>
                <a:lnTo>
                  <a:pt x="1008307" y="50561"/>
                </a:lnTo>
                <a:lnTo>
                  <a:pt x="1008879" y="50871"/>
                </a:lnTo>
                <a:lnTo>
                  <a:pt x="1009439" y="51198"/>
                </a:lnTo>
                <a:lnTo>
                  <a:pt x="1009988" y="51542"/>
                </a:lnTo>
                <a:lnTo>
                  <a:pt x="1010526" y="51903"/>
                </a:lnTo>
                <a:lnTo>
                  <a:pt x="1011053" y="52281"/>
                </a:lnTo>
                <a:lnTo>
                  <a:pt x="1011568" y="52675"/>
                </a:lnTo>
                <a:lnTo>
                  <a:pt x="1012067" y="53092"/>
                </a:lnTo>
                <a:lnTo>
                  <a:pt x="1012545" y="53538"/>
                </a:lnTo>
                <a:lnTo>
                  <a:pt x="1013002" y="54011"/>
                </a:lnTo>
                <a:lnTo>
                  <a:pt x="1013437" y="54513"/>
                </a:lnTo>
                <a:lnTo>
                  <a:pt x="1013851" y="55043"/>
                </a:lnTo>
                <a:lnTo>
                  <a:pt x="1014244" y="55602"/>
                </a:lnTo>
                <a:lnTo>
                  <a:pt x="1014616" y="56189"/>
                </a:lnTo>
                <a:lnTo>
                  <a:pt x="1014966" y="56804"/>
                </a:lnTo>
                <a:lnTo>
                  <a:pt x="1015295" y="57448"/>
                </a:lnTo>
                <a:lnTo>
                  <a:pt x="1015603" y="58120"/>
                </a:lnTo>
                <a:lnTo>
                  <a:pt x="1015890" y="58820"/>
                </a:lnTo>
                <a:lnTo>
                  <a:pt x="1016155" y="59549"/>
                </a:lnTo>
                <a:lnTo>
                  <a:pt x="1016399" y="60306"/>
                </a:lnTo>
                <a:lnTo>
                  <a:pt x="1016622" y="61091"/>
                </a:lnTo>
                <a:lnTo>
                  <a:pt x="1016824" y="61905"/>
                </a:lnTo>
                <a:lnTo>
                  <a:pt x="1017005" y="62746"/>
                </a:lnTo>
                <a:lnTo>
                  <a:pt x="1017164" y="63617"/>
                </a:lnTo>
                <a:lnTo>
                  <a:pt x="1017302" y="64515"/>
                </a:lnTo>
                <a:lnTo>
                  <a:pt x="1017419" y="65442"/>
                </a:lnTo>
                <a:lnTo>
                  <a:pt x="1017514" y="66398"/>
                </a:lnTo>
                <a:lnTo>
                  <a:pt x="1017589" y="67381"/>
                </a:lnTo>
                <a:lnTo>
                  <a:pt x="1017642" y="68393"/>
                </a:lnTo>
                <a:lnTo>
                  <a:pt x="1017673" y="69433"/>
                </a:lnTo>
                <a:lnTo>
                  <a:pt x="1017684" y="70502"/>
                </a:lnTo>
                <a:lnTo>
                  <a:pt x="1017684" y="77570"/>
                </a:lnTo>
                <a:lnTo>
                  <a:pt x="1016041" y="77591"/>
                </a:lnTo>
                <a:lnTo>
                  <a:pt x="1014414" y="77620"/>
                </a:lnTo>
                <a:lnTo>
                  <a:pt x="1012806" y="77657"/>
                </a:lnTo>
                <a:lnTo>
                  <a:pt x="1011215" y="77701"/>
                </a:lnTo>
                <a:lnTo>
                  <a:pt x="1009641" y="77754"/>
                </a:lnTo>
                <a:lnTo>
                  <a:pt x="1008085" y="77814"/>
                </a:lnTo>
                <a:lnTo>
                  <a:pt x="1006546" y="77882"/>
                </a:lnTo>
                <a:lnTo>
                  <a:pt x="1005025" y="77958"/>
                </a:lnTo>
                <a:lnTo>
                  <a:pt x="1003521" y="78042"/>
                </a:lnTo>
                <a:lnTo>
                  <a:pt x="1002035" y="78134"/>
                </a:lnTo>
                <a:lnTo>
                  <a:pt x="1000566" y="78234"/>
                </a:lnTo>
                <a:lnTo>
                  <a:pt x="999115" y="78342"/>
                </a:lnTo>
                <a:lnTo>
                  <a:pt x="997681" y="78457"/>
                </a:lnTo>
                <a:lnTo>
                  <a:pt x="996264" y="78581"/>
                </a:lnTo>
                <a:lnTo>
                  <a:pt x="994865" y="78712"/>
                </a:lnTo>
                <a:lnTo>
                  <a:pt x="993484" y="78851"/>
                </a:lnTo>
                <a:lnTo>
                  <a:pt x="992120" y="78998"/>
                </a:lnTo>
                <a:lnTo>
                  <a:pt x="990773" y="79153"/>
                </a:lnTo>
                <a:lnTo>
                  <a:pt x="989444" y="79316"/>
                </a:lnTo>
                <a:lnTo>
                  <a:pt x="988132" y="79487"/>
                </a:lnTo>
                <a:lnTo>
                  <a:pt x="986838" y="79666"/>
                </a:lnTo>
                <a:lnTo>
                  <a:pt x="985561" y="79852"/>
                </a:lnTo>
                <a:lnTo>
                  <a:pt x="984302" y="80047"/>
                </a:lnTo>
                <a:lnTo>
                  <a:pt x="983060" y="80249"/>
                </a:lnTo>
                <a:lnTo>
                  <a:pt x="981839" y="80463"/>
                </a:lnTo>
                <a:lnTo>
                  <a:pt x="980641" y="80692"/>
                </a:lnTo>
                <a:lnTo>
                  <a:pt x="979466" y="80937"/>
                </a:lnTo>
                <a:lnTo>
                  <a:pt x="978315" y="81196"/>
                </a:lnTo>
                <a:lnTo>
                  <a:pt x="977186" y="81471"/>
                </a:lnTo>
                <a:lnTo>
                  <a:pt x="976081" y="81761"/>
                </a:lnTo>
                <a:lnTo>
                  <a:pt x="975000" y="82067"/>
                </a:lnTo>
                <a:lnTo>
                  <a:pt x="973941" y="82388"/>
                </a:lnTo>
                <a:lnTo>
                  <a:pt x="972906" y="82724"/>
                </a:lnTo>
                <a:lnTo>
                  <a:pt x="971895" y="83075"/>
                </a:lnTo>
                <a:lnTo>
                  <a:pt x="970906" y="83442"/>
                </a:lnTo>
                <a:lnTo>
                  <a:pt x="969941" y="83823"/>
                </a:lnTo>
                <a:lnTo>
                  <a:pt x="968999" y="84220"/>
                </a:lnTo>
                <a:lnTo>
                  <a:pt x="968080" y="84633"/>
                </a:lnTo>
                <a:lnTo>
                  <a:pt x="967185" y="85060"/>
                </a:lnTo>
                <a:lnTo>
                  <a:pt x="966313" y="85503"/>
                </a:lnTo>
                <a:lnTo>
                  <a:pt x="965464" y="85961"/>
                </a:lnTo>
                <a:lnTo>
                  <a:pt x="964639" y="86435"/>
                </a:lnTo>
                <a:lnTo>
                  <a:pt x="963837" y="86923"/>
                </a:lnTo>
                <a:lnTo>
                  <a:pt x="963058" y="87427"/>
                </a:lnTo>
                <a:lnTo>
                  <a:pt x="962302" y="87946"/>
                </a:lnTo>
                <a:lnTo>
                  <a:pt x="961570" y="88481"/>
                </a:lnTo>
                <a:lnTo>
                  <a:pt x="960861" y="89031"/>
                </a:lnTo>
                <a:lnTo>
                  <a:pt x="960175" y="89595"/>
                </a:lnTo>
                <a:lnTo>
                  <a:pt x="959515" y="90179"/>
                </a:lnTo>
                <a:lnTo>
                  <a:pt x="958883" y="90785"/>
                </a:lnTo>
                <a:lnTo>
                  <a:pt x="958279" y="91413"/>
                </a:lnTo>
                <a:lnTo>
                  <a:pt x="957704" y="92063"/>
                </a:lnTo>
                <a:lnTo>
                  <a:pt x="957156" y="92735"/>
                </a:lnTo>
                <a:lnTo>
                  <a:pt x="956636" y="93429"/>
                </a:lnTo>
                <a:lnTo>
                  <a:pt x="956145" y="94145"/>
                </a:lnTo>
                <a:lnTo>
                  <a:pt x="955682" y="94883"/>
                </a:lnTo>
                <a:lnTo>
                  <a:pt x="955246" y="95644"/>
                </a:lnTo>
                <a:lnTo>
                  <a:pt x="954839" y="96427"/>
                </a:lnTo>
                <a:lnTo>
                  <a:pt x="954460" y="97231"/>
                </a:lnTo>
                <a:lnTo>
                  <a:pt x="954109" y="98058"/>
                </a:lnTo>
                <a:lnTo>
                  <a:pt x="953786" y="98907"/>
                </a:lnTo>
                <a:lnTo>
                  <a:pt x="953491" y="99778"/>
                </a:lnTo>
                <a:lnTo>
                  <a:pt x="953224" y="100671"/>
                </a:lnTo>
                <a:lnTo>
                  <a:pt x="952985" y="101586"/>
                </a:lnTo>
                <a:lnTo>
                  <a:pt x="952775" y="102523"/>
                </a:lnTo>
                <a:lnTo>
                  <a:pt x="952592" y="103483"/>
                </a:lnTo>
                <a:lnTo>
                  <a:pt x="952438" y="104464"/>
                </a:lnTo>
                <a:lnTo>
                  <a:pt x="952311" y="105468"/>
                </a:lnTo>
                <a:lnTo>
                  <a:pt x="952213" y="106493"/>
                </a:lnTo>
                <a:lnTo>
                  <a:pt x="952143" y="107541"/>
                </a:lnTo>
                <a:lnTo>
                  <a:pt x="952101" y="108611"/>
                </a:lnTo>
                <a:lnTo>
                  <a:pt x="952087" y="109703"/>
                </a:lnTo>
                <a:lnTo>
                  <a:pt x="952094" y="110473"/>
                </a:lnTo>
                <a:lnTo>
                  <a:pt x="952115" y="111232"/>
                </a:lnTo>
                <a:lnTo>
                  <a:pt x="952151" y="111981"/>
                </a:lnTo>
                <a:lnTo>
                  <a:pt x="952200" y="112719"/>
                </a:lnTo>
                <a:lnTo>
                  <a:pt x="952264" y="113448"/>
                </a:lnTo>
                <a:lnTo>
                  <a:pt x="952342" y="114165"/>
                </a:lnTo>
                <a:lnTo>
                  <a:pt x="952435" y="114873"/>
                </a:lnTo>
                <a:lnTo>
                  <a:pt x="952541" y="115570"/>
                </a:lnTo>
                <a:lnTo>
                  <a:pt x="952662" y="116257"/>
                </a:lnTo>
                <a:lnTo>
                  <a:pt x="952797" y="116933"/>
                </a:lnTo>
                <a:lnTo>
                  <a:pt x="952947" y="117599"/>
                </a:lnTo>
                <a:lnTo>
                  <a:pt x="953110" y="118255"/>
                </a:lnTo>
                <a:lnTo>
                  <a:pt x="953288" y="118900"/>
                </a:lnTo>
                <a:lnTo>
                  <a:pt x="953480" y="119535"/>
                </a:lnTo>
                <a:lnTo>
                  <a:pt x="953686" y="120160"/>
                </a:lnTo>
                <a:lnTo>
                  <a:pt x="953906" y="120774"/>
                </a:lnTo>
                <a:lnTo>
                  <a:pt x="954141" y="121378"/>
                </a:lnTo>
                <a:lnTo>
                  <a:pt x="954389" y="121972"/>
                </a:lnTo>
                <a:lnTo>
                  <a:pt x="954652" y="122555"/>
                </a:lnTo>
                <a:lnTo>
                  <a:pt x="954929" y="123128"/>
                </a:lnTo>
                <a:lnTo>
                  <a:pt x="955221" y="123691"/>
                </a:lnTo>
                <a:lnTo>
                  <a:pt x="955526" y="124243"/>
                </a:lnTo>
                <a:lnTo>
                  <a:pt x="955846" y="124785"/>
                </a:lnTo>
                <a:lnTo>
                  <a:pt x="956180" y="125317"/>
                </a:lnTo>
                <a:lnTo>
                  <a:pt x="956526" y="125838"/>
                </a:lnTo>
                <a:lnTo>
                  <a:pt x="956882" y="126348"/>
                </a:lnTo>
                <a:lnTo>
                  <a:pt x="957247" y="126847"/>
                </a:lnTo>
                <a:lnTo>
                  <a:pt x="957622" y="127336"/>
                </a:lnTo>
                <a:lnTo>
                  <a:pt x="958006" y="127814"/>
                </a:lnTo>
                <a:lnTo>
                  <a:pt x="958400" y="128282"/>
                </a:lnTo>
                <a:lnTo>
                  <a:pt x="958803" y="128739"/>
                </a:lnTo>
                <a:lnTo>
                  <a:pt x="959216" y="129185"/>
                </a:lnTo>
                <a:lnTo>
                  <a:pt x="959639" y="129620"/>
                </a:lnTo>
                <a:lnTo>
                  <a:pt x="960071" y="130045"/>
                </a:lnTo>
                <a:lnTo>
                  <a:pt x="960513" y="130459"/>
                </a:lnTo>
                <a:lnTo>
                  <a:pt x="960964" y="130862"/>
                </a:lnTo>
                <a:lnTo>
                  <a:pt x="961425" y="131255"/>
                </a:lnTo>
                <a:lnTo>
                  <a:pt x="961896" y="131637"/>
                </a:lnTo>
                <a:lnTo>
                  <a:pt x="962376" y="132008"/>
                </a:lnTo>
                <a:lnTo>
                  <a:pt x="962866" y="132368"/>
                </a:lnTo>
                <a:lnTo>
                  <a:pt x="963365" y="132718"/>
                </a:lnTo>
                <a:lnTo>
                  <a:pt x="963874" y="133057"/>
                </a:lnTo>
                <a:lnTo>
                  <a:pt x="964393" y="133385"/>
                </a:lnTo>
                <a:lnTo>
                  <a:pt x="964921" y="133703"/>
                </a:lnTo>
                <a:lnTo>
                  <a:pt x="965459" y="134010"/>
                </a:lnTo>
                <a:lnTo>
                  <a:pt x="966006" y="134306"/>
                </a:lnTo>
                <a:lnTo>
                  <a:pt x="966563" y="134592"/>
                </a:lnTo>
                <a:lnTo>
                  <a:pt x="967130" y="134866"/>
                </a:lnTo>
                <a:lnTo>
                  <a:pt x="967703" y="135130"/>
                </a:lnTo>
                <a:lnTo>
                  <a:pt x="968282" y="135383"/>
                </a:lnTo>
                <a:lnTo>
                  <a:pt x="968866" y="135624"/>
                </a:lnTo>
                <a:lnTo>
                  <a:pt x="969455" y="135854"/>
                </a:lnTo>
                <a:lnTo>
                  <a:pt x="970048" y="136073"/>
                </a:lnTo>
                <a:lnTo>
                  <a:pt x="970647" y="136281"/>
                </a:lnTo>
                <a:lnTo>
                  <a:pt x="971250" y="136478"/>
                </a:lnTo>
                <a:lnTo>
                  <a:pt x="971859" y="136663"/>
                </a:lnTo>
                <a:lnTo>
                  <a:pt x="972473" y="136837"/>
                </a:lnTo>
                <a:lnTo>
                  <a:pt x="973091" y="137000"/>
                </a:lnTo>
                <a:lnTo>
                  <a:pt x="973714" y="137151"/>
                </a:lnTo>
                <a:lnTo>
                  <a:pt x="974343" y="137292"/>
                </a:lnTo>
                <a:lnTo>
                  <a:pt x="974976" y="137421"/>
                </a:lnTo>
                <a:lnTo>
                  <a:pt x="975615" y="137539"/>
                </a:lnTo>
                <a:lnTo>
                  <a:pt x="976258" y="137645"/>
                </a:lnTo>
                <a:lnTo>
                  <a:pt x="976906" y="137741"/>
                </a:lnTo>
                <a:lnTo>
                  <a:pt x="977559" y="137825"/>
                </a:lnTo>
                <a:lnTo>
                  <a:pt x="978218" y="137898"/>
                </a:lnTo>
                <a:lnTo>
                  <a:pt x="978881" y="137960"/>
                </a:lnTo>
                <a:lnTo>
                  <a:pt x="979549" y="138010"/>
                </a:lnTo>
                <a:lnTo>
                  <a:pt x="980222" y="138049"/>
                </a:lnTo>
                <a:lnTo>
                  <a:pt x="980900" y="138078"/>
                </a:lnTo>
                <a:lnTo>
                  <a:pt x="981583" y="138094"/>
                </a:lnTo>
                <a:lnTo>
                  <a:pt x="982271" y="138100"/>
                </a:lnTo>
                <a:lnTo>
                  <a:pt x="983236" y="138092"/>
                </a:lnTo>
                <a:lnTo>
                  <a:pt x="984191" y="138069"/>
                </a:lnTo>
                <a:lnTo>
                  <a:pt x="985136" y="138030"/>
                </a:lnTo>
                <a:lnTo>
                  <a:pt x="986070" y="137975"/>
                </a:lnTo>
                <a:lnTo>
                  <a:pt x="986995" y="137905"/>
                </a:lnTo>
                <a:close/>
                <a:moveTo>
                  <a:pt x="983099" y="125280"/>
                </a:moveTo>
                <a:lnTo>
                  <a:pt x="982441" y="125195"/>
                </a:lnTo>
                <a:lnTo>
                  <a:pt x="981798" y="125094"/>
                </a:lnTo>
                <a:lnTo>
                  <a:pt x="981170" y="124978"/>
                </a:lnTo>
                <a:lnTo>
                  <a:pt x="980557" y="124846"/>
                </a:lnTo>
                <a:lnTo>
                  <a:pt x="979958" y="124699"/>
                </a:lnTo>
                <a:lnTo>
                  <a:pt x="979375" y="124536"/>
                </a:lnTo>
                <a:lnTo>
                  <a:pt x="978806" y="124358"/>
                </a:lnTo>
                <a:lnTo>
                  <a:pt x="978253" y="124164"/>
                </a:lnTo>
                <a:lnTo>
                  <a:pt x="977714" y="123955"/>
                </a:lnTo>
                <a:lnTo>
                  <a:pt x="977190" y="123730"/>
                </a:lnTo>
                <a:lnTo>
                  <a:pt x="976682" y="123490"/>
                </a:lnTo>
                <a:lnTo>
                  <a:pt x="976188" y="123234"/>
                </a:lnTo>
                <a:lnTo>
                  <a:pt x="975708" y="122963"/>
                </a:lnTo>
                <a:lnTo>
                  <a:pt x="975244" y="122676"/>
                </a:lnTo>
                <a:lnTo>
                  <a:pt x="974795" y="122374"/>
                </a:lnTo>
                <a:lnTo>
                  <a:pt x="974361" y="122056"/>
                </a:lnTo>
                <a:lnTo>
                  <a:pt x="973941" y="121723"/>
                </a:lnTo>
                <a:lnTo>
                  <a:pt x="973537" y="121374"/>
                </a:lnTo>
                <a:lnTo>
                  <a:pt x="973147" y="121010"/>
                </a:lnTo>
                <a:lnTo>
                  <a:pt x="972773" y="120633"/>
                </a:lnTo>
                <a:lnTo>
                  <a:pt x="972414" y="120245"/>
                </a:lnTo>
                <a:lnTo>
                  <a:pt x="972072" y="119847"/>
                </a:lnTo>
                <a:lnTo>
                  <a:pt x="971745" y="119438"/>
                </a:lnTo>
                <a:lnTo>
                  <a:pt x="971435" y="119019"/>
                </a:lnTo>
                <a:lnTo>
                  <a:pt x="971140" y="118589"/>
                </a:lnTo>
                <a:lnTo>
                  <a:pt x="970861" y="118149"/>
                </a:lnTo>
                <a:lnTo>
                  <a:pt x="970599" y="117698"/>
                </a:lnTo>
                <a:lnTo>
                  <a:pt x="970352" y="117237"/>
                </a:lnTo>
                <a:lnTo>
                  <a:pt x="970121" y="116765"/>
                </a:lnTo>
                <a:lnTo>
                  <a:pt x="969906" y="116283"/>
                </a:lnTo>
                <a:lnTo>
                  <a:pt x="969707" y="115790"/>
                </a:lnTo>
                <a:lnTo>
                  <a:pt x="969523" y="115286"/>
                </a:lnTo>
                <a:lnTo>
                  <a:pt x="969356" y="114773"/>
                </a:lnTo>
                <a:lnTo>
                  <a:pt x="969205" y="114248"/>
                </a:lnTo>
                <a:lnTo>
                  <a:pt x="969070" y="113713"/>
                </a:lnTo>
                <a:lnTo>
                  <a:pt x="968950" y="113168"/>
                </a:lnTo>
                <a:lnTo>
                  <a:pt x="968847" y="112612"/>
                </a:lnTo>
                <a:lnTo>
                  <a:pt x="968759" y="112046"/>
                </a:lnTo>
                <a:lnTo>
                  <a:pt x="968687" y="111469"/>
                </a:lnTo>
                <a:lnTo>
                  <a:pt x="968632" y="110881"/>
                </a:lnTo>
                <a:lnTo>
                  <a:pt x="968592" y="110283"/>
                </a:lnTo>
                <a:lnTo>
                  <a:pt x="968568" y="109675"/>
                </a:lnTo>
                <a:lnTo>
                  <a:pt x="968560" y="109056"/>
                </a:lnTo>
                <a:lnTo>
                  <a:pt x="968580" y="108152"/>
                </a:lnTo>
                <a:lnTo>
                  <a:pt x="968639" y="107269"/>
                </a:lnTo>
                <a:lnTo>
                  <a:pt x="968738" y="106408"/>
                </a:lnTo>
                <a:lnTo>
                  <a:pt x="968876" y="105568"/>
                </a:lnTo>
                <a:lnTo>
                  <a:pt x="969054" y="104749"/>
                </a:lnTo>
                <a:lnTo>
                  <a:pt x="969272" y="103952"/>
                </a:lnTo>
                <a:lnTo>
                  <a:pt x="969529" y="103176"/>
                </a:lnTo>
                <a:lnTo>
                  <a:pt x="969826" y="102422"/>
                </a:lnTo>
                <a:lnTo>
                  <a:pt x="970162" y="101689"/>
                </a:lnTo>
                <a:lnTo>
                  <a:pt x="970538" y="100977"/>
                </a:lnTo>
                <a:lnTo>
                  <a:pt x="970953" y="100287"/>
                </a:lnTo>
                <a:lnTo>
                  <a:pt x="971408" y="99618"/>
                </a:lnTo>
                <a:lnTo>
                  <a:pt x="971903" y="98970"/>
                </a:lnTo>
                <a:lnTo>
                  <a:pt x="972437" y="98344"/>
                </a:lnTo>
                <a:lnTo>
                  <a:pt x="973010" y="97739"/>
                </a:lnTo>
                <a:lnTo>
                  <a:pt x="973624" y="97156"/>
                </a:lnTo>
                <a:lnTo>
                  <a:pt x="974276" y="96594"/>
                </a:lnTo>
                <a:lnTo>
                  <a:pt x="974969" y="96053"/>
                </a:lnTo>
                <a:lnTo>
                  <a:pt x="975700" y="95534"/>
                </a:lnTo>
                <a:lnTo>
                  <a:pt x="976472" y="95036"/>
                </a:lnTo>
                <a:lnTo>
                  <a:pt x="977283" y="94559"/>
                </a:lnTo>
                <a:lnTo>
                  <a:pt x="978133" y="94104"/>
                </a:lnTo>
                <a:lnTo>
                  <a:pt x="979024" y="93670"/>
                </a:lnTo>
                <a:lnTo>
                  <a:pt x="979953" y="93258"/>
                </a:lnTo>
                <a:lnTo>
                  <a:pt x="980928" y="92863"/>
                </a:lnTo>
                <a:lnTo>
                  <a:pt x="981955" y="92485"/>
                </a:lnTo>
                <a:lnTo>
                  <a:pt x="983033" y="92122"/>
                </a:lnTo>
                <a:lnTo>
                  <a:pt x="984163" y="91775"/>
                </a:lnTo>
                <a:lnTo>
                  <a:pt x="985345" y="91443"/>
                </a:lnTo>
                <a:lnTo>
                  <a:pt x="986578" y="91128"/>
                </a:lnTo>
                <a:lnTo>
                  <a:pt x="987862" y="90828"/>
                </a:lnTo>
                <a:lnTo>
                  <a:pt x="989198" y="90543"/>
                </a:lnTo>
                <a:lnTo>
                  <a:pt x="990586" y="90274"/>
                </a:lnTo>
                <a:lnTo>
                  <a:pt x="992025" y="90021"/>
                </a:lnTo>
                <a:lnTo>
                  <a:pt x="993516" y="89784"/>
                </a:lnTo>
                <a:lnTo>
                  <a:pt x="995058" y="89562"/>
                </a:lnTo>
                <a:lnTo>
                  <a:pt x="996652" y="89356"/>
                </a:lnTo>
                <a:lnTo>
                  <a:pt x="998297" y="89166"/>
                </a:lnTo>
                <a:lnTo>
                  <a:pt x="999994" y="88991"/>
                </a:lnTo>
                <a:lnTo>
                  <a:pt x="1001742" y="88832"/>
                </a:lnTo>
                <a:lnTo>
                  <a:pt x="1003542" y="88689"/>
                </a:lnTo>
                <a:lnTo>
                  <a:pt x="1005394" y="88561"/>
                </a:lnTo>
                <a:lnTo>
                  <a:pt x="1007297" y="88450"/>
                </a:lnTo>
                <a:lnTo>
                  <a:pt x="1009251" y="88353"/>
                </a:lnTo>
                <a:lnTo>
                  <a:pt x="1011258" y="88273"/>
                </a:lnTo>
                <a:lnTo>
                  <a:pt x="1013315" y="88208"/>
                </a:lnTo>
                <a:lnTo>
                  <a:pt x="1015425" y="88159"/>
                </a:lnTo>
                <a:lnTo>
                  <a:pt x="1017585" y="88125"/>
                </a:lnTo>
                <a:lnTo>
                  <a:pt x="1017585" y="108442"/>
                </a:lnTo>
                <a:lnTo>
                  <a:pt x="1017137" y="109053"/>
                </a:lnTo>
                <a:lnTo>
                  <a:pt x="1016680" y="109656"/>
                </a:lnTo>
                <a:lnTo>
                  <a:pt x="1016214" y="110249"/>
                </a:lnTo>
                <a:lnTo>
                  <a:pt x="1015739" y="110833"/>
                </a:lnTo>
                <a:lnTo>
                  <a:pt x="1015255" y="111409"/>
                </a:lnTo>
                <a:lnTo>
                  <a:pt x="1014762" y="111975"/>
                </a:lnTo>
                <a:lnTo>
                  <a:pt x="1014260" y="112533"/>
                </a:lnTo>
                <a:lnTo>
                  <a:pt x="1013749" y="113082"/>
                </a:lnTo>
                <a:lnTo>
                  <a:pt x="1013230" y="113622"/>
                </a:lnTo>
                <a:lnTo>
                  <a:pt x="1012701" y="114153"/>
                </a:lnTo>
                <a:lnTo>
                  <a:pt x="1012164" y="114675"/>
                </a:lnTo>
                <a:lnTo>
                  <a:pt x="1011618" y="115188"/>
                </a:lnTo>
                <a:lnTo>
                  <a:pt x="1011062" y="115692"/>
                </a:lnTo>
                <a:lnTo>
                  <a:pt x="1010498" y="116188"/>
                </a:lnTo>
                <a:lnTo>
                  <a:pt x="1009925" y="116674"/>
                </a:lnTo>
                <a:lnTo>
                  <a:pt x="1009343" y="117152"/>
                </a:lnTo>
                <a:lnTo>
                  <a:pt x="1008752" y="117620"/>
                </a:lnTo>
                <a:lnTo>
                  <a:pt x="1008153" y="118080"/>
                </a:lnTo>
                <a:lnTo>
                  <a:pt x="1007544" y="118531"/>
                </a:lnTo>
                <a:lnTo>
                  <a:pt x="1006927" y="118973"/>
                </a:lnTo>
                <a:lnTo>
                  <a:pt x="1006300" y="119406"/>
                </a:lnTo>
                <a:lnTo>
                  <a:pt x="1005665" y="119831"/>
                </a:lnTo>
                <a:lnTo>
                  <a:pt x="1005020" y="120246"/>
                </a:lnTo>
                <a:lnTo>
                  <a:pt x="1004367" y="120653"/>
                </a:lnTo>
                <a:lnTo>
                  <a:pt x="1003706" y="121046"/>
                </a:lnTo>
                <a:lnTo>
                  <a:pt x="1003038" y="121423"/>
                </a:lnTo>
                <a:lnTo>
                  <a:pt x="1002364" y="121783"/>
                </a:lnTo>
                <a:lnTo>
                  <a:pt x="1001682" y="122126"/>
                </a:lnTo>
                <a:lnTo>
                  <a:pt x="1000994" y="122452"/>
                </a:lnTo>
                <a:lnTo>
                  <a:pt x="1000298" y="122762"/>
                </a:lnTo>
                <a:lnTo>
                  <a:pt x="999596" y="123055"/>
                </a:lnTo>
                <a:lnTo>
                  <a:pt x="998887" y="123331"/>
                </a:lnTo>
                <a:lnTo>
                  <a:pt x="998171" y="123590"/>
                </a:lnTo>
                <a:lnTo>
                  <a:pt x="997449" y="123833"/>
                </a:lnTo>
                <a:lnTo>
                  <a:pt x="996719" y="124059"/>
                </a:lnTo>
                <a:lnTo>
                  <a:pt x="995983" y="124268"/>
                </a:lnTo>
                <a:lnTo>
                  <a:pt x="995239" y="124461"/>
                </a:lnTo>
                <a:lnTo>
                  <a:pt x="994489" y="124637"/>
                </a:lnTo>
                <a:lnTo>
                  <a:pt x="993732" y="124796"/>
                </a:lnTo>
                <a:lnTo>
                  <a:pt x="992969" y="124938"/>
                </a:lnTo>
                <a:lnTo>
                  <a:pt x="992198" y="125064"/>
                </a:lnTo>
                <a:lnTo>
                  <a:pt x="991420" y="125172"/>
                </a:lnTo>
                <a:lnTo>
                  <a:pt x="990636" y="125264"/>
                </a:lnTo>
                <a:lnTo>
                  <a:pt x="989845" y="125340"/>
                </a:lnTo>
                <a:lnTo>
                  <a:pt x="989047" y="125398"/>
                </a:lnTo>
                <a:lnTo>
                  <a:pt x="988242" y="125440"/>
                </a:lnTo>
                <a:lnTo>
                  <a:pt x="987430" y="125465"/>
                </a:lnTo>
                <a:lnTo>
                  <a:pt x="986612" y="125474"/>
                </a:lnTo>
                <a:lnTo>
                  <a:pt x="985879" y="125466"/>
                </a:lnTo>
                <a:lnTo>
                  <a:pt x="985162" y="125443"/>
                </a:lnTo>
                <a:lnTo>
                  <a:pt x="984459" y="125404"/>
                </a:lnTo>
                <a:lnTo>
                  <a:pt x="983771" y="125350"/>
                </a:lnTo>
                <a:lnTo>
                  <a:pt x="983099" y="125280"/>
                </a:lnTo>
                <a:close/>
                <a:moveTo>
                  <a:pt x="1204599" y="137921"/>
                </a:moveTo>
                <a:lnTo>
                  <a:pt x="1205548" y="137843"/>
                </a:lnTo>
                <a:lnTo>
                  <a:pt x="1206486" y="137750"/>
                </a:lnTo>
                <a:lnTo>
                  <a:pt x="1207412" y="137642"/>
                </a:lnTo>
                <a:lnTo>
                  <a:pt x="1208327" y="137521"/>
                </a:lnTo>
                <a:lnTo>
                  <a:pt x="1209231" y="137385"/>
                </a:lnTo>
                <a:lnTo>
                  <a:pt x="1210123" y="137235"/>
                </a:lnTo>
                <a:lnTo>
                  <a:pt x="1211004" y="137070"/>
                </a:lnTo>
                <a:lnTo>
                  <a:pt x="1211874" y="136892"/>
                </a:lnTo>
                <a:lnTo>
                  <a:pt x="1212733" y="136699"/>
                </a:lnTo>
                <a:lnTo>
                  <a:pt x="1213580" y="136491"/>
                </a:lnTo>
                <a:lnTo>
                  <a:pt x="1214416" y="136270"/>
                </a:lnTo>
                <a:lnTo>
                  <a:pt x="1215240" y="136034"/>
                </a:lnTo>
                <a:lnTo>
                  <a:pt x="1216054" y="135783"/>
                </a:lnTo>
                <a:lnTo>
                  <a:pt x="1216856" y="135519"/>
                </a:lnTo>
                <a:lnTo>
                  <a:pt x="1217646" y="135240"/>
                </a:lnTo>
                <a:lnTo>
                  <a:pt x="1218426" y="134947"/>
                </a:lnTo>
                <a:lnTo>
                  <a:pt x="1219194" y="134639"/>
                </a:lnTo>
                <a:lnTo>
                  <a:pt x="1219950" y="134318"/>
                </a:lnTo>
                <a:lnTo>
                  <a:pt x="1220696" y="133982"/>
                </a:lnTo>
                <a:lnTo>
                  <a:pt x="1221429" y="133632"/>
                </a:lnTo>
                <a:lnTo>
                  <a:pt x="1222148" y="133271"/>
                </a:lnTo>
                <a:lnTo>
                  <a:pt x="1222854" y="132897"/>
                </a:lnTo>
                <a:lnTo>
                  <a:pt x="1223546" y="132512"/>
                </a:lnTo>
                <a:lnTo>
                  <a:pt x="1224224" y="132114"/>
                </a:lnTo>
                <a:lnTo>
                  <a:pt x="1224888" y="131705"/>
                </a:lnTo>
                <a:lnTo>
                  <a:pt x="1225539" y="131283"/>
                </a:lnTo>
                <a:lnTo>
                  <a:pt x="1226176" y="130850"/>
                </a:lnTo>
                <a:lnTo>
                  <a:pt x="1226799" y="130404"/>
                </a:lnTo>
                <a:lnTo>
                  <a:pt x="1227409" y="129947"/>
                </a:lnTo>
                <a:lnTo>
                  <a:pt x="1228005" y="129477"/>
                </a:lnTo>
                <a:lnTo>
                  <a:pt x="1228587" y="128996"/>
                </a:lnTo>
                <a:lnTo>
                  <a:pt x="1229156" y="128502"/>
                </a:lnTo>
                <a:lnTo>
                  <a:pt x="1229711" y="127996"/>
                </a:lnTo>
                <a:lnTo>
                  <a:pt x="1230252" y="127479"/>
                </a:lnTo>
                <a:lnTo>
                  <a:pt x="1230779" y="126949"/>
                </a:lnTo>
                <a:lnTo>
                  <a:pt x="1231293" y="126408"/>
                </a:lnTo>
                <a:lnTo>
                  <a:pt x="1231793" y="125854"/>
                </a:lnTo>
                <a:lnTo>
                  <a:pt x="1232280" y="125288"/>
                </a:lnTo>
                <a:lnTo>
                  <a:pt x="1232752" y="124711"/>
                </a:lnTo>
                <a:lnTo>
                  <a:pt x="1233211" y="124121"/>
                </a:lnTo>
                <a:lnTo>
                  <a:pt x="1233657" y="123519"/>
                </a:lnTo>
                <a:lnTo>
                  <a:pt x="1234088" y="122906"/>
                </a:lnTo>
                <a:lnTo>
                  <a:pt x="1234506" y="122280"/>
                </a:lnTo>
                <a:lnTo>
                  <a:pt x="1234909" y="121643"/>
                </a:lnTo>
                <a:lnTo>
                  <a:pt x="1235296" y="120997"/>
                </a:lnTo>
                <a:lnTo>
                  <a:pt x="1235667" y="120340"/>
                </a:lnTo>
                <a:lnTo>
                  <a:pt x="1236021" y="119673"/>
                </a:lnTo>
                <a:lnTo>
                  <a:pt x="1236360" y="118996"/>
                </a:lnTo>
                <a:lnTo>
                  <a:pt x="1236682" y="118309"/>
                </a:lnTo>
                <a:lnTo>
                  <a:pt x="1236989" y="117612"/>
                </a:lnTo>
                <a:lnTo>
                  <a:pt x="1237279" y="116905"/>
                </a:lnTo>
                <a:lnTo>
                  <a:pt x="1237553" y="116188"/>
                </a:lnTo>
                <a:lnTo>
                  <a:pt x="1237811" y="115460"/>
                </a:lnTo>
                <a:lnTo>
                  <a:pt x="1238053" y="114723"/>
                </a:lnTo>
                <a:lnTo>
                  <a:pt x="1238279" y="113976"/>
                </a:lnTo>
                <a:lnTo>
                  <a:pt x="1238489" y="113218"/>
                </a:lnTo>
                <a:lnTo>
                  <a:pt x="1238682" y="112451"/>
                </a:lnTo>
                <a:lnTo>
                  <a:pt x="1238860" y="111673"/>
                </a:lnTo>
                <a:lnTo>
                  <a:pt x="1239022" y="110886"/>
                </a:lnTo>
                <a:lnTo>
                  <a:pt x="1239167" y="110088"/>
                </a:lnTo>
                <a:lnTo>
                  <a:pt x="1239296" y="109280"/>
                </a:lnTo>
                <a:lnTo>
                  <a:pt x="1239409" y="108462"/>
                </a:lnTo>
                <a:lnTo>
                  <a:pt x="1239507" y="107634"/>
                </a:lnTo>
                <a:lnTo>
                  <a:pt x="1239588" y="106797"/>
                </a:lnTo>
                <a:lnTo>
                  <a:pt x="1239652" y="105949"/>
                </a:lnTo>
                <a:lnTo>
                  <a:pt x="1239701" y="105090"/>
                </a:lnTo>
                <a:lnTo>
                  <a:pt x="1239734" y="104222"/>
                </a:lnTo>
                <a:lnTo>
                  <a:pt x="1223458" y="104222"/>
                </a:lnTo>
                <a:lnTo>
                  <a:pt x="1223423" y="105069"/>
                </a:lnTo>
                <a:lnTo>
                  <a:pt x="1223368" y="105900"/>
                </a:lnTo>
                <a:lnTo>
                  <a:pt x="1223291" y="106713"/>
                </a:lnTo>
                <a:lnTo>
                  <a:pt x="1223195" y="107510"/>
                </a:lnTo>
                <a:lnTo>
                  <a:pt x="1223078" y="108290"/>
                </a:lnTo>
                <a:lnTo>
                  <a:pt x="1222940" y="109054"/>
                </a:lnTo>
                <a:lnTo>
                  <a:pt x="1222782" y="109800"/>
                </a:lnTo>
                <a:lnTo>
                  <a:pt x="1222603" y="110530"/>
                </a:lnTo>
                <a:lnTo>
                  <a:pt x="1222404" y="111243"/>
                </a:lnTo>
                <a:lnTo>
                  <a:pt x="1222184" y="111940"/>
                </a:lnTo>
                <a:lnTo>
                  <a:pt x="1221943" y="112619"/>
                </a:lnTo>
                <a:lnTo>
                  <a:pt x="1221682" y="113282"/>
                </a:lnTo>
                <a:lnTo>
                  <a:pt x="1221401" y="113928"/>
                </a:lnTo>
                <a:lnTo>
                  <a:pt x="1221099" y="114558"/>
                </a:lnTo>
                <a:lnTo>
                  <a:pt x="1220776" y="115170"/>
                </a:lnTo>
                <a:lnTo>
                  <a:pt x="1220433" y="115766"/>
                </a:lnTo>
                <a:lnTo>
                  <a:pt x="1220069" y="116346"/>
                </a:lnTo>
                <a:lnTo>
                  <a:pt x="1219685" y="116908"/>
                </a:lnTo>
                <a:lnTo>
                  <a:pt x="1219280" y="117454"/>
                </a:lnTo>
                <a:lnTo>
                  <a:pt x="1218855" y="117983"/>
                </a:lnTo>
                <a:lnTo>
                  <a:pt x="1218409" y="118495"/>
                </a:lnTo>
                <a:lnTo>
                  <a:pt x="1217942" y="118990"/>
                </a:lnTo>
                <a:lnTo>
                  <a:pt x="1217455" y="119469"/>
                </a:lnTo>
                <a:lnTo>
                  <a:pt x="1216947" y="119931"/>
                </a:lnTo>
                <a:lnTo>
                  <a:pt x="1216421" y="120375"/>
                </a:lnTo>
                <a:lnTo>
                  <a:pt x="1215878" y="120801"/>
                </a:lnTo>
                <a:lnTo>
                  <a:pt x="1215318" y="121207"/>
                </a:lnTo>
                <a:lnTo>
                  <a:pt x="1214742" y="121595"/>
                </a:lnTo>
                <a:lnTo>
                  <a:pt x="1214148" y="121963"/>
                </a:lnTo>
                <a:lnTo>
                  <a:pt x="1213538" y="122313"/>
                </a:lnTo>
                <a:lnTo>
                  <a:pt x="1212911" y="122644"/>
                </a:lnTo>
                <a:lnTo>
                  <a:pt x="1212267" y="122956"/>
                </a:lnTo>
                <a:lnTo>
                  <a:pt x="1211607" y="123249"/>
                </a:lnTo>
                <a:lnTo>
                  <a:pt x="1210930" y="123523"/>
                </a:lnTo>
                <a:lnTo>
                  <a:pt x="1210236" y="123778"/>
                </a:lnTo>
                <a:lnTo>
                  <a:pt x="1209525" y="124014"/>
                </a:lnTo>
                <a:lnTo>
                  <a:pt x="1208797" y="124231"/>
                </a:lnTo>
                <a:lnTo>
                  <a:pt x="1208053" y="124430"/>
                </a:lnTo>
                <a:lnTo>
                  <a:pt x="1207291" y="124610"/>
                </a:lnTo>
                <a:lnTo>
                  <a:pt x="1206513" y="124770"/>
                </a:lnTo>
                <a:lnTo>
                  <a:pt x="1205718" y="124912"/>
                </a:lnTo>
                <a:lnTo>
                  <a:pt x="1204907" y="125035"/>
                </a:lnTo>
                <a:lnTo>
                  <a:pt x="1204079" y="125139"/>
                </a:lnTo>
                <a:lnTo>
                  <a:pt x="1203233" y="125224"/>
                </a:lnTo>
                <a:lnTo>
                  <a:pt x="1202371" y="125290"/>
                </a:lnTo>
                <a:lnTo>
                  <a:pt x="1201493" y="125337"/>
                </a:lnTo>
                <a:lnTo>
                  <a:pt x="1200597" y="125366"/>
                </a:lnTo>
                <a:lnTo>
                  <a:pt x="1199685" y="125375"/>
                </a:lnTo>
                <a:lnTo>
                  <a:pt x="1198829" y="125367"/>
                </a:lnTo>
                <a:lnTo>
                  <a:pt x="1197987" y="125341"/>
                </a:lnTo>
                <a:lnTo>
                  <a:pt x="1197159" y="125298"/>
                </a:lnTo>
                <a:lnTo>
                  <a:pt x="1196345" y="125238"/>
                </a:lnTo>
                <a:lnTo>
                  <a:pt x="1195545" y="125161"/>
                </a:lnTo>
                <a:lnTo>
                  <a:pt x="1194759" y="125066"/>
                </a:lnTo>
                <a:lnTo>
                  <a:pt x="1193987" y="124955"/>
                </a:lnTo>
                <a:lnTo>
                  <a:pt x="1193229" y="124826"/>
                </a:lnTo>
                <a:lnTo>
                  <a:pt x="1192486" y="124681"/>
                </a:lnTo>
                <a:lnTo>
                  <a:pt x="1191756" y="124518"/>
                </a:lnTo>
                <a:lnTo>
                  <a:pt x="1191040" y="124338"/>
                </a:lnTo>
                <a:lnTo>
                  <a:pt x="1190339" y="124141"/>
                </a:lnTo>
                <a:lnTo>
                  <a:pt x="1189651" y="123926"/>
                </a:lnTo>
                <a:lnTo>
                  <a:pt x="1188977" y="123695"/>
                </a:lnTo>
                <a:lnTo>
                  <a:pt x="1188318" y="123446"/>
                </a:lnTo>
                <a:lnTo>
                  <a:pt x="1187672" y="123180"/>
                </a:lnTo>
                <a:lnTo>
                  <a:pt x="1187041" y="122897"/>
                </a:lnTo>
                <a:lnTo>
                  <a:pt x="1186424" y="122597"/>
                </a:lnTo>
                <a:lnTo>
                  <a:pt x="1185820" y="122280"/>
                </a:lnTo>
                <a:lnTo>
                  <a:pt x="1185231" y="121946"/>
                </a:lnTo>
                <a:lnTo>
                  <a:pt x="1184656" y="121594"/>
                </a:lnTo>
                <a:lnTo>
                  <a:pt x="1184095" y="121226"/>
                </a:lnTo>
                <a:lnTo>
                  <a:pt x="1183547" y="120840"/>
                </a:lnTo>
                <a:lnTo>
                  <a:pt x="1183014" y="120437"/>
                </a:lnTo>
                <a:lnTo>
                  <a:pt x="1182494" y="120020"/>
                </a:lnTo>
                <a:lnTo>
                  <a:pt x="1181986" y="119591"/>
                </a:lnTo>
                <a:lnTo>
                  <a:pt x="1181489" y="119152"/>
                </a:lnTo>
                <a:lnTo>
                  <a:pt x="1181005" y="118701"/>
                </a:lnTo>
                <a:lnTo>
                  <a:pt x="1180532" y="118239"/>
                </a:lnTo>
                <a:lnTo>
                  <a:pt x="1180070" y="117765"/>
                </a:lnTo>
                <a:lnTo>
                  <a:pt x="1179621" y="117280"/>
                </a:lnTo>
                <a:lnTo>
                  <a:pt x="1179184" y="116785"/>
                </a:lnTo>
                <a:lnTo>
                  <a:pt x="1178758" y="116277"/>
                </a:lnTo>
                <a:lnTo>
                  <a:pt x="1178344" y="115759"/>
                </a:lnTo>
                <a:lnTo>
                  <a:pt x="1177942" y="115229"/>
                </a:lnTo>
                <a:lnTo>
                  <a:pt x="1177552" y="114689"/>
                </a:lnTo>
                <a:lnTo>
                  <a:pt x="1177174" y="114136"/>
                </a:lnTo>
                <a:lnTo>
                  <a:pt x="1176807" y="113573"/>
                </a:lnTo>
                <a:lnTo>
                  <a:pt x="1176452" y="112998"/>
                </a:lnTo>
                <a:lnTo>
                  <a:pt x="1176109" y="112412"/>
                </a:lnTo>
                <a:lnTo>
                  <a:pt x="1175778" y="111815"/>
                </a:lnTo>
                <a:lnTo>
                  <a:pt x="1175459" y="111207"/>
                </a:lnTo>
                <a:lnTo>
                  <a:pt x="1175151" y="110587"/>
                </a:lnTo>
                <a:lnTo>
                  <a:pt x="1174856" y="109956"/>
                </a:lnTo>
                <a:lnTo>
                  <a:pt x="1174572" y="109314"/>
                </a:lnTo>
                <a:lnTo>
                  <a:pt x="1174300" y="108661"/>
                </a:lnTo>
                <a:lnTo>
                  <a:pt x="1174040" y="107996"/>
                </a:lnTo>
                <a:lnTo>
                  <a:pt x="1173791" y="107320"/>
                </a:lnTo>
                <a:lnTo>
                  <a:pt x="1173554" y="106636"/>
                </a:lnTo>
                <a:lnTo>
                  <a:pt x="1173326" y="105946"/>
                </a:lnTo>
                <a:lnTo>
                  <a:pt x="1173108" y="105251"/>
                </a:lnTo>
                <a:lnTo>
                  <a:pt x="1172899" y="104550"/>
                </a:lnTo>
                <a:lnTo>
                  <a:pt x="1172701" y="103844"/>
                </a:lnTo>
                <a:lnTo>
                  <a:pt x="1172512" y="103132"/>
                </a:lnTo>
                <a:lnTo>
                  <a:pt x="1172333" y="102414"/>
                </a:lnTo>
                <a:lnTo>
                  <a:pt x="1172164" y="101691"/>
                </a:lnTo>
                <a:lnTo>
                  <a:pt x="1172004" y="100963"/>
                </a:lnTo>
                <a:lnTo>
                  <a:pt x="1171854" y="100229"/>
                </a:lnTo>
                <a:lnTo>
                  <a:pt x="1171714" y="99489"/>
                </a:lnTo>
                <a:lnTo>
                  <a:pt x="1171584" y="98744"/>
                </a:lnTo>
                <a:lnTo>
                  <a:pt x="1171464" y="97993"/>
                </a:lnTo>
                <a:lnTo>
                  <a:pt x="1171353" y="97237"/>
                </a:lnTo>
                <a:lnTo>
                  <a:pt x="1171252" y="96475"/>
                </a:lnTo>
                <a:lnTo>
                  <a:pt x="1171161" y="95708"/>
                </a:lnTo>
                <a:lnTo>
                  <a:pt x="1171079" y="94935"/>
                </a:lnTo>
                <a:lnTo>
                  <a:pt x="1171008" y="94157"/>
                </a:lnTo>
                <a:lnTo>
                  <a:pt x="1170946" y="93373"/>
                </a:lnTo>
                <a:lnTo>
                  <a:pt x="1170894" y="92583"/>
                </a:lnTo>
                <a:lnTo>
                  <a:pt x="1170851" y="91788"/>
                </a:lnTo>
                <a:lnTo>
                  <a:pt x="1170819" y="90988"/>
                </a:lnTo>
                <a:lnTo>
                  <a:pt x="1170796" y="90182"/>
                </a:lnTo>
                <a:lnTo>
                  <a:pt x="1170783" y="89370"/>
                </a:lnTo>
                <a:lnTo>
                  <a:pt x="1239241" y="89370"/>
                </a:lnTo>
                <a:lnTo>
                  <a:pt x="1239257" y="89292"/>
                </a:lnTo>
                <a:lnTo>
                  <a:pt x="1239273" y="89210"/>
                </a:lnTo>
                <a:lnTo>
                  <a:pt x="1239289" y="89124"/>
                </a:lnTo>
                <a:lnTo>
                  <a:pt x="1239304" y="89034"/>
                </a:lnTo>
                <a:lnTo>
                  <a:pt x="1239319" y="88940"/>
                </a:lnTo>
                <a:lnTo>
                  <a:pt x="1239333" y="88841"/>
                </a:lnTo>
                <a:lnTo>
                  <a:pt x="1239347" y="88739"/>
                </a:lnTo>
                <a:lnTo>
                  <a:pt x="1239361" y="88633"/>
                </a:lnTo>
                <a:lnTo>
                  <a:pt x="1239375" y="88522"/>
                </a:lnTo>
                <a:lnTo>
                  <a:pt x="1239388" y="88408"/>
                </a:lnTo>
                <a:lnTo>
                  <a:pt x="1239401" y="88289"/>
                </a:lnTo>
                <a:lnTo>
                  <a:pt x="1239413" y="88167"/>
                </a:lnTo>
                <a:lnTo>
                  <a:pt x="1239426" y="88040"/>
                </a:lnTo>
                <a:lnTo>
                  <a:pt x="1239437" y="87909"/>
                </a:lnTo>
                <a:lnTo>
                  <a:pt x="1239449" y="87775"/>
                </a:lnTo>
                <a:lnTo>
                  <a:pt x="1239460" y="87636"/>
                </a:lnTo>
                <a:lnTo>
                  <a:pt x="1239471" y="87493"/>
                </a:lnTo>
                <a:lnTo>
                  <a:pt x="1239481" y="87346"/>
                </a:lnTo>
                <a:lnTo>
                  <a:pt x="1239491" y="87195"/>
                </a:lnTo>
                <a:lnTo>
                  <a:pt x="1239501" y="87041"/>
                </a:lnTo>
                <a:lnTo>
                  <a:pt x="1239511" y="86882"/>
                </a:lnTo>
                <a:lnTo>
                  <a:pt x="1239520" y="86719"/>
                </a:lnTo>
                <a:lnTo>
                  <a:pt x="1239528" y="86551"/>
                </a:lnTo>
                <a:lnTo>
                  <a:pt x="1239537" y="86380"/>
                </a:lnTo>
                <a:lnTo>
                  <a:pt x="1239545" y="86208"/>
                </a:lnTo>
                <a:lnTo>
                  <a:pt x="1239552" y="86037"/>
                </a:lnTo>
                <a:lnTo>
                  <a:pt x="1239560" y="85869"/>
                </a:lnTo>
                <a:lnTo>
                  <a:pt x="1239567" y="85702"/>
                </a:lnTo>
                <a:lnTo>
                  <a:pt x="1239574" y="85538"/>
                </a:lnTo>
                <a:lnTo>
                  <a:pt x="1239580" y="85375"/>
                </a:lnTo>
                <a:lnTo>
                  <a:pt x="1239586" y="85214"/>
                </a:lnTo>
                <a:lnTo>
                  <a:pt x="1239592" y="85055"/>
                </a:lnTo>
                <a:lnTo>
                  <a:pt x="1239597" y="84898"/>
                </a:lnTo>
                <a:lnTo>
                  <a:pt x="1239602" y="84743"/>
                </a:lnTo>
                <a:lnTo>
                  <a:pt x="1239606" y="84590"/>
                </a:lnTo>
                <a:lnTo>
                  <a:pt x="1239611" y="84439"/>
                </a:lnTo>
                <a:lnTo>
                  <a:pt x="1239615" y="84290"/>
                </a:lnTo>
                <a:lnTo>
                  <a:pt x="1239618" y="84143"/>
                </a:lnTo>
                <a:lnTo>
                  <a:pt x="1239621" y="83997"/>
                </a:lnTo>
                <a:lnTo>
                  <a:pt x="1239624" y="83854"/>
                </a:lnTo>
                <a:lnTo>
                  <a:pt x="1239627" y="83713"/>
                </a:lnTo>
                <a:lnTo>
                  <a:pt x="1239629" y="83573"/>
                </a:lnTo>
                <a:lnTo>
                  <a:pt x="1239631" y="83435"/>
                </a:lnTo>
                <a:lnTo>
                  <a:pt x="1239633" y="83300"/>
                </a:lnTo>
                <a:lnTo>
                  <a:pt x="1239634" y="83166"/>
                </a:lnTo>
                <a:lnTo>
                  <a:pt x="1239635" y="83034"/>
                </a:lnTo>
                <a:lnTo>
                  <a:pt x="1239635" y="82905"/>
                </a:lnTo>
                <a:lnTo>
                  <a:pt x="1239635" y="82777"/>
                </a:lnTo>
                <a:lnTo>
                  <a:pt x="1239616" y="80893"/>
                </a:lnTo>
                <a:lnTo>
                  <a:pt x="1239558" y="79047"/>
                </a:lnTo>
                <a:lnTo>
                  <a:pt x="1239461" y="77237"/>
                </a:lnTo>
                <a:lnTo>
                  <a:pt x="1239326" y="75465"/>
                </a:lnTo>
                <a:lnTo>
                  <a:pt x="1239152" y="73729"/>
                </a:lnTo>
                <a:lnTo>
                  <a:pt x="1238939" y="72031"/>
                </a:lnTo>
                <a:lnTo>
                  <a:pt x="1238687" y="70369"/>
                </a:lnTo>
                <a:lnTo>
                  <a:pt x="1238397" y="68745"/>
                </a:lnTo>
                <a:lnTo>
                  <a:pt x="1238068" y="67157"/>
                </a:lnTo>
                <a:lnTo>
                  <a:pt x="1237700" y="65607"/>
                </a:lnTo>
                <a:lnTo>
                  <a:pt x="1237294" y="64093"/>
                </a:lnTo>
                <a:lnTo>
                  <a:pt x="1236849" y="62617"/>
                </a:lnTo>
                <a:lnTo>
                  <a:pt x="1236365" y="61177"/>
                </a:lnTo>
                <a:lnTo>
                  <a:pt x="1235842" y="59774"/>
                </a:lnTo>
                <a:lnTo>
                  <a:pt x="1235281" y="58409"/>
                </a:lnTo>
                <a:lnTo>
                  <a:pt x="1234681" y="57080"/>
                </a:lnTo>
                <a:lnTo>
                  <a:pt x="1234043" y="55789"/>
                </a:lnTo>
                <a:lnTo>
                  <a:pt x="1233365" y="54534"/>
                </a:lnTo>
                <a:lnTo>
                  <a:pt x="1232649" y="53316"/>
                </a:lnTo>
                <a:lnTo>
                  <a:pt x="1231895" y="52136"/>
                </a:lnTo>
                <a:lnTo>
                  <a:pt x="1231101" y="50992"/>
                </a:lnTo>
                <a:lnTo>
                  <a:pt x="1230269" y="49886"/>
                </a:lnTo>
                <a:lnTo>
                  <a:pt x="1229398" y="48816"/>
                </a:lnTo>
                <a:lnTo>
                  <a:pt x="1228489" y="47783"/>
                </a:lnTo>
                <a:lnTo>
                  <a:pt x="1227545" y="46790"/>
                </a:lnTo>
                <a:lnTo>
                  <a:pt x="1226572" y="45839"/>
                </a:lnTo>
                <a:lnTo>
                  <a:pt x="1225569" y="44930"/>
                </a:lnTo>
                <a:lnTo>
                  <a:pt x="1224538" y="44064"/>
                </a:lnTo>
                <a:lnTo>
                  <a:pt x="1223476" y="43239"/>
                </a:lnTo>
                <a:lnTo>
                  <a:pt x="1222385" y="42457"/>
                </a:lnTo>
                <a:lnTo>
                  <a:pt x="1221265" y="41718"/>
                </a:lnTo>
                <a:lnTo>
                  <a:pt x="1220115" y="41020"/>
                </a:lnTo>
                <a:lnTo>
                  <a:pt x="1218936" y="40365"/>
                </a:lnTo>
                <a:lnTo>
                  <a:pt x="1217727" y="39752"/>
                </a:lnTo>
                <a:lnTo>
                  <a:pt x="1216489" y="39182"/>
                </a:lnTo>
                <a:lnTo>
                  <a:pt x="1215221" y="38653"/>
                </a:lnTo>
                <a:lnTo>
                  <a:pt x="1213924" y="38167"/>
                </a:lnTo>
                <a:lnTo>
                  <a:pt x="1212598" y="37723"/>
                </a:lnTo>
                <a:lnTo>
                  <a:pt x="1211242" y="37322"/>
                </a:lnTo>
                <a:lnTo>
                  <a:pt x="1209856" y="36963"/>
                </a:lnTo>
                <a:lnTo>
                  <a:pt x="1208441" y="36646"/>
                </a:lnTo>
                <a:lnTo>
                  <a:pt x="1206997" y="36371"/>
                </a:lnTo>
                <a:lnTo>
                  <a:pt x="1205523" y="36138"/>
                </a:lnTo>
                <a:lnTo>
                  <a:pt x="1204020" y="35948"/>
                </a:lnTo>
                <a:lnTo>
                  <a:pt x="1202487" y="35800"/>
                </a:lnTo>
                <a:lnTo>
                  <a:pt x="1200925" y="35695"/>
                </a:lnTo>
                <a:lnTo>
                  <a:pt x="1199333" y="35631"/>
                </a:lnTo>
                <a:lnTo>
                  <a:pt x="1197712" y="35610"/>
                </a:lnTo>
                <a:lnTo>
                  <a:pt x="1196488" y="35621"/>
                </a:lnTo>
                <a:lnTo>
                  <a:pt x="1195282" y="35655"/>
                </a:lnTo>
                <a:lnTo>
                  <a:pt x="1194094" y="35712"/>
                </a:lnTo>
                <a:lnTo>
                  <a:pt x="1192924" y="35791"/>
                </a:lnTo>
                <a:lnTo>
                  <a:pt x="1191772" y="35892"/>
                </a:lnTo>
                <a:lnTo>
                  <a:pt x="1190638" y="36016"/>
                </a:lnTo>
                <a:lnTo>
                  <a:pt x="1189521" y="36163"/>
                </a:lnTo>
                <a:lnTo>
                  <a:pt x="1188423" y="36332"/>
                </a:lnTo>
                <a:lnTo>
                  <a:pt x="1187343" y="36524"/>
                </a:lnTo>
                <a:lnTo>
                  <a:pt x="1186281" y="36739"/>
                </a:lnTo>
                <a:lnTo>
                  <a:pt x="1185237" y="36976"/>
                </a:lnTo>
                <a:lnTo>
                  <a:pt x="1184210" y="37235"/>
                </a:lnTo>
                <a:lnTo>
                  <a:pt x="1183202" y="37518"/>
                </a:lnTo>
                <a:lnTo>
                  <a:pt x="1182212" y="37822"/>
                </a:lnTo>
                <a:lnTo>
                  <a:pt x="1181240" y="38150"/>
                </a:lnTo>
                <a:lnTo>
                  <a:pt x="1180285" y="38499"/>
                </a:lnTo>
                <a:lnTo>
                  <a:pt x="1179349" y="38872"/>
                </a:lnTo>
                <a:lnTo>
                  <a:pt x="1178431" y="39267"/>
                </a:lnTo>
                <a:lnTo>
                  <a:pt x="1177530" y="39685"/>
                </a:lnTo>
                <a:lnTo>
                  <a:pt x="1176648" y="40125"/>
                </a:lnTo>
                <a:lnTo>
                  <a:pt x="1175783" y="40588"/>
                </a:lnTo>
                <a:lnTo>
                  <a:pt x="1174937" y="41073"/>
                </a:lnTo>
                <a:lnTo>
                  <a:pt x="1174108" y="41581"/>
                </a:lnTo>
                <a:lnTo>
                  <a:pt x="1173298" y="42111"/>
                </a:lnTo>
                <a:lnTo>
                  <a:pt x="1172505" y="42662"/>
                </a:lnTo>
                <a:lnTo>
                  <a:pt x="1171729" y="43230"/>
                </a:lnTo>
                <a:lnTo>
                  <a:pt x="1170971" y="43815"/>
                </a:lnTo>
                <a:lnTo>
                  <a:pt x="1170229" y="44418"/>
                </a:lnTo>
                <a:lnTo>
                  <a:pt x="1169505" y="45038"/>
                </a:lnTo>
                <a:lnTo>
                  <a:pt x="1168797" y="45676"/>
                </a:lnTo>
                <a:lnTo>
                  <a:pt x="1168107" y="46331"/>
                </a:lnTo>
                <a:lnTo>
                  <a:pt x="1167434" y="47004"/>
                </a:lnTo>
                <a:lnTo>
                  <a:pt x="1166778" y="47694"/>
                </a:lnTo>
                <a:lnTo>
                  <a:pt x="1166140" y="48402"/>
                </a:lnTo>
                <a:lnTo>
                  <a:pt x="1165518" y="49127"/>
                </a:lnTo>
                <a:lnTo>
                  <a:pt x="1164913" y="49869"/>
                </a:lnTo>
                <a:lnTo>
                  <a:pt x="1164326" y="50629"/>
                </a:lnTo>
                <a:lnTo>
                  <a:pt x="1163756" y="51407"/>
                </a:lnTo>
                <a:lnTo>
                  <a:pt x="1163203" y="52202"/>
                </a:lnTo>
                <a:lnTo>
                  <a:pt x="1162667" y="53014"/>
                </a:lnTo>
                <a:lnTo>
                  <a:pt x="1162148" y="53844"/>
                </a:lnTo>
                <a:lnTo>
                  <a:pt x="1161646" y="54691"/>
                </a:lnTo>
                <a:lnTo>
                  <a:pt x="1161161" y="55556"/>
                </a:lnTo>
                <a:lnTo>
                  <a:pt x="1160694" y="56438"/>
                </a:lnTo>
                <a:lnTo>
                  <a:pt x="1160243" y="57338"/>
                </a:lnTo>
                <a:lnTo>
                  <a:pt x="1159810" y="58255"/>
                </a:lnTo>
                <a:lnTo>
                  <a:pt x="1159394" y="59189"/>
                </a:lnTo>
                <a:lnTo>
                  <a:pt x="1158995" y="60141"/>
                </a:lnTo>
                <a:lnTo>
                  <a:pt x="1158612" y="61108"/>
                </a:lnTo>
                <a:lnTo>
                  <a:pt x="1158246" y="62088"/>
                </a:lnTo>
                <a:lnTo>
                  <a:pt x="1157897" y="63080"/>
                </a:lnTo>
                <a:lnTo>
                  <a:pt x="1157563" y="64084"/>
                </a:lnTo>
                <a:lnTo>
                  <a:pt x="1157246" y="65102"/>
                </a:lnTo>
                <a:lnTo>
                  <a:pt x="1156945" y="66131"/>
                </a:lnTo>
                <a:lnTo>
                  <a:pt x="1156660" y="67173"/>
                </a:lnTo>
                <a:lnTo>
                  <a:pt x="1156392" y="68228"/>
                </a:lnTo>
                <a:lnTo>
                  <a:pt x="1156140" y="69295"/>
                </a:lnTo>
                <a:lnTo>
                  <a:pt x="1155904" y="70375"/>
                </a:lnTo>
                <a:lnTo>
                  <a:pt x="1155684" y="71467"/>
                </a:lnTo>
                <a:lnTo>
                  <a:pt x="1155481" y="72572"/>
                </a:lnTo>
                <a:lnTo>
                  <a:pt x="1155294" y="73689"/>
                </a:lnTo>
                <a:lnTo>
                  <a:pt x="1155123" y="74819"/>
                </a:lnTo>
                <a:lnTo>
                  <a:pt x="1154968" y="75961"/>
                </a:lnTo>
                <a:lnTo>
                  <a:pt x="1154830" y="77116"/>
                </a:lnTo>
                <a:lnTo>
                  <a:pt x="1154708" y="78283"/>
                </a:lnTo>
                <a:lnTo>
                  <a:pt x="1154602" y="79463"/>
                </a:lnTo>
                <a:lnTo>
                  <a:pt x="1154513" y="80656"/>
                </a:lnTo>
                <a:lnTo>
                  <a:pt x="1154439" y="81861"/>
                </a:lnTo>
                <a:lnTo>
                  <a:pt x="1154382" y="83078"/>
                </a:lnTo>
                <a:lnTo>
                  <a:pt x="1154342" y="84308"/>
                </a:lnTo>
                <a:lnTo>
                  <a:pt x="1154317" y="85551"/>
                </a:lnTo>
                <a:lnTo>
                  <a:pt x="1154309" y="86806"/>
                </a:lnTo>
                <a:lnTo>
                  <a:pt x="1154318" y="88011"/>
                </a:lnTo>
                <a:lnTo>
                  <a:pt x="1154343" y="89206"/>
                </a:lnTo>
                <a:lnTo>
                  <a:pt x="1154385" y="90392"/>
                </a:lnTo>
                <a:lnTo>
                  <a:pt x="1154444" y="91567"/>
                </a:lnTo>
                <a:lnTo>
                  <a:pt x="1154519" y="92732"/>
                </a:lnTo>
                <a:lnTo>
                  <a:pt x="1154611" y="93887"/>
                </a:lnTo>
                <a:lnTo>
                  <a:pt x="1154720" y="95032"/>
                </a:lnTo>
                <a:lnTo>
                  <a:pt x="1154846" y="96168"/>
                </a:lnTo>
                <a:lnTo>
                  <a:pt x="1154989" y="97293"/>
                </a:lnTo>
                <a:lnTo>
                  <a:pt x="1155148" y="98407"/>
                </a:lnTo>
                <a:lnTo>
                  <a:pt x="1155325" y="99512"/>
                </a:lnTo>
                <a:lnTo>
                  <a:pt x="1155518" y="100607"/>
                </a:lnTo>
                <a:lnTo>
                  <a:pt x="1155727" y="101692"/>
                </a:lnTo>
                <a:lnTo>
                  <a:pt x="1155954" y="102767"/>
                </a:lnTo>
                <a:lnTo>
                  <a:pt x="1156197" y="103831"/>
                </a:lnTo>
                <a:lnTo>
                  <a:pt x="1156457" y="104886"/>
                </a:lnTo>
                <a:lnTo>
                  <a:pt x="1156734" y="105931"/>
                </a:lnTo>
                <a:lnTo>
                  <a:pt x="1157028" y="106965"/>
                </a:lnTo>
                <a:lnTo>
                  <a:pt x="1157339" y="107990"/>
                </a:lnTo>
                <a:lnTo>
                  <a:pt x="1157666" y="109004"/>
                </a:lnTo>
                <a:lnTo>
                  <a:pt x="1158010" y="110009"/>
                </a:lnTo>
                <a:lnTo>
                  <a:pt x="1158371" y="111003"/>
                </a:lnTo>
                <a:lnTo>
                  <a:pt x="1158748" y="111987"/>
                </a:lnTo>
                <a:lnTo>
                  <a:pt x="1159143" y="112961"/>
                </a:lnTo>
                <a:lnTo>
                  <a:pt x="1159555" y="113922"/>
                </a:lnTo>
                <a:lnTo>
                  <a:pt x="1159984" y="114866"/>
                </a:lnTo>
                <a:lnTo>
                  <a:pt x="1160432" y="115792"/>
                </a:lnTo>
                <a:lnTo>
                  <a:pt x="1160898" y="116702"/>
                </a:lnTo>
                <a:lnTo>
                  <a:pt x="1161382" y="117595"/>
                </a:lnTo>
                <a:lnTo>
                  <a:pt x="1161883" y="118471"/>
                </a:lnTo>
                <a:lnTo>
                  <a:pt x="1162403" y="119330"/>
                </a:lnTo>
                <a:lnTo>
                  <a:pt x="1162941" y="120172"/>
                </a:lnTo>
                <a:lnTo>
                  <a:pt x="1163496" y="120997"/>
                </a:lnTo>
                <a:lnTo>
                  <a:pt x="1164070" y="121806"/>
                </a:lnTo>
                <a:lnTo>
                  <a:pt x="1164661" y="122597"/>
                </a:lnTo>
                <a:lnTo>
                  <a:pt x="1165271" y="123371"/>
                </a:lnTo>
                <a:lnTo>
                  <a:pt x="1165899" y="124129"/>
                </a:lnTo>
                <a:lnTo>
                  <a:pt x="1166544" y="124870"/>
                </a:lnTo>
                <a:lnTo>
                  <a:pt x="1167208" y="125593"/>
                </a:lnTo>
                <a:lnTo>
                  <a:pt x="1167889" y="126300"/>
                </a:lnTo>
                <a:lnTo>
                  <a:pt x="1168589" y="126990"/>
                </a:lnTo>
                <a:lnTo>
                  <a:pt x="1169306" y="127663"/>
                </a:lnTo>
                <a:lnTo>
                  <a:pt x="1170042" y="128319"/>
                </a:lnTo>
                <a:lnTo>
                  <a:pt x="1170795" y="128958"/>
                </a:lnTo>
                <a:lnTo>
                  <a:pt x="1171566" y="129581"/>
                </a:lnTo>
                <a:lnTo>
                  <a:pt x="1172356" y="130186"/>
                </a:lnTo>
                <a:lnTo>
                  <a:pt x="1173163" y="130775"/>
                </a:lnTo>
                <a:lnTo>
                  <a:pt x="1173989" y="131346"/>
                </a:lnTo>
                <a:lnTo>
                  <a:pt x="1174833" y="131897"/>
                </a:lnTo>
                <a:lnTo>
                  <a:pt x="1175697" y="132425"/>
                </a:lnTo>
                <a:lnTo>
                  <a:pt x="1176580" y="132929"/>
                </a:lnTo>
                <a:lnTo>
                  <a:pt x="1177483" y="133410"/>
                </a:lnTo>
                <a:lnTo>
                  <a:pt x="1178406" y="133867"/>
                </a:lnTo>
                <a:lnTo>
                  <a:pt x="1179349" y="134301"/>
                </a:lnTo>
                <a:lnTo>
                  <a:pt x="1180312" y="134711"/>
                </a:lnTo>
                <a:lnTo>
                  <a:pt x="1181294" y="135098"/>
                </a:lnTo>
                <a:lnTo>
                  <a:pt x="1182295" y="135462"/>
                </a:lnTo>
                <a:lnTo>
                  <a:pt x="1183317" y="135802"/>
                </a:lnTo>
                <a:lnTo>
                  <a:pt x="1184358" y="136118"/>
                </a:lnTo>
                <a:lnTo>
                  <a:pt x="1185419" y="136412"/>
                </a:lnTo>
                <a:lnTo>
                  <a:pt x="1186499" y="136681"/>
                </a:lnTo>
                <a:lnTo>
                  <a:pt x="1187600" y="136927"/>
                </a:lnTo>
                <a:lnTo>
                  <a:pt x="1188719" y="137150"/>
                </a:lnTo>
                <a:lnTo>
                  <a:pt x="1189859" y="137350"/>
                </a:lnTo>
                <a:lnTo>
                  <a:pt x="1191018" y="137525"/>
                </a:lnTo>
                <a:lnTo>
                  <a:pt x="1192197" y="137678"/>
                </a:lnTo>
                <a:lnTo>
                  <a:pt x="1193396" y="137807"/>
                </a:lnTo>
                <a:lnTo>
                  <a:pt x="1194614" y="137912"/>
                </a:lnTo>
                <a:lnTo>
                  <a:pt x="1195853" y="137994"/>
                </a:lnTo>
                <a:lnTo>
                  <a:pt x="1197110" y="138053"/>
                </a:lnTo>
                <a:lnTo>
                  <a:pt x="1198388" y="138088"/>
                </a:lnTo>
                <a:lnTo>
                  <a:pt x="1199685" y="138100"/>
                </a:lnTo>
                <a:lnTo>
                  <a:pt x="1200690" y="138093"/>
                </a:lnTo>
                <a:lnTo>
                  <a:pt x="1201685" y="138071"/>
                </a:lnTo>
                <a:lnTo>
                  <a:pt x="1202667" y="138036"/>
                </a:lnTo>
                <a:lnTo>
                  <a:pt x="1203639" y="137986"/>
                </a:lnTo>
                <a:lnTo>
                  <a:pt x="1204599" y="137921"/>
                </a:lnTo>
                <a:close/>
                <a:moveTo>
                  <a:pt x="1171584" y="71699"/>
                </a:moveTo>
                <a:lnTo>
                  <a:pt x="1171784" y="70642"/>
                </a:lnTo>
                <a:lnTo>
                  <a:pt x="1172005" y="69609"/>
                </a:lnTo>
                <a:lnTo>
                  <a:pt x="1172246" y="68600"/>
                </a:lnTo>
                <a:lnTo>
                  <a:pt x="1172507" y="67615"/>
                </a:lnTo>
                <a:lnTo>
                  <a:pt x="1172787" y="66653"/>
                </a:lnTo>
                <a:lnTo>
                  <a:pt x="1173088" y="65715"/>
                </a:lnTo>
                <a:lnTo>
                  <a:pt x="1173409" y="64800"/>
                </a:lnTo>
                <a:lnTo>
                  <a:pt x="1173750" y="63909"/>
                </a:lnTo>
                <a:lnTo>
                  <a:pt x="1174111" y="63042"/>
                </a:lnTo>
                <a:lnTo>
                  <a:pt x="1174492" y="62198"/>
                </a:lnTo>
                <a:lnTo>
                  <a:pt x="1174893" y="61378"/>
                </a:lnTo>
                <a:lnTo>
                  <a:pt x="1175314" y="60581"/>
                </a:lnTo>
                <a:lnTo>
                  <a:pt x="1175755" y="59809"/>
                </a:lnTo>
                <a:lnTo>
                  <a:pt x="1176216" y="59059"/>
                </a:lnTo>
                <a:lnTo>
                  <a:pt x="1176697" y="58334"/>
                </a:lnTo>
                <a:lnTo>
                  <a:pt x="1177198" y="57632"/>
                </a:lnTo>
                <a:lnTo>
                  <a:pt x="1177719" y="56954"/>
                </a:lnTo>
                <a:lnTo>
                  <a:pt x="1178261" y="56299"/>
                </a:lnTo>
                <a:lnTo>
                  <a:pt x="1178822" y="55668"/>
                </a:lnTo>
                <a:lnTo>
                  <a:pt x="1179402" y="55062"/>
                </a:lnTo>
                <a:lnTo>
                  <a:pt x="1180001" y="54481"/>
                </a:lnTo>
                <a:lnTo>
                  <a:pt x="1180617" y="53927"/>
                </a:lnTo>
                <a:lnTo>
                  <a:pt x="1181251" y="53398"/>
                </a:lnTo>
                <a:lnTo>
                  <a:pt x="1181903" y="52894"/>
                </a:lnTo>
                <a:lnTo>
                  <a:pt x="1182574" y="52417"/>
                </a:lnTo>
                <a:lnTo>
                  <a:pt x="1183262" y="51965"/>
                </a:lnTo>
                <a:lnTo>
                  <a:pt x="1183968" y="51540"/>
                </a:lnTo>
                <a:lnTo>
                  <a:pt x="1184692" y="51140"/>
                </a:lnTo>
                <a:lnTo>
                  <a:pt x="1185434" y="50765"/>
                </a:lnTo>
                <a:lnTo>
                  <a:pt x="1186194" y="50417"/>
                </a:lnTo>
                <a:lnTo>
                  <a:pt x="1186972" y="50094"/>
                </a:lnTo>
                <a:lnTo>
                  <a:pt x="1187768" y="49798"/>
                </a:lnTo>
                <a:lnTo>
                  <a:pt x="1188583" y="49527"/>
                </a:lnTo>
                <a:lnTo>
                  <a:pt x="1189415" y="49282"/>
                </a:lnTo>
                <a:lnTo>
                  <a:pt x="1190265" y="49062"/>
                </a:lnTo>
                <a:lnTo>
                  <a:pt x="1191133" y="48869"/>
                </a:lnTo>
                <a:lnTo>
                  <a:pt x="1192019" y="48701"/>
                </a:lnTo>
                <a:lnTo>
                  <a:pt x="1192923" y="48559"/>
                </a:lnTo>
                <a:lnTo>
                  <a:pt x="1193845" y="48443"/>
                </a:lnTo>
                <a:lnTo>
                  <a:pt x="1194784" y="48352"/>
                </a:lnTo>
                <a:lnTo>
                  <a:pt x="1195742" y="48288"/>
                </a:lnTo>
                <a:lnTo>
                  <a:pt x="1196718" y="48249"/>
                </a:lnTo>
                <a:lnTo>
                  <a:pt x="1197712" y="48236"/>
                </a:lnTo>
                <a:lnTo>
                  <a:pt x="1198698" y="48249"/>
                </a:lnTo>
                <a:lnTo>
                  <a:pt x="1199665" y="48288"/>
                </a:lnTo>
                <a:lnTo>
                  <a:pt x="1200614" y="48353"/>
                </a:lnTo>
                <a:lnTo>
                  <a:pt x="1201546" y="48444"/>
                </a:lnTo>
                <a:lnTo>
                  <a:pt x="1202458" y="48561"/>
                </a:lnTo>
                <a:lnTo>
                  <a:pt x="1203353" y="48704"/>
                </a:lnTo>
                <a:lnTo>
                  <a:pt x="1204230" y="48873"/>
                </a:lnTo>
                <a:lnTo>
                  <a:pt x="1205088" y="49068"/>
                </a:lnTo>
                <a:lnTo>
                  <a:pt x="1205929" y="49289"/>
                </a:lnTo>
                <a:lnTo>
                  <a:pt x="1206751" y="49536"/>
                </a:lnTo>
                <a:lnTo>
                  <a:pt x="1207555" y="49809"/>
                </a:lnTo>
                <a:lnTo>
                  <a:pt x="1208341" y="50107"/>
                </a:lnTo>
                <a:lnTo>
                  <a:pt x="1209109" y="50432"/>
                </a:lnTo>
                <a:lnTo>
                  <a:pt x="1209858" y="50783"/>
                </a:lnTo>
                <a:lnTo>
                  <a:pt x="1210590" y="51160"/>
                </a:lnTo>
                <a:lnTo>
                  <a:pt x="1211303" y="51563"/>
                </a:lnTo>
                <a:lnTo>
                  <a:pt x="1211998" y="51992"/>
                </a:lnTo>
                <a:lnTo>
                  <a:pt x="1212675" y="52446"/>
                </a:lnTo>
                <a:lnTo>
                  <a:pt x="1213334" y="52927"/>
                </a:lnTo>
                <a:lnTo>
                  <a:pt x="1213975" y="53434"/>
                </a:lnTo>
                <a:lnTo>
                  <a:pt x="1214597" y="53967"/>
                </a:lnTo>
                <a:lnTo>
                  <a:pt x="1215201" y="54525"/>
                </a:lnTo>
                <a:lnTo>
                  <a:pt x="1215788" y="55110"/>
                </a:lnTo>
                <a:lnTo>
                  <a:pt x="1216356" y="55721"/>
                </a:lnTo>
                <a:lnTo>
                  <a:pt x="1216903" y="56356"/>
                </a:lnTo>
                <a:lnTo>
                  <a:pt x="1217429" y="57014"/>
                </a:lnTo>
                <a:lnTo>
                  <a:pt x="1217932" y="57695"/>
                </a:lnTo>
                <a:lnTo>
                  <a:pt x="1218413" y="58399"/>
                </a:lnTo>
                <a:lnTo>
                  <a:pt x="1218872" y="59127"/>
                </a:lnTo>
                <a:lnTo>
                  <a:pt x="1219309" y="59877"/>
                </a:lnTo>
                <a:lnTo>
                  <a:pt x="1219723" y="60651"/>
                </a:lnTo>
                <a:lnTo>
                  <a:pt x="1220115" y="61448"/>
                </a:lnTo>
                <a:lnTo>
                  <a:pt x="1220485" y="62267"/>
                </a:lnTo>
                <a:lnTo>
                  <a:pt x="1220832" y="63110"/>
                </a:lnTo>
                <a:lnTo>
                  <a:pt x="1221157" y="63976"/>
                </a:lnTo>
                <a:lnTo>
                  <a:pt x="1221460" y="64865"/>
                </a:lnTo>
                <a:lnTo>
                  <a:pt x="1221741" y="65778"/>
                </a:lnTo>
                <a:lnTo>
                  <a:pt x="1222000" y="66713"/>
                </a:lnTo>
                <a:lnTo>
                  <a:pt x="1222236" y="67671"/>
                </a:lnTo>
                <a:lnTo>
                  <a:pt x="1222450" y="68653"/>
                </a:lnTo>
                <a:lnTo>
                  <a:pt x="1222641" y="69657"/>
                </a:lnTo>
                <a:lnTo>
                  <a:pt x="1222811" y="70685"/>
                </a:lnTo>
                <a:lnTo>
                  <a:pt x="1222958" y="71736"/>
                </a:lnTo>
                <a:lnTo>
                  <a:pt x="1223083" y="72810"/>
                </a:lnTo>
                <a:lnTo>
                  <a:pt x="1223185" y="73907"/>
                </a:lnTo>
                <a:lnTo>
                  <a:pt x="1223265" y="75027"/>
                </a:lnTo>
                <a:lnTo>
                  <a:pt x="1223323" y="76170"/>
                </a:lnTo>
                <a:lnTo>
                  <a:pt x="1223359" y="77336"/>
                </a:lnTo>
                <a:lnTo>
                  <a:pt x="1170881" y="77336"/>
                </a:lnTo>
                <a:lnTo>
                  <a:pt x="1170982" y="76161"/>
                </a:lnTo>
                <a:lnTo>
                  <a:pt x="1171102" y="75010"/>
                </a:lnTo>
                <a:lnTo>
                  <a:pt x="1171243" y="73883"/>
                </a:lnTo>
                <a:lnTo>
                  <a:pt x="1171403" y="72779"/>
                </a:lnTo>
                <a:lnTo>
                  <a:pt x="1171584" y="71699"/>
                </a:lnTo>
                <a:close/>
                <a:moveTo>
                  <a:pt x="1342138" y="138025"/>
                </a:moveTo>
                <a:lnTo>
                  <a:pt x="1342791" y="137992"/>
                </a:lnTo>
                <a:lnTo>
                  <a:pt x="1343439" y="137953"/>
                </a:lnTo>
                <a:lnTo>
                  <a:pt x="1344084" y="137908"/>
                </a:lnTo>
                <a:lnTo>
                  <a:pt x="1344724" y="137857"/>
                </a:lnTo>
                <a:lnTo>
                  <a:pt x="1345361" y="137800"/>
                </a:lnTo>
                <a:lnTo>
                  <a:pt x="1345993" y="137737"/>
                </a:lnTo>
                <a:lnTo>
                  <a:pt x="1346622" y="137668"/>
                </a:lnTo>
                <a:lnTo>
                  <a:pt x="1347247" y="137594"/>
                </a:lnTo>
                <a:lnTo>
                  <a:pt x="1347868" y="137513"/>
                </a:lnTo>
                <a:lnTo>
                  <a:pt x="1348485" y="137426"/>
                </a:lnTo>
                <a:lnTo>
                  <a:pt x="1349098" y="137333"/>
                </a:lnTo>
                <a:lnTo>
                  <a:pt x="1349707" y="137234"/>
                </a:lnTo>
                <a:lnTo>
                  <a:pt x="1350312" y="137129"/>
                </a:lnTo>
                <a:lnTo>
                  <a:pt x="1350913" y="137018"/>
                </a:lnTo>
                <a:lnTo>
                  <a:pt x="1351511" y="136901"/>
                </a:lnTo>
                <a:lnTo>
                  <a:pt x="1352104" y="136778"/>
                </a:lnTo>
                <a:lnTo>
                  <a:pt x="1352693" y="136649"/>
                </a:lnTo>
                <a:lnTo>
                  <a:pt x="1353279" y="136515"/>
                </a:lnTo>
                <a:lnTo>
                  <a:pt x="1353860" y="136374"/>
                </a:lnTo>
                <a:lnTo>
                  <a:pt x="1354437" y="136227"/>
                </a:lnTo>
                <a:lnTo>
                  <a:pt x="1355007" y="136073"/>
                </a:lnTo>
                <a:lnTo>
                  <a:pt x="1355571" y="135913"/>
                </a:lnTo>
                <a:lnTo>
                  <a:pt x="1356129" y="135746"/>
                </a:lnTo>
                <a:lnTo>
                  <a:pt x="1356681" y="135573"/>
                </a:lnTo>
                <a:lnTo>
                  <a:pt x="1357226" y="135393"/>
                </a:lnTo>
                <a:lnTo>
                  <a:pt x="1357766" y="135207"/>
                </a:lnTo>
                <a:lnTo>
                  <a:pt x="1358299" y="135014"/>
                </a:lnTo>
                <a:lnTo>
                  <a:pt x="1358826" y="134815"/>
                </a:lnTo>
                <a:lnTo>
                  <a:pt x="1359347" y="134609"/>
                </a:lnTo>
                <a:lnTo>
                  <a:pt x="1359862" y="134396"/>
                </a:lnTo>
                <a:lnTo>
                  <a:pt x="1360371" y="134177"/>
                </a:lnTo>
                <a:lnTo>
                  <a:pt x="1360873" y="133952"/>
                </a:lnTo>
                <a:lnTo>
                  <a:pt x="1361369" y="133720"/>
                </a:lnTo>
                <a:lnTo>
                  <a:pt x="1361859" y="133481"/>
                </a:lnTo>
                <a:lnTo>
                  <a:pt x="1362343" y="133236"/>
                </a:lnTo>
                <a:lnTo>
                  <a:pt x="1362821" y="132985"/>
                </a:lnTo>
                <a:lnTo>
                  <a:pt x="1363293" y="132727"/>
                </a:lnTo>
                <a:lnTo>
                  <a:pt x="1363758" y="132462"/>
                </a:lnTo>
                <a:lnTo>
                  <a:pt x="1364218" y="132191"/>
                </a:lnTo>
                <a:lnTo>
                  <a:pt x="1364671" y="131913"/>
                </a:lnTo>
                <a:lnTo>
                  <a:pt x="1365118" y="131629"/>
                </a:lnTo>
                <a:lnTo>
                  <a:pt x="1365559" y="131338"/>
                </a:lnTo>
                <a:lnTo>
                  <a:pt x="1365993" y="131041"/>
                </a:lnTo>
                <a:lnTo>
                  <a:pt x="1366421" y="130737"/>
                </a:lnTo>
                <a:lnTo>
                  <a:pt x="1366841" y="130426"/>
                </a:lnTo>
                <a:lnTo>
                  <a:pt x="1367252" y="130107"/>
                </a:lnTo>
                <a:lnTo>
                  <a:pt x="1367656" y="129782"/>
                </a:lnTo>
                <a:lnTo>
                  <a:pt x="1368053" y="129450"/>
                </a:lnTo>
                <a:lnTo>
                  <a:pt x="1368441" y="129111"/>
                </a:lnTo>
                <a:lnTo>
                  <a:pt x="1368821" y="128764"/>
                </a:lnTo>
                <a:lnTo>
                  <a:pt x="1369194" y="128411"/>
                </a:lnTo>
                <a:lnTo>
                  <a:pt x="1369558" y="128050"/>
                </a:lnTo>
                <a:lnTo>
                  <a:pt x="1369915" y="127683"/>
                </a:lnTo>
                <a:lnTo>
                  <a:pt x="1370264" y="127308"/>
                </a:lnTo>
                <a:lnTo>
                  <a:pt x="1370605" y="126926"/>
                </a:lnTo>
                <a:lnTo>
                  <a:pt x="1370938" y="126538"/>
                </a:lnTo>
                <a:lnTo>
                  <a:pt x="1371263" y="126142"/>
                </a:lnTo>
                <a:lnTo>
                  <a:pt x="1371580" y="125739"/>
                </a:lnTo>
                <a:lnTo>
                  <a:pt x="1371890" y="125329"/>
                </a:lnTo>
                <a:lnTo>
                  <a:pt x="1372191" y="124912"/>
                </a:lnTo>
                <a:lnTo>
                  <a:pt x="1372485" y="124488"/>
                </a:lnTo>
                <a:lnTo>
                  <a:pt x="1372771" y="124057"/>
                </a:lnTo>
                <a:lnTo>
                  <a:pt x="1373049" y="123619"/>
                </a:lnTo>
                <a:lnTo>
                  <a:pt x="1373319" y="123174"/>
                </a:lnTo>
                <a:lnTo>
                  <a:pt x="1373581" y="122722"/>
                </a:lnTo>
                <a:lnTo>
                  <a:pt x="1373836" y="122263"/>
                </a:lnTo>
                <a:lnTo>
                  <a:pt x="1374082" y="121796"/>
                </a:lnTo>
                <a:lnTo>
                  <a:pt x="1374319" y="121323"/>
                </a:lnTo>
                <a:lnTo>
                  <a:pt x="1374547" y="120842"/>
                </a:lnTo>
                <a:lnTo>
                  <a:pt x="1374764" y="120354"/>
                </a:lnTo>
                <a:lnTo>
                  <a:pt x="1374971" y="119859"/>
                </a:lnTo>
                <a:lnTo>
                  <a:pt x="1375168" y="119357"/>
                </a:lnTo>
                <a:lnTo>
                  <a:pt x="1375355" y="118847"/>
                </a:lnTo>
                <a:lnTo>
                  <a:pt x="1375532" y="118330"/>
                </a:lnTo>
                <a:lnTo>
                  <a:pt x="1375699" y="117806"/>
                </a:lnTo>
                <a:lnTo>
                  <a:pt x="1375855" y="117275"/>
                </a:lnTo>
                <a:lnTo>
                  <a:pt x="1376002" y="116737"/>
                </a:lnTo>
                <a:lnTo>
                  <a:pt x="1376138" y="116191"/>
                </a:lnTo>
                <a:lnTo>
                  <a:pt x="1376264" y="115638"/>
                </a:lnTo>
                <a:lnTo>
                  <a:pt x="1376381" y="115078"/>
                </a:lnTo>
                <a:lnTo>
                  <a:pt x="1376487" y="114510"/>
                </a:lnTo>
                <a:lnTo>
                  <a:pt x="1376583" y="113936"/>
                </a:lnTo>
                <a:lnTo>
                  <a:pt x="1376669" y="113354"/>
                </a:lnTo>
                <a:lnTo>
                  <a:pt x="1376744" y="112765"/>
                </a:lnTo>
                <a:lnTo>
                  <a:pt x="1376810" y="112169"/>
                </a:lnTo>
                <a:lnTo>
                  <a:pt x="1376866" y="111565"/>
                </a:lnTo>
                <a:lnTo>
                  <a:pt x="1376911" y="110954"/>
                </a:lnTo>
                <a:lnTo>
                  <a:pt x="1376946" y="110337"/>
                </a:lnTo>
                <a:lnTo>
                  <a:pt x="1376972" y="109711"/>
                </a:lnTo>
                <a:lnTo>
                  <a:pt x="1376987" y="109079"/>
                </a:lnTo>
                <a:lnTo>
                  <a:pt x="1376992" y="108439"/>
                </a:lnTo>
                <a:lnTo>
                  <a:pt x="1376985" y="107700"/>
                </a:lnTo>
                <a:lnTo>
                  <a:pt x="1376966" y="106972"/>
                </a:lnTo>
                <a:lnTo>
                  <a:pt x="1376934" y="106255"/>
                </a:lnTo>
                <a:lnTo>
                  <a:pt x="1376889" y="105548"/>
                </a:lnTo>
                <a:lnTo>
                  <a:pt x="1376831" y="104854"/>
                </a:lnTo>
                <a:lnTo>
                  <a:pt x="1376761" y="104170"/>
                </a:lnTo>
                <a:lnTo>
                  <a:pt x="1376677" y="103497"/>
                </a:lnTo>
                <a:lnTo>
                  <a:pt x="1376581" y="102836"/>
                </a:lnTo>
                <a:lnTo>
                  <a:pt x="1376472" y="102185"/>
                </a:lnTo>
                <a:lnTo>
                  <a:pt x="1376350" y="101546"/>
                </a:lnTo>
                <a:lnTo>
                  <a:pt x="1376215" y="100918"/>
                </a:lnTo>
                <a:lnTo>
                  <a:pt x="1376067" y="100301"/>
                </a:lnTo>
                <a:lnTo>
                  <a:pt x="1375907" y="99695"/>
                </a:lnTo>
                <a:lnTo>
                  <a:pt x="1375733" y="99100"/>
                </a:lnTo>
                <a:lnTo>
                  <a:pt x="1375547" y="98516"/>
                </a:lnTo>
                <a:lnTo>
                  <a:pt x="1375348" y="97943"/>
                </a:lnTo>
                <a:lnTo>
                  <a:pt x="1375136" y="97382"/>
                </a:lnTo>
                <a:lnTo>
                  <a:pt x="1374911" y="96832"/>
                </a:lnTo>
                <a:lnTo>
                  <a:pt x="1374674" y="96292"/>
                </a:lnTo>
                <a:lnTo>
                  <a:pt x="1374423" y="95764"/>
                </a:lnTo>
                <a:lnTo>
                  <a:pt x="1374160" y="95247"/>
                </a:lnTo>
                <a:lnTo>
                  <a:pt x="1373884" y="94741"/>
                </a:lnTo>
                <a:lnTo>
                  <a:pt x="1373595" y="94247"/>
                </a:lnTo>
                <a:lnTo>
                  <a:pt x="1373293" y="93763"/>
                </a:lnTo>
                <a:lnTo>
                  <a:pt x="1372978" y="93288"/>
                </a:lnTo>
                <a:lnTo>
                  <a:pt x="1372651" y="92821"/>
                </a:lnTo>
                <a:lnTo>
                  <a:pt x="1372312" y="92361"/>
                </a:lnTo>
                <a:lnTo>
                  <a:pt x="1371960" y="91908"/>
                </a:lnTo>
                <a:lnTo>
                  <a:pt x="1371595" y="91462"/>
                </a:lnTo>
                <a:lnTo>
                  <a:pt x="1371218" y="91023"/>
                </a:lnTo>
                <a:lnTo>
                  <a:pt x="1370829" y="90592"/>
                </a:lnTo>
                <a:lnTo>
                  <a:pt x="1370427" y="90168"/>
                </a:lnTo>
                <a:lnTo>
                  <a:pt x="1370012" y="89751"/>
                </a:lnTo>
                <a:lnTo>
                  <a:pt x="1369585" y="89342"/>
                </a:lnTo>
                <a:lnTo>
                  <a:pt x="1369146" y="88939"/>
                </a:lnTo>
                <a:lnTo>
                  <a:pt x="1368694" y="88544"/>
                </a:lnTo>
                <a:lnTo>
                  <a:pt x="1368229" y="88156"/>
                </a:lnTo>
                <a:lnTo>
                  <a:pt x="1367752" y="87776"/>
                </a:lnTo>
                <a:lnTo>
                  <a:pt x="1367262" y="87402"/>
                </a:lnTo>
                <a:lnTo>
                  <a:pt x="1366760" y="87036"/>
                </a:lnTo>
                <a:lnTo>
                  <a:pt x="1366246" y="86677"/>
                </a:lnTo>
                <a:lnTo>
                  <a:pt x="1365719" y="86326"/>
                </a:lnTo>
                <a:lnTo>
                  <a:pt x="1365179" y="85981"/>
                </a:lnTo>
                <a:lnTo>
                  <a:pt x="1364627" y="85644"/>
                </a:lnTo>
                <a:lnTo>
                  <a:pt x="1364063" y="85314"/>
                </a:lnTo>
                <a:lnTo>
                  <a:pt x="1363486" y="84991"/>
                </a:lnTo>
                <a:lnTo>
                  <a:pt x="1362896" y="84676"/>
                </a:lnTo>
                <a:lnTo>
                  <a:pt x="1362294" y="84367"/>
                </a:lnTo>
                <a:lnTo>
                  <a:pt x="1361680" y="84064"/>
                </a:lnTo>
                <a:lnTo>
                  <a:pt x="1361054" y="83765"/>
                </a:lnTo>
                <a:lnTo>
                  <a:pt x="1360415" y="83469"/>
                </a:lnTo>
                <a:lnTo>
                  <a:pt x="1359765" y="83177"/>
                </a:lnTo>
                <a:lnTo>
                  <a:pt x="1359103" y="82888"/>
                </a:lnTo>
                <a:lnTo>
                  <a:pt x="1358429" y="82603"/>
                </a:lnTo>
                <a:lnTo>
                  <a:pt x="1357742" y="82321"/>
                </a:lnTo>
                <a:lnTo>
                  <a:pt x="1357044" y="82043"/>
                </a:lnTo>
                <a:lnTo>
                  <a:pt x="1356334" y="81768"/>
                </a:lnTo>
                <a:lnTo>
                  <a:pt x="1355612" y="81497"/>
                </a:lnTo>
                <a:lnTo>
                  <a:pt x="1354878" y="81229"/>
                </a:lnTo>
                <a:lnTo>
                  <a:pt x="1354131" y="80965"/>
                </a:lnTo>
                <a:lnTo>
                  <a:pt x="1353373" y="80704"/>
                </a:lnTo>
                <a:lnTo>
                  <a:pt x="1352603" y="80447"/>
                </a:lnTo>
                <a:lnTo>
                  <a:pt x="1351821" y="80194"/>
                </a:lnTo>
                <a:lnTo>
                  <a:pt x="1351027" y="79944"/>
                </a:lnTo>
                <a:lnTo>
                  <a:pt x="1350221" y="79697"/>
                </a:lnTo>
                <a:lnTo>
                  <a:pt x="1349403" y="79454"/>
                </a:lnTo>
                <a:lnTo>
                  <a:pt x="1348573" y="79214"/>
                </a:lnTo>
                <a:lnTo>
                  <a:pt x="1347731" y="78978"/>
                </a:lnTo>
                <a:lnTo>
                  <a:pt x="1346877" y="78746"/>
                </a:lnTo>
                <a:lnTo>
                  <a:pt x="1346011" y="78517"/>
                </a:lnTo>
                <a:lnTo>
                  <a:pt x="1345132" y="78292"/>
                </a:lnTo>
                <a:lnTo>
                  <a:pt x="1344242" y="78070"/>
                </a:lnTo>
                <a:lnTo>
                  <a:pt x="1343427" y="77867"/>
                </a:lnTo>
                <a:lnTo>
                  <a:pt x="1342627" y="77665"/>
                </a:lnTo>
                <a:lnTo>
                  <a:pt x="1341840" y="77464"/>
                </a:lnTo>
                <a:lnTo>
                  <a:pt x="1341067" y="77264"/>
                </a:lnTo>
                <a:lnTo>
                  <a:pt x="1340308" y="77065"/>
                </a:lnTo>
                <a:lnTo>
                  <a:pt x="1339563" y="76866"/>
                </a:lnTo>
                <a:lnTo>
                  <a:pt x="1338832" y="76669"/>
                </a:lnTo>
                <a:lnTo>
                  <a:pt x="1338116" y="76473"/>
                </a:lnTo>
                <a:lnTo>
                  <a:pt x="1337413" y="76277"/>
                </a:lnTo>
                <a:lnTo>
                  <a:pt x="1336724" y="76082"/>
                </a:lnTo>
                <a:lnTo>
                  <a:pt x="1336050" y="75888"/>
                </a:lnTo>
                <a:lnTo>
                  <a:pt x="1335389" y="75695"/>
                </a:lnTo>
                <a:lnTo>
                  <a:pt x="1334743" y="75503"/>
                </a:lnTo>
                <a:lnTo>
                  <a:pt x="1334110" y="75312"/>
                </a:lnTo>
                <a:lnTo>
                  <a:pt x="1333492" y="75122"/>
                </a:lnTo>
                <a:lnTo>
                  <a:pt x="1332888" y="74932"/>
                </a:lnTo>
                <a:lnTo>
                  <a:pt x="1332297" y="74744"/>
                </a:lnTo>
                <a:lnTo>
                  <a:pt x="1331721" y="74556"/>
                </a:lnTo>
                <a:lnTo>
                  <a:pt x="1331159" y="74369"/>
                </a:lnTo>
                <a:lnTo>
                  <a:pt x="1330611" y="74183"/>
                </a:lnTo>
                <a:lnTo>
                  <a:pt x="1330076" y="73998"/>
                </a:lnTo>
                <a:lnTo>
                  <a:pt x="1329556" y="73814"/>
                </a:lnTo>
                <a:lnTo>
                  <a:pt x="1329050" y="73631"/>
                </a:lnTo>
                <a:lnTo>
                  <a:pt x="1328558" y="73449"/>
                </a:lnTo>
                <a:lnTo>
                  <a:pt x="1328079" y="73266"/>
                </a:lnTo>
                <a:lnTo>
                  <a:pt x="1327612" y="73081"/>
                </a:lnTo>
                <a:lnTo>
                  <a:pt x="1327156" y="72894"/>
                </a:lnTo>
                <a:lnTo>
                  <a:pt x="1326711" y="72705"/>
                </a:lnTo>
                <a:lnTo>
                  <a:pt x="1326279" y="72514"/>
                </a:lnTo>
                <a:lnTo>
                  <a:pt x="1325858" y="72321"/>
                </a:lnTo>
                <a:lnTo>
                  <a:pt x="1325449" y="72126"/>
                </a:lnTo>
                <a:lnTo>
                  <a:pt x="1325051" y="71930"/>
                </a:lnTo>
                <a:lnTo>
                  <a:pt x="1324665" y="71731"/>
                </a:lnTo>
                <a:lnTo>
                  <a:pt x="1324291" y="71531"/>
                </a:lnTo>
                <a:lnTo>
                  <a:pt x="1323928" y="71328"/>
                </a:lnTo>
                <a:lnTo>
                  <a:pt x="1323577" y="71124"/>
                </a:lnTo>
                <a:lnTo>
                  <a:pt x="1323237" y="70917"/>
                </a:lnTo>
                <a:lnTo>
                  <a:pt x="1322910" y="70709"/>
                </a:lnTo>
                <a:lnTo>
                  <a:pt x="1322593" y="70499"/>
                </a:lnTo>
                <a:lnTo>
                  <a:pt x="1322289" y="70287"/>
                </a:lnTo>
                <a:lnTo>
                  <a:pt x="1321996" y="70073"/>
                </a:lnTo>
                <a:lnTo>
                  <a:pt x="1321715" y="69857"/>
                </a:lnTo>
                <a:lnTo>
                  <a:pt x="1321445" y="69639"/>
                </a:lnTo>
                <a:lnTo>
                  <a:pt x="1321187" y="69419"/>
                </a:lnTo>
                <a:lnTo>
                  <a:pt x="1320941" y="69197"/>
                </a:lnTo>
                <a:lnTo>
                  <a:pt x="1320707" y="68973"/>
                </a:lnTo>
                <a:lnTo>
                  <a:pt x="1320484" y="68747"/>
                </a:lnTo>
                <a:lnTo>
                  <a:pt x="1320272" y="68520"/>
                </a:lnTo>
                <a:lnTo>
                  <a:pt x="1320071" y="68289"/>
                </a:lnTo>
                <a:lnTo>
                  <a:pt x="1319878" y="68054"/>
                </a:lnTo>
                <a:lnTo>
                  <a:pt x="1319694" y="67815"/>
                </a:lnTo>
                <a:lnTo>
                  <a:pt x="1319519" y="67571"/>
                </a:lnTo>
                <a:lnTo>
                  <a:pt x="1319352" y="67324"/>
                </a:lnTo>
                <a:lnTo>
                  <a:pt x="1319193" y="67072"/>
                </a:lnTo>
                <a:lnTo>
                  <a:pt x="1319044" y="66816"/>
                </a:lnTo>
                <a:lnTo>
                  <a:pt x="1318902" y="66556"/>
                </a:lnTo>
                <a:lnTo>
                  <a:pt x="1318770" y="66291"/>
                </a:lnTo>
                <a:lnTo>
                  <a:pt x="1318645" y="66022"/>
                </a:lnTo>
                <a:lnTo>
                  <a:pt x="1318530" y="65749"/>
                </a:lnTo>
                <a:lnTo>
                  <a:pt x="1318423" y="65472"/>
                </a:lnTo>
                <a:lnTo>
                  <a:pt x="1318324" y="65190"/>
                </a:lnTo>
                <a:lnTo>
                  <a:pt x="1318234" y="64905"/>
                </a:lnTo>
                <a:lnTo>
                  <a:pt x="1318153" y="64615"/>
                </a:lnTo>
                <a:lnTo>
                  <a:pt x="1318080" y="64321"/>
                </a:lnTo>
                <a:lnTo>
                  <a:pt x="1318016" y="64022"/>
                </a:lnTo>
                <a:lnTo>
                  <a:pt x="1317960" y="63720"/>
                </a:lnTo>
                <a:lnTo>
                  <a:pt x="1317913" y="63413"/>
                </a:lnTo>
                <a:lnTo>
                  <a:pt x="1317875" y="63102"/>
                </a:lnTo>
                <a:lnTo>
                  <a:pt x="1317845" y="62786"/>
                </a:lnTo>
                <a:lnTo>
                  <a:pt x="1317823" y="62467"/>
                </a:lnTo>
                <a:lnTo>
                  <a:pt x="1317810" y="62143"/>
                </a:lnTo>
                <a:lnTo>
                  <a:pt x="1317806" y="61815"/>
                </a:lnTo>
                <a:lnTo>
                  <a:pt x="1317816" y="61230"/>
                </a:lnTo>
                <a:lnTo>
                  <a:pt x="1317845" y="60659"/>
                </a:lnTo>
                <a:lnTo>
                  <a:pt x="1317893" y="60100"/>
                </a:lnTo>
                <a:lnTo>
                  <a:pt x="1317960" y="59554"/>
                </a:lnTo>
                <a:lnTo>
                  <a:pt x="1318046" y="59022"/>
                </a:lnTo>
                <a:lnTo>
                  <a:pt x="1318151" y="58502"/>
                </a:lnTo>
                <a:lnTo>
                  <a:pt x="1318276" y="57995"/>
                </a:lnTo>
                <a:lnTo>
                  <a:pt x="1318420" y="57502"/>
                </a:lnTo>
                <a:lnTo>
                  <a:pt x="1318583" y="57022"/>
                </a:lnTo>
                <a:lnTo>
                  <a:pt x="1318765" y="56554"/>
                </a:lnTo>
                <a:lnTo>
                  <a:pt x="1318967" y="56100"/>
                </a:lnTo>
                <a:lnTo>
                  <a:pt x="1319187" y="55658"/>
                </a:lnTo>
                <a:lnTo>
                  <a:pt x="1319427" y="55230"/>
                </a:lnTo>
                <a:lnTo>
                  <a:pt x="1319686" y="54815"/>
                </a:lnTo>
                <a:lnTo>
                  <a:pt x="1319964" y="54413"/>
                </a:lnTo>
                <a:lnTo>
                  <a:pt x="1320261" y="54024"/>
                </a:lnTo>
                <a:lnTo>
                  <a:pt x="1320578" y="53648"/>
                </a:lnTo>
                <a:lnTo>
                  <a:pt x="1320913" y="53285"/>
                </a:lnTo>
                <a:lnTo>
                  <a:pt x="1321268" y="52935"/>
                </a:lnTo>
                <a:lnTo>
                  <a:pt x="1321642" y="52598"/>
                </a:lnTo>
                <a:lnTo>
                  <a:pt x="1322036" y="52274"/>
                </a:lnTo>
                <a:lnTo>
                  <a:pt x="1322448" y="51963"/>
                </a:lnTo>
                <a:lnTo>
                  <a:pt x="1322879" y="51665"/>
                </a:lnTo>
                <a:lnTo>
                  <a:pt x="1323330" y="51381"/>
                </a:lnTo>
                <a:lnTo>
                  <a:pt x="1323796" y="51108"/>
                </a:lnTo>
                <a:lnTo>
                  <a:pt x="1324274" y="50847"/>
                </a:lnTo>
                <a:lnTo>
                  <a:pt x="1324764" y="50597"/>
                </a:lnTo>
                <a:lnTo>
                  <a:pt x="1325265" y="50360"/>
                </a:lnTo>
                <a:lnTo>
                  <a:pt x="1325777" y="50133"/>
                </a:lnTo>
                <a:lnTo>
                  <a:pt x="1326302" y="49919"/>
                </a:lnTo>
                <a:lnTo>
                  <a:pt x="1326838" y="49716"/>
                </a:lnTo>
                <a:lnTo>
                  <a:pt x="1327386" y="49524"/>
                </a:lnTo>
                <a:lnTo>
                  <a:pt x="1327945" y="49344"/>
                </a:lnTo>
                <a:lnTo>
                  <a:pt x="1328516" y="49176"/>
                </a:lnTo>
                <a:lnTo>
                  <a:pt x="1329098" y="49019"/>
                </a:lnTo>
                <a:lnTo>
                  <a:pt x="1329693" y="48874"/>
                </a:lnTo>
                <a:lnTo>
                  <a:pt x="1330299" y="48741"/>
                </a:lnTo>
                <a:lnTo>
                  <a:pt x="1330916" y="48619"/>
                </a:lnTo>
                <a:lnTo>
                  <a:pt x="1331545" y="48509"/>
                </a:lnTo>
                <a:lnTo>
                  <a:pt x="1332186" y="48410"/>
                </a:lnTo>
                <a:lnTo>
                  <a:pt x="1332839" y="48323"/>
                </a:lnTo>
                <a:lnTo>
                  <a:pt x="1333503" y="48248"/>
                </a:lnTo>
                <a:lnTo>
                  <a:pt x="1334179" y="48184"/>
                </a:lnTo>
                <a:lnTo>
                  <a:pt x="1334866" y="48132"/>
                </a:lnTo>
                <a:lnTo>
                  <a:pt x="1335565" y="48091"/>
                </a:lnTo>
                <a:lnTo>
                  <a:pt x="1336276" y="48062"/>
                </a:lnTo>
                <a:lnTo>
                  <a:pt x="1336998" y="48045"/>
                </a:lnTo>
                <a:lnTo>
                  <a:pt x="1337732" y="48039"/>
                </a:lnTo>
                <a:lnTo>
                  <a:pt x="1338459" y="48047"/>
                </a:lnTo>
                <a:lnTo>
                  <a:pt x="1339177" y="48070"/>
                </a:lnTo>
                <a:lnTo>
                  <a:pt x="1339885" y="48109"/>
                </a:lnTo>
                <a:lnTo>
                  <a:pt x="1340584" y="48163"/>
                </a:lnTo>
                <a:lnTo>
                  <a:pt x="1341274" y="48232"/>
                </a:lnTo>
                <a:lnTo>
                  <a:pt x="1341955" y="48317"/>
                </a:lnTo>
                <a:lnTo>
                  <a:pt x="1342627" y="48418"/>
                </a:lnTo>
                <a:lnTo>
                  <a:pt x="1343289" y="48534"/>
                </a:lnTo>
                <a:lnTo>
                  <a:pt x="1343942" y="48665"/>
                </a:lnTo>
                <a:lnTo>
                  <a:pt x="1344586" y="48812"/>
                </a:lnTo>
                <a:lnTo>
                  <a:pt x="1345220" y="48974"/>
                </a:lnTo>
                <a:lnTo>
                  <a:pt x="1345845" y="49152"/>
                </a:lnTo>
                <a:lnTo>
                  <a:pt x="1346461" y="49345"/>
                </a:lnTo>
                <a:lnTo>
                  <a:pt x="1347068" y="49554"/>
                </a:lnTo>
                <a:lnTo>
                  <a:pt x="1347666" y="49778"/>
                </a:lnTo>
                <a:lnTo>
                  <a:pt x="1348254" y="50017"/>
                </a:lnTo>
                <a:lnTo>
                  <a:pt x="1348833" y="50272"/>
                </a:lnTo>
                <a:lnTo>
                  <a:pt x="1349403" y="50543"/>
                </a:lnTo>
                <a:lnTo>
                  <a:pt x="1349963" y="50829"/>
                </a:lnTo>
                <a:lnTo>
                  <a:pt x="1350515" y="51130"/>
                </a:lnTo>
                <a:lnTo>
                  <a:pt x="1351057" y="51447"/>
                </a:lnTo>
                <a:lnTo>
                  <a:pt x="1351589" y="51779"/>
                </a:lnTo>
                <a:lnTo>
                  <a:pt x="1352113" y="52127"/>
                </a:lnTo>
                <a:lnTo>
                  <a:pt x="1352627" y="52490"/>
                </a:lnTo>
                <a:lnTo>
                  <a:pt x="1353126" y="52872"/>
                </a:lnTo>
                <a:lnTo>
                  <a:pt x="1353604" y="53276"/>
                </a:lnTo>
                <a:lnTo>
                  <a:pt x="1354061" y="53702"/>
                </a:lnTo>
                <a:lnTo>
                  <a:pt x="1354496" y="54150"/>
                </a:lnTo>
                <a:lnTo>
                  <a:pt x="1354910" y="54619"/>
                </a:lnTo>
                <a:lnTo>
                  <a:pt x="1355303" y="55111"/>
                </a:lnTo>
                <a:lnTo>
                  <a:pt x="1355674" y="55624"/>
                </a:lnTo>
                <a:lnTo>
                  <a:pt x="1356025" y="56160"/>
                </a:lnTo>
                <a:lnTo>
                  <a:pt x="1356354" y="56717"/>
                </a:lnTo>
                <a:lnTo>
                  <a:pt x="1356662" y="57296"/>
                </a:lnTo>
                <a:lnTo>
                  <a:pt x="1356949" y="57898"/>
                </a:lnTo>
                <a:lnTo>
                  <a:pt x="1357214" y="58521"/>
                </a:lnTo>
                <a:lnTo>
                  <a:pt x="1357458" y="59166"/>
                </a:lnTo>
                <a:lnTo>
                  <a:pt x="1357681" y="59833"/>
                </a:lnTo>
                <a:lnTo>
                  <a:pt x="1357883" y="60522"/>
                </a:lnTo>
                <a:lnTo>
                  <a:pt x="1358063" y="61233"/>
                </a:lnTo>
                <a:lnTo>
                  <a:pt x="1358223" y="61965"/>
                </a:lnTo>
                <a:lnTo>
                  <a:pt x="1358361" y="62720"/>
                </a:lnTo>
                <a:lnTo>
                  <a:pt x="1358478" y="63497"/>
                </a:lnTo>
                <a:lnTo>
                  <a:pt x="1358573" y="64295"/>
                </a:lnTo>
                <a:lnTo>
                  <a:pt x="1358647" y="65116"/>
                </a:lnTo>
                <a:lnTo>
                  <a:pt x="1358701" y="65958"/>
                </a:lnTo>
                <a:lnTo>
                  <a:pt x="1358732" y="66823"/>
                </a:lnTo>
                <a:lnTo>
                  <a:pt x="1358743" y="67709"/>
                </a:lnTo>
                <a:lnTo>
                  <a:pt x="1374723" y="67709"/>
                </a:lnTo>
                <a:lnTo>
                  <a:pt x="1374718" y="67002"/>
                </a:lnTo>
                <a:lnTo>
                  <a:pt x="1374703" y="66304"/>
                </a:lnTo>
                <a:lnTo>
                  <a:pt x="1374677" y="65614"/>
                </a:lnTo>
                <a:lnTo>
                  <a:pt x="1374641" y="64933"/>
                </a:lnTo>
                <a:lnTo>
                  <a:pt x="1374595" y="64260"/>
                </a:lnTo>
                <a:lnTo>
                  <a:pt x="1374538" y="63595"/>
                </a:lnTo>
                <a:lnTo>
                  <a:pt x="1374471" y="62939"/>
                </a:lnTo>
                <a:lnTo>
                  <a:pt x="1374394" y="62292"/>
                </a:lnTo>
                <a:lnTo>
                  <a:pt x="1374307" y="61653"/>
                </a:lnTo>
                <a:lnTo>
                  <a:pt x="1374209" y="61022"/>
                </a:lnTo>
                <a:lnTo>
                  <a:pt x="1374101" y="60400"/>
                </a:lnTo>
                <a:lnTo>
                  <a:pt x="1373983" y="59786"/>
                </a:lnTo>
                <a:lnTo>
                  <a:pt x="1373855" y="59181"/>
                </a:lnTo>
                <a:lnTo>
                  <a:pt x="1373716" y="58584"/>
                </a:lnTo>
                <a:lnTo>
                  <a:pt x="1373567" y="57996"/>
                </a:lnTo>
                <a:lnTo>
                  <a:pt x="1373408" y="57416"/>
                </a:lnTo>
                <a:lnTo>
                  <a:pt x="1373238" y="56845"/>
                </a:lnTo>
                <a:lnTo>
                  <a:pt x="1373059" y="56282"/>
                </a:lnTo>
                <a:lnTo>
                  <a:pt x="1372868" y="55727"/>
                </a:lnTo>
                <a:lnTo>
                  <a:pt x="1372668" y="55181"/>
                </a:lnTo>
                <a:lnTo>
                  <a:pt x="1372457" y="54644"/>
                </a:lnTo>
                <a:lnTo>
                  <a:pt x="1372237" y="54115"/>
                </a:lnTo>
                <a:lnTo>
                  <a:pt x="1372005" y="53594"/>
                </a:lnTo>
                <a:lnTo>
                  <a:pt x="1371764" y="53082"/>
                </a:lnTo>
                <a:lnTo>
                  <a:pt x="1371514" y="52578"/>
                </a:lnTo>
                <a:lnTo>
                  <a:pt x="1371256" y="52082"/>
                </a:lnTo>
                <a:lnTo>
                  <a:pt x="1370991" y="51594"/>
                </a:lnTo>
                <a:lnTo>
                  <a:pt x="1370719" y="51113"/>
                </a:lnTo>
                <a:lnTo>
                  <a:pt x="1370439" y="50640"/>
                </a:lnTo>
                <a:lnTo>
                  <a:pt x="1370152" y="50175"/>
                </a:lnTo>
                <a:lnTo>
                  <a:pt x="1369857" y="49717"/>
                </a:lnTo>
                <a:lnTo>
                  <a:pt x="1369555" y="49268"/>
                </a:lnTo>
                <a:lnTo>
                  <a:pt x="1369246" y="48826"/>
                </a:lnTo>
                <a:lnTo>
                  <a:pt x="1368930" y="48392"/>
                </a:lnTo>
                <a:lnTo>
                  <a:pt x="1368606" y="47965"/>
                </a:lnTo>
                <a:lnTo>
                  <a:pt x="1368274" y="47547"/>
                </a:lnTo>
                <a:lnTo>
                  <a:pt x="1367936" y="47136"/>
                </a:lnTo>
                <a:lnTo>
                  <a:pt x="1367590" y="46733"/>
                </a:lnTo>
                <a:lnTo>
                  <a:pt x="1367236" y="46337"/>
                </a:lnTo>
                <a:lnTo>
                  <a:pt x="1366876" y="45950"/>
                </a:lnTo>
                <a:lnTo>
                  <a:pt x="1366507" y="45570"/>
                </a:lnTo>
                <a:lnTo>
                  <a:pt x="1366132" y="45198"/>
                </a:lnTo>
                <a:lnTo>
                  <a:pt x="1365749" y="44834"/>
                </a:lnTo>
                <a:lnTo>
                  <a:pt x="1365359" y="44477"/>
                </a:lnTo>
                <a:lnTo>
                  <a:pt x="1364961" y="44128"/>
                </a:lnTo>
                <a:lnTo>
                  <a:pt x="1364556" y="43787"/>
                </a:lnTo>
                <a:lnTo>
                  <a:pt x="1364144" y="43454"/>
                </a:lnTo>
                <a:lnTo>
                  <a:pt x="1363724" y="43129"/>
                </a:lnTo>
                <a:lnTo>
                  <a:pt x="1363298" y="42810"/>
                </a:lnTo>
                <a:lnTo>
                  <a:pt x="1362867" y="42499"/>
                </a:lnTo>
                <a:lnTo>
                  <a:pt x="1362430" y="42195"/>
                </a:lnTo>
                <a:lnTo>
                  <a:pt x="1361987" y="41898"/>
                </a:lnTo>
                <a:lnTo>
                  <a:pt x="1361539" y="41607"/>
                </a:lnTo>
                <a:lnTo>
                  <a:pt x="1361086" y="41324"/>
                </a:lnTo>
                <a:lnTo>
                  <a:pt x="1360627" y="41048"/>
                </a:lnTo>
                <a:lnTo>
                  <a:pt x="1360162" y="40780"/>
                </a:lnTo>
                <a:lnTo>
                  <a:pt x="1359692" y="40518"/>
                </a:lnTo>
                <a:lnTo>
                  <a:pt x="1359217" y="40263"/>
                </a:lnTo>
                <a:lnTo>
                  <a:pt x="1358736" y="40015"/>
                </a:lnTo>
                <a:lnTo>
                  <a:pt x="1358250" y="39775"/>
                </a:lnTo>
                <a:lnTo>
                  <a:pt x="1357758" y="39541"/>
                </a:lnTo>
                <a:lnTo>
                  <a:pt x="1357261" y="39315"/>
                </a:lnTo>
                <a:lnTo>
                  <a:pt x="1356758" y="39095"/>
                </a:lnTo>
                <a:lnTo>
                  <a:pt x="1356250" y="38883"/>
                </a:lnTo>
                <a:lnTo>
                  <a:pt x="1355736" y="38677"/>
                </a:lnTo>
                <a:lnTo>
                  <a:pt x="1355217" y="38479"/>
                </a:lnTo>
                <a:lnTo>
                  <a:pt x="1354692" y="38288"/>
                </a:lnTo>
                <a:lnTo>
                  <a:pt x="1354162" y="38104"/>
                </a:lnTo>
                <a:lnTo>
                  <a:pt x="1353626" y="37927"/>
                </a:lnTo>
                <a:lnTo>
                  <a:pt x="1353085" y="37757"/>
                </a:lnTo>
                <a:lnTo>
                  <a:pt x="1352538" y="37594"/>
                </a:lnTo>
                <a:lnTo>
                  <a:pt x="1351986" y="37438"/>
                </a:lnTo>
                <a:lnTo>
                  <a:pt x="1351429" y="37289"/>
                </a:lnTo>
                <a:lnTo>
                  <a:pt x="1350870" y="37146"/>
                </a:lnTo>
                <a:lnTo>
                  <a:pt x="1350307" y="37010"/>
                </a:lnTo>
                <a:lnTo>
                  <a:pt x="1349740" y="36880"/>
                </a:lnTo>
                <a:lnTo>
                  <a:pt x="1349171" y="36756"/>
                </a:lnTo>
                <a:lnTo>
                  <a:pt x="1348598" y="36638"/>
                </a:lnTo>
                <a:lnTo>
                  <a:pt x="1348022" y="36527"/>
                </a:lnTo>
                <a:lnTo>
                  <a:pt x="1347443" y="36423"/>
                </a:lnTo>
                <a:lnTo>
                  <a:pt x="1346860" y="36324"/>
                </a:lnTo>
                <a:lnTo>
                  <a:pt x="1346275" y="36232"/>
                </a:lnTo>
                <a:lnTo>
                  <a:pt x="1345686" y="36146"/>
                </a:lnTo>
                <a:lnTo>
                  <a:pt x="1345093" y="36067"/>
                </a:lnTo>
                <a:lnTo>
                  <a:pt x="1344498" y="35994"/>
                </a:lnTo>
                <a:lnTo>
                  <a:pt x="1343899" y="35927"/>
                </a:lnTo>
                <a:lnTo>
                  <a:pt x="1343297" y="35867"/>
                </a:lnTo>
                <a:lnTo>
                  <a:pt x="1342692" y="35813"/>
                </a:lnTo>
                <a:lnTo>
                  <a:pt x="1342083" y="35766"/>
                </a:lnTo>
                <a:lnTo>
                  <a:pt x="1341471" y="35724"/>
                </a:lnTo>
                <a:lnTo>
                  <a:pt x="1340856" y="35689"/>
                </a:lnTo>
                <a:lnTo>
                  <a:pt x="1340238" y="35661"/>
                </a:lnTo>
                <a:lnTo>
                  <a:pt x="1339616" y="35639"/>
                </a:lnTo>
                <a:lnTo>
                  <a:pt x="1338991" y="35623"/>
                </a:lnTo>
                <a:lnTo>
                  <a:pt x="1338363" y="35613"/>
                </a:lnTo>
                <a:lnTo>
                  <a:pt x="1337732" y="35610"/>
                </a:lnTo>
                <a:lnTo>
                  <a:pt x="1337093" y="35613"/>
                </a:lnTo>
                <a:lnTo>
                  <a:pt x="1336457" y="35622"/>
                </a:lnTo>
                <a:lnTo>
                  <a:pt x="1335825" y="35636"/>
                </a:lnTo>
                <a:lnTo>
                  <a:pt x="1335197" y="35657"/>
                </a:lnTo>
                <a:lnTo>
                  <a:pt x="1334573" y="35683"/>
                </a:lnTo>
                <a:lnTo>
                  <a:pt x="1333953" y="35715"/>
                </a:lnTo>
                <a:lnTo>
                  <a:pt x="1333336" y="35753"/>
                </a:lnTo>
                <a:lnTo>
                  <a:pt x="1332723" y="35796"/>
                </a:lnTo>
                <a:lnTo>
                  <a:pt x="1332114" y="35846"/>
                </a:lnTo>
                <a:lnTo>
                  <a:pt x="1331509" y="35901"/>
                </a:lnTo>
                <a:lnTo>
                  <a:pt x="1330907" y="35962"/>
                </a:lnTo>
                <a:lnTo>
                  <a:pt x="1330309" y="36029"/>
                </a:lnTo>
                <a:lnTo>
                  <a:pt x="1329715" y="36102"/>
                </a:lnTo>
                <a:lnTo>
                  <a:pt x="1329125" y="36181"/>
                </a:lnTo>
                <a:lnTo>
                  <a:pt x="1328538" y="36265"/>
                </a:lnTo>
                <a:lnTo>
                  <a:pt x="1327955" y="36355"/>
                </a:lnTo>
                <a:lnTo>
                  <a:pt x="1327376" y="36451"/>
                </a:lnTo>
                <a:lnTo>
                  <a:pt x="1326801" y="36553"/>
                </a:lnTo>
                <a:lnTo>
                  <a:pt x="1326230" y="36661"/>
                </a:lnTo>
                <a:lnTo>
                  <a:pt x="1325662" y="36775"/>
                </a:lnTo>
                <a:lnTo>
                  <a:pt x="1325098" y="36894"/>
                </a:lnTo>
                <a:lnTo>
                  <a:pt x="1324538" y="37019"/>
                </a:lnTo>
                <a:lnTo>
                  <a:pt x="1323981" y="37150"/>
                </a:lnTo>
                <a:lnTo>
                  <a:pt x="1323429" y="37287"/>
                </a:lnTo>
                <a:lnTo>
                  <a:pt x="1322881" y="37429"/>
                </a:lnTo>
                <a:lnTo>
                  <a:pt x="1322339" y="37578"/>
                </a:lnTo>
                <a:lnTo>
                  <a:pt x="1321804" y="37732"/>
                </a:lnTo>
                <a:lnTo>
                  <a:pt x="1321274" y="37892"/>
                </a:lnTo>
                <a:lnTo>
                  <a:pt x="1320750" y="38057"/>
                </a:lnTo>
                <a:lnTo>
                  <a:pt x="1320232" y="38229"/>
                </a:lnTo>
                <a:lnTo>
                  <a:pt x="1319720" y="38406"/>
                </a:lnTo>
                <a:lnTo>
                  <a:pt x="1319215" y="38590"/>
                </a:lnTo>
                <a:lnTo>
                  <a:pt x="1318715" y="38779"/>
                </a:lnTo>
                <a:lnTo>
                  <a:pt x="1318221" y="38974"/>
                </a:lnTo>
                <a:lnTo>
                  <a:pt x="1317733" y="39174"/>
                </a:lnTo>
                <a:lnTo>
                  <a:pt x="1317251" y="39381"/>
                </a:lnTo>
                <a:lnTo>
                  <a:pt x="1316775" y="39593"/>
                </a:lnTo>
                <a:lnTo>
                  <a:pt x="1316306" y="39811"/>
                </a:lnTo>
                <a:lnTo>
                  <a:pt x="1315842" y="40036"/>
                </a:lnTo>
                <a:lnTo>
                  <a:pt x="1315384" y="40265"/>
                </a:lnTo>
                <a:lnTo>
                  <a:pt x="1314932" y="40501"/>
                </a:lnTo>
                <a:lnTo>
                  <a:pt x="1314486" y="40743"/>
                </a:lnTo>
                <a:lnTo>
                  <a:pt x="1314046" y="40990"/>
                </a:lnTo>
                <a:lnTo>
                  <a:pt x="1313613" y="41243"/>
                </a:lnTo>
                <a:lnTo>
                  <a:pt x="1313185" y="41502"/>
                </a:lnTo>
                <a:lnTo>
                  <a:pt x="1312763" y="41767"/>
                </a:lnTo>
                <a:lnTo>
                  <a:pt x="1312347" y="42038"/>
                </a:lnTo>
                <a:lnTo>
                  <a:pt x="1311937" y="42315"/>
                </a:lnTo>
                <a:lnTo>
                  <a:pt x="1311534" y="42597"/>
                </a:lnTo>
                <a:lnTo>
                  <a:pt x="1311138" y="42885"/>
                </a:lnTo>
                <a:lnTo>
                  <a:pt x="1310750" y="43179"/>
                </a:lnTo>
                <a:lnTo>
                  <a:pt x="1310370" y="43478"/>
                </a:lnTo>
                <a:lnTo>
                  <a:pt x="1309997" y="43784"/>
                </a:lnTo>
                <a:lnTo>
                  <a:pt x="1309631" y="44095"/>
                </a:lnTo>
                <a:lnTo>
                  <a:pt x="1309273" y="44412"/>
                </a:lnTo>
                <a:lnTo>
                  <a:pt x="1308923" y="44735"/>
                </a:lnTo>
                <a:lnTo>
                  <a:pt x="1308580" y="45064"/>
                </a:lnTo>
                <a:lnTo>
                  <a:pt x="1308245" y="45398"/>
                </a:lnTo>
                <a:lnTo>
                  <a:pt x="1307917" y="45739"/>
                </a:lnTo>
                <a:lnTo>
                  <a:pt x="1307597" y="46085"/>
                </a:lnTo>
                <a:lnTo>
                  <a:pt x="1307284" y="46437"/>
                </a:lnTo>
                <a:lnTo>
                  <a:pt x="1306979" y="46795"/>
                </a:lnTo>
                <a:lnTo>
                  <a:pt x="1306681" y="47158"/>
                </a:lnTo>
                <a:lnTo>
                  <a:pt x="1306391" y="47528"/>
                </a:lnTo>
                <a:lnTo>
                  <a:pt x="1306108" y="47903"/>
                </a:lnTo>
                <a:lnTo>
                  <a:pt x="1305833" y="48284"/>
                </a:lnTo>
                <a:lnTo>
                  <a:pt x="1305566" y="48671"/>
                </a:lnTo>
                <a:lnTo>
                  <a:pt x="1305306" y="49064"/>
                </a:lnTo>
                <a:lnTo>
                  <a:pt x="1305054" y="49462"/>
                </a:lnTo>
                <a:lnTo>
                  <a:pt x="1304809" y="49867"/>
                </a:lnTo>
                <a:lnTo>
                  <a:pt x="1304571" y="50277"/>
                </a:lnTo>
                <a:lnTo>
                  <a:pt x="1304341" y="50693"/>
                </a:lnTo>
                <a:lnTo>
                  <a:pt x="1304120" y="51115"/>
                </a:lnTo>
                <a:lnTo>
                  <a:pt x="1303908" y="51542"/>
                </a:lnTo>
                <a:lnTo>
                  <a:pt x="1303706" y="51975"/>
                </a:lnTo>
                <a:lnTo>
                  <a:pt x="1303513" y="52413"/>
                </a:lnTo>
                <a:lnTo>
                  <a:pt x="1303329" y="52856"/>
                </a:lnTo>
                <a:lnTo>
                  <a:pt x="1303155" y="53305"/>
                </a:lnTo>
                <a:lnTo>
                  <a:pt x="1302990" y="53760"/>
                </a:lnTo>
                <a:lnTo>
                  <a:pt x="1302834" y="54220"/>
                </a:lnTo>
                <a:lnTo>
                  <a:pt x="1302688" y="54685"/>
                </a:lnTo>
                <a:lnTo>
                  <a:pt x="1302552" y="55156"/>
                </a:lnTo>
                <a:lnTo>
                  <a:pt x="1302425" y="55633"/>
                </a:lnTo>
                <a:lnTo>
                  <a:pt x="1302307" y="56115"/>
                </a:lnTo>
                <a:lnTo>
                  <a:pt x="1302199" y="56602"/>
                </a:lnTo>
                <a:lnTo>
                  <a:pt x="1302100" y="57095"/>
                </a:lnTo>
                <a:lnTo>
                  <a:pt x="1302010" y="57593"/>
                </a:lnTo>
                <a:lnTo>
                  <a:pt x="1301930" y="58097"/>
                </a:lnTo>
                <a:lnTo>
                  <a:pt x="1301860" y="58606"/>
                </a:lnTo>
                <a:lnTo>
                  <a:pt x="1301798" y="59121"/>
                </a:lnTo>
                <a:lnTo>
                  <a:pt x="1301747" y="59641"/>
                </a:lnTo>
                <a:lnTo>
                  <a:pt x="1301704" y="60167"/>
                </a:lnTo>
                <a:lnTo>
                  <a:pt x="1301671" y="60698"/>
                </a:lnTo>
                <a:lnTo>
                  <a:pt x="1301648" y="61234"/>
                </a:lnTo>
                <a:lnTo>
                  <a:pt x="1301633" y="61776"/>
                </a:lnTo>
                <a:lnTo>
                  <a:pt x="1301629" y="62324"/>
                </a:lnTo>
                <a:lnTo>
                  <a:pt x="1301635" y="63021"/>
                </a:lnTo>
                <a:lnTo>
                  <a:pt x="1301655" y="63709"/>
                </a:lnTo>
                <a:lnTo>
                  <a:pt x="1301689" y="64386"/>
                </a:lnTo>
                <a:lnTo>
                  <a:pt x="1301736" y="65054"/>
                </a:lnTo>
                <a:lnTo>
                  <a:pt x="1301796" y="65711"/>
                </a:lnTo>
                <a:lnTo>
                  <a:pt x="1301869" y="66358"/>
                </a:lnTo>
                <a:lnTo>
                  <a:pt x="1301956" y="66996"/>
                </a:lnTo>
                <a:lnTo>
                  <a:pt x="1302056" y="67623"/>
                </a:lnTo>
                <a:lnTo>
                  <a:pt x="1302170" y="68240"/>
                </a:lnTo>
                <a:lnTo>
                  <a:pt x="1302297" y="68847"/>
                </a:lnTo>
                <a:lnTo>
                  <a:pt x="1302437" y="69444"/>
                </a:lnTo>
                <a:lnTo>
                  <a:pt x="1302591" y="70031"/>
                </a:lnTo>
                <a:lnTo>
                  <a:pt x="1302758" y="70608"/>
                </a:lnTo>
                <a:lnTo>
                  <a:pt x="1302938" y="71175"/>
                </a:lnTo>
                <a:lnTo>
                  <a:pt x="1303132" y="71732"/>
                </a:lnTo>
                <a:lnTo>
                  <a:pt x="1303339" y="72279"/>
                </a:lnTo>
                <a:lnTo>
                  <a:pt x="1303559" y="72815"/>
                </a:lnTo>
                <a:lnTo>
                  <a:pt x="1303793" y="73342"/>
                </a:lnTo>
                <a:lnTo>
                  <a:pt x="1304040" y="73859"/>
                </a:lnTo>
                <a:lnTo>
                  <a:pt x="1304300" y="74365"/>
                </a:lnTo>
                <a:lnTo>
                  <a:pt x="1304574" y="74862"/>
                </a:lnTo>
                <a:lnTo>
                  <a:pt x="1304861" y="75348"/>
                </a:lnTo>
                <a:lnTo>
                  <a:pt x="1305162" y="75825"/>
                </a:lnTo>
                <a:lnTo>
                  <a:pt x="1305476" y="76291"/>
                </a:lnTo>
                <a:lnTo>
                  <a:pt x="1305803" y="76749"/>
                </a:lnTo>
                <a:lnTo>
                  <a:pt x="1306144" y="77200"/>
                </a:lnTo>
                <a:lnTo>
                  <a:pt x="1306498" y="77645"/>
                </a:lnTo>
                <a:lnTo>
                  <a:pt x="1306865" y="78083"/>
                </a:lnTo>
                <a:lnTo>
                  <a:pt x="1307246" y="78514"/>
                </a:lnTo>
                <a:lnTo>
                  <a:pt x="1307640" y="78939"/>
                </a:lnTo>
                <a:lnTo>
                  <a:pt x="1308047" y="79356"/>
                </a:lnTo>
                <a:lnTo>
                  <a:pt x="1308468" y="79767"/>
                </a:lnTo>
                <a:lnTo>
                  <a:pt x="1308902" y="80172"/>
                </a:lnTo>
                <a:lnTo>
                  <a:pt x="1309350" y="80570"/>
                </a:lnTo>
                <a:lnTo>
                  <a:pt x="1309810" y="80961"/>
                </a:lnTo>
                <a:lnTo>
                  <a:pt x="1310285" y="81345"/>
                </a:lnTo>
                <a:lnTo>
                  <a:pt x="1310772" y="81723"/>
                </a:lnTo>
                <a:lnTo>
                  <a:pt x="1311273" y="82093"/>
                </a:lnTo>
                <a:lnTo>
                  <a:pt x="1311787" y="82458"/>
                </a:lnTo>
                <a:lnTo>
                  <a:pt x="1312315" y="82815"/>
                </a:lnTo>
                <a:lnTo>
                  <a:pt x="1312856" y="83166"/>
                </a:lnTo>
                <a:lnTo>
                  <a:pt x="1313410" y="83510"/>
                </a:lnTo>
                <a:lnTo>
                  <a:pt x="1313978" y="83847"/>
                </a:lnTo>
                <a:lnTo>
                  <a:pt x="1314559" y="84178"/>
                </a:lnTo>
                <a:lnTo>
                  <a:pt x="1315154" y="84502"/>
                </a:lnTo>
                <a:lnTo>
                  <a:pt x="1315761" y="84819"/>
                </a:lnTo>
                <a:lnTo>
                  <a:pt x="1316383" y="85130"/>
                </a:lnTo>
                <a:lnTo>
                  <a:pt x="1317017" y="85434"/>
                </a:lnTo>
                <a:lnTo>
                  <a:pt x="1317664" y="85733"/>
                </a:lnTo>
                <a:lnTo>
                  <a:pt x="1318324" y="86029"/>
                </a:lnTo>
                <a:lnTo>
                  <a:pt x="1318996" y="86321"/>
                </a:lnTo>
                <a:lnTo>
                  <a:pt x="1319680" y="86611"/>
                </a:lnTo>
                <a:lnTo>
                  <a:pt x="1320377" y="86898"/>
                </a:lnTo>
                <a:lnTo>
                  <a:pt x="1321086" y="87182"/>
                </a:lnTo>
                <a:lnTo>
                  <a:pt x="1321807" y="87463"/>
                </a:lnTo>
                <a:lnTo>
                  <a:pt x="1322541" y="87741"/>
                </a:lnTo>
                <a:lnTo>
                  <a:pt x="1323287" y="88016"/>
                </a:lnTo>
                <a:lnTo>
                  <a:pt x="1324045" y="88288"/>
                </a:lnTo>
                <a:lnTo>
                  <a:pt x="1324816" y="88557"/>
                </a:lnTo>
                <a:lnTo>
                  <a:pt x="1325599" y="88823"/>
                </a:lnTo>
                <a:lnTo>
                  <a:pt x="1326394" y="89085"/>
                </a:lnTo>
                <a:lnTo>
                  <a:pt x="1327202" y="89345"/>
                </a:lnTo>
                <a:lnTo>
                  <a:pt x="1328022" y="89602"/>
                </a:lnTo>
                <a:lnTo>
                  <a:pt x="1328854" y="89856"/>
                </a:lnTo>
                <a:lnTo>
                  <a:pt x="1329699" y="90107"/>
                </a:lnTo>
                <a:lnTo>
                  <a:pt x="1330556" y="90356"/>
                </a:lnTo>
                <a:lnTo>
                  <a:pt x="1331425" y="90601"/>
                </a:lnTo>
                <a:lnTo>
                  <a:pt x="1332307" y="90843"/>
                </a:lnTo>
                <a:lnTo>
                  <a:pt x="1333201" y="91082"/>
                </a:lnTo>
                <a:lnTo>
                  <a:pt x="1334107" y="91318"/>
                </a:lnTo>
                <a:lnTo>
                  <a:pt x="1335026" y="91551"/>
                </a:lnTo>
                <a:lnTo>
                  <a:pt x="1335956" y="91781"/>
                </a:lnTo>
                <a:lnTo>
                  <a:pt x="1337093" y="92061"/>
                </a:lnTo>
                <a:lnTo>
                  <a:pt x="1338200" y="92341"/>
                </a:lnTo>
                <a:lnTo>
                  <a:pt x="1339279" y="92622"/>
                </a:lnTo>
                <a:lnTo>
                  <a:pt x="1340328" y="92904"/>
                </a:lnTo>
                <a:lnTo>
                  <a:pt x="1341349" y="93186"/>
                </a:lnTo>
                <a:lnTo>
                  <a:pt x="1342341" y="93469"/>
                </a:lnTo>
                <a:lnTo>
                  <a:pt x="1343303" y="93753"/>
                </a:lnTo>
                <a:lnTo>
                  <a:pt x="1344237" y="94038"/>
                </a:lnTo>
                <a:lnTo>
                  <a:pt x="1345142" y="94323"/>
                </a:lnTo>
                <a:lnTo>
                  <a:pt x="1346018" y="94609"/>
                </a:lnTo>
                <a:lnTo>
                  <a:pt x="1346865" y="94896"/>
                </a:lnTo>
                <a:lnTo>
                  <a:pt x="1347683" y="95183"/>
                </a:lnTo>
                <a:lnTo>
                  <a:pt x="1348472" y="95472"/>
                </a:lnTo>
                <a:lnTo>
                  <a:pt x="1349232" y="95761"/>
                </a:lnTo>
                <a:lnTo>
                  <a:pt x="1349963" y="96050"/>
                </a:lnTo>
                <a:lnTo>
                  <a:pt x="1350665" y="96341"/>
                </a:lnTo>
                <a:lnTo>
                  <a:pt x="1351339" y="96632"/>
                </a:lnTo>
                <a:lnTo>
                  <a:pt x="1351983" y="96923"/>
                </a:lnTo>
                <a:lnTo>
                  <a:pt x="1352598" y="97216"/>
                </a:lnTo>
                <a:lnTo>
                  <a:pt x="1353185" y="97509"/>
                </a:lnTo>
                <a:lnTo>
                  <a:pt x="1353742" y="97803"/>
                </a:lnTo>
                <a:lnTo>
                  <a:pt x="1354271" y="98098"/>
                </a:lnTo>
                <a:lnTo>
                  <a:pt x="1354770" y="98393"/>
                </a:lnTo>
                <a:lnTo>
                  <a:pt x="1355241" y="98689"/>
                </a:lnTo>
                <a:lnTo>
                  <a:pt x="1355688" y="98992"/>
                </a:lnTo>
                <a:lnTo>
                  <a:pt x="1356116" y="99308"/>
                </a:lnTo>
                <a:lnTo>
                  <a:pt x="1356524" y="99636"/>
                </a:lnTo>
                <a:lnTo>
                  <a:pt x="1356914" y="99978"/>
                </a:lnTo>
                <a:lnTo>
                  <a:pt x="1357285" y="100333"/>
                </a:lnTo>
                <a:lnTo>
                  <a:pt x="1357636" y="100701"/>
                </a:lnTo>
                <a:lnTo>
                  <a:pt x="1357969" y="101082"/>
                </a:lnTo>
                <a:lnTo>
                  <a:pt x="1358283" y="101476"/>
                </a:lnTo>
                <a:lnTo>
                  <a:pt x="1358577" y="101884"/>
                </a:lnTo>
                <a:lnTo>
                  <a:pt x="1358853" y="102304"/>
                </a:lnTo>
                <a:lnTo>
                  <a:pt x="1359110" y="102737"/>
                </a:lnTo>
                <a:lnTo>
                  <a:pt x="1359347" y="103184"/>
                </a:lnTo>
                <a:lnTo>
                  <a:pt x="1359566" y="103643"/>
                </a:lnTo>
                <a:lnTo>
                  <a:pt x="1359765" y="104115"/>
                </a:lnTo>
                <a:lnTo>
                  <a:pt x="1359946" y="104601"/>
                </a:lnTo>
                <a:lnTo>
                  <a:pt x="1360108" y="105100"/>
                </a:lnTo>
                <a:lnTo>
                  <a:pt x="1360250" y="105611"/>
                </a:lnTo>
                <a:lnTo>
                  <a:pt x="1360374" y="106136"/>
                </a:lnTo>
                <a:lnTo>
                  <a:pt x="1360478" y="106674"/>
                </a:lnTo>
                <a:lnTo>
                  <a:pt x="1360564" y="107224"/>
                </a:lnTo>
                <a:lnTo>
                  <a:pt x="1360630" y="107788"/>
                </a:lnTo>
                <a:lnTo>
                  <a:pt x="1360678" y="108365"/>
                </a:lnTo>
                <a:lnTo>
                  <a:pt x="1360706" y="108955"/>
                </a:lnTo>
                <a:lnTo>
                  <a:pt x="1360716" y="109558"/>
                </a:lnTo>
                <a:lnTo>
                  <a:pt x="1360705" y="110277"/>
                </a:lnTo>
                <a:lnTo>
                  <a:pt x="1360674" y="110979"/>
                </a:lnTo>
                <a:lnTo>
                  <a:pt x="1360621" y="111663"/>
                </a:lnTo>
                <a:lnTo>
                  <a:pt x="1360547" y="112330"/>
                </a:lnTo>
                <a:lnTo>
                  <a:pt x="1360453" y="112980"/>
                </a:lnTo>
                <a:lnTo>
                  <a:pt x="1360337" y="113613"/>
                </a:lnTo>
                <a:lnTo>
                  <a:pt x="1360200" y="114229"/>
                </a:lnTo>
                <a:lnTo>
                  <a:pt x="1360042" y="114828"/>
                </a:lnTo>
                <a:lnTo>
                  <a:pt x="1359863" y="115409"/>
                </a:lnTo>
                <a:lnTo>
                  <a:pt x="1359663" y="115974"/>
                </a:lnTo>
                <a:lnTo>
                  <a:pt x="1359441" y="116521"/>
                </a:lnTo>
                <a:lnTo>
                  <a:pt x="1359199" y="117051"/>
                </a:lnTo>
                <a:lnTo>
                  <a:pt x="1358936" y="117564"/>
                </a:lnTo>
                <a:lnTo>
                  <a:pt x="1358652" y="118060"/>
                </a:lnTo>
                <a:lnTo>
                  <a:pt x="1358346" y="118539"/>
                </a:lnTo>
                <a:lnTo>
                  <a:pt x="1358020" y="119001"/>
                </a:lnTo>
                <a:lnTo>
                  <a:pt x="1357672" y="119445"/>
                </a:lnTo>
                <a:lnTo>
                  <a:pt x="1357303" y="119872"/>
                </a:lnTo>
                <a:lnTo>
                  <a:pt x="1356914" y="120283"/>
                </a:lnTo>
                <a:lnTo>
                  <a:pt x="1356503" y="120676"/>
                </a:lnTo>
                <a:lnTo>
                  <a:pt x="1356071" y="121052"/>
                </a:lnTo>
                <a:lnTo>
                  <a:pt x="1355618" y="121411"/>
                </a:lnTo>
                <a:lnTo>
                  <a:pt x="1355144" y="121752"/>
                </a:lnTo>
                <a:lnTo>
                  <a:pt x="1354649" y="122077"/>
                </a:lnTo>
                <a:lnTo>
                  <a:pt x="1354138" y="122386"/>
                </a:lnTo>
                <a:lnTo>
                  <a:pt x="1353615" y="122682"/>
                </a:lnTo>
                <a:lnTo>
                  <a:pt x="1353081" y="122965"/>
                </a:lnTo>
                <a:lnTo>
                  <a:pt x="1352535" y="123235"/>
                </a:lnTo>
                <a:lnTo>
                  <a:pt x="1351978" y="123492"/>
                </a:lnTo>
                <a:lnTo>
                  <a:pt x="1351410" y="123736"/>
                </a:lnTo>
                <a:lnTo>
                  <a:pt x="1350829" y="123966"/>
                </a:lnTo>
                <a:lnTo>
                  <a:pt x="1350238" y="124183"/>
                </a:lnTo>
                <a:lnTo>
                  <a:pt x="1349635" y="124387"/>
                </a:lnTo>
                <a:lnTo>
                  <a:pt x="1349020" y="124578"/>
                </a:lnTo>
                <a:lnTo>
                  <a:pt x="1348394" y="124756"/>
                </a:lnTo>
                <a:lnTo>
                  <a:pt x="1347757" y="124920"/>
                </a:lnTo>
                <a:lnTo>
                  <a:pt x="1347108" y="125072"/>
                </a:lnTo>
                <a:lnTo>
                  <a:pt x="1346447" y="125210"/>
                </a:lnTo>
                <a:lnTo>
                  <a:pt x="1345775" y="125335"/>
                </a:lnTo>
                <a:lnTo>
                  <a:pt x="1345092" y="125447"/>
                </a:lnTo>
                <a:lnTo>
                  <a:pt x="1344397" y="125546"/>
                </a:lnTo>
                <a:lnTo>
                  <a:pt x="1343691" y="125631"/>
                </a:lnTo>
                <a:lnTo>
                  <a:pt x="1342973" y="125704"/>
                </a:lnTo>
                <a:lnTo>
                  <a:pt x="1342244" y="125763"/>
                </a:lnTo>
                <a:lnTo>
                  <a:pt x="1341503" y="125809"/>
                </a:lnTo>
                <a:lnTo>
                  <a:pt x="1340751" y="125842"/>
                </a:lnTo>
                <a:lnTo>
                  <a:pt x="1339987" y="125862"/>
                </a:lnTo>
                <a:lnTo>
                  <a:pt x="1339212" y="125868"/>
                </a:lnTo>
                <a:lnTo>
                  <a:pt x="1338346" y="125860"/>
                </a:lnTo>
                <a:lnTo>
                  <a:pt x="1337493" y="125835"/>
                </a:lnTo>
                <a:lnTo>
                  <a:pt x="1336652" y="125793"/>
                </a:lnTo>
                <a:lnTo>
                  <a:pt x="1335824" y="125735"/>
                </a:lnTo>
                <a:lnTo>
                  <a:pt x="1335007" y="125660"/>
                </a:lnTo>
                <a:lnTo>
                  <a:pt x="1334202" y="125568"/>
                </a:lnTo>
                <a:lnTo>
                  <a:pt x="1333410" y="125459"/>
                </a:lnTo>
                <a:lnTo>
                  <a:pt x="1332630" y="125334"/>
                </a:lnTo>
                <a:lnTo>
                  <a:pt x="1331862" y="125192"/>
                </a:lnTo>
                <a:lnTo>
                  <a:pt x="1331106" y="125034"/>
                </a:lnTo>
                <a:lnTo>
                  <a:pt x="1330363" y="124859"/>
                </a:lnTo>
                <a:lnTo>
                  <a:pt x="1329631" y="124667"/>
                </a:lnTo>
                <a:lnTo>
                  <a:pt x="1328912" y="124458"/>
                </a:lnTo>
                <a:lnTo>
                  <a:pt x="1328204" y="124233"/>
                </a:lnTo>
                <a:lnTo>
                  <a:pt x="1327509" y="123991"/>
                </a:lnTo>
                <a:lnTo>
                  <a:pt x="1326827" y="123732"/>
                </a:lnTo>
                <a:lnTo>
                  <a:pt x="1326156" y="123457"/>
                </a:lnTo>
                <a:lnTo>
                  <a:pt x="1325497" y="123165"/>
                </a:lnTo>
                <a:lnTo>
                  <a:pt x="1324851" y="122856"/>
                </a:lnTo>
                <a:lnTo>
                  <a:pt x="1324217" y="122531"/>
                </a:lnTo>
                <a:lnTo>
                  <a:pt x="1323595" y="122189"/>
                </a:lnTo>
                <a:lnTo>
                  <a:pt x="1322985" y="121830"/>
                </a:lnTo>
                <a:lnTo>
                  <a:pt x="1322387" y="121455"/>
                </a:lnTo>
                <a:lnTo>
                  <a:pt x="1321801" y="121063"/>
                </a:lnTo>
                <a:lnTo>
                  <a:pt x="1321234" y="120650"/>
                </a:lnTo>
                <a:lnTo>
                  <a:pt x="1320690" y="120213"/>
                </a:lnTo>
                <a:lnTo>
                  <a:pt x="1320171" y="119752"/>
                </a:lnTo>
                <a:lnTo>
                  <a:pt x="1319676" y="119267"/>
                </a:lnTo>
                <a:lnTo>
                  <a:pt x="1319205" y="118758"/>
                </a:lnTo>
                <a:lnTo>
                  <a:pt x="1318759" y="118224"/>
                </a:lnTo>
                <a:lnTo>
                  <a:pt x="1318336" y="117666"/>
                </a:lnTo>
                <a:lnTo>
                  <a:pt x="1317938" y="117084"/>
                </a:lnTo>
                <a:lnTo>
                  <a:pt x="1317563" y="116478"/>
                </a:lnTo>
                <a:lnTo>
                  <a:pt x="1317213" y="115847"/>
                </a:lnTo>
                <a:lnTo>
                  <a:pt x="1316887" y="115192"/>
                </a:lnTo>
                <a:lnTo>
                  <a:pt x="1316585" y="114514"/>
                </a:lnTo>
                <a:lnTo>
                  <a:pt x="1316308" y="113810"/>
                </a:lnTo>
                <a:lnTo>
                  <a:pt x="1316054" y="113083"/>
                </a:lnTo>
                <a:lnTo>
                  <a:pt x="1315825" y="112332"/>
                </a:lnTo>
                <a:lnTo>
                  <a:pt x="1315620" y="111556"/>
                </a:lnTo>
                <a:lnTo>
                  <a:pt x="1315439" y="110756"/>
                </a:lnTo>
                <a:lnTo>
                  <a:pt x="1315282" y="109932"/>
                </a:lnTo>
                <a:lnTo>
                  <a:pt x="1315149" y="109083"/>
                </a:lnTo>
                <a:lnTo>
                  <a:pt x="1315040" y="108211"/>
                </a:lnTo>
                <a:lnTo>
                  <a:pt x="1314956" y="107314"/>
                </a:lnTo>
                <a:lnTo>
                  <a:pt x="1314895" y="106393"/>
                </a:lnTo>
                <a:lnTo>
                  <a:pt x="1314859" y="105448"/>
                </a:lnTo>
                <a:lnTo>
                  <a:pt x="1314847" y="104478"/>
                </a:lnTo>
                <a:lnTo>
                  <a:pt x="1298965" y="104478"/>
                </a:lnTo>
                <a:lnTo>
                  <a:pt x="1298971" y="105235"/>
                </a:lnTo>
                <a:lnTo>
                  <a:pt x="1298987" y="105983"/>
                </a:lnTo>
                <a:lnTo>
                  <a:pt x="1299014" y="106722"/>
                </a:lnTo>
                <a:lnTo>
                  <a:pt x="1299052" y="107451"/>
                </a:lnTo>
                <a:lnTo>
                  <a:pt x="1299100" y="108171"/>
                </a:lnTo>
                <a:lnTo>
                  <a:pt x="1299160" y="108881"/>
                </a:lnTo>
                <a:lnTo>
                  <a:pt x="1299230" y="109583"/>
                </a:lnTo>
                <a:lnTo>
                  <a:pt x="1299311" y="110275"/>
                </a:lnTo>
                <a:lnTo>
                  <a:pt x="1299402" y="110957"/>
                </a:lnTo>
                <a:lnTo>
                  <a:pt x="1299505" y="111630"/>
                </a:lnTo>
                <a:lnTo>
                  <a:pt x="1299618" y="112294"/>
                </a:lnTo>
                <a:lnTo>
                  <a:pt x="1299742" y="112948"/>
                </a:lnTo>
                <a:lnTo>
                  <a:pt x="1299877" y="113594"/>
                </a:lnTo>
                <a:lnTo>
                  <a:pt x="1300023" y="114229"/>
                </a:lnTo>
                <a:lnTo>
                  <a:pt x="1300179" y="114856"/>
                </a:lnTo>
                <a:lnTo>
                  <a:pt x="1300346" y="115473"/>
                </a:lnTo>
                <a:lnTo>
                  <a:pt x="1300524" y="116081"/>
                </a:lnTo>
                <a:lnTo>
                  <a:pt x="1300713" y="116679"/>
                </a:lnTo>
                <a:lnTo>
                  <a:pt x="1300913" y="117268"/>
                </a:lnTo>
                <a:lnTo>
                  <a:pt x="1301123" y="117848"/>
                </a:lnTo>
                <a:lnTo>
                  <a:pt x="1301344" y="118418"/>
                </a:lnTo>
                <a:lnTo>
                  <a:pt x="1301576" y="118979"/>
                </a:lnTo>
                <a:lnTo>
                  <a:pt x="1301819" y="119531"/>
                </a:lnTo>
                <a:lnTo>
                  <a:pt x="1302073" y="120073"/>
                </a:lnTo>
                <a:lnTo>
                  <a:pt x="1302336" y="120606"/>
                </a:lnTo>
                <a:lnTo>
                  <a:pt x="1302607" y="121131"/>
                </a:lnTo>
                <a:lnTo>
                  <a:pt x="1302887" y="121646"/>
                </a:lnTo>
                <a:lnTo>
                  <a:pt x="1303176" y="122154"/>
                </a:lnTo>
                <a:lnTo>
                  <a:pt x="1303472" y="122652"/>
                </a:lnTo>
                <a:lnTo>
                  <a:pt x="1303777" y="123142"/>
                </a:lnTo>
                <a:lnTo>
                  <a:pt x="1304091" y="123623"/>
                </a:lnTo>
                <a:lnTo>
                  <a:pt x="1304413" y="124096"/>
                </a:lnTo>
                <a:lnTo>
                  <a:pt x="1304743" y="124560"/>
                </a:lnTo>
                <a:lnTo>
                  <a:pt x="1305082" y="125015"/>
                </a:lnTo>
                <a:lnTo>
                  <a:pt x="1305429" y="125462"/>
                </a:lnTo>
                <a:lnTo>
                  <a:pt x="1305784" y="125900"/>
                </a:lnTo>
                <a:lnTo>
                  <a:pt x="1306148" y="126329"/>
                </a:lnTo>
                <a:lnTo>
                  <a:pt x="1306520" y="126750"/>
                </a:lnTo>
                <a:lnTo>
                  <a:pt x="1306901" y="127162"/>
                </a:lnTo>
                <a:lnTo>
                  <a:pt x="1307290" y="127566"/>
                </a:lnTo>
                <a:lnTo>
                  <a:pt x="1307687" y="127961"/>
                </a:lnTo>
                <a:lnTo>
                  <a:pt x="1308093" y="128347"/>
                </a:lnTo>
                <a:lnTo>
                  <a:pt x="1308507" y="128724"/>
                </a:lnTo>
                <a:lnTo>
                  <a:pt x="1308930" y="129093"/>
                </a:lnTo>
                <a:lnTo>
                  <a:pt x="1309361" y="129454"/>
                </a:lnTo>
                <a:lnTo>
                  <a:pt x="1309800" y="129805"/>
                </a:lnTo>
                <a:lnTo>
                  <a:pt x="1310248" y="130149"/>
                </a:lnTo>
                <a:lnTo>
                  <a:pt x="1310704" y="130483"/>
                </a:lnTo>
                <a:lnTo>
                  <a:pt x="1311167" y="130809"/>
                </a:lnTo>
                <a:lnTo>
                  <a:pt x="1311637" y="131128"/>
                </a:lnTo>
                <a:lnTo>
                  <a:pt x="1312112" y="131440"/>
                </a:lnTo>
                <a:lnTo>
                  <a:pt x="1312593" y="131744"/>
                </a:lnTo>
                <a:lnTo>
                  <a:pt x="1313080" y="132041"/>
                </a:lnTo>
                <a:lnTo>
                  <a:pt x="1313574" y="132330"/>
                </a:lnTo>
                <a:lnTo>
                  <a:pt x="1314073" y="132612"/>
                </a:lnTo>
                <a:lnTo>
                  <a:pt x="1314578" y="132887"/>
                </a:lnTo>
                <a:lnTo>
                  <a:pt x="1315090" y="133154"/>
                </a:lnTo>
                <a:lnTo>
                  <a:pt x="1315607" y="133414"/>
                </a:lnTo>
                <a:lnTo>
                  <a:pt x="1316130" y="133666"/>
                </a:lnTo>
                <a:lnTo>
                  <a:pt x="1316659" y="133911"/>
                </a:lnTo>
                <a:lnTo>
                  <a:pt x="1317195" y="134148"/>
                </a:lnTo>
                <a:lnTo>
                  <a:pt x="1317736" y="134378"/>
                </a:lnTo>
                <a:lnTo>
                  <a:pt x="1318283" y="134601"/>
                </a:lnTo>
                <a:lnTo>
                  <a:pt x="1318836" y="134816"/>
                </a:lnTo>
                <a:lnTo>
                  <a:pt x="1319396" y="135024"/>
                </a:lnTo>
                <a:lnTo>
                  <a:pt x="1319961" y="135225"/>
                </a:lnTo>
                <a:lnTo>
                  <a:pt x="1320532" y="135418"/>
                </a:lnTo>
                <a:lnTo>
                  <a:pt x="1321109" y="135603"/>
                </a:lnTo>
                <a:lnTo>
                  <a:pt x="1321693" y="135782"/>
                </a:lnTo>
                <a:lnTo>
                  <a:pt x="1322282" y="135953"/>
                </a:lnTo>
                <a:lnTo>
                  <a:pt x="1322877" y="136116"/>
                </a:lnTo>
                <a:lnTo>
                  <a:pt x="1323478" y="136272"/>
                </a:lnTo>
                <a:lnTo>
                  <a:pt x="1324084" y="136421"/>
                </a:lnTo>
                <a:lnTo>
                  <a:pt x="1324692" y="136564"/>
                </a:lnTo>
                <a:lnTo>
                  <a:pt x="1325304" y="136700"/>
                </a:lnTo>
                <a:lnTo>
                  <a:pt x="1325918" y="136831"/>
                </a:lnTo>
                <a:lnTo>
                  <a:pt x="1326535" y="136954"/>
                </a:lnTo>
                <a:lnTo>
                  <a:pt x="1327156" y="137072"/>
                </a:lnTo>
                <a:lnTo>
                  <a:pt x="1327779" y="137183"/>
                </a:lnTo>
                <a:lnTo>
                  <a:pt x="1328405" y="137288"/>
                </a:lnTo>
                <a:lnTo>
                  <a:pt x="1329034" y="137386"/>
                </a:lnTo>
                <a:lnTo>
                  <a:pt x="1329666" y="137478"/>
                </a:lnTo>
                <a:lnTo>
                  <a:pt x="1330300" y="137564"/>
                </a:lnTo>
                <a:lnTo>
                  <a:pt x="1330938" y="137643"/>
                </a:lnTo>
                <a:lnTo>
                  <a:pt x="1331579" y="137716"/>
                </a:lnTo>
                <a:lnTo>
                  <a:pt x="1332222" y="137783"/>
                </a:lnTo>
                <a:lnTo>
                  <a:pt x="1332868" y="137843"/>
                </a:lnTo>
                <a:lnTo>
                  <a:pt x="1333518" y="137897"/>
                </a:lnTo>
                <a:lnTo>
                  <a:pt x="1334170" y="137945"/>
                </a:lnTo>
                <a:lnTo>
                  <a:pt x="1334825" y="137986"/>
                </a:lnTo>
                <a:lnTo>
                  <a:pt x="1335483" y="138021"/>
                </a:lnTo>
                <a:lnTo>
                  <a:pt x="1336144" y="138049"/>
                </a:lnTo>
                <a:lnTo>
                  <a:pt x="1336808" y="138071"/>
                </a:lnTo>
                <a:lnTo>
                  <a:pt x="1337475" y="138087"/>
                </a:lnTo>
                <a:lnTo>
                  <a:pt x="1338145" y="138097"/>
                </a:lnTo>
                <a:lnTo>
                  <a:pt x="1338817" y="138100"/>
                </a:lnTo>
                <a:lnTo>
                  <a:pt x="1339489" y="138097"/>
                </a:lnTo>
                <a:lnTo>
                  <a:pt x="1340157" y="138088"/>
                </a:lnTo>
                <a:lnTo>
                  <a:pt x="1340822" y="138073"/>
                </a:lnTo>
                <a:lnTo>
                  <a:pt x="1341482" y="138052"/>
                </a:lnTo>
                <a:lnTo>
                  <a:pt x="1342138" y="138025"/>
                </a:lnTo>
                <a:close/>
                <a:moveTo>
                  <a:pt x="1627224" y="137921"/>
                </a:moveTo>
                <a:lnTo>
                  <a:pt x="1628173" y="137843"/>
                </a:lnTo>
                <a:lnTo>
                  <a:pt x="1629110" y="137750"/>
                </a:lnTo>
                <a:lnTo>
                  <a:pt x="1630037" y="137642"/>
                </a:lnTo>
                <a:lnTo>
                  <a:pt x="1630952" y="137521"/>
                </a:lnTo>
                <a:lnTo>
                  <a:pt x="1631855" y="137385"/>
                </a:lnTo>
                <a:lnTo>
                  <a:pt x="1632748" y="137235"/>
                </a:lnTo>
                <a:lnTo>
                  <a:pt x="1633629" y="137070"/>
                </a:lnTo>
                <a:lnTo>
                  <a:pt x="1634499" y="136892"/>
                </a:lnTo>
                <a:lnTo>
                  <a:pt x="1635357" y="136699"/>
                </a:lnTo>
                <a:lnTo>
                  <a:pt x="1636204" y="136491"/>
                </a:lnTo>
                <a:lnTo>
                  <a:pt x="1637040" y="136270"/>
                </a:lnTo>
                <a:lnTo>
                  <a:pt x="1637865" y="136034"/>
                </a:lnTo>
                <a:lnTo>
                  <a:pt x="1638678" y="135783"/>
                </a:lnTo>
                <a:lnTo>
                  <a:pt x="1639480" y="135519"/>
                </a:lnTo>
                <a:lnTo>
                  <a:pt x="1640271" y="135240"/>
                </a:lnTo>
                <a:lnTo>
                  <a:pt x="1641050" y="134947"/>
                </a:lnTo>
                <a:lnTo>
                  <a:pt x="1641818" y="134639"/>
                </a:lnTo>
                <a:lnTo>
                  <a:pt x="1642575" y="134318"/>
                </a:lnTo>
                <a:lnTo>
                  <a:pt x="1643320" y="133982"/>
                </a:lnTo>
                <a:lnTo>
                  <a:pt x="1644053" y="133632"/>
                </a:lnTo>
                <a:lnTo>
                  <a:pt x="1644773" y="133271"/>
                </a:lnTo>
                <a:lnTo>
                  <a:pt x="1645478" y="132897"/>
                </a:lnTo>
                <a:lnTo>
                  <a:pt x="1646170" y="132512"/>
                </a:lnTo>
                <a:lnTo>
                  <a:pt x="1646848" y="132114"/>
                </a:lnTo>
                <a:lnTo>
                  <a:pt x="1647513" y="131705"/>
                </a:lnTo>
                <a:lnTo>
                  <a:pt x="1648164" y="131283"/>
                </a:lnTo>
                <a:lnTo>
                  <a:pt x="1648801" y="130850"/>
                </a:lnTo>
                <a:lnTo>
                  <a:pt x="1649424" y="130404"/>
                </a:lnTo>
                <a:lnTo>
                  <a:pt x="1650034" y="129947"/>
                </a:lnTo>
                <a:lnTo>
                  <a:pt x="1650630" y="129477"/>
                </a:lnTo>
                <a:lnTo>
                  <a:pt x="1651212" y="128996"/>
                </a:lnTo>
                <a:lnTo>
                  <a:pt x="1651780" y="128502"/>
                </a:lnTo>
                <a:lnTo>
                  <a:pt x="1652335" y="127996"/>
                </a:lnTo>
                <a:lnTo>
                  <a:pt x="1652876" y="127479"/>
                </a:lnTo>
                <a:lnTo>
                  <a:pt x="1653404" y="126949"/>
                </a:lnTo>
                <a:lnTo>
                  <a:pt x="1653918" y="126408"/>
                </a:lnTo>
                <a:lnTo>
                  <a:pt x="1654418" y="125854"/>
                </a:lnTo>
                <a:lnTo>
                  <a:pt x="1654904" y="125288"/>
                </a:lnTo>
                <a:lnTo>
                  <a:pt x="1655377" y="124711"/>
                </a:lnTo>
                <a:lnTo>
                  <a:pt x="1655836" y="124121"/>
                </a:lnTo>
                <a:lnTo>
                  <a:pt x="1656281" y="123519"/>
                </a:lnTo>
                <a:lnTo>
                  <a:pt x="1656713" y="122906"/>
                </a:lnTo>
                <a:lnTo>
                  <a:pt x="1657130" y="122280"/>
                </a:lnTo>
                <a:lnTo>
                  <a:pt x="1657533" y="121643"/>
                </a:lnTo>
                <a:lnTo>
                  <a:pt x="1657920" y="120997"/>
                </a:lnTo>
                <a:lnTo>
                  <a:pt x="1658291" y="120340"/>
                </a:lnTo>
                <a:lnTo>
                  <a:pt x="1658646" y="119673"/>
                </a:lnTo>
                <a:lnTo>
                  <a:pt x="1658984" y="118996"/>
                </a:lnTo>
                <a:lnTo>
                  <a:pt x="1659307" y="118309"/>
                </a:lnTo>
                <a:lnTo>
                  <a:pt x="1659613" y="117612"/>
                </a:lnTo>
                <a:lnTo>
                  <a:pt x="1659903" y="116905"/>
                </a:lnTo>
                <a:lnTo>
                  <a:pt x="1660178" y="116188"/>
                </a:lnTo>
                <a:lnTo>
                  <a:pt x="1660436" y="115460"/>
                </a:lnTo>
                <a:lnTo>
                  <a:pt x="1660678" y="114723"/>
                </a:lnTo>
                <a:lnTo>
                  <a:pt x="1660904" y="113976"/>
                </a:lnTo>
                <a:lnTo>
                  <a:pt x="1661113" y="113218"/>
                </a:lnTo>
                <a:lnTo>
                  <a:pt x="1661307" y="112451"/>
                </a:lnTo>
                <a:lnTo>
                  <a:pt x="1661485" y="111673"/>
                </a:lnTo>
                <a:lnTo>
                  <a:pt x="1661646" y="110886"/>
                </a:lnTo>
                <a:lnTo>
                  <a:pt x="1661792" y="110088"/>
                </a:lnTo>
                <a:lnTo>
                  <a:pt x="1661921" y="109280"/>
                </a:lnTo>
                <a:lnTo>
                  <a:pt x="1662034" y="108462"/>
                </a:lnTo>
                <a:lnTo>
                  <a:pt x="1662131" y="107634"/>
                </a:lnTo>
                <a:lnTo>
                  <a:pt x="1662212" y="106797"/>
                </a:lnTo>
                <a:lnTo>
                  <a:pt x="1662277" y="105949"/>
                </a:lnTo>
                <a:lnTo>
                  <a:pt x="1662326" y="105090"/>
                </a:lnTo>
                <a:lnTo>
                  <a:pt x="1662359" y="104222"/>
                </a:lnTo>
                <a:lnTo>
                  <a:pt x="1646082" y="104222"/>
                </a:lnTo>
                <a:lnTo>
                  <a:pt x="1646048" y="105069"/>
                </a:lnTo>
                <a:lnTo>
                  <a:pt x="1645992" y="105900"/>
                </a:lnTo>
                <a:lnTo>
                  <a:pt x="1645916" y="106713"/>
                </a:lnTo>
                <a:lnTo>
                  <a:pt x="1645819" y="107510"/>
                </a:lnTo>
                <a:lnTo>
                  <a:pt x="1645702" y="108290"/>
                </a:lnTo>
                <a:lnTo>
                  <a:pt x="1645565" y="109054"/>
                </a:lnTo>
                <a:lnTo>
                  <a:pt x="1645406" y="109800"/>
                </a:lnTo>
                <a:lnTo>
                  <a:pt x="1645228" y="110530"/>
                </a:lnTo>
                <a:lnTo>
                  <a:pt x="1645028" y="111243"/>
                </a:lnTo>
                <a:lnTo>
                  <a:pt x="1644808" y="111940"/>
                </a:lnTo>
                <a:lnTo>
                  <a:pt x="1644568" y="112619"/>
                </a:lnTo>
                <a:lnTo>
                  <a:pt x="1644307" y="113282"/>
                </a:lnTo>
                <a:lnTo>
                  <a:pt x="1644025" y="113928"/>
                </a:lnTo>
                <a:lnTo>
                  <a:pt x="1643723" y="114558"/>
                </a:lnTo>
                <a:lnTo>
                  <a:pt x="1643401" y="115170"/>
                </a:lnTo>
                <a:lnTo>
                  <a:pt x="1643057" y="115766"/>
                </a:lnTo>
                <a:lnTo>
                  <a:pt x="1642694" y="116346"/>
                </a:lnTo>
                <a:lnTo>
                  <a:pt x="1642309" y="116908"/>
                </a:lnTo>
                <a:lnTo>
                  <a:pt x="1641905" y="117454"/>
                </a:lnTo>
                <a:lnTo>
                  <a:pt x="1641479" y="117983"/>
                </a:lnTo>
                <a:lnTo>
                  <a:pt x="1641033" y="118495"/>
                </a:lnTo>
                <a:lnTo>
                  <a:pt x="1640567" y="118990"/>
                </a:lnTo>
                <a:lnTo>
                  <a:pt x="1640080" y="119469"/>
                </a:lnTo>
                <a:lnTo>
                  <a:pt x="1639572" y="119931"/>
                </a:lnTo>
                <a:lnTo>
                  <a:pt x="1639046" y="120375"/>
                </a:lnTo>
                <a:lnTo>
                  <a:pt x="1638503" y="120801"/>
                </a:lnTo>
                <a:lnTo>
                  <a:pt x="1637943" y="121207"/>
                </a:lnTo>
                <a:lnTo>
                  <a:pt x="1637366" y="121595"/>
                </a:lnTo>
                <a:lnTo>
                  <a:pt x="1636773" y="121963"/>
                </a:lnTo>
                <a:lnTo>
                  <a:pt x="1636163" y="122313"/>
                </a:lnTo>
                <a:lnTo>
                  <a:pt x="1635536" y="122644"/>
                </a:lnTo>
                <a:lnTo>
                  <a:pt x="1634892" y="122956"/>
                </a:lnTo>
                <a:lnTo>
                  <a:pt x="1634231" y="123249"/>
                </a:lnTo>
                <a:lnTo>
                  <a:pt x="1633554" y="123523"/>
                </a:lnTo>
                <a:lnTo>
                  <a:pt x="1632860" y="123778"/>
                </a:lnTo>
                <a:lnTo>
                  <a:pt x="1632149" y="124014"/>
                </a:lnTo>
                <a:lnTo>
                  <a:pt x="1631421" y="124231"/>
                </a:lnTo>
                <a:lnTo>
                  <a:pt x="1630677" y="124430"/>
                </a:lnTo>
                <a:lnTo>
                  <a:pt x="1629916" y="124610"/>
                </a:lnTo>
                <a:lnTo>
                  <a:pt x="1629138" y="124770"/>
                </a:lnTo>
                <a:lnTo>
                  <a:pt x="1628343" y="124912"/>
                </a:lnTo>
                <a:lnTo>
                  <a:pt x="1627531" y="125035"/>
                </a:lnTo>
                <a:lnTo>
                  <a:pt x="1626703" y="125139"/>
                </a:lnTo>
                <a:lnTo>
                  <a:pt x="1625858" y="125224"/>
                </a:lnTo>
                <a:lnTo>
                  <a:pt x="1624996" y="125290"/>
                </a:lnTo>
                <a:lnTo>
                  <a:pt x="1624117" y="125337"/>
                </a:lnTo>
                <a:lnTo>
                  <a:pt x="1623222" y="125366"/>
                </a:lnTo>
                <a:lnTo>
                  <a:pt x="1622310" y="125375"/>
                </a:lnTo>
                <a:lnTo>
                  <a:pt x="1621453" y="125367"/>
                </a:lnTo>
                <a:lnTo>
                  <a:pt x="1620611" y="125341"/>
                </a:lnTo>
                <a:lnTo>
                  <a:pt x="1619783" y="125298"/>
                </a:lnTo>
                <a:lnTo>
                  <a:pt x="1618969" y="125238"/>
                </a:lnTo>
                <a:lnTo>
                  <a:pt x="1618169" y="125161"/>
                </a:lnTo>
                <a:lnTo>
                  <a:pt x="1617384" y="125066"/>
                </a:lnTo>
                <a:lnTo>
                  <a:pt x="1616612" y="124955"/>
                </a:lnTo>
                <a:lnTo>
                  <a:pt x="1615854" y="124826"/>
                </a:lnTo>
                <a:lnTo>
                  <a:pt x="1615110" y="124681"/>
                </a:lnTo>
                <a:lnTo>
                  <a:pt x="1614380" y="124518"/>
                </a:lnTo>
                <a:lnTo>
                  <a:pt x="1613665" y="124338"/>
                </a:lnTo>
                <a:lnTo>
                  <a:pt x="1612963" y="124141"/>
                </a:lnTo>
                <a:lnTo>
                  <a:pt x="1612276" y="123926"/>
                </a:lnTo>
                <a:lnTo>
                  <a:pt x="1611602" y="123695"/>
                </a:lnTo>
                <a:lnTo>
                  <a:pt x="1610942" y="123446"/>
                </a:lnTo>
                <a:lnTo>
                  <a:pt x="1610297" y="123180"/>
                </a:lnTo>
                <a:lnTo>
                  <a:pt x="1609666" y="122897"/>
                </a:lnTo>
                <a:lnTo>
                  <a:pt x="1609048" y="122597"/>
                </a:lnTo>
                <a:lnTo>
                  <a:pt x="1608445" y="122280"/>
                </a:lnTo>
                <a:lnTo>
                  <a:pt x="1607856" y="121946"/>
                </a:lnTo>
                <a:lnTo>
                  <a:pt x="1607280" y="121594"/>
                </a:lnTo>
                <a:lnTo>
                  <a:pt x="1606719" y="121226"/>
                </a:lnTo>
                <a:lnTo>
                  <a:pt x="1606172" y="120840"/>
                </a:lnTo>
                <a:lnTo>
                  <a:pt x="1605639" y="120437"/>
                </a:lnTo>
                <a:lnTo>
                  <a:pt x="1605119" y="120020"/>
                </a:lnTo>
                <a:lnTo>
                  <a:pt x="1604610" y="119591"/>
                </a:lnTo>
                <a:lnTo>
                  <a:pt x="1604114" y="119152"/>
                </a:lnTo>
                <a:lnTo>
                  <a:pt x="1603629" y="118701"/>
                </a:lnTo>
                <a:lnTo>
                  <a:pt x="1603156" y="118239"/>
                </a:lnTo>
                <a:lnTo>
                  <a:pt x="1602695" y="117765"/>
                </a:lnTo>
                <a:lnTo>
                  <a:pt x="1602246" y="117280"/>
                </a:lnTo>
                <a:lnTo>
                  <a:pt x="1601808" y="116785"/>
                </a:lnTo>
                <a:lnTo>
                  <a:pt x="1601383" y="116277"/>
                </a:lnTo>
                <a:lnTo>
                  <a:pt x="1600969" y="115759"/>
                </a:lnTo>
                <a:lnTo>
                  <a:pt x="1600567" y="115229"/>
                </a:lnTo>
                <a:lnTo>
                  <a:pt x="1600177" y="114689"/>
                </a:lnTo>
                <a:lnTo>
                  <a:pt x="1599798" y="114136"/>
                </a:lnTo>
                <a:lnTo>
                  <a:pt x="1599432" y="113573"/>
                </a:lnTo>
                <a:lnTo>
                  <a:pt x="1599077" y="112998"/>
                </a:lnTo>
                <a:lnTo>
                  <a:pt x="1598734" y="112412"/>
                </a:lnTo>
                <a:lnTo>
                  <a:pt x="1598403" y="111815"/>
                </a:lnTo>
                <a:lnTo>
                  <a:pt x="1598083" y="111207"/>
                </a:lnTo>
                <a:lnTo>
                  <a:pt x="1597776" y="110587"/>
                </a:lnTo>
                <a:lnTo>
                  <a:pt x="1597480" y="109956"/>
                </a:lnTo>
                <a:lnTo>
                  <a:pt x="1597196" y="109314"/>
                </a:lnTo>
                <a:lnTo>
                  <a:pt x="1596924" y="108661"/>
                </a:lnTo>
                <a:lnTo>
                  <a:pt x="1596664" y="107996"/>
                </a:lnTo>
                <a:lnTo>
                  <a:pt x="1596416" y="107320"/>
                </a:lnTo>
                <a:lnTo>
                  <a:pt x="1596178" y="106636"/>
                </a:lnTo>
                <a:lnTo>
                  <a:pt x="1595950" y="105946"/>
                </a:lnTo>
                <a:lnTo>
                  <a:pt x="1595732" y="105251"/>
                </a:lnTo>
                <a:lnTo>
                  <a:pt x="1595524" y="104550"/>
                </a:lnTo>
                <a:lnTo>
                  <a:pt x="1595325" y="103844"/>
                </a:lnTo>
                <a:lnTo>
                  <a:pt x="1595137" y="103132"/>
                </a:lnTo>
                <a:lnTo>
                  <a:pt x="1594957" y="102414"/>
                </a:lnTo>
                <a:lnTo>
                  <a:pt x="1594788" y="101691"/>
                </a:lnTo>
                <a:lnTo>
                  <a:pt x="1594629" y="100963"/>
                </a:lnTo>
                <a:lnTo>
                  <a:pt x="1594479" y="100229"/>
                </a:lnTo>
                <a:lnTo>
                  <a:pt x="1594339" y="99489"/>
                </a:lnTo>
                <a:lnTo>
                  <a:pt x="1594209" y="98744"/>
                </a:lnTo>
                <a:lnTo>
                  <a:pt x="1594088" y="97993"/>
                </a:lnTo>
                <a:lnTo>
                  <a:pt x="1593977" y="97237"/>
                </a:lnTo>
                <a:lnTo>
                  <a:pt x="1593876" y="96475"/>
                </a:lnTo>
                <a:lnTo>
                  <a:pt x="1593785" y="95708"/>
                </a:lnTo>
                <a:lnTo>
                  <a:pt x="1593704" y="94935"/>
                </a:lnTo>
                <a:lnTo>
                  <a:pt x="1593632" y="94157"/>
                </a:lnTo>
                <a:lnTo>
                  <a:pt x="1593570" y="93373"/>
                </a:lnTo>
                <a:lnTo>
                  <a:pt x="1593518" y="92583"/>
                </a:lnTo>
                <a:lnTo>
                  <a:pt x="1593476" y="91788"/>
                </a:lnTo>
                <a:lnTo>
                  <a:pt x="1593443" y="90988"/>
                </a:lnTo>
                <a:lnTo>
                  <a:pt x="1593420" y="90182"/>
                </a:lnTo>
                <a:lnTo>
                  <a:pt x="1593407" y="89370"/>
                </a:lnTo>
                <a:lnTo>
                  <a:pt x="1661865" y="89370"/>
                </a:lnTo>
                <a:lnTo>
                  <a:pt x="1661882" y="89292"/>
                </a:lnTo>
                <a:lnTo>
                  <a:pt x="1661898" y="89210"/>
                </a:lnTo>
                <a:lnTo>
                  <a:pt x="1661913" y="89124"/>
                </a:lnTo>
                <a:lnTo>
                  <a:pt x="1661928" y="89034"/>
                </a:lnTo>
                <a:lnTo>
                  <a:pt x="1661943" y="88940"/>
                </a:lnTo>
                <a:lnTo>
                  <a:pt x="1661958" y="88841"/>
                </a:lnTo>
                <a:lnTo>
                  <a:pt x="1661972" y="88739"/>
                </a:lnTo>
                <a:lnTo>
                  <a:pt x="1661986" y="88633"/>
                </a:lnTo>
                <a:lnTo>
                  <a:pt x="1661999" y="88522"/>
                </a:lnTo>
                <a:lnTo>
                  <a:pt x="1662013" y="88408"/>
                </a:lnTo>
                <a:lnTo>
                  <a:pt x="1662025" y="88289"/>
                </a:lnTo>
                <a:lnTo>
                  <a:pt x="1662038" y="88167"/>
                </a:lnTo>
                <a:lnTo>
                  <a:pt x="1662050" y="88040"/>
                </a:lnTo>
                <a:lnTo>
                  <a:pt x="1662062" y="87909"/>
                </a:lnTo>
                <a:lnTo>
                  <a:pt x="1662073" y="87775"/>
                </a:lnTo>
                <a:lnTo>
                  <a:pt x="1662085" y="87636"/>
                </a:lnTo>
                <a:lnTo>
                  <a:pt x="1662095" y="87493"/>
                </a:lnTo>
                <a:lnTo>
                  <a:pt x="1662106" y="87346"/>
                </a:lnTo>
                <a:lnTo>
                  <a:pt x="1662116" y="87195"/>
                </a:lnTo>
                <a:lnTo>
                  <a:pt x="1662126" y="87041"/>
                </a:lnTo>
                <a:lnTo>
                  <a:pt x="1662135" y="86882"/>
                </a:lnTo>
                <a:lnTo>
                  <a:pt x="1662144" y="86719"/>
                </a:lnTo>
                <a:lnTo>
                  <a:pt x="1662153" y="86551"/>
                </a:lnTo>
                <a:lnTo>
                  <a:pt x="1662161" y="86380"/>
                </a:lnTo>
                <a:lnTo>
                  <a:pt x="1662169" y="86208"/>
                </a:lnTo>
                <a:lnTo>
                  <a:pt x="1662177" y="86037"/>
                </a:lnTo>
                <a:lnTo>
                  <a:pt x="1662184" y="85869"/>
                </a:lnTo>
                <a:lnTo>
                  <a:pt x="1662191" y="85702"/>
                </a:lnTo>
                <a:lnTo>
                  <a:pt x="1662198" y="85538"/>
                </a:lnTo>
                <a:lnTo>
                  <a:pt x="1662204" y="85375"/>
                </a:lnTo>
                <a:lnTo>
                  <a:pt x="1662210" y="85214"/>
                </a:lnTo>
                <a:lnTo>
                  <a:pt x="1662216" y="85055"/>
                </a:lnTo>
                <a:lnTo>
                  <a:pt x="1662221" y="84898"/>
                </a:lnTo>
                <a:lnTo>
                  <a:pt x="1662226" y="84743"/>
                </a:lnTo>
                <a:lnTo>
                  <a:pt x="1662231" y="84590"/>
                </a:lnTo>
                <a:lnTo>
                  <a:pt x="1662235" y="84439"/>
                </a:lnTo>
                <a:lnTo>
                  <a:pt x="1662239" y="84290"/>
                </a:lnTo>
                <a:lnTo>
                  <a:pt x="1662243" y="84143"/>
                </a:lnTo>
                <a:lnTo>
                  <a:pt x="1662246" y="83997"/>
                </a:lnTo>
                <a:lnTo>
                  <a:pt x="1662249" y="83854"/>
                </a:lnTo>
                <a:lnTo>
                  <a:pt x="1662251" y="83713"/>
                </a:lnTo>
                <a:lnTo>
                  <a:pt x="1662254" y="83573"/>
                </a:lnTo>
                <a:lnTo>
                  <a:pt x="1662256" y="83435"/>
                </a:lnTo>
                <a:lnTo>
                  <a:pt x="1662257" y="83300"/>
                </a:lnTo>
                <a:lnTo>
                  <a:pt x="1662258" y="83166"/>
                </a:lnTo>
                <a:lnTo>
                  <a:pt x="1662259" y="83034"/>
                </a:lnTo>
                <a:lnTo>
                  <a:pt x="1662260" y="82905"/>
                </a:lnTo>
                <a:lnTo>
                  <a:pt x="1662260" y="82777"/>
                </a:lnTo>
                <a:lnTo>
                  <a:pt x="1662241" y="80893"/>
                </a:lnTo>
                <a:lnTo>
                  <a:pt x="1662182" y="79047"/>
                </a:lnTo>
                <a:lnTo>
                  <a:pt x="1662086" y="77237"/>
                </a:lnTo>
                <a:lnTo>
                  <a:pt x="1661950" y="75465"/>
                </a:lnTo>
                <a:lnTo>
                  <a:pt x="1661776" y="73729"/>
                </a:lnTo>
                <a:lnTo>
                  <a:pt x="1661563" y="72031"/>
                </a:lnTo>
                <a:lnTo>
                  <a:pt x="1661312" y="70369"/>
                </a:lnTo>
                <a:lnTo>
                  <a:pt x="1661021" y="68745"/>
                </a:lnTo>
                <a:lnTo>
                  <a:pt x="1660692" y="67157"/>
                </a:lnTo>
                <a:lnTo>
                  <a:pt x="1660325" y="65607"/>
                </a:lnTo>
                <a:lnTo>
                  <a:pt x="1659918" y="64093"/>
                </a:lnTo>
                <a:lnTo>
                  <a:pt x="1659473" y="62617"/>
                </a:lnTo>
                <a:lnTo>
                  <a:pt x="1658989" y="61177"/>
                </a:lnTo>
                <a:lnTo>
                  <a:pt x="1658467" y="59774"/>
                </a:lnTo>
                <a:lnTo>
                  <a:pt x="1657906" y="58409"/>
                </a:lnTo>
                <a:lnTo>
                  <a:pt x="1657306" y="57080"/>
                </a:lnTo>
                <a:lnTo>
                  <a:pt x="1656667" y="55789"/>
                </a:lnTo>
                <a:lnTo>
                  <a:pt x="1655990" y="54534"/>
                </a:lnTo>
                <a:lnTo>
                  <a:pt x="1655274" y="53316"/>
                </a:lnTo>
                <a:lnTo>
                  <a:pt x="1654519" y="52136"/>
                </a:lnTo>
                <a:lnTo>
                  <a:pt x="1653726" y="50992"/>
                </a:lnTo>
                <a:lnTo>
                  <a:pt x="1652894" y="49886"/>
                </a:lnTo>
                <a:lnTo>
                  <a:pt x="1652023" y="48816"/>
                </a:lnTo>
                <a:lnTo>
                  <a:pt x="1651113" y="47783"/>
                </a:lnTo>
                <a:lnTo>
                  <a:pt x="1650170" y="46790"/>
                </a:lnTo>
                <a:lnTo>
                  <a:pt x="1649197" y="45839"/>
                </a:lnTo>
                <a:lnTo>
                  <a:pt x="1648194" y="44930"/>
                </a:lnTo>
                <a:lnTo>
                  <a:pt x="1647162" y="44064"/>
                </a:lnTo>
                <a:lnTo>
                  <a:pt x="1646101" y="43239"/>
                </a:lnTo>
                <a:lnTo>
                  <a:pt x="1645010" y="42457"/>
                </a:lnTo>
                <a:lnTo>
                  <a:pt x="1643889" y="41718"/>
                </a:lnTo>
                <a:lnTo>
                  <a:pt x="1642740" y="41020"/>
                </a:lnTo>
                <a:lnTo>
                  <a:pt x="1641560" y="40365"/>
                </a:lnTo>
                <a:lnTo>
                  <a:pt x="1640352" y="39752"/>
                </a:lnTo>
                <a:lnTo>
                  <a:pt x="1639113" y="39182"/>
                </a:lnTo>
                <a:lnTo>
                  <a:pt x="1637846" y="38653"/>
                </a:lnTo>
                <a:lnTo>
                  <a:pt x="1636549" y="38167"/>
                </a:lnTo>
                <a:lnTo>
                  <a:pt x="1635222" y="37723"/>
                </a:lnTo>
                <a:lnTo>
                  <a:pt x="1633866" y="37322"/>
                </a:lnTo>
                <a:lnTo>
                  <a:pt x="1632481" y="36963"/>
                </a:lnTo>
                <a:lnTo>
                  <a:pt x="1631066" y="36646"/>
                </a:lnTo>
                <a:lnTo>
                  <a:pt x="1629621" y="36371"/>
                </a:lnTo>
                <a:lnTo>
                  <a:pt x="1628148" y="36138"/>
                </a:lnTo>
                <a:lnTo>
                  <a:pt x="1626644" y="35948"/>
                </a:lnTo>
                <a:lnTo>
                  <a:pt x="1625112" y="35800"/>
                </a:lnTo>
                <a:lnTo>
                  <a:pt x="1623549" y="35695"/>
                </a:lnTo>
                <a:lnTo>
                  <a:pt x="1621958" y="35631"/>
                </a:lnTo>
                <a:lnTo>
                  <a:pt x="1620337" y="35610"/>
                </a:lnTo>
                <a:lnTo>
                  <a:pt x="1619113" y="35621"/>
                </a:lnTo>
                <a:lnTo>
                  <a:pt x="1617907" y="35655"/>
                </a:lnTo>
                <a:lnTo>
                  <a:pt x="1616718" y="35712"/>
                </a:lnTo>
                <a:lnTo>
                  <a:pt x="1615548" y="35791"/>
                </a:lnTo>
                <a:lnTo>
                  <a:pt x="1614396" y="35892"/>
                </a:lnTo>
                <a:lnTo>
                  <a:pt x="1613262" y="36016"/>
                </a:lnTo>
                <a:lnTo>
                  <a:pt x="1612146" y="36163"/>
                </a:lnTo>
                <a:lnTo>
                  <a:pt x="1611048" y="36332"/>
                </a:lnTo>
                <a:lnTo>
                  <a:pt x="1609968" y="36524"/>
                </a:lnTo>
                <a:lnTo>
                  <a:pt x="1608905" y="36739"/>
                </a:lnTo>
                <a:lnTo>
                  <a:pt x="1607861" y="36976"/>
                </a:lnTo>
                <a:lnTo>
                  <a:pt x="1606835" y="37235"/>
                </a:lnTo>
                <a:lnTo>
                  <a:pt x="1605827" y="37518"/>
                </a:lnTo>
                <a:lnTo>
                  <a:pt x="1604836" y="37822"/>
                </a:lnTo>
                <a:lnTo>
                  <a:pt x="1603864" y="38150"/>
                </a:lnTo>
                <a:lnTo>
                  <a:pt x="1602910" y="38499"/>
                </a:lnTo>
                <a:lnTo>
                  <a:pt x="1601973" y="38872"/>
                </a:lnTo>
                <a:lnTo>
                  <a:pt x="1601055" y="39267"/>
                </a:lnTo>
                <a:lnTo>
                  <a:pt x="1600155" y="39685"/>
                </a:lnTo>
                <a:lnTo>
                  <a:pt x="1599272" y="40125"/>
                </a:lnTo>
                <a:lnTo>
                  <a:pt x="1598408" y="40588"/>
                </a:lnTo>
                <a:lnTo>
                  <a:pt x="1597561" y="41073"/>
                </a:lnTo>
                <a:lnTo>
                  <a:pt x="1596733" y="41581"/>
                </a:lnTo>
                <a:lnTo>
                  <a:pt x="1595923" y="42111"/>
                </a:lnTo>
                <a:lnTo>
                  <a:pt x="1595130" y="42662"/>
                </a:lnTo>
                <a:lnTo>
                  <a:pt x="1594354" y="43230"/>
                </a:lnTo>
                <a:lnTo>
                  <a:pt x="1593595" y="43815"/>
                </a:lnTo>
                <a:lnTo>
                  <a:pt x="1592854" y="44418"/>
                </a:lnTo>
                <a:lnTo>
                  <a:pt x="1592129" y="45038"/>
                </a:lnTo>
                <a:lnTo>
                  <a:pt x="1591422" y="45676"/>
                </a:lnTo>
                <a:lnTo>
                  <a:pt x="1590732" y="46331"/>
                </a:lnTo>
                <a:lnTo>
                  <a:pt x="1590059" y="47004"/>
                </a:lnTo>
                <a:lnTo>
                  <a:pt x="1589403" y="47694"/>
                </a:lnTo>
                <a:lnTo>
                  <a:pt x="1588764" y="48402"/>
                </a:lnTo>
                <a:lnTo>
                  <a:pt x="1588142" y="49127"/>
                </a:lnTo>
                <a:lnTo>
                  <a:pt x="1587538" y="49869"/>
                </a:lnTo>
                <a:lnTo>
                  <a:pt x="1586951" y="50629"/>
                </a:lnTo>
                <a:lnTo>
                  <a:pt x="1586380" y="51407"/>
                </a:lnTo>
                <a:lnTo>
                  <a:pt x="1585827" y="52202"/>
                </a:lnTo>
                <a:lnTo>
                  <a:pt x="1585291" y="53014"/>
                </a:lnTo>
                <a:lnTo>
                  <a:pt x="1584772" y="53844"/>
                </a:lnTo>
                <a:lnTo>
                  <a:pt x="1584270" y="54691"/>
                </a:lnTo>
                <a:lnTo>
                  <a:pt x="1583786" y="55556"/>
                </a:lnTo>
                <a:lnTo>
                  <a:pt x="1583318" y="56438"/>
                </a:lnTo>
                <a:lnTo>
                  <a:pt x="1582868" y="57338"/>
                </a:lnTo>
                <a:lnTo>
                  <a:pt x="1582435" y="58255"/>
                </a:lnTo>
                <a:lnTo>
                  <a:pt x="1582018" y="59189"/>
                </a:lnTo>
                <a:lnTo>
                  <a:pt x="1581619" y="60141"/>
                </a:lnTo>
                <a:lnTo>
                  <a:pt x="1581237" y="61108"/>
                </a:lnTo>
                <a:lnTo>
                  <a:pt x="1580871" y="62088"/>
                </a:lnTo>
                <a:lnTo>
                  <a:pt x="1580521" y="63080"/>
                </a:lnTo>
                <a:lnTo>
                  <a:pt x="1580188" y="64084"/>
                </a:lnTo>
                <a:lnTo>
                  <a:pt x="1579870" y="65102"/>
                </a:lnTo>
                <a:lnTo>
                  <a:pt x="1579569" y="66131"/>
                </a:lnTo>
                <a:lnTo>
                  <a:pt x="1579285" y="67173"/>
                </a:lnTo>
                <a:lnTo>
                  <a:pt x="1579016" y="68228"/>
                </a:lnTo>
                <a:lnTo>
                  <a:pt x="1578764" y="69295"/>
                </a:lnTo>
                <a:lnTo>
                  <a:pt x="1578528" y="70375"/>
                </a:lnTo>
                <a:lnTo>
                  <a:pt x="1578309" y="71467"/>
                </a:lnTo>
                <a:lnTo>
                  <a:pt x="1578105" y="72572"/>
                </a:lnTo>
                <a:lnTo>
                  <a:pt x="1577918" y="73689"/>
                </a:lnTo>
                <a:lnTo>
                  <a:pt x="1577747" y="74819"/>
                </a:lnTo>
                <a:lnTo>
                  <a:pt x="1577593" y="75961"/>
                </a:lnTo>
                <a:lnTo>
                  <a:pt x="1577454" y="77116"/>
                </a:lnTo>
                <a:lnTo>
                  <a:pt x="1577332" y="78283"/>
                </a:lnTo>
                <a:lnTo>
                  <a:pt x="1577227" y="79463"/>
                </a:lnTo>
                <a:lnTo>
                  <a:pt x="1577137" y="80656"/>
                </a:lnTo>
                <a:lnTo>
                  <a:pt x="1577064" y="81861"/>
                </a:lnTo>
                <a:lnTo>
                  <a:pt x="1577007" y="83078"/>
                </a:lnTo>
                <a:lnTo>
                  <a:pt x="1576966" y="84308"/>
                </a:lnTo>
                <a:lnTo>
                  <a:pt x="1576942" y="85551"/>
                </a:lnTo>
                <a:lnTo>
                  <a:pt x="1576934" y="86806"/>
                </a:lnTo>
                <a:lnTo>
                  <a:pt x="1576942" y="88011"/>
                </a:lnTo>
                <a:lnTo>
                  <a:pt x="1576967" y="89206"/>
                </a:lnTo>
                <a:lnTo>
                  <a:pt x="1577009" y="90392"/>
                </a:lnTo>
                <a:lnTo>
                  <a:pt x="1577068" y="91567"/>
                </a:lnTo>
                <a:lnTo>
                  <a:pt x="1577144" y="92732"/>
                </a:lnTo>
                <a:lnTo>
                  <a:pt x="1577236" y="93887"/>
                </a:lnTo>
                <a:lnTo>
                  <a:pt x="1577345" y="95032"/>
                </a:lnTo>
                <a:lnTo>
                  <a:pt x="1577471" y="96168"/>
                </a:lnTo>
                <a:lnTo>
                  <a:pt x="1577614" y="97293"/>
                </a:lnTo>
                <a:lnTo>
                  <a:pt x="1577773" y="98407"/>
                </a:lnTo>
                <a:lnTo>
                  <a:pt x="1577949" y="99512"/>
                </a:lnTo>
                <a:lnTo>
                  <a:pt x="1578142" y="100607"/>
                </a:lnTo>
                <a:lnTo>
                  <a:pt x="1578352" y="101692"/>
                </a:lnTo>
                <a:lnTo>
                  <a:pt x="1578579" y="102767"/>
                </a:lnTo>
                <a:lnTo>
                  <a:pt x="1578822" y="103831"/>
                </a:lnTo>
                <a:lnTo>
                  <a:pt x="1579082" y="104886"/>
                </a:lnTo>
                <a:lnTo>
                  <a:pt x="1579359" y="105931"/>
                </a:lnTo>
                <a:lnTo>
                  <a:pt x="1579653" y="106965"/>
                </a:lnTo>
                <a:lnTo>
                  <a:pt x="1579963" y="107990"/>
                </a:lnTo>
                <a:lnTo>
                  <a:pt x="1580290" y="109004"/>
                </a:lnTo>
                <a:lnTo>
                  <a:pt x="1580634" y="110009"/>
                </a:lnTo>
                <a:lnTo>
                  <a:pt x="1580995" y="111003"/>
                </a:lnTo>
                <a:lnTo>
                  <a:pt x="1581373" y="111987"/>
                </a:lnTo>
                <a:lnTo>
                  <a:pt x="1581767" y="112961"/>
                </a:lnTo>
                <a:lnTo>
                  <a:pt x="1582179" y="113922"/>
                </a:lnTo>
                <a:lnTo>
                  <a:pt x="1582609" y="114866"/>
                </a:lnTo>
                <a:lnTo>
                  <a:pt x="1583057" y="115792"/>
                </a:lnTo>
                <a:lnTo>
                  <a:pt x="1583522" y="116702"/>
                </a:lnTo>
                <a:lnTo>
                  <a:pt x="1584006" y="117595"/>
                </a:lnTo>
                <a:lnTo>
                  <a:pt x="1584508" y="118471"/>
                </a:lnTo>
                <a:lnTo>
                  <a:pt x="1585027" y="119330"/>
                </a:lnTo>
                <a:lnTo>
                  <a:pt x="1585565" y="120172"/>
                </a:lnTo>
                <a:lnTo>
                  <a:pt x="1586121" y="120997"/>
                </a:lnTo>
                <a:lnTo>
                  <a:pt x="1586694" y="121806"/>
                </a:lnTo>
                <a:lnTo>
                  <a:pt x="1587286" y="122597"/>
                </a:lnTo>
                <a:lnTo>
                  <a:pt x="1587896" y="123371"/>
                </a:lnTo>
                <a:lnTo>
                  <a:pt x="1588523" y="124129"/>
                </a:lnTo>
                <a:lnTo>
                  <a:pt x="1589169" y="124870"/>
                </a:lnTo>
                <a:lnTo>
                  <a:pt x="1589832" y="125593"/>
                </a:lnTo>
                <a:lnTo>
                  <a:pt x="1590514" y="126300"/>
                </a:lnTo>
                <a:lnTo>
                  <a:pt x="1591213" y="126990"/>
                </a:lnTo>
                <a:lnTo>
                  <a:pt x="1591931" y="127663"/>
                </a:lnTo>
                <a:lnTo>
                  <a:pt x="1592666" y="128319"/>
                </a:lnTo>
                <a:lnTo>
                  <a:pt x="1593420" y="128958"/>
                </a:lnTo>
                <a:lnTo>
                  <a:pt x="1594191" y="129581"/>
                </a:lnTo>
                <a:lnTo>
                  <a:pt x="1594980" y="130186"/>
                </a:lnTo>
                <a:lnTo>
                  <a:pt x="1595788" y="130775"/>
                </a:lnTo>
                <a:lnTo>
                  <a:pt x="1596613" y="131346"/>
                </a:lnTo>
                <a:lnTo>
                  <a:pt x="1597457" y="131897"/>
                </a:lnTo>
                <a:lnTo>
                  <a:pt x="1598321" y="132425"/>
                </a:lnTo>
                <a:lnTo>
                  <a:pt x="1599205" y="132929"/>
                </a:lnTo>
                <a:lnTo>
                  <a:pt x="1600108" y="133410"/>
                </a:lnTo>
                <a:lnTo>
                  <a:pt x="1601031" y="133867"/>
                </a:lnTo>
                <a:lnTo>
                  <a:pt x="1601974" y="134301"/>
                </a:lnTo>
                <a:lnTo>
                  <a:pt x="1602936" y="134711"/>
                </a:lnTo>
                <a:lnTo>
                  <a:pt x="1603918" y="135098"/>
                </a:lnTo>
                <a:lnTo>
                  <a:pt x="1604920" y="135462"/>
                </a:lnTo>
                <a:lnTo>
                  <a:pt x="1605941" y="135802"/>
                </a:lnTo>
                <a:lnTo>
                  <a:pt x="1606982" y="136118"/>
                </a:lnTo>
                <a:lnTo>
                  <a:pt x="1608043" y="136412"/>
                </a:lnTo>
                <a:lnTo>
                  <a:pt x="1609124" y="136681"/>
                </a:lnTo>
                <a:lnTo>
                  <a:pt x="1610224" y="136927"/>
                </a:lnTo>
                <a:lnTo>
                  <a:pt x="1611344" y="137150"/>
                </a:lnTo>
                <a:lnTo>
                  <a:pt x="1612484" y="137350"/>
                </a:lnTo>
                <a:lnTo>
                  <a:pt x="1613643" y="137525"/>
                </a:lnTo>
                <a:lnTo>
                  <a:pt x="1614822" y="137678"/>
                </a:lnTo>
                <a:lnTo>
                  <a:pt x="1616021" y="137807"/>
                </a:lnTo>
                <a:lnTo>
                  <a:pt x="1617239" y="137912"/>
                </a:lnTo>
                <a:lnTo>
                  <a:pt x="1618477" y="137994"/>
                </a:lnTo>
                <a:lnTo>
                  <a:pt x="1619735" y="138053"/>
                </a:lnTo>
                <a:lnTo>
                  <a:pt x="1621012" y="138088"/>
                </a:lnTo>
                <a:lnTo>
                  <a:pt x="1622310" y="138100"/>
                </a:lnTo>
                <a:lnTo>
                  <a:pt x="1623315" y="138093"/>
                </a:lnTo>
                <a:lnTo>
                  <a:pt x="1624309" y="138071"/>
                </a:lnTo>
                <a:lnTo>
                  <a:pt x="1625292" y="138036"/>
                </a:lnTo>
                <a:lnTo>
                  <a:pt x="1626263" y="137986"/>
                </a:lnTo>
                <a:lnTo>
                  <a:pt x="1627224" y="137921"/>
                </a:lnTo>
                <a:close/>
                <a:moveTo>
                  <a:pt x="1594208" y="71699"/>
                </a:moveTo>
                <a:lnTo>
                  <a:pt x="1594409" y="70642"/>
                </a:lnTo>
                <a:lnTo>
                  <a:pt x="1594630" y="69609"/>
                </a:lnTo>
                <a:lnTo>
                  <a:pt x="1594870" y="68600"/>
                </a:lnTo>
                <a:lnTo>
                  <a:pt x="1595131" y="67615"/>
                </a:lnTo>
                <a:lnTo>
                  <a:pt x="1595412" y="66653"/>
                </a:lnTo>
                <a:lnTo>
                  <a:pt x="1595713" y="65715"/>
                </a:lnTo>
                <a:lnTo>
                  <a:pt x="1596034" y="64800"/>
                </a:lnTo>
                <a:lnTo>
                  <a:pt x="1596374" y="63909"/>
                </a:lnTo>
                <a:lnTo>
                  <a:pt x="1596735" y="63042"/>
                </a:lnTo>
                <a:lnTo>
                  <a:pt x="1597116" y="62198"/>
                </a:lnTo>
                <a:lnTo>
                  <a:pt x="1597517" y="61378"/>
                </a:lnTo>
                <a:lnTo>
                  <a:pt x="1597938" y="60581"/>
                </a:lnTo>
                <a:lnTo>
                  <a:pt x="1598379" y="59809"/>
                </a:lnTo>
                <a:lnTo>
                  <a:pt x="1598840" y="59059"/>
                </a:lnTo>
                <a:lnTo>
                  <a:pt x="1599322" y="58334"/>
                </a:lnTo>
                <a:lnTo>
                  <a:pt x="1599823" y="57632"/>
                </a:lnTo>
                <a:lnTo>
                  <a:pt x="1600344" y="56954"/>
                </a:lnTo>
                <a:lnTo>
                  <a:pt x="1600885" y="56299"/>
                </a:lnTo>
                <a:lnTo>
                  <a:pt x="1601447" y="55668"/>
                </a:lnTo>
                <a:lnTo>
                  <a:pt x="1602027" y="55062"/>
                </a:lnTo>
                <a:lnTo>
                  <a:pt x="1602625" y="54481"/>
                </a:lnTo>
                <a:lnTo>
                  <a:pt x="1603241" y="53927"/>
                </a:lnTo>
                <a:lnTo>
                  <a:pt x="1603876" y="53398"/>
                </a:lnTo>
                <a:lnTo>
                  <a:pt x="1604528" y="52894"/>
                </a:lnTo>
                <a:lnTo>
                  <a:pt x="1605198" y="52417"/>
                </a:lnTo>
                <a:lnTo>
                  <a:pt x="1605886" y="51965"/>
                </a:lnTo>
                <a:lnTo>
                  <a:pt x="1606592" y="51540"/>
                </a:lnTo>
                <a:lnTo>
                  <a:pt x="1607317" y="51140"/>
                </a:lnTo>
                <a:lnTo>
                  <a:pt x="1608059" y="50765"/>
                </a:lnTo>
                <a:lnTo>
                  <a:pt x="1608819" y="50417"/>
                </a:lnTo>
                <a:lnTo>
                  <a:pt x="1609597" y="50094"/>
                </a:lnTo>
                <a:lnTo>
                  <a:pt x="1610393" y="49798"/>
                </a:lnTo>
                <a:lnTo>
                  <a:pt x="1611207" y="49527"/>
                </a:lnTo>
                <a:lnTo>
                  <a:pt x="1612039" y="49282"/>
                </a:lnTo>
                <a:lnTo>
                  <a:pt x="1612889" y="49062"/>
                </a:lnTo>
                <a:lnTo>
                  <a:pt x="1613757" y="48869"/>
                </a:lnTo>
                <a:lnTo>
                  <a:pt x="1614643" y="48701"/>
                </a:lnTo>
                <a:lnTo>
                  <a:pt x="1615547" y="48559"/>
                </a:lnTo>
                <a:lnTo>
                  <a:pt x="1616469" y="48443"/>
                </a:lnTo>
                <a:lnTo>
                  <a:pt x="1617409" y="48352"/>
                </a:lnTo>
                <a:lnTo>
                  <a:pt x="1618367" y="48288"/>
                </a:lnTo>
                <a:lnTo>
                  <a:pt x="1619343" y="48249"/>
                </a:lnTo>
                <a:lnTo>
                  <a:pt x="1620337" y="48236"/>
                </a:lnTo>
                <a:lnTo>
                  <a:pt x="1621322" y="48249"/>
                </a:lnTo>
                <a:lnTo>
                  <a:pt x="1622290" y="48288"/>
                </a:lnTo>
                <a:lnTo>
                  <a:pt x="1623239" y="48353"/>
                </a:lnTo>
                <a:lnTo>
                  <a:pt x="1624170" y="48444"/>
                </a:lnTo>
                <a:lnTo>
                  <a:pt x="1625083" y="48561"/>
                </a:lnTo>
                <a:lnTo>
                  <a:pt x="1625978" y="48704"/>
                </a:lnTo>
                <a:lnTo>
                  <a:pt x="1626854" y="48873"/>
                </a:lnTo>
                <a:lnTo>
                  <a:pt x="1627713" y="49068"/>
                </a:lnTo>
                <a:lnTo>
                  <a:pt x="1628553" y="49289"/>
                </a:lnTo>
                <a:lnTo>
                  <a:pt x="1629376" y="49536"/>
                </a:lnTo>
                <a:lnTo>
                  <a:pt x="1630180" y="49809"/>
                </a:lnTo>
                <a:lnTo>
                  <a:pt x="1630965" y="50107"/>
                </a:lnTo>
                <a:lnTo>
                  <a:pt x="1631733" y="50432"/>
                </a:lnTo>
                <a:lnTo>
                  <a:pt x="1632483" y="50783"/>
                </a:lnTo>
                <a:lnTo>
                  <a:pt x="1633214" y="51160"/>
                </a:lnTo>
                <a:lnTo>
                  <a:pt x="1633927" y="51563"/>
                </a:lnTo>
                <a:lnTo>
                  <a:pt x="1634623" y="51992"/>
                </a:lnTo>
                <a:lnTo>
                  <a:pt x="1635300" y="52446"/>
                </a:lnTo>
                <a:lnTo>
                  <a:pt x="1635958" y="52927"/>
                </a:lnTo>
                <a:lnTo>
                  <a:pt x="1636599" y="53434"/>
                </a:lnTo>
                <a:lnTo>
                  <a:pt x="1637222" y="53967"/>
                </a:lnTo>
                <a:lnTo>
                  <a:pt x="1637826" y="54525"/>
                </a:lnTo>
                <a:lnTo>
                  <a:pt x="1638412" y="55110"/>
                </a:lnTo>
                <a:lnTo>
                  <a:pt x="1638980" y="55721"/>
                </a:lnTo>
                <a:lnTo>
                  <a:pt x="1639528" y="56356"/>
                </a:lnTo>
                <a:lnTo>
                  <a:pt x="1640054" y="57014"/>
                </a:lnTo>
                <a:lnTo>
                  <a:pt x="1640557" y="57695"/>
                </a:lnTo>
                <a:lnTo>
                  <a:pt x="1641038" y="58399"/>
                </a:lnTo>
                <a:lnTo>
                  <a:pt x="1641497" y="59127"/>
                </a:lnTo>
                <a:lnTo>
                  <a:pt x="1641933" y="59877"/>
                </a:lnTo>
                <a:lnTo>
                  <a:pt x="1642348" y="60651"/>
                </a:lnTo>
                <a:lnTo>
                  <a:pt x="1642740" y="61448"/>
                </a:lnTo>
                <a:lnTo>
                  <a:pt x="1643109" y="62267"/>
                </a:lnTo>
                <a:lnTo>
                  <a:pt x="1643457" y="63110"/>
                </a:lnTo>
                <a:lnTo>
                  <a:pt x="1643782" y="63976"/>
                </a:lnTo>
                <a:lnTo>
                  <a:pt x="1644085" y="64865"/>
                </a:lnTo>
                <a:lnTo>
                  <a:pt x="1644366" y="65778"/>
                </a:lnTo>
                <a:lnTo>
                  <a:pt x="1644624" y="66713"/>
                </a:lnTo>
                <a:lnTo>
                  <a:pt x="1644860" y="67671"/>
                </a:lnTo>
                <a:lnTo>
                  <a:pt x="1645074" y="68653"/>
                </a:lnTo>
                <a:lnTo>
                  <a:pt x="1645266" y="69657"/>
                </a:lnTo>
                <a:lnTo>
                  <a:pt x="1645435" y="70685"/>
                </a:lnTo>
                <a:lnTo>
                  <a:pt x="1645582" y="71736"/>
                </a:lnTo>
                <a:lnTo>
                  <a:pt x="1645707" y="72810"/>
                </a:lnTo>
                <a:lnTo>
                  <a:pt x="1645810" y="73907"/>
                </a:lnTo>
                <a:lnTo>
                  <a:pt x="1645890" y="75027"/>
                </a:lnTo>
                <a:lnTo>
                  <a:pt x="1645948" y="76170"/>
                </a:lnTo>
                <a:lnTo>
                  <a:pt x="1645984" y="77336"/>
                </a:lnTo>
                <a:lnTo>
                  <a:pt x="1593506" y="77336"/>
                </a:lnTo>
                <a:lnTo>
                  <a:pt x="1593606" y="76161"/>
                </a:lnTo>
                <a:lnTo>
                  <a:pt x="1593727" y="75010"/>
                </a:lnTo>
                <a:lnTo>
                  <a:pt x="1593867" y="73883"/>
                </a:lnTo>
                <a:lnTo>
                  <a:pt x="1594028" y="72779"/>
                </a:lnTo>
                <a:lnTo>
                  <a:pt x="1594208" y="71699"/>
                </a:lnTo>
                <a:close/>
                <a:moveTo>
                  <a:pt x="1441391" y="137871"/>
                </a:moveTo>
                <a:lnTo>
                  <a:pt x="1442369" y="137770"/>
                </a:lnTo>
                <a:lnTo>
                  <a:pt x="1443333" y="137651"/>
                </a:lnTo>
                <a:lnTo>
                  <a:pt x="1444282" y="137514"/>
                </a:lnTo>
                <a:lnTo>
                  <a:pt x="1445215" y="137358"/>
                </a:lnTo>
                <a:lnTo>
                  <a:pt x="1446134" y="137184"/>
                </a:lnTo>
                <a:lnTo>
                  <a:pt x="1447038" y="136991"/>
                </a:lnTo>
                <a:lnTo>
                  <a:pt x="1447927" y="136781"/>
                </a:lnTo>
                <a:lnTo>
                  <a:pt x="1448802" y="136552"/>
                </a:lnTo>
                <a:lnTo>
                  <a:pt x="1449661" y="136304"/>
                </a:lnTo>
                <a:lnTo>
                  <a:pt x="1450505" y="136039"/>
                </a:lnTo>
                <a:lnTo>
                  <a:pt x="1451335" y="135755"/>
                </a:lnTo>
                <a:lnTo>
                  <a:pt x="1452149" y="135452"/>
                </a:lnTo>
                <a:lnTo>
                  <a:pt x="1452949" y="135131"/>
                </a:lnTo>
                <a:lnTo>
                  <a:pt x="1453734" y="134792"/>
                </a:lnTo>
                <a:lnTo>
                  <a:pt x="1454504" y="134435"/>
                </a:lnTo>
                <a:lnTo>
                  <a:pt x="1455259" y="134060"/>
                </a:lnTo>
                <a:lnTo>
                  <a:pt x="1455999" y="133666"/>
                </a:lnTo>
                <a:lnTo>
                  <a:pt x="1456724" y="133253"/>
                </a:lnTo>
                <a:lnTo>
                  <a:pt x="1457434" y="132823"/>
                </a:lnTo>
                <a:lnTo>
                  <a:pt x="1458130" y="132382"/>
                </a:lnTo>
                <a:lnTo>
                  <a:pt x="1458813" y="131940"/>
                </a:lnTo>
                <a:lnTo>
                  <a:pt x="1459483" y="131496"/>
                </a:lnTo>
                <a:lnTo>
                  <a:pt x="1460140" y="131051"/>
                </a:lnTo>
                <a:lnTo>
                  <a:pt x="1460783" y="130604"/>
                </a:lnTo>
                <a:lnTo>
                  <a:pt x="1461414" y="130156"/>
                </a:lnTo>
                <a:lnTo>
                  <a:pt x="1462031" y="129706"/>
                </a:lnTo>
                <a:lnTo>
                  <a:pt x="1462635" y="129255"/>
                </a:lnTo>
                <a:lnTo>
                  <a:pt x="1463225" y="128802"/>
                </a:lnTo>
                <a:lnTo>
                  <a:pt x="1463803" y="128348"/>
                </a:lnTo>
                <a:lnTo>
                  <a:pt x="1464367" y="127892"/>
                </a:lnTo>
                <a:lnTo>
                  <a:pt x="1464919" y="127434"/>
                </a:lnTo>
                <a:lnTo>
                  <a:pt x="1465457" y="126975"/>
                </a:lnTo>
                <a:lnTo>
                  <a:pt x="1465981" y="126515"/>
                </a:lnTo>
                <a:lnTo>
                  <a:pt x="1466493" y="126052"/>
                </a:lnTo>
                <a:lnTo>
                  <a:pt x="1466991" y="125589"/>
                </a:lnTo>
                <a:lnTo>
                  <a:pt x="1467477" y="125124"/>
                </a:lnTo>
                <a:lnTo>
                  <a:pt x="1467949" y="124657"/>
                </a:lnTo>
                <a:lnTo>
                  <a:pt x="1468408" y="124189"/>
                </a:lnTo>
                <a:lnTo>
                  <a:pt x="1468853" y="123719"/>
                </a:lnTo>
                <a:lnTo>
                  <a:pt x="1469286" y="123247"/>
                </a:lnTo>
                <a:lnTo>
                  <a:pt x="1469705" y="122774"/>
                </a:lnTo>
                <a:lnTo>
                  <a:pt x="1470111" y="122300"/>
                </a:lnTo>
                <a:lnTo>
                  <a:pt x="1470504" y="121824"/>
                </a:lnTo>
                <a:lnTo>
                  <a:pt x="1470997" y="136324"/>
                </a:lnTo>
                <a:lnTo>
                  <a:pt x="1486879" y="136324"/>
                </a:lnTo>
                <a:lnTo>
                  <a:pt x="1486879" y="37287"/>
                </a:lnTo>
                <a:lnTo>
                  <a:pt x="1470307" y="37287"/>
                </a:lnTo>
                <a:lnTo>
                  <a:pt x="1470307" y="108020"/>
                </a:lnTo>
                <a:lnTo>
                  <a:pt x="1469932" y="108530"/>
                </a:lnTo>
                <a:lnTo>
                  <a:pt x="1469547" y="109035"/>
                </a:lnTo>
                <a:lnTo>
                  <a:pt x="1469153" y="109535"/>
                </a:lnTo>
                <a:lnTo>
                  <a:pt x="1468748" y="110030"/>
                </a:lnTo>
                <a:lnTo>
                  <a:pt x="1468333" y="110519"/>
                </a:lnTo>
                <a:lnTo>
                  <a:pt x="1467909" y="111003"/>
                </a:lnTo>
                <a:lnTo>
                  <a:pt x="1467474" y="111483"/>
                </a:lnTo>
                <a:lnTo>
                  <a:pt x="1467030" y="111957"/>
                </a:lnTo>
                <a:lnTo>
                  <a:pt x="1466575" y="112425"/>
                </a:lnTo>
                <a:lnTo>
                  <a:pt x="1466111" y="112889"/>
                </a:lnTo>
                <a:lnTo>
                  <a:pt x="1465637" y="113347"/>
                </a:lnTo>
                <a:lnTo>
                  <a:pt x="1465153" y="113801"/>
                </a:lnTo>
                <a:lnTo>
                  <a:pt x="1464659" y="114249"/>
                </a:lnTo>
                <a:lnTo>
                  <a:pt x="1464155" y="114692"/>
                </a:lnTo>
                <a:lnTo>
                  <a:pt x="1463641" y="115130"/>
                </a:lnTo>
                <a:lnTo>
                  <a:pt x="1463117" y="115562"/>
                </a:lnTo>
                <a:lnTo>
                  <a:pt x="1462583" y="115990"/>
                </a:lnTo>
                <a:lnTo>
                  <a:pt x="1462039" y="116412"/>
                </a:lnTo>
                <a:lnTo>
                  <a:pt x="1461486" y="116829"/>
                </a:lnTo>
                <a:lnTo>
                  <a:pt x="1460922" y="117241"/>
                </a:lnTo>
                <a:lnTo>
                  <a:pt x="1460349" y="117648"/>
                </a:lnTo>
                <a:lnTo>
                  <a:pt x="1459765" y="118049"/>
                </a:lnTo>
                <a:lnTo>
                  <a:pt x="1459172" y="118446"/>
                </a:lnTo>
                <a:lnTo>
                  <a:pt x="1458568" y="118837"/>
                </a:lnTo>
                <a:lnTo>
                  <a:pt x="1457954" y="119217"/>
                </a:lnTo>
                <a:lnTo>
                  <a:pt x="1457327" y="119582"/>
                </a:lnTo>
                <a:lnTo>
                  <a:pt x="1456688" y="119930"/>
                </a:lnTo>
                <a:lnTo>
                  <a:pt x="1456037" y="120262"/>
                </a:lnTo>
                <a:lnTo>
                  <a:pt x="1455373" y="120578"/>
                </a:lnTo>
                <a:lnTo>
                  <a:pt x="1454697" y="120877"/>
                </a:lnTo>
                <a:lnTo>
                  <a:pt x="1454008" y="121161"/>
                </a:lnTo>
                <a:lnTo>
                  <a:pt x="1453308" y="121428"/>
                </a:lnTo>
                <a:lnTo>
                  <a:pt x="1452594" y="121679"/>
                </a:lnTo>
                <a:lnTo>
                  <a:pt x="1451869" y="121914"/>
                </a:lnTo>
                <a:lnTo>
                  <a:pt x="1451131" y="122132"/>
                </a:lnTo>
                <a:lnTo>
                  <a:pt x="1450381" y="122335"/>
                </a:lnTo>
                <a:lnTo>
                  <a:pt x="1449619" y="122521"/>
                </a:lnTo>
                <a:lnTo>
                  <a:pt x="1448844" y="122691"/>
                </a:lnTo>
                <a:lnTo>
                  <a:pt x="1448057" y="122845"/>
                </a:lnTo>
                <a:lnTo>
                  <a:pt x="1447257" y="122983"/>
                </a:lnTo>
                <a:lnTo>
                  <a:pt x="1446446" y="123104"/>
                </a:lnTo>
                <a:lnTo>
                  <a:pt x="1445622" y="123209"/>
                </a:lnTo>
                <a:lnTo>
                  <a:pt x="1444785" y="123298"/>
                </a:lnTo>
                <a:lnTo>
                  <a:pt x="1443936" y="123371"/>
                </a:lnTo>
                <a:lnTo>
                  <a:pt x="1443075" y="123428"/>
                </a:lnTo>
                <a:lnTo>
                  <a:pt x="1442202" y="123468"/>
                </a:lnTo>
                <a:lnTo>
                  <a:pt x="1441316" y="123493"/>
                </a:lnTo>
                <a:lnTo>
                  <a:pt x="1440418" y="123501"/>
                </a:lnTo>
                <a:lnTo>
                  <a:pt x="1439775" y="123496"/>
                </a:lnTo>
                <a:lnTo>
                  <a:pt x="1439145" y="123480"/>
                </a:lnTo>
                <a:lnTo>
                  <a:pt x="1438527" y="123454"/>
                </a:lnTo>
                <a:lnTo>
                  <a:pt x="1437922" y="123418"/>
                </a:lnTo>
                <a:lnTo>
                  <a:pt x="1437330" y="123372"/>
                </a:lnTo>
                <a:lnTo>
                  <a:pt x="1436750" y="123315"/>
                </a:lnTo>
                <a:lnTo>
                  <a:pt x="1436183" y="123248"/>
                </a:lnTo>
                <a:lnTo>
                  <a:pt x="1435629" y="123171"/>
                </a:lnTo>
                <a:lnTo>
                  <a:pt x="1435087" y="123083"/>
                </a:lnTo>
                <a:lnTo>
                  <a:pt x="1434558" y="122985"/>
                </a:lnTo>
                <a:lnTo>
                  <a:pt x="1434041" y="122877"/>
                </a:lnTo>
                <a:lnTo>
                  <a:pt x="1433538" y="122758"/>
                </a:lnTo>
                <a:lnTo>
                  <a:pt x="1433047" y="122629"/>
                </a:lnTo>
                <a:lnTo>
                  <a:pt x="1432569" y="122490"/>
                </a:lnTo>
                <a:lnTo>
                  <a:pt x="1432103" y="122340"/>
                </a:lnTo>
                <a:lnTo>
                  <a:pt x="1431650" y="122180"/>
                </a:lnTo>
                <a:lnTo>
                  <a:pt x="1431210" y="122010"/>
                </a:lnTo>
                <a:lnTo>
                  <a:pt x="1430782" y="121829"/>
                </a:lnTo>
                <a:lnTo>
                  <a:pt x="1430367" y="121638"/>
                </a:lnTo>
                <a:lnTo>
                  <a:pt x="1429965" y="121437"/>
                </a:lnTo>
                <a:lnTo>
                  <a:pt x="1429575" y="121226"/>
                </a:lnTo>
                <a:lnTo>
                  <a:pt x="1429198" y="121004"/>
                </a:lnTo>
                <a:lnTo>
                  <a:pt x="1428834" y="120772"/>
                </a:lnTo>
                <a:lnTo>
                  <a:pt x="1428482" y="120529"/>
                </a:lnTo>
                <a:lnTo>
                  <a:pt x="1428142" y="120277"/>
                </a:lnTo>
                <a:lnTo>
                  <a:pt x="1427810" y="120017"/>
                </a:lnTo>
                <a:lnTo>
                  <a:pt x="1427488" y="119749"/>
                </a:lnTo>
                <a:lnTo>
                  <a:pt x="1427175" y="119472"/>
                </a:lnTo>
                <a:lnTo>
                  <a:pt x="1426872" y="119188"/>
                </a:lnTo>
                <a:lnTo>
                  <a:pt x="1426577" y="118895"/>
                </a:lnTo>
                <a:lnTo>
                  <a:pt x="1426292" y="118594"/>
                </a:lnTo>
                <a:lnTo>
                  <a:pt x="1426016" y="118284"/>
                </a:lnTo>
                <a:lnTo>
                  <a:pt x="1425750" y="117967"/>
                </a:lnTo>
                <a:lnTo>
                  <a:pt x="1425492" y="117641"/>
                </a:lnTo>
                <a:lnTo>
                  <a:pt x="1425244" y="117308"/>
                </a:lnTo>
                <a:lnTo>
                  <a:pt x="1425005" y="116966"/>
                </a:lnTo>
                <a:lnTo>
                  <a:pt x="1424776" y="116616"/>
                </a:lnTo>
                <a:lnTo>
                  <a:pt x="1424555" y="116257"/>
                </a:lnTo>
                <a:lnTo>
                  <a:pt x="1424344" y="115891"/>
                </a:lnTo>
                <a:lnTo>
                  <a:pt x="1424142" y="115516"/>
                </a:lnTo>
                <a:lnTo>
                  <a:pt x="1423949" y="115133"/>
                </a:lnTo>
                <a:lnTo>
                  <a:pt x="1423766" y="114742"/>
                </a:lnTo>
                <a:lnTo>
                  <a:pt x="1423592" y="114343"/>
                </a:lnTo>
                <a:lnTo>
                  <a:pt x="1423427" y="113936"/>
                </a:lnTo>
                <a:lnTo>
                  <a:pt x="1423271" y="113520"/>
                </a:lnTo>
                <a:lnTo>
                  <a:pt x="1423125" y="113097"/>
                </a:lnTo>
                <a:lnTo>
                  <a:pt x="1422988" y="112665"/>
                </a:lnTo>
                <a:lnTo>
                  <a:pt x="1422860" y="112225"/>
                </a:lnTo>
                <a:lnTo>
                  <a:pt x="1422739" y="111778"/>
                </a:lnTo>
                <a:lnTo>
                  <a:pt x="1422623" y="111326"/>
                </a:lnTo>
                <a:lnTo>
                  <a:pt x="1422513" y="110870"/>
                </a:lnTo>
                <a:lnTo>
                  <a:pt x="1422408" y="110408"/>
                </a:lnTo>
                <a:lnTo>
                  <a:pt x="1422307" y="109942"/>
                </a:lnTo>
                <a:lnTo>
                  <a:pt x="1422212" y="109470"/>
                </a:lnTo>
                <a:lnTo>
                  <a:pt x="1422122" y="108994"/>
                </a:lnTo>
                <a:lnTo>
                  <a:pt x="1422038" y="108512"/>
                </a:lnTo>
                <a:lnTo>
                  <a:pt x="1421958" y="108025"/>
                </a:lnTo>
                <a:lnTo>
                  <a:pt x="1421884" y="107534"/>
                </a:lnTo>
                <a:lnTo>
                  <a:pt x="1421814" y="107037"/>
                </a:lnTo>
                <a:lnTo>
                  <a:pt x="1421750" y="106536"/>
                </a:lnTo>
                <a:lnTo>
                  <a:pt x="1421691" y="106029"/>
                </a:lnTo>
                <a:lnTo>
                  <a:pt x="1421637" y="105518"/>
                </a:lnTo>
                <a:lnTo>
                  <a:pt x="1421588" y="105001"/>
                </a:lnTo>
                <a:lnTo>
                  <a:pt x="1421545" y="104480"/>
                </a:lnTo>
                <a:lnTo>
                  <a:pt x="1421506" y="103953"/>
                </a:lnTo>
                <a:lnTo>
                  <a:pt x="1421473" y="103422"/>
                </a:lnTo>
                <a:lnTo>
                  <a:pt x="1421444" y="102886"/>
                </a:lnTo>
                <a:lnTo>
                  <a:pt x="1421421" y="102344"/>
                </a:lnTo>
                <a:lnTo>
                  <a:pt x="1421403" y="101798"/>
                </a:lnTo>
                <a:lnTo>
                  <a:pt x="1421390" y="101246"/>
                </a:lnTo>
                <a:lnTo>
                  <a:pt x="1421383" y="100690"/>
                </a:lnTo>
                <a:lnTo>
                  <a:pt x="1421380" y="100129"/>
                </a:lnTo>
                <a:lnTo>
                  <a:pt x="1421380" y="37287"/>
                </a:lnTo>
                <a:lnTo>
                  <a:pt x="1404808" y="37287"/>
                </a:lnTo>
                <a:lnTo>
                  <a:pt x="1404808" y="102117"/>
                </a:lnTo>
                <a:lnTo>
                  <a:pt x="1404821" y="103506"/>
                </a:lnTo>
                <a:lnTo>
                  <a:pt x="1404859" y="104870"/>
                </a:lnTo>
                <a:lnTo>
                  <a:pt x="1404924" y="106209"/>
                </a:lnTo>
                <a:lnTo>
                  <a:pt x="1405014" y="107522"/>
                </a:lnTo>
                <a:lnTo>
                  <a:pt x="1405129" y="108811"/>
                </a:lnTo>
                <a:lnTo>
                  <a:pt x="1405270" y="110074"/>
                </a:lnTo>
                <a:lnTo>
                  <a:pt x="1405437" y="111312"/>
                </a:lnTo>
                <a:lnTo>
                  <a:pt x="1405630" y="112525"/>
                </a:lnTo>
                <a:lnTo>
                  <a:pt x="1405848" y="113714"/>
                </a:lnTo>
                <a:lnTo>
                  <a:pt x="1406093" y="114876"/>
                </a:lnTo>
                <a:lnTo>
                  <a:pt x="1406362" y="116014"/>
                </a:lnTo>
                <a:lnTo>
                  <a:pt x="1406658" y="117127"/>
                </a:lnTo>
                <a:lnTo>
                  <a:pt x="1406979" y="118214"/>
                </a:lnTo>
                <a:lnTo>
                  <a:pt x="1407326" y="119277"/>
                </a:lnTo>
                <a:lnTo>
                  <a:pt x="1407698" y="120314"/>
                </a:lnTo>
                <a:lnTo>
                  <a:pt x="1408096" y="121326"/>
                </a:lnTo>
                <a:lnTo>
                  <a:pt x="1408520" y="122313"/>
                </a:lnTo>
                <a:lnTo>
                  <a:pt x="1408970" y="123275"/>
                </a:lnTo>
                <a:lnTo>
                  <a:pt x="1409445" y="124212"/>
                </a:lnTo>
                <a:lnTo>
                  <a:pt x="1409946" y="125124"/>
                </a:lnTo>
                <a:lnTo>
                  <a:pt x="1410472" y="126010"/>
                </a:lnTo>
                <a:lnTo>
                  <a:pt x="1411025" y="126872"/>
                </a:lnTo>
                <a:lnTo>
                  <a:pt x="1411603" y="127708"/>
                </a:lnTo>
                <a:lnTo>
                  <a:pt x="1412206" y="128519"/>
                </a:lnTo>
                <a:lnTo>
                  <a:pt x="1412839" y="129301"/>
                </a:lnTo>
                <a:lnTo>
                  <a:pt x="1413504" y="130050"/>
                </a:lnTo>
                <a:lnTo>
                  <a:pt x="1414201" y="130765"/>
                </a:lnTo>
                <a:lnTo>
                  <a:pt x="1414930" y="131447"/>
                </a:lnTo>
                <a:lnTo>
                  <a:pt x="1415691" y="132095"/>
                </a:lnTo>
                <a:lnTo>
                  <a:pt x="1416485" y="132711"/>
                </a:lnTo>
                <a:lnTo>
                  <a:pt x="1417311" y="133293"/>
                </a:lnTo>
                <a:lnTo>
                  <a:pt x="1418169" y="133842"/>
                </a:lnTo>
                <a:lnTo>
                  <a:pt x="1419059" y="134358"/>
                </a:lnTo>
                <a:lnTo>
                  <a:pt x="1419981" y="134840"/>
                </a:lnTo>
                <a:lnTo>
                  <a:pt x="1420936" y="135289"/>
                </a:lnTo>
                <a:lnTo>
                  <a:pt x="1421923" y="135705"/>
                </a:lnTo>
                <a:lnTo>
                  <a:pt x="1422942" y="136087"/>
                </a:lnTo>
                <a:lnTo>
                  <a:pt x="1423993" y="136437"/>
                </a:lnTo>
                <a:lnTo>
                  <a:pt x="1425076" y="136753"/>
                </a:lnTo>
                <a:lnTo>
                  <a:pt x="1426192" y="137035"/>
                </a:lnTo>
                <a:lnTo>
                  <a:pt x="1427339" y="137285"/>
                </a:lnTo>
                <a:lnTo>
                  <a:pt x="1428519" y="137501"/>
                </a:lnTo>
                <a:lnTo>
                  <a:pt x="1429732" y="137684"/>
                </a:lnTo>
                <a:lnTo>
                  <a:pt x="1430976" y="137834"/>
                </a:lnTo>
                <a:lnTo>
                  <a:pt x="1432252" y="137950"/>
                </a:lnTo>
                <a:lnTo>
                  <a:pt x="1433561" y="138033"/>
                </a:lnTo>
                <a:lnTo>
                  <a:pt x="1434902" y="138083"/>
                </a:lnTo>
                <a:lnTo>
                  <a:pt x="1436275" y="138100"/>
                </a:lnTo>
                <a:lnTo>
                  <a:pt x="1437328" y="138091"/>
                </a:lnTo>
                <a:lnTo>
                  <a:pt x="1438366" y="138063"/>
                </a:lnTo>
                <a:lnTo>
                  <a:pt x="1439389" y="138018"/>
                </a:lnTo>
                <a:lnTo>
                  <a:pt x="1440398" y="137953"/>
                </a:lnTo>
                <a:lnTo>
                  <a:pt x="1441391" y="137871"/>
                </a:lnTo>
                <a:close/>
                <a:moveTo>
                  <a:pt x="2910385" y="19019"/>
                </a:moveTo>
                <a:lnTo>
                  <a:pt x="2910738" y="18967"/>
                </a:lnTo>
                <a:lnTo>
                  <a:pt x="2911084" y="18906"/>
                </a:lnTo>
                <a:lnTo>
                  <a:pt x="2911424" y="18835"/>
                </a:lnTo>
                <a:lnTo>
                  <a:pt x="2911758" y="18755"/>
                </a:lnTo>
                <a:lnTo>
                  <a:pt x="2912086" y="18666"/>
                </a:lnTo>
                <a:lnTo>
                  <a:pt x="2912408" y="18567"/>
                </a:lnTo>
                <a:lnTo>
                  <a:pt x="2912723" y="18459"/>
                </a:lnTo>
                <a:lnTo>
                  <a:pt x="2913032" y="18341"/>
                </a:lnTo>
                <a:lnTo>
                  <a:pt x="2913335" y="18214"/>
                </a:lnTo>
                <a:lnTo>
                  <a:pt x="2913632" y="18077"/>
                </a:lnTo>
                <a:lnTo>
                  <a:pt x="2913923" y="17931"/>
                </a:lnTo>
                <a:lnTo>
                  <a:pt x="2914208" y="17776"/>
                </a:lnTo>
                <a:lnTo>
                  <a:pt x="2914486" y="17611"/>
                </a:lnTo>
                <a:lnTo>
                  <a:pt x="2914759" y="17437"/>
                </a:lnTo>
                <a:lnTo>
                  <a:pt x="2915025" y="17253"/>
                </a:lnTo>
                <a:lnTo>
                  <a:pt x="2915285" y="17060"/>
                </a:lnTo>
                <a:lnTo>
                  <a:pt x="2915538" y="16857"/>
                </a:lnTo>
                <a:lnTo>
                  <a:pt x="2915786" y="16645"/>
                </a:lnTo>
                <a:lnTo>
                  <a:pt x="2916028" y="16424"/>
                </a:lnTo>
                <a:lnTo>
                  <a:pt x="2916261" y="16195"/>
                </a:lnTo>
                <a:lnTo>
                  <a:pt x="2916484" y="15962"/>
                </a:lnTo>
                <a:lnTo>
                  <a:pt x="2916698" y="15724"/>
                </a:lnTo>
                <a:lnTo>
                  <a:pt x="2916902" y="15480"/>
                </a:lnTo>
                <a:lnTo>
                  <a:pt x="2917095" y="15232"/>
                </a:lnTo>
                <a:lnTo>
                  <a:pt x="2917279" y="14978"/>
                </a:lnTo>
                <a:lnTo>
                  <a:pt x="2917453" y="14720"/>
                </a:lnTo>
                <a:lnTo>
                  <a:pt x="2917617" y="14457"/>
                </a:lnTo>
                <a:lnTo>
                  <a:pt x="2917771" y="14188"/>
                </a:lnTo>
                <a:lnTo>
                  <a:pt x="2917915" y="13915"/>
                </a:lnTo>
                <a:lnTo>
                  <a:pt x="2918049" y="13637"/>
                </a:lnTo>
                <a:lnTo>
                  <a:pt x="2918173" y="13354"/>
                </a:lnTo>
                <a:lnTo>
                  <a:pt x="2918287" y="13066"/>
                </a:lnTo>
                <a:lnTo>
                  <a:pt x="2918392" y="12773"/>
                </a:lnTo>
                <a:lnTo>
                  <a:pt x="2918486" y="12474"/>
                </a:lnTo>
                <a:lnTo>
                  <a:pt x="2918570" y="12171"/>
                </a:lnTo>
                <a:lnTo>
                  <a:pt x="2918645" y="11863"/>
                </a:lnTo>
                <a:lnTo>
                  <a:pt x="2918709" y="11550"/>
                </a:lnTo>
                <a:lnTo>
                  <a:pt x="2918764" y="11233"/>
                </a:lnTo>
                <a:lnTo>
                  <a:pt x="2918809" y="10910"/>
                </a:lnTo>
                <a:lnTo>
                  <a:pt x="2918843" y="10582"/>
                </a:lnTo>
                <a:lnTo>
                  <a:pt x="2918868" y="10249"/>
                </a:lnTo>
                <a:lnTo>
                  <a:pt x="2918883" y="9911"/>
                </a:lnTo>
                <a:lnTo>
                  <a:pt x="2918888" y="9568"/>
                </a:lnTo>
                <a:lnTo>
                  <a:pt x="2918883" y="9226"/>
                </a:lnTo>
                <a:lnTo>
                  <a:pt x="2918868" y="8888"/>
                </a:lnTo>
                <a:lnTo>
                  <a:pt x="2918843" y="8555"/>
                </a:lnTo>
                <a:lnTo>
                  <a:pt x="2918809" y="8227"/>
                </a:lnTo>
                <a:lnTo>
                  <a:pt x="2918764" y="7904"/>
                </a:lnTo>
                <a:lnTo>
                  <a:pt x="2918709" y="7586"/>
                </a:lnTo>
                <a:lnTo>
                  <a:pt x="2918645" y="7273"/>
                </a:lnTo>
                <a:lnTo>
                  <a:pt x="2918570" y="6965"/>
                </a:lnTo>
                <a:lnTo>
                  <a:pt x="2918486" y="6662"/>
                </a:lnTo>
                <a:lnTo>
                  <a:pt x="2918392" y="6364"/>
                </a:lnTo>
                <a:lnTo>
                  <a:pt x="2918287" y="6071"/>
                </a:lnTo>
                <a:lnTo>
                  <a:pt x="2918173" y="5783"/>
                </a:lnTo>
                <a:lnTo>
                  <a:pt x="2918049" y="5500"/>
                </a:lnTo>
                <a:lnTo>
                  <a:pt x="2917915" y="5222"/>
                </a:lnTo>
                <a:lnTo>
                  <a:pt x="2917771" y="4948"/>
                </a:lnTo>
                <a:lnTo>
                  <a:pt x="2917617" y="4680"/>
                </a:lnTo>
                <a:lnTo>
                  <a:pt x="2917453" y="4417"/>
                </a:lnTo>
                <a:lnTo>
                  <a:pt x="2917279" y="4158"/>
                </a:lnTo>
                <a:lnTo>
                  <a:pt x="2917095" y="3905"/>
                </a:lnTo>
                <a:lnTo>
                  <a:pt x="2916902" y="3657"/>
                </a:lnTo>
                <a:lnTo>
                  <a:pt x="2916698" y="3413"/>
                </a:lnTo>
                <a:lnTo>
                  <a:pt x="2916484" y="3175"/>
                </a:lnTo>
                <a:lnTo>
                  <a:pt x="2916261" y="2941"/>
                </a:lnTo>
                <a:lnTo>
                  <a:pt x="2916028" y="2713"/>
                </a:lnTo>
                <a:lnTo>
                  <a:pt x="2915786" y="2491"/>
                </a:lnTo>
                <a:lnTo>
                  <a:pt x="2915538" y="2279"/>
                </a:lnTo>
                <a:lnTo>
                  <a:pt x="2915285" y="2077"/>
                </a:lnTo>
                <a:lnTo>
                  <a:pt x="2915025" y="1884"/>
                </a:lnTo>
                <a:lnTo>
                  <a:pt x="2914759" y="1700"/>
                </a:lnTo>
                <a:lnTo>
                  <a:pt x="2914486" y="1526"/>
                </a:lnTo>
                <a:lnTo>
                  <a:pt x="2914208" y="1361"/>
                </a:lnTo>
                <a:lnTo>
                  <a:pt x="2913923" y="1206"/>
                </a:lnTo>
                <a:lnTo>
                  <a:pt x="2913632" y="1060"/>
                </a:lnTo>
                <a:lnTo>
                  <a:pt x="2913335" y="923"/>
                </a:lnTo>
                <a:lnTo>
                  <a:pt x="2913032" y="796"/>
                </a:lnTo>
                <a:lnTo>
                  <a:pt x="2912723" y="678"/>
                </a:lnTo>
                <a:lnTo>
                  <a:pt x="2912408" y="570"/>
                </a:lnTo>
                <a:lnTo>
                  <a:pt x="2912086" y="471"/>
                </a:lnTo>
                <a:lnTo>
                  <a:pt x="2911758" y="381"/>
                </a:lnTo>
                <a:lnTo>
                  <a:pt x="2911424" y="301"/>
                </a:lnTo>
                <a:lnTo>
                  <a:pt x="2911084" y="231"/>
                </a:lnTo>
                <a:lnTo>
                  <a:pt x="2910738" y="170"/>
                </a:lnTo>
                <a:lnTo>
                  <a:pt x="2910385" y="118"/>
                </a:lnTo>
                <a:lnTo>
                  <a:pt x="2910027" y="75"/>
                </a:lnTo>
                <a:lnTo>
                  <a:pt x="2909662" y="42"/>
                </a:lnTo>
                <a:lnTo>
                  <a:pt x="2909291" y="19"/>
                </a:lnTo>
                <a:lnTo>
                  <a:pt x="2908914" y="5"/>
                </a:lnTo>
                <a:lnTo>
                  <a:pt x="2908531" y="0"/>
                </a:lnTo>
                <a:lnTo>
                  <a:pt x="2908148" y="5"/>
                </a:lnTo>
                <a:lnTo>
                  <a:pt x="2907771" y="19"/>
                </a:lnTo>
                <a:lnTo>
                  <a:pt x="2907400" y="42"/>
                </a:lnTo>
                <a:lnTo>
                  <a:pt x="2907036" y="75"/>
                </a:lnTo>
                <a:lnTo>
                  <a:pt x="2906678" y="118"/>
                </a:lnTo>
                <a:lnTo>
                  <a:pt x="2906327" y="170"/>
                </a:lnTo>
                <a:lnTo>
                  <a:pt x="2905981" y="231"/>
                </a:lnTo>
                <a:lnTo>
                  <a:pt x="2905643" y="301"/>
                </a:lnTo>
                <a:lnTo>
                  <a:pt x="2905310" y="381"/>
                </a:lnTo>
                <a:lnTo>
                  <a:pt x="2904984" y="471"/>
                </a:lnTo>
                <a:lnTo>
                  <a:pt x="2904664" y="570"/>
                </a:lnTo>
                <a:lnTo>
                  <a:pt x="2904351" y="678"/>
                </a:lnTo>
                <a:lnTo>
                  <a:pt x="2904044" y="796"/>
                </a:lnTo>
                <a:lnTo>
                  <a:pt x="2903743" y="923"/>
                </a:lnTo>
                <a:lnTo>
                  <a:pt x="2903448" y="1060"/>
                </a:lnTo>
                <a:lnTo>
                  <a:pt x="2903160" y="1206"/>
                </a:lnTo>
                <a:lnTo>
                  <a:pt x="2902878" y="1361"/>
                </a:lnTo>
                <a:lnTo>
                  <a:pt x="2902603" y="1526"/>
                </a:lnTo>
                <a:lnTo>
                  <a:pt x="2902334" y="1700"/>
                </a:lnTo>
                <a:lnTo>
                  <a:pt x="2902071" y="1884"/>
                </a:lnTo>
                <a:lnTo>
                  <a:pt x="2901814" y="2077"/>
                </a:lnTo>
                <a:lnTo>
                  <a:pt x="2901564" y="2279"/>
                </a:lnTo>
                <a:lnTo>
                  <a:pt x="2901321" y="2491"/>
                </a:lnTo>
                <a:lnTo>
                  <a:pt x="2901083" y="2713"/>
                </a:lnTo>
                <a:lnTo>
                  <a:pt x="2900854" y="2941"/>
                </a:lnTo>
                <a:lnTo>
                  <a:pt x="2900634" y="3175"/>
                </a:lnTo>
                <a:lnTo>
                  <a:pt x="2900424" y="3413"/>
                </a:lnTo>
                <a:lnTo>
                  <a:pt x="2900224" y="3657"/>
                </a:lnTo>
                <a:lnTo>
                  <a:pt x="2900034" y="3905"/>
                </a:lnTo>
                <a:lnTo>
                  <a:pt x="2899853" y="4158"/>
                </a:lnTo>
                <a:lnTo>
                  <a:pt x="2899682" y="4417"/>
                </a:lnTo>
                <a:lnTo>
                  <a:pt x="2899521" y="4680"/>
                </a:lnTo>
                <a:lnTo>
                  <a:pt x="2899370" y="4948"/>
                </a:lnTo>
                <a:lnTo>
                  <a:pt x="2899228" y="5222"/>
                </a:lnTo>
                <a:lnTo>
                  <a:pt x="2899097" y="5500"/>
                </a:lnTo>
                <a:lnTo>
                  <a:pt x="2898975" y="5783"/>
                </a:lnTo>
                <a:lnTo>
                  <a:pt x="2898862" y="6071"/>
                </a:lnTo>
                <a:lnTo>
                  <a:pt x="2898760" y="6364"/>
                </a:lnTo>
                <a:lnTo>
                  <a:pt x="2898667" y="6662"/>
                </a:lnTo>
                <a:lnTo>
                  <a:pt x="2898584" y="6965"/>
                </a:lnTo>
                <a:lnTo>
                  <a:pt x="2898511" y="7273"/>
                </a:lnTo>
                <a:lnTo>
                  <a:pt x="2898448" y="7586"/>
                </a:lnTo>
                <a:lnTo>
                  <a:pt x="2898394" y="7904"/>
                </a:lnTo>
                <a:lnTo>
                  <a:pt x="2898350" y="8227"/>
                </a:lnTo>
                <a:lnTo>
                  <a:pt x="2898316" y="8555"/>
                </a:lnTo>
                <a:lnTo>
                  <a:pt x="2898291" y="8888"/>
                </a:lnTo>
                <a:lnTo>
                  <a:pt x="2898277" y="9226"/>
                </a:lnTo>
                <a:lnTo>
                  <a:pt x="2898272" y="9568"/>
                </a:lnTo>
                <a:lnTo>
                  <a:pt x="2898277" y="9911"/>
                </a:lnTo>
                <a:lnTo>
                  <a:pt x="2898291" y="10249"/>
                </a:lnTo>
                <a:lnTo>
                  <a:pt x="2898316" y="10582"/>
                </a:lnTo>
                <a:lnTo>
                  <a:pt x="2898350" y="10910"/>
                </a:lnTo>
                <a:lnTo>
                  <a:pt x="2898394" y="11233"/>
                </a:lnTo>
                <a:lnTo>
                  <a:pt x="2898448" y="11550"/>
                </a:lnTo>
                <a:lnTo>
                  <a:pt x="2898511" y="11863"/>
                </a:lnTo>
                <a:lnTo>
                  <a:pt x="2898584" y="12171"/>
                </a:lnTo>
                <a:lnTo>
                  <a:pt x="2898667" y="12474"/>
                </a:lnTo>
                <a:lnTo>
                  <a:pt x="2898760" y="12773"/>
                </a:lnTo>
                <a:lnTo>
                  <a:pt x="2898862" y="13066"/>
                </a:lnTo>
                <a:lnTo>
                  <a:pt x="2898975" y="13354"/>
                </a:lnTo>
                <a:lnTo>
                  <a:pt x="2899097" y="13637"/>
                </a:lnTo>
                <a:lnTo>
                  <a:pt x="2899228" y="13915"/>
                </a:lnTo>
                <a:lnTo>
                  <a:pt x="2899370" y="14188"/>
                </a:lnTo>
                <a:lnTo>
                  <a:pt x="2899521" y="14457"/>
                </a:lnTo>
                <a:lnTo>
                  <a:pt x="2899682" y="14720"/>
                </a:lnTo>
                <a:lnTo>
                  <a:pt x="2899853" y="14978"/>
                </a:lnTo>
                <a:lnTo>
                  <a:pt x="2900034" y="15232"/>
                </a:lnTo>
                <a:lnTo>
                  <a:pt x="2900224" y="15480"/>
                </a:lnTo>
                <a:lnTo>
                  <a:pt x="2900424" y="15724"/>
                </a:lnTo>
                <a:lnTo>
                  <a:pt x="2900634" y="15962"/>
                </a:lnTo>
                <a:lnTo>
                  <a:pt x="2900854" y="16195"/>
                </a:lnTo>
                <a:lnTo>
                  <a:pt x="2901083" y="16424"/>
                </a:lnTo>
                <a:lnTo>
                  <a:pt x="2901321" y="16645"/>
                </a:lnTo>
                <a:lnTo>
                  <a:pt x="2901564" y="16857"/>
                </a:lnTo>
                <a:lnTo>
                  <a:pt x="2901814" y="17060"/>
                </a:lnTo>
                <a:lnTo>
                  <a:pt x="2902071" y="17253"/>
                </a:lnTo>
                <a:lnTo>
                  <a:pt x="2902334" y="17437"/>
                </a:lnTo>
                <a:lnTo>
                  <a:pt x="2902603" y="17611"/>
                </a:lnTo>
                <a:lnTo>
                  <a:pt x="2902878" y="17776"/>
                </a:lnTo>
                <a:lnTo>
                  <a:pt x="2903160" y="17931"/>
                </a:lnTo>
                <a:lnTo>
                  <a:pt x="2903448" y="18077"/>
                </a:lnTo>
                <a:lnTo>
                  <a:pt x="2903743" y="18214"/>
                </a:lnTo>
                <a:lnTo>
                  <a:pt x="2904044" y="18341"/>
                </a:lnTo>
                <a:lnTo>
                  <a:pt x="2904351" y="18459"/>
                </a:lnTo>
                <a:lnTo>
                  <a:pt x="2904664" y="18567"/>
                </a:lnTo>
                <a:lnTo>
                  <a:pt x="2904984" y="18666"/>
                </a:lnTo>
                <a:lnTo>
                  <a:pt x="2905310" y="18755"/>
                </a:lnTo>
                <a:lnTo>
                  <a:pt x="2905643" y="18835"/>
                </a:lnTo>
                <a:lnTo>
                  <a:pt x="2905981" y="18906"/>
                </a:lnTo>
                <a:lnTo>
                  <a:pt x="2906327" y="18967"/>
                </a:lnTo>
                <a:lnTo>
                  <a:pt x="2906678" y="19019"/>
                </a:lnTo>
                <a:lnTo>
                  <a:pt x="2907036" y="19061"/>
                </a:lnTo>
                <a:lnTo>
                  <a:pt x="2907400" y="19094"/>
                </a:lnTo>
                <a:lnTo>
                  <a:pt x="2907771" y="19118"/>
                </a:lnTo>
                <a:lnTo>
                  <a:pt x="2908148" y="19132"/>
                </a:lnTo>
                <a:lnTo>
                  <a:pt x="2908531" y="19137"/>
                </a:lnTo>
                <a:lnTo>
                  <a:pt x="2908914" y="19132"/>
                </a:lnTo>
                <a:lnTo>
                  <a:pt x="2909291" y="19118"/>
                </a:lnTo>
                <a:lnTo>
                  <a:pt x="2909662" y="19094"/>
                </a:lnTo>
                <a:lnTo>
                  <a:pt x="2910027" y="19061"/>
                </a:lnTo>
                <a:lnTo>
                  <a:pt x="2910385" y="19019"/>
                </a:lnTo>
                <a:close/>
                <a:moveTo>
                  <a:pt x="1814128" y="64116"/>
                </a:moveTo>
                <a:lnTo>
                  <a:pt x="1814533" y="63624"/>
                </a:lnTo>
                <a:lnTo>
                  <a:pt x="1814948" y="63135"/>
                </a:lnTo>
                <a:lnTo>
                  <a:pt x="1815372" y="62650"/>
                </a:lnTo>
                <a:lnTo>
                  <a:pt x="1815807" y="62168"/>
                </a:lnTo>
                <a:lnTo>
                  <a:pt x="1816251" y="61689"/>
                </a:lnTo>
                <a:lnTo>
                  <a:pt x="1816705" y="61214"/>
                </a:lnTo>
                <a:lnTo>
                  <a:pt x="1817170" y="60743"/>
                </a:lnTo>
                <a:lnTo>
                  <a:pt x="1817644" y="60274"/>
                </a:lnTo>
                <a:lnTo>
                  <a:pt x="1818128" y="59809"/>
                </a:lnTo>
                <a:lnTo>
                  <a:pt x="1818622" y="59348"/>
                </a:lnTo>
                <a:lnTo>
                  <a:pt x="1819126" y="58889"/>
                </a:lnTo>
                <a:lnTo>
                  <a:pt x="1819640" y="58435"/>
                </a:lnTo>
                <a:lnTo>
                  <a:pt x="1820164" y="57983"/>
                </a:lnTo>
                <a:lnTo>
                  <a:pt x="1820698" y="57535"/>
                </a:lnTo>
                <a:lnTo>
                  <a:pt x="1821241" y="57091"/>
                </a:lnTo>
                <a:lnTo>
                  <a:pt x="1821795" y="56649"/>
                </a:lnTo>
                <a:lnTo>
                  <a:pt x="1822359" y="56211"/>
                </a:lnTo>
                <a:lnTo>
                  <a:pt x="1822932" y="55777"/>
                </a:lnTo>
                <a:lnTo>
                  <a:pt x="1823516" y="55346"/>
                </a:lnTo>
                <a:lnTo>
                  <a:pt x="1824109" y="54918"/>
                </a:lnTo>
                <a:lnTo>
                  <a:pt x="1824712" y="54494"/>
                </a:lnTo>
                <a:lnTo>
                  <a:pt x="1825327" y="54080"/>
                </a:lnTo>
                <a:lnTo>
                  <a:pt x="1825953" y="53684"/>
                </a:lnTo>
                <a:lnTo>
                  <a:pt x="1826591" y="53305"/>
                </a:lnTo>
                <a:lnTo>
                  <a:pt x="1827241" y="52944"/>
                </a:lnTo>
                <a:lnTo>
                  <a:pt x="1827904" y="52600"/>
                </a:lnTo>
                <a:lnTo>
                  <a:pt x="1828578" y="52274"/>
                </a:lnTo>
                <a:lnTo>
                  <a:pt x="1829264" y="51966"/>
                </a:lnTo>
                <a:lnTo>
                  <a:pt x="1829962" y="51675"/>
                </a:lnTo>
                <a:lnTo>
                  <a:pt x="1830673" y="51402"/>
                </a:lnTo>
                <a:lnTo>
                  <a:pt x="1831395" y="51147"/>
                </a:lnTo>
                <a:lnTo>
                  <a:pt x="1832129" y="50909"/>
                </a:lnTo>
                <a:lnTo>
                  <a:pt x="1832875" y="50689"/>
                </a:lnTo>
                <a:lnTo>
                  <a:pt x="1833633" y="50486"/>
                </a:lnTo>
                <a:lnTo>
                  <a:pt x="1834403" y="50301"/>
                </a:lnTo>
                <a:lnTo>
                  <a:pt x="1835185" y="50134"/>
                </a:lnTo>
                <a:lnTo>
                  <a:pt x="1835980" y="49984"/>
                </a:lnTo>
                <a:lnTo>
                  <a:pt x="1836786" y="49852"/>
                </a:lnTo>
                <a:lnTo>
                  <a:pt x="1837604" y="49737"/>
                </a:lnTo>
                <a:lnTo>
                  <a:pt x="1838434" y="49640"/>
                </a:lnTo>
                <a:lnTo>
                  <a:pt x="1839276" y="49561"/>
                </a:lnTo>
                <a:lnTo>
                  <a:pt x="1840130" y="49499"/>
                </a:lnTo>
                <a:lnTo>
                  <a:pt x="1840996" y="49455"/>
                </a:lnTo>
                <a:lnTo>
                  <a:pt x="1841874" y="49429"/>
                </a:lnTo>
                <a:lnTo>
                  <a:pt x="1842764" y="49420"/>
                </a:lnTo>
                <a:lnTo>
                  <a:pt x="1843358" y="49426"/>
                </a:lnTo>
                <a:lnTo>
                  <a:pt x="1843941" y="49442"/>
                </a:lnTo>
                <a:lnTo>
                  <a:pt x="1844512" y="49471"/>
                </a:lnTo>
                <a:lnTo>
                  <a:pt x="1845071" y="49510"/>
                </a:lnTo>
                <a:lnTo>
                  <a:pt x="1845619" y="49560"/>
                </a:lnTo>
                <a:lnTo>
                  <a:pt x="1846155" y="49622"/>
                </a:lnTo>
                <a:lnTo>
                  <a:pt x="1846679" y="49695"/>
                </a:lnTo>
                <a:lnTo>
                  <a:pt x="1847192" y="49779"/>
                </a:lnTo>
                <a:lnTo>
                  <a:pt x="1847693" y="49874"/>
                </a:lnTo>
                <a:lnTo>
                  <a:pt x="1848183" y="49980"/>
                </a:lnTo>
                <a:lnTo>
                  <a:pt x="1848660" y="50098"/>
                </a:lnTo>
                <a:lnTo>
                  <a:pt x="1849126" y="50227"/>
                </a:lnTo>
                <a:lnTo>
                  <a:pt x="1849581" y="50367"/>
                </a:lnTo>
                <a:lnTo>
                  <a:pt x="1850024" y="50518"/>
                </a:lnTo>
                <a:lnTo>
                  <a:pt x="1850455" y="50681"/>
                </a:lnTo>
                <a:lnTo>
                  <a:pt x="1850875" y="50855"/>
                </a:lnTo>
                <a:lnTo>
                  <a:pt x="1851283" y="51039"/>
                </a:lnTo>
                <a:lnTo>
                  <a:pt x="1851679" y="51236"/>
                </a:lnTo>
                <a:lnTo>
                  <a:pt x="1852063" y="51443"/>
                </a:lnTo>
                <a:lnTo>
                  <a:pt x="1852436" y="51661"/>
                </a:lnTo>
                <a:lnTo>
                  <a:pt x="1852798" y="51891"/>
                </a:lnTo>
                <a:lnTo>
                  <a:pt x="1853148" y="52132"/>
                </a:lnTo>
                <a:lnTo>
                  <a:pt x="1853486" y="52384"/>
                </a:lnTo>
                <a:lnTo>
                  <a:pt x="1853812" y="52648"/>
                </a:lnTo>
                <a:lnTo>
                  <a:pt x="1854128" y="52921"/>
                </a:lnTo>
                <a:lnTo>
                  <a:pt x="1854436" y="53202"/>
                </a:lnTo>
                <a:lnTo>
                  <a:pt x="1854736" y="53492"/>
                </a:lnTo>
                <a:lnTo>
                  <a:pt x="1855027" y="53790"/>
                </a:lnTo>
                <a:lnTo>
                  <a:pt x="1855310" y="54097"/>
                </a:lnTo>
                <a:lnTo>
                  <a:pt x="1855584" y="54412"/>
                </a:lnTo>
                <a:lnTo>
                  <a:pt x="1855851" y="54735"/>
                </a:lnTo>
                <a:lnTo>
                  <a:pt x="1856108" y="55067"/>
                </a:lnTo>
                <a:lnTo>
                  <a:pt x="1856357" y="55407"/>
                </a:lnTo>
                <a:lnTo>
                  <a:pt x="1856598" y="55756"/>
                </a:lnTo>
                <a:lnTo>
                  <a:pt x="1856831" y="56112"/>
                </a:lnTo>
                <a:lnTo>
                  <a:pt x="1857055" y="56478"/>
                </a:lnTo>
                <a:lnTo>
                  <a:pt x="1857271" y="56851"/>
                </a:lnTo>
                <a:lnTo>
                  <a:pt x="1857478" y="57233"/>
                </a:lnTo>
                <a:lnTo>
                  <a:pt x="1857677" y="57624"/>
                </a:lnTo>
                <a:lnTo>
                  <a:pt x="1857867" y="58022"/>
                </a:lnTo>
                <a:lnTo>
                  <a:pt x="1858049" y="58429"/>
                </a:lnTo>
                <a:lnTo>
                  <a:pt x="1858223" y="58845"/>
                </a:lnTo>
                <a:lnTo>
                  <a:pt x="1858389" y="59269"/>
                </a:lnTo>
                <a:lnTo>
                  <a:pt x="1858545" y="59701"/>
                </a:lnTo>
                <a:lnTo>
                  <a:pt x="1858694" y="60141"/>
                </a:lnTo>
                <a:lnTo>
                  <a:pt x="1858834" y="60590"/>
                </a:lnTo>
                <a:lnTo>
                  <a:pt x="1858966" y="61047"/>
                </a:lnTo>
                <a:lnTo>
                  <a:pt x="1859089" y="61513"/>
                </a:lnTo>
                <a:lnTo>
                  <a:pt x="1859206" y="61985"/>
                </a:lnTo>
                <a:lnTo>
                  <a:pt x="1859318" y="62463"/>
                </a:lnTo>
                <a:lnTo>
                  <a:pt x="1859425" y="62946"/>
                </a:lnTo>
                <a:lnTo>
                  <a:pt x="1859526" y="63434"/>
                </a:lnTo>
                <a:lnTo>
                  <a:pt x="1859623" y="63928"/>
                </a:lnTo>
                <a:lnTo>
                  <a:pt x="1859715" y="64427"/>
                </a:lnTo>
                <a:lnTo>
                  <a:pt x="1859802" y="64931"/>
                </a:lnTo>
                <a:lnTo>
                  <a:pt x="1859884" y="65441"/>
                </a:lnTo>
                <a:lnTo>
                  <a:pt x="1859961" y="65956"/>
                </a:lnTo>
                <a:lnTo>
                  <a:pt x="1860033" y="66476"/>
                </a:lnTo>
                <a:lnTo>
                  <a:pt x="1860100" y="67002"/>
                </a:lnTo>
                <a:lnTo>
                  <a:pt x="1860162" y="67533"/>
                </a:lnTo>
                <a:lnTo>
                  <a:pt x="1860219" y="68070"/>
                </a:lnTo>
                <a:lnTo>
                  <a:pt x="1860271" y="68612"/>
                </a:lnTo>
                <a:lnTo>
                  <a:pt x="1860319" y="69159"/>
                </a:lnTo>
                <a:lnTo>
                  <a:pt x="1860361" y="69711"/>
                </a:lnTo>
                <a:lnTo>
                  <a:pt x="1860398" y="70269"/>
                </a:lnTo>
                <a:lnTo>
                  <a:pt x="1860430" y="70833"/>
                </a:lnTo>
                <a:lnTo>
                  <a:pt x="1860458" y="71401"/>
                </a:lnTo>
                <a:lnTo>
                  <a:pt x="1860480" y="71975"/>
                </a:lnTo>
                <a:lnTo>
                  <a:pt x="1860497" y="72554"/>
                </a:lnTo>
                <a:lnTo>
                  <a:pt x="1860510" y="73139"/>
                </a:lnTo>
                <a:lnTo>
                  <a:pt x="1860517" y="73729"/>
                </a:lnTo>
                <a:lnTo>
                  <a:pt x="1860520" y="74324"/>
                </a:lnTo>
                <a:lnTo>
                  <a:pt x="1860520" y="136324"/>
                </a:lnTo>
                <a:lnTo>
                  <a:pt x="1876993" y="136324"/>
                </a:lnTo>
                <a:lnTo>
                  <a:pt x="1876993" y="72308"/>
                </a:lnTo>
                <a:lnTo>
                  <a:pt x="1876981" y="70861"/>
                </a:lnTo>
                <a:lnTo>
                  <a:pt x="1876944" y="69441"/>
                </a:lnTo>
                <a:lnTo>
                  <a:pt x="1876883" y="68049"/>
                </a:lnTo>
                <a:lnTo>
                  <a:pt x="1876797" y="66685"/>
                </a:lnTo>
                <a:lnTo>
                  <a:pt x="1876687" y="65348"/>
                </a:lnTo>
                <a:lnTo>
                  <a:pt x="1876552" y="64038"/>
                </a:lnTo>
                <a:lnTo>
                  <a:pt x="1876393" y="62757"/>
                </a:lnTo>
                <a:lnTo>
                  <a:pt x="1876209" y="61503"/>
                </a:lnTo>
                <a:lnTo>
                  <a:pt x="1876001" y="60276"/>
                </a:lnTo>
                <a:lnTo>
                  <a:pt x="1875769" y="59078"/>
                </a:lnTo>
                <a:lnTo>
                  <a:pt x="1875511" y="57906"/>
                </a:lnTo>
                <a:lnTo>
                  <a:pt x="1875230" y="56763"/>
                </a:lnTo>
                <a:lnTo>
                  <a:pt x="1874924" y="55647"/>
                </a:lnTo>
                <a:lnTo>
                  <a:pt x="1874593" y="54558"/>
                </a:lnTo>
                <a:lnTo>
                  <a:pt x="1874238" y="53498"/>
                </a:lnTo>
                <a:lnTo>
                  <a:pt x="1873858" y="52465"/>
                </a:lnTo>
                <a:lnTo>
                  <a:pt x="1873454" y="51459"/>
                </a:lnTo>
                <a:lnTo>
                  <a:pt x="1873026" y="50481"/>
                </a:lnTo>
                <a:lnTo>
                  <a:pt x="1872573" y="49531"/>
                </a:lnTo>
                <a:lnTo>
                  <a:pt x="1872095" y="48608"/>
                </a:lnTo>
                <a:lnTo>
                  <a:pt x="1871593" y="47713"/>
                </a:lnTo>
                <a:lnTo>
                  <a:pt x="1871067" y="46846"/>
                </a:lnTo>
                <a:lnTo>
                  <a:pt x="1870516" y="46006"/>
                </a:lnTo>
                <a:lnTo>
                  <a:pt x="1869940" y="45194"/>
                </a:lnTo>
                <a:lnTo>
                  <a:pt x="1869337" y="44412"/>
                </a:lnTo>
                <a:lnTo>
                  <a:pt x="1868701" y="43663"/>
                </a:lnTo>
                <a:lnTo>
                  <a:pt x="1868034" y="42948"/>
                </a:lnTo>
                <a:lnTo>
                  <a:pt x="1867336" y="42265"/>
                </a:lnTo>
                <a:lnTo>
                  <a:pt x="1866605" y="41617"/>
                </a:lnTo>
                <a:lnTo>
                  <a:pt x="1865843" y="41001"/>
                </a:lnTo>
                <a:lnTo>
                  <a:pt x="1865050" y="40419"/>
                </a:lnTo>
                <a:lnTo>
                  <a:pt x="1864224" y="39870"/>
                </a:lnTo>
                <a:lnTo>
                  <a:pt x="1863367" y="39354"/>
                </a:lnTo>
                <a:lnTo>
                  <a:pt x="1862479" y="38871"/>
                </a:lnTo>
                <a:lnTo>
                  <a:pt x="1861558" y="38422"/>
                </a:lnTo>
                <a:lnTo>
                  <a:pt x="1860606" y="38006"/>
                </a:lnTo>
                <a:lnTo>
                  <a:pt x="1859622" y="37623"/>
                </a:lnTo>
                <a:lnTo>
                  <a:pt x="1858607" y="37274"/>
                </a:lnTo>
                <a:lnTo>
                  <a:pt x="1857560" y="36958"/>
                </a:lnTo>
                <a:lnTo>
                  <a:pt x="1856481" y="36675"/>
                </a:lnTo>
                <a:lnTo>
                  <a:pt x="1855370" y="36425"/>
                </a:lnTo>
                <a:lnTo>
                  <a:pt x="1854228" y="36209"/>
                </a:lnTo>
                <a:lnTo>
                  <a:pt x="1853054" y="36026"/>
                </a:lnTo>
                <a:lnTo>
                  <a:pt x="1851849" y="35876"/>
                </a:lnTo>
                <a:lnTo>
                  <a:pt x="1850612" y="35760"/>
                </a:lnTo>
                <a:lnTo>
                  <a:pt x="1849343" y="35677"/>
                </a:lnTo>
                <a:lnTo>
                  <a:pt x="1848042" y="35627"/>
                </a:lnTo>
                <a:lnTo>
                  <a:pt x="1846710" y="35610"/>
                </a:lnTo>
                <a:lnTo>
                  <a:pt x="1845649" y="35619"/>
                </a:lnTo>
                <a:lnTo>
                  <a:pt x="1844604" y="35646"/>
                </a:lnTo>
                <a:lnTo>
                  <a:pt x="1843575" y="35691"/>
                </a:lnTo>
                <a:lnTo>
                  <a:pt x="1842561" y="35754"/>
                </a:lnTo>
                <a:lnTo>
                  <a:pt x="1841564" y="35835"/>
                </a:lnTo>
                <a:lnTo>
                  <a:pt x="1840582" y="35934"/>
                </a:lnTo>
                <a:lnTo>
                  <a:pt x="1839615" y="36051"/>
                </a:lnTo>
                <a:lnTo>
                  <a:pt x="1838665" y="36185"/>
                </a:lnTo>
                <a:lnTo>
                  <a:pt x="1837730" y="36338"/>
                </a:lnTo>
                <a:lnTo>
                  <a:pt x="1836811" y="36509"/>
                </a:lnTo>
                <a:lnTo>
                  <a:pt x="1835908" y="36698"/>
                </a:lnTo>
                <a:lnTo>
                  <a:pt x="1835021" y="36905"/>
                </a:lnTo>
                <a:lnTo>
                  <a:pt x="1834149" y="37130"/>
                </a:lnTo>
                <a:lnTo>
                  <a:pt x="1833293" y="37372"/>
                </a:lnTo>
                <a:lnTo>
                  <a:pt x="1832453" y="37633"/>
                </a:lnTo>
                <a:lnTo>
                  <a:pt x="1831628" y="37912"/>
                </a:lnTo>
                <a:lnTo>
                  <a:pt x="1830820" y="38208"/>
                </a:lnTo>
                <a:lnTo>
                  <a:pt x="1830027" y="38523"/>
                </a:lnTo>
                <a:lnTo>
                  <a:pt x="1829250" y="38856"/>
                </a:lnTo>
                <a:lnTo>
                  <a:pt x="1828488" y="39206"/>
                </a:lnTo>
                <a:lnTo>
                  <a:pt x="1827743" y="39575"/>
                </a:lnTo>
                <a:lnTo>
                  <a:pt x="1827013" y="39962"/>
                </a:lnTo>
                <a:lnTo>
                  <a:pt x="1826299" y="40366"/>
                </a:lnTo>
                <a:lnTo>
                  <a:pt x="1825600" y="40789"/>
                </a:lnTo>
                <a:lnTo>
                  <a:pt x="1824916" y="41222"/>
                </a:lnTo>
                <a:lnTo>
                  <a:pt x="1824246" y="41656"/>
                </a:lnTo>
                <a:lnTo>
                  <a:pt x="1823589" y="42094"/>
                </a:lnTo>
                <a:lnTo>
                  <a:pt x="1822945" y="42533"/>
                </a:lnTo>
                <a:lnTo>
                  <a:pt x="1822315" y="42974"/>
                </a:lnTo>
                <a:lnTo>
                  <a:pt x="1821698" y="43418"/>
                </a:lnTo>
                <a:lnTo>
                  <a:pt x="1821094" y="43864"/>
                </a:lnTo>
                <a:lnTo>
                  <a:pt x="1820504" y="44313"/>
                </a:lnTo>
                <a:lnTo>
                  <a:pt x="1819927" y="44763"/>
                </a:lnTo>
                <a:lnTo>
                  <a:pt x="1819363" y="45216"/>
                </a:lnTo>
                <a:lnTo>
                  <a:pt x="1818813" y="45671"/>
                </a:lnTo>
                <a:lnTo>
                  <a:pt x="1818276" y="46128"/>
                </a:lnTo>
                <a:lnTo>
                  <a:pt x="1817752" y="46587"/>
                </a:lnTo>
                <a:lnTo>
                  <a:pt x="1817242" y="47049"/>
                </a:lnTo>
                <a:lnTo>
                  <a:pt x="1816745" y="47513"/>
                </a:lnTo>
                <a:lnTo>
                  <a:pt x="1816262" y="47979"/>
                </a:lnTo>
                <a:lnTo>
                  <a:pt x="1815792" y="48447"/>
                </a:lnTo>
                <a:lnTo>
                  <a:pt x="1815335" y="48918"/>
                </a:lnTo>
                <a:lnTo>
                  <a:pt x="1814892" y="49390"/>
                </a:lnTo>
                <a:lnTo>
                  <a:pt x="1814462" y="49865"/>
                </a:lnTo>
                <a:lnTo>
                  <a:pt x="1814045" y="50343"/>
                </a:lnTo>
                <a:lnTo>
                  <a:pt x="1813642" y="50822"/>
                </a:lnTo>
                <a:lnTo>
                  <a:pt x="1813252" y="51304"/>
                </a:lnTo>
                <a:lnTo>
                  <a:pt x="1812875" y="51788"/>
                </a:lnTo>
                <a:lnTo>
                  <a:pt x="1812875" y="3551"/>
                </a:lnTo>
                <a:lnTo>
                  <a:pt x="1796501" y="3551"/>
                </a:lnTo>
                <a:lnTo>
                  <a:pt x="1796501" y="136324"/>
                </a:lnTo>
                <a:lnTo>
                  <a:pt x="1812974" y="136324"/>
                </a:lnTo>
                <a:lnTo>
                  <a:pt x="1812974" y="65613"/>
                </a:lnTo>
                <a:lnTo>
                  <a:pt x="1813349" y="65111"/>
                </a:lnTo>
                <a:lnTo>
                  <a:pt x="1813734" y="64612"/>
                </a:lnTo>
                <a:lnTo>
                  <a:pt x="1814128" y="64116"/>
                </a:lnTo>
                <a:close/>
                <a:moveTo>
                  <a:pt x="2199182" y="64116"/>
                </a:moveTo>
                <a:lnTo>
                  <a:pt x="2199587" y="63624"/>
                </a:lnTo>
                <a:lnTo>
                  <a:pt x="2200001" y="63135"/>
                </a:lnTo>
                <a:lnTo>
                  <a:pt x="2200426" y="62650"/>
                </a:lnTo>
                <a:lnTo>
                  <a:pt x="2200860" y="62168"/>
                </a:lnTo>
                <a:lnTo>
                  <a:pt x="2201305" y="61689"/>
                </a:lnTo>
                <a:lnTo>
                  <a:pt x="2201759" y="61214"/>
                </a:lnTo>
                <a:lnTo>
                  <a:pt x="2202223" y="60743"/>
                </a:lnTo>
                <a:lnTo>
                  <a:pt x="2202697" y="60274"/>
                </a:lnTo>
                <a:lnTo>
                  <a:pt x="2203182" y="59809"/>
                </a:lnTo>
                <a:lnTo>
                  <a:pt x="2203676" y="59348"/>
                </a:lnTo>
                <a:lnTo>
                  <a:pt x="2204180" y="58889"/>
                </a:lnTo>
                <a:lnTo>
                  <a:pt x="2204694" y="58435"/>
                </a:lnTo>
                <a:lnTo>
                  <a:pt x="2205217" y="57983"/>
                </a:lnTo>
                <a:lnTo>
                  <a:pt x="2205751" y="57535"/>
                </a:lnTo>
                <a:lnTo>
                  <a:pt x="2206295" y="57091"/>
                </a:lnTo>
                <a:lnTo>
                  <a:pt x="2206849" y="56649"/>
                </a:lnTo>
                <a:lnTo>
                  <a:pt x="2207412" y="56211"/>
                </a:lnTo>
                <a:lnTo>
                  <a:pt x="2207986" y="55777"/>
                </a:lnTo>
                <a:lnTo>
                  <a:pt x="2208569" y="55346"/>
                </a:lnTo>
                <a:lnTo>
                  <a:pt x="2209163" y="54918"/>
                </a:lnTo>
                <a:lnTo>
                  <a:pt x="2209766" y="54494"/>
                </a:lnTo>
                <a:lnTo>
                  <a:pt x="2210380" y="54080"/>
                </a:lnTo>
                <a:lnTo>
                  <a:pt x="2211006" y="53684"/>
                </a:lnTo>
                <a:lnTo>
                  <a:pt x="2211645" y="53305"/>
                </a:lnTo>
                <a:lnTo>
                  <a:pt x="2212295" y="52944"/>
                </a:lnTo>
                <a:lnTo>
                  <a:pt x="2212957" y="52600"/>
                </a:lnTo>
                <a:lnTo>
                  <a:pt x="2213631" y="52274"/>
                </a:lnTo>
                <a:lnTo>
                  <a:pt x="2214318" y="51966"/>
                </a:lnTo>
                <a:lnTo>
                  <a:pt x="2215016" y="51675"/>
                </a:lnTo>
                <a:lnTo>
                  <a:pt x="2215726" y="51402"/>
                </a:lnTo>
                <a:lnTo>
                  <a:pt x="2216448" y="51147"/>
                </a:lnTo>
                <a:lnTo>
                  <a:pt x="2217182" y="50909"/>
                </a:lnTo>
                <a:lnTo>
                  <a:pt x="2217929" y="50689"/>
                </a:lnTo>
                <a:lnTo>
                  <a:pt x="2218687" y="50486"/>
                </a:lnTo>
                <a:lnTo>
                  <a:pt x="2219457" y="50301"/>
                </a:lnTo>
                <a:lnTo>
                  <a:pt x="2220239" y="50134"/>
                </a:lnTo>
                <a:lnTo>
                  <a:pt x="2221033" y="49984"/>
                </a:lnTo>
                <a:lnTo>
                  <a:pt x="2221839" y="49852"/>
                </a:lnTo>
                <a:lnTo>
                  <a:pt x="2222657" y="49737"/>
                </a:lnTo>
                <a:lnTo>
                  <a:pt x="2223487" y="49640"/>
                </a:lnTo>
                <a:lnTo>
                  <a:pt x="2224329" y="49561"/>
                </a:lnTo>
                <a:lnTo>
                  <a:pt x="2225183" y="49499"/>
                </a:lnTo>
                <a:lnTo>
                  <a:pt x="2226050" y="49455"/>
                </a:lnTo>
                <a:lnTo>
                  <a:pt x="2226928" y="49429"/>
                </a:lnTo>
                <a:lnTo>
                  <a:pt x="2227818" y="49420"/>
                </a:lnTo>
                <a:lnTo>
                  <a:pt x="2228412" y="49426"/>
                </a:lnTo>
                <a:lnTo>
                  <a:pt x="2228994" y="49442"/>
                </a:lnTo>
                <a:lnTo>
                  <a:pt x="2229565" y="49471"/>
                </a:lnTo>
                <a:lnTo>
                  <a:pt x="2230125" y="49510"/>
                </a:lnTo>
                <a:lnTo>
                  <a:pt x="2230672" y="49560"/>
                </a:lnTo>
                <a:lnTo>
                  <a:pt x="2231208" y="49622"/>
                </a:lnTo>
                <a:lnTo>
                  <a:pt x="2231733" y="49695"/>
                </a:lnTo>
                <a:lnTo>
                  <a:pt x="2232246" y="49779"/>
                </a:lnTo>
                <a:lnTo>
                  <a:pt x="2232747" y="49874"/>
                </a:lnTo>
                <a:lnTo>
                  <a:pt x="2233236" y="49980"/>
                </a:lnTo>
                <a:lnTo>
                  <a:pt x="2233714" y="50098"/>
                </a:lnTo>
                <a:lnTo>
                  <a:pt x="2234180" y="50227"/>
                </a:lnTo>
                <a:lnTo>
                  <a:pt x="2234635" y="50367"/>
                </a:lnTo>
                <a:lnTo>
                  <a:pt x="2235077" y="50518"/>
                </a:lnTo>
                <a:lnTo>
                  <a:pt x="2235509" y="50681"/>
                </a:lnTo>
                <a:lnTo>
                  <a:pt x="2235928" y="50855"/>
                </a:lnTo>
                <a:lnTo>
                  <a:pt x="2236336" y="51039"/>
                </a:lnTo>
                <a:lnTo>
                  <a:pt x="2236732" y="51236"/>
                </a:lnTo>
                <a:lnTo>
                  <a:pt x="2237117" y="51443"/>
                </a:lnTo>
                <a:lnTo>
                  <a:pt x="2237490" y="51661"/>
                </a:lnTo>
                <a:lnTo>
                  <a:pt x="2237851" y="51891"/>
                </a:lnTo>
                <a:lnTo>
                  <a:pt x="2238201" y="52132"/>
                </a:lnTo>
                <a:lnTo>
                  <a:pt x="2238539" y="52384"/>
                </a:lnTo>
                <a:lnTo>
                  <a:pt x="2238866" y="52648"/>
                </a:lnTo>
                <a:lnTo>
                  <a:pt x="2239182" y="52921"/>
                </a:lnTo>
                <a:lnTo>
                  <a:pt x="2239490" y="53202"/>
                </a:lnTo>
                <a:lnTo>
                  <a:pt x="2239790" y="53492"/>
                </a:lnTo>
                <a:lnTo>
                  <a:pt x="2240081" y="53790"/>
                </a:lnTo>
                <a:lnTo>
                  <a:pt x="2240364" y="54097"/>
                </a:lnTo>
                <a:lnTo>
                  <a:pt x="2240638" y="54412"/>
                </a:lnTo>
                <a:lnTo>
                  <a:pt x="2240904" y="54735"/>
                </a:lnTo>
                <a:lnTo>
                  <a:pt x="2241162" y="55067"/>
                </a:lnTo>
                <a:lnTo>
                  <a:pt x="2241411" y="55407"/>
                </a:lnTo>
                <a:lnTo>
                  <a:pt x="2241652" y="55756"/>
                </a:lnTo>
                <a:lnTo>
                  <a:pt x="2241884" y="56112"/>
                </a:lnTo>
                <a:lnTo>
                  <a:pt x="2242108" y="56478"/>
                </a:lnTo>
                <a:lnTo>
                  <a:pt x="2242324" y="56851"/>
                </a:lnTo>
                <a:lnTo>
                  <a:pt x="2242531" y="57233"/>
                </a:lnTo>
                <a:lnTo>
                  <a:pt x="2242730" y="57624"/>
                </a:lnTo>
                <a:lnTo>
                  <a:pt x="2242921" y="58022"/>
                </a:lnTo>
                <a:lnTo>
                  <a:pt x="2243103" y="58429"/>
                </a:lnTo>
                <a:lnTo>
                  <a:pt x="2243277" y="58845"/>
                </a:lnTo>
                <a:lnTo>
                  <a:pt x="2243442" y="59269"/>
                </a:lnTo>
                <a:lnTo>
                  <a:pt x="2243599" y="59701"/>
                </a:lnTo>
                <a:lnTo>
                  <a:pt x="2243748" y="60141"/>
                </a:lnTo>
                <a:lnTo>
                  <a:pt x="2243888" y="60590"/>
                </a:lnTo>
                <a:lnTo>
                  <a:pt x="2244020" y="61047"/>
                </a:lnTo>
                <a:lnTo>
                  <a:pt x="2244143" y="61513"/>
                </a:lnTo>
                <a:lnTo>
                  <a:pt x="2244260" y="61985"/>
                </a:lnTo>
                <a:lnTo>
                  <a:pt x="2244371" y="62463"/>
                </a:lnTo>
                <a:lnTo>
                  <a:pt x="2244478" y="62946"/>
                </a:lnTo>
                <a:lnTo>
                  <a:pt x="2244580" y="63434"/>
                </a:lnTo>
                <a:lnTo>
                  <a:pt x="2244677" y="63928"/>
                </a:lnTo>
                <a:lnTo>
                  <a:pt x="2244769" y="64427"/>
                </a:lnTo>
                <a:lnTo>
                  <a:pt x="2244856" y="64931"/>
                </a:lnTo>
                <a:lnTo>
                  <a:pt x="2244938" y="65441"/>
                </a:lnTo>
                <a:lnTo>
                  <a:pt x="2245015" y="65956"/>
                </a:lnTo>
                <a:lnTo>
                  <a:pt x="2245087" y="66476"/>
                </a:lnTo>
                <a:lnTo>
                  <a:pt x="2245154" y="67002"/>
                </a:lnTo>
                <a:lnTo>
                  <a:pt x="2245216" y="67533"/>
                </a:lnTo>
                <a:lnTo>
                  <a:pt x="2245273" y="68070"/>
                </a:lnTo>
                <a:lnTo>
                  <a:pt x="2245325" y="68612"/>
                </a:lnTo>
                <a:lnTo>
                  <a:pt x="2245372" y="69159"/>
                </a:lnTo>
                <a:lnTo>
                  <a:pt x="2245414" y="69711"/>
                </a:lnTo>
                <a:lnTo>
                  <a:pt x="2245452" y="70269"/>
                </a:lnTo>
                <a:lnTo>
                  <a:pt x="2245484" y="70833"/>
                </a:lnTo>
                <a:lnTo>
                  <a:pt x="2245511" y="71401"/>
                </a:lnTo>
                <a:lnTo>
                  <a:pt x="2245534" y="71975"/>
                </a:lnTo>
                <a:lnTo>
                  <a:pt x="2245551" y="72554"/>
                </a:lnTo>
                <a:lnTo>
                  <a:pt x="2245563" y="73139"/>
                </a:lnTo>
                <a:lnTo>
                  <a:pt x="2245571" y="73729"/>
                </a:lnTo>
                <a:lnTo>
                  <a:pt x="2245573" y="74324"/>
                </a:lnTo>
                <a:lnTo>
                  <a:pt x="2245573" y="136324"/>
                </a:lnTo>
                <a:lnTo>
                  <a:pt x="2262047" y="136324"/>
                </a:lnTo>
                <a:lnTo>
                  <a:pt x="2262047" y="72308"/>
                </a:lnTo>
                <a:lnTo>
                  <a:pt x="2262034" y="70861"/>
                </a:lnTo>
                <a:lnTo>
                  <a:pt x="2261998" y="69441"/>
                </a:lnTo>
                <a:lnTo>
                  <a:pt x="2261936" y="68049"/>
                </a:lnTo>
                <a:lnTo>
                  <a:pt x="2261851" y="66685"/>
                </a:lnTo>
                <a:lnTo>
                  <a:pt x="2261741" y="65348"/>
                </a:lnTo>
                <a:lnTo>
                  <a:pt x="2261606" y="64038"/>
                </a:lnTo>
                <a:lnTo>
                  <a:pt x="2261447" y="62757"/>
                </a:lnTo>
                <a:lnTo>
                  <a:pt x="2261263" y="61503"/>
                </a:lnTo>
                <a:lnTo>
                  <a:pt x="2261055" y="60276"/>
                </a:lnTo>
                <a:lnTo>
                  <a:pt x="2260822" y="59078"/>
                </a:lnTo>
                <a:lnTo>
                  <a:pt x="2260565" y="57906"/>
                </a:lnTo>
                <a:lnTo>
                  <a:pt x="2260283" y="56763"/>
                </a:lnTo>
                <a:lnTo>
                  <a:pt x="2259977" y="55647"/>
                </a:lnTo>
                <a:lnTo>
                  <a:pt x="2259647" y="54558"/>
                </a:lnTo>
                <a:lnTo>
                  <a:pt x="2259292" y="53498"/>
                </a:lnTo>
                <a:lnTo>
                  <a:pt x="2258912" y="52465"/>
                </a:lnTo>
                <a:lnTo>
                  <a:pt x="2258508" y="51459"/>
                </a:lnTo>
                <a:lnTo>
                  <a:pt x="2258079" y="50481"/>
                </a:lnTo>
                <a:lnTo>
                  <a:pt x="2257626" y="49531"/>
                </a:lnTo>
                <a:lnTo>
                  <a:pt x="2257149" y="48608"/>
                </a:lnTo>
                <a:lnTo>
                  <a:pt x="2256647" y="47713"/>
                </a:lnTo>
                <a:lnTo>
                  <a:pt x="2256120" y="46846"/>
                </a:lnTo>
                <a:lnTo>
                  <a:pt x="2255569" y="46006"/>
                </a:lnTo>
                <a:lnTo>
                  <a:pt x="2254994" y="45194"/>
                </a:lnTo>
                <a:lnTo>
                  <a:pt x="2254390" y="44412"/>
                </a:lnTo>
                <a:lnTo>
                  <a:pt x="2253755" y="43663"/>
                </a:lnTo>
                <a:lnTo>
                  <a:pt x="2253088" y="42948"/>
                </a:lnTo>
                <a:lnTo>
                  <a:pt x="2252389" y="42265"/>
                </a:lnTo>
                <a:lnTo>
                  <a:pt x="2251659" y="41617"/>
                </a:lnTo>
                <a:lnTo>
                  <a:pt x="2250897" y="41001"/>
                </a:lnTo>
                <a:lnTo>
                  <a:pt x="2250103" y="40419"/>
                </a:lnTo>
                <a:lnTo>
                  <a:pt x="2249278" y="39870"/>
                </a:lnTo>
                <a:lnTo>
                  <a:pt x="2248421" y="39354"/>
                </a:lnTo>
                <a:lnTo>
                  <a:pt x="2247532" y="38871"/>
                </a:lnTo>
                <a:lnTo>
                  <a:pt x="2246612" y="38422"/>
                </a:lnTo>
                <a:lnTo>
                  <a:pt x="2245660" y="38006"/>
                </a:lnTo>
                <a:lnTo>
                  <a:pt x="2244676" y="37623"/>
                </a:lnTo>
                <a:lnTo>
                  <a:pt x="2243660" y="37274"/>
                </a:lnTo>
                <a:lnTo>
                  <a:pt x="2242613" y="36958"/>
                </a:lnTo>
                <a:lnTo>
                  <a:pt x="2241534" y="36675"/>
                </a:lnTo>
                <a:lnTo>
                  <a:pt x="2240424" y="36425"/>
                </a:lnTo>
                <a:lnTo>
                  <a:pt x="2239282" y="36209"/>
                </a:lnTo>
                <a:lnTo>
                  <a:pt x="2238108" y="36026"/>
                </a:lnTo>
                <a:lnTo>
                  <a:pt x="2236902" y="35876"/>
                </a:lnTo>
                <a:lnTo>
                  <a:pt x="2235665" y="35760"/>
                </a:lnTo>
                <a:lnTo>
                  <a:pt x="2234396" y="35677"/>
                </a:lnTo>
                <a:lnTo>
                  <a:pt x="2233096" y="35627"/>
                </a:lnTo>
                <a:lnTo>
                  <a:pt x="2231763" y="35610"/>
                </a:lnTo>
                <a:lnTo>
                  <a:pt x="2230703" y="35619"/>
                </a:lnTo>
                <a:lnTo>
                  <a:pt x="2229658" y="35646"/>
                </a:lnTo>
                <a:lnTo>
                  <a:pt x="2228628" y="35691"/>
                </a:lnTo>
                <a:lnTo>
                  <a:pt x="2227615" y="35754"/>
                </a:lnTo>
                <a:lnTo>
                  <a:pt x="2226617" y="35835"/>
                </a:lnTo>
                <a:lnTo>
                  <a:pt x="2225635" y="35934"/>
                </a:lnTo>
                <a:lnTo>
                  <a:pt x="2224669" y="36051"/>
                </a:lnTo>
                <a:lnTo>
                  <a:pt x="2223718" y="36185"/>
                </a:lnTo>
                <a:lnTo>
                  <a:pt x="2222784" y="36338"/>
                </a:lnTo>
                <a:lnTo>
                  <a:pt x="2221865" y="36509"/>
                </a:lnTo>
                <a:lnTo>
                  <a:pt x="2220962" y="36698"/>
                </a:lnTo>
                <a:lnTo>
                  <a:pt x="2220074" y="36905"/>
                </a:lnTo>
                <a:lnTo>
                  <a:pt x="2219202" y="37130"/>
                </a:lnTo>
                <a:lnTo>
                  <a:pt x="2218346" y="37372"/>
                </a:lnTo>
                <a:lnTo>
                  <a:pt x="2217506" y="37633"/>
                </a:lnTo>
                <a:lnTo>
                  <a:pt x="2216682" y="37912"/>
                </a:lnTo>
                <a:lnTo>
                  <a:pt x="2215873" y="38208"/>
                </a:lnTo>
                <a:lnTo>
                  <a:pt x="2215080" y="38523"/>
                </a:lnTo>
                <a:lnTo>
                  <a:pt x="2214303" y="38856"/>
                </a:lnTo>
                <a:lnTo>
                  <a:pt x="2213542" y="39206"/>
                </a:lnTo>
                <a:lnTo>
                  <a:pt x="2212796" y="39575"/>
                </a:lnTo>
                <a:lnTo>
                  <a:pt x="2212066" y="39962"/>
                </a:lnTo>
                <a:lnTo>
                  <a:pt x="2211352" y="40366"/>
                </a:lnTo>
                <a:lnTo>
                  <a:pt x="2210654" y="40789"/>
                </a:lnTo>
                <a:lnTo>
                  <a:pt x="2209970" y="41222"/>
                </a:lnTo>
                <a:lnTo>
                  <a:pt x="2209299" y="41656"/>
                </a:lnTo>
                <a:lnTo>
                  <a:pt x="2208642" y="42094"/>
                </a:lnTo>
                <a:lnTo>
                  <a:pt x="2207999" y="42533"/>
                </a:lnTo>
                <a:lnTo>
                  <a:pt x="2207368" y="42974"/>
                </a:lnTo>
                <a:lnTo>
                  <a:pt x="2206751" y="43418"/>
                </a:lnTo>
                <a:lnTo>
                  <a:pt x="2206147" y="43864"/>
                </a:lnTo>
                <a:lnTo>
                  <a:pt x="2205557" y="44313"/>
                </a:lnTo>
                <a:lnTo>
                  <a:pt x="2204980" y="44763"/>
                </a:lnTo>
                <a:lnTo>
                  <a:pt x="2204417" y="45216"/>
                </a:lnTo>
                <a:lnTo>
                  <a:pt x="2203866" y="45671"/>
                </a:lnTo>
                <a:lnTo>
                  <a:pt x="2203329" y="46128"/>
                </a:lnTo>
                <a:lnTo>
                  <a:pt x="2202806" y="46587"/>
                </a:lnTo>
                <a:lnTo>
                  <a:pt x="2202296" y="47049"/>
                </a:lnTo>
                <a:lnTo>
                  <a:pt x="2201799" y="47513"/>
                </a:lnTo>
                <a:lnTo>
                  <a:pt x="2201316" y="47979"/>
                </a:lnTo>
                <a:lnTo>
                  <a:pt x="2200845" y="48447"/>
                </a:lnTo>
                <a:lnTo>
                  <a:pt x="2200389" y="48918"/>
                </a:lnTo>
                <a:lnTo>
                  <a:pt x="2199945" y="49390"/>
                </a:lnTo>
                <a:lnTo>
                  <a:pt x="2199515" y="49865"/>
                </a:lnTo>
                <a:lnTo>
                  <a:pt x="2199099" y="50343"/>
                </a:lnTo>
                <a:lnTo>
                  <a:pt x="2198695" y="50822"/>
                </a:lnTo>
                <a:lnTo>
                  <a:pt x="2198305" y="51304"/>
                </a:lnTo>
                <a:lnTo>
                  <a:pt x="2197929" y="51788"/>
                </a:lnTo>
                <a:lnTo>
                  <a:pt x="2197929" y="3551"/>
                </a:lnTo>
                <a:lnTo>
                  <a:pt x="2181554" y="3551"/>
                </a:lnTo>
                <a:lnTo>
                  <a:pt x="2181554" y="136324"/>
                </a:lnTo>
                <a:lnTo>
                  <a:pt x="2198027" y="136324"/>
                </a:lnTo>
                <a:lnTo>
                  <a:pt x="2198027" y="65613"/>
                </a:lnTo>
                <a:lnTo>
                  <a:pt x="2198402" y="65111"/>
                </a:lnTo>
                <a:lnTo>
                  <a:pt x="2198787" y="64612"/>
                </a:lnTo>
                <a:lnTo>
                  <a:pt x="2199182" y="64116"/>
                </a:lnTo>
                <a:close/>
                <a:moveTo>
                  <a:pt x="2459869" y="37287"/>
                </a:moveTo>
                <a:lnTo>
                  <a:pt x="2459869" y="32623"/>
                </a:lnTo>
                <a:lnTo>
                  <a:pt x="2459873" y="31975"/>
                </a:lnTo>
                <a:lnTo>
                  <a:pt x="2459885" y="31339"/>
                </a:lnTo>
                <a:lnTo>
                  <a:pt x="2459905" y="30717"/>
                </a:lnTo>
                <a:lnTo>
                  <a:pt x="2459933" y="30107"/>
                </a:lnTo>
                <a:lnTo>
                  <a:pt x="2459969" y="29510"/>
                </a:lnTo>
                <a:lnTo>
                  <a:pt x="2460014" y="28926"/>
                </a:lnTo>
                <a:lnTo>
                  <a:pt x="2460066" y="28355"/>
                </a:lnTo>
                <a:lnTo>
                  <a:pt x="2460126" y="27797"/>
                </a:lnTo>
                <a:lnTo>
                  <a:pt x="2460195" y="27252"/>
                </a:lnTo>
                <a:lnTo>
                  <a:pt x="2460271" y="26719"/>
                </a:lnTo>
                <a:lnTo>
                  <a:pt x="2460356" y="26200"/>
                </a:lnTo>
                <a:lnTo>
                  <a:pt x="2460448" y="25693"/>
                </a:lnTo>
                <a:lnTo>
                  <a:pt x="2460549" y="25200"/>
                </a:lnTo>
                <a:lnTo>
                  <a:pt x="2460657" y="24719"/>
                </a:lnTo>
                <a:lnTo>
                  <a:pt x="2460774" y="24251"/>
                </a:lnTo>
                <a:lnTo>
                  <a:pt x="2460899" y="23796"/>
                </a:lnTo>
                <a:lnTo>
                  <a:pt x="2461032" y="23354"/>
                </a:lnTo>
                <a:lnTo>
                  <a:pt x="2461173" y="22924"/>
                </a:lnTo>
                <a:lnTo>
                  <a:pt x="2461322" y="22508"/>
                </a:lnTo>
                <a:lnTo>
                  <a:pt x="2461478" y="22105"/>
                </a:lnTo>
                <a:lnTo>
                  <a:pt x="2461643" y="21714"/>
                </a:lnTo>
                <a:lnTo>
                  <a:pt x="2461817" y="21336"/>
                </a:lnTo>
                <a:lnTo>
                  <a:pt x="2461998" y="20971"/>
                </a:lnTo>
                <a:lnTo>
                  <a:pt x="2462187" y="20619"/>
                </a:lnTo>
                <a:lnTo>
                  <a:pt x="2462391" y="20281"/>
                </a:lnTo>
                <a:lnTo>
                  <a:pt x="2462618" y="19957"/>
                </a:lnTo>
                <a:lnTo>
                  <a:pt x="2462867" y="19648"/>
                </a:lnTo>
                <a:lnTo>
                  <a:pt x="2463139" y="19353"/>
                </a:lnTo>
                <a:lnTo>
                  <a:pt x="2463433" y="19072"/>
                </a:lnTo>
                <a:lnTo>
                  <a:pt x="2463750" y="18806"/>
                </a:lnTo>
                <a:lnTo>
                  <a:pt x="2464089" y="18554"/>
                </a:lnTo>
                <a:lnTo>
                  <a:pt x="2464450" y="18316"/>
                </a:lnTo>
                <a:lnTo>
                  <a:pt x="2464834" y="18093"/>
                </a:lnTo>
                <a:lnTo>
                  <a:pt x="2465240" y="17884"/>
                </a:lnTo>
                <a:lnTo>
                  <a:pt x="2465669" y="17690"/>
                </a:lnTo>
                <a:lnTo>
                  <a:pt x="2466120" y="17510"/>
                </a:lnTo>
                <a:lnTo>
                  <a:pt x="2466594" y="17344"/>
                </a:lnTo>
                <a:lnTo>
                  <a:pt x="2467090" y="17193"/>
                </a:lnTo>
                <a:lnTo>
                  <a:pt x="2467608" y="17056"/>
                </a:lnTo>
                <a:lnTo>
                  <a:pt x="2468149" y="16934"/>
                </a:lnTo>
                <a:lnTo>
                  <a:pt x="2468713" y="16826"/>
                </a:lnTo>
                <a:lnTo>
                  <a:pt x="2469298" y="16732"/>
                </a:lnTo>
                <a:lnTo>
                  <a:pt x="2469907" y="16653"/>
                </a:lnTo>
                <a:lnTo>
                  <a:pt x="2470537" y="16589"/>
                </a:lnTo>
                <a:lnTo>
                  <a:pt x="2471190" y="16538"/>
                </a:lnTo>
                <a:lnTo>
                  <a:pt x="2471866" y="16502"/>
                </a:lnTo>
                <a:lnTo>
                  <a:pt x="2472564" y="16481"/>
                </a:lnTo>
                <a:lnTo>
                  <a:pt x="2473284" y="16473"/>
                </a:lnTo>
                <a:lnTo>
                  <a:pt x="2482162" y="16473"/>
                </a:lnTo>
                <a:lnTo>
                  <a:pt x="2482162" y="3551"/>
                </a:lnTo>
                <a:lnTo>
                  <a:pt x="2472199" y="3551"/>
                </a:lnTo>
                <a:lnTo>
                  <a:pt x="2471465" y="3555"/>
                </a:lnTo>
                <a:lnTo>
                  <a:pt x="2470742" y="3565"/>
                </a:lnTo>
                <a:lnTo>
                  <a:pt x="2470031" y="3582"/>
                </a:lnTo>
                <a:lnTo>
                  <a:pt x="2469332" y="3605"/>
                </a:lnTo>
                <a:lnTo>
                  <a:pt x="2468643" y="3636"/>
                </a:lnTo>
                <a:lnTo>
                  <a:pt x="2467967" y="3673"/>
                </a:lnTo>
                <a:lnTo>
                  <a:pt x="2467301" y="3717"/>
                </a:lnTo>
                <a:lnTo>
                  <a:pt x="2466648" y="3768"/>
                </a:lnTo>
                <a:lnTo>
                  <a:pt x="2466005" y="3826"/>
                </a:lnTo>
                <a:lnTo>
                  <a:pt x="2465375" y="3890"/>
                </a:lnTo>
                <a:lnTo>
                  <a:pt x="2464755" y="3961"/>
                </a:lnTo>
                <a:lnTo>
                  <a:pt x="2464147" y="4039"/>
                </a:lnTo>
                <a:lnTo>
                  <a:pt x="2463551" y="4124"/>
                </a:lnTo>
                <a:lnTo>
                  <a:pt x="2462966" y="4215"/>
                </a:lnTo>
                <a:lnTo>
                  <a:pt x="2462393" y="4313"/>
                </a:lnTo>
                <a:lnTo>
                  <a:pt x="2461831" y="4418"/>
                </a:lnTo>
                <a:lnTo>
                  <a:pt x="2461280" y="4530"/>
                </a:lnTo>
                <a:lnTo>
                  <a:pt x="2460741" y="4649"/>
                </a:lnTo>
                <a:lnTo>
                  <a:pt x="2460213" y="4774"/>
                </a:lnTo>
                <a:lnTo>
                  <a:pt x="2459697" y="4906"/>
                </a:lnTo>
                <a:lnTo>
                  <a:pt x="2459193" y="5045"/>
                </a:lnTo>
                <a:lnTo>
                  <a:pt x="2458700" y="5191"/>
                </a:lnTo>
                <a:lnTo>
                  <a:pt x="2458218" y="5343"/>
                </a:lnTo>
                <a:lnTo>
                  <a:pt x="2457748" y="5502"/>
                </a:lnTo>
                <a:lnTo>
                  <a:pt x="2457288" y="5668"/>
                </a:lnTo>
                <a:lnTo>
                  <a:pt x="2456836" y="5839"/>
                </a:lnTo>
                <a:lnTo>
                  <a:pt x="2456393" y="6016"/>
                </a:lnTo>
                <a:lnTo>
                  <a:pt x="2455959" y="6200"/>
                </a:lnTo>
                <a:lnTo>
                  <a:pt x="2455533" y="6389"/>
                </a:lnTo>
                <a:lnTo>
                  <a:pt x="2455115" y="6584"/>
                </a:lnTo>
                <a:lnTo>
                  <a:pt x="2454707" y="6786"/>
                </a:lnTo>
                <a:lnTo>
                  <a:pt x="2454306" y="6993"/>
                </a:lnTo>
                <a:lnTo>
                  <a:pt x="2453915" y="7206"/>
                </a:lnTo>
                <a:lnTo>
                  <a:pt x="2453532" y="7426"/>
                </a:lnTo>
                <a:lnTo>
                  <a:pt x="2453157" y="7651"/>
                </a:lnTo>
                <a:lnTo>
                  <a:pt x="2452791" y="7882"/>
                </a:lnTo>
                <a:lnTo>
                  <a:pt x="2452434" y="8119"/>
                </a:lnTo>
                <a:lnTo>
                  <a:pt x="2452085" y="8363"/>
                </a:lnTo>
                <a:lnTo>
                  <a:pt x="2451745" y="8612"/>
                </a:lnTo>
                <a:lnTo>
                  <a:pt x="2451413" y="8867"/>
                </a:lnTo>
                <a:lnTo>
                  <a:pt x="2451090" y="9128"/>
                </a:lnTo>
                <a:lnTo>
                  <a:pt x="2450775" y="9396"/>
                </a:lnTo>
                <a:lnTo>
                  <a:pt x="2450469" y="9669"/>
                </a:lnTo>
                <a:lnTo>
                  <a:pt x="2450172" y="9948"/>
                </a:lnTo>
                <a:lnTo>
                  <a:pt x="2449883" y="10233"/>
                </a:lnTo>
                <a:lnTo>
                  <a:pt x="2449602" y="10525"/>
                </a:lnTo>
                <a:lnTo>
                  <a:pt x="2449330" y="10822"/>
                </a:lnTo>
                <a:lnTo>
                  <a:pt x="2449067" y="11125"/>
                </a:lnTo>
                <a:lnTo>
                  <a:pt x="2448812" y="11434"/>
                </a:lnTo>
                <a:lnTo>
                  <a:pt x="2448562" y="11749"/>
                </a:lnTo>
                <a:lnTo>
                  <a:pt x="2448320" y="12069"/>
                </a:lnTo>
                <a:lnTo>
                  <a:pt x="2448084" y="12396"/>
                </a:lnTo>
                <a:lnTo>
                  <a:pt x="2447854" y="12728"/>
                </a:lnTo>
                <a:lnTo>
                  <a:pt x="2447631" y="13066"/>
                </a:lnTo>
                <a:lnTo>
                  <a:pt x="2447414" y="13410"/>
                </a:lnTo>
                <a:lnTo>
                  <a:pt x="2447204" y="13759"/>
                </a:lnTo>
                <a:lnTo>
                  <a:pt x="2447000" y="14115"/>
                </a:lnTo>
                <a:lnTo>
                  <a:pt x="2446803" y="14476"/>
                </a:lnTo>
                <a:lnTo>
                  <a:pt x="2446613" y="14843"/>
                </a:lnTo>
                <a:lnTo>
                  <a:pt x="2446429" y="15216"/>
                </a:lnTo>
                <a:lnTo>
                  <a:pt x="2446251" y="15595"/>
                </a:lnTo>
                <a:lnTo>
                  <a:pt x="2446080" y="15980"/>
                </a:lnTo>
                <a:lnTo>
                  <a:pt x="2445915" y="16371"/>
                </a:lnTo>
                <a:lnTo>
                  <a:pt x="2445757" y="16767"/>
                </a:lnTo>
                <a:lnTo>
                  <a:pt x="2445606" y="17169"/>
                </a:lnTo>
                <a:lnTo>
                  <a:pt x="2445461" y="17577"/>
                </a:lnTo>
                <a:lnTo>
                  <a:pt x="2445322" y="17991"/>
                </a:lnTo>
                <a:lnTo>
                  <a:pt x="2445190" y="18411"/>
                </a:lnTo>
                <a:lnTo>
                  <a:pt x="2445065" y="18836"/>
                </a:lnTo>
                <a:lnTo>
                  <a:pt x="2444946" y="19268"/>
                </a:lnTo>
                <a:lnTo>
                  <a:pt x="2444833" y="19705"/>
                </a:lnTo>
                <a:lnTo>
                  <a:pt x="2444727" y="20148"/>
                </a:lnTo>
                <a:lnTo>
                  <a:pt x="2444626" y="20596"/>
                </a:lnTo>
                <a:lnTo>
                  <a:pt x="2444530" y="21049"/>
                </a:lnTo>
                <a:lnTo>
                  <a:pt x="2444438" y="21506"/>
                </a:lnTo>
                <a:lnTo>
                  <a:pt x="2444350" y="21969"/>
                </a:lnTo>
                <a:lnTo>
                  <a:pt x="2444267" y="22436"/>
                </a:lnTo>
                <a:lnTo>
                  <a:pt x="2444188" y="22907"/>
                </a:lnTo>
                <a:lnTo>
                  <a:pt x="2444113" y="23384"/>
                </a:lnTo>
                <a:lnTo>
                  <a:pt x="2444042" y="23865"/>
                </a:lnTo>
                <a:lnTo>
                  <a:pt x="2443976" y="24351"/>
                </a:lnTo>
                <a:lnTo>
                  <a:pt x="2443914" y="24842"/>
                </a:lnTo>
                <a:lnTo>
                  <a:pt x="2443856" y="25337"/>
                </a:lnTo>
                <a:lnTo>
                  <a:pt x="2443802" y="25837"/>
                </a:lnTo>
                <a:lnTo>
                  <a:pt x="2443753" y="26342"/>
                </a:lnTo>
                <a:lnTo>
                  <a:pt x="2443708" y="26852"/>
                </a:lnTo>
                <a:lnTo>
                  <a:pt x="2443667" y="27367"/>
                </a:lnTo>
                <a:lnTo>
                  <a:pt x="2443631" y="27886"/>
                </a:lnTo>
                <a:lnTo>
                  <a:pt x="2443599" y="28410"/>
                </a:lnTo>
                <a:lnTo>
                  <a:pt x="2443571" y="28938"/>
                </a:lnTo>
                <a:lnTo>
                  <a:pt x="2443547" y="29472"/>
                </a:lnTo>
                <a:lnTo>
                  <a:pt x="2443528" y="30010"/>
                </a:lnTo>
                <a:lnTo>
                  <a:pt x="2443513" y="30553"/>
                </a:lnTo>
                <a:lnTo>
                  <a:pt x="2443503" y="31100"/>
                </a:lnTo>
                <a:lnTo>
                  <a:pt x="2443496" y="31653"/>
                </a:lnTo>
                <a:lnTo>
                  <a:pt x="2443494" y="32210"/>
                </a:lnTo>
                <a:lnTo>
                  <a:pt x="2443494" y="37287"/>
                </a:lnTo>
                <a:lnTo>
                  <a:pt x="2427415" y="37287"/>
                </a:lnTo>
                <a:lnTo>
                  <a:pt x="2427415" y="50604"/>
                </a:lnTo>
                <a:lnTo>
                  <a:pt x="2443494" y="50604"/>
                </a:lnTo>
                <a:lnTo>
                  <a:pt x="2443494" y="136324"/>
                </a:lnTo>
                <a:lnTo>
                  <a:pt x="2459869" y="136324"/>
                </a:lnTo>
                <a:lnTo>
                  <a:pt x="2459869" y="50604"/>
                </a:lnTo>
                <a:lnTo>
                  <a:pt x="2482261" y="50604"/>
                </a:lnTo>
                <a:lnTo>
                  <a:pt x="2482261" y="37287"/>
                </a:lnTo>
                <a:lnTo>
                  <a:pt x="2459869" y="37287"/>
                </a:lnTo>
                <a:close/>
                <a:moveTo>
                  <a:pt x="1759136" y="122973"/>
                </a:moveTo>
                <a:lnTo>
                  <a:pt x="1758460" y="122930"/>
                </a:lnTo>
                <a:lnTo>
                  <a:pt x="1757807" y="122869"/>
                </a:lnTo>
                <a:lnTo>
                  <a:pt x="1757176" y="122791"/>
                </a:lnTo>
                <a:lnTo>
                  <a:pt x="1756568" y="122696"/>
                </a:lnTo>
                <a:lnTo>
                  <a:pt x="1755982" y="122583"/>
                </a:lnTo>
                <a:lnTo>
                  <a:pt x="1755419" y="122453"/>
                </a:lnTo>
                <a:lnTo>
                  <a:pt x="1754878" y="122306"/>
                </a:lnTo>
                <a:lnTo>
                  <a:pt x="1754360" y="122142"/>
                </a:lnTo>
                <a:lnTo>
                  <a:pt x="1753864" y="121960"/>
                </a:lnTo>
                <a:lnTo>
                  <a:pt x="1753390" y="121761"/>
                </a:lnTo>
                <a:lnTo>
                  <a:pt x="1752939" y="121544"/>
                </a:lnTo>
                <a:lnTo>
                  <a:pt x="1752510" y="121310"/>
                </a:lnTo>
                <a:lnTo>
                  <a:pt x="1752104" y="121059"/>
                </a:lnTo>
                <a:lnTo>
                  <a:pt x="1751720" y="120791"/>
                </a:lnTo>
                <a:lnTo>
                  <a:pt x="1751358" y="120505"/>
                </a:lnTo>
                <a:lnTo>
                  <a:pt x="1751019" y="120202"/>
                </a:lnTo>
                <a:lnTo>
                  <a:pt x="1750703" y="119882"/>
                </a:lnTo>
                <a:lnTo>
                  <a:pt x="1750409" y="119544"/>
                </a:lnTo>
                <a:lnTo>
                  <a:pt x="1750137" y="119189"/>
                </a:lnTo>
                <a:lnTo>
                  <a:pt x="1749888" y="118817"/>
                </a:lnTo>
                <a:lnTo>
                  <a:pt x="1749661" y="118427"/>
                </a:lnTo>
                <a:lnTo>
                  <a:pt x="1749457" y="118020"/>
                </a:lnTo>
                <a:lnTo>
                  <a:pt x="1749267" y="117597"/>
                </a:lnTo>
                <a:lnTo>
                  <a:pt x="1749086" y="117158"/>
                </a:lnTo>
                <a:lnTo>
                  <a:pt x="1748913" y="116705"/>
                </a:lnTo>
                <a:lnTo>
                  <a:pt x="1748748" y="116236"/>
                </a:lnTo>
                <a:lnTo>
                  <a:pt x="1748591" y="115752"/>
                </a:lnTo>
                <a:lnTo>
                  <a:pt x="1748442" y="115253"/>
                </a:lnTo>
                <a:lnTo>
                  <a:pt x="1748302" y="114739"/>
                </a:lnTo>
                <a:lnTo>
                  <a:pt x="1748169" y="114209"/>
                </a:lnTo>
                <a:lnTo>
                  <a:pt x="1748044" y="113665"/>
                </a:lnTo>
                <a:lnTo>
                  <a:pt x="1747927" y="113105"/>
                </a:lnTo>
                <a:lnTo>
                  <a:pt x="1747819" y="112530"/>
                </a:lnTo>
                <a:lnTo>
                  <a:pt x="1747718" y="111940"/>
                </a:lnTo>
                <a:lnTo>
                  <a:pt x="1747625" y="111334"/>
                </a:lnTo>
                <a:lnTo>
                  <a:pt x="1747541" y="110714"/>
                </a:lnTo>
                <a:lnTo>
                  <a:pt x="1747464" y="110078"/>
                </a:lnTo>
                <a:lnTo>
                  <a:pt x="1747396" y="109427"/>
                </a:lnTo>
                <a:lnTo>
                  <a:pt x="1747336" y="108761"/>
                </a:lnTo>
                <a:lnTo>
                  <a:pt x="1747283" y="108080"/>
                </a:lnTo>
                <a:lnTo>
                  <a:pt x="1747239" y="107383"/>
                </a:lnTo>
                <a:lnTo>
                  <a:pt x="1747203" y="106672"/>
                </a:lnTo>
                <a:lnTo>
                  <a:pt x="1747175" y="105945"/>
                </a:lnTo>
                <a:lnTo>
                  <a:pt x="1747155" y="105203"/>
                </a:lnTo>
                <a:lnTo>
                  <a:pt x="1747142" y="104446"/>
                </a:lnTo>
                <a:lnTo>
                  <a:pt x="1747138" y="103674"/>
                </a:lnTo>
                <a:lnTo>
                  <a:pt x="1747138" y="50604"/>
                </a:lnTo>
                <a:lnTo>
                  <a:pt x="1770813" y="50604"/>
                </a:lnTo>
                <a:lnTo>
                  <a:pt x="1770813" y="37287"/>
                </a:lnTo>
                <a:lnTo>
                  <a:pt x="1747138" y="37287"/>
                </a:lnTo>
                <a:lnTo>
                  <a:pt x="1747138" y="15290"/>
                </a:lnTo>
                <a:lnTo>
                  <a:pt x="1730764" y="15290"/>
                </a:lnTo>
                <a:lnTo>
                  <a:pt x="1730764" y="37287"/>
                </a:lnTo>
                <a:lnTo>
                  <a:pt x="1714685" y="37287"/>
                </a:lnTo>
                <a:lnTo>
                  <a:pt x="1714685" y="50604"/>
                </a:lnTo>
                <a:lnTo>
                  <a:pt x="1730764" y="50604"/>
                </a:lnTo>
                <a:lnTo>
                  <a:pt x="1730764" y="104142"/>
                </a:lnTo>
                <a:lnTo>
                  <a:pt x="1730768" y="104980"/>
                </a:lnTo>
                <a:lnTo>
                  <a:pt x="1730780" y="105808"/>
                </a:lnTo>
                <a:lnTo>
                  <a:pt x="1730800" y="106625"/>
                </a:lnTo>
                <a:lnTo>
                  <a:pt x="1730828" y="107433"/>
                </a:lnTo>
                <a:lnTo>
                  <a:pt x="1730864" y="108230"/>
                </a:lnTo>
                <a:lnTo>
                  <a:pt x="1730909" y="109017"/>
                </a:lnTo>
                <a:lnTo>
                  <a:pt x="1730961" y="109794"/>
                </a:lnTo>
                <a:lnTo>
                  <a:pt x="1731021" y="110562"/>
                </a:lnTo>
                <a:lnTo>
                  <a:pt x="1731090" y="111318"/>
                </a:lnTo>
                <a:lnTo>
                  <a:pt x="1731166" y="112065"/>
                </a:lnTo>
                <a:lnTo>
                  <a:pt x="1731251" y="112802"/>
                </a:lnTo>
                <a:lnTo>
                  <a:pt x="1731343" y="113529"/>
                </a:lnTo>
                <a:lnTo>
                  <a:pt x="1731444" y="114245"/>
                </a:lnTo>
                <a:lnTo>
                  <a:pt x="1731553" y="114952"/>
                </a:lnTo>
                <a:lnTo>
                  <a:pt x="1731669" y="115648"/>
                </a:lnTo>
                <a:lnTo>
                  <a:pt x="1731794" y="116334"/>
                </a:lnTo>
                <a:lnTo>
                  <a:pt x="1731927" y="117010"/>
                </a:lnTo>
                <a:lnTo>
                  <a:pt x="1732068" y="117676"/>
                </a:lnTo>
                <a:lnTo>
                  <a:pt x="1732217" y="118332"/>
                </a:lnTo>
                <a:lnTo>
                  <a:pt x="1732374" y="118978"/>
                </a:lnTo>
                <a:lnTo>
                  <a:pt x="1732539" y="119614"/>
                </a:lnTo>
                <a:lnTo>
                  <a:pt x="1732712" y="120239"/>
                </a:lnTo>
                <a:lnTo>
                  <a:pt x="1732893" y="120855"/>
                </a:lnTo>
                <a:lnTo>
                  <a:pt x="1733082" y="121460"/>
                </a:lnTo>
                <a:lnTo>
                  <a:pt x="1733282" y="122054"/>
                </a:lnTo>
                <a:lnTo>
                  <a:pt x="1733495" y="122637"/>
                </a:lnTo>
                <a:lnTo>
                  <a:pt x="1733722" y="123208"/>
                </a:lnTo>
                <a:lnTo>
                  <a:pt x="1733963" y="123767"/>
                </a:lnTo>
                <a:lnTo>
                  <a:pt x="1734217" y="124314"/>
                </a:lnTo>
                <a:lnTo>
                  <a:pt x="1734484" y="124850"/>
                </a:lnTo>
                <a:lnTo>
                  <a:pt x="1734766" y="125374"/>
                </a:lnTo>
                <a:lnTo>
                  <a:pt x="1735060" y="125886"/>
                </a:lnTo>
                <a:lnTo>
                  <a:pt x="1735368" y="126387"/>
                </a:lnTo>
                <a:lnTo>
                  <a:pt x="1735690" y="126876"/>
                </a:lnTo>
                <a:lnTo>
                  <a:pt x="1736025" y="127353"/>
                </a:lnTo>
                <a:lnTo>
                  <a:pt x="1736374" y="127819"/>
                </a:lnTo>
                <a:lnTo>
                  <a:pt x="1736736" y="128273"/>
                </a:lnTo>
                <a:lnTo>
                  <a:pt x="1737112" y="128715"/>
                </a:lnTo>
                <a:lnTo>
                  <a:pt x="1737501" y="129145"/>
                </a:lnTo>
                <a:lnTo>
                  <a:pt x="1737904" y="129564"/>
                </a:lnTo>
                <a:lnTo>
                  <a:pt x="1738321" y="129971"/>
                </a:lnTo>
                <a:lnTo>
                  <a:pt x="1738751" y="130366"/>
                </a:lnTo>
                <a:lnTo>
                  <a:pt x="1739194" y="130750"/>
                </a:lnTo>
                <a:lnTo>
                  <a:pt x="1739651" y="131122"/>
                </a:lnTo>
                <a:lnTo>
                  <a:pt x="1740122" y="131482"/>
                </a:lnTo>
                <a:lnTo>
                  <a:pt x="1740606" y="131831"/>
                </a:lnTo>
                <a:lnTo>
                  <a:pt x="1741103" y="132168"/>
                </a:lnTo>
                <a:lnTo>
                  <a:pt x="1741614" y="132493"/>
                </a:lnTo>
                <a:lnTo>
                  <a:pt x="1742142" y="132805"/>
                </a:lnTo>
                <a:lnTo>
                  <a:pt x="1742688" y="133105"/>
                </a:lnTo>
                <a:lnTo>
                  <a:pt x="1743253" y="133391"/>
                </a:lnTo>
                <a:lnTo>
                  <a:pt x="1743837" y="133664"/>
                </a:lnTo>
                <a:lnTo>
                  <a:pt x="1744439" y="133923"/>
                </a:lnTo>
                <a:lnTo>
                  <a:pt x="1745061" y="134169"/>
                </a:lnTo>
                <a:lnTo>
                  <a:pt x="1745701" y="134402"/>
                </a:lnTo>
                <a:lnTo>
                  <a:pt x="1746360" y="134621"/>
                </a:lnTo>
                <a:lnTo>
                  <a:pt x="1747038" y="134828"/>
                </a:lnTo>
                <a:lnTo>
                  <a:pt x="1747735" y="135021"/>
                </a:lnTo>
                <a:lnTo>
                  <a:pt x="1748451" y="135200"/>
                </a:lnTo>
                <a:lnTo>
                  <a:pt x="1749185" y="135367"/>
                </a:lnTo>
                <a:lnTo>
                  <a:pt x="1749939" y="135520"/>
                </a:lnTo>
                <a:lnTo>
                  <a:pt x="1750711" y="135659"/>
                </a:lnTo>
                <a:lnTo>
                  <a:pt x="1751502" y="135786"/>
                </a:lnTo>
                <a:lnTo>
                  <a:pt x="1752312" y="135899"/>
                </a:lnTo>
                <a:lnTo>
                  <a:pt x="1753140" y="135998"/>
                </a:lnTo>
                <a:lnTo>
                  <a:pt x="1753988" y="136085"/>
                </a:lnTo>
                <a:lnTo>
                  <a:pt x="1754854" y="136158"/>
                </a:lnTo>
                <a:lnTo>
                  <a:pt x="1755740" y="136218"/>
                </a:lnTo>
                <a:lnTo>
                  <a:pt x="1756644" y="136265"/>
                </a:lnTo>
                <a:lnTo>
                  <a:pt x="1757567" y="136298"/>
                </a:lnTo>
                <a:lnTo>
                  <a:pt x="1758508" y="136318"/>
                </a:lnTo>
                <a:lnTo>
                  <a:pt x="1759469" y="136324"/>
                </a:lnTo>
                <a:lnTo>
                  <a:pt x="1771010" y="136324"/>
                </a:lnTo>
                <a:lnTo>
                  <a:pt x="1771010" y="123008"/>
                </a:lnTo>
                <a:lnTo>
                  <a:pt x="1760554" y="123008"/>
                </a:lnTo>
                <a:lnTo>
                  <a:pt x="1759833" y="122999"/>
                </a:lnTo>
                <a:lnTo>
                  <a:pt x="1759136" y="122973"/>
                </a:lnTo>
                <a:close/>
                <a:moveTo>
                  <a:pt x="2042975" y="122973"/>
                </a:moveTo>
                <a:lnTo>
                  <a:pt x="2042299" y="122930"/>
                </a:lnTo>
                <a:lnTo>
                  <a:pt x="2041646" y="122869"/>
                </a:lnTo>
                <a:lnTo>
                  <a:pt x="2041015" y="122791"/>
                </a:lnTo>
                <a:lnTo>
                  <a:pt x="2040407" y="122696"/>
                </a:lnTo>
                <a:lnTo>
                  <a:pt x="2039821" y="122583"/>
                </a:lnTo>
                <a:lnTo>
                  <a:pt x="2039258" y="122453"/>
                </a:lnTo>
                <a:lnTo>
                  <a:pt x="2038717" y="122306"/>
                </a:lnTo>
                <a:lnTo>
                  <a:pt x="2038199" y="122142"/>
                </a:lnTo>
                <a:lnTo>
                  <a:pt x="2037703" y="121960"/>
                </a:lnTo>
                <a:lnTo>
                  <a:pt x="2037229" y="121761"/>
                </a:lnTo>
                <a:lnTo>
                  <a:pt x="2036778" y="121544"/>
                </a:lnTo>
                <a:lnTo>
                  <a:pt x="2036349" y="121310"/>
                </a:lnTo>
                <a:lnTo>
                  <a:pt x="2035943" y="121059"/>
                </a:lnTo>
                <a:lnTo>
                  <a:pt x="2035559" y="120791"/>
                </a:lnTo>
                <a:lnTo>
                  <a:pt x="2035198" y="120505"/>
                </a:lnTo>
                <a:lnTo>
                  <a:pt x="2034859" y="120202"/>
                </a:lnTo>
                <a:lnTo>
                  <a:pt x="2034542" y="119882"/>
                </a:lnTo>
                <a:lnTo>
                  <a:pt x="2034248" y="119544"/>
                </a:lnTo>
                <a:lnTo>
                  <a:pt x="2033976" y="119189"/>
                </a:lnTo>
                <a:lnTo>
                  <a:pt x="2033727" y="118817"/>
                </a:lnTo>
                <a:lnTo>
                  <a:pt x="2033500" y="118427"/>
                </a:lnTo>
                <a:lnTo>
                  <a:pt x="2033296" y="118020"/>
                </a:lnTo>
                <a:lnTo>
                  <a:pt x="2033107" y="117597"/>
                </a:lnTo>
                <a:lnTo>
                  <a:pt x="2032925" y="117158"/>
                </a:lnTo>
                <a:lnTo>
                  <a:pt x="2032752" y="116705"/>
                </a:lnTo>
                <a:lnTo>
                  <a:pt x="2032587" y="116236"/>
                </a:lnTo>
                <a:lnTo>
                  <a:pt x="2032430" y="115752"/>
                </a:lnTo>
                <a:lnTo>
                  <a:pt x="2032282" y="115253"/>
                </a:lnTo>
                <a:lnTo>
                  <a:pt x="2032141" y="114739"/>
                </a:lnTo>
                <a:lnTo>
                  <a:pt x="2032008" y="114209"/>
                </a:lnTo>
                <a:lnTo>
                  <a:pt x="2031883" y="113665"/>
                </a:lnTo>
                <a:lnTo>
                  <a:pt x="2031766" y="113105"/>
                </a:lnTo>
                <a:lnTo>
                  <a:pt x="2031658" y="112530"/>
                </a:lnTo>
                <a:lnTo>
                  <a:pt x="2031557" y="111940"/>
                </a:lnTo>
                <a:lnTo>
                  <a:pt x="2031465" y="111334"/>
                </a:lnTo>
                <a:lnTo>
                  <a:pt x="2031380" y="110714"/>
                </a:lnTo>
                <a:lnTo>
                  <a:pt x="2031304" y="110078"/>
                </a:lnTo>
                <a:lnTo>
                  <a:pt x="2031235" y="109427"/>
                </a:lnTo>
                <a:lnTo>
                  <a:pt x="2031175" y="108761"/>
                </a:lnTo>
                <a:lnTo>
                  <a:pt x="2031123" y="108080"/>
                </a:lnTo>
                <a:lnTo>
                  <a:pt x="2031078" y="107383"/>
                </a:lnTo>
                <a:lnTo>
                  <a:pt x="2031042" y="106672"/>
                </a:lnTo>
                <a:lnTo>
                  <a:pt x="2031014" y="105945"/>
                </a:lnTo>
                <a:lnTo>
                  <a:pt x="2030994" y="105203"/>
                </a:lnTo>
                <a:lnTo>
                  <a:pt x="2030982" y="104446"/>
                </a:lnTo>
                <a:lnTo>
                  <a:pt x="2030978" y="103674"/>
                </a:lnTo>
                <a:lnTo>
                  <a:pt x="2030978" y="50604"/>
                </a:lnTo>
                <a:lnTo>
                  <a:pt x="2054652" y="50604"/>
                </a:lnTo>
                <a:lnTo>
                  <a:pt x="2054652" y="37287"/>
                </a:lnTo>
                <a:lnTo>
                  <a:pt x="2030978" y="37287"/>
                </a:lnTo>
                <a:lnTo>
                  <a:pt x="2030978" y="15290"/>
                </a:lnTo>
                <a:lnTo>
                  <a:pt x="2014603" y="15290"/>
                </a:lnTo>
                <a:lnTo>
                  <a:pt x="2014603" y="37287"/>
                </a:lnTo>
                <a:lnTo>
                  <a:pt x="1998524" y="37287"/>
                </a:lnTo>
                <a:lnTo>
                  <a:pt x="1998524" y="50604"/>
                </a:lnTo>
                <a:lnTo>
                  <a:pt x="2014603" y="50604"/>
                </a:lnTo>
                <a:lnTo>
                  <a:pt x="2014603" y="104142"/>
                </a:lnTo>
                <a:lnTo>
                  <a:pt x="2014607" y="104980"/>
                </a:lnTo>
                <a:lnTo>
                  <a:pt x="2014619" y="105808"/>
                </a:lnTo>
                <a:lnTo>
                  <a:pt x="2014639" y="106625"/>
                </a:lnTo>
                <a:lnTo>
                  <a:pt x="2014667" y="107433"/>
                </a:lnTo>
                <a:lnTo>
                  <a:pt x="2014704" y="108230"/>
                </a:lnTo>
                <a:lnTo>
                  <a:pt x="2014748" y="109017"/>
                </a:lnTo>
                <a:lnTo>
                  <a:pt x="2014800" y="109794"/>
                </a:lnTo>
                <a:lnTo>
                  <a:pt x="2014860" y="110562"/>
                </a:lnTo>
                <a:lnTo>
                  <a:pt x="2014929" y="111318"/>
                </a:lnTo>
                <a:lnTo>
                  <a:pt x="2015005" y="112065"/>
                </a:lnTo>
                <a:lnTo>
                  <a:pt x="2015090" y="112802"/>
                </a:lnTo>
                <a:lnTo>
                  <a:pt x="2015182" y="113529"/>
                </a:lnTo>
                <a:lnTo>
                  <a:pt x="2015283" y="114245"/>
                </a:lnTo>
                <a:lnTo>
                  <a:pt x="2015392" y="114952"/>
                </a:lnTo>
                <a:lnTo>
                  <a:pt x="2015508" y="115648"/>
                </a:lnTo>
                <a:lnTo>
                  <a:pt x="2015633" y="116334"/>
                </a:lnTo>
                <a:lnTo>
                  <a:pt x="2015766" y="117010"/>
                </a:lnTo>
                <a:lnTo>
                  <a:pt x="2015907" y="117676"/>
                </a:lnTo>
                <a:lnTo>
                  <a:pt x="2016056" y="118332"/>
                </a:lnTo>
                <a:lnTo>
                  <a:pt x="2016213" y="118978"/>
                </a:lnTo>
                <a:lnTo>
                  <a:pt x="2016378" y="119614"/>
                </a:lnTo>
                <a:lnTo>
                  <a:pt x="2016551" y="120239"/>
                </a:lnTo>
                <a:lnTo>
                  <a:pt x="2016732" y="120855"/>
                </a:lnTo>
                <a:lnTo>
                  <a:pt x="2016921" y="121460"/>
                </a:lnTo>
                <a:lnTo>
                  <a:pt x="2017121" y="122054"/>
                </a:lnTo>
                <a:lnTo>
                  <a:pt x="2017334" y="122637"/>
                </a:lnTo>
                <a:lnTo>
                  <a:pt x="2017561" y="123208"/>
                </a:lnTo>
                <a:lnTo>
                  <a:pt x="2017802" y="123767"/>
                </a:lnTo>
                <a:lnTo>
                  <a:pt x="2018056" y="124314"/>
                </a:lnTo>
                <a:lnTo>
                  <a:pt x="2018324" y="124850"/>
                </a:lnTo>
                <a:lnTo>
                  <a:pt x="2018605" y="125374"/>
                </a:lnTo>
                <a:lnTo>
                  <a:pt x="2018899" y="125886"/>
                </a:lnTo>
                <a:lnTo>
                  <a:pt x="2019208" y="126387"/>
                </a:lnTo>
                <a:lnTo>
                  <a:pt x="2019529" y="126876"/>
                </a:lnTo>
                <a:lnTo>
                  <a:pt x="2019864" y="127353"/>
                </a:lnTo>
                <a:lnTo>
                  <a:pt x="2020213" y="127819"/>
                </a:lnTo>
                <a:lnTo>
                  <a:pt x="2020576" y="128273"/>
                </a:lnTo>
                <a:lnTo>
                  <a:pt x="2020951" y="128715"/>
                </a:lnTo>
                <a:lnTo>
                  <a:pt x="2021341" y="129145"/>
                </a:lnTo>
                <a:lnTo>
                  <a:pt x="2021744" y="129564"/>
                </a:lnTo>
                <a:lnTo>
                  <a:pt x="2022160" y="129971"/>
                </a:lnTo>
                <a:lnTo>
                  <a:pt x="2022590" y="130366"/>
                </a:lnTo>
                <a:lnTo>
                  <a:pt x="2023033" y="130750"/>
                </a:lnTo>
                <a:lnTo>
                  <a:pt x="2023490" y="131122"/>
                </a:lnTo>
                <a:lnTo>
                  <a:pt x="2023961" y="131482"/>
                </a:lnTo>
                <a:lnTo>
                  <a:pt x="2024445" y="131831"/>
                </a:lnTo>
                <a:lnTo>
                  <a:pt x="2024943" y="132168"/>
                </a:lnTo>
                <a:lnTo>
                  <a:pt x="2025454" y="132493"/>
                </a:lnTo>
                <a:lnTo>
                  <a:pt x="2025981" y="132805"/>
                </a:lnTo>
                <a:lnTo>
                  <a:pt x="2026527" y="133105"/>
                </a:lnTo>
                <a:lnTo>
                  <a:pt x="2027092" y="133391"/>
                </a:lnTo>
                <a:lnTo>
                  <a:pt x="2027676" y="133664"/>
                </a:lnTo>
                <a:lnTo>
                  <a:pt x="2028278" y="133923"/>
                </a:lnTo>
                <a:lnTo>
                  <a:pt x="2028900" y="134169"/>
                </a:lnTo>
                <a:lnTo>
                  <a:pt x="2029540" y="134402"/>
                </a:lnTo>
                <a:lnTo>
                  <a:pt x="2030199" y="134621"/>
                </a:lnTo>
                <a:lnTo>
                  <a:pt x="2030877" y="134828"/>
                </a:lnTo>
                <a:lnTo>
                  <a:pt x="2031574" y="135021"/>
                </a:lnTo>
                <a:lnTo>
                  <a:pt x="2032290" y="135200"/>
                </a:lnTo>
                <a:lnTo>
                  <a:pt x="2033024" y="135367"/>
                </a:lnTo>
                <a:lnTo>
                  <a:pt x="2033778" y="135520"/>
                </a:lnTo>
                <a:lnTo>
                  <a:pt x="2034550" y="135659"/>
                </a:lnTo>
                <a:lnTo>
                  <a:pt x="2035341" y="135786"/>
                </a:lnTo>
                <a:lnTo>
                  <a:pt x="2036151" y="135899"/>
                </a:lnTo>
                <a:lnTo>
                  <a:pt x="2036980" y="135998"/>
                </a:lnTo>
                <a:lnTo>
                  <a:pt x="2037827" y="136085"/>
                </a:lnTo>
                <a:lnTo>
                  <a:pt x="2038694" y="136158"/>
                </a:lnTo>
                <a:lnTo>
                  <a:pt x="2039579" y="136218"/>
                </a:lnTo>
                <a:lnTo>
                  <a:pt x="2040483" y="136265"/>
                </a:lnTo>
                <a:lnTo>
                  <a:pt x="2041406" y="136298"/>
                </a:lnTo>
                <a:lnTo>
                  <a:pt x="2042347" y="136318"/>
                </a:lnTo>
                <a:lnTo>
                  <a:pt x="2043308" y="136324"/>
                </a:lnTo>
                <a:lnTo>
                  <a:pt x="2054849" y="136324"/>
                </a:lnTo>
                <a:lnTo>
                  <a:pt x="2054849" y="123008"/>
                </a:lnTo>
                <a:lnTo>
                  <a:pt x="2044393" y="123008"/>
                </a:lnTo>
                <a:lnTo>
                  <a:pt x="2043673" y="122999"/>
                </a:lnTo>
                <a:lnTo>
                  <a:pt x="2042975" y="122973"/>
                </a:lnTo>
                <a:close/>
                <a:moveTo>
                  <a:pt x="2150249" y="122973"/>
                </a:moveTo>
                <a:lnTo>
                  <a:pt x="2149573" y="122930"/>
                </a:lnTo>
                <a:lnTo>
                  <a:pt x="2148920" y="122869"/>
                </a:lnTo>
                <a:lnTo>
                  <a:pt x="2148289" y="122791"/>
                </a:lnTo>
                <a:lnTo>
                  <a:pt x="2147681" y="122696"/>
                </a:lnTo>
                <a:lnTo>
                  <a:pt x="2147095" y="122583"/>
                </a:lnTo>
                <a:lnTo>
                  <a:pt x="2146532" y="122453"/>
                </a:lnTo>
                <a:lnTo>
                  <a:pt x="2145991" y="122306"/>
                </a:lnTo>
                <a:lnTo>
                  <a:pt x="2145473" y="122142"/>
                </a:lnTo>
                <a:lnTo>
                  <a:pt x="2144977" y="121960"/>
                </a:lnTo>
                <a:lnTo>
                  <a:pt x="2144503" y="121761"/>
                </a:lnTo>
                <a:lnTo>
                  <a:pt x="2144052" y="121544"/>
                </a:lnTo>
                <a:lnTo>
                  <a:pt x="2143623" y="121310"/>
                </a:lnTo>
                <a:lnTo>
                  <a:pt x="2143217" y="121059"/>
                </a:lnTo>
                <a:lnTo>
                  <a:pt x="2142833" y="120791"/>
                </a:lnTo>
                <a:lnTo>
                  <a:pt x="2142472" y="120505"/>
                </a:lnTo>
                <a:lnTo>
                  <a:pt x="2142133" y="120202"/>
                </a:lnTo>
                <a:lnTo>
                  <a:pt x="2141816" y="119882"/>
                </a:lnTo>
                <a:lnTo>
                  <a:pt x="2141522" y="119544"/>
                </a:lnTo>
                <a:lnTo>
                  <a:pt x="2141250" y="119189"/>
                </a:lnTo>
                <a:lnTo>
                  <a:pt x="2141001" y="118817"/>
                </a:lnTo>
                <a:lnTo>
                  <a:pt x="2140774" y="118427"/>
                </a:lnTo>
                <a:lnTo>
                  <a:pt x="2140570" y="118020"/>
                </a:lnTo>
                <a:lnTo>
                  <a:pt x="2140381" y="117597"/>
                </a:lnTo>
                <a:lnTo>
                  <a:pt x="2140199" y="117158"/>
                </a:lnTo>
                <a:lnTo>
                  <a:pt x="2140026" y="116705"/>
                </a:lnTo>
                <a:lnTo>
                  <a:pt x="2139861" y="116236"/>
                </a:lnTo>
                <a:lnTo>
                  <a:pt x="2139704" y="115752"/>
                </a:lnTo>
                <a:lnTo>
                  <a:pt x="2139556" y="115253"/>
                </a:lnTo>
                <a:lnTo>
                  <a:pt x="2139415" y="114739"/>
                </a:lnTo>
                <a:lnTo>
                  <a:pt x="2139282" y="114209"/>
                </a:lnTo>
                <a:lnTo>
                  <a:pt x="2139157" y="113665"/>
                </a:lnTo>
                <a:lnTo>
                  <a:pt x="2139040" y="113105"/>
                </a:lnTo>
                <a:lnTo>
                  <a:pt x="2138932" y="112530"/>
                </a:lnTo>
                <a:lnTo>
                  <a:pt x="2138831" y="111940"/>
                </a:lnTo>
                <a:lnTo>
                  <a:pt x="2138739" y="111334"/>
                </a:lnTo>
                <a:lnTo>
                  <a:pt x="2138654" y="110714"/>
                </a:lnTo>
                <a:lnTo>
                  <a:pt x="2138578" y="110078"/>
                </a:lnTo>
                <a:lnTo>
                  <a:pt x="2138509" y="109427"/>
                </a:lnTo>
                <a:lnTo>
                  <a:pt x="2138449" y="108761"/>
                </a:lnTo>
                <a:lnTo>
                  <a:pt x="2138396" y="108080"/>
                </a:lnTo>
                <a:lnTo>
                  <a:pt x="2138352" y="107383"/>
                </a:lnTo>
                <a:lnTo>
                  <a:pt x="2138316" y="106672"/>
                </a:lnTo>
                <a:lnTo>
                  <a:pt x="2138288" y="105945"/>
                </a:lnTo>
                <a:lnTo>
                  <a:pt x="2138268" y="105203"/>
                </a:lnTo>
                <a:lnTo>
                  <a:pt x="2138256" y="104446"/>
                </a:lnTo>
                <a:lnTo>
                  <a:pt x="2138252" y="103674"/>
                </a:lnTo>
                <a:lnTo>
                  <a:pt x="2138252" y="50604"/>
                </a:lnTo>
                <a:lnTo>
                  <a:pt x="2161926" y="50604"/>
                </a:lnTo>
                <a:lnTo>
                  <a:pt x="2161926" y="37287"/>
                </a:lnTo>
                <a:lnTo>
                  <a:pt x="2138252" y="37287"/>
                </a:lnTo>
                <a:lnTo>
                  <a:pt x="2138252" y="15290"/>
                </a:lnTo>
                <a:lnTo>
                  <a:pt x="2121877" y="15290"/>
                </a:lnTo>
                <a:lnTo>
                  <a:pt x="2121877" y="37287"/>
                </a:lnTo>
                <a:lnTo>
                  <a:pt x="2105798" y="37287"/>
                </a:lnTo>
                <a:lnTo>
                  <a:pt x="2105798" y="50604"/>
                </a:lnTo>
                <a:lnTo>
                  <a:pt x="2121877" y="50604"/>
                </a:lnTo>
                <a:lnTo>
                  <a:pt x="2121877" y="104142"/>
                </a:lnTo>
                <a:lnTo>
                  <a:pt x="2121881" y="104980"/>
                </a:lnTo>
                <a:lnTo>
                  <a:pt x="2121893" y="105808"/>
                </a:lnTo>
                <a:lnTo>
                  <a:pt x="2121913" y="106625"/>
                </a:lnTo>
                <a:lnTo>
                  <a:pt x="2121941" y="107433"/>
                </a:lnTo>
                <a:lnTo>
                  <a:pt x="2121978" y="108230"/>
                </a:lnTo>
                <a:lnTo>
                  <a:pt x="2122022" y="109017"/>
                </a:lnTo>
                <a:lnTo>
                  <a:pt x="2122074" y="109794"/>
                </a:lnTo>
                <a:lnTo>
                  <a:pt x="2122134" y="110562"/>
                </a:lnTo>
                <a:lnTo>
                  <a:pt x="2122203" y="111318"/>
                </a:lnTo>
                <a:lnTo>
                  <a:pt x="2122279" y="112065"/>
                </a:lnTo>
                <a:lnTo>
                  <a:pt x="2122364" y="112802"/>
                </a:lnTo>
                <a:lnTo>
                  <a:pt x="2122456" y="113529"/>
                </a:lnTo>
                <a:lnTo>
                  <a:pt x="2122557" y="114245"/>
                </a:lnTo>
                <a:lnTo>
                  <a:pt x="2122666" y="114952"/>
                </a:lnTo>
                <a:lnTo>
                  <a:pt x="2122782" y="115648"/>
                </a:lnTo>
                <a:lnTo>
                  <a:pt x="2122907" y="116334"/>
                </a:lnTo>
                <a:lnTo>
                  <a:pt x="2123040" y="117010"/>
                </a:lnTo>
                <a:lnTo>
                  <a:pt x="2123181" y="117676"/>
                </a:lnTo>
                <a:lnTo>
                  <a:pt x="2123330" y="118332"/>
                </a:lnTo>
                <a:lnTo>
                  <a:pt x="2123487" y="118978"/>
                </a:lnTo>
                <a:lnTo>
                  <a:pt x="2123652" y="119614"/>
                </a:lnTo>
                <a:lnTo>
                  <a:pt x="2123825" y="120239"/>
                </a:lnTo>
                <a:lnTo>
                  <a:pt x="2124006" y="120855"/>
                </a:lnTo>
                <a:lnTo>
                  <a:pt x="2124195" y="121460"/>
                </a:lnTo>
                <a:lnTo>
                  <a:pt x="2124395" y="122054"/>
                </a:lnTo>
                <a:lnTo>
                  <a:pt x="2124608" y="122637"/>
                </a:lnTo>
                <a:lnTo>
                  <a:pt x="2124835" y="123208"/>
                </a:lnTo>
                <a:lnTo>
                  <a:pt x="2125076" y="123767"/>
                </a:lnTo>
                <a:lnTo>
                  <a:pt x="2125330" y="124314"/>
                </a:lnTo>
                <a:lnTo>
                  <a:pt x="2125598" y="124850"/>
                </a:lnTo>
                <a:lnTo>
                  <a:pt x="2125879" y="125374"/>
                </a:lnTo>
                <a:lnTo>
                  <a:pt x="2126173" y="125886"/>
                </a:lnTo>
                <a:lnTo>
                  <a:pt x="2126482" y="126387"/>
                </a:lnTo>
                <a:lnTo>
                  <a:pt x="2126803" y="126876"/>
                </a:lnTo>
                <a:lnTo>
                  <a:pt x="2127138" y="127353"/>
                </a:lnTo>
                <a:lnTo>
                  <a:pt x="2127487" y="127819"/>
                </a:lnTo>
                <a:lnTo>
                  <a:pt x="2127849" y="128273"/>
                </a:lnTo>
                <a:lnTo>
                  <a:pt x="2128225" y="128715"/>
                </a:lnTo>
                <a:lnTo>
                  <a:pt x="2128615" y="129145"/>
                </a:lnTo>
                <a:lnTo>
                  <a:pt x="2129018" y="129564"/>
                </a:lnTo>
                <a:lnTo>
                  <a:pt x="2129434" y="129971"/>
                </a:lnTo>
                <a:lnTo>
                  <a:pt x="2129864" y="130366"/>
                </a:lnTo>
                <a:lnTo>
                  <a:pt x="2130307" y="130750"/>
                </a:lnTo>
                <a:lnTo>
                  <a:pt x="2130764" y="131122"/>
                </a:lnTo>
                <a:lnTo>
                  <a:pt x="2131235" y="131482"/>
                </a:lnTo>
                <a:lnTo>
                  <a:pt x="2131719" y="131831"/>
                </a:lnTo>
                <a:lnTo>
                  <a:pt x="2132217" y="132168"/>
                </a:lnTo>
                <a:lnTo>
                  <a:pt x="2132728" y="132493"/>
                </a:lnTo>
                <a:lnTo>
                  <a:pt x="2133255" y="132805"/>
                </a:lnTo>
                <a:lnTo>
                  <a:pt x="2133801" y="133105"/>
                </a:lnTo>
                <a:lnTo>
                  <a:pt x="2134366" y="133391"/>
                </a:lnTo>
                <a:lnTo>
                  <a:pt x="2134950" y="133664"/>
                </a:lnTo>
                <a:lnTo>
                  <a:pt x="2135552" y="133923"/>
                </a:lnTo>
                <a:lnTo>
                  <a:pt x="2136174" y="134169"/>
                </a:lnTo>
                <a:lnTo>
                  <a:pt x="2136814" y="134402"/>
                </a:lnTo>
                <a:lnTo>
                  <a:pt x="2137473" y="134621"/>
                </a:lnTo>
                <a:lnTo>
                  <a:pt x="2138151" y="134828"/>
                </a:lnTo>
                <a:lnTo>
                  <a:pt x="2138848" y="135021"/>
                </a:lnTo>
                <a:lnTo>
                  <a:pt x="2139564" y="135200"/>
                </a:lnTo>
                <a:lnTo>
                  <a:pt x="2140298" y="135367"/>
                </a:lnTo>
                <a:lnTo>
                  <a:pt x="2141052" y="135520"/>
                </a:lnTo>
                <a:lnTo>
                  <a:pt x="2141824" y="135659"/>
                </a:lnTo>
                <a:lnTo>
                  <a:pt x="2142615" y="135786"/>
                </a:lnTo>
                <a:lnTo>
                  <a:pt x="2143425" y="135899"/>
                </a:lnTo>
                <a:lnTo>
                  <a:pt x="2144254" y="135998"/>
                </a:lnTo>
                <a:lnTo>
                  <a:pt x="2145101" y="136085"/>
                </a:lnTo>
                <a:lnTo>
                  <a:pt x="2145968" y="136158"/>
                </a:lnTo>
                <a:lnTo>
                  <a:pt x="2146853" y="136218"/>
                </a:lnTo>
                <a:lnTo>
                  <a:pt x="2147757" y="136265"/>
                </a:lnTo>
                <a:lnTo>
                  <a:pt x="2148680" y="136298"/>
                </a:lnTo>
                <a:lnTo>
                  <a:pt x="2149621" y="136318"/>
                </a:lnTo>
                <a:lnTo>
                  <a:pt x="2150582" y="136324"/>
                </a:lnTo>
                <a:lnTo>
                  <a:pt x="2162123" y="136324"/>
                </a:lnTo>
                <a:lnTo>
                  <a:pt x="2162123" y="123008"/>
                </a:lnTo>
                <a:lnTo>
                  <a:pt x="2151667" y="123008"/>
                </a:lnTo>
                <a:lnTo>
                  <a:pt x="2150947" y="122999"/>
                </a:lnTo>
                <a:lnTo>
                  <a:pt x="2150249" y="122973"/>
                </a:lnTo>
                <a:close/>
                <a:moveTo>
                  <a:pt x="2862978" y="122973"/>
                </a:moveTo>
                <a:lnTo>
                  <a:pt x="2862302" y="122930"/>
                </a:lnTo>
                <a:lnTo>
                  <a:pt x="2861649" y="122869"/>
                </a:lnTo>
                <a:lnTo>
                  <a:pt x="2861018" y="122791"/>
                </a:lnTo>
                <a:lnTo>
                  <a:pt x="2860410" y="122696"/>
                </a:lnTo>
                <a:lnTo>
                  <a:pt x="2859824" y="122583"/>
                </a:lnTo>
                <a:lnTo>
                  <a:pt x="2859261" y="122453"/>
                </a:lnTo>
                <a:lnTo>
                  <a:pt x="2858720" y="122306"/>
                </a:lnTo>
                <a:lnTo>
                  <a:pt x="2858202" y="122142"/>
                </a:lnTo>
                <a:lnTo>
                  <a:pt x="2857706" y="121960"/>
                </a:lnTo>
                <a:lnTo>
                  <a:pt x="2857232" y="121761"/>
                </a:lnTo>
                <a:lnTo>
                  <a:pt x="2856781" y="121544"/>
                </a:lnTo>
                <a:lnTo>
                  <a:pt x="2856352" y="121310"/>
                </a:lnTo>
                <a:lnTo>
                  <a:pt x="2855946" y="121059"/>
                </a:lnTo>
                <a:lnTo>
                  <a:pt x="2855562" y="120791"/>
                </a:lnTo>
                <a:lnTo>
                  <a:pt x="2855200" y="120505"/>
                </a:lnTo>
                <a:lnTo>
                  <a:pt x="2854861" y="120202"/>
                </a:lnTo>
                <a:lnTo>
                  <a:pt x="2854545" y="119882"/>
                </a:lnTo>
                <a:lnTo>
                  <a:pt x="2854251" y="119544"/>
                </a:lnTo>
                <a:lnTo>
                  <a:pt x="2853979" y="119189"/>
                </a:lnTo>
                <a:lnTo>
                  <a:pt x="2853730" y="118817"/>
                </a:lnTo>
                <a:lnTo>
                  <a:pt x="2853503" y="118427"/>
                </a:lnTo>
                <a:lnTo>
                  <a:pt x="2853299" y="118020"/>
                </a:lnTo>
                <a:lnTo>
                  <a:pt x="2853109" y="117597"/>
                </a:lnTo>
                <a:lnTo>
                  <a:pt x="2852928" y="117158"/>
                </a:lnTo>
                <a:lnTo>
                  <a:pt x="2852755" y="116705"/>
                </a:lnTo>
                <a:lnTo>
                  <a:pt x="2852590" y="116236"/>
                </a:lnTo>
                <a:lnTo>
                  <a:pt x="2852433" y="115752"/>
                </a:lnTo>
                <a:lnTo>
                  <a:pt x="2852284" y="115253"/>
                </a:lnTo>
                <a:lnTo>
                  <a:pt x="2852143" y="114739"/>
                </a:lnTo>
                <a:lnTo>
                  <a:pt x="2852011" y="114209"/>
                </a:lnTo>
                <a:lnTo>
                  <a:pt x="2851886" y="113665"/>
                </a:lnTo>
                <a:lnTo>
                  <a:pt x="2851769" y="113105"/>
                </a:lnTo>
                <a:lnTo>
                  <a:pt x="2851661" y="112530"/>
                </a:lnTo>
                <a:lnTo>
                  <a:pt x="2851560" y="111940"/>
                </a:lnTo>
                <a:lnTo>
                  <a:pt x="2851467" y="111334"/>
                </a:lnTo>
                <a:lnTo>
                  <a:pt x="2851383" y="110714"/>
                </a:lnTo>
                <a:lnTo>
                  <a:pt x="2851306" y="110078"/>
                </a:lnTo>
                <a:lnTo>
                  <a:pt x="2851238" y="109427"/>
                </a:lnTo>
                <a:lnTo>
                  <a:pt x="2851178" y="108761"/>
                </a:lnTo>
                <a:lnTo>
                  <a:pt x="2851125" y="108080"/>
                </a:lnTo>
                <a:lnTo>
                  <a:pt x="2851081" y="107383"/>
                </a:lnTo>
                <a:lnTo>
                  <a:pt x="2851045" y="106672"/>
                </a:lnTo>
                <a:lnTo>
                  <a:pt x="2851017" y="105945"/>
                </a:lnTo>
                <a:lnTo>
                  <a:pt x="2850997" y="105203"/>
                </a:lnTo>
                <a:lnTo>
                  <a:pt x="2850984" y="104446"/>
                </a:lnTo>
                <a:lnTo>
                  <a:pt x="2850980" y="103674"/>
                </a:lnTo>
                <a:lnTo>
                  <a:pt x="2850980" y="50604"/>
                </a:lnTo>
                <a:lnTo>
                  <a:pt x="2874655" y="50604"/>
                </a:lnTo>
                <a:lnTo>
                  <a:pt x="2874655" y="37287"/>
                </a:lnTo>
                <a:lnTo>
                  <a:pt x="2850980" y="37287"/>
                </a:lnTo>
                <a:lnTo>
                  <a:pt x="2850980" y="15290"/>
                </a:lnTo>
                <a:lnTo>
                  <a:pt x="2834606" y="15290"/>
                </a:lnTo>
                <a:lnTo>
                  <a:pt x="2834606" y="37287"/>
                </a:lnTo>
                <a:lnTo>
                  <a:pt x="2818527" y="37287"/>
                </a:lnTo>
                <a:lnTo>
                  <a:pt x="2818527" y="50604"/>
                </a:lnTo>
                <a:lnTo>
                  <a:pt x="2834606" y="50604"/>
                </a:lnTo>
                <a:lnTo>
                  <a:pt x="2834606" y="104142"/>
                </a:lnTo>
                <a:lnTo>
                  <a:pt x="2834610" y="104980"/>
                </a:lnTo>
                <a:lnTo>
                  <a:pt x="2834622" y="105808"/>
                </a:lnTo>
                <a:lnTo>
                  <a:pt x="2834642" y="106625"/>
                </a:lnTo>
                <a:lnTo>
                  <a:pt x="2834670" y="107433"/>
                </a:lnTo>
                <a:lnTo>
                  <a:pt x="2834706" y="108230"/>
                </a:lnTo>
                <a:lnTo>
                  <a:pt x="2834751" y="109017"/>
                </a:lnTo>
                <a:lnTo>
                  <a:pt x="2834803" y="109794"/>
                </a:lnTo>
                <a:lnTo>
                  <a:pt x="2834863" y="110562"/>
                </a:lnTo>
                <a:lnTo>
                  <a:pt x="2834932" y="111318"/>
                </a:lnTo>
                <a:lnTo>
                  <a:pt x="2835008" y="112065"/>
                </a:lnTo>
                <a:lnTo>
                  <a:pt x="2835093" y="112802"/>
                </a:lnTo>
                <a:lnTo>
                  <a:pt x="2835185" y="113529"/>
                </a:lnTo>
                <a:lnTo>
                  <a:pt x="2835286" y="114245"/>
                </a:lnTo>
                <a:lnTo>
                  <a:pt x="2835394" y="114952"/>
                </a:lnTo>
                <a:lnTo>
                  <a:pt x="2835511" y="115648"/>
                </a:lnTo>
                <a:lnTo>
                  <a:pt x="2835636" y="116334"/>
                </a:lnTo>
                <a:lnTo>
                  <a:pt x="2835769" y="117010"/>
                </a:lnTo>
                <a:lnTo>
                  <a:pt x="2835910" y="117676"/>
                </a:lnTo>
                <a:lnTo>
                  <a:pt x="2836059" y="118332"/>
                </a:lnTo>
                <a:lnTo>
                  <a:pt x="2836215" y="118978"/>
                </a:lnTo>
                <a:lnTo>
                  <a:pt x="2836380" y="119614"/>
                </a:lnTo>
                <a:lnTo>
                  <a:pt x="2836554" y="120239"/>
                </a:lnTo>
                <a:lnTo>
                  <a:pt x="2836735" y="120855"/>
                </a:lnTo>
                <a:lnTo>
                  <a:pt x="2836924" y="121460"/>
                </a:lnTo>
                <a:lnTo>
                  <a:pt x="2837124" y="122054"/>
                </a:lnTo>
                <a:lnTo>
                  <a:pt x="2837337" y="122637"/>
                </a:lnTo>
                <a:lnTo>
                  <a:pt x="2837564" y="123208"/>
                </a:lnTo>
                <a:lnTo>
                  <a:pt x="2837805" y="123767"/>
                </a:lnTo>
                <a:lnTo>
                  <a:pt x="2838059" y="124314"/>
                </a:lnTo>
                <a:lnTo>
                  <a:pt x="2838326" y="124850"/>
                </a:lnTo>
                <a:lnTo>
                  <a:pt x="2838607" y="125374"/>
                </a:lnTo>
                <a:lnTo>
                  <a:pt x="2838902" y="125886"/>
                </a:lnTo>
                <a:lnTo>
                  <a:pt x="2839210" y="126387"/>
                </a:lnTo>
                <a:lnTo>
                  <a:pt x="2839532" y="126876"/>
                </a:lnTo>
                <a:lnTo>
                  <a:pt x="2839867" y="127353"/>
                </a:lnTo>
                <a:lnTo>
                  <a:pt x="2840216" y="127819"/>
                </a:lnTo>
                <a:lnTo>
                  <a:pt x="2840578" y="128273"/>
                </a:lnTo>
                <a:lnTo>
                  <a:pt x="2840954" y="128715"/>
                </a:lnTo>
                <a:lnTo>
                  <a:pt x="2841343" y="129145"/>
                </a:lnTo>
                <a:lnTo>
                  <a:pt x="2841746" y="129564"/>
                </a:lnTo>
                <a:lnTo>
                  <a:pt x="2842163" y="129971"/>
                </a:lnTo>
                <a:lnTo>
                  <a:pt x="2842593" y="130366"/>
                </a:lnTo>
                <a:lnTo>
                  <a:pt x="2843036" y="130750"/>
                </a:lnTo>
                <a:lnTo>
                  <a:pt x="2843493" y="131122"/>
                </a:lnTo>
                <a:lnTo>
                  <a:pt x="2843964" y="131482"/>
                </a:lnTo>
                <a:lnTo>
                  <a:pt x="2844448" y="131831"/>
                </a:lnTo>
                <a:lnTo>
                  <a:pt x="2844945" y="132168"/>
                </a:lnTo>
                <a:lnTo>
                  <a:pt x="2845456" y="132493"/>
                </a:lnTo>
                <a:lnTo>
                  <a:pt x="2845984" y="132805"/>
                </a:lnTo>
                <a:lnTo>
                  <a:pt x="2846530" y="133105"/>
                </a:lnTo>
                <a:lnTo>
                  <a:pt x="2847095" y="133391"/>
                </a:lnTo>
                <a:lnTo>
                  <a:pt x="2847679" y="133664"/>
                </a:lnTo>
                <a:lnTo>
                  <a:pt x="2848281" y="133923"/>
                </a:lnTo>
                <a:lnTo>
                  <a:pt x="2848903" y="134169"/>
                </a:lnTo>
                <a:lnTo>
                  <a:pt x="2849543" y="134402"/>
                </a:lnTo>
                <a:lnTo>
                  <a:pt x="2850202" y="134621"/>
                </a:lnTo>
                <a:lnTo>
                  <a:pt x="2850880" y="134828"/>
                </a:lnTo>
                <a:lnTo>
                  <a:pt x="2851577" y="135021"/>
                </a:lnTo>
                <a:lnTo>
                  <a:pt x="2852293" y="135200"/>
                </a:lnTo>
                <a:lnTo>
                  <a:pt x="2853027" y="135367"/>
                </a:lnTo>
                <a:lnTo>
                  <a:pt x="2853781" y="135520"/>
                </a:lnTo>
                <a:lnTo>
                  <a:pt x="2854553" y="135659"/>
                </a:lnTo>
                <a:lnTo>
                  <a:pt x="2855344" y="135786"/>
                </a:lnTo>
                <a:lnTo>
                  <a:pt x="2856154" y="135899"/>
                </a:lnTo>
                <a:lnTo>
                  <a:pt x="2856982" y="135998"/>
                </a:lnTo>
                <a:lnTo>
                  <a:pt x="2857830" y="136085"/>
                </a:lnTo>
                <a:lnTo>
                  <a:pt x="2858696" y="136158"/>
                </a:lnTo>
                <a:lnTo>
                  <a:pt x="2859582" y="136218"/>
                </a:lnTo>
                <a:lnTo>
                  <a:pt x="2860486" y="136265"/>
                </a:lnTo>
                <a:lnTo>
                  <a:pt x="2861408" y="136298"/>
                </a:lnTo>
                <a:lnTo>
                  <a:pt x="2862350" y="136318"/>
                </a:lnTo>
                <a:lnTo>
                  <a:pt x="2863311" y="136324"/>
                </a:lnTo>
                <a:lnTo>
                  <a:pt x="2874852" y="136324"/>
                </a:lnTo>
                <a:lnTo>
                  <a:pt x="2874852" y="123008"/>
                </a:lnTo>
                <a:lnTo>
                  <a:pt x="2864396" y="123008"/>
                </a:lnTo>
                <a:lnTo>
                  <a:pt x="2863675" y="122999"/>
                </a:lnTo>
                <a:lnTo>
                  <a:pt x="2862978" y="122973"/>
                </a:lnTo>
                <a:close/>
                <a:moveTo>
                  <a:pt x="2634131" y="64116"/>
                </a:moveTo>
                <a:lnTo>
                  <a:pt x="2634536" y="63624"/>
                </a:lnTo>
                <a:lnTo>
                  <a:pt x="2634950" y="63135"/>
                </a:lnTo>
                <a:lnTo>
                  <a:pt x="2635375" y="62650"/>
                </a:lnTo>
                <a:lnTo>
                  <a:pt x="2635809" y="62168"/>
                </a:lnTo>
                <a:lnTo>
                  <a:pt x="2636254" y="61689"/>
                </a:lnTo>
                <a:lnTo>
                  <a:pt x="2636708" y="61214"/>
                </a:lnTo>
                <a:lnTo>
                  <a:pt x="2637172" y="60743"/>
                </a:lnTo>
                <a:lnTo>
                  <a:pt x="2637647" y="60274"/>
                </a:lnTo>
                <a:lnTo>
                  <a:pt x="2638131" y="59809"/>
                </a:lnTo>
                <a:lnTo>
                  <a:pt x="2638625" y="59348"/>
                </a:lnTo>
                <a:lnTo>
                  <a:pt x="2639129" y="58889"/>
                </a:lnTo>
                <a:lnTo>
                  <a:pt x="2639643" y="58435"/>
                </a:lnTo>
                <a:lnTo>
                  <a:pt x="2640167" y="57983"/>
                </a:lnTo>
                <a:lnTo>
                  <a:pt x="2640700" y="57535"/>
                </a:lnTo>
                <a:lnTo>
                  <a:pt x="2641244" y="57091"/>
                </a:lnTo>
                <a:lnTo>
                  <a:pt x="2641798" y="56649"/>
                </a:lnTo>
                <a:lnTo>
                  <a:pt x="2642361" y="56211"/>
                </a:lnTo>
                <a:lnTo>
                  <a:pt x="2642935" y="55777"/>
                </a:lnTo>
                <a:lnTo>
                  <a:pt x="2643518" y="55346"/>
                </a:lnTo>
                <a:lnTo>
                  <a:pt x="2644112" y="54918"/>
                </a:lnTo>
                <a:lnTo>
                  <a:pt x="2644715" y="54494"/>
                </a:lnTo>
                <a:lnTo>
                  <a:pt x="2645329" y="54080"/>
                </a:lnTo>
                <a:lnTo>
                  <a:pt x="2645956" y="53684"/>
                </a:lnTo>
                <a:lnTo>
                  <a:pt x="2646594" y="53305"/>
                </a:lnTo>
                <a:lnTo>
                  <a:pt x="2647244" y="52944"/>
                </a:lnTo>
                <a:lnTo>
                  <a:pt x="2647906" y="52600"/>
                </a:lnTo>
                <a:lnTo>
                  <a:pt x="2648581" y="52274"/>
                </a:lnTo>
                <a:lnTo>
                  <a:pt x="2649267" y="51966"/>
                </a:lnTo>
                <a:lnTo>
                  <a:pt x="2649965" y="51675"/>
                </a:lnTo>
                <a:lnTo>
                  <a:pt x="2650675" y="51402"/>
                </a:lnTo>
                <a:lnTo>
                  <a:pt x="2651398" y="51147"/>
                </a:lnTo>
                <a:lnTo>
                  <a:pt x="2652132" y="50909"/>
                </a:lnTo>
                <a:lnTo>
                  <a:pt x="2652878" y="50689"/>
                </a:lnTo>
                <a:lnTo>
                  <a:pt x="2653636" y="50486"/>
                </a:lnTo>
                <a:lnTo>
                  <a:pt x="2654406" y="50301"/>
                </a:lnTo>
                <a:lnTo>
                  <a:pt x="2655188" y="50134"/>
                </a:lnTo>
                <a:lnTo>
                  <a:pt x="2655982" y="49984"/>
                </a:lnTo>
                <a:lnTo>
                  <a:pt x="2656788" y="49852"/>
                </a:lnTo>
                <a:lnTo>
                  <a:pt x="2657607" y="49737"/>
                </a:lnTo>
                <a:lnTo>
                  <a:pt x="2658437" y="49640"/>
                </a:lnTo>
                <a:lnTo>
                  <a:pt x="2659279" y="49561"/>
                </a:lnTo>
                <a:lnTo>
                  <a:pt x="2660133" y="49499"/>
                </a:lnTo>
                <a:lnTo>
                  <a:pt x="2660999" y="49455"/>
                </a:lnTo>
                <a:lnTo>
                  <a:pt x="2661877" y="49429"/>
                </a:lnTo>
                <a:lnTo>
                  <a:pt x="2662767" y="49420"/>
                </a:lnTo>
                <a:lnTo>
                  <a:pt x="2663361" y="49426"/>
                </a:lnTo>
                <a:lnTo>
                  <a:pt x="2663943" y="49442"/>
                </a:lnTo>
                <a:lnTo>
                  <a:pt x="2664514" y="49471"/>
                </a:lnTo>
                <a:lnTo>
                  <a:pt x="2665073" y="49510"/>
                </a:lnTo>
                <a:lnTo>
                  <a:pt x="2665619" y="49560"/>
                </a:lnTo>
                <a:lnTo>
                  <a:pt x="2666155" y="49622"/>
                </a:lnTo>
                <a:lnTo>
                  <a:pt x="2666678" y="49695"/>
                </a:lnTo>
                <a:lnTo>
                  <a:pt x="2667189" y="49779"/>
                </a:lnTo>
                <a:lnTo>
                  <a:pt x="2667689" y="49874"/>
                </a:lnTo>
                <a:lnTo>
                  <a:pt x="2668177" y="49980"/>
                </a:lnTo>
                <a:lnTo>
                  <a:pt x="2668653" y="50098"/>
                </a:lnTo>
                <a:lnTo>
                  <a:pt x="2669117" y="50227"/>
                </a:lnTo>
                <a:lnTo>
                  <a:pt x="2669569" y="50367"/>
                </a:lnTo>
                <a:lnTo>
                  <a:pt x="2670010" y="50518"/>
                </a:lnTo>
                <a:lnTo>
                  <a:pt x="2670439" y="50681"/>
                </a:lnTo>
                <a:lnTo>
                  <a:pt x="2670855" y="50855"/>
                </a:lnTo>
                <a:lnTo>
                  <a:pt x="2671261" y="51039"/>
                </a:lnTo>
                <a:lnTo>
                  <a:pt x="2671654" y="51236"/>
                </a:lnTo>
                <a:lnTo>
                  <a:pt x="2672035" y="51443"/>
                </a:lnTo>
                <a:lnTo>
                  <a:pt x="2672405" y="51661"/>
                </a:lnTo>
                <a:lnTo>
                  <a:pt x="2672763" y="51891"/>
                </a:lnTo>
                <a:lnTo>
                  <a:pt x="2673109" y="52132"/>
                </a:lnTo>
                <a:lnTo>
                  <a:pt x="2673443" y="52384"/>
                </a:lnTo>
                <a:lnTo>
                  <a:pt x="2673765" y="52648"/>
                </a:lnTo>
                <a:lnTo>
                  <a:pt x="2674078" y="52921"/>
                </a:lnTo>
                <a:lnTo>
                  <a:pt x="2674382" y="53202"/>
                </a:lnTo>
                <a:lnTo>
                  <a:pt x="2674679" y="53492"/>
                </a:lnTo>
                <a:lnTo>
                  <a:pt x="2674967" y="53790"/>
                </a:lnTo>
                <a:lnTo>
                  <a:pt x="2675247" y="54097"/>
                </a:lnTo>
                <a:lnTo>
                  <a:pt x="2675519" y="54412"/>
                </a:lnTo>
                <a:lnTo>
                  <a:pt x="2675784" y="54735"/>
                </a:lnTo>
                <a:lnTo>
                  <a:pt x="2676040" y="55067"/>
                </a:lnTo>
                <a:lnTo>
                  <a:pt x="2676288" y="55407"/>
                </a:lnTo>
                <a:lnTo>
                  <a:pt x="2676528" y="55756"/>
                </a:lnTo>
                <a:lnTo>
                  <a:pt x="2676760" y="56112"/>
                </a:lnTo>
                <a:lnTo>
                  <a:pt x="2676984" y="56478"/>
                </a:lnTo>
                <a:lnTo>
                  <a:pt x="2677200" y="56851"/>
                </a:lnTo>
                <a:lnTo>
                  <a:pt x="2677407" y="57233"/>
                </a:lnTo>
                <a:lnTo>
                  <a:pt x="2677607" y="57624"/>
                </a:lnTo>
                <a:lnTo>
                  <a:pt x="2677799" y="58022"/>
                </a:lnTo>
                <a:lnTo>
                  <a:pt x="2677983" y="58429"/>
                </a:lnTo>
                <a:lnTo>
                  <a:pt x="2678158" y="58845"/>
                </a:lnTo>
                <a:lnTo>
                  <a:pt x="2678326" y="59269"/>
                </a:lnTo>
                <a:lnTo>
                  <a:pt x="2678485" y="59701"/>
                </a:lnTo>
                <a:lnTo>
                  <a:pt x="2678637" y="60141"/>
                </a:lnTo>
                <a:lnTo>
                  <a:pt x="2678780" y="60590"/>
                </a:lnTo>
                <a:lnTo>
                  <a:pt x="2678916" y="61047"/>
                </a:lnTo>
                <a:lnTo>
                  <a:pt x="2679043" y="61513"/>
                </a:lnTo>
                <a:lnTo>
                  <a:pt x="2679164" y="61986"/>
                </a:lnTo>
                <a:lnTo>
                  <a:pt x="2679279" y="62464"/>
                </a:lnTo>
                <a:lnTo>
                  <a:pt x="2679390" y="62947"/>
                </a:lnTo>
                <a:lnTo>
                  <a:pt x="2679495" y="63437"/>
                </a:lnTo>
                <a:lnTo>
                  <a:pt x="2679595" y="63932"/>
                </a:lnTo>
                <a:lnTo>
                  <a:pt x="2679690" y="64433"/>
                </a:lnTo>
                <a:lnTo>
                  <a:pt x="2679780" y="64940"/>
                </a:lnTo>
                <a:lnTo>
                  <a:pt x="2679865" y="65452"/>
                </a:lnTo>
                <a:lnTo>
                  <a:pt x="2679945" y="65970"/>
                </a:lnTo>
                <a:lnTo>
                  <a:pt x="2680019" y="66494"/>
                </a:lnTo>
                <a:lnTo>
                  <a:pt x="2680088" y="67024"/>
                </a:lnTo>
                <a:lnTo>
                  <a:pt x="2680153" y="67559"/>
                </a:lnTo>
                <a:lnTo>
                  <a:pt x="2680212" y="68100"/>
                </a:lnTo>
                <a:lnTo>
                  <a:pt x="2680266" y="68646"/>
                </a:lnTo>
                <a:lnTo>
                  <a:pt x="2680314" y="69199"/>
                </a:lnTo>
                <a:lnTo>
                  <a:pt x="2680358" y="69757"/>
                </a:lnTo>
                <a:lnTo>
                  <a:pt x="2680397" y="70320"/>
                </a:lnTo>
                <a:lnTo>
                  <a:pt x="2680430" y="70890"/>
                </a:lnTo>
                <a:lnTo>
                  <a:pt x="2680458" y="71465"/>
                </a:lnTo>
                <a:lnTo>
                  <a:pt x="2680481" y="72046"/>
                </a:lnTo>
                <a:lnTo>
                  <a:pt x="2680499" y="72632"/>
                </a:lnTo>
                <a:lnTo>
                  <a:pt x="2680512" y="73224"/>
                </a:lnTo>
                <a:lnTo>
                  <a:pt x="2680520" y="73822"/>
                </a:lnTo>
                <a:lnTo>
                  <a:pt x="2680522" y="74426"/>
                </a:lnTo>
                <a:lnTo>
                  <a:pt x="2680522" y="136324"/>
                </a:lnTo>
                <a:lnTo>
                  <a:pt x="2696996" y="136324"/>
                </a:lnTo>
                <a:lnTo>
                  <a:pt x="2696996" y="72308"/>
                </a:lnTo>
                <a:lnTo>
                  <a:pt x="2696983" y="70869"/>
                </a:lnTo>
                <a:lnTo>
                  <a:pt x="2696946" y="69457"/>
                </a:lnTo>
                <a:lnTo>
                  <a:pt x="2696883" y="68072"/>
                </a:lnTo>
                <a:lnTo>
                  <a:pt x="2696796" y="66714"/>
                </a:lnTo>
                <a:lnTo>
                  <a:pt x="2696683" y="65383"/>
                </a:lnTo>
                <a:lnTo>
                  <a:pt x="2696546" y="64080"/>
                </a:lnTo>
                <a:lnTo>
                  <a:pt x="2696383" y="62803"/>
                </a:lnTo>
                <a:lnTo>
                  <a:pt x="2696196" y="61553"/>
                </a:lnTo>
                <a:lnTo>
                  <a:pt x="2695983" y="60331"/>
                </a:lnTo>
                <a:lnTo>
                  <a:pt x="2695746" y="59136"/>
                </a:lnTo>
                <a:lnTo>
                  <a:pt x="2695483" y="57967"/>
                </a:lnTo>
                <a:lnTo>
                  <a:pt x="2695196" y="56826"/>
                </a:lnTo>
                <a:lnTo>
                  <a:pt x="2694883" y="55712"/>
                </a:lnTo>
                <a:lnTo>
                  <a:pt x="2694546" y="54625"/>
                </a:lnTo>
                <a:lnTo>
                  <a:pt x="2694183" y="53565"/>
                </a:lnTo>
                <a:lnTo>
                  <a:pt x="2693795" y="52532"/>
                </a:lnTo>
                <a:lnTo>
                  <a:pt x="2693383" y="51526"/>
                </a:lnTo>
                <a:lnTo>
                  <a:pt x="2692945" y="50547"/>
                </a:lnTo>
                <a:lnTo>
                  <a:pt x="2692483" y="49595"/>
                </a:lnTo>
                <a:lnTo>
                  <a:pt x="2691995" y="48671"/>
                </a:lnTo>
                <a:lnTo>
                  <a:pt x="2691483" y="47773"/>
                </a:lnTo>
                <a:lnTo>
                  <a:pt x="2690945" y="46903"/>
                </a:lnTo>
                <a:lnTo>
                  <a:pt x="2690383" y="46059"/>
                </a:lnTo>
                <a:lnTo>
                  <a:pt x="2689795" y="45243"/>
                </a:lnTo>
                <a:lnTo>
                  <a:pt x="2689180" y="44457"/>
                </a:lnTo>
                <a:lnTo>
                  <a:pt x="2688535" y="43705"/>
                </a:lnTo>
                <a:lnTo>
                  <a:pt x="2687861" y="42985"/>
                </a:lnTo>
                <a:lnTo>
                  <a:pt x="2687156" y="42300"/>
                </a:lnTo>
                <a:lnTo>
                  <a:pt x="2686422" y="41647"/>
                </a:lnTo>
                <a:lnTo>
                  <a:pt x="2685658" y="41029"/>
                </a:lnTo>
                <a:lnTo>
                  <a:pt x="2684864" y="40443"/>
                </a:lnTo>
                <a:lnTo>
                  <a:pt x="2684041" y="39891"/>
                </a:lnTo>
                <a:lnTo>
                  <a:pt x="2683187" y="39373"/>
                </a:lnTo>
                <a:lnTo>
                  <a:pt x="2682304" y="38888"/>
                </a:lnTo>
                <a:lnTo>
                  <a:pt x="2681391" y="38436"/>
                </a:lnTo>
                <a:lnTo>
                  <a:pt x="2680449" y="38018"/>
                </a:lnTo>
                <a:lnTo>
                  <a:pt x="2679476" y="37634"/>
                </a:lnTo>
                <a:lnTo>
                  <a:pt x="2678474" y="37282"/>
                </a:lnTo>
                <a:lnTo>
                  <a:pt x="2677441" y="36965"/>
                </a:lnTo>
                <a:lnTo>
                  <a:pt x="2676379" y="36680"/>
                </a:lnTo>
                <a:lnTo>
                  <a:pt x="2675288" y="36430"/>
                </a:lnTo>
                <a:lnTo>
                  <a:pt x="2674166" y="36212"/>
                </a:lnTo>
                <a:lnTo>
                  <a:pt x="2673015" y="36028"/>
                </a:lnTo>
                <a:lnTo>
                  <a:pt x="2671834" y="35878"/>
                </a:lnTo>
                <a:lnTo>
                  <a:pt x="2670623" y="35761"/>
                </a:lnTo>
                <a:lnTo>
                  <a:pt x="2669382" y="35677"/>
                </a:lnTo>
                <a:lnTo>
                  <a:pt x="2668111" y="35627"/>
                </a:lnTo>
                <a:lnTo>
                  <a:pt x="2666811" y="35610"/>
                </a:lnTo>
                <a:lnTo>
                  <a:pt x="2665742" y="35619"/>
                </a:lnTo>
                <a:lnTo>
                  <a:pt x="2664690" y="35646"/>
                </a:lnTo>
                <a:lnTo>
                  <a:pt x="2663653" y="35691"/>
                </a:lnTo>
                <a:lnTo>
                  <a:pt x="2662633" y="35754"/>
                </a:lnTo>
                <a:lnTo>
                  <a:pt x="2661628" y="35835"/>
                </a:lnTo>
                <a:lnTo>
                  <a:pt x="2660640" y="35934"/>
                </a:lnTo>
                <a:lnTo>
                  <a:pt x="2659668" y="36051"/>
                </a:lnTo>
                <a:lnTo>
                  <a:pt x="2658711" y="36185"/>
                </a:lnTo>
                <a:lnTo>
                  <a:pt x="2657771" y="36338"/>
                </a:lnTo>
                <a:lnTo>
                  <a:pt x="2656848" y="36509"/>
                </a:lnTo>
                <a:lnTo>
                  <a:pt x="2655940" y="36698"/>
                </a:lnTo>
                <a:lnTo>
                  <a:pt x="2655048" y="36905"/>
                </a:lnTo>
                <a:lnTo>
                  <a:pt x="2654172" y="37130"/>
                </a:lnTo>
                <a:lnTo>
                  <a:pt x="2653313" y="37372"/>
                </a:lnTo>
                <a:lnTo>
                  <a:pt x="2652469" y="37633"/>
                </a:lnTo>
                <a:lnTo>
                  <a:pt x="2651642" y="37912"/>
                </a:lnTo>
                <a:lnTo>
                  <a:pt x="2650831" y="38208"/>
                </a:lnTo>
                <a:lnTo>
                  <a:pt x="2650036" y="38523"/>
                </a:lnTo>
                <a:lnTo>
                  <a:pt x="2649257" y="38856"/>
                </a:lnTo>
                <a:lnTo>
                  <a:pt x="2648494" y="39206"/>
                </a:lnTo>
                <a:lnTo>
                  <a:pt x="2647747" y="39575"/>
                </a:lnTo>
                <a:lnTo>
                  <a:pt x="2647016" y="39962"/>
                </a:lnTo>
                <a:lnTo>
                  <a:pt x="2646301" y="40366"/>
                </a:lnTo>
                <a:lnTo>
                  <a:pt x="2645603" y="40789"/>
                </a:lnTo>
                <a:lnTo>
                  <a:pt x="2644919" y="41222"/>
                </a:lnTo>
                <a:lnTo>
                  <a:pt x="2644249" y="41656"/>
                </a:lnTo>
                <a:lnTo>
                  <a:pt x="2643592" y="42094"/>
                </a:lnTo>
                <a:lnTo>
                  <a:pt x="2642948" y="42533"/>
                </a:lnTo>
                <a:lnTo>
                  <a:pt x="2642317" y="42974"/>
                </a:lnTo>
                <a:lnTo>
                  <a:pt x="2641700" y="43418"/>
                </a:lnTo>
                <a:lnTo>
                  <a:pt x="2641097" y="43864"/>
                </a:lnTo>
                <a:lnTo>
                  <a:pt x="2640506" y="44313"/>
                </a:lnTo>
                <a:lnTo>
                  <a:pt x="2639929" y="44763"/>
                </a:lnTo>
                <a:lnTo>
                  <a:pt x="2639366" y="45216"/>
                </a:lnTo>
                <a:lnTo>
                  <a:pt x="2638816" y="45671"/>
                </a:lnTo>
                <a:lnTo>
                  <a:pt x="2638279" y="46128"/>
                </a:lnTo>
                <a:lnTo>
                  <a:pt x="2637755" y="46587"/>
                </a:lnTo>
                <a:lnTo>
                  <a:pt x="2637245" y="47049"/>
                </a:lnTo>
                <a:lnTo>
                  <a:pt x="2636748" y="47513"/>
                </a:lnTo>
                <a:lnTo>
                  <a:pt x="2636265" y="47979"/>
                </a:lnTo>
                <a:lnTo>
                  <a:pt x="2635795" y="48447"/>
                </a:lnTo>
                <a:lnTo>
                  <a:pt x="2635338" y="48918"/>
                </a:lnTo>
                <a:lnTo>
                  <a:pt x="2634895" y="49390"/>
                </a:lnTo>
                <a:lnTo>
                  <a:pt x="2634464" y="49865"/>
                </a:lnTo>
                <a:lnTo>
                  <a:pt x="2634048" y="50343"/>
                </a:lnTo>
                <a:lnTo>
                  <a:pt x="2633645" y="50822"/>
                </a:lnTo>
                <a:lnTo>
                  <a:pt x="2633255" y="51304"/>
                </a:lnTo>
                <a:lnTo>
                  <a:pt x="2632878" y="51788"/>
                </a:lnTo>
                <a:lnTo>
                  <a:pt x="2632286" y="37287"/>
                </a:lnTo>
                <a:lnTo>
                  <a:pt x="2616503" y="37287"/>
                </a:lnTo>
                <a:lnTo>
                  <a:pt x="2616503" y="136324"/>
                </a:lnTo>
                <a:lnTo>
                  <a:pt x="2632977" y="136324"/>
                </a:lnTo>
                <a:lnTo>
                  <a:pt x="2632977" y="65613"/>
                </a:lnTo>
                <a:lnTo>
                  <a:pt x="2633352" y="65111"/>
                </a:lnTo>
                <a:lnTo>
                  <a:pt x="2633736" y="64612"/>
                </a:lnTo>
                <a:lnTo>
                  <a:pt x="2634131" y="64116"/>
                </a:lnTo>
                <a:close/>
                <a:moveTo>
                  <a:pt x="3075749" y="64116"/>
                </a:moveTo>
                <a:lnTo>
                  <a:pt x="3076154" y="63624"/>
                </a:lnTo>
                <a:lnTo>
                  <a:pt x="3076569" y="63135"/>
                </a:lnTo>
                <a:lnTo>
                  <a:pt x="3076993" y="62650"/>
                </a:lnTo>
                <a:lnTo>
                  <a:pt x="3077428" y="62168"/>
                </a:lnTo>
                <a:lnTo>
                  <a:pt x="3077872" y="61689"/>
                </a:lnTo>
                <a:lnTo>
                  <a:pt x="3078326" y="61214"/>
                </a:lnTo>
                <a:lnTo>
                  <a:pt x="3078791" y="60743"/>
                </a:lnTo>
                <a:lnTo>
                  <a:pt x="3079265" y="60274"/>
                </a:lnTo>
                <a:lnTo>
                  <a:pt x="3079749" y="59809"/>
                </a:lnTo>
                <a:lnTo>
                  <a:pt x="3080243" y="59348"/>
                </a:lnTo>
                <a:lnTo>
                  <a:pt x="3080747" y="58889"/>
                </a:lnTo>
                <a:lnTo>
                  <a:pt x="3081261" y="58435"/>
                </a:lnTo>
                <a:lnTo>
                  <a:pt x="3081785" y="57983"/>
                </a:lnTo>
                <a:lnTo>
                  <a:pt x="3082319" y="57535"/>
                </a:lnTo>
                <a:lnTo>
                  <a:pt x="3082862" y="57091"/>
                </a:lnTo>
                <a:lnTo>
                  <a:pt x="3083416" y="56649"/>
                </a:lnTo>
                <a:lnTo>
                  <a:pt x="3083980" y="56211"/>
                </a:lnTo>
                <a:lnTo>
                  <a:pt x="3084553" y="55777"/>
                </a:lnTo>
                <a:lnTo>
                  <a:pt x="3085137" y="55346"/>
                </a:lnTo>
                <a:lnTo>
                  <a:pt x="3085730" y="54918"/>
                </a:lnTo>
                <a:lnTo>
                  <a:pt x="3086333" y="54494"/>
                </a:lnTo>
                <a:lnTo>
                  <a:pt x="3086948" y="54080"/>
                </a:lnTo>
                <a:lnTo>
                  <a:pt x="3087574" y="53684"/>
                </a:lnTo>
                <a:lnTo>
                  <a:pt x="3088212" y="53305"/>
                </a:lnTo>
                <a:lnTo>
                  <a:pt x="3088863" y="52944"/>
                </a:lnTo>
                <a:lnTo>
                  <a:pt x="3089525" y="52600"/>
                </a:lnTo>
                <a:lnTo>
                  <a:pt x="3090199" y="52274"/>
                </a:lnTo>
                <a:lnTo>
                  <a:pt x="3090885" y="51966"/>
                </a:lnTo>
                <a:lnTo>
                  <a:pt x="3091583" y="51675"/>
                </a:lnTo>
                <a:lnTo>
                  <a:pt x="3092294" y="51402"/>
                </a:lnTo>
                <a:lnTo>
                  <a:pt x="3093016" y="51147"/>
                </a:lnTo>
                <a:lnTo>
                  <a:pt x="3093750" y="50909"/>
                </a:lnTo>
                <a:lnTo>
                  <a:pt x="3094496" y="50689"/>
                </a:lnTo>
                <a:lnTo>
                  <a:pt x="3095254" y="50486"/>
                </a:lnTo>
                <a:lnTo>
                  <a:pt x="3096024" y="50301"/>
                </a:lnTo>
                <a:lnTo>
                  <a:pt x="3096807" y="50134"/>
                </a:lnTo>
                <a:lnTo>
                  <a:pt x="3097601" y="49984"/>
                </a:lnTo>
                <a:lnTo>
                  <a:pt x="3098407" y="49852"/>
                </a:lnTo>
                <a:lnTo>
                  <a:pt x="3099225" y="49737"/>
                </a:lnTo>
                <a:lnTo>
                  <a:pt x="3100055" y="49640"/>
                </a:lnTo>
                <a:lnTo>
                  <a:pt x="3100897" y="49561"/>
                </a:lnTo>
                <a:lnTo>
                  <a:pt x="3101751" y="49499"/>
                </a:lnTo>
                <a:lnTo>
                  <a:pt x="3102617" y="49455"/>
                </a:lnTo>
                <a:lnTo>
                  <a:pt x="3103495" y="49429"/>
                </a:lnTo>
                <a:lnTo>
                  <a:pt x="3104385" y="49420"/>
                </a:lnTo>
                <a:lnTo>
                  <a:pt x="3104979" y="49426"/>
                </a:lnTo>
                <a:lnTo>
                  <a:pt x="3105562" y="49442"/>
                </a:lnTo>
                <a:lnTo>
                  <a:pt x="3106132" y="49471"/>
                </a:lnTo>
                <a:lnTo>
                  <a:pt x="3106691" y="49510"/>
                </a:lnTo>
                <a:lnTo>
                  <a:pt x="3107238" y="49560"/>
                </a:lnTo>
                <a:lnTo>
                  <a:pt x="3107773" y="49622"/>
                </a:lnTo>
                <a:lnTo>
                  <a:pt x="3108296" y="49695"/>
                </a:lnTo>
                <a:lnTo>
                  <a:pt x="3108808" y="49779"/>
                </a:lnTo>
                <a:lnTo>
                  <a:pt x="3109307" y="49874"/>
                </a:lnTo>
                <a:lnTo>
                  <a:pt x="3109795" y="49980"/>
                </a:lnTo>
                <a:lnTo>
                  <a:pt x="3110271" y="50098"/>
                </a:lnTo>
                <a:lnTo>
                  <a:pt x="3110735" y="50227"/>
                </a:lnTo>
                <a:lnTo>
                  <a:pt x="3111188" y="50367"/>
                </a:lnTo>
                <a:lnTo>
                  <a:pt x="3111628" y="50518"/>
                </a:lnTo>
                <a:lnTo>
                  <a:pt x="3112057" y="50681"/>
                </a:lnTo>
                <a:lnTo>
                  <a:pt x="3112474" y="50855"/>
                </a:lnTo>
                <a:lnTo>
                  <a:pt x="3112879" y="51039"/>
                </a:lnTo>
                <a:lnTo>
                  <a:pt x="3113272" y="51236"/>
                </a:lnTo>
                <a:lnTo>
                  <a:pt x="3113654" y="51443"/>
                </a:lnTo>
                <a:lnTo>
                  <a:pt x="3114023" y="51661"/>
                </a:lnTo>
                <a:lnTo>
                  <a:pt x="3114381" y="51891"/>
                </a:lnTo>
                <a:lnTo>
                  <a:pt x="3114727" y="52132"/>
                </a:lnTo>
                <a:lnTo>
                  <a:pt x="3115061" y="52384"/>
                </a:lnTo>
                <a:lnTo>
                  <a:pt x="3115384" y="52648"/>
                </a:lnTo>
                <a:lnTo>
                  <a:pt x="3115696" y="52921"/>
                </a:lnTo>
                <a:lnTo>
                  <a:pt x="3116001" y="53202"/>
                </a:lnTo>
                <a:lnTo>
                  <a:pt x="3116297" y="53492"/>
                </a:lnTo>
                <a:lnTo>
                  <a:pt x="3116585" y="53790"/>
                </a:lnTo>
                <a:lnTo>
                  <a:pt x="3116866" y="54097"/>
                </a:lnTo>
                <a:lnTo>
                  <a:pt x="3117138" y="54412"/>
                </a:lnTo>
                <a:lnTo>
                  <a:pt x="3117402" y="54735"/>
                </a:lnTo>
                <a:lnTo>
                  <a:pt x="3117658" y="55067"/>
                </a:lnTo>
                <a:lnTo>
                  <a:pt x="3117906" y="55407"/>
                </a:lnTo>
                <a:lnTo>
                  <a:pt x="3118146" y="55756"/>
                </a:lnTo>
                <a:lnTo>
                  <a:pt x="3118378" y="56112"/>
                </a:lnTo>
                <a:lnTo>
                  <a:pt x="3118602" y="56478"/>
                </a:lnTo>
                <a:lnTo>
                  <a:pt x="3118818" y="56851"/>
                </a:lnTo>
                <a:lnTo>
                  <a:pt x="3119026" y="57233"/>
                </a:lnTo>
                <a:lnTo>
                  <a:pt x="3119225" y="57624"/>
                </a:lnTo>
                <a:lnTo>
                  <a:pt x="3119417" y="58022"/>
                </a:lnTo>
                <a:lnTo>
                  <a:pt x="3119601" y="58429"/>
                </a:lnTo>
                <a:lnTo>
                  <a:pt x="3119776" y="58845"/>
                </a:lnTo>
                <a:lnTo>
                  <a:pt x="3119944" y="59269"/>
                </a:lnTo>
                <a:lnTo>
                  <a:pt x="3120104" y="59701"/>
                </a:lnTo>
                <a:lnTo>
                  <a:pt x="3120255" y="60141"/>
                </a:lnTo>
                <a:lnTo>
                  <a:pt x="3120398" y="60590"/>
                </a:lnTo>
                <a:lnTo>
                  <a:pt x="3120534" y="61047"/>
                </a:lnTo>
                <a:lnTo>
                  <a:pt x="3120661" y="61513"/>
                </a:lnTo>
                <a:lnTo>
                  <a:pt x="3120782" y="61986"/>
                </a:lnTo>
                <a:lnTo>
                  <a:pt x="3120898" y="62464"/>
                </a:lnTo>
                <a:lnTo>
                  <a:pt x="3121008" y="62947"/>
                </a:lnTo>
                <a:lnTo>
                  <a:pt x="3121113" y="63437"/>
                </a:lnTo>
                <a:lnTo>
                  <a:pt x="3121213" y="63932"/>
                </a:lnTo>
                <a:lnTo>
                  <a:pt x="3121309" y="64433"/>
                </a:lnTo>
                <a:lnTo>
                  <a:pt x="3121398" y="64940"/>
                </a:lnTo>
                <a:lnTo>
                  <a:pt x="3121483" y="65452"/>
                </a:lnTo>
                <a:lnTo>
                  <a:pt x="3121563" y="65970"/>
                </a:lnTo>
                <a:lnTo>
                  <a:pt x="3121637" y="66494"/>
                </a:lnTo>
                <a:lnTo>
                  <a:pt x="3121707" y="67024"/>
                </a:lnTo>
                <a:lnTo>
                  <a:pt x="3121771" y="67559"/>
                </a:lnTo>
                <a:lnTo>
                  <a:pt x="3121830" y="68100"/>
                </a:lnTo>
                <a:lnTo>
                  <a:pt x="3121884" y="68646"/>
                </a:lnTo>
                <a:lnTo>
                  <a:pt x="3121933" y="69199"/>
                </a:lnTo>
                <a:lnTo>
                  <a:pt x="3121976" y="69757"/>
                </a:lnTo>
                <a:lnTo>
                  <a:pt x="3122015" y="70320"/>
                </a:lnTo>
                <a:lnTo>
                  <a:pt x="3122048" y="70890"/>
                </a:lnTo>
                <a:lnTo>
                  <a:pt x="3122077" y="71465"/>
                </a:lnTo>
                <a:lnTo>
                  <a:pt x="3122100" y="72046"/>
                </a:lnTo>
                <a:lnTo>
                  <a:pt x="3122118" y="72632"/>
                </a:lnTo>
                <a:lnTo>
                  <a:pt x="3122131" y="73224"/>
                </a:lnTo>
                <a:lnTo>
                  <a:pt x="3122138" y="73822"/>
                </a:lnTo>
                <a:lnTo>
                  <a:pt x="3122141" y="74426"/>
                </a:lnTo>
                <a:lnTo>
                  <a:pt x="3122141" y="136324"/>
                </a:lnTo>
                <a:lnTo>
                  <a:pt x="3138614" y="136324"/>
                </a:lnTo>
                <a:lnTo>
                  <a:pt x="3138614" y="72308"/>
                </a:lnTo>
                <a:lnTo>
                  <a:pt x="3138602" y="70869"/>
                </a:lnTo>
                <a:lnTo>
                  <a:pt x="3138564" y="69457"/>
                </a:lnTo>
                <a:lnTo>
                  <a:pt x="3138502" y="68072"/>
                </a:lnTo>
                <a:lnTo>
                  <a:pt x="3138414" y="66714"/>
                </a:lnTo>
                <a:lnTo>
                  <a:pt x="3138302" y="65383"/>
                </a:lnTo>
                <a:lnTo>
                  <a:pt x="3138164" y="64080"/>
                </a:lnTo>
                <a:lnTo>
                  <a:pt x="3138002" y="62803"/>
                </a:lnTo>
                <a:lnTo>
                  <a:pt x="3137814" y="61553"/>
                </a:lnTo>
                <a:lnTo>
                  <a:pt x="3137602" y="60331"/>
                </a:lnTo>
                <a:lnTo>
                  <a:pt x="3137364" y="59136"/>
                </a:lnTo>
                <a:lnTo>
                  <a:pt x="3137102" y="57967"/>
                </a:lnTo>
                <a:lnTo>
                  <a:pt x="3136814" y="56826"/>
                </a:lnTo>
                <a:lnTo>
                  <a:pt x="3136501" y="55712"/>
                </a:lnTo>
                <a:lnTo>
                  <a:pt x="3136164" y="54625"/>
                </a:lnTo>
                <a:lnTo>
                  <a:pt x="3135801" y="53565"/>
                </a:lnTo>
                <a:lnTo>
                  <a:pt x="3135414" y="52532"/>
                </a:lnTo>
                <a:lnTo>
                  <a:pt x="3135001" y="51526"/>
                </a:lnTo>
                <a:lnTo>
                  <a:pt x="3134564" y="50547"/>
                </a:lnTo>
                <a:lnTo>
                  <a:pt x="3134101" y="49595"/>
                </a:lnTo>
                <a:lnTo>
                  <a:pt x="3133614" y="48671"/>
                </a:lnTo>
                <a:lnTo>
                  <a:pt x="3133101" y="47773"/>
                </a:lnTo>
                <a:lnTo>
                  <a:pt x="3132563" y="46903"/>
                </a:lnTo>
                <a:lnTo>
                  <a:pt x="3132001" y="46059"/>
                </a:lnTo>
                <a:lnTo>
                  <a:pt x="3131413" y="45243"/>
                </a:lnTo>
                <a:lnTo>
                  <a:pt x="3130798" y="44457"/>
                </a:lnTo>
                <a:lnTo>
                  <a:pt x="3130154" y="43705"/>
                </a:lnTo>
                <a:lnTo>
                  <a:pt x="3129479" y="42985"/>
                </a:lnTo>
                <a:lnTo>
                  <a:pt x="3128775" y="42300"/>
                </a:lnTo>
                <a:lnTo>
                  <a:pt x="3128040" y="41647"/>
                </a:lnTo>
                <a:lnTo>
                  <a:pt x="3127276" y="41029"/>
                </a:lnTo>
                <a:lnTo>
                  <a:pt x="3126483" y="40443"/>
                </a:lnTo>
                <a:lnTo>
                  <a:pt x="3125659" y="39891"/>
                </a:lnTo>
                <a:lnTo>
                  <a:pt x="3124806" y="39373"/>
                </a:lnTo>
                <a:lnTo>
                  <a:pt x="3123923" y="38888"/>
                </a:lnTo>
                <a:lnTo>
                  <a:pt x="3123010" y="38436"/>
                </a:lnTo>
                <a:lnTo>
                  <a:pt x="3122067" y="38018"/>
                </a:lnTo>
                <a:lnTo>
                  <a:pt x="3121094" y="37634"/>
                </a:lnTo>
                <a:lnTo>
                  <a:pt x="3120092" y="37282"/>
                </a:lnTo>
                <a:lnTo>
                  <a:pt x="3119060" y="36965"/>
                </a:lnTo>
                <a:lnTo>
                  <a:pt x="3117998" y="36680"/>
                </a:lnTo>
                <a:lnTo>
                  <a:pt x="3116906" y="36430"/>
                </a:lnTo>
                <a:lnTo>
                  <a:pt x="3115785" y="36212"/>
                </a:lnTo>
                <a:lnTo>
                  <a:pt x="3114633" y="36028"/>
                </a:lnTo>
                <a:lnTo>
                  <a:pt x="3113452" y="35878"/>
                </a:lnTo>
                <a:lnTo>
                  <a:pt x="3112241" y="35761"/>
                </a:lnTo>
                <a:lnTo>
                  <a:pt x="3111000" y="35677"/>
                </a:lnTo>
                <a:lnTo>
                  <a:pt x="3109730" y="35627"/>
                </a:lnTo>
                <a:lnTo>
                  <a:pt x="3108429" y="35610"/>
                </a:lnTo>
                <a:lnTo>
                  <a:pt x="3107361" y="35619"/>
                </a:lnTo>
                <a:lnTo>
                  <a:pt x="3106308" y="35646"/>
                </a:lnTo>
                <a:lnTo>
                  <a:pt x="3105271" y="35691"/>
                </a:lnTo>
                <a:lnTo>
                  <a:pt x="3104251" y="35754"/>
                </a:lnTo>
                <a:lnTo>
                  <a:pt x="3103246" y="35835"/>
                </a:lnTo>
                <a:lnTo>
                  <a:pt x="3102258" y="35934"/>
                </a:lnTo>
                <a:lnTo>
                  <a:pt x="3101286" y="36051"/>
                </a:lnTo>
                <a:lnTo>
                  <a:pt x="3100330" y="36185"/>
                </a:lnTo>
                <a:lnTo>
                  <a:pt x="3099390" y="36338"/>
                </a:lnTo>
                <a:lnTo>
                  <a:pt x="3098466" y="36509"/>
                </a:lnTo>
                <a:lnTo>
                  <a:pt x="3097558" y="36698"/>
                </a:lnTo>
                <a:lnTo>
                  <a:pt x="3096666" y="36905"/>
                </a:lnTo>
                <a:lnTo>
                  <a:pt x="3095791" y="37130"/>
                </a:lnTo>
                <a:lnTo>
                  <a:pt x="3094931" y="37372"/>
                </a:lnTo>
                <a:lnTo>
                  <a:pt x="3094088" y="37633"/>
                </a:lnTo>
                <a:lnTo>
                  <a:pt x="3093260" y="37912"/>
                </a:lnTo>
                <a:lnTo>
                  <a:pt x="3092449" y="38208"/>
                </a:lnTo>
                <a:lnTo>
                  <a:pt x="3091654" y="38523"/>
                </a:lnTo>
                <a:lnTo>
                  <a:pt x="3090875" y="38856"/>
                </a:lnTo>
                <a:lnTo>
                  <a:pt x="3090112" y="39206"/>
                </a:lnTo>
                <a:lnTo>
                  <a:pt x="3089365" y="39575"/>
                </a:lnTo>
                <a:lnTo>
                  <a:pt x="3088634" y="39962"/>
                </a:lnTo>
                <a:lnTo>
                  <a:pt x="3087920" y="40366"/>
                </a:lnTo>
                <a:lnTo>
                  <a:pt x="3087221" y="40789"/>
                </a:lnTo>
                <a:lnTo>
                  <a:pt x="3086537" y="41222"/>
                </a:lnTo>
                <a:lnTo>
                  <a:pt x="3085867" y="41656"/>
                </a:lnTo>
                <a:lnTo>
                  <a:pt x="3085210" y="42094"/>
                </a:lnTo>
                <a:lnTo>
                  <a:pt x="3084566" y="42533"/>
                </a:lnTo>
                <a:lnTo>
                  <a:pt x="3083936" y="42974"/>
                </a:lnTo>
                <a:lnTo>
                  <a:pt x="3083319" y="43418"/>
                </a:lnTo>
                <a:lnTo>
                  <a:pt x="3082715" y="43864"/>
                </a:lnTo>
                <a:lnTo>
                  <a:pt x="3082125" y="44313"/>
                </a:lnTo>
                <a:lnTo>
                  <a:pt x="3081548" y="44763"/>
                </a:lnTo>
                <a:lnTo>
                  <a:pt x="3080984" y="45216"/>
                </a:lnTo>
                <a:lnTo>
                  <a:pt x="3080434" y="45671"/>
                </a:lnTo>
                <a:lnTo>
                  <a:pt x="3079897" y="46128"/>
                </a:lnTo>
                <a:lnTo>
                  <a:pt x="3079374" y="46587"/>
                </a:lnTo>
                <a:lnTo>
                  <a:pt x="3078863" y="47049"/>
                </a:lnTo>
                <a:lnTo>
                  <a:pt x="3078367" y="47513"/>
                </a:lnTo>
                <a:lnTo>
                  <a:pt x="3077883" y="47979"/>
                </a:lnTo>
                <a:lnTo>
                  <a:pt x="3077413" y="48447"/>
                </a:lnTo>
                <a:lnTo>
                  <a:pt x="3076956" y="48918"/>
                </a:lnTo>
                <a:lnTo>
                  <a:pt x="3076513" y="49390"/>
                </a:lnTo>
                <a:lnTo>
                  <a:pt x="3076083" y="49865"/>
                </a:lnTo>
                <a:lnTo>
                  <a:pt x="3075666" y="50343"/>
                </a:lnTo>
                <a:lnTo>
                  <a:pt x="3075263" y="50822"/>
                </a:lnTo>
                <a:lnTo>
                  <a:pt x="3074873" y="51304"/>
                </a:lnTo>
                <a:lnTo>
                  <a:pt x="3074496" y="51788"/>
                </a:lnTo>
                <a:lnTo>
                  <a:pt x="3073904" y="37287"/>
                </a:lnTo>
                <a:lnTo>
                  <a:pt x="3058122" y="37287"/>
                </a:lnTo>
                <a:lnTo>
                  <a:pt x="3058122" y="136324"/>
                </a:lnTo>
                <a:lnTo>
                  <a:pt x="3074595" y="136324"/>
                </a:lnTo>
                <a:lnTo>
                  <a:pt x="3074595" y="65613"/>
                </a:lnTo>
                <a:lnTo>
                  <a:pt x="3074970" y="65111"/>
                </a:lnTo>
                <a:lnTo>
                  <a:pt x="3075355" y="64612"/>
                </a:lnTo>
                <a:lnTo>
                  <a:pt x="3075749" y="64116"/>
                </a:lnTo>
                <a:close/>
                <a:moveTo>
                  <a:pt x="2916817" y="136324"/>
                </a:moveTo>
                <a:lnTo>
                  <a:pt x="2916817" y="37287"/>
                </a:lnTo>
                <a:lnTo>
                  <a:pt x="2900343" y="37287"/>
                </a:lnTo>
                <a:lnTo>
                  <a:pt x="2900343" y="136324"/>
                </a:lnTo>
                <a:lnTo>
                  <a:pt x="2916817" y="136324"/>
                </a:lnTo>
                <a:close/>
                <a:moveTo>
                  <a:pt x="1933459" y="137905"/>
                </a:moveTo>
                <a:lnTo>
                  <a:pt x="1934373" y="137819"/>
                </a:lnTo>
                <a:lnTo>
                  <a:pt x="1935278" y="137718"/>
                </a:lnTo>
                <a:lnTo>
                  <a:pt x="1936172" y="137601"/>
                </a:lnTo>
                <a:lnTo>
                  <a:pt x="1937056" y="137469"/>
                </a:lnTo>
                <a:lnTo>
                  <a:pt x="1937930" y="137321"/>
                </a:lnTo>
                <a:lnTo>
                  <a:pt x="1938794" y="137157"/>
                </a:lnTo>
                <a:lnTo>
                  <a:pt x="1939648" y="136978"/>
                </a:lnTo>
                <a:lnTo>
                  <a:pt x="1940491" y="136783"/>
                </a:lnTo>
                <a:lnTo>
                  <a:pt x="1941325" y="136573"/>
                </a:lnTo>
                <a:lnTo>
                  <a:pt x="1942148" y="136347"/>
                </a:lnTo>
                <a:lnTo>
                  <a:pt x="1942962" y="136105"/>
                </a:lnTo>
                <a:lnTo>
                  <a:pt x="1943765" y="135848"/>
                </a:lnTo>
                <a:lnTo>
                  <a:pt x="1944558" y="135575"/>
                </a:lnTo>
                <a:lnTo>
                  <a:pt x="1945341" y="135287"/>
                </a:lnTo>
                <a:lnTo>
                  <a:pt x="1946114" y="134983"/>
                </a:lnTo>
                <a:lnTo>
                  <a:pt x="1946877" y="134664"/>
                </a:lnTo>
                <a:lnTo>
                  <a:pt x="1947630" y="134329"/>
                </a:lnTo>
                <a:lnTo>
                  <a:pt x="1948373" y="133978"/>
                </a:lnTo>
                <a:lnTo>
                  <a:pt x="1949105" y="133612"/>
                </a:lnTo>
                <a:lnTo>
                  <a:pt x="1949829" y="133233"/>
                </a:lnTo>
                <a:lnTo>
                  <a:pt x="1950545" y="132844"/>
                </a:lnTo>
                <a:lnTo>
                  <a:pt x="1951254" y="132444"/>
                </a:lnTo>
                <a:lnTo>
                  <a:pt x="1951956" y="132035"/>
                </a:lnTo>
                <a:lnTo>
                  <a:pt x="1952650" y="131615"/>
                </a:lnTo>
                <a:lnTo>
                  <a:pt x="1953337" y="131186"/>
                </a:lnTo>
                <a:lnTo>
                  <a:pt x="1954017" y="130746"/>
                </a:lnTo>
                <a:lnTo>
                  <a:pt x="1954689" y="130296"/>
                </a:lnTo>
                <a:lnTo>
                  <a:pt x="1955354" y="129836"/>
                </a:lnTo>
                <a:lnTo>
                  <a:pt x="1956012" y="129366"/>
                </a:lnTo>
                <a:lnTo>
                  <a:pt x="1956662" y="128886"/>
                </a:lnTo>
                <a:lnTo>
                  <a:pt x="1957305" y="128396"/>
                </a:lnTo>
                <a:lnTo>
                  <a:pt x="1957940" y="127896"/>
                </a:lnTo>
                <a:lnTo>
                  <a:pt x="1958568" y="127385"/>
                </a:lnTo>
                <a:lnTo>
                  <a:pt x="1959189" y="126865"/>
                </a:lnTo>
                <a:lnTo>
                  <a:pt x="1959802" y="126334"/>
                </a:lnTo>
                <a:lnTo>
                  <a:pt x="1960408" y="125793"/>
                </a:lnTo>
                <a:lnTo>
                  <a:pt x="1961007" y="125243"/>
                </a:lnTo>
                <a:lnTo>
                  <a:pt x="1961598" y="124682"/>
                </a:lnTo>
                <a:lnTo>
                  <a:pt x="1962182" y="124111"/>
                </a:lnTo>
                <a:lnTo>
                  <a:pt x="1962759" y="123529"/>
                </a:lnTo>
                <a:lnTo>
                  <a:pt x="1963328" y="122938"/>
                </a:lnTo>
                <a:lnTo>
                  <a:pt x="1963890" y="122337"/>
                </a:lnTo>
                <a:lnTo>
                  <a:pt x="1964444" y="121725"/>
                </a:lnTo>
                <a:lnTo>
                  <a:pt x="1965135" y="136324"/>
                </a:lnTo>
                <a:lnTo>
                  <a:pt x="1980523" y="136324"/>
                </a:lnTo>
                <a:lnTo>
                  <a:pt x="1980523" y="70163"/>
                </a:lnTo>
                <a:lnTo>
                  <a:pt x="1980517" y="69281"/>
                </a:lnTo>
                <a:lnTo>
                  <a:pt x="1980501" y="68412"/>
                </a:lnTo>
                <a:lnTo>
                  <a:pt x="1980473" y="67557"/>
                </a:lnTo>
                <a:lnTo>
                  <a:pt x="1980435" y="66715"/>
                </a:lnTo>
                <a:lnTo>
                  <a:pt x="1980386" y="65887"/>
                </a:lnTo>
                <a:lnTo>
                  <a:pt x="1980326" y="65073"/>
                </a:lnTo>
                <a:lnTo>
                  <a:pt x="1980254" y="64272"/>
                </a:lnTo>
                <a:lnTo>
                  <a:pt x="1980172" y="63485"/>
                </a:lnTo>
                <a:lnTo>
                  <a:pt x="1980079" y="62711"/>
                </a:lnTo>
                <a:lnTo>
                  <a:pt x="1979975" y="61951"/>
                </a:lnTo>
                <a:lnTo>
                  <a:pt x="1979860" y="61205"/>
                </a:lnTo>
                <a:lnTo>
                  <a:pt x="1979734" y="60472"/>
                </a:lnTo>
                <a:lnTo>
                  <a:pt x="1979597" y="59753"/>
                </a:lnTo>
                <a:lnTo>
                  <a:pt x="1979449" y="59047"/>
                </a:lnTo>
                <a:lnTo>
                  <a:pt x="1979290" y="58355"/>
                </a:lnTo>
                <a:lnTo>
                  <a:pt x="1979120" y="57676"/>
                </a:lnTo>
                <a:lnTo>
                  <a:pt x="1978939" y="57011"/>
                </a:lnTo>
                <a:lnTo>
                  <a:pt x="1978747" y="56360"/>
                </a:lnTo>
                <a:lnTo>
                  <a:pt x="1978544" y="55722"/>
                </a:lnTo>
                <a:lnTo>
                  <a:pt x="1978331" y="55098"/>
                </a:lnTo>
                <a:lnTo>
                  <a:pt x="1978106" y="54487"/>
                </a:lnTo>
                <a:lnTo>
                  <a:pt x="1977870" y="53890"/>
                </a:lnTo>
                <a:lnTo>
                  <a:pt x="1977624" y="53307"/>
                </a:lnTo>
                <a:lnTo>
                  <a:pt x="1977366" y="52737"/>
                </a:lnTo>
                <a:lnTo>
                  <a:pt x="1977099" y="52179"/>
                </a:lnTo>
                <a:lnTo>
                  <a:pt x="1976825" y="51631"/>
                </a:lnTo>
                <a:lnTo>
                  <a:pt x="1976542" y="51094"/>
                </a:lnTo>
                <a:lnTo>
                  <a:pt x="1976252" y="50567"/>
                </a:lnTo>
                <a:lnTo>
                  <a:pt x="1975955" y="50050"/>
                </a:lnTo>
                <a:lnTo>
                  <a:pt x="1975649" y="49544"/>
                </a:lnTo>
                <a:lnTo>
                  <a:pt x="1975336" y="49049"/>
                </a:lnTo>
                <a:lnTo>
                  <a:pt x="1975015" y="48563"/>
                </a:lnTo>
                <a:lnTo>
                  <a:pt x="1974687" y="48089"/>
                </a:lnTo>
                <a:lnTo>
                  <a:pt x="1974350" y="47624"/>
                </a:lnTo>
                <a:lnTo>
                  <a:pt x="1974006" y="47170"/>
                </a:lnTo>
                <a:lnTo>
                  <a:pt x="1973655" y="46727"/>
                </a:lnTo>
                <a:lnTo>
                  <a:pt x="1973295" y="46294"/>
                </a:lnTo>
                <a:lnTo>
                  <a:pt x="1972928" y="45871"/>
                </a:lnTo>
                <a:lnTo>
                  <a:pt x="1972554" y="45458"/>
                </a:lnTo>
                <a:lnTo>
                  <a:pt x="1972171" y="45057"/>
                </a:lnTo>
                <a:lnTo>
                  <a:pt x="1971781" y="44665"/>
                </a:lnTo>
                <a:lnTo>
                  <a:pt x="1971383" y="44284"/>
                </a:lnTo>
                <a:lnTo>
                  <a:pt x="1970977" y="43913"/>
                </a:lnTo>
                <a:lnTo>
                  <a:pt x="1970564" y="43553"/>
                </a:lnTo>
                <a:lnTo>
                  <a:pt x="1970143" y="43203"/>
                </a:lnTo>
                <a:lnTo>
                  <a:pt x="1969714" y="42864"/>
                </a:lnTo>
                <a:lnTo>
                  <a:pt x="1969278" y="42535"/>
                </a:lnTo>
                <a:lnTo>
                  <a:pt x="1968834" y="42216"/>
                </a:lnTo>
                <a:lnTo>
                  <a:pt x="1968383" y="41907"/>
                </a:lnTo>
                <a:lnTo>
                  <a:pt x="1967928" y="41606"/>
                </a:lnTo>
                <a:lnTo>
                  <a:pt x="1967468" y="41312"/>
                </a:lnTo>
                <a:lnTo>
                  <a:pt x="1967003" y="41027"/>
                </a:lnTo>
                <a:lnTo>
                  <a:pt x="1966534" y="40751"/>
                </a:lnTo>
                <a:lnTo>
                  <a:pt x="1966059" y="40482"/>
                </a:lnTo>
                <a:lnTo>
                  <a:pt x="1965580" y="40221"/>
                </a:lnTo>
                <a:lnTo>
                  <a:pt x="1965096" y="39969"/>
                </a:lnTo>
                <a:lnTo>
                  <a:pt x="1964607" y="39725"/>
                </a:lnTo>
                <a:lnTo>
                  <a:pt x="1964114" y="39488"/>
                </a:lnTo>
                <a:lnTo>
                  <a:pt x="1963615" y="39260"/>
                </a:lnTo>
                <a:lnTo>
                  <a:pt x="1963112" y="39040"/>
                </a:lnTo>
                <a:lnTo>
                  <a:pt x="1962604" y="38828"/>
                </a:lnTo>
                <a:lnTo>
                  <a:pt x="1962092" y="38625"/>
                </a:lnTo>
                <a:lnTo>
                  <a:pt x="1961574" y="38429"/>
                </a:lnTo>
                <a:lnTo>
                  <a:pt x="1961052" y="38242"/>
                </a:lnTo>
                <a:lnTo>
                  <a:pt x="1960525" y="38062"/>
                </a:lnTo>
                <a:lnTo>
                  <a:pt x="1959993" y="37891"/>
                </a:lnTo>
                <a:lnTo>
                  <a:pt x="1959456" y="37728"/>
                </a:lnTo>
                <a:lnTo>
                  <a:pt x="1958915" y="37573"/>
                </a:lnTo>
                <a:lnTo>
                  <a:pt x="1958368" y="37426"/>
                </a:lnTo>
                <a:lnTo>
                  <a:pt x="1957817" y="37287"/>
                </a:lnTo>
                <a:lnTo>
                  <a:pt x="1957261" y="37157"/>
                </a:lnTo>
                <a:lnTo>
                  <a:pt x="1956701" y="37034"/>
                </a:lnTo>
                <a:lnTo>
                  <a:pt x="1956136" y="36918"/>
                </a:lnTo>
                <a:lnTo>
                  <a:pt x="1955570" y="36807"/>
                </a:lnTo>
                <a:lnTo>
                  <a:pt x="1955001" y="36700"/>
                </a:lnTo>
                <a:lnTo>
                  <a:pt x="1954430" y="36599"/>
                </a:lnTo>
                <a:lnTo>
                  <a:pt x="1953857" y="36503"/>
                </a:lnTo>
                <a:lnTo>
                  <a:pt x="1953282" y="36411"/>
                </a:lnTo>
                <a:lnTo>
                  <a:pt x="1952704" y="36325"/>
                </a:lnTo>
                <a:lnTo>
                  <a:pt x="1952125" y="36243"/>
                </a:lnTo>
                <a:lnTo>
                  <a:pt x="1951543" y="36166"/>
                </a:lnTo>
                <a:lnTo>
                  <a:pt x="1950958" y="36095"/>
                </a:lnTo>
                <a:lnTo>
                  <a:pt x="1950372" y="36028"/>
                </a:lnTo>
                <a:lnTo>
                  <a:pt x="1949783" y="35966"/>
                </a:lnTo>
                <a:lnTo>
                  <a:pt x="1949192" y="35909"/>
                </a:lnTo>
                <a:lnTo>
                  <a:pt x="1948599" y="35857"/>
                </a:lnTo>
                <a:lnTo>
                  <a:pt x="1948004" y="35810"/>
                </a:lnTo>
                <a:lnTo>
                  <a:pt x="1947406" y="35768"/>
                </a:lnTo>
                <a:lnTo>
                  <a:pt x="1946806" y="35731"/>
                </a:lnTo>
                <a:lnTo>
                  <a:pt x="1946204" y="35699"/>
                </a:lnTo>
                <a:lnTo>
                  <a:pt x="1945600" y="35672"/>
                </a:lnTo>
                <a:lnTo>
                  <a:pt x="1944994" y="35650"/>
                </a:lnTo>
                <a:lnTo>
                  <a:pt x="1944385" y="35632"/>
                </a:lnTo>
                <a:lnTo>
                  <a:pt x="1943774" y="35620"/>
                </a:lnTo>
                <a:lnTo>
                  <a:pt x="1943161" y="35613"/>
                </a:lnTo>
                <a:lnTo>
                  <a:pt x="1942545" y="35610"/>
                </a:lnTo>
                <a:lnTo>
                  <a:pt x="1941588" y="35616"/>
                </a:lnTo>
                <a:lnTo>
                  <a:pt x="1940640" y="35634"/>
                </a:lnTo>
                <a:lnTo>
                  <a:pt x="1939701" y="35664"/>
                </a:lnTo>
                <a:lnTo>
                  <a:pt x="1938771" y="35706"/>
                </a:lnTo>
                <a:lnTo>
                  <a:pt x="1937850" y="35760"/>
                </a:lnTo>
                <a:lnTo>
                  <a:pt x="1936938" y="35826"/>
                </a:lnTo>
                <a:lnTo>
                  <a:pt x="1936035" y="35904"/>
                </a:lnTo>
                <a:lnTo>
                  <a:pt x="1935142" y="35994"/>
                </a:lnTo>
                <a:lnTo>
                  <a:pt x="1934257" y="36096"/>
                </a:lnTo>
                <a:lnTo>
                  <a:pt x="1933381" y="36210"/>
                </a:lnTo>
                <a:lnTo>
                  <a:pt x="1932515" y="36336"/>
                </a:lnTo>
                <a:lnTo>
                  <a:pt x="1931658" y="36474"/>
                </a:lnTo>
                <a:lnTo>
                  <a:pt x="1930809" y="36624"/>
                </a:lnTo>
                <a:lnTo>
                  <a:pt x="1929970" y="36786"/>
                </a:lnTo>
                <a:lnTo>
                  <a:pt x="1929140" y="36960"/>
                </a:lnTo>
                <a:lnTo>
                  <a:pt x="1928319" y="37146"/>
                </a:lnTo>
                <a:lnTo>
                  <a:pt x="1927507" y="37344"/>
                </a:lnTo>
                <a:lnTo>
                  <a:pt x="1926704" y="37554"/>
                </a:lnTo>
                <a:lnTo>
                  <a:pt x="1925910" y="37776"/>
                </a:lnTo>
                <a:lnTo>
                  <a:pt x="1925125" y="38010"/>
                </a:lnTo>
                <a:lnTo>
                  <a:pt x="1924350" y="38256"/>
                </a:lnTo>
                <a:lnTo>
                  <a:pt x="1923583" y="38514"/>
                </a:lnTo>
                <a:lnTo>
                  <a:pt x="1922825" y="38784"/>
                </a:lnTo>
                <a:lnTo>
                  <a:pt x="1922077" y="39066"/>
                </a:lnTo>
                <a:lnTo>
                  <a:pt x="1921340" y="39360"/>
                </a:lnTo>
                <a:lnTo>
                  <a:pt x="1920616" y="39669"/>
                </a:lnTo>
                <a:lnTo>
                  <a:pt x="1919905" y="39992"/>
                </a:lnTo>
                <a:lnTo>
                  <a:pt x="1919208" y="40329"/>
                </a:lnTo>
                <a:lnTo>
                  <a:pt x="1918524" y="40681"/>
                </a:lnTo>
                <a:lnTo>
                  <a:pt x="1917854" y="41046"/>
                </a:lnTo>
                <a:lnTo>
                  <a:pt x="1917197" y="41426"/>
                </a:lnTo>
                <a:lnTo>
                  <a:pt x="1916553" y="41819"/>
                </a:lnTo>
                <a:lnTo>
                  <a:pt x="1915923" y="42227"/>
                </a:lnTo>
                <a:lnTo>
                  <a:pt x="1915305" y="42649"/>
                </a:lnTo>
                <a:lnTo>
                  <a:pt x="1914702" y="43085"/>
                </a:lnTo>
                <a:lnTo>
                  <a:pt x="1914111" y="43535"/>
                </a:lnTo>
                <a:lnTo>
                  <a:pt x="1913535" y="43999"/>
                </a:lnTo>
                <a:lnTo>
                  <a:pt x="1912971" y="44477"/>
                </a:lnTo>
                <a:lnTo>
                  <a:pt x="1912421" y="44970"/>
                </a:lnTo>
                <a:lnTo>
                  <a:pt x="1911884" y="45476"/>
                </a:lnTo>
                <a:lnTo>
                  <a:pt x="1911360" y="45997"/>
                </a:lnTo>
                <a:lnTo>
                  <a:pt x="1910850" y="46531"/>
                </a:lnTo>
                <a:lnTo>
                  <a:pt x="1910353" y="47080"/>
                </a:lnTo>
                <a:lnTo>
                  <a:pt x="1909870" y="47643"/>
                </a:lnTo>
                <a:lnTo>
                  <a:pt x="1909400" y="48221"/>
                </a:lnTo>
                <a:lnTo>
                  <a:pt x="1908943" y="48812"/>
                </a:lnTo>
                <a:lnTo>
                  <a:pt x="1908500" y="49417"/>
                </a:lnTo>
                <a:lnTo>
                  <a:pt x="1908070" y="50037"/>
                </a:lnTo>
                <a:lnTo>
                  <a:pt x="1907655" y="50671"/>
                </a:lnTo>
                <a:lnTo>
                  <a:pt x="1907258" y="51322"/>
                </a:lnTo>
                <a:lnTo>
                  <a:pt x="1906879" y="51988"/>
                </a:lnTo>
                <a:lnTo>
                  <a:pt x="1906517" y="52672"/>
                </a:lnTo>
                <a:lnTo>
                  <a:pt x="1906173" y="53371"/>
                </a:lnTo>
                <a:lnTo>
                  <a:pt x="1905847" y="54086"/>
                </a:lnTo>
                <a:lnTo>
                  <a:pt x="1905538" y="54818"/>
                </a:lnTo>
                <a:lnTo>
                  <a:pt x="1905247" y="55566"/>
                </a:lnTo>
                <a:lnTo>
                  <a:pt x="1904974" y="56330"/>
                </a:lnTo>
                <a:lnTo>
                  <a:pt x="1904718" y="57111"/>
                </a:lnTo>
                <a:lnTo>
                  <a:pt x="1904480" y="57907"/>
                </a:lnTo>
                <a:lnTo>
                  <a:pt x="1904260" y="58720"/>
                </a:lnTo>
                <a:lnTo>
                  <a:pt x="1904057" y="59549"/>
                </a:lnTo>
                <a:lnTo>
                  <a:pt x="1903871" y="60395"/>
                </a:lnTo>
                <a:lnTo>
                  <a:pt x="1903704" y="61256"/>
                </a:lnTo>
                <a:lnTo>
                  <a:pt x="1903554" y="62134"/>
                </a:lnTo>
                <a:lnTo>
                  <a:pt x="1903422" y="63028"/>
                </a:lnTo>
                <a:lnTo>
                  <a:pt x="1903307" y="63938"/>
                </a:lnTo>
                <a:lnTo>
                  <a:pt x="1903210" y="64865"/>
                </a:lnTo>
                <a:lnTo>
                  <a:pt x="1903131" y="65807"/>
                </a:lnTo>
                <a:lnTo>
                  <a:pt x="1903069" y="66766"/>
                </a:lnTo>
                <a:lnTo>
                  <a:pt x="1903025" y="67742"/>
                </a:lnTo>
                <a:lnTo>
                  <a:pt x="1902998" y="68733"/>
                </a:lnTo>
                <a:lnTo>
                  <a:pt x="1902990" y="69741"/>
                </a:lnTo>
                <a:lnTo>
                  <a:pt x="1918970" y="69741"/>
                </a:lnTo>
                <a:lnTo>
                  <a:pt x="1918981" y="68804"/>
                </a:lnTo>
                <a:lnTo>
                  <a:pt x="1919017" y="67889"/>
                </a:lnTo>
                <a:lnTo>
                  <a:pt x="1919076" y="66995"/>
                </a:lnTo>
                <a:lnTo>
                  <a:pt x="1919159" y="66122"/>
                </a:lnTo>
                <a:lnTo>
                  <a:pt x="1919265" y="65271"/>
                </a:lnTo>
                <a:lnTo>
                  <a:pt x="1919395" y="64440"/>
                </a:lnTo>
                <a:lnTo>
                  <a:pt x="1919549" y="63631"/>
                </a:lnTo>
                <a:lnTo>
                  <a:pt x="1919726" y="62843"/>
                </a:lnTo>
                <a:lnTo>
                  <a:pt x="1919927" y="62076"/>
                </a:lnTo>
                <a:lnTo>
                  <a:pt x="1920151" y="61330"/>
                </a:lnTo>
                <a:lnTo>
                  <a:pt x="1920399" y="60605"/>
                </a:lnTo>
                <a:lnTo>
                  <a:pt x="1920671" y="59902"/>
                </a:lnTo>
                <a:lnTo>
                  <a:pt x="1920967" y="59219"/>
                </a:lnTo>
                <a:lnTo>
                  <a:pt x="1921286" y="58558"/>
                </a:lnTo>
                <a:lnTo>
                  <a:pt x="1921628" y="57918"/>
                </a:lnTo>
                <a:lnTo>
                  <a:pt x="1921995" y="57299"/>
                </a:lnTo>
                <a:lnTo>
                  <a:pt x="1922385" y="56701"/>
                </a:lnTo>
                <a:lnTo>
                  <a:pt x="1922798" y="56125"/>
                </a:lnTo>
                <a:lnTo>
                  <a:pt x="1923235" y="55570"/>
                </a:lnTo>
                <a:lnTo>
                  <a:pt x="1923696" y="55035"/>
                </a:lnTo>
                <a:lnTo>
                  <a:pt x="1924181" y="54522"/>
                </a:lnTo>
                <a:lnTo>
                  <a:pt x="1924689" y="54030"/>
                </a:lnTo>
                <a:lnTo>
                  <a:pt x="1925221" y="53560"/>
                </a:lnTo>
                <a:lnTo>
                  <a:pt x="1925776" y="53110"/>
                </a:lnTo>
                <a:lnTo>
                  <a:pt x="1926349" y="52680"/>
                </a:lnTo>
                <a:lnTo>
                  <a:pt x="1926932" y="52268"/>
                </a:lnTo>
                <a:lnTo>
                  <a:pt x="1927527" y="51875"/>
                </a:lnTo>
                <a:lnTo>
                  <a:pt x="1928132" y="51500"/>
                </a:lnTo>
                <a:lnTo>
                  <a:pt x="1928749" y="51144"/>
                </a:lnTo>
                <a:lnTo>
                  <a:pt x="1929376" y="50805"/>
                </a:lnTo>
                <a:lnTo>
                  <a:pt x="1930015" y="50485"/>
                </a:lnTo>
                <a:lnTo>
                  <a:pt x="1930664" y="50183"/>
                </a:lnTo>
                <a:lnTo>
                  <a:pt x="1931325" y="49900"/>
                </a:lnTo>
                <a:lnTo>
                  <a:pt x="1931996" y="49634"/>
                </a:lnTo>
                <a:lnTo>
                  <a:pt x="1932678" y="49387"/>
                </a:lnTo>
                <a:lnTo>
                  <a:pt x="1933372" y="49159"/>
                </a:lnTo>
                <a:lnTo>
                  <a:pt x="1934076" y="48948"/>
                </a:lnTo>
                <a:lnTo>
                  <a:pt x="1934791" y="48756"/>
                </a:lnTo>
                <a:lnTo>
                  <a:pt x="1935517" y="48583"/>
                </a:lnTo>
                <a:lnTo>
                  <a:pt x="1936254" y="48427"/>
                </a:lnTo>
                <a:lnTo>
                  <a:pt x="1937002" y="48290"/>
                </a:lnTo>
                <a:lnTo>
                  <a:pt x="1937761" y="48171"/>
                </a:lnTo>
                <a:lnTo>
                  <a:pt x="1938531" y="48070"/>
                </a:lnTo>
                <a:lnTo>
                  <a:pt x="1939312" y="47988"/>
                </a:lnTo>
                <a:lnTo>
                  <a:pt x="1940104" y="47924"/>
                </a:lnTo>
                <a:lnTo>
                  <a:pt x="1940907" y="47878"/>
                </a:lnTo>
                <a:lnTo>
                  <a:pt x="1941721" y="47851"/>
                </a:lnTo>
                <a:lnTo>
                  <a:pt x="1942545" y="47842"/>
                </a:lnTo>
                <a:lnTo>
                  <a:pt x="1943321" y="47850"/>
                </a:lnTo>
                <a:lnTo>
                  <a:pt x="1944085" y="47875"/>
                </a:lnTo>
                <a:lnTo>
                  <a:pt x="1944837" y="47917"/>
                </a:lnTo>
                <a:lnTo>
                  <a:pt x="1945579" y="47976"/>
                </a:lnTo>
                <a:lnTo>
                  <a:pt x="1946309" y="48052"/>
                </a:lnTo>
                <a:lnTo>
                  <a:pt x="1947027" y="48144"/>
                </a:lnTo>
                <a:lnTo>
                  <a:pt x="1947735" y="48253"/>
                </a:lnTo>
                <a:lnTo>
                  <a:pt x="1948431" y="48379"/>
                </a:lnTo>
                <a:lnTo>
                  <a:pt x="1949116" y="48522"/>
                </a:lnTo>
                <a:lnTo>
                  <a:pt x="1949789" y="48681"/>
                </a:lnTo>
                <a:lnTo>
                  <a:pt x="1950452" y="48857"/>
                </a:lnTo>
                <a:lnTo>
                  <a:pt x="1951103" y="49050"/>
                </a:lnTo>
                <a:lnTo>
                  <a:pt x="1951742" y="49260"/>
                </a:lnTo>
                <a:lnTo>
                  <a:pt x="1952371" y="49487"/>
                </a:lnTo>
                <a:lnTo>
                  <a:pt x="1952988" y="49730"/>
                </a:lnTo>
                <a:lnTo>
                  <a:pt x="1953593" y="49990"/>
                </a:lnTo>
                <a:lnTo>
                  <a:pt x="1954188" y="50267"/>
                </a:lnTo>
                <a:lnTo>
                  <a:pt x="1954771" y="50561"/>
                </a:lnTo>
                <a:lnTo>
                  <a:pt x="1955343" y="50871"/>
                </a:lnTo>
                <a:lnTo>
                  <a:pt x="1955903" y="51198"/>
                </a:lnTo>
                <a:lnTo>
                  <a:pt x="1956452" y="51542"/>
                </a:lnTo>
                <a:lnTo>
                  <a:pt x="1956990" y="51903"/>
                </a:lnTo>
                <a:lnTo>
                  <a:pt x="1957517" y="52281"/>
                </a:lnTo>
                <a:lnTo>
                  <a:pt x="1958032" y="52675"/>
                </a:lnTo>
                <a:lnTo>
                  <a:pt x="1958531" y="53092"/>
                </a:lnTo>
                <a:lnTo>
                  <a:pt x="1959009" y="53538"/>
                </a:lnTo>
                <a:lnTo>
                  <a:pt x="1959466" y="54011"/>
                </a:lnTo>
                <a:lnTo>
                  <a:pt x="1959901" y="54513"/>
                </a:lnTo>
                <a:lnTo>
                  <a:pt x="1960315" y="55043"/>
                </a:lnTo>
                <a:lnTo>
                  <a:pt x="1960708" y="55602"/>
                </a:lnTo>
                <a:lnTo>
                  <a:pt x="1961080" y="56189"/>
                </a:lnTo>
                <a:lnTo>
                  <a:pt x="1961430" y="56804"/>
                </a:lnTo>
                <a:lnTo>
                  <a:pt x="1961759" y="57448"/>
                </a:lnTo>
                <a:lnTo>
                  <a:pt x="1962067" y="58120"/>
                </a:lnTo>
                <a:lnTo>
                  <a:pt x="1962354" y="58820"/>
                </a:lnTo>
                <a:lnTo>
                  <a:pt x="1962619" y="59549"/>
                </a:lnTo>
                <a:lnTo>
                  <a:pt x="1962863" y="60306"/>
                </a:lnTo>
                <a:lnTo>
                  <a:pt x="1963086" y="61091"/>
                </a:lnTo>
                <a:lnTo>
                  <a:pt x="1963288" y="61905"/>
                </a:lnTo>
                <a:lnTo>
                  <a:pt x="1963469" y="62746"/>
                </a:lnTo>
                <a:lnTo>
                  <a:pt x="1963628" y="63617"/>
                </a:lnTo>
                <a:lnTo>
                  <a:pt x="1963766" y="64515"/>
                </a:lnTo>
                <a:lnTo>
                  <a:pt x="1963883" y="65442"/>
                </a:lnTo>
                <a:lnTo>
                  <a:pt x="1963978" y="66398"/>
                </a:lnTo>
                <a:lnTo>
                  <a:pt x="1964053" y="67381"/>
                </a:lnTo>
                <a:lnTo>
                  <a:pt x="1964106" y="68393"/>
                </a:lnTo>
                <a:lnTo>
                  <a:pt x="1964137" y="69433"/>
                </a:lnTo>
                <a:lnTo>
                  <a:pt x="1964148" y="70502"/>
                </a:lnTo>
                <a:lnTo>
                  <a:pt x="1964148" y="77570"/>
                </a:lnTo>
                <a:lnTo>
                  <a:pt x="1962505" y="77591"/>
                </a:lnTo>
                <a:lnTo>
                  <a:pt x="1960878" y="77620"/>
                </a:lnTo>
                <a:lnTo>
                  <a:pt x="1959270" y="77657"/>
                </a:lnTo>
                <a:lnTo>
                  <a:pt x="1957679" y="77701"/>
                </a:lnTo>
                <a:lnTo>
                  <a:pt x="1956105" y="77754"/>
                </a:lnTo>
                <a:lnTo>
                  <a:pt x="1954549" y="77814"/>
                </a:lnTo>
                <a:lnTo>
                  <a:pt x="1953010" y="77882"/>
                </a:lnTo>
                <a:lnTo>
                  <a:pt x="1951489" y="77958"/>
                </a:lnTo>
                <a:lnTo>
                  <a:pt x="1949985" y="78042"/>
                </a:lnTo>
                <a:lnTo>
                  <a:pt x="1948499" y="78134"/>
                </a:lnTo>
                <a:lnTo>
                  <a:pt x="1947030" y="78234"/>
                </a:lnTo>
                <a:lnTo>
                  <a:pt x="1945579" y="78342"/>
                </a:lnTo>
                <a:lnTo>
                  <a:pt x="1944145" y="78457"/>
                </a:lnTo>
                <a:lnTo>
                  <a:pt x="1942728" y="78581"/>
                </a:lnTo>
                <a:lnTo>
                  <a:pt x="1941329" y="78712"/>
                </a:lnTo>
                <a:lnTo>
                  <a:pt x="1939948" y="78851"/>
                </a:lnTo>
                <a:lnTo>
                  <a:pt x="1938584" y="78998"/>
                </a:lnTo>
                <a:lnTo>
                  <a:pt x="1937237" y="79153"/>
                </a:lnTo>
                <a:lnTo>
                  <a:pt x="1935908" y="79316"/>
                </a:lnTo>
                <a:lnTo>
                  <a:pt x="1934596" y="79487"/>
                </a:lnTo>
                <a:lnTo>
                  <a:pt x="1933302" y="79666"/>
                </a:lnTo>
                <a:lnTo>
                  <a:pt x="1932025" y="79852"/>
                </a:lnTo>
                <a:lnTo>
                  <a:pt x="1930766" y="80047"/>
                </a:lnTo>
                <a:lnTo>
                  <a:pt x="1929524" y="80249"/>
                </a:lnTo>
                <a:lnTo>
                  <a:pt x="1928303" y="80463"/>
                </a:lnTo>
                <a:lnTo>
                  <a:pt x="1927105" y="80692"/>
                </a:lnTo>
                <a:lnTo>
                  <a:pt x="1925930" y="80937"/>
                </a:lnTo>
                <a:lnTo>
                  <a:pt x="1924779" y="81196"/>
                </a:lnTo>
                <a:lnTo>
                  <a:pt x="1923650" y="81471"/>
                </a:lnTo>
                <a:lnTo>
                  <a:pt x="1922545" y="81761"/>
                </a:lnTo>
                <a:lnTo>
                  <a:pt x="1921464" y="82067"/>
                </a:lnTo>
                <a:lnTo>
                  <a:pt x="1920405" y="82388"/>
                </a:lnTo>
                <a:lnTo>
                  <a:pt x="1919370" y="82724"/>
                </a:lnTo>
                <a:lnTo>
                  <a:pt x="1918359" y="83075"/>
                </a:lnTo>
                <a:lnTo>
                  <a:pt x="1917370" y="83442"/>
                </a:lnTo>
                <a:lnTo>
                  <a:pt x="1916405" y="83823"/>
                </a:lnTo>
                <a:lnTo>
                  <a:pt x="1915463" y="84220"/>
                </a:lnTo>
                <a:lnTo>
                  <a:pt x="1914544" y="84633"/>
                </a:lnTo>
                <a:lnTo>
                  <a:pt x="1913649" y="85060"/>
                </a:lnTo>
                <a:lnTo>
                  <a:pt x="1912777" y="85503"/>
                </a:lnTo>
                <a:lnTo>
                  <a:pt x="1911928" y="85961"/>
                </a:lnTo>
                <a:lnTo>
                  <a:pt x="1911103" y="86435"/>
                </a:lnTo>
                <a:lnTo>
                  <a:pt x="1910301" y="86923"/>
                </a:lnTo>
                <a:lnTo>
                  <a:pt x="1909522" y="87427"/>
                </a:lnTo>
                <a:lnTo>
                  <a:pt x="1908766" y="87946"/>
                </a:lnTo>
                <a:lnTo>
                  <a:pt x="1908034" y="88481"/>
                </a:lnTo>
                <a:lnTo>
                  <a:pt x="1907325" y="89031"/>
                </a:lnTo>
                <a:lnTo>
                  <a:pt x="1906639" y="89595"/>
                </a:lnTo>
                <a:lnTo>
                  <a:pt x="1905979" y="90179"/>
                </a:lnTo>
                <a:lnTo>
                  <a:pt x="1905347" y="90785"/>
                </a:lnTo>
                <a:lnTo>
                  <a:pt x="1904744" y="91413"/>
                </a:lnTo>
                <a:lnTo>
                  <a:pt x="1904168" y="92063"/>
                </a:lnTo>
                <a:lnTo>
                  <a:pt x="1903620" y="92735"/>
                </a:lnTo>
                <a:lnTo>
                  <a:pt x="1903100" y="93429"/>
                </a:lnTo>
                <a:lnTo>
                  <a:pt x="1902609" y="94145"/>
                </a:lnTo>
                <a:lnTo>
                  <a:pt x="1902146" y="94883"/>
                </a:lnTo>
                <a:lnTo>
                  <a:pt x="1901710" y="95644"/>
                </a:lnTo>
                <a:lnTo>
                  <a:pt x="1901303" y="96427"/>
                </a:lnTo>
                <a:lnTo>
                  <a:pt x="1900924" y="97231"/>
                </a:lnTo>
                <a:lnTo>
                  <a:pt x="1900573" y="98058"/>
                </a:lnTo>
                <a:lnTo>
                  <a:pt x="1900250" y="98907"/>
                </a:lnTo>
                <a:lnTo>
                  <a:pt x="1899955" y="99778"/>
                </a:lnTo>
                <a:lnTo>
                  <a:pt x="1899688" y="100671"/>
                </a:lnTo>
                <a:lnTo>
                  <a:pt x="1899449" y="101586"/>
                </a:lnTo>
                <a:lnTo>
                  <a:pt x="1899239" y="102523"/>
                </a:lnTo>
                <a:lnTo>
                  <a:pt x="1899056" y="103483"/>
                </a:lnTo>
                <a:lnTo>
                  <a:pt x="1898902" y="104464"/>
                </a:lnTo>
                <a:lnTo>
                  <a:pt x="1898775" y="105468"/>
                </a:lnTo>
                <a:lnTo>
                  <a:pt x="1898677" y="106493"/>
                </a:lnTo>
                <a:lnTo>
                  <a:pt x="1898607" y="107541"/>
                </a:lnTo>
                <a:lnTo>
                  <a:pt x="1898565" y="108611"/>
                </a:lnTo>
                <a:lnTo>
                  <a:pt x="1898551" y="109703"/>
                </a:lnTo>
                <a:lnTo>
                  <a:pt x="1898558" y="110473"/>
                </a:lnTo>
                <a:lnTo>
                  <a:pt x="1898579" y="111232"/>
                </a:lnTo>
                <a:lnTo>
                  <a:pt x="1898615" y="111981"/>
                </a:lnTo>
                <a:lnTo>
                  <a:pt x="1898664" y="112719"/>
                </a:lnTo>
                <a:lnTo>
                  <a:pt x="1898728" y="113448"/>
                </a:lnTo>
                <a:lnTo>
                  <a:pt x="1898806" y="114165"/>
                </a:lnTo>
                <a:lnTo>
                  <a:pt x="1898899" y="114873"/>
                </a:lnTo>
                <a:lnTo>
                  <a:pt x="1899005" y="115570"/>
                </a:lnTo>
                <a:lnTo>
                  <a:pt x="1899126" y="116257"/>
                </a:lnTo>
                <a:lnTo>
                  <a:pt x="1899261" y="116933"/>
                </a:lnTo>
                <a:lnTo>
                  <a:pt x="1899411" y="117599"/>
                </a:lnTo>
                <a:lnTo>
                  <a:pt x="1899574" y="118255"/>
                </a:lnTo>
                <a:lnTo>
                  <a:pt x="1899752" y="118900"/>
                </a:lnTo>
                <a:lnTo>
                  <a:pt x="1899944" y="119535"/>
                </a:lnTo>
                <a:lnTo>
                  <a:pt x="1900150" y="120160"/>
                </a:lnTo>
                <a:lnTo>
                  <a:pt x="1900370" y="120774"/>
                </a:lnTo>
                <a:lnTo>
                  <a:pt x="1900605" y="121378"/>
                </a:lnTo>
                <a:lnTo>
                  <a:pt x="1900853" y="121972"/>
                </a:lnTo>
                <a:lnTo>
                  <a:pt x="1901116" y="122555"/>
                </a:lnTo>
                <a:lnTo>
                  <a:pt x="1901393" y="123128"/>
                </a:lnTo>
                <a:lnTo>
                  <a:pt x="1901685" y="123691"/>
                </a:lnTo>
                <a:lnTo>
                  <a:pt x="1901990" y="124243"/>
                </a:lnTo>
                <a:lnTo>
                  <a:pt x="1902310" y="124785"/>
                </a:lnTo>
                <a:lnTo>
                  <a:pt x="1902644" y="125317"/>
                </a:lnTo>
                <a:lnTo>
                  <a:pt x="1902990" y="125838"/>
                </a:lnTo>
                <a:lnTo>
                  <a:pt x="1903346" y="126348"/>
                </a:lnTo>
                <a:lnTo>
                  <a:pt x="1903711" y="126847"/>
                </a:lnTo>
                <a:lnTo>
                  <a:pt x="1904086" y="127336"/>
                </a:lnTo>
                <a:lnTo>
                  <a:pt x="1904470" y="127814"/>
                </a:lnTo>
                <a:lnTo>
                  <a:pt x="1904864" y="128282"/>
                </a:lnTo>
                <a:lnTo>
                  <a:pt x="1905267" y="128739"/>
                </a:lnTo>
                <a:lnTo>
                  <a:pt x="1905680" y="129185"/>
                </a:lnTo>
                <a:lnTo>
                  <a:pt x="1906103" y="129620"/>
                </a:lnTo>
                <a:lnTo>
                  <a:pt x="1906535" y="130045"/>
                </a:lnTo>
                <a:lnTo>
                  <a:pt x="1906977" y="130459"/>
                </a:lnTo>
                <a:lnTo>
                  <a:pt x="1907428" y="130862"/>
                </a:lnTo>
                <a:lnTo>
                  <a:pt x="1907889" y="131255"/>
                </a:lnTo>
                <a:lnTo>
                  <a:pt x="1908360" y="131637"/>
                </a:lnTo>
                <a:lnTo>
                  <a:pt x="1908840" y="132008"/>
                </a:lnTo>
                <a:lnTo>
                  <a:pt x="1909330" y="132368"/>
                </a:lnTo>
                <a:lnTo>
                  <a:pt x="1909829" y="132718"/>
                </a:lnTo>
                <a:lnTo>
                  <a:pt x="1910338" y="133057"/>
                </a:lnTo>
                <a:lnTo>
                  <a:pt x="1910857" y="133385"/>
                </a:lnTo>
                <a:lnTo>
                  <a:pt x="1911385" y="133703"/>
                </a:lnTo>
                <a:lnTo>
                  <a:pt x="1911923" y="134010"/>
                </a:lnTo>
                <a:lnTo>
                  <a:pt x="1912470" y="134306"/>
                </a:lnTo>
                <a:lnTo>
                  <a:pt x="1913027" y="134592"/>
                </a:lnTo>
                <a:lnTo>
                  <a:pt x="1913594" y="134866"/>
                </a:lnTo>
                <a:lnTo>
                  <a:pt x="1914167" y="135130"/>
                </a:lnTo>
                <a:lnTo>
                  <a:pt x="1914746" y="135383"/>
                </a:lnTo>
                <a:lnTo>
                  <a:pt x="1915330" y="135624"/>
                </a:lnTo>
                <a:lnTo>
                  <a:pt x="1915919" y="135854"/>
                </a:lnTo>
                <a:lnTo>
                  <a:pt x="1916512" y="136073"/>
                </a:lnTo>
                <a:lnTo>
                  <a:pt x="1917111" y="136281"/>
                </a:lnTo>
                <a:lnTo>
                  <a:pt x="1917714" y="136478"/>
                </a:lnTo>
                <a:lnTo>
                  <a:pt x="1918323" y="136663"/>
                </a:lnTo>
                <a:lnTo>
                  <a:pt x="1918937" y="136837"/>
                </a:lnTo>
                <a:lnTo>
                  <a:pt x="1919555" y="137000"/>
                </a:lnTo>
                <a:lnTo>
                  <a:pt x="1920178" y="137151"/>
                </a:lnTo>
                <a:lnTo>
                  <a:pt x="1920807" y="137292"/>
                </a:lnTo>
                <a:lnTo>
                  <a:pt x="1921440" y="137421"/>
                </a:lnTo>
                <a:lnTo>
                  <a:pt x="1922079" y="137539"/>
                </a:lnTo>
                <a:lnTo>
                  <a:pt x="1922722" y="137645"/>
                </a:lnTo>
                <a:lnTo>
                  <a:pt x="1923370" y="137741"/>
                </a:lnTo>
                <a:lnTo>
                  <a:pt x="1924023" y="137825"/>
                </a:lnTo>
                <a:lnTo>
                  <a:pt x="1924682" y="137898"/>
                </a:lnTo>
                <a:lnTo>
                  <a:pt x="1925345" y="137960"/>
                </a:lnTo>
                <a:lnTo>
                  <a:pt x="1926013" y="138010"/>
                </a:lnTo>
                <a:lnTo>
                  <a:pt x="1926686" y="138049"/>
                </a:lnTo>
                <a:lnTo>
                  <a:pt x="1927364" y="138078"/>
                </a:lnTo>
                <a:lnTo>
                  <a:pt x="1928047" y="138094"/>
                </a:lnTo>
                <a:lnTo>
                  <a:pt x="1928735" y="138100"/>
                </a:lnTo>
                <a:lnTo>
                  <a:pt x="1929700" y="138092"/>
                </a:lnTo>
                <a:lnTo>
                  <a:pt x="1930655" y="138069"/>
                </a:lnTo>
                <a:lnTo>
                  <a:pt x="1931600" y="138030"/>
                </a:lnTo>
                <a:lnTo>
                  <a:pt x="1932534" y="137975"/>
                </a:lnTo>
                <a:lnTo>
                  <a:pt x="1933459" y="137905"/>
                </a:lnTo>
                <a:close/>
                <a:moveTo>
                  <a:pt x="1929563" y="125280"/>
                </a:moveTo>
                <a:lnTo>
                  <a:pt x="1928905" y="125195"/>
                </a:lnTo>
                <a:lnTo>
                  <a:pt x="1928262" y="125094"/>
                </a:lnTo>
                <a:lnTo>
                  <a:pt x="1927634" y="124978"/>
                </a:lnTo>
                <a:lnTo>
                  <a:pt x="1927021" y="124846"/>
                </a:lnTo>
                <a:lnTo>
                  <a:pt x="1926422" y="124699"/>
                </a:lnTo>
                <a:lnTo>
                  <a:pt x="1925839" y="124536"/>
                </a:lnTo>
                <a:lnTo>
                  <a:pt x="1925270" y="124358"/>
                </a:lnTo>
                <a:lnTo>
                  <a:pt x="1924717" y="124164"/>
                </a:lnTo>
                <a:lnTo>
                  <a:pt x="1924178" y="123955"/>
                </a:lnTo>
                <a:lnTo>
                  <a:pt x="1923654" y="123730"/>
                </a:lnTo>
                <a:lnTo>
                  <a:pt x="1923146" y="123490"/>
                </a:lnTo>
                <a:lnTo>
                  <a:pt x="1922652" y="123234"/>
                </a:lnTo>
                <a:lnTo>
                  <a:pt x="1922172" y="122963"/>
                </a:lnTo>
                <a:lnTo>
                  <a:pt x="1921708" y="122676"/>
                </a:lnTo>
                <a:lnTo>
                  <a:pt x="1921259" y="122374"/>
                </a:lnTo>
                <a:lnTo>
                  <a:pt x="1920825" y="122056"/>
                </a:lnTo>
                <a:lnTo>
                  <a:pt x="1920405" y="121723"/>
                </a:lnTo>
                <a:lnTo>
                  <a:pt x="1920001" y="121374"/>
                </a:lnTo>
                <a:lnTo>
                  <a:pt x="1919611" y="121010"/>
                </a:lnTo>
                <a:lnTo>
                  <a:pt x="1919237" y="120633"/>
                </a:lnTo>
                <a:lnTo>
                  <a:pt x="1918878" y="120245"/>
                </a:lnTo>
                <a:lnTo>
                  <a:pt x="1918536" y="119847"/>
                </a:lnTo>
                <a:lnTo>
                  <a:pt x="1918209" y="119438"/>
                </a:lnTo>
                <a:lnTo>
                  <a:pt x="1917899" y="119019"/>
                </a:lnTo>
                <a:lnTo>
                  <a:pt x="1917604" y="118589"/>
                </a:lnTo>
                <a:lnTo>
                  <a:pt x="1917325" y="118149"/>
                </a:lnTo>
                <a:lnTo>
                  <a:pt x="1917063" y="117698"/>
                </a:lnTo>
                <a:lnTo>
                  <a:pt x="1916816" y="117237"/>
                </a:lnTo>
                <a:lnTo>
                  <a:pt x="1916585" y="116765"/>
                </a:lnTo>
                <a:lnTo>
                  <a:pt x="1916370" y="116283"/>
                </a:lnTo>
                <a:lnTo>
                  <a:pt x="1916171" y="115790"/>
                </a:lnTo>
                <a:lnTo>
                  <a:pt x="1915988" y="115286"/>
                </a:lnTo>
                <a:lnTo>
                  <a:pt x="1915820" y="114773"/>
                </a:lnTo>
                <a:lnTo>
                  <a:pt x="1915669" y="114248"/>
                </a:lnTo>
                <a:lnTo>
                  <a:pt x="1915534" y="113713"/>
                </a:lnTo>
                <a:lnTo>
                  <a:pt x="1915414" y="113168"/>
                </a:lnTo>
                <a:lnTo>
                  <a:pt x="1915311" y="112612"/>
                </a:lnTo>
                <a:lnTo>
                  <a:pt x="1915223" y="112046"/>
                </a:lnTo>
                <a:lnTo>
                  <a:pt x="1915151" y="111469"/>
                </a:lnTo>
                <a:lnTo>
                  <a:pt x="1915096" y="110881"/>
                </a:lnTo>
                <a:lnTo>
                  <a:pt x="1915056" y="110283"/>
                </a:lnTo>
                <a:lnTo>
                  <a:pt x="1915032" y="109675"/>
                </a:lnTo>
                <a:lnTo>
                  <a:pt x="1915024" y="109056"/>
                </a:lnTo>
                <a:lnTo>
                  <a:pt x="1915044" y="108152"/>
                </a:lnTo>
                <a:lnTo>
                  <a:pt x="1915103" y="107269"/>
                </a:lnTo>
                <a:lnTo>
                  <a:pt x="1915202" y="106408"/>
                </a:lnTo>
                <a:lnTo>
                  <a:pt x="1915340" y="105568"/>
                </a:lnTo>
                <a:lnTo>
                  <a:pt x="1915518" y="104749"/>
                </a:lnTo>
                <a:lnTo>
                  <a:pt x="1915736" y="103952"/>
                </a:lnTo>
                <a:lnTo>
                  <a:pt x="1915993" y="103176"/>
                </a:lnTo>
                <a:lnTo>
                  <a:pt x="1916290" y="102422"/>
                </a:lnTo>
                <a:lnTo>
                  <a:pt x="1916626" y="101689"/>
                </a:lnTo>
                <a:lnTo>
                  <a:pt x="1917002" y="100977"/>
                </a:lnTo>
                <a:lnTo>
                  <a:pt x="1917417" y="100287"/>
                </a:lnTo>
                <a:lnTo>
                  <a:pt x="1917872" y="99618"/>
                </a:lnTo>
                <a:lnTo>
                  <a:pt x="1918367" y="98970"/>
                </a:lnTo>
                <a:lnTo>
                  <a:pt x="1918901" y="98344"/>
                </a:lnTo>
                <a:lnTo>
                  <a:pt x="1919474" y="97739"/>
                </a:lnTo>
                <a:lnTo>
                  <a:pt x="1920088" y="97156"/>
                </a:lnTo>
                <a:lnTo>
                  <a:pt x="1920740" y="96594"/>
                </a:lnTo>
                <a:lnTo>
                  <a:pt x="1921433" y="96053"/>
                </a:lnTo>
                <a:lnTo>
                  <a:pt x="1922165" y="95534"/>
                </a:lnTo>
                <a:lnTo>
                  <a:pt x="1922936" y="95036"/>
                </a:lnTo>
                <a:lnTo>
                  <a:pt x="1923747" y="94559"/>
                </a:lnTo>
                <a:lnTo>
                  <a:pt x="1924597" y="94104"/>
                </a:lnTo>
                <a:lnTo>
                  <a:pt x="1925488" y="93670"/>
                </a:lnTo>
                <a:lnTo>
                  <a:pt x="1926417" y="93258"/>
                </a:lnTo>
                <a:lnTo>
                  <a:pt x="1927392" y="92863"/>
                </a:lnTo>
                <a:lnTo>
                  <a:pt x="1928419" y="92485"/>
                </a:lnTo>
                <a:lnTo>
                  <a:pt x="1929497" y="92122"/>
                </a:lnTo>
                <a:lnTo>
                  <a:pt x="1930627" y="91775"/>
                </a:lnTo>
                <a:lnTo>
                  <a:pt x="1931809" y="91443"/>
                </a:lnTo>
                <a:lnTo>
                  <a:pt x="1933042" y="91128"/>
                </a:lnTo>
                <a:lnTo>
                  <a:pt x="1934326" y="90828"/>
                </a:lnTo>
                <a:lnTo>
                  <a:pt x="1935662" y="90543"/>
                </a:lnTo>
                <a:lnTo>
                  <a:pt x="1937050" y="90274"/>
                </a:lnTo>
                <a:lnTo>
                  <a:pt x="1938489" y="90021"/>
                </a:lnTo>
                <a:lnTo>
                  <a:pt x="1939980" y="89784"/>
                </a:lnTo>
                <a:lnTo>
                  <a:pt x="1941522" y="89562"/>
                </a:lnTo>
                <a:lnTo>
                  <a:pt x="1943116" y="89356"/>
                </a:lnTo>
                <a:lnTo>
                  <a:pt x="1944761" y="89166"/>
                </a:lnTo>
                <a:lnTo>
                  <a:pt x="1946458" y="88991"/>
                </a:lnTo>
                <a:lnTo>
                  <a:pt x="1948206" y="88832"/>
                </a:lnTo>
                <a:lnTo>
                  <a:pt x="1950006" y="88689"/>
                </a:lnTo>
                <a:lnTo>
                  <a:pt x="1951858" y="88561"/>
                </a:lnTo>
                <a:lnTo>
                  <a:pt x="1953761" y="88450"/>
                </a:lnTo>
                <a:lnTo>
                  <a:pt x="1955715" y="88353"/>
                </a:lnTo>
                <a:lnTo>
                  <a:pt x="1957722" y="88273"/>
                </a:lnTo>
                <a:lnTo>
                  <a:pt x="1959779" y="88208"/>
                </a:lnTo>
                <a:lnTo>
                  <a:pt x="1961889" y="88159"/>
                </a:lnTo>
                <a:lnTo>
                  <a:pt x="1964049" y="88125"/>
                </a:lnTo>
                <a:lnTo>
                  <a:pt x="1964049" y="108442"/>
                </a:lnTo>
                <a:lnTo>
                  <a:pt x="1963601" y="109053"/>
                </a:lnTo>
                <a:lnTo>
                  <a:pt x="1963144" y="109656"/>
                </a:lnTo>
                <a:lnTo>
                  <a:pt x="1962678" y="110249"/>
                </a:lnTo>
                <a:lnTo>
                  <a:pt x="1962203" y="110833"/>
                </a:lnTo>
                <a:lnTo>
                  <a:pt x="1961719" y="111409"/>
                </a:lnTo>
                <a:lnTo>
                  <a:pt x="1961226" y="111975"/>
                </a:lnTo>
                <a:lnTo>
                  <a:pt x="1960724" y="112533"/>
                </a:lnTo>
                <a:lnTo>
                  <a:pt x="1960213" y="113082"/>
                </a:lnTo>
                <a:lnTo>
                  <a:pt x="1959694" y="113622"/>
                </a:lnTo>
                <a:lnTo>
                  <a:pt x="1959165" y="114153"/>
                </a:lnTo>
                <a:lnTo>
                  <a:pt x="1958628" y="114675"/>
                </a:lnTo>
                <a:lnTo>
                  <a:pt x="1958082" y="115188"/>
                </a:lnTo>
                <a:lnTo>
                  <a:pt x="1957526" y="115692"/>
                </a:lnTo>
                <a:lnTo>
                  <a:pt x="1956962" y="116188"/>
                </a:lnTo>
                <a:lnTo>
                  <a:pt x="1956389" y="116674"/>
                </a:lnTo>
                <a:lnTo>
                  <a:pt x="1955807" y="117152"/>
                </a:lnTo>
                <a:lnTo>
                  <a:pt x="1955216" y="117620"/>
                </a:lnTo>
                <a:lnTo>
                  <a:pt x="1954617" y="118080"/>
                </a:lnTo>
                <a:lnTo>
                  <a:pt x="1954008" y="118531"/>
                </a:lnTo>
                <a:lnTo>
                  <a:pt x="1953391" y="118973"/>
                </a:lnTo>
                <a:lnTo>
                  <a:pt x="1952764" y="119406"/>
                </a:lnTo>
                <a:lnTo>
                  <a:pt x="1952129" y="119831"/>
                </a:lnTo>
                <a:lnTo>
                  <a:pt x="1951484" y="120246"/>
                </a:lnTo>
                <a:lnTo>
                  <a:pt x="1950831" y="120653"/>
                </a:lnTo>
                <a:lnTo>
                  <a:pt x="1950170" y="121046"/>
                </a:lnTo>
                <a:lnTo>
                  <a:pt x="1949502" y="121423"/>
                </a:lnTo>
                <a:lnTo>
                  <a:pt x="1948828" y="121783"/>
                </a:lnTo>
                <a:lnTo>
                  <a:pt x="1948146" y="122126"/>
                </a:lnTo>
                <a:lnTo>
                  <a:pt x="1947458" y="122452"/>
                </a:lnTo>
                <a:lnTo>
                  <a:pt x="1946762" y="122762"/>
                </a:lnTo>
                <a:lnTo>
                  <a:pt x="1946060" y="123055"/>
                </a:lnTo>
                <a:lnTo>
                  <a:pt x="1945351" y="123331"/>
                </a:lnTo>
                <a:lnTo>
                  <a:pt x="1944635" y="123590"/>
                </a:lnTo>
                <a:lnTo>
                  <a:pt x="1943913" y="123833"/>
                </a:lnTo>
                <a:lnTo>
                  <a:pt x="1943183" y="124059"/>
                </a:lnTo>
                <a:lnTo>
                  <a:pt x="1942447" y="124268"/>
                </a:lnTo>
                <a:lnTo>
                  <a:pt x="1941703" y="124461"/>
                </a:lnTo>
                <a:lnTo>
                  <a:pt x="1940953" y="124637"/>
                </a:lnTo>
                <a:lnTo>
                  <a:pt x="1940196" y="124796"/>
                </a:lnTo>
                <a:lnTo>
                  <a:pt x="1939433" y="124938"/>
                </a:lnTo>
                <a:lnTo>
                  <a:pt x="1938662" y="125064"/>
                </a:lnTo>
                <a:lnTo>
                  <a:pt x="1937884" y="125172"/>
                </a:lnTo>
                <a:lnTo>
                  <a:pt x="1937100" y="125264"/>
                </a:lnTo>
                <a:lnTo>
                  <a:pt x="1936309" y="125340"/>
                </a:lnTo>
                <a:lnTo>
                  <a:pt x="1935511" y="125398"/>
                </a:lnTo>
                <a:lnTo>
                  <a:pt x="1934706" y="125440"/>
                </a:lnTo>
                <a:lnTo>
                  <a:pt x="1933894" y="125465"/>
                </a:lnTo>
                <a:lnTo>
                  <a:pt x="1933076" y="125474"/>
                </a:lnTo>
                <a:lnTo>
                  <a:pt x="1932343" y="125466"/>
                </a:lnTo>
                <a:lnTo>
                  <a:pt x="1931626" y="125443"/>
                </a:lnTo>
                <a:lnTo>
                  <a:pt x="1930923" y="125404"/>
                </a:lnTo>
                <a:lnTo>
                  <a:pt x="1930235" y="125350"/>
                </a:lnTo>
                <a:lnTo>
                  <a:pt x="1929563" y="125280"/>
                </a:lnTo>
                <a:close/>
                <a:moveTo>
                  <a:pt x="2339954" y="137921"/>
                </a:moveTo>
                <a:lnTo>
                  <a:pt x="2340903" y="137843"/>
                </a:lnTo>
                <a:lnTo>
                  <a:pt x="2341840" y="137750"/>
                </a:lnTo>
                <a:lnTo>
                  <a:pt x="2342767" y="137642"/>
                </a:lnTo>
                <a:lnTo>
                  <a:pt x="2343682" y="137521"/>
                </a:lnTo>
                <a:lnTo>
                  <a:pt x="2344586" y="137385"/>
                </a:lnTo>
                <a:lnTo>
                  <a:pt x="2345478" y="137235"/>
                </a:lnTo>
                <a:lnTo>
                  <a:pt x="2346359" y="137070"/>
                </a:lnTo>
                <a:lnTo>
                  <a:pt x="2347229" y="136892"/>
                </a:lnTo>
                <a:lnTo>
                  <a:pt x="2348087" y="136699"/>
                </a:lnTo>
                <a:lnTo>
                  <a:pt x="2348935" y="136491"/>
                </a:lnTo>
                <a:lnTo>
                  <a:pt x="2349770" y="136270"/>
                </a:lnTo>
                <a:lnTo>
                  <a:pt x="2350595" y="136034"/>
                </a:lnTo>
                <a:lnTo>
                  <a:pt x="2351408" y="135783"/>
                </a:lnTo>
                <a:lnTo>
                  <a:pt x="2352210" y="135519"/>
                </a:lnTo>
                <a:lnTo>
                  <a:pt x="2353001" y="135240"/>
                </a:lnTo>
                <a:lnTo>
                  <a:pt x="2353780" y="134947"/>
                </a:lnTo>
                <a:lnTo>
                  <a:pt x="2354548" y="134639"/>
                </a:lnTo>
                <a:lnTo>
                  <a:pt x="2355305" y="134318"/>
                </a:lnTo>
                <a:lnTo>
                  <a:pt x="2356051" y="133982"/>
                </a:lnTo>
                <a:lnTo>
                  <a:pt x="2356784" y="133632"/>
                </a:lnTo>
                <a:lnTo>
                  <a:pt x="2357503" y="133271"/>
                </a:lnTo>
                <a:lnTo>
                  <a:pt x="2358208" y="132897"/>
                </a:lnTo>
                <a:lnTo>
                  <a:pt x="2358900" y="132512"/>
                </a:lnTo>
                <a:lnTo>
                  <a:pt x="2359579" y="132114"/>
                </a:lnTo>
                <a:lnTo>
                  <a:pt x="2360243" y="131705"/>
                </a:lnTo>
                <a:lnTo>
                  <a:pt x="2360894" y="131283"/>
                </a:lnTo>
                <a:lnTo>
                  <a:pt x="2361531" y="130850"/>
                </a:lnTo>
                <a:lnTo>
                  <a:pt x="2362154" y="130404"/>
                </a:lnTo>
                <a:lnTo>
                  <a:pt x="2362764" y="129947"/>
                </a:lnTo>
                <a:lnTo>
                  <a:pt x="2363360" y="129477"/>
                </a:lnTo>
                <a:lnTo>
                  <a:pt x="2363942" y="128996"/>
                </a:lnTo>
                <a:lnTo>
                  <a:pt x="2364511" y="128502"/>
                </a:lnTo>
                <a:lnTo>
                  <a:pt x="2365066" y="127996"/>
                </a:lnTo>
                <a:lnTo>
                  <a:pt x="2365607" y="127479"/>
                </a:lnTo>
                <a:lnTo>
                  <a:pt x="2366134" y="126949"/>
                </a:lnTo>
                <a:lnTo>
                  <a:pt x="2366648" y="126408"/>
                </a:lnTo>
                <a:lnTo>
                  <a:pt x="2367148" y="125854"/>
                </a:lnTo>
                <a:lnTo>
                  <a:pt x="2367634" y="125288"/>
                </a:lnTo>
                <a:lnTo>
                  <a:pt x="2368107" y="124711"/>
                </a:lnTo>
                <a:lnTo>
                  <a:pt x="2368566" y="124121"/>
                </a:lnTo>
                <a:lnTo>
                  <a:pt x="2369011" y="123519"/>
                </a:lnTo>
                <a:lnTo>
                  <a:pt x="2369443" y="122906"/>
                </a:lnTo>
                <a:lnTo>
                  <a:pt x="2369861" y="122280"/>
                </a:lnTo>
                <a:lnTo>
                  <a:pt x="2370264" y="121643"/>
                </a:lnTo>
                <a:lnTo>
                  <a:pt x="2370651" y="120997"/>
                </a:lnTo>
                <a:lnTo>
                  <a:pt x="2371021" y="120340"/>
                </a:lnTo>
                <a:lnTo>
                  <a:pt x="2371376" y="119673"/>
                </a:lnTo>
                <a:lnTo>
                  <a:pt x="2371715" y="118996"/>
                </a:lnTo>
                <a:lnTo>
                  <a:pt x="2372037" y="118309"/>
                </a:lnTo>
                <a:lnTo>
                  <a:pt x="2372343" y="117612"/>
                </a:lnTo>
                <a:lnTo>
                  <a:pt x="2372634" y="116905"/>
                </a:lnTo>
                <a:lnTo>
                  <a:pt x="2372908" y="116188"/>
                </a:lnTo>
                <a:lnTo>
                  <a:pt x="2373166" y="115460"/>
                </a:lnTo>
                <a:lnTo>
                  <a:pt x="2373408" y="114723"/>
                </a:lnTo>
                <a:lnTo>
                  <a:pt x="2373634" y="113976"/>
                </a:lnTo>
                <a:lnTo>
                  <a:pt x="2373844" y="113218"/>
                </a:lnTo>
                <a:lnTo>
                  <a:pt x="2374037" y="112451"/>
                </a:lnTo>
                <a:lnTo>
                  <a:pt x="2374215" y="111673"/>
                </a:lnTo>
                <a:lnTo>
                  <a:pt x="2374376" y="110886"/>
                </a:lnTo>
                <a:lnTo>
                  <a:pt x="2374522" y="110088"/>
                </a:lnTo>
                <a:lnTo>
                  <a:pt x="2374651" y="109280"/>
                </a:lnTo>
                <a:lnTo>
                  <a:pt x="2374764" y="108462"/>
                </a:lnTo>
                <a:lnTo>
                  <a:pt x="2374861" y="107634"/>
                </a:lnTo>
                <a:lnTo>
                  <a:pt x="2374942" y="106797"/>
                </a:lnTo>
                <a:lnTo>
                  <a:pt x="2375007" y="105949"/>
                </a:lnTo>
                <a:lnTo>
                  <a:pt x="2375056" y="105090"/>
                </a:lnTo>
                <a:lnTo>
                  <a:pt x="2375089" y="104222"/>
                </a:lnTo>
                <a:lnTo>
                  <a:pt x="2358813" y="104222"/>
                </a:lnTo>
                <a:lnTo>
                  <a:pt x="2358778" y="105069"/>
                </a:lnTo>
                <a:lnTo>
                  <a:pt x="2358722" y="105900"/>
                </a:lnTo>
                <a:lnTo>
                  <a:pt x="2358646" y="106713"/>
                </a:lnTo>
                <a:lnTo>
                  <a:pt x="2358550" y="107510"/>
                </a:lnTo>
                <a:lnTo>
                  <a:pt x="2358432" y="108290"/>
                </a:lnTo>
                <a:lnTo>
                  <a:pt x="2358295" y="109054"/>
                </a:lnTo>
                <a:lnTo>
                  <a:pt x="2358137" y="109800"/>
                </a:lnTo>
                <a:lnTo>
                  <a:pt x="2357958" y="110530"/>
                </a:lnTo>
                <a:lnTo>
                  <a:pt x="2357758" y="111243"/>
                </a:lnTo>
                <a:lnTo>
                  <a:pt x="2357539" y="111940"/>
                </a:lnTo>
                <a:lnTo>
                  <a:pt x="2357298" y="112619"/>
                </a:lnTo>
                <a:lnTo>
                  <a:pt x="2357037" y="113282"/>
                </a:lnTo>
                <a:lnTo>
                  <a:pt x="2356756" y="113928"/>
                </a:lnTo>
                <a:lnTo>
                  <a:pt x="2356453" y="114558"/>
                </a:lnTo>
                <a:lnTo>
                  <a:pt x="2356131" y="115170"/>
                </a:lnTo>
                <a:lnTo>
                  <a:pt x="2355788" y="115766"/>
                </a:lnTo>
                <a:lnTo>
                  <a:pt x="2355424" y="116346"/>
                </a:lnTo>
                <a:lnTo>
                  <a:pt x="2355040" y="116908"/>
                </a:lnTo>
                <a:lnTo>
                  <a:pt x="2354635" y="117454"/>
                </a:lnTo>
                <a:lnTo>
                  <a:pt x="2354209" y="117983"/>
                </a:lnTo>
                <a:lnTo>
                  <a:pt x="2353763" y="118495"/>
                </a:lnTo>
                <a:lnTo>
                  <a:pt x="2353297" y="118990"/>
                </a:lnTo>
                <a:lnTo>
                  <a:pt x="2352810" y="119469"/>
                </a:lnTo>
                <a:lnTo>
                  <a:pt x="2352302" y="119931"/>
                </a:lnTo>
                <a:lnTo>
                  <a:pt x="2351776" y="120375"/>
                </a:lnTo>
                <a:lnTo>
                  <a:pt x="2351233" y="120801"/>
                </a:lnTo>
                <a:lnTo>
                  <a:pt x="2350673" y="121207"/>
                </a:lnTo>
                <a:lnTo>
                  <a:pt x="2350096" y="121595"/>
                </a:lnTo>
                <a:lnTo>
                  <a:pt x="2349503" y="121963"/>
                </a:lnTo>
                <a:lnTo>
                  <a:pt x="2348893" y="122313"/>
                </a:lnTo>
                <a:lnTo>
                  <a:pt x="2348266" y="122644"/>
                </a:lnTo>
                <a:lnTo>
                  <a:pt x="2347622" y="122956"/>
                </a:lnTo>
                <a:lnTo>
                  <a:pt x="2346962" y="123249"/>
                </a:lnTo>
                <a:lnTo>
                  <a:pt x="2346284" y="123523"/>
                </a:lnTo>
                <a:lnTo>
                  <a:pt x="2345590" y="123778"/>
                </a:lnTo>
                <a:lnTo>
                  <a:pt x="2344879" y="124014"/>
                </a:lnTo>
                <a:lnTo>
                  <a:pt x="2344152" y="124231"/>
                </a:lnTo>
                <a:lnTo>
                  <a:pt x="2343407" y="124430"/>
                </a:lnTo>
                <a:lnTo>
                  <a:pt x="2342646" y="124610"/>
                </a:lnTo>
                <a:lnTo>
                  <a:pt x="2341868" y="124770"/>
                </a:lnTo>
                <a:lnTo>
                  <a:pt x="2341073" y="124912"/>
                </a:lnTo>
                <a:lnTo>
                  <a:pt x="2340262" y="125035"/>
                </a:lnTo>
                <a:lnTo>
                  <a:pt x="2339433" y="125139"/>
                </a:lnTo>
                <a:lnTo>
                  <a:pt x="2338588" y="125224"/>
                </a:lnTo>
                <a:lnTo>
                  <a:pt x="2337726" y="125290"/>
                </a:lnTo>
                <a:lnTo>
                  <a:pt x="2336848" y="125337"/>
                </a:lnTo>
                <a:lnTo>
                  <a:pt x="2335952" y="125366"/>
                </a:lnTo>
                <a:lnTo>
                  <a:pt x="2335040" y="125375"/>
                </a:lnTo>
                <a:lnTo>
                  <a:pt x="2334184" y="125367"/>
                </a:lnTo>
                <a:lnTo>
                  <a:pt x="2333342" y="125341"/>
                </a:lnTo>
                <a:lnTo>
                  <a:pt x="2332514" y="125298"/>
                </a:lnTo>
                <a:lnTo>
                  <a:pt x="2331700" y="125238"/>
                </a:lnTo>
                <a:lnTo>
                  <a:pt x="2330900" y="125161"/>
                </a:lnTo>
                <a:lnTo>
                  <a:pt x="2330114" y="125066"/>
                </a:lnTo>
                <a:lnTo>
                  <a:pt x="2329342" y="124955"/>
                </a:lnTo>
                <a:lnTo>
                  <a:pt x="2328584" y="124826"/>
                </a:lnTo>
                <a:lnTo>
                  <a:pt x="2327840" y="124681"/>
                </a:lnTo>
                <a:lnTo>
                  <a:pt x="2327111" y="124518"/>
                </a:lnTo>
                <a:lnTo>
                  <a:pt x="2326395" y="124338"/>
                </a:lnTo>
                <a:lnTo>
                  <a:pt x="2325693" y="124141"/>
                </a:lnTo>
                <a:lnTo>
                  <a:pt x="2325006" y="123926"/>
                </a:lnTo>
                <a:lnTo>
                  <a:pt x="2324332" y="123695"/>
                </a:lnTo>
                <a:lnTo>
                  <a:pt x="2323673" y="123446"/>
                </a:lnTo>
                <a:lnTo>
                  <a:pt x="2323027" y="123180"/>
                </a:lnTo>
                <a:lnTo>
                  <a:pt x="2322396" y="122897"/>
                </a:lnTo>
                <a:lnTo>
                  <a:pt x="2321778" y="122597"/>
                </a:lnTo>
                <a:lnTo>
                  <a:pt x="2321175" y="122280"/>
                </a:lnTo>
                <a:lnTo>
                  <a:pt x="2320586" y="121946"/>
                </a:lnTo>
                <a:lnTo>
                  <a:pt x="2320011" y="121594"/>
                </a:lnTo>
                <a:lnTo>
                  <a:pt x="2319449" y="121226"/>
                </a:lnTo>
                <a:lnTo>
                  <a:pt x="2318902" y="120840"/>
                </a:lnTo>
                <a:lnTo>
                  <a:pt x="2318369" y="120437"/>
                </a:lnTo>
                <a:lnTo>
                  <a:pt x="2317849" y="120020"/>
                </a:lnTo>
                <a:lnTo>
                  <a:pt x="2317341" y="119591"/>
                </a:lnTo>
                <a:lnTo>
                  <a:pt x="2316844" y="119152"/>
                </a:lnTo>
                <a:lnTo>
                  <a:pt x="2316359" y="118701"/>
                </a:lnTo>
                <a:lnTo>
                  <a:pt x="2315886" y="118239"/>
                </a:lnTo>
                <a:lnTo>
                  <a:pt x="2315425" y="117765"/>
                </a:lnTo>
                <a:lnTo>
                  <a:pt x="2314976" y="117280"/>
                </a:lnTo>
                <a:lnTo>
                  <a:pt x="2314538" y="116785"/>
                </a:lnTo>
                <a:lnTo>
                  <a:pt x="2314113" y="116277"/>
                </a:lnTo>
                <a:lnTo>
                  <a:pt x="2313699" y="115759"/>
                </a:lnTo>
                <a:lnTo>
                  <a:pt x="2313297" y="115229"/>
                </a:lnTo>
                <a:lnTo>
                  <a:pt x="2312907" y="114689"/>
                </a:lnTo>
                <a:lnTo>
                  <a:pt x="2312528" y="114136"/>
                </a:lnTo>
                <a:lnTo>
                  <a:pt x="2312162" y="113573"/>
                </a:lnTo>
                <a:lnTo>
                  <a:pt x="2311807" y="112998"/>
                </a:lnTo>
                <a:lnTo>
                  <a:pt x="2311464" y="112412"/>
                </a:lnTo>
                <a:lnTo>
                  <a:pt x="2311133" y="111815"/>
                </a:lnTo>
                <a:lnTo>
                  <a:pt x="2310814" y="111207"/>
                </a:lnTo>
                <a:lnTo>
                  <a:pt x="2310506" y="110587"/>
                </a:lnTo>
                <a:lnTo>
                  <a:pt x="2310211" y="109956"/>
                </a:lnTo>
                <a:lnTo>
                  <a:pt x="2309927" y="109314"/>
                </a:lnTo>
                <a:lnTo>
                  <a:pt x="2309655" y="108661"/>
                </a:lnTo>
                <a:lnTo>
                  <a:pt x="2309394" y="107996"/>
                </a:lnTo>
                <a:lnTo>
                  <a:pt x="2309146" y="107320"/>
                </a:lnTo>
                <a:lnTo>
                  <a:pt x="2308908" y="106636"/>
                </a:lnTo>
                <a:lnTo>
                  <a:pt x="2308681" y="105946"/>
                </a:lnTo>
                <a:lnTo>
                  <a:pt x="2308462" y="105251"/>
                </a:lnTo>
                <a:lnTo>
                  <a:pt x="2308254" y="104550"/>
                </a:lnTo>
                <a:lnTo>
                  <a:pt x="2308056" y="103844"/>
                </a:lnTo>
                <a:lnTo>
                  <a:pt x="2307867" y="103132"/>
                </a:lnTo>
                <a:lnTo>
                  <a:pt x="2307688" y="102414"/>
                </a:lnTo>
                <a:lnTo>
                  <a:pt x="2307518" y="101691"/>
                </a:lnTo>
                <a:lnTo>
                  <a:pt x="2307359" y="100963"/>
                </a:lnTo>
                <a:lnTo>
                  <a:pt x="2307209" y="100229"/>
                </a:lnTo>
                <a:lnTo>
                  <a:pt x="2307069" y="99489"/>
                </a:lnTo>
                <a:lnTo>
                  <a:pt x="2306939" y="98744"/>
                </a:lnTo>
                <a:lnTo>
                  <a:pt x="2306818" y="97993"/>
                </a:lnTo>
                <a:lnTo>
                  <a:pt x="2306708" y="97237"/>
                </a:lnTo>
                <a:lnTo>
                  <a:pt x="2306607" y="96475"/>
                </a:lnTo>
                <a:lnTo>
                  <a:pt x="2306516" y="95708"/>
                </a:lnTo>
                <a:lnTo>
                  <a:pt x="2306434" y="94935"/>
                </a:lnTo>
                <a:lnTo>
                  <a:pt x="2306362" y="94157"/>
                </a:lnTo>
                <a:lnTo>
                  <a:pt x="2306301" y="93373"/>
                </a:lnTo>
                <a:lnTo>
                  <a:pt x="2306248" y="92583"/>
                </a:lnTo>
                <a:lnTo>
                  <a:pt x="2306206" y="91788"/>
                </a:lnTo>
                <a:lnTo>
                  <a:pt x="2306173" y="90988"/>
                </a:lnTo>
                <a:lnTo>
                  <a:pt x="2306150" y="90182"/>
                </a:lnTo>
                <a:lnTo>
                  <a:pt x="2306137" y="89370"/>
                </a:lnTo>
                <a:lnTo>
                  <a:pt x="2374596" y="89370"/>
                </a:lnTo>
                <a:lnTo>
                  <a:pt x="2374612" y="89292"/>
                </a:lnTo>
                <a:lnTo>
                  <a:pt x="2374628" y="89210"/>
                </a:lnTo>
                <a:lnTo>
                  <a:pt x="2374643" y="89124"/>
                </a:lnTo>
                <a:lnTo>
                  <a:pt x="2374659" y="89034"/>
                </a:lnTo>
                <a:lnTo>
                  <a:pt x="2374673" y="88940"/>
                </a:lnTo>
                <a:lnTo>
                  <a:pt x="2374688" y="88841"/>
                </a:lnTo>
                <a:lnTo>
                  <a:pt x="2374702" y="88739"/>
                </a:lnTo>
                <a:lnTo>
                  <a:pt x="2374716" y="88633"/>
                </a:lnTo>
                <a:lnTo>
                  <a:pt x="2374730" y="88522"/>
                </a:lnTo>
                <a:lnTo>
                  <a:pt x="2374743" y="88408"/>
                </a:lnTo>
                <a:lnTo>
                  <a:pt x="2374756" y="88289"/>
                </a:lnTo>
                <a:lnTo>
                  <a:pt x="2374768" y="88167"/>
                </a:lnTo>
                <a:lnTo>
                  <a:pt x="2374780" y="88040"/>
                </a:lnTo>
                <a:lnTo>
                  <a:pt x="2374792" y="87909"/>
                </a:lnTo>
                <a:lnTo>
                  <a:pt x="2374804" y="87775"/>
                </a:lnTo>
                <a:lnTo>
                  <a:pt x="2374815" y="87636"/>
                </a:lnTo>
                <a:lnTo>
                  <a:pt x="2374826" y="87493"/>
                </a:lnTo>
                <a:lnTo>
                  <a:pt x="2374836" y="87346"/>
                </a:lnTo>
                <a:lnTo>
                  <a:pt x="2374846" y="87195"/>
                </a:lnTo>
                <a:lnTo>
                  <a:pt x="2374856" y="87041"/>
                </a:lnTo>
                <a:lnTo>
                  <a:pt x="2374865" y="86882"/>
                </a:lnTo>
                <a:lnTo>
                  <a:pt x="2374874" y="86719"/>
                </a:lnTo>
                <a:lnTo>
                  <a:pt x="2374883" y="86551"/>
                </a:lnTo>
                <a:lnTo>
                  <a:pt x="2374891" y="86380"/>
                </a:lnTo>
                <a:lnTo>
                  <a:pt x="2374900" y="86208"/>
                </a:lnTo>
                <a:lnTo>
                  <a:pt x="2374907" y="86037"/>
                </a:lnTo>
                <a:lnTo>
                  <a:pt x="2374915" y="85869"/>
                </a:lnTo>
                <a:lnTo>
                  <a:pt x="2374922" y="85702"/>
                </a:lnTo>
                <a:lnTo>
                  <a:pt x="2374928" y="85538"/>
                </a:lnTo>
                <a:lnTo>
                  <a:pt x="2374935" y="85375"/>
                </a:lnTo>
                <a:lnTo>
                  <a:pt x="2374941" y="85214"/>
                </a:lnTo>
                <a:lnTo>
                  <a:pt x="2374946" y="85055"/>
                </a:lnTo>
                <a:lnTo>
                  <a:pt x="2374952" y="84898"/>
                </a:lnTo>
                <a:lnTo>
                  <a:pt x="2374957" y="84743"/>
                </a:lnTo>
                <a:lnTo>
                  <a:pt x="2374961" y="84590"/>
                </a:lnTo>
                <a:lnTo>
                  <a:pt x="2374965" y="84439"/>
                </a:lnTo>
                <a:lnTo>
                  <a:pt x="2374969" y="84290"/>
                </a:lnTo>
                <a:lnTo>
                  <a:pt x="2374973" y="84143"/>
                </a:lnTo>
                <a:lnTo>
                  <a:pt x="2374976" y="83997"/>
                </a:lnTo>
                <a:lnTo>
                  <a:pt x="2374979" y="83854"/>
                </a:lnTo>
                <a:lnTo>
                  <a:pt x="2374982" y="83713"/>
                </a:lnTo>
                <a:lnTo>
                  <a:pt x="2374984" y="83573"/>
                </a:lnTo>
                <a:lnTo>
                  <a:pt x="2374986" y="83435"/>
                </a:lnTo>
                <a:lnTo>
                  <a:pt x="2374987" y="83300"/>
                </a:lnTo>
                <a:lnTo>
                  <a:pt x="2374989" y="83166"/>
                </a:lnTo>
                <a:lnTo>
                  <a:pt x="2374989" y="83034"/>
                </a:lnTo>
                <a:lnTo>
                  <a:pt x="2374990" y="82905"/>
                </a:lnTo>
                <a:lnTo>
                  <a:pt x="2374990" y="82777"/>
                </a:lnTo>
                <a:lnTo>
                  <a:pt x="2374971" y="80893"/>
                </a:lnTo>
                <a:lnTo>
                  <a:pt x="2374913" y="79047"/>
                </a:lnTo>
                <a:lnTo>
                  <a:pt x="2374816" y="77237"/>
                </a:lnTo>
                <a:lnTo>
                  <a:pt x="2374680" y="75465"/>
                </a:lnTo>
                <a:lnTo>
                  <a:pt x="2374506" y="73729"/>
                </a:lnTo>
                <a:lnTo>
                  <a:pt x="2374293" y="72031"/>
                </a:lnTo>
                <a:lnTo>
                  <a:pt x="2374042" y="70369"/>
                </a:lnTo>
                <a:lnTo>
                  <a:pt x="2373752" y="68745"/>
                </a:lnTo>
                <a:lnTo>
                  <a:pt x="2373423" y="67157"/>
                </a:lnTo>
                <a:lnTo>
                  <a:pt x="2373055" y="65607"/>
                </a:lnTo>
                <a:lnTo>
                  <a:pt x="2372649" y="64093"/>
                </a:lnTo>
                <a:lnTo>
                  <a:pt x="2372203" y="62617"/>
                </a:lnTo>
                <a:lnTo>
                  <a:pt x="2371720" y="61177"/>
                </a:lnTo>
                <a:lnTo>
                  <a:pt x="2371197" y="59774"/>
                </a:lnTo>
                <a:lnTo>
                  <a:pt x="2370636" y="58409"/>
                </a:lnTo>
                <a:lnTo>
                  <a:pt x="2370036" y="57080"/>
                </a:lnTo>
                <a:lnTo>
                  <a:pt x="2369397" y="55789"/>
                </a:lnTo>
                <a:lnTo>
                  <a:pt x="2368720" y="54534"/>
                </a:lnTo>
                <a:lnTo>
                  <a:pt x="2368004" y="53316"/>
                </a:lnTo>
                <a:lnTo>
                  <a:pt x="2367249" y="52136"/>
                </a:lnTo>
                <a:lnTo>
                  <a:pt x="2366456" y="50992"/>
                </a:lnTo>
                <a:lnTo>
                  <a:pt x="2365624" y="49886"/>
                </a:lnTo>
                <a:lnTo>
                  <a:pt x="2364753" y="48816"/>
                </a:lnTo>
                <a:lnTo>
                  <a:pt x="2363843" y="47783"/>
                </a:lnTo>
                <a:lnTo>
                  <a:pt x="2362900" y="46790"/>
                </a:lnTo>
                <a:lnTo>
                  <a:pt x="2361927" y="45839"/>
                </a:lnTo>
                <a:lnTo>
                  <a:pt x="2360924" y="44930"/>
                </a:lnTo>
                <a:lnTo>
                  <a:pt x="2359892" y="44064"/>
                </a:lnTo>
                <a:lnTo>
                  <a:pt x="2358831" y="43239"/>
                </a:lnTo>
                <a:lnTo>
                  <a:pt x="2357740" y="42457"/>
                </a:lnTo>
                <a:lnTo>
                  <a:pt x="2356620" y="41718"/>
                </a:lnTo>
                <a:lnTo>
                  <a:pt x="2355470" y="41020"/>
                </a:lnTo>
                <a:lnTo>
                  <a:pt x="2354291" y="40365"/>
                </a:lnTo>
                <a:lnTo>
                  <a:pt x="2353082" y="39752"/>
                </a:lnTo>
                <a:lnTo>
                  <a:pt x="2351844" y="39182"/>
                </a:lnTo>
                <a:lnTo>
                  <a:pt x="2350576" y="38653"/>
                </a:lnTo>
                <a:lnTo>
                  <a:pt x="2349279" y="38167"/>
                </a:lnTo>
                <a:lnTo>
                  <a:pt x="2347952" y="37723"/>
                </a:lnTo>
                <a:lnTo>
                  <a:pt x="2346596" y="37322"/>
                </a:lnTo>
                <a:lnTo>
                  <a:pt x="2345211" y="36963"/>
                </a:lnTo>
                <a:lnTo>
                  <a:pt x="2343796" y="36646"/>
                </a:lnTo>
                <a:lnTo>
                  <a:pt x="2342352" y="36371"/>
                </a:lnTo>
                <a:lnTo>
                  <a:pt x="2340878" y="36138"/>
                </a:lnTo>
                <a:lnTo>
                  <a:pt x="2339375" y="35948"/>
                </a:lnTo>
                <a:lnTo>
                  <a:pt x="2337842" y="35800"/>
                </a:lnTo>
                <a:lnTo>
                  <a:pt x="2336280" y="35695"/>
                </a:lnTo>
                <a:lnTo>
                  <a:pt x="2334688" y="35631"/>
                </a:lnTo>
                <a:lnTo>
                  <a:pt x="2333067" y="35610"/>
                </a:lnTo>
                <a:lnTo>
                  <a:pt x="2331843" y="35621"/>
                </a:lnTo>
                <a:lnTo>
                  <a:pt x="2330637" y="35655"/>
                </a:lnTo>
                <a:lnTo>
                  <a:pt x="2329449" y="35712"/>
                </a:lnTo>
                <a:lnTo>
                  <a:pt x="2328279" y="35791"/>
                </a:lnTo>
                <a:lnTo>
                  <a:pt x="2327126" y="35892"/>
                </a:lnTo>
                <a:lnTo>
                  <a:pt x="2325992" y="36016"/>
                </a:lnTo>
                <a:lnTo>
                  <a:pt x="2324876" y="36163"/>
                </a:lnTo>
                <a:lnTo>
                  <a:pt x="2323778" y="36332"/>
                </a:lnTo>
                <a:lnTo>
                  <a:pt x="2322698" y="36524"/>
                </a:lnTo>
                <a:lnTo>
                  <a:pt x="2321636" y="36739"/>
                </a:lnTo>
                <a:lnTo>
                  <a:pt x="2320591" y="36976"/>
                </a:lnTo>
                <a:lnTo>
                  <a:pt x="2319565" y="37235"/>
                </a:lnTo>
                <a:lnTo>
                  <a:pt x="2318557" y="37518"/>
                </a:lnTo>
                <a:lnTo>
                  <a:pt x="2317567" y="37822"/>
                </a:lnTo>
                <a:lnTo>
                  <a:pt x="2316594" y="38150"/>
                </a:lnTo>
                <a:lnTo>
                  <a:pt x="2315640" y="38499"/>
                </a:lnTo>
                <a:lnTo>
                  <a:pt x="2314704" y="38872"/>
                </a:lnTo>
                <a:lnTo>
                  <a:pt x="2313785" y="39267"/>
                </a:lnTo>
                <a:lnTo>
                  <a:pt x="2312885" y="39685"/>
                </a:lnTo>
                <a:lnTo>
                  <a:pt x="2312003" y="40125"/>
                </a:lnTo>
                <a:lnTo>
                  <a:pt x="2311138" y="40588"/>
                </a:lnTo>
                <a:lnTo>
                  <a:pt x="2310292" y="41073"/>
                </a:lnTo>
                <a:lnTo>
                  <a:pt x="2309463" y="41581"/>
                </a:lnTo>
                <a:lnTo>
                  <a:pt x="2308653" y="42111"/>
                </a:lnTo>
                <a:lnTo>
                  <a:pt x="2307860" y="42662"/>
                </a:lnTo>
                <a:lnTo>
                  <a:pt x="2307084" y="43230"/>
                </a:lnTo>
                <a:lnTo>
                  <a:pt x="2306325" y="43815"/>
                </a:lnTo>
                <a:lnTo>
                  <a:pt x="2305584" y="44418"/>
                </a:lnTo>
                <a:lnTo>
                  <a:pt x="2304859" y="45038"/>
                </a:lnTo>
                <a:lnTo>
                  <a:pt x="2304152" y="45676"/>
                </a:lnTo>
                <a:lnTo>
                  <a:pt x="2303462" y="46331"/>
                </a:lnTo>
                <a:lnTo>
                  <a:pt x="2302789" y="47004"/>
                </a:lnTo>
                <a:lnTo>
                  <a:pt x="2302133" y="47694"/>
                </a:lnTo>
                <a:lnTo>
                  <a:pt x="2301494" y="48402"/>
                </a:lnTo>
                <a:lnTo>
                  <a:pt x="2300873" y="49127"/>
                </a:lnTo>
                <a:lnTo>
                  <a:pt x="2300268" y="49869"/>
                </a:lnTo>
                <a:lnTo>
                  <a:pt x="2299681" y="50629"/>
                </a:lnTo>
                <a:lnTo>
                  <a:pt x="2299110" y="51407"/>
                </a:lnTo>
                <a:lnTo>
                  <a:pt x="2298557" y="52202"/>
                </a:lnTo>
                <a:lnTo>
                  <a:pt x="2298021" y="53014"/>
                </a:lnTo>
                <a:lnTo>
                  <a:pt x="2297502" y="53844"/>
                </a:lnTo>
                <a:lnTo>
                  <a:pt x="2297001" y="54691"/>
                </a:lnTo>
                <a:lnTo>
                  <a:pt x="2296516" y="55556"/>
                </a:lnTo>
                <a:lnTo>
                  <a:pt x="2296048" y="56438"/>
                </a:lnTo>
                <a:lnTo>
                  <a:pt x="2295598" y="57338"/>
                </a:lnTo>
                <a:lnTo>
                  <a:pt x="2295165" y="58255"/>
                </a:lnTo>
                <a:lnTo>
                  <a:pt x="2294749" y="59189"/>
                </a:lnTo>
                <a:lnTo>
                  <a:pt x="2294350" y="60141"/>
                </a:lnTo>
                <a:lnTo>
                  <a:pt x="2293967" y="61108"/>
                </a:lnTo>
                <a:lnTo>
                  <a:pt x="2293601" y="62088"/>
                </a:lnTo>
                <a:lnTo>
                  <a:pt x="2293251" y="63080"/>
                </a:lnTo>
                <a:lnTo>
                  <a:pt x="2292918" y="64084"/>
                </a:lnTo>
                <a:lnTo>
                  <a:pt x="2292601" y="65102"/>
                </a:lnTo>
                <a:lnTo>
                  <a:pt x="2292300" y="66131"/>
                </a:lnTo>
                <a:lnTo>
                  <a:pt x="2292015" y="67173"/>
                </a:lnTo>
                <a:lnTo>
                  <a:pt x="2291746" y="68228"/>
                </a:lnTo>
                <a:lnTo>
                  <a:pt x="2291494" y="69295"/>
                </a:lnTo>
                <a:lnTo>
                  <a:pt x="2291258" y="70375"/>
                </a:lnTo>
                <a:lnTo>
                  <a:pt x="2291039" y="71467"/>
                </a:lnTo>
                <a:lnTo>
                  <a:pt x="2290835" y="72572"/>
                </a:lnTo>
                <a:lnTo>
                  <a:pt x="2290648" y="73689"/>
                </a:lnTo>
                <a:lnTo>
                  <a:pt x="2290477" y="74819"/>
                </a:lnTo>
                <a:lnTo>
                  <a:pt x="2290323" y="75961"/>
                </a:lnTo>
                <a:lnTo>
                  <a:pt x="2290185" y="77116"/>
                </a:lnTo>
                <a:lnTo>
                  <a:pt x="2290063" y="78283"/>
                </a:lnTo>
                <a:lnTo>
                  <a:pt x="2289957" y="79463"/>
                </a:lnTo>
                <a:lnTo>
                  <a:pt x="2289867" y="80656"/>
                </a:lnTo>
                <a:lnTo>
                  <a:pt x="2289794" y="81861"/>
                </a:lnTo>
                <a:lnTo>
                  <a:pt x="2289737" y="83078"/>
                </a:lnTo>
                <a:lnTo>
                  <a:pt x="2289697" y="84308"/>
                </a:lnTo>
                <a:lnTo>
                  <a:pt x="2289672" y="85551"/>
                </a:lnTo>
                <a:lnTo>
                  <a:pt x="2289664" y="86806"/>
                </a:lnTo>
                <a:lnTo>
                  <a:pt x="2289672" y="88011"/>
                </a:lnTo>
                <a:lnTo>
                  <a:pt x="2289698" y="89206"/>
                </a:lnTo>
                <a:lnTo>
                  <a:pt x="2289740" y="90392"/>
                </a:lnTo>
                <a:lnTo>
                  <a:pt x="2289798" y="91567"/>
                </a:lnTo>
                <a:lnTo>
                  <a:pt x="2289874" y="92732"/>
                </a:lnTo>
                <a:lnTo>
                  <a:pt x="2289966" y="93887"/>
                </a:lnTo>
                <a:lnTo>
                  <a:pt x="2290075" y="95032"/>
                </a:lnTo>
                <a:lnTo>
                  <a:pt x="2290201" y="96168"/>
                </a:lnTo>
                <a:lnTo>
                  <a:pt x="2290344" y="97293"/>
                </a:lnTo>
                <a:lnTo>
                  <a:pt x="2290503" y="98407"/>
                </a:lnTo>
                <a:lnTo>
                  <a:pt x="2290679" y="99512"/>
                </a:lnTo>
                <a:lnTo>
                  <a:pt x="2290872" y="100607"/>
                </a:lnTo>
                <a:lnTo>
                  <a:pt x="2291082" y="101692"/>
                </a:lnTo>
                <a:lnTo>
                  <a:pt x="2291309" y="102767"/>
                </a:lnTo>
                <a:lnTo>
                  <a:pt x="2291552" y="103831"/>
                </a:lnTo>
                <a:lnTo>
                  <a:pt x="2291812" y="104886"/>
                </a:lnTo>
                <a:lnTo>
                  <a:pt x="2292089" y="105931"/>
                </a:lnTo>
                <a:lnTo>
                  <a:pt x="2292383" y="106965"/>
                </a:lnTo>
                <a:lnTo>
                  <a:pt x="2292693" y="107990"/>
                </a:lnTo>
                <a:lnTo>
                  <a:pt x="2293021" y="109004"/>
                </a:lnTo>
                <a:lnTo>
                  <a:pt x="2293365" y="110009"/>
                </a:lnTo>
                <a:lnTo>
                  <a:pt x="2293726" y="111003"/>
                </a:lnTo>
                <a:lnTo>
                  <a:pt x="2294103" y="111987"/>
                </a:lnTo>
                <a:lnTo>
                  <a:pt x="2294498" y="112961"/>
                </a:lnTo>
                <a:lnTo>
                  <a:pt x="2294909" y="113922"/>
                </a:lnTo>
                <a:lnTo>
                  <a:pt x="2295339" y="114866"/>
                </a:lnTo>
                <a:lnTo>
                  <a:pt x="2295787" y="115792"/>
                </a:lnTo>
                <a:lnTo>
                  <a:pt x="2296253" y="116702"/>
                </a:lnTo>
                <a:lnTo>
                  <a:pt x="2296736" y="117595"/>
                </a:lnTo>
                <a:lnTo>
                  <a:pt x="2297238" y="118471"/>
                </a:lnTo>
                <a:lnTo>
                  <a:pt x="2297758" y="119330"/>
                </a:lnTo>
                <a:lnTo>
                  <a:pt x="2298295" y="120172"/>
                </a:lnTo>
                <a:lnTo>
                  <a:pt x="2298851" y="120997"/>
                </a:lnTo>
                <a:lnTo>
                  <a:pt x="2299425" y="121806"/>
                </a:lnTo>
                <a:lnTo>
                  <a:pt x="2300016" y="122597"/>
                </a:lnTo>
                <a:lnTo>
                  <a:pt x="2300626" y="123371"/>
                </a:lnTo>
                <a:lnTo>
                  <a:pt x="2301253" y="124129"/>
                </a:lnTo>
                <a:lnTo>
                  <a:pt x="2301899" y="124870"/>
                </a:lnTo>
                <a:lnTo>
                  <a:pt x="2302562" y="125593"/>
                </a:lnTo>
                <a:lnTo>
                  <a:pt x="2303244" y="126300"/>
                </a:lnTo>
                <a:lnTo>
                  <a:pt x="2303943" y="126990"/>
                </a:lnTo>
                <a:lnTo>
                  <a:pt x="2304661" y="127663"/>
                </a:lnTo>
                <a:lnTo>
                  <a:pt x="2305396" y="128319"/>
                </a:lnTo>
                <a:lnTo>
                  <a:pt x="2306150" y="128958"/>
                </a:lnTo>
                <a:lnTo>
                  <a:pt x="2306921" y="129581"/>
                </a:lnTo>
                <a:lnTo>
                  <a:pt x="2307711" y="130186"/>
                </a:lnTo>
                <a:lnTo>
                  <a:pt x="2308518" y="130775"/>
                </a:lnTo>
                <a:lnTo>
                  <a:pt x="2309343" y="131346"/>
                </a:lnTo>
                <a:lnTo>
                  <a:pt x="2310187" y="131897"/>
                </a:lnTo>
                <a:lnTo>
                  <a:pt x="2311051" y="132425"/>
                </a:lnTo>
                <a:lnTo>
                  <a:pt x="2311935" y="132929"/>
                </a:lnTo>
                <a:lnTo>
                  <a:pt x="2312838" y="133410"/>
                </a:lnTo>
                <a:lnTo>
                  <a:pt x="2313761" y="133867"/>
                </a:lnTo>
                <a:lnTo>
                  <a:pt x="2314704" y="134301"/>
                </a:lnTo>
                <a:lnTo>
                  <a:pt x="2315666" y="134711"/>
                </a:lnTo>
                <a:lnTo>
                  <a:pt x="2316648" y="135098"/>
                </a:lnTo>
                <a:lnTo>
                  <a:pt x="2317650" y="135462"/>
                </a:lnTo>
                <a:lnTo>
                  <a:pt x="2318672" y="135802"/>
                </a:lnTo>
                <a:lnTo>
                  <a:pt x="2319713" y="136118"/>
                </a:lnTo>
                <a:lnTo>
                  <a:pt x="2320774" y="136412"/>
                </a:lnTo>
                <a:lnTo>
                  <a:pt x="2321854" y="136681"/>
                </a:lnTo>
                <a:lnTo>
                  <a:pt x="2322954" y="136927"/>
                </a:lnTo>
                <a:lnTo>
                  <a:pt x="2324074" y="137150"/>
                </a:lnTo>
                <a:lnTo>
                  <a:pt x="2325214" y="137350"/>
                </a:lnTo>
                <a:lnTo>
                  <a:pt x="2326373" y="137525"/>
                </a:lnTo>
                <a:lnTo>
                  <a:pt x="2327552" y="137678"/>
                </a:lnTo>
                <a:lnTo>
                  <a:pt x="2328751" y="137807"/>
                </a:lnTo>
                <a:lnTo>
                  <a:pt x="2329969" y="137912"/>
                </a:lnTo>
                <a:lnTo>
                  <a:pt x="2331207" y="137994"/>
                </a:lnTo>
                <a:lnTo>
                  <a:pt x="2332465" y="138053"/>
                </a:lnTo>
                <a:lnTo>
                  <a:pt x="2333743" y="138088"/>
                </a:lnTo>
                <a:lnTo>
                  <a:pt x="2335040" y="138100"/>
                </a:lnTo>
                <a:lnTo>
                  <a:pt x="2336045" y="138093"/>
                </a:lnTo>
                <a:lnTo>
                  <a:pt x="2337039" y="138071"/>
                </a:lnTo>
                <a:lnTo>
                  <a:pt x="2338022" y="138036"/>
                </a:lnTo>
                <a:lnTo>
                  <a:pt x="2338994" y="137986"/>
                </a:lnTo>
                <a:lnTo>
                  <a:pt x="2339954" y="137921"/>
                </a:lnTo>
                <a:close/>
                <a:moveTo>
                  <a:pt x="2306939" y="71699"/>
                </a:moveTo>
                <a:lnTo>
                  <a:pt x="2307139" y="70642"/>
                </a:lnTo>
                <a:lnTo>
                  <a:pt x="2307360" y="69609"/>
                </a:lnTo>
                <a:lnTo>
                  <a:pt x="2307601" y="68600"/>
                </a:lnTo>
                <a:lnTo>
                  <a:pt x="2307861" y="67615"/>
                </a:lnTo>
                <a:lnTo>
                  <a:pt x="2308142" y="66653"/>
                </a:lnTo>
                <a:lnTo>
                  <a:pt x="2308443" y="65715"/>
                </a:lnTo>
                <a:lnTo>
                  <a:pt x="2308764" y="64800"/>
                </a:lnTo>
                <a:lnTo>
                  <a:pt x="2309105" y="63909"/>
                </a:lnTo>
                <a:lnTo>
                  <a:pt x="2309466" y="63042"/>
                </a:lnTo>
                <a:lnTo>
                  <a:pt x="2309847" y="62198"/>
                </a:lnTo>
                <a:lnTo>
                  <a:pt x="2310248" y="61378"/>
                </a:lnTo>
                <a:lnTo>
                  <a:pt x="2310669" y="60581"/>
                </a:lnTo>
                <a:lnTo>
                  <a:pt x="2311110" y="59809"/>
                </a:lnTo>
                <a:lnTo>
                  <a:pt x="2311571" y="59059"/>
                </a:lnTo>
                <a:lnTo>
                  <a:pt x="2312052" y="58334"/>
                </a:lnTo>
                <a:lnTo>
                  <a:pt x="2312553" y="57632"/>
                </a:lnTo>
                <a:lnTo>
                  <a:pt x="2313074" y="56954"/>
                </a:lnTo>
                <a:lnTo>
                  <a:pt x="2313615" y="56299"/>
                </a:lnTo>
                <a:lnTo>
                  <a:pt x="2314177" y="55668"/>
                </a:lnTo>
                <a:lnTo>
                  <a:pt x="2314757" y="55062"/>
                </a:lnTo>
                <a:lnTo>
                  <a:pt x="2315355" y="54481"/>
                </a:lnTo>
                <a:lnTo>
                  <a:pt x="2315972" y="53927"/>
                </a:lnTo>
                <a:lnTo>
                  <a:pt x="2316606" y="53398"/>
                </a:lnTo>
                <a:lnTo>
                  <a:pt x="2317258" y="52894"/>
                </a:lnTo>
                <a:lnTo>
                  <a:pt x="2317928" y="52417"/>
                </a:lnTo>
                <a:lnTo>
                  <a:pt x="2318616" y="51965"/>
                </a:lnTo>
                <a:lnTo>
                  <a:pt x="2319323" y="51540"/>
                </a:lnTo>
                <a:lnTo>
                  <a:pt x="2320047" y="51140"/>
                </a:lnTo>
                <a:lnTo>
                  <a:pt x="2320789" y="50765"/>
                </a:lnTo>
                <a:lnTo>
                  <a:pt x="2321549" y="50417"/>
                </a:lnTo>
                <a:lnTo>
                  <a:pt x="2322327" y="50094"/>
                </a:lnTo>
                <a:lnTo>
                  <a:pt x="2323123" y="49798"/>
                </a:lnTo>
                <a:lnTo>
                  <a:pt x="2323937" y="49527"/>
                </a:lnTo>
                <a:lnTo>
                  <a:pt x="2324769" y="49282"/>
                </a:lnTo>
                <a:lnTo>
                  <a:pt x="2325619" y="49062"/>
                </a:lnTo>
                <a:lnTo>
                  <a:pt x="2326487" y="48869"/>
                </a:lnTo>
                <a:lnTo>
                  <a:pt x="2327373" y="48701"/>
                </a:lnTo>
                <a:lnTo>
                  <a:pt x="2328277" y="48559"/>
                </a:lnTo>
                <a:lnTo>
                  <a:pt x="2329199" y="48443"/>
                </a:lnTo>
                <a:lnTo>
                  <a:pt x="2330139" y="48352"/>
                </a:lnTo>
                <a:lnTo>
                  <a:pt x="2331097" y="48288"/>
                </a:lnTo>
                <a:lnTo>
                  <a:pt x="2332073" y="48249"/>
                </a:lnTo>
                <a:lnTo>
                  <a:pt x="2333067" y="48236"/>
                </a:lnTo>
                <a:lnTo>
                  <a:pt x="2334052" y="48249"/>
                </a:lnTo>
                <a:lnTo>
                  <a:pt x="2335020" y="48288"/>
                </a:lnTo>
                <a:lnTo>
                  <a:pt x="2335969" y="48353"/>
                </a:lnTo>
                <a:lnTo>
                  <a:pt x="2336900" y="48444"/>
                </a:lnTo>
                <a:lnTo>
                  <a:pt x="2337813" y="48561"/>
                </a:lnTo>
                <a:lnTo>
                  <a:pt x="2338708" y="48704"/>
                </a:lnTo>
                <a:lnTo>
                  <a:pt x="2339585" y="48873"/>
                </a:lnTo>
                <a:lnTo>
                  <a:pt x="2340443" y="49068"/>
                </a:lnTo>
                <a:lnTo>
                  <a:pt x="2341284" y="49289"/>
                </a:lnTo>
                <a:lnTo>
                  <a:pt x="2342106" y="49536"/>
                </a:lnTo>
                <a:lnTo>
                  <a:pt x="2342910" y="49809"/>
                </a:lnTo>
                <a:lnTo>
                  <a:pt x="2343696" y="50107"/>
                </a:lnTo>
                <a:lnTo>
                  <a:pt x="2344463" y="50432"/>
                </a:lnTo>
                <a:lnTo>
                  <a:pt x="2345213" y="50783"/>
                </a:lnTo>
                <a:lnTo>
                  <a:pt x="2345944" y="51160"/>
                </a:lnTo>
                <a:lnTo>
                  <a:pt x="2346658" y="51563"/>
                </a:lnTo>
                <a:lnTo>
                  <a:pt x="2347353" y="51992"/>
                </a:lnTo>
                <a:lnTo>
                  <a:pt x="2348030" y="52446"/>
                </a:lnTo>
                <a:lnTo>
                  <a:pt x="2348689" y="52927"/>
                </a:lnTo>
                <a:lnTo>
                  <a:pt x="2349329" y="53434"/>
                </a:lnTo>
                <a:lnTo>
                  <a:pt x="2349952" y="53967"/>
                </a:lnTo>
                <a:lnTo>
                  <a:pt x="2350556" y="54525"/>
                </a:lnTo>
                <a:lnTo>
                  <a:pt x="2351142" y="55110"/>
                </a:lnTo>
                <a:lnTo>
                  <a:pt x="2351710" y="55721"/>
                </a:lnTo>
                <a:lnTo>
                  <a:pt x="2352258" y="56356"/>
                </a:lnTo>
                <a:lnTo>
                  <a:pt x="2352784" y="57014"/>
                </a:lnTo>
                <a:lnTo>
                  <a:pt x="2353287" y="57695"/>
                </a:lnTo>
                <a:lnTo>
                  <a:pt x="2353768" y="58399"/>
                </a:lnTo>
                <a:lnTo>
                  <a:pt x="2354227" y="59127"/>
                </a:lnTo>
                <a:lnTo>
                  <a:pt x="2354664" y="59877"/>
                </a:lnTo>
                <a:lnTo>
                  <a:pt x="2355078" y="60651"/>
                </a:lnTo>
                <a:lnTo>
                  <a:pt x="2355470" y="61448"/>
                </a:lnTo>
                <a:lnTo>
                  <a:pt x="2355840" y="62267"/>
                </a:lnTo>
                <a:lnTo>
                  <a:pt x="2356187" y="63110"/>
                </a:lnTo>
                <a:lnTo>
                  <a:pt x="2356512" y="63976"/>
                </a:lnTo>
                <a:lnTo>
                  <a:pt x="2356815" y="64865"/>
                </a:lnTo>
                <a:lnTo>
                  <a:pt x="2357096" y="65778"/>
                </a:lnTo>
                <a:lnTo>
                  <a:pt x="2357354" y="66713"/>
                </a:lnTo>
                <a:lnTo>
                  <a:pt x="2357590" y="67671"/>
                </a:lnTo>
                <a:lnTo>
                  <a:pt x="2357804" y="68653"/>
                </a:lnTo>
                <a:lnTo>
                  <a:pt x="2357996" y="69657"/>
                </a:lnTo>
                <a:lnTo>
                  <a:pt x="2358165" y="70685"/>
                </a:lnTo>
                <a:lnTo>
                  <a:pt x="2358312" y="71736"/>
                </a:lnTo>
                <a:lnTo>
                  <a:pt x="2358437" y="72810"/>
                </a:lnTo>
                <a:lnTo>
                  <a:pt x="2358540" y="73907"/>
                </a:lnTo>
                <a:lnTo>
                  <a:pt x="2358620" y="75027"/>
                </a:lnTo>
                <a:lnTo>
                  <a:pt x="2358678" y="76170"/>
                </a:lnTo>
                <a:lnTo>
                  <a:pt x="2358714" y="77336"/>
                </a:lnTo>
                <a:lnTo>
                  <a:pt x="2306236" y="77336"/>
                </a:lnTo>
                <a:lnTo>
                  <a:pt x="2306336" y="76161"/>
                </a:lnTo>
                <a:lnTo>
                  <a:pt x="2306457" y="75010"/>
                </a:lnTo>
                <a:lnTo>
                  <a:pt x="2306597" y="73883"/>
                </a:lnTo>
                <a:lnTo>
                  <a:pt x="2306758" y="72779"/>
                </a:lnTo>
                <a:lnTo>
                  <a:pt x="2306939" y="71699"/>
                </a:lnTo>
                <a:close/>
                <a:moveTo>
                  <a:pt x="2767672" y="137928"/>
                </a:moveTo>
                <a:lnTo>
                  <a:pt x="2768575" y="137852"/>
                </a:lnTo>
                <a:lnTo>
                  <a:pt x="2769470" y="137763"/>
                </a:lnTo>
                <a:lnTo>
                  <a:pt x="2770357" y="137659"/>
                </a:lnTo>
                <a:lnTo>
                  <a:pt x="2771237" y="137542"/>
                </a:lnTo>
                <a:lnTo>
                  <a:pt x="2772109" y="137411"/>
                </a:lnTo>
                <a:lnTo>
                  <a:pt x="2772974" y="137267"/>
                </a:lnTo>
                <a:lnTo>
                  <a:pt x="2773830" y="137108"/>
                </a:lnTo>
                <a:lnTo>
                  <a:pt x="2774679" y="136936"/>
                </a:lnTo>
                <a:lnTo>
                  <a:pt x="2775521" y="136750"/>
                </a:lnTo>
                <a:lnTo>
                  <a:pt x="2776354" y="136550"/>
                </a:lnTo>
                <a:lnTo>
                  <a:pt x="2777180" y="136337"/>
                </a:lnTo>
                <a:lnTo>
                  <a:pt x="2777998" y="136109"/>
                </a:lnTo>
                <a:lnTo>
                  <a:pt x="2778809" y="135868"/>
                </a:lnTo>
                <a:lnTo>
                  <a:pt x="2779611" y="135614"/>
                </a:lnTo>
                <a:lnTo>
                  <a:pt x="2780407" y="135345"/>
                </a:lnTo>
                <a:lnTo>
                  <a:pt x="2781194" y="135063"/>
                </a:lnTo>
                <a:lnTo>
                  <a:pt x="2781974" y="134766"/>
                </a:lnTo>
                <a:lnTo>
                  <a:pt x="2782745" y="134456"/>
                </a:lnTo>
                <a:lnTo>
                  <a:pt x="2783510" y="134133"/>
                </a:lnTo>
                <a:lnTo>
                  <a:pt x="2784264" y="133795"/>
                </a:lnTo>
                <a:lnTo>
                  <a:pt x="2785004" y="133444"/>
                </a:lnTo>
                <a:lnTo>
                  <a:pt x="2785732" y="133078"/>
                </a:lnTo>
                <a:lnTo>
                  <a:pt x="2786447" y="132699"/>
                </a:lnTo>
                <a:lnTo>
                  <a:pt x="2787149" y="132305"/>
                </a:lnTo>
                <a:lnTo>
                  <a:pt x="2787838" y="131898"/>
                </a:lnTo>
                <a:lnTo>
                  <a:pt x="2788513" y="131477"/>
                </a:lnTo>
                <a:lnTo>
                  <a:pt x="2789176" y="131042"/>
                </a:lnTo>
                <a:lnTo>
                  <a:pt x="2789826" y="130592"/>
                </a:lnTo>
                <a:lnTo>
                  <a:pt x="2790463" y="130129"/>
                </a:lnTo>
                <a:lnTo>
                  <a:pt x="2791086" y="129652"/>
                </a:lnTo>
                <a:lnTo>
                  <a:pt x="2791697" y="129161"/>
                </a:lnTo>
                <a:lnTo>
                  <a:pt x="2792295" y="128656"/>
                </a:lnTo>
                <a:lnTo>
                  <a:pt x="2792879" y="128137"/>
                </a:lnTo>
                <a:lnTo>
                  <a:pt x="2793451" y="127605"/>
                </a:lnTo>
                <a:lnTo>
                  <a:pt x="2794010" y="127058"/>
                </a:lnTo>
                <a:lnTo>
                  <a:pt x="2794555" y="126497"/>
                </a:lnTo>
                <a:lnTo>
                  <a:pt x="2795088" y="125922"/>
                </a:lnTo>
                <a:lnTo>
                  <a:pt x="2795607" y="125334"/>
                </a:lnTo>
                <a:lnTo>
                  <a:pt x="2796114" y="124731"/>
                </a:lnTo>
                <a:lnTo>
                  <a:pt x="2796608" y="124115"/>
                </a:lnTo>
                <a:lnTo>
                  <a:pt x="2797088" y="123484"/>
                </a:lnTo>
                <a:lnTo>
                  <a:pt x="2797556" y="122840"/>
                </a:lnTo>
                <a:lnTo>
                  <a:pt x="2798010" y="122182"/>
                </a:lnTo>
                <a:lnTo>
                  <a:pt x="2798449" y="121509"/>
                </a:lnTo>
                <a:lnTo>
                  <a:pt x="2798871" y="120823"/>
                </a:lnTo>
                <a:lnTo>
                  <a:pt x="2799275" y="120123"/>
                </a:lnTo>
                <a:lnTo>
                  <a:pt x="2799661" y="119409"/>
                </a:lnTo>
                <a:lnTo>
                  <a:pt x="2800030" y="118680"/>
                </a:lnTo>
                <a:lnTo>
                  <a:pt x="2800381" y="117938"/>
                </a:lnTo>
                <a:lnTo>
                  <a:pt x="2800714" y="117182"/>
                </a:lnTo>
                <a:lnTo>
                  <a:pt x="2801030" y="116412"/>
                </a:lnTo>
                <a:lnTo>
                  <a:pt x="2801328" y="115628"/>
                </a:lnTo>
                <a:lnTo>
                  <a:pt x="2801608" y="114830"/>
                </a:lnTo>
                <a:lnTo>
                  <a:pt x="2801871" y="114019"/>
                </a:lnTo>
                <a:lnTo>
                  <a:pt x="2802116" y="113193"/>
                </a:lnTo>
                <a:lnTo>
                  <a:pt x="2802344" y="112353"/>
                </a:lnTo>
                <a:lnTo>
                  <a:pt x="2802554" y="111499"/>
                </a:lnTo>
                <a:lnTo>
                  <a:pt x="2802746" y="110631"/>
                </a:lnTo>
                <a:lnTo>
                  <a:pt x="2802920" y="109750"/>
                </a:lnTo>
                <a:lnTo>
                  <a:pt x="2803077" y="108854"/>
                </a:lnTo>
                <a:lnTo>
                  <a:pt x="2803217" y="107945"/>
                </a:lnTo>
                <a:lnTo>
                  <a:pt x="2803338" y="107021"/>
                </a:lnTo>
                <a:lnTo>
                  <a:pt x="2803442" y="106084"/>
                </a:lnTo>
                <a:lnTo>
                  <a:pt x="2803529" y="105132"/>
                </a:lnTo>
                <a:lnTo>
                  <a:pt x="2803598" y="104167"/>
                </a:lnTo>
                <a:lnTo>
                  <a:pt x="2803649" y="103187"/>
                </a:lnTo>
                <a:lnTo>
                  <a:pt x="2803682" y="102194"/>
                </a:lnTo>
                <a:lnTo>
                  <a:pt x="2787406" y="102194"/>
                </a:lnTo>
                <a:lnTo>
                  <a:pt x="2787370" y="103109"/>
                </a:lnTo>
                <a:lnTo>
                  <a:pt x="2787313" y="104005"/>
                </a:lnTo>
                <a:lnTo>
                  <a:pt x="2787233" y="104883"/>
                </a:lnTo>
                <a:lnTo>
                  <a:pt x="2787132" y="105742"/>
                </a:lnTo>
                <a:lnTo>
                  <a:pt x="2787009" y="106582"/>
                </a:lnTo>
                <a:lnTo>
                  <a:pt x="2786864" y="107405"/>
                </a:lnTo>
                <a:lnTo>
                  <a:pt x="2786696" y="108208"/>
                </a:lnTo>
                <a:lnTo>
                  <a:pt x="2786507" y="108993"/>
                </a:lnTo>
                <a:lnTo>
                  <a:pt x="2786296" y="109760"/>
                </a:lnTo>
                <a:lnTo>
                  <a:pt x="2786063" y="110508"/>
                </a:lnTo>
                <a:lnTo>
                  <a:pt x="2785809" y="111237"/>
                </a:lnTo>
                <a:lnTo>
                  <a:pt x="2785532" y="111948"/>
                </a:lnTo>
                <a:lnTo>
                  <a:pt x="2785233" y="112641"/>
                </a:lnTo>
                <a:lnTo>
                  <a:pt x="2784913" y="113314"/>
                </a:lnTo>
                <a:lnTo>
                  <a:pt x="2784570" y="113970"/>
                </a:lnTo>
                <a:lnTo>
                  <a:pt x="2784206" y="114607"/>
                </a:lnTo>
                <a:lnTo>
                  <a:pt x="2783819" y="115225"/>
                </a:lnTo>
                <a:lnTo>
                  <a:pt x="2783411" y="115825"/>
                </a:lnTo>
                <a:lnTo>
                  <a:pt x="2782981" y="116406"/>
                </a:lnTo>
                <a:lnTo>
                  <a:pt x="2782529" y="116969"/>
                </a:lnTo>
                <a:lnTo>
                  <a:pt x="2782055" y="117513"/>
                </a:lnTo>
                <a:lnTo>
                  <a:pt x="2781559" y="118038"/>
                </a:lnTo>
                <a:lnTo>
                  <a:pt x="2781041" y="118546"/>
                </a:lnTo>
                <a:lnTo>
                  <a:pt x="2780501" y="119034"/>
                </a:lnTo>
                <a:lnTo>
                  <a:pt x="2779943" y="119503"/>
                </a:lnTo>
                <a:lnTo>
                  <a:pt x="2779372" y="119952"/>
                </a:lnTo>
                <a:lnTo>
                  <a:pt x="2778787" y="120382"/>
                </a:lnTo>
                <a:lnTo>
                  <a:pt x="2778188" y="120791"/>
                </a:lnTo>
                <a:lnTo>
                  <a:pt x="2777576" y="121180"/>
                </a:lnTo>
                <a:lnTo>
                  <a:pt x="2776950" y="121549"/>
                </a:lnTo>
                <a:lnTo>
                  <a:pt x="2776310" y="121899"/>
                </a:lnTo>
                <a:lnTo>
                  <a:pt x="2775657" y="122228"/>
                </a:lnTo>
                <a:lnTo>
                  <a:pt x="2774989" y="122538"/>
                </a:lnTo>
                <a:lnTo>
                  <a:pt x="2774308" y="122827"/>
                </a:lnTo>
                <a:lnTo>
                  <a:pt x="2773614" y="123096"/>
                </a:lnTo>
                <a:lnTo>
                  <a:pt x="2772906" y="123346"/>
                </a:lnTo>
                <a:lnTo>
                  <a:pt x="2772184" y="123576"/>
                </a:lnTo>
                <a:lnTo>
                  <a:pt x="2771448" y="123785"/>
                </a:lnTo>
                <a:lnTo>
                  <a:pt x="2770698" y="123975"/>
                </a:lnTo>
                <a:lnTo>
                  <a:pt x="2769935" y="124144"/>
                </a:lnTo>
                <a:lnTo>
                  <a:pt x="2769159" y="124294"/>
                </a:lnTo>
                <a:lnTo>
                  <a:pt x="2768368" y="124424"/>
                </a:lnTo>
                <a:lnTo>
                  <a:pt x="2767564" y="124534"/>
                </a:lnTo>
                <a:lnTo>
                  <a:pt x="2766746" y="124624"/>
                </a:lnTo>
                <a:lnTo>
                  <a:pt x="2765914" y="124693"/>
                </a:lnTo>
                <a:lnTo>
                  <a:pt x="2765069" y="124743"/>
                </a:lnTo>
                <a:lnTo>
                  <a:pt x="2764210" y="124773"/>
                </a:lnTo>
                <a:lnTo>
                  <a:pt x="2763337" y="124783"/>
                </a:lnTo>
                <a:lnTo>
                  <a:pt x="2762570" y="124775"/>
                </a:lnTo>
                <a:lnTo>
                  <a:pt x="2761813" y="124752"/>
                </a:lnTo>
                <a:lnTo>
                  <a:pt x="2761067" y="124713"/>
                </a:lnTo>
                <a:lnTo>
                  <a:pt x="2760331" y="124659"/>
                </a:lnTo>
                <a:lnTo>
                  <a:pt x="2759606" y="124589"/>
                </a:lnTo>
                <a:lnTo>
                  <a:pt x="2758892" y="124504"/>
                </a:lnTo>
                <a:lnTo>
                  <a:pt x="2758188" y="124403"/>
                </a:lnTo>
                <a:lnTo>
                  <a:pt x="2757495" y="124287"/>
                </a:lnTo>
                <a:lnTo>
                  <a:pt x="2756813" y="124155"/>
                </a:lnTo>
                <a:lnTo>
                  <a:pt x="2756141" y="124007"/>
                </a:lnTo>
                <a:lnTo>
                  <a:pt x="2755480" y="123844"/>
                </a:lnTo>
                <a:lnTo>
                  <a:pt x="2754829" y="123666"/>
                </a:lnTo>
                <a:lnTo>
                  <a:pt x="2754189" y="123472"/>
                </a:lnTo>
                <a:lnTo>
                  <a:pt x="2753560" y="123262"/>
                </a:lnTo>
                <a:lnTo>
                  <a:pt x="2752941" y="123037"/>
                </a:lnTo>
                <a:lnTo>
                  <a:pt x="2752333" y="122797"/>
                </a:lnTo>
                <a:lnTo>
                  <a:pt x="2751736" y="122541"/>
                </a:lnTo>
                <a:lnTo>
                  <a:pt x="2751149" y="122269"/>
                </a:lnTo>
                <a:lnTo>
                  <a:pt x="2750572" y="121982"/>
                </a:lnTo>
                <a:lnTo>
                  <a:pt x="2750007" y="121679"/>
                </a:lnTo>
                <a:lnTo>
                  <a:pt x="2749452" y="121361"/>
                </a:lnTo>
                <a:lnTo>
                  <a:pt x="2748907" y="121027"/>
                </a:lnTo>
                <a:lnTo>
                  <a:pt x="2748373" y="120678"/>
                </a:lnTo>
                <a:lnTo>
                  <a:pt x="2747850" y="120313"/>
                </a:lnTo>
                <a:lnTo>
                  <a:pt x="2747338" y="119934"/>
                </a:lnTo>
                <a:lnTo>
                  <a:pt x="2746836" y="119541"/>
                </a:lnTo>
                <a:lnTo>
                  <a:pt x="2746346" y="119134"/>
                </a:lnTo>
                <a:lnTo>
                  <a:pt x="2745866" y="118714"/>
                </a:lnTo>
                <a:lnTo>
                  <a:pt x="2745398" y="118280"/>
                </a:lnTo>
                <a:lnTo>
                  <a:pt x="2744940" y="117833"/>
                </a:lnTo>
                <a:lnTo>
                  <a:pt x="2744494" y="117372"/>
                </a:lnTo>
                <a:lnTo>
                  <a:pt x="2744058" y="116898"/>
                </a:lnTo>
                <a:lnTo>
                  <a:pt x="2743633" y="116410"/>
                </a:lnTo>
                <a:lnTo>
                  <a:pt x="2743220" y="115909"/>
                </a:lnTo>
                <a:lnTo>
                  <a:pt x="2742817" y="115394"/>
                </a:lnTo>
                <a:lnTo>
                  <a:pt x="2742425" y="114865"/>
                </a:lnTo>
                <a:lnTo>
                  <a:pt x="2742044" y="114323"/>
                </a:lnTo>
                <a:lnTo>
                  <a:pt x="2741674" y="113767"/>
                </a:lnTo>
                <a:lnTo>
                  <a:pt x="2741315" y="113198"/>
                </a:lnTo>
                <a:lnTo>
                  <a:pt x="2740967" y="112615"/>
                </a:lnTo>
                <a:lnTo>
                  <a:pt x="2740630" y="112019"/>
                </a:lnTo>
                <a:lnTo>
                  <a:pt x="2740304" y="111409"/>
                </a:lnTo>
                <a:lnTo>
                  <a:pt x="2739989" y="110786"/>
                </a:lnTo>
                <a:lnTo>
                  <a:pt x="2739685" y="110149"/>
                </a:lnTo>
                <a:lnTo>
                  <a:pt x="2739392" y="109498"/>
                </a:lnTo>
                <a:lnTo>
                  <a:pt x="2739109" y="108834"/>
                </a:lnTo>
                <a:lnTo>
                  <a:pt x="2738838" y="108156"/>
                </a:lnTo>
                <a:lnTo>
                  <a:pt x="2738578" y="107465"/>
                </a:lnTo>
                <a:lnTo>
                  <a:pt x="2738328" y="106761"/>
                </a:lnTo>
                <a:lnTo>
                  <a:pt x="2738089" y="106043"/>
                </a:lnTo>
                <a:lnTo>
                  <a:pt x="2737861" y="105314"/>
                </a:lnTo>
                <a:lnTo>
                  <a:pt x="2737643" y="104571"/>
                </a:lnTo>
                <a:lnTo>
                  <a:pt x="2737436" y="103816"/>
                </a:lnTo>
                <a:lnTo>
                  <a:pt x="2737240" y="103048"/>
                </a:lnTo>
                <a:lnTo>
                  <a:pt x="2737054" y="102268"/>
                </a:lnTo>
                <a:lnTo>
                  <a:pt x="2736879" y="101474"/>
                </a:lnTo>
                <a:lnTo>
                  <a:pt x="2736714" y="100669"/>
                </a:lnTo>
                <a:lnTo>
                  <a:pt x="2736560" y="99850"/>
                </a:lnTo>
                <a:lnTo>
                  <a:pt x="2736417" y="99019"/>
                </a:lnTo>
                <a:lnTo>
                  <a:pt x="2736284" y="98175"/>
                </a:lnTo>
                <a:lnTo>
                  <a:pt x="2736162" y="97319"/>
                </a:lnTo>
                <a:lnTo>
                  <a:pt x="2736051" y="96449"/>
                </a:lnTo>
                <a:lnTo>
                  <a:pt x="2735950" y="95568"/>
                </a:lnTo>
                <a:lnTo>
                  <a:pt x="2735860" y="94673"/>
                </a:lnTo>
                <a:lnTo>
                  <a:pt x="2735780" y="93766"/>
                </a:lnTo>
                <a:lnTo>
                  <a:pt x="2735711" y="92846"/>
                </a:lnTo>
                <a:lnTo>
                  <a:pt x="2735653" y="91914"/>
                </a:lnTo>
                <a:lnTo>
                  <a:pt x="2735605" y="90969"/>
                </a:lnTo>
                <a:lnTo>
                  <a:pt x="2735568" y="90011"/>
                </a:lnTo>
                <a:lnTo>
                  <a:pt x="2735541" y="89040"/>
                </a:lnTo>
                <a:lnTo>
                  <a:pt x="2735525" y="88057"/>
                </a:lnTo>
                <a:lnTo>
                  <a:pt x="2735520" y="87062"/>
                </a:lnTo>
                <a:lnTo>
                  <a:pt x="2735532" y="85568"/>
                </a:lnTo>
                <a:lnTo>
                  <a:pt x="2735568" y="84102"/>
                </a:lnTo>
                <a:lnTo>
                  <a:pt x="2735628" y="82665"/>
                </a:lnTo>
                <a:lnTo>
                  <a:pt x="2735712" y="81255"/>
                </a:lnTo>
                <a:lnTo>
                  <a:pt x="2735820" y="79874"/>
                </a:lnTo>
                <a:lnTo>
                  <a:pt x="2735951" y="78520"/>
                </a:lnTo>
                <a:lnTo>
                  <a:pt x="2736107" y="77195"/>
                </a:lnTo>
                <a:lnTo>
                  <a:pt x="2736287" y="75897"/>
                </a:lnTo>
                <a:lnTo>
                  <a:pt x="2736491" y="74628"/>
                </a:lnTo>
                <a:lnTo>
                  <a:pt x="2736719" y="73386"/>
                </a:lnTo>
                <a:lnTo>
                  <a:pt x="2736970" y="72173"/>
                </a:lnTo>
                <a:lnTo>
                  <a:pt x="2737246" y="70987"/>
                </a:lnTo>
                <a:lnTo>
                  <a:pt x="2737546" y="69830"/>
                </a:lnTo>
                <a:lnTo>
                  <a:pt x="2737870" y="68701"/>
                </a:lnTo>
                <a:lnTo>
                  <a:pt x="2738217" y="67599"/>
                </a:lnTo>
                <a:lnTo>
                  <a:pt x="2738589" y="66526"/>
                </a:lnTo>
                <a:lnTo>
                  <a:pt x="2738984" y="65481"/>
                </a:lnTo>
                <a:lnTo>
                  <a:pt x="2739404" y="64463"/>
                </a:lnTo>
                <a:lnTo>
                  <a:pt x="2739848" y="63474"/>
                </a:lnTo>
                <a:lnTo>
                  <a:pt x="2740315" y="62513"/>
                </a:lnTo>
                <a:lnTo>
                  <a:pt x="2740807" y="61580"/>
                </a:lnTo>
                <a:lnTo>
                  <a:pt x="2741322" y="60675"/>
                </a:lnTo>
                <a:lnTo>
                  <a:pt x="2741861" y="59797"/>
                </a:lnTo>
                <a:lnTo>
                  <a:pt x="2742425" y="58948"/>
                </a:lnTo>
                <a:lnTo>
                  <a:pt x="2743013" y="58131"/>
                </a:lnTo>
                <a:lnTo>
                  <a:pt x="2743625" y="57348"/>
                </a:lnTo>
                <a:lnTo>
                  <a:pt x="2744262" y="56600"/>
                </a:lnTo>
                <a:lnTo>
                  <a:pt x="2744924" y="55886"/>
                </a:lnTo>
                <a:lnTo>
                  <a:pt x="2745610" y="55208"/>
                </a:lnTo>
                <a:lnTo>
                  <a:pt x="2746321" y="54564"/>
                </a:lnTo>
                <a:lnTo>
                  <a:pt x="2747057" y="53955"/>
                </a:lnTo>
                <a:lnTo>
                  <a:pt x="2747817" y="53381"/>
                </a:lnTo>
                <a:lnTo>
                  <a:pt x="2748602" y="52842"/>
                </a:lnTo>
                <a:lnTo>
                  <a:pt x="2749412" y="52337"/>
                </a:lnTo>
                <a:lnTo>
                  <a:pt x="2750246" y="51867"/>
                </a:lnTo>
                <a:lnTo>
                  <a:pt x="2751105" y="51432"/>
                </a:lnTo>
                <a:lnTo>
                  <a:pt x="2751989" y="51032"/>
                </a:lnTo>
                <a:lnTo>
                  <a:pt x="2752898" y="50667"/>
                </a:lnTo>
                <a:lnTo>
                  <a:pt x="2753831" y="50336"/>
                </a:lnTo>
                <a:lnTo>
                  <a:pt x="2754788" y="50040"/>
                </a:lnTo>
                <a:lnTo>
                  <a:pt x="2755770" y="49779"/>
                </a:lnTo>
                <a:lnTo>
                  <a:pt x="2756777" y="49553"/>
                </a:lnTo>
                <a:lnTo>
                  <a:pt x="2757809" y="49362"/>
                </a:lnTo>
                <a:lnTo>
                  <a:pt x="2758865" y="49205"/>
                </a:lnTo>
                <a:lnTo>
                  <a:pt x="2759946" y="49083"/>
                </a:lnTo>
                <a:lnTo>
                  <a:pt x="2761052" y="48996"/>
                </a:lnTo>
                <a:lnTo>
                  <a:pt x="2762182" y="48944"/>
                </a:lnTo>
                <a:lnTo>
                  <a:pt x="2763337" y="48927"/>
                </a:lnTo>
                <a:lnTo>
                  <a:pt x="2764209" y="48937"/>
                </a:lnTo>
                <a:lnTo>
                  <a:pt x="2765066" y="48966"/>
                </a:lnTo>
                <a:lnTo>
                  <a:pt x="2765907" y="49014"/>
                </a:lnTo>
                <a:lnTo>
                  <a:pt x="2766732" y="49082"/>
                </a:lnTo>
                <a:lnTo>
                  <a:pt x="2767542" y="49170"/>
                </a:lnTo>
                <a:lnTo>
                  <a:pt x="2768337" y="49276"/>
                </a:lnTo>
                <a:lnTo>
                  <a:pt x="2769117" y="49403"/>
                </a:lnTo>
                <a:lnTo>
                  <a:pt x="2769881" y="49548"/>
                </a:lnTo>
                <a:lnTo>
                  <a:pt x="2770629" y="49713"/>
                </a:lnTo>
                <a:lnTo>
                  <a:pt x="2771362" y="49898"/>
                </a:lnTo>
                <a:lnTo>
                  <a:pt x="2772080" y="50102"/>
                </a:lnTo>
                <a:lnTo>
                  <a:pt x="2772782" y="50325"/>
                </a:lnTo>
                <a:lnTo>
                  <a:pt x="2773469" y="50568"/>
                </a:lnTo>
                <a:lnTo>
                  <a:pt x="2774141" y="50830"/>
                </a:lnTo>
                <a:lnTo>
                  <a:pt x="2774797" y="51111"/>
                </a:lnTo>
                <a:lnTo>
                  <a:pt x="2775437" y="51412"/>
                </a:lnTo>
                <a:lnTo>
                  <a:pt x="2776063" y="51732"/>
                </a:lnTo>
                <a:lnTo>
                  <a:pt x="2776672" y="52072"/>
                </a:lnTo>
                <a:lnTo>
                  <a:pt x="2777267" y="52431"/>
                </a:lnTo>
                <a:lnTo>
                  <a:pt x="2777846" y="52810"/>
                </a:lnTo>
                <a:lnTo>
                  <a:pt x="2778410" y="53208"/>
                </a:lnTo>
                <a:lnTo>
                  <a:pt x="2778958" y="53626"/>
                </a:lnTo>
                <a:lnTo>
                  <a:pt x="2779490" y="54062"/>
                </a:lnTo>
                <a:lnTo>
                  <a:pt x="2780008" y="54519"/>
                </a:lnTo>
                <a:lnTo>
                  <a:pt x="2780508" y="54992"/>
                </a:lnTo>
                <a:lnTo>
                  <a:pt x="2780989" y="55479"/>
                </a:lnTo>
                <a:lnTo>
                  <a:pt x="2781451" y="55981"/>
                </a:lnTo>
                <a:lnTo>
                  <a:pt x="2781893" y="56497"/>
                </a:lnTo>
                <a:lnTo>
                  <a:pt x="2782316" y="57027"/>
                </a:lnTo>
                <a:lnTo>
                  <a:pt x="2782721" y="57572"/>
                </a:lnTo>
                <a:lnTo>
                  <a:pt x="2783106" y="58131"/>
                </a:lnTo>
                <a:lnTo>
                  <a:pt x="2783471" y="58705"/>
                </a:lnTo>
                <a:lnTo>
                  <a:pt x="2783818" y="59293"/>
                </a:lnTo>
                <a:lnTo>
                  <a:pt x="2784145" y="59895"/>
                </a:lnTo>
                <a:lnTo>
                  <a:pt x="2784454" y="60512"/>
                </a:lnTo>
                <a:lnTo>
                  <a:pt x="2784743" y="61143"/>
                </a:lnTo>
                <a:lnTo>
                  <a:pt x="2785013" y="61789"/>
                </a:lnTo>
                <a:lnTo>
                  <a:pt x="2785263" y="62449"/>
                </a:lnTo>
                <a:lnTo>
                  <a:pt x="2785495" y="63123"/>
                </a:lnTo>
                <a:lnTo>
                  <a:pt x="2785707" y="63812"/>
                </a:lnTo>
                <a:lnTo>
                  <a:pt x="2785900" y="64515"/>
                </a:lnTo>
                <a:lnTo>
                  <a:pt x="2786074" y="65232"/>
                </a:lnTo>
                <a:lnTo>
                  <a:pt x="2786229" y="65964"/>
                </a:lnTo>
                <a:lnTo>
                  <a:pt x="2786365" y="66710"/>
                </a:lnTo>
                <a:lnTo>
                  <a:pt x="2786481" y="67471"/>
                </a:lnTo>
                <a:lnTo>
                  <a:pt x="2786579" y="68246"/>
                </a:lnTo>
                <a:lnTo>
                  <a:pt x="2786657" y="69035"/>
                </a:lnTo>
                <a:lnTo>
                  <a:pt x="2786716" y="69839"/>
                </a:lnTo>
                <a:lnTo>
                  <a:pt x="2802992" y="69839"/>
                </a:lnTo>
                <a:lnTo>
                  <a:pt x="2802958" y="68881"/>
                </a:lnTo>
                <a:lnTo>
                  <a:pt x="2802907" y="67937"/>
                </a:lnTo>
                <a:lnTo>
                  <a:pt x="2802839" y="67007"/>
                </a:lnTo>
                <a:lnTo>
                  <a:pt x="2802753" y="66091"/>
                </a:lnTo>
                <a:lnTo>
                  <a:pt x="2802650" y="65189"/>
                </a:lnTo>
                <a:lnTo>
                  <a:pt x="2802529" y="64301"/>
                </a:lnTo>
                <a:lnTo>
                  <a:pt x="2802391" y="63426"/>
                </a:lnTo>
                <a:lnTo>
                  <a:pt x="2802235" y="62566"/>
                </a:lnTo>
                <a:lnTo>
                  <a:pt x="2802062" y="61719"/>
                </a:lnTo>
                <a:lnTo>
                  <a:pt x="2801872" y="60887"/>
                </a:lnTo>
                <a:lnTo>
                  <a:pt x="2801664" y="60068"/>
                </a:lnTo>
                <a:lnTo>
                  <a:pt x="2801438" y="59264"/>
                </a:lnTo>
                <a:lnTo>
                  <a:pt x="2801195" y="58473"/>
                </a:lnTo>
                <a:lnTo>
                  <a:pt x="2800935" y="57696"/>
                </a:lnTo>
                <a:lnTo>
                  <a:pt x="2800657" y="56933"/>
                </a:lnTo>
                <a:lnTo>
                  <a:pt x="2800361" y="56184"/>
                </a:lnTo>
                <a:lnTo>
                  <a:pt x="2800048" y="55449"/>
                </a:lnTo>
                <a:lnTo>
                  <a:pt x="2799718" y="54728"/>
                </a:lnTo>
                <a:lnTo>
                  <a:pt x="2799370" y="54020"/>
                </a:lnTo>
                <a:lnTo>
                  <a:pt x="2799005" y="53327"/>
                </a:lnTo>
                <a:lnTo>
                  <a:pt x="2798622" y="52648"/>
                </a:lnTo>
                <a:lnTo>
                  <a:pt x="2798222" y="51982"/>
                </a:lnTo>
                <a:lnTo>
                  <a:pt x="2797804" y="51331"/>
                </a:lnTo>
                <a:lnTo>
                  <a:pt x="2797369" y="50693"/>
                </a:lnTo>
                <a:lnTo>
                  <a:pt x="2796919" y="50069"/>
                </a:lnTo>
                <a:lnTo>
                  <a:pt x="2796456" y="49458"/>
                </a:lnTo>
                <a:lnTo>
                  <a:pt x="2795981" y="48861"/>
                </a:lnTo>
                <a:lnTo>
                  <a:pt x="2795493" y="48276"/>
                </a:lnTo>
                <a:lnTo>
                  <a:pt x="2794993" y="47705"/>
                </a:lnTo>
                <a:lnTo>
                  <a:pt x="2794481" y="47147"/>
                </a:lnTo>
                <a:lnTo>
                  <a:pt x="2793955" y="46603"/>
                </a:lnTo>
                <a:lnTo>
                  <a:pt x="2793418" y="46071"/>
                </a:lnTo>
                <a:lnTo>
                  <a:pt x="2792868" y="45553"/>
                </a:lnTo>
                <a:lnTo>
                  <a:pt x="2792305" y="45048"/>
                </a:lnTo>
                <a:lnTo>
                  <a:pt x="2791730" y="44556"/>
                </a:lnTo>
                <a:lnTo>
                  <a:pt x="2791142" y="44078"/>
                </a:lnTo>
                <a:lnTo>
                  <a:pt x="2790542" y="43613"/>
                </a:lnTo>
                <a:lnTo>
                  <a:pt x="2789929" y="43161"/>
                </a:lnTo>
                <a:lnTo>
                  <a:pt x="2789304" y="42722"/>
                </a:lnTo>
                <a:lnTo>
                  <a:pt x="2788667" y="42296"/>
                </a:lnTo>
                <a:lnTo>
                  <a:pt x="2788016" y="41884"/>
                </a:lnTo>
                <a:lnTo>
                  <a:pt x="2787354" y="41485"/>
                </a:lnTo>
                <a:lnTo>
                  <a:pt x="2786678" y="41099"/>
                </a:lnTo>
                <a:lnTo>
                  <a:pt x="2785991" y="40726"/>
                </a:lnTo>
                <a:lnTo>
                  <a:pt x="2785291" y="40367"/>
                </a:lnTo>
                <a:lnTo>
                  <a:pt x="2784578" y="40020"/>
                </a:lnTo>
                <a:lnTo>
                  <a:pt x="2783853" y="39688"/>
                </a:lnTo>
                <a:lnTo>
                  <a:pt x="2783115" y="39368"/>
                </a:lnTo>
                <a:lnTo>
                  <a:pt x="2782367" y="39061"/>
                </a:lnTo>
                <a:lnTo>
                  <a:pt x="2781612" y="38768"/>
                </a:lnTo>
                <a:lnTo>
                  <a:pt x="2780849" y="38487"/>
                </a:lnTo>
                <a:lnTo>
                  <a:pt x="2780078" y="38220"/>
                </a:lnTo>
                <a:lnTo>
                  <a:pt x="2779299" y="37965"/>
                </a:lnTo>
                <a:lnTo>
                  <a:pt x="2778513" y="37724"/>
                </a:lnTo>
                <a:lnTo>
                  <a:pt x="2777719" y="37495"/>
                </a:lnTo>
                <a:lnTo>
                  <a:pt x="2776917" y="37280"/>
                </a:lnTo>
                <a:lnTo>
                  <a:pt x="2776108" y="37078"/>
                </a:lnTo>
                <a:lnTo>
                  <a:pt x="2775290" y="36889"/>
                </a:lnTo>
                <a:lnTo>
                  <a:pt x="2774466" y="36713"/>
                </a:lnTo>
                <a:lnTo>
                  <a:pt x="2773633" y="36549"/>
                </a:lnTo>
                <a:lnTo>
                  <a:pt x="2772793" y="36399"/>
                </a:lnTo>
                <a:lnTo>
                  <a:pt x="2771945" y="36262"/>
                </a:lnTo>
                <a:lnTo>
                  <a:pt x="2771089" y="36138"/>
                </a:lnTo>
                <a:lnTo>
                  <a:pt x="2770226" y="36028"/>
                </a:lnTo>
                <a:lnTo>
                  <a:pt x="2769355" y="35930"/>
                </a:lnTo>
                <a:lnTo>
                  <a:pt x="2768476" y="35845"/>
                </a:lnTo>
                <a:lnTo>
                  <a:pt x="2767589" y="35773"/>
                </a:lnTo>
                <a:lnTo>
                  <a:pt x="2766695" y="35714"/>
                </a:lnTo>
                <a:lnTo>
                  <a:pt x="2765793" y="35669"/>
                </a:lnTo>
                <a:lnTo>
                  <a:pt x="2764884" y="35636"/>
                </a:lnTo>
                <a:lnTo>
                  <a:pt x="2763966" y="35617"/>
                </a:lnTo>
                <a:lnTo>
                  <a:pt x="2763041" y="35610"/>
                </a:lnTo>
                <a:lnTo>
                  <a:pt x="2761937" y="35620"/>
                </a:lnTo>
                <a:lnTo>
                  <a:pt x="2760845" y="35650"/>
                </a:lnTo>
                <a:lnTo>
                  <a:pt x="2759764" y="35700"/>
                </a:lnTo>
                <a:lnTo>
                  <a:pt x="2758694" y="35770"/>
                </a:lnTo>
                <a:lnTo>
                  <a:pt x="2757636" y="35859"/>
                </a:lnTo>
                <a:lnTo>
                  <a:pt x="2756589" y="35969"/>
                </a:lnTo>
                <a:lnTo>
                  <a:pt x="2755554" y="36099"/>
                </a:lnTo>
                <a:lnTo>
                  <a:pt x="2754531" y="36249"/>
                </a:lnTo>
                <a:lnTo>
                  <a:pt x="2753518" y="36418"/>
                </a:lnTo>
                <a:lnTo>
                  <a:pt x="2752518" y="36608"/>
                </a:lnTo>
                <a:lnTo>
                  <a:pt x="2751528" y="36817"/>
                </a:lnTo>
                <a:lnTo>
                  <a:pt x="2750551" y="37047"/>
                </a:lnTo>
                <a:lnTo>
                  <a:pt x="2749584" y="37296"/>
                </a:lnTo>
                <a:lnTo>
                  <a:pt x="2748629" y="37565"/>
                </a:lnTo>
                <a:lnTo>
                  <a:pt x="2747686" y="37855"/>
                </a:lnTo>
                <a:lnTo>
                  <a:pt x="2746754" y="38164"/>
                </a:lnTo>
                <a:lnTo>
                  <a:pt x="2745834" y="38493"/>
                </a:lnTo>
                <a:lnTo>
                  <a:pt x="2744925" y="38842"/>
                </a:lnTo>
                <a:lnTo>
                  <a:pt x="2744027" y="39211"/>
                </a:lnTo>
                <a:lnTo>
                  <a:pt x="2743141" y="39600"/>
                </a:lnTo>
                <a:lnTo>
                  <a:pt x="2742267" y="40009"/>
                </a:lnTo>
                <a:lnTo>
                  <a:pt x="2741404" y="40438"/>
                </a:lnTo>
                <a:lnTo>
                  <a:pt x="2740552" y="40887"/>
                </a:lnTo>
                <a:lnTo>
                  <a:pt x="2739712" y="41356"/>
                </a:lnTo>
                <a:lnTo>
                  <a:pt x="2738886" y="41844"/>
                </a:lnTo>
                <a:lnTo>
                  <a:pt x="2738074" y="42353"/>
                </a:lnTo>
                <a:lnTo>
                  <a:pt x="2737279" y="42881"/>
                </a:lnTo>
                <a:lnTo>
                  <a:pt x="2736498" y="43429"/>
                </a:lnTo>
                <a:lnTo>
                  <a:pt x="2735733" y="43996"/>
                </a:lnTo>
                <a:lnTo>
                  <a:pt x="2734984" y="44583"/>
                </a:lnTo>
                <a:lnTo>
                  <a:pt x="2734249" y="45191"/>
                </a:lnTo>
                <a:lnTo>
                  <a:pt x="2733531" y="45818"/>
                </a:lnTo>
                <a:lnTo>
                  <a:pt x="2732827" y="46464"/>
                </a:lnTo>
                <a:lnTo>
                  <a:pt x="2732139" y="47131"/>
                </a:lnTo>
                <a:lnTo>
                  <a:pt x="2731467" y="47817"/>
                </a:lnTo>
                <a:lnTo>
                  <a:pt x="2730810" y="48523"/>
                </a:lnTo>
                <a:lnTo>
                  <a:pt x="2730168" y="49249"/>
                </a:lnTo>
                <a:lnTo>
                  <a:pt x="2729542" y="49994"/>
                </a:lnTo>
                <a:lnTo>
                  <a:pt x="2728931" y="50760"/>
                </a:lnTo>
                <a:lnTo>
                  <a:pt x="2728335" y="51545"/>
                </a:lnTo>
                <a:lnTo>
                  <a:pt x="2727755" y="52350"/>
                </a:lnTo>
                <a:lnTo>
                  <a:pt x="2727191" y="53175"/>
                </a:lnTo>
                <a:lnTo>
                  <a:pt x="2726642" y="54019"/>
                </a:lnTo>
                <a:lnTo>
                  <a:pt x="2726108" y="54883"/>
                </a:lnTo>
                <a:lnTo>
                  <a:pt x="2725589" y="55768"/>
                </a:lnTo>
                <a:lnTo>
                  <a:pt x="2725086" y="56671"/>
                </a:lnTo>
                <a:lnTo>
                  <a:pt x="2724599" y="57595"/>
                </a:lnTo>
                <a:lnTo>
                  <a:pt x="2724127" y="58538"/>
                </a:lnTo>
                <a:lnTo>
                  <a:pt x="2723672" y="59501"/>
                </a:lnTo>
                <a:lnTo>
                  <a:pt x="2723236" y="60484"/>
                </a:lnTo>
                <a:lnTo>
                  <a:pt x="2722820" y="61486"/>
                </a:lnTo>
                <a:lnTo>
                  <a:pt x="2722424" y="62508"/>
                </a:lnTo>
                <a:lnTo>
                  <a:pt x="2722046" y="63550"/>
                </a:lnTo>
                <a:lnTo>
                  <a:pt x="2721688" y="64611"/>
                </a:lnTo>
                <a:lnTo>
                  <a:pt x="2721350" y="65691"/>
                </a:lnTo>
                <a:lnTo>
                  <a:pt x="2721030" y="66791"/>
                </a:lnTo>
                <a:lnTo>
                  <a:pt x="2720730" y="67911"/>
                </a:lnTo>
                <a:lnTo>
                  <a:pt x="2720450" y="69051"/>
                </a:lnTo>
                <a:lnTo>
                  <a:pt x="2720189" y="70210"/>
                </a:lnTo>
                <a:lnTo>
                  <a:pt x="2719947" y="71388"/>
                </a:lnTo>
                <a:lnTo>
                  <a:pt x="2719724" y="72586"/>
                </a:lnTo>
                <a:lnTo>
                  <a:pt x="2719521" y="73804"/>
                </a:lnTo>
                <a:lnTo>
                  <a:pt x="2719337" y="75041"/>
                </a:lnTo>
                <a:lnTo>
                  <a:pt x="2719173" y="76298"/>
                </a:lnTo>
                <a:lnTo>
                  <a:pt x="2719027" y="77575"/>
                </a:lnTo>
                <a:lnTo>
                  <a:pt x="2718902" y="78871"/>
                </a:lnTo>
                <a:lnTo>
                  <a:pt x="2718795" y="80186"/>
                </a:lnTo>
                <a:lnTo>
                  <a:pt x="2718708" y="81522"/>
                </a:lnTo>
                <a:lnTo>
                  <a:pt x="2718640" y="82876"/>
                </a:lnTo>
                <a:lnTo>
                  <a:pt x="2718592" y="84251"/>
                </a:lnTo>
                <a:lnTo>
                  <a:pt x="2718563" y="85645"/>
                </a:lnTo>
                <a:lnTo>
                  <a:pt x="2718553" y="87058"/>
                </a:lnTo>
                <a:lnTo>
                  <a:pt x="2718563" y="88472"/>
                </a:lnTo>
                <a:lnTo>
                  <a:pt x="2718593" y="89865"/>
                </a:lnTo>
                <a:lnTo>
                  <a:pt x="2718642" y="91239"/>
                </a:lnTo>
                <a:lnTo>
                  <a:pt x="2718711" y="92593"/>
                </a:lnTo>
                <a:lnTo>
                  <a:pt x="2718800" y="93926"/>
                </a:lnTo>
                <a:lnTo>
                  <a:pt x="2718908" y="95240"/>
                </a:lnTo>
                <a:lnTo>
                  <a:pt x="2719036" y="96534"/>
                </a:lnTo>
                <a:lnTo>
                  <a:pt x="2719184" y="97807"/>
                </a:lnTo>
                <a:lnTo>
                  <a:pt x="2719351" y="99061"/>
                </a:lnTo>
                <a:lnTo>
                  <a:pt x="2719538" y="100295"/>
                </a:lnTo>
                <a:lnTo>
                  <a:pt x="2719745" y="101509"/>
                </a:lnTo>
                <a:lnTo>
                  <a:pt x="2719971" y="102703"/>
                </a:lnTo>
                <a:lnTo>
                  <a:pt x="2720218" y="103878"/>
                </a:lnTo>
                <a:lnTo>
                  <a:pt x="2720483" y="105032"/>
                </a:lnTo>
                <a:lnTo>
                  <a:pt x="2720769" y="106166"/>
                </a:lnTo>
                <a:lnTo>
                  <a:pt x="2721074" y="107280"/>
                </a:lnTo>
                <a:lnTo>
                  <a:pt x="2721399" y="108375"/>
                </a:lnTo>
                <a:lnTo>
                  <a:pt x="2721744" y="109449"/>
                </a:lnTo>
                <a:lnTo>
                  <a:pt x="2722108" y="110504"/>
                </a:lnTo>
                <a:lnTo>
                  <a:pt x="2722492" y="111538"/>
                </a:lnTo>
                <a:lnTo>
                  <a:pt x="2722896" y="112553"/>
                </a:lnTo>
                <a:lnTo>
                  <a:pt x="2723319" y="113547"/>
                </a:lnTo>
                <a:lnTo>
                  <a:pt x="2723763" y="114522"/>
                </a:lnTo>
                <a:lnTo>
                  <a:pt x="2724225" y="115477"/>
                </a:lnTo>
                <a:lnTo>
                  <a:pt x="2724706" y="116412"/>
                </a:lnTo>
                <a:lnTo>
                  <a:pt x="2725201" y="117327"/>
                </a:lnTo>
                <a:lnTo>
                  <a:pt x="2725712" y="118222"/>
                </a:lnTo>
                <a:lnTo>
                  <a:pt x="2726238" y="119098"/>
                </a:lnTo>
                <a:lnTo>
                  <a:pt x="2726779" y="119954"/>
                </a:lnTo>
                <a:lnTo>
                  <a:pt x="2727336" y="120790"/>
                </a:lnTo>
                <a:lnTo>
                  <a:pt x="2727907" y="121606"/>
                </a:lnTo>
                <a:lnTo>
                  <a:pt x="2728494" y="122403"/>
                </a:lnTo>
                <a:lnTo>
                  <a:pt x="2729097" y="123180"/>
                </a:lnTo>
                <a:lnTo>
                  <a:pt x="2729714" y="123937"/>
                </a:lnTo>
                <a:lnTo>
                  <a:pt x="2730347" y="124674"/>
                </a:lnTo>
                <a:lnTo>
                  <a:pt x="2730995" y="125391"/>
                </a:lnTo>
                <a:lnTo>
                  <a:pt x="2731658" y="126089"/>
                </a:lnTo>
                <a:lnTo>
                  <a:pt x="2732336" y="126767"/>
                </a:lnTo>
                <a:lnTo>
                  <a:pt x="2733030" y="127425"/>
                </a:lnTo>
                <a:lnTo>
                  <a:pt x="2733739" y="128063"/>
                </a:lnTo>
                <a:lnTo>
                  <a:pt x="2734463" y="128682"/>
                </a:lnTo>
                <a:lnTo>
                  <a:pt x="2735202" y="129281"/>
                </a:lnTo>
                <a:lnTo>
                  <a:pt x="2735957" y="129860"/>
                </a:lnTo>
                <a:lnTo>
                  <a:pt x="2736727" y="130419"/>
                </a:lnTo>
                <a:lnTo>
                  <a:pt x="2737512" y="130959"/>
                </a:lnTo>
                <a:lnTo>
                  <a:pt x="2738312" y="131479"/>
                </a:lnTo>
                <a:lnTo>
                  <a:pt x="2739128" y="131979"/>
                </a:lnTo>
                <a:lnTo>
                  <a:pt x="2739959" y="132459"/>
                </a:lnTo>
                <a:lnTo>
                  <a:pt x="2740802" y="132919"/>
                </a:lnTo>
                <a:lnTo>
                  <a:pt x="2741656" y="133360"/>
                </a:lnTo>
                <a:lnTo>
                  <a:pt x="2742520" y="133781"/>
                </a:lnTo>
                <a:lnTo>
                  <a:pt x="2743395" y="134183"/>
                </a:lnTo>
                <a:lnTo>
                  <a:pt x="2744280" y="134565"/>
                </a:lnTo>
                <a:lnTo>
                  <a:pt x="2745175" y="134927"/>
                </a:lnTo>
                <a:lnTo>
                  <a:pt x="2746080" y="135270"/>
                </a:lnTo>
                <a:lnTo>
                  <a:pt x="2746995" y="135593"/>
                </a:lnTo>
                <a:lnTo>
                  <a:pt x="2747921" y="135896"/>
                </a:lnTo>
                <a:lnTo>
                  <a:pt x="2748857" y="136180"/>
                </a:lnTo>
                <a:lnTo>
                  <a:pt x="2749804" y="136445"/>
                </a:lnTo>
                <a:lnTo>
                  <a:pt x="2750760" y="136690"/>
                </a:lnTo>
                <a:lnTo>
                  <a:pt x="2751727" y="136915"/>
                </a:lnTo>
                <a:lnTo>
                  <a:pt x="2752704" y="137121"/>
                </a:lnTo>
                <a:lnTo>
                  <a:pt x="2753692" y="137307"/>
                </a:lnTo>
                <a:lnTo>
                  <a:pt x="2754690" y="137473"/>
                </a:lnTo>
                <a:lnTo>
                  <a:pt x="2755698" y="137620"/>
                </a:lnTo>
                <a:lnTo>
                  <a:pt x="2756716" y="137747"/>
                </a:lnTo>
                <a:lnTo>
                  <a:pt x="2757744" y="137855"/>
                </a:lnTo>
                <a:lnTo>
                  <a:pt x="2758783" y="137943"/>
                </a:lnTo>
                <a:lnTo>
                  <a:pt x="2759832" y="138012"/>
                </a:lnTo>
                <a:lnTo>
                  <a:pt x="2760892" y="138061"/>
                </a:lnTo>
                <a:lnTo>
                  <a:pt x="2761961" y="138090"/>
                </a:lnTo>
                <a:lnTo>
                  <a:pt x="2763041" y="138100"/>
                </a:lnTo>
                <a:lnTo>
                  <a:pt x="2763983" y="138093"/>
                </a:lnTo>
                <a:lnTo>
                  <a:pt x="2764917" y="138072"/>
                </a:lnTo>
                <a:lnTo>
                  <a:pt x="2765843" y="138038"/>
                </a:lnTo>
                <a:lnTo>
                  <a:pt x="2766761" y="137990"/>
                </a:lnTo>
                <a:lnTo>
                  <a:pt x="2767672" y="137928"/>
                </a:lnTo>
                <a:close/>
                <a:moveTo>
                  <a:pt x="2990882" y="137716"/>
                </a:moveTo>
                <a:lnTo>
                  <a:pt x="2991988" y="137577"/>
                </a:lnTo>
                <a:lnTo>
                  <a:pt x="2993079" y="137417"/>
                </a:lnTo>
                <a:lnTo>
                  <a:pt x="2994155" y="137236"/>
                </a:lnTo>
                <a:lnTo>
                  <a:pt x="2995217" y="137033"/>
                </a:lnTo>
                <a:lnTo>
                  <a:pt x="2996264" y="136809"/>
                </a:lnTo>
                <a:lnTo>
                  <a:pt x="2997297" y="136564"/>
                </a:lnTo>
                <a:lnTo>
                  <a:pt x="2998315" y="136297"/>
                </a:lnTo>
                <a:lnTo>
                  <a:pt x="2999319" y="136009"/>
                </a:lnTo>
                <a:lnTo>
                  <a:pt x="3000308" y="135700"/>
                </a:lnTo>
                <a:lnTo>
                  <a:pt x="3001283" y="135370"/>
                </a:lnTo>
                <a:lnTo>
                  <a:pt x="3002243" y="135018"/>
                </a:lnTo>
                <a:lnTo>
                  <a:pt x="3003188" y="134644"/>
                </a:lnTo>
                <a:lnTo>
                  <a:pt x="3004119" y="134250"/>
                </a:lnTo>
                <a:lnTo>
                  <a:pt x="3005035" y="133834"/>
                </a:lnTo>
                <a:lnTo>
                  <a:pt x="3005937" y="133396"/>
                </a:lnTo>
                <a:lnTo>
                  <a:pt x="3006824" y="132938"/>
                </a:lnTo>
                <a:lnTo>
                  <a:pt x="3007697" y="132458"/>
                </a:lnTo>
                <a:lnTo>
                  <a:pt x="3008555" y="131956"/>
                </a:lnTo>
                <a:lnTo>
                  <a:pt x="3009397" y="131435"/>
                </a:lnTo>
                <a:lnTo>
                  <a:pt x="3010223" y="130895"/>
                </a:lnTo>
                <a:lnTo>
                  <a:pt x="3011033" y="130337"/>
                </a:lnTo>
                <a:lnTo>
                  <a:pt x="3011826" y="129761"/>
                </a:lnTo>
                <a:lnTo>
                  <a:pt x="3012603" y="129166"/>
                </a:lnTo>
                <a:lnTo>
                  <a:pt x="3013364" y="128553"/>
                </a:lnTo>
                <a:lnTo>
                  <a:pt x="3014108" y="127922"/>
                </a:lnTo>
                <a:lnTo>
                  <a:pt x="3014835" y="127272"/>
                </a:lnTo>
                <a:lnTo>
                  <a:pt x="3015546" y="126604"/>
                </a:lnTo>
                <a:lnTo>
                  <a:pt x="3016241" y="125917"/>
                </a:lnTo>
                <a:lnTo>
                  <a:pt x="3016919" y="125213"/>
                </a:lnTo>
                <a:lnTo>
                  <a:pt x="3017581" y="124490"/>
                </a:lnTo>
                <a:lnTo>
                  <a:pt x="3018226" y="123748"/>
                </a:lnTo>
                <a:lnTo>
                  <a:pt x="3018855" y="122988"/>
                </a:lnTo>
                <a:lnTo>
                  <a:pt x="3019467" y="122210"/>
                </a:lnTo>
                <a:lnTo>
                  <a:pt x="3020063" y="121414"/>
                </a:lnTo>
                <a:lnTo>
                  <a:pt x="3020643" y="120599"/>
                </a:lnTo>
                <a:lnTo>
                  <a:pt x="3021206" y="119766"/>
                </a:lnTo>
                <a:lnTo>
                  <a:pt x="3021752" y="118915"/>
                </a:lnTo>
                <a:lnTo>
                  <a:pt x="3022283" y="118045"/>
                </a:lnTo>
                <a:lnTo>
                  <a:pt x="3022796" y="117157"/>
                </a:lnTo>
                <a:lnTo>
                  <a:pt x="3023294" y="116250"/>
                </a:lnTo>
                <a:lnTo>
                  <a:pt x="3023775" y="115326"/>
                </a:lnTo>
                <a:lnTo>
                  <a:pt x="3024239" y="114383"/>
                </a:lnTo>
                <a:lnTo>
                  <a:pt x="3024686" y="113423"/>
                </a:lnTo>
                <a:lnTo>
                  <a:pt x="3025113" y="112448"/>
                </a:lnTo>
                <a:lnTo>
                  <a:pt x="3025522" y="111458"/>
                </a:lnTo>
                <a:lnTo>
                  <a:pt x="3025912" y="110454"/>
                </a:lnTo>
                <a:lnTo>
                  <a:pt x="3026282" y="109434"/>
                </a:lnTo>
                <a:lnTo>
                  <a:pt x="3026634" y="108399"/>
                </a:lnTo>
                <a:lnTo>
                  <a:pt x="3026967" y="107349"/>
                </a:lnTo>
                <a:lnTo>
                  <a:pt x="3027280" y="106285"/>
                </a:lnTo>
                <a:lnTo>
                  <a:pt x="3027575" y="105205"/>
                </a:lnTo>
                <a:lnTo>
                  <a:pt x="3027851" y="104110"/>
                </a:lnTo>
                <a:lnTo>
                  <a:pt x="3028107" y="103000"/>
                </a:lnTo>
                <a:lnTo>
                  <a:pt x="3028345" y="101876"/>
                </a:lnTo>
                <a:lnTo>
                  <a:pt x="3028564" y="100736"/>
                </a:lnTo>
                <a:lnTo>
                  <a:pt x="3028763" y="99581"/>
                </a:lnTo>
                <a:lnTo>
                  <a:pt x="3028944" y="98412"/>
                </a:lnTo>
                <a:lnTo>
                  <a:pt x="3029105" y="97227"/>
                </a:lnTo>
                <a:lnTo>
                  <a:pt x="3029248" y="96027"/>
                </a:lnTo>
                <a:lnTo>
                  <a:pt x="3029371" y="94813"/>
                </a:lnTo>
                <a:lnTo>
                  <a:pt x="3029476" y="93583"/>
                </a:lnTo>
                <a:lnTo>
                  <a:pt x="3029562" y="92338"/>
                </a:lnTo>
                <a:lnTo>
                  <a:pt x="3029628" y="91079"/>
                </a:lnTo>
                <a:lnTo>
                  <a:pt x="3029676" y="89804"/>
                </a:lnTo>
                <a:lnTo>
                  <a:pt x="3029704" y="88514"/>
                </a:lnTo>
                <a:lnTo>
                  <a:pt x="3029714" y="87210"/>
                </a:lnTo>
                <a:lnTo>
                  <a:pt x="3029704" y="85872"/>
                </a:lnTo>
                <a:lnTo>
                  <a:pt x="3029676" y="84550"/>
                </a:lnTo>
                <a:lnTo>
                  <a:pt x="3029628" y="83244"/>
                </a:lnTo>
                <a:lnTo>
                  <a:pt x="3029562" y="81955"/>
                </a:lnTo>
                <a:lnTo>
                  <a:pt x="3029476" y="80681"/>
                </a:lnTo>
                <a:lnTo>
                  <a:pt x="3029371" y="79423"/>
                </a:lnTo>
                <a:lnTo>
                  <a:pt x="3029248" y="78182"/>
                </a:lnTo>
                <a:lnTo>
                  <a:pt x="3029105" y="76957"/>
                </a:lnTo>
                <a:lnTo>
                  <a:pt x="3028944" y="75747"/>
                </a:lnTo>
                <a:lnTo>
                  <a:pt x="3028763" y="74554"/>
                </a:lnTo>
                <a:lnTo>
                  <a:pt x="3028564" y="73376"/>
                </a:lnTo>
                <a:lnTo>
                  <a:pt x="3028345" y="72215"/>
                </a:lnTo>
                <a:lnTo>
                  <a:pt x="3028107" y="71070"/>
                </a:lnTo>
                <a:lnTo>
                  <a:pt x="3027851" y="69941"/>
                </a:lnTo>
                <a:lnTo>
                  <a:pt x="3027575" y="68827"/>
                </a:lnTo>
                <a:lnTo>
                  <a:pt x="3027280" y="67730"/>
                </a:lnTo>
                <a:lnTo>
                  <a:pt x="3026967" y="66649"/>
                </a:lnTo>
                <a:lnTo>
                  <a:pt x="3026634" y="65584"/>
                </a:lnTo>
                <a:lnTo>
                  <a:pt x="3026282" y="64535"/>
                </a:lnTo>
                <a:lnTo>
                  <a:pt x="3025912" y="63502"/>
                </a:lnTo>
                <a:lnTo>
                  <a:pt x="3025522" y="62485"/>
                </a:lnTo>
                <a:lnTo>
                  <a:pt x="3025113" y="61485"/>
                </a:lnTo>
                <a:lnTo>
                  <a:pt x="3024686" y="60500"/>
                </a:lnTo>
                <a:lnTo>
                  <a:pt x="3024239" y="59531"/>
                </a:lnTo>
                <a:lnTo>
                  <a:pt x="3023775" y="58579"/>
                </a:lnTo>
                <a:lnTo>
                  <a:pt x="3023294" y="57647"/>
                </a:lnTo>
                <a:lnTo>
                  <a:pt x="3022796" y="56732"/>
                </a:lnTo>
                <a:lnTo>
                  <a:pt x="3022283" y="55836"/>
                </a:lnTo>
                <a:lnTo>
                  <a:pt x="3021752" y="54959"/>
                </a:lnTo>
                <a:lnTo>
                  <a:pt x="3021206" y="54100"/>
                </a:lnTo>
                <a:lnTo>
                  <a:pt x="3020643" y="53259"/>
                </a:lnTo>
                <a:lnTo>
                  <a:pt x="3020063" y="52438"/>
                </a:lnTo>
                <a:lnTo>
                  <a:pt x="3019467" y="51634"/>
                </a:lnTo>
                <a:lnTo>
                  <a:pt x="3018855" y="50849"/>
                </a:lnTo>
                <a:lnTo>
                  <a:pt x="3018226" y="50083"/>
                </a:lnTo>
                <a:lnTo>
                  <a:pt x="3017581" y="49335"/>
                </a:lnTo>
                <a:lnTo>
                  <a:pt x="3016919" y="48606"/>
                </a:lnTo>
                <a:lnTo>
                  <a:pt x="3016241" y="47895"/>
                </a:lnTo>
                <a:lnTo>
                  <a:pt x="3015546" y="47203"/>
                </a:lnTo>
                <a:lnTo>
                  <a:pt x="3014835" y="46529"/>
                </a:lnTo>
                <a:lnTo>
                  <a:pt x="3014108" y="45874"/>
                </a:lnTo>
                <a:lnTo>
                  <a:pt x="3013364" y="45237"/>
                </a:lnTo>
                <a:lnTo>
                  <a:pt x="3012603" y="44619"/>
                </a:lnTo>
                <a:lnTo>
                  <a:pt x="3011826" y="44020"/>
                </a:lnTo>
                <a:lnTo>
                  <a:pt x="3011033" y="43438"/>
                </a:lnTo>
                <a:lnTo>
                  <a:pt x="3010223" y="42876"/>
                </a:lnTo>
                <a:lnTo>
                  <a:pt x="3009397" y="42332"/>
                </a:lnTo>
                <a:lnTo>
                  <a:pt x="3008555" y="41806"/>
                </a:lnTo>
                <a:lnTo>
                  <a:pt x="3007697" y="41301"/>
                </a:lnTo>
                <a:lnTo>
                  <a:pt x="3006824" y="40816"/>
                </a:lnTo>
                <a:lnTo>
                  <a:pt x="3005937" y="40354"/>
                </a:lnTo>
                <a:lnTo>
                  <a:pt x="3005035" y="39913"/>
                </a:lnTo>
                <a:lnTo>
                  <a:pt x="3004119" y="39493"/>
                </a:lnTo>
                <a:lnTo>
                  <a:pt x="3003188" y="39095"/>
                </a:lnTo>
                <a:lnTo>
                  <a:pt x="3002243" y="38719"/>
                </a:lnTo>
                <a:lnTo>
                  <a:pt x="3001283" y="38364"/>
                </a:lnTo>
                <a:lnTo>
                  <a:pt x="3000308" y="38030"/>
                </a:lnTo>
                <a:lnTo>
                  <a:pt x="2999319" y="37718"/>
                </a:lnTo>
                <a:lnTo>
                  <a:pt x="2998315" y="37428"/>
                </a:lnTo>
                <a:lnTo>
                  <a:pt x="2997297" y="37159"/>
                </a:lnTo>
                <a:lnTo>
                  <a:pt x="2996264" y="36912"/>
                </a:lnTo>
                <a:lnTo>
                  <a:pt x="2995217" y="36686"/>
                </a:lnTo>
                <a:lnTo>
                  <a:pt x="2994155" y="36481"/>
                </a:lnTo>
                <a:lnTo>
                  <a:pt x="2993079" y="36299"/>
                </a:lnTo>
                <a:lnTo>
                  <a:pt x="2991988" y="36137"/>
                </a:lnTo>
                <a:lnTo>
                  <a:pt x="2990882" y="35997"/>
                </a:lnTo>
                <a:lnTo>
                  <a:pt x="2989762" y="35879"/>
                </a:lnTo>
                <a:lnTo>
                  <a:pt x="2988628" y="35782"/>
                </a:lnTo>
                <a:lnTo>
                  <a:pt x="2987478" y="35707"/>
                </a:lnTo>
                <a:lnTo>
                  <a:pt x="2986315" y="35653"/>
                </a:lnTo>
                <a:lnTo>
                  <a:pt x="2985136" y="35621"/>
                </a:lnTo>
                <a:lnTo>
                  <a:pt x="2983943" y="35610"/>
                </a:lnTo>
                <a:lnTo>
                  <a:pt x="2982775" y="35621"/>
                </a:lnTo>
                <a:lnTo>
                  <a:pt x="2981620" y="35653"/>
                </a:lnTo>
                <a:lnTo>
                  <a:pt x="2980480" y="35707"/>
                </a:lnTo>
                <a:lnTo>
                  <a:pt x="2979354" y="35782"/>
                </a:lnTo>
                <a:lnTo>
                  <a:pt x="2978241" y="35879"/>
                </a:lnTo>
                <a:lnTo>
                  <a:pt x="2977143" y="35997"/>
                </a:lnTo>
                <a:lnTo>
                  <a:pt x="2976059" y="36137"/>
                </a:lnTo>
                <a:lnTo>
                  <a:pt x="2974989" y="36299"/>
                </a:lnTo>
                <a:lnTo>
                  <a:pt x="2973933" y="36481"/>
                </a:lnTo>
                <a:lnTo>
                  <a:pt x="2972891" y="36686"/>
                </a:lnTo>
                <a:lnTo>
                  <a:pt x="2971863" y="36912"/>
                </a:lnTo>
                <a:lnTo>
                  <a:pt x="2970849" y="37159"/>
                </a:lnTo>
                <a:lnTo>
                  <a:pt x="2969849" y="37428"/>
                </a:lnTo>
                <a:lnTo>
                  <a:pt x="2968863" y="37718"/>
                </a:lnTo>
                <a:lnTo>
                  <a:pt x="2967891" y="38030"/>
                </a:lnTo>
                <a:lnTo>
                  <a:pt x="2966933" y="38364"/>
                </a:lnTo>
                <a:lnTo>
                  <a:pt x="2965989" y="38719"/>
                </a:lnTo>
                <a:lnTo>
                  <a:pt x="2965059" y="39095"/>
                </a:lnTo>
                <a:lnTo>
                  <a:pt x="2964144" y="39493"/>
                </a:lnTo>
                <a:lnTo>
                  <a:pt x="2963242" y="39913"/>
                </a:lnTo>
                <a:lnTo>
                  <a:pt x="2962354" y="40354"/>
                </a:lnTo>
                <a:lnTo>
                  <a:pt x="2961481" y="40816"/>
                </a:lnTo>
                <a:lnTo>
                  <a:pt x="2960621" y="41301"/>
                </a:lnTo>
                <a:lnTo>
                  <a:pt x="2959776" y="41806"/>
                </a:lnTo>
                <a:lnTo>
                  <a:pt x="2958946" y="42332"/>
                </a:lnTo>
                <a:lnTo>
                  <a:pt x="2958132" y="42876"/>
                </a:lnTo>
                <a:lnTo>
                  <a:pt x="2957335" y="43438"/>
                </a:lnTo>
                <a:lnTo>
                  <a:pt x="2956555" y="44020"/>
                </a:lnTo>
                <a:lnTo>
                  <a:pt x="2955791" y="44619"/>
                </a:lnTo>
                <a:lnTo>
                  <a:pt x="2955044" y="45237"/>
                </a:lnTo>
                <a:lnTo>
                  <a:pt x="2954314" y="45874"/>
                </a:lnTo>
                <a:lnTo>
                  <a:pt x="2953600" y="46529"/>
                </a:lnTo>
                <a:lnTo>
                  <a:pt x="2952902" y="47203"/>
                </a:lnTo>
                <a:lnTo>
                  <a:pt x="2952222" y="47895"/>
                </a:lnTo>
                <a:lnTo>
                  <a:pt x="2951558" y="48606"/>
                </a:lnTo>
                <a:lnTo>
                  <a:pt x="2950910" y="49335"/>
                </a:lnTo>
                <a:lnTo>
                  <a:pt x="2950280" y="50083"/>
                </a:lnTo>
                <a:lnTo>
                  <a:pt x="2949665" y="50849"/>
                </a:lnTo>
                <a:lnTo>
                  <a:pt x="2949068" y="51634"/>
                </a:lnTo>
                <a:lnTo>
                  <a:pt x="2948487" y="52438"/>
                </a:lnTo>
                <a:lnTo>
                  <a:pt x="2947922" y="53259"/>
                </a:lnTo>
                <a:lnTo>
                  <a:pt x="2947375" y="54100"/>
                </a:lnTo>
                <a:lnTo>
                  <a:pt x="2946843" y="54959"/>
                </a:lnTo>
                <a:lnTo>
                  <a:pt x="2946329" y="55836"/>
                </a:lnTo>
                <a:lnTo>
                  <a:pt x="2945831" y="56732"/>
                </a:lnTo>
                <a:lnTo>
                  <a:pt x="2945350" y="57647"/>
                </a:lnTo>
                <a:lnTo>
                  <a:pt x="2944885" y="58579"/>
                </a:lnTo>
                <a:lnTo>
                  <a:pt x="2944437" y="59531"/>
                </a:lnTo>
                <a:lnTo>
                  <a:pt x="2944006" y="60500"/>
                </a:lnTo>
                <a:lnTo>
                  <a:pt x="2943594" y="61485"/>
                </a:lnTo>
                <a:lnTo>
                  <a:pt x="2943200" y="62485"/>
                </a:lnTo>
                <a:lnTo>
                  <a:pt x="2942824" y="63502"/>
                </a:lnTo>
                <a:lnTo>
                  <a:pt x="2942467" y="64535"/>
                </a:lnTo>
                <a:lnTo>
                  <a:pt x="2942128" y="65584"/>
                </a:lnTo>
                <a:lnTo>
                  <a:pt x="2941807" y="66649"/>
                </a:lnTo>
                <a:lnTo>
                  <a:pt x="2941505" y="67730"/>
                </a:lnTo>
                <a:lnTo>
                  <a:pt x="2941221" y="68827"/>
                </a:lnTo>
                <a:lnTo>
                  <a:pt x="2940955" y="69941"/>
                </a:lnTo>
                <a:lnTo>
                  <a:pt x="2940708" y="71070"/>
                </a:lnTo>
                <a:lnTo>
                  <a:pt x="2940479" y="72215"/>
                </a:lnTo>
                <a:lnTo>
                  <a:pt x="2940268" y="73376"/>
                </a:lnTo>
                <a:lnTo>
                  <a:pt x="2940076" y="74554"/>
                </a:lnTo>
                <a:lnTo>
                  <a:pt x="2939902" y="75747"/>
                </a:lnTo>
                <a:lnTo>
                  <a:pt x="2939746" y="76957"/>
                </a:lnTo>
                <a:lnTo>
                  <a:pt x="2939608" y="78182"/>
                </a:lnTo>
                <a:lnTo>
                  <a:pt x="2939489" y="79423"/>
                </a:lnTo>
                <a:lnTo>
                  <a:pt x="2939389" y="80681"/>
                </a:lnTo>
                <a:lnTo>
                  <a:pt x="2939306" y="81955"/>
                </a:lnTo>
                <a:lnTo>
                  <a:pt x="2939242" y="83244"/>
                </a:lnTo>
                <a:lnTo>
                  <a:pt x="2939196" y="84550"/>
                </a:lnTo>
                <a:lnTo>
                  <a:pt x="2939169" y="85872"/>
                </a:lnTo>
                <a:lnTo>
                  <a:pt x="2939159" y="87210"/>
                </a:lnTo>
                <a:lnTo>
                  <a:pt x="2939169" y="88514"/>
                </a:lnTo>
                <a:lnTo>
                  <a:pt x="2939196" y="89804"/>
                </a:lnTo>
                <a:lnTo>
                  <a:pt x="2939242" y="91079"/>
                </a:lnTo>
                <a:lnTo>
                  <a:pt x="2939306" y="92338"/>
                </a:lnTo>
                <a:lnTo>
                  <a:pt x="2939389" y="93583"/>
                </a:lnTo>
                <a:lnTo>
                  <a:pt x="2939489" y="94813"/>
                </a:lnTo>
                <a:lnTo>
                  <a:pt x="2939608" y="96027"/>
                </a:lnTo>
                <a:lnTo>
                  <a:pt x="2939746" y="97227"/>
                </a:lnTo>
                <a:lnTo>
                  <a:pt x="2939902" y="98412"/>
                </a:lnTo>
                <a:lnTo>
                  <a:pt x="2940076" y="99581"/>
                </a:lnTo>
                <a:lnTo>
                  <a:pt x="2940268" y="100736"/>
                </a:lnTo>
                <a:lnTo>
                  <a:pt x="2940479" y="101876"/>
                </a:lnTo>
                <a:lnTo>
                  <a:pt x="2940708" y="103000"/>
                </a:lnTo>
                <a:lnTo>
                  <a:pt x="2940955" y="104110"/>
                </a:lnTo>
                <a:lnTo>
                  <a:pt x="2941221" y="105205"/>
                </a:lnTo>
                <a:lnTo>
                  <a:pt x="2941505" y="106285"/>
                </a:lnTo>
                <a:lnTo>
                  <a:pt x="2941807" y="107349"/>
                </a:lnTo>
                <a:lnTo>
                  <a:pt x="2942128" y="108399"/>
                </a:lnTo>
                <a:lnTo>
                  <a:pt x="2942467" y="109434"/>
                </a:lnTo>
                <a:lnTo>
                  <a:pt x="2942824" y="110454"/>
                </a:lnTo>
                <a:lnTo>
                  <a:pt x="2943200" y="111458"/>
                </a:lnTo>
                <a:lnTo>
                  <a:pt x="2943594" y="112448"/>
                </a:lnTo>
                <a:lnTo>
                  <a:pt x="2944006" y="113423"/>
                </a:lnTo>
                <a:lnTo>
                  <a:pt x="2944437" y="114383"/>
                </a:lnTo>
                <a:lnTo>
                  <a:pt x="2944885" y="115326"/>
                </a:lnTo>
                <a:lnTo>
                  <a:pt x="2945350" y="116250"/>
                </a:lnTo>
                <a:lnTo>
                  <a:pt x="2945831" y="117157"/>
                </a:lnTo>
                <a:lnTo>
                  <a:pt x="2946329" y="118045"/>
                </a:lnTo>
                <a:lnTo>
                  <a:pt x="2946843" y="118915"/>
                </a:lnTo>
                <a:lnTo>
                  <a:pt x="2947375" y="119766"/>
                </a:lnTo>
                <a:lnTo>
                  <a:pt x="2947922" y="120599"/>
                </a:lnTo>
                <a:lnTo>
                  <a:pt x="2948487" y="121414"/>
                </a:lnTo>
                <a:lnTo>
                  <a:pt x="2949068" y="122210"/>
                </a:lnTo>
                <a:lnTo>
                  <a:pt x="2949665" y="122988"/>
                </a:lnTo>
                <a:lnTo>
                  <a:pt x="2950280" y="123748"/>
                </a:lnTo>
                <a:lnTo>
                  <a:pt x="2950910" y="124490"/>
                </a:lnTo>
                <a:lnTo>
                  <a:pt x="2951558" y="125213"/>
                </a:lnTo>
                <a:lnTo>
                  <a:pt x="2952222" y="125917"/>
                </a:lnTo>
                <a:lnTo>
                  <a:pt x="2952902" y="126604"/>
                </a:lnTo>
                <a:lnTo>
                  <a:pt x="2953600" y="127272"/>
                </a:lnTo>
                <a:lnTo>
                  <a:pt x="2954314" y="127922"/>
                </a:lnTo>
                <a:lnTo>
                  <a:pt x="2955044" y="128553"/>
                </a:lnTo>
                <a:lnTo>
                  <a:pt x="2955791" y="129166"/>
                </a:lnTo>
                <a:lnTo>
                  <a:pt x="2956555" y="129761"/>
                </a:lnTo>
                <a:lnTo>
                  <a:pt x="2957335" y="130337"/>
                </a:lnTo>
                <a:lnTo>
                  <a:pt x="2958132" y="130895"/>
                </a:lnTo>
                <a:lnTo>
                  <a:pt x="2958946" y="131435"/>
                </a:lnTo>
                <a:lnTo>
                  <a:pt x="2959776" y="131956"/>
                </a:lnTo>
                <a:lnTo>
                  <a:pt x="2960621" y="132458"/>
                </a:lnTo>
                <a:lnTo>
                  <a:pt x="2961481" y="132938"/>
                </a:lnTo>
                <a:lnTo>
                  <a:pt x="2962354" y="133396"/>
                </a:lnTo>
                <a:lnTo>
                  <a:pt x="2963242" y="133834"/>
                </a:lnTo>
                <a:lnTo>
                  <a:pt x="2964144" y="134250"/>
                </a:lnTo>
                <a:lnTo>
                  <a:pt x="2965059" y="134644"/>
                </a:lnTo>
                <a:lnTo>
                  <a:pt x="2965989" y="135018"/>
                </a:lnTo>
                <a:lnTo>
                  <a:pt x="2966933" y="135370"/>
                </a:lnTo>
                <a:lnTo>
                  <a:pt x="2967891" y="135700"/>
                </a:lnTo>
                <a:lnTo>
                  <a:pt x="2968863" y="136009"/>
                </a:lnTo>
                <a:lnTo>
                  <a:pt x="2969849" y="136297"/>
                </a:lnTo>
                <a:lnTo>
                  <a:pt x="2970849" y="136564"/>
                </a:lnTo>
                <a:lnTo>
                  <a:pt x="2971863" y="136809"/>
                </a:lnTo>
                <a:lnTo>
                  <a:pt x="2972891" y="137033"/>
                </a:lnTo>
                <a:lnTo>
                  <a:pt x="2973933" y="137236"/>
                </a:lnTo>
                <a:lnTo>
                  <a:pt x="2974989" y="137417"/>
                </a:lnTo>
                <a:lnTo>
                  <a:pt x="2976059" y="137577"/>
                </a:lnTo>
                <a:lnTo>
                  <a:pt x="2977143" y="137716"/>
                </a:lnTo>
                <a:lnTo>
                  <a:pt x="2978241" y="137833"/>
                </a:lnTo>
                <a:lnTo>
                  <a:pt x="2979354" y="137929"/>
                </a:lnTo>
                <a:lnTo>
                  <a:pt x="2980480" y="138004"/>
                </a:lnTo>
                <a:lnTo>
                  <a:pt x="2981620" y="138057"/>
                </a:lnTo>
                <a:lnTo>
                  <a:pt x="2982775" y="138089"/>
                </a:lnTo>
                <a:lnTo>
                  <a:pt x="2983943" y="138100"/>
                </a:lnTo>
                <a:lnTo>
                  <a:pt x="2985136" y="138089"/>
                </a:lnTo>
                <a:lnTo>
                  <a:pt x="2986315" y="138057"/>
                </a:lnTo>
                <a:lnTo>
                  <a:pt x="2987478" y="138004"/>
                </a:lnTo>
                <a:lnTo>
                  <a:pt x="2988628" y="137929"/>
                </a:lnTo>
                <a:lnTo>
                  <a:pt x="2989762" y="137833"/>
                </a:lnTo>
                <a:lnTo>
                  <a:pt x="2990882" y="137716"/>
                </a:lnTo>
                <a:close/>
                <a:moveTo>
                  <a:pt x="2979033" y="124676"/>
                </a:moveTo>
                <a:lnTo>
                  <a:pt x="2978267" y="124566"/>
                </a:lnTo>
                <a:lnTo>
                  <a:pt x="2977515" y="124439"/>
                </a:lnTo>
                <a:lnTo>
                  <a:pt x="2976779" y="124295"/>
                </a:lnTo>
                <a:lnTo>
                  <a:pt x="2976057" y="124134"/>
                </a:lnTo>
                <a:lnTo>
                  <a:pt x="2975350" y="123957"/>
                </a:lnTo>
                <a:lnTo>
                  <a:pt x="2974659" y="123762"/>
                </a:lnTo>
                <a:lnTo>
                  <a:pt x="2973982" y="123551"/>
                </a:lnTo>
                <a:lnTo>
                  <a:pt x="2973320" y="123322"/>
                </a:lnTo>
                <a:lnTo>
                  <a:pt x="2972673" y="123077"/>
                </a:lnTo>
                <a:lnTo>
                  <a:pt x="2972040" y="122814"/>
                </a:lnTo>
                <a:lnTo>
                  <a:pt x="2971423" y="122535"/>
                </a:lnTo>
                <a:lnTo>
                  <a:pt x="2970821" y="122239"/>
                </a:lnTo>
                <a:lnTo>
                  <a:pt x="2970233" y="121926"/>
                </a:lnTo>
                <a:lnTo>
                  <a:pt x="2969661" y="121596"/>
                </a:lnTo>
                <a:lnTo>
                  <a:pt x="2969103" y="121249"/>
                </a:lnTo>
                <a:lnTo>
                  <a:pt x="2968560" y="120885"/>
                </a:lnTo>
                <a:lnTo>
                  <a:pt x="2968032" y="120505"/>
                </a:lnTo>
                <a:lnTo>
                  <a:pt x="2967519" y="120107"/>
                </a:lnTo>
                <a:lnTo>
                  <a:pt x="2967020" y="119694"/>
                </a:lnTo>
                <a:lnTo>
                  <a:pt x="2966532" y="119269"/>
                </a:lnTo>
                <a:lnTo>
                  <a:pt x="2966056" y="118830"/>
                </a:lnTo>
                <a:lnTo>
                  <a:pt x="2965592" y="118379"/>
                </a:lnTo>
                <a:lnTo>
                  <a:pt x="2965139" y="117915"/>
                </a:lnTo>
                <a:lnTo>
                  <a:pt x="2964699" y="117438"/>
                </a:lnTo>
                <a:lnTo>
                  <a:pt x="2964270" y="116948"/>
                </a:lnTo>
                <a:lnTo>
                  <a:pt x="2963853" y="116446"/>
                </a:lnTo>
                <a:lnTo>
                  <a:pt x="2963448" y="115930"/>
                </a:lnTo>
                <a:lnTo>
                  <a:pt x="2963055" y="115402"/>
                </a:lnTo>
                <a:lnTo>
                  <a:pt x="2962673" y="114861"/>
                </a:lnTo>
                <a:lnTo>
                  <a:pt x="2962304" y="114307"/>
                </a:lnTo>
                <a:lnTo>
                  <a:pt x="2961946" y="113740"/>
                </a:lnTo>
                <a:lnTo>
                  <a:pt x="2961600" y="113161"/>
                </a:lnTo>
                <a:lnTo>
                  <a:pt x="2961266" y="112569"/>
                </a:lnTo>
                <a:lnTo>
                  <a:pt x="2960943" y="111963"/>
                </a:lnTo>
                <a:lnTo>
                  <a:pt x="2960633" y="111345"/>
                </a:lnTo>
                <a:lnTo>
                  <a:pt x="2960334" y="110715"/>
                </a:lnTo>
                <a:lnTo>
                  <a:pt x="2960047" y="110071"/>
                </a:lnTo>
                <a:lnTo>
                  <a:pt x="2959772" y="109415"/>
                </a:lnTo>
                <a:lnTo>
                  <a:pt x="2959508" y="108745"/>
                </a:lnTo>
                <a:lnTo>
                  <a:pt x="2959257" y="108063"/>
                </a:lnTo>
                <a:lnTo>
                  <a:pt x="2959017" y="107368"/>
                </a:lnTo>
                <a:lnTo>
                  <a:pt x="2958789" y="106661"/>
                </a:lnTo>
                <a:lnTo>
                  <a:pt x="2958572" y="105943"/>
                </a:lnTo>
                <a:lnTo>
                  <a:pt x="2958364" y="105216"/>
                </a:lnTo>
                <a:lnTo>
                  <a:pt x="2958165" y="104482"/>
                </a:lnTo>
                <a:lnTo>
                  <a:pt x="2957976" y="103740"/>
                </a:lnTo>
                <a:lnTo>
                  <a:pt x="2957795" y="102990"/>
                </a:lnTo>
                <a:lnTo>
                  <a:pt x="2957624" y="102232"/>
                </a:lnTo>
                <a:lnTo>
                  <a:pt x="2957462" y="101466"/>
                </a:lnTo>
                <a:lnTo>
                  <a:pt x="2957310" y="100691"/>
                </a:lnTo>
                <a:lnTo>
                  <a:pt x="2957166" y="99909"/>
                </a:lnTo>
                <a:lnTo>
                  <a:pt x="2957032" y="99119"/>
                </a:lnTo>
                <a:lnTo>
                  <a:pt x="2956908" y="98321"/>
                </a:lnTo>
                <a:lnTo>
                  <a:pt x="2956792" y="97515"/>
                </a:lnTo>
                <a:lnTo>
                  <a:pt x="2956686" y="96700"/>
                </a:lnTo>
                <a:lnTo>
                  <a:pt x="2956588" y="95878"/>
                </a:lnTo>
                <a:lnTo>
                  <a:pt x="2956501" y="95048"/>
                </a:lnTo>
                <a:lnTo>
                  <a:pt x="2956422" y="94210"/>
                </a:lnTo>
                <a:lnTo>
                  <a:pt x="2956353" y="93364"/>
                </a:lnTo>
                <a:lnTo>
                  <a:pt x="2956293" y="92509"/>
                </a:lnTo>
                <a:lnTo>
                  <a:pt x="2956242" y="91647"/>
                </a:lnTo>
                <a:lnTo>
                  <a:pt x="2956200" y="90777"/>
                </a:lnTo>
                <a:lnTo>
                  <a:pt x="2956168" y="89899"/>
                </a:lnTo>
                <a:lnTo>
                  <a:pt x="2956145" y="89012"/>
                </a:lnTo>
                <a:lnTo>
                  <a:pt x="2956131" y="88118"/>
                </a:lnTo>
                <a:lnTo>
                  <a:pt x="2956126" y="87216"/>
                </a:lnTo>
                <a:lnTo>
                  <a:pt x="2956131" y="86296"/>
                </a:lnTo>
                <a:lnTo>
                  <a:pt x="2956145" y="85385"/>
                </a:lnTo>
                <a:lnTo>
                  <a:pt x="2956168" y="84481"/>
                </a:lnTo>
                <a:lnTo>
                  <a:pt x="2956200" y="83586"/>
                </a:lnTo>
                <a:lnTo>
                  <a:pt x="2956242" y="82699"/>
                </a:lnTo>
                <a:lnTo>
                  <a:pt x="2956293" y="81821"/>
                </a:lnTo>
                <a:lnTo>
                  <a:pt x="2956353" y="80950"/>
                </a:lnTo>
                <a:lnTo>
                  <a:pt x="2956422" y="80088"/>
                </a:lnTo>
                <a:lnTo>
                  <a:pt x="2956501" y="79234"/>
                </a:lnTo>
                <a:lnTo>
                  <a:pt x="2956588" y="78388"/>
                </a:lnTo>
                <a:lnTo>
                  <a:pt x="2956686" y="77550"/>
                </a:lnTo>
                <a:lnTo>
                  <a:pt x="2956792" y="76721"/>
                </a:lnTo>
                <a:lnTo>
                  <a:pt x="2956908" y="75900"/>
                </a:lnTo>
                <a:lnTo>
                  <a:pt x="2957032" y="75087"/>
                </a:lnTo>
                <a:lnTo>
                  <a:pt x="2957166" y="74282"/>
                </a:lnTo>
                <a:lnTo>
                  <a:pt x="2957310" y="73485"/>
                </a:lnTo>
                <a:lnTo>
                  <a:pt x="2957462" y="72697"/>
                </a:lnTo>
                <a:lnTo>
                  <a:pt x="2957624" y="71916"/>
                </a:lnTo>
                <a:lnTo>
                  <a:pt x="2957795" y="71144"/>
                </a:lnTo>
                <a:lnTo>
                  <a:pt x="2957976" y="70380"/>
                </a:lnTo>
                <a:lnTo>
                  <a:pt x="2958165" y="69625"/>
                </a:lnTo>
                <a:lnTo>
                  <a:pt x="2958364" y="68877"/>
                </a:lnTo>
                <a:lnTo>
                  <a:pt x="2958572" y="68138"/>
                </a:lnTo>
                <a:lnTo>
                  <a:pt x="2958789" y="67407"/>
                </a:lnTo>
                <a:lnTo>
                  <a:pt x="2959017" y="66687"/>
                </a:lnTo>
                <a:lnTo>
                  <a:pt x="2959257" y="65979"/>
                </a:lnTo>
                <a:lnTo>
                  <a:pt x="2959508" y="65285"/>
                </a:lnTo>
                <a:lnTo>
                  <a:pt x="2959772" y="64603"/>
                </a:lnTo>
                <a:lnTo>
                  <a:pt x="2960047" y="63935"/>
                </a:lnTo>
                <a:lnTo>
                  <a:pt x="2960334" y="63279"/>
                </a:lnTo>
                <a:lnTo>
                  <a:pt x="2960633" y="62637"/>
                </a:lnTo>
                <a:lnTo>
                  <a:pt x="2960943" y="62008"/>
                </a:lnTo>
                <a:lnTo>
                  <a:pt x="2961266" y="61391"/>
                </a:lnTo>
                <a:lnTo>
                  <a:pt x="2961600" y="60788"/>
                </a:lnTo>
                <a:lnTo>
                  <a:pt x="2961946" y="60198"/>
                </a:lnTo>
                <a:lnTo>
                  <a:pt x="2962304" y="59620"/>
                </a:lnTo>
                <a:lnTo>
                  <a:pt x="2962673" y="59056"/>
                </a:lnTo>
                <a:lnTo>
                  <a:pt x="2963055" y="58505"/>
                </a:lnTo>
                <a:lnTo>
                  <a:pt x="2963448" y="57967"/>
                </a:lnTo>
                <a:lnTo>
                  <a:pt x="2963853" y="57441"/>
                </a:lnTo>
                <a:lnTo>
                  <a:pt x="2964270" y="56929"/>
                </a:lnTo>
                <a:lnTo>
                  <a:pt x="2964699" y="56430"/>
                </a:lnTo>
                <a:lnTo>
                  <a:pt x="2965139" y="55944"/>
                </a:lnTo>
                <a:lnTo>
                  <a:pt x="2965592" y="55471"/>
                </a:lnTo>
                <a:lnTo>
                  <a:pt x="2966056" y="55010"/>
                </a:lnTo>
                <a:lnTo>
                  <a:pt x="2966532" y="54563"/>
                </a:lnTo>
                <a:lnTo>
                  <a:pt x="2967020" y="54129"/>
                </a:lnTo>
                <a:lnTo>
                  <a:pt x="2967519" y="53708"/>
                </a:lnTo>
                <a:lnTo>
                  <a:pt x="2968032" y="53302"/>
                </a:lnTo>
                <a:lnTo>
                  <a:pt x="2968560" y="52913"/>
                </a:lnTo>
                <a:lnTo>
                  <a:pt x="2969103" y="52541"/>
                </a:lnTo>
                <a:lnTo>
                  <a:pt x="2969661" y="52187"/>
                </a:lnTo>
                <a:lnTo>
                  <a:pt x="2970233" y="51850"/>
                </a:lnTo>
                <a:lnTo>
                  <a:pt x="2970821" y="51530"/>
                </a:lnTo>
                <a:lnTo>
                  <a:pt x="2971423" y="51227"/>
                </a:lnTo>
                <a:lnTo>
                  <a:pt x="2972040" y="50942"/>
                </a:lnTo>
                <a:lnTo>
                  <a:pt x="2972673" y="50674"/>
                </a:lnTo>
                <a:lnTo>
                  <a:pt x="2973320" y="50424"/>
                </a:lnTo>
                <a:lnTo>
                  <a:pt x="2973982" y="50190"/>
                </a:lnTo>
                <a:lnTo>
                  <a:pt x="2974659" y="49974"/>
                </a:lnTo>
                <a:lnTo>
                  <a:pt x="2975350" y="49775"/>
                </a:lnTo>
                <a:lnTo>
                  <a:pt x="2976057" y="49594"/>
                </a:lnTo>
                <a:lnTo>
                  <a:pt x="2976779" y="49430"/>
                </a:lnTo>
                <a:lnTo>
                  <a:pt x="2977515" y="49283"/>
                </a:lnTo>
                <a:lnTo>
                  <a:pt x="2978267" y="49153"/>
                </a:lnTo>
                <a:lnTo>
                  <a:pt x="2979033" y="49041"/>
                </a:lnTo>
                <a:lnTo>
                  <a:pt x="2979814" y="48946"/>
                </a:lnTo>
                <a:lnTo>
                  <a:pt x="2980610" y="48868"/>
                </a:lnTo>
                <a:lnTo>
                  <a:pt x="2981421" y="48807"/>
                </a:lnTo>
                <a:lnTo>
                  <a:pt x="2982247" y="48764"/>
                </a:lnTo>
                <a:lnTo>
                  <a:pt x="2983088" y="48738"/>
                </a:lnTo>
                <a:lnTo>
                  <a:pt x="2983943" y="48730"/>
                </a:lnTo>
                <a:lnTo>
                  <a:pt x="2984824" y="48738"/>
                </a:lnTo>
                <a:lnTo>
                  <a:pt x="2985689" y="48764"/>
                </a:lnTo>
                <a:lnTo>
                  <a:pt x="2986539" y="48807"/>
                </a:lnTo>
                <a:lnTo>
                  <a:pt x="2987374" y="48868"/>
                </a:lnTo>
                <a:lnTo>
                  <a:pt x="2988194" y="48946"/>
                </a:lnTo>
                <a:lnTo>
                  <a:pt x="2988999" y="49041"/>
                </a:lnTo>
                <a:lnTo>
                  <a:pt x="2989789" y="49153"/>
                </a:lnTo>
                <a:lnTo>
                  <a:pt x="2990563" y="49283"/>
                </a:lnTo>
                <a:lnTo>
                  <a:pt x="2991323" y="49430"/>
                </a:lnTo>
                <a:lnTo>
                  <a:pt x="2992068" y="49594"/>
                </a:lnTo>
                <a:lnTo>
                  <a:pt x="2992797" y="49775"/>
                </a:lnTo>
                <a:lnTo>
                  <a:pt x="2993512" y="49974"/>
                </a:lnTo>
                <a:lnTo>
                  <a:pt x="2994211" y="50190"/>
                </a:lnTo>
                <a:lnTo>
                  <a:pt x="2994895" y="50424"/>
                </a:lnTo>
                <a:lnTo>
                  <a:pt x="2995565" y="50674"/>
                </a:lnTo>
                <a:lnTo>
                  <a:pt x="2996219" y="50942"/>
                </a:lnTo>
                <a:lnTo>
                  <a:pt x="2996858" y="51227"/>
                </a:lnTo>
                <a:lnTo>
                  <a:pt x="2997482" y="51530"/>
                </a:lnTo>
                <a:lnTo>
                  <a:pt x="2998091" y="51850"/>
                </a:lnTo>
                <a:lnTo>
                  <a:pt x="2998685" y="52187"/>
                </a:lnTo>
                <a:lnTo>
                  <a:pt x="2999264" y="52541"/>
                </a:lnTo>
                <a:lnTo>
                  <a:pt x="2999828" y="52913"/>
                </a:lnTo>
                <a:lnTo>
                  <a:pt x="3000376" y="53302"/>
                </a:lnTo>
                <a:lnTo>
                  <a:pt x="3000910" y="53708"/>
                </a:lnTo>
                <a:lnTo>
                  <a:pt x="3001430" y="54129"/>
                </a:lnTo>
                <a:lnTo>
                  <a:pt x="3001937" y="54563"/>
                </a:lnTo>
                <a:lnTo>
                  <a:pt x="3002433" y="55010"/>
                </a:lnTo>
                <a:lnTo>
                  <a:pt x="3002916" y="55471"/>
                </a:lnTo>
                <a:lnTo>
                  <a:pt x="3003386" y="55944"/>
                </a:lnTo>
                <a:lnTo>
                  <a:pt x="3003845" y="56430"/>
                </a:lnTo>
                <a:lnTo>
                  <a:pt x="3004291" y="56929"/>
                </a:lnTo>
                <a:lnTo>
                  <a:pt x="3004724" y="57441"/>
                </a:lnTo>
                <a:lnTo>
                  <a:pt x="3005145" y="57967"/>
                </a:lnTo>
                <a:lnTo>
                  <a:pt x="3005554" y="58505"/>
                </a:lnTo>
                <a:lnTo>
                  <a:pt x="3005951" y="59056"/>
                </a:lnTo>
                <a:lnTo>
                  <a:pt x="3006335" y="59620"/>
                </a:lnTo>
                <a:lnTo>
                  <a:pt x="3006707" y="60198"/>
                </a:lnTo>
                <a:lnTo>
                  <a:pt x="3007067" y="60788"/>
                </a:lnTo>
                <a:lnTo>
                  <a:pt x="3007414" y="61391"/>
                </a:lnTo>
                <a:lnTo>
                  <a:pt x="3007749" y="62008"/>
                </a:lnTo>
                <a:lnTo>
                  <a:pt x="3008072" y="62637"/>
                </a:lnTo>
                <a:lnTo>
                  <a:pt x="3008382" y="63279"/>
                </a:lnTo>
                <a:lnTo>
                  <a:pt x="3008680" y="63935"/>
                </a:lnTo>
                <a:lnTo>
                  <a:pt x="3008966" y="64603"/>
                </a:lnTo>
                <a:lnTo>
                  <a:pt x="3009239" y="65285"/>
                </a:lnTo>
                <a:lnTo>
                  <a:pt x="3009500" y="65979"/>
                </a:lnTo>
                <a:lnTo>
                  <a:pt x="3009749" y="66687"/>
                </a:lnTo>
                <a:lnTo>
                  <a:pt x="3009985" y="67407"/>
                </a:lnTo>
                <a:lnTo>
                  <a:pt x="3010210" y="68138"/>
                </a:lnTo>
                <a:lnTo>
                  <a:pt x="3010426" y="68877"/>
                </a:lnTo>
                <a:lnTo>
                  <a:pt x="3010632" y="69625"/>
                </a:lnTo>
                <a:lnTo>
                  <a:pt x="3010829" y="70380"/>
                </a:lnTo>
                <a:lnTo>
                  <a:pt x="3011016" y="71144"/>
                </a:lnTo>
                <a:lnTo>
                  <a:pt x="3011193" y="71916"/>
                </a:lnTo>
                <a:lnTo>
                  <a:pt x="3011361" y="72697"/>
                </a:lnTo>
                <a:lnTo>
                  <a:pt x="3011520" y="73485"/>
                </a:lnTo>
                <a:lnTo>
                  <a:pt x="3011668" y="74282"/>
                </a:lnTo>
                <a:lnTo>
                  <a:pt x="3011807" y="75087"/>
                </a:lnTo>
                <a:lnTo>
                  <a:pt x="3011937" y="75900"/>
                </a:lnTo>
                <a:lnTo>
                  <a:pt x="3012057" y="76721"/>
                </a:lnTo>
                <a:lnTo>
                  <a:pt x="3012167" y="77550"/>
                </a:lnTo>
                <a:lnTo>
                  <a:pt x="3012268" y="78388"/>
                </a:lnTo>
                <a:lnTo>
                  <a:pt x="3012359" y="79234"/>
                </a:lnTo>
                <a:lnTo>
                  <a:pt x="3012440" y="80088"/>
                </a:lnTo>
                <a:lnTo>
                  <a:pt x="3012512" y="80950"/>
                </a:lnTo>
                <a:lnTo>
                  <a:pt x="3012574" y="81821"/>
                </a:lnTo>
                <a:lnTo>
                  <a:pt x="3012627" y="82699"/>
                </a:lnTo>
                <a:lnTo>
                  <a:pt x="3012670" y="83586"/>
                </a:lnTo>
                <a:lnTo>
                  <a:pt x="3012704" y="84481"/>
                </a:lnTo>
                <a:lnTo>
                  <a:pt x="3012728" y="85385"/>
                </a:lnTo>
                <a:lnTo>
                  <a:pt x="3012742" y="86296"/>
                </a:lnTo>
                <a:lnTo>
                  <a:pt x="3012747" y="87216"/>
                </a:lnTo>
                <a:lnTo>
                  <a:pt x="3012742" y="88118"/>
                </a:lnTo>
                <a:lnTo>
                  <a:pt x="3012728" y="89012"/>
                </a:lnTo>
                <a:lnTo>
                  <a:pt x="3012704" y="89899"/>
                </a:lnTo>
                <a:lnTo>
                  <a:pt x="3012670" y="90777"/>
                </a:lnTo>
                <a:lnTo>
                  <a:pt x="3012627" y="91647"/>
                </a:lnTo>
                <a:lnTo>
                  <a:pt x="3012574" y="92509"/>
                </a:lnTo>
                <a:lnTo>
                  <a:pt x="3012512" y="93364"/>
                </a:lnTo>
                <a:lnTo>
                  <a:pt x="3012440" y="94210"/>
                </a:lnTo>
                <a:lnTo>
                  <a:pt x="3012359" y="95048"/>
                </a:lnTo>
                <a:lnTo>
                  <a:pt x="3012268" y="95878"/>
                </a:lnTo>
                <a:lnTo>
                  <a:pt x="3012167" y="96700"/>
                </a:lnTo>
                <a:lnTo>
                  <a:pt x="3012057" y="97515"/>
                </a:lnTo>
                <a:lnTo>
                  <a:pt x="3011937" y="98321"/>
                </a:lnTo>
                <a:lnTo>
                  <a:pt x="3011807" y="99119"/>
                </a:lnTo>
                <a:lnTo>
                  <a:pt x="3011668" y="99909"/>
                </a:lnTo>
                <a:lnTo>
                  <a:pt x="3011520" y="100691"/>
                </a:lnTo>
                <a:lnTo>
                  <a:pt x="3011361" y="101466"/>
                </a:lnTo>
                <a:lnTo>
                  <a:pt x="3011193" y="102232"/>
                </a:lnTo>
                <a:lnTo>
                  <a:pt x="3011016" y="102990"/>
                </a:lnTo>
                <a:lnTo>
                  <a:pt x="3010829" y="103740"/>
                </a:lnTo>
                <a:lnTo>
                  <a:pt x="3010632" y="104482"/>
                </a:lnTo>
                <a:lnTo>
                  <a:pt x="3010426" y="105216"/>
                </a:lnTo>
                <a:lnTo>
                  <a:pt x="3010210" y="105943"/>
                </a:lnTo>
                <a:lnTo>
                  <a:pt x="3009985" y="106661"/>
                </a:lnTo>
                <a:lnTo>
                  <a:pt x="3009749" y="107368"/>
                </a:lnTo>
                <a:lnTo>
                  <a:pt x="3009500" y="108063"/>
                </a:lnTo>
                <a:lnTo>
                  <a:pt x="3009239" y="108745"/>
                </a:lnTo>
                <a:lnTo>
                  <a:pt x="3008966" y="109415"/>
                </a:lnTo>
                <a:lnTo>
                  <a:pt x="3008680" y="110071"/>
                </a:lnTo>
                <a:lnTo>
                  <a:pt x="3008382" y="110715"/>
                </a:lnTo>
                <a:lnTo>
                  <a:pt x="3008072" y="111345"/>
                </a:lnTo>
                <a:lnTo>
                  <a:pt x="3007749" y="111963"/>
                </a:lnTo>
                <a:lnTo>
                  <a:pt x="3007414" y="112569"/>
                </a:lnTo>
                <a:lnTo>
                  <a:pt x="3007067" y="113161"/>
                </a:lnTo>
                <a:lnTo>
                  <a:pt x="3006707" y="113740"/>
                </a:lnTo>
                <a:lnTo>
                  <a:pt x="3006335" y="114307"/>
                </a:lnTo>
                <a:lnTo>
                  <a:pt x="3005951" y="114861"/>
                </a:lnTo>
                <a:lnTo>
                  <a:pt x="3005554" y="115402"/>
                </a:lnTo>
                <a:lnTo>
                  <a:pt x="3005145" y="115930"/>
                </a:lnTo>
                <a:lnTo>
                  <a:pt x="3004724" y="116446"/>
                </a:lnTo>
                <a:lnTo>
                  <a:pt x="3004291" y="116948"/>
                </a:lnTo>
                <a:lnTo>
                  <a:pt x="3003845" y="117438"/>
                </a:lnTo>
                <a:lnTo>
                  <a:pt x="3003386" y="117915"/>
                </a:lnTo>
                <a:lnTo>
                  <a:pt x="3002916" y="118379"/>
                </a:lnTo>
                <a:lnTo>
                  <a:pt x="3002433" y="118830"/>
                </a:lnTo>
                <a:lnTo>
                  <a:pt x="3001937" y="119269"/>
                </a:lnTo>
                <a:lnTo>
                  <a:pt x="3001430" y="119694"/>
                </a:lnTo>
                <a:lnTo>
                  <a:pt x="3000910" y="120107"/>
                </a:lnTo>
                <a:lnTo>
                  <a:pt x="3000376" y="120505"/>
                </a:lnTo>
                <a:lnTo>
                  <a:pt x="2999828" y="120885"/>
                </a:lnTo>
                <a:lnTo>
                  <a:pt x="2999264" y="121249"/>
                </a:lnTo>
                <a:lnTo>
                  <a:pt x="2998685" y="121596"/>
                </a:lnTo>
                <a:lnTo>
                  <a:pt x="2998091" y="121926"/>
                </a:lnTo>
                <a:lnTo>
                  <a:pt x="2997482" y="122239"/>
                </a:lnTo>
                <a:lnTo>
                  <a:pt x="2996858" y="122535"/>
                </a:lnTo>
                <a:lnTo>
                  <a:pt x="2996219" y="122814"/>
                </a:lnTo>
                <a:lnTo>
                  <a:pt x="2995565" y="123077"/>
                </a:lnTo>
                <a:lnTo>
                  <a:pt x="2994895" y="123322"/>
                </a:lnTo>
                <a:lnTo>
                  <a:pt x="2994211" y="123551"/>
                </a:lnTo>
                <a:lnTo>
                  <a:pt x="2993512" y="123762"/>
                </a:lnTo>
                <a:lnTo>
                  <a:pt x="2992797" y="123957"/>
                </a:lnTo>
                <a:lnTo>
                  <a:pt x="2992068" y="124134"/>
                </a:lnTo>
                <a:lnTo>
                  <a:pt x="2991323" y="124295"/>
                </a:lnTo>
                <a:lnTo>
                  <a:pt x="2990563" y="124439"/>
                </a:lnTo>
                <a:lnTo>
                  <a:pt x="2989789" y="124566"/>
                </a:lnTo>
                <a:lnTo>
                  <a:pt x="2988999" y="124676"/>
                </a:lnTo>
                <a:lnTo>
                  <a:pt x="2988194" y="124769"/>
                </a:lnTo>
                <a:lnTo>
                  <a:pt x="2987374" y="124845"/>
                </a:lnTo>
                <a:lnTo>
                  <a:pt x="2986539" y="124904"/>
                </a:lnTo>
                <a:lnTo>
                  <a:pt x="2985689" y="124947"/>
                </a:lnTo>
                <a:lnTo>
                  <a:pt x="2984824" y="124972"/>
                </a:lnTo>
                <a:lnTo>
                  <a:pt x="2983943" y="124981"/>
                </a:lnTo>
                <a:lnTo>
                  <a:pt x="2983088" y="124972"/>
                </a:lnTo>
                <a:lnTo>
                  <a:pt x="2982247" y="124947"/>
                </a:lnTo>
                <a:lnTo>
                  <a:pt x="2981421" y="124904"/>
                </a:lnTo>
                <a:lnTo>
                  <a:pt x="2980610" y="124845"/>
                </a:lnTo>
                <a:lnTo>
                  <a:pt x="2979814" y="124769"/>
                </a:lnTo>
                <a:lnTo>
                  <a:pt x="2979033" y="124676"/>
                </a:lnTo>
                <a:close/>
                <a:moveTo>
                  <a:pt x="2539543" y="137770"/>
                </a:moveTo>
                <a:lnTo>
                  <a:pt x="2540506" y="137651"/>
                </a:lnTo>
                <a:lnTo>
                  <a:pt x="2541455" y="137514"/>
                </a:lnTo>
                <a:lnTo>
                  <a:pt x="2542389" y="137358"/>
                </a:lnTo>
                <a:lnTo>
                  <a:pt x="2543308" y="137184"/>
                </a:lnTo>
                <a:lnTo>
                  <a:pt x="2544212" y="136991"/>
                </a:lnTo>
                <a:lnTo>
                  <a:pt x="2545101" y="136781"/>
                </a:lnTo>
                <a:lnTo>
                  <a:pt x="2545975" y="136552"/>
                </a:lnTo>
                <a:lnTo>
                  <a:pt x="2546834" y="136304"/>
                </a:lnTo>
                <a:lnTo>
                  <a:pt x="2547679" y="136039"/>
                </a:lnTo>
                <a:lnTo>
                  <a:pt x="2548508" y="135755"/>
                </a:lnTo>
                <a:lnTo>
                  <a:pt x="2549323" y="135452"/>
                </a:lnTo>
                <a:lnTo>
                  <a:pt x="2550122" y="135131"/>
                </a:lnTo>
                <a:lnTo>
                  <a:pt x="2550907" y="134792"/>
                </a:lnTo>
                <a:lnTo>
                  <a:pt x="2551677" y="134435"/>
                </a:lnTo>
                <a:lnTo>
                  <a:pt x="2552432" y="134060"/>
                </a:lnTo>
                <a:lnTo>
                  <a:pt x="2553172" y="133666"/>
                </a:lnTo>
                <a:lnTo>
                  <a:pt x="2553897" y="133253"/>
                </a:lnTo>
                <a:lnTo>
                  <a:pt x="2554607" y="132823"/>
                </a:lnTo>
                <a:lnTo>
                  <a:pt x="2555304" y="132382"/>
                </a:lnTo>
                <a:lnTo>
                  <a:pt x="2555987" y="131940"/>
                </a:lnTo>
                <a:lnTo>
                  <a:pt x="2556657" y="131496"/>
                </a:lnTo>
                <a:lnTo>
                  <a:pt x="2557313" y="131051"/>
                </a:lnTo>
                <a:lnTo>
                  <a:pt x="2557957" y="130604"/>
                </a:lnTo>
                <a:lnTo>
                  <a:pt x="2558587" y="130156"/>
                </a:lnTo>
                <a:lnTo>
                  <a:pt x="2559204" y="129706"/>
                </a:lnTo>
                <a:lnTo>
                  <a:pt x="2559808" y="129255"/>
                </a:lnTo>
                <a:lnTo>
                  <a:pt x="2560399" y="128802"/>
                </a:lnTo>
                <a:lnTo>
                  <a:pt x="2560976" y="128348"/>
                </a:lnTo>
                <a:lnTo>
                  <a:pt x="2561541" y="127892"/>
                </a:lnTo>
                <a:lnTo>
                  <a:pt x="2562092" y="127434"/>
                </a:lnTo>
                <a:lnTo>
                  <a:pt x="2562630" y="126975"/>
                </a:lnTo>
                <a:lnTo>
                  <a:pt x="2563155" y="126515"/>
                </a:lnTo>
                <a:lnTo>
                  <a:pt x="2563666" y="126052"/>
                </a:lnTo>
                <a:lnTo>
                  <a:pt x="2564165" y="125589"/>
                </a:lnTo>
                <a:lnTo>
                  <a:pt x="2564650" y="125124"/>
                </a:lnTo>
                <a:lnTo>
                  <a:pt x="2565122" y="124657"/>
                </a:lnTo>
                <a:lnTo>
                  <a:pt x="2565581" y="124189"/>
                </a:lnTo>
                <a:lnTo>
                  <a:pt x="2566027" y="123719"/>
                </a:lnTo>
                <a:lnTo>
                  <a:pt x="2566459" y="123247"/>
                </a:lnTo>
                <a:lnTo>
                  <a:pt x="2566879" y="122774"/>
                </a:lnTo>
                <a:lnTo>
                  <a:pt x="2567285" y="122300"/>
                </a:lnTo>
                <a:lnTo>
                  <a:pt x="2567678" y="121824"/>
                </a:lnTo>
                <a:lnTo>
                  <a:pt x="2568171" y="136324"/>
                </a:lnTo>
                <a:lnTo>
                  <a:pt x="2584052" y="136324"/>
                </a:lnTo>
                <a:lnTo>
                  <a:pt x="2584052" y="37287"/>
                </a:lnTo>
                <a:lnTo>
                  <a:pt x="2567480" y="37287"/>
                </a:lnTo>
                <a:lnTo>
                  <a:pt x="2567480" y="108020"/>
                </a:lnTo>
                <a:lnTo>
                  <a:pt x="2567106" y="108530"/>
                </a:lnTo>
                <a:lnTo>
                  <a:pt x="2566721" y="109035"/>
                </a:lnTo>
                <a:lnTo>
                  <a:pt x="2566326" y="109535"/>
                </a:lnTo>
                <a:lnTo>
                  <a:pt x="2565921" y="110030"/>
                </a:lnTo>
                <a:lnTo>
                  <a:pt x="2565507" y="110519"/>
                </a:lnTo>
                <a:lnTo>
                  <a:pt x="2565082" y="111003"/>
                </a:lnTo>
                <a:lnTo>
                  <a:pt x="2564648" y="111483"/>
                </a:lnTo>
                <a:lnTo>
                  <a:pt x="2564203" y="111957"/>
                </a:lnTo>
                <a:lnTo>
                  <a:pt x="2563749" y="112425"/>
                </a:lnTo>
                <a:lnTo>
                  <a:pt x="2563285" y="112889"/>
                </a:lnTo>
                <a:lnTo>
                  <a:pt x="2562810" y="113347"/>
                </a:lnTo>
                <a:lnTo>
                  <a:pt x="2562326" y="113801"/>
                </a:lnTo>
                <a:lnTo>
                  <a:pt x="2561832" y="114249"/>
                </a:lnTo>
                <a:lnTo>
                  <a:pt x="2561328" y="114692"/>
                </a:lnTo>
                <a:lnTo>
                  <a:pt x="2560814" y="115130"/>
                </a:lnTo>
                <a:lnTo>
                  <a:pt x="2560290" y="115562"/>
                </a:lnTo>
                <a:lnTo>
                  <a:pt x="2559757" y="115990"/>
                </a:lnTo>
                <a:lnTo>
                  <a:pt x="2559213" y="116412"/>
                </a:lnTo>
                <a:lnTo>
                  <a:pt x="2558659" y="116829"/>
                </a:lnTo>
                <a:lnTo>
                  <a:pt x="2558096" y="117241"/>
                </a:lnTo>
                <a:lnTo>
                  <a:pt x="2557522" y="117648"/>
                </a:lnTo>
                <a:lnTo>
                  <a:pt x="2556939" y="118049"/>
                </a:lnTo>
                <a:lnTo>
                  <a:pt x="2556345" y="118446"/>
                </a:lnTo>
                <a:lnTo>
                  <a:pt x="2555742" y="118837"/>
                </a:lnTo>
                <a:lnTo>
                  <a:pt x="2555127" y="119217"/>
                </a:lnTo>
                <a:lnTo>
                  <a:pt x="2554501" y="119582"/>
                </a:lnTo>
                <a:lnTo>
                  <a:pt x="2553862" y="119930"/>
                </a:lnTo>
                <a:lnTo>
                  <a:pt x="2553210" y="120262"/>
                </a:lnTo>
                <a:lnTo>
                  <a:pt x="2552546" y="120578"/>
                </a:lnTo>
                <a:lnTo>
                  <a:pt x="2551870" y="120877"/>
                </a:lnTo>
                <a:lnTo>
                  <a:pt x="2551182" y="121161"/>
                </a:lnTo>
                <a:lnTo>
                  <a:pt x="2550481" y="121428"/>
                </a:lnTo>
                <a:lnTo>
                  <a:pt x="2549768" y="121679"/>
                </a:lnTo>
                <a:lnTo>
                  <a:pt x="2549042" y="121914"/>
                </a:lnTo>
                <a:lnTo>
                  <a:pt x="2548305" y="122132"/>
                </a:lnTo>
                <a:lnTo>
                  <a:pt x="2547555" y="122335"/>
                </a:lnTo>
                <a:lnTo>
                  <a:pt x="2546792" y="122521"/>
                </a:lnTo>
                <a:lnTo>
                  <a:pt x="2546017" y="122691"/>
                </a:lnTo>
                <a:lnTo>
                  <a:pt x="2545230" y="122845"/>
                </a:lnTo>
                <a:lnTo>
                  <a:pt x="2544431" y="122983"/>
                </a:lnTo>
                <a:lnTo>
                  <a:pt x="2543619" y="123104"/>
                </a:lnTo>
                <a:lnTo>
                  <a:pt x="2542795" y="123209"/>
                </a:lnTo>
                <a:lnTo>
                  <a:pt x="2541959" y="123298"/>
                </a:lnTo>
                <a:lnTo>
                  <a:pt x="2541110" y="123371"/>
                </a:lnTo>
                <a:lnTo>
                  <a:pt x="2540249" y="123428"/>
                </a:lnTo>
                <a:lnTo>
                  <a:pt x="2539375" y="123468"/>
                </a:lnTo>
                <a:lnTo>
                  <a:pt x="2538490" y="123493"/>
                </a:lnTo>
                <a:lnTo>
                  <a:pt x="2537592" y="123501"/>
                </a:lnTo>
                <a:lnTo>
                  <a:pt x="2536949" y="123496"/>
                </a:lnTo>
                <a:lnTo>
                  <a:pt x="2536318" y="123480"/>
                </a:lnTo>
                <a:lnTo>
                  <a:pt x="2535700" y="123454"/>
                </a:lnTo>
                <a:lnTo>
                  <a:pt x="2535095" y="123418"/>
                </a:lnTo>
                <a:lnTo>
                  <a:pt x="2534503" y="123372"/>
                </a:lnTo>
                <a:lnTo>
                  <a:pt x="2533923" y="123315"/>
                </a:lnTo>
                <a:lnTo>
                  <a:pt x="2533356" y="123248"/>
                </a:lnTo>
                <a:lnTo>
                  <a:pt x="2532802" y="123171"/>
                </a:lnTo>
                <a:lnTo>
                  <a:pt x="2532260" y="123083"/>
                </a:lnTo>
                <a:lnTo>
                  <a:pt x="2531731" y="122985"/>
                </a:lnTo>
                <a:lnTo>
                  <a:pt x="2531215" y="122877"/>
                </a:lnTo>
                <a:lnTo>
                  <a:pt x="2530711" y="122758"/>
                </a:lnTo>
                <a:lnTo>
                  <a:pt x="2530220" y="122629"/>
                </a:lnTo>
                <a:lnTo>
                  <a:pt x="2529742" y="122490"/>
                </a:lnTo>
                <a:lnTo>
                  <a:pt x="2529276" y="122340"/>
                </a:lnTo>
                <a:lnTo>
                  <a:pt x="2528823" y="122180"/>
                </a:lnTo>
                <a:lnTo>
                  <a:pt x="2528383" y="122010"/>
                </a:lnTo>
                <a:lnTo>
                  <a:pt x="2527955" y="121829"/>
                </a:lnTo>
                <a:lnTo>
                  <a:pt x="2527540" y="121638"/>
                </a:lnTo>
                <a:lnTo>
                  <a:pt x="2527138" y="121437"/>
                </a:lnTo>
                <a:lnTo>
                  <a:pt x="2526749" y="121226"/>
                </a:lnTo>
                <a:lnTo>
                  <a:pt x="2526372" y="121004"/>
                </a:lnTo>
                <a:lnTo>
                  <a:pt x="2526007" y="120772"/>
                </a:lnTo>
                <a:lnTo>
                  <a:pt x="2525656" y="120529"/>
                </a:lnTo>
                <a:lnTo>
                  <a:pt x="2525315" y="120277"/>
                </a:lnTo>
                <a:lnTo>
                  <a:pt x="2524984" y="120017"/>
                </a:lnTo>
                <a:lnTo>
                  <a:pt x="2524662" y="119749"/>
                </a:lnTo>
                <a:lnTo>
                  <a:pt x="2524349" y="119472"/>
                </a:lnTo>
                <a:lnTo>
                  <a:pt x="2524045" y="119188"/>
                </a:lnTo>
                <a:lnTo>
                  <a:pt x="2523751" y="118895"/>
                </a:lnTo>
                <a:lnTo>
                  <a:pt x="2523466" y="118594"/>
                </a:lnTo>
                <a:lnTo>
                  <a:pt x="2523190" y="118284"/>
                </a:lnTo>
                <a:lnTo>
                  <a:pt x="2522923" y="117967"/>
                </a:lnTo>
                <a:lnTo>
                  <a:pt x="2522666" y="117641"/>
                </a:lnTo>
                <a:lnTo>
                  <a:pt x="2522418" y="117308"/>
                </a:lnTo>
                <a:lnTo>
                  <a:pt x="2522179" y="116966"/>
                </a:lnTo>
                <a:lnTo>
                  <a:pt x="2521949" y="116616"/>
                </a:lnTo>
                <a:lnTo>
                  <a:pt x="2521729" y="116257"/>
                </a:lnTo>
                <a:lnTo>
                  <a:pt x="2521517" y="115891"/>
                </a:lnTo>
                <a:lnTo>
                  <a:pt x="2521316" y="115516"/>
                </a:lnTo>
                <a:lnTo>
                  <a:pt x="2521123" y="115133"/>
                </a:lnTo>
                <a:lnTo>
                  <a:pt x="2520939" y="114742"/>
                </a:lnTo>
                <a:lnTo>
                  <a:pt x="2520765" y="114343"/>
                </a:lnTo>
                <a:lnTo>
                  <a:pt x="2520600" y="113936"/>
                </a:lnTo>
                <a:lnTo>
                  <a:pt x="2520445" y="113520"/>
                </a:lnTo>
                <a:lnTo>
                  <a:pt x="2520298" y="113097"/>
                </a:lnTo>
                <a:lnTo>
                  <a:pt x="2520161" y="112665"/>
                </a:lnTo>
                <a:lnTo>
                  <a:pt x="2520033" y="112225"/>
                </a:lnTo>
                <a:lnTo>
                  <a:pt x="2519912" y="111778"/>
                </a:lnTo>
                <a:lnTo>
                  <a:pt x="2519797" y="111326"/>
                </a:lnTo>
                <a:lnTo>
                  <a:pt x="2519686" y="110870"/>
                </a:lnTo>
                <a:lnTo>
                  <a:pt x="2519581" y="110408"/>
                </a:lnTo>
                <a:lnTo>
                  <a:pt x="2519481" y="109942"/>
                </a:lnTo>
                <a:lnTo>
                  <a:pt x="2519386" y="109470"/>
                </a:lnTo>
                <a:lnTo>
                  <a:pt x="2519296" y="108994"/>
                </a:lnTo>
                <a:lnTo>
                  <a:pt x="2519211" y="108512"/>
                </a:lnTo>
                <a:lnTo>
                  <a:pt x="2519132" y="108025"/>
                </a:lnTo>
                <a:lnTo>
                  <a:pt x="2519057" y="107534"/>
                </a:lnTo>
                <a:lnTo>
                  <a:pt x="2518988" y="107037"/>
                </a:lnTo>
                <a:lnTo>
                  <a:pt x="2518923" y="106536"/>
                </a:lnTo>
                <a:lnTo>
                  <a:pt x="2518864" y="106029"/>
                </a:lnTo>
                <a:lnTo>
                  <a:pt x="2518810" y="105518"/>
                </a:lnTo>
                <a:lnTo>
                  <a:pt x="2518762" y="105001"/>
                </a:lnTo>
                <a:lnTo>
                  <a:pt x="2518718" y="104480"/>
                </a:lnTo>
                <a:lnTo>
                  <a:pt x="2518679" y="103953"/>
                </a:lnTo>
                <a:lnTo>
                  <a:pt x="2518646" y="103422"/>
                </a:lnTo>
                <a:lnTo>
                  <a:pt x="2518618" y="102886"/>
                </a:lnTo>
                <a:lnTo>
                  <a:pt x="2518595" y="102344"/>
                </a:lnTo>
                <a:lnTo>
                  <a:pt x="2518577" y="101798"/>
                </a:lnTo>
                <a:lnTo>
                  <a:pt x="2518564" y="101246"/>
                </a:lnTo>
                <a:lnTo>
                  <a:pt x="2518556" y="100690"/>
                </a:lnTo>
                <a:lnTo>
                  <a:pt x="2518554" y="100129"/>
                </a:lnTo>
                <a:lnTo>
                  <a:pt x="2518554" y="37287"/>
                </a:lnTo>
                <a:lnTo>
                  <a:pt x="2501982" y="37287"/>
                </a:lnTo>
                <a:lnTo>
                  <a:pt x="2501982" y="102117"/>
                </a:lnTo>
                <a:lnTo>
                  <a:pt x="2501994" y="103506"/>
                </a:lnTo>
                <a:lnTo>
                  <a:pt x="2502033" y="104870"/>
                </a:lnTo>
                <a:lnTo>
                  <a:pt x="2502097" y="106209"/>
                </a:lnTo>
                <a:lnTo>
                  <a:pt x="2502187" y="107522"/>
                </a:lnTo>
                <a:lnTo>
                  <a:pt x="2502303" y="108811"/>
                </a:lnTo>
                <a:lnTo>
                  <a:pt x="2502444" y="110074"/>
                </a:lnTo>
                <a:lnTo>
                  <a:pt x="2502611" y="111312"/>
                </a:lnTo>
                <a:lnTo>
                  <a:pt x="2502804" y="112525"/>
                </a:lnTo>
                <a:lnTo>
                  <a:pt x="2503022" y="113714"/>
                </a:lnTo>
                <a:lnTo>
                  <a:pt x="2503266" y="114876"/>
                </a:lnTo>
                <a:lnTo>
                  <a:pt x="2503536" y="116014"/>
                </a:lnTo>
                <a:lnTo>
                  <a:pt x="2503831" y="117127"/>
                </a:lnTo>
                <a:lnTo>
                  <a:pt x="2504152" y="118214"/>
                </a:lnTo>
                <a:lnTo>
                  <a:pt x="2504499" y="119277"/>
                </a:lnTo>
                <a:lnTo>
                  <a:pt x="2504871" y="120314"/>
                </a:lnTo>
                <a:lnTo>
                  <a:pt x="2505270" y="121326"/>
                </a:lnTo>
                <a:lnTo>
                  <a:pt x="2505693" y="122313"/>
                </a:lnTo>
                <a:lnTo>
                  <a:pt x="2506143" y="123275"/>
                </a:lnTo>
                <a:lnTo>
                  <a:pt x="2506618" y="124212"/>
                </a:lnTo>
                <a:lnTo>
                  <a:pt x="2507119" y="125124"/>
                </a:lnTo>
                <a:lnTo>
                  <a:pt x="2507646" y="126010"/>
                </a:lnTo>
                <a:lnTo>
                  <a:pt x="2508198" y="126872"/>
                </a:lnTo>
                <a:lnTo>
                  <a:pt x="2508776" y="127708"/>
                </a:lnTo>
                <a:lnTo>
                  <a:pt x="2509380" y="128519"/>
                </a:lnTo>
                <a:lnTo>
                  <a:pt x="2510012" y="129301"/>
                </a:lnTo>
                <a:lnTo>
                  <a:pt x="2510677" y="130050"/>
                </a:lnTo>
                <a:lnTo>
                  <a:pt x="2511374" y="130765"/>
                </a:lnTo>
                <a:lnTo>
                  <a:pt x="2512103" y="131447"/>
                </a:lnTo>
                <a:lnTo>
                  <a:pt x="2512865" y="132095"/>
                </a:lnTo>
                <a:lnTo>
                  <a:pt x="2513658" y="132711"/>
                </a:lnTo>
                <a:lnTo>
                  <a:pt x="2514484" y="133293"/>
                </a:lnTo>
                <a:lnTo>
                  <a:pt x="2515342" y="133842"/>
                </a:lnTo>
                <a:lnTo>
                  <a:pt x="2516232" y="134358"/>
                </a:lnTo>
                <a:lnTo>
                  <a:pt x="2517155" y="134840"/>
                </a:lnTo>
                <a:lnTo>
                  <a:pt x="2518109" y="135289"/>
                </a:lnTo>
                <a:lnTo>
                  <a:pt x="2519096" y="135705"/>
                </a:lnTo>
                <a:lnTo>
                  <a:pt x="2520115" y="136087"/>
                </a:lnTo>
                <a:lnTo>
                  <a:pt x="2521166" y="136437"/>
                </a:lnTo>
                <a:lnTo>
                  <a:pt x="2522250" y="136753"/>
                </a:lnTo>
                <a:lnTo>
                  <a:pt x="2523365" y="137035"/>
                </a:lnTo>
                <a:lnTo>
                  <a:pt x="2524513" y="137285"/>
                </a:lnTo>
                <a:lnTo>
                  <a:pt x="2525693" y="137501"/>
                </a:lnTo>
                <a:lnTo>
                  <a:pt x="2526905" y="137684"/>
                </a:lnTo>
                <a:lnTo>
                  <a:pt x="2528149" y="137834"/>
                </a:lnTo>
                <a:lnTo>
                  <a:pt x="2529426" y="137950"/>
                </a:lnTo>
                <a:lnTo>
                  <a:pt x="2530735" y="138033"/>
                </a:lnTo>
                <a:lnTo>
                  <a:pt x="2532075" y="138083"/>
                </a:lnTo>
                <a:lnTo>
                  <a:pt x="2533449" y="138100"/>
                </a:lnTo>
                <a:lnTo>
                  <a:pt x="2534502" y="138091"/>
                </a:lnTo>
                <a:lnTo>
                  <a:pt x="2535540" y="138063"/>
                </a:lnTo>
                <a:lnTo>
                  <a:pt x="2536563" y="138018"/>
                </a:lnTo>
                <a:lnTo>
                  <a:pt x="2537571" y="137953"/>
                </a:lnTo>
                <a:lnTo>
                  <a:pt x="2538564" y="137871"/>
                </a:lnTo>
                <a:lnTo>
                  <a:pt x="2539543" y="13777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" name="Text handlesallthesecasescorrectly.">
            <a:extLst xmlns:a="http://schemas.openxmlformats.org/drawingml/2006/main">
              <a:ext uri="{FF2B5EF4-FFF2-40B4-BE49-F238E27FC236}">
                <a16:creationId xmlns:a16="http://schemas.microsoft.com/office/drawing/2014/main" id="{5F2A1418-A179-4F96-90F8-FF929983E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7153" y="6419317"/>
            <a:ext cx="2858827" cy="167913"/>
          </a:xfrm>
          <a:custGeom xmlns:a="http://schemas.openxmlformats.org/drawingml/2006/main">
            <a:pathLst>
              <a:path w="2858827" h="167913">
                <a:moveTo>
                  <a:pt x="0" y="132635"/>
                </a:moveTo>
                <a:lnTo>
                  <a:pt x="0" y="0"/>
                </a:lnTo>
                <a:lnTo>
                  <a:pt x="16358" y="0"/>
                </a:lnTo>
                <a:lnTo>
                  <a:pt x="16358" y="48186"/>
                </a:lnTo>
                <a:cubicBezTo>
                  <a:pt x="19314" y="44310"/>
                  <a:pt x="23551" y="40648"/>
                  <a:pt x="29069" y="37199"/>
                </a:cubicBezTo>
                <a:cubicBezTo>
                  <a:pt x="34588" y="33750"/>
                  <a:pt x="41617" y="32026"/>
                  <a:pt x="50157" y="32026"/>
                </a:cubicBezTo>
                <a:cubicBezTo>
                  <a:pt x="60931" y="32026"/>
                  <a:pt x="68666" y="35217"/>
                  <a:pt x="73363" y="41599"/>
                </a:cubicBezTo>
                <a:cubicBezTo>
                  <a:pt x="78060" y="47980"/>
                  <a:pt x="80409" y="57009"/>
                  <a:pt x="80409" y="68686"/>
                </a:cubicBezTo>
                <a:lnTo>
                  <a:pt x="80409" y="132635"/>
                </a:lnTo>
                <a:lnTo>
                  <a:pt x="63953" y="132635"/>
                </a:lnTo>
                <a:lnTo>
                  <a:pt x="63953" y="70700"/>
                </a:lnTo>
                <a:cubicBezTo>
                  <a:pt x="63953" y="65920"/>
                  <a:pt x="63476" y="61654"/>
                  <a:pt x="62524" y="57902"/>
                </a:cubicBezTo>
                <a:cubicBezTo>
                  <a:pt x="61571" y="54147"/>
                  <a:pt x="59814" y="51195"/>
                  <a:pt x="57252" y="49045"/>
                </a:cubicBezTo>
                <a:cubicBezTo>
                  <a:pt x="54690" y="46896"/>
                  <a:pt x="51011" y="45821"/>
                  <a:pt x="46215" y="45821"/>
                </a:cubicBezTo>
                <a:cubicBezTo>
                  <a:pt x="39055" y="45821"/>
                  <a:pt x="33044" y="47511"/>
                  <a:pt x="28183" y="50890"/>
                </a:cubicBezTo>
                <a:cubicBezTo>
                  <a:pt x="23321" y="54267"/>
                  <a:pt x="19412" y="57969"/>
                  <a:pt x="16456" y="61997"/>
                </a:cubicBezTo>
                <a:lnTo>
                  <a:pt x="16456" y="132635"/>
                </a:lnTo>
                <a:lnTo>
                  <a:pt x="0" y="132635"/>
                </a:lnTo>
                <a:close/>
                <a:moveTo>
                  <a:pt x="138352" y="134409"/>
                </a:moveTo>
                <a:cubicBezTo>
                  <a:pt x="132834" y="134409"/>
                  <a:pt x="127792" y="133332"/>
                  <a:pt x="123226" y="131179"/>
                </a:cubicBezTo>
                <a:cubicBezTo>
                  <a:pt x="118661" y="129025"/>
                  <a:pt x="115015" y="125845"/>
                  <a:pt x="112288" y="121639"/>
                </a:cubicBezTo>
                <a:cubicBezTo>
                  <a:pt x="109562" y="117432"/>
                  <a:pt x="108199" y="112233"/>
                  <a:pt x="108199" y="106042"/>
                </a:cubicBezTo>
                <a:cubicBezTo>
                  <a:pt x="108199" y="97226"/>
                  <a:pt x="110892" y="90531"/>
                  <a:pt x="116279" y="85955"/>
                </a:cubicBezTo>
                <a:cubicBezTo>
                  <a:pt x="121666" y="81379"/>
                  <a:pt x="129287" y="78267"/>
                  <a:pt x="139141" y="76618"/>
                </a:cubicBezTo>
                <a:cubicBezTo>
                  <a:pt x="148995" y="74970"/>
                  <a:pt x="160524" y="74078"/>
                  <a:pt x="173728" y="73942"/>
                </a:cubicBezTo>
                <a:lnTo>
                  <a:pt x="173728" y="66881"/>
                </a:lnTo>
                <a:cubicBezTo>
                  <a:pt x="173728" y="58228"/>
                  <a:pt x="171692" y="52292"/>
                  <a:pt x="167619" y="49073"/>
                </a:cubicBezTo>
                <a:cubicBezTo>
                  <a:pt x="163546" y="45854"/>
                  <a:pt x="158389" y="44245"/>
                  <a:pt x="152148" y="44245"/>
                </a:cubicBezTo>
                <a:cubicBezTo>
                  <a:pt x="145513" y="44245"/>
                  <a:pt x="139929" y="45999"/>
                  <a:pt x="135396" y="49507"/>
                </a:cubicBezTo>
                <a:cubicBezTo>
                  <a:pt x="130863" y="53016"/>
                  <a:pt x="128597" y="58553"/>
                  <a:pt x="128597" y="66120"/>
                </a:cubicBezTo>
                <a:lnTo>
                  <a:pt x="112633" y="66120"/>
                </a:lnTo>
                <a:cubicBezTo>
                  <a:pt x="112633" y="58003"/>
                  <a:pt x="114325" y="51442"/>
                  <a:pt x="117708" y="46437"/>
                </a:cubicBezTo>
                <a:cubicBezTo>
                  <a:pt x="121091" y="41430"/>
                  <a:pt x="125756" y="37777"/>
                  <a:pt x="131701" y="35478"/>
                </a:cubicBezTo>
                <a:cubicBezTo>
                  <a:pt x="137646" y="33176"/>
                  <a:pt x="144462" y="32026"/>
                  <a:pt x="152148" y="32026"/>
                </a:cubicBezTo>
                <a:cubicBezTo>
                  <a:pt x="157075" y="32026"/>
                  <a:pt x="161789" y="32500"/>
                  <a:pt x="166289" y="33448"/>
                </a:cubicBezTo>
                <a:cubicBezTo>
                  <a:pt x="170789" y="34395"/>
                  <a:pt x="174829" y="36120"/>
                  <a:pt x="178409" y="38625"/>
                </a:cubicBezTo>
                <a:cubicBezTo>
                  <a:pt x="181989" y="41129"/>
                  <a:pt x="184831" y="44633"/>
                  <a:pt x="186933" y="49135"/>
                </a:cubicBezTo>
                <a:cubicBezTo>
                  <a:pt x="189035" y="53635"/>
                  <a:pt x="190086" y="59437"/>
                  <a:pt x="190086" y="66542"/>
                </a:cubicBezTo>
                <a:lnTo>
                  <a:pt x="190086" y="132635"/>
                </a:lnTo>
                <a:lnTo>
                  <a:pt x="174714" y="132635"/>
                </a:lnTo>
                <a:lnTo>
                  <a:pt x="174024" y="118051"/>
                </a:lnTo>
                <a:cubicBezTo>
                  <a:pt x="169622" y="122978"/>
                  <a:pt x="164515" y="126936"/>
                  <a:pt x="158701" y="129925"/>
                </a:cubicBezTo>
                <a:cubicBezTo>
                  <a:pt x="152887" y="132914"/>
                  <a:pt x="146104" y="134409"/>
                  <a:pt x="138352" y="134409"/>
                </a:cubicBezTo>
                <a:moveTo>
                  <a:pt x="142688" y="121796"/>
                </a:moveTo>
                <a:cubicBezTo>
                  <a:pt x="149257" y="121796"/>
                  <a:pt x="155170" y="120190"/>
                  <a:pt x="160425" y="116980"/>
                </a:cubicBezTo>
                <a:cubicBezTo>
                  <a:pt x="165681" y="113767"/>
                  <a:pt x="170082" y="109701"/>
                  <a:pt x="173630" y="104782"/>
                </a:cubicBezTo>
                <a:lnTo>
                  <a:pt x="173630" y="84486"/>
                </a:lnTo>
                <a:cubicBezTo>
                  <a:pt x="156155" y="84691"/>
                  <a:pt x="143624" y="86400"/>
                  <a:pt x="136037" y="89613"/>
                </a:cubicBezTo>
                <a:cubicBezTo>
                  <a:pt x="128449" y="92824"/>
                  <a:pt x="124655" y="98084"/>
                  <a:pt x="124655" y="105395"/>
                </a:cubicBezTo>
                <a:cubicBezTo>
                  <a:pt x="124655" y="110384"/>
                  <a:pt x="126183" y="114364"/>
                  <a:pt x="129237" y="117337"/>
                </a:cubicBezTo>
                <a:cubicBezTo>
                  <a:pt x="132292" y="120309"/>
                  <a:pt x="136776" y="121796"/>
                  <a:pt x="142688" y="121796"/>
                </a:cubicBezTo>
                <a:close/>
                <a:moveTo>
                  <a:pt x="220780" y="132635"/>
                </a:moveTo>
                <a:lnTo>
                  <a:pt x="220780" y="33701"/>
                </a:lnTo>
                <a:lnTo>
                  <a:pt x="236547" y="33701"/>
                </a:lnTo>
                <a:lnTo>
                  <a:pt x="237138" y="48186"/>
                </a:lnTo>
                <a:cubicBezTo>
                  <a:pt x="240094" y="44310"/>
                  <a:pt x="244332" y="40648"/>
                  <a:pt x="249850" y="37199"/>
                </a:cubicBezTo>
                <a:cubicBezTo>
                  <a:pt x="255368" y="33750"/>
                  <a:pt x="262430" y="32026"/>
                  <a:pt x="271036" y="32026"/>
                </a:cubicBezTo>
                <a:cubicBezTo>
                  <a:pt x="281547" y="32026"/>
                  <a:pt x="289200" y="35233"/>
                  <a:pt x="293996" y="41649"/>
                </a:cubicBezTo>
                <a:cubicBezTo>
                  <a:pt x="298791" y="48064"/>
                  <a:pt x="301189" y="57076"/>
                  <a:pt x="301189" y="68686"/>
                </a:cubicBezTo>
                <a:lnTo>
                  <a:pt x="301189" y="132635"/>
                </a:lnTo>
                <a:lnTo>
                  <a:pt x="284733" y="132635"/>
                </a:lnTo>
                <a:lnTo>
                  <a:pt x="284733" y="70801"/>
                </a:lnTo>
                <a:cubicBezTo>
                  <a:pt x="284733" y="65954"/>
                  <a:pt x="284240" y="61654"/>
                  <a:pt x="283255" y="57902"/>
                </a:cubicBezTo>
                <a:cubicBezTo>
                  <a:pt x="282270" y="54147"/>
                  <a:pt x="280512" y="51195"/>
                  <a:pt x="277983" y="49045"/>
                </a:cubicBezTo>
                <a:cubicBezTo>
                  <a:pt x="275454" y="46896"/>
                  <a:pt x="271791" y="45821"/>
                  <a:pt x="266996" y="45821"/>
                </a:cubicBezTo>
                <a:cubicBezTo>
                  <a:pt x="259835" y="45821"/>
                  <a:pt x="253824" y="47511"/>
                  <a:pt x="248963" y="50890"/>
                </a:cubicBezTo>
                <a:cubicBezTo>
                  <a:pt x="244102" y="54267"/>
                  <a:pt x="240193" y="57969"/>
                  <a:pt x="237237" y="61997"/>
                </a:cubicBezTo>
                <a:lnTo>
                  <a:pt x="237237" y="132635"/>
                </a:lnTo>
                <a:lnTo>
                  <a:pt x="220780" y="132635"/>
                </a:lnTo>
                <a:close/>
                <a:moveTo>
                  <a:pt x="361362" y="134409"/>
                </a:moveTo>
                <a:cubicBezTo>
                  <a:pt x="353544" y="134409"/>
                  <a:pt x="346778" y="132481"/>
                  <a:pt x="341063" y="128626"/>
                </a:cubicBezTo>
                <a:cubicBezTo>
                  <a:pt x="335347" y="124770"/>
                  <a:pt x="330929" y="119004"/>
                  <a:pt x="327809" y="111326"/>
                </a:cubicBezTo>
                <a:cubicBezTo>
                  <a:pt x="324688" y="103648"/>
                  <a:pt x="323128" y="94160"/>
                  <a:pt x="323128" y="82863"/>
                </a:cubicBezTo>
                <a:cubicBezTo>
                  <a:pt x="323128" y="71634"/>
                  <a:pt x="324787" y="62265"/>
                  <a:pt x="328104" y="54758"/>
                </a:cubicBezTo>
                <a:cubicBezTo>
                  <a:pt x="331422" y="47248"/>
                  <a:pt x="336103" y="41582"/>
                  <a:pt x="342146" y="37759"/>
                </a:cubicBezTo>
                <a:cubicBezTo>
                  <a:pt x="348190" y="33937"/>
                  <a:pt x="355318" y="32026"/>
                  <a:pt x="363530" y="32026"/>
                </a:cubicBezTo>
                <a:cubicBezTo>
                  <a:pt x="370362" y="32026"/>
                  <a:pt x="376307" y="33520"/>
                  <a:pt x="381365" y="36509"/>
                </a:cubicBezTo>
                <a:cubicBezTo>
                  <a:pt x="386424" y="39498"/>
                  <a:pt x="390497" y="43555"/>
                  <a:pt x="393584" y="48679"/>
                </a:cubicBezTo>
                <a:lnTo>
                  <a:pt x="393584" y="0"/>
                </a:lnTo>
                <a:lnTo>
                  <a:pt x="410041" y="0"/>
                </a:lnTo>
                <a:lnTo>
                  <a:pt x="410041" y="132635"/>
                </a:lnTo>
                <a:lnTo>
                  <a:pt x="394471" y="132635"/>
                </a:lnTo>
                <a:lnTo>
                  <a:pt x="393584" y="118642"/>
                </a:lnTo>
                <a:cubicBezTo>
                  <a:pt x="390168" y="123307"/>
                  <a:pt x="385767" y="127100"/>
                  <a:pt x="380380" y="130024"/>
                </a:cubicBezTo>
                <a:cubicBezTo>
                  <a:pt x="374993" y="132947"/>
                  <a:pt x="368654" y="134409"/>
                  <a:pt x="361362" y="134409"/>
                </a:cubicBezTo>
                <a:moveTo>
                  <a:pt x="364712" y="120909"/>
                </a:moveTo>
                <a:cubicBezTo>
                  <a:pt x="371741" y="120909"/>
                  <a:pt x="377588" y="119182"/>
                  <a:pt x="382252" y="115729"/>
                </a:cubicBezTo>
                <a:cubicBezTo>
                  <a:pt x="386917" y="112276"/>
                  <a:pt x="390694" y="108123"/>
                  <a:pt x="393584" y="103270"/>
                </a:cubicBezTo>
                <a:lnTo>
                  <a:pt x="393584" y="64812"/>
                </a:lnTo>
                <a:cubicBezTo>
                  <a:pt x="390891" y="59205"/>
                  <a:pt x="387360" y="54573"/>
                  <a:pt x="382991" y="50915"/>
                </a:cubicBezTo>
                <a:cubicBezTo>
                  <a:pt x="378623" y="47256"/>
                  <a:pt x="373121" y="45427"/>
                  <a:pt x="366486" y="45427"/>
                </a:cubicBezTo>
                <a:cubicBezTo>
                  <a:pt x="357749" y="45427"/>
                  <a:pt x="351163" y="48675"/>
                  <a:pt x="346729" y="55170"/>
                </a:cubicBezTo>
                <a:cubicBezTo>
                  <a:pt x="342294" y="61666"/>
                  <a:pt x="340077" y="70896"/>
                  <a:pt x="340077" y="82860"/>
                </a:cubicBezTo>
                <a:cubicBezTo>
                  <a:pt x="340077" y="95235"/>
                  <a:pt x="342163" y="104670"/>
                  <a:pt x="346334" y="111166"/>
                </a:cubicBezTo>
                <a:cubicBezTo>
                  <a:pt x="350506" y="117661"/>
                  <a:pt x="356632" y="120909"/>
                  <a:pt x="364712" y="120909"/>
                </a:cubicBezTo>
                <a:close/>
                <a:moveTo>
                  <a:pt x="469354" y="132635"/>
                </a:moveTo>
                <a:cubicBezTo>
                  <a:pt x="461537" y="132635"/>
                  <a:pt x="455559" y="131403"/>
                  <a:pt x="451420" y="128940"/>
                </a:cubicBezTo>
                <a:cubicBezTo>
                  <a:pt x="447281" y="126476"/>
                  <a:pt x="444456" y="122929"/>
                  <a:pt x="442945" y="118298"/>
                </a:cubicBezTo>
                <a:cubicBezTo>
                  <a:pt x="441434" y="113666"/>
                  <a:pt x="440679" y="108099"/>
                  <a:pt x="440679" y="101595"/>
                </a:cubicBezTo>
                <a:lnTo>
                  <a:pt x="440679" y="0"/>
                </a:lnTo>
                <a:lnTo>
                  <a:pt x="457037" y="0"/>
                </a:lnTo>
                <a:lnTo>
                  <a:pt x="457037" y="100807"/>
                </a:lnTo>
                <a:cubicBezTo>
                  <a:pt x="457037" y="106785"/>
                  <a:pt x="457809" y="111350"/>
                  <a:pt x="459352" y="114504"/>
                </a:cubicBezTo>
                <a:cubicBezTo>
                  <a:pt x="460896" y="117657"/>
                  <a:pt x="464591" y="119234"/>
                  <a:pt x="470438" y="119234"/>
                </a:cubicBezTo>
                <a:lnTo>
                  <a:pt x="474872" y="119234"/>
                </a:lnTo>
                <a:lnTo>
                  <a:pt x="474872" y="132635"/>
                </a:lnTo>
                <a:lnTo>
                  <a:pt x="469354" y="132635"/>
                </a:lnTo>
                <a:close/>
                <a:moveTo>
                  <a:pt x="538784" y="134409"/>
                </a:moveTo>
                <a:cubicBezTo>
                  <a:pt x="528339" y="134409"/>
                  <a:pt x="519782" y="132160"/>
                  <a:pt x="513115" y="127662"/>
                </a:cubicBezTo>
                <a:cubicBezTo>
                  <a:pt x="506447" y="123162"/>
                  <a:pt x="501503" y="117040"/>
                  <a:pt x="498284" y="109297"/>
                </a:cubicBezTo>
                <a:cubicBezTo>
                  <a:pt x="495065" y="101551"/>
                  <a:pt x="493456" y="92841"/>
                  <a:pt x="493456" y="83168"/>
                </a:cubicBezTo>
                <a:cubicBezTo>
                  <a:pt x="493456" y="73088"/>
                  <a:pt x="495016" y="64209"/>
                  <a:pt x="498136" y="56531"/>
                </a:cubicBezTo>
                <a:cubicBezTo>
                  <a:pt x="501257" y="48853"/>
                  <a:pt x="506020" y="42850"/>
                  <a:pt x="512425" y="38520"/>
                </a:cubicBezTo>
                <a:cubicBezTo>
                  <a:pt x="518830" y="34190"/>
                  <a:pt x="526959" y="32026"/>
                  <a:pt x="536813" y="32026"/>
                </a:cubicBezTo>
                <a:cubicBezTo>
                  <a:pt x="549886" y="32026"/>
                  <a:pt x="560135" y="36079"/>
                  <a:pt x="567558" y="44186"/>
                </a:cubicBezTo>
                <a:cubicBezTo>
                  <a:pt x="574981" y="52291"/>
                  <a:pt x="578693" y="63943"/>
                  <a:pt x="578693" y="79143"/>
                </a:cubicBezTo>
                <a:cubicBezTo>
                  <a:pt x="578693" y="80157"/>
                  <a:pt x="578660" y="81357"/>
                  <a:pt x="578595" y="82743"/>
                </a:cubicBezTo>
                <a:cubicBezTo>
                  <a:pt x="578529" y="84127"/>
                  <a:pt x="578430" y="85122"/>
                  <a:pt x="578299" y="85730"/>
                </a:cubicBezTo>
                <a:lnTo>
                  <a:pt x="509912" y="85730"/>
                </a:lnTo>
                <a:cubicBezTo>
                  <a:pt x="509978" y="92238"/>
                  <a:pt x="510980" y="98215"/>
                  <a:pt x="512917" y="103661"/>
                </a:cubicBezTo>
                <a:cubicBezTo>
                  <a:pt x="514855" y="109108"/>
                  <a:pt x="517927" y="113475"/>
                  <a:pt x="522131" y="116764"/>
                </a:cubicBezTo>
                <a:cubicBezTo>
                  <a:pt x="526335" y="120053"/>
                  <a:pt x="531886" y="121697"/>
                  <a:pt x="538784" y="121697"/>
                </a:cubicBezTo>
                <a:cubicBezTo>
                  <a:pt x="546142" y="121697"/>
                  <a:pt x="551890" y="119884"/>
                  <a:pt x="556029" y="116259"/>
                </a:cubicBezTo>
                <a:cubicBezTo>
                  <a:pt x="560168" y="112634"/>
                  <a:pt x="562335" y="107403"/>
                  <a:pt x="562532" y="100566"/>
                </a:cubicBezTo>
                <a:lnTo>
                  <a:pt x="578792" y="100566"/>
                </a:lnTo>
                <a:cubicBezTo>
                  <a:pt x="578595" y="107544"/>
                  <a:pt x="576854" y="113557"/>
                  <a:pt x="573569" y="118605"/>
                </a:cubicBezTo>
                <a:cubicBezTo>
                  <a:pt x="570284" y="123654"/>
                  <a:pt x="565686" y="127550"/>
                  <a:pt x="559773" y="130295"/>
                </a:cubicBezTo>
                <a:cubicBezTo>
                  <a:pt x="553861" y="133038"/>
                  <a:pt x="546865" y="134409"/>
                  <a:pt x="538784" y="134409"/>
                </a:cubicBezTo>
                <a:moveTo>
                  <a:pt x="510011" y="73708"/>
                </a:moveTo>
                <a:lnTo>
                  <a:pt x="562434" y="73708"/>
                </a:lnTo>
                <a:cubicBezTo>
                  <a:pt x="562237" y="64295"/>
                  <a:pt x="559905" y="57098"/>
                  <a:pt x="555438" y="52115"/>
                </a:cubicBezTo>
                <a:cubicBezTo>
                  <a:pt x="550970" y="47131"/>
                  <a:pt x="544762" y="44639"/>
                  <a:pt x="536813" y="44639"/>
                </a:cubicBezTo>
                <a:cubicBezTo>
                  <a:pt x="528799" y="44639"/>
                  <a:pt x="522509" y="47114"/>
                  <a:pt x="517943" y="52063"/>
                </a:cubicBezTo>
                <a:cubicBezTo>
                  <a:pt x="513377" y="57011"/>
                  <a:pt x="510733" y="64226"/>
                  <a:pt x="510011" y="73708"/>
                </a:cubicBezTo>
                <a:close/>
                <a:moveTo>
                  <a:pt x="640031" y="134409"/>
                </a:moveTo>
                <a:cubicBezTo>
                  <a:pt x="634644" y="134409"/>
                  <a:pt x="629537" y="133800"/>
                  <a:pt x="624708" y="132583"/>
                </a:cubicBezTo>
                <a:cubicBezTo>
                  <a:pt x="619880" y="131365"/>
                  <a:pt x="615626" y="129438"/>
                  <a:pt x="611947" y="126800"/>
                </a:cubicBezTo>
                <a:cubicBezTo>
                  <a:pt x="608268" y="124162"/>
                  <a:pt x="605394" y="120695"/>
                  <a:pt x="603325" y="116401"/>
                </a:cubicBezTo>
                <a:cubicBezTo>
                  <a:pt x="601256" y="112104"/>
                  <a:pt x="600221" y="106911"/>
                  <a:pt x="600221" y="100822"/>
                </a:cubicBezTo>
                <a:lnTo>
                  <a:pt x="616086" y="100822"/>
                </a:lnTo>
                <a:cubicBezTo>
                  <a:pt x="616086" y="108666"/>
                  <a:pt x="618402" y="114189"/>
                  <a:pt x="623033" y="117389"/>
                </a:cubicBezTo>
                <a:cubicBezTo>
                  <a:pt x="627664" y="120590"/>
                  <a:pt x="633462" y="122190"/>
                  <a:pt x="640425" y="122190"/>
                </a:cubicBezTo>
                <a:cubicBezTo>
                  <a:pt x="646666" y="122190"/>
                  <a:pt x="651807" y="120927"/>
                  <a:pt x="655847" y="118402"/>
                </a:cubicBezTo>
                <a:cubicBezTo>
                  <a:pt x="659887" y="115877"/>
                  <a:pt x="661907" y="111709"/>
                  <a:pt x="661907" y="105897"/>
                </a:cubicBezTo>
                <a:cubicBezTo>
                  <a:pt x="661907" y="101025"/>
                  <a:pt x="660084" y="97406"/>
                  <a:pt x="656438" y="95039"/>
                </a:cubicBezTo>
                <a:cubicBezTo>
                  <a:pt x="652792" y="92670"/>
                  <a:pt x="646371" y="90370"/>
                  <a:pt x="637174" y="88138"/>
                </a:cubicBezTo>
                <a:cubicBezTo>
                  <a:pt x="629685" y="86311"/>
                  <a:pt x="623378" y="84197"/>
                  <a:pt x="618254" y="81798"/>
                </a:cubicBezTo>
                <a:cubicBezTo>
                  <a:pt x="613130" y="79396"/>
                  <a:pt x="609287" y="76351"/>
                  <a:pt x="606725" y="72664"/>
                </a:cubicBezTo>
                <a:cubicBezTo>
                  <a:pt x="604163" y="68977"/>
                  <a:pt x="602882" y="64326"/>
                  <a:pt x="602882" y="58711"/>
                </a:cubicBezTo>
                <a:cubicBezTo>
                  <a:pt x="602882" y="54314"/>
                  <a:pt x="603785" y="50441"/>
                  <a:pt x="605591" y="47093"/>
                </a:cubicBezTo>
                <a:cubicBezTo>
                  <a:pt x="607398" y="43745"/>
                  <a:pt x="609927" y="40955"/>
                  <a:pt x="613179" y="38723"/>
                </a:cubicBezTo>
                <a:cubicBezTo>
                  <a:pt x="616431" y="36490"/>
                  <a:pt x="620258" y="34815"/>
                  <a:pt x="624659" y="33701"/>
                </a:cubicBezTo>
                <a:cubicBezTo>
                  <a:pt x="629060" y="32584"/>
                  <a:pt x="633823" y="32026"/>
                  <a:pt x="638947" y="32026"/>
                </a:cubicBezTo>
                <a:cubicBezTo>
                  <a:pt x="644006" y="32026"/>
                  <a:pt x="648752" y="32634"/>
                  <a:pt x="653186" y="33852"/>
                </a:cubicBezTo>
                <a:cubicBezTo>
                  <a:pt x="657621" y="35069"/>
                  <a:pt x="661529" y="36964"/>
                  <a:pt x="664913" y="39536"/>
                </a:cubicBezTo>
                <a:cubicBezTo>
                  <a:pt x="668296" y="42106"/>
                  <a:pt x="670973" y="45421"/>
                  <a:pt x="672944" y="49480"/>
                </a:cubicBezTo>
                <a:cubicBezTo>
                  <a:pt x="674915" y="53538"/>
                  <a:pt x="675900" y="58409"/>
                  <a:pt x="675900" y="64091"/>
                </a:cubicBezTo>
                <a:lnTo>
                  <a:pt x="659936" y="64091"/>
                </a:lnTo>
                <a:cubicBezTo>
                  <a:pt x="659936" y="56920"/>
                  <a:pt x="657900" y="51853"/>
                  <a:pt x="653827" y="48888"/>
                </a:cubicBezTo>
                <a:cubicBezTo>
                  <a:pt x="649754" y="45924"/>
                  <a:pt x="644794" y="44442"/>
                  <a:pt x="638947" y="44442"/>
                </a:cubicBezTo>
                <a:cubicBezTo>
                  <a:pt x="633035" y="44442"/>
                  <a:pt x="628239" y="45554"/>
                  <a:pt x="624560" y="47780"/>
                </a:cubicBezTo>
                <a:cubicBezTo>
                  <a:pt x="620882" y="50003"/>
                  <a:pt x="619042" y="53478"/>
                  <a:pt x="619042" y="58203"/>
                </a:cubicBezTo>
                <a:cubicBezTo>
                  <a:pt x="619042" y="60841"/>
                  <a:pt x="619863" y="63074"/>
                  <a:pt x="621506" y="64901"/>
                </a:cubicBezTo>
                <a:cubicBezTo>
                  <a:pt x="623148" y="66728"/>
                  <a:pt x="625907" y="68369"/>
                  <a:pt x="629783" y="69825"/>
                </a:cubicBezTo>
                <a:cubicBezTo>
                  <a:pt x="633659" y="71278"/>
                  <a:pt x="638882" y="72817"/>
                  <a:pt x="645451" y="74441"/>
                </a:cubicBezTo>
                <a:cubicBezTo>
                  <a:pt x="652612" y="76200"/>
                  <a:pt x="658623" y="78297"/>
                  <a:pt x="663484" y="80732"/>
                </a:cubicBezTo>
                <a:cubicBezTo>
                  <a:pt x="668345" y="83167"/>
                  <a:pt x="672008" y="86296"/>
                  <a:pt x="674471" y="90118"/>
                </a:cubicBezTo>
                <a:cubicBezTo>
                  <a:pt x="676935" y="93939"/>
                  <a:pt x="678166" y="98826"/>
                  <a:pt x="678166" y="104779"/>
                </a:cubicBezTo>
                <a:cubicBezTo>
                  <a:pt x="678166" y="109920"/>
                  <a:pt x="677197" y="114367"/>
                  <a:pt x="675259" y="118122"/>
                </a:cubicBezTo>
                <a:cubicBezTo>
                  <a:pt x="673321" y="121877"/>
                  <a:pt x="670628" y="124955"/>
                  <a:pt x="667179" y="127357"/>
                </a:cubicBezTo>
                <a:cubicBezTo>
                  <a:pt x="663730" y="129759"/>
                  <a:pt x="659690" y="131535"/>
                  <a:pt x="655059" y="132684"/>
                </a:cubicBezTo>
                <a:cubicBezTo>
                  <a:pt x="650427" y="133834"/>
                  <a:pt x="645418" y="134409"/>
                  <a:pt x="640031" y="134409"/>
                </a:cubicBezTo>
                <a:close/>
                <a:moveTo>
                  <a:pt x="769613" y="134409"/>
                </a:moveTo>
                <a:cubicBezTo>
                  <a:pt x="764095" y="134409"/>
                  <a:pt x="759053" y="133332"/>
                  <a:pt x="754487" y="131179"/>
                </a:cubicBezTo>
                <a:cubicBezTo>
                  <a:pt x="749922" y="129025"/>
                  <a:pt x="746276" y="125845"/>
                  <a:pt x="743549" y="121639"/>
                </a:cubicBezTo>
                <a:cubicBezTo>
                  <a:pt x="740823" y="117432"/>
                  <a:pt x="739460" y="112233"/>
                  <a:pt x="739460" y="106042"/>
                </a:cubicBezTo>
                <a:cubicBezTo>
                  <a:pt x="739460" y="97226"/>
                  <a:pt x="742153" y="90531"/>
                  <a:pt x="747540" y="85955"/>
                </a:cubicBezTo>
                <a:cubicBezTo>
                  <a:pt x="752927" y="81379"/>
                  <a:pt x="760548" y="78267"/>
                  <a:pt x="770402" y="76618"/>
                </a:cubicBezTo>
                <a:cubicBezTo>
                  <a:pt x="780256" y="74970"/>
                  <a:pt x="791785" y="74078"/>
                  <a:pt x="804989" y="73942"/>
                </a:cubicBezTo>
                <a:lnTo>
                  <a:pt x="804989" y="66881"/>
                </a:lnTo>
                <a:cubicBezTo>
                  <a:pt x="804989" y="58228"/>
                  <a:pt x="802953" y="52292"/>
                  <a:pt x="798880" y="49073"/>
                </a:cubicBezTo>
                <a:cubicBezTo>
                  <a:pt x="794807" y="45854"/>
                  <a:pt x="789650" y="44245"/>
                  <a:pt x="783409" y="44245"/>
                </a:cubicBezTo>
                <a:cubicBezTo>
                  <a:pt x="776774" y="44245"/>
                  <a:pt x="771190" y="45999"/>
                  <a:pt x="766657" y="49507"/>
                </a:cubicBezTo>
                <a:cubicBezTo>
                  <a:pt x="762124" y="53016"/>
                  <a:pt x="759858" y="58553"/>
                  <a:pt x="759858" y="66120"/>
                </a:cubicBezTo>
                <a:lnTo>
                  <a:pt x="743894" y="66120"/>
                </a:lnTo>
                <a:cubicBezTo>
                  <a:pt x="743894" y="58003"/>
                  <a:pt x="745586" y="51442"/>
                  <a:pt x="748969" y="46437"/>
                </a:cubicBezTo>
                <a:cubicBezTo>
                  <a:pt x="752352" y="41430"/>
                  <a:pt x="757017" y="37777"/>
                  <a:pt x="762962" y="35478"/>
                </a:cubicBezTo>
                <a:cubicBezTo>
                  <a:pt x="768907" y="33176"/>
                  <a:pt x="775723" y="32026"/>
                  <a:pt x="783409" y="32026"/>
                </a:cubicBezTo>
                <a:cubicBezTo>
                  <a:pt x="788336" y="32026"/>
                  <a:pt x="793049" y="32500"/>
                  <a:pt x="797549" y="33448"/>
                </a:cubicBezTo>
                <a:cubicBezTo>
                  <a:pt x="802049" y="34395"/>
                  <a:pt x="806090" y="36120"/>
                  <a:pt x="809670" y="38625"/>
                </a:cubicBezTo>
                <a:cubicBezTo>
                  <a:pt x="813250" y="41129"/>
                  <a:pt x="816091" y="44633"/>
                  <a:pt x="818194" y="49135"/>
                </a:cubicBezTo>
                <a:cubicBezTo>
                  <a:pt x="820296" y="53635"/>
                  <a:pt x="821347" y="59437"/>
                  <a:pt x="821347" y="66542"/>
                </a:cubicBezTo>
                <a:lnTo>
                  <a:pt x="821347" y="132635"/>
                </a:lnTo>
                <a:lnTo>
                  <a:pt x="805975" y="132635"/>
                </a:lnTo>
                <a:lnTo>
                  <a:pt x="805285" y="118051"/>
                </a:lnTo>
                <a:cubicBezTo>
                  <a:pt x="800883" y="122978"/>
                  <a:pt x="795776" y="126936"/>
                  <a:pt x="789962" y="129925"/>
                </a:cubicBezTo>
                <a:cubicBezTo>
                  <a:pt x="784148" y="132914"/>
                  <a:pt x="777365" y="134409"/>
                  <a:pt x="769613" y="134409"/>
                </a:cubicBezTo>
                <a:moveTo>
                  <a:pt x="773949" y="121796"/>
                </a:moveTo>
                <a:cubicBezTo>
                  <a:pt x="780518" y="121796"/>
                  <a:pt x="786431" y="120190"/>
                  <a:pt x="791686" y="116980"/>
                </a:cubicBezTo>
                <a:cubicBezTo>
                  <a:pt x="796942" y="113767"/>
                  <a:pt x="801343" y="109701"/>
                  <a:pt x="804891" y="104782"/>
                </a:cubicBezTo>
                <a:lnTo>
                  <a:pt x="804891" y="84486"/>
                </a:lnTo>
                <a:cubicBezTo>
                  <a:pt x="787416" y="84691"/>
                  <a:pt x="774885" y="86400"/>
                  <a:pt x="767298" y="89613"/>
                </a:cubicBezTo>
                <a:cubicBezTo>
                  <a:pt x="759710" y="92824"/>
                  <a:pt x="755916" y="98084"/>
                  <a:pt x="755916" y="105395"/>
                </a:cubicBezTo>
                <a:cubicBezTo>
                  <a:pt x="755916" y="110384"/>
                  <a:pt x="757444" y="114364"/>
                  <a:pt x="760498" y="117337"/>
                </a:cubicBezTo>
                <a:cubicBezTo>
                  <a:pt x="763553" y="120309"/>
                  <a:pt x="768037" y="121796"/>
                  <a:pt x="773949" y="121796"/>
                </a:cubicBezTo>
                <a:close/>
                <a:moveTo>
                  <a:pt x="879632" y="132635"/>
                </a:moveTo>
                <a:cubicBezTo>
                  <a:pt x="871815" y="132635"/>
                  <a:pt x="865837" y="131403"/>
                  <a:pt x="861698" y="128940"/>
                </a:cubicBezTo>
                <a:cubicBezTo>
                  <a:pt x="857559" y="126476"/>
                  <a:pt x="854734" y="122929"/>
                  <a:pt x="853224" y="118298"/>
                </a:cubicBezTo>
                <a:cubicBezTo>
                  <a:pt x="851713" y="113666"/>
                  <a:pt x="850957" y="108099"/>
                  <a:pt x="850957" y="101595"/>
                </a:cubicBezTo>
                <a:lnTo>
                  <a:pt x="850957" y="0"/>
                </a:lnTo>
                <a:lnTo>
                  <a:pt x="867315" y="0"/>
                </a:lnTo>
                <a:lnTo>
                  <a:pt x="867315" y="100807"/>
                </a:lnTo>
                <a:cubicBezTo>
                  <a:pt x="867315" y="106785"/>
                  <a:pt x="868087" y="111350"/>
                  <a:pt x="869630" y="114504"/>
                </a:cubicBezTo>
                <a:cubicBezTo>
                  <a:pt x="871174" y="117657"/>
                  <a:pt x="874870" y="119234"/>
                  <a:pt x="880716" y="119234"/>
                </a:cubicBezTo>
                <a:lnTo>
                  <a:pt x="885151" y="119234"/>
                </a:lnTo>
                <a:lnTo>
                  <a:pt x="885151" y="132635"/>
                </a:lnTo>
                <a:lnTo>
                  <a:pt x="879632" y="132635"/>
                </a:lnTo>
                <a:close/>
                <a:moveTo>
                  <a:pt x="930288" y="132635"/>
                </a:moveTo>
                <a:cubicBezTo>
                  <a:pt x="922470" y="132635"/>
                  <a:pt x="916492" y="131403"/>
                  <a:pt x="912353" y="128940"/>
                </a:cubicBezTo>
                <a:cubicBezTo>
                  <a:pt x="908215" y="126476"/>
                  <a:pt x="905390" y="122929"/>
                  <a:pt x="903879" y="118298"/>
                </a:cubicBezTo>
                <a:cubicBezTo>
                  <a:pt x="902368" y="113666"/>
                  <a:pt x="901612" y="108099"/>
                  <a:pt x="901612" y="101595"/>
                </a:cubicBezTo>
                <a:lnTo>
                  <a:pt x="901612" y="0"/>
                </a:lnTo>
                <a:lnTo>
                  <a:pt x="917970" y="0"/>
                </a:lnTo>
                <a:lnTo>
                  <a:pt x="917970" y="100807"/>
                </a:lnTo>
                <a:cubicBezTo>
                  <a:pt x="917970" y="106785"/>
                  <a:pt x="918742" y="111350"/>
                  <a:pt x="920286" y="114504"/>
                </a:cubicBezTo>
                <a:cubicBezTo>
                  <a:pt x="921829" y="117657"/>
                  <a:pt x="925525" y="119234"/>
                  <a:pt x="931371" y="119234"/>
                </a:cubicBezTo>
                <a:lnTo>
                  <a:pt x="935806" y="119234"/>
                </a:lnTo>
                <a:lnTo>
                  <a:pt x="935806" y="132635"/>
                </a:lnTo>
                <a:lnTo>
                  <a:pt x="930288" y="132635"/>
                </a:lnTo>
                <a:close/>
                <a:moveTo>
                  <a:pt x="1029168" y="132635"/>
                </a:moveTo>
                <a:cubicBezTo>
                  <a:pt x="1021416" y="132635"/>
                  <a:pt x="1015471" y="131359"/>
                  <a:pt x="1011332" y="128807"/>
                </a:cubicBezTo>
                <a:cubicBezTo>
                  <a:pt x="1007194" y="126256"/>
                  <a:pt x="1004352" y="122582"/>
                  <a:pt x="1002809" y="117786"/>
                </a:cubicBezTo>
                <a:cubicBezTo>
                  <a:pt x="1001265" y="112989"/>
                  <a:pt x="1000493" y="107222"/>
                  <a:pt x="1000493" y="100486"/>
                </a:cubicBezTo>
                <a:lnTo>
                  <a:pt x="1000493" y="47004"/>
                </a:lnTo>
                <a:lnTo>
                  <a:pt x="984431" y="47004"/>
                </a:lnTo>
                <a:lnTo>
                  <a:pt x="984431" y="33701"/>
                </a:lnTo>
                <a:lnTo>
                  <a:pt x="1000493" y="33701"/>
                </a:lnTo>
                <a:lnTo>
                  <a:pt x="1000493" y="11726"/>
                </a:lnTo>
                <a:lnTo>
                  <a:pt x="1016851" y="11726"/>
                </a:lnTo>
                <a:lnTo>
                  <a:pt x="1016851" y="33701"/>
                </a:lnTo>
                <a:lnTo>
                  <a:pt x="1040500" y="33701"/>
                </a:lnTo>
                <a:lnTo>
                  <a:pt x="1040500" y="47004"/>
                </a:lnTo>
                <a:lnTo>
                  <a:pt x="1016851" y="47004"/>
                </a:lnTo>
                <a:lnTo>
                  <a:pt x="1016851" y="100018"/>
                </a:lnTo>
                <a:cubicBezTo>
                  <a:pt x="1016851" y="106251"/>
                  <a:pt x="1017623" y="111028"/>
                  <a:pt x="1019166" y="114350"/>
                </a:cubicBezTo>
                <a:cubicBezTo>
                  <a:pt x="1020710" y="117671"/>
                  <a:pt x="1024405" y="119332"/>
                  <a:pt x="1030252" y="119332"/>
                </a:cubicBezTo>
                <a:lnTo>
                  <a:pt x="1040697" y="119332"/>
                </a:lnTo>
                <a:lnTo>
                  <a:pt x="1040697" y="132635"/>
                </a:lnTo>
                <a:lnTo>
                  <a:pt x="1029168" y="132635"/>
                </a:lnTo>
                <a:close/>
                <a:moveTo>
                  <a:pt x="1060107" y="132635"/>
                </a:moveTo>
                <a:lnTo>
                  <a:pt x="1060107" y="0"/>
                </a:lnTo>
                <a:lnTo>
                  <a:pt x="1076465" y="0"/>
                </a:lnTo>
                <a:lnTo>
                  <a:pt x="1076465" y="48186"/>
                </a:lnTo>
                <a:cubicBezTo>
                  <a:pt x="1079421" y="44310"/>
                  <a:pt x="1083658" y="40648"/>
                  <a:pt x="1089177" y="37199"/>
                </a:cubicBezTo>
                <a:cubicBezTo>
                  <a:pt x="1094695" y="33750"/>
                  <a:pt x="1101724" y="32026"/>
                  <a:pt x="1110264" y="32026"/>
                </a:cubicBezTo>
                <a:cubicBezTo>
                  <a:pt x="1121038" y="32026"/>
                  <a:pt x="1128773" y="35217"/>
                  <a:pt x="1133471" y="41599"/>
                </a:cubicBezTo>
                <a:cubicBezTo>
                  <a:pt x="1138168" y="47980"/>
                  <a:pt x="1140516" y="57009"/>
                  <a:pt x="1140516" y="68686"/>
                </a:cubicBezTo>
                <a:lnTo>
                  <a:pt x="1140516" y="132635"/>
                </a:lnTo>
                <a:lnTo>
                  <a:pt x="1124060" y="132635"/>
                </a:lnTo>
                <a:lnTo>
                  <a:pt x="1124060" y="70700"/>
                </a:lnTo>
                <a:cubicBezTo>
                  <a:pt x="1124060" y="65920"/>
                  <a:pt x="1123584" y="61654"/>
                  <a:pt x="1122631" y="57902"/>
                </a:cubicBezTo>
                <a:cubicBezTo>
                  <a:pt x="1121679" y="54147"/>
                  <a:pt x="1119921" y="51195"/>
                  <a:pt x="1117359" y="49045"/>
                </a:cubicBezTo>
                <a:cubicBezTo>
                  <a:pt x="1114797" y="46896"/>
                  <a:pt x="1111118" y="45821"/>
                  <a:pt x="1106323" y="45821"/>
                </a:cubicBezTo>
                <a:cubicBezTo>
                  <a:pt x="1099162" y="45821"/>
                  <a:pt x="1093151" y="47511"/>
                  <a:pt x="1088290" y="50890"/>
                </a:cubicBezTo>
                <a:cubicBezTo>
                  <a:pt x="1083429" y="54267"/>
                  <a:pt x="1079520" y="57969"/>
                  <a:pt x="1076564" y="61997"/>
                </a:cubicBezTo>
                <a:lnTo>
                  <a:pt x="1076564" y="132635"/>
                </a:lnTo>
                <a:lnTo>
                  <a:pt x="1060107" y="132635"/>
                </a:lnTo>
                <a:close/>
                <a:moveTo>
                  <a:pt x="1213635" y="134409"/>
                </a:moveTo>
                <a:cubicBezTo>
                  <a:pt x="1203189" y="134409"/>
                  <a:pt x="1194633" y="132160"/>
                  <a:pt x="1187965" y="127662"/>
                </a:cubicBezTo>
                <a:cubicBezTo>
                  <a:pt x="1181297" y="123162"/>
                  <a:pt x="1176354" y="117040"/>
                  <a:pt x="1173135" y="109297"/>
                </a:cubicBezTo>
                <a:cubicBezTo>
                  <a:pt x="1169916" y="101551"/>
                  <a:pt x="1168306" y="92841"/>
                  <a:pt x="1168306" y="83168"/>
                </a:cubicBezTo>
                <a:cubicBezTo>
                  <a:pt x="1168306" y="73088"/>
                  <a:pt x="1169866" y="64209"/>
                  <a:pt x="1172987" y="56531"/>
                </a:cubicBezTo>
                <a:cubicBezTo>
                  <a:pt x="1176107" y="48853"/>
                  <a:pt x="1180870" y="42850"/>
                  <a:pt x="1187275" y="38520"/>
                </a:cubicBezTo>
                <a:cubicBezTo>
                  <a:pt x="1193680" y="34190"/>
                  <a:pt x="1201810" y="32026"/>
                  <a:pt x="1211664" y="32026"/>
                </a:cubicBezTo>
                <a:cubicBezTo>
                  <a:pt x="1224737" y="32026"/>
                  <a:pt x="1234985" y="36079"/>
                  <a:pt x="1242408" y="44186"/>
                </a:cubicBezTo>
                <a:cubicBezTo>
                  <a:pt x="1249832" y="52291"/>
                  <a:pt x="1253543" y="63943"/>
                  <a:pt x="1253543" y="79143"/>
                </a:cubicBezTo>
                <a:cubicBezTo>
                  <a:pt x="1253543" y="80157"/>
                  <a:pt x="1253511" y="81357"/>
                  <a:pt x="1253445" y="82743"/>
                </a:cubicBezTo>
                <a:cubicBezTo>
                  <a:pt x="1253379" y="84127"/>
                  <a:pt x="1253281" y="85122"/>
                  <a:pt x="1253149" y="85730"/>
                </a:cubicBezTo>
                <a:lnTo>
                  <a:pt x="1184762" y="85730"/>
                </a:lnTo>
                <a:cubicBezTo>
                  <a:pt x="1184828" y="92238"/>
                  <a:pt x="1185830" y="98215"/>
                  <a:pt x="1187768" y="103661"/>
                </a:cubicBezTo>
                <a:cubicBezTo>
                  <a:pt x="1189706" y="109108"/>
                  <a:pt x="1192777" y="113475"/>
                  <a:pt x="1196981" y="116764"/>
                </a:cubicBezTo>
                <a:cubicBezTo>
                  <a:pt x="1201186" y="120053"/>
                  <a:pt x="1206737" y="121697"/>
                  <a:pt x="1213635" y="121697"/>
                </a:cubicBezTo>
                <a:cubicBezTo>
                  <a:pt x="1220992" y="121697"/>
                  <a:pt x="1226740" y="119884"/>
                  <a:pt x="1230879" y="116259"/>
                </a:cubicBezTo>
                <a:cubicBezTo>
                  <a:pt x="1235018" y="112634"/>
                  <a:pt x="1237186" y="107403"/>
                  <a:pt x="1237383" y="100566"/>
                </a:cubicBezTo>
                <a:lnTo>
                  <a:pt x="1253642" y="100566"/>
                </a:lnTo>
                <a:cubicBezTo>
                  <a:pt x="1253445" y="107544"/>
                  <a:pt x="1251704" y="113557"/>
                  <a:pt x="1248419" y="118605"/>
                </a:cubicBezTo>
                <a:cubicBezTo>
                  <a:pt x="1245135" y="123654"/>
                  <a:pt x="1240536" y="127550"/>
                  <a:pt x="1234624" y="130295"/>
                </a:cubicBezTo>
                <a:cubicBezTo>
                  <a:pt x="1228711" y="133038"/>
                  <a:pt x="1221715" y="134409"/>
                  <a:pt x="1213635" y="134409"/>
                </a:cubicBezTo>
                <a:moveTo>
                  <a:pt x="1184861" y="73708"/>
                </a:moveTo>
                <a:lnTo>
                  <a:pt x="1237284" y="73708"/>
                </a:lnTo>
                <a:cubicBezTo>
                  <a:pt x="1237087" y="64295"/>
                  <a:pt x="1234755" y="57098"/>
                  <a:pt x="1230288" y="52115"/>
                </a:cubicBezTo>
                <a:cubicBezTo>
                  <a:pt x="1225821" y="47131"/>
                  <a:pt x="1219613" y="44639"/>
                  <a:pt x="1211664" y="44639"/>
                </a:cubicBezTo>
                <a:cubicBezTo>
                  <a:pt x="1203649" y="44639"/>
                  <a:pt x="1197359" y="47114"/>
                  <a:pt x="1192793" y="52063"/>
                </a:cubicBezTo>
                <a:cubicBezTo>
                  <a:pt x="1188228" y="57011"/>
                  <a:pt x="1185584" y="64226"/>
                  <a:pt x="1184861" y="73708"/>
                </a:cubicBezTo>
                <a:close/>
                <a:moveTo>
                  <a:pt x="1314882" y="134409"/>
                </a:moveTo>
                <a:cubicBezTo>
                  <a:pt x="1309496" y="134409"/>
                  <a:pt x="1304388" y="133800"/>
                  <a:pt x="1299559" y="132583"/>
                </a:cubicBezTo>
                <a:cubicBezTo>
                  <a:pt x="1294731" y="131365"/>
                  <a:pt x="1290477" y="129438"/>
                  <a:pt x="1286799" y="126800"/>
                </a:cubicBezTo>
                <a:cubicBezTo>
                  <a:pt x="1283120" y="124162"/>
                  <a:pt x="1280246" y="120695"/>
                  <a:pt x="1278176" y="116401"/>
                </a:cubicBezTo>
                <a:cubicBezTo>
                  <a:pt x="1276107" y="112104"/>
                  <a:pt x="1275072" y="106911"/>
                  <a:pt x="1275072" y="100822"/>
                </a:cubicBezTo>
                <a:lnTo>
                  <a:pt x="1290937" y="100822"/>
                </a:lnTo>
                <a:cubicBezTo>
                  <a:pt x="1290937" y="108666"/>
                  <a:pt x="1293253" y="114189"/>
                  <a:pt x="1297884" y="117389"/>
                </a:cubicBezTo>
                <a:cubicBezTo>
                  <a:pt x="1302516" y="120590"/>
                  <a:pt x="1308313" y="122190"/>
                  <a:pt x="1315277" y="122190"/>
                </a:cubicBezTo>
                <a:cubicBezTo>
                  <a:pt x="1321518" y="122190"/>
                  <a:pt x="1326658" y="120927"/>
                  <a:pt x="1330698" y="118402"/>
                </a:cubicBezTo>
                <a:cubicBezTo>
                  <a:pt x="1334738" y="115877"/>
                  <a:pt x="1336758" y="111709"/>
                  <a:pt x="1336758" y="105897"/>
                </a:cubicBezTo>
                <a:cubicBezTo>
                  <a:pt x="1336758" y="101025"/>
                  <a:pt x="1334935" y="97406"/>
                  <a:pt x="1331289" y="95039"/>
                </a:cubicBezTo>
                <a:cubicBezTo>
                  <a:pt x="1327643" y="92670"/>
                  <a:pt x="1321222" y="90370"/>
                  <a:pt x="1312025" y="88138"/>
                </a:cubicBezTo>
                <a:cubicBezTo>
                  <a:pt x="1304536" y="86311"/>
                  <a:pt x="1298229" y="84197"/>
                  <a:pt x="1293105" y="81798"/>
                </a:cubicBezTo>
                <a:cubicBezTo>
                  <a:pt x="1287981" y="79396"/>
                  <a:pt x="1284138" y="76351"/>
                  <a:pt x="1281576" y="72664"/>
                </a:cubicBezTo>
                <a:cubicBezTo>
                  <a:pt x="1279014" y="68977"/>
                  <a:pt x="1277733" y="64326"/>
                  <a:pt x="1277733" y="58711"/>
                </a:cubicBezTo>
                <a:cubicBezTo>
                  <a:pt x="1277733" y="54314"/>
                  <a:pt x="1278636" y="50441"/>
                  <a:pt x="1280443" y="47093"/>
                </a:cubicBezTo>
                <a:cubicBezTo>
                  <a:pt x="1282249" y="43745"/>
                  <a:pt x="1284778" y="40955"/>
                  <a:pt x="1288030" y="38723"/>
                </a:cubicBezTo>
                <a:cubicBezTo>
                  <a:pt x="1291282" y="36490"/>
                  <a:pt x="1295109" y="34815"/>
                  <a:pt x="1299510" y="33701"/>
                </a:cubicBezTo>
                <a:cubicBezTo>
                  <a:pt x="1303912" y="32584"/>
                  <a:pt x="1308674" y="32026"/>
                  <a:pt x="1313799" y="32026"/>
                </a:cubicBezTo>
                <a:cubicBezTo>
                  <a:pt x="1318857" y="32026"/>
                  <a:pt x="1323603" y="32634"/>
                  <a:pt x="1328038" y="33852"/>
                </a:cubicBezTo>
                <a:cubicBezTo>
                  <a:pt x="1332472" y="35069"/>
                  <a:pt x="1336381" y="36964"/>
                  <a:pt x="1339764" y="39536"/>
                </a:cubicBezTo>
                <a:cubicBezTo>
                  <a:pt x="1343147" y="42106"/>
                  <a:pt x="1345824" y="45421"/>
                  <a:pt x="1347795" y="49480"/>
                </a:cubicBezTo>
                <a:cubicBezTo>
                  <a:pt x="1349766" y="53538"/>
                  <a:pt x="1350751" y="58409"/>
                  <a:pt x="1350751" y="64091"/>
                </a:cubicBezTo>
                <a:lnTo>
                  <a:pt x="1334788" y="64091"/>
                </a:lnTo>
                <a:cubicBezTo>
                  <a:pt x="1334788" y="56920"/>
                  <a:pt x="1332751" y="51853"/>
                  <a:pt x="1328678" y="48888"/>
                </a:cubicBezTo>
                <a:cubicBezTo>
                  <a:pt x="1324605" y="45924"/>
                  <a:pt x="1319645" y="44442"/>
                  <a:pt x="1313799" y="44442"/>
                </a:cubicBezTo>
                <a:cubicBezTo>
                  <a:pt x="1307886" y="44442"/>
                  <a:pt x="1303090" y="45554"/>
                  <a:pt x="1299412" y="47780"/>
                </a:cubicBezTo>
                <a:cubicBezTo>
                  <a:pt x="1295733" y="50003"/>
                  <a:pt x="1293893" y="53478"/>
                  <a:pt x="1293893" y="58203"/>
                </a:cubicBezTo>
                <a:cubicBezTo>
                  <a:pt x="1293893" y="60841"/>
                  <a:pt x="1294715" y="63074"/>
                  <a:pt x="1296357" y="64901"/>
                </a:cubicBezTo>
                <a:cubicBezTo>
                  <a:pt x="1297999" y="66728"/>
                  <a:pt x="1300758" y="68369"/>
                  <a:pt x="1304634" y="69825"/>
                </a:cubicBezTo>
                <a:cubicBezTo>
                  <a:pt x="1308510" y="71278"/>
                  <a:pt x="1313733" y="72817"/>
                  <a:pt x="1320302" y="74441"/>
                </a:cubicBezTo>
                <a:cubicBezTo>
                  <a:pt x="1327463" y="76200"/>
                  <a:pt x="1333474" y="78297"/>
                  <a:pt x="1338335" y="80732"/>
                </a:cubicBezTo>
                <a:cubicBezTo>
                  <a:pt x="1343196" y="83167"/>
                  <a:pt x="1346859" y="86296"/>
                  <a:pt x="1349322" y="90118"/>
                </a:cubicBezTo>
                <a:cubicBezTo>
                  <a:pt x="1351786" y="93939"/>
                  <a:pt x="1353018" y="98826"/>
                  <a:pt x="1353018" y="104779"/>
                </a:cubicBezTo>
                <a:cubicBezTo>
                  <a:pt x="1353018" y="109920"/>
                  <a:pt x="1352049" y="114367"/>
                  <a:pt x="1350111" y="118122"/>
                </a:cubicBezTo>
                <a:cubicBezTo>
                  <a:pt x="1348173" y="121877"/>
                  <a:pt x="1345479" y="124955"/>
                  <a:pt x="1342030" y="127357"/>
                </a:cubicBezTo>
                <a:cubicBezTo>
                  <a:pt x="1338581" y="129759"/>
                  <a:pt x="1334541" y="131535"/>
                  <a:pt x="1329910" y="132684"/>
                </a:cubicBezTo>
                <a:cubicBezTo>
                  <a:pt x="1325278" y="133834"/>
                  <a:pt x="1320269" y="134409"/>
                  <a:pt x="1314882" y="134409"/>
                </a:cubicBezTo>
                <a:close/>
                <a:moveTo>
                  <a:pt x="1415646" y="134409"/>
                </a:moveTo>
                <a:cubicBezTo>
                  <a:pt x="1405200" y="134409"/>
                  <a:pt x="1396644" y="132160"/>
                  <a:pt x="1389976" y="127662"/>
                </a:cubicBezTo>
                <a:cubicBezTo>
                  <a:pt x="1383308" y="123162"/>
                  <a:pt x="1378365" y="117040"/>
                  <a:pt x="1375146" y="109297"/>
                </a:cubicBezTo>
                <a:cubicBezTo>
                  <a:pt x="1371927" y="101551"/>
                  <a:pt x="1370317" y="92841"/>
                  <a:pt x="1370317" y="83168"/>
                </a:cubicBezTo>
                <a:cubicBezTo>
                  <a:pt x="1370317" y="73088"/>
                  <a:pt x="1371877" y="64209"/>
                  <a:pt x="1374998" y="56531"/>
                </a:cubicBezTo>
                <a:cubicBezTo>
                  <a:pt x="1378118" y="48853"/>
                  <a:pt x="1382881" y="42850"/>
                  <a:pt x="1389286" y="38520"/>
                </a:cubicBezTo>
                <a:cubicBezTo>
                  <a:pt x="1395691" y="34190"/>
                  <a:pt x="1403821" y="32026"/>
                  <a:pt x="1413675" y="32026"/>
                </a:cubicBezTo>
                <a:cubicBezTo>
                  <a:pt x="1426748" y="32026"/>
                  <a:pt x="1436996" y="36079"/>
                  <a:pt x="1444419" y="44186"/>
                </a:cubicBezTo>
                <a:cubicBezTo>
                  <a:pt x="1451843" y="52291"/>
                  <a:pt x="1455554" y="63943"/>
                  <a:pt x="1455554" y="79143"/>
                </a:cubicBezTo>
                <a:cubicBezTo>
                  <a:pt x="1455554" y="80157"/>
                  <a:pt x="1455522" y="81357"/>
                  <a:pt x="1455456" y="82743"/>
                </a:cubicBezTo>
                <a:cubicBezTo>
                  <a:pt x="1455390" y="84127"/>
                  <a:pt x="1455292" y="85122"/>
                  <a:pt x="1455160" y="85730"/>
                </a:cubicBezTo>
                <a:lnTo>
                  <a:pt x="1386773" y="85730"/>
                </a:lnTo>
                <a:cubicBezTo>
                  <a:pt x="1386839" y="92238"/>
                  <a:pt x="1387841" y="98215"/>
                  <a:pt x="1389779" y="103661"/>
                </a:cubicBezTo>
                <a:cubicBezTo>
                  <a:pt x="1391717" y="109108"/>
                  <a:pt x="1394788" y="113475"/>
                  <a:pt x="1398992" y="116764"/>
                </a:cubicBezTo>
                <a:cubicBezTo>
                  <a:pt x="1403197" y="120053"/>
                  <a:pt x="1408748" y="121697"/>
                  <a:pt x="1415646" y="121697"/>
                </a:cubicBezTo>
                <a:cubicBezTo>
                  <a:pt x="1423003" y="121697"/>
                  <a:pt x="1428751" y="119884"/>
                  <a:pt x="1432890" y="116259"/>
                </a:cubicBezTo>
                <a:cubicBezTo>
                  <a:pt x="1437029" y="112634"/>
                  <a:pt x="1439197" y="107403"/>
                  <a:pt x="1439394" y="100566"/>
                </a:cubicBezTo>
                <a:lnTo>
                  <a:pt x="1455653" y="100566"/>
                </a:lnTo>
                <a:cubicBezTo>
                  <a:pt x="1455456" y="107544"/>
                  <a:pt x="1453715" y="113557"/>
                  <a:pt x="1450430" y="118605"/>
                </a:cubicBezTo>
                <a:cubicBezTo>
                  <a:pt x="1447146" y="123654"/>
                  <a:pt x="1442547" y="127550"/>
                  <a:pt x="1436635" y="130295"/>
                </a:cubicBezTo>
                <a:cubicBezTo>
                  <a:pt x="1430722" y="133038"/>
                  <a:pt x="1423726" y="134409"/>
                  <a:pt x="1415646" y="134409"/>
                </a:cubicBezTo>
                <a:moveTo>
                  <a:pt x="1386872" y="73708"/>
                </a:moveTo>
                <a:lnTo>
                  <a:pt x="1439295" y="73708"/>
                </a:lnTo>
                <a:cubicBezTo>
                  <a:pt x="1439098" y="64295"/>
                  <a:pt x="1436766" y="57098"/>
                  <a:pt x="1432299" y="52115"/>
                </a:cubicBezTo>
                <a:cubicBezTo>
                  <a:pt x="1427832" y="47131"/>
                  <a:pt x="1421624" y="44639"/>
                  <a:pt x="1413675" y="44639"/>
                </a:cubicBezTo>
                <a:cubicBezTo>
                  <a:pt x="1405660" y="44639"/>
                  <a:pt x="1399370" y="47114"/>
                  <a:pt x="1394804" y="52063"/>
                </a:cubicBezTo>
                <a:cubicBezTo>
                  <a:pt x="1390239" y="57011"/>
                  <a:pt x="1387594" y="64226"/>
                  <a:pt x="1386872" y="73708"/>
                </a:cubicBezTo>
                <a:close/>
                <a:moveTo>
                  <a:pt x="1559859" y="134409"/>
                </a:moveTo>
                <a:cubicBezTo>
                  <a:pt x="1551188" y="134409"/>
                  <a:pt x="1543501" y="132530"/>
                  <a:pt x="1536801" y="128774"/>
                </a:cubicBezTo>
                <a:cubicBezTo>
                  <a:pt x="1530100" y="125015"/>
                  <a:pt x="1524861" y="119360"/>
                  <a:pt x="1521084" y="111809"/>
                </a:cubicBezTo>
                <a:cubicBezTo>
                  <a:pt x="1517306" y="104259"/>
                  <a:pt x="1515418" y="94796"/>
                  <a:pt x="1515418" y="83420"/>
                </a:cubicBezTo>
                <a:cubicBezTo>
                  <a:pt x="1515418" y="72045"/>
                  <a:pt x="1517273" y="62548"/>
                  <a:pt x="1520985" y="54930"/>
                </a:cubicBezTo>
                <a:cubicBezTo>
                  <a:pt x="1524697" y="47312"/>
                  <a:pt x="1529886" y="41590"/>
                  <a:pt x="1536554" y="37766"/>
                </a:cubicBezTo>
                <a:cubicBezTo>
                  <a:pt x="1543222" y="33939"/>
                  <a:pt x="1550991" y="32026"/>
                  <a:pt x="1559859" y="32026"/>
                </a:cubicBezTo>
                <a:cubicBezTo>
                  <a:pt x="1567283" y="32026"/>
                  <a:pt x="1573967" y="33277"/>
                  <a:pt x="1579912" y="35779"/>
                </a:cubicBezTo>
                <a:cubicBezTo>
                  <a:pt x="1585857" y="38282"/>
                  <a:pt x="1590604" y="42053"/>
                  <a:pt x="1594151" y="47093"/>
                </a:cubicBezTo>
                <a:cubicBezTo>
                  <a:pt x="1597699" y="52133"/>
                  <a:pt x="1599571" y="58508"/>
                  <a:pt x="1599768" y="66219"/>
                </a:cubicBezTo>
                <a:lnTo>
                  <a:pt x="1583509" y="66219"/>
                </a:lnTo>
                <a:cubicBezTo>
                  <a:pt x="1583115" y="59738"/>
                  <a:pt x="1580881" y="54636"/>
                  <a:pt x="1576808" y="50915"/>
                </a:cubicBezTo>
                <a:cubicBezTo>
                  <a:pt x="1572735" y="47191"/>
                  <a:pt x="1567184" y="45329"/>
                  <a:pt x="1560155" y="45329"/>
                </a:cubicBezTo>
                <a:cubicBezTo>
                  <a:pt x="1550826" y="45329"/>
                  <a:pt x="1543863" y="48666"/>
                  <a:pt x="1539264" y="55340"/>
                </a:cubicBezTo>
                <a:cubicBezTo>
                  <a:pt x="1534666" y="62014"/>
                  <a:pt x="1532366" y="71375"/>
                  <a:pt x="1532366" y="83424"/>
                </a:cubicBezTo>
                <a:cubicBezTo>
                  <a:pt x="1532366" y="91432"/>
                  <a:pt x="1533385" y="98226"/>
                  <a:pt x="1535421" y="103806"/>
                </a:cubicBezTo>
                <a:cubicBezTo>
                  <a:pt x="1537458" y="109384"/>
                  <a:pt x="1540545" y="113662"/>
                  <a:pt x="1544684" y="116641"/>
                </a:cubicBezTo>
                <a:cubicBezTo>
                  <a:pt x="1548823" y="119618"/>
                  <a:pt x="1553980" y="121106"/>
                  <a:pt x="1560155" y="121106"/>
                </a:cubicBezTo>
                <a:cubicBezTo>
                  <a:pt x="1567184" y="121106"/>
                  <a:pt x="1572899" y="119192"/>
                  <a:pt x="1577301" y="115363"/>
                </a:cubicBezTo>
                <a:cubicBezTo>
                  <a:pt x="1581702" y="111532"/>
                  <a:pt x="1584002" y="105925"/>
                  <a:pt x="1584199" y="98540"/>
                </a:cubicBezTo>
                <a:lnTo>
                  <a:pt x="1600458" y="98540"/>
                </a:lnTo>
                <a:cubicBezTo>
                  <a:pt x="1600261" y="106534"/>
                  <a:pt x="1598372" y="113190"/>
                  <a:pt x="1594792" y="118507"/>
                </a:cubicBezTo>
                <a:cubicBezTo>
                  <a:pt x="1591211" y="123824"/>
                  <a:pt x="1586383" y="127804"/>
                  <a:pt x="1580306" y="130446"/>
                </a:cubicBezTo>
                <a:cubicBezTo>
                  <a:pt x="1574230" y="133088"/>
                  <a:pt x="1567414" y="134409"/>
                  <a:pt x="1559859" y="134409"/>
                </a:cubicBezTo>
                <a:close/>
                <a:moveTo>
                  <a:pt x="1652732" y="134409"/>
                </a:moveTo>
                <a:cubicBezTo>
                  <a:pt x="1647214" y="134409"/>
                  <a:pt x="1642172" y="133332"/>
                  <a:pt x="1637607" y="131179"/>
                </a:cubicBezTo>
                <a:cubicBezTo>
                  <a:pt x="1633041" y="129025"/>
                  <a:pt x="1629395" y="125845"/>
                  <a:pt x="1626669" y="121639"/>
                </a:cubicBezTo>
                <a:cubicBezTo>
                  <a:pt x="1623942" y="117432"/>
                  <a:pt x="1622579" y="112233"/>
                  <a:pt x="1622579" y="106042"/>
                </a:cubicBezTo>
                <a:cubicBezTo>
                  <a:pt x="1622579" y="97226"/>
                  <a:pt x="1625273" y="90531"/>
                  <a:pt x="1630659" y="85955"/>
                </a:cubicBezTo>
                <a:cubicBezTo>
                  <a:pt x="1636046" y="81379"/>
                  <a:pt x="1643667" y="78267"/>
                  <a:pt x="1653521" y="76618"/>
                </a:cubicBezTo>
                <a:cubicBezTo>
                  <a:pt x="1663375" y="74970"/>
                  <a:pt x="1674904" y="74078"/>
                  <a:pt x="1688108" y="73942"/>
                </a:cubicBezTo>
                <a:lnTo>
                  <a:pt x="1688108" y="66881"/>
                </a:lnTo>
                <a:cubicBezTo>
                  <a:pt x="1688108" y="58228"/>
                  <a:pt x="1686072" y="52292"/>
                  <a:pt x="1681999" y="49073"/>
                </a:cubicBezTo>
                <a:cubicBezTo>
                  <a:pt x="1677926" y="45854"/>
                  <a:pt x="1672769" y="44245"/>
                  <a:pt x="1666528" y="44245"/>
                </a:cubicBezTo>
                <a:cubicBezTo>
                  <a:pt x="1659893" y="44245"/>
                  <a:pt x="1654309" y="45999"/>
                  <a:pt x="1649776" y="49507"/>
                </a:cubicBezTo>
                <a:cubicBezTo>
                  <a:pt x="1645243" y="53016"/>
                  <a:pt x="1642977" y="58553"/>
                  <a:pt x="1642977" y="66120"/>
                </a:cubicBezTo>
                <a:lnTo>
                  <a:pt x="1627014" y="66120"/>
                </a:lnTo>
                <a:cubicBezTo>
                  <a:pt x="1627014" y="58003"/>
                  <a:pt x="1628705" y="51442"/>
                  <a:pt x="1632088" y="46437"/>
                </a:cubicBezTo>
                <a:cubicBezTo>
                  <a:pt x="1635472" y="41430"/>
                  <a:pt x="1640136" y="37777"/>
                  <a:pt x="1646081" y="35478"/>
                </a:cubicBezTo>
                <a:cubicBezTo>
                  <a:pt x="1652026" y="33176"/>
                  <a:pt x="1658842" y="32026"/>
                  <a:pt x="1666528" y="32026"/>
                </a:cubicBezTo>
                <a:cubicBezTo>
                  <a:pt x="1671455" y="32026"/>
                  <a:pt x="1676169" y="32500"/>
                  <a:pt x="1680669" y="33448"/>
                </a:cubicBezTo>
                <a:cubicBezTo>
                  <a:pt x="1685169" y="34395"/>
                  <a:pt x="1689209" y="36120"/>
                  <a:pt x="1692789" y="38625"/>
                </a:cubicBezTo>
                <a:cubicBezTo>
                  <a:pt x="1696369" y="41129"/>
                  <a:pt x="1699211" y="44633"/>
                  <a:pt x="1701313" y="49135"/>
                </a:cubicBezTo>
                <a:cubicBezTo>
                  <a:pt x="1703415" y="53635"/>
                  <a:pt x="1704466" y="59437"/>
                  <a:pt x="1704466" y="66542"/>
                </a:cubicBezTo>
                <a:lnTo>
                  <a:pt x="1704466" y="132635"/>
                </a:lnTo>
                <a:lnTo>
                  <a:pt x="1689094" y="132635"/>
                </a:lnTo>
                <a:lnTo>
                  <a:pt x="1688404" y="118051"/>
                </a:lnTo>
                <a:cubicBezTo>
                  <a:pt x="1684003" y="122978"/>
                  <a:pt x="1678895" y="126936"/>
                  <a:pt x="1673081" y="129925"/>
                </a:cubicBezTo>
                <a:cubicBezTo>
                  <a:pt x="1667267" y="132914"/>
                  <a:pt x="1660484" y="134409"/>
                  <a:pt x="1652732" y="134409"/>
                </a:cubicBezTo>
                <a:moveTo>
                  <a:pt x="1657068" y="121796"/>
                </a:moveTo>
                <a:cubicBezTo>
                  <a:pt x="1663638" y="121796"/>
                  <a:pt x="1669550" y="120190"/>
                  <a:pt x="1674806" y="116980"/>
                </a:cubicBezTo>
                <a:cubicBezTo>
                  <a:pt x="1680061" y="113767"/>
                  <a:pt x="1684462" y="109701"/>
                  <a:pt x="1688010" y="104782"/>
                </a:cubicBezTo>
                <a:lnTo>
                  <a:pt x="1688010" y="84486"/>
                </a:lnTo>
                <a:cubicBezTo>
                  <a:pt x="1670535" y="84691"/>
                  <a:pt x="1658004" y="86400"/>
                  <a:pt x="1650417" y="89613"/>
                </a:cubicBezTo>
                <a:cubicBezTo>
                  <a:pt x="1642829" y="92824"/>
                  <a:pt x="1639035" y="98084"/>
                  <a:pt x="1639035" y="105395"/>
                </a:cubicBezTo>
                <a:cubicBezTo>
                  <a:pt x="1639035" y="110384"/>
                  <a:pt x="1640563" y="114364"/>
                  <a:pt x="1643618" y="117337"/>
                </a:cubicBezTo>
                <a:cubicBezTo>
                  <a:pt x="1646672" y="120309"/>
                  <a:pt x="1651156" y="121796"/>
                  <a:pt x="1657068" y="121796"/>
                </a:cubicBezTo>
                <a:close/>
                <a:moveTo>
                  <a:pt x="1769157" y="134409"/>
                </a:moveTo>
                <a:cubicBezTo>
                  <a:pt x="1763770" y="134409"/>
                  <a:pt x="1758662" y="133800"/>
                  <a:pt x="1753834" y="132583"/>
                </a:cubicBezTo>
                <a:cubicBezTo>
                  <a:pt x="1749005" y="131365"/>
                  <a:pt x="1744752" y="129438"/>
                  <a:pt x="1741073" y="126800"/>
                </a:cubicBezTo>
                <a:cubicBezTo>
                  <a:pt x="1737394" y="124162"/>
                  <a:pt x="1734520" y="120695"/>
                  <a:pt x="1732450" y="116401"/>
                </a:cubicBezTo>
                <a:cubicBezTo>
                  <a:pt x="1730381" y="112104"/>
                  <a:pt x="1729346" y="106911"/>
                  <a:pt x="1729346" y="100822"/>
                </a:cubicBezTo>
                <a:lnTo>
                  <a:pt x="1745211" y="100822"/>
                </a:lnTo>
                <a:cubicBezTo>
                  <a:pt x="1745211" y="108666"/>
                  <a:pt x="1747527" y="114189"/>
                  <a:pt x="1752158" y="117389"/>
                </a:cubicBezTo>
                <a:cubicBezTo>
                  <a:pt x="1756790" y="120590"/>
                  <a:pt x="1762587" y="122190"/>
                  <a:pt x="1769551" y="122190"/>
                </a:cubicBezTo>
                <a:cubicBezTo>
                  <a:pt x="1775792" y="122190"/>
                  <a:pt x="1780932" y="120927"/>
                  <a:pt x="1784972" y="118402"/>
                </a:cubicBezTo>
                <a:cubicBezTo>
                  <a:pt x="1789013" y="115877"/>
                  <a:pt x="1791033" y="111709"/>
                  <a:pt x="1791033" y="105897"/>
                </a:cubicBezTo>
                <a:cubicBezTo>
                  <a:pt x="1791033" y="101025"/>
                  <a:pt x="1789210" y="97406"/>
                  <a:pt x="1785564" y="95039"/>
                </a:cubicBezTo>
                <a:cubicBezTo>
                  <a:pt x="1781918" y="92670"/>
                  <a:pt x="1775496" y="90370"/>
                  <a:pt x="1766299" y="88138"/>
                </a:cubicBezTo>
                <a:cubicBezTo>
                  <a:pt x="1758810" y="86311"/>
                  <a:pt x="1752503" y="84197"/>
                  <a:pt x="1747379" y="81798"/>
                </a:cubicBezTo>
                <a:cubicBezTo>
                  <a:pt x="1742255" y="79396"/>
                  <a:pt x="1738412" y="76351"/>
                  <a:pt x="1735850" y="72664"/>
                </a:cubicBezTo>
                <a:cubicBezTo>
                  <a:pt x="1733288" y="68977"/>
                  <a:pt x="1732007" y="64326"/>
                  <a:pt x="1732007" y="58711"/>
                </a:cubicBezTo>
                <a:cubicBezTo>
                  <a:pt x="1732007" y="54314"/>
                  <a:pt x="1732910" y="50441"/>
                  <a:pt x="1734717" y="47093"/>
                </a:cubicBezTo>
                <a:cubicBezTo>
                  <a:pt x="1736523" y="43745"/>
                  <a:pt x="1739053" y="40955"/>
                  <a:pt x="1742304" y="38723"/>
                </a:cubicBezTo>
                <a:cubicBezTo>
                  <a:pt x="1745556" y="36490"/>
                  <a:pt x="1749383" y="34815"/>
                  <a:pt x="1753784" y="33701"/>
                </a:cubicBezTo>
                <a:cubicBezTo>
                  <a:pt x="1758186" y="32584"/>
                  <a:pt x="1762949" y="32026"/>
                  <a:pt x="1768073" y="32026"/>
                </a:cubicBezTo>
                <a:cubicBezTo>
                  <a:pt x="1773131" y="32026"/>
                  <a:pt x="1777877" y="32634"/>
                  <a:pt x="1782312" y="33852"/>
                </a:cubicBezTo>
                <a:cubicBezTo>
                  <a:pt x="1786746" y="35069"/>
                  <a:pt x="1790655" y="36964"/>
                  <a:pt x="1794038" y="39536"/>
                </a:cubicBezTo>
                <a:cubicBezTo>
                  <a:pt x="1797421" y="42106"/>
                  <a:pt x="1800098" y="45421"/>
                  <a:pt x="1802069" y="49480"/>
                </a:cubicBezTo>
                <a:cubicBezTo>
                  <a:pt x="1804040" y="53538"/>
                  <a:pt x="1805025" y="58409"/>
                  <a:pt x="1805025" y="64091"/>
                </a:cubicBezTo>
                <a:lnTo>
                  <a:pt x="1789062" y="64091"/>
                </a:lnTo>
                <a:cubicBezTo>
                  <a:pt x="1789062" y="56920"/>
                  <a:pt x="1787025" y="51853"/>
                  <a:pt x="1782952" y="48888"/>
                </a:cubicBezTo>
                <a:cubicBezTo>
                  <a:pt x="1778879" y="45924"/>
                  <a:pt x="1773919" y="44442"/>
                  <a:pt x="1768073" y="44442"/>
                </a:cubicBezTo>
                <a:cubicBezTo>
                  <a:pt x="1762160" y="44442"/>
                  <a:pt x="1757365" y="45554"/>
                  <a:pt x="1753686" y="47780"/>
                </a:cubicBezTo>
                <a:cubicBezTo>
                  <a:pt x="1750007" y="50003"/>
                  <a:pt x="1748168" y="53478"/>
                  <a:pt x="1748168" y="58203"/>
                </a:cubicBezTo>
                <a:cubicBezTo>
                  <a:pt x="1748168" y="60841"/>
                  <a:pt x="1748989" y="63074"/>
                  <a:pt x="1750631" y="64901"/>
                </a:cubicBezTo>
                <a:cubicBezTo>
                  <a:pt x="1752273" y="66728"/>
                  <a:pt x="1755033" y="68369"/>
                  <a:pt x="1758908" y="69825"/>
                </a:cubicBezTo>
                <a:cubicBezTo>
                  <a:pt x="1762784" y="71278"/>
                  <a:pt x="1768007" y="72817"/>
                  <a:pt x="1774576" y="74441"/>
                </a:cubicBezTo>
                <a:cubicBezTo>
                  <a:pt x="1781737" y="76200"/>
                  <a:pt x="1787748" y="78297"/>
                  <a:pt x="1792609" y="80732"/>
                </a:cubicBezTo>
                <a:cubicBezTo>
                  <a:pt x="1797471" y="83167"/>
                  <a:pt x="1801133" y="86296"/>
                  <a:pt x="1803596" y="90118"/>
                </a:cubicBezTo>
                <a:cubicBezTo>
                  <a:pt x="1806060" y="93939"/>
                  <a:pt x="1807292" y="98826"/>
                  <a:pt x="1807292" y="104779"/>
                </a:cubicBezTo>
                <a:cubicBezTo>
                  <a:pt x="1807292" y="109920"/>
                  <a:pt x="1806323" y="114367"/>
                  <a:pt x="1804385" y="118122"/>
                </a:cubicBezTo>
                <a:cubicBezTo>
                  <a:pt x="1802447" y="121877"/>
                  <a:pt x="1799753" y="124955"/>
                  <a:pt x="1796305" y="127357"/>
                </a:cubicBezTo>
                <a:cubicBezTo>
                  <a:pt x="1792856" y="129759"/>
                  <a:pt x="1788815" y="131535"/>
                  <a:pt x="1784184" y="132684"/>
                </a:cubicBezTo>
                <a:cubicBezTo>
                  <a:pt x="1779553" y="133834"/>
                  <a:pt x="1774544" y="134409"/>
                  <a:pt x="1769157" y="134409"/>
                </a:cubicBezTo>
                <a:close/>
                <a:moveTo>
                  <a:pt x="1876175" y="134409"/>
                </a:moveTo>
                <a:cubicBezTo>
                  <a:pt x="1865729" y="134409"/>
                  <a:pt x="1857173" y="132160"/>
                  <a:pt x="1850505" y="127662"/>
                </a:cubicBezTo>
                <a:cubicBezTo>
                  <a:pt x="1843837" y="123162"/>
                  <a:pt x="1838894" y="117040"/>
                  <a:pt x="1835675" y="109297"/>
                </a:cubicBezTo>
                <a:cubicBezTo>
                  <a:pt x="1832456" y="101551"/>
                  <a:pt x="1830846" y="92841"/>
                  <a:pt x="1830846" y="83168"/>
                </a:cubicBezTo>
                <a:cubicBezTo>
                  <a:pt x="1830846" y="73088"/>
                  <a:pt x="1832406" y="64209"/>
                  <a:pt x="1835527" y="56531"/>
                </a:cubicBezTo>
                <a:cubicBezTo>
                  <a:pt x="1838647" y="48853"/>
                  <a:pt x="1843410" y="42850"/>
                  <a:pt x="1849815" y="38520"/>
                </a:cubicBezTo>
                <a:cubicBezTo>
                  <a:pt x="1856220" y="34190"/>
                  <a:pt x="1864350" y="32026"/>
                  <a:pt x="1874204" y="32026"/>
                </a:cubicBezTo>
                <a:cubicBezTo>
                  <a:pt x="1887277" y="32026"/>
                  <a:pt x="1897525" y="36079"/>
                  <a:pt x="1904948" y="44186"/>
                </a:cubicBezTo>
                <a:cubicBezTo>
                  <a:pt x="1912372" y="52291"/>
                  <a:pt x="1916083" y="63943"/>
                  <a:pt x="1916083" y="79143"/>
                </a:cubicBezTo>
                <a:cubicBezTo>
                  <a:pt x="1916083" y="80157"/>
                  <a:pt x="1916051" y="81357"/>
                  <a:pt x="1915985" y="82743"/>
                </a:cubicBezTo>
                <a:cubicBezTo>
                  <a:pt x="1915919" y="84127"/>
                  <a:pt x="1915821" y="85122"/>
                  <a:pt x="1915689" y="85730"/>
                </a:cubicBezTo>
                <a:lnTo>
                  <a:pt x="1847302" y="85730"/>
                </a:lnTo>
                <a:cubicBezTo>
                  <a:pt x="1847368" y="92238"/>
                  <a:pt x="1848370" y="98215"/>
                  <a:pt x="1850308" y="103661"/>
                </a:cubicBezTo>
                <a:cubicBezTo>
                  <a:pt x="1852246" y="109108"/>
                  <a:pt x="1855317" y="113475"/>
                  <a:pt x="1859521" y="116764"/>
                </a:cubicBezTo>
                <a:cubicBezTo>
                  <a:pt x="1863726" y="120053"/>
                  <a:pt x="1869277" y="121697"/>
                  <a:pt x="1876175" y="121697"/>
                </a:cubicBezTo>
                <a:cubicBezTo>
                  <a:pt x="1883532" y="121697"/>
                  <a:pt x="1889280" y="119884"/>
                  <a:pt x="1893419" y="116259"/>
                </a:cubicBezTo>
                <a:cubicBezTo>
                  <a:pt x="1897558" y="112634"/>
                  <a:pt x="1899726" y="107403"/>
                  <a:pt x="1899923" y="100566"/>
                </a:cubicBezTo>
                <a:lnTo>
                  <a:pt x="1916182" y="100566"/>
                </a:lnTo>
                <a:cubicBezTo>
                  <a:pt x="1915985" y="107544"/>
                  <a:pt x="1914244" y="113557"/>
                  <a:pt x="1910959" y="118605"/>
                </a:cubicBezTo>
                <a:cubicBezTo>
                  <a:pt x="1907675" y="123654"/>
                  <a:pt x="1903076" y="127550"/>
                  <a:pt x="1897164" y="130295"/>
                </a:cubicBezTo>
                <a:cubicBezTo>
                  <a:pt x="1891251" y="133038"/>
                  <a:pt x="1884255" y="134409"/>
                  <a:pt x="1876175" y="134409"/>
                </a:cubicBezTo>
                <a:moveTo>
                  <a:pt x="1847401" y="73708"/>
                </a:moveTo>
                <a:lnTo>
                  <a:pt x="1899824" y="73708"/>
                </a:lnTo>
                <a:cubicBezTo>
                  <a:pt x="1899627" y="64295"/>
                  <a:pt x="1897295" y="57098"/>
                  <a:pt x="1892828" y="52115"/>
                </a:cubicBezTo>
                <a:cubicBezTo>
                  <a:pt x="1888361" y="47131"/>
                  <a:pt x="1882153" y="44639"/>
                  <a:pt x="1874204" y="44639"/>
                </a:cubicBezTo>
                <a:cubicBezTo>
                  <a:pt x="1866189" y="44639"/>
                  <a:pt x="1859899" y="47114"/>
                  <a:pt x="1855333" y="52063"/>
                </a:cubicBezTo>
                <a:cubicBezTo>
                  <a:pt x="1850768" y="57011"/>
                  <a:pt x="1848123" y="64226"/>
                  <a:pt x="1847401" y="73708"/>
                </a:cubicBezTo>
                <a:close/>
                <a:moveTo>
                  <a:pt x="1971369" y="134409"/>
                </a:moveTo>
                <a:cubicBezTo>
                  <a:pt x="1965982" y="134409"/>
                  <a:pt x="1960874" y="133800"/>
                  <a:pt x="1956046" y="132583"/>
                </a:cubicBezTo>
                <a:cubicBezTo>
                  <a:pt x="1951217" y="131365"/>
                  <a:pt x="1946964" y="129438"/>
                  <a:pt x="1943285" y="126800"/>
                </a:cubicBezTo>
                <a:cubicBezTo>
                  <a:pt x="1939606" y="124162"/>
                  <a:pt x="1936732" y="120695"/>
                  <a:pt x="1934663" y="116401"/>
                </a:cubicBezTo>
                <a:cubicBezTo>
                  <a:pt x="1932593" y="112104"/>
                  <a:pt x="1931559" y="106911"/>
                  <a:pt x="1931559" y="100822"/>
                </a:cubicBezTo>
                <a:lnTo>
                  <a:pt x="1947424" y="100822"/>
                </a:lnTo>
                <a:cubicBezTo>
                  <a:pt x="1947424" y="108666"/>
                  <a:pt x="1949739" y="114189"/>
                  <a:pt x="1954371" y="117389"/>
                </a:cubicBezTo>
                <a:cubicBezTo>
                  <a:pt x="1959002" y="120590"/>
                  <a:pt x="1964799" y="122190"/>
                  <a:pt x="1971763" y="122190"/>
                </a:cubicBezTo>
                <a:cubicBezTo>
                  <a:pt x="1978004" y="122190"/>
                  <a:pt x="1983144" y="120927"/>
                  <a:pt x="1987185" y="118402"/>
                </a:cubicBezTo>
                <a:cubicBezTo>
                  <a:pt x="1991225" y="115877"/>
                  <a:pt x="1993245" y="111709"/>
                  <a:pt x="1993245" y="105897"/>
                </a:cubicBezTo>
                <a:cubicBezTo>
                  <a:pt x="1993245" y="101025"/>
                  <a:pt x="1991422" y="97406"/>
                  <a:pt x="1987776" y="95039"/>
                </a:cubicBezTo>
                <a:cubicBezTo>
                  <a:pt x="1984130" y="92670"/>
                  <a:pt x="1977708" y="90370"/>
                  <a:pt x="1968511" y="88138"/>
                </a:cubicBezTo>
                <a:cubicBezTo>
                  <a:pt x="1961022" y="86311"/>
                  <a:pt x="1954716" y="84197"/>
                  <a:pt x="1949591" y="81798"/>
                </a:cubicBezTo>
                <a:cubicBezTo>
                  <a:pt x="1944467" y="79396"/>
                  <a:pt x="1940624" y="76351"/>
                  <a:pt x="1938062" y="72664"/>
                </a:cubicBezTo>
                <a:cubicBezTo>
                  <a:pt x="1935500" y="68977"/>
                  <a:pt x="1934219" y="64326"/>
                  <a:pt x="1934219" y="58711"/>
                </a:cubicBezTo>
                <a:cubicBezTo>
                  <a:pt x="1934219" y="54314"/>
                  <a:pt x="1935122" y="50441"/>
                  <a:pt x="1936929" y="47093"/>
                </a:cubicBezTo>
                <a:cubicBezTo>
                  <a:pt x="1938736" y="43745"/>
                  <a:pt x="1941265" y="40955"/>
                  <a:pt x="1944517" y="38723"/>
                </a:cubicBezTo>
                <a:cubicBezTo>
                  <a:pt x="1947768" y="36490"/>
                  <a:pt x="1951595" y="34815"/>
                  <a:pt x="1955997" y="33701"/>
                </a:cubicBezTo>
                <a:cubicBezTo>
                  <a:pt x="1960398" y="32584"/>
                  <a:pt x="1965161" y="32026"/>
                  <a:pt x="1970285" y="32026"/>
                </a:cubicBezTo>
                <a:cubicBezTo>
                  <a:pt x="1975343" y="32026"/>
                  <a:pt x="1980090" y="32634"/>
                  <a:pt x="1984524" y="33852"/>
                </a:cubicBezTo>
                <a:cubicBezTo>
                  <a:pt x="1988958" y="35069"/>
                  <a:pt x="1992867" y="36964"/>
                  <a:pt x="1996250" y="39536"/>
                </a:cubicBezTo>
                <a:cubicBezTo>
                  <a:pt x="1999633" y="42106"/>
                  <a:pt x="2002310" y="45421"/>
                  <a:pt x="2004281" y="49480"/>
                </a:cubicBezTo>
                <a:cubicBezTo>
                  <a:pt x="2006252" y="53538"/>
                  <a:pt x="2007237" y="58409"/>
                  <a:pt x="2007237" y="64091"/>
                </a:cubicBezTo>
                <a:lnTo>
                  <a:pt x="1991274" y="64091"/>
                </a:lnTo>
                <a:cubicBezTo>
                  <a:pt x="1991274" y="56920"/>
                  <a:pt x="1989237" y="51853"/>
                  <a:pt x="1985164" y="48888"/>
                </a:cubicBezTo>
                <a:cubicBezTo>
                  <a:pt x="1981091" y="45924"/>
                  <a:pt x="1976132" y="44442"/>
                  <a:pt x="1970285" y="44442"/>
                </a:cubicBezTo>
                <a:cubicBezTo>
                  <a:pt x="1964372" y="44442"/>
                  <a:pt x="1959577" y="45554"/>
                  <a:pt x="1955898" y="47780"/>
                </a:cubicBezTo>
                <a:cubicBezTo>
                  <a:pt x="1952219" y="50003"/>
                  <a:pt x="1950380" y="53478"/>
                  <a:pt x="1950380" y="58203"/>
                </a:cubicBezTo>
                <a:cubicBezTo>
                  <a:pt x="1950380" y="60841"/>
                  <a:pt x="1951201" y="63074"/>
                  <a:pt x="1952843" y="64901"/>
                </a:cubicBezTo>
                <a:cubicBezTo>
                  <a:pt x="1954486" y="66728"/>
                  <a:pt x="1957245" y="68369"/>
                  <a:pt x="1961121" y="69825"/>
                </a:cubicBezTo>
                <a:cubicBezTo>
                  <a:pt x="1964997" y="71278"/>
                  <a:pt x="1970219" y="72817"/>
                  <a:pt x="1976789" y="74441"/>
                </a:cubicBezTo>
                <a:cubicBezTo>
                  <a:pt x="1983949" y="76200"/>
                  <a:pt x="1989960" y="78297"/>
                  <a:pt x="1994821" y="80732"/>
                </a:cubicBezTo>
                <a:cubicBezTo>
                  <a:pt x="1999683" y="83167"/>
                  <a:pt x="2003345" y="86296"/>
                  <a:pt x="2005809" y="90118"/>
                </a:cubicBezTo>
                <a:cubicBezTo>
                  <a:pt x="2008272" y="93939"/>
                  <a:pt x="2009504" y="98826"/>
                  <a:pt x="2009504" y="104779"/>
                </a:cubicBezTo>
                <a:cubicBezTo>
                  <a:pt x="2009504" y="109920"/>
                  <a:pt x="2008535" y="114367"/>
                  <a:pt x="2006597" y="118122"/>
                </a:cubicBezTo>
                <a:cubicBezTo>
                  <a:pt x="2004659" y="121877"/>
                  <a:pt x="2001966" y="124955"/>
                  <a:pt x="1998517" y="127357"/>
                </a:cubicBezTo>
                <a:cubicBezTo>
                  <a:pt x="1995068" y="129759"/>
                  <a:pt x="1991028" y="131535"/>
                  <a:pt x="1986396" y="132684"/>
                </a:cubicBezTo>
                <a:cubicBezTo>
                  <a:pt x="1981765" y="133834"/>
                  <a:pt x="1976756" y="134409"/>
                  <a:pt x="1971369" y="134409"/>
                </a:cubicBezTo>
                <a:close/>
                <a:moveTo>
                  <a:pt x="2115239" y="134409"/>
                </a:moveTo>
                <a:cubicBezTo>
                  <a:pt x="2106568" y="134409"/>
                  <a:pt x="2098882" y="132530"/>
                  <a:pt x="2092181" y="128774"/>
                </a:cubicBezTo>
                <a:cubicBezTo>
                  <a:pt x="2085480" y="125015"/>
                  <a:pt x="2080241" y="119360"/>
                  <a:pt x="2076464" y="111809"/>
                </a:cubicBezTo>
                <a:cubicBezTo>
                  <a:pt x="2072686" y="104259"/>
                  <a:pt x="2070798" y="94796"/>
                  <a:pt x="2070798" y="83420"/>
                </a:cubicBezTo>
                <a:cubicBezTo>
                  <a:pt x="2070798" y="72045"/>
                  <a:pt x="2072654" y="62548"/>
                  <a:pt x="2076365" y="54930"/>
                </a:cubicBezTo>
                <a:cubicBezTo>
                  <a:pt x="2080077" y="47312"/>
                  <a:pt x="2085267" y="41590"/>
                  <a:pt x="2091935" y="37766"/>
                </a:cubicBezTo>
                <a:cubicBezTo>
                  <a:pt x="2098603" y="33939"/>
                  <a:pt x="2106371" y="32026"/>
                  <a:pt x="2115239" y="32026"/>
                </a:cubicBezTo>
                <a:cubicBezTo>
                  <a:pt x="2122663" y="32026"/>
                  <a:pt x="2129347" y="33277"/>
                  <a:pt x="2135292" y="35779"/>
                </a:cubicBezTo>
                <a:cubicBezTo>
                  <a:pt x="2141238" y="38282"/>
                  <a:pt x="2145984" y="42053"/>
                  <a:pt x="2149531" y="47093"/>
                </a:cubicBezTo>
                <a:cubicBezTo>
                  <a:pt x="2153079" y="52133"/>
                  <a:pt x="2154951" y="58508"/>
                  <a:pt x="2155148" y="66219"/>
                </a:cubicBezTo>
                <a:lnTo>
                  <a:pt x="2138889" y="66219"/>
                </a:lnTo>
                <a:cubicBezTo>
                  <a:pt x="2138495" y="59738"/>
                  <a:pt x="2136261" y="54636"/>
                  <a:pt x="2132188" y="50915"/>
                </a:cubicBezTo>
                <a:cubicBezTo>
                  <a:pt x="2128115" y="47191"/>
                  <a:pt x="2122564" y="45329"/>
                  <a:pt x="2115535" y="45329"/>
                </a:cubicBezTo>
                <a:cubicBezTo>
                  <a:pt x="2106207" y="45329"/>
                  <a:pt x="2099243" y="48666"/>
                  <a:pt x="2094645" y="55340"/>
                </a:cubicBezTo>
                <a:cubicBezTo>
                  <a:pt x="2090046" y="62014"/>
                  <a:pt x="2087747" y="71375"/>
                  <a:pt x="2087747" y="83424"/>
                </a:cubicBezTo>
                <a:cubicBezTo>
                  <a:pt x="2087747" y="91432"/>
                  <a:pt x="2088765" y="98226"/>
                  <a:pt x="2090801" y="103806"/>
                </a:cubicBezTo>
                <a:cubicBezTo>
                  <a:pt x="2092838" y="109384"/>
                  <a:pt x="2095926" y="113662"/>
                  <a:pt x="2100064" y="116641"/>
                </a:cubicBezTo>
                <a:cubicBezTo>
                  <a:pt x="2104203" y="119618"/>
                  <a:pt x="2109360" y="121106"/>
                  <a:pt x="2115535" y="121106"/>
                </a:cubicBezTo>
                <a:cubicBezTo>
                  <a:pt x="2122564" y="121106"/>
                  <a:pt x="2128280" y="119192"/>
                  <a:pt x="2132681" y="115363"/>
                </a:cubicBezTo>
                <a:cubicBezTo>
                  <a:pt x="2137083" y="111532"/>
                  <a:pt x="2139382" y="105925"/>
                  <a:pt x="2139579" y="98540"/>
                </a:cubicBezTo>
                <a:lnTo>
                  <a:pt x="2155838" y="98540"/>
                </a:lnTo>
                <a:cubicBezTo>
                  <a:pt x="2155641" y="106534"/>
                  <a:pt x="2153752" y="113190"/>
                  <a:pt x="2150172" y="118507"/>
                </a:cubicBezTo>
                <a:cubicBezTo>
                  <a:pt x="2146592" y="123824"/>
                  <a:pt x="2141763" y="127804"/>
                  <a:pt x="2135687" y="130446"/>
                </a:cubicBezTo>
                <a:cubicBezTo>
                  <a:pt x="2129610" y="133088"/>
                  <a:pt x="2122794" y="134409"/>
                  <a:pt x="2115239" y="134409"/>
                </a:cubicBezTo>
                <a:close/>
                <a:moveTo>
                  <a:pt x="2222697" y="134409"/>
                </a:moveTo>
                <a:cubicBezTo>
                  <a:pt x="2213303" y="134409"/>
                  <a:pt x="2205255" y="132363"/>
                  <a:pt x="2198554" y="128272"/>
                </a:cubicBezTo>
                <a:cubicBezTo>
                  <a:pt x="2191854" y="124178"/>
                  <a:pt x="2186746" y="118326"/>
                  <a:pt x="2183231" y="110716"/>
                </a:cubicBezTo>
                <a:cubicBezTo>
                  <a:pt x="2179717" y="103106"/>
                  <a:pt x="2177959" y="94058"/>
                  <a:pt x="2177959" y="83571"/>
                </a:cubicBezTo>
                <a:cubicBezTo>
                  <a:pt x="2177959" y="72816"/>
                  <a:pt x="2179717" y="63600"/>
                  <a:pt x="2183231" y="55922"/>
                </a:cubicBezTo>
                <a:cubicBezTo>
                  <a:pt x="2186746" y="48244"/>
                  <a:pt x="2191854" y="42342"/>
                  <a:pt x="2198554" y="38215"/>
                </a:cubicBezTo>
                <a:cubicBezTo>
                  <a:pt x="2205255" y="34089"/>
                  <a:pt x="2213303" y="32026"/>
                  <a:pt x="2222697" y="32026"/>
                </a:cubicBezTo>
                <a:cubicBezTo>
                  <a:pt x="2232288" y="32026"/>
                  <a:pt x="2240483" y="34089"/>
                  <a:pt x="2247283" y="38215"/>
                </a:cubicBezTo>
                <a:cubicBezTo>
                  <a:pt x="2254082" y="42342"/>
                  <a:pt x="2259304" y="48244"/>
                  <a:pt x="2262950" y="55922"/>
                </a:cubicBezTo>
                <a:cubicBezTo>
                  <a:pt x="2266596" y="63600"/>
                  <a:pt x="2268419" y="72816"/>
                  <a:pt x="2268419" y="83571"/>
                </a:cubicBezTo>
                <a:cubicBezTo>
                  <a:pt x="2268419" y="94058"/>
                  <a:pt x="2266596" y="103106"/>
                  <a:pt x="2262950" y="110716"/>
                </a:cubicBezTo>
                <a:cubicBezTo>
                  <a:pt x="2259304" y="118326"/>
                  <a:pt x="2254082" y="124178"/>
                  <a:pt x="2247283" y="128272"/>
                </a:cubicBezTo>
                <a:cubicBezTo>
                  <a:pt x="2240483" y="132363"/>
                  <a:pt x="2232288" y="134409"/>
                  <a:pt x="2222697" y="134409"/>
                </a:cubicBezTo>
                <a:moveTo>
                  <a:pt x="2222697" y="121303"/>
                </a:moveTo>
                <a:cubicBezTo>
                  <a:pt x="2229792" y="121303"/>
                  <a:pt x="2235441" y="119680"/>
                  <a:pt x="2239646" y="116435"/>
                </a:cubicBezTo>
                <a:cubicBezTo>
                  <a:pt x="2243850" y="113187"/>
                  <a:pt x="2246872" y="108709"/>
                  <a:pt x="2248711" y="103002"/>
                </a:cubicBezTo>
                <a:cubicBezTo>
                  <a:pt x="2250551" y="97295"/>
                  <a:pt x="2251470" y="90820"/>
                  <a:pt x="2251470" y="83578"/>
                </a:cubicBezTo>
                <a:cubicBezTo>
                  <a:pt x="2251470" y="76195"/>
                  <a:pt x="2250551" y="69599"/>
                  <a:pt x="2248711" y="63789"/>
                </a:cubicBezTo>
                <a:cubicBezTo>
                  <a:pt x="2246872" y="57980"/>
                  <a:pt x="2243850" y="53418"/>
                  <a:pt x="2239646" y="50105"/>
                </a:cubicBezTo>
                <a:cubicBezTo>
                  <a:pt x="2235441" y="46789"/>
                  <a:pt x="2229792" y="45131"/>
                  <a:pt x="2222697" y="45131"/>
                </a:cubicBezTo>
                <a:cubicBezTo>
                  <a:pt x="2215799" y="45131"/>
                  <a:pt x="2210330" y="46789"/>
                  <a:pt x="2206290" y="50105"/>
                </a:cubicBezTo>
                <a:cubicBezTo>
                  <a:pt x="2202250" y="53418"/>
                  <a:pt x="2199343" y="57980"/>
                  <a:pt x="2197569" y="63789"/>
                </a:cubicBezTo>
                <a:cubicBezTo>
                  <a:pt x="2195795" y="69599"/>
                  <a:pt x="2194908" y="76195"/>
                  <a:pt x="2194908" y="83578"/>
                </a:cubicBezTo>
                <a:cubicBezTo>
                  <a:pt x="2194908" y="90820"/>
                  <a:pt x="2195795" y="97295"/>
                  <a:pt x="2197569" y="103002"/>
                </a:cubicBezTo>
                <a:cubicBezTo>
                  <a:pt x="2199343" y="108709"/>
                  <a:pt x="2202250" y="113187"/>
                  <a:pt x="2206290" y="116435"/>
                </a:cubicBezTo>
                <a:cubicBezTo>
                  <a:pt x="2210330" y="119680"/>
                  <a:pt x="2215799" y="121303"/>
                  <a:pt x="2222697" y="121303"/>
                </a:cubicBezTo>
                <a:close/>
                <a:moveTo>
                  <a:pt x="2296999" y="132635"/>
                </a:moveTo>
                <a:lnTo>
                  <a:pt x="2296999" y="33701"/>
                </a:lnTo>
                <a:lnTo>
                  <a:pt x="2312470" y="33701"/>
                </a:lnTo>
                <a:lnTo>
                  <a:pt x="2313061" y="49566"/>
                </a:lnTo>
                <a:cubicBezTo>
                  <a:pt x="2315754" y="44573"/>
                  <a:pt x="2319499" y="40401"/>
                  <a:pt x="2324294" y="37051"/>
                </a:cubicBezTo>
                <a:cubicBezTo>
                  <a:pt x="2329090" y="33701"/>
                  <a:pt x="2335331" y="32026"/>
                  <a:pt x="2343017" y="32026"/>
                </a:cubicBezTo>
                <a:lnTo>
                  <a:pt x="2344988" y="32026"/>
                </a:lnTo>
                <a:lnTo>
                  <a:pt x="2344988" y="47102"/>
                </a:lnTo>
                <a:lnTo>
                  <a:pt x="2342721" y="47102"/>
                </a:lnTo>
                <a:cubicBezTo>
                  <a:pt x="2337926" y="47102"/>
                  <a:pt x="2333721" y="47753"/>
                  <a:pt x="2330108" y="49055"/>
                </a:cubicBezTo>
                <a:cubicBezTo>
                  <a:pt x="2326495" y="50354"/>
                  <a:pt x="2323342" y="52150"/>
                  <a:pt x="2320648" y="54443"/>
                </a:cubicBezTo>
                <a:cubicBezTo>
                  <a:pt x="2317955" y="56737"/>
                  <a:pt x="2315557" y="59389"/>
                  <a:pt x="2313455" y="62401"/>
                </a:cubicBezTo>
                <a:lnTo>
                  <a:pt x="2313455" y="132635"/>
                </a:lnTo>
                <a:lnTo>
                  <a:pt x="2296999" y="132635"/>
                </a:lnTo>
                <a:close/>
                <a:moveTo>
                  <a:pt x="2366220" y="132635"/>
                </a:moveTo>
                <a:lnTo>
                  <a:pt x="2366220" y="33701"/>
                </a:lnTo>
                <a:lnTo>
                  <a:pt x="2381691" y="33701"/>
                </a:lnTo>
                <a:lnTo>
                  <a:pt x="2382282" y="49566"/>
                </a:lnTo>
                <a:cubicBezTo>
                  <a:pt x="2384975" y="44573"/>
                  <a:pt x="2388720" y="40401"/>
                  <a:pt x="2393515" y="37051"/>
                </a:cubicBezTo>
                <a:cubicBezTo>
                  <a:pt x="2398311" y="33701"/>
                  <a:pt x="2404552" y="32026"/>
                  <a:pt x="2412238" y="32026"/>
                </a:cubicBezTo>
                <a:lnTo>
                  <a:pt x="2414209" y="32026"/>
                </a:lnTo>
                <a:lnTo>
                  <a:pt x="2414209" y="47102"/>
                </a:lnTo>
                <a:lnTo>
                  <a:pt x="2411942" y="47102"/>
                </a:lnTo>
                <a:cubicBezTo>
                  <a:pt x="2407147" y="47102"/>
                  <a:pt x="2402942" y="47753"/>
                  <a:pt x="2399329" y="49055"/>
                </a:cubicBezTo>
                <a:cubicBezTo>
                  <a:pt x="2395716" y="50354"/>
                  <a:pt x="2392563" y="52150"/>
                  <a:pt x="2389869" y="54443"/>
                </a:cubicBezTo>
                <a:cubicBezTo>
                  <a:pt x="2387176" y="56737"/>
                  <a:pt x="2384778" y="59389"/>
                  <a:pt x="2382676" y="62401"/>
                </a:cubicBezTo>
                <a:lnTo>
                  <a:pt x="2382676" y="132635"/>
                </a:lnTo>
                <a:lnTo>
                  <a:pt x="2366220" y="132635"/>
                </a:lnTo>
                <a:close/>
                <a:moveTo>
                  <a:pt x="2469294" y="134409"/>
                </a:moveTo>
                <a:cubicBezTo>
                  <a:pt x="2458849" y="134409"/>
                  <a:pt x="2450293" y="132160"/>
                  <a:pt x="2443625" y="127662"/>
                </a:cubicBezTo>
                <a:cubicBezTo>
                  <a:pt x="2436957" y="123162"/>
                  <a:pt x="2432013" y="117040"/>
                  <a:pt x="2428794" y="109297"/>
                </a:cubicBezTo>
                <a:cubicBezTo>
                  <a:pt x="2425575" y="101551"/>
                  <a:pt x="2423966" y="92841"/>
                  <a:pt x="2423966" y="83168"/>
                </a:cubicBezTo>
                <a:cubicBezTo>
                  <a:pt x="2423966" y="73088"/>
                  <a:pt x="2425526" y="64209"/>
                  <a:pt x="2428647" y="56531"/>
                </a:cubicBezTo>
                <a:cubicBezTo>
                  <a:pt x="2431767" y="48853"/>
                  <a:pt x="2436530" y="42850"/>
                  <a:pt x="2442935" y="38520"/>
                </a:cubicBezTo>
                <a:cubicBezTo>
                  <a:pt x="2449340" y="34190"/>
                  <a:pt x="2457470" y="32026"/>
                  <a:pt x="2467324" y="32026"/>
                </a:cubicBezTo>
                <a:cubicBezTo>
                  <a:pt x="2480397" y="32026"/>
                  <a:pt x="2490645" y="36079"/>
                  <a:pt x="2498068" y="44186"/>
                </a:cubicBezTo>
                <a:cubicBezTo>
                  <a:pt x="2505492" y="52291"/>
                  <a:pt x="2509203" y="63943"/>
                  <a:pt x="2509203" y="79143"/>
                </a:cubicBezTo>
                <a:cubicBezTo>
                  <a:pt x="2509203" y="80157"/>
                  <a:pt x="2509170" y="81357"/>
                  <a:pt x="2509105" y="82743"/>
                </a:cubicBezTo>
                <a:cubicBezTo>
                  <a:pt x="2509039" y="84127"/>
                  <a:pt x="2508940" y="85122"/>
                  <a:pt x="2508809" y="85730"/>
                </a:cubicBezTo>
                <a:lnTo>
                  <a:pt x="2440422" y="85730"/>
                </a:lnTo>
                <a:cubicBezTo>
                  <a:pt x="2440488" y="92238"/>
                  <a:pt x="2441490" y="98215"/>
                  <a:pt x="2443428" y="103661"/>
                </a:cubicBezTo>
                <a:cubicBezTo>
                  <a:pt x="2445366" y="109108"/>
                  <a:pt x="2448437" y="113475"/>
                  <a:pt x="2452641" y="116764"/>
                </a:cubicBezTo>
                <a:cubicBezTo>
                  <a:pt x="2456846" y="120053"/>
                  <a:pt x="2462397" y="121697"/>
                  <a:pt x="2469294" y="121697"/>
                </a:cubicBezTo>
                <a:cubicBezTo>
                  <a:pt x="2476652" y="121697"/>
                  <a:pt x="2482400" y="119884"/>
                  <a:pt x="2486539" y="116259"/>
                </a:cubicBezTo>
                <a:cubicBezTo>
                  <a:pt x="2490678" y="112634"/>
                  <a:pt x="2492846" y="107403"/>
                  <a:pt x="2493043" y="100566"/>
                </a:cubicBezTo>
                <a:lnTo>
                  <a:pt x="2509302" y="100566"/>
                </a:lnTo>
                <a:cubicBezTo>
                  <a:pt x="2509105" y="107544"/>
                  <a:pt x="2507364" y="113557"/>
                  <a:pt x="2504079" y="118605"/>
                </a:cubicBezTo>
                <a:cubicBezTo>
                  <a:pt x="2500794" y="123654"/>
                  <a:pt x="2496196" y="127550"/>
                  <a:pt x="2490283" y="130295"/>
                </a:cubicBezTo>
                <a:cubicBezTo>
                  <a:pt x="2484371" y="133038"/>
                  <a:pt x="2477375" y="134409"/>
                  <a:pt x="2469294" y="134409"/>
                </a:cubicBezTo>
                <a:moveTo>
                  <a:pt x="2440521" y="73708"/>
                </a:moveTo>
                <a:lnTo>
                  <a:pt x="2492944" y="73708"/>
                </a:lnTo>
                <a:cubicBezTo>
                  <a:pt x="2492747" y="64295"/>
                  <a:pt x="2490415" y="57098"/>
                  <a:pt x="2485948" y="52115"/>
                </a:cubicBezTo>
                <a:cubicBezTo>
                  <a:pt x="2481481" y="47131"/>
                  <a:pt x="2475273" y="44639"/>
                  <a:pt x="2467324" y="44639"/>
                </a:cubicBezTo>
                <a:cubicBezTo>
                  <a:pt x="2459309" y="44639"/>
                  <a:pt x="2453019" y="47114"/>
                  <a:pt x="2448453" y="52063"/>
                </a:cubicBezTo>
                <a:cubicBezTo>
                  <a:pt x="2443887" y="57011"/>
                  <a:pt x="2441243" y="64226"/>
                  <a:pt x="2440521" y="73708"/>
                </a:cubicBezTo>
                <a:close/>
                <a:moveTo>
                  <a:pt x="2575568" y="134409"/>
                </a:moveTo>
                <a:cubicBezTo>
                  <a:pt x="2566897" y="134409"/>
                  <a:pt x="2559211" y="132530"/>
                  <a:pt x="2552510" y="128774"/>
                </a:cubicBezTo>
                <a:cubicBezTo>
                  <a:pt x="2545809" y="125015"/>
                  <a:pt x="2540570" y="119360"/>
                  <a:pt x="2536793" y="111809"/>
                </a:cubicBezTo>
                <a:cubicBezTo>
                  <a:pt x="2533015" y="104259"/>
                  <a:pt x="2531127" y="94796"/>
                  <a:pt x="2531127" y="83420"/>
                </a:cubicBezTo>
                <a:cubicBezTo>
                  <a:pt x="2531127" y="72045"/>
                  <a:pt x="2532983" y="62548"/>
                  <a:pt x="2536694" y="54930"/>
                </a:cubicBezTo>
                <a:cubicBezTo>
                  <a:pt x="2540406" y="47312"/>
                  <a:pt x="2545596" y="41590"/>
                  <a:pt x="2552264" y="37766"/>
                </a:cubicBezTo>
                <a:cubicBezTo>
                  <a:pt x="2558932" y="33939"/>
                  <a:pt x="2566700" y="32026"/>
                  <a:pt x="2575568" y="32026"/>
                </a:cubicBezTo>
                <a:cubicBezTo>
                  <a:pt x="2582992" y="32026"/>
                  <a:pt x="2589676" y="33277"/>
                  <a:pt x="2595621" y="35779"/>
                </a:cubicBezTo>
                <a:cubicBezTo>
                  <a:pt x="2601567" y="38282"/>
                  <a:pt x="2606313" y="42053"/>
                  <a:pt x="2609860" y="47093"/>
                </a:cubicBezTo>
                <a:cubicBezTo>
                  <a:pt x="2613408" y="52133"/>
                  <a:pt x="2615280" y="58508"/>
                  <a:pt x="2615477" y="66219"/>
                </a:cubicBezTo>
                <a:lnTo>
                  <a:pt x="2599218" y="66219"/>
                </a:lnTo>
                <a:cubicBezTo>
                  <a:pt x="2598824" y="59738"/>
                  <a:pt x="2596590" y="54636"/>
                  <a:pt x="2592517" y="50915"/>
                </a:cubicBezTo>
                <a:cubicBezTo>
                  <a:pt x="2588444" y="47191"/>
                  <a:pt x="2582893" y="45329"/>
                  <a:pt x="2575864" y="45329"/>
                </a:cubicBezTo>
                <a:cubicBezTo>
                  <a:pt x="2566536" y="45329"/>
                  <a:pt x="2559572" y="48666"/>
                  <a:pt x="2554973" y="55340"/>
                </a:cubicBezTo>
                <a:cubicBezTo>
                  <a:pt x="2550375" y="62014"/>
                  <a:pt x="2548076" y="71375"/>
                  <a:pt x="2548076" y="83424"/>
                </a:cubicBezTo>
                <a:cubicBezTo>
                  <a:pt x="2548076" y="91432"/>
                  <a:pt x="2549094" y="98226"/>
                  <a:pt x="2551130" y="103806"/>
                </a:cubicBezTo>
                <a:cubicBezTo>
                  <a:pt x="2553167" y="109384"/>
                  <a:pt x="2556255" y="113662"/>
                  <a:pt x="2560393" y="116641"/>
                </a:cubicBezTo>
                <a:cubicBezTo>
                  <a:pt x="2564532" y="119618"/>
                  <a:pt x="2569689" y="121106"/>
                  <a:pt x="2575864" y="121106"/>
                </a:cubicBezTo>
                <a:cubicBezTo>
                  <a:pt x="2582893" y="121106"/>
                  <a:pt x="2588609" y="119192"/>
                  <a:pt x="2593010" y="115363"/>
                </a:cubicBezTo>
                <a:cubicBezTo>
                  <a:pt x="2597411" y="111532"/>
                  <a:pt x="2599711" y="105925"/>
                  <a:pt x="2599908" y="98540"/>
                </a:cubicBezTo>
                <a:lnTo>
                  <a:pt x="2616167" y="98540"/>
                </a:lnTo>
                <a:cubicBezTo>
                  <a:pt x="2615970" y="106534"/>
                  <a:pt x="2614081" y="113190"/>
                  <a:pt x="2610501" y="118507"/>
                </a:cubicBezTo>
                <a:cubicBezTo>
                  <a:pt x="2606921" y="123824"/>
                  <a:pt x="2602092" y="127804"/>
                  <a:pt x="2596015" y="130446"/>
                </a:cubicBezTo>
                <a:cubicBezTo>
                  <a:pt x="2589939" y="133088"/>
                  <a:pt x="2583123" y="134409"/>
                  <a:pt x="2575568" y="134409"/>
                </a:cubicBezTo>
                <a:close/>
                <a:moveTo>
                  <a:pt x="2669678" y="132635"/>
                </a:moveTo>
                <a:cubicBezTo>
                  <a:pt x="2661926" y="132635"/>
                  <a:pt x="2655981" y="131359"/>
                  <a:pt x="2651842" y="128807"/>
                </a:cubicBezTo>
                <a:cubicBezTo>
                  <a:pt x="2647704" y="126256"/>
                  <a:pt x="2644862" y="122582"/>
                  <a:pt x="2643319" y="117786"/>
                </a:cubicBezTo>
                <a:cubicBezTo>
                  <a:pt x="2641775" y="112989"/>
                  <a:pt x="2641003" y="107222"/>
                  <a:pt x="2641003" y="100486"/>
                </a:cubicBezTo>
                <a:lnTo>
                  <a:pt x="2641003" y="47004"/>
                </a:lnTo>
                <a:lnTo>
                  <a:pt x="2624941" y="47004"/>
                </a:lnTo>
                <a:lnTo>
                  <a:pt x="2624941" y="33701"/>
                </a:lnTo>
                <a:lnTo>
                  <a:pt x="2641003" y="33701"/>
                </a:lnTo>
                <a:lnTo>
                  <a:pt x="2641003" y="11726"/>
                </a:lnTo>
                <a:lnTo>
                  <a:pt x="2657361" y="11726"/>
                </a:lnTo>
                <a:lnTo>
                  <a:pt x="2657361" y="33701"/>
                </a:lnTo>
                <a:lnTo>
                  <a:pt x="2681010" y="33701"/>
                </a:lnTo>
                <a:lnTo>
                  <a:pt x="2681010" y="47004"/>
                </a:lnTo>
                <a:lnTo>
                  <a:pt x="2657361" y="47004"/>
                </a:lnTo>
                <a:lnTo>
                  <a:pt x="2657361" y="100018"/>
                </a:lnTo>
                <a:cubicBezTo>
                  <a:pt x="2657361" y="106251"/>
                  <a:pt x="2658132" y="111028"/>
                  <a:pt x="2659676" y="114350"/>
                </a:cubicBezTo>
                <a:cubicBezTo>
                  <a:pt x="2661220" y="117671"/>
                  <a:pt x="2664915" y="119332"/>
                  <a:pt x="2670762" y="119332"/>
                </a:cubicBezTo>
                <a:lnTo>
                  <a:pt x="2681207" y="119332"/>
                </a:lnTo>
                <a:lnTo>
                  <a:pt x="2681207" y="132635"/>
                </a:lnTo>
                <a:lnTo>
                  <a:pt x="2669678" y="132635"/>
                </a:lnTo>
                <a:close/>
                <a:moveTo>
                  <a:pt x="2734465" y="132635"/>
                </a:moveTo>
                <a:cubicBezTo>
                  <a:pt x="2726647" y="132635"/>
                  <a:pt x="2720669" y="131403"/>
                  <a:pt x="2716530" y="128940"/>
                </a:cubicBezTo>
                <a:cubicBezTo>
                  <a:pt x="2712392" y="126476"/>
                  <a:pt x="2709567" y="122929"/>
                  <a:pt x="2708056" y="118298"/>
                </a:cubicBezTo>
                <a:cubicBezTo>
                  <a:pt x="2706545" y="113666"/>
                  <a:pt x="2705790" y="108099"/>
                  <a:pt x="2705790" y="101595"/>
                </a:cubicBezTo>
                <a:lnTo>
                  <a:pt x="2705790" y="0"/>
                </a:lnTo>
                <a:lnTo>
                  <a:pt x="2722147" y="0"/>
                </a:lnTo>
                <a:lnTo>
                  <a:pt x="2722147" y="100807"/>
                </a:lnTo>
                <a:cubicBezTo>
                  <a:pt x="2722147" y="106785"/>
                  <a:pt x="2722919" y="111350"/>
                  <a:pt x="2724463" y="114504"/>
                </a:cubicBezTo>
                <a:cubicBezTo>
                  <a:pt x="2726007" y="117657"/>
                  <a:pt x="2729702" y="119234"/>
                  <a:pt x="2735549" y="119234"/>
                </a:cubicBezTo>
                <a:lnTo>
                  <a:pt x="2739983" y="119234"/>
                </a:lnTo>
                <a:lnTo>
                  <a:pt x="2739983" y="132635"/>
                </a:lnTo>
                <a:lnTo>
                  <a:pt x="2734465" y="132635"/>
                </a:lnTo>
                <a:close/>
                <a:moveTo>
                  <a:pt x="2751808" y="167913"/>
                </a:moveTo>
                <a:lnTo>
                  <a:pt x="2751808" y="154314"/>
                </a:lnTo>
                <a:lnTo>
                  <a:pt x="2759888" y="154314"/>
                </a:lnTo>
                <a:cubicBezTo>
                  <a:pt x="2763633" y="154314"/>
                  <a:pt x="2766802" y="153312"/>
                  <a:pt x="2769397" y="151309"/>
                </a:cubicBezTo>
                <a:cubicBezTo>
                  <a:pt x="2771992" y="149305"/>
                  <a:pt x="2774209" y="145971"/>
                  <a:pt x="2776049" y="141307"/>
                </a:cubicBezTo>
                <a:lnTo>
                  <a:pt x="2779793" y="132635"/>
                </a:lnTo>
                <a:lnTo>
                  <a:pt x="2741461" y="33701"/>
                </a:lnTo>
                <a:lnTo>
                  <a:pt x="2758903" y="33701"/>
                </a:lnTo>
                <a:lnTo>
                  <a:pt x="2788563" y="114658"/>
                </a:lnTo>
                <a:lnTo>
                  <a:pt x="2815957" y="33701"/>
                </a:lnTo>
                <a:lnTo>
                  <a:pt x="2832709" y="33701"/>
                </a:lnTo>
                <a:lnTo>
                  <a:pt x="2796644" y="131841"/>
                </a:lnTo>
                <a:lnTo>
                  <a:pt x="2792111" y="143730"/>
                </a:lnTo>
                <a:cubicBezTo>
                  <a:pt x="2789877" y="149575"/>
                  <a:pt x="2787496" y="154277"/>
                  <a:pt x="2784967" y="157837"/>
                </a:cubicBezTo>
                <a:cubicBezTo>
                  <a:pt x="2782437" y="161397"/>
                  <a:pt x="2779333" y="163966"/>
                  <a:pt x="2775655" y="165544"/>
                </a:cubicBezTo>
                <a:cubicBezTo>
                  <a:pt x="2771976" y="167123"/>
                  <a:pt x="2767279" y="167913"/>
                  <a:pt x="2761563" y="167913"/>
                </a:cubicBezTo>
                <a:lnTo>
                  <a:pt x="2751808" y="167913"/>
                </a:lnTo>
                <a:close/>
                <a:moveTo>
                  <a:pt x="2846313" y="132635"/>
                </a:moveTo>
                <a:cubicBezTo>
                  <a:pt x="2842634" y="132635"/>
                  <a:pt x="2839579" y="131436"/>
                  <a:pt x="2837148" y="129038"/>
                </a:cubicBezTo>
                <a:cubicBezTo>
                  <a:pt x="2834718" y="126641"/>
                  <a:pt x="2833502" y="123701"/>
                  <a:pt x="2833502" y="120219"/>
                </a:cubicBezTo>
                <a:cubicBezTo>
                  <a:pt x="2833502" y="116606"/>
                  <a:pt x="2834718" y="113633"/>
                  <a:pt x="2837148" y="111301"/>
                </a:cubicBezTo>
                <a:cubicBezTo>
                  <a:pt x="2839579" y="108969"/>
                  <a:pt x="2842634" y="107803"/>
                  <a:pt x="2846313" y="107803"/>
                </a:cubicBezTo>
                <a:cubicBezTo>
                  <a:pt x="2849926" y="107803"/>
                  <a:pt x="2852915" y="108969"/>
                  <a:pt x="2855280" y="111301"/>
                </a:cubicBezTo>
                <a:cubicBezTo>
                  <a:pt x="2857645" y="113633"/>
                  <a:pt x="2858827" y="116606"/>
                  <a:pt x="2858827" y="120219"/>
                </a:cubicBezTo>
                <a:cubicBezTo>
                  <a:pt x="2858827" y="123701"/>
                  <a:pt x="2857645" y="126641"/>
                  <a:pt x="2855280" y="129038"/>
                </a:cubicBezTo>
                <a:cubicBezTo>
                  <a:pt x="2852915" y="131436"/>
                  <a:pt x="2849926" y="132635"/>
                  <a:pt x="2846313" y="1326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" name="Text Letmeconsiderasimple2x2grid…">
            <a:extLst xmlns:a="http://schemas.openxmlformats.org/drawingml/2006/main">
              <a:ext uri="{FF2B5EF4-FFF2-40B4-BE49-F238E27FC236}">
                <a16:creationId xmlns:a16="http://schemas.microsoft.com/office/drawing/2014/main" id="{5829C29C-E133-4111-BAE2-5795F5562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8649" y="6655362"/>
            <a:ext cx="3021387" cy="173513"/>
          </a:xfrm>
          <a:custGeom xmlns:a="http://schemas.openxmlformats.org/drawingml/2006/main">
            <a:pathLst>
              <a:path w="3021387" h="173513">
                <a:moveTo>
                  <a:pt x="1068563" y="19019"/>
                </a:moveTo>
                <a:lnTo>
                  <a:pt x="1068915" y="18967"/>
                </a:lnTo>
                <a:lnTo>
                  <a:pt x="1069261" y="18906"/>
                </a:lnTo>
                <a:lnTo>
                  <a:pt x="1069601" y="18835"/>
                </a:lnTo>
                <a:lnTo>
                  <a:pt x="1069935" y="18755"/>
                </a:lnTo>
                <a:lnTo>
                  <a:pt x="1070263" y="18666"/>
                </a:lnTo>
                <a:lnTo>
                  <a:pt x="1070585" y="18567"/>
                </a:lnTo>
                <a:lnTo>
                  <a:pt x="1070900" y="18459"/>
                </a:lnTo>
                <a:lnTo>
                  <a:pt x="1071210" y="18341"/>
                </a:lnTo>
                <a:lnTo>
                  <a:pt x="1071513" y="18214"/>
                </a:lnTo>
                <a:lnTo>
                  <a:pt x="1071810" y="18077"/>
                </a:lnTo>
                <a:lnTo>
                  <a:pt x="1072100" y="17931"/>
                </a:lnTo>
                <a:lnTo>
                  <a:pt x="1072385" y="17776"/>
                </a:lnTo>
                <a:lnTo>
                  <a:pt x="1072663" y="17611"/>
                </a:lnTo>
                <a:lnTo>
                  <a:pt x="1072936" y="17437"/>
                </a:lnTo>
                <a:lnTo>
                  <a:pt x="1073202" y="17253"/>
                </a:lnTo>
                <a:lnTo>
                  <a:pt x="1073462" y="17060"/>
                </a:lnTo>
                <a:lnTo>
                  <a:pt x="1073716" y="16857"/>
                </a:lnTo>
                <a:lnTo>
                  <a:pt x="1073963" y="16645"/>
                </a:lnTo>
                <a:lnTo>
                  <a:pt x="1074205" y="16424"/>
                </a:lnTo>
                <a:lnTo>
                  <a:pt x="1074438" y="16195"/>
                </a:lnTo>
                <a:lnTo>
                  <a:pt x="1074662" y="15962"/>
                </a:lnTo>
                <a:lnTo>
                  <a:pt x="1074875" y="15724"/>
                </a:lnTo>
                <a:lnTo>
                  <a:pt x="1075079" y="15480"/>
                </a:lnTo>
                <a:lnTo>
                  <a:pt x="1075273" y="15232"/>
                </a:lnTo>
                <a:lnTo>
                  <a:pt x="1075456" y="14978"/>
                </a:lnTo>
                <a:lnTo>
                  <a:pt x="1075630" y="14720"/>
                </a:lnTo>
                <a:lnTo>
                  <a:pt x="1075794" y="14457"/>
                </a:lnTo>
                <a:lnTo>
                  <a:pt x="1075948" y="14188"/>
                </a:lnTo>
                <a:lnTo>
                  <a:pt x="1076092" y="13915"/>
                </a:lnTo>
                <a:lnTo>
                  <a:pt x="1076226" y="13637"/>
                </a:lnTo>
                <a:lnTo>
                  <a:pt x="1076350" y="13354"/>
                </a:lnTo>
                <a:lnTo>
                  <a:pt x="1076464" y="13066"/>
                </a:lnTo>
                <a:lnTo>
                  <a:pt x="1076569" y="12773"/>
                </a:lnTo>
                <a:lnTo>
                  <a:pt x="1076663" y="12474"/>
                </a:lnTo>
                <a:lnTo>
                  <a:pt x="1076748" y="12171"/>
                </a:lnTo>
                <a:lnTo>
                  <a:pt x="1076822" y="11863"/>
                </a:lnTo>
                <a:lnTo>
                  <a:pt x="1076887" y="11550"/>
                </a:lnTo>
                <a:lnTo>
                  <a:pt x="1076941" y="11233"/>
                </a:lnTo>
                <a:lnTo>
                  <a:pt x="1076986" y="10910"/>
                </a:lnTo>
                <a:lnTo>
                  <a:pt x="1077021" y="10582"/>
                </a:lnTo>
                <a:lnTo>
                  <a:pt x="1077046" y="10249"/>
                </a:lnTo>
                <a:lnTo>
                  <a:pt x="1077060" y="9911"/>
                </a:lnTo>
                <a:lnTo>
                  <a:pt x="1077065" y="9568"/>
                </a:lnTo>
                <a:lnTo>
                  <a:pt x="1077060" y="9226"/>
                </a:lnTo>
                <a:lnTo>
                  <a:pt x="1077046" y="8888"/>
                </a:lnTo>
                <a:lnTo>
                  <a:pt x="1077021" y="8555"/>
                </a:lnTo>
                <a:lnTo>
                  <a:pt x="1076986" y="8227"/>
                </a:lnTo>
                <a:lnTo>
                  <a:pt x="1076941" y="7904"/>
                </a:lnTo>
                <a:lnTo>
                  <a:pt x="1076887" y="7586"/>
                </a:lnTo>
                <a:lnTo>
                  <a:pt x="1076822" y="7273"/>
                </a:lnTo>
                <a:lnTo>
                  <a:pt x="1076748" y="6965"/>
                </a:lnTo>
                <a:lnTo>
                  <a:pt x="1076663" y="6662"/>
                </a:lnTo>
                <a:lnTo>
                  <a:pt x="1076569" y="6364"/>
                </a:lnTo>
                <a:lnTo>
                  <a:pt x="1076464" y="6071"/>
                </a:lnTo>
                <a:lnTo>
                  <a:pt x="1076350" y="5783"/>
                </a:lnTo>
                <a:lnTo>
                  <a:pt x="1076226" y="5500"/>
                </a:lnTo>
                <a:lnTo>
                  <a:pt x="1076092" y="5222"/>
                </a:lnTo>
                <a:lnTo>
                  <a:pt x="1075948" y="4948"/>
                </a:lnTo>
                <a:lnTo>
                  <a:pt x="1075794" y="4680"/>
                </a:lnTo>
                <a:lnTo>
                  <a:pt x="1075630" y="4417"/>
                </a:lnTo>
                <a:lnTo>
                  <a:pt x="1075456" y="4158"/>
                </a:lnTo>
                <a:lnTo>
                  <a:pt x="1075273" y="3905"/>
                </a:lnTo>
                <a:lnTo>
                  <a:pt x="1075079" y="3657"/>
                </a:lnTo>
                <a:lnTo>
                  <a:pt x="1074875" y="3413"/>
                </a:lnTo>
                <a:lnTo>
                  <a:pt x="1074662" y="3175"/>
                </a:lnTo>
                <a:lnTo>
                  <a:pt x="1074438" y="2941"/>
                </a:lnTo>
                <a:lnTo>
                  <a:pt x="1074205" y="2713"/>
                </a:lnTo>
                <a:lnTo>
                  <a:pt x="1073963" y="2491"/>
                </a:lnTo>
                <a:lnTo>
                  <a:pt x="1073716" y="2279"/>
                </a:lnTo>
                <a:lnTo>
                  <a:pt x="1073462" y="2077"/>
                </a:lnTo>
                <a:lnTo>
                  <a:pt x="1073202" y="1884"/>
                </a:lnTo>
                <a:lnTo>
                  <a:pt x="1072936" y="1700"/>
                </a:lnTo>
                <a:lnTo>
                  <a:pt x="1072663" y="1526"/>
                </a:lnTo>
                <a:lnTo>
                  <a:pt x="1072385" y="1361"/>
                </a:lnTo>
                <a:lnTo>
                  <a:pt x="1072100" y="1206"/>
                </a:lnTo>
                <a:lnTo>
                  <a:pt x="1071810" y="1060"/>
                </a:lnTo>
                <a:lnTo>
                  <a:pt x="1071513" y="923"/>
                </a:lnTo>
                <a:lnTo>
                  <a:pt x="1071210" y="796"/>
                </a:lnTo>
                <a:lnTo>
                  <a:pt x="1070900" y="678"/>
                </a:lnTo>
                <a:lnTo>
                  <a:pt x="1070585" y="570"/>
                </a:lnTo>
                <a:lnTo>
                  <a:pt x="1070263" y="471"/>
                </a:lnTo>
                <a:lnTo>
                  <a:pt x="1069935" y="381"/>
                </a:lnTo>
                <a:lnTo>
                  <a:pt x="1069601" y="301"/>
                </a:lnTo>
                <a:lnTo>
                  <a:pt x="1069261" y="231"/>
                </a:lnTo>
                <a:lnTo>
                  <a:pt x="1068915" y="170"/>
                </a:lnTo>
                <a:lnTo>
                  <a:pt x="1068563" y="118"/>
                </a:lnTo>
                <a:lnTo>
                  <a:pt x="1068204" y="75"/>
                </a:lnTo>
                <a:lnTo>
                  <a:pt x="1067839" y="42"/>
                </a:lnTo>
                <a:lnTo>
                  <a:pt x="1067468" y="19"/>
                </a:lnTo>
                <a:lnTo>
                  <a:pt x="1067091" y="5"/>
                </a:lnTo>
                <a:lnTo>
                  <a:pt x="1066708" y="0"/>
                </a:lnTo>
                <a:lnTo>
                  <a:pt x="1066325" y="5"/>
                </a:lnTo>
                <a:lnTo>
                  <a:pt x="1065948" y="19"/>
                </a:lnTo>
                <a:lnTo>
                  <a:pt x="1065577" y="42"/>
                </a:lnTo>
                <a:lnTo>
                  <a:pt x="1065213" y="75"/>
                </a:lnTo>
                <a:lnTo>
                  <a:pt x="1064855" y="118"/>
                </a:lnTo>
                <a:lnTo>
                  <a:pt x="1064504" y="170"/>
                </a:lnTo>
                <a:lnTo>
                  <a:pt x="1064159" y="231"/>
                </a:lnTo>
                <a:lnTo>
                  <a:pt x="1063820" y="301"/>
                </a:lnTo>
                <a:lnTo>
                  <a:pt x="1063487" y="381"/>
                </a:lnTo>
                <a:lnTo>
                  <a:pt x="1063161" y="471"/>
                </a:lnTo>
                <a:lnTo>
                  <a:pt x="1062841" y="570"/>
                </a:lnTo>
                <a:lnTo>
                  <a:pt x="1062528" y="678"/>
                </a:lnTo>
                <a:lnTo>
                  <a:pt x="1062221" y="796"/>
                </a:lnTo>
                <a:lnTo>
                  <a:pt x="1061920" y="923"/>
                </a:lnTo>
                <a:lnTo>
                  <a:pt x="1061625" y="1060"/>
                </a:lnTo>
                <a:lnTo>
                  <a:pt x="1061337" y="1206"/>
                </a:lnTo>
                <a:lnTo>
                  <a:pt x="1061056" y="1361"/>
                </a:lnTo>
                <a:lnTo>
                  <a:pt x="1060780" y="1526"/>
                </a:lnTo>
                <a:lnTo>
                  <a:pt x="1060511" y="1700"/>
                </a:lnTo>
                <a:lnTo>
                  <a:pt x="1060248" y="1884"/>
                </a:lnTo>
                <a:lnTo>
                  <a:pt x="1059992" y="2077"/>
                </a:lnTo>
                <a:lnTo>
                  <a:pt x="1059742" y="2279"/>
                </a:lnTo>
                <a:lnTo>
                  <a:pt x="1059498" y="2491"/>
                </a:lnTo>
                <a:lnTo>
                  <a:pt x="1059260" y="2713"/>
                </a:lnTo>
                <a:lnTo>
                  <a:pt x="1059031" y="2941"/>
                </a:lnTo>
                <a:lnTo>
                  <a:pt x="1058811" y="3175"/>
                </a:lnTo>
                <a:lnTo>
                  <a:pt x="1058601" y="3413"/>
                </a:lnTo>
                <a:lnTo>
                  <a:pt x="1058401" y="3657"/>
                </a:lnTo>
                <a:lnTo>
                  <a:pt x="1058211" y="3905"/>
                </a:lnTo>
                <a:lnTo>
                  <a:pt x="1058030" y="4158"/>
                </a:lnTo>
                <a:lnTo>
                  <a:pt x="1057860" y="4417"/>
                </a:lnTo>
                <a:lnTo>
                  <a:pt x="1057699" y="4680"/>
                </a:lnTo>
                <a:lnTo>
                  <a:pt x="1057547" y="4948"/>
                </a:lnTo>
                <a:lnTo>
                  <a:pt x="1057406" y="5222"/>
                </a:lnTo>
                <a:lnTo>
                  <a:pt x="1057274" y="5500"/>
                </a:lnTo>
                <a:lnTo>
                  <a:pt x="1057152" y="5783"/>
                </a:lnTo>
                <a:lnTo>
                  <a:pt x="1057040" y="6071"/>
                </a:lnTo>
                <a:lnTo>
                  <a:pt x="1056937" y="6364"/>
                </a:lnTo>
                <a:lnTo>
                  <a:pt x="1056844" y="6662"/>
                </a:lnTo>
                <a:lnTo>
                  <a:pt x="1056761" y="6965"/>
                </a:lnTo>
                <a:lnTo>
                  <a:pt x="1056688" y="7273"/>
                </a:lnTo>
                <a:lnTo>
                  <a:pt x="1056625" y="7586"/>
                </a:lnTo>
                <a:lnTo>
                  <a:pt x="1056571" y="7904"/>
                </a:lnTo>
                <a:lnTo>
                  <a:pt x="1056527" y="8227"/>
                </a:lnTo>
                <a:lnTo>
                  <a:pt x="1056493" y="8555"/>
                </a:lnTo>
                <a:lnTo>
                  <a:pt x="1056469" y="8888"/>
                </a:lnTo>
                <a:lnTo>
                  <a:pt x="1056454" y="9226"/>
                </a:lnTo>
                <a:lnTo>
                  <a:pt x="1056449" y="9568"/>
                </a:lnTo>
                <a:lnTo>
                  <a:pt x="1056454" y="9911"/>
                </a:lnTo>
                <a:lnTo>
                  <a:pt x="1056469" y="10249"/>
                </a:lnTo>
                <a:lnTo>
                  <a:pt x="1056493" y="10582"/>
                </a:lnTo>
                <a:lnTo>
                  <a:pt x="1056527" y="10910"/>
                </a:lnTo>
                <a:lnTo>
                  <a:pt x="1056571" y="11233"/>
                </a:lnTo>
                <a:lnTo>
                  <a:pt x="1056625" y="11550"/>
                </a:lnTo>
                <a:lnTo>
                  <a:pt x="1056688" y="11863"/>
                </a:lnTo>
                <a:lnTo>
                  <a:pt x="1056761" y="12171"/>
                </a:lnTo>
                <a:lnTo>
                  <a:pt x="1056844" y="12474"/>
                </a:lnTo>
                <a:lnTo>
                  <a:pt x="1056937" y="12773"/>
                </a:lnTo>
                <a:lnTo>
                  <a:pt x="1057040" y="13066"/>
                </a:lnTo>
                <a:lnTo>
                  <a:pt x="1057152" y="13354"/>
                </a:lnTo>
                <a:lnTo>
                  <a:pt x="1057274" y="13637"/>
                </a:lnTo>
                <a:lnTo>
                  <a:pt x="1057406" y="13915"/>
                </a:lnTo>
                <a:lnTo>
                  <a:pt x="1057547" y="14188"/>
                </a:lnTo>
                <a:lnTo>
                  <a:pt x="1057699" y="14457"/>
                </a:lnTo>
                <a:lnTo>
                  <a:pt x="1057860" y="14720"/>
                </a:lnTo>
                <a:lnTo>
                  <a:pt x="1058030" y="14978"/>
                </a:lnTo>
                <a:lnTo>
                  <a:pt x="1058211" y="15232"/>
                </a:lnTo>
                <a:lnTo>
                  <a:pt x="1058401" y="15480"/>
                </a:lnTo>
                <a:lnTo>
                  <a:pt x="1058601" y="15724"/>
                </a:lnTo>
                <a:lnTo>
                  <a:pt x="1058811" y="15962"/>
                </a:lnTo>
                <a:lnTo>
                  <a:pt x="1059031" y="16195"/>
                </a:lnTo>
                <a:lnTo>
                  <a:pt x="1059260" y="16424"/>
                </a:lnTo>
                <a:lnTo>
                  <a:pt x="1059498" y="16645"/>
                </a:lnTo>
                <a:lnTo>
                  <a:pt x="1059742" y="16857"/>
                </a:lnTo>
                <a:lnTo>
                  <a:pt x="1059992" y="17060"/>
                </a:lnTo>
                <a:lnTo>
                  <a:pt x="1060248" y="17253"/>
                </a:lnTo>
                <a:lnTo>
                  <a:pt x="1060511" y="17437"/>
                </a:lnTo>
                <a:lnTo>
                  <a:pt x="1060780" y="17611"/>
                </a:lnTo>
                <a:lnTo>
                  <a:pt x="1061056" y="17776"/>
                </a:lnTo>
                <a:lnTo>
                  <a:pt x="1061337" y="17931"/>
                </a:lnTo>
                <a:lnTo>
                  <a:pt x="1061625" y="18077"/>
                </a:lnTo>
                <a:lnTo>
                  <a:pt x="1061920" y="18214"/>
                </a:lnTo>
                <a:lnTo>
                  <a:pt x="1062221" y="18341"/>
                </a:lnTo>
                <a:lnTo>
                  <a:pt x="1062528" y="18459"/>
                </a:lnTo>
                <a:lnTo>
                  <a:pt x="1062841" y="18567"/>
                </a:lnTo>
                <a:lnTo>
                  <a:pt x="1063161" y="18666"/>
                </a:lnTo>
                <a:lnTo>
                  <a:pt x="1063487" y="18755"/>
                </a:lnTo>
                <a:lnTo>
                  <a:pt x="1063820" y="18835"/>
                </a:lnTo>
                <a:lnTo>
                  <a:pt x="1064159" y="18906"/>
                </a:lnTo>
                <a:lnTo>
                  <a:pt x="1064504" y="18967"/>
                </a:lnTo>
                <a:lnTo>
                  <a:pt x="1064855" y="19019"/>
                </a:lnTo>
                <a:lnTo>
                  <a:pt x="1065213" y="19061"/>
                </a:lnTo>
                <a:lnTo>
                  <a:pt x="1065577" y="19094"/>
                </a:lnTo>
                <a:lnTo>
                  <a:pt x="1065948" y="19118"/>
                </a:lnTo>
                <a:lnTo>
                  <a:pt x="1066325" y="19132"/>
                </a:lnTo>
                <a:lnTo>
                  <a:pt x="1066708" y="19137"/>
                </a:lnTo>
                <a:lnTo>
                  <a:pt x="1067091" y="19132"/>
                </a:lnTo>
                <a:lnTo>
                  <a:pt x="1067468" y="19118"/>
                </a:lnTo>
                <a:lnTo>
                  <a:pt x="1067839" y="19094"/>
                </a:lnTo>
                <a:lnTo>
                  <a:pt x="1068204" y="19061"/>
                </a:lnTo>
                <a:lnTo>
                  <a:pt x="1068563" y="19019"/>
                </a:lnTo>
                <a:close/>
                <a:moveTo>
                  <a:pt x="0" y="3551"/>
                </a:moveTo>
                <a:lnTo>
                  <a:pt x="0" y="136324"/>
                </a:lnTo>
                <a:lnTo>
                  <a:pt x="79802" y="136324"/>
                </a:lnTo>
                <a:lnTo>
                  <a:pt x="79802" y="121035"/>
                </a:lnTo>
                <a:lnTo>
                  <a:pt x="17756" y="121035"/>
                </a:lnTo>
                <a:lnTo>
                  <a:pt x="17756" y="3551"/>
                </a:lnTo>
                <a:lnTo>
                  <a:pt x="0" y="3551"/>
                </a:lnTo>
                <a:close/>
                <a:moveTo>
                  <a:pt x="1146968" y="137826"/>
                </a:moveTo>
                <a:lnTo>
                  <a:pt x="1147816" y="137727"/>
                </a:lnTo>
                <a:lnTo>
                  <a:pt x="1148654" y="137612"/>
                </a:lnTo>
                <a:lnTo>
                  <a:pt x="1149482" y="137483"/>
                </a:lnTo>
                <a:lnTo>
                  <a:pt x="1150300" y="137338"/>
                </a:lnTo>
                <a:lnTo>
                  <a:pt x="1151108" y="137178"/>
                </a:lnTo>
                <a:lnTo>
                  <a:pt x="1151906" y="137003"/>
                </a:lnTo>
                <a:lnTo>
                  <a:pt x="1152695" y="136812"/>
                </a:lnTo>
                <a:lnTo>
                  <a:pt x="1153473" y="136606"/>
                </a:lnTo>
                <a:lnTo>
                  <a:pt x="1154241" y="136385"/>
                </a:lnTo>
                <a:lnTo>
                  <a:pt x="1155000" y="136149"/>
                </a:lnTo>
                <a:lnTo>
                  <a:pt x="1155748" y="135898"/>
                </a:lnTo>
                <a:lnTo>
                  <a:pt x="1156487" y="135631"/>
                </a:lnTo>
                <a:lnTo>
                  <a:pt x="1157216" y="135349"/>
                </a:lnTo>
                <a:lnTo>
                  <a:pt x="1157934" y="135052"/>
                </a:lnTo>
                <a:lnTo>
                  <a:pt x="1158643" y="134739"/>
                </a:lnTo>
                <a:lnTo>
                  <a:pt x="1159342" y="134412"/>
                </a:lnTo>
                <a:lnTo>
                  <a:pt x="1160031" y="134069"/>
                </a:lnTo>
                <a:lnTo>
                  <a:pt x="1160710" y="133710"/>
                </a:lnTo>
                <a:lnTo>
                  <a:pt x="1161379" y="133340"/>
                </a:lnTo>
                <a:lnTo>
                  <a:pt x="1162038" y="132961"/>
                </a:lnTo>
                <a:lnTo>
                  <a:pt x="1162686" y="132572"/>
                </a:lnTo>
                <a:lnTo>
                  <a:pt x="1163324" y="132175"/>
                </a:lnTo>
                <a:lnTo>
                  <a:pt x="1163952" y="131768"/>
                </a:lnTo>
                <a:lnTo>
                  <a:pt x="1164570" y="131352"/>
                </a:lnTo>
                <a:lnTo>
                  <a:pt x="1165177" y="130927"/>
                </a:lnTo>
                <a:lnTo>
                  <a:pt x="1165774" y="130494"/>
                </a:lnTo>
                <a:lnTo>
                  <a:pt x="1166361" y="130051"/>
                </a:lnTo>
                <a:lnTo>
                  <a:pt x="1166937" y="129599"/>
                </a:lnTo>
                <a:lnTo>
                  <a:pt x="1167503" y="129137"/>
                </a:lnTo>
                <a:lnTo>
                  <a:pt x="1168059" y="128667"/>
                </a:lnTo>
                <a:lnTo>
                  <a:pt x="1168605" y="128188"/>
                </a:lnTo>
                <a:lnTo>
                  <a:pt x="1169140" y="127700"/>
                </a:lnTo>
                <a:lnTo>
                  <a:pt x="1169665" y="127202"/>
                </a:lnTo>
                <a:lnTo>
                  <a:pt x="1170180" y="126696"/>
                </a:lnTo>
                <a:lnTo>
                  <a:pt x="1170684" y="126180"/>
                </a:lnTo>
                <a:lnTo>
                  <a:pt x="1171179" y="125656"/>
                </a:lnTo>
                <a:lnTo>
                  <a:pt x="1171663" y="125122"/>
                </a:lnTo>
                <a:lnTo>
                  <a:pt x="1172136" y="124579"/>
                </a:lnTo>
                <a:lnTo>
                  <a:pt x="1172600" y="124027"/>
                </a:lnTo>
                <a:lnTo>
                  <a:pt x="1173053" y="123466"/>
                </a:lnTo>
                <a:lnTo>
                  <a:pt x="1173496" y="122896"/>
                </a:lnTo>
                <a:lnTo>
                  <a:pt x="1173928" y="122317"/>
                </a:lnTo>
                <a:lnTo>
                  <a:pt x="1174816" y="136324"/>
                </a:lnTo>
                <a:lnTo>
                  <a:pt x="1190402" y="136324"/>
                </a:lnTo>
                <a:lnTo>
                  <a:pt x="1190402" y="3551"/>
                </a:lnTo>
                <a:lnTo>
                  <a:pt x="1173928" y="3551"/>
                </a:lnTo>
                <a:lnTo>
                  <a:pt x="1173928" y="52281"/>
                </a:lnTo>
                <a:lnTo>
                  <a:pt x="1173537" y="51645"/>
                </a:lnTo>
                <a:lnTo>
                  <a:pt x="1173135" y="51021"/>
                </a:lnTo>
                <a:lnTo>
                  <a:pt x="1172723" y="50407"/>
                </a:lnTo>
                <a:lnTo>
                  <a:pt x="1172301" y="49805"/>
                </a:lnTo>
                <a:lnTo>
                  <a:pt x="1171868" y="49214"/>
                </a:lnTo>
                <a:lnTo>
                  <a:pt x="1171425" y="48634"/>
                </a:lnTo>
                <a:lnTo>
                  <a:pt x="1170972" y="48065"/>
                </a:lnTo>
                <a:lnTo>
                  <a:pt x="1170509" y="47508"/>
                </a:lnTo>
                <a:lnTo>
                  <a:pt x="1170035" y="46961"/>
                </a:lnTo>
                <a:lnTo>
                  <a:pt x="1169551" y="46426"/>
                </a:lnTo>
                <a:lnTo>
                  <a:pt x="1169057" y="45901"/>
                </a:lnTo>
                <a:lnTo>
                  <a:pt x="1168552" y="45388"/>
                </a:lnTo>
                <a:lnTo>
                  <a:pt x="1168037" y="44886"/>
                </a:lnTo>
                <a:lnTo>
                  <a:pt x="1167512" y="44395"/>
                </a:lnTo>
                <a:lnTo>
                  <a:pt x="1166977" y="43915"/>
                </a:lnTo>
                <a:lnTo>
                  <a:pt x="1166431" y="43447"/>
                </a:lnTo>
                <a:lnTo>
                  <a:pt x="1165876" y="42989"/>
                </a:lnTo>
                <a:lnTo>
                  <a:pt x="1165309" y="42543"/>
                </a:lnTo>
                <a:lnTo>
                  <a:pt x="1164733" y="42108"/>
                </a:lnTo>
                <a:lnTo>
                  <a:pt x="1164146" y="41683"/>
                </a:lnTo>
                <a:lnTo>
                  <a:pt x="1163549" y="41270"/>
                </a:lnTo>
                <a:lnTo>
                  <a:pt x="1162942" y="40869"/>
                </a:lnTo>
                <a:lnTo>
                  <a:pt x="1162324" y="40478"/>
                </a:lnTo>
                <a:lnTo>
                  <a:pt x="1161697" y="40098"/>
                </a:lnTo>
                <a:lnTo>
                  <a:pt x="1161059" y="39732"/>
                </a:lnTo>
                <a:lnTo>
                  <a:pt x="1160412" y="39381"/>
                </a:lnTo>
                <a:lnTo>
                  <a:pt x="1159756" y="39046"/>
                </a:lnTo>
                <a:lnTo>
                  <a:pt x="1159091" y="38727"/>
                </a:lnTo>
                <a:lnTo>
                  <a:pt x="1158416" y="38423"/>
                </a:lnTo>
                <a:lnTo>
                  <a:pt x="1157732" y="38135"/>
                </a:lnTo>
                <a:lnTo>
                  <a:pt x="1157039" y="37862"/>
                </a:lnTo>
                <a:lnTo>
                  <a:pt x="1156337" y="37605"/>
                </a:lnTo>
                <a:lnTo>
                  <a:pt x="1155625" y="37363"/>
                </a:lnTo>
                <a:lnTo>
                  <a:pt x="1154905" y="37137"/>
                </a:lnTo>
                <a:lnTo>
                  <a:pt x="1154175" y="36927"/>
                </a:lnTo>
                <a:lnTo>
                  <a:pt x="1153435" y="36732"/>
                </a:lnTo>
                <a:lnTo>
                  <a:pt x="1152687" y="36553"/>
                </a:lnTo>
                <a:lnTo>
                  <a:pt x="1151929" y="36389"/>
                </a:lnTo>
                <a:lnTo>
                  <a:pt x="1151162" y="36241"/>
                </a:lnTo>
                <a:lnTo>
                  <a:pt x="1150386" y="36109"/>
                </a:lnTo>
                <a:lnTo>
                  <a:pt x="1149600" y="35992"/>
                </a:lnTo>
                <a:lnTo>
                  <a:pt x="1148805" y="35891"/>
                </a:lnTo>
                <a:lnTo>
                  <a:pt x="1148001" y="35805"/>
                </a:lnTo>
                <a:lnTo>
                  <a:pt x="1147188" y="35735"/>
                </a:lnTo>
                <a:lnTo>
                  <a:pt x="1146365" y="35680"/>
                </a:lnTo>
                <a:lnTo>
                  <a:pt x="1145534" y="35641"/>
                </a:lnTo>
                <a:lnTo>
                  <a:pt x="1144692" y="35618"/>
                </a:lnTo>
                <a:lnTo>
                  <a:pt x="1143842" y="35610"/>
                </a:lnTo>
                <a:lnTo>
                  <a:pt x="1142820" y="35620"/>
                </a:lnTo>
                <a:lnTo>
                  <a:pt x="1141810" y="35650"/>
                </a:lnTo>
                <a:lnTo>
                  <a:pt x="1140810" y="35700"/>
                </a:lnTo>
                <a:lnTo>
                  <a:pt x="1139823" y="35770"/>
                </a:lnTo>
                <a:lnTo>
                  <a:pt x="1138846" y="35859"/>
                </a:lnTo>
                <a:lnTo>
                  <a:pt x="1137880" y="35969"/>
                </a:lnTo>
                <a:lnTo>
                  <a:pt x="1136926" y="36098"/>
                </a:lnTo>
                <a:lnTo>
                  <a:pt x="1135984" y="36248"/>
                </a:lnTo>
                <a:lnTo>
                  <a:pt x="1135052" y="36417"/>
                </a:lnTo>
                <a:lnTo>
                  <a:pt x="1134132" y="36607"/>
                </a:lnTo>
                <a:lnTo>
                  <a:pt x="1133223" y="36816"/>
                </a:lnTo>
                <a:lnTo>
                  <a:pt x="1132326" y="37045"/>
                </a:lnTo>
                <a:lnTo>
                  <a:pt x="1131439" y="37294"/>
                </a:lnTo>
                <a:lnTo>
                  <a:pt x="1130564" y="37563"/>
                </a:lnTo>
                <a:lnTo>
                  <a:pt x="1129701" y="37852"/>
                </a:lnTo>
                <a:lnTo>
                  <a:pt x="1128848" y="38161"/>
                </a:lnTo>
                <a:lnTo>
                  <a:pt x="1128007" y="38490"/>
                </a:lnTo>
                <a:lnTo>
                  <a:pt x="1127178" y="38839"/>
                </a:lnTo>
                <a:lnTo>
                  <a:pt x="1126359" y="39207"/>
                </a:lnTo>
                <a:lnTo>
                  <a:pt x="1125552" y="39596"/>
                </a:lnTo>
                <a:lnTo>
                  <a:pt x="1124756" y="40005"/>
                </a:lnTo>
                <a:lnTo>
                  <a:pt x="1123972" y="40433"/>
                </a:lnTo>
                <a:lnTo>
                  <a:pt x="1123199" y="40882"/>
                </a:lnTo>
                <a:lnTo>
                  <a:pt x="1122437" y="41350"/>
                </a:lnTo>
                <a:lnTo>
                  <a:pt x="1121688" y="41838"/>
                </a:lnTo>
                <a:lnTo>
                  <a:pt x="1120953" y="42345"/>
                </a:lnTo>
                <a:lnTo>
                  <a:pt x="1120232" y="42871"/>
                </a:lnTo>
                <a:lnTo>
                  <a:pt x="1119525" y="43417"/>
                </a:lnTo>
                <a:lnTo>
                  <a:pt x="1118833" y="43982"/>
                </a:lnTo>
                <a:lnTo>
                  <a:pt x="1118155" y="44566"/>
                </a:lnTo>
                <a:lnTo>
                  <a:pt x="1117491" y="45169"/>
                </a:lnTo>
                <a:lnTo>
                  <a:pt x="1116841" y="45792"/>
                </a:lnTo>
                <a:lnTo>
                  <a:pt x="1116206" y="46433"/>
                </a:lnTo>
                <a:lnTo>
                  <a:pt x="1115585" y="47094"/>
                </a:lnTo>
                <a:lnTo>
                  <a:pt x="1114978" y="47774"/>
                </a:lnTo>
                <a:lnTo>
                  <a:pt x="1114385" y="48474"/>
                </a:lnTo>
                <a:lnTo>
                  <a:pt x="1113806" y="49192"/>
                </a:lnTo>
                <a:lnTo>
                  <a:pt x="1113242" y="49930"/>
                </a:lnTo>
                <a:lnTo>
                  <a:pt x="1112692" y="50687"/>
                </a:lnTo>
                <a:lnTo>
                  <a:pt x="1112156" y="51463"/>
                </a:lnTo>
                <a:lnTo>
                  <a:pt x="1111634" y="52259"/>
                </a:lnTo>
                <a:lnTo>
                  <a:pt x="1111127" y="53074"/>
                </a:lnTo>
                <a:lnTo>
                  <a:pt x="1110633" y="53908"/>
                </a:lnTo>
                <a:lnTo>
                  <a:pt x="1110154" y="54761"/>
                </a:lnTo>
                <a:lnTo>
                  <a:pt x="1109689" y="55633"/>
                </a:lnTo>
                <a:lnTo>
                  <a:pt x="1109239" y="56525"/>
                </a:lnTo>
                <a:lnTo>
                  <a:pt x="1108802" y="57436"/>
                </a:lnTo>
                <a:lnTo>
                  <a:pt x="1108380" y="58366"/>
                </a:lnTo>
                <a:lnTo>
                  <a:pt x="1107974" y="59315"/>
                </a:lnTo>
                <a:lnTo>
                  <a:pt x="1107584" y="60283"/>
                </a:lnTo>
                <a:lnTo>
                  <a:pt x="1107213" y="61271"/>
                </a:lnTo>
                <a:lnTo>
                  <a:pt x="1106858" y="62279"/>
                </a:lnTo>
                <a:lnTo>
                  <a:pt x="1106521" y="63305"/>
                </a:lnTo>
                <a:lnTo>
                  <a:pt x="1106201" y="64352"/>
                </a:lnTo>
                <a:lnTo>
                  <a:pt x="1105898" y="65417"/>
                </a:lnTo>
                <a:lnTo>
                  <a:pt x="1105613" y="66502"/>
                </a:lnTo>
                <a:lnTo>
                  <a:pt x="1105345" y="67606"/>
                </a:lnTo>
                <a:lnTo>
                  <a:pt x="1105094" y="68730"/>
                </a:lnTo>
                <a:lnTo>
                  <a:pt x="1104860" y="69873"/>
                </a:lnTo>
                <a:lnTo>
                  <a:pt x="1104644" y="71036"/>
                </a:lnTo>
                <a:lnTo>
                  <a:pt x="1104445" y="72218"/>
                </a:lnTo>
                <a:lnTo>
                  <a:pt x="1104263" y="73419"/>
                </a:lnTo>
                <a:lnTo>
                  <a:pt x="1104099" y="74640"/>
                </a:lnTo>
                <a:lnTo>
                  <a:pt x="1103952" y="75880"/>
                </a:lnTo>
                <a:lnTo>
                  <a:pt x="1103822" y="77140"/>
                </a:lnTo>
                <a:lnTo>
                  <a:pt x="1103710" y="78419"/>
                </a:lnTo>
                <a:lnTo>
                  <a:pt x="1103615" y="79717"/>
                </a:lnTo>
                <a:lnTo>
                  <a:pt x="1103537" y="81035"/>
                </a:lnTo>
                <a:lnTo>
                  <a:pt x="1103476" y="82372"/>
                </a:lnTo>
                <a:lnTo>
                  <a:pt x="1103433" y="83729"/>
                </a:lnTo>
                <a:lnTo>
                  <a:pt x="1103407" y="85105"/>
                </a:lnTo>
                <a:lnTo>
                  <a:pt x="1103399" y="86501"/>
                </a:lnTo>
                <a:lnTo>
                  <a:pt x="1103407" y="87905"/>
                </a:lnTo>
                <a:lnTo>
                  <a:pt x="1103431" y="89290"/>
                </a:lnTo>
                <a:lnTo>
                  <a:pt x="1103472" y="90657"/>
                </a:lnTo>
                <a:lnTo>
                  <a:pt x="1103529" y="92004"/>
                </a:lnTo>
                <a:lnTo>
                  <a:pt x="1103602" y="93333"/>
                </a:lnTo>
                <a:lnTo>
                  <a:pt x="1103691" y="94643"/>
                </a:lnTo>
                <a:lnTo>
                  <a:pt x="1103797" y="95934"/>
                </a:lnTo>
                <a:lnTo>
                  <a:pt x="1103919" y="97206"/>
                </a:lnTo>
                <a:lnTo>
                  <a:pt x="1104058" y="98459"/>
                </a:lnTo>
                <a:lnTo>
                  <a:pt x="1104212" y="99693"/>
                </a:lnTo>
                <a:lnTo>
                  <a:pt x="1104383" y="100909"/>
                </a:lnTo>
                <a:lnTo>
                  <a:pt x="1104570" y="102105"/>
                </a:lnTo>
                <a:lnTo>
                  <a:pt x="1104773" y="103283"/>
                </a:lnTo>
                <a:lnTo>
                  <a:pt x="1104993" y="104442"/>
                </a:lnTo>
                <a:lnTo>
                  <a:pt x="1105229" y="105582"/>
                </a:lnTo>
                <a:lnTo>
                  <a:pt x="1105481" y="106703"/>
                </a:lnTo>
                <a:lnTo>
                  <a:pt x="1105750" y="107805"/>
                </a:lnTo>
                <a:lnTo>
                  <a:pt x="1106034" y="108889"/>
                </a:lnTo>
                <a:lnTo>
                  <a:pt x="1106335" y="109953"/>
                </a:lnTo>
                <a:lnTo>
                  <a:pt x="1106652" y="110999"/>
                </a:lnTo>
                <a:lnTo>
                  <a:pt x="1106986" y="112026"/>
                </a:lnTo>
                <a:lnTo>
                  <a:pt x="1107336" y="113034"/>
                </a:lnTo>
                <a:lnTo>
                  <a:pt x="1107702" y="114023"/>
                </a:lnTo>
                <a:lnTo>
                  <a:pt x="1108084" y="114993"/>
                </a:lnTo>
                <a:lnTo>
                  <a:pt x="1108481" y="115944"/>
                </a:lnTo>
                <a:lnTo>
                  <a:pt x="1108892" y="116875"/>
                </a:lnTo>
                <a:lnTo>
                  <a:pt x="1109316" y="117785"/>
                </a:lnTo>
                <a:lnTo>
                  <a:pt x="1109754" y="118676"/>
                </a:lnTo>
                <a:lnTo>
                  <a:pt x="1110206" y="119548"/>
                </a:lnTo>
                <a:lnTo>
                  <a:pt x="1110670" y="120399"/>
                </a:lnTo>
                <a:lnTo>
                  <a:pt x="1111149" y="121230"/>
                </a:lnTo>
                <a:lnTo>
                  <a:pt x="1111641" y="122041"/>
                </a:lnTo>
                <a:lnTo>
                  <a:pt x="1112146" y="122832"/>
                </a:lnTo>
                <a:lnTo>
                  <a:pt x="1112665" y="123604"/>
                </a:lnTo>
                <a:lnTo>
                  <a:pt x="1113198" y="124355"/>
                </a:lnTo>
                <a:lnTo>
                  <a:pt x="1113744" y="125087"/>
                </a:lnTo>
                <a:lnTo>
                  <a:pt x="1114303" y="125798"/>
                </a:lnTo>
                <a:lnTo>
                  <a:pt x="1114876" y="126490"/>
                </a:lnTo>
                <a:lnTo>
                  <a:pt x="1115463" y="127162"/>
                </a:lnTo>
                <a:lnTo>
                  <a:pt x="1116063" y="127814"/>
                </a:lnTo>
                <a:lnTo>
                  <a:pt x="1116677" y="128446"/>
                </a:lnTo>
                <a:lnTo>
                  <a:pt x="1117304" y="129058"/>
                </a:lnTo>
                <a:lnTo>
                  <a:pt x="1117945" y="129650"/>
                </a:lnTo>
                <a:lnTo>
                  <a:pt x="1118599" y="130222"/>
                </a:lnTo>
                <a:lnTo>
                  <a:pt x="1119267" y="130774"/>
                </a:lnTo>
                <a:lnTo>
                  <a:pt x="1119948" y="131306"/>
                </a:lnTo>
                <a:lnTo>
                  <a:pt x="1120643" y="131819"/>
                </a:lnTo>
                <a:lnTo>
                  <a:pt x="1121352" y="132311"/>
                </a:lnTo>
                <a:lnTo>
                  <a:pt x="1122072" y="132783"/>
                </a:lnTo>
                <a:lnTo>
                  <a:pt x="1122804" y="133236"/>
                </a:lnTo>
                <a:lnTo>
                  <a:pt x="1123546" y="133668"/>
                </a:lnTo>
                <a:lnTo>
                  <a:pt x="1124300" y="134080"/>
                </a:lnTo>
                <a:lnTo>
                  <a:pt x="1125064" y="134472"/>
                </a:lnTo>
                <a:lnTo>
                  <a:pt x="1125840" y="134844"/>
                </a:lnTo>
                <a:lnTo>
                  <a:pt x="1126626" y="135195"/>
                </a:lnTo>
                <a:lnTo>
                  <a:pt x="1127424" y="135527"/>
                </a:lnTo>
                <a:lnTo>
                  <a:pt x="1128232" y="135839"/>
                </a:lnTo>
                <a:lnTo>
                  <a:pt x="1129051" y="136130"/>
                </a:lnTo>
                <a:lnTo>
                  <a:pt x="1129881" y="136401"/>
                </a:lnTo>
                <a:lnTo>
                  <a:pt x="1130723" y="136653"/>
                </a:lnTo>
                <a:lnTo>
                  <a:pt x="1131575" y="136884"/>
                </a:lnTo>
                <a:lnTo>
                  <a:pt x="1132438" y="137095"/>
                </a:lnTo>
                <a:lnTo>
                  <a:pt x="1133312" y="137286"/>
                </a:lnTo>
                <a:lnTo>
                  <a:pt x="1134197" y="137457"/>
                </a:lnTo>
                <a:lnTo>
                  <a:pt x="1135093" y="137608"/>
                </a:lnTo>
                <a:lnTo>
                  <a:pt x="1136000" y="137738"/>
                </a:lnTo>
                <a:lnTo>
                  <a:pt x="1136918" y="137849"/>
                </a:lnTo>
                <a:lnTo>
                  <a:pt x="1137847" y="137939"/>
                </a:lnTo>
                <a:lnTo>
                  <a:pt x="1138787" y="138010"/>
                </a:lnTo>
                <a:lnTo>
                  <a:pt x="1139738" y="138060"/>
                </a:lnTo>
                <a:lnTo>
                  <a:pt x="1140699" y="138090"/>
                </a:lnTo>
                <a:lnTo>
                  <a:pt x="1141672" y="138100"/>
                </a:lnTo>
                <a:lnTo>
                  <a:pt x="1142580" y="138092"/>
                </a:lnTo>
                <a:lnTo>
                  <a:pt x="1143477" y="138070"/>
                </a:lnTo>
                <a:lnTo>
                  <a:pt x="1144365" y="138031"/>
                </a:lnTo>
                <a:lnTo>
                  <a:pt x="1145242" y="137978"/>
                </a:lnTo>
                <a:lnTo>
                  <a:pt x="1146110" y="137909"/>
                </a:lnTo>
                <a:lnTo>
                  <a:pt x="1146968" y="137826"/>
                </a:lnTo>
                <a:close/>
                <a:moveTo>
                  <a:pt x="1139326" y="123976"/>
                </a:moveTo>
                <a:lnTo>
                  <a:pt x="1138448" y="123756"/>
                </a:lnTo>
                <a:lnTo>
                  <a:pt x="1137589" y="123502"/>
                </a:lnTo>
                <a:lnTo>
                  <a:pt x="1136751" y="123214"/>
                </a:lnTo>
                <a:lnTo>
                  <a:pt x="1135934" y="122893"/>
                </a:lnTo>
                <a:lnTo>
                  <a:pt x="1135137" y="122537"/>
                </a:lnTo>
                <a:lnTo>
                  <a:pt x="1134360" y="122148"/>
                </a:lnTo>
                <a:lnTo>
                  <a:pt x="1133604" y="121724"/>
                </a:lnTo>
                <a:lnTo>
                  <a:pt x="1132868" y="121267"/>
                </a:lnTo>
                <a:lnTo>
                  <a:pt x="1132152" y="120776"/>
                </a:lnTo>
                <a:lnTo>
                  <a:pt x="1131457" y="120251"/>
                </a:lnTo>
                <a:lnTo>
                  <a:pt x="1130782" y="119692"/>
                </a:lnTo>
                <a:lnTo>
                  <a:pt x="1130128" y="119100"/>
                </a:lnTo>
                <a:lnTo>
                  <a:pt x="1129494" y="118473"/>
                </a:lnTo>
                <a:lnTo>
                  <a:pt x="1128880" y="117813"/>
                </a:lnTo>
                <a:lnTo>
                  <a:pt x="1128287" y="117119"/>
                </a:lnTo>
                <a:lnTo>
                  <a:pt x="1127714" y="116390"/>
                </a:lnTo>
                <a:lnTo>
                  <a:pt x="1127161" y="115628"/>
                </a:lnTo>
                <a:lnTo>
                  <a:pt x="1126629" y="114833"/>
                </a:lnTo>
                <a:lnTo>
                  <a:pt x="1126118" y="114005"/>
                </a:lnTo>
                <a:lnTo>
                  <a:pt x="1125629" y="113146"/>
                </a:lnTo>
                <a:lnTo>
                  <a:pt x="1125161" y="112256"/>
                </a:lnTo>
                <a:lnTo>
                  <a:pt x="1124715" y="111336"/>
                </a:lnTo>
                <a:lnTo>
                  <a:pt x="1124291" y="110386"/>
                </a:lnTo>
                <a:lnTo>
                  <a:pt x="1123889" y="109404"/>
                </a:lnTo>
                <a:lnTo>
                  <a:pt x="1123508" y="108392"/>
                </a:lnTo>
                <a:lnTo>
                  <a:pt x="1123149" y="107349"/>
                </a:lnTo>
                <a:lnTo>
                  <a:pt x="1122812" y="106276"/>
                </a:lnTo>
                <a:lnTo>
                  <a:pt x="1122497" y="105172"/>
                </a:lnTo>
                <a:lnTo>
                  <a:pt x="1122203" y="104037"/>
                </a:lnTo>
                <a:lnTo>
                  <a:pt x="1121931" y="102872"/>
                </a:lnTo>
                <a:lnTo>
                  <a:pt x="1121681" y="101676"/>
                </a:lnTo>
                <a:lnTo>
                  <a:pt x="1121453" y="100450"/>
                </a:lnTo>
                <a:lnTo>
                  <a:pt x="1121246" y="99192"/>
                </a:lnTo>
                <a:lnTo>
                  <a:pt x="1121061" y="97904"/>
                </a:lnTo>
                <a:lnTo>
                  <a:pt x="1120898" y="96586"/>
                </a:lnTo>
                <a:lnTo>
                  <a:pt x="1120757" y="95237"/>
                </a:lnTo>
                <a:lnTo>
                  <a:pt x="1120637" y="93857"/>
                </a:lnTo>
                <a:lnTo>
                  <a:pt x="1120539" y="92446"/>
                </a:lnTo>
                <a:lnTo>
                  <a:pt x="1120463" y="91005"/>
                </a:lnTo>
                <a:lnTo>
                  <a:pt x="1120409" y="89533"/>
                </a:lnTo>
                <a:lnTo>
                  <a:pt x="1120376" y="88031"/>
                </a:lnTo>
                <a:lnTo>
                  <a:pt x="1120365" y="86497"/>
                </a:lnTo>
                <a:lnTo>
                  <a:pt x="1120377" y="85015"/>
                </a:lnTo>
                <a:lnTo>
                  <a:pt x="1120411" y="83560"/>
                </a:lnTo>
                <a:lnTo>
                  <a:pt x="1120469" y="82134"/>
                </a:lnTo>
                <a:lnTo>
                  <a:pt x="1120550" y="80737"/>
                </a:lnTo>
                <a:lnTo>
                  <a:pt x="1120654" y="79368"/>
                </a:lnTo>
                <a:lnTo>
                  <a:pt x="1120781" y="78028"/>
                </a:lnTo>
                <a:lnTo>
                  <a:pt x="1120932" y="76716"/>
                </a:lnTo>
                <a:lnTo>
                  <a:pt x="1121105" y="75433"/>
                </a:lnTo>
                <a:lnTo>
                  <a:pt x="1121302" y="74178"/>
                </a:lnTo>
                <a:lnTo>
                  <a:pt x="1121521" y="72952"/>
                </a:lnTo>
                <a:lnTo>
                  <a:pt x="1121764" y="71754"/>
                </a:lnTo>
                <a:lnTo>
                  <a:pt x="1122030" y="70585"/>
                </a:lnTo>
                <a:lnTo>
                  <a:pt x="1122319" y="69444"/>
                </a:lnTo>
                <a:lnTo>
                  <a:pt x="1122631" y="68332"/>
                </a:lnTo>
                <a:lnTo>
                  <a:pt x="1122966" y="67249"/>
                </a:lnTo>
                <a:lnTo>
                  <a:pt x="1123324" y="66193"/>
                </a:lnTo>
                <a:lnTo>
                  <a:pt x="1123706" y="65167"/>
                </a:lnTo>
                <a:lnTo>
                  <a:pt x="1124111" y="64169"/>
                </a:lnTo>
                <a:lnTo>
                  <a:pt x="1124538" y="63199"/>
                </a:lnTo>
                <a:lnTo>
                  <a:pt x="1124989" y="62258"/>
                </a:lnTo>
                <a:lnTo>
                  <a:pt x="1125463" y="61345"/>
                </a:lnTo>
                <a:lnTo>
                  <a:pt x="1125960" y="60461"/>
                </a:lnTo>
                <a:lnTo>
                  <a:pt x="1126480" y="59606"/>
                </a:lnTo>
                <a:lnTo>
                  <a:pt x="1127024" y="58779"/>
                </a:lnTo>
                <a:lnTo>
                  <a:pt x="1127590" y="57983"/>
                </a:lnTo>
                <a:lnTo>
                  <a:pt x="1128178" y="57221"/>
                </a:lnTo>
                <a:lnTo>
                  <a:pt x="1128789" y="56493"/>
                </a:lnTo>
                <a:lnTo>
                  <a:pt x="1129423" y="55799"/>
                </a:lnTo>
                <a:lnTo>
                  <a:pt x="1130078" y="55138"/>
                </a:lnTo>
                <a:lnTo>
                  <a:pt x="1130757" y="54512"/>
                </a:lnTo>
                <a:lnTo>
                  <a:pt x="1131457" y="53919"/>
                </a:lnTo>
                <a:lnTo>
                  <a:pt x="1132180" y="53360"/>
                </a:lnTo>
                <a:lnTo>
                  <a:pt x="1132926" y="52835"/>
                </a:lnTo>
                <a:lnTo>
                  <a:pt x="1133694" y="52344"/>
                </a:lnTo>
                <a:lnTo>
                  <a:pt x="1134484" y="51887"/>
                </a:lnTo>
                <a:lnTo>
                  <a:pt x="1135297" y="51464"/>
                </a:lnTo>
                <a:lnTo>
                  <a:pt x="1136133" y="51074"/>
                </a:lnTo>
                <a:lnTo>
                  <a:pt x="1136990" y="50719"/>
                </a:lnTo>
                <a:lnTo>
                  <a:pt x="1137870" y="50397"/>
                </a:lnTo>
                <a:lnTo>
                  <a:pt x="1138773" y="50109"/>
                </a:lnTo>
                <a:lnTo>
                  <a:pt x="1139698" y="49855"/>
                </a:lnTo>
                <a:lnTo>
                  <a:pt x="1140646" y="49635"/>
                </a:lnTo>
                <a:lnTo>
                  <a:pt x="1141615" y="49449"/>
                </a:lnTo>
                <a:lnTo>
                  <a:pt x="1142608" y="49296"/>
                </a:lnTo>
                <a:lnTo>
                  <a:pt x="1143623" y="49178"/>
                </a:lnTo>
                <a:lnTo>
                  <a:pt x="1144660" y="49093"/>
                </a:lnTo>
                <a:lnTo>
                  <a:pt x="1145719" y="49042"/>
                </a:lnTo>
                <a:lnTo>
                  <a:pt x="1146801" y="49026"/>
                </a:lnTo>
                <a:lnTo>
                  <a:pt x="1147626" y="49035"/>
                </a:lnTo>
                <a:lnTo>
                  <a:pt x="1148438" y="49064"/>
                </a:lnTo>
                <a:lnTo>
                  <a:pt x="1149239" y="49111"/>
                </a:lnTo>
                <a:lnTo>
                  <a:pt x="1150028" y="49178"/>
                </a:lnTo>
                <a:lnTo>
                  <a:pt x="1150805" y="49264"/>
                </a:lnTo>
                <a:lnTo>
                  <a:pt x="1151570" y="49369"/>
                </a:lnTo>
                <a:lnTo>
                  <a:pt x="1152324" y="49493"/>
                </a:lnTo>
                <a:lnTo>
                  <a:pt x="1153065" y="49636"/>
                </a:lnTo>
                <a:lnTo>
                  <a:pt x="1153795" y="49798"/>
                </a:lnTo>
                <a:lnTo>
                  <a:pt x="1154513" y="49979"/>
                </a:lnTo>
                <a:lnTo>
                  <a:pt x="1155219" y="50179"/>
                </a:lnTo>
                <a:lnTo>
                  <a:pt x="1155914" y="50399"/>
                </a:lnTo>
                <a:lnTo>
                  <a:pt x="1156596" y="50637"/>
                </a:lnTo>
                <a:lnTo>
                  <a:pt x="1157267" y="50895"/>
                </a:lnTo>
                <a:lnTo>
                  <a:pt x="1157926" y="51171"/>
                </a:lnTo>
                <a:lnTo>
                  <a:pt x="1158573" y="51467"/>
                </a:lnTo>
                <a:lnTo>
                  <a:pt x="1159208" y="51782"/>
                </a:lnTo>
                <a:lnTo>
                  <a:pt x="1159832" y="52115"/>
                </a:lnTo>
                <a:lnTo>
                  <a:pt x="1160443" y="52468"/>
                </a:lnTo>
                <a:lnTo>
                  <a:pt x="1161043" y="52840"/>
                </a:lnTo>
                <a:lnTo>
                  <a:pt x="1161631" y="53231"/>
                </a:lnTo>
                <a:lnTo>
                  <a:pt x="1162207" y="53641"/>
                </a:lnTo>
                <a:lnTo>
                  <a:pt x="1162772" y="54070"/>
                </a:lnTo>
                <a:lnTo>
                  <a:pt x="1163324" y="54519"/>
                </a:lnTo>
                <a:lnTo>
                  <a:pt x="1163866" y="54982"/>
                </a:lnTo>
                <a:lnTo>
                  <a:pt x="1164400" y="55455"/>
                </a:lnTo>
                <a:lnTo>
                  <a:pt x="1164925" y="55938"/>
                </a:lnTo>
                <a:lnTo>
                  <a:pt x="1165441" y="56431"/>
                </a:lnTo>
                <a:lnTo>
                  <a:pt x="1165948" y="56934"/>
                </a:lnTo>
                <a:lnTo>
                  <a:pt x="1166447" y="57448"/>
                </a:lnTo>
                <a:lnTo>
                  <a:pt x="1166937" y="57972"/>
                </a:lnTo>
                <a:lnTo>
                  <a:pt x="1167418" y="58506"/>
                </a:lnTo>
                <a:lnTo>
                  <a:pt x="1167890" y="59050"/>
                </a:lnTo>
                <a:lnTo>
                  <a:pt x="1168354" y="59604"/>
                </a:lnTo>
                <a:lnTo>
                  <a:pt x="1168809" y="60169"/>
                </a:lnTo>
                <a:lnTo>
                  <a:pt x="1169255" y="60743"/>
                </a:lnTo>
                <a:lnTo>
                  <a:pt x="1169693" y="61328"/>
                </a:lnTo>
                <a:lnTo>
                  <a:pt x="1170121" y="61923"/>
                </a:lnTo>
                <a:lnTo>
                  <a:pt x="1170541" y="62528"/>
                </a:lnTo>
                <a:lnTo>
                  <a:pt x="1170953" y="63143"/>
                </a:lnTo>
                <a:lnTo>
                  <a:pt x="1171355" y="63768"/>
                </a:lnTo>
                <a:lnTo>
                  <a:pt x="1171749" y="64404"/>
                </a:lnTo>
                <a:lnTo>
                  <a:pt x="1172134" y="65050"/>
                </a:lnTo>
                <a:lnTo>
                  <a:pt x="1172510" y="65705"/>
                </a:lnTo>
                <a:lnTo>
                  <a:pt x="1172878" y="66371"/>
                </a:lnTo>
                <a:lnTo>
                  <a:pt x="1173237" y="67048"/>
                </a:lnTo>
                <a:lnTo>
                  <a:pt x="1173587" y="67734"/>
                </a:lnTo>
                <a:lnTo>
                  <a:pt x="1173928" y="68430"/>
                </a:lnTo>
                <a:lnTo>
                  <a:pt x="1173928" y="106929"/>
                </a:lnTo>
                <a:lnTo>
                  <a:pt x="1173562" y="107532"/>
                </a:lnTo>
                <a:lnTo>
                  <a:pt x="1173186" y="108129"/>
                </a:lnTo>
                <a:lnTo>
                  <a:pt x="1172802" y="108718"/>
                </a:lnTo>
                <a:lnTo>
                  <a:pt x="1172408" y="109300"/>
                </a:lnTo>
                <a:lnTo>
                  <a:pt x="1172004" y="109874"/>
                </a:lnTo>
                <a:lnTo>
                  <a:pt x="1171592" y="110441"/>
                </a:lnTo>
                <a:lnTo>
                  <a:pt x="1171170" y="111001"/>
                </a:lnTo>
                <a:lnTo>
                  <a:pt x="1170739" y="111553"/>
                </a:lnTo>
                <a:lnTo>
                  <a:pt x="1170299" y="112099"/>
                </a:lnTo>
                <a:lnTo>
                  <a:pt x="1169849" y="112637"/>
                </a:lnTo>
                <a:lnTo>
                  <a:pt x="1169390" y="113167"/>
                </a:lnTo>
                <a:lnTo>
                  <a:pt x="1168922" y="113691"/>
                </a:lnTo>
                <a:lnTo>
                  <a:pt x="1168445" y="114207"/>
                </a:lnTo>
                <a:lnTo>
                  <a:pt x="1167958" y="114715"/>
                </a:lnTo>
                <a:lnTo>
                  <a:pt x="1167463" y="115217"/>
                </a:lnTo>
                <a:lnTo>
                  <a:pt x="1166958" y="115711"/>
                </a:lnTo>
                <a:lnTo>
                  <a:pt x="1166443" y="116198"/>
                </a:lnTo>
                <a:lnTo>
                  <a:pt x="1165920" y="116677"/>
                </a:lnTo>
                <a:lnTo>
                  <a:pt x="1165387" y="117149"/>
                </a:lnTo>
                <a:lnTo>
                  <a:pt x="1164845" y="117614"/>
                </a:lnTo>
                <a:lnTo>
                  <a:pt x="1164294" y="118072"/>
                </a:lnTo>
                <a:lnTo>
                  <a:pt x="1163733" y="118522"/>
                </a:lnTo>
                <a:lnTo>
                  <a:pt x="1163163" y="118965"/>
                </a:lnTo>
                <a:lnTo>
                  <a:pt x="1162584" y="119401"/>
                </a:lnTo>
                <a:lnTo>
                  <a:pt x="1161995" y="119824"/>
                </a:lnTo>
                <a:lnTo>
                  <a:pt x="1161392" y="120229"/>
                </a:lnTo>
                <a:lnTo>
                  <a:pt x="1160778" y="120616"/>
                </a:lnTo>
                <a:lnTo>
                  <a:pt x="1160151" y="120985"/>
                </a:lnTo>
                <a:lnTo>
                  <a:pt x="1159512" y="121336"/>
                </a:lnTo>
                <a:lnTo>
                  <a:pt x="1158861" y="121669"/>
                </a:lnTo>
                <a:lnTo>
                  <a:pt x="1158197" y="121984"/>
                </a:lnTo>
                <a:lnTo>
                  <a:pt x="1157521" y="122282"/>
                </a:lnTo>
                <a:lnTo>
                  <a:pt x="1156832" y="122561"/>
                </a:lnTo>
                <a:lnTo>
                  <a:pt x="1156131" y="122822"/>
                </a:lnTo>
                <a:lnTo>
                  <a:pt x="1155418" y="123065"/>
                </a:lnTo>
                <a:lnTo>
                  <a:pt x="1154693" y="123290"/>
                </a:lnTo>
                <a:lnTo>
                  <a:pt x="1153955" y="123497"/>
                </a:lnTo>
                <a:lnTo>
                  <a:pt x="1153205" y="123686"/>
                </a:lnTo>
                <a:lnTo>
                  <a:pt x="1152443" y="123857"/>
                </a:lnTo>
                <a:lnTo>
                  <a:pt x="1151668" y="124010"/>
                </a:lnTo>
                <a:lnTo>
                  <a:pt x="1150881" y="124145"/>
                </a:lnTo>
                <a:lnTo>
                  <a:pt x="1150081" y="124262"/>
                </a:lnTo>
                <a:lnTo>
                  <a:pt x="1149270" y="124361"/>
                </a:lnTo>
                <a:lnTo>
                  <a:pt x="1148446" y="124442"/>
                </a:lnTo>
                <a:lnTo>
                  <a:pt x="1147609" y="124505"/>
                </a:lnTo>
                <a:lnTo>
                  <a:pt x="1146760" y="124550"/>
                </a:lnTo>
                <a:lnTo>
                  <a:pt x="1145899" y="124577"/>
                </a:lnTo>
                <a:lnTo>
                  <a:pt x="1145026" y="124586"/>
                </a:lnTo>
                <a:lnTo>
                  <a:pt x="1144025" y="124569"/>
                </a:lnTo>
                <a:lnTo>
                  <a:pt x="1143044" y="124518"/>
                </a:lnTo>
                <a:lnTo>
                  <a:pt x="1142084" y="124434"/>
                </a:lnTo>
                <a:lnTo>
                  <a:pt x="1141145" y="124315"/>
                </a:lnTo>
                <a:lnTo>
                  <a:pt x="1140225" y="124163"/>
                </a:lnTo>
                <a:lnTo>
                  <a:pt x="1139326" y="123976"/>
                </a:lnTo>
                <a:close/>
                <a:moveTo>
                  <a:pt x="237853" y="122930"/>
                </a:moveTo>
                <a:lnTo>
                  <a:pt x="237200" y="122869"/>
                </a:lnTo>
                <a:lnTo>
                  <a:pt x="236569" y="122791"/>
                </a:lnTo>
                <a:lnTo>
                  <a:pt x="235961" y="122696"/>
                </a:lnTo>
                <a:lnTo>
                  <a:pt x="235375" y="122583"/>
                </a:lnTo>
                <a:lnTo>
                  <a:pt x="234812" y="122453"/>
                </a:lnTo>
                <a:lnTo>
                  <a:pt x="234271" y="122306"/>
                </a:lnTo>
                <a:lnTo>
                  <a:pt x="233752" y="122142"/>
                </a:lnTo>
                <a:lnTo>
                  <a:pt x="233256" y="121960"/>
                </a:lnTo>
                <a:lnTo>
                  <a:pt x="232783" y="121761"/>
                </a:lnTo>
                <a:lnTo>
                  <a:pt x="232332" y="121544"/>
                </a:lnTo>
                <a:lnTo>
                  <a:pt x="231903" y="121310"/>
                </a:lnTo>
                <a:lnTo>
                  <a:pt x="231497" y="121059"/>
                </a:lnTo>
                <a:lnTo>
                  <a:pt x="231113" y="120791"/>
                </a:lnTo>
                <a:lnTo>
                  <a:pt x="230751" y="120505"/>
                </a:lnTo>
                <a:lnTo>
                  <a:pt x="230412" y="120202"/>
                </a:lnTo>
                <a:lnTo>
                  <a:pt x="230096" y="119882"/>
                </a:lnTo>
                <a:lnTo>
                  <a:pt x="229802" y="119544"/>
                </a:lnTo>
                <a:lnTo>
                  <a:pt x="229530" y="119189"/>
                </a:lnTo>
                <a:lnTo>
                  <a:pt x="229281" y="118817"/>
                </a:lnTo>
                <a:lnTo>
                  <a:pt x="229054" y="118427"/>
                </a:lnTo>
                <a:lnTo>
                  <a:pt x="228849" y="118020"/>
                </a:lnTo>
                <a:lnTo>
                  <a:pt x="228660" y="117597"/>
                </a:lnTo>
                <a:lnTo>
                  <a:pt x="228479" y="117158"/>
                </a:lnTo>
                <a:lnTo>
                  <a:pt x="228306" y="116705"/>
                </a:lnTo>
                <a:lnTo>
                  <a:pt x="228141" y="116236"/>
                </a:lnTo>
                <a:lnTo>
                  <a:pt x="227984" y="115752"/>
                </a:lnTo>
                <a:lnTo>
                  <a:pt x="227835" y="115253"/>
                </a:lnTo>
                <a:lnTo>
                  <a:pt x="227694" y="114739"/>
                </a:lnTo>
                <a:lnTo>
                  <a:pt x="227562" y="114209"/>
                </a:lnTo>
                <a:lnTo>
                  <a:pt x="227437" y="113665"/>
                </a:lnTo>
                <a:lnTo>
                  <a:pt x="227320" y="113105"/>
                </a:lnTo>
                <a:lnTo>
                  <a:pt x="227211" y="112530"/>
                </a:lnTo>
                <a:lnTo>
                  <a:pt x="227111" y="111940"/>
                </a:lnTo>
                <a:lnTo>
                  <a:pt x="227018" y="111334"/>
                </a:lnTo>
                <a:lnTo>
                  <a:pt x="226934" y="110714"/>
                </a:lnTo>
                <a:lnTo>
                  <a:pt x="226857" y="110078"/>
                </a:lnTo>
                <a:lnTo>
                  <a:pt x="226789" y="109427"/>
                </a:lnTo>
                <a:lnTo>
                  <a:pt x="226728" y="108761"/>
                </a:lnTo>
                <a:lnTo>
                  <a:pt x="226676" y="108080"/>
                </a:lnTo>
                <a:lnTo>
                  <a:pt x="226632" y="107383"/>
                </a:lnTo>
                <a:lnTo>
                  <a:pt x="226596" y="106672"/>
                </a:lnTo>
                <a:lnTo>
                  <a:pt x="226567" y="105945"/>
                </a:lnTo>
                <a:lnTo>
                  <a:pt x="226547" y="105203"/>
                </a:lnTo>
                <a:lnTo>
                  <a:pt x="226535" y="104446"/>
                </a:lnTo>
                <a:lnTo>
                  <a:pt x="226531" y="103674"/>
                </a:lnTo>
                <a:lnTo>
                  <a:pt x="226531" y="50604"/>
                </a:lnTo>
                <a:lnTo>
                  <a:pt x="250206" y="50604"/>
                </a:lnTo>
                <a:lnTo>
                  <a:pt x="250206" y="37287"/>
                </a:lnTo>
                <a:lnTo>
                  <a:pt x="226531" y="37287"/>
                </a:lnTo>
                <a:lnTo>
                  <a:pt x="226531" y="15290"/>
                </a:lnTo>
                <a:lnTo>
                  <a:pt x="210157" y="15290"/>
                </a:lnTo>
                <a:lnTo>
                  <a:pt x="210157" y="37287"/>
                </a:lnTo>
                <a:lnTo>
                  <a:pt x="194078" y="37287"/>
                </a:lnTo>
                <a:lnTo>
                  <a:pt x="194078" y="50604"/>
                </a:lnTo>
                <a:lnTo>
                  <a:pt x="210157" y="50604"/>
                </a:lnTo>
                <a:lnTo>
                  <a:pt x="210157" y="104142"/>
                </a:lnTo>
                <a:lnTo>
                  <a:pt x="210161" y="104980"/>
                </a:lnTo>
                <a:lnTo>
                  <a:pt x="210173" y="105808"/>
                </a:lnTo>
                <a:lnTo>
                  <a:pt x="210193" y="106625"/>
                </a:lnTo>
                <a:lnTo>
                  <a:pt x="210221" y="107433"/>
                </a:lnTo>
                <a:lnTo>
                  <a:pt x="210257" y="108230"/>
                </a:lnTo>
                <a:lnTo>
                  <a:pt x="210301" y="109017"/>
                </a:lnTo>
                <a:lnTo>
                  <a:pt x="210354" y="109794"/>
                </a:lnTo>
                <a:lnTo>
                  <a:pt x="210414" y="110562"/>
                </a:lnTo>
                <a:lnTo>
                  <a:pt x="210483" y="111318"/>
                </a:lnTo>
                <a:lnTo>
                  <a:pt x="210559" y="112065"/>
                </a:lnTo>
                <a:lnTo>
                  <a:pt x="210643" y="112802"/>
                </a:lnTo>
                <a:lnTo>
                  <a:pt x="210736" y="113529"/>
                </a:lnTo>
                <a:lnTo>
                  <a:pt x="210837" y="114245"/>
                </a:lnTo>
                <a:lnTo>
                  <a:pt x="210945" y="114952"/>
                </a:lnTo>
                <a:lnTo>
                  <a:pt x="211062" y="115648"/>
                </a:lnTo>
                <a:lnTo>
                  <a:pt x="211187" y="116334"/>
                </a:lnTo>
                <a:lnTo>
                  <a:pt x="211320" y="117010"/>
                </a:lnTo>
                <a:lnTo>
                  <a:pt x="211460" y="117676"/>
                </a:lnTo>
                <a:lnTo>
                  <a:pt x="211609" y="118332"/>
                </a:lnTo>
                <a:lnTo>
                  <a:pt x="211766" y="118978"/>
                </a:lnTo>
                <a:lnTo>
                  <a:pt x="211931" y="119614"/>
                </a:lnTo>
                <a:lnTo>
                  <a:pt x="212104" y="120239"/>
                </a:lnTo>
                <a:lnTo>
                  <a:pt x="212285" y="120855"/>
                </a:lnTo>
                <a:lnTo>
                  <a:pt x="212475" y="121460"/>
                </a:lnTo>
                <a:lnTo>
                  <a:pt x="212675" y="122054"/>
                </a:lnTo>
                <a:lnTo>
                  <a:pt x="212888" y="122637"/>
                </a:lnTo>
                <a:lnTo>
                  <a:pt x="213115" y="123208"/>
                </a:lnTo>
                <a:lnTo>
                  <a:pt x="213356" y="123767"/>
                </a:lnTo>
                <a:lnTo>
                  <a:pt x="213610" y="124314"/>
                </a:lnTo>
                <a:lnTo>
                  <a:pt x="213877" y="124850"/>
                </a:lnTo>
                <a:lnTo>
                  <a:pt x="214158" y="125374"/>
                </a:lnTo>
                <a:lnTo>
                  <a:pt x="214453" y="125886"/>
                </a:lnTo>
                <a:lnTo>
                  <a:pt x="214761" y="126387"/>
                </a:lnTo>
                <a:lnTo>
                  <a:pt x="215083" y="126876"/>
                </a:lnTo>
                <a:lnTo>
                  <a:pt x="215418" y="127353"/>
                </a:lnTo>
                <a:lnTo>
                  <a:pt x="215767" y="127819"/>
                </a:lnTo>
                <a:lnTo>
                  <a:pt x="216129" y="128273"/>
                </a:lnTo>
                <a:lnTo>
                  <a:pt x="216505" y="128715"/>
                </a:lnTo>
                <a:lnTo>
                  <a:pt x="216894" y="129145"/>
                </a:lnTo>
                <a:lnTo>
                  <a:pt x="217297" y="129564"/>
                </a:lnTo>
                <a:lnTo>
                  <a:pt x="217714" y="129971"/>
                </a:lnTo>
                <a:lnTo>
                  <a:pt x="218144" y="130366"/>
                </a:lnTo>
                <a:lnTo>
                  <a:pt x="218587" y="130750"/>
                </a:lnTo>
                <a:lnTo>
                  <a:pt x="219044" y="131122"/>
                </a:lnTo>
                <a:lnTo>
                  <a:pt x="219515" y="131482"/>
                </a:lnTo>
                <a:lnTo>
                  <a:pt x="219999" y="131831"/>
                </a:lnTo>
                <a:lnTo>
                  <a:pt x="220496" y="132168"/>
                </a:lnTo>
                <a:lnTo>
                  <a:pt x="221007" y="132493"/>
                </a:lnTo>
                <a:lnTo>
                  <a:pt x="221535" y="132805"/>
                </a:lnTo>
                <a:lnTo>
                  <a:pt x="222081" y="133105"/>
                </a:lnTo>
                <a:lnTo>
                  <a:pt x="222646" y="133391"/>
                </a:lnTo>
                <a:lnTo>
                  <a:pt x="223229" y="133664"/>
                </a:lnTo>
                <a:lnTo>
                  <a:pt x="223832" y="133923"/>
                </a:lnTo>
                <a:lnTo>
                  <a:pt x="224454" y="134169"/>
                </a:lnTo>
                <a:lnTo>
                  <a:pt x="225094" y="134402"/>
                </a:lnTo>
                <a:lnTo>
                  <a:pt x="225753" y="134621"/>
                </a:lnTo>
                <a:lnTo>
                  <a:pt x="226431" y="134828"/>
                </a:lnTo>
                <a:lnTo>
                  <a:pt x="227128" y="135021"/>
                </a:lnTo>
                <a:lnTo>
                  <a:pt x="227844" y="135200"/>
                </a:lnTo>
                <a:lnTo>
                  <a:pt x="228578" y="135367"/>
                </a:lnTo>
                <a:lnTo>
                  <a:pt x="229331" y="135520"/>
                </a:lnTo>
                <a:lnTo>
                  <a:pt x="230104" y="135659"/>
                </a:lnTo>
                <a:lnTo>
                  <a:pt x="230895" y="135786"/>
                </a:lnTo>
                <a:lnTo>
                  <a:pt x="231705" y="135899"/>
                </a:lnTo>
                <a:lnTo>
                  <a:pt x="232533" y="135998"/>
                </a:lnTo>
                <a:lnTo>
                  <a:pt x="233381" y="136085"/>
                </a:lnTo>
                <a:lnTo>
                  <a:pt x="234247" y="136158"/>
                </a:lnTo>
                <a:lnTo>
                  <a:pt x="235132" y="136218"/>
                </a:lnTo>
                <a:lnTo>
                  <a:pt x="236036" y="136265"/>
                </a:lnTo>
                <a:lnTo>
                  <a:pt x="236959" y="136298"/>
                </a:lnTo>
                <a:lnTo>
                  <a:pt x="237901" y="136318"/>
                </a:lnTo>
                <a:lnTo>
                  <a:pt x="238862" y="136324"/>
                </a:lnTo>
                <a:lnTo>
                  <a:pt x="250403" y="136324"/>
                </a:lnTo>
                <a:lnTo>
                  <a:pt x="250403" y="123008"/>
                </a:lnTo>
                <a:lnTo>
                  <a:pt x="239947" y="123008"/>
                </a:lnTo>
                <a:lnTo>
                  <a:pt x="239226" y="122999"/>
                </a:lnTo>
                <a:lnTo>
                  <a:pt x="238528" y="122973"/>
                </a:lnTo>
                <a:lnTo>
                  <a:pt x="237853" y="122930"/>
                </a:lnTo>
                <a:close/>
                <a:moveTo>
                  <a:pt x="388220" y="48735"/>
                </a:moveTo>
                <a:lnTo>
                  <a:pt x="387721" y="47836"/>
                </a:lnTo>
                <a:lnTo>
                  <a:pt x="387198" y="46962"/>
                </a:lnTo>
                <a:lnTo>
                  <a:pt x="386651" y="46116"/>
                </a:lnTo>
                <a:lnTo>
                  <a:pt x="386080" y="45296"/>
                </a:lnTo>
                <a:lnTo>
                  <a:pt x="385481" y="44505"/>
                </a:lnTo>
                <a:lnTo>
                  <a:pt x="384850" y="43749"/>
                </a:lnTo>
                <a:lnTo>
                  <a:pt x="384189" y="43026"/>
                </a:lnTo>
                <a:lnTo>
                  <a:pt x="383496" y="42336"/>
                </a:lnTo>
                <a:lnTo>
                  <a:pt x="382772" y="41680"/>
                </a:lnTo>
                <a:lnTo>
                  <a:pt x="382017" y="41058"/>
                </a:lnTo>
                <a:lnTo>
                  <a:pt x="381231" y="40470"/>
                </a:lnTo>
                <a:lnTo>
                  <a:pt x="380413" y="39915"/>
                </a:lnTo>
                <a:lnTo>
                  <a:pt x="379565" y="39393"/>
                </a:lnTo>
                <a:lnTo>
                  <a:pt x="378685" y="38906"/>
                </a:lnTo>
                <a:lnTo>
                  <a:pt x="377774" y="38452"/>
                </a:lnTo>
                <a:lnTo>
                  <a:pt x="376832" y="38031"/>
                </a:lnTo>
                <a:lnTo>
                  <a:pt x="375859" y="37645"/>
                </a:lnTo>
                <a:lnTo>
                  <a:pt x="374854" y="37292"/>
                </a:lnTo>
                <a:lnTo>
                  <a:pt x="373819" y="36972"/>
                </a:lnTo>
                <a:lnTo>
                  <a:pt x="372752" y="36686"/>
                </a:lnTo>
                <a:lnTo>
                  <a:pt x="371654" y="36434"/>
                </a:lnTo>
                <a:lnTo>
                  <a:pt x="370525" y="36215"/>
                </a:lnTo>
                <a:lnTo>
                  <a:pt x="369365" y="36030"/>
                </a:lnTo>
                <a:lnTo>
                  <a:pt x="368173" y="35879"/>
                </a:lnTo>
                <a:lnTo>
                  <a:pt x="366951" y="35761"/>
                </a:lnTo>
                <a:lnTo>
                  <a:pt x="365697" y="35677"/>
                </a:lnTo>
                <a:lnTo>
                  <a:pt x="364412" y="35627"/>
                </a:lnTo>
                <a:lnTo>
                  <a:pt x="363096" y="35610"/>
                </a:lnTo>
                <a:lnTo>
                  <a:pt x="362084" y="35619"/>
                </a:lnTo>
                <a:lnTo>
                  <a:pt x="361085" y="35646"/>
                </a:lnTo>
                <a:lnTo>
                  <a:pt x="360101" y="35691"/>
                </a:lnTo>
                <a:lnTo>
                  <a:pt x="359131" y="35754"/>
                </a:lnTo>
                <a:lnTo>
                  <a:pt x="358175" y="35835"/>
                </a:lnTo>
                <a:lnTo>
                  <a:pt x="357233" y="35934"/>
                </a:lnTo>
                <a:lnTo>
                  <a:pt x="356305" y="36051"/>
                </a:lnTo>
                <a:lnTo>
                  <a:pt x="355391" y="36185"/>
                </a:lnTo>
                <a:lnTo>
                  <a:pt x="354491" y="36338"/>
                </a:lnTo>
                <a:lnTo>
                  <a:pt x="353605" y="36509"/>
                </a:lnTo>
                <a:lnTo>
                  <a:pt x="352733" y="36698"/>
                </a:lnTo>
                <a:lnTo>
                  <a:pt x="351875" y="36905"/>
                </a:lnTo>
                <a:lnTo>
                  <a:pt x="351032" y="37130"/>
                </a:lnTo>
                <a:lnTo>
                  <a:pt x="350202" y="37372"/>
                </a:lnTo>
                <a:lnTo>
                  <a:pt x="349386" y="37633"/>
                </a:lnTo>
                <a:lnTo>
                  <a:pt x="348585" y="37912"/>
                </a:lnTo>
                <a:lnTo>
                  <a:pt x="347797" y="38208"/>
                </a:lnTo>
                <a:lnTo>
                  <a:pt x="347023" y="38523"/>
                </a:lnTo>
                <a:lnTo>
                  <a:pt x="346264" y="38856"/>
                </a:lnTo>
                <a:lnTo>
                  <a:pt x="345518" y="39206"/>
                </a:lnTo>
                <a:lnTo>
                  <a:pt x="344787" y="39575"/>
                </a:lnTo>
                <a:lnTo>
                  <a:pt x="344070" y="39962"/>
                </a:lnTo>
                <a:lnTo>
                  <a:pt x="343366" y="40366"/>
                </a:lnTo>
                <a:lnTo>
                  <a:pt x="342677" y="40789"/>
                </a:lnTo>
                <a:lnTo>
                  <a:pt x="342001" y="41222"/>
                </a:lnTo>
                <a:lnTo>
                  <a:pt x="341340" y="41656"/>
                </a:lnTo>
                <a:lnTo>
                  <a:pt x="340692" y="42094"/>
                </a:lnTo>
                <a:lnTo>
                  <a:pt x="340057" y="42533"/>
                </a:lnTo>
                <a:lnTo>
                  <a:pt x="339437" y="42974"/>
                </a:lnTo>
                <a:lnTo>
                  <a:pt x="338830" y="43418"/>
                </a:lnTo>
                <a:lnTo>
                  <a:pt x="338237" y="43864"/>
                </a:lnTo>
                <a:lnTo>
                  <a:pt x="337657" y="44313"/>
                </a:lnTo>
                <a:lnTo>
                  <a:pt x="337091" y="44763"/>
                </a:lnTo>
                <a:lnTo>
                  <a:pt x="336539" y="45216"/>
                </a:lnTo>
                <a:lnTo>
                  <a:pt x="336001" y="45671"/>
                </a:lnTo>
                <a:lnTo>
                  <a:pt x="335476" y="46128"/>
                </a:lnTo>
                <a:lnTo>
                  <a:pt x="334965" y="46587"/>
                </a:lnTo>
                <a:lnTo>
                  <a:pt x="334468" y="47049"/>
                </a:lnTo>
                <a:lnTo>
                  <a:pt x="333984" y="47513"/>
                </a:lnTo>
                <a:lnTo>
                  <a:pt x="333514" y="47979"/>
                </a:lnTo>
                <a:lnTo>
                  <a:pt x="333058" y="48447"/>
                </a:lnTo>
                <a:lnTo>
                  <a:pt x="332615" y="48918"/>
                </a:lnTo>
                <a:lnTo>
                  <a:pt x="332187" y="49390"/>
                </a:lnTo>
                <a:lnTo>
                  <a:pt x="331771" y="49865"/>
                </a:lnTo>
                <a:lnTo>
                  <a:pt x="331370" y="50343"/>
                </a:lnTo>
                <a:lnTo>
                  <a:pt x="330982" y="50822"/>
                </a:lnTo>
                <a:lnTo>
                  <a:pt x="330608" y="51304"/>
                </a:lnTo>
                <a:lnTo>
                  <a:pt x="330248" y="51788"/>
                </a:lnTo>
                <a:lnTo>
                  <a:pt x="329656" y="37287"/>
                </a:lnTo>
                <a:lnTo>
                  <a:pt x="313873" y="37287"/>
                </a:lnTo>
                <a:lnTo>
                  <a:pt x="313873" y="136324"/>
                </a:lnTo>
                <a:lnTo>
                  <a:pt x="330347" y="136324"/>
                </a:lnTo>
                <a:lnTo>
                  <a:pt x="330347" y="65613"/>
                </a:lnTo>
                <a:lnTo>
                  <a:pt x="330705" y="65111"/>
                </a:lnTo>
                <a:lnTo>
                  <a:pt x="331073" y="64612"/>
                </a:lnTo>
                <a:lnTo>
                  <a:pt x="331450" y="64116"/>
                </a:lnTo>
                <a:lnTo>
                  <a:pt x="331837" y="63624"/>
                </a:lnTo>
                <a:lnTo>
                  <a:pt x="332234" y="63135"/>
                </a:lnTo>
                <a:lnTo>
                  <a:pt x="332640" y="62650"/>
                </a:lnTo>
                <a:lnTo>
                  <a:pt x="333056" y="62168"/>
                </a:lnTo>
                <a:lnTo>
                  <a:pt x="333481" y="61689"/>
                </a:lnTo>
                <a:lnTo>
                  <a:pt x="333916" y="61214"/>
                </a:lnTo>
                <a:lnTo>
                  <a:pt x="334361" y="60743"/>
                </a:lnTo>
                <a:lnTo>
                  <a:pt x="334815" y="60274"/>
                </a:lnTo>
                <a:lnTo>
                  <a:pt x="335279" y="59809"/>
                </a:lnTo>
                <a:lnTo>
                  <a:pt x="335752" y="59348"/>
                </a:lnTo>
                <a:lnTo>
                  <a:pt x="336235" y="58889"/>
                </a:lnTo>
                <a:lnTo>
                  <a:pt x="336728" y="58435"/>
                </a:lnTo>
                <a:lnTo>
                  <a:pt x="337230" y="57983"/>
                </a:lnTo>
                <a:lnTo>
                  <a:pt x="337741" y="57535"/>
                </a:lnTo>
                <a:lnTo>
                  <a:pt x="338263" y="57091"/>
                </a:lnTo>
                <a:lnTo>
                  <a:pt x="338794" y="56649"/>
                </a:lnTo>
                <a:lnTo>
                  <a:pt x="339334" y="56211"/>
                </a:lnTo>
                <a:lnTo>
                  <a:pt x="339884" y="55777"/>
                </a:lnTo>
                <a:lnTo>
                  <a:pt x="340444" y="55346"/>
                </a:lnTo>
                <a:lnTo>
                  <a:pt x="341013" y="54918"/>
                </a:lnTo>
                <a:lnTo>
                  <a:pt x="341592" y="54494"/>
                </a:lnTo>
                <a:lnTo>
                  <a:pt x="342181" y="54080"/>
                </a:lnTo>
                <a:lnTo>
                  <a:pt x="342781" y="53684"/>
                </a:lnTo>
                <a:lnTo>
                  <a:pt x="343392" y="53305"/>
                </a:lnTo>
                <a:lnTo>
                  <a:pt x="344014" y="52944"/>
                </a:lnTo>
                <a:lnTo>
                  <a:pt x="344647" y="52600"/>
                </a:lnTo>
                <a:lnTo>
                  <a:pt x="345291" y="52274"/>
                </a:lnTo>
                <a:lnTo>
                  <a:pt x="345946" y="51966"/>
                </a:lnTo>
                <a:lnTo>
                  <a:pt x="346612" y="51675"/>
                </a:lnTo>
                <a:lnTo>
                  <a:pt x="347288" y="51402"/>
                </a:lnTo>
                <a:lnTo>
                  <a:pt x="347976" y="51147"/>
                </a:lnTo>
                <a:lnTo>
                  <a:pt x="348675" y="50909"/>
                </a:lnTo>
                <a:lnTo>
                  <a:pt x="349385" y="50689"/>
                </a:lnTo>
                <a:lnTo>
                  <a:pt x="350105" y="50486"/>
                </a:lnTo>
                <a:lnTo>
                  <a:pt x="350837" y="50301"/>
                </a:lnTo>
                <a:lnTo>
                  <a:pt x="351579" y="50134"/>
                </a:lnTo>
                <a:lnTo>
                  <a:pt x="352333" y="49984"/>
                </a:lnTo>
                <a:lnTo>
                  <a:pt x="353097" y="49852"/>
                </a:lnTo>
                <a:lnTo>
                  <a:pt x="353873" y="49737"/>
                </a:lnTo>
                <a:lnTo>
                  <a:pt x="354659" y="49640"/>
                </a:lnTo>
                <a:lnTo>
                  <a:pt x="355457" y="49561"/>
                </a:lnTo>
                <a:lnTo>
                  <a:pt x="356265" y="49499"/>
                </a:lnTo>
                <a:lnTo>
                  <a:pt x="357084" y="49455"/>
                </a:lnTo>
                <a:lnTo>
                  <a:pt x="357915" y="49429"/>
                </a:lnTo>
                <a:lnTo>
                  <a:pt x="358756" y="49420"/>
                </a:lnTo>
                <a:lnTo>
                  <a:pt x="359350" y="49426"/>
                </a:lnTo>
                <a:lnTo>
                  <a:pt x="359933" y="49442"/>
                </a:lnTo>
                <a:lnTo>
                  <a:pt x="360504" y="49471"/>
                </a:lnTo>
                <a:lnTo>
                  <a:pt x="361063" y="49510"/>
                </a:lnTo>
                <a:lnTo>
                  <a:pt x="361611" y="49560"/>
                </a:lnTo>
                <a:lnTo>
                  <a:pt x="362147" y="49622"/>
                </a:lnTo>
                <a:lnTo>
                  <a:pt x="362671" y="49695"/>
                </a:lnTo>
                <a:lnTo>
                  <a:pt x="363184" y="49779"/>
                </a:lnTo>
                <a:lnTo>
                  <a:pt x="363685" y="49874"/>
                </a:lnTo>
                <a:lnTo>
                  <a:pt x="364174" y="49980"/>
                </a:lnTo>
                <a:lnTo>
                  <a:pt x="364652" y="50098"/>
                </a:lnTo>
                <a:lnTo>
                  <a:pt x="365118" y="50227"/>
                </a:lnTo>
                <a:lnTo>
                  <a:pt x="365573" y="50367"/>
                </a:lnTo>
                <a:lnTo>
                  <a:pt x="366016" y="50518"/>
                </a:lnTo>
                <a:lnTo>
                  <a:pt x="366447" y="50681"/>
                </a:lnTo>
                <a:lnTo>
                  <a:pt x="366866" y="50855"/>
                </a:lnTo>
                <a:lnTo>
                  <a:pt x="367274" y="51039"/>
                </a:lnTo>
                <a:lnTo>
                  <a:pt x="367671" y="51236"/>
                </a:lnTo>
                <a:lnTo>
                  <a:pt x="368055" y="51443"/>
                </a:lnTo>
                <a:lnTo>
                  <a:pt x="368428" y="51661"/>
                </a:lnTo>
                <a:lnTo>
                  <a:pt x="368790" y="51891"/>
                </a:lnTo>
                <a:lnTo>
                  <a:pt x="369139" y="52132"/>
                </a:lnTo>
                <a:lnTo>
                  <a:pt x="369477" y="52384"/>
                </a:lnTo>
                <a:lnTo>
                  <a:pt x="369804" y="52648"/>
                </a:lnTo>
                <a:lnTo>
                  <a:pt x="370120" y="52921"/>
                </a:lnTo>
                <a:lnTo>
                  <a:pt x="370428" y="53202"/>
                </a:lnTo>
                <a:lnTo>
                  <a:pt x="370728" y="53492"/>
                </a:lnTo>
                <a:lnTo>
                  <a:pt x="371019" y="53790"/>
                </a:lnTo>
                <a:lnTo>
                  <a:pt x="371302" y="54097"/>
                </a:lnTo>
                <a:lnTo>
                  <a:pt x="371576" y="54412"/>
                </a:lnTo>
                <a:lnTo>
                  <a:pt x="371842" y="54735"/>
                </a:lnTo>
                <a:lnTo>
                  <a:pt x="372100" y="55067"/>
                </a:lnTo>
                <a:lnTo>
                  <a:pt x="372349" y="55407"/>
                </a:lnTo>
                <a:lnTo>
                  <a:pt x="372590" y="55756"/>
                </a:lnTo>
                <a:lnTo>
                  <a:pt x="372823" y="56112"/>
                </a:lnTo>
                <a:lnTo>
                  <a:pt x="373047" y="56478"/>
                </a:lnTo>
                <a:lnTo>
                  <a:pt x="373262" y="56851"/>
                </a:lnTo>
                <a:lnTo>
                  <a:pt x="373470" y="57233"/>
                </a:lnTo>
                <a:lnTo>
                  <a:pt x="373669" y="57624"/>
                </a:lnTo>
                <a:lnTo>
                  <a:pt x="373859" y="58022"/>
                </a:lnTo>
                <a:lnTo>
                  <a:pt x="374041" y="58429"/>
                </a:lnTo>
                <a:lnTo>
                  <a:pt x="374215" y="58845"/>
                </a:lnTo>
                <a:lnTo>
                  <a:pt x="374380" y="59269"/>
                </a:lnTo>
                <a:lnTo>
                  <a:pt x="374537" y="59701"/>
                </a:lnTo>
                <a:lnTo>
                  <a:pt x="374686" y="60141"/>
                </a:lnTo>
                <a:lnTo>
                  <a:pt x="374826" y="60590"/>
                </a:lnTo>
                <a:lnTo>
                  <a:pt x="374958" y="61047"/>
                </a:lnTo>
                <a:lnTo>
                  <a:pt x="375081" y="61513"/>
                </a:lnTo>
                <a:lnTo>
                  <a:pt x="375198" y="61986"/>
                </a:lnTo>
                <a:lnTo>
                  <a:pt x="375310" y="62464"/>
                </a:lnTo>
                <a:lnTo>
                  <a:pt x="375416" y="62947"/>
                </a:lnTo>
                <a:lnTo>
                  <a:pt x="375518" y="63437"/>
                </a:lnTo>
                <a:lnTo>
                  <a:pt x="375615" y="63932"/>
                </a:lnTo>
                <a:lnTo>
                  <a:pt x="375707" y="64433"/>
                </a:lnTo>
                <a:lnTo>
                  <a:pt x="375794" y="64940"/>
                </a:lnTo>
                <a:lnTo>
                  <a:pt x="375876" y="65452"/>
                </a:lnTo>
                <a:lnTo>
                  <a:pt x="375953" y="65970"/>
                </a:lnTo>
                <a:lnTo>
                  <a:pt x="376025" y="66494"/>
                </a:lnTo>
                <a:lnTo>
                  <a:pt x="376092" y="67024"/>
                </a:lnTo>
                <a:lnTo>
                  <a:pt x="376154" y="67559"/>
                </a:lnTo>
                <a:lnTo>
                  <a:pt x="376211" y="68100"/>
                </a:lnTo>
                <a:lnTo>
                  <a:pt x="376263" y="68646"/>
                </a:lnTo>
                <a:lnTo>
                  <a:pt x="376310" y="69199"/>
                </a:lnTo>
                <a:lnTo>
                  <a:pt x="376352" y="69757"/>
                </a:lnTo>
                <a:lnTo>
                  <a:pt x="376390" y="70320"/>
                </a:lnTo>
                <a:lnTo>
                  <a:pt x="376422" y="70890"/>
                </a:lnTo>
                <a:lnTo>
                  <a:pt x="376449" y="71465"/>
                </a:lnTo>
                <a:lnTo>
                  <a:pt x="376472" y="72046"/>
                </a:lnTo>
                <a:lnTo>
                  <a:pt x="376489" y="72632"/>
                </a:lnTo>
                <a:lnTo>
                  <a:pt x="376501" y="73224"/>
                </a:lnTo>
                <a:lnTo>
                  <a:pt x="376509" y="73822"/>
                </a:lnTo>
                <a:lnTo>
                  <a:pt x="376511" y="74426"/>
                </a:lnTo>
                <a:lnTo>
                  <a:pt x="376511" y="136324"/>
                </a:lnTo>
                <a:lnTo>
                  <a:pt x="393083" y="136324"/>
                </a:lnTo>
                <a:lnTo>
                  <a:pt x="393083" y="72308"/>
                </a:lnTo>
                <a:lnTo>
                  <a:pt x="393071" y="70877"/>
                </a:lnTo>
                <a:lnTo>
                  <a:pt x="393035" y="69473"/>
                </a:lnTo>
                <a:lnTo>
                  <a:pt x="392974" y="68095"/>
                </a:lnTo>
                <a:lnTo>
                  <a:pt x="392889" y="66744"/>
                </a:lnTo>
                <a:lnTo>
                  <a:pt x="392779" y="65419"/>
                </a:lnTo>
                <a:lnTo>
                  <a:pt x="392691" y="64557"/>
                </a:lnTo>
                <a:lnTo>
                  <a:pt x="392874" y="64325"/>
                </a:lnTo>
                <a:lnTo>
                  <a:pt x="393265" y="63846"/>
                </a:lnTo>
                <a:lnTo>
                  <a:pt x="393664" y="63370"/>
                </a:lnTo>
                <a:lnTo>
                  <a:pt x="394073" y="62897"/>
                </a:lnTo>
                <a:lnTo>
                  <a:pt x="394489" y="62428"/>
                </a:lnTo>
                <a:lnTo>
                  <a:pt x="394914" y="61963"/>
                </a:lnTo>
                <a:lnTo>
                  <a:pt x="395348" y="61502"/>
                </a:lnTo>
                <a:lnTo>
                  <a:pt x="395791" y="61043"/>
                </a:lnTo>
                <a:lnTo>
                  <a:pt x="396242" y="60589"/>
                </a:lnTo>
                <a:lnTo>
                  <a:pt x="396701" y="60138"/>
                </a:lnTo>
                <a:lnTo>
                  <a:pt x="397169" y="59691"/>
                </a:lnTo>
                <a:lnTo>
                  <a:pt x="397646" y="59247"/>
                </a:lnTo>
                <a:lnTo>
                  <a:pt x="398131" y="58807"/>
                </a:lnTo>
                <a:lnTo>
                  <a:pt x="398625" y="58371"/>
                </a:lnTo>
                <a:lnTo>
                  <a:pt x="399127" y="57938"/>
                </a:lnTo>
                <a:lnTo>
                  <a:pt x="399638" y="57509"/>
                </a:lnTo>
                <a:lnTo>
                  <a:pt x="400157" y="57083"/>
                </a:lnTo>
                <a:lnTo>
                  <a:pt x="400685" y="56661"/>
                </a:lnTo>
                <a:lnTo>
                  <a:pt x="401222" y="56243"/>
                </a:lnTo>
                <a:lnTo>
                  <a:pt x="401767" y="55828"/>
                </a:lnTo>
                <a:lnTo>
                  <a:pt x="402320" y="55416"/>
                </a:lnTo>
                <a:lnTo>
                  <a:pt x="402883" y="55009"/>
                </a:lnTo>
                <a:lnTo>
                  <a:pt x="403453" y="54605"/>
                </a:lnTo>
                <a:lnTo>
                  <a:pt x="404033" y="54204"/>
                </a:lnTo>
                <a:lnTo>
                  <a:pt x="404622" y="53814"/>
                </a:lnTo>
                <a:lnTo>
                  <a:pt x="405223" y="53440"/>
                </a:lnTo>
                <a:lnTo>
                  <a:pt x="405835" y="53083"/>
                </a:lnTo>
                <a:lnTo>
                  <a:pt x="406458" y="52742"/>
                </a:lnTo>
                <a:lnTo>
                  <a:pt x="407092" y="52418"/>
                </a:lnTo>
                <a:lnTo>
                  <a:pt x="407738" y="52111"/>
                </a:lnTo>
                <a:lnTo>
                  <a:pt x="408395" y="51820"/>
                </a:lnTo>
                <a:lnTo>
                  <a:pt x="409064" y="51546"/>
                </a:lnTo>
                <a:lnTo>
                  <a:pt x="409743" y="51289"/>
                </a:lnTo>
                <a:lnTo>
                  <a:pt x="410434" y="51048"/>
                </a:lnTo>
                <a:lnTo>
                  <a:pt x="411137" y="50824"/>
                </a:lnTo>
                <a:lnTo>
                  <a:pt x="411850" y="50616"/>
                </a:lnTo>
                <a:lnTo>
                  <a:pt x="412575" y="50425"/>
                </a:lnTo>
                <a:lnTo>
                  <a:pt x="413311" y="50251"/>
                </a:lnTo>
                <a:lnTo>
                  <a:pt x="414059" y="50093"/>
                </a:lnTo>
                <a:lnTo>
                  <a:pt x="414818" y="49952"/>
                </a:lnTo>
                <a:lnTo>
                  <a:pt x="415588" y="49827"/>
                </a:lnTo>
                <a:lnTo>
                  <a:pt x="416369" y="49719"/>
                </a:lnTo>
                <a:lnTo>
                  <a:pt x="417162" y="49628"/>
                </a:lnTo>
                <a:lnTo>
                  <a:pt x="417966" y="49553"/>
                </a:lnTo>
                <a:lnTo>
                  <a:pt x="418781" y="49495"/>
                </a:lnTo>
                <a:lnTo>
                  <a:pt x="419608" y="49453"/>
                </a:lnTo>
                <a:lnTo>
                  <a:pt x="420446" y="49428"/>
                </a:lnTo>
                <a:lnTo>
                  <a:pt x="421295" y="49420"/>
                </a:lnTo>
                <a:lnTo>
                  <a:pt x="421881" y="49426"/>
                </a:lnTo>
                <a:lnTo>
                  <a:pt x="422456" y="49442"/>
                </a:lnTo>
                <a:lnTo>
                  <a:pt x="423020" y="49471"/>
                </a:lnTo>
                <a:lnTo>
                  <a:pt x="423572" y="49510"/>
                </a:lnTo>
                <a:lnTo>
                  <a:pt x="424113" y="49560"/>
                </a:lnTo>
                <a:lnTo>
                  <a:pt x="424643" y="49622"/>
                </a:lnTo>
                <a:lnTo>
                  <a:pt x="425161" y="49695"/>
                </a:lnTo>
                <a:lnTo>
                  <a:pt x="425668" y="49779"/>
                </a:lnTo>
                <a:lnTo>
                  <a:pt x="426164" y="49874"/>
                </a:lnTo>
                <a:lnTo>
                  <a:pt x="426649" y="49980"/>
                </a:lnTo>
                <a:lnTo>
                  <a:pt x="427122" y="50098"/>
                </a:lnTo>
                <a:lnTo>
                  <a:pt x="427584" y="50227"/>
                </a:lnTo>
                <a:lnTo>
                  <a:pt x="428034" y="50367"/>
                </a:lnTo>
                <a:lnTo>
                  <a:pt x="428474" y="50518"/>
                </a:lnTo>
                <a:lnTo>
                  <a:pt x="428902" y="50681"/>
                </a:lnTo>
                <a:lnTo>
                  <a:pt x="429318" y="50855"/>
                </a:lnTo>
                <a:lnTo>
                  <a:pt x="429724" y="51039"/>
                </a:lnTo>
                <a:lnTo>
                  <a:pt x="430118" y="51236"/>
                </a:lnTo>
                <a:lnTo>
                  <a:pt x="430500" y="51443"/>
                </a:lnTo>
                <a:lnTo>
                  <a:pt x="430872" y="51661"/>
                </a:lnTo>
                <a:lnTo>
                  <a:pt x="431232" y="51891"/>
                </a:lnTo>
                <a:lnTo>
                  <a:pt x="431581" y="52132"/>
                </a:lnTo>
                <a:lnTo>
                  <a:pt x="431918" y="52384"/>
                </a:lnTo>
                <a:lnTo>
                  <a:pt x="432245" y="52648"/>
                </a:lnTo>
                <a:lnTo>
                  <a:pt x="432561" y="52921"/>
                </a:lnTo>
                <a:lnTo>
                  <a:pt x="432869" y="53202"/>
                </a:lnTo>
                <a:lnTo>
                  <a:pt x="433169" y="53492"/>
                </a:lnTo>
                <a:lnTo>
                  <a:pt x="433460" y="53790"/>
                </a:lnTo>
                <a:lnTo>
                  <a:pt x="433743" y="54097"/>
                </a:lnTo>
                <a:lnTo>
                  <a:pt x="434017" y="54412"/>
                </a:lnTo>
                <a:lnTo>
                  <a:pt x="434283" y="54735"/>
                </a:lnTo>
                <a:lnTo>
                  <a:pt x="434541" y="55067"/>
                </a:lnTo>
                <a:lnTo>
                  <a:pt x="434790" y="55407"/>
                </a:lnTo>
                <a:lnTo>
                  <a:pt x="435031" y="55756"/>
                </a:lnTo>
                <a:lnTo>
                  <a:pt x="435263" y="56112"/>
                </a:lnTo>
                <a:lnTo>
                  <a:pt x="435488" y="56478"/>
                </a:lnTo>
                <a:lnTo>
                  <a:pt x="435703" y="56851"/>
                </a:lnTo>
                <a:lnTo>
                  <a:pt x="435911" y="57233"/>
                </a:lnTo>
                <a:lnTo>
                  <a:pt x="436109" y="57624"/>
                </a:lnTo>
                <a:lnTo>
                  <a:pt x="436300" y="58022"/>
                </a:lnTo>
                <a:lnTo>
                  <a:pt x="436482" y="58429"/>
                </a:lnTo>
                <a:lnTo>
                  <a:pt x="436656" y="58845"/>
                </a:lnTo>
                <a:lnTo>
                  <a:pt x="436821" y="59269"/>
                </a:lnTo>
                <a:lnTo>
                  <a:pt x="436978" y="59701"/>
                </a:lnTo>
                <a:lnTo>
                  <a:pt x="437127" y="60141"/>
                </a:lnTo>
                <a:lnTo>
                  <a:pt x="437267" y="60590"/>
                </a:lnTo>
                <a:lnTo>
                  <a:pt x="437399" y="61047"/>
                </a:lnTo>
                <a:lnTo>
                  <a:pt x="437522" y="61513"/>
                </a:lnTo>
                <a:lnTo>
                  <a:pt x="437639" y="61986"/>
                </a:lnTo>
                <a:lnTo>
                  <a:pt x="437750" y="62464"/>
                </a:lnTo>
                <a:lnTo>
                  <a:pt x="437857" y="62947"/>
                </a:lnTo>
                <a:lnTo>
                  <a:pt x="437959" y="63437"/>
                </a:lnTo>
                <a:lnTo>
                  <a:pt x="438056" y="63932"/>
                </a:lnTo>
                <a:lnTo>
                  <a:pt x="438148" y="64433"/>
                </a:lnTo>
                <a:lnTo>
                  <a:pt x="438235" y="64940"/>
                </a:lnTo>
                <a:lnTo>
                  <a:pt x="438317" y="65452"/>
                </a:lnTo>
                <a:lnTo>
                  <a:pt x="438394" y="65970"/>
                </a:lnTo>
                <a:lnTo>
                  <a:pt x="438466" y="66494"/>
                </a:lnTo>
                <a:lnTo>
                  <a:pt x="438533" y="67024"/>
                </a:lnTo>
                <a:lnTo>
                  <a:pt x="438595" y="67559"/>
                </a:lnTo>
                <a:lnTo>
                  <a:pt x="438652" y="68100"/>
                </a:lnTo>
                <a:lnTo>
                  <a:pt x="438704" y="68646"/>
                </a:lnTo>
                <a:lnTo>
                  <a:pt x="438751" y="69199"/>
                </a:lnTo>
                <a:lnTo>
                  <a:pt x="438793" y="69757"/>
                </a:lnTo>
                <a:lnTo>
                  <a:pt x="438831" y="70320"/>
                </a:lnTo>
                <a:lnTo>
                  <a:pt x="438863" y="70890"/>
                </a:lnTo>
                <a:lnTo>
                  <a:pt x="438890" y="71465"/>
                </a:lnTo>
                <a:lnTo>
                  <a:pt x="438913" y="72046"/>
                </a:lnTo>
                <a:lnTo>
                  <a:pt x="438930" y="72632"/>
                </a:lnTo>
                <a:lnTo>
                  <a:pt x="438942" y="73224"/>
                </a:lnTo>
                <a:lnTo>
                  <a:pt x="438950" y="73822"/>
                </a:lnTo>
                <a:lnTo>
                  <a:pt x="438952" y="74426"/>
                </a:lnTo>
                <a:lnTo>
                  <a:pt x="438952" y="136324"/>
                </a:lnTo>
                <a:lnTo>
                  <a:pt x="455426" y="136324"/>
                </a:lnTo>
                <a:lnTo>
                  <a:pt x="455426" y="72308"/>
                </a:lnTo>
                <a:lnTo>
                  <a:pt x="455414" y="70877"/>
                </a:lnTo>
                <a:lnTo>
                  <a:pt x="455377" y="69473"/>
                </a:lnTo>
                <a:lnTo>
                  <a:pt x="455316" y="68095"/>
                </a:lnTo>
                <a:lnTo>
                  <a:pt x="455231" y="66744"/>
                </a:lnTo>
                <a:lnTo>
                  <a:pt x="455122" y="65419"/>
                </a:lnTo>
                <a:lnTo>
                  <a:pt x="454988" y="64121"/>
                </a:lnTo>
                <a:lnTo>
                  <a:pt x="454830" y="62850"/>
                </a:lnTo>
                <a:lnTo>
                  <a:pt x="454648" y="61605"/>
                </a:lnTo>
                <a:lnTo>
                  <a:pt x="454441" y="60386"/>
                </a:lnTo>
                <a:lnTo>
                  <a:pt x="454210" y="59194"/>
                </a:lnTo>
                <a:lnTo>
                  <a:pt x="453954" y="58029"/>
                </a:lnTo>
                <a:lnTo>
                  <a:pt x="453675" y="56890"/>
                </a:lnTo>
                <a:lnTo>
                  <a:pt x="453371" y="55778"/>
                </a:lnTo>
                <a:lnTo>
                  <a:pt x="453043" y="54692"/>
                </a:lnTo>
                <a:lnTo>
                  <a:pt x="452690" y="53633"/>
                </a:lnTo>
                <a:lnTo>
                  <a:pt x="452313" y="52600"/>
                </a:lnTo>
                <a:lnTo>
                  <a:pt x="451912" y="51594"/>
                </a:lnTo>
                <a:lnTo>
                  <a:pt x="451486" y="50615"/>
                </a:lnTo>
                <a:lnTo>
                  <a:pt x="451036" y="49662"/>
                </a:lnTo>
                <a:lnTo>
                  <a:pt x="450562" y="48735"/>
                </a:lnTo>
                <a:lnTo>
                  <a:pt x="450064" y="47836"/>
                </a:lnTo>
                <a:lnTo>
                  <a:pt x="449541" y="46962"/>
                </a:lnTo>
                <a:lnTo>
                  <a:pt x="448994" y="46116"/>
                </a:lnTo>
                <a:lnTo>
                  <a:pt x="448422" y="45296"/>
                </a:lnTo>
                <a:lnTo>
                  <a:pt x="447823" y="44505"/>
                </a:lnTo>
                <a:lnTo>
                  <a:pt x="447192" y="43749"/>
                </a:lnTo>
                <a:lnTo>
                  <a:pt x="446531" y="43026"/>
                </a:lnTo>
                <a:lnTo>
                  <a:pt x="445838" y="42336"/>
                </a:lnTo>
                <a:lnTo>
                  <a:pt x="445114" y="41680"/>
                </a:lnTo>
                <a:lnTo>
                  <a:pt x="444359" y="41058"/>
                </a:lnTo>
                <a:lnTo>
                  <a:pt x="443573" y="40470"/>
                </a:lnTo>
                <a:lnTo>
                  <a:pt x="442756" y="39915"/>
                </a:lnTo>
                <a:lnTo>
                  <a:pt x="441907" y="39393"/>
                </a:lnTo>
                <a:lnTo>
                  <a:pt x="441027" y="38906"/>
                </a:lnTo>
                <a:lnTo>
                  <a:pt x="440116" y="38452"/>
                </a:lnTo>
                <a:lnTo>
                  <a:pt x="439174" y="38031"/>
                </a:lnTo>
                <a:lnTo>
                  <a:pt x="438201" y="37645"/>
                </a:lnTo>
                <a:lnTo>
                  <a:pt x="437197" y="37292"/>
                </a:lnTo>
                <a:lnTo>
                  <a:pt x="436161" y="36972"/>
                </a:lnTo>
                <a:lnTo>
                  <a:pt x="435094" y="36686"/>
                </a:lnTo>
                <a:lnTo>
                  <a:pt x="433996" y="36434"/>
                </a:lnTo>
                <a:lnTo>
                  <a:pt x="432867" y="36215"/>
                </a:lnTo>
                <a:lnTo>
                  <a:pt x="431707" y="36030"/>
                </a:lnTo>
                <a:lnTo>
                  <a:pt x="430516" y="35879"/>
                </a:lnTo>
                <a:lnTo>
                  <a:pt x="429293" y="35761"/>
                </a:lnTo>
                <a:lnTo>
                  <a:pt x="428039" y="35677"/>
                </a:lnTo>
                <a:lnTo>
                  <a:pt x="426754" y="35627"/>
                </a:lnTo>
                <a:lnTo>
                  <a:pt x="425438" y="35610"/>
                </a:lnTo>
                <a:lnTo>
                  <a:pt x="424425" y="35619"/>
                </a:lnTo>
                <a:lnTo>
                  <a:pt x="423424" y="35648"/>
                </a:lnTo>
                <a:lnTo>
                  <a:pt x="422435" y="35695"/>
                </a:lnTo>
                <a:lnTo>
                  <a:pt x="421458" y="35761"/>
                </a:lnTo>
                <a:lnTo>
                  <a:pt x="420494" y="35846"/>
                </a:lnTo>
                <a:lnTo>
                  <a:pt x="419541" y="35949"/>
                </a:lnTo>
                <a:lnTo>
                  <a:pt x="418601" y="36072"/>
                </a:lnTo>
                <a:lnTo>
                  <a:pt x="417673" y="36213"/>
                </a:lnTo>
                <a:lnTo>
                  <a:pt x="416757" y="36373"/>
                </a:lnTo>
                <a:lnTo>
                  <a:pt x="415853" y="36552"/>
                </a:lnTo>
                <a:lnTo>
                  <a:pt x="414962" y="36750"/>
                </a:lnTo>
                <a:lnTo>
                  <a:pt x="414082" y="36966"/>
                </a:lnTo>
                <a:lnTo>
                  <a:pt x="413215" y="37202"/>
                </a:lnTo>
                <a:lnTo>
                  <a:pt x="412360" y="37456"/>
                </a:lnTo>
                <a:lnTo>
                  <a:pt x="411517" y="37729"/>
                </a:lnTo>
                <a:lnTo>
                  <a:pt x="410686" y="38021"/>
                </a:lnTo>
                <a:lnTo>
                  <a:pt x="409867" y="38332"/>
                </a:lnTo>
                <a:lnTo>
                  <a:pt x="409060" y="38662"/>
                </a:lnTo>
                <a:lnTo>
                  <a:pt x="408266" y="39010"/>
                </a:lnTo>
                <a:lnTo>
                  <a:pt x="407484" y="39378"/>
                </a:lnTo>
                <a:lnTo>
                  <a:pt x="406714" y="39764"/>
                </a:lnTo>
                <a:lnTo>
                  <a:pt x="405956" y="40169"/>
                </a:lnTo>
                <a:lnTo>
                  <a:pt x="405210" y="40593"/>
                </a:lnTo>
                <a:lnTo>
                  <a:pt x="404477" y="41035"/>
                </a:lnTo>
                <a:lnTo>
                  <a:pt x="403754" y="41489"/>
                </a:lnTo>
                <a:lnTo>
                  <a:pt x="403043" y="41946"/>
                </a:lnTo>
                <a:lnTo>
                  <a:pt x="402341" y="42406"/>
                </a:lnTo>
                <a:lnTo>
                  <a:pt x="401650" y="42869"/>
                </a:lnTo>
                <a:lnTo>
                  <a:pt x="400970" y="43335"/>
                </a:lnTo>
                <a:lnTo>
                  <a:pt x="400300" y="43804"/>
                </a:lnTo>
                <a:lnTo>
                  <a:pt x="399640" y="44276"/>
                </a:lnTo>
                <a:lnTo>
                  <a:pt x="398991" y="44751"/>
                </a:lnTo>
                <a:lnTo>
                  <a:pt x="398352" y="45229"/>
                </a:lnTo>
                <a:lnTo>
                  <a:pt x="397724" y="45711"/>
                </a:lnTo>
                <a:lnTo>
                  <a:pt x="397106" y="46195"/>
                </a:lnTo>
                <a:lnTo>
                  <a:pt x="396499" y="46683"/>
                </a:lnTo>
                <a:lnTo>
                  <a:pt x="395902" y="47173"/>
                </a:lnTo>
                <a:lnTo>
                  <a:pt x="395316" y="47667"/>
                </a:lnTo>
                <a:lnTo>
                  <a:pt x="394740" y="48164"/>
                </a:lnTo>
                <a:lnTo>
                  <a:pt x="394174" y="48664"/>
                </a:lnTo>
                <a:lnTo>
                  <a:pt x="393619" y="49167"/>
                </a:lnTo>
                <a:lnTo>
                  <a:pt x="393074" y="49673"/>
                </a:lnTo>
                <a:lnTo>
                  <a:pt x="392540" y="50182"/>
                </a:lnTo>
                <a:lnTo>
                  <a:pt x="392016" y="50694"/>
                </a:lnTo>
                <a:lnTo>
                  <a:pt x="391503" y="51210"/>
                </a:lnTo>
                <a:lnTo>
                  <a:pt x="391000" y="51728"/>
                </a:lnTo>
                <a:lnTo>
                  <a:pt x="390507" y="52249"/>
                </a:lnTo>
                <a:lnTo>
                  <a:pt x="390032" y="52767"/>
                </a:lnTo>
                <a:lnTo>
                  <a:pt x="389971" y="52600"/>
                </a:lnTo>
                <a:lnTo>
                  <a:pt x="389569" y="51594"/>
                </a:lnTo>
                <a:lnTo>
                  <a:pt x="389144" y="50615"/>
                </a:lnTo>
                <a:lnTo>
                  <a:pt x="388694" y="49662"/>
                </a:lnTo>
                <a:lnTo>
                  <a:pt x="388220" y="48735"/>
                </a:lnTo>
                <a:close/>
                <a:moveTo>
                  <a:pt x="868270" y="63624"/>
                </a:moveTo>
                <a:lnTo>
                  <a:pt x="868684" y="63135"/>
                </a:lnTo>
                <a:lnTo>
                  <a:pt x="869109" y="62650"/>
                </a:lnTo>
                <a:lnTo>
                  <a:pt x="869543" y="62168"/>
                </a:lnTo>
                <a:lnTo>
                  <a:pt x="869988" y="61689"/>
                </a:lnTo>
                <a:lnTo>
                  <a:pt x="870442" y="61214"/>
                </a:lnTo>
                <a:lnTo>
                  <a:pt x="870906" y="60743"/>
                </a:lnTo>
                <a:lnTo>
                  <a:pt x="871381" y="60274"/>
                </a:lnTo>
                <a:lnTo>
                  <a:pt x="871865" y="59809"/>
                </a:lnTo>
                <a:lnTo>
                  <a:pt x="872359" y="59348"/>
                </a:lnTo>
                <a:lnTo>
                  <a:pt x="872863" y="58889"/>
                </a:lnTo>
                <a:lnTo>
                  <a:pt x="873377" y="58435"/>
                </a:lnTo>
                <a:lnTo>
                  <a:pt x="873901" y="57983"/>
                </a:lnTo>
                <a:lnTo>
                  <a:pt x="874435" y="57535"/>
                </a:lnTo>
                <a:lnTo>
                  <a:pt x="874978" y="57091"/>
                </a:lnTo>
                <a:lnTo>
                  <a:pt x="875532" y="56649"/>
                </a:lnTo>
                <a:lnTo>
                  <a:pt x="876096" y="56211"/>
                </a:lnTo>
                <a:lnTo>
                  <a:pt x="876669" y="55777"/>
                </a:lnTo>
                <a:lnTo>
                  <a:pt x="877253" y="55346"/>
                </a:lnTo>
                <a:lnTo>
                  <a:pt x="877846" y="54918"/>
                </a:lnTo>
                <a:lnTo>
                  <a:pt x="878449" y="54494"/>
                </a:lnTo>
                <a:lnTo>
                  <a:pt x="879064" y="54080"/>
                </a:lnTo>
                <a:lnTo>
                  <a:pt x="879690" y="53684"/>
                </a:lnTo>
                <a:lnTo>
                  <a:pt x="880328" y="53305"/>
                </a:lnTo>
                <a:lnTo>
                  <a:pt x="880978" y="52944"/>
                </a:lnTo>
                <a:lnTo>
                  <a:pt x="881641" y="52600"/>
                </a:lnTo>
                <a:lnTo>
                  <a:pt x="882315" y="52274"/>
                </a:lnTo>
                <a:lnTo>
                  <a:pt x="883001" y="51966"/>
                </a:lnTo>
                <a:lnTo>
                  <a:pt x="883699" y="51675"/>
                </a:lnTo>
                <a:lnTo>
                  <a:pt x="884409" y="51402"/>
                </a:lnTo>
                <a:lnTo>
                  <a:pt x="885132" y="51147"/>
                </a:lnTo>
                <a:lnTo>
                  <a:pt x="885866" y="50909"/>
                </a:lnTo>
                <a:lnTo>
                  <a:pt x="886612" y="50689"/>
                </a:lnTo>
                <a:lnTo>
                  <a:pt x="887370" y="50486"/>
                </a:lnTo>
                <a:lnTo>
                  <a:pt x="888140" y="50301"/>
                </a:lnTo>
                <a:lnTo>
                  <a:pt x="888922" y="50134"/>
                </a:lnTo>
                <a:lnTo>
                  <a:pt x="889716" y="49984"/>
                </a:lnTo>
                <a:lnTo>
                  <a:pt x="890523" y="49852"/>
                </a:lnTo>
                <a:lnTo>
                  <a:pt x="891341" y="49737"/>
                </a:lnTo>
                <a:lnTo>
                  <a:pt x="892171" y="49640"/>
                </a:lnTo>
                <a:lnTo>
                  <a:pt x="893013" y="49561"/>
                </a:lnTo>
                <a:lnTo>
                  <a:pt x="893867" y="49499"/>
                </a:lnTo>
                <a:lnTo>
                  <a:pt x="894733" y="49455"/>
                </a:lnTo>
                <a:lnTo>
                  <a:pt x="895611" y="49429"/>
                </a:lnTo>
                <a:lnTo>
                  <a:pt x="896501" y="49420"/>
                </a:lnTo>
                <a:lnTo>
                  <a:pt x="897095" y="49426"/>
                </a:lnTo>
                <a:lnTo>
                  <a:pt x="897677" y="49442"/>
                </a:lnTo>
                <a:lnTo>
                  <a:pt x="898248" y="49471"/>
                </a:lnTo>
                <a:lnTo>
                  <a:pt x="898807" y="49510"/>
                </a:lnTo>
                <a:lnTo>
                  <a:pt x="899354" y="49560"/>
                </a:lnTo>
                <a:lnTo>
                  <a:pt x="899889" y="49622"/>
                </a:lnTo>
                <a:lnTo>
                  <a:pt x="900412" y="49695"/>
                </a:lnTo>
                <a:lnTo>
                  <a:pt x="900923" y="49779"/>
                </a:lnTo>
                <a:lnTo>
                  <a:pt x="901423" y="49874"/>
                </a:lnTo>
                <a:lnTo>
                  <a:pt x="901911" y="49980"/>
                </a:lnTo>
                <a:lnTo>
                  <a:pt x="902387" y="50098"/>
                </a:lnTo>
                <a:lnTo>
                  <a:pt x="902851" y="50227"/>
                </a:lnTo>
                <a:lnTo>
                  <a:pt x="903303" y="50367"/>
                </a:lnTo>
                <a:lnTo>
                  <a:pt x="903744" y="50518"/>
                </a:lnTo>
                <a:lnTo>
                  <a:pt x="904173" y="50681"/>
                </a:lnTo>
                <a:lnTo>
                  <a:pt x="904590" y="50855"/>
                </a:lnTo>
                <a:lnTo>
                  <a:pt x="904995" y="51039"/>
                </a:lnTo>
                <a:lnTo>
                  <a:pt x="905388" y="51236"/>
                </a:lnTo>
                <a:lnTo>
                  <a:pt x="905769" y="51443"/>
                </a:lnTo>
                <a:lnTo>
                  <a:pt x="906139" y="51661"/>
                </a:lnTo>
                <a:lnTo>
                  <a:pt x="906497" y="51891"/>
                </a:lnTo>
                <a:lnTo>
                  <a:pt x="906843" y="52132"/>
                </a:lnTo>
                <a:lnTo>
                  <a:pt x="907177" y="52384"/>
                </a:lnTo>
                <a:lnTo>
                  <a:pt x="907500" y="52648"/>
                </a:lnTo>
                <a:lnTo>
                  <a:pt x="907812" y="52921"/>
                </a:lnTo>
                <a:lnTo>
                  <a:pt x="908116" y="53202"/>
                </a:lnTo>
                <a:lnTo>
                  <a:pt x="908413" y="53492"/>
                </a:lnTo>
                <a:lnTo>
                  <a:pt x="908701" y="53790"/>
                </a:lnTo>
                <a:lnTo>
                  <a:pt x="908981" y="54097"/>
                </a:lnTo>
                <a:lnTo>
                  <a:pt x="909254" y="54412"/>
                </a:lnTo>
                <a:lnTo>
                  <a:pt x="909518" y="54735"/>
                </a:lnTo>
                <a:lnTo>
                  <a:pt x="909774" y="55067"/>
                </a:lnTo>
                <a:lnTo>
                  <a:pt x="910022" y="55407"/>
                </a:lnTo>
                <a:lnTo>
                  <a:pt x="910262" y="55756"/>
                </a:lnTo>
                <a:lnTo>
                  <a:pt x="910494" y="56112"/>
                </a:lnTo>
                <a:lnTo>
                  <a:pt x="910718" y="56478"/>
                </a:lnTo>
                <a:lnTo>
                  <a:pt x="910934" y="56851"/>
                </a:lnTo>
                <a:lnTo>
                  <a:pt x="911141" y="57233"/>
                </a:lnTo>
                <a:lnTo>
                  <a:pt x="911341" y="57624"/>
                </a:lnTo>
                <a:lnTo>
                  <a:pt x="911533" y="58022"/>
                </a:lnTo>
                <a:lnTo>
                  <a:pt x="911717" y="58429"/>
                </a:lnTo>
                <a:lnTo>
                  <a:pt x="911892" y="58845"/>
                </a:lnTo>
                <a:lnTo>
                  <a:pt x="912060" y="59269"/>
                </a:lnTo>
                <a:lnTo>
                  <a:pt x="912219" y="59701"/>
                </a:lnTo>
                <a:lnTo>
                  <a:pt x="912371" y="60141"/>
                </a:lnTo>
                <a:lnTo>
                  <a:pt x="912514" y="60590"/>
                </a:lnTo>
                <a:lnTo>
                  <a:pt x="912650" y="61047"/>
                </a:lnTo>
                <a:lnTo>
                  <a:pt x="912777" y="61513"/>
                </a:lnTo>
                <a:lnTo>
                  <a:pt x="912898" y="61986"/>
                </a:lnTo>
                <a:lnTo>
                  <a:pt x="913013" y="62464"/>
                </a:lnTo>
                <a:lnTo>
                  <a:pt x="913124" y="62947"/>
                </a:lnTo>
                <a:lnTo>
                  <a:pt x="913229" y="63437"/>
                </a:lnTo>
                <a:lnTo>
                  <a:pt x="913329" y="63932"/>
                </a:lnTo>
                <a:lnTo>
                  <a:pt x="913424" y="64433"/>
                </a:lnTo>
                <a:lnTo>
                  <a:pt x="913514" y="64940"/>
                </a:lnTo>
                <a:lnTo>
                  <a:pt x="913599" y="65452"/>
                </a:lnTo>
                <a:lnTo>
                  <a:pt x="913679" y="65970"/>
                </a:lnTo>
                <a:lnTo>
                  <a:pt x="913753" y="66494"/>
                </a:lnTo>
                <a:lnTo>
                  <a:pt x="913822" y="67024"/>
                </a:lnTo>
                <a:lnTo>
                  <a:pt x="913887" y="67559"/>
                </a:lnTo>
                <a:lnTo>
                  <a:pt x="913946" y="68100"/>
                </a:lnTo>
                <a:lnTo>
                  <a:pt x="914000" y="68646"/>
                </a:lnTo>
                <a:lnTo>
                  <a:pt x="914049" y="69199"/>
                </a:lnTo>
                <a:lnTo>
                  <a:pt x="914092" y="69757"/>
                </a:lnTo>
                <a:lnTo>
                  <a:pt x="914131" y="70320"/>
                </a:lnTo>
                <a:lnTo>
                  <a:pt x="914164" y="70890"/>
                </a:lnTo>
                <a:lnTo>
                  <a:pt x="914192" y="71465"/>
                </a:lnTo>
                <a:lnTo>
                  <a:pt x="914215" y="72046"/>
                </a:lnTo>
                <a:lnTo>
                  <a:pt x="914233" y="72632"/>
                </a:lnTo>
                <a:lnTo>
                  <a:pt x="914246" y="73224"/>
                </a:lnTo>
                <a:lnTo>
                  <a:pt x="914254" y="73822"/>
                </a:lnTo>
                <a:lnTo>
                  <a:pt x="914257" y="74426"/>
                </a:lnTo>
                <a:lnTo>
                  <a:pt x="914257" y="136324"/>
                </a:lnTo>
                <a:lnTo>
                  <a:pt x="930730" y="136324"/>
                </a:lnTo>
                <a:lnTo>
                  <a:pt x="930730" y="72308"/>
                </a:lnTo>
                <a:lnTo>
                  <a:pt x="930717" y="70869"/>
                </a:lnTo>
                <a:lnTo>
                  <a:pt x="930680" y="69457"/>
                </a:lnTo>
                <a:lnTo>
                  <a:pt x="930617" y="68072"/>
                </a:lnTo>
                <a:lnTo>
                  <a:pt x="930530" y="66714"/>
                </a:lnTo>
                <a:lnTo>
                  <a:pt x="930417" y="65383"/>
                </a:lnTo>
                <a:lnTo>
                  <a:pt x="930280" y="64080"/>
                </a:lnTo>
                <a:lnTo>
                  <a:pt x="930117" y="62803"/>
                </a:lnTo>
                <a:lnTo>
                  <a:pt x="929930" y="61553"/>
                </a:lnTo>
                <a:lnTo>
                  <a:pt x="929717" y="60331"/>
                </a:lnTo>
                <a:lnTo>
                  <a:pt x="929480" y="59136"/>
                </a:lnTo>
                <a:lnTo>
                  <a:pt x="929217" y="57967"/>
                </a:lnTo>
                <a:lnTo>
                  <a:pt x="928930" y="56826"/>
                </a:lnTo>
                <a:lnTo>
                  <a:pt x="928617" y="55712"/>
                </a:lnTo>
                <a:lnTo>
                  <a:pt x="928280" y="54625"/>
                </a:lnTo>
                <a:lnTo>
                  <a:pt x="927917" y="53565"/>
                </a:lnTo>
                <a:lnTo>
                  <a:pt x="927530" y="52532"/>
                </a:lnTo>
                <a:lnTo>
                  <a:pt x="927117" y="51526"/>
                </a:lnTo>
                <a:lnTo>
                  <a:pt x="926679" y="50547"/>
                </a:lnTo>
                <a:lnTo>
                  <a:pt x="926217" y="49595"/>
                </a:lnTo>
                <a:lnTo>
                  <a:pt x="925729" y="48671"/>
                </a:lnTo>
                <a:lnTo>
                  <a:pt x="925217" y="47773"/>
                </a:lnTo>
                <a:lnTo>
                  <a:pt x="924679" y="46903"/>
                </a:lnTo>
                <a:lnTo>
                  <a:pt x="924117" y="46059"/>
                </a:lnTo>
                <a:lnTo>
                  <a:pt x="923529" y="45243"/>
                </a:lnTo>
                <a:lnTo>
                  <a:pt x="922914" y="44457"/>
                </a:lnTo>
                <a:lnTo>
                  <a:pt x="922269" y="43705"/>
                </a:lnTo>
                <a:lnTo>
                  <a:pt x="921595" y="42985"/>
                </a:lnTo>
                <a:lnTo>
                  <a:pt x="920890" y="42300"/>
                </a:lnTo>
                <a:lnTo>
                  <a:pt x="920156" y="41647"/>
                </a:lnTo>
                <a:lnTo>
                  <a:pt x="919392" y="41029"/>
                </a:lnTo>
                <a:lnTo>
                  <a:pt x="918598" y="40443"/>
                </a:lnTo>
                <a:lnTo>
                  <a:pt x="917775" y="39891"/>
                </a:lnTo>
                <a:lnTo>
                  <a:pt x="916921" y="39373"/>
                </a:lnTo>
                <a:lnTo>
                  <a:pt x="916038" y="38888"/>
                </a:lnTo>
                <a:lnTo>
                  <a:pt x="915125" y="38436"/>
                </a:lnTo>
                <a:lnTo>
                  <a:pt x="914183" y="38018"/>
                </a:lnTo>
                <a:lnTo>
                  <a:pt x="913210" y="37634"/>
                </a:lnTo>
                <a:lnTo>
                  <a:pt x="912208" y="37282"/>
                </a:lnTo>
                <a:lnTo>
                  <a:pt x="911176" y="36965"/>
                </a:lnTo>
                <a:lnTo>
                  <a:pt x="910114" y="36680"/>
                </a:lnTo>
                <a:lnTo>
                  <a:pt x="909022" y="36430"/>
                </a:lnTo>
                <a:lnTo>
                  <a:pt x="907900" y="36212"/>
                </a:lnTo>
                <a:lnTo>
                  <a:pt x="906749" y="36028"/>
                </a:lnTo>
                <a:lnTo>
                  <a:pt x="905568" y="35878"/>
                </a:lnTo>
                <a:lnTo>
                  <a:pt x="904357" y="35761"/>
                </a:lnTo>
                <a:lnTo>
                  <a:pt x="903116" y="35677"/>
                </a:lnTo>
                <a:lnTo>
                  <a:pt x="901846" y="35627"/>
                </a:lnTo>
                <a:lnTo>
                  <a:pt x="900545" y="35610"/>
                </a:lnTo>
                <a:lnTo>
                  <a:pt x="899476" y="35619"/>
                </a:lnTo>
                <a:lnTo>
                  <a:pt x="898424" y="35646"/>
                </a:lnTo>
                <a:lnTo>
                  <a:pt x="897387" y="35691"/>
                </a:lnTo>
                <a:lnTo>
                  <a:pt x="896367" y="35754"/>
                </a:lnTo>
                <a:lnTo>
                  <a:pt x="895362" y="35835"/>
                </a:lnTo>
                <a:lnTo>
                  <a:pt x="894374" y="35934"/>
                </a:lnTo>
                <a:lnTo>
                  <a:pt x="893402" y="36051"/>
                </a:lnTo>
                <a:lnTo>
                  <a:pt x="892446" y="36185"/>
                </a:lnTo>
                <a:lnTo>
                  <a:pt x="891506" y="36338"/>
                </a:lnTo>
                <a:lnTo>
                  <a:pt x="890582" y="36509"/>
                </a:lnTo>
                <a:lnTo>
                  <a:pt x="889674" y="36698"/>
                </a:lnTo>
                <a:lnTo>
                  <a:pt x="888782" y="36905"/>
                </a:lnTo>
                <a:lnTo>
                  <a:pt x="887906" y="37130"/>
                </a:lnTo>
                <a:lnTo>
                  <a:pt x="887047" y="37372"/>
                </a:lnTo>
                <a:lnTo>
                  <a:pt x="886203" y="37633"/>
                </a:lnTo>
                <a:lnTo>
                  <a:pt x="885376" y="37912"/>
                </a:lnTo>
                <a:lnTo>
                  <a:pt x="884565" y="38208"/>
                </a:lnTo>
                <a:lnTo>
                  <a:pt x="883770" y="38523"/>
                </a:lnTo>
                <a:lnTo>
                  <a:pt x="882991" y="38856"/>
                </a:lnTo>
                <a:lnTo>
                  <a:pt x="882228" y="39206"/>
                </a:lnTo>
                <a:lnTo>
                  <a:pt x="881481" y="39575"/>
                </a:lnTo>
                <a:lnTo>
                  <a:pt x="880750" y="39962"/>
                </a:lnTo>
                <a:lnTo>
                  <a:pt x="880036" y="40366"/>
                </a:lnTo>
                <a:lnTo>
                  <a:pt x="879337" y="40789"/>
                </a:lnTo>
                <a:lnTo>
                  <a:pt x="878653" y="41222"/>
                </a:lnTo>
                <a:lnTo>
                  <a:pt x="877983" y="41656"/>
                </a:lnTo>
                <a:lnTo>
                  <a:pt x="877326" y="42094"/>
                </a:lnTo>
                <a:lnTo>
                  <a:pt x="876682" y="42533"/>
                </a:lnTo>
                <a:lnTo>
                  <a:pt x="876051" y="42974"/>
                </a:lnTo>
                <a:lnTo>
                  <a:pt x="875434" y="43418"/>
                </a:lnTo>
                <a:lnTo>
                  <a:pt x="874831" y="43864"/>
                </a:lnTo>
                <a:lnTo>
                  <a:pt x="874240" y="44313"/>
                </a:lnTo>
                <a:lnTo>
                  <a:pt x="873664" y="44763"/>
                </a:lnTo>
                <a:lnTo>
                  <a:pt x="873100" y="45216"/>
                </a:lnTo>
                <a:lnTo>
                  <a:pt x="872550" y="45671"/>
                </a:lnTo>
                <a:lnTo>
                  <a:pt x="872013" y="46128"/>
                </a:lnTo>
                <a:lnTo>
                  <a:pt x="871489" y="46587"/>
                </a:lnTo>
                <a:lnTo>
                  <a:pt x="870979" y="47049"/>
                </a:lnTo>
                <a:lnTo>
                  <a:pt x="870482" y="47513"/>
                </a:lnTo>
                <a:lnTo>
                  <a:pt x="869999" y="47979"/>
                </a:lnTo>
                <a:lnTo>
                  <a:pt x="869529" y="48447"/>
                </a:lnTo>
                <a:lnTo>
                  <a:pt x="869072" y="48918"/>
                </a:lnTo>
                <a:lnTo>
                  <a:pt x="868629" y="49390"/>
                </a:lnTo>
                <a:lnTo>
                  <a:pt x="868199" y="49865"/>
                </a:lnTo>
                <a:lnTo>
                  <a:pt x="867782" y="50343"/>
                </a:lnTo>
                <a:lnTo>
                  <a:pt x="867379" y="50822"/>
                </a:lnTo>
                <a:lnTo>
                  <a:pt x="866989" y="51304"/>
                </a:lnTo>
                <a:lnTo>
                  <a:pt x="866612" y="51788"/>
                </a:lnTo>
                <a:lnTo>
                  <a:pt x="866020" y="37287"/>
                </a:lnTo>
                <a:lnTo>
                  <a:pt x="850237" y="37287"/>
                </a:lnTo>
                <a:lnTo>
                  <a:pt x="850237" y="136324"/>
                </a:lnTo>
                <a:lnTo>
                  <a:pt x="866711" y="136324"/>
                </a:lnTo>
                <a:lnTo>
                  <a:pt x="866711" y="65613"/>
                </a:lnTo>
                <a:lnTo>
                  <a:pt x="867086" y="65111"/>
                </a:lnTo>
                <a:lnTo>
                  <a:pt x="867470" y="64612"/>
                </a:lnTo>
                <a:lnTo>
                  <a:pt x="867865" y="64116"/>
                </a:lnTo>
                <a:lnTo>
                  <a:pt x="868270" y="63624"/>
                </a:lnTo>
                <a:close/>
                <a:moveTo>
                  <a:pt x="1347111" y="64903"/>
                </a:moveTo>
                <a:lnTo>
                  <a:pt x="1347385" y="64539"/>
                </a:lnTo>
                <a:lnTo>
                  <a:pt x="1347662" y="64179"/>
                </a:lnTo>
                <a:lnTo>
                  <a:pt x="1347942" y="63823"/>
                </a:lnTo>
                <a:lnTo>
                  <a:pt x="1348225" y="63471"/>
                </a:lnTo>
                <a:lnTo>
                  <a:pt x="1348511" y="63122"/>
                </a:lnTo>
                <a:lnTo>
                  <a:pt x="1348800" y="62777"/>
                </a:lnTo>
                <a:lnTo>
                  <a:pt x="1349092" y="62436"/>
                </a:lnTo>
                <a:lnTo>
                  <a:pt x="1349388" y="62098"/>
                </a:lnTo>
                <a:lnTo>
                  <a:pt x="1349686" y="61764"/>
                </a:lnTo>
                <a:lnTo>
                  <a:pt x="1349988" y="61434"/>
                </a:lnTo>
                <a:lnTo>
                  <a:pt x="1350293" y="61108"/>
                </a:lnTo>
                <a:lnTo>
                  <a:pt x="1350600" y="60785"/>
                </a:lnTo>
                <a:lnTo>
                  <a:pt x="1350911" y="60467"/>
                </a:lnTo>
                <a:lnTo>
                  <a:pt x="1351225" y="60152"/>
                </a:lnTo>
                <a:lnTo>
                  <a:pt x="1351542" y="59840"/>
                </a:lnTo>
                <a:lnTo>
                  <a:pt x="1351862" y="59533"/>
                </a:lnTo>
                <a:lnTo>
                  <a:pt x="1352185" y="59229"/>
                </a:lnTo>
                <a:lnTo>
                  <a:pt x="1352512" y="58929"/>
                </a:lnTo>
                <a:lnTo>
                  <a:pt x="1352841" y="58633"/>
                </a:lnTo>
                <a:lnTo>
                  <a:pt x="1353173" y="58340"/>
                </a:lnTo>
                <a:lnTo>
                  <a:pt x="1353509" y="58051"/>
                </a:lnTo>
                <a:lnTo>
                  <a:pt x="1353848" y="57767"/>
                </a:lnTo>
                <a:lnTo>
                  <a:pt x="1354192" y="57488"/>
                </a:lnTo>
                <a:lnTo>
                  <a:pt x="1354541" y="57214"/>
                </a:lnTo>
                <a:lnTo>
                  <a:pt x="1354895" y="56945"/>
                </a:lnTo>
                <a:lnTo>
                  <a:pt x="1355254" y="56681"/>
                </a:lnTo>
                <a:lnTo>
                  <a:pt x="1355617" y="56423"/>
                </a:lnTo>
                <a:lnTo>
                  <a:pt x="1355985" y="56170"/>
                </a:lnTo>
                <a:lnTo>
                  <a:pt x="1356358" y="55922"/>
                </a:lnTo>
                <a:lnTo>
                  <a:pt x="1356736" y="55679"/>
                </a:lnTo>
                <a:lnTo>
                  <a:pt x="1357119" y="55441"/>
                </a:lnTo>
                <a:lnTo>
                  <a:pt x="1357506" y="55208"/>
                </a:lnTo>
                <a:lnTo>
                  <a:pt x="1357898" y="54981"/>
                </a:lnTo>
                <a:lnTo>
                  <a:pt x="1358295" y="54759"/>
                </a:lnTo>
                <a:lnTo>
                  <a:pt x="1358697" y="54542"/>
                </a:lnTo>
                <a:lnTo>
                  <a:pt x="1359104" y="54330"/>
                </a:lnTo>
                <a:lnTo>
                  <a:pt x="1359515" y="54123"/>
                </a:lnTo>
                <a:lnTo>
                  <a:pt x="1359931" y="53922"/>
                </a:lnTo>
                <a:lnTo>
                  <a:pt x="1360352" y="53726"/>
                </a:lnTo>
                <a:lnTo>
                  <a:pt x="1360778" y="53535"/>
                </a:lnTo>
                <a:lnTo>
                  <a:pt x="1361208" y="53349"/>
                </a:lnTo>
                <a:lnTo>
                  <a:pt x="1361644" y="53168"/>
                </a:lnTo>
                <a:lnTo>
                  <a:pt x="1362084" y="52992"/>
                </a:lnTo>
                <a:lnTo>
                  <a:pt x="1362529" y="52822"/>
                </a:lnTo>
                <a:lnTo>
                  <a:pt x="1362978" y="52657"/>
                </a:lnTo>
                <a:lnTo>
                  <a:pt x="1363434" y="52497"/>
                </a:lnTo>
                <a:lnTo>
                  <a:pt x="1363895" y="52345"/>
                </a:lnTo>
                <a:lnTo>
                  <a:pt x="1364363" y="52199"/>
                </a:lnTo>
                <a:lnTo>
                  <a:pt x="1364836" y="52060"/>
                </a:lnTo>
                <a:lnTo>
                  <a:pt x="1365316" y="51927"/>
                </a:lnTo>
                <a:lnTo>
                  <a:pt x="1365802" y="51802"/>
                </a:lnTo>
                <a:lnTo>
                  <a:pt x="1366294" y="51683"/>
                </a:lnTo>
                <a:lnTo>
                  <a:pt x="1366793" y="51571"/>
                </a:lnTo>
                <a:lnTo>
                  <a:pt x="1367297" y="51466"/>
                </a:lnTo>
                <a:lnTo>
                  <a:pt x="1367808" y="51367"/>
                </a:lnTo>
                <a:lnTo>
                  <a:pt x="1368325" y="51276"/>
                </a:lnTo>
                <a:lnTo>
                  <a:pt x="1368848" y="51191"/>
                </a:lnTo>
                <a:lnTo>
                  <a:pt x="1369377" y="51113"/>
                </a:lnTo>
                <a:lnTo>
                  <a:pt x="1369912" y="51042"/>
                </a:lnTo>
                <a:lnTo>
                  <a:pt x="1370454" y="50977"/>
                </a:lnTo>
                <a:lnTo>
                  <a:pt x="1371001" y="50920"/>
                </a:lnTo>
                <a:lnTo>
                  <a:pt x="1371555" y="50869"/>
                </a:lnTo>
                <a:lnTo>
                  <a:pt x="1372115" y="50825"/>
                </a:lnTo>
                <a:lnTo>
                  <a:pt x="1372681" y="50787"/>
                </a:lnTo>
                <a:lnTo>
                  <a:pt x="1373254" y="50757"/>
                </a:lnTo>
                <a:lnTo>
                  <a:pt x="1373832" y="50733"/>
                </a:lnTo>
                <a:lnTo>
                  <a:pt x="1374417" y="50716"/>
                </a:lnTo>
                <a:lnTo>
                  <a:pt x="1375008" y="50706"/>
                </a:lnTo>
                <a:lnTo>
                  <a:pt x="1375605" y="50702"/>
                </a:lnTo>
                <a:lnTo>
                  <a:pt x="1377874" y="50702"/>
                </a:lnTo>
                <a:lnTo>
                  <a:pt x="1377874" y="35610"/>
                </a:lnTo>
                <a:lnTo>
                  <a:pt x="1375901" y="35610"/>
                </a:lnTo>
                <a:lnTo>
                  <a:pt x="1374946" y="35619"/>
                </a:lnTo>
                <a:lnTo>
                  <a:pt x="1374007" y="35645"/>
                </a:lnTo>
                <a:lnTo>
                  <a:pt x="1373083" y="35689"/>
                </a:lnTo>
                <a:lnTo>
                  <a:pt x="1372174" y="35750"/>
                </a:lnTo>
                <a:lnTo>
                  <a:pt x="1371280" y="35828"/>
                </a:lnTo>
                <a:lnTo>
                  <a:pt x="1370401" y="35924"/>
                </a:lnTo>
                <a:lnTo>
                  <a:pt x="1369538" y="36038"/>
                </a:lnTo>
                <a:lnTo>
                  <a:pt x="1368689" y="36169"/>
                </a:lnTo>
                <a:lnTo>
                  <a:pt x="1367855" y="36318"/>
                </a:lnTo>
                <a:lnTo>
                  <a:pt x="1367037" y="36483"/>
                </a:lnTo>
                <a:lnTo>
                  <a:pt x="1366233" y="36667"/>
                </a:lnTo>
                <a:lnTo>
                  <a:pt x="1365445" y="36868"/>
                </a:lnTo>
                <a:lnTo>
                  <a:pt x="1364671" y="37086"/>
                </a:lnTo>
                <a:lnTo>
                  <a:pt x="1363913" y="37322"/>
                </a:lnTo>
                <a:lnTo>
                  <a:pt x="1363170" y="37575"/>
                </a:lnTo>
                <a:lnTo>
                  <a:pt x="1362441" y="37846"/>
                </a:lnTo>
                <a:lnTo>
                  <a:pt x="1361728" y="38134"/>
                </a:lnTo>
                <a:lnTo>
                  <a:pt x="1361030" y="38440"/>
                </a:lnTo>
                <a:lnTo>
                  <a:pt x="1360347" y="38763"/>
                </a:lnTo>
                <a:lnTo>
                  <a:pt x="1359679" y="39104"/>
                </a:lnTo>
                <a:lnTo>
                  <a:pt x="1359027" y="39462"/>
                </a:lnTo>
                <a:lnTo>
                  <a:pt x="1358389" y="39837"/>
                </a:lnTo>
                <a:lnTo>
                  <a:pt x="1357766" y="40230"/>
                </a:lnTo>
                <a:lnTo>
                  <a:pt x="1357159" y="40641"/>
                </a:lnTo>
                <a:lnTo>
                  <a:pt x="1356564" y="41064"/>
                </a:lnTo>
                <a:lnTo>
                  <a:pt x="1355980" y="41496"/>
                </a:lnTo>
                <a:lnTo>
                  <a:pt x="1355408" y="41937"/>
                </a:lnTo>
                <a:lnTo>
                  <a:pt x="1354846" y="42386"/>
                </a:lnTo>
                <a:lnTo>
                  <a:pt x="1354295" y="42844"/>
                </a:lnTo>
                <a:lnTo>
                  <a:pt x="1353755" y="43310"/>
                </a:lnTo>
                <a:lnTo>
                  <a:pt x="1353227" y="43785"/>
                </a:lnTo>
                <a:lnTo>
                  <a:pt x="1352709" y="44269"/>
                </a:lnTo>
                <a:lnTo>
                  <a:pt x="1352202" y="44761"/>
                </a:lnTo>
                <a:lnTo>
                  <a:pt x="1351706" y="45261"/>
                </a:lnTo>
                <a:lnTo>
                  <a:pt x="1351221" y="45770"/>
                </a:lnTo>
                <a:lnTo>
                  <a:pt x="1350747" y="46288"/>
                </a:lnTo>
                <a:lnTo>
                  <a:pt x="1350284" y="46814"/>
                </a:lnTo>
                <a:lnTo>
                  <a:pt x="1349832" y="47349"/>
                </a:lnTo>
                <a:lnTo>
                  <a:pt x="1349390" y="47893"/>
                </a:lnTo>
                <a:lnTo>
                  <a:pt x="1348960" y="48445"/>
                </a:lnTo>
                <a:lnTo>
                  <a:pt x="1348541" y="49005"/>
                </a:lnTo>
                <a:lnTo>
                  <a:pt x="1348133" y="49574"/>
                </a:lnTo>
                <a:lnTo>
                  <a:pt x="1347735" y="50152"/>
                </a:lnTo>
                <a:lnTo>
                  <a:pt x="1347349" y="50738"/>
                </a:lnTo>
                <a:lnTo>
                  <a:pt x="1346974" y="51333"/>
                </a:lnTo>
                <a:lnTo>
                  <a:pt x="1346609" y="51936"/>
                </a:lnTo>
                <a:lnTo>
                  <a:pt x="1346256" y="52548"/>
                </a:lnTo>
                <a:lnTo>
                  <a:pt x="1345913" y="53169"/>
                </a:lnTo>
                <a:lnTo>
                  <a:pt x="1345321" y="37287"/>
                </a:lnTo>
                <a:lnTo>
                  <a:pt x="1329834" y="37287"/>
                </a:lnTo>
                <a:lnTo>
                  <a:pt x="1329834" y="136324"/>
                </a:lnTo>
                <a:lnTo>
                  <a:pt x="1346308" y="136324"/>
                </a:lnTo>
                <a:lnTo>
                  <a:pt x="1346308" y="66017"/>
                </a:lnTo>
                <a:lnTo>
                  <a:pt x="1346572" y="65642"/>
                </a:lnTo>
                <a:lnTo>
                  <a:pt x="1346840" y="65271"/>
                </a:lnTo>
                <a:lnTo>
                  <a:pt x="1347111" y="64903"/>
                </a:lnTo>
                <a:close/>
                <a:moveTo>
                  <a:pt x="1074994" y="37287"/>
                </a:moveTo>
                <a:lnTo>
                  <a:pt x="1058521" y="37287"/>
                </a:lnTo>
                <a:lnTo>
                  <a:pt x="1058521" y="136324"/>
                </a:lnTo>
                <a:lnTo>
                  <a:pt x="1074994" y="136324"/>
                </a:lnTo>
                <a:lnTo>
                  <a:pt x="1074994" y="37287"/>
                </a:lnTo>
                <a:close/>
                <a:moveTo>
                  <a:pt x="145344" y="137843"/>
                </a:moveTo>
                <a:lnTo>
                  <a:pt x="146281" y="137750"/>
                </a:lnTo>
                <a:lnTo>
                  <a:pt x="147208" y="137642"/>
                </a:lnTo>
                <a:lnTo>
                  <a:pt x="148123" y="137521"/>
                </a:lnTo>
                <a:lnTo>
                  <a:pt x="149027" y="137385"/>
                </a:lnTo>
                <a:lnTo>
                  <a:pt x="149919" y="137235"/>
                </a:lnTo>
                <a:lnTo>
                  <a:pt x="150800" y="137070"/>
                </a:lnTo>
                <a:lnTo>
                  <a:pt x="151670" y="136892"/>
                </a:lnTo>
                <a:lnTo>
                  <a:pt x="152528" y="136699"/>
                </a:lnTo>
                <a:lnTo>
                  <a:pt x="153376" y="136491"/>
                </a:lnTo>
                <a:lnTo>
                  <a:pt x="154211" y="136270"/>
                </a:lnTo>
                <a:lnTo>
                  <a:pt x="155036" y="136034"/>
                </a:lnTo>
                <a:lnTo>
                  <a:pt x="155849" y="135783"/>
                </a:lnTo>
                <a:lnTo>
                  <a:pt x="156651" y="135519"/>
                </a:lnTo>
                <a:lnTo>
                  <a:pt x="157442" y="135240"/>
                </a:lnTo>
                <a:lnTo>
                  <a:pt x="158221" y="134947"/>
                </a:lnTo>
                <a:lnTo>
                  <a:pt x="158989" y="134639"/>
                </a:lnTo>
                <a:lnTo>
                  <a:pt x="159746" y="134318"/>
                </a:lnTo>
                <a:lnTo>
                  <a:pt x="160492" y="133982"/>
                </a:lnTo>
                <a:lnTo>
                  <a:pt x="161225" y="133632"/>
                </a:lnTo>
                <a:lnTo>
                  <a:pt x="161944" y="133271"/>
                </a:lnTo>
                <a:lnTo>
                  <a:pt x="162650" y="132897"/>
                </a:lnTo>
                <a:lnTo>
                  <a:pt x="163341" y="132512"/>
                </a:lnTo>
                <a:lnTo>
                  <a:pt x="164020" y="132114"/>
                </a:lnTo>
                <a:lnTo>
                  <a:pt x="164684" y="131705"/>
                </a:lnTo>
                <a:lnTo>
                  <a:pt x="165335" y="131283"/>
                </a:lnTo>
                <a:lnTo>
                  <a:pt x="165972" y="130850"/>
                </a:lnTo>
                <a:lnTo>
                  <a:pt x="166595" y="130404"/>
                </a:lnTo>
                <a:lnTo>
                  <a:pt x="167205" y="129947"/>
                </a:lnTo>
                <a:lnTo>
                  <a:pt x="167801" y="129477"/>
                </a:lnTo>
                <a:lnTo>
                  <a:pt x="168383" y="128996"/>
                </a:lnTo>
                <a:lnTo>
                  <a:pt x="168952" y="128502"/>
                </a:lnTo>
                <a:lnTo>
                  <a:pt x="169507" y="127996"/>
                </a:lnTo>
                <a:lnTo>
                  <a:pt x="170048" y="127479"/>
                </a:lnTo>
                <a:lnTo>
                  <a:pt x="170575" y="126949"/>
                </a:lnTo>
                <a:lnTo>
                  <a:pt x="171089" y="126408"/>
                </a:lnTo>
                <a:lnTo>
                  <a:pt x="171589" y="125854"/>
                </a:lnTo>
                <a:lnTo>
                  <a:pt x="172075" y="125288"/>
                </a:lnTo>
                <a:lnTo>
                  <a:pt x="172548" y="124711"/>
                </a:lnTo>
                <a:lnTo>
                  <a:pt x="173007" y="124121"/>
                </a:lnTo>
                <a:lnTo>
                  <a:pt x="173452" y="123519"/>
                </a:lnTo>
                <a:lnTo>
                  <a:pt x="173884" y="122906"/>
                </a:lnTo>
                <a:lnTo>
                  <a:pt x="174302" y="122280"/>
                </a:lnTo>
                <a:lnTo>
                  <a:pt x="174705" y="121643"/>
                </a:lnTo>
                <a:lnTo>
                  <a:pt x="175092" y="120997"/>
                </a:lnTo>
                <a:lnTo>
                  <a:pt x="175462" y="120340"/>
                </a:lnTo>
                <a:lnTo>
                  <a:pt x="175817" y="119673"/>
                </a:lnTo>
                <a:lnTo>
                  <a:pt x="176156" y="118996"/>
                </a:lnTo>
                <a:lnTo>
                  <a:pt x="176478" y="118309"/>
                </a:lnTo>
                <a:lnTo>
                  <a:pt x="176784" y="117612"/>
                </a:lnTo>
                <a:lnTo>
                  <a:pt x="177075" y="116905"/>
                </a:lnTo>
                <a:lnTo>
                  <a:pt x="177349" y="116188"/>
                </a:lnTo>
                <a:lnTo>
                  <a:pt x="177607" y="115460"/>
                </a:lnTo>
                <a:lnTo>
                  <a:pt x="177849" y="114723"/>
                </a:lnTo>
                <a:lnTo>
                  <a:pt x="178075" y="113976"/>
                </a:lnTo>
                <a:lnTo>
                  <a:pt x="178285" y="113218"/>
                </a:lnTo>
                <a:lnTo>
                  <a:pt x="178478" y="112451"/>
                </a:lnTo>
                <a:lnTo>
                  <a:pt x="178656" y="111673"/>
                </a:lnTo>
                <a:lnTo>
                  <a:pt x="178817" y="110886"/>
                </a:lnTo>
                <a:lnTo>
                  <a:pt x="178963" y="110088"/>
                </a:lnTo>
                <a:lnTo>
                  <a:pt x="179092" y="109280"/>
                </a:lnTo>
                <a:lnTo>
                  <a:pt x="179205" y="108462"/>
                </a:lnTo>
                <a:lnTo>
                  <a:pt x="179302" y="107634"/>
                </a:lnTo>
                <a:lnTo>
                  <a:pt x="179383" y="106797"/>
                </a:lnTo>
                <a:lnTo>
                  <a:pt x="179448" y="105949"/>
                </a:lnTo>
                <a:lnTo>
                  <a:pt x="179497" y="105090"/>
                </a:lnTo>
                <a:lnTo>
                  <a:pt x="179530" y="104222"/>
                </a:lnTo>
                <a:lnTo>
                  <a:pt x="163254" y="104222"/>
                </a:lnTo>
                <a:lnTo>
                  <a:pt x="163219" y="105069"/>
                </a:lnTo>
                <a:lnTo>
                  <a:pt x="163163" y="105900"/>
                </a:lnTo>
                <a:lnTo>
                  <a:pt x="163087" y="106713"/>
                </a:lnTo>
                <a:lnTo>
                  <a:pt x="162991" y="107510"/>
                </a:lnTo>
                <a:lnTo>
                  <a:pt x="162874" y="108290"/>
                </a:lnTo>
                <a:lnTo>
                  <a:pt x="162736" y="109054"/>
                </a:lnTo>
                <a:lnTo>
                  <a:pt x="162578" y="109800"/>
                </a:lnTo>
                <a:lnTo>
                  <a:pt x="162399" y="110530"/>
                </a:lnTo>
                <a:lnTo>
                  <a:pt x="162199" y="111243"/>
                </a:lnTo>
                <a:lnTo>
                  <a:pt x="161980" y="111940"/>
                </a:lnTo>
                <a:lnTo>
                  <a:pt x="161739" y="112619"/>
                </a:lnTo>
                <a:lnTo>
                  <a:pt x="161478" y="113282"/>
                </a:lnTo>
                <a:lnTo>
                  <a:pt x="161197" y="113928"/>
                </a:lnTo>
                <a:lnTo>
                  <a:pt x="160894" y="114558"/>
                </a:lnTo>
                <a:lnTo>
                  <a:pt x="160572" y="115170"/>
                </a:lnTo>
                <a:lnTo>
                  <a:pt x="160229" y="115766"/>
                </a:lnTo>
                <a:lnTo>
                  <a:pt x="159865" y="116346"/>
                </a:lnTo>
                <a:lnTo>
                  <a:pt x="159481" y="116908"/>
                </a:lnTo>
                <a:lnTo>
                  <a:pt x="159076" y="117454"/>
                </a:lnTo>
                <a:lnTo>
                  <a:pt x="158650" y="117983"/>
                </a:lnTo>
                <a:lnTo>
                  <a:pt x="158204" y="118495"/>
                </a:lnTo>
                <a:lnTo>
                  <a:pt x="157738" y="118990"/>
                </a:lnTo>
                <a:lnTo>
                  <a:pt x="157251" y="119469"/>
                </a:lnTo>
                <a:lnTo>
                  <a:pt x="156743" y="119931"/>
                </a:lnTo>
                <a:lnTo>
                  <a:pt x="156217" y="120375"/>
                </a:lnTo>
                <a:lnTo>
                  <a:pt x="155674" y="120801"/>
                </a:lnTo>
                <a:lnTo>
                  <a:pt x="155114" y="121207"/>
                </a:lnTo>
                <a:lnTo>
                  <a:pt x="154538" y="121595"/>
                </a:lnTo>
                <a:lnTo>
                  <a:pt x="153944" y="121963"/>
                </a:lnTo>
                <a:lnTo>
                  <a:pt x="153334" y="122313"/>
                </a:lnTo>
                <a:lnTo>
                  <a:pt x="152707" y="122644"/>
                </a:lnTo>
                <a:lnTo>
                  <a:pt x="152063" y="122956"/>
                </a:lnTo>
                <a:lnTo>
                  <a:pt x="151403" y="123249"/>
                </a:lnTo>
                <a:lnTo>
                  <a:pt x="150725" y="123523"/>
                </a:lnTo>
                <a:lnTo>
                  <a:pt x="150031" y="123778"/>
                </a:lnTo>
                <a:lnTo>
                  <a:pt x="149320" y="124014"/>
                </a:lnTo>
                <a:lnTo>
                  <a:pt x="148593" y="124231"/>
                </a:lnTo>
                <a:lnTo>
                  <a:pt x="147848" y="124430"/>
                </a:lnTo>
                <a:lnTo>
                  <a:pt x="147087" y="124610"/>
                </a:lnTo>
                <a:lnTo>
                  <a:pt x="146309" y="124770"/>
                </a:lnTo>
                <a:lnTo>
                  <a:pt x="145514" y="124912"/>
                </a:lnTo>
                <a:lnTo>
                  <a:pt x="144703" y="125035"/>
                </a:lnTo>
                <a:lnTo>
                  <a:pt x="143874" y="125139"/>
                </a:lnTo>
                <a:lnTo>
                  <a:pt x="143029" y="125224"/>
                </a:lnTo>
                <a:lnTo>
                  <a:pt x="142167" y="125290"/>
                </a:lnTo>
                <a:lnTo>
                  <a:pt x="141289" y="125337"/>
                </a:lnTo>
                <a:lnTo>
                  <a:pt x="140393" y="125366"/>
                </a:lnTo>
                <a:lnTo>
                  <a:pt x="139481" y="125375"/>
                </a:lnTo>
                <a:lnTo>
                  <a:pt x="138625" y="125367"/>
                </a:lnTo>
                <a:lnTo>
                  <a:pt x="137783" y="125341"/>
                </a:lnTo>
                <a:lnTo>
                  <a:pt x="136955" y="125298"/>
                </a:lnTo>
                <a:lnTo>
                  <a:pt x="136141" y="125238"/>
                </a:lnTo>
                <a:lnTo>
                  <a:pt x="135341" y="125161"/>
                </a:lnTo>
                <a:lnTo>
                  <a:pt x="134555" y="125066"/>
                </a:lnTo>
                <a:lnTo>
                  <a:pt x="133783" y="124955"/>
                </a:lnTo>
                <a:lnTo>
                  <a:pt x="133025" y="124826"/>
                </a:lnTo>
                <a:lnTo>
                  <a:pt x="132281" y="124681"/>
                </a:lnTo>
                <a:lnTo>
                  <a:pt x="131552" y="124518"/>
                </a:lnTo>
                <a:lnTo>
                  <a:pt x="130836" y="124338"/>
                </a:lnTo>
                <a:lnTo>
                  <a:pt x="130134" y="124141"/>
                </a:lnTo>
                <a:lnTo>
                  <a:pt x="129447" y="123926"/>
                </a:lnTo>
                <a:lnTo>
                  <a:pt x="128773" y="123695"/>
                </a:lnTo>
                <a:lnTo>
                  <a:pt x="128114" y="123446"/>
                </a:lnTo>
                <a:lnTo>
                  <a:pt x="127468" y="123180"/>
                </a:lnTo>
                <a:lnTo>
                  <a:pt x="126837" y="122897"/>
                </a:lnTo>
                <a:lnTo>
                  <a:pt x="126219" y="122597"/>
                </a:lnTo>
                <a:lnTo>
                  <a:pt x="125616" y="122280"/>
                </a:lnTo>
                <a:lnTo>
                  <a:pt x="125027" y="121946"/>
                </a:lnTo>
                <a:lnTo>
                  <a:pt x="124452" y="121594"/>
                </a:lnTo>
                <a:lnTo>
                  <a:pt x="123890" y="121226"/>
                </a:lnTo>
                <a:lnTo>
                  <a:pt x="123343" y="120840"/>
                </a:lnTo>
                <a:lnTo>
                  <a:pt x="122810" y="120437"/>
                </a:lnTo>
                <a:lnTo>
                  <a:pt x="122290" y="120020"/>
                </a:lnTo>
                <a:lnTo>
                  <a:pt x="121782" y="119591"/>
                </a:lnTo>
                <a:lnTo>
                  <a:pt x="121285" y="119152"/>
                </a:lnTo>
                <a:lnTo>
                  <a:pt x="120800" y="118701"/>
                </a:lnTo>
                <a:lnTo>
                  <a:pt x="120327" y="118239"/>
                </a:lnTo>
                <a:lnTo>
                  <a:pt x="119866" y="117765"/>
                </a:lnTo>
                <a:lnTo>
                  <a:pt x="119417" y="117280"/>
                </a:lnTo>
                <a:lnTo>
                  <a:pt x="118979" y="116785"/>
                </a:lnTo>
                <a:lnTo>
                  <a:pt x="118554" y="116277"/>
                </a:lnTo>
                <a:lnTo>
                  <a:pt x="118140" y="115759"/>
                </a:lnTo>
                <a:lnTo>
                  <a:pt x="117738" y="115229"/>
                </a:lnTo>
                <a:lnTo>
                  <a:pt x="117348" y="114689"/>
                </a:lnTo>
                <a:lnTo>
                  <a:pt x="116969" y="114136"/>
                </a:lnTo>
                <a:lnTo>
                  <a:pt x="116603" y="113573"/>
                </a:lnTo>
                <a:lnTo>
                  <a:pt x="116248" y="112998"/>
                </a:lnTo>
                <a:lnTo>
                  <a:pt x="115905" y="112412"/>
                </a:lnTo>
                <a:lnTo>
                  <a:pt x="115574" y="111815"/>
                </a:lnTo>
                <a:lnTo>
                  <a:pt x="115255" y="111207"/>
                </a:lnTo>
                <a:lnTo>
                  <a:pt x="114947" y="110587"/>
                </a:lnTo>
                <a:lnTo>
                  <a:pt x="114652" y="109956"/>
                </a:lnTo>
                <a:lnTo>
                  <a:pt x="114368" y="109314"/>
                </a:lnTo>
                <a:lnTo>
                  <a:pt x="114096" y="108661"/>
                </a:lnTo>
                <a:lnTo>
                  <a:pt x="113835" y="107996"/>
                </a:lnTo>
                <a:lnTo>
                  <a:pt x="113587" y="107320"/>
                </a:lnTo>
                <a:lnTo>
                  <a:pt x="113349" y="106636"/>
                </a:lnTo>
                <a:lnTo>
                  <a:pt x="113122" y="105946"/>
                </a:lnTo>
                <a:lnTo>
                  <a:pt x="112903" y="105251"/>
                </a:lnTo>
                <a:lnTo>
                  <a:pt x="112695" y="104550"/>
                </a:lnTo>
                <a:lnTo>
                  <a:pt x="112497" y="103844"/>
                </a:lnTo>
                <a:lnTo>
                  <a:pt x="112308" y="103132"/>
                </a:lnTo>
                <a:lnTo>
                  <a:pt x="112129" y="102414"/>
                </a:lnTo>
                <a:lnTo>
                  <a:pt x="111959" y="101691"/>
                </a:lnTo>
                <a:lnTo>
                  <a:pt x="111800" y="100963"/>
                </a:lnTo>
                <a:lnTo>
                  <a:pt x="111650" y="100229"/>
                </a:lnTo>
                <a:lnTo>
                  <a:pt x="111510" y="99489"/>
                </a:lnTo>
                <a:lnTo>
                  <a:pt x="111380" y="98744"/>
                </a:lnTo>
                <a:lnTo>
                  <a:pt x="111259" y="97993"/>
                </a:lnTo>
                <a:lnTo>
                  <a:pt x="111149" y="97237"/>
                </a:lnTo>
                <a:lnTo>
                  <a:pt x="111048" y="96475"/>
                </a:lnTo>
                <a:lnTo>
                  <a:pt x="110957" y="95708"/>
                </a:lnTo>
                <a:lnTo>
                  <a:pt x="110875" y="94935"/>
                </a:lnTo>
                <a:lnTo>
                  <a:pt x="110803" y="94157"/>
                </a:lnTo>
                <a:lnTo>
                  <a:pt x="110742" y="93373"/>
                </a:lnTo>
                <a:lnTo>
                  <a:pt x="110689" y="92583"/>
                </a:lnTo>
                <a:lnTo>
                  <a:pt x="110647" y="91788"/>
                </a:lnTo>
                <a:lnTo>
                  <a:pt x="110614" y="90988"/>
                </a:lnTo>
                <a:lnTo>
                  <a:pt x="110592" y="90182"/>
                </a:lnTo>
                <a:lnTo>
                  <a:pt x="110578" y="89370"/>
                </a:lnTo>
                <a:lnTo>
                  <a:pt x="179037" y="89370"/>
                </a:lnTo>
                <a:lnTo>
                  <a:pt x="179053" y="89292"/>
                </a:lnTo>
                <a:lnTo>
                  <a:pt x="179069" y="89210"/>
                </a:lnTo>
                <a:lnTo>
                  <a:pt x="179084" y="89124"/>
                </a:lnTo>
                <a:lnTo>
                  <a:pt x="179100" y="89034"/>
                </a:lnTo>
                <a:lnTo>
                  <a:pt x="179114" y="88940"/>
                </a:lnTo>
                <a:lnTo>
                  <a:pt x="179129" y="88841"/>
                </a:lnTo>
                <a:lnTo>
                  <a:pt x="179143" y="88739"/>
                </a:lnTo>
                <a:lnTo>
                  <a:pt x="179157" y="88633"/>
                </a:lnTo>
                <a:lnTo>
                  <a:pt x="179171" y="88522"/>
                </a:lnTo>
                <a:lnTo>
                  <a:pt x="179184" y="88408"/>
                </a:lnTo>
                <a:lnTo>
                  <a:pt x="179197" y="88289"/>
                </a:lnTo>
                <a:lnTo>
                  <a:pt x="179209" y="88167"/>
                </a:lnTo>
                <a:lnTo>
                  <a:pt x="179221" y="88040"/>
                </a:lnTo>
                <a:lnTo>
                  <a:pt x="179233" y="87909"/>
                </a:lnTo>
                <a:lnTo>
                  <a:pt x="179245" y="87775"/>
                </a:lnTo>
                <a:lnTo>
                  <a:pt x="179256" y="87636"/>
                </a:lnTo>
                <a:lnTo>
                  <a:pt x="179267" y="87493"/>
                </a:lnTo>
                <a:lnTo>
                  <a:pt x="179277" y="87346"/>
                </a:lnTo>
                <a:lnTo>
                  <a:pt x="179287" y="87195"/>
                </a:lnTo>
                <a:lnTo>
                  <a:pt x="179297" y="87041"/>
                </a:lnTo>
                <a:lnTo>
                  <a:pt x="179306" y="86882"/>
                </a:lnTo>
                <a:lnTo>
                  <a:pt x="179315" y="86719"/>
                </a:lnTo>
                <a:lnTo>
                  <a:pt x="179324" y="86551"/>
                </a:lnTo>
                <a:lnTo>
                  <a:pt x="179332" y="86380"/>
                </a:lnTo>
                <a:lnTo>
                  <a:pt x="179341" y="86208"/>
                </a:lnTo>
                <a:lnTo>
                  <a:pt x="179348" y="86037"/>
                </a:lnTo>
                <a:lnTo>
                  <a:pt x="179356" y="85869"/>
                </a:lnTo>
                <a:lnTo>
                  <a:pt x="179363" y="85702"/>
                </a:lnTo>
                <a:lnTo>
                  <a:pt x="179369" y="85538"/>
                </a:lnTo>
                <a:lnTo>
                  <a:pt x="179376" y="85375"/>
                </a:lnTo>
                <a:lnTo>
                  <a:pt x="179382" y="85214"/>
                </a:lnTo>
                <a:lnTo>
                  <a:pt x="179387" y="85055"/>
                </a:lnTo>
                <a:lnTo>
                  <a:pt x="179393" y="84898"/>
                </a:lnTo>
                <a:lnTo>
                  <a:pt x="179398" y="84743"/>
                </a:lnTo>
                <a:lnTo>
                  <a:pt x="179402" y="84590"/>
                </a:lnTo>
                <a:lnTo>
                  <a:pt x="179406" y="84439"/>
                </a:lnTo>
                <a:lnTo>
                  <a:pt x="179410" y="84290"/>
                </a:lnTo>
                <a:lnTo>
                  <a:pt x="179414" y="84143"/>
                </a:lnTo>
                <a:lnTo>
                  <a:pt x="179417" y="83997"/>
                </a:lnTo>
                <a:lnTo>
                  <a:pt x="179420" y="83854"/>
                </a:lnTo>
                <a:lnTo>
                  <a:pt x="179423" y="83713"/>
                </a:lnTo>
                <a:lnTo>
                  <a:pt x="179425" y="83573"/>
                </a:lnTo>
                <a:lnTo>
                  <a:pt x="179427" y="83435"/>
                </a:lnTo>
                <a:lnTo>
                  <a:pt x="179428" y="83300"/>
                </a:lnTo>
                <a:lnTo>
                  <a:pt x="179430" y="83166"/>
                </a:lnTo>
                <a:lnTo>
                  <a:pt x="179430" y="83034"/>
                </a:lnTo>
                <a:lnTo>
                  <a:pt x="179431" y="82905"/>
                </a:lnTo>
                <a:lnTo>
                  <a:pt x="179431" y="82777"/>
                </a:lnTo>
                <a:lnTo>
                  <a:pt x="179412" y="80893"/>
                </a:lnTo>
                <a:lnTo>
                  <a:pt x="179354" y="79047"/>
                </a:lnTo>
                <a:lnTo>
                  <a:pt x="179257" y="77237"/>
                </a:lnTo>
                <a:lnTo>
                  <a:pt x="179122" y="75465"/>
                </a:lnTo>
                <a:lnTo>
                  <a:pt x="178947" y="73729"/>
                </a:lnTo>
                <a:lnTo>
                  <a:pt x="178734" y="72031"/>
                </a:lnTo>
                <a:lnTo>
                  <a:pt x="178483" y="70369"/>
                </a:lnTo>
                <a:lnTo>
                  <a:pt x="178193" y="68745"/>
                </a:lnTo>
                <a:lnTo>
                  <a:pt x="177864" y="67157"/>
                </a:lnTo>
                <a:lnTo>
                  <a:pt x="177496" y="65607"/>
                </a:lnTo>
                <a:lnTo>
                  <a:pt x="177090" y="64093"/>
                </a:lnTo>
                <a:lnTo>
                  <a:pt x="176644" y="62617"/>
                </a:lnTo>
                <a:lnTo>
                  <a:pt x="176161" y="61177"/>
                </a:lnTo>
                <a:lnTo>
                  <a:pt x="175638" y="59774"/>
                </a:lnTo>
                <a:lnTo>
                  <a:pt x="175077" y="58409"/>
                </a:lnTo>
                <a:lnTo>
                  <a:pt x="174477" y="57080"/>
                </a:lnTo>
                <a:lnTo>
                  <a:pt x="173838" y="55789"/>
                </a:lnTo>
                <a:lnTo>
                  <a:pt x="173161" y="54534"/>
                </a:lnTo>
                <a:lnTo>
                  <a:pt x="172445" y="53316"/>
                </a:lnTo>
                <a:lnTo>
                  <a:pt x="171690" y="52136"/>
                </a:lnTo>
                <a:lnTo>
                  <a:pt x="170897" y="50992"/>
                </a:lnTo>
                <a:lnTo>
                  <a:pt x="170065" y="49886"/>
                </a:lnTo>
                <a:lnTo>
                  <a:pt x="169194" y="48816"/>
                </a:lnTo>
                <a:lnTo>
                  <a:pt x="168284" y="47783"/>
                </a:lnTo>
                <a:lnTo>
                  <a:pt x="167341" y="46790"/>
                </a:lnTo>
                <a:lnTo>
                  <a:pt x="166368" y="45839"/>
                </a:lnTo>
                <a:lnTo>
                  <a:pt x="165365" y="44930"/>
                </a:lnTo>
                <a:lnTo>
                  <a:pt x="164333" y="44064"/>
                </a:lnTo>
                <a:lnTo>
                  <a:pt x="163272" y="43239"/>
                </a:lnTo>
                <a:lnTo>
                  <a:pt x="162181" y="42457"/>
                </a:lnTo>
                <a:lnTo>
                  <a:pt x="161061" y="41718"/>
                </a:lnTo>
                <a:lnTo>
                  <a:pt x="159911" y="41020"/>
                </a:lnTo>
                <a:lnTo>
                  <a:pt x="158732" y="40365"/>
                </a:lnTo>
                <a:lnTo>
                  <a:pt x="157523" y="39752"/>
                </a:lnTo>
                <a:lnTo>
                  <a:pt x="156285" y="39182"/>
                </a:lnTo>
                <a:lnTo>
                  <a:pt x="155017" y="38653"/>
                </a:lnTo>
                <a:lnTo>
                  <a:pt x="153720" y="38167"/>
                </a:lnTo>
                <a:lnTo>
                  <a:pt x="152393" y="37723"/>
                </a:lnTo>
                <a:lnTo>
                  <a:pt x="151037" y="37322"/>
                </a:lnTo>
                <a:lnTo>
                  <a:pt x="149652" y="36963"/>
                </a:lnTo>
                <a:lnTo>
                  <a:pt x="148237" y="36646"/>
                </a:lnTo>
                <a:lnTo>
                  <a:pt x="146793" y="36371"/>
                </a:lnTo>
                <a:lnTo>
                  <a:pt x="145319" y="36138"/>
                </a:lnTo>
                <a:lnTo>
                  <a:pt x="143816" y="35948"/>
                </a:lnTo>
                <a:lnTo>
                  <a:pt x="142283" y="35800"/>
                </a:lnTo>
                <a:lnTo>
                  <a:pt x="140721" y="35695"/>
                </a:lnTo>
                <a:lnTo>
                  <a:pt x="139129" y="35631"/>
                </a:lnTo>
                <a:lnTo>
                  <a:pt x="137508" y="35610"/>
                </a:lnTo>
                <a:lnTo>
                  <a:pt x="136284" y="35621"/>
                </a:lnTo>
                <a:lnTo>
                  <a:pt x="135078" y="35655"/>
                </a:lnTo>
                <a:lnTo>
                  <a:pt x="133890" y="35712"/>
                </a:lnTo>
                <a:lnTo>
                  <a:pt x="132720" y="35791"/>
                </a:lnTo>
                <a:lnTo>
                  <a:pt x="131568" y="35892"/>
                </a:lnTo>
                <a:lnTo>
                  <a:pt x="130433" y="36016"/>
                </a:lnTo>
                <a:lnTo>
                  <a:pt x="129317" y="36163"/>
                </a:lnTo>
                <a:lnTo>
                  <a:pt x="128219" y="36332"/>
                </a:lnTo>
                <a:lnTo>
                  <a:pt x="127139" y="36524"/>
                </a:lnTo>
                <a:lnTo>
                  <a:pt x="126077" y="36739"/>
                </a:lnTo>
                <a:lnTo>
                  <a:pt x="125032" y="36976"/>
                </a:lnTo>
                <a:lnTo>
                  <a:pt x="124006" y="37235"/>
                </a:lnTo>
                <a:lnTo>
                  <a:pt x="122998" y="37518"/>
                </a:lnTo>
                <a:lnTo>
                  <a:pt x="122008" y="37822"/>
                </a:lnTo>
                <a:lnTo>
                  <a:pt x="121035" y="38150"/>
                </a:lnTo>
                <a:lnTo>
                  <a:pt x="120081" y="38499"/>
                </a:lnTo>
                <a:lnTo>
                  <a:pt x="119145" y="38872"/>
                </a:lnTo>
                <a:lnTo>
                  <a:pt x="118226" y="39267"/>
                </a:lnTo>
                <a:lnTo>
                  <a:pt x="117326" y="39685"/>
                </a:lnTo>
                <a:lnTo>
                  <a:pt x="116444" y="40125"/>
                </a:lnTo>
                <a:lnTo>
                  <a:pt x="115579" y="40588"/>
                </a:lnTo>
                <a:lnTo>
                  <a:pt x="114733" y="41073"/>
                </a:lnTo>
                <a:lnTo>
                  <a:pt x="113904" y="41581"/>
                </a:lnTo>
                <a:lnTo>
                  <a:pt x="113094" y="42111"/>
                </a:lnTo>
                <a:lnTo>
                  <a:pt x="112301" y="42662"/>
                </a:lnTo>
                <a:lnTo>
                  <a:pt x="111525" y="43230"/>
                </a:lnTo>
                <a:lnTo>
                  <a:pt x="110766" y="43815"/>
                </a:lnTo>
                <a:lnTo>
                  <a:pt x="110025" y="44418"/>
                </a:lnTo>
                <a:lnTo>
                  <a:pt x="109301" y="45038"/>
                </a:lnTo>
                <a:lnTo>
                  <a:pt x="108593" y="45676"/>
                </a:lnTo>
                <a:lnTo>
                  <a:pt x="107903" y="46331"/>
                </a:lnTo>
                <a:lnTo>
                  <a:pt x="107230" y="47004"/>
                </a:lnTo>
                <a:lnTo>
                  <a:pt x="106574" y="47694"/>
                </a:lnTo>
                <a:lnTo>
                  <a:pt x="105935" y="48402"/>
                </a:lnTo>
                <a:lnTo>
                  <a:pt x="105314" y="49127"/>
                </a:lnTo>
                <a:lnTo>
                  <a:pt x="104709" y="49869"/>
                </a:lnTo>
                <a:lnTo>
                  <a:pt x="104122" y="50629"/>
                </a:lnTo>
                <a:lnTo>
                  <a:pt x="103551" y="51407"/>
                </a:lnTo>
                <a:lnTo>
                  <a:pt x="102998" y="52202"/>
                </a:lnTo>
                <a:lnTo>
                  <a:pt x="102462" y="53014"/>
                </a:lnTo>
                <a:lnTo>
                  <a:pt x="101943" y="53844"/>
                </a:lnTo>
                <a:lnTo>
                  <a:pt x="101442" y="54691"/>
                </a:lnTo>
                <a:lnTo>
                  <a:pt x="100957" y="55556"/>
                </a:lnTo>
                <a:lnTo>
                  <a:pt x="100489" y="56438"/>
                </a:lnTo>
                <a:lnTo>
                  <a:pt x="100039" y="57338"/>
                </a:lnTo>
                <a:lnTo>
                  <a:pt x="99606" y="58255"/>
                </a:lnTo>
                <a:lnTo>
                  <a:pt x="99190" y="59189"/>
                </a:lnTo>
                <a:lnTo>
                  <a:pt x="98791" y="60141"/>
                </a:lnTo>
                <a:lnTo>
                  <a:pt x="98408" y="61108"/>
                </a:lnTo>
                <a:lnTo>
                  <a:pt x="98042" y="62088"/>
                </a:lnTo>
                <a:lnTo>
                  <a:pt x="97692" y="63080"/>
                </a:lnTo>
                <a:lnTo>
                  <a:pt x="97359" y="64084"/>
                </a:lnTo>
                <a:lnTo>
                  <a:pt x="97042" y="65102"/>
                </a:lnTo>
                <a:lnTo>
                  <a:pt x="96741" y="66131"/>
                </a:lnTo>
                <a:lnTo>
                  <a:pt x="96456" y="67173"/>
                </a:lnTo>
                <a:lnTo>
                  <a:pt x="96188" y="68228"/>
                </a:lnTo>
                <a:lnTo>
                  <a:pt x="95935" y="69295"/>
                </a:lnTo>
                <a:lnTo>
                  <a:pt x="95699" y="70375"/>
                </a:lnTo>
                <a:lnTo>
                  <a:pt x="95480" y="71467"/>
                </a:lnTo>
                <a:lnTo>
                  <a:pt x="95276" y="72572"/>
                </a:lnTo>
                <a:lnTo>
                  <a:pt x="95089" y="73689"/>
                </a:lnTo>
                <a:lnTo>
                  <a:pt x="94919" y="74819"/>
                </a:lnTo>
                <a:lnTo>
                  <a:pt x="94764" y="75961"/>
                </a:lnTo>
                <a:lnTo>
                  <a:pt x="94626" y="77116"/>
                </a:lnTo>
                <a:lnTo>
                  <a:pt x="94504" y="78283"/>
                </a:lnTo>
                <a:lnTo>
                  <a:pt x="94398" y="79463"/>
                </a:lnTo>
                <a:lnTo>
                  <a:pt x="94308" y="80656"/>
                </a:lnTo>
                <a:lnTo>
                  <a:pt x="94235" y="81861"/>
                </a:lnTo>
                <a:lnTo>
                  <a:pt x="94178" y="83078"/>
                </a:lnTo>
                <a:lnTo>
                  <a:pt x="94138" y="84308"/>
                </a:lnTo>
                <a:lnTo>
                  <a:pt x="94113" y="85551"/>
                </a:lnTo>
                <a:lnTo>
                  <a:pt x="94105" y="86806"/>
                </a:lnTo>
                <a:lnTo>
                  <a:pt x="94113" y="88011"/>
                </a:lnTo>
                <a:lnTo>
                  <a:pt x="94139" y="89206"/>
                </a:lnTo>
                <a:lnTo>
                  <a:pt x="94181" y="90392"/>
                </a:lnTo>
                <a:lnTo>
                  <a:pt x="94239" y="91567"/>
                </a:lnTo>
                <a:lnTo>
                  <a:pt x="94315" y="92732"/>
                </a:lnTo>
                <a:lnTo>
                  <a:pt x="94407" y="93887"/>
                </a:lnTo>
                <a:lnTo>
                  <a:pt x="94516" y="95032"/>
                </a:lnTo>
                <a:lnTo>
                  <a:pt x="94642" y="96168"/>
                </a:lnTo>
                <a:lnTo>
                  <a:pt x="94785" y="97293"/>
                </a:lnTo>
                <a:lnTo>
                  <a:pt x="94944" y="98407"/>
                </a:lnTo>
                <a:lnTo>
                  <a:pt x="95120" y="99512"/>
                </a:lnTo>
                <a:lnTo>
                  <a:pt x="95313" y="100607"/>
                </a:lnTo>
                <a:lnTo>
                  <a:pt x="95523" y="101692"/>
                </a:lnTo>
                <a:lnTo>
                  <a:pt x="95750" y="102767"/>
                </a:lnTo>
                <a:lnTo>
                  <a:pt x="95993" y="103831"/>
                </a:lnTo>
                <a:lnTo>
                  <a:pt x="96253" y="104886"/>
                </a:lnTo>
                <a:lnTo>
                  <a:pt x="96530" y="105931"/>
                </a:lnTo>
                <a:lnTo>
                  <a:pt x="96824" y="106965"/>
                </a:lnTo>
                <a:lnTo>
                  <a:pt x="97134" y="107990"/>
                </a:lnTo>
                <a:lnTo>
                  <a:pt x="97462" y="109004"/>
                </a:lnTo>
                <a:lnTo>
                  <a:pt x="97806" y="110009"/>
                </a:lnTo>
                <a:lnTo>
                  <a:pt x="98167" y="111003"/>
                </a:lnTo>
                <a:lnTo>
                  <a:pt x="98544" y="111987"/>
                </a:lnTo>
                <a:lnTo>
                  <a:pt x="98939" y="112961"/>
                </a:lnTo>
                <a:lnTo>
                  <a:pt x="99350" y="113922"/>
                </a:lnTo>
                <a:lnTo>
                  <a:pt x="99780" y="114866"/>
                </a:lnTo>
                <a:lnTo>
                  <a:pt x="100228" y="115792"/>
                </a:lnTo>
                <a:lnTo>
                  <a:pt x="100694" y="116702"/>
                </a:lnTo>
                <a:lnTo>
                  <a:pt x="101177" y="117595"/>
                </a:lnTo>
                <a:lnTo>
                  <a:pt x="101679" y="118471"/>
                </a:lnTo>
                <a:lnTo>
                  <a:pt x="102199" y="119330"/>
                </a:lnTo>
                <a:lnTo>
                  <a:pt x="102736" y="120172"/>
                </a:lnTo>
                <a:lnTo>
                  <a:pt x="103292" y="120997"/>
                </a:lnTo>
                <a:lnTo>
                  <a:pt x="103866" y="121806"/>
                </a:lnTo>
                <a:lnTo>
                  <a:pt x="104457" y="122597"/>
                </a:lnTo>
                <a:lnTo>
                  <a:pt x="105067" y="123371"/>
                </a:lnTo>
                <a:lnTo>
                  <a:pt x="105694" y="124129"/>
                </a:lnTo>
                <a:lnTo>
                  <a:pt x="106340" y="124870"/>
                </a:lnTo>
                <a:lnTo>
                  <a:pt x="107003" y="125593"/>
                </a:lnTo>
                <a:lnTo>
                  <a:pt x="107685" y="126300"/>
                </a:lnTo>
                <a:lnTo>
                  <a:pt x="108384" y="126990"/>
                </a:lnTo>
                <a:lnTo>
                  <a:pt x="109102" y="127663"/>
                </a:lnTo>
                <a:lnTo>
                  <a:pt x="109837" y="128319"/>
                </a:lnTo>
                <a:lnTo>
                  <a:pt x="110591" y="128958"/>
                </a:lnTo>
                <a:lnTo>
                  <a:pt x="111362" y="129581"/>
                </a:lnTo>
                <a:lnTo>
                  <a:pt x="112152" y="130186"/>
                </a:lnTo>
                <a:lnTo>
                  <a:pt x="112959" y="130775"/>
                </a:lnTo>
                <a:lnTo>
                  <a:pt x="113784" y="131346"/>
                </a:lnTo>
                <a:lnTo>
                  <a:pt x="114629" y="131897"/>
                </a:lnTo>
                <a:lnTo>
                  <a:pt x="115492" y="132425"/>
                </a:lnTo>
                <a:lnTo>
                  <a:pt x="116376" y="132929"/>
                </a:lnTo>
                <a:lnTo>
                  <a:pt x="117279" y="133410"/>
                </a:lnTo>
                <a:lnTo>
                  <a:pt x="118202" y="133867"/>
                </a:lnTo>
                <a:lnTo>
                  <a:pt x="119145" y="134301"/>
                </a:lnTo>
                <a:lnTo>
                  <a:pt x="120107" y="134711"/>
                </a:lnTo>
                <a:lnTo>
                  <a:pt x="121089" y="135098"/>
                </a:lnTo>
                <a:lnTo>
                  <a:pt x="122091" y="135462"/>
                </a:lnTo>
                <a:lnTo>
                  <a:pt x="123113" y="135802"/>
                </a:lnTo>
                <a:lnTo>
                  <a:pt x="124154" y="136118"/>
                </a:lnTo>
                <a:lnTo>
                  <a:pt x="125215" y="136412"/>
                </a:lnTo>
                <a:lnTo>
                  <a:pt x="126295" y="136681"/>
                </a:lnTo>
                <a:lnTo>
                  <a:pt x="127395" y="136927"/>
                </a:lnTo>
                <a:lnTo>
                  <a:pt x="128515" y="137150"/>
                </a:lnTo>
                <a:lnTo>
                  <a:pt x="129655" y="137350"/>
                </a:lnTo>
                <a:lnTo>
                  <a:pt x="130814" y="137525"/>
                </a:lnTo>
                <a:lnTo>
                  <a:pt x="131993" y="137678"/>
                </a:lnTo>
                <a:lnTo>
                  <a:pt x="133192" y="137807"/>
                </a:lnTo>
                <a:lnTo>
                  <a:pt x="134410" y="137912"/>
                </a:lnTo>
                <a:lnTo>
                  <a:pt x="135648" y="137994"/>
                </a:lnTo>
                <a:lnTo>
                  <a:pt x="136906" y="138053"/>
                </a:lnTo>
                <a:lnTo>
                  <a:pt x="138184" y="138088"/>
                </a:lnTo>
                <a:lnTo>
                  <a:pt x="139481" y="138100"/>
                </a:lnTo>
                <a:lnTo>
                  <a:pt x="140486" y="138093"/>
                </a:lnTo>
                <a:lnTo>
                  <a:pt x="141480" y="138071"/>
                </a:lnTo>
                <a:lnTo>
                  <a:pt x="142463" y="138036"/>
                </a:lnTo>
                <a:lnTo>
                  <a:pt x="143435" y="137986"/>
                </a:lnTo>
                <a:lnTo>
                  <a:pt x="144395" y="137921"/>
                </a:lnTo>
                <a:lnTo>
                  <a:pt x="145344" y="137843"/>
                </a:lnTo>
                <a:close/>
                <a:moveTo>
                  <a:pt x="111580" y="70642"/>
                </a:moveTo>
                <a:lnTo>
                  <a:pt x="111801" y="69609"/>
                </a:lnTo>
                <a:lnTo>
                  <a:pt x="112042" y="68600"/>
                </a:lnTo>
                <a:lnTo>
                  <a:pt x="112302" y="67615"/>
                </a:lnTo>
                <a:lnTo>
                  <a:pt x="112583" y="66653"/>
                </a:lnTo>
                <a:lnTo>
                  <a:pt x="112884" y="65715"/>
                </a:lnTo>
                <a:lnTo>
                  <a:pt x="113205" y="64800"/>
                </a:lnTo>
                <a:lnTo>
                  <a:pt x="113546" y="63909"/>
                </a:lnTo>
                <a:lnTo>
                  <a:pt x="113907" y="63042"/>
                </a:lnTo>
                <a:lnTo>
                  <a:pt x="114288" y="62198"/>
                </a:lnTo>
                <a:lnTo>
                  <a:pt x="114689" y="61378"/>
                </a:lnTo>
                <a:lnTo>
                  <a:pt x="115110" y="60581"/>
                </a:lnTo>
                <a:lnTo>
                  <a:pt x="115551" y="59809"/>
                </a:lnTo>
                <a:lnTo>
                  <a:pt x="116012" y="59059"/>
                </a:lnTo>
                <a:lnTo>
                  <a:pt x="116493" y="58334"/>
                </a:lnTo>
                <a:lnTo>
                  <a:pt x="116994" y="57632"/>
                </a:lnTo>
                <a:lnTo>
                  <a:pt x="117515" y="56954"/>
                </a:lnTo>
                <a:lnTo>
                  <a:pt x="118057" y="56299"/>
                </a:lnTo>
                <a:lnTo>
                  <a:pt x="118618" y="55668"/>
                </a:lnTo>
                <a:lnTo>
                  <a:pt x="119198" y="55062"/>
                </a:lnTo>
                <a:lnTo>
                  <a:pt x="119796" y="54481"/>
                </a:lnTo>
                <a:lnTo>
                  <a:pt x="120413" y="53927"/>
                </a:lnTo>
                <a:lnTo>
                  <a:pt x="121047" y="53398"/>
                </a:lnTo>
                <a:lnTo>
                  <a:pt x="121699" y="52894"/>
                </a:lnTo>
                <a:lnTo>
                  <a:pt x="122369" y="52417"/>
                </a:lnTo>
                <a:lnTo>
                  <a:pt x="123058" y="51965"/>
                </a:lnTo>
                <a:lnTo>
                  <a:pt x="123764" y="51540"/>
                </a:lnTo>
                <a:lnTo>
                  <a:pt x="124488" y="51140"/>
                </a:lnTo>
                <a:lnTo>
                  <a:pt x="125230" y="50765"/>
                </a:lnTo>
                <a:lnTo>
                  <a:pt x="125990" y="50417"/>
                </a:lnTo>
                <a:lnTo>
                  <a:pt x="126768" y="50094"/>
                </a:lnTo>
                <a:lnTo>
                  <a:pt x="127564" y="49798"/>
                </a:lnTo>
                <a:lnTo>
                  <a:pt x="128378" y="49527"/>
                </a:lnTo>
                <a:lnTo>
                  <a:pt x="129210" y="49282"/>
                </a:lnTo>
                <a:lnTo>
                  <a:pt x="130060" y="49062"/>
                </a:lnTo>
                <a:lnTo>
                  <a:pt x="130928" y="48869"/>
                </a:lnTo>
                <a:lnTo>
                  <a:pt x="131814" y="48701"/>
                </a:lnTo>
                <a:lnTo>
                  <a:pt x="132718" y="48559"/>
                </a:lnTo>
                <a:lnTo>
                  <a:pt x="133640" y="48443"/>
                </a:lnTo>
                <a:lnTo>
                  <a:pt x="134580" y="48352"/>
                </a:lnTo>
                <a:lnTo>
                  <a:pt x="135538" y="48288"/>
                </a:lnTo>
                <a:lnTo>
                  <a:pt x="136514" y="48249"/>
                </a:lnTo>
                <a:lnTo>
                  <a:pt x="137508" y="48236"/>
                </a:lnTo>
                <a:lnTo>
                  <a:pt x="138493" y="48249"/>
                </a:lnTo>
                <a:lnTo>
                  <a:pt x="139461" y="48288"/>
                </a:lnTo>
                <a:lnTo>
                  <a:pt x="140410" y="48353"/>
                </a:lnTo>
                <a:lnTo>
                  <a:pt x="141341" y="48444"/>
                </a:lnTo>
                <a:lnTo>
                  <a:pt x="142254" y="48561"/>
                </a:lnTo>
                <a:lnTo>
                  <a:pt x="143149" y="48704"/>
                </a:lnTo>
                <a:lnTo>
                  <a:pt x="144026" y="48873"/>
                </a:lnTo>
                <a:lnTo>
                  <a:pt x="144884" y="49068"/>
                </a:lnTo>
                <a:lnTo>
                  <a:pt x="145725" y="49289"/>
                </a:lnTo>
                <a:lnTo>
                  <a:pt x="146547" y="49536"/>
                </a:lnTo>
                <a:lnTo>
                  <a:pt x="147351" y="49809"/>
                </a:lnTo>
                <a:lnTo>
                  <a:pt x="148137" y="50107"/>
                </a:lnTo>
                <a:lnTo>
                  <a:pt x="148904" y="50432"/>
                </a:lnTo>
                <a:lnTo>
                  <a:pt x="149654" y="50783"/>
                </a:lnTo>
                <a:lnTo>
                  <a:pt x="150385" y="51160"/>
                </a:lnTo>
                <a:lnTo>
                  <a:pt x="151099" y="51563"/>
                </a:lnTo>
                <a:lnTo>
                  <a:pt x="151794" y="51992"/>
                </a:lnTo>
                <a:lnTo>
                  <a:pt x="152471" y="52446"/>
                </a:lnTo>
                <a:lnTo>
                  <a:pt x="153130" y="52927"/>
                </a:lnTo>
                <a:lnTo>
                  <a:pt x="153770" y="53434"/>
                </a:lnTo>
                <a:lnTo>
                  <a:pt x="154393" y="53967"/>
                </a:lnTo>
                <a:lnTo>
                  <a:pt x="154997" y="54525"/>
                </a:lnTo>
                <a:lnTo>
                  <a:pt x="155583" y="55110"/>
                </a:lnTo>
                <a:lnTo>
                  <a:pt x="156151" y="55721"/>
                </a:lnTo>
                <a:lnTo>
                  <a:pt x="156699" y="56356"/>
                </a:lnTo>
                <a:lnTo>
                  <a:pt x="157225" y="57014"/>
                </a:lnTo>
                <a:lnTo>
                  <a:pt x="157728" y="57695"/>
                </a:lnTo>
                <a:lnTo>
                  <a:pt x="158209" y="58399"/>
                </a:lnTo>
                <a:lnTo>
                  <a:pt x="158668" y="59127"/>
                </a:lnTo>
                <a:lnTo>
                  <a:pt x="159105" y="59877"/>
                </a:lnTo>
                <a:lnTo>
                  <a:pt x="159519" y="60651"/>
                </a:lnTo>
                <a:lnTo>
                  <a:pt x="159911" y="61448"/>
                </a:lnTo>
                <a:lnTo>
                  <a:pt x="160281" y="62267"/>
                </a:lnTo>
                <a:lnTo>
                  <a:pt x="160628" y="63110"/>
                </a:lnTo>
                <a:lnTo>
                  <a:pt x="160953" y="63976"/>
                </a:lnTo>
                <a:lnTo>
                  <a:pt x="161256" y="64865"/>
                </a:lnTo>
                <a:lnTo>
                  <a:pt x="161537" y="65778"/>
                </a:lnTo>
                <a:lnTo>
                  <a:pt x="161795" y="66713"/>
                </a:lnTo>
                <a:lnTo>
                  <a:pt x="162031" y="67671"/>
                </a:lnTo>
                <a:lnTo>
                  <a:pt x="162245" y="68653"/>
                </a:lnTo>
                <a:lnTo>
                  <a:pt x="162437" y="69657"/>
                </a:lnTo>
                <a:lnTo>
                  <a:pt x="162606" y="70685"/>
                </a:lnTo>
                <a:lnTo>
                  <a:pt x="162753" y="71736"/>
                </a:lnTo>
                <a:lnTo>
                  <a:pt x="162878" y="72810"/>
                </a:lnTo>
                <a:lnTo>
                  <a:pt x="162981" y="73907"/>
                </a:lnTo>
                <a:lnTo>
                  <a:pt x="163061" y="75027"/>
                </a:lnTo>
                <a:lnTo>
                  <a:pt x="163119" y="76170"/>
                </a:lnTo>
                <a:lnTo>
                  <a:pt x="163155" y="77336"/>
                </a:lnTo>
                <a:lnTo>
                  <a:pt x="110677" y="77336"/>
                </a:lnTo>
                <a:lnTo>
                  <a:pt x="110777" y="76161"/>
                </a:lnTo>
                <a:lnTo>
                  <a:pt x="110898" y="75010"/>
                </a:lnTo>
                <a:lnTo>
                  <a:pt x="111038" y="73883"/>
                </a:lnTo>
                <a:lnTo>
                  <a:pt x="111199" y="72779"/>
                </a:lnTo>
                <a:lnTo>
                  <a:pt x="111380" y="71699"/>
                </a:lnTo>
                <a:lnTo>
                  <a:pt x="111580" y="70642"/>
                </a:lnTo>
                <a:close/>
                <a:moveTo>
                  <a:pt x="529244" y="137921"/>
                </a:moveTo>
                <a:lnTo>
                  <a:pt x="530193" y="137843"/>
                </a:lnTo>
                <a:lnTo>
                  <a:pt x="531130" y="137750"/>
                </a:lnTo>
                <a:lnTo>
                  <a:pt x="532056" y="137642"/>
                </a:lnTo>
                <a:lnTo>
                  <a:pt x="532971" y="137521"/>
                </a:lnTo>
                <a:lnTo>
                  <a:pt x="533875" y="137385"/>
                </a:lnTo>
                <a:lnTo>
                  <a:pt x="534768" y="137235"/>
                </a:lnTo>
                <a:lnTo>
                  <a:pt x="535649" y="137070"/>
                </a:lnTo>
                <a:lnTo>
                  <a:pt x="536519" y="136892"/>
                </a:lnTo>
                <a:lnTo>
                  <a:pt x="537377" y="136699"/>
                </a:lnTo>
                <a:lnTo>
                  <a:pt x="538224" y="136491"/>
                </a:lnTo>
                <a:lnTo>
                  <a:pt x="539060" y="136270"/>
                </a:lnTo>
                <a:lnTo>
                  <a:pt x="539885" y="136034"/>
                </a:lnTo>
                <a:lnTo>
                  <a:pt x="540698" y="135783"/>
                </a:lnTo>
                <a:lnTo>
                  <a:pt x="541500" y="135519"/>
                </a:lnTo>
                <a:lnTo>
                  <a:pt x="542291" y="135240"/>
                </a:lnTo>
                <a:lnTo>
                  <a:pt x="543070" y="134947"/>
                </a:lnTo>
                <a:lnTo>
                  <a:pt x="543838" y="134639"/>
                </a:lnTo>
                <a:lnTo>
                  <a:pt x="544595" y="134318"/>
                </a:lnTo>
                <a:lnTo>
                  <a:pt x="545340" y="133982"/>
                </a:lnTo>
                <a:lnTo>
                  <a:pt x="546073" y="133632"/>
                </a:lnTo>
                <a:lnTo>
                  <a:pt x="546793" y="133271"/>
                </a:lnTo>
                <a:lnTo>
                  <a:pt x="547498" y="132897"/>
                </a:lnTo>
                <a:lnTo>
                  <a:pt x="548190" y="132512"/>
                </a:lnTo>
                <a:lnTo>
                  <a:pt x="548868" y="132114"/>
                </a:lnTo>
                <a:lnTo>
                  <a:pt x="549533" y="131705"/>
                </a:lnTo>
                <a:lnTo>
                  <a:pt x="550183" y="131283"/>
                </a:lnTo>
                <a:lnTo>
                  <a:pt x="550821" y="130850"/>
                </a:lnTo>
                <a:lnTo>
                  <a:pt x="551444" y="130404"/>
                </a:lnTo>
                <a:lnTo>
                  <a:pt x="552054" y="129947"/>
                </a:lnTo>
                <a:lnTo>
                  <a:pt x="552650" y="129477"/>
                </a:lnTo>
                <a:lnTo>
                  <a:pt x="553232" y="128996"/>
                </a:lnTo>
                <a:lnTo>
                  <a:pt x="553800" y="128502"/>
                </a:lnTo>
                <a:lnTo>
                  <a:pt x="554355" y="127996"/>
                </a:lnTo>
                <a:lnTo>
                  <a:pt x="554896" y="127479"/>
                </a:lnTo>
                <a:lnTo>
                  <a:pt x="555424" y="126949"/>
                </a:lnTo>
                <a:lnTo>
                  <a:pt x="555938" y="126408"/>
                </a:lnTo>
                <a:lnTo>
                  <a:pt x="556438" y="125854"/>
                </a:lnTo>
                <a:lnTo>
                  <a:pt x="556924" y="125288"/>
                </a:lnTo>
                <a:lnTo>
                  <a:pt x="557397" y="124711"/>
                </a:lnTo>
                <a:lnTo>
                  <a:pt x="557856" y="124121"/>
                </a:lnTo>
                <a:lnTo>
                  <a:pt x="558301" y="123519"/>
                </a:lnTo>
                <a:lnTo>
                  <a:pt x="558733" y="122906"/>
                </a:lnTo>
                <a:lnTo>
                  <a:pt x="559150" y="122280"/>
                </a:lnTo>
                <a:lnTo>
                  <a:pt x="559553" y="121643"/>
                </a:lnTo>
                <a:lnTo>
                  <a:pt x="559940" y="120997"/>
                </a:lnTo>
                <a:lnTo>
                  <a:pt x="560311" y="120340"/>
                </a:lnTo>
                <a:lnTo>
                  <a:pt x="560666" y="119673"/>
                </a:lnTo>
                <a:lnTo>
                  <a:pt x="561004" y="118996"/>
                </a:lnTo>
                <a:lnTo>
                  <a:pt x="561327" y="118309"/>
                </a:lnTo>
                <a:lnTo>
                  <a:pt x="561633" y="117612"/>
                </a:lnTo>
                <a:lnTo>
                  <a:pt x="561923" y="116905"/>
                </a:lnTo>
                <a:lnTo>
                  <a:pt x="562198" y="116188"/>
                </a:lnTo>
                <a:lnTo>
                  <a:pt x="562456" y="115460"/>
                </a:lnTo>
                <a:lnTo>
                  <a:pt x="562698" y="114723"/>
                </a:lnTo>
                <a:lnTo>
                  <a:pt x="562923" y="113976"/>
                </a:lnTo>
                <a:lnTo>
                  <a:pt x="563133" y="113218"/>
                </a:lnTo>
                <a:lnTo>
                  <a:pt x="563327" y="112451"/>
                </a:lnTo>
                <a:lnTo>
                  <a:pt x="563505" y="111673"/>
                </a:lnTo>
                <a:lnTo>
                  <a:pt x="563666" y="110886"/>
                </a:lnTo>
                <a:lnTo>
                  <a:pt x="563811" y="110088"/>
                </a:lnTo>
                <a:lnTo>
                  <a:pt x="563941" y="109280"/>
                </a:lnTo>
                <a:lnTo>
                  <a:pt x="564054" y="108462"/>
                </a:lnTo>
                <a:lnTo>
                  <a:pt x="564151" y="107634"/>
                </a:lnTo>
                <a:lnTo>
                  <a:pt x="564232" y="106797"/>
                </a:lnTo>
                <a:lnTo>
                  <a:pt x="564297" y="105949"/>
                </a:lnTo>
                <a:lnTo>
                  <a:pt x="564346" y="105090"/>
                </a:lnTo>
                <a:lnTo>
                  <a:pt x="564378" y="104222"/>
                </a:lnTo>
                <a:lnTo>
                  <a:pt x="548102" y="104222"/>
                </a:lnTo>
                <a:lnTo>
                  <a:pt x="548067" y="105069"/>
                </a:lnTo>
                <a:lnTo>
                  <a:pt x="548012" y="105900"/>
                </a:lnTo>
                <a:lnTo>
                  <a:pt x="547936" y="106713"/>
                </a:lnTo>
                <a:lnTo>
                  <a:pt x="547839" y="107510"/>
                </a:lnTo>
                <a:lnTo>
                  <a:pt x="547722" y="108290"/>
                </a:lnTo>
                <a:lnTo>
                  <a:pt x="547584" y="109054"/>
                </a:lnTo>
                <a:lnTo>
                  <a:pt x="547426" y="109800"/>
                </a:lnTo>
                <a:lnTo>
                  <a:pt x="547247" y="110530"/>
                </a:lnTo>
                <a:lnTo>
                  <a:pt x="547048" y="111243"/>
                </a:lnTo>
                <a:lnTo>
                  <a:pt x="546828" y="111940"/>
                </a:lnTo>
                <a:lnTo>
                  <a:pt x="546588" y="112619"/>
                </a:lnTo>
                <a:lnTo>
                  <a:pt x="546327" y="113282"/>
                </a:lnTo>
                <a:lnTo>
                  <a:pt x="546045" y="113928"/>
                </a:lnTo>
                <a:lnTo>
                  <a:pt x="545743" y="114558"/>
                </a:lnTo>
                <a:lnTo>
                  <a:pt x="545421" y="115170"/>
                </a:lnTo>
                <a:lnTo>
                  <a:pt x="545077" y="115766"/>
                </a:lnTo>
                <a:lnTo>
                  <a:pt x="544714" y="116346"/>
                </a:lnTo>
                <a:lnTo>
                  <a:pt x="544329" y="116908"/>
                </a:lnTo>
                <a:lnTo>
                  <a:pt x="543924" y="117454"/>
                </a:lnTo>
                <a:lnTo>
                  <a:pt x="543499" y="117983"/>
                </a:lnTo>
                <a:lnTo>
                  <a:pt x="543053" y="118495"/>
                </a:lnTo>
                <a:lnTo>
                  <a:pt x="542587" y="118990"/>
                </a:lnTo>
                <a:lnTo>
                  <a:pt x="542100" y="119469"/>
                </a:lnTo>
                <a:lnTo>
                  <a:pt x="541592" y="119931"/>
                </a:lnTo>
                <a:lnTo>
                  <a:pt x="541066" y="120375"/>
                </a:lnTo>
                <a:lnTo>
                  <a:pt x="540523" y="120801"/>
                </a:lnTo>
                <a:lnTo>
                  <a:pt x="539963" y="121207"/>
                </a:lnTo>
                <a:lnTo>
                  <a:pt x="539386" y="121595"/>
                </a:lnTo>
                <a:lnTo>
                  <a:pt x="538793" y="121963"/>
                </a:lnTo>
                <a:lnTo>
                  <a:pt x="538183" y="122313"/>
                </a:lnTo>
                <a:lnTo>
                  <a:pt x="537556" y="122644"/>
                </a:lnTo>
                <a:lnTo>
                  <a:pt x="536912" y="122956"/>
                </a:lnTo>
                <a:lnTo>
                  <a:pt x="536251" y="123249"/>
                </a:lnTo>
                <a:lnTo>
                  <a:pt x="535574" y="123523"/>
                </a:lnTo>
                <a:lnTo>
                  <a:pt x="534880" y="123778"/>
                </a:lnTo>
                <a:lnTo>
                  <a:pt x="534169" y="124014"/>
                </a:lnTo>
                <a:lnTo>
                  <a:pt x="533441" y="124231"/>
                </a:lnTo>
                <a:lnTo>
                  <a:pt x="532697" y="124430"/>
                </a:lnTo>
                <a:lnTo>
                  <a:pt x="531936" y="124610"/>
                </a:lnTo>
                <a:lnTo>
                  <a:pt x="531158" y="124770"/>
                </a:lnTo>
                <a:lnTo>
                  <a:pt x="530363" y="124912"/>
                </a:lnTo>
                <a:lnTo>
                  <a:pt x="529551" y="125035"/>
                </a:lnTo>
                <a:lnTo>
                  <a:pt x="528723" y="125139"/>
                </a:lnTo>
                <a:lnTo>
                  <a:pt x="527878" y="125224"/>
                </a:lnTo>
                <a:lnTo>
                  <a:pt x="527016" y="125290"/>
                </a:lnTo>
                <a:lnTo>
                  <a:pt x="526137" y="125337"/>
                </a:lnTo>
                <a:lnTo>
                  <a:pt x="525242" y="125366"/>
                </a:lnTo>
                <a:lnTo>
                  <a:pt x="524329" y="125375"/>
                </a:lnTo>
                <a:lnTo>
                  <a:pt x="523473" y="125367"/>
                </a:lnTo>
                <a:lnTo>
                  <a:pt x="522631" y="125341"/>
                </a:lnTo>
                <a:lnTo>
                  <a:pt x="521803" y="125298"/>
                </a:lnTo>
                <a:lnTo>
                  <a:pt x="520989" y="125238"/>
                </a:lnTo>
                <a:lnTo>
                  <a:pt x="520189" y="125161"/>
                </a:lnTo>
                <a:lnTo>
                  <a:pt x="519403" y="125066"/>
                </a:lnTo>
                <a:lnTo>
                  <a:pt x="518632" y="124955"/>
                </a:lnTo>
                <a:lnTo>
                  <a:pt x="517874" y="124826"/>
                </a:lnTo>
                <a:lnTo>
                  <a:pt x="517130" y="124681"/>
                </a:lnTo>
                <a:lnTo>
                  <a:pt x="516400" y="124518"/>
                </a:lnTo>
                <a:lnTo>
                  <a:pt x="515685" y="124338"/>
                </a:lnTo>
                <a:lnTo>
                  <a:pt x="514983" y="124141"/>
                </a:lnTo>
                <a:lnTo>
                  <a:pt x="514295" y="123926"/>
                </a:lnTo>
                <a:lnTo>
                  <a:pt x="513622" y="123695"/>
                </a:lnTo>
                <a:lnTo>
                  <a:pt x="512962" y="123446"/>
                </a:lnTo>
                <a:lnTo>
                  <a:pt x="512317" y="123180"/>
                </a:lnTo>
                <a:lnTo>
                  <a:pt x="511686" y="122897"/>
                </a:lnTo>
                <a:lnTo>
                  <a:pt x="511068" y="122597"/>
                </a:lnTo>
                <a:lnTo>
                  <a:pt x="510465" y="122280"/>
                </a:lnTo>
                <a:lnTo>
                  <a:pt x="509876" y="121946"/>
                </a:lnTo>
                <a:lnTo>
                  <a:pt x="509300" y="121594"/>
                </a:lnTo>
                <a:lnTo>
                  <a:pt x="508739" y="121226"/>
                </a:lnTo>
                <a:lnTo>
                  <a:pt x="508192" y="120840"/>
                </a:lnTo>
                <a:lnTo>
                  <a:pt x="507659" y="120437"/>
                </a:lnTo>
                <a:lnTo>
                  <a:pt x="507139" y="120020"/>
                </a:lnTo>
                <a:lnTo>
                  <a:pt x="506630" y="119591"/>
                </a:lnTo>
                <a:lnTo>
                  <a:pt x="506134" y="119152"/>
                </a:lnTo>
                <a:lnTo>
                  <a:pt x="505649" y="118701"/>
                </a:lnTo>
                <a:lnTo>
                  <a:pt x="505176" y="118239"/>
                </a:lnTo>
                <a:lnTo>
                  <a:pt x="504715" y="117765"/>
                </a:lnTo>
                <a:lnTo>
                  <a:pt x="504266" y="117280"/>
                </a:lnTo>
                <a:lnTo>
                  <a:pt x="503828" y="116785"/>
                </a:lnTo>
                <a:lnTo>
                  <a:pt x="503403" y="116277"/>
                </a:lnTo>
                <a:lnTo>
                  <a:pt x="502989" y="115759"/>
                </a:lnTo>
                <a:lnTo>
                  <a:pt x="502587" y="115229"/>
                </a:lnTo>
                <a:lnTo>
                  <a:pt x="502196" y="114689"/>
                </a:lnTo>
                <a:lnTo>
                  <a:pt x="501818" y="114136"/>
                </a:lnTo>
                <a:lnTo>
                  <a:pt x="501451" y="113573"/>
                </a:lnTo>
                <a:lnTo>
                  <a:pt x="501097" y="112998"/>
                </a:lnTo>
                <a:lnTo>
                  <a:pt x="500754" y="112412"/>
                </a:lnTo>
                <a:lnTo>
                  <a:pt x="500423" y="111815"/>
                </a:lnTo>
                <a:lnTo>
                  <a:pt x="500103" y="111207"/>
                </a:lnTo>
                <a:lnTo>
                  <a:pt x="499796" y="110587"/>
                </a:lnTo>
                <a:lnTo>
                  <a:pt x="499500" y="109956"/>
                </a:lnTo>
                <a:lnTo>
                  <a:pt x="499216" y="109314"/>
                </a:lnTo>
                <a:lnTo>
                  <a:pt x="498944" y="108661"/>
                </a:lnTo>
                <a:lnTo>
                  <a:pt x="498684" y="107996"/>
                </a:lnTo>
                <a:lnTo>
                  <a:pt x="498436" y="107320"/>
                </a:lnTo>
                <a:lnTo>
                  <a:pt x="498198" y="106636"/>
                </a:lnTo>
                <a:lnTo>
                  <a:pt x="497970" y="105946"/>
                </a:lnTo>
                <a:lnTo>
                  <a:pt x="497752" y="105251"/>
                </a:lnTo>
                <a:lnTo>
                  <a:pt x="497544" y="104550"/>
                </a:lnTo>
                <a:lnTo>
                  <a:pt x="497345" y="103844"/>
                </a:lnTo>
                <a:lnTo>
                  <a:pt x="497156" y="103132"/>
                </a:lnTo>
                <a:lnTo>
                  <a:pt x="496977" y="102414"/>
                </a:lnTo>
                <a:lnTo>
                  <a:pt x="496808" y="101691"/>
                </a:lnTo>
                <a:lnTo>
                  <a:pt x="496649" y="100963"/>
                </a:lnTo>
                <a:lnTo>
                  <a:pt x="496499" y="100229"/>
                </a:lnTo>
                <a:lnTo>
                  <a:pt x="496359" y="99489"/>
                </a:lnTo>
                <a:lnTo>
                  <a:pt x="496229" y="98744"/>
                </a:lnTo>
                <a:lnTo>
                  <a:pt x="496108" y="97993"/>
                </a:lnTo>
                <a:lnTo>
                  <a:pt x="495997" y="97237"/>
                </a:lnTo>
                <a:lnTo>
                  <a:pt x="495896" y="96475"/>
                </a:lnTo>
                <a:lnTo>
                  <a:pt x="495805" y="95708"/>
                </a:lnTo>
                <a:lnTo>
                  <a:pt x="495724" y="94935"/>
                </a:lnTo>
                <a:lnTo>
                  <a:pt x="495652" y="94157"/>
                </a:lnTo>
                <a:lnTo>
                  <a:pt x="495590" y="93373"/>
                </a:lnTo>
                <a:lnTo>
                  <a:pt x="495538" y="92583"/>
                </a:lnTo>
                <a:lnTo>
                  <a:pt x="495496" y="91788"/>
                </a:lnTo>
                <a:lnTo>
                  <a:pt x="495463" y="90988"/>
                </a:lnTo>
                <a:lnTo>
                  <a:pt x="495440" y="90182"/>
                </a:lnTo>
                <a:lnTo>
                  <a:pt x="495427" y="89370"/>
                </a:lnTo>
                <a:lnTo>
                  <a:pt x="563885" y="89370"/>
                </a:lnTo>
                <a:lnTo>
                  <a:pt x="563902" y="89292"/>
                </a:lnTo>
                <a:lnTo>
                  <a:pt x="563917" y="89210"/>
                </a:lnTo>
                <a:lnTo>
                  <a:pt x="563933" y="89124"/>
                </a:lnTo>
                <a:lnTo>
                  <a:pt x="563948" y="89034"/>
                </a:lnTo>
                <a:lnTo>
                  <a:pt x="563963" y="88940"/>
                </a:lnTo>
                <a:lnTo>
                  <a:pt x="563978" y="88841"/>
                </a:lnTo>
                <a:lnTo>
                  <a:pt x="563992" y="88739"/>
                </a:lnTo>
                <a:lnTo>
                  <a:pt x="564006" y="88633"/>
                </a:lnTo>
                <a:lnTo>
                  <a:pt x="564019" y="88522"/>
                </a:lnTo>
                <a:lnTo>
                  <a:pt x="564033" y="88408"/>
                </a:lnTo>
                <a:lnTo>
                  <a:pt x="564045" y="88289"/>
                </a:lnTo>
                <a:lnTo>
                  <a:pt x="564058" y="88167"/>
                </a:lnTo>
                <a:lnTo>
                  <a:pt x="564070" y="88040"/>
                </a:lnTo>
                <a:lnTo>
                  <a:pt x="564082" y="87909"/>
                </a:lnTo>
                <a:lnTo>
                  <a:pt x="564093" y="87775"/>
                </a:lnTo>
                <a:lnTo>
                  <a:pt x="564104" y="87636"/>
                </a:lnTo>
                <a:lnTo>
                  <a:pt x="564115" y="87493"/>
                </a:lnTo>
                <a:lnTo>
                  <a:pt x="564126" y="87346"/>
                </a:lnTo>
                <a:lnTo>
                  <a:pt x="564136" y="87195"/>
                </a:lnTo>
                <a:lnTo>
                  <a:pt x="564146" y="87041"/>
                </a:lnTo>
                <a:lnTo>
                  <a:pt x="564155" y="86882"/>
                </a:lnTo>
                <a:lnTo>
                  <a:pt x="564164" y="86719"/>
                </a:lnTo>
                <a:lnTo>
                  <a:pt x="564173" y="86551"/>
                </a:lnTo>
                <a:lnTo>
                  <a:pt x="564181" y="86380"/>
                </a:lnTo>
                <a:lnTo>
                  <a:pt x="564189" y="86208"/>
                </a:lnTo>
                <a:lnTo>
                  <a:pt x="564197" y="86037"/>
                </a:lnTo>
                <a:lnTo>
                  <a:pt x="564204" y="85869"/>
                </a:lnTo>
                <a:lnTo>
                  <a:pt x="564211" y="85702"/>
                </a:lnTo>
                <a:lnTo>
                  <a:pt x="564218" y="85538"/>
                </a:lnTo>
                <a:lnTo>
                  <a:pt x="564224" y="85375"/>
                </a:lnTo>
                <a:lnTo>
                  <a:pt x="564230" y="85214"/>
                </a:lnTo>
                <a:lnTo>
                  <a:pt x="564236" y="85055"/>
                </a:lnTo>
                <a:lnTo>
                  <a:pt x="564241" y="84898"/>
                </a:lnTo>
                <a:lnTo>
                  <a:pt x="564246" y="84743"/>
                </a:lnTo>
                <a:lnTo>
                  <a:pt x="564251" y="84590"/>
                </a:lnTo>
                <a:lnTo>
                  <a:pt x="564255" y="84439"/>
                </a:lnTo>
                <a:lnTo>
                  <a:pt x="564259" y="84290"/>
                </a:lnTo>
                <a:lnTo>
                  <a:pt x="564263" y="84143"/>
                </a:lnTo>
                <a:lnTo>
                  <a:pt x="564266" y="83997"/>
                </a:lnTo>
                <a:lnTo>
                  <a:pt x="564269" y="83854"/>
                </a:lnTo>
                <a:lnTo>
                  <a:pt x="564271" y="83713"/>
                </a:lnTo>
                <a:lnTo>
                  <a:pt x="564274" y="83573"/>
                </a:lnTo>
                <a:lnTo>
                  <a:pt x="564276" y="83435"/>
                </a:lnTo>
                <a:lnTo>
                  <a:pt x="564277" y="83300"/>
                </a:lnTo>
                <a:lnTo>
                  <a:pt x="564278" y="83166"/>
                </a:lnTo>
                <a:lnTo>
                  <a:pt x="564279" y="83034"/>
                </a:lnTo>
                <a:lnTo>
                  <a:pt x="564280" y="82905"/>
                </a:lnTo>
                <a:lnTo>
                  <a:pt x="564280" y="82777"/>
                </a:lnTo>
                <a:lnTo>
                  <a:pt x="564260" y="80893"/>
                </a:lnTo>
                <a:lnTo>
                  <a:pt x="564202" y="79047"/>
                </a:lnTo>
                <a:lnTo>
                  <a:pt x="564106" y="77237"/>
                </a:lnTo>
                <a:lnTo>
                  <a:pt x="563970" y="75465"/>
                </a:lnTo>
                <a:lnTo>
                  <a:pt x="563796" y="73729"/>
                </a:lnTo>
                <a:lnTo>
                  <a:pt x="563583" y="72031"/>
                </a:lnTo>
                <a:lnTo>
                  <a:pt x="563332" y="70369"/>
                </a:lnTo>
                <a:lnTo>
                  <a:pt x="563041" y="68745"/>
                </a:lnTo>
                <a:lnTo>
                  <a:pt x="562712" y="67157"/>
                </a:lnTo>
                <a:lnTo>
                  <a:pt x="562345" y="65607"/>
                </a:lnTo>
                <a:lnTo>
                  <a:pt x="561938" y="64093"/>
                </a:lnTo>
                <a:lnTo>
                  <a:pt x="561493" y="62617"/>
                </a:lnTo>
                <a:lnTo>
                  <a:pt x="561009" y="61177"/>
                </a:lnTo>
                <a:lnTo>
                  <a:pt x="560487" y="59774"/>
                </a:lnTo>
                <a:lnTo>
                  <a:pt x="559926" y="58409"/>
                </a:lnTo>
                <a:lnTo>
                  <a:pt x="559326" y="57080"/>
                </a:lnTo>
                <a:lnTo>
                  <a:pt x="558687" y="55789"/>
                </a:lnTo>
                <a:lnTo>
                  <a:pt x="558010" y="54534"/>
                </a:lnTo>
                <a:lnTo>
                  <a:pt x="557294" y="53316"/>
                </a:lnTo>
                <a:lnTo>
                  <a:pt x="556539" y="52136"/>
                </a:lnTo>
                <a:lnTo>
                  <a:pt x="555746" y="50992"/>
                </a:lnTo>
                <a:lnTo>
                  <a:pt x="554914" y="49886"/>
                </a:lnTo>
                <a:lnTo>
                  <a:pt x="554043" y="48816"/>
                </a:lnTo>
                <a:lnTo>
                  <a:pt x="553133" y="47783"/>
                </a:lnTo>
                <a:lnTo>
                  <a:pt x="552190" y="46790"/>
                </a:lnTo>
                <a:lnTo>
                  <a:pt x="551216" y="45839"/>
                </a:lnTo>
                <a:lnTo>
                  <a:pt x="550214" y="44930"/>
                </a:lnTo>
                <a:lnTo>
                  <a:pt x="549182" y="44064"/>
                </a:lnTo>
                <a:lnTo>
                  <a:pt x="548121" y="43239"/>
                </a:lnTo>
                <a:lnTo>
                  <a:pt x="547030" y="42457"/>
                </a:lnTo>
                <a:lnTo>
                  <a:pt x="545909" y="41718"/>
                </a:lnTo>
                <a:lnTo>
                  <a:pt x="544759" y="41020"/>
                </a:lnTo>
                <a:lnTo>
                  <a:pt x="543580" y="40365"/>
                </a:lnTo>
                <a:lnTo>
                  <a:pt x="542371" y="39752"/>
                </a:lnTo>
                <a:lnTo>
                  <a:pt x="541133" y="39182"/>
                </a:lnTo>
                <a:lnTo>
                  <a:pt x="539866" y="38653"/>
                </a:lnTo>
                <a:lnTo>
                  <a:pt x="538569" y="38167"/>
                </a:lnTo>
                <a:lnTo>
                  <a:pt x="537242" y="37723"/>
                </a:lnTo>
                <a:lnTo>
                  <a:pt x="535886" y="37322"/>
                </a:lnTo>
                <a:lnTo>
                  <a:pt x="534501" y="36963"/>
                </a:lnTo>
                <a:lnTo>
                  <a:pt x="533086" y="36646"/>
                </a:lnTo>
                <a:lnTo>
                  <a:pt x="531641" y="36371"/>
                </a:lnTo>
                <a:lnTo>
                  <a:pt x="530168" y="36138"/>
                </a:lnTo>
                <a:lnTo>
                  <a:pt x="528664" y="35948"/>
                </a:lnTo>
                <a:lnTo>
                  <a:pt x="527132" y="35800"/>
                </a:lnTo>
                <a:lnTo>
                  <a:pt x="525569" y="35695"/>
                </a:lnTo>
                <a:lnTo>
                  <a:pt x="523978" y="35631"/>
                </a:lnTo>
                <a:lnTo>
                  <a:pt x="522357" y="35610"/>
                </a:lnTo>
                <a:lnTo>
                  <a:pt x="521133" y="35621"/>
                </a:lnTo>
                <a:lnTo>
                  <a:pt x="519926" y="35655"/>
                </a:lnTo>
                <a:lnTo>
                  <a:pt x="518738" y="35712"/>
                </a:lnTo>
                <a:lnTo>
                  <a:pt x="517568" y="35791"/>
                </a:lnTo>
                <a:lnTo>
                  <a:pt x="516416" y="35892"/>
                </a:lnTo>
                <a:lnTo>
                  <a:pt x="515282" y="36016"/>
                </a:lnTo>
                <a:lnTo>
                  <a:pt x="514166" y="36163"/>
                </a:lnTo>
                <a:lnTo>
                  <a:pt x="513068" y="36332"/>
                </a:lnTo>
                <a:lnTo>
                  <a:pt x="511988" y="36524"/>
                </a:lnTo>
                <a:lnTo>
                  <a:pt x="510925" y="36739"/>
                </a:lnTo>
                <a:lnTo>
                  <a:pt x="509881" y="36976"/>
                </a:lnTo>
                <a:lnTo>
                  <a:pt x="508855" y="37235"/>
                </a:lnTo>
                <a:lnTo>
                  <a:pt x="507847" y="37518"/>
                </a:lnTo>
                <a:lnTo>
                  <a:pt x="506856" y="37822"/>
                </a:lnTo>
                <a:lnTo>
                  <a:pt x="505884" y="38150"/>
                </a:lnTo>
                <a:lnTo>
                  <a:pt x="504930" y="38499"/>
                </a:lnTo>
                <a:lnTo>
                  <a:pt x="503993" y="38872"/>
                </a:lnTo>
                <a:lnTo>
                  <a:pt x="503075" y="39267"/>
                </a:lnTo>
                <a:lnTo>
                  <a:pt x="502175" y="39685"/>
                </a:lnTo>
                <a:lnTo>
                  <a:pt x="501292" y="40125"/>
                </a:lnTo>
                <a:lnTo>
                  <a:pt x="500428" y="40588"/>
                </a:lnTo>
                <a:lnTo>
                  <a:pt x="499581" y="41073"/>
                </a:lnTo>
                <a:lnTo>
                  <a:pt x="498753" y="41581"/>
                </a:lnTo>
                <a:lnTo>
                  <a:pt x="497942" y="42111"/>
                </a:lnTo>
                <a:lnTo>
                  <a:pt x="497150" y="42662"/>
                </a:lnTo>
                <a:lnTo>
                  <a:pt x="496374" y="43230"/>
                </a:lnTo>
                <a:lnTo>
                  <a:pt x="495615" y="43815"/>
                </a:lnTo>
                <a:lnTo>
                  <a:pt x="494874" y="44418"/>
                </a:lnTo>
                <a:lnTo>
                  <a:pt x="494149" y="45038"/>
                </a:lnTo>
                <a:lnTo>
                  <a:pt x="493442" y="45676"/>
                </a:lnTo>
                <a:lnTo>
                  <a:pt x="492752" y="46331"/>
                </a:lnTo>
                <a:lnTo>
                  <a:pt x="492079" y="47004"/>
                </a:lnTo>
                <a:lnTo>
                  <a:pt x="491423" y="47694"/>
                </a:lnTo>
                <a:lnTo>
                  <a:pt x="490784" y="48402"/>
                </a:lnTo>
                <a:lnTo>
                  <a:pt x="490162" y="49127"/>
                </a:lnTo>
                <a:lnTo>
                  <a:pt x="489558" y="49869"/>
                </a:lnTo>
                <a:lnTo>
                  <a:pt x="488970" y="50629"/>
                </a:lnTo>
                <a:lnTo>
                  <a:pt x="488400" y="51407"/>
                </a:lnTo>
                <a:lnTo>
                  <a:pt x="487847" y="52202"/>
                </a:lnTo>
                <a:lnTo>
                  <a:pt x="487311" y="53014"/>
                </a:lnTo>
                <a:lnTo>
                  <a:pt x="486792" y="53844"/>
                </a:lnTo>
                <a:lnTo>
                  <a:pt x="486290" y="54691"/>
                </a:lnTo>
                <a:lnTo>
                  <a:pt x="485806" y="55556"/>
                </a:lnTo>
                <a:lnTo>
                  <a:pt x="485338" y="56438"/>
                </a:lnTo>
                <a:lnTo>
                  <a:pt x="484888" y="57338"/>
                </a:lnTo>
                <a:lnTo>
                  <a:pt x="484454" y="58255"/>
                </a:lnTo>
                <a:lnTo>
                  <a:pt x="484038" y="59189"/>
                </a:lnTo>
                <a:lnTo>
                  <a:pt x="483639" y="60141"/>
                </a:lnTo>
                <a:lnTo>
                  <a:pt x="483257" y="61108"/>
                </a:lnTo>
                <a:lnTo>
                  <a:pt x="482891" y="62088"/>
                </a:lnTo>
                <a:lnTo>
                  <a:pt x="482541" y="63080"/>
                </a:lnTo>
                <a:lnTo>
                  <a:pt x="482208" y="64084"/>
                </a:lnTo>
                <a:lnTo>
                  <a:pt x="481890" y="65102"/>
                </a:lnTo>
                <a:lnTo>
                  <a:pt x="481589" y="66131"/>
                </a:lnTo>
                <a:lnTo>
                  <a:pt x="481305" y="67173"/>
                </a:lnTo>
                <a:lnTo>
                  <a:pt x="481036" y="68228"/>
                </a:lnTo>
                <a:lnTo>
                  <a:pt x="480784" y="69295"/>
                </a:lnTo>
                <a:lnTo>
                  <a:pt x="480548" y="70375"/>
                </a:lnTo>
                <a:lnTo>
                  <a:pt x="480328" y="71467"/>
                </a:lnTo>
                <a:lnTo>
                  <a:pt x="480125" y="72572"/>
                </a:lnTo>
                <a:lnTo>
                  <a:pt x="479938" y="73689"/>
                </a:lnTo>
                <a:lnTo>
                  <a:pt x="479767" y="74819"/>
                </a:lnTo>
                <a:lnTo>
                  <a:pt x="479613" y="75961"/>
                </a:lnTo>
                <a:lnTo>
                  <a:pt x="479474" y="77116"/>
                </a:lnTo>
                <a:lnTo>
                  <a:pt x="479352" y="78283"/>
                </a:lnTo>
                <a:lnTo>
                  <a:pt x="479247" y="79463"/>
                </a:lnTo>
                <a:lnTo>
                  <a:pt x="479157" y="80656"/>
                </a:lnTo>
                <a:lnTo>
                  <a:pt x="479084" y="81861"/>
                </a:lnTo>
                <a:lnTo>
                  <a:pt x="479027" y="83078"/>
                </a:lnTo>
                <a:lnTo>
                  <a:pt x="478986" y="84308"/>
                </a:lnTo>
                <a:lnTo>
                  <a:pt x="478962" y="85551"/>
                </a:lnTo>
                <a:lnTo>
                  <a:pt x="478954" y="86806"/>
                </a:lnTo>
                <a:lnTo>
                  <a:pt x="478962" y="88011"/>
                </a:lnTo>
                <a:lnTo>
                  <a:pt x="478987" y="89206"/>
                </a:lnTo>
                <a:lnTo>
                  <a:pt x="479029" y="90392"/>
                </a:lnTo>
                <a:lnTo>
                  <a:pt x="479088" y="91567"/>
                </a:lnTo>
                <a:lnTo>
                  <a:pt x="479164" y="92732"/>
                </a:lnTo>
                <a:lnTo>
                  <a:pt x="479256" y="93887"/>
                </a:lnTo>
                <a:lnTo>
                  <a:pt x="479365" y="95032"/>
                </a:lnTo>
                <a:lnTo>
                  <a:pt x="479491" y="96168"/>
                </a:lnTo>
                <a:lnTo>
                  <a:pt x="479633" y="97293"/>
                </a:lnTo>
                <a:lnTo>
                  <a:pt x="479793" y="98407"/>
                </a:lnTo>
                <a:lnTo>
                  <a:pt x="479969" y="99512"/>
                </a:lnTo>
                <a:lnTo>
                  <a:pt x="480162" y="100607"/>
                </a:lnTo>
                <a:lnTo>
                  <a:pt x="480372" y="101692"/>
                </a:lnTo>
                <a:lnTo>
                  <a:pt x="480598" y="102767"/>
                </a:lnTo>
                <a:lnTo>
                  <a:pt x="480842" y="103831"/>
                </a:lnTo>
                <a:lnTo>
                  <a:pt x="481102" y="104886"/>
                </a:lnTo>
                <a:lnTo>
                  <a:pt x="481379" y="105931"/>
                </a:lnTo>
                <a:lnTo>
                  <a:pt x="481673" y="106965"/>
                </a:lnTo>
                <a:lnTo>
                  <a:pt x="481983" y="107990"/>
                </a:lnTo>
                <a:lnTo>
                  <a:pt x="482310" y="109004"/>
                </a:lnTo>
                <a:lnTo>
                  <a:pt x="482654" y="110009"/>
                </a:lnTo>
                <a:lnTo>
                  <a:pt x="483015" y="111003"/>
                </a:lnTo>
                <a:lnTo>
                  <a:pt x="483393" y="111987"/>
                </a:lnTo>
                <a:lnTo>
                  <a:pt x="483787" y="112961"/>
                </a:lnTo>
                <a:lnTo>
                  <a:pt x="484199" y="113922"/>
                </a:lnTo>
                <a:lnTo>
                  <a:pt x="484629" y="114866"/>
                </a:lnTo>
                <a:lnTo>
                  <a:pt x="485077" y="115792"/>
                </a:lnTo>
                <a:lnTo>
                  <a:pt x="485542" y="116702"/>
                </a:lnTo>
                <a:lnTo>
                  <a:pt x="486026" y="117595"/>
                </a:lnTo>
                <a:lnTo>
                  <a:pt x="486528" y="118471"/>
                </a:lnTo>
                <a:lnTo>
                  <a:pt x="487047" y="119330"/>
                </a:lnTo>
                <a:lnTo>
                  <a:pt x="487585" y="120172"/>
                </a:lnTo>
                <a:lnTo>
                  <a:pt x="488141" y="120997"/>
                </a:lnTo>
                <a:lnTo>
                  <a:pt x="488714" y="121806"/>
                </a:lnTo>
                <a:lnTo>
                  <a:pt x="489306" y="122597"/>
                </a:lnTo>
                <a:lnTo>
                  <a:pt x="489915" y="123371"/>
                </a:lnTo>
                <a:lnTo>
                  <a:pt x="490543" y="124129"/>
                </a:lnTo>
                <a:lnTo>
                  <a:pt x="491189" y="124870"/>
                </a:lnTo>
                <a:lnTo>
                  <a:pt x="491852" y="125593"/>
                </a:lnTo>
                <a:lnTo>
                  <a:pt x="492534" y="126300"/>
                </a:lnTo>
                <a:lnTo>
                  <a:pt x="493233" y="126990"/>
                </a:lnTo>
                <a:lnTo>
                  <a:pt x="493951" y="127663"/>
                </a:lnTo>
                <a:lnTo>
                  <a:pt x="494686" y="128319"/>
                </a:lnTo>
                <a:lnTo>
                  <a:pt x="495439" y="128958"/>
                </a:lnTo>
                <a:lnTo>
                  <a:pt x="496211" y="129581"/>
                </a:lnTo>
                <a:lnTo>
                  <a:pt x="497000" y="130186"/>
                </a:lnTo>
                <a:lnTo>
                  <a:pt x="497808" y="130775"/>
                </a:lnTo>
                <a:lnTo>
                  <a:pt x="498633" y="131346"/>
                </a:lnTo>
                <a:lnTo>
                  <a:pt x="499477" y="131897"/>
                </a:lnTo>
                <a:lnTo>
                  <a:pt x="500341" y="132425"/>
                </a:lnTo>
                <a:lnTo>
                  <a:pt x="501225" y="132929"/>
                </a:lnTo>
                <a:lnTo>
                  <a:pt x="502128" y="133410"/>
                </a:lnTo>
                <a:lnTo>
                  <a:pt x="503051" y="133867"/>
                </a:lnTo>
                <a:lnTo>
                  <a:pt x="503994" y="134301"/>
                </a:lnTo>
                <a:lnTo>
                  <a:pt x="504956" y="134711"/>
                </a:lnTo>
                <a:lnTo>
                  <a:pt x="505938" y="135098"/>
                </a:lnTo>
                <a:lnTo>
                  <a:pt x="506940" y="135462"/>
                </a:lnTo>
                <a:lnTo>
                  <a:pt x="507961" y="135802"/>
                </a:lnTo>
                <a:lnTo>
                  <a:pt x="509002" y="136118"/>
                </a:lnTo>
                <a:lnTo>
                  <a:pt x="510063" y="136412"/>
                </a:lnTo>
                <a:lnTo>
                  <a:pt x="511144" y="136681"/>
                </a:lnTo>
                <a:lnTo>
                  <a:pt x="512244" y="136927"/>
                </a:lnTo>
                <a:lnTo>
                  <a:pt x="513364" y="137150"/>
                </a:lnTo>
                <a:lnTo>
                  <a:pt x="514504" y="137350"/>
                </a:lnTo>
                <a:lnTo>
                  <a:pt x="515663" y="137525"/>
                </a:lnTo>
                <a:lnTo>
                  <a:pt x="516842" y="137678"/>
                </a:lnTo>
                <a:lnTo>
                  <a:pt x="518041" y="137807"/>
                </a:lnTo>
                <a:lnTo>
                  <a:pt x="519259" y="137912"/>
                </a:lnTo>
                <a:lnTo>
                  <a:pt x="520497" y="137994"/>
                </a:lnTo>
                <a:lnTo>
                  <a:pt x="521755" y="138053"/>
                </a:lnTo>
                <a:lnTo>
                  <a:pt x="523032" y="138088"/>
                </a:lnTo>
                <a:lnTo>
                  <a:pt x="524329" y="138100"/>
                </a:lnTo>
                <a:lnTo>
                  <a:pt x="525335" y="138093"/>
                </a:lnTo>
                <a:lnTo>
                  <a:pt x="526329" y="138071"/>
                </a:lnTo>
                <a:lnTo>
                  <a:pt x="527312" y="138036"/>
                </a:lnTo>
                <a:lnTo>
                  <a:pt x="528283" y="137986"/>
                </a:lnTo>
                <a:lnTo>
                  <a:pt x="529244" y="137921"/>
                </a:lnTo>
                <a:close/>
                <a:moveTo>
                  <a:pt x="496228" y="71699"/>
                </a:moveTo>
                <a:lnTo>
                  <a:pt x="496429" y="70642"/>
                </a:lnTo>
                <a:lnTo>
                  <a:pt x="496650" y="69609"/>
                </a:lnTo>
                <a:lnTo>
                  <a:pt x="496890" y="68600"/>
                </a:lnTo>
                <a:lnTo>
                  <a:pt x="497151" y="67615"/>
                </a:lnTo>
                <a:lnTo>
                  <a:pt x="497432" y="66653"/>
                </a:lnTo>
                <a:lnTo>
                  <a:pt x="497733" y="65715"/>
                </a:lnTo>
                <a:lnTo>
                  <a:pt x="498053" y="64800"/>
                </a:lnTo>
                <a:lnTo>
                  <a:pt x="498394" y="63909"/>
                </a:lnTo>
                <a:lnTo>
                  <a:pt x="498755" y="63042"/>
                </a:lnTo>
                <a:lnTo>
                  <a:pt x="499136" y="62198"/>
                </a:lnTo>
                <a:lnTo>
                  <a:pt x="499537" y="61378"/>
                </a:lnTo>
                <a:lnTo>
                  <a:pt x="499958" y="60581"/>
                </a:lnTo>
                <a:lnTo>
                  <a:pt x="500399" y="59809"/>
                </a:lnTo>
                <a:lnTo>
                  <a:pt x="500860" y="59059"/>
                </a:lnTo>
                <a:lnTo>
                  <a:pt x="501342" y="58334"/>
                </a:lnTo>
                <a:lnTo>
                  <a:pt x="501843" y="57632"/>
                </a:lnTo>
                <a:lnTo>
                  <a:pt x="502364" y="56954"/>
                </a:lnTo>
                <a:lnTo>
                  <a:pt x="502905" y="56299"/>
                </a:lnTo>
                <a:lnTo>
                  <a:pt x="503466" y="55668"/>
                </a:lnTo>
                <a:lnTo>
                  <a:pt x="504047" y="55062"/>
                </a:lnTo>
                <a:lnTo>
                  <a:pt x="504645" y="54481"/>
                </a:lnTo>
                <a:lnTo>
                  <a:pt x="505261" y="53927"/>
                </a:lnTo>
                <a:lnTo>
                  <a:pt x="505896" y="53398"/>
                </a:lnTo>
                <a:lnTo>
                  <a:pt x="506548" y="52894"/>
                </a:lnTo>
                <a:lnTo>
                  <a:pt x="507218" y="52417"/>
                </a:lnTo>
                <a:lnTo>
                  <a:pt x="507906" y="51965"/>
                </a:lnTo>
                <a:lnTo>
                  <a:pt x="508612" y="51540"/>
                </a:lnTo>
                <a:lnTo>
                  <a:pt x="509336" y="51140"/>
                </a:lnTo>
                <a:lnTo>
                  <a:pt x="510079" y="50765"/>
                </a:lnTo>
                <a:lnTo>
                  <a:pt x="510839" y="50417"/>
                </a:lnTo>
                <a:lnTo>
                  <a:pt x="511617" y="50094"/>
                </a:lnTo>
                <a:lnTo>
                  <a:pt x="512413" y="49798"/>
                </a:lnTo>
                <a:lnTo>
                  <a:pt x="513227" y="49527"/>
                </a:lnTo>
                <a:lnTo>
                  <a:pt x="514059" y="49282"/>
                </a:lnTo>
                <a:lnTo>
                  <a:pt x="514909" y="49062"/>
                </a:lnTo>
                <a:lnTo>
                  <a:pt x="515777" y="48869"/>
                </a:lnTo>
                <a:lnTo>
                  <a:pt x="516663" y="48701"/>
                </a:lnTo>
                <a:lnTo>
                  <a:pt x="517567" y="48559"/>
                </a:lnTo>
                <a:lnTo>
                  <a:pt x="518489" y="48443"/>
                </a:lnTo>
                <a:lnTo>
                  <a:pt x="519429" y="48352"/>
                </a:lnTo>
                <a:lnTo>
                  <a:pt x="520387" y="48288"/>
                </a:lnTo>
                <a:lnTo>
                  <a:pt x="521363" y="48249"/>
                </a:lnTo>
                <a:lnTo>
                  <a:pt x="522357" y="48236"/>
                </a:lnTo>
                <a:lnTo>
                  <a:pt x="523342" y="48249"/>
                </a:lnTo>
                <a:lnTo>
                  <a:pt x="524310" y="48288"/>
                </a:lnTo>
                <a:lnTo>
                  <a:pt x="525259" y="48353"/>
                </a:lnTo>
                <a:lnTo>
                  <a:pt x="526190" y="48444"/>
                </a:lnTo>
                <a:lnTo>
                  <a:pt x="527103" y="48561"/>
                </a:lnTo>
                <a:lnTo>
                  <a:pt x="527998" y="48704"/>
                </a:lnTo>
                <a:lnTo>
                  <a:pt x="528874" y="48873"/>
                </a:lnTo>
                <a:lnTo>
                  <a:pt x="529733" y="49068"/>
                </a:lnTo>
                <a:lnTo>
                  <a:pt x="530573" y="49289"/>
                </a:lnTo>
                <a:lnTo>
                  <a:pt x="531395" y="49536"/>
                </a:lnTo>
                <a:lnTo>
                  <a:pt x="532199" y="49809"/>
                </a:lnTo>
                <a:lnTo>
                  <a:pt x="532985" y="50107"/>
                </a:lnTo>
                <a:lnTo>
                  <a:pt x="533753" y="50432"/>
                </a:lnTo>
                <a:lnTo>
                  <a:pt x="534503" y="50783"/>
                </a:lnTo>
                <a:lnTo>
                  <a:pt x="535234" y="51160"/>
                </a:lnTo>
                <a:lnTo>
                  <a:pt x="535947" y="51563"/>
                </a:lnTo>
                <a:lnTo>
                  <a:pt x="536643" y="51992"/>
                </a:lnTo>
                <a:lnTo>
                  <a:pt x="537319" y="52446"/>
                </a:lnTo>
                <a:lnTo>
                  <a:pt x="537978" y="52927"/>
                </a:lnTo>
                <a:lnTo>
                  <a:pt x="538619" y="53434"/>
                </a:lnTo>
                <a:lnTo>
                  <a:pt x="539241" y="53967"/>
                </a:lnTo>
                <a:lnTo>
                  <a:pt x="539846" y="54525"/>
                </a:lnTo>
                <a:lnTo>
                  <a:pt x="540432" y="55110"/>
                </a:lnTo>
                <a:lnTo>
                  <a:pt x="541000" y="55721"/>
                </a:lnTo>
                <a:lnTo>
                  <a:pt x="541548" y="56356"/>
                </a:lnTo>
                <a:lnTo>
                  <a:pt x="542074" y="57014"/>
                </a:lnTo>
                <a:lnTo>
                  <a:pt x="542577" y="57695"/>
                </a:lnTo>
                <a:lnTo>
                  <a:pt x="543058" y="58399"/>
                </a:lnTo>
                <a:lnTo>
                  <a:pt x="543517" y="59127"/>
                </a:lnTo>
                <a:lnTo>
                  <a:pt x="543953" y="59877"/>
                </a:lnTo>
                <a:lnTo>
                  <a:pt x="544367" y="60651"/>
                </a:lnTo>
                <a:lnTo>
                  <a:pt x="544759" y="61448"/>
                </a:lnTo>
                <a:lnTo>
                  <a:pt x="545129" y="62267"/>
                </a:lnTo>
                <a:lnTo>
                  <a:pt x="545477" y="63110"/>
                </a:lnTo>
                <a:lnTo>
                  <a:pt x="545802" y="63976"/>
                </a:lnTo>
                <a:lnTo>
                  <a:pt x="546105" y="64865"/>
                </a:lnTo>
                <a:lnTo>
                  <a:pt x="546386" y="65778"/>
                </a:lnTo>
                <a:lnTo>
                  <a:pt x="546644" y="66713"/>
                </a:lnTo>
                <a:lnTo>
                  <a:pt x="546880" y="67671"/>
                </a:lnTo>
                <a:lnTo>
                  <a:pt x="547094" y="68653"/>
                </a:lnTo>
                <a:lnTo>
                  <a:pt x="547286" y="69657"/>
                </a:lnTo>
                <a:lnTo>
                  <a:pt x="547455" y="70685"/>
                </a:lnTo>
                <a:lnTo>
                  <a:pt x="547602" y="71736"/>
                </a:lnTo>
                <a:lnTo>
                  <a:pt x="547727" y="72810"/>
                </a:lnTo>
                <a:lnTo>
                  <a:pt x="547830" y="73907"/>
                </a:lnTo>
                <a:lnTo>
                  <a:pt x="547910" y="75027"/>
                </a:lnTo>
                <a:lnTo>
                  <a:pt x="547968" y="76170"/>
                </a:lnTo>
                <a:lnTo>
                  <a:pt x="548004" y="77336"/>
                </a:lnTo>
                <a:lnTo>
                  <a:pt x="495526" y="77336"/>
                </a:lnTo>
                <a:lnTo>
                  <a:pt x="495626" y="76161"/>
                </a:lnTo>
                <a:lnTo>
                  <a:pt x="495747" y="75010"/>
                </a:lnTo>
                <a:lnTo>
                  <a:pt x="495887" y="73883"/>
                </a:lnTo>
                <a:lnTo>
                  <a:pt x="496048" y="72779"/>
                </a:lnTo>
                <a:lnTo>
                  <a:pt x="496228" y="71699"/>
                </a:lnTo>
                <a:close/>
                <a:moveTo>
                  <a:pt x="674025" y="137852"/>
                </a:moveTo>
                <a:lnTo>
                  <a:pt x="674920" y="137763"/>
                </a:lnTo>
                <a:lnTo>
                  <a:pt x="675808" y="137659"/>
                </a:lnTo>
                <a:lnTo>
                  <a:pt x="676687" y="137542"/>
                </a:lnTo>
                <a:lnTo>
                  <a:pt x="677559" y="137411"/>
                </a:lnTo>
                <a:lnTo>
                  <a:pt x="678424" y="137267"/>
                </a:lnTo>
                <a:lnTo>
                  <a:pt x="679281" y="137108"/>
                </a:lnTo>
                <a:lnTo>
                  <a:pt x="680130" y="136936"/>
                </a:lnTo>
                <a:lnTo>
                  <a:pt x="680971" y="136750"/>
                </a:lnTo>
                <a:lnTo>
                  <a:pt x="681804" y="136550"/>
                </a:lnTo>
                <a:lnTo>
                  <a:pt x="682630" y="136337"/>
                </a:lnTo>
                <a:lnTo>
                  <a:pt x="683448" y="136109"/>
                </a:lnTo>
                <a:lnTo>
                  <a:pt x="684259" y="135868"/>
                </a:lnTo>
                <a:lnTo>
                  <a:pt x="685062" y="135614"/>
                </a:lnTo>
                <a:lnTo>
                  <a:pt x="685857" y="135345"/>
                </a:lnTo>
                <a:lnTo>
                  <a:pt x="686644" y="135063"/>
                </a:lnTo>
                <a:lnTo>
                  <a:pt x="687424" y="134766"/>
                </a:lnTo>
                <a:lnTo>
                  <a:pt x="688196" y="134456"/>
                </a:lnTo>
                <a:lnTo>
                  <a:pt x="688960" y="134133"/>
                </a:lnTo>
                <a:lnTo>
                  <a:pt x="689714" y="133795"/>
                </a:lnTo>
                <a:lnTo>
                  <a:pt x="690455" y="133444"/>
                </a:lnTo>
                <a:lnTo>
                  <a:pt x="691182" y="133078"/>
                </a:lnTo>
                <a:lnTo>
                  <a:pt x="691897" y="132699"/>
                </a:lnTo>
                <a:lnTo>
                  <a:pt x="692599" y="132305"/>
                </a:lnTo>
                <a:lnTo>
                  <a:pt x="693288" y="131898"/>
                </a:lnTo>
                <a:lnTo>
                  <a:pt x="693964" y="131477"/>
                </a:lnTo>
                <a:lnTo>
                  <a:pt x="694626" y="131042"/>
                </a:lnTo>
                <a:lnTo>
                  <a:pt x="695276" y="130592"/>
                </a:lnTo>
                <a:lnTo>
                  <a:pt x="695913" y="130129"/>
                </a:lnTo>
                <a:lnTo>
                  <a:pt x="696537" y="129652"/>
                </a:lnTo>
                <a:lnTo>
                  <a:pt x="697147" y="129161"/>
                </a:lnTo>
                <a:lnTo>
                  <a:pt x="697745" y="128656"/>
                </a:lnTo>
                <a:lnTo>
                  <a:pt x="698330" y="128137"/>
                </a:lnTo>
                <a:lnTo>
                  <a:pt x="698901" y="127605"/>
                </a:lnTo>
                <a:lnTo>
                  <a:pt x="699460" y="127058"/>
                </a:lnTo>
                <a:lnTo>
                  <a:pt x="700005" y="126497"/>
                </a:lnTo>
                <a:lnTo>
                  <a:pt x="700538" y="125922"/>
                </a:lnTo>
                <a:lnTo>
                  <a:pt x="701058" y="125334"/>
                </a:lnTo>
                <a:lnTo>
                  <a:pt x="701564" y="124731"/>
                </a:lnTo>
                <a:lnTo>
                  <a:pt x="702058" y="124115"/>
                </a:lnTo>
                <a:lnTo>
                  <a:pt x="702538" y="123484"/>
                </a:lnTo>
                <a:lnTo>
                  <a:pt x="703006" y="122840"/>
                </a:lnTo>
                <a:lnTo>
                  <a:pt x="703460" y="122182"/>
                </a:lnTo>
                <a:lnTo>
                  <a:pt x="703900" y="121509"/>
                </a:lnTo>
                <a:lnTo>
                  <a:pt x="704321" y="120823"/>
                </a:lnTo>
                <a:lnTo>
                  <a:pt x="704725" y="120123"/>
                </a:lnTo>
                <a:lnTo>
                  <a:pt x="705111" y="119409"/>
                </a:lnTo>
                <a:lnTo>
                  <a:pt x="705480" y="118680"/>
                </a:lnTo>
                <a:lnTo>
                  <a:pt x="705831" y="117938"/>
                </a:lnTo>
                <a:lnTo>
                  <a:pt x="706164" y="117182"/>
                </a:lnTo>
                <a:lnTo>
                  <a:pt x="706480" y="116412"/>
                </a:lnTo>
                <a:lnTo>
                  <a:pt x="706778" y="115628"/>
                </a:lnTo>
                <a:lnTo>
                  <a:pt x="707058" y="114830"/>
                </a:lnTo>
                <a:lnTo>
                  <a:pt x="707321" y="114019"/>
                </a:lnTo>
                <a:lnTo>
                  <a:pt x="707566" y="113193"/>
                </a:lnTo>
                <a:lnTo>
                  <a:pt x="707794" y="112353"/>
                </a:lnTo>
                <a:lnTo>
                  <a:pt x="708004" y="111499"/>
                </a:lnTo>
                <a:lnTo>
                  <a:pt x="708196" y="110631"/>
                </a:lnTo>
                <a:lnTo>
                  <a:pt x="708371" y="109750"/>
                </a:lnTo>
                <a:lnTo>
                  <a:pt x="708528" y="108854"/>
                </a:lnTo>
                <a:lnTo>
                  <a:pt x="708667" y="107945"/>
                </a:lnTo>
                <a:lnTo>
                  <a:pt x="708789" y="107021"/>
                </a:lnTo>
                <a:lnTo>
                  <a:pt x="708893" y="106084"/>
                </a:lnTo>
                <a:lnTo>
                  <a:pt x="708979" y="105132"/>
                </a:lnTo>
                <a:lnTo>
                  <a:pt x="709048" y="104167"/>
                </a:lnTo>
                <a:lnTo>
                  <a:pt x="709099" y="103187"/>
                </a:lnTo>
                <a:lnTo>
                  <a:pt x="709132" y="102194"/>
                </a:lnTo>
                <a:lnTo>
                  <a:pt x="692856" y="102194"/>
                </a:lnTo>
                <a:lnTo>
                  <a:pt x="692821" y="103109"/>
                </a:lnTo>
                <a:lnTo>
                  <a:pt x="692763" y="104005"/>
                </a:lnTo>
                <a:lnTo>
                  <a:pt x="692684" y="104883"/>
                </a:lnTo>
                <a:lnTo>
                  <a:pt x="692582" y="105742"/>
                </a:lnTo>
                <a:lnTo>
                  <a:pt x="692459" y="106582"/>
                </a:lnTo>
                <a:lnTo>
                  <a:pt x="692314" y="107405"/>
                </a:lnTo>
                <a:lnTo>
                  <a:pt x="692147" y="108208"/>
                </a:lnTo>
                <a:lnTo>
                  <a:pt x="691958" y="108993"/>
                </a:lnTo>
                <a:lnTo>
                  <a:pt x="691747" y="109760"/>
                </a:lnTo>
                <a:lnTo>
                  <a:pt x="691514" y="110508"/>
                </a:lnTo>
                <a:lnTo>
                  <a:pt x="691259" y="111237"/>
                </a:lnTo>
                <a:lnTo>
                  <a:pt x="690982" y="111948"/>
                </a:lnTo>
                <a:lnTo>
                  <a:pt x="690683" y="112641"/>
                </a:lnTo>
                <a:lnTo>
                  <a:pt x="690363" y="113314"/>
                </a:lnTo>
                <a:lnTo>
                  <a:pt x="690020" y="113970"/>
                </a:lnTo>
                <a:lnTo>
                  <a:pt x="689656" y="114607"/>
                </a:lnTo>
                <a:lnTo>
                  <a:pt x="689270" y="115225"/>
                </a:lnTo>
                <a:lnTo>
                  <a:pt x="688861" y="115825"/>
                </a:lnTo>
                <a:lnTo>
                  <a:pt x="688431" y="116406"/>
                </a:lnTo>
                <a:lnTo>
                  <a:pt x="687979" y="116969"/>
                </a:lnTo>
                <a:lnTo>
                  <a:pt x="687505" y="117513"/>
                </a:lnTo>
                <a:lnTo>
                  <a:pt x="687009" y="118038"/>
                </a:lnTo>
                <a:lnTo>
                  <a:pt x="686491" y="118546"/>
                </a:lnTo>
                <a:lnTo>
                  <a:pt x="685951" y="119034"/>
                </a:lnTo>
                <a:lnTo>
                  <a:pt x="685394" y="119503"/>
                </a:lnTo>
                <a:lnTo>
                  <a:pt x="684822" y="119952"/>
                </a:lnTo>
                <a:lnTo>
                  <a:pt x="684237" y="120382"/>
                </a:lnTo>
                <a:lnTo>
                  <a:pt x="683639" y="120791"/>
                </a:lnTo>
                <a:lnTo>
                  <a:pt x="683026" y="121180"/>
                </a:lnTo>
                <a:lnTo>
                  <a:pt x="682400" y="121549"/>
                </a:lnTo>
                <a:lnTo>
                  <a:pt x="681760" y="121899"/>
                </a:lnTo>
                <a:lnTo>
                  <a:pt x="681107" y="122228"/>
                </a:lnTo>
                <a:lnTo>
                  <a:pt x="680440" y="122538"/>
                </a:lnTo>
                <a:lnTo>
                  <a:pt x="679759" y="122827"/>
                </a:lnTo>
                <a:lnTo>
                  <a:pt x="679064" y="123096"/>
                </a:lnTo>
                <a:lnTo>
                  <a:pt x="678356" y="123346"/>
                </a:lnTo>
                <a:lnTo>
                  <a:pt x="677634" y="123576"/>
                </a:lnTo>
                <a:lnTo>
                  <a:pt x="676898" y="123785"/>
                </a:lnTo>
                <a:lnTo>
                  <a:pt x="676149" y="123975"/>
                </a:lnTo>
                <a:lnTo>
                  <a:pt x="675386" y="124144"/>
                </a:lnTo>
                <a:lnTo>
                  <a:pt x="674609" y="124294"/>
                </a:lnTo>
                <a:lnTo>
                  <a:pt x="673818" y="124424"/>
                </a:lnTo>
                <a:lnTo>
                  <a:pt x="673014" y="124534"/>
                </a:lnTo>
                <a:lnTo>
                  <a:pt x="672196" y="124624"/>
                </a:lnTo>
                <a:lnTo>
                  <a:pt x="671364" y="124693"/>
                </a:lnTo>
                <a:lnTo>
                  <a:pt x="670519" y="124743"/>
                </a:lnTo>
                <a:lnTo>
                  <a:pt x="669660" y="124773"/>
                </a:lnTo>
                <a:lnTo>
                  <a:pt x="668787" y="124783"/>
                </a:lnTo>
                <a:lnTo>
                  <a:pt x="668020" y="124775"/>
                </a:lnTo>
                <a:lnTo>
                  <a:pt x="667263" y="124752"/>
                </a:lnTo>
                <a:lnTo>
                  <a:pt x="666517" y="124713"/>
                </a:lnTo>
                <a:lnTo>
                  <a:pt x="665782" y="124659"/>
                </a:lnTo>
                <a:lnTo>
                  <a:pt x="665057" y="124589"/>
                </a:lnTo>
                <a:lnTo>
                  <a:pt x="664342" y="124504"/>
                </a:lnTo>
                <a:lnTo>
                  <a:pt x="663639" y="124403"/>
                </a:lnTo>
                <a:lnTo>
                  <a:pt x="662946" y="124287"/>
                </a:lnTo>
                <a:lnTo>
                  <a:pt x="662263" y="124155"/>
                </a:lnTo>
                <a:lnTo>
                  <a:pt x="661591" y="124007"/>
                </a:lnTo>
                <a:lnTo>
                  <a:pt x="660930" y="123844"/>
                </a:lnTo>
                <a:lnTo>
                  <a:pt x="660279" y="123666"/>
                </a:lnTo>
                <a:lnTo>
                  <a:pt x="659640" y="123472"/>
                </a:lnTo>
                <a:lnTo>
                  <a:pt x="659010" y="123262"/>
                </a:lnTo>
                <a:lnTo>
                  <a:pt x="658391" y="123037"/>
                </a:lnTo>
                <a:lnTo>
                  <a:pt x="657783" y="122797"/>
                </a:lnTo>
                <a:lnTo>
                  <a:pt x="657186" y="122541"/>
                </a:lnTo>
                <a:lnTo>
                  <a:pt x="656599" y="122269"/>
                </a:lnTo>
                <a:lnTo>
                  <a:pt x="656023" y="121982"/>
                </a:lnTo>
                <a:lnTo>
                  <a:pt x="655457" y="121679"/>
                </a:lnTo>
                <a:lnTo>
                  <a:pt x="654902" y="121361"/>
                </a:lnTo>
                <a:lnTo>
                  <a:pt x="654357" y="121027"/>
                </a:lnTo>
                <a:lnTo>
                  <a:pt x="653824" y="120678"/>
                </a:lnTo>
                <a:lnTo>
                  <a:pt x="653300" y="120313"/>
                </a:lnTo>
                <a:lnTo>
                  <a:pt x="652788" y="119934"/>
                </a:lnTo>
                <a:lnTo>
                  <a:pt x="652287" y="119541"/>
                </a:lnTo>
                <a:lnTo>
                  <a:pt x="651796" y="119134"/>
                </a:lnTo>
                <a:lnTo>
                  <a:pt x="651317" y="118714"/>
                </a:lnTo>
                <a:lnTo>
                  <a:pt x="650848" y="118280"/>
                </a:lnTo>
                <a:lnTo>
                  <a:pt x="650391" y="117833"/>
                </a:lnTo>
                <a:lnTo>
                  <a:pt x="649944" y="117372"/>
                </a:lnTo>
                <a:lnTo>
                  <a:pt x="649508" y="116898"/>
                </a:lnTo>
                <a:lnTo>
                  <a:pt x="649084" y="116410"/>
                </a:lnTo>
                <a:lnTo>
                  <a:pt x="648670" y="115909"/>
                </a:lnTo>
                <a:lnTo>
                  <a:pt x="648267" y="115394"/>
                </a:lnTo>
                <a:lnTo>
                  <a:pt x="647875" y="114865"/>
                </a:lnTo>
                <a:lnTo>
                  <a:pt x="647494" y="114323"/>
                </a:lnTo>
                <a:lnTo>
                  <a:pt x="647124" y="113767"/>
                </a:lnTo>
                <a:lnTo>
                  <a:pt x="646765" y="113198"/>
                </a:lnTo>
                <a:lnTo>
                  <a:pt x="646417" y="112615"/>
                </a:lnTo>
                <a:lnTo>
                  <a:pt x="646080" y="112019"/>
                </a:lnTo>
                <a:lnTo>
                  <a:pt x="645754" y="111409"/>
                </a:lnTo>
                <a:lnTo>
                  <a:pt x="645439" y="110786"/>
                </a:lnTo>
                <a:lnTo>
                  <a:pt x="645135" y="110149"/>
                </a:lnTo>
                <a:lnTo>
                  <a:pt x="644842" y="109498"/>
                </a:lnTo>
                <a:lnTo>
                  <a:pt x="644560" y="108834"/>
                </a:lnTo>
                <a:lnTo>
                  <a:pt x="644288" y="108156"/>
                </a:lnTo>
                <a:lnTo>
                  <a:pt x="644028" y="107465"/>
                </a:lnTo>
                <a:lnTo>
                  <a:pt x="643779" y="106761"/>
                </a:lnTo>
                <a:lnTo>
                  <a:pt x="643540" y="106043"/>
                </a:lnTo>
                <a:lnTo>
                  <a:pt x="643311" y="105314"/>
                </a:lnTo>
                <a:lnTo>
                  <a:pt x="643094" y="104571"/>
                </a:lnTo>
                <a:lnTo>
                  <a:pt x="642887" y="103816"/>
                </a:lnTo>
                <a:lnTo>
                  <a:pt x="642690" y="103048"/>
                </a:lnTo>
                <a:lnTo>
                  <a:pt x="642504" y="102268"/>
                </a:lnTo>
                <a:lnTo>
                  <a:pt x="642329" y="101474"/>
                </a:lnTo>
                <a:lnTo>
                  <a:pt x="642165" y="100669"/>
                </a:lnTo>
                <a:lnTo>
                  <a:pt x="642011" y="99850"/>
                </a:lnTo>
                <a:lnTo>
                  <a:pt x="641867" y="99019"/>
                </a:lnTo>
                <a:lnTo>
                  <a:pt x="641735" y="98175"/>
                </a:lnTo>
                <a:lnTo>
                  <a:pt x="641613" y="97319"/>
                </a:lnTo>
                <a:lnTo>
                  <a:pt x="641501" y="96449"/>
                </a:lnTo>
                <a:lnTo>
                  <a:pt x="641400" y="95568"/>
                </a:lnTo>
                <a:lnTo>
                  <a:pt x="641310" y="94673"/>
                </a:lnTo>
                <a:lnTo>
                  <a:pt x="641230" y="93766"/>
                </a:lnTo>
                <a:lnTo>
                  <a:pt x="641161" y="92846"/>
                </a:lnTo>
                <a:lnTo>
                  <a:pt x="641103" y="91914"/>
                </a:lnTo>
                <a:lnTo>
                  <a:pt x="641055" y="90969"/>
                </a:lnTo>
                <a:lnTo>
                  <a:pt x="641018" y="90011"/>
                </a:lnTo>
                <a:lnTo>
                  <a:pt x="640991" y="89040"/>
                </a:lnTo>
                <a:lnTo>
                  <a:pt x="640975" y="88057"/>
                </a:lnTo>
                <a:lnTo>
                  <a:pt x="640970" y="87062"/>
                </a:lnTo>
                <a:lnTo>
                  <a:pt x="640982" y="85568"/>
                </a:lnTo>
                <a:lnTo>
                  <a:pt x="641018" y="84102"/>
                </a:lnTo>
                <a:lnTo>
                  <a:pt x="641078" y="82665"/>
                </a:lnTo>
                <a:lnTo>
                  <a:pt x="641162" y="81255"/>
                </a:lnTo>
                <a:lnTo>
                  <a:pt x="641270" y="79874"/>
                </a:lnTo>
                <a:lnTo>
                  <a:pt x="641402" y="78520"/>
                </a:lnTo>
                <a:lnTo>
                  <a:pt x="641558" y="77195"/>
                </a:lnTo>
                <a:lnTo>
                  <a:pt x="641737" y="75897"/>
                </a:lnTo>
                <a:lnTo>
                  <a:pt x="641941" y="74628"/>
                </a:lnTo>
                <a:lnTo>
                  <a:pt x="642169" y="73386"/>
                </a:lnTo>
                <a:lnTo>
                  <a:pt x="642421" y="72173"/>
                </a:lnTo>
                <a:lnTo>
                  <a:pt x="642696" y="70987"/>
                </a:lnTo>
                <a:lnTo>
                  <a:pt x="642996" y="69830"/>
                </a:lnTo>
                <a:lnTo>
                  <a:pt x="643320" y="68701"/>
                </a:lnTo>
                <a:lnTo>
                  <a:pt x="643667" y="67599"/>
                </a:lnTo>
                <a:lnTo>
                  <a:pt x="644039" y="66526"/>
                </a:lnTo>
                <a:lnTo>
                  <a:pt x="644435" y="65481"/>
                </a:lnTo>
                <a:lnTo>
                  <a:pt x="644854" y="64463"/>
                </a:lnTo>
                <a:lnTo>
                  <a:pt x="645298" y="63474"/>
                </a:lnTo>
                <a:lnTo>
                  <a:pt x="645765" y="62513"/>
                </a:lnTo>
                <a:lnTo>
                  <a:pt x="646257" y="61580"/>
                </a:lnTo>
                <a:lnTo>
                  <a:pt x="646772" y="60675"/>
                </a:lnTo>
                <a:lnTo>
                  <a:pt x="647312" y="59797"/>
                </a:lnTo>
                <a:lnTo>
                  <a:pt x="647875" y="58948"/>
                </a:lnTo>
                <a:lnTo>
                  <a:pt x="648463" y="58131"/>
                </a:lnTo>
                <a:lnTo>
                  <a:pt x="649075" y="57348"/>
                </a:lnTo>
                <a:lnTo>
                  <a:pt x="649712" y="56600"/>
                </a:lnTo>
                <a:lnTo>
                  <a:pt x="650374" y="55886"/>
                </a:lnTo>
                <a:lnTo>
                  <a:pt x="651060" y="55208"/>
                </a:lnTo>
                <a:lnTo>
                  <a:pt x="651772" y="54564"/>
                </a:lnTo>
                <a:lnTo>
                  <a:pt x="652507" y="53955"/>
                </a:lnTo>
                <a:lnTo>
                  <a:pt x="653268" y="53381"/>
                </a:lnTo>
                <a:lnTo>
                  <a:pt x="654053" y="52842"/>
                </a:lnTo>
                <a:lnTo>
                  <a:pt x="654862" y="52337"/>
                </a:lnTo>
                <a:lnTo>
                  <a:pt x="655697" y="51867"/>
                </a:lnTo>
                <a:lnTo>
                  <a:pt x="656556" y="51432"/>
                </a:lnTo>
                <a:lnTo>
                  <a:pt x="657439" y="51032"/>
                </a:lnTo>
                <a:lnTo>
                  <a:pt x="658348" y="50667"/>
                </a:lnTo>
                <a:lnTo>
                  <a:pt x="659281" y="50336"/>
                </a:lnTo>
                <a:lnTo>
                  <a:pt x="660238" y="50040"/>
                </a:lnTo>
                <a:lnTo>
                  <a:pt x="661221" y="49779"/>
                </a:lnTo>
                <a:lnTo>
                  <a:pt x="662228" y="49553"/>
                </a:lnTo>
                <a:lnTo>
                  <a:pt x="663259" y="49362"/>
                </a:lnTo>
                <a:lnTo>
                  <a:pt x="664316" y="49205"/>
                </a:lnTo>
                <a:lnTo>
                  <a:pt x="665397" y="49083"/>
                </a:lnTo>
                <a:lnTo>
                  <a:pt x="666502" y="48996"/>
                </a:lnTo>
                <a:lnTo>
                  <a:pt x="667632" y="48944"/>
                </a:lnTo>
                <a:lnTo>
                  <a:pt x="668787" y="48927"/>
                </a:lnTo>
                <a:lnTo>
                  <a:pt x="669659" y="48937"/>
                </a:lnTo>
                <a:lnTo>
                  <a:pt x="670516" y="48966"/>
                </a:lnTo>
                <a:lnTo>
                  <a:pt x="671357" y="49014"/>
                </a:lnTo>
                <a:lnTo>
                  <a:pt x="672182" y="49082"/>
                </a:lnTo>
                <a:lnTo>
                  <a:pt x="672993" y="49170"/>
                </a:lnTo>
                <a:lnTo>
                  <a:pt x="673787" y="49276"/>
                </a:lnTo>
                <a:lnTo>
                  <a:pt x="674567" y="49403"/>
                </a:lnTo>
                <a:lnTo>
                  <a:pt x="675331" y="49548"/>
                </a:lnTo>
                <a:lnTo>
                  <a:pt x="676079" y="49713"/>
                </a:lnTo>
                <a:lnTo>
                  <a:pt x="676812" y="49898"/>
                </a:lnTo>
                <a:lnTo>
                  <a:pt x="677530" y="50102"/>
                </a:lnTo>
                <a:lnTo>
                  <a:pt x="678232" y="50325"/>
                </a:lnTo>
                <a:lnTo>
                  <a:pt x="678919" y="50568"/>
                </a:lnTo>
                <a:lnTo>
                  <a:pt x="679591" y="50830"/>
                </a:lnTo>
                <a:lnTo>
                  <a:pt x="680247" y="51111"/>
                </a:lnTo>
                <a:lnTo>
                  <a:pt x="680888" y="51412"/>
                </a:lnTo>
                <a:lnTo>
                  <a:pt x="681513" y="51732"/>
                </a:lnTo>
                <a:lnTo>
                  <a:pt x="682123" y="52072"/>
                </a:lnTo>
                <a:lnTo>
                  <a:pt x="682717" y="52431"/>
                </a:lnTo>
                <a:lnTo>
                  <a:pt x="683296" y="52810"/>
                </a:lnTo>
                <a:lnTo>
                  <a:pt x="683860" y="53208"/>
                </a:lnTo>
                <a:lnTo>
                  <a:pt x="684408" y="53626"/>
                </a:lnTo>
                <a:lnTo>
                  <a:pt x="684941" y="54062"/>
                </a:lnTo>
                <a:lnTo>
                  <a:pt x="685458" y="54519"/>
                </a:lnTo>
                <a:lnTo>
                  <a:pt x="685958" y="54992"/>
                </a:lnTo>
                <a:lnTo>
                  <a:pt x="686439" y="55479"/>
                </a:lnTo>
                <a:lnTo>
                  <a:pt x="686901" y="55981"/>
                </a:lnTo>
                <a:lnTo>
                  <a:pt x="687343" y="56497"/>
                </a:lnTo>
                <a:lnTo>
                  <a:pt x="687767" y="57027"/>
                </a:lnTo>
                <a:lnTo>
                  <a:pt x="688171" y="57572"/>
                </a:lnTo>
                <a:lnTo>
                  <a:pt x="688556" y="58131"/>
                </a:lnTo>
                <a:lnTo>
                  <a:pt x="688922" y="58705"/>
                </a:lnTo>
                <a:lnTo>
                  <a:pt x="689268" y="59293"/>
                </a:lnTo>
                <a:lnTo>
                  <a:pt x="689596" y="59895"/>
                </a:lnTo>
                <a:lnTo>
                  <a:pt x="689904" y="60512"/>
                </a:lnTo>
                <a:lnTo>
                  <a:pt x="690193" y="61143"/>
                </a:lnTo>
                <a:lnTo>
                  <a:pt x="690463" y="61789"/>
                </a:lnTo>
                <a:lnTo>
                  <a:pt x="690714" y="62449"/>
                </a:lnTo>
                <a:lnTo>
                  <a:pt x="690945" y="63123"/>
                </a:lnTo>
                <a:lnTo>
                  <a:pt x="691157" y="63812"/>
                </a:lnTo>
                <a:lnTo>
                  <a:pt x="691351" y="64515"/>
                </a:lnTo>
                <a:lnTo>
                  <a:pt x="691525" y="65232"/>
                </a:lnTo>
                <a:lnTo>
                  <a:pt x="691679" y="65964"/>
                </a:lnTo>
                <a:lnTo>
                  <a:pt x="691815" y="66710"/>
                </a:lnTo>
                <a:lnTo>
                  <a:pt x="691932" y="67471"/>
                </a:lnTo>
                <a:lnTo>
                  <a:pt x="692029" y="68246"/>
                </a:lnTo>
                <a:lnTo>
                  <a:pt x="692107" y="69035"/>
                </a:lnTo>
                <a:lnTo>
                  <a:pt x="692166" y="69839"/>
                </a:lnTo>
                <a:lnTo>
                  <a:pt x="708442" y="69839"/>
                </a:lnTo>
                <a:lnTo>
                  <a:pt x="708408" y="68881"/>
                </a:lnTo>
                <a:lnTo>
                  <a:pt x="708358" y="67937"/>
                </a:lnTo>
                <a:lnTo>
                  <a:pt x="708289" y="67007"/>
                </a:lnTo>
                <a:lnTo>
                  <a:pt x="708203" y="66091"/>
                </a:lnTo>
                <a:lnTo>
                  <a:pt x="708100" y="65189"/>
                </a:lnTo>
                <a:lnTo>
                  <a:pt x="707979" y="64301"/>
                </a:lnTo>
                <a:lnTo>
                  <a:pt x="707841" y="63426"/>
                </a:lnTo>
                <a:lnTo>
                  <a:pt x="707686" y="62566"/>
                </a:lnTo>
                <a:lnTo>
                  <a:pt x="707512" y="61719"/>
                </a:lnTo>
                <a:lnTo>
                  <a:pt x="707322" y="60887"/>
                </a:lnTo>
                <a:lnTo>
                  <a:pt x="707114" y="60068"/>
                </a:lnTo>
                <a:lnTo>
                  <a:pt x="706888" y="59264"/>
                </a:lnTo>
                <a:lnTo>
                  <a:pt x="706645" y="58473"/>
                </a:lnTo>
                <a:lnTo>
                  <a:pt x="706385" y="57696"/>
                </a:lnTo>
                <a:lnTo>
                  <a:pt x="706107" y="56933"/>
                </a:lnTo>
                <a:lnTo>
                  <a:pt x="705811" y="56184"/>
                </a:lnTo>
                <a:lnTo>
                  <a:pt x="705499" y="55449"/>
                </a:lnTo>
                <a:lnTo>
                  <a:pt x="705168" y="54728"/>
                </a:lnTo>
                <a:lnTo>
                  <a:pt x="704820" y="54020"/>
                </a:lnTo>
                <a:lnTo>
                  <a:pt x="704455" y="53327"/>
                </a:lnTo>
                <a:lnTo>
                  <a:pt x="704072" y="52648"/>
                </a:lnTo>
                <a:lnTo>
                  <a:pt x="703672" y="51982"/>
                </a:lnTo>
                <a:lnTo>
                  <a:pt x="703254" y="51331"/>
                </a:lnTo>
                <a:lnTo>
                  <a:pt x="702819" y="50693"/>
                </a:lnTo>
                <a:lnTo>
                  <a:pt x="702369" y="50069"/>
                </a:lnTo>
                <a:lnTo>
                  <a:pt x="701906" y="49458"/>
                </a:lnTo>
                <a:lnTo>
                  <a:pt x="701431" y="48861"/>
                </a:lnTo>
                <a:lnTo>
                  <a:pt x="700944" y="48276"/>
                </a:lnTo>
                <a:lnTo>
                  <a:pt x="700443" y="47705"/>
                </a:lnTo>
                <a:lnTo>
                  <a:pt x="699931" y="47147"/>
                </a:lnTo>
                <a:lnTo>
                  <a:pt x="699406" y="46603"/>
                </a:lnTo>
                <a:lnTo>
                  <a:pt x="698868" y="46071"/>
                </a:lnTo>
                <a:lnTo>
                  <a:pt x="698318" y="45553"/>
                </a:lnTo>
                <a:lnTo>
                  <a:pt x="697755" y="45048"/>
                </a:lnTo>
                <a:lnTo>
                  <a:pt x="697180" y="44556"/>
                </a:lnTo>
                <a:lnTo>
                  <a:pt x="696592" y="44078"/>
                </a:lnTo>
                <a:lnTo>
                  <a:pt x="695992" y="43613"/>
                </a:lnTo>
                <a:lnTo>
                  <a:pt x="695380" y="43161"/>
                </a:lnTo>
                <a:lnTo>
                  <a:pt x="694754" y="42722"/>
                </a:lnTo>
                <a:lnTo>
                  <a:pt x="694117" y="42296"/>
                </a:lnTo>
                <a:lnTo>
                  <a:pt x="693467" y="41884"/>
                </a:lnTo>
                <a:lnTo>
                  <a:pt x="692804" y="41485"/>
                </a:lnTo>
                <a:lnTo>
                  <a:pt x="692129" y="41099"/>
                </a:lnTo>
                <a:lnTo>
                  <a:pt x="691441" y="40726"/>
                </a:lnTo>
                <a:lnTo>
                  <a:pt x="690741" y="40367"/>
                </a:lnTo>
                <a:lnTo>
                  <a:pt x="690028" y="40020"/>
                </a:lnTo>
                <a:lnTo>
                  <a:pt x="689303" y="39688"/>
                </a:lnTo>
                <a:lnTo>
                  <a:pt x="688565" y="39368"/>
                </a:lnTo>
                <a:lnTo>
                  <a:pt x="687818" y="39061"/>
                </a:lnTo>
                <a:lnTo>
                  <a:pt x="687062" y="38768"/>
                </a:lnTo>
                <a:lnTo>
                  <a:pt x="686299" y="38487"/>
                </a:lnTo>
                <a:lnTo>
                  <a:pt x="685528" y="38220"/>
                </a:lnTo>
                <a:lnTo>
                  <a:pt x="684749" y="37965"/>
                </a:lnTo>
                <a:lnTo>
                  <a:pt x="683963" y="37724"/>
                </a:lnTo>
                <a:lnTo>
                  <a:pt x="683169" y="37495"/>
                </a:lnTo>
                <a:lnTo>
                  <a:pt x="682367" y="37280"/>
                </a:lnTo>
                <a:lnTo>
                  <a:pt x="681558" y="37078"/>
                </a:lnTo>
                <a:lnTo>
                  <a:pt x="680741" y="36889"/>
                </a:lnTo>
                <a:lnTo>
                  <a:pt x="679916" y="36713"/>
                </a:lnTo>
                <a:lnTo>
                  <a:pt x="679083" y="36549"/>
                </a:lnTo>
                <a:lnTo>
                  <a:pt x="678243" y="36399"/>
                </a:lnTo>
                <a:lnTo>
                  <a:pt x="677395" y="36262"/>
                </a:lnTo>
                <a:lnTo>
                  <a:pt x="676539" y="36138"/>
                </a:lnTo>
                <a:lnTo>
                  <a:pt x="675676" y="36028"/>
                </a:lnTo>
                <a:lnTo>
                  <a:pt x="674805" y="35930"/>
                </a:lnTo>
                <a:lnTo>
                  <a:pt x="673926" y="35845"/>
                </a:lnTo>
                <a:lnTo>
                  <a:pt x="673040" y="35773"/>
                </a:lnTo>
                <a:lnTo>
                  <a:pt x="672145" y="35714"/>
                </a:lnTo>
                <a:lnTo>
                  <a:pt x="671243" y="35669"/>
                </a:lnTo>
                <a:lnTo>
                  <a:pt x="670334" y="35636"/>
                </a:lnTo>
                <a:lnTo>
                  <a:pt x="669417" y="35617"/>
                </a:lnTo>
                <a:lnTo>
                  <a:pt x="668492" y="35610"/>
                </a:lnTo>
                <a:lnTo>
                  <a:pt x="667388" y="35620"/>
                </a:lnTo>
                <a:lnTo>
                  <a:pt x="666295" y="35650"/>
                </a:lnTo>
                <a:lnTo>
                  <a:pt x="665214" y="35700"/>
                </a:lnTo>
                <a:lnTo>
                  <a:pt x="664144" y="35770"/>
                </a:lnTo>
                <a:lnTo>
                  <a:pt x="663086" y="35859"/>
                </a:lnTo>
                <a:lnTo>
                  <a:pt x="662040" y="35969"/>
                </a:lnTo>
                <a:lnTo>
                  <a:pt x="661004" y="36099"/>
                </a:lnTo>
                <a:lnTo>
                  <a:pt x="659981" y="36249"/>
                </a:lnTo>
                <a:lnTo>
                  <a:pt x="658969" y="36418"/>
                </a:lnTo>
                <a:lnTo>
                  <a:pt x="657968" y="36608"/>
                </a:lnTo>
                <a:lnTo>
                  <a:pt x="656979" y="36817"/>
                </a:lnTo>
                <a:lnTo>
                  <a:pt x="656001" y="37047"/>
                </a:lnTo>
                <a:lnTo>
                  <a:pt x="655035" y="37296"/>
                </a:lnTo>
                <a:lnTo>
                  <a:pt x="654080" y="37565"/>
                </a:lnTo>
                <a:lnTo>
                  <a:pt x="653136" y="37855"/>
                </a:lnTo>
                <a:lnTo>
                  <a:pt x="652204" y="38164"/>
                </a:lnTo>
                <a:lnTo>
                  <a:pt x="651284" y="38493"/>
                </a:lnTo>
                <a:lnTo>
                  <a:pt x="650375" y="38842"/>
                </a:lnTo>
                <a:lnTo>
                  <a:pt x="649478" y="39211"/>
                </a:lnTo>
                <a:lnTo>
                  <a:pt x="648592" y="39600"/>
                </a:lnTo>
                <a:lnTo>
                  <a:pt x="647717" y="40009"/>
                </a:lnTo>
                <a:lnTo>
                  <a:pt x="646854" y="40438"/>
                </a:lnTo>
                <a:lnTo>
                  <a:pt x="646003" y="40887"/>
                </a:lnTo>
                <a:lnTo>
                  <a:pt x="645162" y="41356"/>
                </a:lnTo>
                <a:lnTo>
                  <a:pt x="644336" y="41844"/>
                </a:lnTo>
                <a:lnTo>
                  <a:pt x="643525" y="42353"/>
                </a:lnTo>
                <a:lnTo>
                  <a:pt x="642729" y="42881"/>
                </a:lnTo>
                <a:lnTo>
                  <a:pt x="641948" y="43429"/>
                </a:lnTo>
                <a:lnTo>
                  <a:pt x="641183" y="43996"/>
                </a:lnTo>
                <a:lnTo>
                  <a:pt x="640434" y="44583"/>
                </a:lnTo>
                <a:lnTo>
                  <a:pt x="639700" y="45191"/>
                </a:lnTo>
                <a:lnTo>
                  <a:pt x="638981" y="45818"/>
                </a:lnTo>
                <a:lnTo>
                  <a:pt x="638277" y="46464"/>
                </a:lnTo>
                <a:lnTo>
                  <a:pt x="637590" y="47131"/>
                </a:lnTo>
                <a:lnTo>
                  <a:pt x="636917" y="47817"/>
                </a:lnTo>
                <a:lnTo>
                  <a:pt x="636260" y="48523"/>
                </a:lnTo>
                <a:lnTo>
                  <a:pt x="635618" y="49249"/>
                </a:lnTo>
                <a:lnTo>
                  <a:pt x="634992" y="49994"/>
                </a:lnTo>
                <a:lnTo>
                  <a:pt x="634381" y="50760"/>
                </a:lnTo>
                <a:lnTo>
                  <a:pt x="633786" y="51545"/>
                </a:lnTo>
                <a:lnTo>
                  <a:pt x="633206" y="52350"/>
                </a:lnTo>
                <a:lnTo>
                  <a:pt x="632641" y="53175"/>
                </a:lnTo>
                <a:lnTo>
                  <a:pt x="632092" y="54019"/>
                </a:lnTo>
                <a:lnTo>
                  <a:pt x="631558" y="54883"/>
                </a:lnTo>
                <a:lnTo>
                  <a:pt x="631040" y="55768"/>
                </a:lnTo>
                <a:lnTo>
                  <a:pt x="630537" y="56671"/>
                </a:lnTo>
                <a:lnTo>
                  <a:pt x="630049" y="57595"/>
                </a:lnTo>
                <a:lnTo>
                  <a:pt x="629577" y="58538"/>
                </a:lnTo>
                <a:lnTo>
                  <a:pt x="629122" y="59501"/>
                </a:lnTo>
                <a:lnTo>
                  <a:pt x="628687" y="60484"/>
                </a:lnTo>
                <a:lnTo>
                  <a:pt x="628271" y="61486"/>
                </a:lnTo>
                <a:lnTo>
                  <a:pt x="627874" y="62508"/>
                </a:lnTo>
                <a:lnTo>
                  <a:pt x="627497" y="63550"/>
                </a:lnTo>
                <a:lnTo>
                  <a:pt x="627139" y="64611"/>
                </a:lnTo>
                <a:lnTo>
                  <a:pt x="626800" y="65691"/>
                </a:lnTo>
                <a:lnTo>
                  <a:pt x="626481" y="66791"/>
                </a:lnTo>
                <a:lnTo>
                  <a:pt x="626181" y="67911"/>
                </a:lnTo>
                <a:lnTo>
                  <a:pt x="625900" y="69051"/>
                </a:lnTo>
                <a:lnTo>
                  <a:pt x="625639" y="70210"/>
                </a:lnTo>
                <a:lnTo>
                  <a:pt x="625397" y="71388"/>
                </a:lnTo>
                <a:lnTo>
                  <a:pt x="625174" y="72586"/>
                </a:lnTo>
                <a:lnTo>
                  <a:pt x="624971" y="73804"/>
                </a:lnTo>
                <a:lnTo>
                  <a:pt x="624787" y="75041"/>
                </a:lnTo>
                <a:lnTo>
                  <a:pt x="624623" y="76298"/>
                </a:lnTo>
                <a:lnTo>
                  <a:pt x="624478" y="77575"/>
                </a:lnTo>
                <a:lnTo>
                  <a:pt x="624352" y="78871"/>
                </a:lnTo>
                <a:lnTo>
                  <a:pt x="624245" y="80186"/>
                </a:lnTo>
                <a:lnTo>
                  <a:pt x="624158" y="81522"/>
                </a:lnTo>
                <a:lnTo>
                  <a:pt x="624091" y="82876"/>
                </a:lnTo>
                <a:lnTo>
                  <a:pt x="624042" y="84251"/>
                </a:lnTo>
                <a:lnTo>
                  <a:pt x="624013" y="85645"/>
                </a:lnTo>
                <a:lnTo>
                  <a:pt x="624004" y="87058"/>
                </a:lnTo>
                <a:lnTo>
                  <a:pt x="624013" y="88472"/>
                </a:lnTo>
                <a:lnTo>
                  <a:pt x="624043" y="89865"/>
                </a:lnTo>
                <a:lnTo>
                  <a:pt x="624092" y="91239"/>
                </a:lnTo>
                <a:lnTo>
                  <a:pt x="624161" y="92593"/>
                </a:lnTo>
                <a:lnTo>
                  <a:pt x="624250" y="93926"/>
                </a:lnTo>
                <a:lnTo>
                  <a:pt x="624358" y="95240"/>
                </a:lnTo>
                <a:lnTo>
                  <a:pt x="624486" y="96534"/>
                </a:lnTo>
                <a:lnTo>
                  <a:pt x="624634" y="97807"/>
                </a:lnTo>
                <a:lnTo>
                  <a:pt x="624801" y="99061"/>
                </a:lnTo>
                <a:lnTo>
                  <a:pt x="624988" y="100295"/>
                </a:lnTo>
                <a:lnTo>
                  <a:pt x="625195" y="101509"/>
                </a:lnTo>
                <a:lnTo>
                  <a:pt x="625422" y="102703"/>
                </a:lnTo>
                <a:lnTo>
                  <a:pt x="625668" y="103878"/>
                </a:lnTo>
                <a:lnTo>
                  <a:pt x="625934" y="105032"/>
                </a:lnTo>
                <a:lnTo>
                  <a:pt x="626219" y="106166"/>
                </a:lnTo>
                <a:lnTo>
                  <a:pt x="626524" y="107280"/>
                </a:lnTo>
                <a:lnTo>
                  <a:pt x="626849" y="108375"/>
                </a:lnTo>
                <a:lnTo>
                  <a:pt x="627194" y="109449"/>
                </a:lnTo>
                <a:lnTo>
                  <a:pt x="627558" y="110504"/>
                </a:lnTo>
                <a:lnTo>
                  <a:pt x="627942" y="111538"/>
                </a:lnTo>
                <a:lnTo>
                  <a:pt x="628346" y="112553"/>
                </a:lnTo>
                <a:lnTo>
                  <a:pt x="628770" y="113547"/>
                </a:lnTo>
                <a:lnTo>
                  <a:pt x="629213" y="114522"/>
                </a:lnTo>
                <a:lnTo>
                  <a:pt x="629676" y="115477"/>
                </a:lnTo>
                <a:lnTo>
                  <a:pt x="630156" y="116412"/>
                </a:lnTo>
                <a:lnTo>
                  <a:pt x="630651" y="117327"/>
                </a:lnTo>
                <a:lnTo>
                  <a:pt x="631162" y="118222"/>
                </a:lnTo>
                <a:lnTo>
                  <a:pt x="631688" y="119098"/>
                </a:lnTo>
                <a:lnTo>
                  <a:pt x="632229" y="119954"/>
                </a:lnTo>
                <a:lnTo>
                  <a:pt x="632786" y="120790"/>
                </a:lnTo>
                <a:lnTo>
                  <a:pt x="633358" y="121606"/>
                </a:lnTo>
                <a:lnTo>
                  <a:pt x="633945" y="122403"/>
                </a:lnTo>
                <a:lnTo>
                  <a:pt x="634547" y="123180"/>
                </a:lnTo>
                <a:lnTo>
                  <a:pt x="635164" y="123937"/>
                </a:lnTo>
                <a:lnTo>
                  <a:pt x="635797" y="124674"/>
                </a:lnTo>
                <a:lnTo>
                  <a:pt x="636445" y="125391"/>
                </a:lnTo>
                <a:lnTo>
                  <a:pt x="637108" y="126089"/>
                </a:lnTo>
                <a:lnTo>
                  <a:pt x="637787" y="126767"/>
                </a:lnTo>
                <a:lnTo>
                  <a:pt x="638480" y="127425"/>
                </a:lnTo>
                <a:lnTo>
                  <a:pt x="639189" y="128063"/>
                </a:lnTo>
                <a:lnTo>
                  <a:pt x="639913" y="128682"/>
                </a:lnTo>
                <a:lnTo>
                  <a:pt x="640653" y="129281"/>
                </a:lnTo>
                <a:lnTo>
                  <a:pt x="641407" y="129860"/>
                </a:lnTo>
                <a:lnTo>
                  <a:pt x="642177" y="130419"/>
                </a:lnTo>
                <a:lnTo>
                  <a:pt x="642962" y="130959"/>
                </a:lnTo>
                <a:lnTo>
                  <a:pt x="643763" y="131479"/>
                </a:lnTo>
                <a:lnTo>
                  <a:pt x="644578" y="131979"/>
                </a:lnTo>
                <a:lnTo>
                  <a:pt x="645409" y="132459"/>
                </a:lnTo>
                <a:lnTo>
                  <a:pt x="646253" y="132919"/>
                </a:lnTo>
                <a:lnTo>
                  <a:pt x="647107" y="133360"/>
                </a:lnTo>
                <a:lnTo>
                  <a:pt x="647971" y="133781"/>
                </a:lnTo>
                <a:lnTo>
                  <a:pt x="648845" y="134183"/>
                </a:lnTo>
                <a:lnTo>
                  <a:pt x="649730" y="134565"/>
                </a:lnTo>
                <a:lnTo>
                  <a:pt x="650625" y="134927"/>
                </a:lnTo>
                <a:lnTo>
                  <a:pt x="651530" y="135270"/>
                </a:lnTo>
                <a:lnTo>
                  <a:pt x="652446" y="135593"/>
                </a:lnTo>
                <a:lnTo>
                  <a:pt x="653371" y="135896"/>
                </a:lnTo>
                <a:lnTo>
                  <a:pt x="654307" y="136180"/>
                </a:lnTo>
                <a:lnTo>
                  <a:pt x="655254" y="136445"/>
                </a:lnTo>
                <a:lnTo>
                  <a:pt x="656210" y="136690"/>
                </a:lnTo>
                <a:lnTo>
                  <a:pt x="657177" y="136915"/>
                </a:lnTo>
                <a:lnTo>
                  <a:pt x="658155" y="137121"/>
                </a:lnTo>
                <a:lnTo>
                  <a:pt x="659142" y="137307"/>
                </a:lnTo>
                <a:lnTo>
                  <a:pt x="660140" y="137473"/>
                </a:lnTo>
                <a:lnTo>
                  <a:pt x="661148" y="137620"/>
                </a:lnTo>
                <a:lnTo>
                  <a:pt x="662166" y="137747"/>
                </a:lnTo>
                <a:lnTo>
                  <a:pt x="663195" y="137855"/>
                </a:lnTo>
                <a:lnTo>
                  <a:pt x="664233" y="137943"/>
                </a:lnTo>
                <a:lnTo>
                  <a:pt x="665283" y="138012"/>
                </a:lnTo>
                <a:lnTo>
                  <a:pt x="666342" y="138061"/>
                </a:lnTo>
                <a:lnTo>
                  <a:pt x="667412" y="138090"/>
                </a:lnTo>
                <a:lnTo>
                  <a:pt x="668492" y="138100"/>
                </a:lnTo>
                <a:lnTo>
                  <a:pt x="669433" y="138093"/>
                </a:lnTo>
                <a:lnTo>
                  <a:pt x="670367" y="138072"/>
                </a:lnTo>
                <a:lnTo>
                  <a:pt x="671293" y="138038"/>
                </a:lnTo>
                <a:lnTo>
                  <a:pt x="672211" y="137990"/>
                </a:lnTo>
                <a:lnTo>
                  <a:pt x="673122" y="137928"/>
                </a:lnTo>
                <a:lnTo>
                  <a:pt x="674025" y="137852"/>
                </a:lnTo>
                <a:close/>
                <a:moveTo>
                  <a:pt x="783000" y="137716"/>
                </a:moveTo>
                <a:lnTo>
                  <a:pt x="784106" y="137577"/>
                </a:lnTo>
                <a:lnTo>
                  <a:pt x="785197" y="137417"/>
                </a:lnTo>
                <a:lnTo>
                  <a:pt x="786273" y="137236"/>
                </a:lnTo>
                <a:lnTo>
                  <a:pt x="787335" y="137033"/>
                </a:lnTo>
                <a:lnTo>
                  <a:pt x="788382" y="136809"/>
                </a:lnTo>
                <a:lnTo>
                  <a:pt x="789415" y="136564"/>
                </a:lnTo>
                <a:lnTo>
                  <a:pt x="790433" y="136297"/>
                </a:lnTo>
                <a:lnTo>
                  <a:pt x="791437" y="136009"/>
                </a:lnTo>
                <a:lnTo>
                  <a:pt x="792426" y="135700"/>
                </a:lnTo>
                <a:lnTo>
                  <a:pt x="793401" y="135370"/>
                </a:lnTo>
                <a:lnTo>
                  <a:pt x="794361" y="135018"/>
                </a:lnTo>
                <a:lnTo>
                  <a:pt x="795306" y="134644"/>
                </a:lnTo>
                <a:lnTo>
                  <a:pt x="796237" y="134250"/>
                </a:lnTo>
                <a:lnTo>
                  <a:pt x="797153" y="133834"/>
                </a:lnTo>
                <a:lnTo>
                  <a:pt x="798055" y="133396"/>
                </a:lnTo>
                <a:lnTo>
                  <a:pt x="798942" y="132938"/>
                </a:lnTo>
                <a:lnTo>
                  <a:pt x="799815" y="132458"/>
                </a:lnTo>
                <a:lnTo>
                  <a:pt x="800673" y="131956"/>
                </a:lnTo>
                <a:lnTo>
                  <a:pt x="801515" y="131435"/>
                </a:lnTo>
                <a:lnTo>
                  <a:pt x="802342" y="130895"/>
                </a:lnTo>
                <a:lnTo>
                  <a:pt x="803151" y="130337"/>
                </a:lnTo>
                <a:lnTo>
                  <a:pt x="803944" y="129761"/>
                </a:lnTo>
                <a:lnTo>
                  <a:pt x="804721" y="129166"/>
                </a:lnTo>
                <a:lnTo>
                  <a:pt x="805482" y="128553"/>
                </a:lnTo>
                <a:lnTo>
                  <a:pt x="806226" y="127922"/>
                </a:lnTo>
                <a:lnTo>
                  <a:pt x="806953" y="127272"/>
                </a:lnTo>
                <a:lnTo>
                  <a:pt x="807664" y="126604"/>
                </a:lnTo>
                <a:lnTo>
                  <a:pt x="808359" y="125917"/>
                </a:lnTo>
                <a:lnTo>
                  <a:pt x="809037" y="125213"/>
                </a:lnTo>
                <a:lnTo>
                  <a:pt x="809699" y="124490"/>
                </a:lnTo>
                <a:lnTo>
                  <a:pt x="810344" y="123748"/>
                </a:lnTo>
                <a:lnTo>
                  <a:pt x="810973" y="122988"/>
                </a:lnTo>
                <a:lnTo>
                  <a:pt x="811585" y="122210"/>
                </a:lnTo>
                <a:lnTo>
                  <a:pt x="812181" y="121414"/>
                </a:lnTo>
                <a:lnTo>
                  <a:pt x="812761" y="120599"/>
                </a:lnTo>
                <a:lnTo>
                  <a:pt x="813324" y="119766"/>
                </a:lnTo>
                <a:lnTo>
                  <a:pt x="813870" y="118915"/>
                </a:lnTo>
                <a:lnTo>
                  <a:pt x="814401" y="118045"/>
                </a:lnTo>
                <a:lnTo>
                  <a:pt x="814914" y="117157"/>
                </a:lnTo>
                <a:lnTo>
                  <a:pt x="815412" y="116250"/>
                </a:lnTo>
                <a:lnTo>
                  <a:pt x="815893" y="115326"/>
                </a:lnTo>
                <a:lnTo>
                  <a:pt x="816357" y="114383"/>
                </a:lnTo>
                <a:lnTo>
                  <a:pt x="816804" y="113423"/>
                </a:lnTo>
                <a:lnTo>
                  <a:pt x="817231" y="112448"/>
                </a:lnTo>
                <a:lnTo>
                  <a:pt x="817640" y="111458"/>
                </a:lnTo>
                <a:lnTo>
                  <a:pt x="818030" y="110454"/>
                </a:lnTo>
                <a:lnTo>
                  <a:pt x="818401" y="109434"/>
                </a:lnTo>
                <a:lnTo>
                  <a:pt x="818752" y="108399"/>
                </a:lnTo>
                <a:lnTo>
                  <a:pt x="819085" y="107349"/>
                </a:lnTo>
                <a:lnTo>
                  <a:pt x="819399" y="106285"/>
                </a:lnTo>
                <a:lnTo>
                  <a:pt x="819693" y="105205"/>
                </a:lnTo>
                <a:lnTo>
                  <a:pt x="819969" y="104110"/>
                </a:lnTo>
                <a:lnTo>
                  <a:pt x="820225" y="103000"/>
                </a:lnTo>
                <a:lnTo>
                  <a:pt x="820463" y="101876"/>
                </a:lnTo>
                <a:lnTo>
                  <a:pt x="820682" y="100736"/>
                </a:lnTo>
                <a:lnTo>
                  <a:pt x="820881" y="99581"/>
                </a:lnTo>
                <a:lnTo>
                  <a:pt x="821062" y="98412"/>
                </a:lnTo>
                <a:lnTo>
                  <a:pt x="821223" y="97227"/>
                </a:lnTo>
                <a:lnTo>
                  <a:pt x="821366" y="96027"/>
                </a:lnTo>
                <a:lnTo>
                  <a:pt x="821490" y="94813"/>
                </a:lnTo>
                <a:lnTo>
                  <a:pt x="821594" y="93583"/>
                </a:lnTo>
                <a:lnTo>
                  <a:pt x="821680" y="92338"/>
                </a:lnTo>
                <a:lnTo>
                  <a:pt x="821746" y="91079"/>
                </a:lnTo>
                <a:lnTo>
                  <a:pt x="821794" y="89804"/>
                </a:lnTo>
                <a:lnTo>
                  <a:pt x="821822" y="88514"/>
                </a:lnTo>
                <a:lnTo>
                  <a:pt x="821832" y="87210"/>
                </a:lnTo>
                <a:lnTo>
                  <a:pt x="821822" y="85872"/>
                </a:lnTo>
                <a:lnTo>
                  <a:pt x="821794" y="84550"/>
                </a:lnTo>
                <a:lnTo>
                  <a:pt x="821746" y="83244"/>
                </a:lnTo>
                <a:lnTo>
                  <a:pt x="821680" y="81955"/>
                </a:lnTo>
                <a:lnTo>
                  <a:pt x="821594" y="80681"/>
                </a:lnTo>
                <a:lnTo>
                  <a:pt x="821490" y="79423"/>
                </a:lnTo>
                <a:lnTo>
                  <a:pt x="821366" y="78182"/>
                </a:lnTo>
                <a:lnTo>
                  <a:pt x="821223" y="76957"/>
                </a:lnTo>
                <a:lnTo>
                  <a:pt x="821062" y="75747"/>
                </a:lnTo>
                <a:lnTo>
                  <a:pt x="820881" y="74554"/>
                </a:lnTo>
                <a:lnTo>
                  <a:pt x="820682" y="73376"/>
                </a:lnTo>
                <a:lnTo>
                  <a:pt x="820463" y="72215"/>
                </a:lnTo>
                <a:lnTo>
                  <a:pt x="820225" y="71070"/>
                </a:lnTo>
                <a:lnTo>
                  <a:pt x="819969" y="69941"/>
                </a:lnTo>
                <a:lnTo>
                  <a:pt x="819693" y="68827"/>
                </a:lnTo>
                <a:lnTo>
                  <a:pt x="819399" y="67730"/>
                </a:lnTo>
                <a:lnTo>
                  <a:pt x="819085" y="66649"/>
                </a:lnTo>
                <a:lnTo>
                  <a:pt x="818752" y="65584"/>
                </a:lnTo>
                <a:lnTo>
                  <a:pt x="818401" y="64535"/>
                </a:lnTo>
                <a:lnTo>
                  <a:pt x="818030" y="63502"/>
                </a:lnTo>
                <a:lnTo>
                  <a:pt x="817640" y="62485"/>
                </a:lnTo>
                <a:lnTo>
                  <a:pt x="817231" y="61485"/>
                </a:lnTo>
                <a:lnTo>
                  <a:pt x="816804" y="60500"/>
                </a:lnTo>
                <a:lnTo>
                  <a:pt x="816357" y="59531"/>
                </a:lnTo>
                <a:lnTo>
                  <a:pt x="815893" y="58579"/>
                </a:lnTo>
                <a:lnTo>
                  <a:pt x="815412" y="57647"/>
                </a:lnTo>
                <a:lnTo>
                  <a:pt x="814914" y="56732"/>
                </a:lnTo>
                <a:lnTo>
                  <a:pt x="814401" y="55836"/>
                </a:lnTo>
                <a:lnTo>
                  <a:pt x="813870" y="54959"/>
                </a:lnTo>
                <a:lnTo>
                  <a:pt x="813324" y="54100"/>
                </a:lnTo>
                <a:lnTo>
                  <a:pt x="812761" y="53259"/>
                </a:lnTo>
                <a:lnTo>
                  <a:pt x="812181" y="52438"/>
                </a:lnTo>
                <a:lnTo>
                  <a:pt x="811585" y="51634"/>
                </a:lnTo>
                <a:lnTo>
                  <a:pt x="810973" y="50849"/>
                </a:lnTo>
                <a:lnTo>
                  <a:pt x="810344" y="50083"/>
                </a:lnTo>
                <a:lnTo>
                  <a:pt x="809699" y="49335"/>
                </a:lnTo>
                <a:lnTo>
                  <a:pt x="809037" y="48606"/>
                </a:lnTo>
                <a:lnTo>
                  <a:pt x="808359" y="47895"/>
                </a:lnTo>
                <a:lnTo>
                  <a:pt x="807664" y="47203"/>
                </a:lnTo>
                <a:lnTo>
                  <a:pt x="806953" y="46529"/>
                </a:lnTo>
                <a:lnTo>
                  <a:pt x="806226" y="45874"/>
                </a:lnTo>
                <a:lnTo>
                  <a:pt x="805482" y="45237"/>
                </a:lnTo>
                <a:lnTo>
                  <a:pt x="804721" y="44619"/>
                </a:lnTo>
                <a:lnTo>
                  <a:pt x="803944" y="44020"/>
                </a:lnTo>
                <a:lnTo>
                  <a:pt x="803151" y="43438"/>
                </a:lnTo>
                <a:lnTo>
                  <a:pt x="802342" y="42876"/>
                </a:lnTo>
                <a:lnTo>
                  <a:pt x="801515" y="42332"/>
                </a:lnTo>
                <a:lnTo>
                  <a:pt x="800673" y="41806"/>
                </a:lnTo>
                <a:lnTo>
                  <a:pt x="799815" y="41301"/>
                </a:lnTo>
                <a:lnTo>
                  <a:pt x="798942" y="40816"/>
                </a:lnTo>
                <a:lnTo>
                  <a:pt x="798055" y="40354"/>
                </a:lnTo>
                <a:lnTo>
                  <a:pt x="797153" y="39913"/>
                </a:lnTo>
                <a:lnTo>
                  <a:pt x="796237" y="39493"/>
                </a:lnTo>
                <a:lnTo>
                  <a:pt x="795306" y="39095"/>
                </a:lnTo>
                <a:lnTo>
                  <a:pt x="794361" y="38719"/>
                </a:lnTo>
                <a:lnTo>
                  <a:pt x="793401" y="38364"/>
                </a:lnTo>
                <a:lnTo>
                  <a:pt x="792426" y="38030"/>
                </a:lnTo>
                <a:lnTo>
                  <a:pt x="791437" y="37718"/>
                </a:lnTo>
                <a:lnTo>
                  <a:pt x="790433" y="37428"/>
                </a:lnTo>
                <a:lnTo>
                  <a:pt x="789415" y="37159"/>
                </a:lnTo>
                <a:lnTo>
                  <a:pt x="788382" y="36912"/>
                </a:lnTo>
                <a:lnTo>
                  <a:pt x="787335" y="36686"/>
                </a:lnTo>
                <a:lnTo>
                  <a:pt x="786273" y="36481"/>
                </a:lnTo>
                <a:lnTo>
                  <a:pt x="785197" y="36299"/>
                </a:lnTo>
                <a:lnTo>
                  <a:pt x="784106" y="36137"/>
                </a:lnTo>
                <a:lnTo>
                  <a:pt x="783000" y="35997"/>
                </a:lnTo>
                <a:lnTo>
                  <a:pt x="781880" y="35879"/>
                </a:lnTo>
                <a:lnTo>
                  <a:pt x="780746" y="35782"/>
                </a:lnTo>
                <a:lnTo>
                  <a:pt x="779596" y="35707"/>
                </a:lnTo>
                <a:lnTo>
                  <a:pt x="778433" y="35653"/>
                </a:lnTo>
                <a:lnTo>
                  <a:pt x="777254" y="35621"/>
                </a:lnTo>
                <a:lnTo>
                  <a:pt x="776061" y="35610"/>
                </a:lnTo>
                <a:lnTo>
                  <a:pt x="774893" y="35621"/>
                </a:lnTo>
                <a:lnTo>
                  <a:pt x="773739" y="35653"/>
                </a:lnTo>
                <a:lnTo>
                  <a:pt x="772598" y="35707"/>
                </a:lnTo>
                <a:lnTo>
                  <a:pt x="771472" y="35782"/>
                </a:lnTo>
                <a:lnTo>
                  <a:pt x="770359" y="35879"/>
                </a:lnTo>
                <a:lnTo>
                  <a:pt x="769261" y="35997"/>
                </a:lnTo>
                <a:lnTo>
                  <a:pt x="768177" y="36137"/>
                </a:lnTo>
                <a:lnTo>
                  <a:pt x="767107" y="36299"/>
                </a:lnTo>
                <a:lnTo>
                  <a:pt x="766051" y="36481"/>
                </a:lnTo>
                <a:lnTo>
                  <a:pt x="765009" y="36686"/>
                </a:lnTo>
                <a:lnTo>
                  <a:pt x="763981" y="36912"/>
                </a:lnTo>
                <a:lnTo>
                  <a:pt x="762967" y="37159"/>
                </a:lnTo>
                <a:lnTo>
                  <a:pt x="761967" y="37428"/>
                </a:lnTo>
                <a:lnTo>
                  <a:pt x="760981" y="37718"/>
                </a:lnTo>
                <a:lnTo>
                  <a:pt x="760009" y="38030"/>
                </a:lnTo>
                <a:lnTo>
                  <a:pt x="759051" y="38364"/>
                </a:lnTo>
                <a:lnTo>
                  <a:pt x="758107" y="38719"/>
                </a:lnTo>
                <a:lnTo>
                  <a:pt x="757177" y="39095"/>
                </a:lnTo>
                <a:lnTo>
                  <a:pt x="756262" y="39493"/>
                </a:lnTo>
                <a:lnTo>
                  <a:pt x="755360" y="39913"/>
                </a:lnTo>
                <a:lnTo>
                  <a:pt x="754472" y="40354"/>
                </a:lnTo>
                <a:lnTo>
                  <a:pt x="753599" y="40816"/>
                </a:lnTo>
                <a:lnTo>
                  <a:pt x="752739" y="41301"/>
                </a:lnTo>
                <a:lnTo>
                  <a:pt x="751894" y="41806"/>
                </a:lnTo>
                <a:lnTo>
                  <a:pt x="751064" y="42332"/>
                </a:lnTo>
                <a:lnTo>
                  <a:pt x="750250" y="42876"/>
                </a:lnTo>
                <a:lnTo>
                  <a:pt x="749453" y="43438"/>
                </a:lnTo>
                <a:lnTo>
                  <a:pt x="748673" y="44020"/>
                </a:lnTo>
                <a:lnTo>
                  <a:pt x="747909" y="44619"/>
                </a:lnTo>
                <a:lnTo>
                  <a:pt x="747162" y="45237"/>
                </a:lnTo>
                <a:lnTo>
                  <a:pt x="746432" y="45874"/>
                </a:lnTo>
                <a:lnTo>
                  <a:pt x="745718" y="46529"/>
                </a:lnTo>
                <a:lnTo>
                  <a:pt x="745021" y="47203"/>
                </a:lnTo>
                <a:lnTo>
                  <a:pt x="744340" y="47895"/>
                </a:lnTo>
                <a:lnTo>
                  <a:pt x="743676" y="48606"/>
                </a:lnTo>
                <a:lnTo>
                  <a:pt x="743028" y="49335"/>
                </a:lnTo>
                <a:lnTo>
                  <a:pt x="742398" y="50083"/>
                </a:lnTo>
                <a:lnTo>
                  <a:pt x="741783" y="50849"/>
                </a:lnTo>
                <a:lnTo>
                  <a:pt x="741186" y="51634"/>
                </a:lnTo>
                <a:lnTo>
                  <a:pt x="740605" y="52438"/>
                </a:lnTo>
                <a:lnTo>
                  <a:pt x="740040" y="53259"/>
                </a:lnTo>
                <a:lnTo>
                  <a:pt x="739493" y="54100"/>
                </a:lnTo>
                <a:lnTo>
                  <a:pt x="738962" y="54959"/>
                </a:lnTo>
                <a:lnTo>
                  <a:pt x="738447" y="55836"/>
                </a:lnTo>
                <a:lnTo>
                  <a:pt x="737949" y="56732"/>
                </a:lnTo>
                <a:lnTo>
                  <a:pt x="737468" y="57647"/>
                </a:lnTo>
                <a:lnTo>
                  <a:pt x="737003" y="58579"/>
                </a:lnTo>
                <a:lnTo>
                  <a:pt x="736555" y="59531"/>
                </a:lnTo>
                <a:lnTo>
                  <a:pt x="736124" y="60500"/>
                </a:lnTo>
                <a:lnTo>
                  <a:pt x="735712" y="61485"/>
                </a:lnTo>
                <a:lnTo>
                  <a:pt x="735318" y="62485"/>
                </a:lnTo>
                <a:lnTo>
                  <a:pt x="734942" y="63502"/>
                </a:lnTo>
                <a:lnTo>
                  <a:pt x="734585" y="64535"/>
                </a:lnTo>
                <a:lnTo>
                  <a:pt x="734246" y="65584"/>
                </a:lnTo>
                <a:lnTo>
                  <a:pt x="733925" y="66649"/>
                </a:lnTo>
                <a:lnTo>
                  <a:pt x="733623" y="67730"/>
                </a:lnTo>
                <a:lnTo>
                  <a:pt x="733339" y="68827"/>
                </a:lnTo>
                <a:lnTo>
                  <a:pt x="733073" y="69941"/>
                </a:lnTo>
                <a:lnTo>
                  <a:pt x="732826" y="71070"/>
                </a:lnTo>
                <a:lnTo>
                  <a:pt x="732597" y="72215"/>
                </a:lnTo>
                <a:lnTo>
                  <a:pt x="732386" y="73376"/>
                </a:lnTo>
                <a:lnTo>
                  <a:pt x="732194" y="74554"/>
                </a:lnTo>
                <a:lnTo>
                  <a:pt x="732020" y="75747"/>
                </a:lnTo>
                <a:lnTo>
                  <a:pt x="731864" y="76957"/>
                </a:lnTo>
                <a:lnTo>
                  <a:pt x="731726" y="78182"/>
                </a:lnTo>
                <a:lnTo>
                  <a:pt x="731607" y="79423"/>
                </a:lnTo>
                <a:lnTo>
                  <a:pt x="731507" y="80681"/>
                </a:lnTo>
                <a:lnTo>
                  <a:pt x="731424" y="81955"/>
                </a:lnTo>
                <a:lnTo>
                  <a:pt x="731360" y="83244"/>
                </a:lnTo>
                <a:lnTo>
                  <a:pt x="731314" y="84550"/>
                </a:lnTo>
                <a:lnTo>
                  <a:pt x="731287" y="85872"/>
                </a:lnTo>
                <a:lnTo>
                  <a:pt x="731278" y="87210"/>
                </a:lnTo>
                <a:lnTo>
                  <a:pt x="731287" y="88514"/>
                </a:lnTo>
                <a:lnTo>
                  <a:pt x="731314" y="89804"/>
                </a:lnTo>
                <a:lnTo>
                  <a:pt x="731360" y="91079"/>
                </a:lnTo>
                <a:lnTo>
                  <a:pt x="731424" y="92338"/>
                </a:lnTo>
                <a:lnTo>
                  <a:pt x="731507" y="93583"/>
                </a:lnTo>
                <a:lnTo>
                  <a:pt x="731607" y="94813"/>
                </a:lnTo>
                <a:lnTo>
                  <a:pt x="731726" y="96027"/>
                </a:lnTo>
                <a:lnTo>
                  <a:pt x="731864" y="97227"/>
                </a:lnTo>
                <a:lnTo>
                  <a:pt x="732020" y="98412"/>
                </a:lnTo>
                <a:lnTo>
                  <a:pt x="732194" y="99581"/>
                </a:lnTo>
                <a:lnTo>
                  <a:pt x="732386" y="100736"/>
                </a:lnTo>
                <a:lnTo>
                  <a:pt x="732597" y="101876"/>
                </a:lnTo>
                <a:lnTo>
                  <a:pt x="732826" y="103000"/>
                </a:lnTo>
                <a:lnTo>
                  <a:pt x="733073" y="104110"/>
                </a:lnTo>
                <a:lnTo>
                  <a:pt x="733339" y="105205"/>
                </a:lnTo>
                <a:lnTo>
                  <a:pt x="733623" y="106285"/>
                </a:lnTo>
                <a:lnTo>
                  <a:pt x="733925" y="107349"/>
                </a:lnTo>
                <a:lnTo>
                  <a:pt x="734246" y="108399"/>
                </a:lnTo>
                <a:lnTo>
                  <a:pt x="734585" y="109434"/>
                </a:lnTo>
                <a:lnTo>
                  <a:pt x="734942" y="110454"/>
                </a:lnTo>
                <a:lnTo>
                  <a:pt x="735318" y="111458"/>
                </a:lnTo>
                <a:lnTo>
                  <a:pt x="735712" y="112448"/>
                </a:lnTo>
                <a:lnTo>
                  <a:pt x="736124" y="113423"/>
                </a:lnTo>
                <a:lnTo>
                  <a:pt x="736555" y="114383"/>
                </a:lnTo>
                <a:lnTo>
                  <a:pt x="737003" y="115326"/>
                </a:lnTo>
                <a:lnTo>
                  <a:pt x="737468" y="116250"/>
                </a:lnTo>
                <a:lnTo>
                  <a:pt x="737949" y="117157"/>
                </a:lnTo>
                <a:lnTo>
                  <a:pt x="738447" y="118045"/>
                </a:lnTo>
                <a:lnTo>
                  <a:pt x="738962" y="118915"/>
                </a:lnTo>
                <a:lnTo>
                  <a:pt x="739493" y="119766"/>
                </a:lnTo>
                <a:lnTo>
                  <a:pt x="740040" y="120599"/>
                </a:lnTo>
                <a:lnTo>
                  <a:pt x="740605" y="121414"/>
                </a:lnTo>
                <a:lnTo>
                  <a:pt x="741186" y="122210"/>
                </a:lnTo>
                <a:lnTo>
                  <a:pt x="741783" y="122988"/>
                </a:lnTo>
                <a:lnTo>
                  <a:pt x="742398" y="123748"/>
                </a:lnTo>
                <a:lnTo>
                  <a:pt x="743028" y="124490"/>
                </a:lnTo>
                <a:lnTo>
                  <a:pt x="743676" y="125213"/>
                </a:lnTo>
                <a:lnTo>
                  <a:pt x="744340" y="125917"/>
                </a:lnTo>
                <a:lnTo>
                  <a:pt x="745021" y="126604"/>
                </a:lnTo>
                <a:lnTo>
                  <a:pt x="745718" y="127272"/>
                </a:lnTo>
                <a:lnTo>
                  <a:pt x="746432" y="127922"/>
                </a:lnTo>
                <a:lnTo>
                  <a:pt x="747162" y="128553"/>
                </a:lnTo>
                <a:lnTo>
                  <a:pt x="747909" y="129166"/>
                </a:lnTo>
                <a:lnTo>
                  <a:pt x="748673" y="129761"/>
                </a:lnTo>
                <a:lnTo>
                  <a:pt x="749453" y="130337"/>
                </a:lnTo>
                <a:lnTo>
                  <a:pt x="750250" y="130895"/>
                </a:lnTo>
                <a:lnTo>
                  <a:pt x="751064" y="131435"/>
                </a:lnTo>
                <a:lnTo>
                  <a:pt x="751894" y="131956"/>
                </a:lnTo>
                <a:lnTo>
                  <a:pt x="752739" y="132458"/>
                </a:lnTo>
                <a:lnTo>
                  <a:pt x="753599" y="132938"/>
                </a:lnTo>
                <a:lnTo>
                  <a:pt x="754472" y="133396"/>
                </a:lnTo>
                <a:lnTo>
                  <a:pt x="755360" y="133834"/>
                </a:lnTo>
                <a:lnTo>
                  <a:pt x="756262" y="134250"/>
                </a:lnTo>
                <a:lnTo>
                  <a:pt x="757177" y="134644"/>
                </a:lnTo>
                <a:lnTo>
                  <a:pt x="758107" y="135018"/>
                </a:lnTo>
                <a:lnTo>
                  <a:pt x="759051" y="135370"/>
                </a:lnTo>
                <a:lnTo>
                  <a:pt x="760009" y="135700"/>
                </a:lnTo>
                <a:lnTo>
                  <a:pt x="760981" y="136009"/>
                </a:lnTo>
                <a:lnTo>
                  <a:pt x="761967" y="136297"/>
                </a:lnTo>
                <a:lnTo>
                  <a:pt x="762967" y="136564"/>
                </a:lnTo>
                <a:lnTo>
                  <a:pt x="763981" y="136809"/>
                </a:lnTo>
                <a:lnTo>
                  <a:pt x="765009" y="137033"/>
                </a:lnTo>
                <a:lnTo>
                  <a:pt x="766051" y="137236"/>
                </a:lnTo>
                <a:lnTo>
                  <a:pt x="767107" y="137417"/>
                </a:lnTo>
                <a:lnTo>
                  <a:pt x="768177" y="137577"/>
                </a:lnTo>
                <a:lnTo>
                  <a:pt x="769261" y="137716"/>
                </a:lnTo>
                <a:lnTo>
                  <a:pt x="770359" y="137833"/>
                </a:lnTo>
                <a:lnTo>
                  <a:pt x="771472" y="137929"/>
                </a:lnTo>
                <a:lnTo>
                  <a:pt x="772598" y="138004"/>
                </a:lnTo>
                <a:lnTo>
                  <a:pt x="773739" y="138057"/>
                </a:lnTo>
                <a:lnTo>
                  <a:pt x="774893" y="138089"/>
                </a:lnTo>
                <a:lnTo>
                  <a:pt x="776061" y="138100"/>
                </a:lnTo>
                <a:lnTo>
                  <a:pt x="777254" y="138089"/>
                </a:lnTo>
                <a:lnTo>
                  <a:pt x="778433" y="138057"/>
                </a:lnTo>
                <a:lnTo>
                  <a:pt x="779596" y="138004"/>
                </a:lnTo>
                <a:lnTo>
                  <a:pt x="780746" y="137929"/>
                </a:lnTo>
                <a:lnTo>
                  <a:pt x="781880" y="137833"/>
                </a:lnTo>
                <a:lnTo>
                  <a:pt x="783000" y="137716"/>
                </a:lnTo>
                <a:close/>
                <a:moveTo>
                  <a:pt x="771151" y="124676"/>
                </a:moveTo>
                <a:lnTo>
                  <a:pt x="770385" y="124566"/>
                </a:lnTo>
                <a:lnTo>
                  <a:pt x="769633" y="124439"/>
                </a:lnTo>
                <a:lnTo>
                  <a:pt x="768897" y="124295"/>
                </a:lnTo>
                <a:lnTo>
                  <a:pt x="768175" y="124134"/>
                </a:lnTo>
                <a:lnTo>
                  <a:pt x="767468" y="123957"/>
                </a:lnTo>
                <a:lnTo>
                  <a:pt x="766777" y="123762"/>
                </a:lnTo>
                <a:lnTo>
                  <a:pt x="766100" y="123551"/>
                </a:lnTo>
                <a:lnTo>
                  <a:pt x="765438" y="123322"/>
                </a:lnTo>
                <a:lnTo>
                  <a:pt x="764791" y="123077"/>
                </a:lnTo>
                <a:lnTo>
                  <a:pt x="764159" y="122814"/>
                </a:lnTo>
                <a:lnTo>
                  <a:pt x="763541" y="122535"/>
                </a:lnTo>
                <a:lnTo>
                  <a:pt x="762939" y="122239"/>
                </a:lnTo>
                <a:lnTo>
                  <a:pt x="762351" y="121926"/>
                </a:lnTo>
                <a:lnTo>
                  <a:pt x="761779" y="121596"/>
                </a:lnTo>
                <a:lnTo>
                  <a:pt x="761221" y="121249"/>
                </a:lnTo>
                <a:lnTo>
                  <a:pt x="760678" y="120885"/>
                </a:lnTo>
                <a:lnTo>
                  <a:pt x="760150" y="120505"/>
                </a:lnTo>
                <a:lnTo>
                  <a:pt x="759637" y="120107"/>
                </a:lnTo>
                <a:lnTo>
                  <a:pt x="759138" y="119694"/>
                </a:lnTo>
                <a:lnTo>
                  <a:pt x="758650" y="119269"/>
                </a:lnTo>
                <a:lnTo>
                  <a:pt x="758174" y="118830"/>
                </a:lnTo>
                <a:lnTo>
                  <a:pt x="757710" y="118379"/>
                </a:lnTo>
                <a:lnTo>
                  <a:pt x="757257" y="117915"/>
                </a:lnTo>
                <a:lnTo>
                  <a:pt x="756817" y="117438"/>
                </a:lnTo>
                <a:lnTo>
                  <a:pt x="756388" y="116948"/>
                </a:lnTo>
                <a:lnTo>
                  <a:pt x="755971" y="116446"/>
                </a:lnTo>
                <a:lnTo>
                  <a:pt x="755566" y="115930"/>
                </a:lnTo>
                <a:lnTo>
                  <a:pt x="755173" y="115402"/>
                </a:lnTo>
                <a:lnTo>
                  <a:pt x="754791" y="114861"/>
                </a:lnTo>
                <a:lnTo>
                  <a:pt x="754422" y="114307"/>
                </a:lnTo>
                <a:lnTo>
                  <a:pt x="754064" y="113740"/>
                </a:lnTo>
                <a:lnTo>
                  <a:pt x="753718" y="113161"/>
                </a:lnTo>
                <a:lnTo>
                  <a:pt x="753384" y="112569"/>
                </a:lnTo>
                <a:lnTo>
                  <a:pt x="753061" y="111963"/>
                </a:lnTo>
                <a:lnTo>
                  <a:pt x="752751" y="111345"/>
                </a:lnTo>
                <a:lnTo>
                  <a:pt x="752452" y="110715"/>
                </a:lnTo>
                <a:lnTo>
                  <a:pt x="752165" y="110071"/>
                </a:lnTo>
                <a:lnTo>
                  <a:pt x="751890" y="109415"/>
                </a:lnTo>
                <a:lnTo>
                  <a:pt x="751626" y="108745"/>
                </a:lnTo>
                <a:lnTo>
                  <a:pt x="751375" y="108063"/>
                </a:lnTo>
                <a:lnTo>
                  <a:pt x="751135" y="107368"/>
                </a:lnTo>
                <a:lnTo>
                  <a:pt x="750907" y="106661"/>
                </a:lnTo>
                <a:lnTo>
                  <a:pt x="750690" y="105943"/>
                </a:lnTo>
                <a:lnTo>
                  <a:pt x="750482" y="105216"/>
                </a:lnTo>
                <a:lnTo>
                  <a:pt x="750283" y="104482"/>
                </a:lnTo>
                <a:lnTo>
                  <a:pt x="750094" y="103740"/>
                </a:lnTo>
                <a:lnTo>
                  <a:pt x="749913" y="102990"/>
                </a:lnTo>
                <a:lnTo>
                  <a:pt x="749742" y="102232"/>
                </a:lnTo>
                <a:lnTo>
                  <a:pt x="749580" y="101466"/>
                </a:lnTo>
                <a:lnTo>
                  <a:pt x="749428" y="100691"/>
                </a:lnTo>
                <a:lnTo>
                  <a:pt x="749284" y="99909"/>
                </a:lnTo>
                <a:lnTo>
                  <a:pt x="749150" y="99119"/>
                </a:lnTo>
                <a:lnTo>
                  <a:pt x="749026" y="98321"/>
                </a:lnTo>
                <a:lnTo>
                  <a:pt x="748910" y="97515"/>
                </a:lnTo>
                <a:lnTo>
                  <a:pt x="748804" y="96700"/>
                </a:lnTo>
                <a:lnTo>
                  <a:pt x="748707" y="95878"/>
                </a:lnTo>
                <a:lnTo>
                  <a:pt x="748619" y="95048"/>
                </a:lnTo>
                <a:lnTo>
                  <a:pt x="748540" y="94210"/>
                </a:lnTo>
                <a:lnTo>
                  <a:pt x="748471" y="93364"/>
                </a:lnTo>
                <a:lnTo>
                  <a:pt x="748411" y="92509"/>
                </a:lnTo>
                <a:lnTo>
                  <a:pt x="748360" y="91647"/>
                </a:lnTo>
                <a:lnTo>
                  <a:pt x="748318" y="90777"/>
                </a:lnTo>
                <a:lnTo>
                  <a:pt x="748286" y="89899"/>
                </a:lnTo>
                <a:lnTo>
                  <a:pt x="748263" y="89012"/>
                </a:lnTo>
                <a:lnTo>
                  <a:pt x="748249" y="88118"/>
                </a:lnTo>
                <a:lnTo>
                  <a:pt x="748244" y="87216"/>
                </a:lnTo>
                <a:lnTo>
                  <a:pt x="748249" y="86296"/>
                </a:lnTo>
                <a:lnTo>
                  <a:pt x="748263" y="85385"/>
                </a:lnTo>
                <a:lnTo>
                  <a:pt x="748286" y="84481"/>
                </a:lnTo>
                <a:lnTo>
                  <a:pt x="748318" y="83586"/>
                </a:lnTo>
                <a:lnTo>
                  <a:pt x="748360" y="82699"/>
                </a:lnTo>
                <a:lnTo>
                  <a:pt x="748411" y="81821"/>
                </a:lnTo>
                <a:lnTo>
                  <a:pt x="748471" y="80950"/>
                </a:lnTo>
                <a:lnTo>
                  <a:pt x="748540" y="80088"/>
                </a:lnTo>
                <a:lnTo>
                  <a:pt x="748619" y="79234"/>
                </a:lnTo>
                <a:lnTo>
                  <a:pt x="748707" y="78388"/>
                </a:lnTo>
                <a:lnTo>
                  <a:pt x="748804" y="77550"/>
                </a:lnTo>
                <a:lnTo>
                  <a:pt x="748910" y="76721"/>
                </a:lnTo>
                <a:lnTo>
                  <a:pt x="749026" y="75900"/>
                </a:lnTo>
                <a:lnTo>
                  <a:pt x="749150" y="75087"/>
                </a:lnTo>
                <a:lnTo>
                  <a:pt x="749284" y="74282"/>
                </a:lnTo>
                <a:lnTo>
                  <a:pt x="749428" y="73485"/>
                </a:lnTo>
                <a:lnTo>
                  <a:pt x="749580" y="72697"/>
                </a:lnTo>
                <a:lnTo>
                  <a:pt x="749742" y="71916"/>
                </a:lnTo>
                <a:lnTo>
                  <a:pt x="749913" y="71144"/>
                </a:lnTo>
                <a:lnTo>
                  <a:pt x="750094" y="70380"/>
                </a:lnTo>
                <a:lnTo>
                  <a:pt x="750283" y="69625"/>
                </a:lnTo>
                <a:lnTo>
                  <a:pt x="750482" y="68877"/>
                </a:lnTo>
                <a:lnTo>
                  <a:pt x="750690" y="68138"/>
                </a:lnTo>
                <a:lnTo>
                  <a:pt x="750907" y="67407"/>
                </a:lnTo>
                <a:lnTo>
                  <a:pt x="751135" y="66687"/>
                </a:lnTo>
                <a:lnTo>
                  <a:pt x="751375" y="65979"/>
                </a:lnTo>
                <a:lnTo>
                  <a:pt x="751626" y="65285"/>
                </a:lnTo>
                <a:lnTo>
                  <a:pt x="751890" y="64603"/>
                </a:lnTo>
                <a:lnTo>
                  <a:pt x="752165" y="63935"/>
                </a:lnTo>
                <a:lnTo>
                  <a:pt x="752452" y="63279"/>
                </a:lnTo>
                <a:lnTo>
                  <a:pt x="752751" y="62637"/>
                </a:lnTo>
                <a:lnTo>
                  <a:pt x="753061" y="62008"/>
                </a:lnTo>
                <a:lnTo>
                  <a:pt x="753384" y="61391"/>
                </a:lnTo>
                <a:lnTo>
                  <a:pt x="753718" y="60788"/>
                </a:lnTo>
                <a:lnTo>
                  <a:pt x="754064" y="60198"/>
                </a:lnTo>
                <a:lnTo>
                  <a:pt x="754422" y="59620"/>
                </a:lnTo>
                <a:lnTo>
                  <a:pt x="754791" y="59056"/>
                </a:lnTo>
                <a:lnTo>
                  <a:pt x="755173" y="58505"/>
                </a:lnTo>
                <a:lnTo>
                  <a:pt x="755566" y="57967"/>
                </a:lnTo>
                <a:lnTo>
                  <a:pt x="755971" y="57441"/>
                </a:lnTo>
                <a:lnTo>
                  <a:pt x="756388" y="56929"/>
                </a:lnTo>
                <a:lnTo>
                  <a:pt x="756817" y="56430"/>
                </a:lnTo>
                <a:lnTo>
                  <a:pt x="757257" y="55944"/>
                </a:lnTo>
                <a:lnTo>
                  <a:pt x="757710" y="55471"/>
                </a:lnTo>
                <a:lnTo>
                  <a:pt x="758174" y="55010"/>
                </a:lnTo>
                <a:lnTo>
                  <a:pt x="758650" y="54563"/>
                </a:lnTo>
                <a:lnTo>
                  <a:pt x="759138" y="54129"/>
                </a:lnTo>
                <a:lnTo>
                  <a:pt x="759637" y="53708"/>
                </a:lnTo>
                <a:lnTo>
                  <a:pt x="760150" y="53302"/>
                </a:lnTo>
                <a:lnTo>
                  <a:pt x="760678" y="52913"/>
                </a:lnTo>
                <a:lnTo>
                  <a:pt x="761221" y="52541"/>
                </a:lnTo>
                <a:lnTo>
                  <a:pt x="761779" y="52187"/>
                </a:lnTo>
                <a:lnTo>
                  <a:pt x="762351" y="51850"/>
                </a:lnTo>
                <a:lnTo>
                  <a:pt x="762939" y="51530"/>
                </a:lnTo>
                <a:lnTo>
                  <a:pt x="763541" y="51227"/>
                </a:lnTo>
                <a:lnTo>
                  <a:pt x="764159" y="50942"/>
                </a:lnTo>
                <a:lnTo>
                  <a:pt x="764791" y="50674"/>
                </a:lnTo>
                <a:lnTo>
                  <a:pt x="765438" y="50424"/>
                </a:lnTo>
                <a:lnTo>
                  <a:pt x="766100" y="50190"/>
                </a:lnTo>
                <a:lnTo>
                  <a:pt x="766777" y="49974"/>
                </a:lnTo>
                <a:lnTo>
                  <a:pt x="767468" y="49775"/>
                </a:lnTo>
                <a:lnTo>
                  <a:pt x="768175" y="49594"/>
                </a:lnTo>
                <a:lnTo>
                  <a:pt x="768897" y="49430"/>
                </a:lnTo>
                <a:lnTo>
                  <a:pt x="769633" y="49283"/>
                </a:lnTo>
                <a:lnTo>
                  <a:pt x="770385" y="49153"/>
                </a:lnTo>
                <a:lnTo>
                  <a:pt x="771151" y="49041"/>
                </a:lnTo>
                <a:lnTo>
                  <a:pt x="771932" y="48946"/>
                </a:lnTo>
                <a:lnTo>
                  <a:pt x="772728" y="48868"/>
                </a:lnTo>
                <a:lnTo>
                  <a:pt x="773539" y="48807"/>
                </a:lnTo>
                <a:lnTo>
                  <a:pt x="774365" y="48764"/>
                </a:lnTo>
                <a:lnTo>
                  <a:pt x="775206" y="48738"/>
                </a:lnTo>
                <a:lnTo>
                  <a:pt x="776061" y="48730"/>
                </a:lnTo>
                <a:lnTo>
                  <a:pt x="776942" y="48738"/>
                </a:lnTo>
                <a:lnTo>
                  <a:pt x="777807" y="48764"/>
                </a:lnTo>
                <a:lnTo>
                  <a:pt x="778657" y="48807"/>
                </a:lnTo>
                <a:lnTo>
                  <a:pt x="779492" y="48868"/>
                </a:lnTo>
                <a:lnTo>
                  <a:pt x="780312" y="48946"/>
                </a:lnTo>
                <a:lnTo>
                  <a:pt x="781117" y="49041"/>
                </a:lnTo>
                <a:lnTo>
                  <a:pt x="781907" y="49153"/>
                </a:lnTo>
                <a:lnTo>
                  <a:pt x="782681" y="49283"/>
                </a:lnTo>
                <a:lnTo>
                  <a:pt x="783441" y="49430"/>
                </a:lnTo>
                <a:lnTo>
                  <a:pt x="784186" y="49594"/>
                </a:lnTo>
                <a:lnTo>
                  <a:pt x="784915" y="49775"/>
                </a:lnTo>
                <a:lnTo>
                  <a:pt x="785630" y="49974"/>
                </a:lnTo>
                <a:lnTo>
                  <a:pt x="786329" y="50190"/>
                </a:lnTo>
                <a:lnTo>
                  <a:pt x="787014" y="50424"/>
                </a:lnTo>
                <a:lnTo>
                  <a:pt x="787683" y="50674"/>
                </a:lnTo>
                <a:lnTo>
                  <a:pt x="788337" y="50942"/>
                </a:lnTo>
                <a:lnTo>
                  <a:pt x="788976" y="51227"/>
                </a:lnTo>
                <a:lnTo>
                  <a:pt x="789600" y="51530"/>
                </a:lnTo>
                <a:lnTo>
                  <a:pt x="790209" y="51850"/>
                </a:lnTo>
                <a:lnTo>
                  <a:pt x="790803" y="52187"/>
                </a:lnTo>
                <a:lnTo>
                  <a:pt x="791382" y="52541"/>
                </a:lnTo>
                <a:lnTo>
                  <a:pt x="791946" y="52913"/>
                </a:lnTo>
                <a:lnTo>
                  <a:pt x="792494" y="53302"/>
                </a:lnTo>
                <a:lnTo>
                  <a:pt x="793028" y="53708"/>
                </a:lnTo>
                <a:lnTo>
                  <a:pt x="793548" y="54129"/>
                </a:lnTo>
                <a:lnTo>
                  <a:pt x="794056" y="54563"/>
                </a:lnTo>
                <a:lnTo>
                  <a:pt x="794551" y="55010"/>
                </a:lnTo>
                <a:lnTo>
                  <a:pt x="795034" y="55471"/>
                </a:lnTo>
                <a:lnTo>
                  <a:pt x="795504" y="55944"/>
                </a:lnTo>
                <a:lnTo>
                  <a:pt x="795963" y="56430"/>
                </a:lnTo>
                <a:lnTo>
                  <a:pt x="796409" y="56929"/>
                </a:lnTo>
                <a:lnTo>
                  <a:pt x="796842" y="57441"/>
                </a:lnTo>
                <a:lnTo>
                  <a:pt x="797263" y="57967"/>
                </a:lnTo>
                <a:lnTo>
                  <a:pt x="797672" y="58505"/>
                </a:lnTo>
                <a:lnTo>
                  <a:pt x="798069" y="59056"/>
                </a:lnTo>
                <a:lnTo>
                  <a:pt x="798453" y="59620"/>
                </a:lnTo>
                <a:lnTo>
                  <a:pt x="798825" y="60198"/>
                </a:lnTo>
                <a:lnTo>
                  <a:pt x="799185" y="60788"/>
                </a:lnTo>
                <a:lnTo>
                  <a:pt x="799532" y="61391"/>
                </a:lnTo>
                <a:lnTo>
                  <a:pt x="799867" y="62008"/>
                </a:lnTo>
                <a:lnTo>
                  <a:pt x="800190" y="62637"/>
                </a:lnTo>
                <a:lnTo>
                  <a:pt x="800500" y="63279"/>
                </a:lnTo>
                <a:lnTo>
                  <a:pt x="800798" y="63935"/>
                </a:lnTo>
                <a:lnTo>
                  <a:pt x="801084" y="64603"/>
                </a:lnTo>
                <a:lnTo>
                  <a:pt x="801357" y="65285"/>
                </a:lnTo>
                <a:lnTo>
                  <a:pt x="801618" y="65979"/>
                </a:lnTo>
                <a:lnTo>
                  <a:pt x="801867" y="66687"/>
                </a:lnTo>
                <a:lnTo>
                  <a:pt x="802103" y="67407"/>
                </a:lnTo>
                <a:lnTo>
                  <a:pt x="802328" y="68138"/>
                </a:lnTo>
                <a:lnTo>
                  <a:pt x="802544" y="68877"/>
                </a:lnTo>
                <a:lnTo>
                  <a:pt x="802750" y="69625"/>
                </a:lnTo>
                <a:lnTo>
                  <a:pt x="802947" y="70380"/>
                </a:lnTo>
                <a:lnTo>
                  <a:pt x="803134" y="71144"/>
                </a:lnTo>
                <a:lnTo>
                  <a:pt x="803312" y="71916"/>
                </a:lnTo>
                <a:lnTo>
                  <a:pt x="803479" y="72697"/>
                </a:lnTo>
                <a:lnTo>
                  <a:pt x="803638" y="73485"/>
                </a:lnTo>
                <a:lnTo>
                  <a:pt x="803786" y="74282"/>
                </a:lnTo>
                <a:lnTo>
                  <a:pt x="803925" y="75087"/>
                </a:lnTo>
                <a:lnTo>
                  <a:pt x="804055" y="75900"/>
                </a:lnTo>
                <a:lnTo>
                  <a:pt x="804175" y="76721"/>
                </a:lnTo>
                <a:lnTo>
                  <a:pt x="804285" y="77550"/>
                </a:lnTo>
                <a:lnTo>
                  <a:pt x="804386" y="78388"/>
                </a:lnTo>
                <a:lnTo>
                  <a:pt x="804477" y="79234"/>
                </a:lnTo>
                <a:lnTo>
                  <a:pt x="804558" y="80088"/>
                </a:lnTo>
                <a:lnTo>
                  <a:pt x="804630" y="80950"/>
                </a:lnTo>
                <a:lnTo>
                  <a:pt x="804692" y="81821"/>
                </a:lnTo>
                <a:lnTo>
                  <a:pt x="804745" y="82699"/>
                </a:lnTo>
                <a:lnTo>
                  <a:pt x="804788" y="83586"/>
                </a:lnTo>
                <a:lnTo>
                  <a:pt x="804822" y="84481"/>
                </a:lnTo>
                <a:lnTo>
                  <a:pt x="804846" y="85385"/>
                </a:lnTo>
                <a:lnTo>
                  <a:pt x="804860" y="86296"/>
                </a:lnTo>
                <a:lnTo>
                  <a:pt x="804865" y="87216"/>
                </a:lnTo>
                <a:lnTo>
                  <a:pt x="804860" y="88118"/>
                </a:lnTo>
                <a:lnTo>
                  <a:pt x="804846" y="89012"/>
                </a:lnTo>
                <a:lnTo>
                  <a:pt x="804822" y="89899"/>
                </a:lnTo>
                <a:lnTo>
                  <a:pt x="804788" y="90777"/>
                </a:lnTo>
                <a:lnTo>
                  <a:pt x="804745" y="91647"/>
                </a:lnTo>
                <a:lnTo>
                  <a:pt x="804692" y="92509"/>
                </a:lnTo>
                <a:lnTo>
                  <a:pt x="804630" y="93364"/>
                </a:lnTo>
                <a:lnTo>
                  <a:pt x="804558" y="94210"/>
                </a:lnTo>
                <a:lnTo>
                  <a:pt x="804477" y="95048"/>
                </a:lnTo>
                <a:lnTo>
                  <a:pt x="804386" y="95878"/>
                </a:lnTo>
                <a:lnTo>
                  <a:pt x="804285" y="96700"/>
                </a:lnTo>
                <a:lnTo>
                  <a:pt x="804175" y="97515"/>
                </a:lnTo>
                <a:lnTo>
                  <a:pt x="804055" y="98321"/>
                </a:lnTo>
                <a:lnTo>
                  <a:pt x="803925" y="99119"/>
                </a:lnTo>
                <a:lnTo>
                  <a:pt x="803786" y="99909"/>
                </a:lnTo>
                <a:lnTo>
                  <a:pt x="803638" y="100691"/>
                </a:lnTo>
                <a:lnTo>
                  <a:pt x="803479" y="101466"/>
                </a:lnTo>
                <a:lnTo>
                  <a:pt x="803312" y="102232"/>
                </a:lnTo>
                <a:lnTo>
                  <a:pt x="803134" y="102990"/>
                </a:lnTo>
                <a:lnTo>
                  <a:pt x="802947" y="103740"/>
                </a:lnTo>
                <a:lnTo>
                  <a:pt x="802750" y="104482"/>
                </a:lnTo>
                <a:lnTo>
                  <a:pt x="802544" y="105216"/>
                </a:lnTo>
                <a:lnTo>
                  <a:pt x="802328" y="105943"/>
                </a:lnTo>
                <a:lnTo>
                  <a:pt x="802103" y="106661"/>
                </a:lnTo>
                <a:lnTo>
                  <a:pt x="801867" y="107368"/>
                </a:lnTo>
                <a:lnTo>
                  <a:pt x="801618" y="108063"/>
                </a:lnTo>
                <a:lnTo>
                  <a:pt x="801357" y="108745"/>
                </a:lnTo>
                <a:lnTo>
                  <a:pt x="801084" y="109415"/>
                </a:lnTo>
                <a:lnTo>
                  <a:pt x="800798" y="110071"/>
                </a:lnTo>
                <a:lnTo>
                  <a:pt x="800500" y="110715"/>
                </a:lnTo>
                <a:lnTo>
                  <a:pt x="800190" y="111345"/>
                </a:lnTo>
                <a:lnTo>
                  <a:pt x="799867" y="111963"/>
                </a:lnTo>
                <a:lnTo>
                  <a:pt x="799532" y="112569"/>
                </a:lnTo>
                <a:lnTo>
                  <a:pt x="799185" y="113161"/>
                </a:lnTo>
                <a:lnTo>
                  <a:pt x="798825" y="113740"/>
                </a:lnTo>
                <a:lnTo>
                  <a:pt x="798453" y="114307"/>
                </a:lnTo>
                <a:lnTo>
                  <a:pt x="798069" y="114861"/>
                </a:lnTo>
                <a:lnTo>
                  <a:pt x="797672" y="115402"/>
                </a:lnTo>
                <a:lnTo>
                  <a:pt x="797263" y="115930"/>
                </a:lnTo>
                <a:lnTo>
                  <a:pt x="796842" y="116446"/>
                </a:lnTo>
                <a:lnTo>
                  <a:pt x="796409" y="116948"/>
                </a:lnTo>
                <a:lnTo>
                  <a:pt x="795963" y="117438"/>
                </a:lnTo>
                <a:lnTo>
                  <a:pt x="795504" y="117915"/>
                </a:lnTo>
                <a:lnTo>
                  <a:pt x="795034" y="118379"/>
                </a:lnTo>
                <a:lnTo>
                  <a:pt x="794551" y="118830"/>
                </a:lnTo>
                <a:lnTo>
                  <a:pt x="794056" y="119269"/>
                </a:lnTo>
                <a:lnTo>
                  <a:pt x="793548" y="119694"/>
                </a:lnTo>
                <a:lnTo>
                  <a:pt x="793028" y="120107"/>
                </a:lnTo>
                <a:lnTo>
                  <a:pt x="792494" y="120505"/>
                </a:lnTo>
                <a:lnTo>
                  <a:pt x="791946" y="120885"/>
                </a:lnTo>
                <a:lnTo>
                  <a:pt x="791382" y="121249"/>
                </a:lnTo>
                <a:lnTo>
                  <a:pt x="790803" y="121596"/>
                </a:lnTo>
                <a:lnTo>
                  <a:pt x="790209" y="121926"/>
                </a:lnTo>
                <a:lnTo>
                  <a:pt x="789600" y="122239"/>
                </a:lnTo>
                <a:lnTo>
                  <a:pt x="788976" y="122535"/>
                </a:lnTo>
                <a:lnTo>
                  <a:pt x="788337" y="122814"/>
                </a:lnTo>
                <a:lnTo>
                  <a:pt x="787683" y="123077"/>
                </a:lnTo>
                <a:lnTo>
                  <a:pt x="787014" y="123322"/>
                </a:lnTo>
                <a:lnTo>
                  <a:pt x="786329" y="123551"/>
                </a:lnTo>
                <a:lnTo>
                  <a:pt x="785630" y="123762"/>
                </a:lnTo>
                <a:lnTo>
                  <a:pt x="784915" y="123957"/>
                </a:lnTo>
                <a:lnTo>
                  <a:pt x="784186" y="124134"/>
                </a:lnTo>
                <a:lnTo>
                  <a:pt x="783441" y="124295"/>
                </a:lnTo>
                <a:lnTo>
                  <a:pt x="782681" y="124439"/>
                </a:lnTo>
                <a:lnTo>
                  <a:pt x="781907" y="124566"/>
                </a:lnTo>
                <a:lnTo>
                  <a:pt x="781117" y="124676"/>
                </a:lnTo>
                <a:lnTo>
                  <a:pt x="780312" y="124769"/>
                </a:lnTo>
                <a:lnTo>
                  <a:pt x="779492" y="124845"/>
                </a:lnTo>
                <a:lnTo>
                  <a:pt x="778657" y="124904"/>
                </a:lnTo>
                <a:lnTo>
                  <a:pt x="777807" y="124947"/>
                </a:lnTo>
                <a:lnTo>
                  <a:pt x="776942" y="124972"/>
                </a:lnTo>
                <a:lnTo>
                  <a:pt x="776061" y="124981"/>
                </a:lnTo>
                <a:lnTo>
                  <a:pt x="775206" y="124972"/>
                </a:lnTo>
                <a:lnTo>
                  <a:pt x="774365" y="124947"/>
                </a:lnTo>
                <a:lnTo>
                  <a:pt x="773539" y="124904"/>
                </a:lnTo>
                <a:lnTo>
                  <a:pt x="772728" y="124845"/>
                </a:lnTo>
                <a:lnTo>
                  <a:pt x="771932" y="124769"/>
                </a:lnTo>
                <a:lnTo>
                  <a:pt x="771151" y="124676"/>
                </a:lnTo>
                <a:close/>
                <a:moveTo>
                  <a:pt x="1001127" y="138025"/>
                </a:moveTo>
                <a:lnTo>
                  <a:pt x="1001779" y="137992"/>
                </a:lnTo>
                <a:lnTo>
                  <a:pt x="1002428" y="137953"/>
                </a:lnTo>
                <a:lnTo>
                  <a:pt x="1003072" y="137908"/>
                </a:lnTo>
                <a:lnTo>
                  <a:pt x="1003713" y="137857"/>
                </a:lnTo>
                <a:lnTo>
                  <a:pt x="1004350" y="137800"/>
                </a:lnTo>
                <a:lnTo>
                  <a:pt x="1004982" y="137737"/>
                </a:lnTo>
                <a:lnTo>
                  <a:pt x="1005611" y="137668"/>
                </a:lnTo>
                <a:lnTo>
                  <a:pt x="1006236" y="137594"/>
                </a:lnTo>
                <a:lnTo>
                  <a:pt x="1006857" y="137513"/>
                </a:lnTo>
                <a:lnTo>
                  <a:pt x="1007474" y="137426"/>
                </a:lnTo>
                <a:lnTo>
                  <a:pt x="1008087" y="137333"/>
                </a:lnTo>
                <a:lnTo>
                  <a:pt x="1008696" y="137234"/>
                </a:lnTo>
                <a:lnTo>
                  <a:pt x="1009301" y="137129"/>
                </a:lnTo>
                <a:lnTo>
                  <a:pt x="1009902" y="137018"/>
                </a:lnTo>
                <a:lnTo>
                  <a:pt x="1010499" y="136901"/>
                </a:lnTo>
                <a:lnTo>
                  <a:pt x="1011093" y="136778"/>
                </a:lnTo>
                <a:lnTo>
                  <a:pt x="1011682" y="136649"/>
                </a:lnTo>
                <a:lnTo>
                  <a:pt x="1012267" y="136515"/>
                </a:lnTo>
                <a:lnTo>
                  <a:pt x="1012849" y="136374"/>
                </a:lnTo>
                <a:lnTo>
                  <a:pt x="1013425" y="136227"/>
                </a:lnTo>
                <a:lnTo>
                  <a:pt x="1013996" y="136073"/>
                </a:lnTo>
                <a:lnTo>
                  <a:pt x="1014560" y="135913"/>
                </a:lnTo>
                <a:lnTo>
                  <a:pt x="1015118" y="135746"/>
                </a:lnTo>
                <a:lnTo>
                  <a:pt x="1015670" y="135573"/>
                </a:lnTo>
                <a:lnTo>
                  <a:pt x="1016215" y="135393"/>
                </a:lnTo>
                <a:lnTo>
                  <a:pt x="1016755" y="135207"/>
                </a:lnTo>
                <a:lnTo>
                  <a:pt x="1017288" y="135014"/>
                </a:lnTo>
                <a:lnTo>
                  <a:pt x="1017815" y="134815"/>
                </a:lnTo>
                <a:lnTo>
                  <a:pt x="1018336" y="134609"/>
                </a:lnTo>
                <a:lnTo>
                  <a:pt x="1018851" y="134396"/>
                </a:lnTo>
                <a:lnTo>
                  <a:pt x="1019359" y="134177"/>
                </a:lnTo>
                <a:lnTo>
                  <a:pt x="1019862" y="133952"/>
                </a:lnTo>
                <a:lnTo>
                  <a:pt x="1020358" y="133720"/>
                </a:lnTo>
                <a:lnTo>
                  <a:pt x="1020848" y="133481"/>
                </a:lnTo>
                <a:lnTo>
                  <a:pt x="1021332" y="133236"/>
                </a:lnTo>
                <a:lnTo>
                  <a:pt x="1021810" y="132985"/>
                </a:lnTo>
                <a:lnTo>
                  <a:pt x="1022282" y="132727"/>
                </a:lnTo>
                <a:lnTo>
                  <a:pt x="1022747" y="132462"/>
                </a:lnTo>
                <a:lnTo>
                  <a:pt x="1023206" y="132191"/>
                </a:lnTo>
                <a:lnTo>
                  <a:pt x="1023660" y="131913"/>
                </a:lnTo>
                <a:lnTo>
                  <a:pt x="1024107" y="131629"/>
                </a:lnTo>
                <a:lnTo>
                  <a:pt x="1024547" y="131338"/>
                </a:lnTo>
                <a:lnTo>
                  <a:pt x="1024982" y="131041"/>
                </a:lnTo>
                <a:lnTo>
                  <a:pt x="1025410" y="130737"/>
                </a:lnTo>
                <a:lnTo>
                  <a:pt x="1025829" y="130426"/>
                </a:lnTo>
                <a:lnTo>
                  <a:pt x="1026241" y="130107"/>
                </a:lnTo>
                <a:lnTo>
                  <a:pt x="1026645" y="129782"/>
                </a:lnTo>
                <a:lnTo>
                  <a:pt x="1027041" y="129450"/>
                </a:lnTo>
                <a:lnTo>
                  <a:pt x="1027430" y="129111"/>
                </a:lnTo>
                <a:lnTo>
                  <a:pt x="1027810" y="128764"/>
                </a:lnTo>
                <a:lnTo>
                  <a:pt x="1028182" y="128411"/>
                </a:lnTo>
                <a:lnTo>
                  <a:pt x="1028547" y="128050"/>
                </a:lnTo>
                <a:lnTo>
                  <a:pt x="1028904" y="127683"/>
                </a:lnTo>
                <a:lnTo>
                  <a:pt x="1029253" y="127308"/>
                </a:lnTo>
                <a:lnTo>
                  <a:pt x="1029594" y="126926"/>
                </a:lnTo>
                <a:lnTo>
                  <a:pt x="1029927" y="126538"/>
                </a:lnTo>
                <a:lnTo>
                  <a:pt x="1030252" y="126142"/>
                </a:lnTo>
                <a:lnTo>
                  <a:pt x="1030569" y="125739"/>
                </a:lnTo>
                <a:lnTo>
                  <a:pt x="1030879" y="125329"/>
                </a:lnTo>
                <a:lnTo>
                  <a:pt x="1031180" y="124912"/>
                </a:lnTo>
                <a:lnTo>
                  <a:pt x="1031474" y="124488"/>
                </a:lnTo>
                <a:lnTo>
                  <a:pt x="1031760" y="124057"/>
                </a:lnTo>
                <a:lnTo>
                  <a:pt x="1032038" y="123619"/>
                </a:lnTo>
                <a:lnTo>
                  <a:pt x="1032308" y="123174"/>
                </a:lnTo>
                <a:lnTo>
                  <a:pt x="1032570" y="122722"/>
                </a:lnTo>
                <a:lnTo>
                  <a:pt x="1032824" y="122263"/>
                </a:lnTo>
                <a:lnTo>
                  <a:pt x="1033071" y="121796"/>
                </a:lnTo>
                <a:lnTo>
                  <a:pt x="1033308" y="121323"/>
                </a:lnTo>
                <a:lnTo>
                  <a:pt x="1033536" y="120842"/>
                </a:lnTo>
                <a:lnTo>
                  <a:pt x="1033753" y="120354"/>
                </a:lnTo>
                <a:lnTo>
                  <a:pt x="1033960" y="119859"/>
                </a:lnTo>
                <a:lnTo>
                  <a:pt x="1034157" y="119357"/>
                </a:lnTo>
                <a:lnTo>
                  <a:pt x="1034344" y="118847"/>
                </a:lnTo>
                <a:lnTo>
                  <a:pt x="1034521" y="118330"/>
                </a:lnTo>
                <a:lnTo>
                  <a:pt x="1034687" y="117806"/>
                </a:lnTo>
                <a:lnTo>
                  <a:pt x="1034844" y="117275"/>
                </a:lnTo>
                <a:lnTo>
                  <a:pt x="1034991" y="116737"/>
                </a:lnTo>
                <a:lnTo>
                  <a:pt x="1035127" y="116191"/>
                </a:lnTo>
                <a:lnTo>
                  <a:pt x="1035253" y="115638"/>
                </a:lnTo>
                <a:lnTo>
                  <a:pt x="1035369" y="115078"/>
                </a:lnTo>
                <a:lnTo>
                  <a:pt x="1035476" y="114510"/>
                </a:lnTo>
                <a:lnTo>
                  <a:pt x="1035572" y="113936"/>
                </a:lnTo>
                <a:lnTo>
                  <a:pt x="1035657" y="113354"/>
                </a:lnTo>
                <a:lnTo>
                  <a:pt x="1035733" y="112765"/>
                </a:lnTo>
                <a:lnTo>
                  <a:pt x="1035799" y="112169"/>
                </a:lnTo>
                <a:lnTo>
                  <a:pt x="1035854" y="111565"/>
                </a:lnTo>
                <a:lnTo>
                  <a:pt x="1035900" y="110954"/>
                </a:lnTo>
                <a:lnTo>
                  <a:pt x="1035935" y="110337"/>
                </a:lnTo>
                <a:lnTo>
                  <a:pt x="1035961" y="109711"/>
                </a:lnTo>
                <a:lnTo>
                  <a:pt x="1035976" y="109079"/>
                </a:lnTo>
                <a:lnTo>
                  <a:pt x="1035981" y="108439"/>
                </a:lnTo>
                <a:lnTo>
                  <a:pt x="1035974" y="107700"/>
                </a:lnTo>
                <a:lnTo>
                  <a:pt x="1035955" y="106972"/>
                </a:lnTo>
                <a:lnTo>
                  <a:pt x="1035923" y="106255"/>
                </a:lnTo>
                <a:lnTo>
                  <a:pt x="1035878" y="105548"/>
                </a:lnTo>
                <a:lnTo>
                  <a:pt x="1035820" y="104854"/>
                </a:lnTo>
                <a:lnTo>
                  <a:pt x="1035750" y="104170"/>
                </a:lnTo>
                <a:lnTo>
                  <a:pt x="1035666" y="103497"/>
                </a:lnTo>
                <a:lnTo>
                  <a:pt x="1035570" y="102836"/>
                </a:lnTo>
                <a:lnTo>
                  <a:pt x="1035461" y="102185"/>
                </a:lnTo>
                <a:lnTo>
                  <a:pt x="1035339" y="101546"/>
                </a:lnTo>
                <a:lnTo>
                  <a:pt x="1035204" y="100918"/>
                </a:lnTo>
                <a:lnTo>
                  <a:pt x="1035056" y="100301"/>
                </a:lnTo>
                <a:lnTo>
                  <a:pt x="1034895" y="99695"/>
                </a:lnTo>
                <a:lnTo>
                  <a:pt x="1034722" y="99100"/>
                </a:lnTo>
                <a:lnTo>
                  <a:pt x="1034536" y="98516"/>
                </a:lnTo>
                <a:lnTo>
                  <a:pt x="1034337" y="97943"/>
                </a:lnTo>
                <a:lnTo>
                  <a:pt x="1034125" y="97382"/>
                </a:lnTo>
                <a:lnTo>
                  <a:pt x="1033900" y="96832"/>
                </a:lnTo>
                <a:lnTo>
                  <a:pt x="1033662" y="96292"/>
                </a:lnTo>
                <a:lnTo>
                  <a:pt x="1033412" y="95764"/>
                </a:lnTo>
                <a:lnTo>
                  <a:pt x="1033149" y="95247"/>
                </a:lnTo>
                <a:lnTo>
                  <a:pt x="1032872" y="94741"/>
                </a:lnTo>
                <a:lnTo>
                  <a:pt x="1032583" y="94247"/>
                </a:lnTo>
                <a:lnTo>
                  <a:pt x="1032282" y="93763"/>
                </a:lnTo>
                <a:lnTo>
                  <a:pt x="1031967" y="93288"/>
                </a:lnTo>
                <a:lnTo>
                  <a:pt x="1031640" y="92821"/>
                </a:lnTo>
                <a:lnTo>
                  <a:pt x="1031301" y="92361"/>
                </a:lnTo>
                <a:lnTo>
                  <a:pt x="1030949" y="91908"/>
                </a:lnTo>
                <a:lnTo>
                  <a:pt x="1030584" y="91462"/>
                </a:lnTo>
                <a:lnTo>
                  <a:pt x="1030207" y="91023"/>
                </a:lnTo>
                <a:lnTo>
                  <a:pt x="1029818" y="90592"/>
                </a:lnTo>
                <a:lnTo>
                  <a:pt x="1029415" y="90168"/>
                </a:lnTo>
                <a:lnTo>
                  <a:pt x="1029001" y="89751"/>
                </a:lnTo>
                <a:lnTo>
                  <a:pt x="1028574" y="89342"/>
                </a:lnTo>
                <a:lnTo>
                  <a:pt x="1028134" y="88939"/>
                </a:lnTo>
                <a:lnTo>
                  <a:pt x="1027682" y="88544"/>
                </a:lnTo>
                <a:lnTo>
                  <a:pt x="1027218" y="88156"/>
                </a:lnTo>
                <a:lnTo>
                  <a:pt x="1026741" y="87776"/>
                </a:lnTo>
                <a:lnTo>
                  <a:pt x="1026251" y="87402"/>
                </a:lnTo>
                <a:lnTo>
                  <a:pt x="1025749" y="87036"/>
                </a:lnTo>
                <a:lnTo>
                  <a:pt x="1025235" y="86677"/>
                </a:lnTo>
                <a:lnTo>
                  <a:pt x="1024708" y="86326"/>
                </a:lnTo>
                <a:lnTo>
                  <a:pt x="1024168" y="85981"/>
                </a:lnTo>
                <a:lnTo>
                  <a:pt x="1023616" y="85644"/>
                </a:lnTo>
                <a:lnTo>
                  <a:pt x="1023052" y="85314"/>
                </a:lnTo>
                <a:lnTo>
                  <a:pt x="1022475" y="84991"/>
                </a:lnTo>
                <a:lnTo>
                  <a:pt x="1021885" y="84676"/>
                </a:lnTo>
                <a:lnTo>
                  <a:pt x="1021283" y="84367"/>
                </a:lnTo>
                <a:lnTo>
                  <a:pt x="1020669" y="84064"/>
                </a:lnTo>
                <a:lnTo>
                  <a:pt x="1020042" y="83765"/>
                </a:lnTo>
                <a:lnTo>
                  <a:pt x="1019404" y="83469"/>
                </a:lnTo>
                <a:lnTo>
                  <a:pt x="1018754" y="83177"/>
                </a:lnTo>
                <a:lnTo>
                  <a:pt x="1018092" y="82888"/>
                </a:lnTo>
                <a:lnTo>
                  <a:pt x="1017417" y="82603"/>
                </a:lnTo>
                <a:lnTo>
                  <a:pt x="1016731" y="82321"/>
                </a:lnTo>
                <a:lnTo>
                  <a:pt x="1016033" y="82043"/>
                </a:lnTo>
                <a:lnTo>
                  <a:pt x="1015323" y="81768"/>
                </a:lnTo>
                <a:lnTo>
                  <a:pt x="1014601" y="81497"/>
                </a:lnTo>
                <a:lnTo>
                  <a:pt x="1013866" y="81229"/>
                </a:lnTo>
                <a:lnTo>
                  <a:pt x="1013120" y="80965"/>
                </a:lnTo>
                <a:lnTo>
                  <a:pt x="1012362" y="80704"/>
                </a:lnTo>
                <a:lnTo>
                  <a:pt x="1011592" y="80447"/>
                </a:lnTo>
                <a:lnTo>
                  <a:pt x="1010810" y="80194"/>
                </a:lnTo>
                <a:lnTo>
                  <a:pt x="1010016" y="79944"/>
                </a:lnTo>
                <a:lnTo>
                  <a:pt x="1009210" y="79697"/>
                </a:lnTo>
                <a:lnTo>
                  <a:pt x="1008392" y="79454"/>
                </a:lnTo>
                <a:lnTo>
                  <a:pt x="1007561" y="79214"/>
                </a:lnTo>
                <a:lnTo>
                  <a:pt x="1006719" y="78978"/>
                </a:lnTo>
                <a:lnTo>
                  <a:pt x="1005865" y="78746"/>
                </a:lnTo>
                <a:lnTo>
                  <a:pt x="1004999" y="78517"/>
                </a:lnTo>
                <a:lnTo>
                  <a:pt x="1004121" y="78292"/>
                </a:lnTo>
                <a:lnTo>
                  <a:pt x="1003231" y="78070"/>
                </a:lnTo>
                <a:lnTo>
                  <a:pt x="1002416" y="77867"/>
                </a:lnTo>
                <a:lnTo>
                  <a:pt x="1001615" y="77665"/>
                </a:lnTo>
                <a:lnTo>
                  <a:pt x="1000828" y="77464"/>
                </a:lnTo>
                <a:lnTo>
                  <a:pt x="1000056" y="77264"/>
                </a:lnTo>
                <a:lnTo>
                  <a:pt x="999297" y="77065"/>
                </a:lnTo>
                <a:lnTo>
                  <a:pt x="998552" y="76866"/>
                </a:lnTo>
                <a:lnTo>
                  <a:pt x="997821" y="76669"/>
                </a:lnTo>
                <a:lnTo>
                  <a:pt x="997104" y="76473"/>
                </a:lnTo>
                <a:lnTo>
                  <a:pt x="996402" y="76277"/>
                </a:lnTo>
                <a:lnTo>
                  <a:pt x="995713" y="76082"/>
                </a:lnTo>
                <a:lnTo>
                  <a:pt x="995039" y="75888"/>
                </a:lnTo>
                <a:lnTo>
                  <a:pt x="994378" y="75695"/>
                </a:lnTo>
                <a:lnTo>
                  <a:pt x="993732" y="75503"/>
                </a:lnTo>
                <a:lnTo>
                  <a:pt x="993099" y="75312"/>
                </a:lnTo>
                <a:lnTo>
                  <a:pt x="992481" y="75122"/>
                </a:lnTo>
                <a:lnTo>
                  <a:pt x="991876" y="74932"/>
                </a:lnTo>
                <a:lnTo>
                  <a:pt x="991286" y="74744"/>
                </a:lnTo>
                <a:lnTo>
                  <a:pt x="990710" y="74556"/>
                </a:lnTo>
                <a:lnTo>
                  <a:pt x="990148" y="74369"/>
                </a:lnTo>
                <a:lnTo>
                  <a:pt x="989599" y="74183"/>
                </a:lnTo>
                <a:lnTo>
                  <a:pt x="989065" y="73998"/>
                </a:lnTo>
                <a:lnTo>
                  <a:pt x="988545" y="73814"/>
                </a:lnTo>
                <a:lnTo>
                  <a:pt x="988039" y="73631"/>
                </a:lnTo>
                <a:lnTo>
                  <a:pt x="987547" y="73449"/>
                </a:lnTo>
                <a:lnTo>
                  <a:pt x="987068" y="73266"/>
                </a:lnTo>
                <a:lnTo>
                  <a:pt x="986600" y="73081"/>
                </a:lnTo>
                <a:lnTo>
                  <a:pt x="986144" y="72894"/>
                </a:lnTo>
                <a:lnTo>
                  <a:pt x="985700" y="72705"/>
                </a:lnTo>
                <a:lnTo>
                  <a:pt x="985268" y="72514"/>
                </a:lnTo>
                <a:lnTo>
                  <a:pt x="984847" y="72321"/>
                </a:lnTo>
                <a:lnTo>
                  <a:pt x="984437" y="72126"/>
                </a:lnTo>
                <a:lnTo>
                  <a:pt x="984040" y="71930"/>
                </a:lnTo>
                <a:lnTo>
                  <a:pt x="983654" y="71731"/>
                </a:lnTo>
                <a:lnTo>
                  <a:pt x="983279" y="71531"/>
                </a:lnTo>
                <a:lnTo>
                  <a:pt x="982917" y="71328"/>
                </a:lnTo>
                <a:lnTo>
                  <a:pt x="982566" y="71124"/>
                </a:lnTo>
                <a:lnTo>
                  <a:pt x="982226" y="70917"/>
                </a:lnTo>
                <a:lnTo>
                  <a:pt x="981898" y="70709"/>
                </a:lnTo>
                <a:lnTo>
                  <a:pt x="981582" y="70499"/>
                </a:lnTo>
                <a:lnTo>
                  <a:pt x="981278" y="70287"/>
                </a:lnTo>
                <a:lnTo>
                  <a:pt x="980985" y="70073"/>
                </a:lnTo>
                <a:lnTo>
                  <a:pt x="980704" y="69857"/>
                </a:lnTo>
                <a:lnTo>
                  <a:pt x="980434" y="69639"/>
                </a:lnTo>
                <a:lnTo>
                  <a:pt x="980176" y="69419"/>
                </a:lnTo>
                <a:lnTo>
                  <a:pt x="979930" y="69197"/>
                </a:lnTo>
                <a:lnTo>
                  <a:pt x="979695" y="68973"/>
                </a:lnTo>
                <a:lnTo>
                  <a:pt x="979472" y="68747"/>
                </a:lnTo>
                <a:lnTo>
                  <a:pt x="979261" y="68520"/>
                </a:lnTo>
                <a:lnTo>
                  <a:pt x="979060" y="68289"/>
                </a:lnTo>
                <a:lnTo>
                  <a:pt x="978867" y="68054"/>
                </a:lnTo>
                <a:lnTo>
                  <a:pt x="978683" y="67815"/>
                </a:lnTo>
                <a:lnTo>
                  <a:pt x="978508" y="67571"/>
                </a:lnTo>
                <a:lnTo>
                  <a:pt x="978341" y="67324"/>
                </a:lnTo>
                <a:lnTo>
                  <a:pt x="978182" y="67072"/>
                </a:lnTo>
                <a:lnTo>
                  <a:pt x="978032" y="66816"/>
                </a:lnTo>
                <a:lnTo>
                  <a:pt x="977891" y="66556"/>
                </a:lnTo>
                <a:lnTo>
                  <a:pt x="977758" y="66291"/>
                </a:lnTo>
                <a:lnTo>
                  <a:pt x="977634" y="66022"/>
                </a:lnTo>
                <a:lnTo>
                  <a:pt x="977519" y="65749"/>
                </a:lnTo>
                <a:lnTo>
                  <a:pt x="977412" y="65472"/>
                </a:lnTo>
                <a:lnTo>
                  <a:pt x="977313" y="65190"/>
                </a:lnTo>
                <a:lnTo>
                  <a:pt x="977223" y="64905"/>
                </a:lnTo>
                <a:lnTo>
                  <a:pt x="977142" y="64615"/>
                </a:lnTo>
                <a:lnTo>
                  <a:pt x="977069" y="64321"/>
                </a:lnTo>
                <a:lnTo>
                  <a:pt x="977005" y="64022"/>
                </a:lnTo>
                <a:lnTo>
                  <a:pt x="976949" y="63720"/>
                </a:lnTo>
                <a:lnTo>
                  <a:pt x="976902" y="63413"/>
                </a:lnTo>
                <a:lnTo>
                  <a:pt x="976864" y="63102"/>
                </a:lnTo>
                <a:lnTo>
                  <a:pt x="976834" y="62786"/>
                </a:lnTo>
                <a:lnTo>
                  <a:pt x="976812" y="62467"/>
                </a:lnTo>
                <a:lnTo>
                  <a:pt x="976799" y="62143"/>
                </a:lnTo>
                <a:lnTo>
                  <a:pt x="976795" y="61815"/>
                </a:lnTo>
                <a:lnTo>
                  <a:pt x="976805" y="61230"/>
                </a:lnTo>
                <a:lnTo>
                  <a:pt x="976833" y="60659"/>
                </a:lnTo>
                <a:lnTo>
                  <a:pt x="976881" y="60100"/>
                </a:lnTo>
                <a:lnTo>
                  <a:pt x="976948" y="59554"/>
                </a:lnTo>
                <a:lnTo>
                  <a:pt x="977035" y="59022"/>
                </a:lnTo>
                <a:lnTo>
                  <a:pt x="977140" y="58502"/>
                </a:lnTo>
                <a:lnTo>
                  <a:pt x="977265" y="57995"/>
                </a:lnTo>
                <a:lnTo>
                  <a:pt x="977409" y="57502"/>
                </a:lnTo>
                <a:lnTo>
                  <a:pt x="977572" y="57022"/>
                </a:lnTo>
                <a:lnTo>
                  <a:pt x="977754" y="56554"/>
                </a:lnTo>
                <a:lnTo>
                  <a:pt x="977955" y="56100"/>
                </a:lnTo>
                <a:lnTo>
                  <a:pt x="978176" y="55658"/>
                </a:lnTo>
                <a:lnTo>
                  <a:pt x="978416" y="55230"/>
                </a:lnTo>
                <a:lnTo>
                  <a:pt x="978675" y="54815"/>
                </a:lnTo>
                <a:lnTo>
                  <a:pt x="978953" y="54413"/>
                </a:lnTo>
                <a:lnTo>
                  <a:pt x="979250" y="54024"/>
                </a:lnTo>
                <a:lnTo>
                  <a:pt x="979567" y="53648"/>
                </a:lnTo>
                <a:lnTo>
                  <a:pt x="979902" y="53285"/>
                </a:lnTo>
                <a:lnTo>
                  <a:pt x="980257" y="52935"/>
                </a:lnTo>
                <a:lnTo>
                  <a:pt x="980631" y="52598"/>
                </a:lnTo>
                <a:lnTo>
                  <a:pt x="981024" y="52274"/>
                </a:lnTo>
                <a:lnTo>
                  <a:pt x="981437" y="51963"/>
                </a:lnTo>
                <a:lnTo>
                  <a:pt x="981868" y="51665"/>
                </a:lnTo>
                <a:lnTo>
                  <a:pt x="982319" y="51381"/>
                </a:lnTo>
                <a:lnTo>
                  <a:pt x="982785" y="51108"/>
                </a:lnTo>
                <a:lnTo>
                  <a:pt x="983263" y="50847"/>
                </a:lnTo>
                <a:lnTo>
                  <a:pt x="983752" y="50597"/>
                </a:lnTo>
                <a:lnTo>
                  <a:pt x="984253" y="50360"/>
                </a:lnTo>
                <a:lnTo>
                  <a:pt x="984766" y="50133"/>
                </a:lnTo>
                <a:lnTo>
                  <a:pt x="985291" y="49919"/>
                </a:lnTo>
                <a:lnTo>
                  <a:pt x="985827" y="49716"/>
                </a:lnTo>
                <a:lnTo>
                  <a:pt x="986374" y="49524"/>
                </a:lnTo>
                <a:lnTo>
                  <a:pt x="986934" y="49344"/>
                </a:lnTo>
                <a:lnTo>
                  <a:pt x="987505" y="49176"/>
                </a:lnTo>
                <a:lnTo>
                  <a:pt x="988087" y="49019"/>
                </a:lnTo>
                <a:lnTo>
                  <a:pt x="988681" y="48874"/>
                </a:lnTo>
                <a:lnTo>
                  <a:pt x="989287" y="48741"/>
                </a:lnTo>
                <a:lnTo>
                  <a:pt x="989905" y="48619"/>
                </a:lnTo>
                <a:lnTo>
                  <a:pt x="990534" y="48509"/>
                </a:lnTo>
                <a:lnTo>
                  <a:pt x="991175" y="48410"/>
                </a:lnTo>
                <a:lnTo>
                  <a:pt x="991827" y="48323"/>
                </a:lnTo>
                <a:lnTo>
                  <a:pt x="992492" y="48248"/>
                </a:lnTo>
                <a:lnTo>
                  <a:pt x="993167" y="48184"/>
                </a:lnTo>
                <a:lnTo>
                  <a:pt x="993855" y="48132"/>
                </a:lnTo>
                <a:lnTo>
                  <a:pt x="994554" y="48091"/>
                </a:lnTo>
                <a:lnTo>
                  <a:pt x="995265" y="48062"/>
                </a:lnTo>
                <a:lnTo>
                  <a:pt x="995987" y="48045"/>
                </a:lnTo>
                <a:lnTo>
                  <a:pt x="996721" y="48039"/>
                </a:lnTo>
                <a:lnTo>
                  <a:pt x="997448" y="48047"/>
                </a:lnTo>
                <a:lnTo>
                  <a:pt x="998166" y="48070"/>
                </a:lnTo>
                <a:lnTo>
                  <a:pt x="998874" y="48109"/>
                </a:lnTo>
                <a:lnTo>
                  <a:pt x="999573" y="48163"/>
                </a:lnTo>
                <a:lnTo>
                  <a:pt x="1000263" y="48232"/>
                </a:lnTo>
                <a:lnTo>
                  <a:pt x="1000944" y="48317"/>
                </a:lnTo>
                <a:lnTo>
                  <a:pt x="1001615" y="48418"/>
                </a:lnTo>
                <a:lnTo>
                  <a:pt x="1002278" y="48534"/>
                </a:lnTo>
                <a:lnTo>
                  <a:pt x="1002931" y="48665"/>
                </a:lnTo>
                <a:lnTo>
                  <a:pt x="1003574" y="48812"/>
                </a:lnTo>
                <a:lnTo>
                  <a:pt x="1004209" y="48974"/>
                </a:lnTo>
                <a:lnTo>
                  <a:pt x="1004834" y="49152"/>
                </a:lnTo>
                <a:lnTo>
                  <a:pt x="1005450" y="49345"/>
                </a:lnTo>
                <a:lnTo>
                  <a:pt x="1006057" y="49554"/>
                </a:lnTo>
                <a:lnTo>
                  <a:pt x="1006655" y="49778"/>
                </a:lnTo>
                <a:lnTo>
                  <a:pt x="1007243" y="50017"/>
                </a:lnTo>
                <a:lnTo>
                  <a:pt x="1007822" y="50272"/>
                </a:lnTo>
                <a:lnTo>
                  <a:pt x="1008392" y="50543"/>
                </a:lnTo>
                <a:lnTo>
                  <a:pt x="1008952" y="50829"/>
                </a:lnTo>
                <a:lnTo>
                  <a:pt x="1009503" y="51130"/>
                </a:lnTo>
                <a:lnTo>
                  <a:pt x="1010045" y="51447"/>
                </a:lnTo>
                <a:lnTo>
                  <a:pt x="1010578" y="51779"/>
                </a:lnTo>
                <a:lnTo>
                  <a:pt x="1011102" y="52127"/>
                </a:lnTo>
                <a:lnTo>
                  <a:pt x="1011616" y="52490"/>
                </a:lnTo>
                <a:lnTo>
                  <a:pt x="1012115" y="52872"/>
                </a:lnTo>
                <a:lnTo>
                  <a:pt x="1012593" y="53276"/>
                </a:lnTo>
                <a:lnTo>
                  <a:pt x="1013049" y="53702"/>
                </a:lnTo>
                <a:lnTo>
                  <a:pt x="1013485" y="54150"/>
                </a:lnTo>
                <a:lnTo>
                  <a:pt x="1013899" y="54619"/>
                </a:lnTo>
                <a:lnTo>
                  <a:pt x="1014292" y="55111"/>
                </a:lnTo>
                <a:lnTo>
                  <a:pt x="1014663" y="55624"/>
                </a:lnTo>
                <a:lnTo>
                  <a:pt x="1015014" y="56160"/>
                </a:lnTo>
                <a:lnTo>
                  <a:pt x="1015343" y="56717"/>
                </a:lnTo>
                <a:lnTo>
                  <a:pt x="1015651" y="57296"/>
                </a:lnTo>
                <a:lnTo>
                  <a:pt x="1015937" y="57898"/>
                </a:lnTo>
                <a:lnTo>
                  <a:pt x="1016203" y="58521"/>
                </a:lnTo>
                <a:lnTo>
                  <a:pt x="1016447" y="59166"/>
                </a:lnTo>
                <a:lnTo>
                  <a:pt x="1016670" y="59833"/>
                </a:lnTo>
                <a:lnTo>
                  <a:pt x="1016872" y="60522"/>
                </a:lnTo>
                <a:lnTo>
                  <a:pt x="1017052" y="61233"/>
                </a:lnTo>
                <a:lnTo>
                  <a:pt x="1017212" y="61965"/>
                </a:lnTo>
                <a:lnTo>
                  <a:pt x="1017350" y="62720"/>
                </a:lnTo>
                <a:lnTo>
                  <a:pt x="1017466" y="63497"/>
                </a:lnTo>
                <a:lnTo>
                  <a:pt x="1017562" y="64295"/>
                </a:lnTo>
                <a:lnTo>
                  <a:pt x="1017636" y="65116"/>
                </a:lnTo>
                <a:lnTo>
                  <a:pt x="1017689" y="65958"/>
                </a:lnTo>
                <a:lnTo>
                  <a:pt x="1017721" y="66823"/>
                </a:lnTo>
                <a:lnTo>
                  <a:pt x="1017732" y="67709"/>
                </a:lnTo>
                <a:lnTo>
                  <a:pt x="1033712" y="67709"/>
                </a:lnTo>
                <a:lnTo>
                  <a:pt x="1033707" y="67002"/>
                </a:lnTo>
                <a:lnTo>
                  <a:pt x="1033691" y="66304"/>
                </a:lnTo>
                <a:lnTo>
                  <a:pt x="1033666" y="65614"/>
                </a:lnTo>
                <a:lnTo>
                  <a:pt x="1033630" y="64933"/>
                </a:lnTo>
                <a:lnTo>
                  <a:pt x="1033583" y="64260"/>
                </a:lnTo>
                <a:lnTo>
                  <a:pt x="1033527" y="63595"/>
                </a:lnTo>
                <a:lnTo>
                  <a:pt x="1033460" y="62939"/>
                </a:lnTo>
                <a:lnTo>
                  <a:pt x="1033383" y="62292"/>
                </a:lnTo>
                <a:lnTo>
                  <a:pt x="1033296" y="61653"/>
                </a:lnTo>
                <a:lnTo>
                  <a:pt x="1033198" y="61022"/>
                </a:lnTo>
                <a:lnTo>
                  <a:pt x="1033090" y="60400"/>
                </a:lnTo>
                <a:lnTo>
                  <a:pt x="1032972" y="59786"/>
                </a:lnTo>
                <a:lnTo>
                  <a:pt x="1032844" y="59181"/>
                </a:lnTo>
                <a:lnTo>
                  <a:pt x="1032705" y="58584"/>
                </a:lnTo>
                <a:lnTo>
                  <a:pt x="1032556" y="57996"/>
                </a:lnTo>
                <a:lnTo>
                  <a:pt x="1032397" y="57416"/>
                </a:lnTo>
                <a:lnTo>
                  <a:pt x="1032227" y="56845"/>
                </a:lnTo>
                <a:lnTo>
                  <a:pt x="1032047" y="56282"/>
                </a:lnTo>
                <a:lnTo>
                  <a:pt x="1031857" y="55727"/>
                </a:lnTo>
                <a:lnTo>
                  <a:pt x="1031657" y="55181"/>
                </a:lnTo>
                <a:lnTo>
                  <a:pt x="1031446" y="54644"/>
                </a:lnTo>
                <a:lnTo>
                  <a:pt x="1031225" y="54115"/>
                </a:lnTo>
                <a:lnTo>
                  <a:pt x="1030994" y="53594"/>
                </a:lnTo>
                <a:lnTo>
                  <a:pt x="1030753" y="53082"/>
                </a:lnTo>
                <a:lnTo>
                  <a:pt x="1030502" y="52578"/>
                </a:lnTo>
                <a:lnTo>
                  <a:pt x="1030245" y="52082"/>
                </a:lnTo>
                <a:lnTo>
                  <a:pt x="1029980" y="51594"/>
                </a:lnTo>
                <a:lnTo>
                  <a:pt x="1029707" y="51113"/>
                </a:lnTo>
                <a:lnTo>
                  <a:pt x="1029428" y="50640"/>
                </a:lnTo>
                <a:lnTo>
                  <a:pt x="1029140" y="50175"/>
                </a:lnTo>
                <a:lnTo>
                  <a:pt x="1028846" y="49717"/>
                </a:lnTo>
                <a:lnTo>
                  <a:pt x="1028544" y="49268"/>
                </a:lnTo>
                <a:lnTo>
                  <a:pt x="1028235" y="48826"/>
                </a:lnTo>
                <a:lnTo>
                  <a:pt x="1027918" y="48392"/>
                </a:lnTo>
                <a:lnTo>
                  <a:pt x="1027594" y="47965"/>
                </a:lnTo>
                <a:lnTo>
                  <a:pt x="1027263" y="47547"/>
                </a:lnTo>
                <a:lnTo>
                  <a:pt x="1026924" y="47136"/>
                </a:lnTo>
                <a:lnTo>
                  <a:pt x="1026578" y="46733"/>
                </a:lnTo>
                <a:lnTo>
                  <a:pt x="1026225" y="46337"/>
                </a:lnTo>
                <a:lnTo>
                  <a:pt x="1025864" y="45950"/>
                </a:lnTo>
                <a:lnTo>
                  <a:pt x="1025496" y="45570"/>
                </a:lnTo>
                <a:lnTo>
                  <a:pt x="1025121" y="45198"/>
                </a:lnTo>
                <a:lnTo>
                  <a:pt x="1024738" y="44834"/>
                </a:lnTo>
                <a:lnTo>
                  <a:pt x="1024348" y="44477"/>
                </a:lnTo>
                <a:lnTo>
                  <a:pt x="1023950" y="44128"/>
                </a:lnTo>
                <a:lnTo>
                  <a:pt x="1023545" y="43787"/>
                </a:lnTo>
                <a:lnTo>
                  <a:pt x="1023133" y="43454"/>
                </a:lnTo>
                <a:lnTo>
                  <a:pt x="1022713" y="43129"/>
                </a:lnTo>
                <a:lnTo>
                  <a:pt x="1022287" y="42810"/>
                </a:lnTo>
                <a:lnTo>
                  <a:pt x="1021856" y="42499"/>
                </a:lnTo>
                <a:lnTo>
                  <a:pt x="1021419" y="42195"/>
                </a:lnTo>
                <a:lnTo>
                  <a:pt x="1020976" y="41898"/>
                </a:lnTo>
                <a:lnTo>
                  <a:pt x="1020528" y="41607"/>
                </a:lnTo>
                <a:lnTo>
                  <a:pt x="1020075" y="41324"/>
                </a:lnTo>
                <a:lnTo>
                  <a:pt x="1019616" y="41048"/>
                </a:lnTo>
                <a:lnTo>
                  <a:pt x="1019151" y="40780"/>
                </a:lnTo>
                <a:lnTo>
                  <a:pt x="1018681" y="40518"/>
                </a:lnTo>
                <a:lnTo>
                  <a:pt x="1018206" y="40263"/>
                </a:lnTo>
                <a:lnTo>
                  <a:pt x="1017725" y="40015"/>
                </a:lnTo>
                <a:lnTo>
                  <a:pt x="1017239" y="39775"/>
                </a:lnTo>
                <a:lnTo>
                  <a:pt x="1016747" y="39541"/>
                </a:lnTo>
                <a:lnTo>
                  <a:pt x="1016249" y="39315"/>
                </a:lnTo>
                <a:lnTo>
                  <a:pt x="1015747" y="39095"/>
                </a:lnTo>
                <a:lnTo>
                  <a:pt x="1015238" y="38883"/>
                </a:lnTo>
                <a:lnTo>
                  <a:pt x="1014725" y="38677"/>
                </a:lnTo>
                <a:lnTo>
                  <a:pt x="1014205" y="38479"/>
                </a:lnTo>
                <a:lnTo>
                  <a:pt x="1013681" y="38288"/>
                </a:lnTo>
                <a:lnTo>
                  <a:pt x="1013150" y="38104"/>
                </a:lnTo>
                <a:lnTo>
                  <a:pt x="1012615" y="37927"/>
                </a:lnTo>
                <a:lnTo>
                  <a:pt x="1012074" y="37757"/>
                </a:lnTo>
                <a:lnTo>
                  <a:pt x="1011527" y="37594"/>
                </a:lnTo>
                <a:lnTo>
                  <a:pt x="1010975" y="37438"/>
                </a:lnTo>
                <a:lnTo>
                  <a:pt x="1010418" y="37289"/>
                </a:lnTo>
                <a:lnTo>
                  <a:pt x="1009859" y="37146"/>
                </a:lnTo>
                <a:lnTo>
                  <a:pt x="1009296" y="37010"/>
                </a:lnTo>
                <a:lnTo>
                  <a:pt x="1008729" y="36880"/>
                </a:lnTo>
                <a:lnTo>
                  <a:pt x="1008160" y="36756"/>
                </a:lnTo>
                <a:lnTo>
                  <a:pt x="1007587" y="36638"/>
                </a:lnTo>
                <a:lnTo>
                  <a:pt x="1007011" y="36527"/>
                </a:lnTo>
                <a:lnTo>
                  <a:pt x="1006432" y="36423"/>
                </a:lnTo>
                <a:lnTo>
                  <a:pt x="1005849" y="36324"/>
                </a:lnTo>
                <a:lnTo>
                  <a:pt x="1005263" y="36232"/>
                </a:lnTo>
                <a:lnTo>
                  <a:pt x="1004674" y="36146"/>
                </a:lnTo>
                <a:lnTo>
                  <a:pt x="1004082" y="36067"/>
                </a:lnTo>
                <a:lnTo>
                  <a:pt x="1003487" y="35994"/>
                </a:lnTo>
                <a:lnTo>
                  <a:pt x="1002888" y="35927"/>
                </a:lnTo>
                <a:lnTo>
                  <a:pt x="1002286" y="35867"/>
                </a:lnTo>
                <a:lnTo>
                  <a:pt x="1001680" y="35813"/>
                </a:lnTo>
                <a:lnTo>
                  <a:pt x="1001072" y="35766"/>
                </a:lnTo>
                <a:lnTo>
                  <a:pt x="1000460" y="35724"/>
                </a:lnTo>
                <a:lnTo>
                  <a:pt x="999845" y="35689"/>
                </a:lnTo>
                <a:lnTo>
                  <a:pt x="999227" y="35661"/>
                </a:lnTo>
                <a:lnTo>
                  <a:pt x="998605" y="35639"/>
                </a:lnTo>
                <a:lnTo>
                  <a:pt x="997980" y="35623"/>
                </a:lnTo>
                <a:lnTo>
                  <a:pt x="997352" y="35613"/>
                </a:lnTo>
                <a:lnTo>
                  <a:pt x="996721" y="35610"/>
                </a:lnTo>
                <a:lnTo>
                  <a:pt x="996082" y="35613"/>
                </a:lnTo>
                <a:lnTo>
                  <a:pt x="995446" y="35622"/>
                </a:lnTo>
                <a:lnTo>
                  <a:pt x="994814" y="35636"/>
                </a:lnTo>
                <a:lnTo>
                  <a:pt x="994186" y="35657"/>
                </a:lnTo>
                <a:lnTo>
                  <a:pt x="993562" y="35683"/>
                </a:lnTo>
                <a:lnTo>
                  <a:pt x="992942" y="35715"/>
                </a:lnTo>
                <a:lnTo>
                  <a:pt x="992325" y="35753"/>
                </a:lnTo>
                <a:lnTo>
                  <a:pt x="991712" y="35796"/>
                </a:lnTo>
                <a:lnTo>
                  <a:pt x="991103" y="35846"/>
                </a:lnTo>
                <a:lnTo>
                  <a:pt x="990497" y="35901"/>
                </a:lnTo>
                <a:lnTo>
                  <a:pt x="989896" y="35962"/>
                </a:lnTo>
                <a:lnTo>
                  <a:pt x="989298" y="36029"/>
                </a:lnTo>
                <a:lnTo>
                  <a:pt x="988704" y="36102"/>
                </a:lnTo>
                <a:lnTo>
                  <a:pt x="988114" y="36181"/>
                </a:lnTo>
                <a:lnTo>
                  <a:pt x="987527" y="36265"/>
                </a:lnTo>
                <a:lnTo>
                  <a:pt x="986944" y="36355"/>
                </a:lnTo>
                <a:lnTo>
                  <a:pt x="986365" y="36451"/>
                </a:lnTo>
                <a:lnTo>
                  <a:pt x="985790" y="36553"/>
                </a:lnTo>
                <a:lnTo>
                  <a:pt x="985219" y="36661"/>
                </a:lnTo>
                <a:lnTo>
                  <a:pt x="984651" y="36775"/>
                </a:lnTo>
                <a:lnTo>
                  <a:pt x="984087" y="36894"/>
                </a:lnTo>
                <a:lnTo>
                  <a:pt x="983527" y="37019"/>
                </a:lnTo>
                <a:lnTo>
                  <a:pt x="982970" y="37150"/>
                </a:lnTo>
                <a:lnTo>
                  <a:pt x="982418" y="37287"/>
                </a:lnTo>
                <a:lnTo>
                  <a:pt x="981870" y="37429"/>
                </a:lnTo>
                <a:lnTo>
                  <a:pt x="981328" y="37578"/>
                </a:lnTo>
                <a:lnTo>
                  <a:pt x="980792" y="37732"/>
                </a:lnTo>
                <a:lnTo>
                  <a:pt x="980263" y="37892"/>
                </a:lnTo>
                <a:lnTo>
                  <a:pt x="979739" y="38057"/>
                </a:lnTo>
                <a:lnTo>
                  <a:pt x="979221" y="38229"/>
                </a:lnTo>
                <a:lnTo>
                  <a:pt x="978709" y="38406"/>
                </a:lnTo>
                <a:lnTo>
                  <a:pt x="978203" y="38590"/>
                </a:lnTo>
                <a:lnTo>
                  <a:pt x="977704" y="38779"/>
                </a:lnTo>
                <a:lnTo>
                  <a:pt x="977210" y="38974"/>
                </a:lnTo>
                <a:lnTo>
                  <a:pt x="976722" y="39174"/>
                </a:lnTo>
                <a:lnTo>
                  <a:pt x="976240" y="39381"/>
                </a:lnTo>
                <a:lnTo>
                  <a:pt x="975764" y="39593"/>
                </a:lnTo>
                <a:lnTo>
                  <a:pt x="975294" y="39811"/>
                </a:lnTo>
                <a:lnTo>
                  <a:pt x="974831" y="40036"/>
                </a:lnTo>
                <a:lnTo>
                  <a:pt x="974373" y="40265"/>
                </a:lnTo>
                <a:lnTo>
                  <a:pt x="973921" y="40501"/>
                </a:lnTo>
                <a:lnTo>
                  <a:pt x="973475" y="40743"/>
                </a:lnTo>
                <a:lnTo>
                  <a:pt x="973035" y="40990"/>
                </a:lnTo>
                <a:lnTo>
                  <a:pt x="972601" y="41243"/>
                </a:lnTo>
                <a:lnTo>
                  <a:pt x="972173" y="41502"/>
                </a:lnTo>
                <a:lnTo>
                  <a:pt x="971752" y="41767"/>
                </a:lnTo>
                <a:lnTo>
                  <a:pt x="971336" y="42038"/>
                </a:lnTo>
                <a:lnTo>
                  <a:pt x="970926" y="42315"/>
                </a:lnTo>
                <a:lnTo>
                  <a:pt x="970523" y="42597"/>
                </a:lnTo>
                <a:lnTo>
                  <a:pt x="970127" y="42885"/>
                </a:lnTo>
                <a:lnTo>
                  <a:pt x="969739" y="43179"/>
                </a:lnTo>
                <a:lnTo>
                  <a:pt x="969358" y="43478"/>
                </a:lnTo>
                <a:lnTo>
                  <a:pt x="968985" y="43784"/>
                </a:lnTo>
                <a:lnTo>
                  <a:pt x="968620" y="44095"/>
                </a:lnTo>
                <a:lnTo>
                  <a:pt x="968262" y="44412"/>
                </a:lnTo>
                <a:lnTo>
                  <a:pt x="967912" y="44735"/>
                </a:lnTo>
                <a:lnTo>
                  <a:pt x="967569" y="45064"/>
                </a:lnTo>
                <a:lnTo>
                  <a:pt x="967233" y="45398"/>
                </a:lnTo>
                <a:lnTo>
                  <a:pt x="966906" y="45739"/>
                </a:lnTo>
                <a:lnTo>
                  <a:pt x="966585" y="46085"/>
                </a:lnTo>
                <a:lnTo>
                  <a:pt x="966273" y="46437"/>
                </a:lnTo>
                <a:lnTo>
                  <a:pt x="965968" y="46795"/>
                </a:lnTo>
                <a:lnTo>
                  <a:pt x="965670" y="47158"/>
                </a:lnTo>
                <a:lnTo>
                  <a:pt x="965380" y="47528"/>
                </a:lnTo>
                <a:lnTo>
                  <a:pt x="965097" y="47903"/>
                </a:lnTo>
                <a:lnTo>
                  <a:pt x="964822" y="48284"/>
                </a:lnTo>
                <a:lnTo>
                  <a:pt x="964555" y="48671"/>
                </a:lnTo>
                <a:lnTo>
                  <a:pt x="964295" y="49064"/>
                </a:lnTo>
                <a:lnTo>
                  <a:pt x="964042" y="49462"/>
                </a:lnTo>
                <a:lnTo>
                  <a:pt x="963797" y="49867"/>
                </a:lnTo>
                <a:lnTo>
                  <a:pt x="963560" y="50277"/>
                </a:lnTo>
                <a:lnTo>
                  <a:pt x="963330" y="50693"/>
                </a:lnTo>
                <a:lnTo>
                  <a:pt x="963109" y="51115"/>
                </a:lnTo>
                <a:lnTo>
                  <a:pt x="962897" y="51542"/>
                </a:lnTo>
                <a:lnTo>
                  <a:pt x="962694" y="51975"/>
                </a:lnTo>
                <a:lnTo>
                  <a:pt x="962501" y="52413"/>
                </a:lnTo>
                <a:lnTo>
                  <a:pt x="962318" y="52856"/>
                </a:lnTo>
                <a:lnTo>
                  <a:pt x="962143" y="53305"/>
                </a:lnTo>
                <a:lnTo>
                  <a:pt x="961979" y="53760"/>
                </a:lnTo>
                <a:lnTo>
                  <a:pt x="961823" y="54220"/>
                </a:lnTo>
                <a:lnTo>
                  <a:pt x="961677" y="54685"/>
                </a:lnTo>
                <a:lnTo>
                  <a:pt x="961541" y="55156"/>
                </a:lnTo>
                <a:lnTo>
                  <a:pt x="961413" y="55633"/>
                </a:lnTo>
                <a:lnTo>
                  <a:pt x="961296" y="56115"/>
                </a:lnTo>
                <a:lnTo>
                  <a:pt x="961187" y="56602"/>
                </a:lnTo>
                <a:lnTo>
                  <a:pt x="961089" y="57095"/>
                </a:lnTo>
                <a:lnTo>
                  <a:pt x="960999" y="57593"/>
                </a:lnTo>
                <a:lnTo>
                  <a:pt x="960919" y="58097"/>
                </a:lnTo>
                <a:lnTo>
                  <a:pt x="960848" y="58606"/>
                </a:lnTo>
                <a:lnTo>
                  <a:pt x="960787" y="59121"/>
                </a:lnTo>
                <a:lnTo>
                  <a:pt x="960735" y="59641"/>
                </a:lnTo>
                <a:lnTo>
                  <a:pt x="960693" y="60167"/>
                </a:lnTo>
                <a:lnTo>
                  <a:pt x="960660" y="60698"/>
                </a:lnTo>
                <a:lnTo>
                  <a:pt x="960636" y="61234"/>
                </a:lnTo>
                <a:lnTo>
                  <a:pt x="960622" y="61776"/>
                </a:lnTo>
                <a:lnTo>
                  <a:pt x="960618" y="62324"/>
                </a:lnTo>
                <a:lnTo>
                  <a:pt x="960624" y="63021"/>
                </a:lnTo>
                <a:lnTo>
                  <a:pt x="960644" y="63709"/>
                </a:lnTo>
                <a:lnTo>
                  <a:pt x="960678" y="64386"/>
                </a:lnTo>
                <a:lnTo>
                  <a:pt x="960724" y="65054"/>
                </a:lnTo>
                <a:lnTo>
                  <a:pt x="960785" y="65711"/>
                </a:lnTo>
                <a:lnTo>
                  <a:pt x="960858" y="66358"/>
                </a:lnTo>
                <a:lnTo>
                  <a:pt x="960945" y="66996"/>
                </a:lnTo>
                <a:lnTo>
                  <a:pt x="961045" y="67623"/>
                </a:lnTo>
                <a:lnTo>
                  <a:pt x="961159" y="68240"/>
                </a:lnTo>
                <a:lnTo>
                  <a:pt x="961285" y="68847"/>
                </a:lnTo>
                <a:lnTo>
                  <a:pt x="961426" y="69444"/>
                </a:lnTo>
                <a:lnTo>
                  <a:pt x="961579" y="70031"/>
                </a:lnTo>
                <a:lnTo>
                  <a:pt x="961746" y="70608"/>
                </a:lnTo>
                <a:lnTo>
                  <a:pt x="961927" y="71175"/>
                </a:lnTo>
                <a:lnTo>
                  <a:pt x="962120" y="71732"/>
                </a:lnTo>
                <a:lnTo>
                  <a:pt x="962327" y="72279"/>
                </a:lnTo>
                <a:lnTo>
                  <a:pt x="962548" y="72815"/>
                </a:lnTo>
                <a:lnTo>
                  <a:pt x="962782" y="73342"/>
                </a:lnTo>
                <a:lnTo>
                  <a:pt x="963029" y="73859"/>
                </a:lnTo>
                <a:lnTo>
                  <a:pt x="963289" y="74365"/>
                </a:lnTo>
                <a:lnTo>
                  <a:pt x="963563" y="74862"/>
                </a:lnTo>
                <a:lnTo>
                  <a:pt x="963850" y="75348"/>
                </a:lnTo>
                <a:lnTo>
                  <a:pt x="964151" y="75825"/>
                </a:lnTo>
                <a:lnTo>
                  <a:pt x="964465" y="76291"/>
                </a:lnTo>
                <a:lnTo>
                  <a:pt x="964792" y="76749"/>
                </a:lnTo>
                <a:lnTo>
                  <a:pt x="965133" y="77200"/>
                </a:lnTo>
                <a:lnTo>
                  <a:pt x="965487" y="77645"/>
                </a:lnTo>
                <a:lnTo>
                  <a:pt x="965854" y="78083"/>
                </a:lnTo>
                <a:lnTo>
                  <a:pt x="966235" y="78514"/>
                </a:lnTo>
                <a:lnTo>
                  <a:pt x="966629" y="78939"/>
                </a:lnTo>
                <a:lnTo>
                  <a:pt x="967036" y="79356"/>
                </a:lnTo>
                <a:lnTo>
                  <a:pt x="967457" y="79767"/>
                </a:lnTo>
                <a:lnTo>
                  <a:pt x="967891" y="80172"/>
                </a:lnTo>
                <a:lnTo>
                  <a:pt x="968338" y="80570"/>
                </a:lnTo>
                <a:lnTo>
                  <a:pt x="968799" y="80961"/>
                </a:lnTo>
                <a:lnTo>
                  <a:pt x="969273" y="81345"/>
                </a:lnTo>
                <a:lnTo>
                  <a:pt x="969761" y="81723"/>
                </a:lnTo>
                <a:lnTo>
                  <a:pt x="970262" y="82093"/>
                </a:lnTo>
                <a:lnTo>
                  <a:pt x="970776" y="82458"/>
                </a:lnTo>
                <a:lnTo>
                  <a:pt x="971304" y="82815"/>
                </a:lnTo>
                <a:lnTo>
                  <a:pt x="971845" y="83166"/>
                </a:lnTo>
                <a:lnTo>
                  <a:pt x="972399" y="83510"/>
                </a:lnTo>
                <a:lnTo>
                  <a:pt x="972967" y="83847"/>
                </a:lnTo>
                <a:lnTo>
                  <a:pt x="973548" y="84178"/>
                </a:lnTo>
                <a:lnTo>
                  <a:pt x="974142" y="84502"/>
                </a:lnTo>
                <a:lnTo>
                  <a:pt x="974750" y="84819"/>
                </a:lnTo>
                <a:lnTo>
                  <a:pt x="975371" y="85130"/>
                </a:lnTo>
                <a:lnTo>
                  <a:pt x="976006" y="85434"/>
                </a:lnTo>
                <a:lnTo>
                  <a:pt x="976653" y="85733"/>
                </a:lnTo>
                <a:lnTo>
                  <a:pt x="977313" y="86029"/>
                </a:lnTo>
                <a:lnTo>
                  <a:pt x="977985" y="86321"/>
                </a:lnTo>
                <a:lnTo>
                  <a:pt x="978669" y="86611"/>
                </a:lnTo>
                <a:lnTo>
                  <a:pt x="979366" y="86898"/>
                </a:lnTo>
                <a:lnTo>
                  <a:pt x="980075" y="87182"/>
                </a:lnTo>
                <a:lnTo>
                  <a:pt x="980796" y="87463"/>
                </a:lnTo>
                <a:lnTo>
                  <a:pt x="981530" y="87741"/>
                </a:lnTo>
                <a:lnTo>
                  <a:pt x="982276" y="88016"/>
                </a:lnTo>
                <a:lnTo>
                  <a:pt x="983034" y="88288"/>
                </a:lnTo>
                <a:lnTo>
                  <a:pt x="983805" y="88557"/>
                </a:lnTo>
                <a:lnTo>
                  <a:pt x="984588" y="88823"/>
                </a:lnTo>
                <a:lnTo>
                  <a:pt x="985383" y="89085"/>
                </a:lnTo>
                <a:lnTo>
                  <a:pt x="986191" y="89345"/>
                </a:lnTo>
                <a:lnTo>
                  <a:pt x="987011" y="89602"/>
                </a:lnTo>
                <a:lnTo>
                  <a:pt x="987843" y="89856"/>
                </a:lnTo>
                <a:lnTo>
                  <a:pt x="988688" y="90107"/>
                </a:lnTo>
                <a:lnTo>
                  <a:pt x="989545" y="90356"/>
                </a:lnTo>
                <a:lnTo>
                  <a:pt x="990414" y="90601"/>
                </a:lnTo>
                <a:lnTo>
                  <a:pt x="991296" y="90843"/>
                </a:lnTo>
                <a:lnTo>
                  <a:pt x="992189" y="91082"/>
                </a:lnTo>
                <a:lnTo>
                  <a:pt x="993096" y="91318"/>
                </a:lnTo>
                <a:lnTo>
                  <a:pt x="994014" y="91551"/>
                </a:lnTo>
                <a:lnTo>
                  <a:pt x="994945" y="91781"/>
                </a:lnTo>
                <a:lnTo>
                  <a:pt x="996082" y="92061"/>
                </a:lnTo>
                <a:lnTo>
                  <a:pt x="997189" y="92341"/>
                </a:lnTo>
                <a:lnTo>
                  <a:pt x="998268" y="92622"/>
                </a:lnTo>
                <a:lnTo>
                  <a:pt x="999317" y="92904"/>
                </a:lnTo>
                <a:lnTo>
                  <a:pt x="1000338" y="93186"/>
                </a:lnTo>
                <a:lnTo>
                  <a:pt x="1001329" y="93469"/>
                </a:lnTo>
                <a:lnTo>
                  <a:pt x="1002292" y="93753"/>
                </a:lnTo>
                <a:lnTo>
                  <a:pt x="1003226" y="94038"/>
                </a:lnTo>
                <a:lnTo>
                  <a:pt x="1004131" y="94323"/>
                </a:lnTo>
                <a:lnTo>
                  <a:pt x="1005007" y="94609"/>
                </a:lnTo>
                <a:lnTo>
                  <a:pt x="1005853" y="94896"/>
                </a:lnTo>
                <a:lnTo>
                  <a:pt x="1006671" y="95183"/>
                </a:lnTo>
                <a:lnTo>
                  <a:pt x="1007461" y="95472"/>
                </a:lnTo>
                <a:lnTo>
                  <a:pt x="1008221" y="95761"/>
                </a:lnTo>
                <a:lnTo>
                  <a:pt x="1008952" y="96050"/>
                </a:lnTo>
                <a:lnTo>
                  <a:pt x="1009654" y="96341"/>
                </a:lnTo>
                <a:lnTo>
                  <a:pt x="1010327" y="96632"/>
                </a:lnTo>
                <a:lnTo>
                  <a:pt x="1010972" y="96923"/>
                </a:lnTo>
                <a:lnTo>
                  <a:pt x="1011587" y="97216"/>
                </a:lnTo>
                <a:lnTo>
                  <a:pt x="1012174" y="97509"/>
                </a:lnTo>
                <a:lnTo>
                  <a:pt x="1012731" y="97803"/>
                </a:lnTo>
                <a:lnTo>
                  <a:pt x="1013260" y="98098"/>
                </a:lnTo>
                <a:lnTo>
                  <a:pt x="1013759" y="98393"/>
                </a:lnTo>
                <a:lnTo>
                  <a:pt x="1014230" y="98689"/>
                </a:lnTo>
                <a:lnTo>
                  <a:pt x="1014677" y="98992"/>
                </a:lnTo>
                <a:lnTo>
                  <a:pt x="1015104" y="99308"/>
                </a:lnTo>
                <a:lnTo>
                  <a:pt x="1015513" y="99636"/>
                </a:lnTo>
                <a:lnTo>
                  <a:pt x="1015903" y="99978"/>
                </a:lnTo>
                <a:lnTo>
                  <a:pt x="1016273" y="100333"/>
                </a:lnTo>
                <a:lnTo>
                  <a:pt x="1016625" y="100701"/>
                </a:lnTo>
                <a:lnTo>
                  <a:pt x="1016958" y="101082"/>
                </a:lnTo>
                <a:lnTo>
                  <a:pt x="1017271" y="101476"/>
                </a:lnTo>
                <a:lnTo>
                  <a:pt x="1017566" y="101884"/>
                </a:lnTo>
                <a:lnTo>
                  <a:pt x="1017842" y="102304"/>
                </a:lnTo>
                <a:lnTo>
                  <a:pt x="1018098" y="102737"/>
                </a:lnTo>
                <a:lnTo>
                  <a:pt x="1018336" y="103184"/>
                </a:lnTo>
                <a:lnTo>
                  <a:pt x="1018555" y="103643"/>
                </a:lnTo>
                <a:lnTo>
                  <a:pt x="1018754" y="104115"/>
                </a:lnTo>
                <a:lnTo>
                  <a:pt x="1018935" y="104601"/>
                </a:lnTo>
                <a:lnTo>
                  <a:pt x="1019096" y="105100"/>
                </a:lnTo>
                <a:lnTo>
                  <a:pt x="1019239" y="105611"/>
                </a:lnTo>
                <a:lnTo>
                  <a:pt x="1019362" y="106136"/>
                </a:lnTo>
                <a:lnTo>
                  <a:pt x="1019467" y="106674"/>
                </a:lnTo>
                <a:lnTo>
                  <a:pt x="1019553" y="107224"/>
                </a:lnTo>
                <a:lnTo>
                  <a:pt x="1019619" y="107788"/>
                </a:lnTo>
                <a:lnTo>
                  <a:pt x="1019667" y="108365"/>
                </a:lnTo>
                <a:lnTo>
                  <a:pt x="1019695" y="108955"/>
                </a:lnTo>
                <a:lnTo>
                  <a:pt x="1019705" y="109558"/>
                </a:lnTo>
                <a:lnTo>
                  <a:pt x="1019694" y="110277"/>
                </a:lnTo>
                <a:lnTo>
                  <a:pt x="1019663" y="110979"/>
                </a:lnTo>
                <a:lnTo>
                  <a:pt x="1019610" y="111663"/>
                </a:lnTo>
                <a:lnTo>
                  <a:pt x="1019536" y="112330"/>
                </a:lnTo>
                <a:lnTo>
                  <a:pt x="1019441" y="112980"/>
                </a:lnTo>
                <a:lnTo>
                  <a:pt x="1019325" y="113613"/>
                </a:lnTo>
                <a:lnTo>
                  <a:pt x="1019189" y="114229"/>
                </a:lnTo>
                <a:lnTo>
                  <a:pt x="1019031" y="114828"/>
                </a:lnTo>
                <a:lnTo>
                  <a:pt x="1018852" y="115409"/>
                </a:lnTo>
                <a:lnTo>
                  <a:pt x="1018651" y="115974"/>
                </a:lnTo>
                <a:lnTo>
                  <a:pt x="1018430" y="116521"/>
                </a:lnTo>
                <a:lnTo>
                  <a:pt x="1018188" y="117051"/>
                </a:lnTo>
                <a:lnTo>
                  <a:pt x="1017925" y="117564"/>
                </a:lnTo>
                <a:lnTo>
                  <a:pt x="1017640" y="118060"/>
                </a:lnTo>
                <a:lnTo>
                  <a:pt x="1017335" y="118539"/>
                </a:lnTo>
                <a:lnTo>
                  <a:pt x="1017008" y="119001"/>
                </a:lnTo>
                <a:lnTo>
                  <a:pt x="1016661" y="119445"/>
                </a:lnTo>
                <a:lnTo>
                  <a:pt x="1016292" y="119872"/>
                </a:lnTo>
                <a:lnTo>
                  <a:pt x="1015903" y="120283"/>
                </a:lnTo>
                <a:lnTo>
                  <a:pt x="1015492" y="120676"/>
                </a:lnTo>
                <a:lnTo>
                  <a:pt x="1015060" y="121052"/>
                </a:lnTo>
                <a:lnTo>
                  <a:pt x="1014607" y="121411"/>
                </a:lnTo>
                <a:lnTo>
                  <a:pt x="1014133" y="121752"/>
                </a:lnTo>
                <a:lnTo>
                  <a:pt x="1013638" y="122077"/>
                </a:lnTo>
                <a:lnTo>
                  <a:pt x="1013127" y="122386"/>
                </a:lnTo>
                <a:lnTo>
                  <a:pt x="1012604" y="122682"/>
                </a:lnTo>
                <a:lnTo>
                  <a:pt x="1012070" y="122965"/>
                </a:lnTo>
                <a:lnTo>
                  <a:pt x="1011524" y="123235"/>
                </a:lnTo>
                <a:lnTo>
                  <a:pt x="1010967" y="123492"/>
                </a:lnTo>
                <a:lnTo>
                  <a:pt x="1010398" y="123736"/>
                </a:lnTo>
                <a:lnTo>
                  <a:pt x="1009818" y="123966"/>
                </a:lnTo>
                <a:lnTo>
                  <a:pt x="1009227" y="124183"/>
                </a:lnTo>
                <a:lnTo>
                  <a:pt x="1008624" y="124387"/>
                </a:lnTo>
                <a:lnTo>
                  <a:pt x="1008009" y="124578"/>
                </a:lnTo>
                <a:lnTo>
                  <a:pt x="1007383" y="124756"/>
                </a:lnTo>
                <a:lnTo>
                  <a:pt x="1006745" y="124920"/>
                </a:lnTo>
                <a:lnTo>
                  <a:pt x="1006096" y="125072"/>
                </a:lnTo>
                <a:lnTo>
                  <a:pt x="1005436" y="125210"/>
                </a:lnTo>
                <a:lnTo>
                  <a:pt x="1004764" y="125335"/>
                </a:lnTo>
                <a:lnTo>
                  <a:pt x="1004081" y="125447"/>
                </a:lnTo>
                <a:lnTo>
                  <a:pt x="1003386" y="125546"/>
                </a:lnTo>
                <a:lnTo>
                  <a:pt x="1002680" y="125631"/>
                </a:lnTo>
                <a:lnTo>
                  <a:pt x="1001962" y="125704"/>
                </a:lnTo>
                <a:lnTo>
                  <a:pt x="1001232" y="125763"/>
                </a:lnTo>
                <a:lnTo>
                  <a:pt x="1000492" y="125809"/>
                </a:lnTo>
                <a:lnTo>
                  <a:pt x="999739" y="125842"/>
                </a:lnTo>
                <a:lnTo>
                  <a:pt x="998976" y="125862"/>
                </a:lnTo>
                <a:lnTo>
                  <a:pt x="998201" y="125868"/>
                </a:lnTo>
                <a:lnTo>
                  <a:pt x="997335" y="125860"/>
                </a:lnTo>
                <a:lnTo>
                  <a:pt x="996482" y="125835"/>
                </a:lnTo>
                <a:lnTo>
                  <a:pt x="995641" y="125793"/>
                </a:lnTo>
                <a:lnTo>
                  <a:pt x="994812" y="125735"/>
                </a:lnTo>
                <a:lnTo>
                  <a:pt x="993996" y="125660"/>
                </a:lnTo>
                <a:lnTo>
                  <a:pt x="993191" y="125568"/>
                </a:lnTo>
                <a:lnTo>
                  <a:pt x="992399" y="125459"/>
                </a:lnTo>
                <a:lnTo>
                  <a:pt x="991619" y="125334"/>
                </a:lnTo>
                <a:lnTo>
                  <a:pt x="990851" y="125192"/>
                </a:lnTo>
                <a:lnTo>
                  <a:pt x="990095" y="125034"/>
                </a:lnTo>
                <a:lnTo>
                  <a:pt x="989351" y="124859"/>
                </a:lnTo>
                <a:lnTo>
                  <a:pt x="988620" y="124667"/>
                </a:lnTo>
                <a:lnTo>
                  <a:pt x="987900" y="124458"/>
                </a:lnTo>
                <a:lnTo>
                  <a:pt x="987193" y="124233"/>
                </a:lnTo>
                <a:lnTo>
                  <a:pt x="986498" y="123991"/>
                </a:lnTo>
                <a:lnTo>
                  <a:pt x="985815" y="123732"/>
                </a:lnTo>
                <a:lnTo>
                  <a:pt x="985145" y="123457"/>
                </a:lnTo>
                <a:lnTo>
                  <a:pt x="984486" y="123165"/>
                </a:lnTo>
                <a:lnTo>
                  <a:pt x="983840" y="122856"/>
                </a:lnTo>
                <a:lnTo>
                  <a:pt x="983205" y="122531"/>
                </a:lnTo>
                <a:lnTo>
                  <a:pt x="982583" y="122189"/>
                </a:lnTo>
                <a:lnTo>
                  <a:pt x="981973" y="121830"/>
                </a:lnTo>
                <a:lnTo>
                  <a:pt x="981376" y="121455"/>
                </a:lnTo>
                <a:lnTo>
                  <a:pt x="980790" y="121063"/>
                </a:lnTo>
                <a:lnTo>
                  <a:pt x="980223" y="120650"/>
                </a:lnTo>
                <a:lnTo>
                  <a:pt x="979679" y="120213"/>
                </a:lnTo>
                <a:lnTo>
                  <a:pt x="979160" y="119752"/>
                </a:lnTo>
                <a:lnTo>
                  <a:pt x="978665" y="119267"/>
                </a:lnTo>
                <a:lnTo>
                  <a:pt x="978194" y="118758"/>
                </a:lnTo>
                <a:lnTo>
                  <a:pt x="977748" y="118224"/>
                </a:lnTo>
                <a:lnTo>
                  <a:pt x="977325" y="117666"/>
                </a:lnTo>
                <a:lnTo>
                  <a:pt x="976927" y="117084"/>
                </a:lnTo>
                <a:lnTo>
                  <a:pt x="976552" y="116478"/>
                </a:lnTo>
                <a:lnTo>
                  <a:pt x="976202" y="115847"/>
                </a:lnTo>
                <a:lnTo>
                  <a:pt x="975876" y="115192"/>
                </a:lnTo>
                <a:lnTo>
                  <a:pt x="975574" y="114514"/>
                </a:lnTo>
                <a:lnTo>
                  <a:pt x="975297" y="113810"/>
                </a:lnTo>
                <a:lnTo>
                  <a:pt x="975043" y="113083"/>
                </a:lnTo>
                <a:lnTo>
                  <a:pt x="974814" y="112332"/>
                </a:lnTo>
                <a:lnTo>
                  <a:pt x="974608" y="111556"/>
                </a:lnTo>
                <a:lnTo>
                  <a:pt x="974427" y="110756"/>
                </a:lnTo>
                <a:lnTo>
                  <a:pt x="974270" y="109932"/>
                </a:lnTo>
                <a:lnTo>
                  <a:pt x="974138" y="109083"/>
                </a:lnTo>
                <a:lnTo>
                  <a:pt x="974029" y="108211"/>
                </a:lnTo>
                <a:lnTo>
                  <a:pt x="973944" y="107314"/>
                </a:lnTo>
                <a:lnTo>
                  <a:pt x="973884" y="106393"/>
                </a:lnTo>
                <a:lnTo>
                  <a:pt x="973848" y="105448"/>
                </a:lnTo>
                <a:lnTo>
                  <a:pt x="973836" y="104478"/>
                </a:lnTo>
                <a:lnTo>
                  <a:pt x="957954" y="104478"/>
                </a:lnTo>
                <a:lnTo>
                  <a:pt x="957960" y="105235"/>
                </a:lnTo>
                <a:lnTo>
                  <a:pt x="957976" y="105983"/>
                </a:lnTo>
                <a:lnTo>
                  <a:pt x="958003" y="106722"/>
                </a:lnTo>
                <a:lnTo>
                  <a:pt x="958041" y="107451"/>
                </a:lnTo>
                <a:lnTo>
                  <a:pt x="958089" y="108171"/>
                </a:lnTo>
                <a:lnTo>
                  <a:pt x="958148" y="108881"/>
                </a:lnTo>
                <a:lnTo>
                  <a:pt x="958219" y="109583"/>
                </a:lnTo>
                <a:lnTo>
                  <a:pt x="958299" y="110275"/>
                </a:lnTo>
                <a:lnTo>
                  <a:pt x="958391" y="110957"/>
                </a:lnTo>
                <a:lnTo>
                  <a:pt x="958494" y="111630"/>
                </a:lnTo>
                <a:lnTo>
                  <a:pt x="958607" y="112294"/>
                </a:lnTo>
                <a:lnTo>
                  <a:pt x="958731" y="112948"/>
                </a:lnTo>
                <a:lnTo>
                  <a:pt x="958866" y="113594"/>
                </a:lnTo>
                <a:lnTo>
                  <a:pt x="959012" y="114229"/>
                </a:lnTo>
                <a:lnTo>
                  <a:pt x="959168" y="114856"/>
                </a:lnTo>
                <a:lnTo>
                  <a:pt x="959335" y="115473"/>
                </a:lnTo>
                <a:lnTo>
                  <a:pt x="959513" y="116081"/>
                </a:lnTo>
                <a:lnTo>
                  <a:pt x="959702" y="116679"/>
                </a:lnTo>
                <a:lnTo>
                  <a:pt x="959902" y="117268"/>
                </a:lnTo>
                <a:lnTo>
                  <a:pt x="960112" y="117848"/>
                </a:lnTo>
                <a:lnTo>
                  <a:pt x="960333" y="118418"/>
                </a:lnTo>
                <a:lnTo>
                  <a:pt x="960565" y="118979"/>
                </a:lnTo>
                <a:lnTo>
                  <a:pt x="960808" y="119531"/>
                </a:lnTo>
                <a:lnTo>
                  <a:pt x="961061" y="120073"/>
                </a:lnTo>
                <a:lnTo>
                  <a:pt x="961325" y="120606"/>
                </a:lnTo>
                <a:lnTo>
                  <a:pt x="961596" y="121131"/>
                </a:lnTo>
                <a:lnTo>
                  <a:pt x="961876" y="121646"/>
                </a:lnTo>
                <a:lnTo>
                  <a:pt x="962164" y="122154"/>
                </a:lnTo>
                <a:lnTo>
                  <a:pt x="962461" y="122652"/>
                </a:lnTo>
                <a:lnTo>
                  <a:pt x="962766" y="123142"/>
                </a:lnTo>
                <a:lnTo>
                  <a:pt x="963080" y="123623"/>
                </a:lnTo>
                <a:lnTo>
                  <a:pt x="963401" y="124096"/>
                </a:lnTo>
                <a:lnTo>
                  <a:pt x="963732" y="124560"/>
                </a:lnTo>
                <a:lnTo>
                  <a:pt x="964070" y="125015"/>
                </a:lnTo>
                <a:lnTo>
                  <a:pt x="964417" y="125462"/>
                </a:lnTo>
                <a:lnTo>
                  <a:pt x="964773" y="125900"/>
                </a:lnTo>
                <a:lnTo>
                  <a:pt x="965137" y="126329"/>
                </a:lnTo>
                <a:lnTo>
                  <a:pt x="965509" y="126750"/>
                </a:lnTo>
                <a:lnTo>
                  <a:pt x="965890" y="127162"/>
                </a:lnTo>
                <a:lnTo>
                  <a:pt x="966279" y="127566"/>
                </a:lnTo>
                <a:lnTo>
                  <a:pt x="966676" y="127961"/>
                </a:lnTo>
                <a:lnTo>
                  <a:pt x="967082" y="128347"/>
                </a:lnTo>
                <a:lnTo>
                  <a:pt x="967496" y="128724"/>
                </a:lnTo>
                <a:lnTo>
                  <a:pt x="967919" y="129093"/>
                </a:lnTo>
                <a:lnTo>
                  <a:pt x="968349" y="129454"/>
                </a:lnTo>
                <a:lnTo>
                  <a:pt x="968789" y="129805"/>
                </a:lnTo>
                <a:lnTo>
                  <a:pt x="969237" y="130149"/>
                </a:lnTo>
                <a:lnTo>
                  <a:pt x="969693" y="130483"/>
                </a:lnTo>
                <a:lnTo>
                  <a:pt x="970156" y="130809"/>
                </a:lnTo>
                <a:lnTo>
                  <a:pt x="970625" y="131128"/>
                </a:lnTo>
                <a:lnTo>
                  <a:pt x="971101" y="131440"/>
                </a:lnTo>
                <a:lnTo>
                  <a:pt x="971582" y="131744"/>
                </a:lnTo>
                <a:lnTo>
                  <a:pt x="972069" y="132041"/>
                </a:lnTo>
                <a:lnTo>
                  <a:pt x="972563" y="132330"/>
                </a:lnTo>
                <a:lnTo>
                  <a:pt x="973062" y="132612"/>
                </a:lnTo>
                <a:lnTo>
                  <a:pt x="973567" y="132887"/>
                </a:lnTo>
                <a:lnTo>
                  <a:pt x="974078" y="133154"/>
                </a:lnTo>
                <a:lnTo>
                  <a:pt x="974596" y="133414"/>
                </a:lnTo>
                <a:lnTo>
                  <a:pt x="975119" y="133666"/>
                </a:lnTo>
                <a:lnTo>
                  <a:pt x="975648" y="133911"/>
                </a:lnTo>
                <a:lnTo>
                  <a:pt x="976184" y="134148"/>
                </a:lnTo>
                <a:lnTo>
                  <a:pt x="976725" y="134378"/>
                </a:lnTo>
                <a:lnTo>
                  <a:pt x="977272" y="134601"/>
                </a:lnTo>
                <a:lnTo>
                  <a:pt x="977825" y="134816"/>
                </a:lnTo>
                <a:lnTo>
                  <a:pt x="978385" y="135024"/>
                </a:lnTo>
                <a:lnTo>
                  <a:pt x="978950" y="135225"/>
                </a:lnTo>
                <a:lnTo>
                  <a:pt x="979521" y="135418"/>
                </a:lnTo>
                <a:lnTo>
                  <a:pt x="980098" y="135603"/>
                </a:lnTo>
                <a:lnTo>
                  <a:pt x="980681" y="135782"/>
                </a:lnTo>
                <a:lnTo>
                  <a:pt x="981271" y="135953"/>
                </a:lnTo>
                <a:lnTo>
                  <a:pt x="981866" y="136116"/>
                </a:lnTo>
                <a:lnTo>
                  <a:pt x="982467" y="136272"/>
                </a:lnTo>
                <a:lnTo>
                  <a:pt x="983073" y="136421"/>
                </a:lnTo>
                <a:lnTo>
                  <a:pt x="983681" y="136564"/>
                </a:lnTo>
                <a:lnTo>
                  <a:pt x="984293" y="136700"/>
                </a:lnTo>
                <a:lnTo>
                  <a:pt x="984907" y="136831"/>
                </a:lnTo>
                <a:lnTo>
                  <a:pt x="985524" y="136954"/>
                </a:lnTo>
                <a:lnTo>
                  <a:pt x="986144" y="137072"/>
                </a:lnTo>
                <a:lnTo>
                  <a:pt x="986768" y="137183"/>
                </a:lnTo>
                <a:lnTo>
                  <a:pt x="987394" y="137288"/>
                </a:lnTo>
                <a:lnTo>
                  <a:pt x="988023" y="137386"/>
                </a:lnTo>
                <a:lnTo>
                  <a:pt x="988654" y="137478"/>
                </a:lnTo>
                <a:lnTo>
                  <a:pt x="989289" y="137564"/>
                </a:lnTo>
                <a:lnTo>
                  <a:pt x="989927" y="137643"/>
                </a:lnTo>
                <a:lnTo>
                  <a:pt x="990567" y="137716"/>
                </a:lnTo>
                <a:lnTo>
                  <a:pt x="991211" y="137783"/>
                </a:lnTo>
                <a:lnTo>
                  <a:pt x="991857" y="137843"/>
                </a:lnTo>
                <a:lnTo>
                  <a:pt x="992507" y="137897"/>
                </a:lnTo>
                <a:lnTo>
                  <a:pt x="993159" y="137945"/>
                </a:lnTo>
                <a:lnTo>
                  <a:pt x="993814" y="137986"/>
                </a:lnTo>
                <a:lnTo>
                  <a:pt x="994472" y="138021"/>
                </a:lnTo>
                <a:lnTo>
                  <a:pt x="995133" y="138049"/>
                </a:lnTo>
                <a:lnTo>
                  <a:pt x="995797" y="138071"/>
                </a:lnTo>
                <a:lnTo>
                  <a:pt x="996464" y="138087"/>
                </a:lnTo>
                <a:lnTo>
                  <a:pt x="997133" y="138097"/>
                </a:lnTo>
                <a:lnTo>
                  <a:pt x="997806" y="138100"/>
                </a:lnTo>
                <a:lnTo>
                  <a:pt x="998478" y="138097"/>
                </a:lnTo>
                <a:lnTo>
                  <a:pt x="999146" y="138088"/>
                </a:lnTo>
                <a:lnTo>
                  <a:pt x="999810" y="138073"/>
                </a:lnTo>
                <a:lnTo>
                  <a:pt x="1000471" y="138052"/>
                </a:lnTo>
                <a:lnTo>
                  <a:pt x="1001127" y="138025"/>
                </a:lnTo>
                <a:close/>
                <a:moveTo>
                  <a:pt x="1267971" y="137843"/>
                </a:moveTo>
                <a:lnTo>
                  <a:pt x="1268909" y="137750"/>
                </a:lnTo>
                <a:lnTo>
                  <a:pt x="1269835" y="137642"/>
                </a:lnTo>
                <a:lnTo>
                  <a:pt x="1270750" y="137521"/>
                </a:lnTo>
                <a:lnTo>
                  <a:pt x="1271654" y="137385"/>
                </a:lnTo>
                <a:lnTo>
                  <a:pt x="1272546" y="137235"/>
                </a:lnTo>
                <a:lnTo>
                  <a:pt x="1273427" y="137070"/>
                </a:lnTo>
                <a:lnTo>
                  <a:pt x="1274297" y="136892"/>
                </a:lnTo>
                <a:lnTo>
                  <a:pt x="1275156" y="136699"/>
                </a:lnTo>
                <a:lnTo>
                  <a:pt x="1276003" y="136491"/>
                </a:lnTo>
                <a:lnTo>
                  <a:pt x="1276839" y="136270"/>
                </a:lnTo>
                <a:lnTo>
                  <a:pt x="1277663" y="136034"/>
                </a:lnTo>
                <a:lnTo>
                  <a:pt x="1278477" y="135783"/>
                </a:lnTo>
                <a:lnTo>
                  <a:pt x="1279279" y="135519"/>
                </a:lnTo>
                <a:lnTo>
                  <a:pt x="1280069" y="135240"/>
                </a:lnTo>
                <a:lnTo>
                  <a:pt x="1280849" y="134947"/>
                </a:lnTo>
                <a:lnTo>
                  <a:pt x="1281617" y="134639"/>
                </a:lnTo>
                <a:lnTo>
                  <a:pt x="1282374" y="134318"/>
                </a:lnTo>
                <a:lnTo>
                  <a:pt x="1283119" y="133982"/>
                </a:lnTo>
                <a:lnTo>
                  <a:pt x="1283852" y="133632"/>
                </a:lnTo>
                <a:lnTo>
                  <a:pt x="1284571" y="133271"/>
                </a:lnTo>
                <a:lnTo>
                  <a:pt x="1285277" y="132897"/>
                </a:lnTo>
                <a:lnTo>
                  <a:pt x="1285969" y="132512"/>
                </a:lnTo>
                <a:lnTo>
                  <a:pt x="1286647" y="132114"/>
                </a:lnTo>
                <a:lnTo>
                  <a:pt x="1287311" y="131705"/>
                </a:lnTo>
                <a:lnTo>
                  <a:pt x="1287962" y="131283"/>
                </a:lnTo>
                <a:lnTo>
                  <a:pt x="1288599" y="130850"/>
                </a:lnTo>
                <a:lnTo>
                  <a:pt x="1289223" y="130404"/>
                </a:lnTo>
                <a:lnTo>
                  <a:pt x="1289832" y="129947"/>
                </a:lnTo>
                <a:lnTo>
                  <a:pt x="1290428" y="129477"/>
                </a:lnTo>
                <a:lnTo>
                  <a:pt x="1291011" y="128996"/>
                </a:lnTo>
                <a:lnTo>
                  <a:pt x="1291579" y="128502"/>
                </a:lnTo>
                <a:lnTo>
                  <a:pt x="1292134" y="127996"/>
                </a:lnTo>
                <a:lnTo>
                  <a:pt x="1292675" y="127479"/>
                </a:lnTo>
                <a:lnTo>
                  <a:pt x="1293203" y="126949"/>
                </a:lnTo>
                <a:lnTo>
                  <a:pt x="1293716" y="126408"/>
                </a:lnTo>
                <a:lnTo>
                  <a:pt x="1294216" y="125854"/>
                </a:lnTo>
                <a:lnTo>
                  <a:pt x="1294703" y="125288"/>
                </a:lnTo>
                <a:lnTo>
                  <a:pt x="1295176" y="124711"/>
                </a:lnTo>
                <a:lnTo>
                  <a:pt x="1295634" y="124121"/>
                </a:lnTo>
                <a:lnTo>
                  <a:pt x="1296080" y="123519"/>
                </a:lnTo>
                <a:lnTo>
                  <a:pt x="1296511" y="122906"/>
                </a:lnTo>
                <a:lnTo>
                  <a:pt x="1296929" y="122280"/>
                </a:lnTo>
                <a:lnTo>
                  <a:pt x="1297332" y="121643"/>
                </a:lnTo>
                <a:lnTo>
                  <a:pt x="1297719" y="120997"/>
                </a:lnTo>
                <a:lnTo>
                  <a:pt x="1298090" y="120340"/>
                </a:lnTo>
                <a:lnTo>
                  <a:pt x="1298444" y="119673"/>
                </a:lnTo>
                <a:lnTo>
                  <a:pt x="1298783" y="118996"/>
                </a:lnTo>
                <a:lnTo>
                  <a:pt x="1299105" y="118309"/>
                </a:lnTo>
                <a:lnTo>
                  <a:pt x="1299412" y="117612"/>
                </a:lnTo>
                <a:lnTo>
                  <a:pt x="1299702" y="116905"/>
                </a:lnTo>
                <a:lnTo>
                  <a:pt x="1299976" y="116188"/>
                </a:lnTo>
                <a:lnTo>
                  <a:pt x="1300234" y="115460"/>
                </a:lnTo>
                <a:lnTo>
                  <a:pt x="1300476" y="114723"/>
                </a:lnTo>
                <a:lnTo>
                  <a:pt x="1300702" y="113976"/>
                </a:lnTo>
                <a:lnTo>
                  <a:pt x="1300912" y="113218"/>
                </a:lnTo>
                <a:lnTo>
                  <a:pt x="1301106" y="112451"/>
                </a:lnTo>
                <a:lnTo>
                  <a:pt x="1301283" y="111673"/>
                </a:lnTo>
                <a:lnTo>
                  <a:pt x="1301445" y="110886"/>
                </a:lnTo>
                <a:lnTo>
                  <a:pt x="1301590" y="110088"/>
                </a:lnTo>
                <a:lnTo>
                  <a:pt x="1301719" y="109280"/>
                </a:lnTo>
                <a:lnTo>
                  <a:pt x="1301833" y="108462"/>
                </a:lnTo>
                <a:lnTo>
                  <a:pt x="1301930" y="107634"/>
                </a:lnTo>
                <a:lnTo>
                  <a:pt x="1302011" y="106797"/>
                </a:lnTo>
                <a:lnTo>
                  <a:pt x="1302076" y="105949"/>
                </a:lnTo>
                <a:lnTo>
                  <a:pt x="1302125" y="105090"/>
                </a:lnTo>
                <a:lnTo>
                  <a:pt x="1302157" y="104222"/>
                </a:lnTo>
                <a:lnTo>
                  <a:pt x="1285881" y="104222"/>
                </a:lnTo>
                <a:lnTo>
                  <a:pt x="1285846" y="105069"/>
                </a:lnTo>
                <a:lnTo>
                  <a:pt x="1285791" y="105900"/>
                </a:lnTo>
                <a:lnTo>
                  <a:pt x="1285715" y="106713"/>
                </a:lnTo>
                <a:lnTo>
                  <a:pt x="1285618" y="107510"/>
                </a:lnTo>
                <a:lnTo>
                  <a:pt x="1285501" y="108290"/>
                </a:lnTo>
                <a:lnTo>
                  <a:pt x="1285363" y="109054"/>
                </a:lnTo>
                <a:lnTo>
                  <a:pt x="1285205" y="109800"/>
                </a:lnTo>
                <a:lnTo>
                  <a:pt x="1285026" y="110530"/>
                </a:lnTo>
                <a:lnTo>
                  <a:pt x="1284827" y="111243"/>
                </a:lnTo>
                <a:lnTo>
                  <a:pt x="1284607" y="111940"/>
                </a:lnTo>
                <a:lnTo>
                  <a:pt x="1284367" y="112619"/>
                </a:lnTo>
                <a:lnTo>
                  <a:pt x="1284106" y="113282"/>
                </a:lnTo>
                <a:lnTo>
                  <a:pt x="1283824" y="113928"/>
                </a:lnTo>
                <a:lnTo>
                  <a:pt x="1283522" y="114558"/>
                </a:lnTo>
                <a:lnTo>
                  <a:pt x="1283199" y="115170"/>
                </a:lnTo>
                <a:lnTo>
                  <a:pt x="1282856" y="115766"/>
                </a:lnTo>
                <a:lnTo>
                  <a:pt x="1282492" y="116346"/>
                </a:lnTo>
                <a:lnTo>
                  <a:pt x="1282108" y="116908"/>
                </a:lnTo>
                <a:lnTo>
                  <a:pt x="1281703" y="117454"/>
                </a:lnTo>
                <a:lnTo>
                  <a:pt x="1281278" y="117983"/>
                </a:lnTo>
                <a:lnTo>
                  <a:pt x="1280832" y="118495"/>
                </a:lnTo>
                <a:lnTo>
                  <a:pt x="1280365" y="118990"/>
                </a:lnTo>
                <a:lnTo>
                  <a:pt x="1279878" y="119469"/>
                </a:lnTo>
                <a:lnTo>
                  <a:pt x="1279371" y="119931"/>
                </a:lnTo>
                <a:lnTo>
                  <a:pt x="1278844" y="120375"/>
                </a:lnTo>
                <a:lnTo>
                  <a:pt x="1278301" y="120801"/>
                </a:lnTo>
                <a:lnTo>
                  <a:pt x="1277742" y="121207"/>
                </a:lnTo>
                <a:lnTo>
                  <a:pt x="1277165" y="121595"/>
                </a:lnTo>
                <a:lnTo>
                  <a:pt x="1276572" y="121963"/>
                </a:lnTo>
                <a:lnTo>
                  <a:pt x="1275961" y="122313"/>
                </a:lnTo>
                <a:lnTo>
                  <a:pt x="1275334" y="122644"/>
                </a:lnTo>
                <a:lnTo>
                  <a:pt x="1274691" y="122956"/>
                </a:lnTo>
                <a:lnTo>
                  <a:pt x="1274030" y="123249"/>
                </a:lnTo>
                <a:lnTo>
                  <a:pt x="1273353" y="123523"/>
                </a:lnTo>
                <a:lnTo>
                  <a:pt x="1272659" y="123778"/>
                </a:lnTo>
                <a:lnTo>
                  <a:pt x="1271948" y="124014"/>
                </a:lnTo>
                <a:lnTo>
                  <a:pt x="1271220" y="124231"/>
                </a:lnTo>
                <a:lnTo>
                  <a:pt x="1270476" y="124430"/>
                </a:lnTo>
                <a:lnTo>
                  <a:pt x="1269715" y="124610"/>
                </a:lnTo>
                <a:lnTo>
                  <a:pt x="1268937" y="124770"/>
                </a:lnTo>
                <a:lnTo>
                  <a:pt x="1268142" y="124912"/>
                </a:lnTo>
                <a:lnTo>
                  <a:pt x="1267330" y="125035"/>
                </a:lnTo>
                <a:lnTo>
                  <a:pt x="1266502" y="125139"/>
                </a:lnTo>
                <a:lnTo>
                  <a:pt x="1265657" y="125224"/>
                </a:lnTo>
                <a:lnTo>
                  <a:pt x="1264795" y="125290"/>
                </a:lnTo>
                <a:lnTo>
                  <a:pt x="1263916" y="125337"/>
                </a:lnTo>
                <a:lnTo>
                  <a:pt x="1263021" y="125366"/>
                </a:lnTo>
                <a:lnTo>
                  <a:pt x="1262108" y="125375"/>
                </a:lnTo>
                <a:lnTo>
                  <a:pt x="1261252" y="125367"/>
                </a:lnTo>
                <a:lnTo>
                  <a:pt x="1260410" y="125341"/>
                </a:lnTo>
                <a:lnTo>
                  <a:pt x="1259582" y="125298"/>
                </a:lnTo>
                <a:lnTo>
                  <a:pt x="1258768" y="125238"/>
                </a:lnTo>
                <a:lnTo>
                  <a:pt x="1257968" y="125161"/>
                </a:lnTo>
                <a:lnTo>
                  <a:pt x="1257182" y="125066"/>
                </a:lnTo>
                <a:lnTo>
                  <a:pt x="1256410" y="124955"/>
                </a:lnTo>
                <a:lnTo>
                  <a:pt x="1255653" y="124826"/>
                </a:lnTo>
                <a:lnTo>
                  <a:pt x="1254909" y="124681"/>
                </a:lnTo>
                <a:lnTo>
                  <a:pt x="1254179" y="124518"/>
                </a:lnTo>
                <a:lnTo>
                  <a:pt x="1253463" y="124338"/>
                </a:lnTo>
                <a:lnTo>
                  <a:pt x="1252762" y="124141"/>
                </a:lnTo>
                <a:lnTo>
                  <a:pt x="1252074" y="123926"/>
                </a:lnTo>
                <a:lnTo>
                  <a:pt x="1251401" y="123695"/>
                </a:lnTo>
                <a:lnTo>
                  <a:pt x="1250741" y="123446"/>
                </a:lnTo>
                <a:lnTo>
                  <a:pt x="1250096" y="123180"/>
                </a:lnTo>
                <a:lnTo>
                  <a:pt x="1249464" y="122897"/>
                </a:lnTo>
                <a:lnTo>
                  <a:pt x="1248847" y="122597"/>
                </a:lnTo>
                <a:lnTo>
                  <a:pt x="1248244" y="122280"/>
                </a:lnTo>
                <a:lnTo>
                  <a:pt x="1247654" y="121946"/>
                </a:lnTo>
                <a:lnTo>
                  <a:pt x="1247079" y="121594"/>
                </a:lnTo>
                <a:lnTo>
                  <a:pt x="1246518" y="121226"/>
                </a:lnTo>
                <a:lnTo>
                  <a:pt x="1245971" y="120840"/>
                </a:lnTo>
                <a:lnTo>
                  <a:pt x="1245438" y="120437"/>
                </a:lnTo>
                <a:lnTo>
                  <a:pt x="1244917" y="120020"/>
                </a:lnTo>
                <a:lnTo>
                  <a:pt x="1244409" y="119591"/>
                </a:lnTo>
                <a:lnTo>
                  <a:pt x="1243912" y="119152"/>
                </a:lnTo>
                <a:lnTo>
                  <a:pt x="1243428" y="118701"/>
                </a:lnTo>
                <a:lnTo>
                  <a:pt x="1242955" y="118239"/>
                </a:lnTo>
                <a:lnTo>
                  <a:pt x="1242494" y="117765"/>
                </a:lnTo>
                <a:lnTo>
                  <a:pt x="1242044" y="117280"/>
                </a:lnTo>
                <a:lnTo>
                  <a:pt x="1241607" y="116785"/>
                </a:lnTo>
                <a:lnTo>
                  <a:pt x="1241181" y="116277"/>
                </a:lnTo>
                <a:lnTo>
                  <a:pt x="1240767" y="115759"/>
                </a:lnTo>
                <a:lnTo>
                  <a:pt x="1240365" y="115229"/>
                </a:lnTo>
                <a:lnTo>
                  <a:pt x="1239975" y="114689"/>
                </a:lnTo>
                <a:lnTo>
                  <a:pt x="1239597" y="114136"/>
                </a:lnTo>
                <a:lnTo>
                  <a:pt x="1239230" y="113573"/>
                </a:lnTo>
                <a:lnTo>
                  <a:pt x="1238876" y="112998"/>
                </a:lnTo>
                <a:lnTo>
                  <a:pt x="1238533" y="112412"/>
                </a:lnTo>
                <a:lnTo>
                  <a:pt x="1238201" y="111815"/>
                </a:lnTo>
                <a:lnTo>
                  <a:pt x="1237882" y="111207"/>
                </a:lnTo>
                <a:lnTo>
                  <a:pt x="1237575" y="110587"/>
                </a:lnTo>
                <a:lnTo>
                  <a:pt x="1237279" y="109956"/>
                </a:lnTo>
                <a:lnTo>
                  <a:pt x="1236995" y="109314"/>
                </a:lnTo>
                <a:lnTo>
                  <a:pt x="1236723" y="108661"/>
                </a:lnTo>
                <a:lnTo>
                  <a:pt x="1236463" y="107996"/>
                </a:lnTo>
                <a:lnTo>
                  <a:pt x="1236214" y="107320"/>
                </a:lnTo>
                <a:lnTo>
                  <a:pt x="1235977" y="106636"/>
                </a:lnTo>
                <a:lnTo>
                  <a:pt x="1235749" y="105946"/>
                </a:lnTo>
                <a:lnTo>
                  <a:pt x="1235531" y="105251"/>
                </a:lnTo>
                <a:lnTo>
                  <a:pt x="1235323" y="104550"/>
                </a:lnTo>
                <a:lnTo>
                  <a:pt x="1235124" y="103844"/>
                </a:lnTo>
                <a:lnTo>
                  <a:pt x="1234935" y="103132"/>
                </a:lnTo>
                <a:lnTo>
                  <a:pt x="1234756" y="102414"/>
                </a:lnTo>
                <a:lnTo>
                  <a:pt x="1234587" y="101691"/>
                </a:lnTo>
                <a:lnTo>
                  <a:pt x="1234427" y="100963"/>
                </a:lnTo>
                <a:lnTo>
                  <a:pt x="1234278" y="100229"/>
                </a:lnTo>
                <a:lnTo>
                  <a:pt x="1234138" y="99489"/>
                </a:lnTo>
                <a:lnTo>
                  <a:pt x="1234007" y="98744"/>
                </a:lnTo>
                <a:lnTo>
                  <a:pt x="1233887" y="97993"/>
                </a:lnTo>
                <a:lnTo>
                  <a:pt x="1233776" y="97237"/>
                </a:lnTo>
                <a:lnTo>
                  <a:pt x="1233675" y="96475"/>
                </a:lnTo>
                <a:lnTo>
                  <a:pt x="1233584" y="95708"/>
                </a:lnTo>
                <a:lnTo>
                  <a:pt x="1233503" y="94935"/>
                </a:lnTo>
                <a:lnTo>
                  <a:pt x="1233431" y="94157"/>
                </a:lnTo>
                <a:lnTo>
                  <a:pt x="1233369" y="93373"/>
                </a:lnTo>
                <a:lnTo>
                  <a:pt x="1233317" y="92583"/>
                </a:lnTo>
                <a:lnTo>
                  <a:pt x="1233274" y="91788"/>
                </a:lnTo>
                <a:lnTo>
                  <a:pt x="1233242" y="90988"/>
                </a:lnTo>
                <a:lnTo>
                  <a:pt x="1233219" y="90182"/>
                </a:lnTo>
                <a:lnTo>
                  <a:pt x="1233206" y="89370"/>
                </a:lnTo>
                <a:lnTo>
                  <a:pt x="1301664" y="89370"/>
                </a:lnTo>
                <a:lnTo>
                  <a:pt x="1301680" y="89292"/>
                </a:lnTo>
                <a:lnTo>
                  <a:pt x="1301696" y="89210"/>
                </a:lnTo>
                <a:lnTo>
                  <a:pt x="1301712" y="89124"/>
                </a:lnTo>
                <a:lnTo>
                  <a:pt x="1301727" y="89034"/>
                </a:lnTo>
                <a:lnTo>
                  <a:pt x="1301742" y="88940"/>
                </a:lnTo>
                <a:lnTo>
                  <a:pt x="1301756" y="88841"/>
                </a:lnTo>
                <a:lnTo>
                  <a:pt x="1301771" y="88739"/>
                </a:lnTo>
                <a:lnTo>
                  <a:pt x="1301785" y="88633"/>
                </a:lnTo>
                <a:lnTo>
                  <a:pt x="1301798" y="88522"/>
                </a:lnTo>
                <a:lnTo>
                  <a:pt x="1301811" y="88408"/>
                </a:lnTo>
                <a:lnTo>
                  <a:pt x="1301824" y="88289"/>
                </a:lnTo>
                <a:lnTo>
                  <a:pt x="1301837" y="88167"/>
                </a:lnTo>
                <a:lnTo>
                  <a:pt x="1301849" y="88040"/>
                </a:lnTo>
                <a:lnTo>
                  <a:pt x="1301861" y="87909"/>
                </a:lnTo>
                <a:lnTo>
                  <a:pt x="1301872" y="87775"/>
                </a:lnTo>
                <a:lnTo>
                  <a:pt x="1301883" y="87636"/>
                </a:lnTo>
                <a:lnTo>
                  <a:pt x="1301894" y="87493"/>
                </a:lnTo>
                <a:lnTo>
                  <a:pt x="1301904" y="87346"/>
                </a:lnTo>
                <a:lnTo>
                  <a:pt x="1301915" y="87195"/>
                </a:lnTo>
                <a:lnTo>
                  <a:pt x="1301924" y="87041"/>
                </a:lnTo>
                <a:lnTo>
                  <a:pt x="1301934" y="86882"/>
                </a:lnTo>
                <a:lnTo>
                  <a:pt x="1301943" y="86719"/>
                </a:lnTo>
                <a:lnTo>
                  <a:pt x="1301952" y="86551"/>
                </a:lnTo>
                <a:lnTo>
                  <a:pt x="1301960" y="86380"/>
                </a:lnTo>
                <a:lnTo>
                  <a:pt x="1301968" y="86208"/>
                </a:lnTo>
                <a:lnTo>
                  <a:pt x="1301976" y="86037"/>
                </a:lnTo>
                <a:lnTo>
                  <a:pt x="1301983" y="85869"/>
                </a:lnTo>
                <a:lnTo>
                  <a:pt x="1301990" y="85702"/>
                </a:lnTo>
                <a:lnTo>
                  <a:pt x="1301997" y="85538"/>
                </a:lnTo>
                <a:lnTo>
                  <a:pt x="1302003" y="85375"/>
                </a:lnTo>
                <a:lnTo>
                  <a:pt x="1302009" y="85214"/>
                </a:lnTo>
                <a:lnTo>
                  <a:pt x="1302015" y="85055"/>
                </a:lnTo>
                <a:lnTo>
                  <a:pt x="1302020" y="84898"/>
                </a:lnTo>
                <a:lnTo>
                  <a:pt x="1302025" y="84743"/>
                </a:lnTo>
                <a:lnTo>
                  <a:pt x="1302030" y="84590"/>
                </a:lnTo>
                <a:lnTo>
                  <a:pt x="1302034" y="84439"/>
                </a:lnTo>
                <a:lnTo>
                  <a:pt x="1302038" y="84290"/>
                </a:lnTo>
                <a:lnTo>
                  <a:pt x="1302041" y="84143"/>
                </a:lnTo>
                <a:lnTo>
                  <a:pt x="1302045" y="83997"/>
                </a:lnTo>
                <a:lnTo>
                  <a:pt x="1302048" y="83854"/>
                </a:lnTo>
                <a:lnTo>
                  <a:pt x="1302050" y="83713"/>
                </a:lnTo>
                <a:lnTo>
                  <a:pt x="1302052" y="83573"/>
                </a:lnTo>
                <a:lnTo>
                  <a:pt x="1302054" y="83435"/>
                </a:lnTo>
                <a:lnTo>
                  <a:pt x="1302056" y="83300"/>
                </a:lnTo>
                <a:lnTo>
                  <a:pt x="1302057" y="83166"/>
                </a:lnTo>
                <a:lnTo>
                  <a:pt x="1302058" y="83034"/>
                </a:lnTo>
                <a:lnTo>
                  <a:pt x="1302058" y="82905"/>
                </a:lnTo>
                <a:lnTo>
                  <a:pt x="1302059" y="82777"/>
                </a:lnTo>
                <a:lnTo>
                  <a:pt x="1302039" y="80893"/>
                </a:lnTo>
                <a:lnTo>
                  <a:pt x="1301981" y="79047"/>
                </a:lnTo>
                <a:lnTo>
                  <a:pt x="1301884" y="77237"/>
                </a:lnTo>
                <a:lnTo>
                  <a:pt x="1301749" y="75465"/>
                </a:lnTo>
                <a:lnTo>
                  <a:pt x="1301575" y="73729"/>
                </a:lnTo>
                <a:lnTo>
                  <a:pt x="1301362" y="72031"/>
                </a:lnTo>
                <a:lnTo>
                  <a:pt x="1301110" y="70369"/>
                </a:lnTo>
                <a:lnTo>
                  <a:pt x="1300820" y="68745"/>
                </a:lnTo>
                <a:lnTo>
                  <a:pt x="1300491" y="67157"/>
                </a:lnTo>
                <a:lnTo>
                  <a:pt x="1300123" y="65607"/>
                </a:lnTo>
                <a:lnTo>
                  <a:pt x="1299717" y="64093"/>
                </a:lnTo>
                <a:lnTo>
                  <a:pt x="1299272" y="62617"/>
                </a:lnTo>
                <a:lnTo>
                  <a:pt x="1298788" y="61177"/>
                </a:lnTo>
                <a:lnTo>
                  <a:pt x="1298266" y="59774"/>
                </a:lnTo>
                <a:lnTo>
                  <a:pt x="1297704" y="58409"/>
                </a:lnTo>
                <a:lnTo>
                  <a:pt x="1297105" y="57080"/>
                </a:lnTo>
                <a:lnTo>
                  <a:pt x="1296466" y="55789"/>
                </a:lnTo>
                <a:lnTo>
                  <a:pt x="1295789" y="54534"/>
                </a:lnTo>
                <a:lnTo>
                  <a:pt x="1295073" y="53316"/>
                </a:lnTo>
                <a:lnTo>
                  <a:pt x="1294318" y="52136"/>
                </a:lnTo>
                <a:lnTo>
                  <a:pt x="1293524" y="50992"/>
                </a:lnTo>
                <a:lnTo>
                  <a:pt x="1292692" y="49886"/>
                </a:lnTo>
                <a:lnTo>
                  <a:pt x="1291821" y="48816"/>
                </a:lnTo>
                <a:lnTo>
                  <a:pt x="1290912" y="47783"/>
                </a:lnTo>
                <a:lnTo>
                  <a:pt x="1289968" y="46790"/>
                </a:lnTo>
                <a:lnTo>
                  <a:pt x="1288995" y="45839"/>
                </a:lnTo>
                <a:lnTo>
                  <a:pt x="1287993" y="44930"/>
                </a:lnTo>
                <a:lnTo>
                  <a:pt x="1286961" y="44064"/>
                </a:lnTo>
                <a:lnTo>
                  <a:pt x="1285899" y="43239"/>
                </a:lnTo>
                <a:lnTo>
                  <a:pt x="1284808" y="42457"/>
                </a:lnTo>
                <a:lnTo>
                  <a:pt x="1283688" y="41718"/>
                </a:lnTo>
                <a:lnTo>
                  <a:pt x="1282538" y="41020"/>
                </a:lnTo>
                <a:lnTo>
                  <a:pt x="1281359" y="40365"/>
                </a:lnTo>
                <a:lnTo>
                  <a:pt x="1280150" y="39752"/>
                </a:lnTo>
                <a:lnTo>
                  <a:pt x="1278912" y="39182"/>
                </a:lnTo>
                <a:lnTo>
                  <a:pt x="1277644" y="38653"/>
                </a:lnTo>
                <a:lnTo>
                  <a:pt x="1276347" y="38167"/>
                </a:lnTo>
                <a:lnTo>
                  <a:pt x="1275021" y="37723"/>
                </a:lnTo>
                <a:lnTo>
                  <a:pt x="1273665" y="37322"/>
                </a:lnTo>
                <a:lnTo>
                  <a:pt x="1272279" y="36963"/>
                </a:lnTo>
                <a:lnTo>
                  <a:pt x="1270864" y="36646"/>
                </a:lnTo>
                <a:lnTo>
                  <a:pt x="1269420" y="36371"/>
                </a:lnTo>
                <a:lnTo>
                  <a:pt x="1267946" y="36138"/>
                </a:lnTo>
                <a:lnTo>
                  <a:pt x="1266443" y="35948"/>
                </a:lnTo>
                <a:lnTo>
                  <a:pt x="1264910" y="35800"/>
                </a:lnTo>
                <a:lnTo>
                  <a:pt x="1263348" y="35695"/>
                </a:lnTo>
                <a:lnTo>
                  <a:pt x="1261756" y="35631"/>
                </a:lnTo>
                <a:lnTo>
                  <a:pt x="1260135" y="35610"/>
                </a:lnTo>
                <a:lnTo>
                  <a:pt x="1258911" y="35621"/>
                </a:lnTo>
                <a:lnTo>
                  <a:pt x="1257705" y="35655"/>
                </a:lnTo>
                <a:lnTo>
                  <a:pt x="1256517" y="35712"/>
                </a:lnTo>
                <a:lnTo>
                  <a:pt x="1255347" y="35791"/>
                </a:lnTo>
                <a:lnTo>
                  <a:pt x="1254195" y="35892"/>
                </a:lnTo>
                <a:lnTo>
                  <a:pt x="1253061" y="36016"/>
                </a:lnTo>
                <a:lnTo>
                  <a:pt x="1251945" y="36163"/>
                </a:lnTo>
                <a:lnTo>
                  <a:pt x="1250846" y="36332"/>
                </a:lnTo>
                <a:lnTo>
                  <a:pt x="1249766" y="36524"/>
                </a:lnTo>
                <a:lnTo>
                  <a:pt x="1248704" y="36739"/>
                </a:lnTo>
                <a:lnTo>
                  <a:pt x="1247660" y="36976"/>
                </a:lnTo>
                <a:lnTo>
                  <a:pt x="1246634" y="37235"/>
                </a:lnTo>
                <a:lnTo>
                  <a:pt x="1245625" y="37518"/>
                </a:lnTo>
                <a:lnTo>
                  <a:pt x="1244635" y="37822"/>
                </a:lnTo>
                <a:lnTo>
                  <a:pt x="1243663" y="38150"/>
                </a:lnTo>
                <a:lnTo>
                  <a:pt x="1242708" y="38499"/>
                </a:lnTo>
                <a:lnTo>
                  <a:pt x="1241772" y="38872"/>
                </a:lnTo>
                <a:lnTo>
                  <a:pt x="1240854" y="39267"/>
                </a:lnTo>
                <a:lnTo>
                  <a:pt x="1239953" y="39685"/>
                </a:lnTo>
                <a:lnTo>
                  <a:pt x="1239071" y="40125"/>
                </a:lnTo>
                <a:lnTo>
                  <a:pt x="1238207" y="40588"/>
                </a:lnTo>
                <a:lnTo>
                  <a:pt x="1237360" y="41073"/>
                </a:lnTo>
                <a:lnTo>
                  <a:pt x="1236532" y="41581"/>
                </a:lnTo>
                <a:lnTo>
                  <a:pt x="1235721" y="42111"/>
                </a:lnTo>
                <a:lnTo>
                  <a:pt x="1234928" y="42662"/>
                </a:lnTo>
                <a:lnTo>
                  <a:pt x="1234153" y="43230"/>
                </a:lnTo>
                <a:lnTo>
                  <a:pt x="1233394" y="43815"/>
                </a:lnTo>
                <a:lnTo>
                  <a:pt x="1232652" y="44418"/>
                </a:lnTo>
                <a:lnTo>
                  <a:pt x="1231928" y="45038"/>
                </a:lnTo>
                <a:lnTo>
                  <a:pt x="1231221" y="45676"/>
                </a:lnTo>
                <a:lnTo>
                  <a:pt x="1230531" y="46331"/>
                </a:lnTo>
                <a:lnTo>
                  <a:pt x="1229857" y="47004"/>
                </a:lnTo>
                <a:lnTo>
                  <a:pt x="1229202" y="47694"/>
                </a:lnTo>
                <a:lnTo>
                  <a:pt x="1228563" y="48402"/>
                </a:lnTo>
                <a:lnTo>
                  <a:pt x="1227941" y="49127"/>
                </a:lnTo>
                <a:lnTo>
                  <a:pt x="1227337" y="49869"/>
                </a:lnTo>
                <a:lnTo>
                  <a:pt x="1226749" y="50629"/>
                </a:lnTo>
                <a:lnTo>
                  <a:pt x="1226179" y="51407"/>
                </a:lnTo>
                <a:lnTo>
                  <a:pt x="1225626" y="52202"/>
                </a:lnTo>
                <a:lnTo>
                  <a:pt x="1225090" y="53014"/>
                </a:lnTo>
                <a:lnTo>
                  <a:pt x="1224571" y="53844"/>
                </a:lnTo>
                <a:lnTo>
                  <a:pt x="1224069" y="54691"/>
                </a:lnTo>
                <a:lnTo>
                  <a:pt x="1223584" y="55556"/>
                </a:lnTo>
                <a:lnTo>
                  <a:pt x="1223117" y="56438"/>
                </a:lnTo>
                <a:lnTo>
                  <a:pt x="1222666" y="57338"/>
                </a:lnTo>
                <a:lnTo>
                  <a:pt x="1222233" y="58255"/>
                </a:lnTo>
                <a:lnTo>
                  <a:pt x="1221817" y="59189"/>
                </a:lnTo>
                <a:lnTo>
                  <a:pt x="1221418" y="60141"/>
                </a:lnTo>
                <a:lnTo>
                  <a:pt x="1221036" y="61108"/>
                </a:lnTo>
                <a:lnTo>
                  <a:pt x="1220670" y="62088"/>
                </a:lnTo>
                <a:lnTo>
                  <a:pt x="1220320" y="63080"/>
                </a:lnTo>
                <a:lnTo>
                  <a:pt x="1219986" y="64084"/>
                </a:lnTo>
                <a:lnTo>
                  <a:pt x="1219669" y="65102"/>
                </a:lnTo>
                <a:lnTo>
                  <a:pt x="1219368" y="66131"/>
                </a:lnTo>
                <a:lnTo>
                  <a:pt x="1219083" y="67173"/>
                </a:lnTo>
                <a:lnTo>
                  <a:pt x="1218815" y="68228"/>
                </a:lnTo>
                <a:lnTo>
                  <a:pt x="1218563" y="69295"/>
                </a:lnTo>
                <a:lnTo>
                  <a:pt x="1218327" y="70375"/>
                </a:lnTo>
                <a:lnTo>
                  <a:pt x="1218107" y="71467"/>
                </a:lnTo>
                <a:lnTo>
                  <a:pt x="1217904" y="72572"/>
                </a:lnTo>
                <a:lnTo>
                  <a:pt x="1217717" y="73689"/>
                </a:lnTo>
                <a:lnTo>
                  <a:pt x="1217546" y="74819"/>
                </a:lnTo>
                <a:lnTo>
                  <a:pt x="1217391" y="75961"/>
                </a:lnTo>
                <a:lnTo>
                  <a:pt x="1217253" y="77116"/>
                </a:lnTo>
                <a:lnTo>
                  <a:pt x="1217131" y="78283"/>
                </a:lnTo>
                <a:lnTo>
                  <a:pt x="1217025" y="79463"/>
                </a:lnTo>
                <a:lnTo>
                  <a:pt x="1216936" y="80656"/>
                </a:lnTo>
                <a:lnTo>
                  <a:pt x="1216863" y="81861"/>
                </a:lnTo>
                <a:lnTo>
                  <a:pt x="1216806" y="83078"/>
                </a:lnTo>
                <a:lnTo>
                  <a:pt x="1216765" y="84308"/>
                </a:lnTo>
                <a:lnTo>
                  <a:pt x="1216741" y="85551"/>
                </a:lnTo>
                <a:lnTo>
                  <a:pt x="1216733" y="86806"/>
                </a:lnTo>
                <a:lnTo>
                  <a:pt x="1216741" y="88011"/>
                </a:lnTo>
                <a:lnTo>
                  <a:pt x="1216766" y="89206"/>
                </a:lnTo>
                <a:lnTo>
                  <a:pt x="1216808" y="90392"/>
                </a:lnTo>
                <a:lnTo>
                  <a:pt x="1216867" y="91567"/>
                </a:lnTo>
                <a:lnTo>
                  <a:pt x="1216942" y="92732"/>
                </a:lnTo>
                <a:lnTo>
                  <a:pt x="1217035" y="93887"/>
                </a:lnTo>
                <a:lnTo>
                  <a:pt x="1217144" y="95032"/>
                </a:lnTo>
                <a:lnTo>
                  <a:pt x="1217270" y="96168"/>
                </a:lnTo>
                <a:lnTo>
                  <a:pt x="1217412" y="97293"/>
                </a:lnTo>
                <a:lnTo>
                  <a:pt x="1217572" y="98407"/>
                </a:lnTo>
                <a:lnTo>
                  <a:pt x="1217748" y="99512"/>
                </a:lnTo>
                <a:lnTo>
                  <a:pt x="1217941" y="100607"/>
                </a:lnTo>
                <a:lnTo>
                  <a:pt x="1218151" y="101692"/>
                </a:lnTo>
                <a:lnTo>
                  <a:pt x="1218377" y="102767"/>
                </a:lnTo>
                <a:lnTo>
                  <a:pt x="1218621" y="103831"/>
                </a:lnTo>
                <a:lnTo>
                  <a:pt x="1218881" y="104886"/>
                </a:lnTo>
                <a:lnTo>
                  <a:pt x="1219158" y="105931"/>
                </a:lnTo>
                <a:lnTo>
                  <a:pt x="1219451" y="106965"/>
                </a:lnTo>
                <a:lnTo>
                  <a:pt x="1219762" y="107990"/>
                </a:lnTo>
                <a:lnTo>
                  <a:pt x="1220089" y="109004"/>
                </a:lnTo>
                <a:lnTo>
                  <a:pt x="1220433" y="110009"/>
                </a:lnTo>
                <a:lnTo>
                  <a:pt x="1220794" y="111003"/>
                </a:lnTo>
                <a:lnTo>
                  <a:pt x="1221172" y="111987"/>
                </a:lnTo>
                <a:lnTo>
                  <a:pt x="1221566" y="112961"/>
                </a:lnTo>
                <a:lnTo>
                  <a:pt x="1221978" y="113922"/>
                </a:lnTo>
                <a:lnTo>
                  <a:pt x="1222408" y="114866"/>
                </a:lnTo>
                <a:lnTo>
                  <a:pt x="1222855" y="115792"/>
                </a:lnTo>
                <a:lnTo>
                  <a:pt x="1223321" y="116702"/>
                </a:lnTo>
                <a:lnTo>
                  <a:pt x="1223805" y="117595"/>
                </a:lnTo>
                <a:lnTo>
                  <a:pt x="1224306" y="118471"/>
                </a:lnTo>
                <a:lnTo>
                  <a:pt x="1224826" y="119330"/>
                </a:lnTo>
                <a:lnTo>
                  <a:pt x="1225364" y="120172"/>
                </a:lnTo>
                <a:lnTo>
                  <a:pt x="1225919" y="120997"/>
                </a:lnTo>
                <a:lnTo>
                  <a:pt x="1226493" y="121806"/>
                </a:lnTo>
                <a:lnTo>
                  <a:pt x="1227085" y="122597"/>
                </a:lnTo>
                <a:lnTo>
                  <a:pt x="1227694" y="123371"/>
                </a:lnTo>
                <a:lnTo>
                  <a:pt x="1228322" y="124129"/>
                </a:lnTo>
                <a:lnTo>
                  <a:pt x="1228967" y="124870"/>
                </a:lnTo>
                <a:lnTo>
                  <a:pt x="1229631" y="125593"/>
                </a:lnTo>
                <a:lnTo>
                  <a:pt x="1230312" y="126300"/>
                </a:lnTo>
                <a:lnTo>
                  <a:pt x="1231012" y="126990"/>
                </a:lnTo>
                <a:lnTo>
                  <a:pt x="1231729" y="127663"/>
                </a:lnTo>
                <a:lnTo>
                  <a:pt x="1232465" y="128319"/>
                </a:lnTo>
                <a:lnTo>
                  <a:pt x="1233218" y="128958"/>
                </a:lnTo>
                <a:lnTo>
                  <a:pt x="1233990" y="129581"/>
                </a:lnTo>
                <a:lnTo>
                  <a:pt x="1234779" y="130186"/>
                </a:lnTo>
                <a:lnTo>
                  <a:pt x="1235586" y="130775"/>
                </a:lnTo>
                <a:lnTo>
                  <a:pt x="1236412" y="131346"/>
                </a:lnTo>
                <a:lnTo>
                  <a:pt x="1237256" y="131897"/>
                </a:lnTo>
                <a:lnTo>
                  <a:pt x="1238120" y="132425"/>
                </a:lnTo>
                <a:lnTo>
                  <a:pt x="1239003" y="132929"/>
                </a:lnTo>
                <a:lnTo>
                  <a:pt x="1239907" y="133410"/>
                </a:lnTo>
                <a:lnTo>
                  <a:pt x="1240830" y="133867"/>
                </a:lnTo>
                <a:lnTo>
                  <a:pt x="1241772" y="134301"/>
                </a:lnTo>
                <a:lnTo>
                  <a:pt x="1242735" y="134711"/>
                </a:lnTo>
                <a:lnTo>
                  <a:pt x="1243717" y="135098"/>
                </a:lnTo>
                <a:lnTo>
                  <a:pt x="1244719" y="135462"/>
                </a:lnTo>
                <a:lnTo>
                  <a:pt x="1245740" y="135802"/>
                </a:lnTo>
                <a:lnTo>
                  <a:pt x="1246781" y="136118"/>
                </a:lnTo>
                <a:lnTo>
                  <a:pt x="1247842" y="136412"/>
                </a:lnTo>
                <a:lnTo>
                  <a:pt x="1248923" y="136681"/>
                </a:lnTo>
                <a:lnTo>
                  <a:pt x="1250023" y="136927"/>
                </a:lnTo>
                <a:lnTo>
                  <a:pt x="1251143" y="137150"/>
                </a:lnTo>
                <a:lnTo>
                  <a:pt x="1252282" y="137350"/>
                </a:lnTo>
                <a:lnTo>
                  <a:pt x="1253442" y="137525"/>
                </a:lnTo>
                <a:lnTo>
                  <a:pt x="1254621" y="137678"/>
                </a:lnTo>
                <a:lnTo>
                  <a:pt x="1255819" y="137807"/>
                </a:lnTo>
                <a:lnTo>
                  <a:pt x="1257038" y="137912"/>
                </a:lnTo>
                <a:lnTo>
                  <a:pt x="1258276" y="137994"/>
                </a:lnTo>
                <a:lnTo>
                  <a:pt x="1259534" y="138053"/>
                </a:lnTo>
                <a:lnTo>
                  <a:pt x="1260811" y="138088"/>
                </a:lnTo>
                <a:lnTo>
                  <a:pt x="1262108" y="138100"/>
                </a:lnTo>
                <a:lnTo>
                  <a:pt x="1263114" y="138093"/>
                </a:lnTo>
                <a:lnTo>
                  <a:pt x="1264108" y="138071"/>
                </a:lnTo>
                <a:lnTo>
                  <a:pt x="1265091" y="138036"/>
                </a:lnTo>
                <a:lnTo>
                  <a:pt x="1266062" y="137986"/>
                </a:lnTo>
                <a:lnTo>
                  <a:pt x="1267022" y="137921"/>
                </a:lnTo>
                <a:lnTo>
                  <a:pt x="1267971" y="137843"/>
                </a:lnTo>
                <a:close/>
                <a:moveTo>
                  <a:pt x="1234208" y="70642"/>
                </a:moveTo>
                <a:lnTo>
                  <a:pt x="1234428" y="69609"/>
                </a:lnTo>
                <a:lnTo>
                  <a:pt x="1234669" y="68600"/>
                </a:lnTo>
                <a:lnTo>
                  <a:pt x="1234930" y="67615"/>
                </a:lnTo>
                <a:lnTo>
                  <a:pt x="1235211" y="66653"/>
                </a:lnTo>
                <a:lnTo>
                  <a:pt x="1235511" y="65715"/>
                </a:lnTo>
                <a:lnTo>
                  <a:pt x="1235832" y="64800"/>
                </a:lnTo>
                <a:lnTo>
                  <a:pt x="1236173" y="63909"/>
                </a:lnTo>
                <a:lnTo>
                  <a:pt x="1236534" y="63042"/>
                </a:lnTo>
                <a:lnTo>
                  <a:pt x="1236915" y="62198"/>
                </a:lnTo>
                <a:lnTo>
                  <a:pt x="1237316" y="61378"/>
                </a:lnTo>
                <a:lnTo>
                  <a:pt x="1237737" y="60581"/>
                </a:lnTo>
                <a:lnTo>
                  <a:pt x="1238178" y="59809"/>
                </a:lnTo>
                <a:lnTo>
                  <a:pt x="1238639" y="59059"/>
                </a:lnTo>
                <a:lnTo>
                  <a:pt x="1239120" y="58334"/>
                </a:lnTo>
                <a:lnTo>
                  <a:pt x="1239622" y="57632"/>
                </a:lnTo>
                <a:lnTo>
                  <a:pt x="1240143" y="56954"/>
                </a:lnTo>
                <a:lnTo>
                  <a:pt x="1240684" y="56299"/>
                </a:lnTo>
                <a:lnTo>
                  <a:pt x="1241245" y="55668"/>
                </a:lnTo>
                <a:lnTo>
                  <a:pt x="1241826" y="55062"/>
                </a:lnTo>
                <a:lnTo>
                  <a:pt x="1242424" y="54481"/>
                </a:lnTo>
                <a:lnTo>
                  <a:pt x="1243040" y="53927"/>
                </a:lnTo>
                <a:lnTo>
                  <a:pt x="1243674" y="53398"/>
                </a:lnTo>
                <a:lnTo>
                  <a:pt x="1244327" y="52894"/>
                </a:lnTo>
                <a:lnTo>
                  <a:pt x="1244997" y="52417"/>
                </a:lnTo>
                <a:lnTo>
                  <a:pt x="1245685" y="51965"/>
                </a:lnTo>
                <a:lnTo>
                  <a:pt x="1246391" y="51540"/>
                </a:lnTo>
                <a:lnTo>
                  <a:pt x="1247115" y="51140"/>
                </a:lnTo>
                <a:lnTo>
                  <a:pt x="1247857" y="50765"/>
                </a:lnTo>
                <a:lnTo>
                  <a:pt x="1248618" y="50417"/>
                </a:lnTo>
                <a:lnTo>
                  <a:pt x="1249396" y="50094"/>
                </a:lnTo>
                <a:lnTo>
                  <a:pt x="1250192" y="49798"/>
                </a:lnTo>
                <a:lnTo>
                  <a:pt x="1251006" y="49527"/>
                </a:lnTo>
                <a:lnTo>
                  <a:pt x="1251838" y="49282"/>
                </a:lnTo>
                <a:lnTo>
                  <a:pt x="1252688" y="49062"/>
                </a:lnTo>
                <a:lnTo>
                  <a:pt x="1253556" y="48869"/>
                </a:lnTo>
                <a:lnTo>
                  <a:pt x="1254442" y="48701"/>
                </a:lnTo>
                <a:lnTo>
                  <a:pt x="1255346" y="48559"/>
                </a:lnTo>
                <a:lnTo>
                  <a:pt x="1256268" y="48443"/>
                </a:lnTo>
                <a:lnTo>
                  <a:pt x="1257208" y="48352"/>
                </a:lnTo>
                <a:lnTo>
                  <a:pt x="1258166" y="48288"/>
                </a:lnTo>
                <a:lnTo>
                  <a:pt x="1259141" y="48249"/>
                </a:lnTo>
                <a:lnTo>
                  <a:pt x="1260135" y="48236"/>
                </a:lnTo>
                <a:lnTo>
                  <a:pt x="1261121" y="48249"/>
                </a:lnTo>
                <a:lnTo>
                  <a:pt x="1262088" y="48288"/>
                </a:lnTo>
                <a:lnTo>
                  <a:pt x="1263038" y="48353"/>
                </a:lnTo>
                <a:lnTo>
                  <a:pt x="1263969" y="48444"/>
                </a:lnTo>
                <a:lnTo>
                  <a:pt x="1264882" y="48561"/>
                </a:lnTo>
                <a:lnTo>
                  <a:pt x="1265777" y="48704"/>
                </a:lnTo>
                <a:lnTo>
                  <a:pt x="1266653" y="48873"/>
                </a:lnTo>
                <a:lnTo>
                  <a:pt x="1267512" y="49068"/>
                </a:lnTo>
                <a:lnTo>
                  <a:pt x="1268352" y="49289"/>
                </a:lnTo>
                <a:lnTo>
                  <a:pt x="1269174" y="49536"/>
                </a:lnTo>
                <a:lnTo>
                  <a:pt x="1269978" y="49809"/>
                </a:lnTo>
                <a:lnTo>
                  <a:pt x="1270764" y="50107"/>
                </a:lnTo>
                <a:lnTo>
                  <a:pt x="1271532" y="50432"/>
                </a:lnTo>
                <a:lnTo>
                  <a:pt x="1272281" y="50783"/>
                </a:lnTo>
                <a:lnTo>
                  <a:pt x="1273013" y="51160"/>
                </a:lnTo>
                <a:lnTo>
                  <a:pt x="1273726" y="51563"/>
                </a:lnTo>
                <a:lnTo>
                  <a:pt x="1274421" y="51992"/>
                </a:lnTo>
                <a:lnTo>
                  <a:pt x="1275098" y="52446"/>
                </a:lnTo>
                <a:lnTo>
                  <a:pt x="1275757" y="52927"/>
                </a:lnTo>
                <a:lnTo>
                  <a:pt x="1276398" y="53434"/>
                </a:lnTo>
                <a:lnTo>
                  <a:pt x="1277020" y="53967"/>
                </a:lnTo>
                <a:lnTo>
                  <a:pt x="1277625" y="54525"/>
                </a:lnTo>
                <a:lnTo>
                  <a:pt x="1278211" y="55110"/>
                </a:lnTo>
                <a:lnTo>
                  <a:pt x="1278779" y="55721"/>
                </a:lnTo>
                <a:lnTo>
                  <a:pt x="1279327" y="56356"/>
                </a:lnTo>
                <a:lnTo>
                  <a:pt x="1279852" y="57014"/>
                </a:lnTo>
                <a:lnTo>
                  <a:pt x="1280356" y="57695"/>
                </a:lnTo>
                <a:lnTo>
                  <a:pt x="1280837" y="58399"/>
                </a:lnTo>
                <a:lnTo>
                  <a:pt x="1281295" y="59127"/>
                </a:lnTo>
                <a:lnTo>
                  <a:pt x="1281732" y="59877"/>
                </a:lnTo>
                <a:lnTo>
                  <a:pt x="1282146" y="60651"/>
                </a:lnTo>
                <a:lnTo>
                  <a:pt x="1282538" y="61448"/>
                </a:lnTo>
                <a:lnTo>
                  <a:pt x="1282908" y="62267"/>
                </a:lnTo>
                <a:lnTo>
                  <a:pt x="1283255" y="63110"/>
                </a:lnTo>
                <a:lnTo>
                  <a:pt x="1283581" y="63976"/>
                </a:lnTo>
                <a:lnTo>
                  <a:pt x="1283884" y="64865"/>
                </a:lnTo>
                <a:lnTo>
                  <a:pt x="1284164" y="65778"/>
                </a:lnTo>
                <a:lnTo>
                  <a:pt x="1284423" y="66713"/>
                </a:lnTo>
                <a:lnTo>
                  <a:pt x="1284659" y="67671"/>
                </a:lnTo>
                <a:lnTo>
                  <a:pt x="1284873" y="68653"/>
                </a:lnTo>
                <a:lnTo>
                  <a:pt x="1285064" y="69657"/>
                </a:lnTo>
                <a:lnTo>
                  <a:pt x="1285234" y="70685"/>
                </a:lnTo>
                <a:lnTo>
                  <a:pt x="1285381" y="71736"/>
                </a:lnTo>
                <a:lnTo>
                  <a:pt x="1285506" y="72810"/>
                </a:lnTo>
                <a:lnTo>
                  <a:pt x="1285608" y="73907"/>
                </a:lnTo>
                <a:lnTo>
                  <a:pt x="1285689" y="75027"/>
                </a:lnTo>
                <a:lnTo>
                  <a:pt x="1285747" y="76170"/>
                </a:lnTo>
                <a:lnTo>
                  <a:pt x="1285783" y="77336"/>
                </a:lnTo>
                <a:lnTo>
                  <a:pt x="1233305" y="77336"/>
                </a:lnTo>
                <a:lnTo>
                  <a:pt x="1233405" y="76161"/>
                </a:lnTo>
                <a:lnTo>
                  <a:pt x="1233525" y="75010"/>
                </a:lnTo>
                <a:lnTo>
                  <a:pt x="1233666" y="73883"/>
                </a:lnTo>
                <a:lnTo>
                  <a:pt x="1233826" y="72779"/>
                </a:lnTo>
                <a:lnTo>
                  <a:pt x="1234007" y="71699"/>
                </a:lnTo>
                <a:lnTo>
                  <a:pt x="1234208" y="70642"/>
                </a:lnTo>
                <a:close/>
                <a:moveTo>
                  <a:pt x="1693562" y="18967"/>
                </a:moveTo>
                <a:lnTo>
                  <a:pt x="1693908" y="18906"/>
                </a:lnTo>
                <a:lnTo>
                  <a:pt x="1694248" y="18835"/>
                </a:lnTo>
                <a:lnTo>
                  <a:pt x="1694582" y="18755"/>
                </a:lnTo>
                <a:lnTo>
                  <a:pt x="1694910" y="18666"/>
                </a:lnTo>
                <a:lnTo>
                  <a:pt x="1695231" y="18567"/>
                </a:lnTo>
                <a:lnTo>
                  <a:pt x="1695547" y="18459"/>
                </a:lnTo>
                <a:lnTo>
                  <a:pt x="1695856" y="18341"/>
                </a:lnTo>
                <a:lnTo>
                  <a:pt x="1696159" y="18214"/>
                </a:lnTo>
                <a:lnTo>
                  <a:pt x="1696456" y="18077"/>
                </a:lnTo>
                <a:lnTo>
                  <a:pt x="1696747" y="17931"/>
                </a:lnTo>
                <a:lnTo>
                  <a:pt x="1697032" y="17776"/>
                </a:lnTo>
                <a:lnTo>
                  <a:pt x="1697310" y="17611"/>
                </a:lnTo>
                <a:lnTo>
                  <a:pt x="1697582" y="17437"/>
                </a:lnTo>
                <a:lnTo>
                  <a:pt x="1697849" y="17253"/>
                </a:lnTo>
                <a:lnTo>
                  <a:pt x="1698109" y="17060"/>
                </a:lnTo>
                <a:lnTo>
                  <a:pt x="1698362" y="16857"/>
                </a:lnTo>
                <a:lnTo>
                  <a:pt x="1698610" y="16645"/>
                </a:lnTo>
                <a:lnTo>
                  <a:pt x="1698851" y="16424"/>
                </a:lnTo>
                <a:lnTo>
                  <a:pt x="1699085" y="16195"/>
                </a:lnTo>
                <a:lnTo>
                  <a:pt x="1699308" y="15962"/>
                </a:lnTo>
                <a:lnTo>
                  <a:pt x="1699522" y="15724"/>
                </a:lnTo>
                <a:lnTo>
                  <a:pt x="1699725" y="15480"/>
                </a:lnTo>
                <a:lnTo>
                  <a:pt x="1699919" y="15232"/>
                </a:lnTo>
                <a:lnTo>
                  <a:pt x="1700103" y="14978"/>
                </a:lnTo>
                <a:lnTo>
                  <a:pt x="1700277" y="14720"/>
                </a:lnTo>
                <a:lnTo>
                  <a:pt x="1700441" y="14457"/>
                </a:lnTo>
                <a:lnTo>
                  <a:pt x="1700595" y="14188"/>
                </a:lnTo>
                <a:lnTo>
                  <a:pt x="1700739" y="13915"/>
                </a:lnTo>
                <a:lnTo>
                  <a:pt x="1700873" y="13637"/>
                </a:lnTo>
                <a:lnTo>
                  <a:pt x="1700997" y="13354"/>
                </a:lnTo>
                <a:lnTo>
                  <a:pt x="1701111" y="13066"/>
                </a:lnTo>
                <a:lnTo>
                  <a:pt x="1701215" y="12773"/>
                </a:lnTo>
                <a:lnTo>
                  <a:pt x="1701310" y="12474"/>
                </a:lnTo>
                <a:lnTo>
                  <a:pt x="1701394" y="12171"/>
                </a:lnTo>
                <a:lnTo>
                  <a:pt x="1701469" y="11863"/>
                </a:lnTo>
                <a:lnTo>
                  <a:pt x="1701533" y="11550"/>
                </a:lnTo>
                <a:lnTo>
                  <a:pt x="1701588" y="11233"/>
                </a:lnTo>
                <a:lnTo>
                  <a:pt x="1701633" y="10910"/>
                </a:lnTo>
                <a:lnTo>
                  <a:pt x="1701667" y="10582"/>
                </a:lnTo>
                <a:lnTo>
                  <a:pt x="1701692" y="10249"/>
                </a:lnTo>
                <a:lnTo>
                  <a:pt x="1701707" y="9911"/>
                </a:lnTo>
                <a:lnTo>
                  <a:pt x="1701712" y="9568"/>
                </a:lnTo>
                <a:lnTo>
                  <a:pt x="1701707" y="9226"/>
                </a:lnTo>
                <a:lnTo>
                  <a:pt x="1701692" y="8888"/>
                </a:lnTo>
                <a:lnTo>
                  <a:pt x="1701667" y="8555"/>
                </a:lnTo>
                <a:lnTo>
                  <a:pt x="1701633" y="8227"/>
                </a:lnTo>
                <a:lnTo>
                  <a:pt x="1701588" y="7904"/>
                </a:lnTo>
                <a:lnTo>
                  <a:pt x="1701533" y="7586"/>
                </a:lnTo>
                <a:lnTo>
                  <a:pt x="1701469" y="7273"/>
                </a:lnTo>
                <a:lnTo>
                  <a:pt x="1701394" y="6965"/>
                </a:lnTo>
                <a:lnTo>
                  <a:pt x="1701310" y="6662"/>
                </a:lnTo>
                <a:lnTo>
                  <a:pt x="1701215" y="6364"/>
                </a:lnTo>
                <a:lnTo>
                  <a:pt x="1701111" y="6071"/>
                </a:lnTo>
                <a:lnTo>
                  <a:pt x="1700997" y="5783"/>
                </a:lnTo>
                <a:lnTo>
                  <a:pt x="1700873" y="5500"/>
                </a:lnTo>
                <a:lnTo>
                  <a:pt x="1700739" y="5222"/>
                </a:lnTo>
                <a:lnTo>
                  <a:pt x="1700595" y="4948"/>
                </a:lnTo>
                <a:lnTo>
                  <a:pt x="1700441" y="4680"/>
                </a:lnTo>
                <a:lnTo>
                  <a:pt x="1700277" y="4417"/>
                </a:lnTo>
                <a:lnTo>
                  <a:pt x="1700103" y="4158"/>
                </a:lnTo>
                <a:lnTo>
                  <a:pt x="1699919" y="3905"/>
                </a:lnTo>
                <a:lnTo>
                  <a:pt x="1699725" y="3657"/>
                </a:lnTo>
                <a:lnTo>
                  <a:pt x="1699522" y="3413"/>
                </a:lnTo>
                <a:lnTo>
                  <a:pt x="1699308" y="3175"/>
                </a:lnTo>
                <a:lnTo>
                  <a:pt x="1699085" y="2941"/>
                </a:lnTo>
                <a:lnTo>
                  <a:pt x="1698851" y="2713"/>
                </a:lnTo>
                <a:lnTo>
                  <a:pt x="1698610" y="2491"/>
                </a:lnTo>
                <a:lnTo>
                  <a:pt x="1698362" y="2279"/>
                </a:lnTo>
                <a:lnTo>
                  <a:pt x="1698109" y="2077"/>
                </a:lnTo>
                <a:lnTo>
                  <a:pt x="1697849" y="1884"/>
                </a:lnTo>
                <a:lnTo>
                  <a:pt x="1697582" y="1700"/>
                </a:lnTo>
                <a:lnTo>
                  <a:pt x="1697310" y="1526"/>
                </a:lnTo>
                <a:lnTo>
                  <a:pt x="1697032" y="1361"/>
                </a:lnTo>
                <a:lnTo>
                  <a:pt x="1696747" y="1206"/>
                </a:lnTo>
                <a:lnTo>
                  <a:pt x="1696456" y="1060"/>
                </a:lnTo>
                <a:lnTo>
                  <a:pt x="1696159" y="923"/>
                </a:lnTo>
                <a:lnTo>
                  <a:pt x="1695856" y="796"/>
                </a:lnTo>
                <a:lnTo>
                  <a:pt x="1695547" y="678"/>
                </a:lnTo>
                <a:lnTo>
                  <a:pt x="1695231" y="570"/>
                </a:lnTo>
                <a:lnTo>
                  <a:pt x="1694910" y="471"/>
                </a:lnTo>
                <a:lnTo>
                  <a:pt x="1694582" y="381"/>
                </a:lnTo>
                <a:lnTo>
                  <a:pt x="1694248" y="301"/>
                </a:lnTo>
                <a:lnTo>
                  <a:pt x="1693908" y="231"/>
                </a:lnTo>
                <a:lnTo>
                  <a:pt x="1693562" y="170"/>
                </a:lnTo>
                <a:lnTo>
                  <a:pt x="1693209" y="118"/>
                </a:lnTo>
                <a:lnTo>
                  <a:pt x="1692851" y="75"/>
                </a:lnTo>
                <a:lnTo>
                  <a:pt x="1692486" y="42"/>
                </a:lnTo>
                <a:lnTo>
                  <a:pt x="1692115" y="19"/>
                </a:lnTo>
                <a:lnTo>
                  <a:pt x="1691738" y="5"/>
                </a:lnTo>
                <a:lnTo>
                  <a:pt x="1691355" y="0"/>
                </a:lnTo>
                <a:lnTo>
                  <a:pt x="1690971" y="5"/>
                </a:lnTo>
                <a:lnTo>
                  <a:pt x="1690595" y="19"/>
                </a:lnTo>
                <a:lnTo>
                  <a:pt x="1690224" y="42"/>
                </a:lnTo>
                <a:lnTo>
                  <a:pt x="1689860" y="75"/>
                </a:lnTo>
                <a:lnTo>
                  <a:pt x="1689502" y="118"/>
                </a:lnTo>
                <a:lnTo>
                  <a:pt x="1689151" y="170"/>
                </a:lnTo>
                <a:lnTo>
                  <a:pt x="1688805" y="231"/>
                </a:lnTo>
                <a:lnTo>
                  <a:pt x="1688467" y="301"/>
                </a:lnTo>
                <a:lnTo>
                  <a:pt x="1688134" y="381"/>
                </a:lnTo>
                <a:lnTo>
                  <a:pt x="1687808" y="471"/>
                </a:lnTo>
                <a:lnTo>
                  <a:pt x="1687488" y="570"/>
                </a:lnTo>
                <a:lnTo>
                  <a:pt x="1687175" y="678"/>
                </a:lnTo>
                <a:lnTo>
                  <a:pt x="1686867" y="796"/>
                </a:lnTo>
                <a:lnTo>
                  <a:pt x="1686567" y="923"/>
                </a:lnTo>
                <a:lnTo>
                  <a:pt x="1686272" y="1060"/>
                </a:lnTo>
                <a:lnTo>
                  <a:pt x="1685984" y="1206"/>
                </a:lnTo>
                <a:lnTo>
                  <a:pt x="1685702" y="1361"/>
                </a:lnTo>
                <a:lnTo>
                  <a:pt x="1685427" y="1526"/>
                </a:lnTo>
                <a:lnTo>
                  <a:pt x="1685158" y="1700"/>
                </a:lnTo>
                <a:lnTo>
                  <a:pt x="1684895" y="1884"/>
                </a:lnTo>
                <a:lnTo>
                  <a:pt x="1684638" y="2077"/>
                </a:lnTo>
                <a:lnTo>
                  <a:pt x="1684388" y="2279"/>
                </a:lnTo>
                <a:lnTo>
                  <a:pt x="1684144" y="2491"/>
                </a:lnTo>
                <a:lnTo>
                  <a:pt x="1683907" y="2713"/>
                </a:lnTo>
                <a:lnTo>
                  <a:pt x="1683678" y="2941"/>
                </a:lnTo>
                <a:lnTo>
                  <a:pt x="1683458" y="3175"/>
                </a:lnTo>
                <a:lnTo>
                  <a:pt x="1683248" y="3413"/>
                </a:lnTo>
                <a:lnTo>
                  <a:pt x="1683048" y="3657"/>
                </a:lnTo>
                <a:lnTo>
                  <a:pt x="1682858" y="3905"/>
                </a:lnTo>
                <a:lnTo>
                  <a:pt x="1682677" y="4158"/>
                </a:lnTo>
                <a:lnTo>
                  <a:pt x="1682506" y="4417"/>
                </a:lnTo>
                <a:lnTo>
                  <a:pt x="1682345" y="4680"/>
                </a:lnTo>
                <a:lnTo>
                  <a:pt x="1682194" y="4948"/>
                </a:lnTo>
                <a:lnTo>
                  <a:pt x="1682052" y="5222"/>
                </a:lnTo>
                <a:lnTo>
                  <a:pt x="1681921" y="5500"/>
                </a:lnTo>
                <a:lnTo>
                  <a:pt x="1681799" y="5783"/>
                </a:lnTo>
                <a:lnTo>
                  <a:pt x="1681686" y="6071"/>
                </a:lnTo>
                <a:lnTo>
                  <a:pt x="1681584" y="6364"/>
                </a:lnTo>
                <a:lnTo>
                  <a:pt x="1681491" y="6662"/>
                </a:lnTo>
                <a:lnTo>
                  <a:pt x="1681408" y="6965"/>
                </a:lnTo>
                <a:lnTo>
                  <a:pt x="1681335" y="7273"/>
                </a:lnTo>
                <a:lnTo>
                  <a:pt x="1681271" y="7586"/>
                </a:lnTo>
                <a:lnTo>
                  <a:pt x="1681218" y="7904"/>
                </a:lnTo>
                <a:lnTo>
                  <a:pt x="1681174" y="8227"/>
                </a:lnTo>
                <a:lnTo>
                  <a:pt x="1681140" y="8555"/>
                </a:lnTo>
                <a:lnTo>
                  <a:pt x="1681115" y="8888"/>
                </a:lnTo>
                <a:lnTo>
                  <a:pt x="1681101" y="9226"/>
                </a:lnTo>
                <a:lnTo>
                  <a:pt x="1681096" y="9568"/>
                </a:lnTo>
                <a:lnTo>
                  <a:pt x="1681101" y="9911"/>
                </a:lnTo>
                <a:lnTo>
                  <a:pt x="1681115" y="10249"/>
                </a:lnTo>
                <a:lnTo>
                  <a:pt x="1681140" y="10582"/>
                </a:lnTo>
                <a:lnTo>
                  <a:pt x="1681174" y="10910"/>
                </a:lnTo>
                <a:lnTo>
                  <a:pt x="1681218" y="11233"/>
                </a:lnTo>
                <a:lnTo>
                  <a:pt x="1681271" y="11550"/>
                </a:lnTo>
                <a:lnTo>
                  <a:pt x="1681335" y="11863"/>
                </a:lnTo>
                <a:lnTo>
                  <a:pt x="1681408" y="12171"/>
                </a:lnTo>
                <a:lnTo>
                  <a:pt x="1681491" y="12474"/>
                </a:lnTo>
                <a:lnTo>
                  <a:pt x="1681584" y="12773"/>
                </a:lnTo>
                <a:lnTo>
                  <a:pt x="1681686" y="13066"/>
                </a:lnTo>
                <a:lnTo>
                  <a:pt x="1681799" y="13354"/>
                </a:lnTo>
                <a:lnTo>
                  <a:pt x="1681921" y="13637"/>
                </a:lnTo>
                <a:lnTo>
                  <a:pt x="1682052" y="13915"/>
                </a:lnTo>
                <a:lnTo>
                  <a:pt x="1682194" y="14188"/>
                </a:lnTo>
                <a:lnTo>
                  <a:pt x="1682345" y="14457"/>
                </a:lnTo>
                <a:lnTo>
                  <a:pt x="1682506" y="14720"/>
                </a:lnTo>
                <a:lnTo>
                  <a:pt x="1682677" y="14978"/>
                </a:lnTo>
                <a:lnTo>
                  <a:pt x="1682858" y="15232"/>
                </a:lnTo>
                <a:lnTo>
                  <a:pt x="1683048" y="15480"/>
                </a:lnTo>
                <a:lnTo>
                  <a:pt x="1683248" y="15724"/>
                </a:lnTo>
                <a:lnTo>
                  <a:pt x="1683458" y="15962"/>
                </a:lnTo>
                <a:lnTo>
                  <a:pt x="1683678" y="16195"/>
                </a:lnTo>
                <a:lnTo>
                  <a:pt x="1683907" y="16424"/>
                </a:lnTo>
                <a:lnTo>
                  <a:pt x="1684144" y="16645"/>
                </a:lnTo>
                <a:lnTo>
                  <a:pt x="1684388" y="16857"/>
                </a:lnTo>
                <a:lnTo>
                  <a:pt x="1684638" y="17060"/>
                </a:lnTo>
                <a:lnTo>
                  <a:pt x="1684895" y="17253"/>
                </a:lnTo>
                <a:lnTo>
                  <a:pt x="1685158" y="17437"/>
                </a:lnTo>
                <a:lnTo>
                  <a:pt x="1685427" y="17611"/>
                </a:lnTo>
                <a:lnTo>
                  <a:pt x="1685702" y="17776"/>
                </a:lnTo>
                <a:lnTo>
                  <a:pt x="1685984" y="17931"/>
                </a:lnTo>
                <a:lnTo>
                  <a:pt x="1686272" y="18077"/>
                </a:lnTo>
                <a:lnTo>
                  <a:pt x="1686567" y="18214"/>
                </a:lnTo>
                <a:lnTo>
                  <a:pt x="1686867" y="18341"/>
                </a:lnTo>
                <a:lnTo>
                  <a:pt x="1687175" y="18459"/>
                </a:lnTo>
                <a:lnTo>
                  <a:pt x="1687488" y="18567"/>
                </a:lnTo>
                <a:lnTo>
                  <a:pt x="1687808" y="18666"/>
                </a:lnTo>
                <a:lnTo>
                  <a:pt x="1688134" y="18755"/>
                </a:lnTo>
                <a:lnTo>
                  <a:pt x="1688467" y="18835"/>
                </a:lnTo>
                <a:lnTo>
                  <a:pt x="1688805" y="18906"/>
                </a:lnTo>
                <a:lnTo>
                  <a:pt x="1689151" y="18967"/>
                </a:lnTo>
                <a:lnTo>
                  <a:pt x="1689502" y="19019"/>
                </a:lnTo>
                <a:lnTo>
                  <a:pt x="1689860" y="19061"/>
                </a:lnTo>
                <a:lnTo>
                  <a:pt x="1690224" y="19094"/>
                </a:lnTo>
                <a:lnTo>
                  <a:pt x="1690595" y="19118"/>
                </a:lnTo>
                <a:lnTo>
                  <a:pt x="1690971" y="19132"/>
                </a:lnTo>
                <a:lnTo>
                  <a:pt x="1691355" y="19137"/>
                </a:lnTo>
                <a:lnTo>
                  <a:pt x="1691738" y="19132"/>
                </a:lnTo>
                <a:lnTo>
                  <a:pt x="1692115" y="19118"/>
                </a:lnTo>
                <a:lnTo>
                  <a:pt x="1692486" y="19094"/>
                </a:lnTo>
                <a:lnTo>
                  <a:pt x="1692851" y="19061"/>
                </a:lnTo>
                <a:lnTo>
                  <a:pt x="1693209" y="19019"/>
                </a:lnTo>
                <a:lnTo>
                  <a:pt x="1693562" y="18967"/>
                </a:lnTo>
                <a:close/>
                <a:moveTo>
                  <a:pt x="2345792" y="84565"/>
                </a:moveTo>
                <a:lnTo>
                  <a:pt x="2311810" y="136324"/>
                </a:lnTo>
                <a:lnTo>
                  <a:pt x="2329270" y="136324"/>
                </a:lnTo>
                <a:lnTo>
                  <a:pt x="2355511" y="94835"/>
                </a:lnTo>
                <a:lnTo>
                  <a:pt x="2381846" y="136324"/>
                </a:lnTo>
                <a:lnTo>
                  <a:pt x="2399405" y="136324"/>
                </a:lnTo>
                <a:lnTo>
                  <a:pt x="2365160" y="84300"/>
                </a:lnTo>
                <a:lnTo>
                  <a:pt x="2396248" y="37287"/>
                </a:lnTo>
                <a:lnTo>
                  <a:pt x="2378591" y="37287"/>
                </a:lnTo>
                <a:lnTo>
                  <a:pt x="2355561" y="74618"/>
                </a:lnTo>
                <a:lnTo>
                  <a:pt x="2332624" y="37287"/>
                </a:lnTo>
                <a:lnTo>
                  <a:pt x="2314966" y="37287"/>
                </a:lnTo>
                <a:lnTo>
                  <a:pt x="2345792" y="84565"/>
                </a:lnTo>
                <a:close/>
                <a:moveTo>
                  <a:pt x="2044597" y="122876"/>
                </a:moveTo>
                <a:lnTo>
                  <a:pt x="2043921" y="122835"/>
                </a:lnTo>
                <a:lnTo>
                  <a:pt x="2043268" y="122777"/>
                </a:lnTo>
                <a:lnTo>
                  <a:pt x="2042637" y="122704"/>
                </a:lnTo>
                <a:lnTo>
                  <a:pt x="2042029" y="122613"/>
                </a:lnTo>
                <a:lnTo>
                  <a:pt x="2041443" y="122506"/>
                </a:lnTo>
                <a:lnTo>
                  <a:pt x="2040880" y="122383"/>
                </a:lnTo>
                <a:lnTo>
                  <a:pt x="2040339" y="122243"/>
                </a:lnTo>
                <a:lnTo>
                  <a:pt x="2039821" y="122087"/>
                </a:lnTo>
                <a:lnTo>
                  <a:pt x="2039325" y="121914"/>
                </a:lnTo>
                <a:lnTo>
                  <a:pt x="2038851" y="121725"/>
                </a:lnTo>
                <a:lnTo>
                  <a:pt x="2038400" y="121520"/>
                </a:lnTo>
                <a:lnTo>
                  <a:pt x="2037971" y="121298"/>
                </a:lnTo>
                <a:lnTo>
                  <a:pt x="2037565" y="121059"/>
                </a:lnTo>
                <a:lnTo>
                  <a:pt x="2037181" y="120805"/>
                </a:lnTo>
                <a:lnTo>
                  <a:pt x="2036819" y="120533"/>
                </a:lnTo>
                <a:lnTo>
                  <a:pt x="2036480" y="120246"/>
                </a:lnTo>
                <a:lnTo>
                  <a:pt x="2036164" y="119942"/>
                </a:lnTo>
                <a:lnTo>
                  <a:pt x="2035870" y="119621"/>
                </a:lnTo>
                <a:lnTo>
                  <a:pt x="2035598" y="119284"/>
                </a:lnTo>
                <a:lnTo>
                  <a:pt x="2035349" y="118930"/>
                </a:lnTo>
                <a:lnTo>
                  <a:pt x="2035122" y="118561"/>
                </a:lnTo>
                <a:lnTo>
                  <a:pt x="2034918" y="118174"/>
                </a:lnTo>
                <a:lnTo>
                  <a:pt x="2034728" y="117772"/>
                </a:lnTo>
                <a:lnTo>
                  <a:pt x="2034547" y="117356"/>
                </a:lnTo>
                <a:lnTo>
                  <a:pt x="2034374" y="116924"/>
                </a:lnTo>
                <a:lnTo>
                  <a:pt x="2034209" y="116478"/>
                </a:lnTo>
                <a:lnTo>
                  <a:pt x="2034052" y="116017"/>
                </a:lnTo>
                <a:lnTo>
                  <a:pt x="2033903" y="115542"/>
                </a:lnTo>
                <a:lnTo>
                  <a:pt x="2033763" y="115051"/>
                </a:lnTo>
                <a:lnTo>
                  <a:pt x="2033630" y="114546"/>
                </a:lnTo>
                <a:lnTo>
                  <a:pt x="2033505" y="114027"/>
                </a:lnTo>
                <a:lnTo>
                  <a:pt x="2033388" y="113492"/>
                </a:lnTo>
                <a:lnTo>
                  <a:pt x="2033280" y="112943"/>
                </a:lnTo>
                <a:lnTo>
                  <a:pt x="2033179" y="112379"/>
                </a:lnTo>
                <a:lnTo>
                  <a:pt x="2033086" y="111800"/>
                </a:lnTo>
                <a:lnTo>
                  <a:pt x="2033002" y="111207"/>
                </a:lnTo>
                <a:lnTo>
                  <a:pt x="2032925" y="110599"/>
                </a:lnTo>
                <a:lnTo>
                  <a:pt x="2032857" y="109976"/>
                </a:lnTo>
                <a:lnTo>
                  <a:pt x="2032797" y="109338"/>
                </a:lnTo>
                <a:lnTo>
                  <a:pt x="2032744" y="108686"/>
                </a:lnTo>
                <a:lnTo>
                  <a:pt x="2032700" y="108019"/>
                </a:lnTo>
                <a:lnTo>
                  <a:pt x="2032664" y="107337"/>
                </a:lnTo>
                <a:lnTo>
                  <a:pt x="2032636" y="106641"/>
                </a:lnTo>
                <a:lnTo>
                  <a:pt x="2032616" y="105929"/>
                </a:lnTo>
                <a:lnTo>
                  <a:pt x="2032603" y="105203"/>
                </a:lnTo>
                <a:lnTo>
                  <a:pt x="2032599" y="104463"/>
                </a:lnTo>
                <a:lnTo>
                  <a:pt x="2032599" y="3551"/>
                </a:lnTo>
                <a:lnTo>
                  <a:pt x="2016225" y="3551"/>
                </a:lnTo>
                <a:lnTo>
                  <a:pt x="2016225" y="105252"/>
                </a:lnTo>
                <a:lnTo>
                  <a:pt x="2016229" y="106061"/>
                </a:lnTo>
                <a:lnTo>
                  <a:pt x="2016241" y="106860"/>
                </a:lnTo>
                <a:lnTo>
                  <a:pt x="2016260" y="107649"/>
                </a:lnTo>
                <a:lnTo>
                  <a:pt x="2016288" y="108429"/>
                </a:lnTo>
                <a:lnTo>
                  <a:pt x="2016323" y="109199"/>
                </a:lnTo>
                <a:lnTo>
                  <a:pt x="2016367" y="109959"/>
                </a:lnTo>
                <a:lnTo>
                  <a:pt x="2016418" y="110709"/>
                </a:lnTo>
                <a:lnTo>
                  <a:pt x="2016477" y="111450"/>
                </a:lnTo>
                <a:lnTo>
                  <a:pt x="2016544" y="112181"/>
                </a:lnTo>
                <a:lnTo>
                  <a:pt x="2016619" y="112902"/>
                </a:lnTo>
                <a:lnTo>
                  <a:pt x="2016701" y="113613"/>
                </a:lnTo>
                <a:lnTo>
                  <a:pt x="2016792" y="114315"/>
                </a:lnTo>
                <a:lnTo>
                  <a:pt x="2016890" y="115007"/>
                </a:lnTo>
                <a:lnTo>
                  <a:pt x="2016997" y="115689"/>
                </a:lnTo>
                <a:lnTo>
                  <a:pt x="2017111" y="116361"/>
                </a:lnTo>
                <a:lnTo>
                  <a:pt x="2017233" y="117023"/>
                </a:lnTo>
                <a:lnTo>
                  <a:pt x="2017363" y="117676"/>
                </a:lnTo>
                <a:lnTo>
                  <a:pt x="2017501" y="118319"/>
                </a:lnTo>
                <a:lnTo>
                  <a:pt x="2017647" y="118952"/>
                </a:lnTo>
                <a:lnTo>
                  <a:pt x="2017800" y="119576"/>
                </a:lnTo>
                <a:lnTo>
                  <a:pt x="2017962" y="120189"/>
                </a:lnTo>
                <a:lnTo>
                  <a:pt x="2018131" y="120793"/>
                </a:lnTo>
                <a:lnTo>
                  <a:pt x="2018308" y="121387"/>
                </a:lnTo>
                <a:lnTo>
                  <a:pt x="2018494" y="121972"/>
                </a:lnTo>
                <a:lnTo>
                  <a:pt x="2018689" y="122546"/>
                </a:lnTo>
                <a:lnTo>
                  <a:pt x="2018899" y="123108"/>
                </a:lnTo>
                <a:lnTo>
                  <a:pt x="2019122" y="123660"/>
                </a:lnTo>
                <a:lnTo>
                  <a:pt x="2019359" y="124200"/>
                </a:lnTo>
                <a:lnTo>
                  <a:pt x="2019610" y="124728"/>
                </a:lnTo>
                <a:lnTo>
                  <a:pt x="2019875" y="125246"/>
                </a:lnTo>
                <a:lnTo>
                  <a:pt x="2020153" y="125752"/>
                </a:lnTo>
                <a:lnTo>
                  <a:pt x="2020444" y="126246"/>
                </a:lnTo>
                <a:lnTo>
                  <a:pt x="2020750" y="126730"/>
                </a:lnTo>
                <a:lnTo>
                  <a:pt x="2021069" y="127202"/>
                </a:lnTo>
                <a:lnTo>
                  <a:pt x="2021402" y="127663"/>
                </a:lnTo>
                <a:lnTo>
                  <a:pt x="2021749" y="128112"/>
                </a:lnTo>
                <a:lnTo>
                  <a:pt x="2022109" y="128551"/>
                </a:lnTo>
                <a:lnTo>
                  <a:pt x="2022483" y="128978"/>
                </a:lnTo>
                <a:lnTo>
                  <a:pt x="2022871" y="129393"/>
                </a:lnTo>
                <a:lnTo>
                  <a:pt x="2023272" y="129798"/>
                </a:lnTo>
                <a:lnTo>
                  <a:pt x="2023687" y="130191"/>
                </a:lnTo>
                <a:lnTo>
                  <a:pt x="2024116" y="130572"/>
                </a:lnTo>
                <a:lnTo>
                  <a:pt x="2024559" y="130943"/>
                </a:lnTo>
                <a:lnTo>
                  <a:pt x="2025015" y="131302"/>
                </a:lnTo>
                <a:lnTo>
                  <a:pt x="2025485" y="131650"/>
                </a:lnTo>
                <a:lnTo>
                  <a:pt x="2025968" y="131986"/>
                </a:lnTo>
                <a:lnTo>
                  <a:pt x="2026466" y="132311"/>
                </a:lnTo>
                <a:lnTo>
                  <a:pt x="2026977" y="132625"/>
                </a:lnTo>
                <a:lnTo>
                  <a:pt x="2027504" y="132927"/>
                </a:lnTo>
                <a:lnTo>
                  <a:pt x="2028051" y="133216"/>
                </a:lnTo>
                <a:lnTo>
                  <a:pt x="2028617" y="133492"/>
                </a:lnTo>
                <a:lnTo>
                  <a:pt x="2029202" y="133756"/>
                </a:lnTo>
                <a:lnTo>
                  <a:pt x="2029806" y="134006"/>
                </a:lnTo>
                <a:lnTo>
                  <a:pt x="2030429" y="134244"/>
                </a:lnTo>
                <a:lnTo>
                  <a:pt x="2031072" y="134468"/>
                </a:lnTo>
                <a:lnTo>
                  <a:pt x="2031734" y="134680"/>
                </a:lnTo>
                <a:lnTo>
                  <a:pt x="2032415" y="134879"/>
                </a:lnTo>
                <a:lnTo>
                  <a:pt x="2033115" y="135066"/>
                </a:lnTo>
                <a:lnTo>
                  <a:pt x="2033834" y="135239"/>
                </a:lnTo>
                <a:lnTo>
                  <a:pt x="2034572" y="135400"/>
                </a:lnTo>
                <a:lnTo>
                  <a:pt x="2035330" y="135547"/>
                </a:lnTo>
                <a:lnTo>
                  <a:pt x="2036107" y="135682"/>
                </a:lnTo>
                <a:lnTo>
                  <a:pt x="2036903" y="135804"/>
                </a:lnTo>
                <a:lnTo>
                  <a:pt x="2037718" y="135913"/>
                </a:lnTo>
                <a:lnTo>
                  <a:pt x="2038552" y="136010"/>
                </a:lnTo>
                <a:lnTo>
                  <a:pt x="2039406" y="136093"/>
                </a:lnTo>
                <a:lnTo>
                  <a:pt x="2040279" y="136164"/>
                </a:lnTo>
                <a:lnTo>
                  <a:pt x="2041170" y="136222"/>
                </a:lnTo>
                <a:lnTo>
                  <a:pt x="2042082" y="136267"/>
                </a:lnTo>
                <a:lnTo>
                  <a:pt x="2043012" y="136299"/>
                </a:lnTo>
                <a:lnTo>
                  <a:pt x="2043961" y="136318"/>
                </a:lnTo>
                <a:lnTo>
                  <a:pt x="2044930" y="136324"/>
                </a:lnTo>
                <a:lnTo>
                  <a:pt x="2050454" y="136324"/>
                </a:lnTo>
                <a:lnTo>
                  <a:pt x="2050454" y="122909"/>
                </a:lnTo>
                <a:lnTo>
                  <a:pt x="2046015" y="122909"/>
                </a:lnTo>
                <a:lnTo>
                  <a:pt x="2045295" y="122901"/>
                </a:lnTo>
                <a:lnTo>
                  <a:pt x="2044597" y="122876"/>
                </a:lnTo>
                <a:close/>
                <a:moveTo>
                  <a:pt x="2264208" y="90168"/>
                </a:moveTo>
                <a:lnTo>
                  <a:pt x="2264862" y="89568"/>
                </a:lnTo>
                <a:lnTo>
                  <a:pt x="2265511" y="88967"/>
                </a:lnTo>
                <a:lnTo>
                  <a:pt x="2266155" y="88366"/>
                </a:lnTo>
                <a:lnTo>
                  <a:pt x="2266795" y="87764"/>
                </a:lnTo>
                <a:lnTo>
                  <a:pt x="2267429" y="87163"/>
                </a:lnTo>
                <a:lnTo>
                  <a:pt x="2268059" y="86560"/>
                </a:lnTo>
                <a:lnTo>
                  <a:pt x="2268684" y="85958"/>
                </a:lnTo>
                <a:lnTo>
                  <a:pt x="2269305" y="85355"/>
                </a:lnTo>
                <a:lnTo>
                  <a:pt x="2269920" y="84752"/>
                </a:lnTo>
                <a:lnTo>
                  <a:pt x="2270531" y="84149"/>
                </a:lnTo>
                <a:lnTo>
                  <a:pt x="2271137" y="83545"/>
                </a:lnTo>
                <a:lnTo>
                  <a:pt x="2271738" y="82940"/>
                </a:lnTo>
                <a:lnTo>
                  <a:pt x="2272334" y="82336"/>
                </a:lnTo>
                <a:lnTo>
                  <a:pt x="2272926" y="81731"/>
                </a:lnTo>
                <a:lnTo>
                  <a:pt x="2273512" y="81126"/>
                </a:lnTo>
                <a:lnTo>
                  <a:pt x="2274094" y="80520"/>
                </a:lnTo>
                <a:lnTo>
                  <a:pt x="2274671" y="79914"/>
                </a:lnTo>
                <a:lnTo>
                  <a:pt x="2275244" y="79308"/>
                </a:lnTo>
                <a:lnTo>
                  <a:pt x="2275811" y="78702"/>
                </a:lnTo>
                <a:lnTo>
                  <a:pt x="2276374" y="78095"/>
                </a:lnTo>
                <a:lnTo>
                  <a:pt x="2276932" y="77487"/>
                </a:lnTo>
                <a:lnTo>
                  <a:pt x="2277485" y="76880"/>
                </a:lnTo>
                <a:lnTo>
                  <a:pt x="2278031" y="76270"/>
                </a:lnTo>
                <a:lnTo>
                  <a:pt x="2278568" y="75657"/>
                </a:lnTo>
                <a:lnTo>
                  <a:pt x="2279095" y="75041"/>
                </a:lnTo>
                <a:lnTo>
                  <a:pt x="2279613" y="74421"/>
                </a:lnTo>
                <a:lnTo>
                  <a:pt x="2280121" y="73798"/>
                </a:lnTo>
                <a:lnTo>
                  <a:pt x="2280620" y="73172"/>
                </a:lnTo>
                <a:lnTo>
                  <a:pt x="2281110" y="72542"/>
                </a:lnTo>
                <a:lnTo>
                  <a:pt x="2281590" y="71908"/>
                </a:lnTo>
                <a:lnTo>
                  <a:pt x="2282060" y="71271"/>
                </a:lnTo>
                <a:lnTo>
                  <a:pt x="2282522" y="70631"/>
                </a:lnTo>
                <a:lnTo>
                  <a:pt x="2282974" y="69988"/>
                </a:lnTo>
                <a:lnTo>
                  <a:pt x="2283416" y="69341"/>
                </a:lnTo>
                <a:lnTo>
                  <a:pt x="2283849" y="68690"/>
                </a:lnTo>
                <a:lnTo>
                  <a:pt x="2284273" y="68036"/>
                </a:lnTo>
                <a:lnTo>
                  <a:pt x="2284687" y="67379"/>
                </a:lnTo>
                <a:lnTo>
                  <a:pt x="2285092" y="66718"/>
                </a:lnTo>
                <a:lnTo>
                  <a:pt x="2285487" y="66054"/>
                </a:lnTo>
                <a:lnTo>
                  <a:pt x="2285873" y="65387"/>
                </a:lnTo>
                <a:lnTo>
                  <a:pt x="2286249" y="64716"/>
                </a:lnTo>
                <a:lnTo>
                  <a:pt x="2286616" y="64041"/>
                </a:lnTo>
                <a:lnTo>
                  <a:pt x="2286974" y="63363"/>
                </a:lnTo>
                <a:lnTo>
                  <a:pt x="2287322" y="62682"/>
                </a:lnTo>
                <a:lnTo>
                  <a:pt x="2287661" y="61998"/>
                </a:lnTo>
                <a:lnTo>
                  <a:pt x="2287991" y="61310"/>
                </a:lnTo>
                <a:lnTo>
                  <a:pt x="2288309" y="60617"/>
                </a:lnTo>
                <a:lnTo>
                  <a:pt x="2288613" y="59917"/>
                </a:lnTo>
                <a:lnTo>
                  <a:pt x="2288904" y="59212"/>
                </a:lnTo>
                <a:lnTo>
                  <a:pt x="2289181" y="58500"/>
                </a:lnTo>
                <a:lnTo>
                  <a:pt x="2289445" y="57783"/>
                </a:lnTo>
                <a:lnTo>
                  <a:pt x="2289695" y="57059"/>
                </a:lnTo>
                <a:lnTo>
                  <a:pt x="2289932" y="56329"/>
                </a:lnTo>
                <a:lnTo>
                  <a:pt x="2290155" y="55593"/>
                </a:lnTo>
                <a:lnTo>
                  <a:pt x="2290365" y="54850"/>
                </a:lnTo>
                <a:lnTo>
                  <a:pt x="2290561" y="54102"/>
                </a:lnTo>
                <a:lnTo>
                  <a:pt x="2290744" y="53347"/>
                </a:lnTo>
                <a:lnTo>
                  <a:pt x="2290913" y="52587"/>
                </a:lnTo>
                <a:lnTo>
                  <a:pt x="2291068" y="51820"/>
                </a:lnTo>
                <a:lnTo>
                  <a:pt x="2291211" y="51047"/>
                </a:lnTo>
                <a:lnTo>
                  <a:pt x="2291339" y="50267"/>
                </a:lnTo>
                <a:lnTo>
                  <a:pt x="2291454" y="49482"/>
                </a:lnTo>
                <a:lnTo>
                  <a:pt x="2291555" y="48691"/>
                </a:lnTo>
                <a:lnTo>
                  <a:pt x="2291643" y="47893"/>
                </a:lnTo>
                <a:lnTo>
                  <a:pt x="2291718" y="47089"/>
                </a:lnTo>
                <a:lnTo>
                  <a:pt x="2291779" y="46279"/>
                </a:lnTo>
                <a:lnTo>
                  <a:pt x="2291826" y="45463"/>
                </a:lnTo>
                <a:lnTo>
                  <a:pt x="2291860" y="44641"/>
                </a:lnTo>
                <a:lnTo>
                  <a:pt x="2291880" y="43812"/>
                </a:lnTo>
                <a:lnTo>
                  <a:pt x="2291887" y="42977"/>
                </a:lnTo>
                <a:lnTo>
                  <a:pt x="2291879" y="42046"/>
                </a:lnTo>
                <a:lnTo>
                  <a:pt x="2291854" y="41125"/>
                </a:lnTo>
                <a:lnTo>
                  <a:pt x="2291814" y="40215"/>
                </a:lnTo>
                <a:lnTo>
                  <a:pt x="2291757" y="39314"/>
                </a:lnTo>
                <a:lnTo>
                  <a:pt x="2291684" y="38424"/>
                </a:lnTo>
                <a:lnTo>
                  <a:pt x="2291594" y="37544"/>
                </a:lnTo>
                <a:lnTo>
                  <a:pt x="2291488" y="36675"/>
                </a:lnTo>
                <a:lnTo>
                  <a:pt x="2291366" y="35815"/>
                </a:lnTo>
                <a:lnTo>
                  <a:pt x="2291228" y="34966"/>
                </a:lnTo>
                <a:lnTo>
                  <a:pt x="2291073" y="34127"/>
                </a:lnTo>
                <a:lnTo>
                  <a:pt x="2290903" y="33299"/>
                </a:lnTo>
                <a:lnTo>
                  <a:pt x="2290716" y="32480"/>
                </a:lnTo>
                <a:lnTo>
                  <a:pt x="2290512" y="31672"/>
                </a:lnTo>
                <a:lnTo>
                  <a:pt x="2290293" y="30875"/>
                </a:lnTo>
                <a:lnTo>
                  <a:pt x="2290057" y="30087"/>
                </a:lnTo>
                <a:lnTo>
                  <a:pt x="2289805" y="29310"/>
                </a:lnTo>
                <a:lnTo>
                  <a:pt x="2289536" y="28543"/>
                </a:lnTo>
                <a:lnTo>
                  <a:pt x="2289251" y="27786"/>
                </a:lnTo>
                <a:lnTo>
                  <a:pt x="2288950" y="27040"/>
                </a:lnTo>
                <a:lnTo>
                  <a:pt x="2288633" y="26304"/>
                </a:lnTo>
                <a:lnTo>
                  <a:pt x="2288300" y="25578"/>
                </a:lnTo>
                <a:lnTo>
                  <a:pt x="2287950" y="24862"/>
                </a:lnTo>
                <a:lnTo>
                  <a:pt x="2287584" y="24157"/>
                </a:lnTo>
                <a:lnTo>
                  <a:pt x="2287201" y="23462"/>
                </a:lnTo>
                <a:lnTo>
                  <a:pt x="2286804" y="22778"/>
                </a:lnTo>
                <a:lnTo>
                  <a:pt x="2286391" y="22107"/>
                </a:lnTo>
                <a:lnTo>
                  <a:pt x="2285963" y="21449"/>
                </a:lnTo>
                <a:lnTo>
                  <a:pt x="2285520" y="20804"/>
                </a:lnTo>
                <a:lnTo>
                  <a:pt x="2285063" y="20172"/>
                </a:lnTo>
                <a:lnTo>
                  <a:pt x="2284590" y="19553"/>
                </a:lnTo>
                <a:lnTo>
                  <a:pt x="2284103" y="18946"/>
                </a:lnTo>
                <a:lnTo>
                  <a:pt x="2283601" y="18353"/>
                </a:lnTo>
                <a:lnTo>
                  <a:pt x="2283084" y="17772"/>
                </a:lnTo>
                <a:lnTo>
                  <a:pt x="2282552" y="17204"/>
                </a:lnTo>
                <a:lnTo>
                  <a:pt x="2282005" y="16649"/>
                </a:lnTo>
                <a:lnTo>
                  <a:pt x="2281443" y="16107"/>
                </a:lnTo>
                <a:lnTo>
                  <a:pt x="2280866" y="15577"/>
                </a:lnTo>
                <a:lnTo>
                  <a:pt x="2280275" y="15061"/>
                </a:lnTo>
                <a:lnTo>
                  <a:pt x="2279668" y="14557"/>
                </a:lnTo>
                <a:lnTo>
                  <a:pt x="2279047" y="14066"/>
                </a:lnTo>
                <a:lnTo>
                  <a:pt x="2278411" y="13588"/>
                </a:lnTo>
                <a:lnTo>
                  <a:pt x="2277759" y="13123"/>
                </a:lnTo>
                <a:lnTo>
                  <a:pt x="2277093" y="12670"/>
                </a:lnTo>
                <a:lnTo>
                  <a:pt x="2276412" y="12231"/>
                </a:lnTo>
                <a:lnTo>
                  <a:pt x="2275716" y="11804"/>
                </a:lnTo>
                <a:lnTo>
                  <a:pt x="2275006" y="11390"/>
                </a:lnTo>
                <a:lnTo>
                  <a:pt x="2274280" y="10989"/>
                </a:lnTo>
                <a:lnTo>
                  <a:pt x="2273539" y="10601"/>
                </a:lnTo>
                <a:lnTo>
                  <a:pt x="2272785" y="10227"/>
                </a:lnTo>
                <a:lnTo>
                  <a:pt x="2272017" y="9869"/>
                </a:lnTo>
                <a:lnTo>
                  <a:pt x="2271235" y="9527"/>
                </a:lnTo>
                <a:lnTo>
                  <a:pt x="2270440" y="9200"/>
                </a:lnTo>
                <a:lnTo>
                  <a:pt x="2269632" y="8890"/>
                </a:lnTo>
                <a:lnTo>
                  <a:pt x="2268811" y="8596"/>
                </a:lnTo>
                <a:lnTo>
                  <a:pt x="2267976" y="8317"/>
                </a:lnTo>
                <a:lnTo>
                  <a:pt x="2267128" y="8054"/>
                </a:lnTo>
                <a:lnTo>
                  <a:pt x="2266266" y="7808"/>
                </a:lnTo>
                <a:lnTo>
                  <a:pt x="2265391" y="7577"/>
                </a:lnTo>
                <a:lnTo>
                  <a:pt x="2264503" y="7362"/>
                </a:lnTo>
                <a:lnTo>
                  <a:pt x="2263601" y="7163"/>
                </a:lnTo>
                <a:lnTo>
                  <a:pt x="2262686" y="6980"/>
                </a:lnTo>
                <a:lnTo>
                  <a:pt x="2261758" y="6813"/>
                </a:lnTo>
                <a:lnTo>
                  <a:pt x="2260816" y="6662"/>
                </a:lnTo>
                <a:lnTo>
                  <a:pt x="2259861" y="6527"/>
                </a:lnTo>
                <a:lnTo>
                  <a:pt x="2258892" y="6407"/>
                </a:lnTo>
                <a:lnTo>
                  <a:pt x="2257911" y="6304"/>
                </a:lnTo>
                <a:lnTo>
                  <a:pt x="2256915" y="6216"/>
                </a:lnTo>
                <a:lnTo>
                  <a:pt x="2255907" y="6145"/>
                </a:lnTo>
                <a:lnTo>
                  <a:pt x="2254885" y="6089"/>
                </a:lnTo>
                <a:lnTo>
                  <a:pt x="2253850" y="6049"/>
                </a:lnTo>
                <a:lnTo>
                  <a:pt x="2252801" y="6025"/>
                </a:lnTo>
                <a:lnTo>
                  <a:pt x="2251739" y="6017"/>
                </a:lnTo>
                <a:lnTo>
                  <a:pt x="2250580" y="6026"/>
                </a:lnTo>
                <a:lnTo>
                  <a:pt x="2249437" y="6051"/>
                </a:lnTo>
                <a:lnTo>
                  <a:pt x="2248309" y="6094"/>
                </a:lnTo>
                <a:lnTo>
                  <a:pt x="2247198" y="6154"/>
                </a:lnTo>
                <a:lnTo>
                  <a:pt x="2246102" y="6231"/>
                </a:lnTo>
                <a:lnTo>
                  <a:pt x="2245022" y="6325"/>
                </a:lnTo>
                <a:lnTo>
                  <a:pt x="2243959" y="6436"/>
                </a:lnTo>
                <a:lnTo>
                  <a:pt x="2242911" y="6564"/>
                </a:lnTo>
                <a:lnTo>
                  <a:pt x="2241879" y="6709"/>
                </a:lnTo>
                <a:lnTo>
                  <a:pt x="2240863" y="6871"/>
                </a:lnTo>
                <a:lnTo>
                  <a:pt x="2239863" y="7051"/>
                </a:lnTo>
                <a:lnTo>
                  <a:pt x="2238879" y="7247"/>
                </a:lnTo>
                <a:lnTo>
                  <a:pt x="2237911" y="7461"/>
                </a:lnTo>
                <a:lnTo>
                  <a:pt x="2236958" y="7691"/>
                </a:lnTo>
                <a:lnTo>
                  <a:pt x="2236022" y="7939"/>
                </a:lnTo>
                <a:lnTo>
                  <a:pt x="2235102" y="8204"/>
                </a:lnTo>
                <a:lnTo>
                  <a:pt x="2234197" y="8486"/>
                </a:lnTo>
                <a:lnTo>
                  <a:pt x="2233309" y="8785"/>
                </a:lnTo>
                <a:lnTo>
                  <a:pt x="2232436" y="9101"/>
                </a:lnTo>
                <a:lnTo>
                  <a:pt x="2231579" y="9434"/>
                </a:lnTo>
                <a:lnTo>
                  <a:pt x="2230738" y="9784"/>
                </a:lnTo>
                <a:lnTo>
                  <a:pt x="2229914" y="10151"/>
                </a:lnTo>
                <a:lnTo>
                  <a:pt x="2229105" y="10536"/>
                </a:lnTo>
                <a:lnTo>
                  <a:pt x="2228312" y="10937"/>
                </a:lnTo>
                <a:lnTo>
                  <a:pt x="2227535" y="11354"/>
                </a:lnTo>
                <a:lnTo>
                  <a:pt x="2226774" y="11785"/>
                </a:lnTo>
                <a:lnTo>
                  <a:pt x="2226031" y="12230"/>
                </a:lnTo>
                <a:lnTo>
                  <a:pt x="2225303" y="12689"/>
                </a:lnTo>
                <a:lnTo>
                  <a:pt x="2224592" y="13162"/>
                </a:lnTo>
                <a:lnTo>
                  <a:pt x="2223897" y="13649"/>
                </a:lnTo>
                <a:lnTo>
                  <a:pt x="2223219" y="14150"/>
                </a:lnTo>
                <a:lnTo>
                  <a:pt x="2222557" y="14665"/>
                </a:lnTo>
                <a:lnTo>
                  <a:pt x="2221912" y="15194"/>
                </a:lnTo>
                <a:lnTo>
                  <a:pt x="2221283" y="15737"/>
                </a:lnTo>
                <a:lnTo>
                  <a:pt x="2220671" y="16295"/>
                </a:lnTo>
                <a:lnTo>
                  <a:pt x="2220075" y="16866"/>
                </a:lnTo>
                <a:lnTo>
                  <a:pt x="2219495" y="17451"/>
                </a:lnTo>
                <a:lnTo>
                  <a:pt x="2218932" y="18050"/>
                </a:lnTo>
                <a:lnTo>
                  <a:pt x="2218386" y="18663"/>
                </a:lnTo>
                <a:lnTo>
                  <a:pt x="2217855" y="19290"/>
                </a:lnTo>
                <a:lnTo>
                  <a:pt x="2217342" y="19931"/>
                </a:lnTo>
                <a:lnTo>
                  <a:pt x="2216844" y="20586"/>
                </a:lnTo>
                <a:lnTo>
                  <a:pt x="2216364" y="21256"/>
                </a:lnTo>
                <a:lnTo>
                  <a:pt x="2215899" y="21939"/>
                </a:lnTo>
                <a:lnTo>
                  <a:pt x="2215451" y="22636"/>
                </a:lnTo>
                <a:lnTo>
                  <a:pt x="2215020" y="23347"/>
                </a:lnTo>
                <a:lnTo>
                  <a:pt x="2214604" y="24073"/>
                </a:lnTo>
                <a:lnTo>
                  <a:pt x="2214206" y="24812"/>
                </a:lnTo>
                <a:lnTo>
                  <a:pt x="2213823" y="25563"/>
                </a:lnTo>
                <a:lnTo>
                  <a:pt x="2213457" y="26325"/>
                </a:lnTo>
                <a:lnTo>
                  <a:pt x="2213108" y="27098"/>
                </a:lnTo>
                <a:lnTo>
                  <a:pt x="2212774" y="27881"/>
                </a:lnTo>
                <a:lnTo>
                  <a:pt x="2212457" y="28675"/>
                </a:lnTo>
                <a:lnTo>
                  <a:pt x="2212156" y="29480"/>
                </a:lnTo>
                <a:lnTo>
                  <a:pt x="2211871" y="30295"/>
                </a:lnTo>
                <a:lnTo>
                  <a:pt x="2211603" y="31120"/>
                </a:lnTo>
                <a:lnTo>
                  <a:pt x="2211350" y="31957"/>
                </a:lnTo>
                <a:lnTo>
                  <a:pt x="2211115" y="32803"/>
                </a:lnTo>
                <a:lnTo>
                  <a:pt x="2210895" y="33661"/>
                </a:lnTo>
                <a:lnTo>
                  <a:pt x="2210692" y="34529"/>
                </a:lnTo>
                <a:lnTo>
                  <a:pt x="2210504" y="35407"/>
                </a:lnTo>
                <a:lnTo>
                  <a:pt x="2210334" y="36297"/>
                </a:lnTo>
                <a:lnTo>
                  <a:pt x="2210179" y="37196"/>
                </a:lnTo>
                <a:lnTo>
                  <a:pt x="2210041" y="38107"/>
                </a:lnTo>
                <a:lnTo>
                  <a:pt x="2209919" y="39028"/>
                </a:lnTo>
                <a:lnTo>
                  <a:pt x="2209813" y="39959"/>
                </a:lnTo>
                <a:lnTo>
                  <a:pt x="2209724" y="40901"/>
                </a:lnTo>
                <a:lnTo>
                  <a:pt x="2209650" y="41854"/>
                </a:lnTo>
                <a:lnTo>
                  <a:pt x="2209593" y="42817"/>
                </a:lnTo>
                <a:lnTo>
                  <a:pt x="2209553" y="43791"/>
                </a:lnTo>
                <a:lnTo>
                  <a:pt x="2209528" y="44775"/>
                </a:lnTo>
                <a:lnTo>
                  <a:pt x="2209520" y="45770"/>
                </a:lnTo>
                <a:lnTo>
                  <a:pt x="2225994" y="45770"/>
                </a:lnTo>
                <a:lnTo>
                  <a:pt x="2226004" y="44876"/>
                </a:lnTo>
                <a:lnTo>
                  <a:pt x="2226035" y="43995"/>
                </a:lnTo>
                <a:lnTo>
                  <a:pt x="2226087" y="43126"/>
                </a:lnTo>
                <a:lnTo>
                  <a:pt x="2226159" y="42270"/>
                </a:lnTo>
                <a:lnTo>
                  <a:pt x="2226253" y="41427"/>
                </a:lnTo>
                <a:lnTo>
                  <a:pt x="2226367" y="40597"/>
                </a:lnTo>
                <a:lnTo>
                  <a:pt x="2226501" y="39779"/>
                </a:lnTo>
                <a:lnTo>
                  <a:pt x="2226657" y="38975"/>
                </a:lnTo>
                <a:lnTo>
                  <a:pt x="2226833" y="38183"/>
                </a:lnTo>
                <a:lnTo>
                  <a:pt x="2227030" y="37404"/>
                </a:lnTo>
                <a:lnTo>
                  <a:pt x="2227247" y="36637"/>
                </a:lnTo>
                <a:lnTo>
                  <a:pt x="2227485" y="35884"/>
                </a:lnTo>
                <a:lnTo>
                  <a:pt x="2227745" y="35143"/>
                </a:lnTo>
                <a:lnTo>
                  <a:pt x="2228024" y="34415"/>
                </a:lnTo>
                <a:lnTo>
                  <a:pt x="2228325" y="33700"/>
                </a:lnTo>
                <a:lnTo>
                  <a:pt x="2228646" y="32997"/>
                </a:lnTo>
                <a:lnTo>
                  <a:pt x="2228988" y="32308"/>
                </a:lnTo>
                <a:lnTo>
                  <a:pt x="2229350" y="31631"/>
                </a:lnTo>
                <a:lnTo>
                  <a:pt x="2229734" y="30967"/>
                </a:lnTo>
                <a:lnTo>
                  <a:pt x="2230138" y="30316"/>
                </a:lnTo>
                <a:lnTo>
                  <a:pt x="2230563" y="29677"/>
                </a:lnTo>
                <a:lnTo>
                  <a:pt x="2231008" y="29052"/>
                </a:lnTo>
                <a:lnTo>
                  <a:pt x="2231474" y="28439"/>
                </a:lnTo>
                <a:lnTo>
                  <a:pt x="2231961" y="27839"/>
                </a:lnTo>
                <a:lnTo>
                  <a:pt x="2232472" y="27258"/>
                </a:lnTo>
                <a:lnTo>
                  <a:pt x="2233011" y="26701"/>
                </a:lnTo>
                <a:lnTo>
                  <a:pt x="2233576" y="26169"/>
                </a:lnTo>
                <a:lnTo>
                  <a:pt x="2234169" y="25662"/>
                </a:lnTo>
                <a:lnTo>
                  <a:pt x="2234788" y="25180"/>
                </a:lnTo>
                <a:lnTo>
                  <a:pt x="2235435" y="24722"/>
                </a:lnTo>
                <a:lnTo>
                  <a:pt x="2236110" y="24289"/>
                </a:lnTo>
                <a:lnTo>
                  <a:pt x="2236811" y="23881"/>
                </a:lnTo>
                <a:lnTo>
                  <a:pt x="2237540" y="23498"/>
                </a:lnTo>
                <a:lnTo>
                  <a:pt x="2238296" y="23139"/>
                </a:lnTo>
                <a:lnTo>
                  <a:pt x="2239079" y="22805"/>
                </a:lnTo>
                <a:lnTo>
                  <a:pt x="2239890" y="22496"/>
                </a:lnTo>
                <a:lnTo>
                  <a:pt x="2240728" y="22212"/>
                </a:lnTo>
                <a:lnTo>
                  <a:pt x="2241592" y="21952"/>
                </a:lnTo>
                <a:lnTo>
                  <a:pt x="2242485" y="21717"/>
                </a:lnTo>
                <a:lnTo>
                  <a:pt x="2243404" y="21507"/>
                </a:lnTo>
                <a:lnTo>
                  <a:pt x="2244351" y="21321"/>
                </a:lnTo>
                <a:lnTo>
                  <a:pt x="2245324" y="21160"/>
                </a:lnTo>
                <a:lnTo>
                  <a:pt x="2246326" y="21024"/>
                </a:lnTo>
                <a:lnTo>
                  <a:pt x="2247354" y="20913"/>
                </a:lnTo>
                <a:lnTo>
                  <a:pt x="2248409" y="20826"/>
                </a:lnTo>
                <a:lnTo>
                  <a:pt x="2249492" y="20764"/>
                </a:lnTo>
                <a:lnTo>
                  <a:pt x="2250602" y="20727"/>
                </a:lnTo>
                <a:lnTo>
                  <a:pt x="2251739" y="20715"/>
                </a:lnTo>
                <a:lnTo>
                  <a:pt x="2252747" y="20726"/>
                </a:lnTo>
                <a:lnTo>
                  <a:pt x="2253730" y="20760"/>
                </a:lnTo>
                <a:lnTo>
                  <a:pt x="2254690" y="20816"/>
                </a:lnTo>
                <a:lnTo>
                  <a:pt x="2255626" y="20894"/>
                </a:lnTo>
                <a:lnTo>
                  <a:pt x="2256538" y="20995"/>
                </a:lnTo>
                <a:lnTo>
                  <a:pt x="2257427" y="21118"/>
                </a:lnTo>
                <a:lnTo>
                  <a:pt x="2258291" y="21264"/>
                </a:lnTo>
                <a:lnTo>
                  <a:pt x="2259132" y="21432"/>
                </a:lnTo>
                <a:lnTo>
                  <a:pt x="2259949" y="21623"/>
                </a:lnTo>
                <a:lnTo>
                  <a:pt x="2260742" y="21836"/>
                </a:lnTo>
                <a:lnTo>
                  <a:pt x="2261512" y="22071"/>
                </a:lnTo>
                <a:lnTo>
                  <a:pt x="2262257" y="22329"/>
                </a:lnTo>
                <a:lnTo>
                  <a:pt x="2262979" y="22609"/>
                </a:lnTo>
                <a:lnTo>
                  <a:pt x="2263677" y="22911"/>
                </a:lnTo>
                <a:lnTo>
                  <a:pt x="2264351" y="23236"/>
                </a:lnTo>
                <a:lnTo>
                  <a:pt x="2265001" y="23584"/>
                </a:lnTo>
                <a:lnTo>
                  <a:pt x="2265628" y="23954"/>
                </a:lnTo>
                <a:lnTo>
                  <a:pt x="2266231" y="24346"/>
                </a:lnTo>
                <a:lnTo>
                  <a:pt x="2266809" y="24761"/>
                </a:lnTo>
                <a:lnTo>
                  <a:pt x="2267365" y="25198"/>
                </a:lnTo>
                <a:lnTo>
                  <a:pt x="2267896" y="25657"/>
                </a:lnTo>
                <a:lnTo>
                  <a:pt x="2268403" y="26139"/>
                </a:lnTo>
                <a:lnTo>
                  <a:pt x="2268887" y="26643"/>
                </a:lnTo>
                <a:lnTo>
                  <a:pt x="2269347" y="27170"/>
                </a:lnTo>
                <a:lnTo>
                  <a:pt x="2269786" y="27714"/>
                </a:lnTo>
                <a:lnTo>
                  <a:pt x="2270206" y="28271"/>
                </a:lnTo>
                <a:lnTo>
                  <a:pt x="2270607" y="28840"/>
                </a:lnTo>
                <a:lnTo>
                  <a:pt x="2270990" y="29422"/>
                </a:lnTo>
                <a:lnTo>
                  <a:pt x="2271354" y="30016"/>
                </a:lnTo>
                <a:lnTo>
                  <a:pt x="2271699" y="30622"/>
                </a:lnTo>
                <a:lnTo>
                  <a:pt x="2272026" y="31241"/>
                </a:lnTo>
                <a:lnTo>
                  <a:pt x="2272334" y="31873"/>
                </a:lnTo>
                <a:lnTo>
                  <a:pt x="2272623" y="32517"/>
                </a:lnTo>
                <a:lnTo>
                  <a:pt x="2272894" y="33174"/>
                </a:lnTo>
                <a:lnTo>
                  <a:pt x="2273146" y="33843"/>
                </a:lnTo>
                <a:lnTo>
                  <a:pt x="2273379" y="34524"/>
                </a:lnTo>
                <a:lnTo>
                  <a:pt x="2273594" y="35218"/>
                </a:lnTo>
                <a:lnTo>
                  <a:pt x="2273790" y="35925"/>
                </a:lnTo>
                <a:lnTo>
                  <a:pt x="2273967" y="36644"/>
                </a:lnTo>
                <a:lnTo>
                  <a:pt x="2274126" y="37375"/>
                </a:lnTo>
                <a:lnTo>
                  <a:pt x="2274266" y="38119"/>
                </a:lnTo>
                <a:lnTo>
                  <a:pt x="2274387" y="38876"/>
                </a:lnTo>
                <a:lnTo>
                  <a:pt x="2274490" y="39645"/>
                </a:lnTo>
                <a:lnTo>
                  <a:pt x="2274574" y="40426"/>
                </a:lnTo>
                <a:lnTo>
                  <a:pt x="2274639" y="41220"/>
                </a:lnTo>
                <a:lnTo>
                  <a:pt x="2274686" y="42027"/>
                </a:lnTo>
                <a:lnTo>
                  <a:pt x="2274714" y="42846"/>
                </a:lnTo>
                <a:lnTo>
                  <a:pt x="2274723" y="43677"/>
                </a:lnTo>
                <a:lnTo>
                  <a:pt x="2274714" y="44480"/>
                </a:lnTo>
                <a:lnTo>
                  <a:pt x="2274686" y="45281"/>
                </a:lnTo>
                <a:lnTo>
                  <a:pt x="2274640" y="46078"/>
                </a:lnTo>
                <a:lnTo>
                  <a:pt x="2274575" y="46872"/>
                </a:lnTo>
                <a:lnTo>
                  <a:pt x="2274492" y="47663"/>
                </a:lnTo>
                <a:lnTo>
                  <a:pt x="2274390" y="48451"/>
                </a:lnTo>
                <a:lnTo>
                  <a:pt x="2274270" y="49235"/>
                </a:lnTo>
                <a:lnTo>
                  <a:pt x="2274131" y="50017"/>
                </a:lnTo>
                <a:lnTo>
                  <a:pt x="2273974" y="50796"/>
                </a:lnTo>
                <a:lnTo>
                  <a:pt x="2273798" y="51571"/>
                </a:lnTo>
                <a:lnTo>
                  <a:pt x="2273604" y="52344"/>
                </a:lnTo>
                <a:lnTo>
                  <a:pt x="2273391" y="53113"/>
                </a:lnTo>
                <a:lnTo>
                  <a:pt x="2273160" y="53879"/>
                </a:lnTo>
                <a:lnTo>
                  <a:pt x="2272911" y="54642"/>
                </a:lnTo>
                <a:lnTo>
                  <a:pt x="2272642" y="55403"/>
                </a:lnTo>
                <a:lnTo>
                  <a:pt x="2272356" y="56160"/>
                </a:lnTo>
                <a:lnTo>
                  <a:pt x="2272050" y="56914"/>
                </a:lnTo>
                <a:lnTo>
                  <a:pt x="2271727" y="57664"/>
                </a:lnTo>
                <a:lnTo>
                  <a:pt x="2271385" y="58412"/>
                </a:lnTo>
                <a:lnTo>
                  <a:pt x="2271024" y="59157"/>
                </a:lnTo>
                <a:lnTo>
                  <a:pt x="2270645" y="59899"/>
                </a:lnTo>
                <a:lnTo>
                  <a:pt x="2270247" y="60637"/>
                </a:lnTo>
                <a:lnTo>
                  <a:pt x="2269831" y="61373"/>
                </a:lnTo>
                <a:lnTo>
                  <a:pt x="2269396" y="62105"/>
                </a:lnTo>
                <a:lnTo>
                  <a:pt x="2268941" y="62839"/>
                </a:lnTo>
                <a:lnTo>
                  <a:pt x="2268463" y="63580"/>
                </a:lnTo>
                <a:lnTo>
                  <a:pt x="2267963" y="64328"/>
                </a:lnTo>
                <a:lnTo>
                  <a:pt x="2267440" y="65083"/>
                </a:lnTo>
                <a:lnTo>
                  <a:pt x="2266894" y="65845"/>
                </a:lnTo>
                <a:lnTo>
                  <a:pt x="2266326" y="66613"/>
                </a:lnTo>
                <a:lnTo>
                  <a:pt x="2265735" y="67389"/>
                </a:lnTo>
                <a:lnTo>
                  <a:pt x="2265122" y="68171"/>
                </a:lnTo>
                <a:lnTo>
                  <a:pt x="2264486" y="68960"/>
                </a:lnTo>
                <a:lnTo>
                  <a:pt x="2263827" y="69756"/>
                </a:lnTo>
                <a:lnTo>
                  <a:pt x="2263146" y="70559"/>
                </a:lnTo>
                <a:lnTo>
                  <a:pt x="2262442" y="71368"/>
                </a:lnTo>
                <a:lnTo>
                  <a:pt x="2261716" y="72185"/>
                </a:lnTo>
                <a:lnTo>
                  <a:pt x="2260967" y="73008"/>
                </a:lnTo>
                <a:lnTo>
                  <a:pt x="2260195" y="73838"/>
                </a:lnTo>
                <a:lnTo>
                  <a:pt x="2259401" y="74675"/>
                </a:lnTo>
                <a:lnTo>
                  <a:pt x="2258584" y="75519"/>
                </a:lnTo>
                <a:lnTo>
                  <a:pt x="2257744" y="76370"/>
                </a:lnTo>
                <a:lnTo>
                  <a:pt x="2256882" y="77227"/>
                </a:lnTo>
                <a:lnTo>
                  <a:pt x="2255997" y="78092"/>
                </a:lnTo>
                <a:lnTo>
                  <a:pt x="2255090" y="78963"/>
                </a:lnTo>
                <a:lnTo>
                  <a:pt x="2254160" y="79841"/>
                </a:lnTo>
                <a:lnTo>
                  <a:pt x="2253208" y="80726"/>
                </a:lnTo>
                <a:lnTo>
                  <a:pt x="2252233" y="81618"/>
                </a:lnTo>
                <a:lnTo>
                  <a:pt x="2206561" y="123304"/>
                </a:lnTo>
                <a:lnTo>
                  <a:pt x="2206561" y="136324"/>
                </a:lnTo>
                <a:lnTo>
                  <a:pt x="2295635" y="136324"/>
                </a:lnTo>
                <a:lnTo>
                  <a:pt x="2295635" y="121725"/>
                </a:lnTo>
                <a:lnTo>
                  <a:pt x="2229051" y="121725"/>
                </a:lnTo>
                <a:lnTo>
                  <a:pt x="2262886" y="91368"/>
                </a:lnTo>
                <a:lnTo>
                  <a:pt x="2263549" y="90768"/>
                </a:lnTo>
                <a:lnTo>
                  <a:pt x="2264208" y="90168"/>
                </a:lnTo>
                <a:close/>
                <a:moveTo>
                  <a:pt x="1801757" y="48735"/>
                </a:moveTo>
                <a:lnTo>
                  <a:pt x="1801259" y="47836"/>
                </a:lnTo>
                <a:lnTo>
                  <a:pt x="1800736" y="46962"/>
                </a:lnTo>
                <a:lnTo>
                  <a:pt x="1800189" y="46116"/>
                </a:lnTo>
                <a:lnTo>
                  <a:pt x="1799617" y="45296"/>
                </a:lnTo>
                <a:lnTo>
                  <a:pt x="1799018" y="44505"/>
                </a:lnTo>
                <a:lnTo>
                  <a:pt x="1798388" y="43749"/>
                </a:lnTo>
                <a:lnTo>
                  <a:pt x="1797726" y="43026"/>
                </a:lnTo>
                <a:lnTo>
                  <a:pt x="1797033" y="42336"/>
                </a:lnTo>
                <a:lnTo>
                  <a:pt x="1796310" y="41680"/>
                </a:lnTo>
                <a:lnTo>
                  <a:pt x="1795554" y="41058"/>
                </a:lnTo>
                <a:lnTo>
                  <a:pt x="1794768" y="40470"/>
                </a:lnTo>
                <a:lnTo>
                  <a:pt x="1793951" y="39915"/>
                </a:lnTo>
                <a:lnTo>
                  <a:pt x="1793102" y="39393"/>
                </a:lnTo>
                <a:lnTo>
                  <a:pt x="1792223" y="38906"/>
                </a:lnTo>
                <a:lnTo>
                  <a:pt x="1791312" y="38452"/>
                </a:lnTo>
                <a:lnTo>
                  <a:pt x="1790370" y="38031"/>
                </a:lnTo>
                <a:lnTo>
                  <a:pt x="1789396" y="37645"/>
                </a:lnTo>
                <a:lnTo>
                  <a:pt x="1788392" y="37292"/>
                </a:lnTo>
                <a:lnTo>
                  <a:pt x="1787356" y="36972"/>
                </a:lnTo>
                <a:lnTo>
                  <a:pt x="1786290" y="36686"/>
                </a:lnTo>
                <a:lnTo>
                  <a:pt x="1785192" y="36434"/>
                </a:lnTo>
                <a:lnTo>
                  <a:pt x="1784063" y="36215"/>
                </a:lnTo>
                <a:lnTo>
                  <a:pt x="1782902" y="36030"/>
                </a:lnTo>
                <a:lnTo>
                  <a:pt x="1781711" y="35879"/>
                </a:lnTo>
                <a:lnTo>
                  <a:pt x="1780488" y="35761"/>
                </a:lnTo>
                <a:lnTo>
                  <a:pt x="1779235" y="35677"/>
                </a:lnTo>
                <a:lnTo>
                  <a:pt x="1777950" y="35627"/>
                </a:lnTo>
                <a:lnTo>
                  <a:pt x="1776634" y="35610"/>
                </a:lnTo>
                <a:lnTo>
                  <a:pt x="1775621" y="35619"/>
                </a:lnTo>
                <a:lnTo>
                  <a:pt x="1774623" y="35646"/>
                </a:lnTo>
                <a:lnTo>
                  <a:pt x="1773639" y="35691"/>
                </a:lnTo>
                <a:lnTo>
                  <a:pt x="1772669" y="35754"/>
                </a:lnTo>
                <a:lnTo>
                  <a:pt x="1771713" y="35835"/>
                </a:lnTo>
                <a:lnTo>
                  <a:pt x="1770770" y="35934"/>
                </a:lnTo>
                <a:lnTo>
                  <a:pt x="1769842" y="36051"/>
                </a:lnTo>
                <a:lnTo>
                  <a:pt x="1768928" y="36185"/>
                </a:lnTo>
                <a:lnTo>
                  <a:pt x="1768028" y="36338"/>
                </a:lnTo>
                <a:lnTo>
                  <a:pt x="1767143" y="36509"/>
                </a:lnTo>
                <a:lnTo>
                  <a:pt x="1766271" y="36698"/>
                </a:lnTo>
                <a:lnTo>
                  <a:pt x="1765413" y="36905"/>
                </a:lnTo>
                <a:lnTo>
                  <a:pt x="1764569" y="37130"/>
                </a:lnTo>
                <a:lnTo>
                  <a:pt x="1763739" y="37372"/>
                </a:lnTo>
                <a:lnTo>
                  <a:pt x="1762924" y="37633"/>
                </a:lnTo>
                <a:lnTo>
                  <a:pt x="1762122" y="37912"/>
                </a:lnTo>
                <a:lnTo>
                  <a:pt x="1761334" y="38208"/>
                </a:lnTo>
                <a:lnTo>
                  <a:pt x="1760561" y="38523"/>
                </a:lnTo>
                <a:lnTo>
                  <a:pt x="1759801" y="38856"/>
                </a:lnTo>
                <a:lnTo>
                  <a:pt x="1759056" y="39206"/>
                </a:lnTo>
                <a:lnTo>
                  <a:pt x="1758324" y="39575"/>
                </a:lnTo>
                <a:lnTo>
                  <a:pt x="1757607" y="39962"/>
                </a:lnTo>
                <a:lnTo>
                  <a:pt x="1756904" y="40366"/>
                </a:lnTo>
                <a:lnTo>
                  <a:pt x="1756214" y="40789"/>
                </a:lnTo>
                <a:lnTo>
                  <a:pt x="1755539" y="41222"/>
                </a:lnTo>
                <a:lnTo>
                  <a:pt x="1754877" y="41656"/>
                </a:lnTo>
                <a:lnTo>
                  <a:pt x="1754229" y="42094"/>
                </a:lnTo>
                <a:lnTo>
                  <a:pt x="1753595" y="42533"/>
                </a:lnTo>
                <a:lnTo>
                  <a:pt x="1752974" y="42974"/>
                </a:lnTo>
                <a:lnTo>
                  <a:pt x="1752367" y="43418"/>
                </a:lnTo>
                <a:lnTo>
                  <a:pt x="1751774" y="43864"/>
                </a:lnTo>
                <a:lnTo>
                  <a:pt x="1751195" y="44313"/>
                </a:lnTo>
                <a:lnTo>
                  <a:pt x="1750629" y="44763"/>
                </a:lnTo>
                <a:lnTo>
                  <a:pt x="1750077" y="45216"/>
                </a:lnTo>
                <a:lnTo>
                  <a:pt x="1749538" y="45671"/>
                </a:lnTo>
                <a:lnTo>
                  <a:pt x="1749014" y="46128"/>
                </a:lnTo>
                <a:lnTo>
                  <a:pt x="1748502" y="46587"/>
                </a:lnTo>
                <a:lnTo>
                  <a:pt x="1748005" y="47049"/>
                </a:lnTo>
                <a:lnTo>
                  <a:pt x="1747522" y="47513"/>
                </a:lnTo>
                <a:lnTo>
                  <a:pt x="1747052" y="47979"/>
                </a:lnTo>
                <a:lnTo>
                  <a:pt x="1746595" y="48447"/>
                </a:lnTo>
                <a:lnTo>
                  <a:pt x="1746153" y="48918"/>
                </a:lnTo>
                <a:lnTo>
                  <a:pt x="1745724" y="49390"/>
                </a:lnTo>
                <a:lnTo>
                  <a:pt x="1745309" y="49865"/>
                </a:lnTo>
                <a:lnTo>
                  <a:pt x="1744908" y="50343"/>
                </a:lnTo>
                <a:lnTo>
                  <a:pt x="1744520" y="50822"/>
                </a:lnTo>
                <a:lnTo>
                  <a:pt x="1744146" y="51304"/>
                </a:lnTo>
                <a:lnTo>
                  <a:pt x="1743785" y="51788"/>
                </a:lnTo>
                <a:lnTo>
                  <a:pt x="1743194" y="37287"/>
                </a:lnTo>
                <a:lnTo>
                  <a:pt x="1727411" y="37287"/>
                </a:lnTo>
                <a:lnTo>
                  <a:pt x="1727411" y="136324"/>
                </a:lnTo>
                <a:lnTo>
                  <a:pt x="1743884" y="136324"/>
                </a:lnTo>
                <a:lnTo>
                  <a:pt x="1743884" y="65613"/>
                </a:lnTo>
                <a:lnTo>
                  <a:pt x="1744242" y="65111"/>
                </a:lnTo>
                <a:lnTo>
                  <a:pt x="1744610" y="64612"/>
                </a:lnTo>
                <a:lnTo>
                  <a:pt x="1744988" y="64116"/>
                </a:lnTo>
                <a:lnTo>
                  <a:pt x="1745375" y="63624"/>
                </a:lnTo>
                <a:lnTo>
                  <a:pt x="1745771" y="63135"/>
                </a:lnTo>
                <a:lnTo>
                  <a:pt x="1746178" y="62650"/>
                </a:lnTo>
                <a:lnTo>
                  <a:pt x="1746593" y="62168"/>
                </a:lnTo>
                <a:lnTo>
                  <a:pt x="1747019" y="61689"/>
                </a:lnTo>
                <a:lnTo>
                  <a:pt x="1747454" y="61214"/>
                </a:lnTo>
                <a:lnTo>
                  <a:pt x="1747898" y="60743"/>
                </a:lnTo>
                <a:lnTo>
                  <a:pt x="1748352" y="60274"/>
                </a:lnTo>
                <a:lnTo>
                  <a:pt x="1748816" y="59809"/>
                </a:lnTo>
                <a:lnTo>
                  <a:pt x="1749290" y="59348"/>
                </a:lnTo>
                <a:lnTo>
                  <a:pt x="1749773" y="58889"/>
                </a:lnTo>
                <a:lnTo>
                  <a:pt x="1750265" y="58435"/>
                </a:lnTo>
                <a:lnTo>
                  <a:pt x="1750767" y="57983"/>
                </a:lnTo>
                <a:lnTo>
                  <a:pt x="1751279" y="57535"/>
                </a:lnTo>
                <a:lnTo>
                  <a:pt x="1751800" y="57091"/>
                </a:lnTo>
                <a:lnTo>
                  <a:pt x="1752331" y="56649"/>
                </a:lnTo>
                <a:lnTo>
                  <a:pt x="1752872" y="56211"/>
                </a:lnTo>
                <a:lnTo>
                  <a:pt x="1753422" y="55777"/>
                </a:lnTo>
                <a:lnTo>
                  <a:pt x="1753981" y="55346"/>
                </a:lnTo>
                <a:lnTo>
                  <a:pt x="1754551" y="54918"/>
                </a:lnTo>
                <a:lnTo>
                  <a:pt x="1755129" y="54494"/>
                </a:lnTo>
                <a:lnTo>
                  <a:pt x="1755718" y="54080"/>
                </a:lnTo>
                <a:lnTo>
                  <a:pt x="1756319" y="53684"/>
                </a:lnTo>
                <a:lnTo>
                  <a:pt x="1756930" y="53305"/>
                </a:lnTo>
                <a:lnTo>
                  <a:pt x="1757552" y="52944"/>
                </a:lnTo>
                <a:lnTo>
                  <a:pt x="1758185" y="52600"/>
                </a:lnTo>
                <a:lnTo>
                  <a:pt x="1758828" y="52274"/>
                </a:lnTo>
                <a:lnTo>
                  <a:pt x="1759483" y="51966"/>
                </a:lnTo>
                <a:lnTo>
                  <a:pt x="1760149" y="51675"/>
                </a:lnTo>
                <a:lnTo>
                  <a:pt x="1760826" y="51402"/>
                </a:lnTo>
                <a:lnTo>
                  <a:pt x="1761514" y="51147"/>
                </a:lnTo>
                <a:lnTo>
                  <a:pt x="1762212" y="50909"/>
                </a:lnTo>
                <a:lnTo>
                  <a:pt x="1762922" y="50689"/>
                </a:lnTo>
                <a:lnTo>
                  <a:pt x="1763643" y="50486"/>
                </a:lnTo>
                <a:lnTo>
                  <a:pt x="1764374" y="50301"/>
                </a:lnTo>
                <a:lnTo>
                  <a:pt x="1765117" y="50134"/>
                </a:lnTo>
                <a:lnTo>
                  <a:pt x="1765870" y="49984"/>
                </a:lnTo>
                <a:lnTo>
                  <a:pt x="1766635" y="49852"/>
                </a:lnTo>
                <a:lnTo>
                  <a:pt x="1767410" y="49737"/>
                </a:lnTo>
                <a:lnTo>
                  <a:pt x="1768197" y="49640"/>
                </a:lnTo>
                <a:lnTo>
                  <a:pt x="1768994" y="49561"/>
                </a:lnTo>
                <a:lnTo>
                  <a:pt x="1769802" y="49499"/>
                </a:lnTo>
                <a:lnTo>
                  <a:pt x="1770622" y="49455"/>
                </a:lnTo>
                <a:lnTo>
                  <a:pt x="1771452" y="49429"/>
                </a:lnTo>
                <a:lnTo>
                  <a:pt x="1772293" y="49420"/>
                </a:lnTo>
                <a:lnTo>
                  <a:pt x="1772887" y="49426"/>
                </a:lnTo>
                <a:lnTo>
                  <a:pt x="1773470" y="49442"/>
                </a:lnTo>
                <a:lnTo>
                  <a:pt x="1774041" y="49471"/>
                </a:lnTo>
                <a:lnTo>
                  <a:pt x="1774600" y="49510"/>
                </a:lnTo>
                <a:lnTo>
                  <a:pt x="1775148" y="49560"/>
                </a:lnTo>
                <a:lnTo>
                  <a:pt x="1775684" y="49622"/>
                </a:lnTo>
                <a:lnTo>
                  <a:pt x="1776208" y="49695"/>
                </a:lnTo>
                <a:lnTo>
                  <a:pt x="1776721" y="49779"/>
                </a:lnTo>
                <a:lnTo>
                  <a:pt x="1777222" y="49874"/>
                </a:lnTo>
                <a:lnTo>
                  <a:pt x="1777712" y="49980"/>
                </a:lnTo>
                <a:lnTo>
                  <a:pt x="1778190" y="50098"/>
                </a:lnTo>
                <a:lnTo>
                  <a:pt x="1778656" y="50227"/>
                </a:lnTo>
                <a:lnTo>
                  <a:pt x="1779110" y="50367"/>
                </a:lnTo>
                <a:lnTo>
                  <a:pt x="1779553" y="50518"/>
                </a:lnTo>
                <a:lnTo>
                  <a:pt x="1779984" y="50681"/>
                </a:lnTo>
                <a:lnTo>
                  <a:pt x="1780404" y="50855"/>
                </a:lnTo>
                <a:lnTo>
                  <a:pt x="1780812" y="51039"/>
                </a:lnTo>
                <a:lnTo>
                  <a:pt x="1781208" y="51236"/>
                </a:lnTo>
                <a:lnTo>
                  <a:pt x="1781593" y="51443"/>
                </a:lnTo>
                <a:lnTo>
                  <a:pt x="1781966" y="51661"/>
                </a:lnTo>
                <a:lnTo>
                  <a:pt x="1782327" y="51891"/>
                </a:lnTo>
                <a:lnTo>
                  <a:pt x="1782677" y="52132"/>
                </a:lnTo>
                <a:lnTo>
                  <a:pt x="1783015" y="52384"/>
                </a:lnTo>
                <a:lnTo>
                  <a:pt x="1783341" y="52648"/>
                </a:lnTo>
                <a:lnTo>
                  <a:pt x="1783658" y="52921"/>
                </a:lnTo>
                <a:lnTo>
                  <a:pt x="1783966" y="53202"/>
                </a:lnTo>
                <a:lnTo>
                  <a:pt x="1784265" y="53492"/>
                </a:lnTo>
                <a:lnTo>
                  <a:pt x="1784556" y="53790"/>
                </a:lnTo>
                <a:lnTo>
                  <a:pt x="1784839" y="54097"/>
                </a:lnTo>
                <a:lnTo>
                  <a:pt x="1785114" y="54412"/>
                </a:lnTo>
                <a:lnTo>
                  <a:pt x="1785380" y="54735"/>
                </a:lnTo>
                <a:lnTo>
                  <a:pt x="1785637" y="55067"/>
                </a:lnTo>
                <a:lnTo>
                  <a:pt x="1785887" y="55407"/>
                </a:lnTo>
                <a:lnTo>
                  <a:pt x="1786128" y="55756"/>
                </a:lnTo>
                <a:lnTo>
                  <a:pt x="1786360" y="56112"/>
                </a:lnTo>
                <a:lnTo>
                  <a:pt x="1786584" y="56478"/>
                </a:lnTo>
                <a:lnTo>
                  <a:pt x="1786800" y="56851"/>
                </a:lnTo>
                <a:lnTo>
                  <a:pt x="1787007" y="57233"/>
                </a:lnTo>
                <a:lnTo>
                  <a:pt x="1787206" y="57624"/>
                </a:lnTo>
                <a:lnTo>
                  <a:pt x="1787397" y="58022"/>
                </a:lnTo>
                <a:lnTo>
                  <a:pt x="1787579" y="58429"/>
                </a:lnTo>
                <a:lnTo>
                  <a:pt x="1787752" y="58845"/>
                </a:lnTo>
                <a:lnTo>
                  <a:pt x="1787918" y="59269"/>
                </a:lnTo>
                <a:lnTo>
                  <a:pt x="1788075" y="59701"/>
                </a:lnTo>
                <a:lnTo>
                  <a:pt x="1788223" y="60141"/>
                </a:lnTo>
                <a:lnTo>
                  <a:pt x="1788363" y="60590"/>
                </a:lnTo>
                <a:lnTo>
                  <a:pt x="1788495" y="61047"/>
                </a:lnTo>
                <a:lnTo>
                  <a:pt x="1788619" y="61513"/>
                </a:lnTo>
                <a:lnTo>
                  <a:pt x="1788735" y="61986"/>
                </a:lnTo>
                <a:lnTo>
                  <a:pt x="1788847" y="62464"/>
                </a:lnTo>
                <a:lnTo>
                  <a:pt x="1788954" y="62947"/>
                </a:lnTo>
                <a:lnTo>
                  <a:pt x="1789056" y="63437"/>
                </a:lnTo>
                <a:lnTo>
                  <a:pt x="1789153" y="63932"/>
                </a:lnTo>
                <a:lnTo>
                  <a:pt x="1789244" y="64433"/>
                </a:lnTo>
                <a:lnTo>
                  <a:pt x="1789331" y="64940"/>
                </a:lnTo>
                <a:lnTo>
                  <a:pt x="1789413" y="65452"/>
                </a:lnTo>
                <a:lnTo>
                  <a:pt x="1789490" y="65970"/>
                </a:lnTo>
                <a:lnTo>
                  <a:pt x="1789562" y="66494"/>
                </a:lnTo>
                <a:lnTo>
                  <a:pt x="1789629" y="67024"/>
                </a:lnTo>
                <a:lnTo>
                  <a:pt x="1789691" y="67559"/>
                </a:lnTo>
                <a:lnTo>
                  <a:pt x="1789748" y="68100"/>
                </a:lnTo>
                <a:lnTo>
                  <a:pt x="1789801" y="68646"/>
                </a:lnTo>
                <a:lnTo>
                  <a:pt x="1789848" y="69199"/>
                </a:lnTo>
                <a:lnTo>
                  <a:pt x="1789890" y="69757"/>
                </a:lnTo>
                <a:lnTo>
                  <a:pt x="1789927" y="70320"/>
                </a:lnTo>
                <a:lnTo>
                  <a:pt x="1789960" y="70890"/>
                </a:lnTo>
                <a:lnTo>
                  <a:pt x="1789987" y="71465"/>
                </a:lnTo>
                <a:lnTo>
                  <a:pt x="1790009" y="72046"/>
                </a:lnTo>
                <a:lnTo>
                  <a:pt x="1790027" y="72632"/>
                </a:lnTo>
                <a:lnTo>
                  <a:pt x="1790039" y="73224"/>
                </a:lnTo>
                <a:lnTo>
                  <a:pt x="1790046" y="73822"/>
                </a:lnTo>
                <a:lnTo>
                  <a:pt x="1790049" y="74426"/>
                </a:lnTo>
                <a:lnTo>
                  <a:pt x="1790049" y="136324"/>
                </a:lnTo>
                <a:lnTo>
                  <a:pt x="1806621" y="136324"/>
                </a:lnTo>
                <a:lnTo>
                  <a:pt x="1806621" y="72308"/>
                </a:lnTo>
                <a:lnTo>
                  <a:pt x="1806609" y="70877"/>
                </a:lnTo>
                <a:lnTo>
                  <a:pt x="1806572" y="69473"/>
                </a:lnTo>
                <a:lnTo>
                  <a:pt x="1806512" y="68095"/>
                </a:lnTo>
                <a:lnTo>
                  <a:pt x="1806426" y="66744"/>
                </a:lnTo>
                <a:lnTo>
                  <a:pt x="1806317" y="65419"/>
                </a:lnTo>
                <a:lnTo>
                  <a:pt x="1806228" y="64557"/>
                </a:lnTo>
                <a:lnTo>
                  <a:pt x="1806412" y="64325"/>
                </a:lnTo>
                <a:lnTo>
                  <a:pt x="1806802" y="63846"/>
                </a:lnTo>
                <a:lnTo>
                  <a:pt x="1807202" y="63370"/>
                </a:lnTo>
                <a:lnTo>
                  <a:pt x="1807610" y="62897"/>
                </a:lnTo>
                <a:lnTo>
                  <a:pt x="1808027" y="62428"/>
                </a:lnTo>
                <a:lnTo>
                  <a:pt x="1808452" y="61963"/>
                </a:lnTo>
                <a:lnTo>
                  <a:pt x="1808886" y="61502"/>
                </a:lnTo>
                <a:lnTo>
                  <a:pt x="1809328" y="61043"/>
                </a:lnTo>
                <a:lnTo>
                  <a:pt x="1809779" y="60589"/>
                </a:lnTo>
                <a:lnTo>
                  <a:pt x="1810239" y="60138"/>
                </a:lnTo>
                <a:lnTo>
                  <a:pt x="1810707" y="59691"/>
                </a:lnTo>
                <a:lnTo>
                  <a:pt x="1811183" y="59247"/>
                </a:lnTo>
                <a:lnTo>
                  <a:pt x="1811668" y="58807"/>
                </a:lnTo>
                <a:lnTo>
                  <a:pt x="1812162" y="58371"/>
                </a:lnTo>
                <a:lnTo>
                  <a:pt x="1812664" y="57938"/>
                </a:lnTo>
                <a:lnTo>
                  <a:pt x="1813175" y="57509"/>
                </a:lnTo>
                <a:lnTo>
                  <a:pt x="1813695" y="57083"/>
                </a:lnTo>
                <a:lnTo>
                  <a:pt x="1814223" y="56661"/>
                </a:lnTo>
                <a:lnTo>
                  <a:pt x="1814759" y="56243"/>
                </a:lnTo>
                <a:lnTo>
                  <a:pt x="1815304" y="55828"/>
                </a:lnTo>
                <a:lnTo>
                  <a:pt x="1815858" y="55416"/>
                </a:lnTo>
                <a:lnTo>
                  <a:pt x="1816420" y="55009"/>
                </a:lnTo>
                <a:lnTo>
                  <a:pt x="1816991" y="54605"/>
                </a:lnTo>
                <a:lnTo>
                  <a:pt x="1817570" y="54204"/>
                </a:lnTo>
                <a:lnTo>
                  <a:pt x="1818160" y="53814"/>
                </a:lnTo>
                <a:lnTo>
                  <a:pt x="1818760" y="53440"/>
                </a:lnTo>
                <a:lnTo>
                  <a:pt x="1819372" y="53083"/>
                </a:lnTo>
                <a:lnTo>
                  <a:pt x="1819995" y="52742"/>
                </a:lnTo>
                <a:lnTo>
                  <a:pt x="1820630" y="52418"/>
                </a:lnTo>
                <a:lnTo>
                  <a:pt x="1821276" y="52111"/>
                </a:lnTo>
                <a:lnTo>
                  <a:pt x="1821933" y="51820"/>
                </a:lnTo>
                <a:lnTo>
                  <a:pt x="1822601" y="51546"/>
                </a:lnTo>
                <a:lnTo>
                  <a:pt x="1823281" y="51289"/>
                </a:lnTo>
                <a:lnTo>
                  <a:pt x="1823972" y="51048"/>
                </a:lnTo>
                <a:lnTo>
                  <a:pt x="1824674" y="50824"/>
                </a:lnTo>
                <a:lnTo>
                  <a:pt x="1825388" y="50616"/>
                </a:lnTo>
                <a:lnTo>
                  <a:pt x="1826113" y="50425"/>
                </a:lnTo>
                <a:lnTo>
                  <a:pt x="1826849" y="50251"/>
                </a:lnTo>
                <a:lnTo>
                  <a:pt x="1827596" y="50093"/>
                </a:lnTo>
                <a:lnTo>
                  <a:pt x="1828355" y="49952"/>
                </a:lnTo>
                <a:lnTo>
                  <a:pt x="1829125" y="49827"/>
                </a:lnTo>
                <a:lnTo>
                  <a:pt x="1829907" y="49719"/>
                </a:lnTo>
                <a:lnTo>
                  <a:pt x="1830700" y="49628"/>
                </a:lnTo>
                <a:lnTo>
                  <a:pt x="1831504" y="49553"/>
                </a:lnTo>
                <a:lnTo>
                  <a:pt x="1832319" y="49495"/>
                </a:lnTo>
                <a:lnTo>
                  <a:pt x="1833146" y="49453"/>
                </a:lnTo>
                <a:lnTo>
                  <a:pt x="1833984" y="49428"/>
                </a:lnTo>
                <a:lnTo>
                  <a:pt x="1834833" y="49420"/>
                </a:lnTo>
                <a:lnTo>
                  <a:pt x="1835419" y="49426"/>
                </a:lnTo>
                <a:lnTo>
                  <a:pt x="1835994" y="49442"/>
                </a:lnTo>
                <a:lnTo>
                  <a:pt x="1836558" y="49471"/>
                </a:lnTo>
                <a:lnTo>
                  <a:pt x="1837110" y="49510"/>
                </a:lnTo>
                <a:lnTo>
                  <a:pt x="1837651" y="49560"/>
                </a:lnTo>
                <a:lnTo>
                  <a:pt x="1838181" y="49622"/>
                </a:lnTo>
                <a:lnTo>
                  <a:pt x="1838699" y="49695"/>
                </a:lnTo>
                <a:lnTo>
                  <a:pt x="1839206" y="49779"/>
                </a:lnTo>
                <a:lnTo>
                  <a:pt x="1839702" y="49874"/>
                </a:lnTo>
                <a:lnTo>
                  <a:pt x="1840186" y="49980"/>
                </a:lnTo>
                <a:lnTo>
                  <a:pt x="1840659" y="50098"/>
                </a:lnTo>
                <a:lnTo>
                  <a:pt x="1841121" y="50227"/>
                </a:lnTo>
                <a:lnTo>
                  <a:pt x="1841572" y="50367"/>
                </a:lnTo>
                <a:lnTo>
                  <a:pt x="1842011" y="50518"/>
                </a:lnTo>
                <a:lnTo>
                  <a:pt x="1842439" y="50681"/>
                </a:lnTo>
                <a:lnTo>
                  <a:pt x="1842856" y="50855"/>
                </a:lnTo>
                <a:lnTo>
                  <a:pt x="1843261" y="51039"/>
                </a:lnTo>
                <a:lnTo>
                  <a:pt x="1843655" y="51236"/>
                </a:lnTo>
                <a:lnTo>
                  <a:pt x="1844038" y="51443"/>
                </a:lnTo>
                <a:lnTo>
                  <a:pt x="1844409" y="51661"/>
                </a:lnTo>
                <a:lnTo>
                  <a:pt x="1844770" y="51891"/>
                </a:lnTo>
                <a:lnTo>
                  <a:pt x="1845118" y="52132"/>
                </a:lnTo>
                <a:lnTo>
                  <a:pt x="1845456" y="52384"/>
                </a:lnTo>
                <a:lnTo>
                  <a:pt x="1845782" y="52648"/>
                </a:lnTo>
                <a:lnTo>
                  <a:pt x="1846099" y="52921"/>
                </a:lnTo>
                <a:lnTo>
                  <a:pt x="1846407" y="53202"/>
                </a:lnTo>
                <a:lnTo>
                  <a:pt x="1846706" y="53492"/>
                </a:lnTo>
                <a:lnTo>
                  <a:pt x="1846997" y="53790"/>
                </a:lnTo>
                <a:lnTo>
                  <a:pt x="1847280" y="54097"/>
                </a:lnTo>
                <a:lnTo>
                  <a:pt x="1847555" y="54412"/>
                </a:lnTo>
                <a:lnTo>
                  <a:pt x="1847821" y="54735"/>
                </a:lnTo>
                <a:lnTo>
                  <a:pt x="1848078" y="55067"/>
                </a:lnTo>
                <a:lnTo>
                  <a:pt x="1848328" y="55407"/>
                </a:lnTo>
                <a:lnTo>
                  <a:pt x="1848568" y="55756"/>
                </a:lnTo>
                <a:lnTo>
                  <a:pt x="1848801" y="56112"/>
                </a:lnTo>
                <a:lnTo>
                  <a:pt x="1849025" y="56478"/>
                </a:lnTo>
                <a:lnTo>
                  <a:pt x="1849241" y="56851"/>
                </a:lnTo>
                <a:lnTo>
                  <a:pt x="1849448" y="57233"/>
                </a:lnTo>
                <a:lnTo>
                  <a:pt x="1849647" y="57624"/>
                </a:lnTo>
                <a:lnTo>
                  <a:pt x="1849837" y="58022"/>
                </a:lnTo>
                <a:lnTo>
                  <a:pt x="1850020" y="58429"/>
                </a:lnTo>
                <a:lnTo>
                  <a:pt x="1850193" y="58845"/>
                </a:lnTo>
                <a:lnTo>
                  <a:pt x="1850359" y="59269"/>
                </a:lnTo>
                <a:lnTo>
                  <a:pt x="1850516" y="59701"/>
                </a:lnTo>
                <a:lnTo>
                  <a:pt x="1850664" y="60141"/>
                </a:lnTo>
                <a:lnTo>
                  <a:pt x="1850804" y="60590"/>
                </a:lnTo>
                <a:lnTo>
                  <a:pt x="1850936" y="61047"/>
                </a:lnTo>
                <a:lnTo>
                  <a:pt x="1851060" y="61513"/>
                </a:lnTo>
                <a:lnTo>
                  <a:pt x="1851176" y="61986"/>
                </a:lnTo>
                <a:lnTo>
                  <a:pt x="1851288" y="62464"/>
                </a:lnTo>
                <a:lnTo>
                  <a:pt x="1851395" y="62947"/>
                </a:lnTo>
                <a:lnTo>
                  <a:pt x="1851497" y="63437"/>
                </a:lnTo>
                <a:lnTo>
                  <a:pt x="1851593" y="63932"/>
                </a:lnTo>
                <a:lnTo>
                  <a:pt x="1851685" y="64433"/>
                </a:lnTo>
                <a:lnTo>
                  <a:pt x="1851772" y="64940"/>
                </a:lnTo>
                <a:lnTo>
                  <a:pt x="1851854" y="65452"/>
                </a:lnTo>
                <a:lnTo>
                  <a:pt x="1851931" y="65970"/>
                </a:lnTo>
                <a:lnTo>
                  <a:pt x="1852003" y="66494"/>
                </a:lnTo>
                <a:lnTo>
                  <a:pt x="1852070" y="67024"/>
                </a:lnTo>
                <a:lnTo>
                  <a:pt x="1852132" y="67559"/>
                </a:lnTo>
                <a:lnTo>
                  <a:pt x="1852189" y="68100"/>
                </a:lnTo>
                <a:lnTo>
                  <a:pt x="1852242" y="68646"/>
                </a:lnTo>
                <a:lnTo>
                  <a:pt x="1852289" y="69199"/>
                </a:lnTo>
                <a:lnTo>
                  <a:pt x="1852331" y="69757"/>
                </a:lnTo>
                <a:lnTo>
                  <a:pt x="1852368" y="70320"/>
                </a:lnTo>
                <a:lnTo>
                  <a:pt x="1852400" y="70890"/>
                </a:lnTo>
                <a:lnTo>
                  <a:pt x="1852428" y="71465"/>
                </a:lnTo>
                <a:lnTo>
                  <a:pt x="1852450" y="72046"/>
                </a:lnTo>
                <a:lnTo>
                  <a:pt x="1852468" y="72632"/>
                </a:lnTo>
                <a:lnTo>
                  <a:pt x="1852480" y="73224"/>
                </a:lnTo>
                <a:lnTo>
                  <a:pt x="1852487" y="73822"/>
                </a:lnTo>
                <a:lnTo>
                  <a:pt x="1852490" y="74426"/>
                </a:lnTo>
                <a:lnTo>
                  <a:pt x="1852490" y="136324"/>
                </a:lnTo>
                <a:lnTo>
                  <a:pt x="1868963" y="136324"/>
                </a:lnTo>
                <a:lnTo>
                  <a:pt x="1868963" y="72308"/>
                </a:lnTo>
                <a:lnTo>
                  <a:pt x="1868951" y="70877"/>
                </a:lnTo>
                <a:lnTo>
                  <a:pt x="1868915" y="69473"/>
                </a:lnTo>
                <a:lnTo>
                  <a:pt x="1868854" y="68095"/>
                </a:lnTo>
                <a:lnTo>
                  <a:pt x="1868769" y="66744"/>
                </a:lnTo>
                <a:lnTo>
                  <a:pt x="1868659" y="65419"/>
                </a:lnTo>
                <a:lnTo>
                  <a:pt x="1868526" y="64121"/>
                </a:lnTo>
                <a:lnTo>
                  <a:pt x="1868367" y="62850"/>
                </a:lnTo>
                <a:lnTo>
                  <a:pt x="1868185" y="61605"/>
                </a:lnTo>
                <a:lnTo>
                  <a:pt x="1867978" y="60386"/>
                </a:lnTo>
                <a:lnTo>
                  <a:pt x="1867747" y="59194"/>
                </a:lnTo>
                <a:lnTo>
                  <a:pt x="1867492" y="58029"/>
                </a:lnTo>
                <a:lnTo>
                  <a:pt x="1867212" y="56890"/>
                </a:lnTo>
                <a:lnTo>
                  <a:pt x="1866908" y="55778"/>
                </a:lnTo>
                <a:lnTo>
                  <a:pt x="1866580" y="54692"/>
                </a:lnTo>
                <a:lnTo>
                  <a:pt x="1866227" y="53633"/>
                </a:lnTo>
                <a:lnTo>
                  <a:pt x="1865851" y="52600"/>
                </a:lnTo>
                <a:lnTo>
                  <a:pt x="1865449" y="51594"/>
                </a:lnTo>
                <a:lnTo>
                  <a:pt x="1865024" y="50615"/>
                </a:lnTo>
                <a:lnTo>
                  <a:pt x="1864574" y="49662"/>
                </a:lnTo>
                <a:lnTo>
                  <a:pt x="1864100" y="48735"/>
                </a:lnTo>
                <a:lnTo>
                  <a:pt x="1863601" y="47836"/>
                </a:lnTo>
                <a:lnTo>
                  <a:pt x="1863078" y="46962"/>
                </a:lnTo>
                <a:lnTo>
                  <a:pt x="1862531" y="46116"/>
                </a:lnTo>
                <a:lnTo>
                  <a:pt x="1861960" y="45296"/>
                </a:lnTo>
                <a:lnTo>
                  <a:pt x="1861360" y="44505"/>
                </a:lnTo>
                <a:lnTo>
                  <a:pt x="1860730" y="43749"/>
                </a:lnTo>
                <a:lnTo>
                  <a:pt x="1860068" y="43026"/>
                </a:lnTo>
                <a:lnTo>
                  <a:pt x="1859376" y="42336"/>
                </a:lnTo>
                <a:lnTo>
                  <a:pt x="1858652" y="41680"/>
                </a:lnTo>
                <a:lnTo>
                  <a:pt x="1857897" y="41058"/>
                </a:lnTo>
                <a:lnTo>
                  <a:pt x="1857111" y="40470"/>
                </a:lnTo>
                <a:lnTo>
                  <a:pt x="1856293" y="39915"/>
                </a:lnTo>
                <a:lnTo>
                  <a:pt x="1855445" y="39393"/>
                </a:lnTo>
                <a:lnTo>
                  <a:pt x="1854565" y="38906"/>
                </a:lnTo>
                <a:lnTo>
                  <a:pt x="1853654" y="38452"/>
                </a:lnTo>
                <a:lnTo>
                  <a:pt x="1852712" y="38031"/>
                </a:lnTo>
                <a:lnTo>
                  <a:pt x="1851739" y="37645"/>
                </a:lnTo>
                <a:lnTo>
                  <a:pt x="1850734" y="37292"/>
                </a:lnTo>
                <a:lnTo>
                  <a:pt x="1849699" y="36972"/>
                </a:lnTo>
                <a:lnTo>
                  <a:pt x="1848632" y="36686"/>
                </a:lnTo>
                <a:lnTo>
                  <a:pt x="1847534" y="36434"/>
                </a:lnTo>
                <a:lnTo>
                  <a:pt x="1846405" y="36215"/>
                </a:lnTo>
                <a:lnTo>
                  <a:pt x="1845245" y="36030"/>
                </a:lnTo>
                <a:lnTo>
                  <a:pt x="1844053" y="35879"/>
                </a:lnTo>
                <a:lnTo>
                  <a:pt x="1842831" y="35761"/>
                </a:lnTo>
                <a:lnTo>
                  <a:pt x="1841577" y="35677"/>
                </a:lnTo>
                <a:lnTo>
                  <a:pt x="1840292" y="35627"/>
                </a:lnTo>
                <a:lnTo>
                  <a:pt x="1838976" y="35610"/>
                </a:lnTo>
                <a:lnTo>
                  <a:pt x="1837963" y="35619"/>
                </a:lnTo>
                <a:lnTo>
                  <a:pt x="1836962" y="35648"/>
                </a:lnTo>
                <a:lnTo>
                  <a:pt x="1835973" y="35695"/>
                </a:lnTo>
                <a:lnTo>
                  <a:pt x="1834996" y="35761"/>
                </a:lnTo>
                <a:lnTo>
                  <a:pt x="1834031" y="35846"/>
                </a:lnTo>
                <a:lnTo>
                  <a:pt x="1833079" y="35949"/>
                </a:lnTo>
                <a:lnTo>
                  <a:pt x="1832139" y="36072"/>
                </a:lnTo>
                <a:lnTo>
                  <a:pt x="1831210" y="36213"/>
                </a:lnTo>
                <a:lnTo>
                  <a:pt x="1830294" y="36373"/>
                </a:lnTo>
                <a:lnTo>
                  <a:pt x="1829391" y="36552"/>
                </a:lnTo>
                <a:lnTo>
                  <a:pt x="1828499" y="36750"/>
                </a:lnTo>
                <a:lnTo>
                  <a:pt x="1827620" y="36966"/>
                </a:lnTo>
                <a:lnTo>
                  <a:pt x="1826752" y="37202"/>
                </a:lnTo>
                <a:lnTo>
                  <a:pt x="1825897" y="37456"/>
                </a:lnTo>
                <a:lnTo>
                  <a:pt x="1825054" y="37729"/>
                </a:lnTo>
                <a:lnTo>
                  <a:pt x="1824223" y="38021"/>
                </a:lnTo>
                <a:lnTo>
                  <a:pt x="1823405" y="38332"/>
                </a:lnTo>
                <a:lnTo>
                  <a:pt x="1822598" y="38662"/>
                </a:lnTo>
                <a:lnTo>
                  <a:pt x="1821804" y="39010"/>
                </a:lnTo>
                <a:lnTo>
                  <a:pt x="1821021" y="39378"/>
                </a:lnTo>
                <a:lnTo>
                  <a:pt x="1820251" y="39764"/>
                </a:lnTo>
                <a:lnTo>
                  <a:pt x="1819493" y="40169"/>
                </a:lnTo>
                <a:lnTo>
                  <a:pt x="1818748" y="40593"/>
                </a:lnTo>
                <a:lnTo>
                  <a:pt x="1818014" y="41035"/>
                </a:lnTo>
                <a:lnTo>
                  <a:pt x="1817292" y="41489"/>
                </a:lnTo>
                <a:lnTo>
                  <a:pt x="1816580" y="41946"/>
                </a:lnTo>
                <a:lnTo>
                  <a:pt x="1815879" y="42406"/>
                </a:lnTo>
                <a:lnTo>
                  <a:pt x="1815188" y="42869"/>
                </a:lnTo>
                <a:lnTo>
                  <a:pt x="1814507" y="43335"/>
                </a:lnTo>
                <a:lnTo>
                  <a:pt x="1813837" y="43804"/>
                </a:lnTo>
                <a:lnTo>
                  <a:pt x="1813178" y="44276"/>
                </a:lnTo>
                <a:lnTo>
                  <a:pt x="1812529" y="44751"/>
                </a:lnTo>
                <a:lnTo>
                  <a:pt x="1811890" y="45229"/>
                </a:lnTo>
                <a:lnTo>
                  <a:pt x="1811262" y="45711"/>
                </a:lnTo>
                <a:lnTo>
                  <a:pt x="1810644" y="46195"/>
                </a:lnTo>
                <a:lnTo>
                  <a:pt x="1810036" y="46683"/>
                </a:lnTo>
                <a:lnTo>
                  <a:pt x="1809440" y="47173"/>
                </a:lnTo>
                <a:lnTo>
                  <a:pt x="1808853" y="47667"/>
                </a:lnTo>
                <a:lnTo>
                  <a:pt x="1808277" y="48164"/>
                </a:lnTo>
                <a:lnTo>
                  <a:pt x="1807712" y="48664"/>
                </a:lnTo>
                <a:lnTo>
                  <a:pt x="1807156" y="49167"/>
                </a:lnTo>
                <a:lnTo>
                  <a:pt x="1806612" y="49673"/>
                </a:lnTo>
                <a:lnTo>
                  <a:pt x="1806077" y="50182"/>
                </a:lnTo>
                <a:lnTo>
                  <a:pt x="1805554" y="50694"/>
                </a:lnTo>
                <a:lnTo>
                  <a:pt x="1805040" y="51210"/>
                </a:lnTo>
                <a:lnTo>
                  <a:pt x="1804537" y="51728"/>
                </a:lnTo>
                <a:lnTo>
                  <a:pt x="1804045" y="52249"/>
                </a:lnTo>
                <a:lnTo>
                  <a:pt x="1803569" y="52767"/>
                </a:lnTo>
                <a:lnTo>
                  <a:pt x="1803508" y="52600"/>
                </a:lnTo>
                <a:lnTo>
                  <a:pt x="1803107" y="51594"/>
                </a:lnTo>
                <a:lnTo>
                  <a:pt x="1802681" y="50615"/>
                </a:lnTo>
                <a:lnTo>
                  <a:pt x="1802232" y="49662"/>
                </a:lnTo>
                <a:lnTo>
                  <a:pt x="1801757" y="48735"/>
                </a:lnTo>
                <a:close/>
                <a:moveTo>
                  <a:pt x="1699641" y="37287"/>
                </a:moveTo>
                <a:lnTo>
                  <a:pt x="1683167" y="37287"/>
                </a:lnTo>
                <a:lnTo>
                  <a:pt x="1683167" y="136324"/>
                </a:lnTo>
                <a:lnTo>
                  <a:pt x="1699641" y="136324"/>
                </a:lnTo>
                <a:lnTo>
                  <a:pt x="1699641" y="37287"/>
                </a:lnTo>
                <a:close/>
                <a:moveTo>
                  <a:pt x="1466387" y="137905"/>
                </a:moveTo>
                <a:lnTo>
                  <a:pt x="1467302" y="137819"/>
                </a:lnTo>
                <a:lnTo>
                  <a:pt x="1468206" y="137718"/>
                </a:lnTo>
                <a:lnTo>
                  <a:pt x="1469100" y="137601"/>
                </a:lnTo>
                <a:lnTo>
                  <a:pt x="1469984" y="137469"/>
                </a:lnTo>
                <a:lnTo>
                  <a:pt x="1470858" y="137321"/>
                </a:lnTo>
                <a:lnTo>
                  <a:pt x="1471722" y="137157"/>
                </a:lnTo>
                <a:lnTo>
                  <a:pt x="1472576" y="136978"/>
                </a:lnTo>
                <a:lnTo>
                  <a:pt x="1473420" y="136783"/>
                </a:lnTo>
                <a:lnTo>
                  <a:pt x="1474253" y="136573"/>
                </a:lnTo>
                <a:lnTo>
                  <a:pt x="1475077" y="136347"/>
                </a:lnTo>
                <a:lnTo>
                  <a:pt x="1475890" y="136105"/>
                </a:lnTo>
                <a:lnTo>
                  <a:pt x="1476694" y="135848"/>
                </a:lnTo>
                <a:lnTo>
                  <a:pt x="1477487" y="135575"/>
                </a:lnTo>
                <a:lnTo>
                  <a:pt x="1478270" y="135287"/>
                </a:lnTo>
                <a:lnTo>
                  <a:pt x="1479043" y="134983"/>
                </a:lnTo>
                <a:lnTo>
                  <a:pt x="1479806" y="134664"/>
                </a:lnTo>
                <a:lnTo>
                  <a:pt x="1480558" y="134329"/>
                </a:lnTo>
                <a:lnTo>
                  <a:pt x="1481301" y="133978"/>
                </a:lnTo>
                <a:lnTo>
                  <a:pt x="1482034" y="133612"/>
                </a:lnTo>
                <a:lnTo>
                  <a:pt x="1482757" y="133233"/>
                </a:lnTo>
                <a:lnTo>
                  <a:pt x="1483474" y="132844"/>
                </a:lnTo>
                <a:lnTo>
                  <a:pt x="1484183" y="132444"/>
                </a:lnTo>
                <a:lnTo>
                  <a:pt x="1484885" y="132035"/>
                </a:lnTo>
                <a:lnTo>
                  <a:pt x="1485579" y="131615"/>
                </a:lnTo>
                <a:lnTo>
                  <a:pt x="1486266" y="131186"/>
                </a:lnTo>
                <a:lnTo>
                  <a:pt x="1486946" y="130746"/>
                </a:lnTo>
                <a:lnTo>
                  <a:pt x="1487618" y="130296"/>
                </a:lnTo>
                <a:lnTo>
                  <a:pt x="1488283" y="129836"/>
                </a:lnTo>
                <a:lnTo>
                  <a:pt x="1488940" y="129366"/>
                </a:lnTo>
                <a:lnTo>
                  <a:pt x="1489590" y="128886"/>
                </a:lnTo>
                <a:lnTo>
                  <a:pt x="1490233" y="128396"/>
                </a:lnTo>
                <a:lnTo>
                  <a:pt x="1490869" y="127896"/>
                </a:lnTo>
                <a:lnTo>
                  <a:pt x="1491497" y="127385"/>
                </a:lnTo>
                <a:lnTo>
                  <a:pt x="1492117" y="126865"/>
                </a:lnTo>
                <a:lnTo>
                  <a:pt x="1492731" y="126334"/>
                </a:lnTo>
                <a:lnTo>
                  <a:pt x="1493337" y="125793"/>
                </a:lnTo>
                <a:lnTo>
                  <a:pt x="1493935" y="125243"/>
                </a:lnTo>
                <a:lnTo>
                  <a:pt x="1494527" y="124682"/>
                </a:lnTo>
                <a:lnTo>
                  <a:pt x="1495111" y="124111"/>
                </a:lnTo>
                <a:lnTo>
                  <a:pt x="1495687" y="123529"/>
                </a:lnTo>
                <a:lnTo>
                  <a:pt x="1496256" y="122938"/>
                </a:lnTo>
                <a:lnTo>
                  <a:pt x="1496818" y="122337"/>
                </a:lnTo>
                <a:lnTo>
                  <a:pt x="1497372" y="121725"/>
                </a:lnTo>
                <a:lnTo>
                  <a:pt x="1498063" y="136324"/>
                </a:lnTo>
                <a:lnTo>
                  <a:pt x="1513451" y="136324"/>
                </a:lnTo>
                <a:lnTo>
                  <a:pt x="1513451" y="70163"/>
                </a:lnTo>
                <a:lnTo>
                  <a:pt x="1513446" y="69281"/>
                </a:lnTo>
                <a:lnTo>
                  <a:pt x="1513429" y="68412"/>
                </a:lnTo>
                <a:lnTo>
                  <a:pt x="1513402" y="67557"/>
                </a:lnTo>
                <a:lnTo>
                  <a:pt x="1513364" y="66715"/>
                </a:lnTo>
                <a:lnTo>
                  <a:pt x="1513314" y="65887"/>
                </a:lnTo>
                <a:lnTo>
                  <a:pt x="1513254" y="65073"/>
                </a:lnTo>
                <a:lnTo>
                  <a:pt x="1513183" y="64272"/>
                </a:lnTo>
                <a:lnTo>
                  <a:pt x="1513101" y="63485"/>
                </a:lnTo>
                <a:lnTo>
                  <a:pt x="1513007" y="62711"/>
                </a:lnTo>
                <a:lnTo>
                  <a:pt x="1512903" y="61951"/>
                </a:lnTo>
                <a:lnTo>
                  <a:pt x="1512788" y="61205"/>
                </a:lnTo>
                <a:lnTo>
                  <a:pt x="1512662" y="60472"/>
                </a:lnTo>
                <a:lnTo>
                  <a:pt x="1512525" y="59753"/>
                </a:lnTo>
                <a:lnTo>
                  <a:pt x="1512377" y="59047"/>
                </a:lnTo>
                <a:lnTo>
                  <a:pt x="1512218" y="58355"/>
                </a:lnTo>
                <a:lnTo>
                  <a:pt x="1512048" y="57676"/>
                </a:lnTo>
                <a:lnTo>
                  <a:pt x="1511868" y="57011"/>
                </a:lnTo>
                <a:lnTo>
                  <a:pt x="1511676" y="56360"/>
                </a:lnTo>
                <a:lnTo>
                  <a:pt x="1511473" y="55722"/>
                </a:lnTo>
                <a:lnTo>
                  <a:pt x="1511259" y="55098"/>
                </a:lnTo>
                <a:lnTo>
                  <a:pt x="1511035" y="54487"/>
                </a:lnTo>
                <a:lnTo>
                  <a:pt x="1510799" y="53890"/>
                </a:lnTo>
                <a:lnTo>
                  <a:pt x="1510552" y="53307"/>
                </a:lnTo>
                <a:lnTo>
                  <a:pt x="1510295" y="52737"/>
                </a:lnTo>
                <a:lnTo>
                  <a:pt x="1510028" y="52179"/>
                </a:lnTo>
                <a:lnTo>
                  <a:pt x="1509753" y="51631"/>
                </a:lnTo>
                <a:lnTo>
                  <a:pt x="1509471" y="51094"/>
                </a:lnTo>
                <a:lnTo>
                  <a:pt x="1509181" y="50567"/>
                </a:lnTo>
                <a:lnTo>
                  <a:pt x="1508883" y="50050"/>
                </a:lnTo>
                <a:lnTo>
                  <a:pt x="1508578" y="49544"/>
                </a:lnTo>
                <a:lnTo>
                  <a:pt x="1508265" y="49049"/>
                </a:lnTo>
                <a:lnTo>
                  <a:pt x="1507944" y="48563"/>
                </a:lnTo>
                <a:lnTo>
                  <a:pt x="1507615" y="48089"/>
                </a:lnTo>
                <a:lnTo>
                  <a:pt x="1507279" y="47624"/>
                </a:lnTo>
                <a:lnTo>
                  <a:pt x="1506935" y="47170"/>
                </a:lnTo>
                <a:lnTo>
                  <a:pt x="1506583" y="46727"/>
                </a:lnTo>
                <a:lnTo>
                  <a:pt x="1506224" y="46294"/>
                </a:lnTo>
                <a:lnTo>
                  <a:pt x="1505857" y="45871"/>
                </a:lnTo>
                <a:lnTo>
                  <a:pt x="1505482" y="45458"/>
                </a:lnTo>
                <a:lnTo>
                  <a:pt x="1505100" y="45057"/>
                </a:lnTo>
                <a:lnTo>
                  <a:pt x="1504709" y="44665"/>
                </a:lnTo>
                <a:lnTo>
                  <a:pt x="1504311" y="44284"/>
                </a:lnTo>
                <a:lnTo>
                  <a:pt x="1503906" y="43913"/>
                </a:lnTo>
                <a:lnTo>
                  <a:pt x="1503492" y="43553"/>
                </a:lnTo>
                <a:lnTo>
                  <a:pt x="1503071" y="43203"/>
                </a:lnTo>
                <a:lnTo>
                  <a:pt x="1502643" y="42864"/>
                </a:lnTo>
                <a:lnTo>
                  <a:pt x="1502206" y="42535"/>
                </a:lnTo>
                <a:lnTo>
                  <a:pt x="1501762" y="42216"/>
                </a:lnTo>
                <a:lnTo>
                  <a:pt x="1501312" y="41907"/>
                </a:lnTo>
                <a:lnTo>
                  <a:pt x="1500857" y="41606"/>
                </a:lnTo>
                <a:lnTo>
                  <a:pt x="1500397" y="41312"/>
                </a:lnTo>
                <a:lnTo>
                  <a:pt x="1499932" y="41027"/>
                </a:lnTo>
                <a:lnTo>
                  <a:pt x="1499462" y="40751"/>
                </a:lnTo>
                <a:lnTo>
                  <a:pt x="1498988" y="40482"/>
                </a:lnTo>
                <a:lnTo>
                  <a:pt x="1498509" y="40221"/>
                </a:lnTo>
                <a:lnTo>
                  <a:pt x="1498025" y="39969"/>
                </a:lnTo>
                <a:lnTo>
                  <a:pt x="1497536" y="39725"/>
                </a:lnTo>
                <a:lnTo>
                  <a:pt x="1497042" y="39488"/>
                </a:lnTo>
                <a:lnTo>
                  <a:pt x="1496544" y="39260"/>
                </a:lnTo>
                <a:lnTo>
                  <a:pt x="1496041" y="39040"/>
                </a:lnTo>
                <a:lnTo>
                  <a:pt x="1495533" y="38828"/>
                </a:lnTo>
                <a:lnTo>
                  <a:pt x="1495020" y="38625"/>
                </a:lnTo>
                <a:lnTo>
                  <a:pt x="1494503" y="38429"/>
                </a:lnTo>
                <a:lnTo>
                  <a:pt x="1493980" y="38242"/>
                </a:lnTo>
                <a:lnTo>
                  <a:pt x="1493453" y="38062"/>
                </a:lnTo>
                <a:lnTo>
                  <a:pt x="1492921" y="37891"/>
                </a:lnTo>
                <a:lnTo>
                  <a:pt x="1492385" y="37728"/>
                </a:lnTo>
                <a:lnTo>
                  <a:pt x="1491843" y="37573"/>
                </a:lnTo>
                <a:lnTo>
                  <a:pt x="1491297" y="37426"/>
                </a:lnTo>
                <a:lnTo>
                  <a:pt x="1490746" y="37287"/>
                </a:lnTo>
                <a:lnTo>
                  <a:pt x="1490190" y="37157"/>
                </a:lnTo>
                <a:lnTo>
                  <a:pt x="1489629" y="37034"/>
                </a:lnTo>
                <a:lnTo>
                  <a:pt x="1489065" y="36918"/>
                </a:lnTo>
                <a:lnTo>
                  <a:pt x="1488498" y="36807"/>
                </a:lnTo>
                <a:lnTo>
                  <a:pt x="1487930" y="36700"/>
                </a:lnTo>
                <a:lnTo>
                  <a:pt x="1487359" y="36599"/>
                </a:lnTo>
                <a:lnTo>
                  <a:pt x="1486786" y="36503"/>
                </a:lnTo>
                <a:lnTo>
                  <a:pt x="1486210" y="36411"/>
                </a:lnTo>
                <a:lnTo>
                  <a:pt x="1485633" y="36325"/>
                </a:lnTo>
                <a:lnTo>
                  <a:pt x="1485053" y="36243"/>
                </a:lnTo>
                <a:lnTo>
                  <a:pt x="1484471" y="36166"/>
                </a:lnTo>
                <a:lnTo>
                  <a:pt x="1483887" y="36095"/>
                </a:lnTo>
                <a:lnTo>
                  <a:pt x="1483300" y="36028"/>
                </a:lnTo>
                <a:lnTo>
                  <a:pt x="1482712" y="35966"/>
                </a:lnTo>
                <a:lnTo>
                  <a:pt x="1482121" y="35909"/>
                </a:lnTo>
                <a:lnTo>
                  <a:pt x="1481528" y="35857"/>
                </a:lnTo>
                <a:lnTo>
                  <a:pt x="1480932" y="35810"/>
                </a:lnTo>
                <a:lnTo>
                  <a:pt x="1480335" y="35768"/>
                </a:lnTo>
                <a:lnTo>
                  <a:pt x="1479735" y="35731"/>
                </a:lnTo>
                <a:lnTo>
                  <a:pt x="1479133" y="35699"/>
                </a:lnTo>
                <a:lnTo>
                  <a:pt x="1478529" y="35672"/>
                </a:lnTo>
                <a:lnTo>
                  <a:pt x="1477922" y="35650"/>
                </a:lnTo>
                <a:lnTo>
                  <a:pt x="1477313" y="35632"/>
                </a:lnTo>
                <a:lnTo>
                  <a:pt x="1476702" y="35620"/>
                </a:lnTo>
                <a:lnTo>
                  <a:pt x="1476089" y="35613"/>
                </a:lnTo>
                <a:lnTo>
                  <a:pt x="1475474" y="35610"/>
                </a:lnTo>
                <a:lnTo>
                  <a:pt x="1474517" y="35616"/>
                </a:lnTo>
                <a:lnTo>
                  <a:pt x="1473568" y="35634"/>
                </a:lnTo>
                <a:lnTo>
                  <a:pt x="1472629" y="35664"/>
                </a:lnTo>
                <a:lnTo>
                  <a:pt x="1471699" y="35706"/>
                </a:lnTo>
                <a:lnTo>
                  <a:pt x="1470778" y="35760"/>
                </a:lnTo>
                <a:lnTo>
                  <a:pt x="1469867" y="35826"/>
                </a:lnTo>
                <a:lnTo>
                  <a:pt x="1468964" y="35904"/>
                </a:lnTo>
                <a:lnTo>
                  <a:pt x="1468070" y="35994"/>
                </a:lnTo>
                <a:lnTo>
                  <a:pt x="1467185" y="36096"/>
                </a:lnTo>
                <a:lnTo>
                  <a:pt x="1466310" y="36210"/>
                </a:lnTo>
                <a:lnTo>
                  <a:pt x="1465443" y="36336"/>
                </a:lnTo>
                <a:lnTo>
                  <a:pt x="1464586" y="36474"/>
                </a:lnTo>
                <a:lnTo>
                  <a:pt x="1463738" y="36624"/>
                </a:lnTo>
                <a:lnTo>
                  <a:pt x="1462899" y="36786"/>
                </a:lnTo>
                <a:lnTo>
                  <a:pt x="1462068" y="36960"/>
                </a:lnTo>
                <a:lnTo>
                  <a:pt x="1461247" y="37146"/>
                </a:lnTo>
                <a:lnTo>
                  <a:pt x="1460435" y="37344"/>
                </a:lnTo>
                <a:lnTo>
                  <a:pt x="1459632" y="37554"/>
                </a:lnTo>
                <a:lnTo>
                  <a:pt x="1458838" y="37776"/>
                </a:lnTo>
                <a:lnTo>
                  <a:pt x="1458054" y="38010"/>
                </a:lnTo>
                <a:lnTo>
                  <a:pt x="1457278" y="38256"/>
                </a:lnTo>
                <a:lnTo>
                  <a:pt x="1456511" y="38514"/>
                </a:lnTo>
                <a:lnTo>
                  <a:pt x="1455754" y="38784"/>
                </a:lnTo>
                <a:lnTo>
                  <a:pt x="1455005" y="39066"/>
                </a:lnTo>
                <a:lnTo>
                  <a:pt x="1454268" y="39360"/>
                </a:lnTo>
                <a:lnTo>
                  <a:pt x="1453544" y="39669"/>
                </a:lnTo>
                <a:lnTo>
                  <a:pt x="1452834" y="39992"/>
                </a:lnTo>
                <a:lnTo>
                  <a:pt x="1452137" y="40329"/>
                </a:lnTo>
                <a:lnTo>
                  <a:pt x="1451453" y="40681"/>
                </a:lnTo>
                <a:lnTo>
                  <a:pt x="1450782" y="41046"/>
                </a:lnTo>
                <a:lnTo>
                  <a:pt x="1450125" y="41426"/>
                </a:lnTo>
                <a:lnTo>
                  <a:pt x="1449481" y="41819"/>
                </a:lnTo>
                <a:lnTo>
                  <a:pt x="1448851" y="42227"/>
                </a:lnTo>
                <a:lnTo>
                  <a:pt x="1448234" y="42649"/>
                </a:lnTo>
                <a:lnTo>
                  <a:pt x="1447630" y="43085"/>
                </a:lnTo>
                <a:lnTo>
                  <a:pt x="1447040" y="43535"/>
                </a:lnTo>
                <a:lnTo>
                  <a:pt x="1446463" y="43999"/>
                </a:lnTo>
                <a:lnTo>
                  <a:pt x="1445899" y="44477"/>
                </a:lnTo>
                <a:lnTo>
                  <a:pt x="1445349" y="44970"/>
                </a:lnTo>
                <a:lnTo>
                  <a:pt x="1444812" y="45476"/>
                </a:lnTo>
                <a:lnTo>
                  <a:pt x="1444289" y="45997"/>
                </a:lnTo>
                <a:lnTo>
                  <a:pt x="1443779" y="46531"/>
                </a:lnTo>
                <a:lnTo>
                  <a:pt x="1443282" y="47080"/>
                </a:lnTo>
                <a:lnTo>
                  <a:pt x="1442798" y="47643"/>
                </a:lnTo>
                <a:lnTo>
                  <a:pt x="1442328" y="48221"/>
                </a:lnTo>
                <a:lnTo>
                  <a:pt x="1441871" y="48812"/>
                </a:lnTo>
                <a:lnTo>
                  <a:pt x="1441428" y="49417"/>
                </a:lnTo>
                <a:lnTo>
                  <a:pt x="1440998" y="50037"/>
                </a:lnTo>
                <a:lnTo>
                  <a:pt x="1440584" y="50671"/>
                </a:lnTo>
                <a:lnTo>
                  <a:pt x="1440187" y="51322"/>
                </a:lnTo>
                <a:lnTo>
                  <a:pt x="1439807" y="51988"/>
                </a:lnTo>
                <a:lnTo>
                  <a:pt x="1439446" y="52672"/>
                </a:lnTo>
                <a:lnTo>
                  <a:pt x="1439102" y="53371"/>
                </a:lnTo>
                <a:lnTo>
                  <a:pt x="1438776" y="54086"/>
                </a:lnTo>
                <a:lnTo>
                  <a:pt x="1438467" y="54818"/>
                </a:lnTo>
                <a:lnTo>
                  <a:pt x="1438176" y="55566"/>
                </a:lnTo>
                <a:lnTo>
                  <a:pt x="1437902" y="56330"/>
                </a:lnTo>
                <a:lnTo>
                  <a:pt x="1437647" y="57111"/>
                </a:lnTo>
                <a:lnTo>
                  <a:pt x="1437409" y="57907"/>
                </a:lnTo>
                <a:lnTo>
                  <a:pt x="1437188" y="58720"/>
                </a:lnTo>
                <a:lnTo>
                  <a:pt x="1436985" y="59549"/>
                </a:lnTo>
                <a:lnTo>
                  <a:pt x="1436800" y="60395"/>
                </a:lnTo>
                <a:lnTo>
                  <a:pt x="1436632" y="61256"/>
                </a:lnTo>
                <a:lnTo>
                  <a:pt x="1436482" y="62134"/>
                </a:lnTo>
                <a:lnTo>
                  <a:pt x="1436350" y="63028"/>
                </a:lnTo>
                <a:lnTo>
                  <a:pt x="1436235" y="63938"/>
                </a:lnTo>
                <a:lnTo>
                  <a:pt x="1436138" y="64865"/>
                </a:lnTo>
                <a:lnTo>
                  <a:pt x="1436059" y="65807"/>
                </a:lnTo>
                <a:lnTo>
                  <a:pt x="1435997" y="66766"/>
                </a:lnTo>
                <a:lnTo>
                  <a:pt x="1435953" y="67742"/>
                </a:lnTo>
                <a:lnTo>
                  <a:pt x="1435927" y="68733"/>
                </a:lnTo>
                <a:lnTo>
                  <a:pt x="1435918" y="69741"/>
                </a:lnTo>
                <a:lnTo>
                  <a:pt x="1451898" y="69741"/>
                </a:lnTo>
                <a:lnTo>
                  <a:pt x="1451910" y="68804"/>
                </a:lnTo>
                <a:lnTo>
                  <a:pt x="1451945" y="67889"/>
                </a:lnTo>
                <a:lnTo>
                  <a:pt x="1452004" y="66995"/>
                </a:lnTo>
                <a:lnTo>
                  <a:pt x="1452087" y="66122"/>
                </a:lnTo>
                <a:lnTo>
                  <a:pt x="1452194" y="65271"/>
                </a:lnTo>
                <a:lnTo>
                  <a:pt x="1452324" y="64440"/>
                </a:lnTo>
                <a:lnTo>
                  <a:pt x="1452477" y="63631"/>
                </a:lnTo>
                <a:lnTo>
                  <a:pt x="1452654" y="62843"/>
                </a:lnTo>
                <a:lnTo>
                  <a:pt x="1452855" y="62076"/>
                </a:lnTo>
                <a:lnTo>
                  <a:pt x="1453080" y="61330"/>
                </a:lnTo>
                <a:lnTo>
                  <a:pt x="1453328" y="60605"/>
                </a:lnTo>
                <a:lnTo>
                  <a:pt x="1453600" y="59902"/>
                </a:lnTo>
                <a:lnTo>
                  <a:pt x="1453895" y="59219"/>
                </a:lnTo>
                <a:lnTo>
                  <a:pt x="1454214" y="58558"/>
                </a:lnTo>
                <a:lnTo>
                  <a:pt x="1454557" y="57918"/>
                </a:lnTo>
                <a:lnTo>
                  <a:pt x="1454923" y="57299"/>
                </a:lnTo>
                <a:lnTo>
                  <a:pt x="1455313" y="56701"/>
                </a:lnTo>
                <a:lnTo>
                  <a:pt x="1455727" y="56125"/>
                </a:lnTo>
                <a:lnTo>
                  <a:pt x="1456164" y="55570"/>
                </a:lnTo>
                <a:lnTo>
                  <a:pt x="1456625" y="55035"/>
                </a:lnTo>
                <a:lnTo>
                  <a:pt x="1457109" y="54522"/>
                </a:lnTo>
                <a:lnTo>
                  <a:pt x="1457617" y="54030"/>
                </a:lnTo>
                <a:lnTo>
                  <a:pt x="1458149" y="53560"/>
                </a:lnTo>
                <a:lnTo>
                  <a:pt x="1458704" y="53110"/>
                </a:lnTo>
                <a:lnTo>
                  <a:pt x="1459277" y="52680"/>
                </a:lnTo>
                <a:lnTo>
                  <a:pt x="1459861" y="52268"/>
                </a:lnTo>
                <a:lnTo>
                  <a:pt x="1460455" y="51875"/>
                </a:lnTo>
                <a:lnTo>
                  <a:pt x="1461061" y="51500"/>
                </a:lnTo>
                <a:lnTo>
                  <a:pt x="1461677" y="51144"/>
                </a:lnTo>
                <a:lnTo>
                  <a:pt x="1462305" y="50805"/>
                </a:lnTo>
                <a:lnTo>
                  <a:pt x="1462943" y="50485"/>
                </a:lnTo>
                <a:lnTo>
                  <a:pt x="1463593" y="50183"/>
                </a:lnTo>
                <a:lnTo>
                  <a:pt x="1464253" y="49900"/>
                </a:lnTo>
                <a:lnTo>
                  <a:pt x="1464924" y="49634"/>
                </a:lnTo>
                <a:lnTo>
                  <a:pt x="1465607" y="49387"/>
                </a:lnTo>
                <a:lnTo>
                  <a:pt x="1466300" y="49159"/>
                </a:lnTo>
                <a:lnTo>
                  <a:pt x="1467004" y="48948"/>
                </a:lnTo>
                <a:lnTo>
                  <a:pt x="1467719" y="48756"/>
                </a:lnTo>
                <a:lnTo>
                  <a:pt x="1468445" y="48583"/>
                </a:lnTo>
                <a:lnTo>
                  <a:pt x="1469183" y="48427"/>
                </a:lnTo>
                <a:lnTo>
                  <a:pt x="1469931" y="48290"/>
                </a:lnTo>
                <a:lnTo>
                  <a:pt x="1470690" y="48171"/>
                </a:lnTo>
                <a:lnTo>
                  <a:pt x="1471460" y="48070"/>
                </a:lnTo>
                <a:lnTo>
                  <a:pt x="1472240" y="47988"/>
                </a:lnTo>
                <a:lnTo>
                  <a:pt x="1473032" y="47924"/>
                </a:lnTo>
                <a:lnTo>
                  <a:pt x="1473835" y="47878"/>
                </a:lnTo>
                <a:lnTo>
                  <a:pt x="1474649" y="47851"/>
                </a:lnTo>
                <a:lnTo>
                  <a:pt x="1475474" y="47842"/>
                </a:lnTo>
                <a:lnTo>
                  <a:pt x="1476249" y="47850"/>
                </a:lnTo>
                <a:lnTo>
                  <a:pt x="1477013" y="47875"/>
                </a:lnTo>
                <a:lnTo>
                  <a:pt x="1477766" y="47917"/>
                </a:lnTo>
                <a:lnTo>
                  <a:pt x="1478507" y="47976"/>
                </a:lnTo>
                <a:lnTo>
                  <a:pt x="1479237" y="48052"/>
                </a:lnTo>
                <a:lnTo>
                  <a:pt x="1479956" y="48144"/>
                </a:lnTo>
                <a:lnTo>
                  <a:pt x="1480663" y="48253"/>
                </a:lnTo>
                <a:lnTo>
                  <a:pt x="1481359" y="48379"/>
                </a:lnTo>
                <a:lnTo>
                  <a:pt x="1482044" y="48522"/>
                </a:lnTo>
                <a:lnTo>
                  <a:pt x="1482718" y="48681"/>
                </a:lnTo>
                <a:lnTo>
                  <a:pt x="1483380" y="48857"/>
                </a:lnTo>
                <a:lnTo>
                  <a:pt x="1484031" y="49050"/>
                </a:lnTo>
                <a:lnTo>
                  <a:pt x="1484671" y="49260"/>
                </a:lnTo>
                <a:lnTo>
                  <a:pt x="1485299" y="49487"/>
                </a:lnTo>
                <a:lnTo>
                  <a:pt x="1485916" y="49730"/>
                </a:lnTo>
                <a:lnTo>
                  <a:pt x="1486522" y="49990"/>
                </a:lnTo>
                <a:lnTo>
                  <a:pt x="1487116" y="50267"/>
                </a:lnTo>
                <a:lnTo>
                  <a:pt x="1487699" y="50561"/>
                </a:lnTo>
                <a:lnTo>
                  <a:pt x="1488271" y="50871"/>
                </a:lnTo>
                <a:lnTo>
                  <a:pt x="1488832" y="51198"/>
                </a:lnTo>
                <a:lnTo>
                  <a:pt x="1489381" y="51542"/>
                </a:lnTo>
                <a:lnTo>
                  <a:pt x="1489919" y="51903"/>
                </a:lnTo>
                <a:lnTo>
                  <a:pt x="1490445" y="52281"/>
                </a:lnTo>
                <a:lnTo>
                  <a:pt x="1490961" y="52675"/>
                </a:lnTo>
                <a:lnTo>
                  <a:pt x="1491460" y="53092"/>
                </a:lnTo>
                <a:lnTo>
                  <a:pt x="1491938" y="53538"/>
                </a:lnTo>
                <a:lnTo>
                  <a:pt x="1492394" y="54011"/>
                </a:lnTo>
                <a:lnTo>
                  <a:pt x="1492829" y="54513"/>
                </a:lnTo>
                <a:lnTo>
                  <a:pt x="1493244" y="55043"/>
                </a:lnTo>
                <a:lnTo>
                  <a:pt x="1493636" y="55602"/>
                </a:lnTo>
                <a:lnTo>
                  <a:pt x="1494008" y="56189"/>
                </a:lnTo>
                <a:lnTo>
                  <a:pt x="1494358" y="56804"/>
                </a:lnTo>
                <a:lnTo>
                  <a:pt x="1494688" y="57448"/>
                </a:lnTo>
                <a:lnTo>
                  <a:pt x="1494995" y="58120"/>
                </a:lnTo>
                <a:lnTo>
                  <a:pt x="1495282" y="58820"/>
                </a:lnTo>
                <a:lnTo>
                  <a:pt x="1495548" y="59549"/>
                </a:lnTo>
                <a:lnTo>
                  <a:pt x="1495792" y="60306"/>
                </a:lnTo>
                <a:lnTo>
                  <a:pt x="1496015" y="61091"/>
                </a:lnTo>
                <a:lnTo>
                  <a:pt x="1496217" y="61905"/>
                </a:lnTo>
                <a:lnTo>
                  <a:pt x="1496397" y="62746"/>
                </a:lnTo>
                <a:lnTo>
                  <a:pt x="1496556" y="63617"/>
                </a:lnTo>
                <a:lnTo>
                  <a:pt x="1496694" y="64515"/>
                </a:lnTo>
                <a:lnTo>
                  <a:pt x="1496811" y="65442"/>
                </a:lnTo>
                <a:lnTo>
                  <a:pt x="1496907" y="66398"/>
                </a:lnTo>
                <a:lnTo>
                  <a:pt x="1496981" y="67381"/>
                </a:lnTo>
                <a:lnTo>
                  <a:pt x="1497034" y="68393"/>
                </a:lnTo>
                <a:lnTo>
                  <a:pt x="1497066" y="69433"/>
                </a:lnTo>
                <a:lnTo>
                  <a:pt x="1497077" y="70502"/>
                </a:lnTo>
                <a:lnTo>
                  <a:pt x="1497077" y="77570"/>
                </a:lnTo>
                <a:lnTo>
                  <a:pt x="1495433" y="77591"/>
                </a:lnTo>
                <a:lnTo>
                  <a:pt x="1493807" y="77620"/>
                </a:lnTo>
                <a:lnTo>
                  <a:pt x="1492198" y="77657"/>
                </a:lnTo>
                <a:lnTo>
                  <a:pt x="1490607" y="77701"/>
                </a:lnTo>
                <a:lnTo>
                  <a:pt x="1489034" y="77754"/>
                </a:lnTo>
                <a:lnTo>
                  <a:pt x="1487477" y="77814"/>
                </a:lnTo>
                <a:lnTo>
                  <a:pt x="1485939" y="77882"/>
                </a:lnTo>
                <a:lnTo>
                  <a:pt x="1484417" y="77958"/>
                </a:lnTo>
                <a:lnTo>
                  <a:pt x="1482914" y="78042"/>
                </a:lnTo>
                <a:lnTo>
                  <a:pt x="1481427" y="78134"/>
                </a:lnTo>
                <a:lnTo>
                  <a:pt x="1479958" y="78234"/>
                </a:lnTo>
                <a:lnTo>
                  <a:pt x="1478507" y="78342"/>
                </a:lnTo>
                <a:lnTo>
                  <a:pt x="1477073" y="78457"/>
                </a:lnTo>
                <a:lnTo>
                  <a:pt x="1475657" y="78581"/>
                </a:lnTo>
                <a:lnTo>
                  <a:pt x="1474258" y="78712"/>
                </a:lnTo>
                <a:lnTo>
                  <a:pt x="1472876" y="78851"/>
                </a:lnTo>
                <a:lnTo>
                  <a:pt x="1471512" y="78998"/>
                </a:lnTo>
                <a:lnTo>
                  <a:pt x="1470166" y="79153"/>
                </a:lnTo>
                <a:lnTo>
                  <a:pt x="1468836" y="79316"/>
                </a:lnTo>
                <a:lnTo>
                  <a:pt x="1467525" y="79487"/>
                </a:lnTo>
                <a:lnTo>
                  <a:pt x="1466231" y="79666"/>
                </a:lnTo>
                <a:lnTo>
                  <a:pt x="1464954" y="79852"/>
                </a:lnTo>
                <a:lnTo>
                  <a:pt x="1463695" y="80047"/>
                </a:lnTo>
                <a:lnTo>
                  <a:pt x="1462453" y="80249"/>
                </a:lnTo>
                <a:lnTo>
                  <a:pt x="1461232" y="80463"/>
                </a:lnTo>
                <a:lnTo>
                  <a:pt x="1460033" y="80692"/>
                </a:lnTo>
                <a:lnTo>
                  <a:pt x="1458859" y="80937"/>
                </a:lnTo>
                <a:lnTo>
                  <a:pt x="1457707" y="81196"/>
                </a:lnTo>
                <a:lnTo>
                  <a:pt x="1456579" y="81471"/>
                </a:lnTo>
                <a:lnTo>
                  <a:pt x="1455474" y="81761"/>
                </a:lnTo>
                <a:lnTo>
                  <a:pt x="1454392" y="82067"/>
                </a:lnTo>
                <a:lnTo>
                  <a:pt x="1453334" y="82388"/>
                </a:lnTo>
                <a:lnTo>
                  <a:pt x="1452299" y="82724"/>
                </a:lnTo>
                <a:lnTo>
                  <a:pt x="1451287" y="83075"/>
                </a:lnTo>
                <a:lnTo>
                  <a:pt x="1450299" y="83442"/>
                </a:lnTo>
                <a:lnTo>
                  <a:pt x="1449333" y="83823"/>
                </a:lnTo>
                <a:lnTo>
                  <a:pt x="1448392" y="84220"/>
                </a:lnTo>
                <a:lnTo>
                  <a:pt x="1447473" y="84633"/>
                </a:lnTo>
                <a:lnTo>
                  <a:pt x="1446578" y="85060"/>
                </a:lnTo>
                <a:lnTo>
                  <a:pt x="1445706" y="85503"/>
                </a:lnTo>
                <a:lnTo>
                  <a:pt x="1444857" y="85961"/>
                </a:lnTo>
                <a:lnTo>
                  <a:pt x="1444031" y="86435"/>
                </a:lnTo>
                <a:lnTo>
                  <a:pt x="1443229" y="86923"/>
                </a:lnTo>
                <a:lnTo>
                  <a:pt x="1442450" y="87427"/>
                </a:lnTo>
                <a:lnTo>
                  <a:pt x="1441695" y="87946"/>
                </a:lnTo>
                <a:lnTo>
                  <a:pt x="1440962" y="88481"/>
                </a:lnTo>
                <a:lnTo>
                  <a:pt x="1440253" y="89031"/>
                </a:lnTo>
                <a:lnTo>
                  <a:pt x="1439568" y="89595"/>
                </a:lnTo>
                <a:lnTo>
                  <a:pt x="1438908" y="90179"/>
                </a:lnTo>
                <a:lnTo>
                  <a:pt x="1438276" y="90785"/>
                </a:lnTo>
                <a:lnTo>
                  <a:pt x="1437672" y="91413"/>
                </a:lnTo>
                <a:lnTo>
                  <a:pt x="1437096" y="92063"/>
                </a:lnTo>
                <a:lnTo>
                  <a:pt x="1436549" y="92735"/>
                </a:lnTo>
                <a:lnTo>
                  <a:pt x="1436029" y="93429"/>
                </a:lnTo>
                <a:lnTo>
                  <a:pt x="1435537" y="94145"/>
                </a:lnTo>
                <a:lnTo>
                  <a:pt x="1435074" y="94883"/>
                </a:lnTo>
                <a:lnTo>
                  <a:pt x="1434639" y="95644"/>
                </a:lnTo>
                <a:lnTo>
                  <a:pt x="1434231" y="96427"/>
                </a:lnTo>
                <a:lnTo>
                  <a:pt x="1433852" y="97231"/>
                </a:lnTo>
                <a:lnTo>
                  <a:pt x="1433501" y="98058"/>
                </a:lnTo>
                <a:lnTo>
                  <a:pt x="1433178" y="98907"/>
                </a:lnTo>
                <a:lnTo>
                  <a:pt x="1432883" y="99778"/>
                </a:lnTo>
                <a:lnTo>
                  <a:pt x="1432617" y="100671"/>
                </a:lnTo>
                <a:lnTo>
                  <a:pt x="1432378" y="101586"/>
                </a:lnTo>
                <a:lnTo>
                  <a:pt x="1432167" y="102523"/>
                </a:lnTo>
                <a:lnTo>
                  <a:pt x="1431985" y="103483"/>
                </a:lnTo>
                <a:lnTo>
                  <a:pt x="1431830" y="104464"/>
                </a:lnTo>
                <a:lnTo>
                  <a:pt x="1431704" y="105468"/>
                </a:lnTo>
                <a:lnTo>
                  <a:pt x="1431605" y="106493"/>
                </a:lnTo>
                <a:lnTo>
                  <a:pt x="1431535" y="107541"/>
                </a:lnTo>
                <a:lnTo>
                  <a:pt x="1431493" y="108611"/>
                </a:lnTo>
                <a:lnTo>
                  <a:pt x="1431479" y="109703"/>
                </a:lnTo>
                <a:lnTo>
                  <a:pt x="1431486" y="110473"/>
                </a:lnTo>
                <a:lnTo>
                  <a:pt x="1431507" y="111232"/>
                </a:lnTo>
                <a:lnTo>
                  <a:pt x="1431543" y="111981"/>
                </a:lnTo>
                <a:lnTo>
                  <a:pt x="1431593" y="112719"/>
                </a:lnTo>
                <a:lnTo>
                  <a:pt x="1431657" y="113448"/>
                </a:lnTo>
                <a:lnTo>
                  <a:pt x="1431735" y="114165"/>
                </a:lnTo>
                <a:lnTo>
                  <a:pt x="1431827" y="114873"/>
                </a:lnTo>
                <a:lnTo>
                  <a:pt x="1431934" y="115570"/>
                </a:lnTo>
                <a:lnTo>
                  <a:pt x="1432055" y="116257"/>
                </a:lnTo>
                <a:lnTo>
                  <a:pt x="1432190" y="116933"/>
                </a:lnTo>
                <a:lnTo>
                  <a:pt x="1432339" y="117599"/>
                </a:lnTo>
                <a:lnTo>
                  <a:pt x="1432502" y="118255"/>
                </a:lnTo>
                <a:lnTo>
                  <a:pt x="1432680" y="118900"/>
                </a:lnTo>
                <a:lnTo>
                  <a:pt x="1432872" y="119535"/>
                </a:lnTo>
                <a:lnTo>
                  <a:pt x="1433078" y="120160"/>
                </a:lnTo>
                <a:lnTo>
                  <a:pt x="1433298" y="120774"/>
                </a:lnTo>
                <a:lnTo>
                  <a:pt x="1433533" y="121378"/>
                </a:lnTo>
                <a:lnTo>
                  <a:pt x="1433782" y="121972"/>
                </a:lnTo>
                <a:lnTo>
                  <a:pt x="1434045" y="122555"/>
                </a:lnTo>
                <a:lnTo>
                  <a:pt x="1434322" y="123128"/>
                </a:lnTo>
                <a:lnTo>
                  <a:pt x="1434613" y="123691"/>
                </a:lnTo>
                <a:lnTo>
                  <a:pt x="1434919" y="124243"/>
                </a:lnTo>
                <a:lnTo>
                  <a:pt x="1435239" y="124785"/>
                </a:lnTo>
                <a:lnTo>
                  <a:pt x="1435573" y="125317"/>
                </a:lnTo>
                <a:lnTo>
                  <a:pt x="1435919" y="125838"/>
                </a:lnTo>
                <a:lnTo>
                  <a:pt x="1436274" y="126348"/>
                </a:lnTo>
                <a:lnTo>
                  <a:pt x="1436639" y="126847"/>
                </a:lnTo>
                <a:lnTo>
                  <a:pt x="1437014" y="127336"/>
                </a:lnTo>
                <a:lnTo>
                  <a:pt x="1437398" y="127814"/>
                </a:lnTo>
                <a:lnTo>
                  <a:pt x="1437792" y="128282"/>
                </a:lnTo>
                <a:lnTo>
                  <a:pt x="1438196" y="128739"/>
                </a:lnTo>
                <a:lnTo>
                  <a:pt x="1438609" y="129185"/>
                </a:lnTo>
                <a:lnTo>
                  <a:pt x="1439031" y="129620"/>
                </a:lnTo>
                <a:lnTo>
                  <a:pt x="1439464" y="130045"/>
                </a:lnTo>
                <a:lnTo>
                  <a:pt x="1439905" y="130459"/>
                </a:lnTo>
                <a:lnTo>
                  <a:pt x="1440357" y="130862"/>
                </a:lnTo>
                <a:lnTo>
                  <a:pt x="1440818" y="131255"/>
                </a:lnTo>
                <a:lnTo>
                  <a:pt x="1441289" y="131637"/>
                </a:lnTo>
                <a:lnTo>
                  <a:pt x="1441769" y="132008"/>
                </a:lnTo>
                <a:lnTo>
                  <a:pt x="1442259" y="132368"/>
                </a:lnTo>
                <a:lnTo>
                  <a:pt x="1442758" y="132718"/>
                </a:lnTo>
                <a:lnTo>
                  <a:pt x="1443267" y="133057"/>
                </a:lnTo>
                <a:lnTo>
                  <a:pt x="1443785" y="133385"/>
                </a:lnTo>
                <a:lnTo>
                  <a:pt x="1444314" y="133703"/>
                </a:lnTo>
                <a:lnTo>
                  <a:pt x="1444851" y="134010"/>
                </a:lnTo>
                <a:lnTo>
                  <a:pt x="1445399" y="134306"/>
                </a:lnTo>
                <a:lnTo>
                  <a:pt x="1445956" y="134592"/>
                </a:lnTo>
                <a:lnTo>
                  <a:pt x="1446522" y="134866"/>
                </a:lnTo>
                <a:lnTo>
                  <a:pt x="1447096" y="135130"/>
                </a:lnTo>
                <a:lnTo>
                  <a:pt x="1447675" y="135383"/>
                </a:lnTo>
                <a:lnTo>
                  <a:pt x="1448258" y="135624"/>
                </a:lnTo>
                <a:lnTo>
                  <a:pt x="1448847" y="135854"/>
                </a:lnTo>
                <a:lnTo>
                  <a:pt x="1449441" y="136073"/>
                </a:lnTo>
                <a:lnTo>
                  <a:pt x="1450039" y="136281"/>
                </a:lnTo>
                <a:lnTo>
                  <a:pt x="1450643" y="136478"/>
                </a:lnTo>
                <a:lnTo>
                  <a:pt x="1451251" y="136663"/>
                </a:lnTo>
                <a:lnTo>
                  <a:pt x="1451865" y="136837"/>
                </a:lnTo>
                <a:lnTo>
                  <a:pt x="1452483" y="137000"/>
                </a:lnTo>
                <a:lnTo>
                  <a:pt x="1453107" y="137151"/>
                </a:lnTo>
                <a:lnTo>
                  <a:pt x="1453735" y="137292"/>
                </a:lnTo>
                <a:lnTo>
                  <a:pt x="1454369" y="137421"/>
                </a:lnTo>
                <a:lnTo>
                  <a:pt x="1455007" y="137539"/>
                </a:lnTo>
                <a:lnTo>
                  <a:pt x="1455650" y="137645"/>
                </a:lnTo>
                <a:lnTo>
                  <a:pt x="1456299" y="137741"/>
                </a:lnTo>
                <a:lnTo>
                  <a:pt x="1456952" y="137825"/>
                </a:lnTo>
                <a:lnTo>
                  <a:pt x="1457610" y="137898"/>
                </a:lnTo>
                <a:lnTo>
                  <a:pt x="1458273" y="137960"/>
                </a:lnTo>
                <a:lnTo>
                  <a:pt x="1458942" y="138010"/>
                </a:lnTo>
                <a:lnTo>
                  <a:pt x="1459615" y="138049"/>
                </a:lnTo>
                <a:lnTo>
                  <a:pt x="1460293" y="138078"/>
                </a:lnTo>
                <a:lnTo>
                  <a:pt x="1460976" y="138094"/>
                </a:lnTo>
                <a:lnTo>
                  <a:pt x="1461664" y="138100"/>
                </a:lnTo>
                <a:lnTo>
                  <a:pt x="1462629" y="138092"/>
                </a:lnTo>
                <a:lnTo>
                  <a:pt x="1463584" y="138069"/>
                </a:lnTo>
                <a:lnTo>
                  <a:pt x="1464528" y="138030"/>
                </a:lnTo>
                <a:lnTo>
                  <a:pt x="1465463" y="137975"/>
                </a:lnTo>
                <a:lnTo>
                  <a:pt x="1466387" y="137905"/>
                </a:lnTo>
                <a:close/>
                <a:moveTo>
                  <a:pt x="1462491" y="125280"/>
                </a:moveTo>
                <a:lnTo>
                  <a:pt x="1461833" y="125195"/>
                </a:lnTo>
                <a:lnTo>
                  <a:pt x="1461190" y="125094"/>
                </a:lnTo>
                <a:lnTo>
                  <a:pt x="1460562" y="124978"/>
                </a:lnTo>
                <a:lnTo>
                  <a:pt x="1459949" y="124846"/>
                </a:lnTo>
                <a:lnTo>
                  <a:pt x="1459351" y="124699"/>
                </a:lnTo>
                <a:lnTo>
                  <a:pt x="1458767" y="124536"/>
                </a:lnTo>
                <a:lnTo>
                  <a:pt x="1458199" y="124358"/>
                </a:lnTo>
                <a:lnTo>
                  <a:pt x="1457645" y="124164"/>
                </a:lnTo>
                <a:lnTo>
                  <a:pt x="1457107" y="123955"/>
                </a:lnTo>
                <a:lnTo>
                  <a:pt x="1456583" y="123730"/>
                </a:lnTo>
                <a:lnTo>
                  <a:pt x="1456074" y="123490"/>
                </a:lnTo>
                <a:lnTo>
                  <a:pt x="1455580" y="123234"/>
                </a:lnTo>
                <a:lnTo>
                  <a:pt x="1455101" y="122963"/>
                </a:lnTo>
                <a:lnTo>
                  <a:pt x="1454637" y="122676"/>
                </a:lnTo>
                <a:lnTo>
                  <a:pt x="1454187" y="122374"/>
                </a:lnTo>
                <a:lnTo>
                  <a:pt x="1453753" y="122056"/>
                </a:lnTo>
                <a:lnTo>
                  <a:pt x="1453334" y="121723"/>
                </a:lnTo>
                <a:lnTo>
                  <a:pt x="1452929" y="121374"/>
                </a:lnTo>
                <a:lnTo>
                  <a:pt x="1452539" y="121010"/>
                </a:lnTo>
                <a:lnTo>
                  <a:pt x="1452165" y="120633"/>
                </a:lnTo>
                <a:lnTo>
                  <a:pt x="1451807" y="120245"/>
                </a:lnTo>
                <a:lnTo>
                  <a:pt x="1451464" y="119847"/>
                </a:lnTo>
                <a:lnTo>
                  <a:pt x="1451138" y="119438"/>
                </a:lnTo>
                <a:lnTo>
                  <a:pt x="1450827" y="119019"/>
                </a:lnTo>
                <a:lnTo>
                  <a:pt x="1450533" y="118589"/>
                </a:lnTo>
                <a:lnTo>
                  <a:pt x="1450254" y="118149"/>
                </a:lnTo>
                <a:lnTo>
                  <a:pt x="1449991" y="117698"/>
                </a:lnTo>
                <a:lnTo>
                  <a:pt x="1449744" y="117237"/>
                </a:lnTo>
                <a:lnTo>
                  <a:pt x="1449513" y="116765"/>
                </a:lnTo>
                <a:lnTo>
                  <a:pt x="1449298" y="116283"/>
                </a:lnTo>
                <a:lnTo>
                  <a:pt x="1449099" y="115790"/>
                </a:lnTo>
                <a:lnTo>
                  <a:pt x="1448916" y="115286"/>
                </a:lnTo>
                <a:lnTo>
                  <a:pt x="1448749" y="114773"/>
                </a:lnTo>
                <a:lnTo>
                  <a:pt x="1448597" y="114248"/>
                </a:lnTo>
                <a:lnTo>
                  <a:pt x="1448462" y="113713"/>
                </a:lnTo>
                <a:lnTo>
                  <a:pt x="1448343" y="113168"/>
                </a:lnTo>
                <a:lnTo>
                  <a:pt x="1448239" y="112612"/>
                </a:lnTo>
                <a:lnTo>
                  <a:pt x="1448152" y="112046"/>
                </a:lnTo>
                <a:lnTo>
                  <a:pt x="1448080" y="111469"/>
                </a:lnTo>
                <a:lnTo>
                  <a:pt x="1448024" y="110881"/>
                </a:lnTo>
                <a:lnTo>
                  <a:pt x="1447984" y="110283"/>
                </a:lnTo>
                <a:lnTo>
                  <a:pt x="1447960" y="109675"/>
                </a:lnTo>
                <a:lnTo>
                  <a:pt x="1447952" y="109056"/>
                </a:lnTo>
                <a:lnTo>
                  <a:pt x="1447972" y="108152"/>
                </a:lnTo>
                <a:lnTo>
                  <a:pt x="1448032" y="107269"/>
                </a:lnTo>
                <a:lnTo>
                  <a:pt x="1448130" y="106408"/>
                </a:lnTo>
                <a:lnTo>
                  <a:pt x="1448269" y="105568"/>
                </a:lnTo>
                <a:lnTo>
                  <a:pt x="1448447" y="104749"/>
                </a:lnTo>
                <a:lnTo>
                  <a:pt x="1448664" y="103952"/>
                </a:lnTo>
                <a:lnTo>
                  <a:pt x="1448922" y="103176"/>
                </a:lnTo>
                <a:lnTo>
                  <a:pt x="1449218" y="102422"/>
                </a:lnTo>
                <a:lnTo>
                  <a:pt x="1449555" y="101689"/>
                </a:lnTo>
                <a:lnTo>
                  <a:pt x="1449930" y="100977"/>
                </a:lnTo>
                <a:lnTo>
                  <a:pt x="1450346" y="100287"/>
                </a:lnTo>
                <a:lnTo>
                  <a:pt x="1450801" y="99618"/>
                </a:lnTo>
                <a:lnTo>
                  <a:pt x="1451295" y="98970"/>
                </a:lnTo>
                <a:lnTo>
                  <a:pt x="1451829" y="98344"/>
                </a:lnTo>
                <a:lnTo>
                  <a:pt x="1452403" y="97739"/>
                </a:lnTo>
                <a:lnTo>
                  <a:pt x="1453016" y="97156"/>
                </a:lnTo>
                <a:lnTo>
                  <a:pt x="1453669" y="96594"/>
                </a:lnTo>
                <a:lnTo>
                  <a:pt x="1454361" y="96053"/>
                </a:lnTo>
                <a:lnTo>
                  <a:pt x="1455093" y="95534"/>
                </a:lnTo>
                <a:lnTo>
                  <a:pt x="1455864" y="95036"/>
                </a:lnTo>
                <a:lnTo>
                  <a:pt x="1456675" y="94559"/>
                </a:lnTo>
                <a:lnTo>
                  <a:pt x="1457526" y="94104"/>
                </a:lnTo>
                <a:lnTo>
                  <a:pt x="1458416" y="93670"/>
                </a:lnTo>
                <a:lnTo>
                  <a:pt x="1459346" y="93258"/>
                </a:lnTo>
                <a:lnTo>
                  <a:pt x="1460321" y="92863"/>
                </a:lnTo>
                <a:lnTo>
                  <a:pt x="1461348" y="92485"/>
                </a:lnTo>
                <a:lnTo>
                  <a:pt x="1462426" y="92122"/>
                </a:lnTo>
                <a:lnTo>
                  <a:pt x="1463556" y="91775"/>
                </a:lnTo>
                <a:lnTo>
                  <a:pt x="1464737" y="91443"/>
                </a:lnTo>
                <a:lnTo>
                  <a:pt x="1465970" y="91128"/>
                </a:lnTo>
                <a:lnTo>
                  <a:pt x="1467255" y="90828"/>
                </a:lnTo>
                <a:lnTo>
                  <a:pt x="1468591" y="90543"/>
                </a:lnTo>
                <a:lnTo>
                  <a:pt x="1469978" y="90274"/>
                </a:lnTo>
                <a:lnTo>
                  <a:pt x="1471417" y="90021"/>
                </a:lnTo>
                <a:lnTo>
                  <a:pt x="1472908" y="89784"/>
                </a:lnTo>
                <a:lnTo>
                  <a:pt x="1474450" y="89562"/>
                </a:lnTo>
                <a:lnTo>
                  <a:pt x="1476044" y="89356"/>
                </a:lnTo>
                <a:lnTo>
                  <a:pt x="1477689" y="89166"/>
                </a:lnTo>
                <a:lnTo>
                  <a:pt x="1479386" y="88991"/>
                </a:lnTo>
                <a:lnTo>
                  <a:pt x="1481135" y="88832"/>
                </a:lnTo>
                <a:lnTo>
                  <a:pt x="1482935" y="88689"/>
                </a:lnTo>
                <a:lnTo>
                  <a:pt x="1484786" y="88561"/>
                </a:lnTo>
                <a:lnTo>
                  <a:pt x="1486689" y="88450"/>
                </a:lnTo>
                <a:lnTo>
                  <a:pt x="1488644" y="88353"/>
                </a:lnTo>
                <a:lnTo>
                  <a:pt x="1490650" y="88273"/>
                </a:lnTo>
                <a:lnTo>
                  <a:pt x="1492708" y="88208"/>
                </a:lnTo>
                <a:lnTo>
                  <a:pt x="1494817" y="88159"/>
                </a:lnTo>
                <a:lnTo>
                  <a:pt x="1496978" y="88125"/>
                </a:lnTo>
                <a:lnTo>
                  <a:pt x="1496978" y="108442"/>
                </a:lnTo>
                <a:lnTo>
                  <a:pt x="1496530" y="109053"/>
                </a:lnTo>
                <a:lnTo>
                  <a:pt x="1496072" y="109656"/>
                </a:lnTo>
                <a:lnTo>
                  <a:pt x="1495606" y="110249"/>
                </a:lnTo>
                <a:lnTo>
                  <a:pt x="1495131" y="110833"/>
                </a:lnTo>
                <a:lnTo>
                  <a:pt x="1494647" y="111409"/>
                </a:lnTo>
                <a:lnTo>
                  <a:pt x="1494154" y="111975"/>
                </a:lnTo>
                <a:lnTo>
                  <a:pt x="1493652" y="112533"/>
                </a:lnTo>
                <a:lnTo>
                  <a:pt x="1493142" y="113082"/>
                </a:lnTo>
                <a:lnTo>
                  <a:pt x="1492622" y="113622"/>
                </a:lnTo>
                <a:lnTo>
                  <a:pt x="1492094" y="114153"/>
                </a:lnTo>
                <a:lnTo>
                  <a:pt x="1491556" y="114675"/>
                </a:lnTo>
                <a:lnTo>
                  <a:pt x="1491010" y="115188"/>
                </a:lnTo>
                <a:lnTo>
                  <a:pt x="1490455" y="115692"/>
                </a:lnTo>
                <a:lnTo>
                  <a:pt x="1489891" y="116188"/>
                </a:lnTo>
                <a:lnTo>
                  <a:pt x="1489318" y="116674"/>
                </a:lnTo>
                <a:lnTo>
                  <a:pt x="1488736" y="117152"/>
                </a:lnTo>
                <a:lnTo>
                  <a:pt x="1488145" y="117620"/>
                </a:lnTo>
                <a:lnTo>
                  <a:pt x="1487545" y="118080"/>
                </a:lnTo>
                <a:lnTo>
                  <a:pt x="1486937" y="118531"/>
                </a:lnTo>
                <a:lnTo>
                  <a:pt x="1486319" y="118973"/>
                </a:lnTo>
                <a:lnTo>
                  <a:pt x="1485693" y="119406"/>
                </a:lnTo>
                <a:lnTo>
                  <a:pt x="1485057" y="119831"/>
                </a:lnTo>
                <a:lnTo>
                  <a:pt x="1484413" y="120246"/>
                </a:lnTo>
                <a:lnTo>
                  <a:pt x="1483760" y="120653"/>
                </a:lnTo>
                <a:lnTo>
                  <a:pt x="1483099" y="121046"/>
                </a:lnTo>
                <a:lnTo>
                  <a:pt x="1482431" y="121423"/>
                </a:lnTo>
                <a:lnTo>
                  <a:pt x="1481756" y="121783"/>
                </a:lnTo>
                <a:lnTo>
                  <a:pt x="1481075" y="122126"/>
                </a:lnTo>
                <a:lnTo>
                  <a:pt x="1480386" y="122452"/>
                </a:lnTo>
                <a:lnTo>
                  <a:pt x="1479691" y="122762"/>
                </a:lnTo>
                <a:lnTo>
                  <a:pt x="1478989" y="123055"/>
                </a:lnTo>
                <a:lnTo>
                  <a:pt x="1478280" y="123331"/>
                </a:lnTo>
                <a:lnTo>
                  <a:pt x="1477564" y="123590"/>
                </a:lnTo>
                <a:lnTo>
                  <a:pt x="1476841" y="123833"/>
                </a:lnTo>
                <a:lnTo>
                  <a:pt x="1476112" y="124059"/>
                </a:lnTo>
                <a:lnTo>
                  <a:pt x="1475375" y="124268"/>
                </a:lnTo>
                <a:lnTo>
                  <a:pt x="1474632" y="124461"/>
                </a:lnTo>
                <a:lnTo>
                  <a:pt x="1473882" y="124637"/>
                </a:lnTo>
                <a:lnTo>
                  <a:pt x="1473125" y="124796"/>
                </a:lnTo>
                <a:lnTo>
                  <a:pt x="1472361" y="124938"/>
                </a:lnTo>
                <a:lnTo>
                  <a:pt x="1471590" y="125064"/>
                </a:lnTo>
                <a:lnTo>
                  <a:pt x="1470813" y="125172"/>
                </a:lnTo>
                <a:lnTo>
                  <a:pt x="1470029" y="125264"/>
                </a:lnTo>
                <a:lnTo>
                  <a:pt x="1469237" y="125340"/>
                </a:lnTo>
                <a:lnTo>
                  <a:pt x="1468439" y="125398"/>
                </a:lnTo>
                <a:lnTo>
                  <a:pt x="1467634" y="125440"/>
                </a:lnTo>
                <a:lnTo>
                  <a:pt x="1466823" y="125465"/>
                </a:lnTo>
                <a:lnTo>
                  <a:pt x="1466004" y="125474"/>
                </a:lnTo>
                <a:lnTo>
                  <a:pt x="1465272" y="125466"/>
                </a:lnTo>
                <a:lnTo>
                  <a:pt x="1464554" y="125443"/>
                </a:lnTo>
                <a:lnTo>
                  <a:pt x="1463852" y="125404"/>
                </a:lnTo>
                <a:lnTo>
                  <a:pt x="1463164" y="125350"/>
                </a:lnTo>
                <a:lnTo>
                  <a:pt x="1462491" y="125280"/>
                </a:lnTo>
                <a:close/>
                <a:moveTo>
                  <a:pt x="1620164" y="137992"/>
                </a:moveTo>
                <a:lnTo>
                  <a:pt x="1620812" y="137953"/>
                </a:lnTo>
                <a:lnTo>
                  <a:pt x="1621457" y="137908"/>
                </a:lnTo>
                <a:lnTo>
                  <a:pt x="1622097" y="137857"/>
                </a:lnTo>
                <a:lnTo>
                  <a:pt x="1622734" y="137800"/>
                </a:lnTo>
                <a:lnTo>
                  <a:pt x="1623367" y="137737"/>
                </a:lnTo>
                <a:lnTo>
                  <a:pt x="1623995" y="137668"/>
                </a:lnTo>
                <a:lnTo>
                  <a:pt x="1624620" y="137594"/>
                </a:lnTo>
                <a:lnTo>
                  <a:pt x="1625241" y="137513"/>
                </a:lnTo>
                <a:lnTo>
                  <a:pt x="1625858" y="137426"/>
                </a:lnTo>
                <a:lnTo>
                  <a:pt x="1626471" y="137333"/>
                </a:lnTo>
                <a:lnTo>
                  <a:pt x="1627080" y="137234"/>
                </a:lnTo>
                <a:lnTo>
                  <a:pt x="1627685" y="137129"/>
                </a:lnTo>
                <a:lnTo>
                  <a:pt x="1628287" y="137018"/>
                </a:lnTo>
                <a:lnTo>
                  <a:pt x="1628884" y="136901"/>
                </a:lnTo>
                <a:lnTo>
                  <a:pt x="1629477" y="136778"/>
                </a:lnTo>
                <a:lnTo>
                  <a:pt x="1630066" y="136649"/>
                </a:lnTo>
                <a:lnTo>
                  <a:pt x="1630652" y="136515"/>
                </a:lnTo>
                <a:lnTo>
                  <a:pt x="1631233" y="136374"/>
                </a:lnTo>
                <a:lnTo>
                  <a:pt x="1631810" y="136227"/>
                </a:lnTo>
                <a:lnTo>
                  <a:pt x="1632380" y="136073"/>
                </a:lnTo>
                <a:lnTo>
                  <a:pt x="1632944" y="135913"/>
                </a:lnTo>
                <a:lnTo>
                  <a:pt x="1633502" y="135746"/>
                </a:lnTo>
                <a:lnTo>
                  <a:pt x="1634054" y="135573"/>
                </a:lnTo>
                <a:lnTo>
                  <a:pt x="1634600" y="135393"/>
                </a:lnTo>
                <a:lnTo>
                  <a:pt x="1635139" y="135207"/>
                </a:lnTo>
                <a:lnTo>
                  <a:pt x="1635672" y="135014"/>
                </a:lnTo>
                <a:lnTo>
                  <a:pt x="1636199" y="134815"/>
                </a:lnTo>
                <a:lnTo>
                  <a:pt x="1636720" y="134609"/>
                </a:lnTo>
                <a:lnTo>
                  <a:pt x="1637235" y="134396"/>
                </a:lnTo>
                <a:lnTo>
                  <a:pt x="1637744" y="134177"/>
                </a:lnTo>
                <a:lnTo>
                  <a:pt x="1638246" y="133952"/>
                </a:lnTo>
                <a:lnTo>
                  <a:pt x="1638743" y="133720"/>
                </a:lnTo>
                <a:lnTo>
                  <a:pt x="1639233" y="133481"/>
                </a:lnTo>
                <a:lnTo>
                  <a:pt x="1639717" y="133236"/>
                </a:lnTo>
                <a:lnTo>
                  <a:pt x="1640194" y="132985"/>
                </a:lnTo>
                <a:lnTo>
                  <a:pt x="1640666" y="132727"/>
                </a:lnTo>
                <a:lnTo>
                  <a:pt x="1641132" y="132462"/>
                </a:lnTo>
                <a:lnTo>
                  <a:pt x="1641591" y="132191"/>
                </a:lnTo>
                <a:lnTo>
                  <a:pt x="1642044" y="131913"/>
                </a:lnTo>
                <a:lnTo>
                  <a:pt x="1642491" y="131629"/>
                </a:lnTo>
                <a:lnTo>
                  <a:pt x="1642932" y="131338"/>
                </a:lnTo>
                <a:lnTo>
                  <a:pt x="1643366" y="131041"/>
                </a:lnTo>
                <a:lnTo>
                  <a:pt x="1643794" y="130737"/>
                </a:lnTo>
                <a:lnTo>
                  <a:pt x="1644214" y="130426"/>
                </a:lnTo>
                <a:lnTo>
                  <a:pt x="1644626" y="130107"/>
                </a:lnTo>
                <a:lnTo>
                  <a:pt x="1645030" y="129782"/>
                </a:lnTo>
                <a:lnTo>
                  <a:pt x="1645426" y="129450"/>
                </a:lnTo>
                <a:lnTo>
                  <a:pt x="1645814" y="129111"/>
                </a:lnTo>
                <a:lnTo>
                  <a:pt x="1646194" y="128764"/>
                </a:lnTo>
                <a:lnTo>
                  <a:pt x="1646567" y="128411"/>
                </a:lnTo>
                <a:lnTo>
                  <a:pt x="1646931" y="128050"/>
                </a:lnTo>
                <a:lnTo>
                  <a:pt x="1647288" y="127683"/>
                </a:lnTo>
                <a:lnTo>
                  <a:pt x="1647637" y="127308"/>
                </a:lnTo>
                <a:lnTo>
                  <a:pt x="1647978" y="126926"/>
                </a:lnTo>
                <a:lnTo>
                  <a:pt x="1648311" y="126538"/>
                </a:lnTo>
                <a:lnTo>
                  <a:pt x="1648636" y="126142"/>
                </a:lnTo>
                <a:lnTo>
                  <a:pt x="1648954" y="125739"/>
                </a:lnTo>
                <a:lnTo>
                  <a:pt x="1649263" y="125329"/>
                </a:lnTo>
                <a:lnTo>
                  <a:pt x="1649565" y="124912"/>
                </a:lnTo>
                <a:lnTo>
                  <a:pt x="1649858" y="124488"/>
                </a:lnTo>
                <a:lnTo>
                  <a:pt x="1650144" y="124057"/>
                </a:lnTo>
                <a:lnTo>
                  <a:pt x="1650422" y="123619"/>
                </a:lnTo>
                <a:lnTo>
                  <a:pt x="1650692" y="123174"/>
                </a:lnTo>
                <a:lnTo>
                  <a:pt x="1650954" y="122722"/>
                </a:lnTo>
                <a:lnTo>
                  <a:pt x="1651209" y="122263"/>
                </a:lnTo>
                <a:lnTo>
                  <a:pt x="1651455" y="121796"/>
                </a:lnTo>
                <a:lnTo>
                  <a:pt x="1651693" y="121323"/>
                </a:lnTo>
                <a:lnTo>
                  <a:pt x="1651920" y="120842"/>
                </a:lnTo>
                <a:lnTo>
                  <a:pt x="1652137" y="120354"/>
                </a:lnTo>
                <a:lnTo>
                  <a:pt x="1652344" y="119859"/>
                </a:lnTo>
                <a:lnTo>
                  <a:pt x="1652541" y="119357"/>
                </a:lnTo>
                <a:lnTo>
                  <a:pt x="1652728" y="118847"/>
                </a:lnTo>
                <a:lnTo>
                  <a:pt x="1652905" y="118330"/>
                </a:lnTo>
                <a:lnTo>
                  <a:pt x="1653072" y="117806"/>
                </a:lnTo>
                <a:lnTo>
                  <a:pt x="1653228" y="117275"/>
                </a:lnTo>
                <a:lnTo>
                  <a:pt x="1653375" y="116737"/>
                </a:lnTo>
                <a:lnTo>
                  <a:pt x="1653511" y="116191"/>
                </a:lnTo>
                <a:lnTo>
                  <a:pt x="1653638" y="115638"/>
                </a:lnTo>
                <a:lnTo>
                  <a:pt x="1653754" y="115078"/>
                </a:lnTo>
                <a:lnTo>
                  <a:pt x="1653860" y="114510"/>
                </a:lnTo>
                <a:lnTo>
                  <a:pt x="1653956" y="113936"/>
                </a:lnTo>
                <a:lnTo>
                  <a:pt x="1654042" y="113354"/>
                </a:lnTo>
                <a:lnTo>
                  <a:pt x="1654118" y="112765"/>
                </a:lnTo>
                <a:lnTo>
                  <a:pt x="1654183" y="112169"/>
                </a:lnTo>
                <a:lnTo>
                  <a:pt x="1654239" y="111565"/>
                </a:lnTo>
                <a:lnTo>
                  <a:pt x="1654284" y="110954"/>
                </a:lnTo>
                <a:lnTo>
                  <a:pt x="1654320" y="110337"/>
                </a:lnTo>
                <a:lnTo>
                  <a:pt x="1654345" y="109711"/>
                </a:lnTo>
                <a:lnTo>
                  <a:pt x="1654360" y="109079"/>
                </a:lnTo>
                <a:lnTo>
                  <a:pt x="1654365" y="108439"/>
                </a:lnTo>
                <a:lnTo>
                  <a:pt x="1654359" y="107700"/>
                </a:lnTo>
                <a:lnTo>
                  <a:pt x="1654339" y="106972"/>
                </a:lnTo>
                <a:lnTo>
                  <a:pt x="1654307" y="106255"/>
                </a:lnTo>
                <a:lnTo>
                  <a:pt x="1654262" y="105548"/>
                </a:lnTo>
                <a:lnTo>
                  <a:pt x="1654205" y="104854"/>
                </a:lnTo>
                <a:lnTo>
                  <a:pt x="1654134" y="104170"/>
                </a:lnTo>
                <a:lnTo>
                  <a:pt x="1654050" y="103497"/>
                </a:lnTo>
                <a:lnTo>
                  <a:pt x="1653954" y="102836"/>
                </a:lnTo>
                <a:lnTo>
                  <a:pt x="1653845" y="102185"/>
                </a:lnTo>
                <a:lnTo>
                  <a:pt x="1653723" y="101546"/>
                </a:lnTo>
                <a:lnTo>
                  <a:pt x="1653588" y="100918"/>
                </a:lnTo>
                <a:lnTo>
                  <a:pt x="1653440" y="100301"/>
                </a:lnTo>
                <a:lnTo>
                  <a:pt x="1653280" y="99695"/>
                </a:lnTo>
                <a:lnTo>
                  <a:pt x="1653106" y="99100"/>
                </a:lnTo>
                <a:lnTo>
                  <a:pt x="1652920" y="98516"/>
                </a:lnTo>
                <a:lnTo>
                  <a:pt x="1652721" y="97943"/>
                </a:lnTo>
                <a:lnTo>
                  <a:pt x="1652509" y="97382"/>
                </a:lnTo>
                <a:lnTo>
                  <a:pt x="1652284" y="96832"/>
                </a:lnTo>
                <a:lnTo>
                  <a:pt x="1652047" y="96292"/>
                </a:lnTo>
                <a:lnTo>
                  <a:pt x="1651796" y="95764"/>
                </a:lnTo>
                <a:lnTo>
                  <a:pt x="1651533" y="95247"/>
                </a:lnTo>
                <a:lnTo>
                  <a:pt x="1651257" y="94741"/>
                </a:lnTo>
                <a:lnTo>
                  <a:pt x="1650968" y="94247"/>
                </a:lnTo>
                <a:lnTo>
                  <a:pt x="1650666" y="93763"/>
                </a:lnTo>
                <a:lnTo>
                  <a:pt x="1650352" y="93288"/>
                </a:lnTo>
                <a:lnTo>
                  <a:pt x="1650025" y="92821"/>
                </a:lnTo>
                <a:lnTo>
                  <a:pt x="1649685" y="92361"/>
                </a:lnTo>
                <a:lnTo>
                  <a:pt x="1649333" y="91908"/>
                </a:lnTo>
                <a:lnTo>
                  <a:pt x="1648968" y="91462"/>
                </a:lnTo>
                <a:lnTo>
                  <a:pt x="1648591" y="91023"/>
                </a:lnTo>
                <a:lnTo>
                  <a:pt x="1648202" y="90592"/>
                </a:lnTo>
                <a:lnTo>
                  <a:pt x="1647800" y="90168"/>
                </a:lnTo>
                <a:lnTo>
                  <a:pt x="1647385" y="89751"/>
                </a:lnTo>
                <a:lnTo>
                  <a:pt x="1646958" y="89342"/>
                </a:lnTo>
                <a:lnTo>
                  <a:pt x="1646519" y="88939"/>
                </a:lnTo>
                <a:lnTo>
                  <a:pt x="1646067" y="88544"/>
                </a:lnTo>
                <a:lnTo>
                  <a:pt x="1645602" y="88156"/>
                </a:lnTo>
                <a:lnTo>
                  <a:pt x="1645125" y="87776"/>
                </a:lnTo>
                <a:lnTo>
                  <a:pt x="1644636" y="87402"/>
                </a:lnTo>
                <a:lnTo>
                  <a:pt x="1644134" y="87036"/>
                </a:lnTo>
                <a:lnTo>
                  <a:pt x="1643619" y="86677"/>
                </a:lnTo>
                <a:lnTo>
                  <a:pt x="1643092" y="86326"/>
                </a:lnTo>
                <a:lnTo>
                  <a:pt x="1642553" y="85981"/>
                </a:lnTo>
                <a:lnTo>
                  <a:pt x="1642001" y="85644"/>
                </a:lnTo>
                <a:lnTo>
                  <a:pt x="1641436" y="85314"/>
                </a:lnTo>
                <a:lnTo>
                  <a:pt x="1640859" y="84991"/>
                </a:lnTo>
                <a:lnTo>
                  <a:pt x="1640269" y="84676"/>
                </a:lnTo>
                <a:lnTo>
                  <a:pt x="1639667" y="84367"/>
                </a:lnTo>
                <a:lnTo>
                  <a:pt x="1639053" y="84064"/>
                </a:lnTo>
                <a:lnTo>
                  <a:pt x="1638427" y="83765"/>
                </a:lnTo>
                <a:lnTo>
                  <a:pt x="1637789" y="83469"/>
                </a:lnTo>
                <a:lnTo>
                  <a:pt x="1637138" y="83177"/>
                </a:lnTo>
                <a:lnTo>
                  <a:pt x="1636476" y="82888"/>
                </a:lnTo>
                <a:lnTo>
                  <a:pt x="1635802" y="82603"/>
                </a:lnTo>
                <a:lnTo>
                  <a:pt x="1635116" y="82321"/>
                </a:lnTo>
                <a:lnTo>
                  <a:pt x="1634417" y="82043"/>
                </a:lnTo>
                <a:lnTo>
                  <a:pt x="1633707" y="81768"/>
                </a:lnTo>
                <a:lnTo>
                  <a:pt x="1632985" y="81497"/>
                </a:lnTo>
                <a:lnTo>
                  <a:pt x="1632251" y="81229"/>
                </a:lnTo>
                <a:lnTo>
                  <a:pt x="1631505" y="80965"/>
                </a:lnTo>
                <a:lnTo>
                  <a:pt x="1630747" y="80704"/>
                </a:lnTo>
                <a:lnTo>
                  <a:pt x="1629976" y="80447"/>
                </a:lnTo>
                <a:lnTo>
                  <a:pt x="1629194" y="80194"/>
                </a:lnTo>
                <a:lnTo>
                  <a:pt x="1628400" y="79944"/>
                </a:lnTo>
                <a:lnTo>
                  <a:pt x="1627594" y="79697"/>
                </a:lnTo>
                <a:lnTo>
                  <a:pt x="1626776" y="79454"/>
                </a:lnTo>
                <a:lnTo>
                  <a:pt x="1625946" y="79214"/>
                </a:lnTo>
                <a:lnTo>
                  <a:pt x="1625104" y="78978"/>
                </a:lnTo>
                <a:lnTo>
                  <a:pt x="1624250" y="78746"/>
                </a:lnTo>
                <a:lnTo>
                  <a:pt x="1623384" y="78517"/>
                </a:lnTo>
                <a:lnTo>
                  <a:pt x="1622506" y="78292"/>
                </a:lnTo>
                <a:lnTo>
                  <a:pt x="1621616" y="78070"/>
                </a:lnTo>
                <a:lnTo>
                  <a:pt x="1620801" y="77867"/>
                </a:lnTo>
                <a:lnTo>
                  <a:pt x="1620000" y="77665"/>
                </a:lnTo>
                <a:lnTo>
                  <a:pt x="1619213" y="77464"/>
                </a:lnTo>
                <a:lnTo>
                  <a:pt x="1618440" y="77264"/>
                </a:lnTo>
                <a:lnTo>
                  <a:pt x="1617681" y="77065"/>
                </a:lnTo>
                <a:lnTo>
                  <a:pt x="1616936" y="76866"/>
                </a:lnTo>
                <a:lnTo>
                  <a:pt x="1616206" y="76669"/>
                </a:lnTo>
                <a:lnTo>
                  <a:pt x="1615489" y="76473"/>
                </a:lnTo>
                <a:lnTo>
                  <a:pt x="1614786" y="76277"/>
                </a:lnTo>
                <a:lnTo>
                  <a:pt x="1614098" y="76082"/>
                </a:lnTo>
                <a:lnTo>
                  <a:pt x="1613423" y="75888"/>
                </a:lnTo>
                <a:lnTo>
                  <a:pt x="1612763" y="75695"/>
                </a:lnTo>
                <a:lnTo>
                  <a:pt x="1612116" y="75503"/>
                </a:lnTo>
                <a:lnTo>
                  <a:pt x="1611484" y="75312"/>
                </a:lnTo>
                <a:lnTo>
                  <a:pt x="1610865" y="75122"/>
                </a:lnTo>
                <a:lnTo>
                  <a:pt x="1610261" y="74932"/>
                </a:lnTo>
                <a:lnTo>
                  <a:pt x="1609671" y="74744"/>
                </a:lnTo>
                <a:lnTo>
                  <a:pt x="1609094" y="74556"/>
                </a:lnTo>
                <a:lnTo>
                  <a:pt x="1608532" y="74369"/>
                </a:lnTo>
                <a:lnTo>
                  <a:pt x="1607984" y="74183"/>
                </a:lnTo>
                <a:lnTo>
                  <a:pt x="1607450" y="73998"/>
                </a:lnTo>
                <a:lnTo>
                  <a:pt x="1606930" y="73814"/>
                </a:lnTo>
                <a:lnTo>
                  <a:pt x="1606424" y="73631"/>
                </a:lnTo>
                <a:lnTo>
                  <a:pt x="1605932" y="73449"/>
                </a:lnTo>
                <a:lnTo>
                  <a:pt x="1605452" y="73266"/>
                </a:lnTo>
                <a:lnTo>
                  <a:pt x="1604985" y="73081"/>
                </a:lnTo>
                <a:lnTo>
                  <a:pt x="1604529" y="72894"/>
                </a:lnTo>
                <a:lnTo>
                  <a:pt x="1604085" y="72705"/>
                </a:lnTo>
                <a:lnTo>
                  <a:pt x="1603652" y="72514"/>
                </a:lnTo>
                <a:lnTo>
                  <a:pt x="1603231" y="72321"/>
                </a:lnTo>
                <a:lnTo>
                  <a:pt x="1602822" y="72126"/>
                </a:lnTo>
                <a:lnTo>
                  <a:pt x="1602424" y="71930"/>
                </a:lnTo>
                <a:lnTo>
                  <a:pt x="1602038" y="71731"/>
                </a:lnTo>
                <a:lnTo>
                  <a:pt x="1601664" y="71531"/>
                </a:lnTo>
                <a:lnTo>
                  <a:pt x="1601301" y="71328"/>
                </a:lnTo>
                <a:lnTo>
                  <a:pt x="1600950" y="71124"/>
                </a:lnTo>
                <a:lnTo>
                  <a:pt x="1600611" y="70917"/>
                </a:lnTo>
                <a:lnTo>
                  <a:pt x="1600283" y="70709"/>
                </a:lnTo>
                <a:lnTo>
                  <a:pt x="1599967" y="70499"/>
                </a:lnTo>
                <a:lnTo>
                  <a:pt x="1599662" y="70287"/>
                </a:lnTo>
                <a:lnTo>
                  <a:pt x="1599369" y="70073"/>
                </a:lnTo>
                <a:lnTo>
                  <a:pt x="1599088" y="69857"/>
                </a:lnTo>
                <a:lnTo>
                  <a:pt x="1598819" y="69639"/>
                </a:lnTo>
                <a:lnTo>
                  <a:pt x="1598561" y="69419"/>
                </a:lnTo>
                <a:lnTo>
                  <a:pt x="1598314" y="69197"/>
                </a:lnTo>
                <a:lnTo>
                  <a:pt x="1598080" y="68973"/>
                </a:lnTo>
                <a:lnTo>
                  <a:pt x="1597857" y="68747"/>
                </a:lnTo>
                <a:lnTo>
                  <a:pt x="1597646" y="68520"/>
                </a:lnTo>
                <a:lnTo>
                  <a:pt x="1597444" y="68289"/>
                </a:lnTo>
                <a:lnTo>
                  <a:pt x="1597252" y="68054"/>
                </a:lnTo>
                <a:lnTo>
                  <a:pt x="1597068" y="67815"/>
                </a:lnTo>
                <a:lnTo>
                  <a:pt x="1596892" y="67571"/>
                </a:lnTo>
                <a:lnTo>
                  <a:pt x="1596725" y="67324"/>
                </a:lnTo>
                <a:lnTo>
                  <a:pt x="1596567" y="67072"/>
                </a:lnTo>
                <a:lnTo>
                  <a:pt x="1596417" y="66816"/>
                </a:lnTo>
                <a:lnTo>
                  <a:pt x="1596275" y="66556"/>
                </a:lnTo>
                <a:lnTo>
                  <a:pt x="1596143" y="66291"/>
                </a:lnTo>
                <a:lnTo>
                  <a:pt x="1596019" y="66022"/>
                </a:lnTo>
                <a:lnTo>
                  <a:pt x="1595903" y="65749"/>
                </a:lnTo>
                <a:lnTo>
                  <a:pt x="1595796" y="65472"/>
                </a:lnTo>
                <a:lnTo>
                  <a:pt x="1595697" y="65190"/>
                </a:lnTo>
                <a:lnTo>
                  <a:pt x="1595608" y="64905"/>
                </a:lnTo>
                <a:lnTo>
                  <a:pt x="1595526" y="64615"/>
                </a:lnTo>
                <a:lnTo>
                  <a:pt x="1595453" y="64321"/>
                </a:lnTo>
                <a:lnTo>
                  <a:pt x="1595389" y="64022"/>
                </a:lnTo>
                <a:lnTo>
                  <a:pt x="1595334" y="63720"/>
                </a:lnTo>
                <a:lnTo>
                  <a:pt x="1595286" y="63413"/>
                </a:lnTo>
                <a:lnTo>
                  <a:pt x="1595248" y="63102"/>
                </a:lnTo>
                <a:lnTo>
                  <a:pt x="1595218" y="62786"/>
                </a:lnTo>
                <a:lnTo>
                  <a:pt x="1595197" y="62467"/>
                </a:lnTo>
                <a:lnTo>
                  <a:pt x="1595184" y="62143"/>
                </a:lnTo>
                <a:lnTo>
                  <a:pt x="1595179" y="61815"/>
                </a:lnTo>
                <a:lnTo>
                  <a:pt x="1595189" y="61230"/>
                </a:lnTo>
                <a:lnTo>
                  <a:pt x="1595218" y="60659"/>
                </a:lnTo>
                <a:lnTo>
                  <a:pt x="1595266" y="60100"/>
                </a:lnTo>
                <a:lnTo>
                  <a:pt x="1595333" y="59554"/>
                </a:lnTo>
                <a:lnTo>
                  <a:pt x="1595419" y="59022"/>
                </a:lnTo>
                <a:lnTo>
                  <a:pt x="1595525" y="58502"/>
                </a:lnTo>
                <a:lnTo>
                  <a:pt x="1595649" y="57995"/>
                </a:lnTo>
                <a:lnTo>
                  <a:pt x="1595793" y="57502"/>
                </a:lnTo>
                <a:lnTo>
                  <a:pt x="1595956" y="57022"/>
                </a:lnTo>
                <a:lnTo>
                  <a:pt x="1596138" y="56554"/>
                </a:lnTo>
                <a:lnTo>
                  <a:pt x="1596340" y="56100"/>
                </a:lnTo>
                <a:lnTo>
                  <a:pt x="1596560" y="55658"/>
                </a:lnTo>
                <a:lnTo>
                  <a:pt x="1596800" y="55230"/>
                </a:lnTo>
                <a:lnTo>
                  <a:pt x="1597059" y="54815"/>
                </a:lnTo>
                <a:lnTo>
                  <a:pt x="1597337" y="54413"/>
                </a:lnTo>
                <a:lnTo>
                  <a:pt x="1597635" y="54024"/>
                </a:lnTo>
                <a:lnTo>
                  <a:pt x="1597951" y="53648"/>
                </a:lnTo>
                <a:lnTo>
                  <a:pt x="1598287" y="53285"/>
                </a:lnTo>
                <a:lnTo>
                  <a:pt x="1598642" y="52935"/>
                </a:lnTo>
                <a:lnTo>
                  <a:pt x="1599016" y="52598"/>
                </a:lnTo>
                <a:lnTo>
                  <a:pt x="1599409" y="52274"/>
                </a:lnTo>
                <a:lnTo>
                  <a:pt x="1599821" y="51963"/>
                </a:lnTo>
                <a:lnTo>
                  <a:pt x="1600253" y="51665"/>
                </a:lnTo>
                <a:lnTo>
                  <a:pt x="1600703" y="51381"/>
                </a:lnTo>
                <a:lnTo>
                  <a:pt x="1601170" y="51108"/>
                </a:lnTo>
                <a:lnTo>
                  <a:pt x="1601647" y="50847"/>
                </a:lnTo>
                <a:lnTo>
                  <a:pt x="1602137" y="50597"/>
                </a:lnTo>
                <a:lnTo>
                  <a:pt x="1602638" y="50360"/>
                </a:lnTo>
                <a:lnTo>
                  <a:pt x="1603151" y="50133"/>
                </a:lnTo>
                <a:lnTo>
                  <a:pt x="1603675" y="49919"/>
                </a:lnTo>
                <a:lnTo>
                  <a:pt x="1604211" y="49716"/>
                </a:lnTo>
                <a:lnTo>
                  <a:pt x="1604759" y="49524"/>
                </a:lnTo>
                <a:lnTo>
                  <a:pt x="1605318" y="49344"/>
                </a:lnTo>
                <a:lnTo>
                  <a:pt x="1605889" y="49176"/>
                </a:lnTo>
                <a:lnTo>
                  <a:pt x="1606472" y="49019"/>
                </a:lnTo>
                <a:lnTo>
                  <a:pt x="1607066" y="48874"/>
                </a:lnTo>
                <a:lnTo>
                  <a:pt x="1607672" y="48741"/>
                </a:lnTo>
                <a:lnTo>
                  <a:pt x="1608289" y="48619"/>
                </a:lnTo>
                <a:lnTo>
                  <a:pt x="1608919" y="48509"/>
                </a:lnTo>
                <a:lnTo>
                  <a:pt x="1609559" y="48410"/>
                </a:lnTo>
                <a:lnTo>
                  <a:pt x="1610212" y="48323"/>
                </a:lnTo>
                <a:lnTo>
                  <a:pt x="1610876" y="48248"/>
                </a:lnTo>
                <a:lnTo>
                  <a:pt x="1611552" y="48184"/>
                </a:lnTo>
                <a:lnTo>
                  <a:pt x="1612239" y="48132"/>
                </a:lnTo>
                <a:lnTo>
                  <a:pt x="1612938" y="48091"/>
                </a:lnTo>
                <a:lnTo>
                  <a:pt x="1613649" y="48062"/>
                </a:lnTo>
                <a:lnTo>
                  <a:pt x="1614371" y="48045"/>
                </a:lnTo>
                <a:lnTo>
                  <a:pt x="1615105" y="48039"/>
                </a:lnTo>
                <a:lnTo>
                  <a:pt x="1615832" y="48047"/>
                </a:lnTo>
                <a:lnTo>
                  <a:pt x="1616550" y="48070"/>
                </a:lnTo>
                <a:lnTo>
                  <a:pt x="1617258" y="48109"/>
                </a:lnTo>
                <a:lnTo>
                  <a:pt x="1617958" y="48163"/>
                </a:lnTo>
                <a:lnTo>
                  <a:pt x="1618648" y="48232"/>
                </a:lnTo>
                <a:lnTo>
                  <a:pt x="1619328" y="48317"/>
                </a:lnTo>
                <a:lnTo>
                  <a:pt x="1620000" y="48418"/>
                </a:lnTo>
                <a:lnTo>
                  <a:pt x="1620662" y="48534"/>
                </a:lnTo>
                <a:lnTo>
                  <a:pt x="1621315" y="48665"/>
                </a:lnTo>
                <a:lnTo>
                  <a:pt x="1621959" y="48812"/>
                </a:lnTo>
                <a:lnTo>
                  <a:pt x="1622593" y="48974"/>
                </a:lnTo>
                <a:lnTo>
                  <a:pt x="1623219" y="49152"/>
                </a:lnTo>
                <a:lnTo>
                  <a:pt x="1623835" y="49345"/>
                </a:lnTo>
                <a:lnTo>
                  <a:pt x="1624441" y="49554"/>
                </a:lnTo>
                <a:lnTo>
                  <a:pt x="1625039" y="49778"/>
                </a:lnTo>
                <a:lnTo>
                  <a:pt x="1625627" y="50017"/>
                </a:lnTo>
                <a:lnTo>
                  <a:pt x="1626206" y="50272"/>
                </a:lnTo>
                <a:lnTo>
                  <a:pt x="1626776" y="50543"/>
                </a:lnTo>
                <a:lnTo>
                  <a:pt x="1627336" y="50829"/>
                </a:lnTo>
                <a:lnTo>
                  <a:pt x="1627888" y="51130"/>
                </a:lnTo>
                <a:lnTo>
                  <a:pt x="1628430" y="51447"/>
                </a:lnTo>
                <a:lnTo>
                  <a:pt x="1628963" y="51779"/>
                </a:lnTo>
                <a:lnTo>
                  <a:pt x="1629486" y="52127"/>
                </a:lnTo>
                <a:lnTo>
                  <a:pt x="1630000" y="52490"/>
                </a:lnTo>
                <a:lnTo>
                  <a:pt x="1630499" y="52872"/>
                </a:lnTo>
                <a:lnTo>
                  <a:pt x="1630977" y="53276"/>
                </a:lnTo>
                <a:lnTo>
                  <a:pt x="1631434" y="53702"/>
                </a:lnTo>
                <a:lnTo>
                  <a:pt x="1631869" y="54150"/>
                </a:lnTo>
                <a:lnTo>
                  <a:pt x="1632283" y="54619"/>
                </a:lnTo>
                <a:lnTo>
                  <a:pt x="1632676" y="55111"/>
                </a:lnTo>
                <a:lnTo>
                  <a:pt x="1633048" y="55624"/>
                </a:lnTo>
                <a:lnTo>
                  <a:pt x="1633398" y="56160"/>
                </a:lnTo>
                <a:lnTo>
                  <a:pt x="1633727" y="56717"/>
                </a:lnTo>
                <a:lnTo>
                  <a:pt x="1634035" y="57296"/>
                </a:lnTo>
                <a:lnTo>
                  <a:pt x="1634322" y="57898"/>
                </a:lnTo>
                <a:lnTo>
                  <a:pt x="1634587" y="58521"/>
                </a:lnTo>
                <a:lnTo>
                  <a:pt x="1634831" y="59166"/>
                </a:lnTo>
                <a:lnTo>
                  <a:pt x="1635054" y="59833"/>
                </a:lnTo>
                <a:lnTo>
                  <a:pt x="1635256" y="60522"/>
                </a:lnTo>
                <a:lnTo>
                  <a:pt x="1635437" y="61233"/>
                </a:lnTo>
                <a:lnTo>
                  <a:pt x="1635596" y="61965"/>
                </a:lnTo>
                <a:lnTo>
                  <a:pt x="1635734" y="62720"/>
                </a:lnTo>
                <a:lnTo>
                  <a:pt x="1635851" y="63497"/>
                </a:lnTo>
                <a:lnTo>
                  <a:pt x="1635946" y="64295"/>
                </a:lnTo>
                <a:lnTo>
                  <a:pt x="1636021" y="65116"/>
                </a:lnTo>
                <a:lnTo>
                  <a:pt x="1636074" y="65958"/>
                </a:lnTo>
                <a:lnTo>
                  <a:pt x="1636106" y="66823"/>
                </a:lnTo>
                <a:lnTo>
                  <a:pt x="1636116" y="67709"/>
                </a:lnTo>
                <a:lnTo>
                  <a:pt x="1652096" y="67709"/>
                </a:lnTo>
                <a:lnTo>
                  <a:pt x="1652091" y="67002"/>
                </a:lnTo>
                <a:lnTo>
                  <a:pt x="1652076" y="66304"/>
                </a:lnTo>
                <a:lnTo>
                  <a:pt x="1652050" y="65614"/>
                </a:lnTo>
                <a:lnTo>
                  <a:pt x="1652014" y="64933"/>
                </a:lnTo>
                <a:lnTo>
                  <a:pt x="1651968" y="64260"/>
                </a:lnTo>
                <a:lnTo>
                  <a:pt x="1651911" y="63595"/>
                </a:lnTo>
                <a:lnTo>
                  <a:pt x="1651845" y="62939"/>
                </a:lnTo>
                <a:lnTo>
                  <a:pt x="1651768" y="62292"/>
                </a:lnTo>
                <a:lnTo>
                  <a:pt x="1651680" y="61653"/>
                </a:lnTo>
                <a:lnTo>
                  <a:pt x="1651583" y="61022"/>
                </a:lnTo>
                <a:lnTo>
                  <a:pt x="1651475" y="60400"/>
                </a:lnTo>
                <a:lnTo>
                  <a:pt x="1651357" y="59786"/>
                </a:lnTo>
                <a:lnTo>
                  <a:pt x="1651228" y="59181"/>
                </a:lnTo>
                <a:lnTo>
                  <a:pt x="1651089" y="58584"/>
                </a:lnTo>
                <a:lnTo>
                  <a:pt x="1650940" y="57996"/>
                </a:lnTo>
                <a:lnTo>
                  <a:pt x="1650781" y="57416"/>
                </a:lnTo>
                <a:lnTo>
                  <a:pt x="1650612" y="56845"/>
                </a:lnTo>
                <a:lnTo>
                  <a:pt x="1650432" y="56282"/>
                </a:lnTo>
                <a:lnTo>
                  <a:pt x="1650242" y="55727"/>
                </a:lnTo>
                <a:lnTo>
                  <a:pt x="1650041" y="55181"/>
                </a:lnTo>
                <a:lnTo>
                  <a:pt x="1649831" y="54644"/>
                </a:lnTo>
                <a:lnTo>
                  <a:pt x="1649610" y="54115"/>
                </a:lnTo>
                <a:lnTo>
                  <a:pt x="1649379" y="53594"/>
                </a:lnTo>
                <a:lnTo>
                  <a:pt x="1649137" y="53082"/>
                </a:lnTo>
                <a:lnTo>
                  <a:pt x="1648887" y="52578"/>
                </a:lnTo>
                <a:lnTo>
                  <a:pt x="1648629" y="52082"/>
                </a:lnTo>
                <a:lnTo>
                  <a:pt x="1648364" y="51594"/>
                </a:lnTo>
                <a:lnTo>
                  <a:pt x="1648092" y="51113"/>
                </a:lnTo>
                <a:lnTo>
                  <a:pt x="1647812" y="50640"/>
                </a:lnTo>
                <a:lnTo>
                  <a:pt x="1647525" y="50175"/>
                </a:lnTo>
                <a:lnTo>
                  <a:pt x="1647230" y="49717"/>
                </a:lnTo>
                <a:lnTo>
                  <a:pt x="1646929" y="49268"/>
                </a:lnTo>
                <a:lnTo>
                  <a:pt x="1646619" y="48826"/>
                </a:lnTo>
                <a:lnTo>
                  <a:pt x="1646303" y="48392"/>
                </a:lnTo>
                <a:lnTo>
                  <a:pt x="1645979" y="47965"/>
                </a:lnTo>
                <a:lnTo>
                  <a:pt x="1645648" y="47547"/>
                </a:lnTo>
                <a:lnTo>
                  <a:pt x="1645309" y="47136"/>
                </a:lnTo>
                <a:lnTo>
                  <a:pt x="1644963" y="46733"/>
                </a:lnTo>
                <a:lnTo>
                  <a:pt x="1644610" y="46337"/>
                </a:lnTo>
                <a:lnTo>
                  <a:pt x="1644249" y="45950"/>
                </a:lnTo>
                <a:lnTo>
                  <a:pt x="1643881" y="45570"/>
                </a:lnTo>
                <a:lnTo>
                  <a:pt x="1643505" y="45198"/>
                </a:lnTo>
                <a:lnTo>
                  <a:pt x="1643122" y="44834"/>
                </a:lnTo>
                <a:lnTo>
                  <a:pt x="1642732" y="44477"/>
                </a:lnTo>
                <a:lnTo>
                  <a:pt x="1642335" y="44128"/>
                </a:lnTo>
                <a:lnTo>
                  <a:pt x="1641930" y="43787"/>
                </a:lnTo>
                <a:lnTo>
                  <a:pt x="1641517" y="43454"/>
                </a:lnTo>
                <a:lnTo>
                  <a:pt x="1641098" y="43129"/>
                </a:lnTo>
                <a:lnTo>
                  <a:pt x="1640672" y="42810"/>
                </a:lnTo>
                <a:lnTo>
                  <a:pt x="1640240" y="42499"/>
                </a:lnTo>
                <a:lnTo>
                  <a:pt x="1639803" y="42195"/>
                </a:lnTo>
                <a:lnTo>
                  <a:pt x="1639360" y="41898"/>
                </a:lnTo>
                <a:lnTo>
                  <a:pt x="1638912" y="41607"/>
                </a:lnTo>
                <a:lnTo>
                  <a:pt x="1638459" y="41324"/>
                </a:lnTo>
                <a:lnTo>
                  <a:pt x="1638000" y="41048"/>
                </a:lnTo>
                <a:lnTo>
                  <a:pt x="1637536" y="40780"/>
                </a:lnTo>
                <a:lnTo>
                  <a:pt x="1637066" y="40518"/>
                </a:lnTo>
                <a:lnTo>
                  <a:pt x="1636590" y="40263"/>
                </a:lnTo>
                <a:lnTo>
                  <a:pt x="1636109" y="40015"/>
                </a:lnTo>
                <a:lnTo>
                  <a:pt x="1635623" y="39775"/>
                </a:lnTo>
                <a:lnTo>
                  <a:pt x="1635131" y="39541"/>
                </a:lnTo>
                <a:lnTo>
                  <a:pt x="1634634" y="39315"/>
                </a:lnTo>
                <a:lnTo>
                  <a:pt x="1634131" y="39095"/>
                </a:lnTo>
                <a:lnTo>
                  <a:pt x="1633623" y="38883"/>
                </a:lnTo>
                <a:lnTo>
                  <a:pt x="1633109" y="38677"/>
                </a:lnTo>
                <a:lnTo>
                  <a:pt x="1632590" y="38479"/>
                </a:lnTo>
                <a:lnTo>
                  <a:pt x="1632065" y="38288"/>
                </a:lnTo>
                <a:lnTo>
                  <a:pt x="1631535" y="38104"/>
                </a:lnTo>
                <a:lnTo>
                  <a:pt x="1630999" y="37927"/>
                </a:lnTo>
                <a:lnTo>
                  <a:pt x="1630458" y="37757"/>
                </a:lnTo>
                <a:lnTo>
                  <a:pt x="1629911" y="37594"/>
                </a:lnTo>
                <a:lnTo>
                  <a:pt x="1629359" y="37438"/>
                </a:lnTo>
                <a:lnTo>
                  <a:pt x="1628803" y="37289"/>
                </a:lnTo>
                <a:lnTo>
                  <a:pt x="1628243" y="37146"/>
                </a:lnTo>
                <a:lnTo>
                  <a:pt x="1627680" y="37010"/>
                </a:lnTo>
                <a:lnTo>
                  <a:pt x="1627114" y="36880"/>
                </a:lnTo>
                <a:lnTo>
                  <a:pt x="1626544" y="36756"/>
                </a:lnTo>
                <a:lnTo>
                  <a:pt x="1625971" y="36638"/>
                </a:lnTo>
                <a:lnTo>
                  <a:pt x="1625395" y="36527"/>
                </a:lnTo>
                <a:lnTo>
                  <a:pt x="1624816" y="36423"/>
                </a:lnTo>
                <a:lnTo>
                  <a:pt x="1624234" y="36324"/>
                </a:lnTo>
                <a:lnTo>
                  <a:pt x="1623648" y="36232"/>
                </a:lnTo>
                <a:lnTo>
                  <a:pt x="1623059" y="36146"/>
                </a:lnTo>
                <a:lnTo>
                  <a:pt x="1622467" y="36067"/>
                </a:lnTo>
                <a:lnTo>
                  <a:pt x="1621871" y="35994"/>
                </a:lnTo>
                <a:lnTo>
                  <a:pt x="1621272" y="35927"/>
                </a:lnTo>
                <a:lnTo>
                  <a:pt x="1620670" y="35867"/>
                </a:lnTo>
                <a:lnTo>
                  <a:pt x="1620065" y="35813"/>
                </a:lnTo>
                <a:lnTo>
                  <a:pt x="1619456" y="35766"/>
                </a:lnTo>
                <a:lnTo>
                  <a:pt x="1618844" y="35724"/>
                </a:lnTo>
                <a:lnTo>
                  <a:pt x="1618229" y="35689"/>
                </a:lnTo>
                <a:lnTo>
                  <a:pt x="1617611" y="35661"/>
                </a:lnTo>
                <a:lnTo>
                  <a:pt x="1616990" y="35639"/>
                </a:lnTo>
                <a:lnTo>
                  <a:pt x="1616365" y="35623"/>
                </a:lnTo>
                <a:lnTo>
                  <a:pt x="1615737" y="35613"/>
                </a:lnTo>
                <a:lnTo>
                  <a:pt x="1615105" y="35610"/>
                </a:lnTo>
                <a:lnTo>
                  <a:pt x="1614466" y="35613"/>
                </a:lnTo>
                <a:lnTo>
                  <a:pt x="1613830" y="35622"/>
                </a:lnTo>
                <a:lnTo>
                  <a:pt x="1613199" y="35636"/>
                </a:lnTo>
                <a:lnTo>
                  <a:pt x="1612571" y="35657"/>
                </a:lnTo>
                <a:lnTo>
                  <a:pt x="1611946" y="35683"/>
                </a:lnTo>
                <a:lnTo>
                  <a:pt x="1611326" y="35715"/>
                </a:lnTo>
                <a:lnTo>
                  <a:pt x="1610709" y="35753"/>
                </a:lnTo>
                <a:lnTo>
                  <a:pt x="1610096" y="35796"/>
                </a:lnTo>
                <a:lnTo>
                  <a:pt x="1609487" y="35846"/>
                </a:lnTo>
                <a:lnTo>
                  <a:pt x="1608882" y="35901"/>
                </a:lnTo>
                <a:lnTo>
                  <a:pt x="1608280" y="35962"/>
                </a:lnTo>
                <a:lnTo>
                  <a:pt x="1607682" y="36029"/>
                </a:lnTo>
                <a:lnTo>
                  <a:pt x="1607088" y="36102"/>
                </a:lnTo>
                <a:lnTo>
                  <a:pt x="1606498" y="36181"/>
                </a:lnTo>
                <a:lnTo>
                  <a:pt x="1605911" y="36265"/>
                </a:lnTo>
                <a:lnTo>
                  <a:pt x="1605329" y="36355"/>
                </a:lnTo>
                <a:lnTo>
                  <a:pt x="1604750" y="36451"/>
                </a:lnTo>
                <a:lnTo>
                  <a:pt x="1604174" y="36553"/>
                </a:lnTo>
                <a:lnTo>
                  <a:pt x="1603603" y="36661"/>
                </a:lnTo>
                <a:lnTo>
                  <a:pt x="1603035" y="36775"/>
                </a:lnTo>
                <a:lnTo>
                  <a:pt x="1602471" y="36894"/>
                </a:lnTo>
                <a:lnTo>
                  <a:pt x="1601911" y="37019"/>
                </a:lnTo>
                <a:lnTo>
                  <a:pt x="1601355" y="37150"/>
                </a:lnTo>
                <a:lnTo>
                  <a:pt x="1600802" y="37287"/>
                </a:lnTo>
                <a:lnTo>
                  <a:pt x="1600254" y="37429"/>
                </a:lnTo>
                <a:lnTo>
                  <a:pt x="1599713" y="37578"/>
                </a:lnTo>
                <a:lnTo>
                  <a:pt x="1599177" y="37732"/>
                </a:lnTo>
                <a:lnTo>
                  <a:pt x="1598647" y="37892"/>
                </a:lnTo>
                <a:lnTo>
                  <a:pt x="1598123" y="38057"/>
                </a:lnTo>
                <a:lnTo>
                  <a:pt x="1597605" y="38229"/>
                </a:lnTo>
                <a:lnTo>
                  <a:pt x="1597094" y="38406"/>
                </a:lnTo>
                <a:lnTo>
                  <a:pt x="1596588" y="38590"/>
                </a:lnTo>
                <a:lnTo>
                  <a:pt x="1596088" y="38779"/>
                </a:lnTo>
                <a:lnTo>
                  <a:pt x="1595594" y="38974"/>
                </a:lnTo>
                <a:lnTo>
                  <a:pt x="1595106" y="39174"/>
                </a:lnTo>
                <a:lnTo>
                  <a:pt x="1594625" y="39381"/>
                </a:lnTo>
                <a:lnTo>
                  <a:pt x="1594149" y="39593"/>
                </a:lnTo>
                <a:lnTo>
                  <a:pt x="1593679" y="39811"/>
                </a:lnTo>
                <a:lnTo>
                  <a:pt x="1593215" y="40036"/>
                </a:lnTo>
                <a:lnTo>
                  <a:pt x="1592757" y="40265"/>
                </a:lnTo>
                <a:lnTo>
                  <a:pt x="1592305" y="40501"/>
                </a:lnTo>
                <a:lnTo>
                  <a:pt x="1591859" y="40743"/>
                </a:lnTo>
                <a:lnTo>
                  <a:pt x="1591420" y="40990"/>
                </a:lnTo>
                <a:lnTo>
                  <a:pt x="1590986" y="41243"/>
                </a:lnTo>
                <a:lnTo>
                  <a:pt x="1590558" y="41502"/>
                </a:lnTo>
                <a:lnTo>
                  <a:pt x="1590136" y="41767"/>
                </a:lnTo>
                <a:lnTo>
                  <a:pt x="1589720" y="42038"/>
                </a:lnTo>
                <a:lnTo>
                  <a:pt x="1589310" y="42315"/>
                </a:lnTo>
                <a:lnTo>
                  <a:pt x="1588907" y="42597"/>
                </a:lnTo>
                <a:lnTo>
                  <a:pt x="1588511" y="42885"/>
                </a:lnTo>
                <a:lnTo>
                  <a:pt x="1588123" y="43179"/>
                </a:lnTo>
                <a:lnTo>
                  <a:pt x="1587743" y="43478"/>
                </a:lnTo>
                <a:lnTo>
                  <a:pt x="1587370" y="43784"/>
                </a:lnTo>
                <a:lnTo>
                  <a:pt x="1587004" y="44095"/>
                </a:lnTo>
                <a:lnTo>
                  <a:pt x="1586646" y="44412"/>
                </a:lnTo>
                <a:lnTo>
                  <a:pt x="1586296" y="44735"/>
                </a:lnTo>
                <a:lnTo>
                  <a:pt x="1585953" y="45064"/>
                </a:lnTo>
                <a:lnTo>
                  <a:pt x="1585618" y="45398"/>
                </a:lnTo>
                <a:lnTo>
                  <a:pt x="1585290" y="45739"/>
                </a:lnTo>
                <a:lnTo>
                  <a:pt x="1584970" y="46085"/>
                </a:lnTo>
                <a:lnTo>
                  <a:pt x="1584657" y="46437"/>
                </a:lnTo>
                <a:lnTo>
                  <a:pt x="1584352" y="46795"/>
                </a:lnTo>
                <a:lnTo>
                  <a:pt x="1584054" y="47158"/>
                </a:lnTo>
                <a:lnTo>
                  <a:pt x="1583764" y="47528"/>
                </a:lnTo>
                <a:lnTo>
                  <a:pt x="1583482" y="47903"/>
                </a:lnTo>
                <a:lnTo>
                  <a:pt x="1583207" y="48284"/>
                </a:lnTo>
                <a:lnTo>
                  <a:pt x="1582939" y="48671"/>
                </a:lnTo>
                <a:lnTo>
                  <a:pt x="1582679" y="49064"/>
                </a:lnTo>
                <a:lnTo>
                  <a:pt x="1582427" y="49462"/>
                </a:lnTo>
                <a:lnTo>
                  <a:pt x="1582182" y="49867"/>
                </a:lnTo>
                <a:lnTo>
                  <a:pt x="1581945" y="50277"/>
                </a:lnTo>
                <a:lnTo>
                  <a:pt x="1581715" y="50693"/>
                </a:lnTo>
                <a:lnTo>
                  <a:pt x="1581493" y="51115"/>
                </a:lnTo>
                <a:lnTo>
                  <a:pt x="1581281" y="51542"/>
                </a:lnTo>
                <a:lnTo>
                  <a:pt x="1581079" y="51975"/>
                </a:lnTo>
                <a:lnTo>
                  <a:pt x="1580886" y="52413"/>
                </a:lnTo>
                <a:lnTo>
                  <a:pt x="1580702" y="52856"/>
                </a:lnTo>
                <a:lnTo>
                  <a:pt x="1580528" y="53305"/>
                </a:lnTo>
                <a:lnTo>
                  <a:pt x="1580363" y="53760"/>
                </a:lnTo>
                <a:lnTo>
                  <a:pt x="1580208" y="54220"/>
                </a:lnTo>
                <a:lnTo>
                  <a:pt x="1580062" y="54685"/>
                </a:lnTo>
                <a:lnTo>
                  <a:pt x="1579925" y="55156"/>
                </a:lnTo>
                <a:lnTo>
                  <a:pt x="1579798" y="55633"/>
                </a:lnTo>
                <a:lnTo>
                  <a:pt x="1579680" y="56115"/>
                </a:lnTo>
                <a:lnTo>
                  <a:pt x="1579572" y="56602"/>
                </a:lnTo>
                <a:lnTo>
                  <a:pt x="1579473" y="57095"/>
                </a:lnTo>
                <a:lnTo>
                  <a:pt x="1579383" y="57593"/>
                </a:lnTo>
                <a:lnTo>
                  <a:pt x="1579303" y="58097"/>
                </a:lnTo>
                <a:lnTo>
                  <a:pt x="1579233" y="58606"/>
                </a:lnTo>
                <a:lnTo>
                  <a:pt x="1579172" y="59121"/>
                </a:lnTo>
                <a:lnTo>
                  <a:pt x="1579120" y="59641"/>
                </a:lnTo>
                <a:lnTo>
                  <a:pt x="1579077" y="60167"/>
                </a:lnTo>
                <a:lnTo>
                  <a:pt x="1579044" y="60698"/>
                </a:lnTo>
                <a:lnTo>
                  <a:pt x="1579021" y="61234"/>
                </a:lnTo>
                <a:lnTo>
                  <a:pt x="1579007" y="61776"/>
                </a:lnTo>
                <a:lnTo>
                  <a:pt x="1579002" y="62324"/>
                </a:lnTo>
                <a:lnTo>
                  <a:pt x="1579009" y="63021"/>
                </a:lnTo>
                <a:lnTo>
                  <a:pt x="1579029" y="63709"/>
                </a:lnTo>
                <a:lnTo>
                  <a:pt x="1579062" y="64386"/>
                </a:lnTo>
                <a:lnTo>
                  <a:pt x="1579109" y="65054"/>
                </a:lnTo>
                <a:lnTo>
                  <a:pt x="1579169" y="65711"/>
                </a:lnTo>
                <a:lnTo>
                  <a:pt x="1579242" y="66358"/>
                </a:lnTo>
                <a:lnTo>
                  <a:pt x="1579329" y="66996"/>
                </a:lnTo>
                <a:lnTo>
                  <a:pt x="1579429" y="67623"/>
                </a:lnTo>
                <a:lnTo>
                  <a:pt x="1579543" y="68240"/>
                </a:lnTo>
                <a:lnTo>
                  <a:pt x="1579670" y="68847"/>
                </a:lnTo>
                <a:lnTo>
                  <a:pt x="1579810" y="69444"/>
                </a:lnTo>
                <a:lnTo>
                  <a:pt x="1579964" y="70031"/>
                </a:lnTo>
                <a:lnTo>
                  <a:pt x="1580131" y="70608"/>
                </a:lnTo>
                <a:lnTo>
                  <a:pt x="1580311" y="71175"/>
                </a:lnTo>
                <a:lnTo>
                  <a:pt x="1580505" y="71732"/>
                </a:lnTo>
                <a:lnTo>
                  <a:pt x="1580712" y="72279"/>
                </a:lnTo>
                <a:lnTo>
                  <a:pt x="1580932" y="72815"/>
                </a:lnTo>
                <a:lnTo>
                  <a:pt x="1581166" y="73342"/>
                </a:lnTo>
                <a:lnTo>
                  <a:pt x="1581413" y="73859"/>
                </a:lnTo>
                <a:lnTo>
                  <a:pt x="1581674" y="74365"/>
                </a:lnTo>
                <a:lnTo>
                  <a:pt x="1581947" y="74862"/>
                </a:lnTo>
                <a:lnTo>
                  <a:pt x="1582235" y="75348"/>
                </a:lnTo>
                <a:lnTo>
                  <a:pt x="1582535" y="75825"/>
                </a:lnTo>
                <a:lnTo>
                  <a:pt x="1582849" y="76291"/>
                </a:lnTo>
                <a:lnTo>
                  <a:pt x="1583176" y="76749"/>
                </a:lnTo>
                <a:lnTo>
                  <a:pt x="1583517" y="77200"/>
                </a:lnTo>
                <a:lnTo>
                  <a:pt x="1583871" y="77645"/>
                </a:lnTo>
                <a:lnTo>
                  <a:pt x="1584238" y="78083"/>
                </a:lnTo>
                <a:lnTo>
                  <a:pt x="1584619" y="78514"/>
                </a:lnTo>
                <a:lnTo>
                  <a:pt x="1585013" y="78939"/>
                </a:lnTo>
                <a:lnTo>
                  <a:pt x="1585420" y="79356"/>
                </a:lnTo>
                <a:lnTo>
                  <a:pt x="1585841" y="79767"/>
                </a:lnTo>
                <a:lnTo>
                  <a:pt x="1586275" y="80172"/>
                </a:lnTo>
                <a:lnTo>
                  <a:pt x="1586723" y="80570"/>
                </a:lnTo>
                <a:lnTo>
                  <a:pt x="1587184" y="80961"/>
                </a:lnTo>
                <a:lnTo>
                  <a:pt x="1587658" y="81345"/>
                </a:lnTo>
                <a:lnTo>
                  <a:pt x="1588145" y="81723"/>
                </a:lnTo>
                <a:lnTo>
                  <a:pt x="1588646" y="82093"/>
                </a:lnTo>
                <a:lnTo>
                  <a:pt x="1589161" y="82458"/>
                </a:lnTo>
                <a:lnTo>
                  <a:pt x="1589688" y="82815"/>
                </a:lnTo>
                <a:lnTo>
                  <a:pt x="1590229" y="83166"/>
                </a:lnTo>
                <a:lnTo>
                  <a:pt x="1590784" y="83510"/>
                </a:lnTo>
                <a:lnTo>
                  <a:pt x="1591351" y="83847"/>
                </a:lnTo>
                <a:lnTo>
                  <a:pt x="1591932" y="84178"/>
                </a:lnTo>
                <a:lnTo>
                  <a:pt x="1592527" y="84502"/>
                </a:lnTo>
                <a:lnTo>
                  <a:pt x="1593135" y="84819"/>
                </a:lnTo>
                <a:lnTo>
                  <a:pt x="1593756" y="85130"/>
                </a:lnTo>
                <a:lnTo>
                  <a:pt x="1594390" y="85434"/>
                </a:lnTo>
                <a:lnTo>
                  <a:pt x="1595038" y="85733"/>
                </a:lnTo>
                <a:lnTo>
                  <a:pt x="1595697" y="86029"/>
                </a:lnTo>
                <a:lnTo>
                  <a:pt x="1596369" y="86321"/>
                </a:lnTo>
                <a:lnTo>
                  <a:pt x="1597054" y="86611"/>
                </a:lnTo>
                <a:lnTo>
                  <a:pt x="1597750" y="86898"/>
                </a:lnTo>
                <a:lnTo>
                  <a:pt x="1598459" y="87182"/>
                </a:lnTo>
                <a:lnTo>
                  <a:pt x="1599181" y="87463"/>
                </a:lnTo>
                <a:lnTo>
                  <a:pt x="1599914" y="87741"/>
                </a:lnTo>
                <a:lnTo>
                  <a:pt x="1600660" y="88016"/>
                </a:lnTo>
                <a:lnTo>
                  <a:pt x="1601419" y="88288"/>
                </a:lnTo>
                <a:lnTo>
                  <a:pt x="1602189" y="88557"/>
                </a:lnTo>
                <a:lnTo>
                  <a:pt x="1602972" y="88823"/>
                </a:lnTo>
                <a:lnTo>
                  <a:pt x="1603768" y="89085"/>
                </a:lnTo>
                <a:lnTo>
                  <a:pt x="1604575" y="89345"/>
                </a:lnTo>
                <a:lnTo>
                  <a:pt x="1605395" y="89602"/>
                </a:lnTo>
                <a:lnTo>
                  <a:pt x="1606227" y="89856"/>
                </a:lnTo>
                <a:lnTo>
                  <a:pt x="1607072" y="90107"/>
                </a:lnTo>
                <a:lnTo>
                  <a:pt x="1607929" y="90356"/>
                </a:lnTo>
                <a:lnTo>
                  <a:pt x="1608798" y="90601"/>
                </a:lnTo>
                <a:lnTo>
                  <a:pt x="1609680" y="90843"/>
                </a:lnTo>
                <a:lnTo>
                  <a:pt x="1610574" y="91082"/>
                </a:lnTo>
                <a:lnTo>
                  <a:pt x="1611480" y="91318"/>
                </a:lnTo>
                <a:lnTo>
                  <a:pt x="1612399" y="91551"/>
                </a:lnTo>
                <a:lnTo>
                  <a:pt x="1613330" y="91781"/>
                </a:lnTo>
                <a:lnTo>
                  <a:pt x="1614466" y="92061"/>
                </a:lnTo>
                <a:lnTo>
                  <a:pt x="1615574" y="92341"/>
                </a:lnTo>
                <a:lnTo>
                  <a:pt x="1616652" y="92622"/>
                </a:lnTo>
                <a:lnTo>
                  <a:pt x="1617702" y="92904"/>
                </a:lnTo>
                <a:lnTo>
                  <a:pt x="1618722" y="93186"/>
                </a:lnTo>
                <a:lnTo>
                  <a:pt x="1619714" y="93469"/>
                </a:lnTo>
                <a:lnTo>
                  <a:pt x="1620676" y="93753"/>
                </a:lnTo>
                <a:lnTo>
                  <a:pt x="1621610" y="94038"/>
                </a:lnTo>
                <a:lnTo>
                  <a:pt x="1622515" y="94323"/>
                </a:lnTo>
                <a:lnTo>
                  <a:pt x="1623391" y="94609"/>
                </a:lnTo>
                <a:lnTo>
                  <a:pt x="1624238" y="94896"/>
                </a:lnTo>
                <a:lnTo>
                  <a:pt x="1625056" y="95183"/>
                </a:lnTo>
                <a:lnTo>
                  <a:pt x="1625845" y="95472"/>
                </a:lnTo>
                <a:lnTo>
                  <a:pt x="1626605" y="95761"/>
                </a:lnTo>
                <a:lnTo>
                  <a:pt x="1627336" y="96050"/>
                </a:lnTo>
                <a:lnTo>
                  <a:pt x="1628038" y="96341"/>
                </a:lnTo>
                <a:lnTo>
                  <a:pt x="1628712" y="96632"/>
                </a:lnTo>
                <a:lnTo>
                  <a:pt x="1629356" y="96923"/>
                </a:lnTo>
                <a:lnTo>
                  <a:pt x="1629972" y="97216"/>
                </a:lnTo>
                <a:lnTo>
                  <a:pt x="1630558" y="97509"/>
                </a:lnTo>
                <a:lnTo>
                  <a:pt x="1631115" y="97803"/>
                </a:lnTo>
                <a:lnTo>
                  <a:pt x="1631644" y="98098"/>
                </a:lnTo>
                <a:lnTo>
                  <a:pt x="1632144" y="98393"/>
                </a:lnTo>
                <a:lnTo>
                  <a:pt x="1632614" y="98689"/>
                </a:lnTo>
                <a:lnTo>
                  <a:pt x="1633061" y="98992"/>
                </a:lnTo>
                <a:lnTo>
                  <a:pt x="1633489" y="99308"/>
                </a:lnTo>
                <a:lnTo>
                  <a:pt x="1633898" y="99636"/>
                </a:lnTo>
                <a:lnTo>
                  <a:pt x="1634287" y="99978"/>
                </a:lnTo>
                <a:lnTo>
                  <a:pt x="1634658" y="100333"/>
                </a:lnTo>
                <a:lnTo>
                  <a:pt x="1635010" y="100701"/>
                </a:lnTo>
                <a:lnTo>
                  <a:pt x="1635342" y="101082"/>
                </a:lnTo>
                <a:lnTo>
                  <a:pt x="1635656" y="101476"/>
                </a:lnTo>
                <a:lnTo>
                  <a:pt x="1635951" y="101884"/>
                </a:lnTo>
                <a:lnTo>
                  <a:pt x="1636226" y="102304"/>
                </a:lnTo>
                <a:lnTo>
                  <a:pt x="1636483" y="102737"/>
                </a:lnTo>
                <a:lnTo>
                  <a:pt x="1636720" y="103184"/>
                </a:lnTo>
                <a:lnTo>
                  <a:pt x="1636939" y="103643"/>
                </a:lnTo>
                <a:lnTo>
                  <a:pt x="1637139" y="104115"/>
                </a:lnTo>
                <a:lnTo>
                  <a:pt x="1637319" y="104601"/>
                </a:lnTo>
                <a:lnTo>
                  <a:pt x="1637481" y="105100"/>
                </a:lnTo>
                <a:lnTo>
                  <a:pt x="1637623" y="105611"/>
                </a:lnTo>
                <a:lnTo>
                  <a:pt x="1637747" y="106136"/>
                </a:lnTo>
                <a:lnTo>
                  <a:pt x="1637851" y="106674"/>
                </a:lnTo>
                <a:lnTo>
                  <a:pt x="1637937" y="107224"/>
                </a:lnTo>
                <a:lnTo>
                  <a:pt x="1638004" y="107788"/>
                </a:lnTo>
                <a:lnTo>
                  <a:pt x="1638051" y="108365"/>
                </a:lnTo>
                <a:lnTo>
                  <a:pt x="1638080" y="108955"/>
                </a:lnTo>
                <a:lnTo>
                  <a:pt x="1638089" y="109558"/>
                </a:lnTo>
                <a:lnTo>
                  <a:pt x="1638079" y="110277"/>
                </a:lnTo>
                <a:lnTo>
                  <a:pt x="1638047" y="110979"/>
                </a:lnTo>
                <a:lnTo>
                  <a:pt x="1637994" y="111663"/>
                </a:lnTo>
                <a:lnTo>
                  <a:pt x="1637921" y="112330"/>
                </a:lnTo>
                <a:lnTo>
                  <a:pt x="1637826" y="112980"/>
                </a:lnTo>
                <a:lnTo>
                  <a:pt x="1637710" y="113613"/>
                </a:lnTo>
                <a:lnTo>
                  <a:pt x="1637573" y="114229"/>
                </a:lnTo>
                <a:lnTo>
                  <a:pt x="1637415" y="114828"/>
                </a:lnTo>
                <a:lnTo>
                  <a:pt x="1637236" y="115409"/>
                </a:lnTo>
                <a:lnTo>
                  <a:pt x="1637036" y="115974"/>
                </a:lnTo>
                <a:lnTo>
                  <a:pt x="1636815" y="116521"/>
                </a:lnTo>
                <a:lnTo>
                  <a:pt x="1636572" y="117051"/>
                </a:lnTo>
                <a:lnTo>
                  <a:pt x="1636309" y="117564"/>
                </a:lnTo>
                <a:lnTo>
                  <a:pt x="1636025" y="118060"/>
                </a:lnTo>
                <a:lnTo>
                  <a:pt x="1635719" y="118539"/>
                </a:lnTo>
                <a:lnTo>
                  <a:pt x="1635393" y="119001"/>
                </a:lnTo>
                <a:lnTo>
                  <a:pt x="1635045" y="119445"/>
                </a:lnTo>
                <a:lnTo>
                  <a:pt x="1634677" y="119872"/>
                </a:lnTo>
                <a:lnTo>
                  <a:pt x="1634287" y="120283"/>
                </a:lnTo>
                <a:lnTo>
                  <a:pt x="1633876" y="120676"/>
                </a:lnTo>
                <a:lnTo>
                  <a:pt x="1633444" y="121052"/>
                </a:lnTo>
                <a:lnTo>
                  <a:pt x="1632992" y="121411"/>
                </a:lnTo>
                <a:lnTo>
                  <a:pt x="1632518" y="121752"/>
                </a:lnTo>
                <a:lnTo>
                  <a:pt x="1632023" y="122077"/>
                </a:lnTo>
                <a:lnTo>
                  <a:pt x="1631511" y="122386"/>
                </a:lnTo>
                <a:lnTo>
                  <a:pt x="1630989" y="122682"/>
                </a:lnTo>
                <a:lnTo>
                  <a:pt x="1630454" y="122965"/>
                </a:lnTo>
                <a:lnTo>
                  <a:pt x="1629909" y="123235"/>
                </a:lnTo>
                <a:lnTo>
                  <a:pt x="1629351" y="123492"/>
                </a:lnTo>
                <a:lnTo>
                  <a:pt x="1628783" y="123736"/>
                </a:lnTo>
                <a:lnTo>
                  <a:pt x="1628203" y="123966"/>
                </a:lnTo>
                <a:lnTo>
                  <a:pt x="1627611" y="124183"/>
                </a:lnTo>
                <a:lnTo>
                  <a:pt x="1627008" y="124387"/>
                </a:lnTo>
                <a:lnTo>
                  <a:pt x="1626393" y="124578"/>
                </a:lnTo>
                <a:lnTo>
                  <a:pt x="1625767" y="124756"/>
                </a:lnTo>
                <a:lnTo>
                  <a:pt x="1625130" y="124920"/>
                </a:lnTo>
                <a:lnTo>
                  <a:pt x="1624481" y="125072"/>
                </a:lnTo>
                <a:lnTo>
                  <a:pt x="1623820" y="125210"/>
                </a:lnTo>
                <a:lnTo>
                  <a:pt x="1623149" y="125335"/>
                </a:lnTo>
                <a:lnTo>
                  <a:pt x="1622465" y="125447"/>
                </a:lnTo>
                <a:lnTo>
                  <a:pt x="1621770" y="125546"/>
                </a:lnTo>
                <a:lnTo>
                  <a:pt x="1621064" y="125631"/>
                </a:lnTo>
                <a:lnTo>
                  <a:pt x="1620346" y="125704"/>
                </a:lnTo>
                <a:lnTo>
                  <a:pt x="1619617" y="125763"/>
                </a:lnTo>
                <a:lnTo>
                  <a:pt x="1618876" y="125809"/>
                </a:lnTo>
                <a:lnTo>
                  <a:pt x="1618124" y="125842"/>
                </a:lnTo>
                <a:lnTo>
                  <a:pt x="1617360" y="125862"/>
                </a:lnTo>
                <a:lnTo>
                  <a:pt x="1616585" y="125868"/>
                </a:lnTo>
                <a:lnTo>
                  <a:pt x="1615720" y="125860"/>
                </a:lnTo>
                <a:lnTo>
                  <a:pt x="1614867" y="125835"/>
                </a:lnTo>
                <a:lnTo>
                  <a:pt x="1614026" y="125793"/>
                </a:lnTo>
                <a:lnTo>
                  <a:pt x="1613197" y="125735"/>
                </a:lnTo>
                <a:lnTo>
                  <a:pt x="1612380" y="125660"/>
                </a:lnTo>
                <a:lnTo>
                  <a:pt x="1611576" y="125568"/>
                </a:lnTo>
                <a:lnTo>
                  <a:pt x="1610783" y="125459"/>
                </a:lnTo>
                <a:lnTo>
                  <a:pt x="1610003" y="125334"/>
                </a:lnTo>
                <a:lnTo>
                  <a:pt x="1609235" y="125192"/>
                </a:lnTo>
                <a:lnTo>
                  <a:pt x="1608479" y="125034"/>
                </a:lnTo>
                <a:lnTo>
                  <a:pt x="1607736" y="124859"/>
                </a:lnTo>
                <a:lnTo>
                  <a:pt x="1607004" y="124667"/>
                </a:lnTo>
                <a:lnTo>
                  <a:pt x="1606285" y="124458"/>
                </a:lnTo>
                <a:lnTo>
                  <a:pt x="1605578" y="124233"/>
                </a:lnTo>
                <a:lnTo>
                  <a:pt x="1604883" y="123991"/>
                </a:lnTo>
                <a:lnTo>
                  <a:pt x="1604200" y="123732"/>
                </a:lnTo>
                <a:lnTo>
                  <a:pt x="1603529" y="123457"/>
                </a:lnTo>
                <a:lnTo>
                  <a:pt x="1602870" y="123165"/>
                </a:lnTo>
                <a:lnTo>
                  <a:pt x="1602224" y="122856"/>
                </a:lnTo>
                <a:lnTo>
                  <a:pt x="1601590" y="122531"/>
                </a:lnTo>
                <a:lnTo>
                  <a:pt x="1600968" y="122189"/>
                </a:lnTo>
                <a:lnTo>
                  <a:pt x="1600358" y="121830"/>
                </a:lnTo>
                <a:lnTo>
                  <a:pt x="1599760" y="121455"/>
                </a:lnTo>
                <a:lnTo>
                  <a:pt x="1599174" y="121063"/>
                </a:lnTo>
                <a:lnTo>
                  <a:pt x="1598607" y="120650"/>
                </a:lnTo>
                <a:lnTo>
                  <a:pt x="1598064" y="120213"/>
                </a:lnTo>
                <a:lnTo>
                  <a:pt x="1597545" y="119752"/>
                </a:lnTo>
                <a:lnTo>
                  <a:pt x="1597050" y="119267"/>
                </a:lnTo>
                <a:lnTo>
                  <a:pt x="1596579" y="118758"/>
                </a:lnTo>
                <a:lnTo>
                  <a:pt x="1596132" y="118224"/>
                </a:lnTo>
                <a:lnTo>
                  <a:pt x="1595709" y="117666"/>
                </a:lnTo>
                <a:lnTo>
                  <a:pt x="1595311" y="117084"/>
                </a:lnTo>
                <a:lnTo>
                  <a:pt x="1594937" y="116478"/>
                </a:lnTo>
                <a:lnTo>
                  <a:pt x="1594587" y="115847"/>
                </a:lnTo>
                <a:lnTo>
                  <a:pt x="1594261" y="115192"/>
                </a:lnTo>
                <a:lnTo>
                  <a:pt x="1593959" y="114514"/>
                </a:lnTo>
                <a:lnTo>
                  <a:pt x="1593681" y="113810"/>
                </a:lnTo>
                <a:lnTo>
                  <a:pt x="1593427" y="113083"/>
                </a:lnTo>
                <a:lnTo>
                  <a:pt x="1593198" y="112332"/>
                </a:lnTo>
                <a:lnTo>
                  <a:pt x="1592993" y="111556"/>
                </a:lnTo>
                <a:lnTo>
                  <a:pt x="1592812" y="110756"/>
                </a:lnTo>
                <a:lnTo>
                  <a:pt x="1592655" y="109932"/>
                </a:lnTo>
                <a:lnTo>
                  <a:pt x="1592522" y="109083"/>
                </a:lnTo>
                <a:lnTo>
                  <a:pt x="1592413" y="108211"/>
                </a:lnTo>
                <a:lnTo>
                  <a:pt x="1592329" y="107314"/>
                </a:lnTo>
                <a:lnTo>
                  <a:pt x="1592268" y="106393"/>
                </a:lnTo>
                <a:lnTo>
                  <a:pt x="1592232" y="105448"/>
                </a:lnTo>
                <a:lnTo>
                  <a:pt x="1592220" y="104478"/>
                </a:lnTo>
                <a:lnTo>
                  <a:pt x="1576339" y="104478"/>
                </a:lnTo>
                <a:lnTo>
                  <a:pt x="1576344" y="105235"/>
                </a:lnTo>
                <a:lnTo>
                  <a:pt x="1576360" y="105983"/>
                </a:lnTo>
                <a:lnTo>
                  <a:pt x="1576387" y="106722"/>
                </a:lnTo>
                <a:lnTo>
                  <a:pt x="1576425" y="107451"/>
                </a:lnTo>
                <a:lnTo>
                  <a:pt x="1576474" y="108171"/>
                </a:lnTo>
                <a:lnTo>
                  <a:pt x="1576533" y="108881"/>
                </a:lnTo>
                <a:lnTo>
                  <a:pt x="1576603" y="109583"/>
                </a:lnTo>
                <a:lnTo>
                  <a:pt x="1576684" y="110275"/>
                </a:lnTo>
                <a:lnTo>
                  <a:pt x="1576776" y="110957"/>
                </a:lnTo>
                <a:lnTo>
                  <a:pt x="1576878" y="111630"/>
                </a:lnTo>
                <a:lnTo>
                  <a:pt x="1576991" y="112294"/>
                </a:lnTo>
                <a:lnTo>
                  <a:pt x="1577115" y="112948"/>
                </a:lnTo>
                <a:lnTo>
                  <a:pt x="1577250" y="113594"/>
                </a:lnTo>
                <a:lnTo>
                  <a:pt x="1577396" y="114229"/>
                </a:lnTo>
                <a:lnTo>
                  <a:pt x="1577552" y="114856"/>
                </a:lnTo>
                <a:lnTo>
                  <a:pt x="1577720" y="115473"/>
                </a:lnTo>
                <a:lnTo>
                  <a:pt x="1577898" y="116081"/>
                </a:lnTo>
                <a:lnTo>
                  <a:pt x="1578086" y="116679"/>
                </a:lnTo>
                <a:lnTo>
                  <a:pt x="1578286" y="117268"/>
                </a:lnTo>
                <a:lnTo>
                  <a:pt x="1578496" y="117848"/>
                </a:lnTo>
                <a:lnTo>
                  <a:pt x="1578718" y="118418"/>
                </a:lnTo>
                <a:lnTo>
                  <a:pt x="1578950" y="118979"/>
                </a:lnTo>
                <a:lnTo>
                  <a:pt x="1579192" y="119531"/>
                </a:lnTo>
                <a:lnTo>
                  <a:pt x="1579446" y="120073"/>
                </a:lnTo>
                <a:lnTo>
                  <a:pt x="1579709" y="120606"/>
                </a:lnTo>
                <a:lnTo>
                  <a:pt x="1579981" y="121131"/>
                </a:lnTo>
                <a:lnTo>
                  <a:pt x="1580260" y="121646"/>
                </a:lnTo>
                <a:lnTo>
                  <a:pt x="1580549" y="122154"/>
                </a:lnTo>
                <a:lnTo>
                  <a:pt x="1580845" y="122652"/>
                </a:lnTo>
                <a:lnTo>
                  <a:pt x="1581151" y="123142"/>
                </a:lnTo>
                <a:lnTo>
                  <a:pt x="1581464" y="123623"/>
                </a:lnTo>
                <a:lnTo>
                  <a:pt x="1581786" y="124096"/>
                </a:lnTo>
                <a:lnTo>
                  <a:pt x="1582116" y="124560"/>
                </a:lnTo>
                <a:lnTo>
                  <a:pt x="1582455" y="125015"/>
                </a:lnTo>
                <a:lnTo>
                  <a:pt x="1582802" y="125462"/>
                </a:lnTo>
                <a:lnTo>
                  <a:pt x="1583157" y="125900"/>
                </a:lnTo>
                <a:lnTo>
                  <a:pt x="1583521" y="126329"/>
                </a:lnTo>
                <a:lnTo>
                  <a:pt x="1583893" y="126750"/>
                </a:lnTo>
                <a:lnTo>
                  <a:pt x="1584274" y="127162"/>
                </a:lnTo>
                <a:lnTo>
                  <a:pt x="1584663" y="127566"/>
                </a:lnTo>
                <a:lnTo>
                  <a:pt x="1585060" y="127961"/>
                </a:lnTo>
                <a:lnTo>
                  <a:pt x="1585466" y="128347"/>
                </a:lnTo>
                <a:lnTo>
                  <a:pt x="1585880" y="128724"/>
                </a:lnTo>
                <a:lnTo>
                  <a:pt x="1586303" y="129093"/>
                </a:lnTo>
                <a:lnTo>
                  <a:pt x="1586734" y="129454"/>
                </a:lnTo>
                <a:lnTo>
                  <a:pt x="1587173" y="129805"/>
                </a:lnTo>
                <a:lnTo>
                  <a:pt x="1587621" y="130149"/>
                </a:lnTo>
                <a:lnTo>
                  <a:pt x="1588077" y="130483"/>
                </a:lnTo>
                <a:lnTo>
                  <a:pt x="1588540" y="130809"/>
                </a:lnTo>
                <a:lnTo>
                  <a:pt x="1589010" y="131128"/>
                </a:lnTo>
                <a:lnTo>
                  <a:pt x="1589485" y="131440"/>
                </a:lnTo>
                <a:lnTo>
                  <a:pt x="1589966" y="131744"/>
                </a:lnTo>
                <a:lnTo>
                  <a:pt x="1590454" y="132041"/>
                </a:lnTo>
                <a:lnTo>
                  <a:pt x="1590947" y="132330"/>
                </a:lnTo>
                <a:lnTo>
                  <a:pt x="1591446" y="132612"/>
                </a:lnTo>
                <a:lnTo>
                  <a:pt x="1591952" y="132887"/>
                </a:lnTo>
                <a:lnTo>
                  <a:pt x="1592463" y="133154"/>
                </a:lnTo>
                <a:lnTo>
                  <a:pt x="1592980" y="133414"/>
                </a:lnTo>
                <a:lnTo>
                  <a:pt x="1593503" y="133666"/>
                </a:lnTo>
                <a:lnTo>
                  <a:pt x="1594033" y="133911"/>
                </a:lnTo>
                <a:lnTo>
                  <a:pt x="1594568" y="134148"/>
                </a:lnTo>
                <a:lnTo>
                  <a:pt x="1595109" y="134378"/>
                </a:lnTo>
                <a:lnTo>
                  <a:pt x="1595656" y="134601"/>
                </a:lnTo>
                <a:lnTo>
                  <a:pt x="1596210" y="134816"/>
                </a:lnTo>
                <a:lnTo>
                  <a:pt x="1596769" y="135024"/>
                </a:lnTo>
                <a:lnTo>
                  <a:pt x="1597334" y="135225"/>
                </a:lnTo>
                <a:lnTo>
                  <a:pt x="1597905" y="135418"/>
                </a:lnTo>
                <a:lnTo>
                  <a:pt x="1598483" y="135603"/>
                </a:lnTo>
                <a:lnTo>
                  <a:pt x="1599066" y="135782"/>
                </a:lnTo>
                <a:lnTo>
                  <a:pt x="1599655" y="135953"/>
                </a:lnTo>
                <a:lnTo>
                  <a:pt x="1600250" y="136116"/>
                </a:lnTo>
                <a:lnTo>
                  <a:pt x="1600851" y="136272"/>
                </a:lnTo>
                <a:lnTo>
                  <a:pt x="1601457" y="136421"/>
                </a:lnTo>
                <a:lnTo>
                  <a:pt x="1602066" y="136564"/>
                </a:lnTo>
                <a:lnTo>
                  <a:pt x="1602677" y="136700"/>
                </a:lnTo>
                <a:lnTo>
                  <a:pt x="1603291" y="136831"/>
                </a:lnTo>
                <a:lnTo>
                  <a:pt x="1603909" y="136954"/>
                </a:lnTo>
                <a:lnTo>
                  <a:pt x="1604529" y="137072"/>
                </a:lnTo>
                <a:lnTo>
                  <a:pt x="1605152" y="137183"/>
                </a:lnTo>
                <a:lnTo>
                  <a:pt x="1605778" y="137288"/>
                </a:lnTo>
                <a:lnTo>
                  <a:pt x="1606407" y="137386"/>
                </a:lnTo>
                <a:lnTo>
                  <a:pt x="1607039" y="137478"/>
                </a:lnTo>
                <a:lnTo>
                  <a:pt x="1607674" y="137564"/>
                </a:lnTo>
                <a:lnTo>
                  <a:pt x="1608311" y="137643"/>
                </a:lnTo>
                <a:lnTo>
                  <a:pt x="1608952" y="137716"/>
                </a:lnTo>
                <a:lnTo>
                  <a:pt x="1609595" y="137783"/>
                </a:lnTo>
                <a:lnTo>
                  <a:pt x="1610242" y="137843"/>
                </a:lnTo>
                <a:lnTo>
                  <a:pt x="1610891" y="137897"/>
                </a:lnTo>
                <a:lnTo>
                  <a:pt x="1611543" y="137945"/>
                </a:lnTo>
                <a:lnTo>
                  <a:pt x="1612198" y="137986"/>
                </a:lnTo>
                <a:lnTo>
                  <a:pt x="1612856" y="138021"/>
                </a:lnTo>
                <a:lnTo>
                  <a:pt x="1613517" y="138049"/>
                </a:lnTo>
                <a:lnTo>
                  <a:pt x="1614181" y="138071"/>
                </a:lnTo>
                <a:lnTo>
                  <a:pt x="1614848" y="138087"/>
                </a:lnTo>
                <a:lnTo>
                  <a:pt x="1615518" y="138097"/>
                </a:lnTo>
                <a:lnTo>
                  <a:pt x="1616190" y="138100"/>
                </a:lnTo>
                <a:lnTo>
                  <a:pt x="1616862" y="138097"/>
                </a:lnTo>
                <a:lnTo>
                  <a:pt x="1617531" y="138088"/>
                </a:lnTo>
                <a:lnTo>
                  <a:pt x="1618195" y="138073"/>
                </a:lnTo>
                <a:lnTo>
                  <a:pt x="1618855" y="138052"/>
                </a:lnTo>
                <a:lnTo>
                  <a:pt x="1619511" y="138025"/>
                </a:lnTo>
                <a:lnTo>
                  <a:pt x="1620164" y="137992"/>
                </a:lnTo>
                <a:close/>
                <a:moveTo>
                  <a:pt x="2114031" y="137843"/>
                </a:moveTo>
                <a:lnTo>
                  <a:pt x="2114969" y="137750"/>
                </a:lnTo>
                <a:lnTo>
                  <a:pt x="2115895" y="137642"/>
                </a:lnTo>
                <a:lnTo>
                  <a:pt x="2116810" y="137521"/>
                </a:lnTo>
                <a:lnTo>
                  <a:pt x="2117714" y="137385"/>
                </a:lnTo>
                <a:lnTo>
                  <a:pt x="2118606" y="137235"/>
                </a:lnTo>
                <a:lnTo>
                  <a:pt x="2119488" y="137070"/>
                </a:lnTo>
                <a:lnTo>
                  <a:pt x="2120357" y="136892"/>
                </a:lnTo>
                <a:lnTo>
                  <a:pt x="2121216" y="136699"/>
                </a:lnTo>
                <a:lnTo>
                  <a:pt x="2122063" y="136491"/>
                </a:lnTo>
                <a:lnTo>
                  <a:pt x="2122899" y="136270"/>
                </a:lnTo>
                <a:lnTo>
                  <a:pt x="2123724" y="136034"/>
                </a:lnTo>
                <a:lnTo>
                  <a:pt x="2124537" y="135783"/>
                </a:lnTo>
                <a:lnTo>
                  <a:pt x="2125339" y="135519"/>
                </a:lnTo>
                <a:lnTo>
                  <a:pt x="2126129" y="135240"/>
                </a:lnTo>
                <a:lnTo>
                  <a:pt x="2126909" y="134947"/>
                </a:lnTo>
                <a:lnTo>
                  <a:pt x="2127677" y="134639"/>
                </a:lnTo>
                <a:lnTo>
                  <a:pt x="2128434" y="134318"/>
                </a:lnTo>
                <a:lnTo>
                  <a:pt x="2129179" y="133982"/>
                </a:lnTo>
                <a:lnTo>
                  <a:pt x="2129912" y="133632"/>
                </a:lnTo>
                <a:lnTo>
                  <a:pt x="2130631" y="133271"/>
                </a:lnTo>
                <a:lnTo>
                  <a:pt x="2131337" y="132897"/>
                </a:lnTo>
                <a:lnTo>
                  <a:pt x="2132029" y="132512"/>
                </a:lnTo>
                <a:lnTo>
                  <a:pt x="2132707" y="132114"/>
                </a:lnTo>
                <a:lnTo>
                  <a:pt x="2133372" y="131705"/>
                </a:lnTo>
                <a:lnTo>
                  <a:pt x="2134022" y="131283"/>
                </a:lnTo>
                <a:lnTo>
                  <a:pt x="2134659" y="130850"/>
                </a:lnTo>
                <a:lnTo>
                  <a:pt x="2135283" y="130404"/>
                </a:lnTo>
                <a:lnTo>
                  <a:pt x="2135892" y="129947"/>
                </a:lnTo>
                <a:lnTo>
                  <a:pt x="2136488" y="129477"/>
                </a:lnTo>
                <a:lnTo>
                  <a:pt x="2137071" y="128996"/>
                </a:lnTo>
                <a:lnTo>
                  <a:pt x="2137639" y="128502"/>
                </a:lnTo>
                <a:lnTo>
                  <a:pt x="2138194" y="127996"/>
                </a:lnTo>
                <a:lnTo>
                  <a:pt x="2138735" y="127479"/>
                </a:lnTo>
                <a:lnTo>
                  <a:pt x="2139263" y="126949"/>
                </a:lnTo>
                <a:lnTo>
                  <a:pt x="2139776" y="126408"/>
                </a:lnTo>
                <a:lnTo>
                  <a:pt x="2140277" y="125854"/>
                </a:lnTo>
                <a:lnTo>
                  <a:pt x="2140763" y="125288"/>
                </a:lnTo>
                <a:lnTo>
                  <a:pt x="2141236" y="124711"/>
                </a:lnTo>
                <a:lnTo>
                  <a:pt x="2141695" y="124121"/>
                </a:lnTo>
                <a:lnTo>
                  <a:pt x="2142140" y="123519"/>
                </a:lnTo>
                <a:lnTo>
                  <a:pt x="2142571" y="122906"/>
                </a:lnTo>
                <a:lnTo>
                  <a:pt x="2142989" y="122280"/>
                </a:lnTo>
                <a:lnTo>
                  <a:pt x="2143392" y="121643"/>
                </a:lnTo>
                <a:lnTo>
                  <a:pt x="2143779" y="120997"/>
                </a:lnTo>
                <a:lnTo>
                  <a:pt x="2144150" y="120340"/>
                </a:lnTo>
                <a:lnTo>
                  <a:pt x="2144504" y="119673"/>
                </a:lnTo>
                <a:lnTo>
                  <a:pt x="2144843" y="118996"/>
                </a:lnTo>
                <a:lnTo>
                  <a:pt x="2145165" y="118309"/>
                </a:lnTo>
                <a:lnTo>
                  <a:pt x="2145472" y="117612"/>
                </a:lnTo>
                <a:lnTo>
                  <a:pt x="2145762" y="116905"/>
                </a:lnTo>
                <a:lnTo>
                  <a:pt x="2146036" y="116188"/>
                </a:lnTo>
                <a:lnTo>
                  <a:pt x="2146294" y="115460"/>
                </a:lnTo>
                <a:lnTo>
                  <a:pt x="2146536" y="114723"/>
                </a:lnTo>
                <a:lnTo>
                  <a:pt x="2146762" y="113976"/>
                </a:lnTo>
                <a:lnTo>
                  <a:pt x="2146972" y="113218"/>
                </a:lnTo>
                <a:lnTo>
                  <a:pt x="2147166" y="112451"/>
                </a:lnTo>
                <a:lnTo>
                  <a:pt x="2147343" y="111673"/>
                </a:lnTo>
                <a:lnTo>
                  <a:pt x="2147505" y="110886"/>
                </a:lnTo>
                <a:lnTo>
                  <a:pt x="2147650" y="110088"/>
                </a:lnTo>
                <a:lnTo>
                  <a:pt x="2147780" y="109280"/>
                </a:lnTo>
                <a:lnTo>
                  <a:pt x="2147893" y="108462"/>
                </a:lnTo>
                <a:lnTo>
                  <a:pt x="2147990" y="107634"/>
                </a:lnTo>
                <a:lnTo>
                  <a:pt x="2148071" y="106797"/>
                </a:lnTo>
                <a:lnTo>
                  <a:pt x="2148136" y="105949"/>
                </a:lnTo>
                <a:lnTo>
                  <a:pt x="2148185" y="105090"/>
                </a:lnTo>
                <a:lnTo>
                  <a:pt x="2148217" y="104222"/>
                </a:lnTo>
                <a:lnTo>
                  <a:pt x="2131941" y="104222"/>
                </a:lnTo>
                <a:lnTo>
                  <a:pt x="2131906" y="105069"/>
                </a:lnTo>
                <a:lnTo>
                  <a:pt x="2131851" y="105900"/>
                </a:lnTo>
                <a:lnTo>
                  <a:pt x="2131775" y="106713"/>
                </a:lnTo>
                <a:lnTo>
                  <a:pt x="2131678" y="107510"/>
                </a:lnTo>
                <a:lnTo>
                  <a:pt x="2131561" y="108290"/>
                </a:lnTo>
                <a:lnTo>
                  <a:pt x="2131423" y="109054"/>
                </a:lnTo>
                <a:lnTo>
                  <a:pt x="2131265" y="109800"/>
                </a:lnTo>
                <a:lnTo>
                  <a:pt x="2131086" y="110530"/>
                </a:lnTo>
                <a:lnTo>
                  <a:pt x="2130887" y="111243"/>
                </a:lnTo>
                <a:lnTo>
                  <a:pt x="2130667" y="111940"/>
                </a:lnTo>
                <a:lnTo>
                  <a:pt x="2130427" y="112619"/>
                </a:lnTo>
                <a:lnTo>
                  <a:pt x="2130166" y="113282"/>
                </a:lnTo>
                <a:lnTo>
                  <a:pt x="2129884" y="113928"/>
                </a:lnTo>
                <a:lnTo>
                  <a:pt x="2129582" y="114558"/>
                </a:lnTo>
                <a:lnTo>
                  <a:pt x="2129259" y="115170"/>
                </a:lnTo>
                <a:lnTo>
                  <a:pt x="2128916" y="115766"/>
                </a:lnTo>
                <a:lnTo>
                  <a:pt x="2128552" y="116346"/>
                </a:lnTo>
                <a:lnTo>
                  <a:pt x="2128168" y="116908"/>
                </a:lnTo>
                <a:lnTo>
                  <a:pt x="2127763" y="117454"/>
                </a:lnTo>
                <a:lnTo>
                  <a:pt x="2127338" y="117983"/>
                </a:lnTo>
                <a:lnTo>
                  <a:pt x="2126892" y="118495"/>
                </a:lnTo>
                <a:lnTo>
                  <a:pt x="2126425" y="118990"/>
                </a:lnTo>
                <a:lnTo>
                  <a:pt x="2125938" y="119469"/>
                </a:lnTo>
                <a:lnTo>
                  <a:pt x="2125431" y="119931"/>
                </a:lnTo>
                <a:lnTo>
                  <a:pt x="2124904" y="120375"/>
                </a:lnTo>
                <a:lnTo>
                  <a:pt x="2124361" y="120801"/>
                </a:lnTo>
                <a:lnTo>
                  <a:pt x="2123802" y="121207"/>
                </a:lnTo>
                <a:lnTo>
                  <a:pt x="2123225" y="121595"/>
                </a:lnTo>
                <a:lnTo>
                  <a:pt x="2122632" y="121963"/>
                </a:lnTo>
                <a:lnTo>
                  <a:pt x="2122021" y="122313"/>
                </a:lnTo>
                <a:lnTo>
                  <a:pt x="2121394" y="122644"/>
                </a:lnTo>
                <a:lnTo>
                  <a:pt x="2120751" y="122956"/>
                </a:lnTo>
                <a:lnTo>
                  <a:pt x="2120090" y="123249"/>
                </a:lnTo>
                <a:lnTo>
                  <a:pt x="2119413" y="123523"/>
                </a:lnTo>
                <a:lnTo>
                  <a:pt x="2118719" y="123778"/>
                </a:lnTo>
                <a:lnTo>
                  <a:pt x="2118008" y="124014"/>
                </a:lnTo>
                <a:lnTo>
                  <a:pt x="2117280" y="124231"/>
                </a:lnTo>
                <a:lnTo>
                  <a:pt x="2116536" y="124430"/>
                </a:lnTo>
                <a:lnTo>
                  <a:pt x="2115775" y="124610"/>
                </a:lnTo>
                <a:lnTo>
                  <a:pt x="2114997" y="124770"/>
                </a:lnTo>
                <a:lnTo>
                  <a:pt x="2114202" y="124912"/>
                </a:lnTo>
                <a:lnTo>
                  <a:pt x="2113390" y="125035"/>
                </a:lnTo>
                <a:lnTo>
                  <a:pt x="2112562" y="125139"/>
                </a:lnTo>
                <a:lnTo>
                  <a:pt x="2111717" y="125224"/>
                </a:lnTo>
                <a:lnTo>
                  <a:pt x="2110855" y="125290"/>
                </a:lnTo>
                <a:lnTo>
                  <a:pt x="2109976" y="125337"/>
                </a:lnTo>
                <a:lnTo>
                  <a:pt x="2109081" y="125366"/>
                </a:lnTo>
                <a:lnTo>
                  <a:pt x="2108168" y="125375"/>
                </a:lnTo>
                <a:lnTo>
                  <a:pt x="2107312" y="125367"/>
                </a:lnTo>
                <a:lnTo>
                  <a:pt x="2106470" y="125341"/>
                </a:lnTo>
                <a:lnTo>
                  <a:pt x="2105642" y="125298"/>
                </a:lnTo>
                <a:lnTo>
                  <a:pt x="2104828" y="125238"/>
                </a:lnTo>
                <a:lnTo>
                  <a:pt x="2104028" y="125161"/>
                </a:lnTo>
                <a:lnTo>
                  <a:pt x="2103242" y="125066"/>
                </a:lnTo>
                <a:lnTo>
                  <a:pt x="2102470" y="124955"/>
                </a:lnTo>
                <a:lnTo>
                  <a:pt x="2101713" y="124826"/>
                </a:lnTo>
                <a:lnTo>
                  <a:pt x="2100969" y="124681"/>
                </a:lnTo>
                <a:lnTo>
                  <a:pt x="2100239" y="124518"/>
                </a:lnTo>
                <a:lnTo>
                  <a:pt x="2099523" y="124338"/>
                </a:lnTo>
                <a:lnTo>
                  <a:pt x="2098822" y="124141"/>
                </a:lnTo>
                <a:lnTo>
                  <a:pt x="2098134" y="123926"/>
                </a:lnTo>
                <a:lnTo>
                  <a:pt x="2097461" y="123695"/>
                </a:lnTo>
                <a:lnTo>
                  <a:pt x="2096801" y="123446"/>
                </a:lnTo>
                <a:lnTo>
                  <a:pt x="2096156" y="123180"/>
                </a:lnTo>
                <a:lnTo>
                  <a:pt x="2095524" y="122897"/>
                </a:lnTo>
                <a:lnTo>
                  <a:pt x="2094907" y="122597"/>
                </a:lnTo>
                <a:lnTo>
                  <a:pt x="2094304" y="122280"/>
                </a:lnTo>
                <a:lnTo>
                  <a:pt x="2093714" y="121946"/>
                </a:lnTo>
                <a:lnTo>
                  <a:pt x="2093139" y="121594"/>
                </a:lnTo>
                <a:lnTo>
                  <a:pt x="2092578" y="121226"/>
                </a:lnTo>
                <a:lnTo>
                  <a:pt x="2092031" y="120840"/>
                </a:lnTo>
                <a:lnTo>
                  <a:pt x="2091498" y="120437"/>
                </a:lnTo>
                <a:lnTo>
                  <a:pt x="2090977" y="120020"/>
                </a:lnTo>
                <a:lnTo>
                  <a:pt x="2090469" y="119591"/>
                </a:lnTo>
                <a:lnTo>
                  <a:pt x="2089972" y="119152"/>
                </a:lnTo>
                <a:lnTo>
                  <a:pt x="2089488" y="118701"/>
                </a:lnTo>
                <a:lnTo>
                  <a:pt x="2089015" y="118239"/>
                </a:lnTo>
                <a:lnTo>
                  <a:pt x="2088554" y="117765"/>
                </a:lnTo>
                <a:lnTo>
                  <a:pt x="2088104" y="117280"/>
                </a:lnTo>
                <a:lnTo>
                  <a:pt x="2087667" y="116785"/>
                </a:lnTo>
                <a:lnTo>
                  <a:pt x="2087241" y="116277"/>
                </a:lnTo>
                <a:lnTo>
                  <a:pt x="2086827" y="115759"/>
                </a:lnTo>
                <a:lnTo>
                  <a:pt x="2086425" y="115229"/>
                </a:lnTo>
                <a:lnTo>
                  <a:pt x="2086035" y="114689"/>
                </a:lnTo>
                <a:lnTo>
                  <a:pt x="2085657" y="114136"/>
                </a:lnTo>
                <a:lnTo>
                  <a:pt x="2085290" y="113573"/>
                </a:lnTo>
                <a:lnTo>
                  <a:pt x="2084936" y="112998"/>
                </a:lnTo>
                <a:lnTo>
                  <a:pt x="2084593" y="112412"/>
                </a:lnTo>
                <a:lnTo>
                  <a:pt x="2084261" y="111815"/>
                </a:lnTo>
                <a:lnTo>
                  <a:pt x="2083942" y="111207"/>
                </a:lnTo>
                <a:lnTo>
                  <a:pt x="2083635" y="110587"/>
                </a:lnTo>
                <a:lnTo>
                  <a:pt x="2083339" y="109956"/>
                </a:lnTo>
                <a:lnTo>
                  <a:pt x="2083055" y="109314"/>
                </a:lnTo>
                <a:lnTo>
                  <a:pt x="2082783" y="108661"/>
                </a:lnTo>
                <a:lnTo>
                  <a:pt x="2082523" y="107996"/>
                </a:lnTo>
                <a:lnTo>
                  <a:pt x="2082275" y="107320"/>
                </a:lnTo>
                <a:lnTo>
                  <a:pt x="2082037" y="106636"/>
                </a:lnTo>
                <a:lnTo>
                  <a:pt x="2081809" y="105946"/>
                </a:lnTo>
                <a:lnTo>
                  <a:pt x="2081591" y="105251"/>
                </a:lnTo>
                <a:lnTo>
                  <a:pt x="2081383" y="104550"/>
                </a:lnTo>
                <a:lnTo>
                  <a:pt x="2081184" y="103844"/>
                </a:lnTo>
                <a:lnTo>
                  <a:pt x="2080995" y="103132"/>
                </a:lnTo>
                <a:lnTo>
                  <a:pt x="2080816" y="102414"/>
                </a:lnTo>
                <a:lnTo>
                  <a:pt x="2080647" y="101691"/>
                </a:lnTo>
                <a:lnTo>
                  <a:pt x="2080487" y="100963"/>
                </a:lnTo>
                <a:lnTo>
                  <a:pt x="2080338" y="100229"/>
                </a:lnTo>
                <a:lnTo>
                  <a:pt x="2080198" y="99489"/>
                </a:lnTo>
                <a:lnTo>
                  <a:pt x="2080067" y="98744"/>
                </a:lnTo>
                <a:lnTo>
                  <a:pt x="2079947" y="97993"/>
                </a:lnTo>
                <a:lnTo>
                  <a:pt x="2079836" y="97237"/>
                </a:lnTo>
                <a:lnTo>
                  <a:pt x="2079735" y="96475"/>
                </a:lnTo>
                <a:lnTo>
                  <a:pt x="2079644" y="95708"/>
                </a:lnTo>
                <a:lnTo>
                  <a:pt x="2079563" y="94935"/>
                </a:lnTo>
                <a:lnTo>
                  <a:pt x="2079491" y="94157"/>
                </a:lnTo>
                <a:lnTo>
                  <a:pt x="2079429" y="93373"/>
                </a:lnTo>
                <a:lnTo>
                  <a:pt x="2079377" y="92583"/>
                </a:lnTo>
                <a:lnTo>
                  <a:pt x="2079334" y="91788"/>
                </a:lnTo>
                <a:lnTo>
                  <a:pt x="2079302" y="90988"/>
                </a:lnTo>
                <a:lnTo>
                  <a:pt x="2079279" y="90182"/>
                </a:lnTo>
                <a:lnTo>
                  <a:pt x="2079266" y="89370"/>
                </a:lnTo>
                <a:lnTo>
                  <a:pt x="2147724" y="89370"/>
                </a:lnTo>
                <a:lnTo>
                  <a:pt x="2147740" y="89292"/>
                </a:lnTo>
                <a:lnTo>
                  <a:pt x="2147756" y="89210"/>
                </a:lnTo>
                <a:lnTo>
                  <a:pt x="2147772" y="89124"/>
                </a:lnTo>
                <a:lnTo>
                  <a:pt x="2147787" y="89034"/>
                </a:lnTo>
                <a:lnTo>
                  <a:pt x="2147802" y="88940"/>
                </a:lnTo>
                <a:lnTo>
                  <a:pt x="2147817" y="88841"/>
                </a:lnTo>
                <a:lnTo>
                  <a:pt x="2147831" y="88739"/>
                </a:lnTo>
                <a:lnTo>
                  <a:pt x="2147845" y="88633"/>
                </a:lnTo>
                <a:lnTo>
                  <a:pt x="2147858" y="88522"/>
                </a:lnTo>
                <a:lnTo>
                  <a:pt x="2147871" y="88408"/>
                </a:lnTo>
                <a:lnTo>
                  <a:pt x="2147884" y="88289"/>
                </a:lnTo>
                <a:lnTo>
                  <a:pt x="2147897" y="88167"/>
                </a:lnTo>
                <a:lnTo>
                  <a:pt x="2147909" y="88040"/>
                </a:lnTo>
                <a:lnTo>
                  <a:pt x="2147921" y="87909"/>
                </a:lnTo>
                <a:lnTo>
                  <a:pt x="2147932" y="87775"/>
                </a:lnTo>
                <a:lnTo>
                  <a:pt x="2147943" y="87636"/>
                </a:lnTo>
                <a:lnTo>
                  <a:pt x="2147954" y="87493"/>
                </a:lnTo>
                <a:lnTo>
                  <a:pt x="2147964" y="87346"/>
                </a:lnTo>
                <a:lnTo>
                  <a:pt x="2147975" y="87195"/>
                </a:lnTo>
                <a:lnTo>
                  <a:pt x="2147984" y="87041"/>
                </a:lnTo>
                <a:lnTo>
                  <a:pt x="2147994" y="86882"/>
                </a:lnTo>
                <a:lnTo>
                  <a:pt x="2148003" y="86719"/>
                </a:lnTo>
                <a:lnTo>
                  <a:pt x="2148012" y="86551"/>
                </a:lnTo>
                <a:lnTo>
                  <a:pt x="2148020" y="86380"/>
                </a:lnTo>
                <a:lnTo>
                  <a:pt x="2148028" y="86208"/>
                </a:lnTo>
                <a:lnTo>
                  <a:pt x="2148036" y="86037"/>
                </a:lnTo>
                <a:lnTo>
                  <a:pt x="2148043" y="85869"/>
                </a:lnTo>
                <a:lnTo>
                  <a:pt x="2148050" y="85702"/>
                </a:lnTo>
                <a:lnTo>
                  <a:pt x="2148057" y="85538"/>
                </a:lnTo>
                <a:lnTo>
                  <a:pt x="2148063" y="85375"/>
                </a:lnTo>
                <a:lnTo>
                  <a:pt x="2148069" y="85214"/>
                </a:lnTo>
                <a:lnTo>
                  <a:pt x="2148075" y="85055"/>
                </a:lnTo>
                <a:lnTo>
                  <a:pt x="2148080" y="84898"/>
                </a:lnTo>
                <a:lnTo>
                  <a:pt x="2148085" y="84743"/>
                </a:lnTo>
                <a:lnTo>
                  <a:pt x="2148090" y="84590"/>
                </a:lnTo>
                <a:lnTo>
                  <a:pt x="2148094" y="84439"/>
                </a:lnTo>
                <a:lnTo>
                  <a:pt x="2148098" y="84290"/>
                </a:lnTo>
                <a:lnTo>
                  <a:pt x="2148101" y="84143"/>
                </a:lnTo>
                <a:lnTo>
                  <a:pt x="2148105" y="83997"/>
                </a:lnTo>
                <a:lnTo>
                  <a:pt x="2148108" y="83854"/>
                </a:lnTo>
                <a:lnTo>
                  <a:pt x="2148110" y="83713"/>
                </a:lnTo>
                <a:lnTo>
                  <a:pt x="2148112" y="83573"/>
                </a:lnTo>
                <a:lnTo>
                  <a:pt x="2148114" y="83435"/>
                </a:lnTo>
                <a:lnTo>
                  <a:pt x="2148116" y="83300"/>
                </a:lnTo>
                <a:lnTo>
                  <a:pt x="2148117" y="83166"/>
                </a:lnTo>
                <a:lnTo>
                  <a:pt x="2148118" y="83034"/>
                </a:lnTo>
                <a:lnTo>
                  <a:pt x="2148118" y="82905"/>
                </a:lnTo>
                <a:lnTo>
                  <a:pt x="2148119" y="82777"/>
                </a:lnTo>
                <a:lnTo>
                  <a:pt x="2148099" y="80893"/>
                </a:lnTo>
                <a:lnTo>
                  <a:pt x="2148041" y="79047"/>
                </a:lnTo>
                <a:lnTo>
                  <a:pt x="2147944" y="77237"/>
                </a:lnTo>
                <a:lnTo>
                  <a:pt x="2147809" y="75465"/>
                </a:lnTo>
                <a:lnTo>
                  <a:pt x="2147635" y="73729"/>
                </a:lnTo>
                <a:lnTo>
                  <a:pt x="2147422" y="72031"/>
                </a:lnTo>
                <a:lnTo>
                  <a:pt x="2147170" y="70369"/>
                </a:lnTo>
                <a:lnTo>
                  <a:pt x="2146880" y="68745"/>
                </a:lnTo>
                <a:lnTo>
                  <a:pt x="2146551" y="67157"/>
                </a:lnTo>
                <a:lnTo>
                  <a:pt x="2146183" y="65607"/>
                </a:lnTo>
                <a:lnTo>
                  <a:pt x="2145777" y="64093"/>
                </a:lnTo>
                <a:lnTo>
                  <a:pt x="2145332" y="62617"/>
                </a:lnTo>
                <a:lnTo>
                  <a:pt x="2144848" y="61177"/>
                </a:lnTo>
                <a:lnTo>
                  <a:pt x="2144326" y="59774"/>
                </a:lnTo>
                <a:lnTo>
                  <a:pt x="2143764" y="58409"/>
                </a:lnTo>
                <a:lnTo>
                  <a:pt x="2143165" y="57080"/>
                </a:lnTo>
                <a:lnTo>
                  <a:pt x="2142526" y="55789"/>
                </a:lnTo>
                <a:lnTo>
                  <a:pt x="2141849" y="54534"/>
                </a:lnTo>
                <a:lnTo>
                  <a:pt x="2141133" y="53316"/>
                </a:lnTo>
                <a:lnTo>
                  <a:pt x="2140378" y="52136"/>
                </a:lnTo>
                <a:lnTo>
                  <a:pt x="2139584" y="50992"/>
                </a:lnTo>
                <a:lnTo>
                  <a:pt x="2138752" y="49886"/>
                </a:lnTo>
                <a:lnTo>
                  <a:pt x="2137882" y="48816"/>
                </a:lnTo>
                <a:lnTo>
                  <a:pt x="2136972" y="47783"/>
                </a:lnTo>
                <a:lnTo>
                  <a:pt x="2136028" y="46790"/>
                </a:lnTo>
                <a:lnTo>
                  <a:pt x="2135055" y="45839"/>
                </a:lnTo>
                <a:lnTo>
                  <a:pt x="2134053" y="44930"/>
                </a:lnTo>
                <a:lnTo>
                  <a:pt x="2133021" y="44064"/>
                </a:lnTo>
                <a:lnTo>
                  <a:pt x="2131959" y="43239"/>
                </a:lnTo>
                <a:lnTo>
                  <a:pt x="2130868" y="42457"/>
                </a:lnTo>
                <a:lnTo>
                  <a:pt x="2129748" y="41718"/>
                </a:lnTo>
                <a:lnTo>
                  <a:pt x="2128598" y="41020"/>
                </a:lnTo>
                <a:lnTo>
                  <a:pt x="2127419" y="40365"/>
                </a:lnTo>
                <a:lnTo>
                  <a:pt x="2126210" y="39752"/>
                </a:lnTo>
                <a:lnTo>
                  <a:pt x="2124972" y="39182"/>
                </a:lnTo>
                <a:lnTo>
                  <a:pt x="2123705" y="38653"/>
                </a:lnTo>
                <a:lnTo>
                  <a:pt x="2122407" y="38167"/>
                </a:lnTo>
                <a:lnTo>
                  <a:pt x="2121081" y="37723"/>
                </a:lnTo>
                <a:lnTo>
                  <a:pt x="2119725" y="37322"/>
                </a:lnTo>
                <a:lnTo>
                  <a:pt x="2118339" y="36963"/>
                </a:lnTo>
                <a:lnTo>
                  <a:pt x="2116925" y="36646"/>
                </a:lnTo>
                <a:lnTo>
                  <a:pt x="2115480" y="36371"/>
                </a:lnTo>
                <a:lnTo>
                  <a:pt x="2114006" y="36138"/>
                </a:lnTo>
                <a:lnTo>
                  <a:pt x="2112503" y="35948"/>
                </a:lnTo>
                <a:lnTo>
                  <a:pt x="2110970" y="35800"/>
                </a:lnTo>
                <a:lnTo>
                  <a:pt x="2109408" y="35695"/>
                </a:lnTo>
                <a:lnTo>
                  <a:pt x="2107816" y="35631"/>
                </a:lnTo>
                <a:lnTo>
                  <a:pt x="2106195" y="35610"/>
                </a:lnTo>
                <a:lnTo>
                  <a:pt x="2104971" y="35621"/>
                </a:lnTo>
                <a:lnTo>
                  <a:pt x="2103765" y="35655"/>
                </a:lnTo>
                <a:lnTo>
                  <a:pt x="2102577" y="35712"/>
                </a:lnTo>
                <a:lnTo>
                  <a:pt x="2101407" y="35791"/>
                </a:lnTo>
                <a:lnTo>
                  <a:pt x="2100255" y="35892"/>
                </a:lnTo>
                <a:lnTo>
                  <a:pt x="2099121" y="36016"/>
                </a:lnTo>
                <a:lnTo>
                  <a:pt x="2098005" y="36163"/>
                </a:lnTo>
                <a:lnTo>
                  <a:pt x="2096907" y="36332"/>
                </a:lnTo>
                <a:lnTo>
                  <a:pt x="2095826" y="36524"/>
                </a:lnTo>
                <a:lnTo>
                  <a:pt x="2094764" y="36739"/>
                </a:lnTo>
                <a:lnTo>
                  <a:pt x="2093720" y="36976"/>
                </a:lnTo>
                <a:lnTo>
                  <a:pt x="2092694" y="37235"/>
                </a:lnTo>
                <a:lnTo>
                  <a:pt x="2091685" y="37518"/>
                </a:lnTo>
                <a:lnTo>
                  <a:pt x="2090695" y="37822"/>
                </a:lnTo>
                <a:lnTo>
                  <a:pt x="2089723" y="38150"/>
                </a:lnTo>
                <a:lnTo>
                  <a:pt x="2088768" y="38499"/>
                </a:lnTo>
                <a:lnTo>
                  <a:pt x="2087832" y="38872"/>
                </a:lnTo>
                <a:lnTo>
                  <a:pt x="2086914" y="39267"/>
                </a:lnTo>
                <a:lnTo>
                  <a:pt x="2086013" y="39685"/>
                </a:lnTo>
                <a:lnTo>
                  <a:pt x="2085131" y="40125"/>
                </a:lnTo>
                <a:lnTo>
                  <a:pt x="2084267" y="40588"/>
                </a:lnTo>
                <a:lnTo>
                  <a:pt x="2083420" y="41073"/>
                </a:lnTo>
                <a:lnTo>
                  <a:pt x="2082592" y="41581"/>
                </a:lnTo>
                <a:lnTo>
                  <a:pt x="2081781" y="42111"/>
                </a:lnTo>
                <a:lnTo>
                  <a:pt x="2080988" y="42662"/>
                </a:lnTo>
                <a:lnTo>
                  <a:pt x="2080213" y="43230"/>
                </a:lnTo>
                <a:lnTo>
                  <a:pt x="2079454" y="43815"/>
                </a:lnTo>
                <a:lnTo>
                  <a:pt x="2078712" y="44418"/>
                </a:lnTo>
                <a:lnTo>
                  <a:pt x="2077988" y="45038"/>
                </a:lnTo>
                <a:lnTo>
                  <a:pt x="2077281" y="45676"/>
                </a:lnTo>
                <a:lnTo>
                  <a:pt x="2076591" y="46331"/>
                </a:lnTo>
                <a:lnTo>
                  <a:pt x="2075918" y="47004"/>
                </a:lnTo>
                <a:lnTo>
                  <a:pt x="2075262" y="47694"/>
                </a:lnTo>
                <a:lnTo>
                  <a:pt x="2074623" y="48402"/>
                </a:lnTo>
                <a:lnTo>
                  <a:pt x="2074001" y="49127"/>
                </a:lnTo>
                <a:lnTo>
                  <a:pt x="2073397" y="49869"/>
                </a:lnTo>
                <a:lnTo>
                  <a:pt x="2072809" y="50629"/>
                </a:lnTo>
                <a:lnTo>
                  <a:pt x="2072239" y="51407"/>
                </a:lnTo>
                <a:lnTo>
                  <a:pt x="2071686" y="52202"/>
                </a:lnTo>
                <a:lnTo>
                  <a:pt x="2071150" y="53014"/>
                </a:lnTo>
                <a:lnTo>
                  <a:pt x="2070631" y="53844"/>
                </a:lnTo>
                <a:lnTo>
                  <a:pt x="2070129" y="54691"/>
                </a:lnTo>
                <a:lnTo>
                  <a:pt x="2069644" y="55556"/>
                </a:lnTo>
                <a:lnTo>
                  <a:pt x="2069177" y="56438"/>
                </a:lnTo>
                <a:lnTo>
                  <a:pt x="2068727" y="57338"/>
                </a:lnTo>
                <a:lnTo>
                  <a:pt x="2068293" y="58255"/>
                </a:lnTo>
                <a:lnTo>
                  <a:pt x="2067877" y="59189"/>
                </a:lnTo>
                <a:lnTo>
                  <a:pt x="2067478" y="60141"/>
                </a:lnTo>
                <a:lnTo>
                  <a:pt x="2067096" y="61108"/>
                </a:lnTo>
                <a:lnTo>
                  <a:pt x="2066730" y="62088"/>
                </a:lnTo>
                <a:lnTo>
                  <a:pt x="2066380" y="63080"/>
                </a:lnTo>
                <a:lnTo>
                  <a:pt x="2066046" y="64084"/>
                </a:lnTo>
                <a:lnTo>
                  <a:pt x="2065729" y="65102"/>
                </a:lnTo>
                <a:lnTo>
                  <a:pt x="2065428" y="66131"/>
                </a:lnTo>
                <a:lnTo>
                  <a:pt x="2065143" y="67173"/>
                </a:lnTo>
                <a:lnTo>
                  <a:pt x="2064875" y="68228"/>
                </a:lnTo>
                <a:lnTo>
                  <a:pt x="2064623" y="69295"/>
                </a:lnTo>
                <a:lnTo>
                  <a:pt x="2064387" y="70375"/>
                </a:lnTo>
                <a:lnTo>
                  <a:pt x="2064167" y="71467"/>
                </a:lnTo>
                <a:lnTo>
                  <a:pt x="2063964" y="72572"/>
                </a:lnTo>
                <a:lnTo>
                  <a:pt x="2063777" y="73689"/>
                </a:lnTo>
                <a:lnTo>
                  <a:pt x="2063606" y="74819"/>
                </a:lnTo>
                <a:lnTo>
                  <a:pt x="2063451" y="75961"/>
                </a:lnTo>
                <a:lnTo>
                  <a:pt x="2063313" y="77116"/>
                </a:lnTo>
                <a:lnTo>
                  <a:pt x="2063191" y="78283"/>
                </a:lnTo>
                <a:lnTo>
                  <a:pt x="2063085" y="79463"/>
                </a:lnTo>
                <a:lnTo>
                  <a:pt x="2062996" y="80656"/>
                </a:lnTo>
                <a:lnTo>
                  <a:pt x="2062923" y="81861"/>
                </a:lnTo>
                <a:lnTo>
                  <a:pt x="2062866" y="83078"/>
                </a:lnTo>
                <a:lnTo>
                  <a:pt x="2062825" y="84308"/>
                </a:lnTo>
                <a:lnTo>
                  <a:pt x="2062801" y="85551"/>
                </a:lnTo>
                <a:lnTo>
                  <a:pt x="2062793" y="86806"/>
                </a:lnTo>
                <a:lnTo>
                  <a:pt x="2062801" y="88011"/>
                </a:lnTo>
                <a:lnTo>
                  <a:pt x="2062826" y="89206"/>
                </a:lnTo>
                <a:lnTo>
                  <a:pt x="2062868" y="90392"/>
                </a:lnTo>
                <a:lnTo>
                  <a:pt x="2062927" y="91567"/>
                </a:lnTo>
                <a:lnTo>
                  <a:pt x="2063002" y="92732"/>
                </a:lnTo>
                <a:lnTo>
                  <a:pt x="2063095" y="93887"/>
                </a:lnTo>
                <a:lnTo>
                  <a:pt x="2063204" y="95032"/>
                </a:lnTo>
                <a:lnTo>
                  <a:pt x="2063330" y="96168"/>
                </a:lnTo>
                <a:lnTo>
                  <a:pt x="2063472" y="97293"/>
                </a:lnTo>
                <a:lnTo>
                  <a:pt x="2063632" y="98407"/>
                </a:lnTo>
                <a:lnTo>
                  <a:pt x="2063808" y="99512"/>
                </a:lnTo>
                <a:lnTo>
                  <a:pt x="2064001" y="100607"/>
                </a:lnTo>
                <a:lnTo>
                  <a:pt x="2064211" y="101692"/>
                </a:lnTo>
                <a:lnTo>
                  <a:pt x="2064437" y="102767"/>
                </a:lnTo>
                <a:lnTo>
                  <a:pt x="2064681" y="103831"/>
                </a:lnTo>
                <a:lnTo>
                  <a:pt x="2064941" y="104886"/>
                </a:lnTo>
                <a:lnTo>
                  <a:pt x="2065218" y="105931"/>
                </a:lnTo>
                <a:lnTo>
                  <a:pt x="2065511" y="106965"/>
                </a:lnTo>
                <a:lnTo>
                  <a:pt x="2065822" y="107990"/>
                </a:lnTo>
                <a:lnTo>
                  <a:pt x="2066149" y="109004"/>
                </a:lnTo>
                <a:lnTo>
                  <a:pt x="2066493" y="110009"/>
                </a:lnTo>
                <a:lnTo>
                  <a:pt x="2066854" y="111003"/>
                </a:lnTo>
                <a:lnTo>
                  <a:pt x="2067232" y="111987"/>
                </a:lnTo>
                <a:lnTo>
                  <a:pt x="2067626" y="112961"/>
                </a:lnTo>
                <a:lnTo>
                  <a:pt x="2068038" y="113922"/>
                </a:lnTo>
                <a:lnTo>
                  <a:pt x="2068468" y="114866"/>
                </a:lnTo>
                <a:lnTo>
                  <a:pt x="2068915" y="115792"/>
                </a:lnTo>
                <a:lnTo>
                  <a:pt x="2069381" y="116702"/>
                </a:lnTo>
                <a:lnTo>
                  <a:pt x="2069865" y="117595"/>
                </a:lnTo>
                <a:lnTo>
                  <a:pt x="2070366" y="118471"/>
                </a:lnTo>
                <a:lnTo>
                  <a:pt x="2070886" y="119330"/>
                </a:lnTo>
                <a:lnTo>
                  <a:pt x="2071424" y="120172"/>
                </a:lnTo>
                <a:lnTo>
                  <a:pt x="2071979" y="120997"/>
                </a:lnTo>
                <a:lnTo>
                  <a:pt x="2072553" y="121806"/>
                </a:lnTo>
                <a:lnTo>
                  <a:pt x="2073145" y="122597"/>
                </a:lnTo>
                <a:lnTo>
                  <a:pt x="2073754" y="123371"/>
                </a:lnTo>
                <a:lnTo>
                  <a:pt x="2074382" y="124129"/>
                </a:lnTo>
                <a:lnTo>
                  <a:pt x="2075027" y="124870"/>
                </a:lnTo>
                <a:lnTo>
                  <a:pt x="2075691" y="125593"/>
                </a:lnTo>
                <a:lnTo>
                  <a:pt x="2076372" y="126300"/>
                </a:lnTo>
                <a:lnTo>
                  <a:pt x="2077072" y="126990"/>
                </a:lnTo>
                <a:lnTo>
                  <a:pt x="2077789" y="127663"/>
                </a:lnTo>
                <a:lnTo>
                  <a:pt x="2078525" y="128319"/>
                </a:lnTo>
                <a:lnTo>
                  <a:pt x="2079278" y="128958"/>
                </a:lnTo>
                <a:lnTo>
                  <a:pt x="2080050" y="129581"/>
                </a:lnTo>
                <a:lnTo>
                  <a:pt x="2080839" y="130186"/>
                </a:lnTo>
                <a:lnTo>
                  <a:pt x="2081646" y="130775"/>
                </a:lnTo>
                <a:lnTo>
                  <a:pt x="2082472" y="131346"/>
                </a:lnTo>
                <a:lnTo>
                  <a:pt x="2083316" y="131897"/>
                </a:lnTo>
                <a:lnTo>
                  <a:pt x="2084180" y="132425"/>
                </a:lnTo>
                <a:lnTo>
                  <a:pt x="2085063" y="132929"/>
                </a:lnTo>
                <a:lnTo>
                  <a:pt x="2085967" y="133410"/>
                </a:lnTo>
                <a:lnTo>
                  <a:pt x="2086890" y="133867"/>
                </a:lnTo>
                <a:lnTo>
                  <a:pt x="2087832" y="134301"/>
                </a:lnTo>
                <a:lnTo>
                  <a:pt x="2088795" y="134711"/>
                </a:lnTo>
                <a:lnTo>
                  <a:pt x="2089777" y="135098"/>
                </a:lnTo>
                <a:lnTo>
                  <a:pt x="2090779" y="135462"/>
                </a:lnTo>
                <a:lnTo>
                  <a:pt x="2091800" y="135802"/>
                </a:lnTo>
                <a:lnTo>
                  <a:pt x="2092841" y="136118"/>
                </a:lnTo>
                <a:lnTo>
                  <a:pt x="2093902" y="136412"/>
                </a:lnTo>
                <a:lnTo>
                  <a:pt x="2094983" y="136681"/>
                </a:lnTo>
                <a:lnTo>
                  <a:pt x="2096083" y="136927"/>
                </a:lnTo>
                <a:lnTo>
                  <a:pt x="2097203" y="137150"/>
                </a:lnTo>
                <a:lnTo>
                  <a:pt x="2098342" y="137350"/>
                </a:lnTo>
                <a:lnTo>
                  <a:pt x="2099502" y="137525"/>
                </a:lnTo>
                <a:lnTo>
                  <a:pt x="2100681" y="137678"/>
                </a:lnTo>
                <a:lnTo>
                  <a:pt x="2101879" y="137807"/>
                </a:lnTo>
                <a:lnTo>
                  <a:pt x="2103098" y="137912"/>
                </a:lnTo>
                <a:lnTo>
                  <a:pt x="2104336" y="137994"/>
                </a:lnTo>
                <a:lnTo>
                  <a:pt x="2105594" y="138053"/>
                </a:lnTo>
                <a:lnTo>
                  <a:pt x="2106871" y="138088"/>
                </a:lnTo>
                <a:lnTo>
                  <a:pt x="2108168" y="138100"/>
                </a:lnTo>
                <a:lnTo>
                  <a:pt x="2109174" y="138093"/>
                </a:lnTo>
                <a:lnTo>
                  <a:pt x="2110168" y="138071"/>
                </a:lnTo>
                <a:lnTo>
                  <a:pt x="2111151" y="138036"/>
                </a:lnTo>
                <a:lnTo>
                  <a:pt x="2112122" y="137986"/>
                </a:lnTo>
                <a:lnTo>
                  <a:pt x="2113082" y="137921"/>
                </a:lnTo>
                <a:lnTo>
                  <a:pt x="2114031" y="137843"/>
                </a:lnTo>
                <a:close/>
                <a:moveTo>
                  <a:pt x="2080268" y="70642"/>
                </a:moveTo>
                <a:lnTo>
                  <a:pt x="2080488" y="69609"/>
                </a:lnTo>
                <a:lnTo>
                  <a:pt x="2080729" y="68600"/>
                </a:lnTo>
                <a:lnTo>
                  <a:pt x="2080990" y="67615"/>
                </a:lnTo>
                <a:lnTo>
                  <a:pt x="2081271" y="66653"/>
                </a:lnTo>
                <a:lnTo>
                  <a:pt x="2081571" y="65715"/>
                </a:lnTo>
                <a:lnTo>
                  <a:pt x="2081892" y="64800"/>
                </a:lnTo>
                <a:lnTo>
                  <a:pt x="2082233" y="63909"/>
                </a:lnTo>
                <a:lnTo>
                  <a:pt x="2082594" y="63042"/>
                </a:lnTo>
                <a:lnTo>
                  <a:pt x="2082975" y="62198"/>
                </a:lnTo>
                <a:lnTo>
                  <a:pt x="2083376" y="61378"/>
                </a:lnTo>
                <a:lnTo>
                  <a:pt x="2083797" y="60581"/>
                </a:lnTo>
                <a:lnTo>
                  <a:pt x="2084238" y="59809"/>
                </a:lnTo>
                <a:lnTo>
                  <a:pt x="2084699" y="59059"/>
                </a:lnTo>
                <a:lnTo>
                  <a:pt x="2085180" y="58334"/>
                </a:lnTo>
                <a:lnTo>
                  <a:pt x="2085682" y="57632"/>
                </a:lnTo>
                <a:lnTo>
                  <a:pt x="2086203" y="56954"/>
                </a:lnTo>
                <a:lnTo>
                  <a:pt x="2086744" y="56299"/>
                </a:lnTo>
                <a:lnTo>
                  <a:pt x="2087305" y="55668"/>
                </a:lnTo>
                <a:lnTo>
                  <a:pt x="2087886" y="55062"/>
                </a:lnTo>
                <a:lnTo>
                  <a:pt x="2088484" y="54481"/>
                </a:lnTo>
                <a:lnTo>
                  <a:pt x="2089100" y="53927"/>
                </a:lnTo>
                <a:lnTo>
                  <a:pt x="2089734" y="53398"/>
                </a:lnTo>
                <a:lnTo>
                  <a:pt x="2090387" y="52894"/>
                </a:lnTo>
                <a:lnTo>
                  <a:pt x="2091057" y="52417"/>
                </a:lnTo>
                <a:lnTo>
                  <a:pt x="2091745" y="51965"/>
                </a:lnTo>
                <a:lnTo>
                  <a:pt x="2092451" y="51540"/>
                </a:lnTo>
                <a:lnTo>
                  <a:pt x="2093175" y="51140"/>
                </a:lnTo>
                <a:lnTo>
                  <a:pt x="2093917" y="50765"/>
                </a:lnTo>
                <a:lnTo>
                  <a:pt x="2094678" y="50417"/>
                </a:lnTo>
                <a:lnTo>
                  <a:pt x="2095456" y="50094"/>
                </a:lnTo>
                <a:lnTo>
                  <a:pt x="2096252" y="49798"/>
                </a:lnTo>
                <a:lnTo>
                  <a:pt x="2097066" y="49527"/>
                </a:lnTo>
                <a:lnTo>
                  <a:pt x="2097898" y="49282"/>
                </a:lnTo>
                <a:lnTo>
                  <a:pt x="2098748" y="49062"/>
                </a:lnTo>
                <a:lnTo>
                  <a:pt x="2099616" y="48869"/>
                </a:lnTo>
                <a:lnTo>
                  <a:pt x="2100502" y="48701"/>
                </a:lnTo>
                <a:lnTo>
                  <a:pt x="2101406" y="48559"/>
                </a:lnTo>
                <a:lnTo>
                  <a:pt x="2102328" y="48443"/>
                </a:lnTo>
                <a:lnTo>
                  <a:pt x="2103268" y="48352"/>
                </a:lnTo>
                <a:lnTo>
                  <a:pt x="2104226" y="48288"/>
                </a:lnTo>
                <a:lnTo>
                  <a:pt x="2105202" y="48249"/>
                </a:lnTo>
                <a:lnTo>
                  <a:pt x="2106195" y="48236"/>
                </a:lnTo>
                <a:lnTo>
                  <a:pt x="2107181" y="48249"/>
                </a:lnTo>
                <a:lnTo>
                  <a:pt x="2108148" y="48288"/>
                </a:lnTo>
                <a:lnTo>
                  <a:pt x="2109098" y="48353"/>
                </a:lnTo>
                <a:lnTo>
                  <a:pt x="2110029" y="48444"/>
                </a:lnTo>
                <a:lnTo>
                  <a:pt x="2110942" y="48561"/>
                </a:lnTo>
                <a:lnTo>
                  <a:pt x="2111837" y="48704"/>
                </a:lnTo>
                <a:lnTo>
                  <a:pt x="2112713" y="48873"/>
                </a:lnTo>
                <a:lnTo>
                  <a:pt x="2113572" y="49068"/>
                </a:lnTo>
                <a:lnTo>
                  <a:pt x="2114412" y="49289"/>
                </a:lnTo>
                <a:lnTo>
                  <a:pt x="2115234" y="49536"/>
                </a:lnTo>
                <a:lnTo>
                  <a:pt x="2116038" y="49809"/>
                </a:lnTo>
                <a:lnTo>
                  <a:pt x="2116824" y="50107"/>
                </a:lnTo>
                <a:lnTo>
                  <a:pt x="2117592" y="50432"/>
                </a:lnTo>
                <a:lnTo>
                  <a:pt x="2118341" y="50783"/>
                </a:lnTo>
                <a:lnTo>
                  <a:pt x="2119073" y="51160"/>
                </a:lnTo>
                <a:lnTo>
                  <a:pt x="2119786" y="51563"/>
                </a:lnTo>
                <a:lnTo>
                  <a:pt x="2120481" y="51992"/>
                </a:lnTo>
                <a:lnTo>
                  <a:pt x="2121158" y="52446"/>
                </a:lnTo>
                <a:lnTo>
                  <a:pt x="2121817" y="52927"/>
                </a:lnTo>
                <a:lnTo>
                  <a:pt x="2122458" y="53434"/>
                </a:lnTo>
                <a:lnTo>
                  <a:pt x="2123080" y="53967"/>
                </a:lnTo>
                <a:lnTo>
                  <a:pt x="2123685" y="54525"/>
                </a:lnTo>
                <a:lnTo>
                  <a:pt x="2124271" y="55110"/>
                </a:lnTo>
                <a:lnTo>
                  <a:pt x="2124839" y="55721"/>
                </a:lnTo>
                <a:lnTo>
                  <a:pt x="2125387" y="56356"/>
                </a:lnTo>
                <a:lnTo>
                  <a:pt x="2125912" y="57014"/>
                </a:lnTo>
                <a:lnTo>
                  <a:pt x="2126416" y="57695"/>
                </a:lnTo>
                <a:lnTo>
                  <a:pt x="2126897" y="58399"/>
                </a:lnTo>
                <a:lnTo>
                  <a:pt x="2127355" y="59127"/>
                </a:lnTo>
                <a:lnTo>
                  <a:pt x="2127792" y="59877"/>
                </a:lnTo>
                <a:lnTo>
                  <a:pt x="2128206" y="60651"/>
                </a:lnTo>
                <a:lnTo>
                  <a:pt x="2128598" y="61448"/>
                </a:lnTo>
                <a:lnTo>
                  <a:pt x="2128968" y="62267"/>
                </a:lnTo>
                <a:lnTo>
                  <a:pt x="2129316" y="63110"/>
                </a:lnTo>
                <a:lnTo>
                  <a:pt x="2129641" y="63976"/>
                </a:lnTo>
                <a:lnTo>
                  <a:pt x="2129944" y="64865"/>
                </a:lnTo>
                <a:lnTo>
                  <a:pt x="2130224" y="65778"/>
                </a:lnTo>
                <a:lnTo>
                  <a:pt x="2130483" y="66713"/>
                </a:lnTo>
                <a:lnTo>
                  <a:pt x="2130719" y="67671"/>
                </a:lnTo>
                <a:lnTo>
                  <a:pt x="2130933" y="68653"/>
                </a:lnTo>
                <a:lnTo>
                  <a:pt x="2131124" y="69657"/>
                </a:lnTo>
                <a:lnTo>
                  <a:pt x="2131294" y="70685"/>
                </a:lnTo>
                <a:lnTo>
                  <a:pt x="2131441" y="71736"/>
                </a:lnTo>
                <a:lnTo>
                  <a:pt x="2131566" y="72810"/>
                </a:lnTo>
                <a:lnTo>
                  <a:pt x="2131668" y="73907"/>
                </a:lnTo>
                <a:lnTo>
                  <a:pt x="2131749" y="75027"/>
                </a:lnTo>
                <a:lnTo>
                  <a:pt x="2131807" y="76170"/>
                </a:lnTo>
                <a:lnTo>
                  <a:pt x="2131843" y="77336"/>
                </a:lnTo>
                <a:lnTo>
                  <a:pt x="2079365" y="77336"/>
                </a:lnTo>
                <a:lnTo>
                  <a:pt x="2079465" y="76161"/>
                </a:lnTo>
                <a:lnTo>
                  <a:pt x="2079585" y="75010"/>
                </a:lnTo>
                <a:lnTo>
                  <a:pt x="2079726" y="73883"/>
                </a:lnTo>
                <a:lnTo>
                  <a:pt x="2079887" y="72779"/>
                </a:lnTo>
                <a:lnTo>
                  <a:pt x="2080067" y="71699"/>
                </a:lnTo>
                <a:lnTo>
                  <a:pt x="2080268" y="70642"/>
                </a:lnTo>
                <a:close/>
                <a:moveTo>
                  <a:pt x="1921557" y="124539"/>
                </a:moveTo>
                <a:lnTo>
                  <a:pt x="1921981" y="125094"/>
                </a:lnTo>
                <a:lnTo>
                  <a:pt x="1922415" y="125639"/>
                </a:lnTo>
                <a:lnTo>
                  <a:pt x="1922860" y="126173"/>
                </a:lnTo>
                <a:lnTo>
                  <a:pt x="1923315" y="126697"/>
                </a:lnTo>
                <a:lnTo>
                  <a:pt x="1923781" y="127211"/>
                </a:lnTo>
                <a:lnTo>
                  <a:pt x="1924258" y="127714"/>
                </a:lnTo>
                <a:lnTo>
                  <a:pt x="1924745" y="128207"/>
                </a:lnTo>
                <a:lnTo>
                  <a:pt x="1925243" y="128689"/>
                </a:lnTo>
                <a:lnTo>
                  <a:pt x="1925751" y="129161"/>
                </a:lnTo>
                <a:lnTo>
                  <a:pt x="1926270" y="129622"/>
                </a:lnTo>
                <a:lnTo>
                  <a:pt x="1926800" y="130073"/>
                </a:lnTo>
                <a:lnTo>
                  <a:pt x="1927340" y="130513"/>
                </a:lnTo>
                <a:lnTo>
                  <a:pt x="1927891" y="130943"/>
                </a:lnTo>
                <a:lnTo>
                  <a:pt x="1928453" y="131362"/>
                </a:lnTo>
                <a:lnTo>
                  <a:pt x="1929025" y="131771"/>
                </a:lnTo>
                <a:lnTo>
                  <a:pt x="1929608" y="132170"/>
                </a:lnTo>
                <a:lnTo>
                  <a:pt x="1930201" y="132558"/>
                </a:lnTo>
                <a:lnTo>
                  <a:pt x="1930805" y="132936"/>
                </a:lnTo>
                <a:lnTo>
                  <a:pt x="1931420" y="133303"/>
                </a:lnTo>
                <a:lnTo>
                  <a:pt x="1932045" y="133660"/>
                </a:lnTo>
                <a:lnTo>
                  <a:pt x="1932681" y="134006"/>
                </a:lnTo>
                <a:lnTo>
                  <a:pt x="1933327" y="134340"/>
                </a:lnTo>
                <a:lnTo>
                  <a:pt x="1933981" y="134660"/>
                </a:lnTo>
                <a:lnTo>
                  <a:pt x="1934645" y="134966"/>
                </a:lnTo>
                <a:lnTo>
                  <a:pt x="1935317" y="135257"/>
                </a:lnTo>
                <a:lnTo>
                  <a:pt x="1935998" y="135534"/>
                </a:lnTo>
                <a:lnTo>
                  <a:pt x="1936688" y="135797"/>
                </a:lnTo>
                <a:lnTo>
                  <a:pt x="1937387" y="136046"/>
                </a:lnTo>
                <a:lnTo>
                  <a:pt x="1938095" y="136281"/>
                </a:lnTo>
                <a:lnTo>
                  <a:pt x="1938812" y="136501"/>
                </a:lnTo>
                <a:lnTo>
                  <a:pt x="1939538" y="136707"/>
                </a:lnTo>
                <a:lnTo>
                  <a:pt x="1940273" y="136899"/>
                </a:lnTo>
                <a:lnTo>
                  <a:pt x="1941016" y="137077"/>
                </a:lnTo>
                <a:lnTo>
                  <a:pt x="1941769" y="137240"/>
                </a:lnTo>
                <a:lnTo>
                  <a:pt x="1942530" y="137389"/>
                </a:lnTo>
                <a:lnTo>
                  <a:pt x="1943301" y="137524"/>
                </a:lnTo>
                <a:lnTo>
                  <a:pt x="1944080" y="137645"/>
                </a:lnTo>
                <a:lnTo>
                  <a:pt x="1944868" y="137752"/>
                </a:lnTo>
                <a:lnTo>
                  <a:pt x="1945665" y="137844"/>
                </a:lnTo>
                <a:lnTo>
                  <a:pt x="1946471" y="137922"/>
                </a:lnTo>
                <a:lnTo>
                  <a:pt x="1947286" y="137986"/>
                </a:lnTo>
                <a:lnTo>
                  <a:pt x="1948109" y="138036"/>
                </a:lnTo>
                <a:lnTo>
                  <a:pt x="1948942" y="138072"/>
                </a:lnTo>
                <a:lnTo>
                  <a:pt x="1949784" y="138093"/>
                </a:lnTo>
                <a:lnTo>
                  <a:pt x="1950634" y="138100"/>
                </a:lnTo>
                <a:lnTo>
                  <a:pt x="1951648" y="138090"/>
                </a:lnTo>
                <a:lnTo>
                  <a:pt x="1952651" y="138059"/>
                </a:lnTo>
                <a:lnTo>
                  <a:pt x="1953643" y="138009"/>
                </a:lnTo>
                <a:lnTo>
                  <a:pt x="1954624" y="137938"/>
                </a:lnTo>
                <a:lnTo>
                  <a:pt x="1955594" y="137847"/>
                </a:lnTo>
                <a:lnTo>
                  <a:pt x="1956553" y="137735"/>
                </a:lnTo>
                <a:lnTo>
                  <a:pt x="1957501" y="137603"/>
                </a:lnTo>
                <a:lnTo>
                  <a:pt x="1958438" y="137451"/>
                </a:lnTo>
                <a:lnTo>
                  <a:pt x="1959364" y="137279"/>
                </a:lnTo>
                <a:lnTo>
                  <a:pt x="1960279" y="137086"/>
                </a:lnTo>
                <a:lnTo>
                  <a:pt x="1961183" y="136874"/>
                </a:lnTo>
                <a:lnTo>
                  <a:pt x="1962077" y="136640"/>
                </a:lnTo>
                <a:lnTo>
                  <a:pt x="1962959" y="136387"/>
                </a:lnTo>
                <a:lnTo>
                  <a:pt x="1963830" y="136113"/>
                </a:lnTo>
                <a:lnTo>
                  <a:pt x="1964691" y="135819"/>
                </a:lnTo>
                <a:lnTo>
                  <a:pt x="1965540" y="135505"/>
                </a:lnTo>
                <a:lnTo>
                  <a:pt x="1966379" y="135171"/>
                </a:lnTo>
                <a:lnTo>
                  <a:pt x="1967206" y="134816"/>
                </a:lnTo>
                <a:lnTo>
                  <a:pt x="1968023" y="134441"/>
                </a:lnTo>
                <a:lnTo>
                  <a:pt x="1968828" y="134046"/>
                </a:lnTo>
                <a:lnTo>
                  <a:pt x="1969623" y="133630"/>
                </a:lnTo>
                <a:lnTo>
                  <a:pt x="1970406" y="133194"/>
                </a:lnTo>
                <a:lnTo>
                  <a:pt x="1971179" y="132738"/>
                </a:lnTo>
                <a:lnTo>
                  <a:pt x="1971941" y="132262"/>
                </a:lnTo>
                <a:lnTo>
                  <a:pt x="1972690" y="131765"/>
                </a:lnTo>
                <a:lnTo>
                  <a:pt x="1973425" y="131249"/>
                </a:lnTo>
                <a:lnTo>
                  <a:pt x="1974146" y="130714"/>
                </a:lnTo>
                <a:lnTo>
                  <a:pt x="1974852" y="130159"/>
                </a:lnTo>
                <a:lnTo>
                  <a:pt x="1975545" y="129585"/>
                </a:lnTo>
                <a:lnTo>
                  <a:pt x="1976223" y="128992"/>
                </a:lnTo>
                <a:lnTo>
                  <a:pt x="1976886" y="128379"/>
                </a:lnTo>
                <a:lnTo>
                  <a:pt x="1977536" y="127747"/>
                </a:lnTo>
                <a:lnTo>
                  <a:pt x="1978172" y="127095"/>
                </a:lnTo>
                <a:lnTo>
                  <a:pt x="1978793" y="126424"/>
                </a:lnTo>
                <a:lnTo>
                  <a:pt x="1979400" y="125733"/>
                </a:lnTo>
                <a:lnTo>
                  <a:pt x="1979993" y="125024"/>
                </a:lnTo>
                <a:lnTo>
                  <a:pt x="1980571" y="124294"/>
                </a:lnTo>
                <a:lnTo>
                  <a:pt x="1981136" y="123546"/>
                </a:lnTo>
                <a:lnTo>
                  <a:pt x="1981686" y="122778"/>
                </a:lnTo>
                <a:lnTo>
                  <a:pt x="1982222" y="121990"/>
                </a:lnTo>
                <a:lnTo>
                  <a:pt x="1982743" y="121184"/>
                </a:lnTo>
                <a:lnTo>
                  <a:pt x="1983251" y="120357"/>
                </a:lnTo>
                <a:lnTo>
                  <a:pt x="1983744" y="119512"/>
                </a:lnTo>
                <a:lnTo>
                  <a:pt x="1984223" y="118647"/>
                </a:lnTo>
                <a:lnTo>
                  <a:pt x="1984688" y="117762"/>
                </a:lnTo>
                <a:lnTo>
                  <a:pt x="1985139" y="116859"/>
                </a:lnTo>
                <a:lnTo>
                  <a:pt x="1985575" y="115935"/>
                </a:lnTo>
                <a:lnTo>
                  <a:pt x="1985997" y="114993"/>
                </a:lnTo>
                <a:lnTo>
                  <a:pt x="1986404" y="114031"/>
                </a:lnTo>
                <a:lnTo>
                  <a:pt x="1986793" y="113051"/>
                </a:lnTo>
                <a:lnTo>
                  <a:pt x="1987165" y="112053"/>
                </a:lnTo>
                <a:lnTo>
                  <a:pt x="1987520" y="111036"/>
                </a:lnTo>
                <a:lnTo>
                  <a:pt x="1987857" y="110000"/>
                </a:lnTo>
                <a:lnTo>
                  <a:pt x="1988177" y="108946"/>
                </a:lnTo>
                <a:lnTo>
                  <a:pt x="1988480" y="107873"/>
                </a:lnTo>
                <a:lnTo>
                  <a:pt x="1988765" y="106782"/>
                </a:lnTo>
                <a:lnTo>
                  <a:pt x="1989033" y="105673"/>
                </a:lnTo>
                <a:lnTo>
                  <a:pt x="1989284" y="104544"/>
                </a:lnTo>
                <a:lnTo>
                  <a:pt x="1989517" y="103398"/>
                </a:lnTo>
                <a:lnTo>
                  <a:pt x="1989734" y="102233"/>
                </a:lnTo>
                <a:lnTo>
                  <a:pt x="1989932" y="101049"/>
                </a:lnTo>
                <a:lnTo>
                  <a:pt x="1990114" y="99847"/>
                </a:lnTo>
                <a:lnTo>
                  <a:pt x="1990278" y="98626"/>
                </a:lnTo>
                <a:lnTo>
                  <a:pt x="1990425" y="97387"/>
                </a:lnTo>
                <a:lnTo>
                  <a:pt x="1990555" y="96129"/>
                </a:lnTo>
                <a:lnTo>
                  <a:pt x="1990668" y="94852"/>
                </a:lnTo>
                <a:lnTo>
                  <a:pt x="1990763" y="93558"/>
                </a:lnTo>
                <a:lnTo>
                  <a:pt x="1990841" y="92244"/>
                </a:lnTo>
                <a:lnTo>
                  <a:pt x="1990901" y="90912"/>
                </a:lnTo>
                <a:lnTo>
                  <a:pt x="1990944" y="89562"/>
                </a:lnTo>
                <a:lnTo>
                  <a:pt x="1990970" y="88193"/>
                </a:lnTo>
                <a:lnTo>
                  <a:pt x="1990979" y="86806"/>
                </a:lnTo>
                <a:lnTo>
                  <a:pt x="1990971" y="85402"/>
                </a:lnTo>
                <a:lnTo>
                  <a:pt x="1990946" y="84017"/>
                </a:lnTo>
                <a:lnTo>
                  <a:pt x="1990906" y="82652"/>
                </a:lnTo>
                <a:lnTo>
                  <a:pt x="1990849" y="81306"/>
                </a:lnTo>
                <a:lnTo>
                  <a:pt x="1990776" y="79980"/>
                </a:lnTo>
                <a:lnTo>
                  <a:pt x="1990686" y="78673"/>
                </a:lnTo>
                <a:lnTo>
                  <a:pt x="1990580" y="77386"/>
                </a:lnTo>
                <a:lnTo>
                  <a:pt x="1990458" y="76118"/>
                </a:lnTo>
                <a:lnTo>
                  <a:pt x="1990320" y="74869"/>
                </a:lnTo>
                <a:lnTo>
                  <a:pt x="1990165" y="73640"/>
                </a:lnTo>
                <a:lnTo>
                  <a:pt x="1989995" y="72430"/>
                </a:lnTo>
                <a:lnTo>
                  <a:pt x="1989808" y="71239"/>
                </a:lnTo>
                <a:lnTo>
                  <a:pt x="1989604" y="70068"/>
                </a:lnTo>
                <a:lnTo>
                  <a:pt x="1989385" y="68917"/>
                </a:lnTo>
                <a:lnTo>
                  <a:pt x="1989149" y="67784"/>
                </a:lnTo>
                <a:lnTo>
                  <a:pt x="1988896" y="66672"/>
                </a:lnTo>
                <a:lnTo>
                  <a:pt x="1988628" y="65578"/>
                </a:lnTo>
                <a:lnTo>
                  <a:pt x="1988343" y="64504"/>
                </a:lnTo>
                <a:lnTo>
                  <a:pt x="1988042" y="63450"/>
                </a:lnTo>
                <a:lnTo>
                  <a:pt x="1987725" y="62414"/>
                </a:lnTo>
                <a:lnTo>
                  <a:pt x="1987392" y="61398"/>
                </a:lnTo>
                <a:lnTo>
                  <a:pt x="1987042" y="60402"/>
                </a:lnTo>
                <a:lnTo>
                  <a:pt x="1986676" y="59425"/>
                </a:lnTo>
                <a:lnTo>
                  <a:pt x="1986293" y="58467"/>
                </a:lnTo>
                <a:lnTo>
                  <a:pt x="1985896" y="57529"/>
                </a:lnTo>
                <a:lnTo>
                  <a:pt x="1985485" y="56610"/>
                </a:lnTo>
                <a:lnTo>
                  <a:pt x="1985061" y="55711"/>
                </a:lnTo>
                <a:lnTo>
                  <a:pt x="1984623" y="54831"/>
                </a:lnTo>
                <a:lnTo>
                  <a:pt x="1984172" y="53971"/>
                </a:lnTo>
                <a:lnTo>
                  <a:pt x="1983707" y="53131"/>
                </a:lnTo>
                <a:lnTo>
                  <a:pt x="1983229" y="52310"/>
                </a:lnTo>
                <a:lnTo>
                  <a:pt x="1982737" y="51509"/>
                </a:lnTo>
                <a:lnTo>
                  <a:pt x="1982231" y="50727"/>
                </a:lnTo>
                <a:lnTo>
                  <a:pt x="1981712" y="49965"/>
                </a:lnTo>
                <a:lnTo>
                  <a:pt x="1981180" y="49222"/>
                </a:lnTo>
                <a:lnTo>
                  <a:pt x="1980634" y="48499"/>
                </a:lnTo>
                <a:lnTo>
                  <a:pt x="1980074" y="47796"/>
                </a:lnTo>
                <a:lnTo>
                  <a:pt x="1979501" y="47112"/>
                </a:lnTo>
                <a:lnTo>
                  <a:pt x="1978914" y="46448"/>
                </a:lnTo>
                <a:lnTo>
                  <a:pt x="1978314" y="45803"/>
                </a:lnTo>
                <a:lnTo>
                  <a:pt x="1977701" y="45178"/>
                </a:lnTo>
                <a:lnTo>
                  <a:pt x="1977073" y="44572"/>
                </a:lnTo>
                <a:lnTo>
                  <a:pt x="1976433" y="43986"/>
                </a:lnTo>
                <a:lnTo>
                  <a:pt x="1975778" y="43420"/>
                </a:lnTo>
                <a:lnTo>
                  <a:pt x="1975111" y="42873"/>
                </a:lnTo>
                <a:lnTo>
                  <a:pt x="1974429" y="42346"/>
                </a:lnTo>
                <a:lnTo>
                  <a:pt x="1973734" y="41838"/>
                </a:lnTo>
                <a:lnTo>
                  <a:pt x="1973026" y="41350"/>
                </a:lnTo>
                <a:lnTo>
                  <a:pt x="1972305" y="40882"/>
                </a:lnTo>
                <a:lnTo>
                  <a:pt x="1971573" y="40433"/>
                </a:lnTo>
                <a:lnTo>
                  <a:pt x="1970830" y="40005"/>
                </a:lnTo>
                <a:lnTo>
                  <a:pt x="1970075" y="39596"/>
                </a:lnTo>
                <a:lnTo>
                  <a:pt x="1969309" y="39207"/>
                </a:lnTo>
                <a:lnTo>
                  <a:pt x="1968532" y="38839"/>
                </a:lnTo>
                <a:lnTo>
                  <a:pt x="1967743" y="38490"/>
                </a:lnTo>
                <a:lnTo>
                  <a:pt x="1966943" y="38161"/>
                </a:lnTo>
                <a:lnTo>
                  <a:pt x="1966132" y="37852"/>
                </a:lnTo>
                <a:lnTo>
                  <a:pt x="1965309" y="37563"/>
                </a:lnTo>
                <a:lnTo>
                  <a:pt x="1964475" y="37294"/>
                </a:lnTo>
                <a:lnTo>
                  <a:pt x="1963630" y="37045"/>
                </a:lnTo>
                <a:lnTo>
                  <a:pt x="1962774" y="36816"/>
                </a:lnTo>
                <a:lnTo>
                  <a:pt x="1961906" y="36607"/>
                </a:lnTo>
                <a:lnTo>
                  <a:pt x="1961027" y="36417"/>
                </a:lnTo>
                <a:lnTo>
                  <a:pt x="1960137" y="36248"/>
                </a:lnTo>
                <a:lnTo>
                  <a:pt x="1959235" y="36098"/>
                </a:lnTo>
                <a:lnTo>
                  <a:pt x="1958322" y="35969"/>
                </a:lnTo>
                <a:lnTo>
                  <a:pt x="1957398" y="35859"/>
                </a:lnTo>
                <a:lnTo>
                  <a:pt x="1956462" y="35770"/>
                </a:lnTo>
                <a:lnTo>
                  <a:pt x="1955515" y="35700"/>
                </a:lnTo>
                <a:lnTo>
                  <a:pt x="1954557" y="35650"/>
                </a:lnTo>
                <a:lnTo>
                  <a:pt x="1953588" y="35620"/>
                </a:lnTo>
                <a:lnTo>
                  <a:pt x="1952607" y="35610"/>
                </a:lnTo>
                <a:lnTo>
                  <a:pt x="1951715" y="35618"/>
                </a:lnTo>
                <a:lnTo>
                  <a:pt x="1950833" y="35644"/>
                </a:lnTo>
                <a:lnTo>
                  <a:pt x="1949960" y="35686"/>
                </a:lnTo>
                <a:lnTo>
                  <a:pt x="1949095" y="35744"/>
                </a:lnTo>
                <a:lnTo>
                  <a:pt x="1948240" y="35820"/>
                </a:lnTo>
                <a:lnTo>
                  <a:pt x="1947394" y="35912"/>
                </a:lnTo>
                <a:lnTo>
                  <a:pt x="1946557" y="36021"/>
                </a:lnTo>
                <a:lnTo>
                  <a:pt x="1945729" y="36147"/>
                </a:lnTo>
                <a:lnTo>
                  <a:pt x="1944910" y="36290"/>
                </a:lnTo>
                <a:lnTo>
                  <a:pt x="1944101" y="36449"/>
                </a:lnTo>
                <a:lnTo>
                  <a:pt x="1943300" y="36625"/>
                </a:lnTo>
                <a:lnTo>
                  <a:pt x="1942508" y="36818"/>
                </a:lnTo>
                <a:lnTo>
                  <a:pt x="1941726" y="37028"/>
                </a:lnTo>
                <a:lnTo>
                  <a:pt x="1940952" y="37255"/>
                </a:lnTo>
                <a:lnTo>
                  <a:pt x="1940188" y="37498"/>
                </a:lnTo>
                <a:lnTo>
                  <a:pt x="1939433" y="37758"/>
                </a:lnTo>
                <a:lnTo>
                  <a:pt x="1938686" y="38035"/>
                </a:lnTo>
                <a:lnTo>
                  <a:pt x="1937949" y="38329"/>
                </a:lnTo>
                <a:lnTo>
                  <a:pt x="1937221" y="38639"/>
                </a:lnTo>
                <a:lnTo>
                  <a:pt x="1936502" y="38967"/>
                </a:lnTo>
                <a:lnTo>
                  <a:pt x="1935792" y="39311"/>
                </a:lnTo>
                <a:lnTo>
                  <a:pt x="1935091" y="39672"/>
                </a:lnTo>
                <a:lnTo>
                  <a:pt x="1934399" y="40049"/>
                </a:lnTo>
                <a:lnTo>
                  <a:pt x="1933717" y="40444"/>
                </a:lnTo>
                <a:lnTo>
                  <a:pt x="1933044" y="40851"/>
                </a:lnTo>
                <a:lnTo>
                  <a:pt x="1932381" y="41269"/>
                </a:lnTo>
                <a:lnTo>
                  <a:pt x="1931729" y="41697"/>
                </a:lnTo>
                <a:lnTo>
                  <a:pt x="1931088" y="42134"/>
                </a:lnTo>
                <a:lnTo>
                  <a:pt x="1930456" y="42582"/>
                </a:lnTo>
                <a:lnTo>
                  <a:pt x="1929836" y="43039"/>
                </a:lnTo>
                <a:lnTo>
                  <a:pt x="1929226" y="43506"/>
                </a:lnTo>
                <a:lnTo>
                  <a:pt x="1928626" y="43984"/>
                </a:lnTo>
                <a:lnTo>
                  <a:pt x="1928036" y="44471"/>
                </a:lnTo>
                <a:lnTo>
                  <a:pt x="1927457" y="44968"/>
                </a:lnTo>
                <a:lnTo>
                  <a:pt x="1926889" y="45475"/>
                </a:lnTo>
                <a:lnTo>
                  <a:pt x="1926331" y="45992"/>
                </a:lnTo>
                <a:lnTo>
                  <a:pt x="1925783" y="46519"/>
                </a:lnTo>
                <a:lnTo>
                  <a:pt x="1925246" y="47056"/>
                </a:lnTo>
                <a:lnTo>
                  <a:pt x="1924719" y="47603"/>
                </a:lnTo>
                <a:lnTo>
                  <a:pt x="1924203" y="48160"/>
                </a:lnTo>
                <a:lnTo>
                  <a:pt x="1923697" y="48726"/>
                </a:lnTo>
                <a:lnTo>
                  <a:pt x="1923202" y="49303"/>
                </a:lnTo>
                <a:lnTo>
                  <a:pt x="1922717" y="49889"/>
                </a:lnTo>
                <a:lnTo>
                  <a:pt x="1922243" y="50486"/>
                </a:lnTo>
                <a:lnTo>
                  <a:pt x="1921779" y="51092"/>
                </a:lnTo>
                <a:lnTo>
                  <a:pt x="1921325" y="51709"/>
                </a:lnTo>
                <a:lnTo>
                  <a:pt x="1920882" y="52335"/>
                </a:lnTo>
                <a:lnTo>
                  <a:pt x="1920449" y="52971"/>
                </a:lnTo>
                <a:lnTo>
                  <a:pt x="1919956" y="37287"/>
                </a:lnTo>
                <a:lnTo>
                  <a:pt x="1903976" y="37287"/>
                </a:lnTo>
                <a:lnTo>
                  <a:pt x="1903976" y="171639"/>
                </a:lnTo>
                <a:lnTo>
                  <a:pt x="1920351" y="171639"/>
                </a:lnTo>
                <a:lnTo>
                  <a:pt x="1920351" y="122810"/>
                </a:lnTo>
                <a:lnTo>
                  <a:pt x="1920742" y="123397"/>
                </a:lnTo>
                <a:lnTo>
                  <a:pt x="1921145" y="123973"/>
                </a:lnTo>
                <a:lnTo>
                  <a:pt x="1921557" y="124539"/>
                </a:lnTo>
                <a:close/>
                <a:moveTo>
                  <a:pt x="1943640" y="124374"/>
                </a:moveTo>
                <a:lnTo>
                  <a:pt x="1942884" y="124281"/>
                </a:lnTo>
                <a:lnTo>
                  <a:pt x="1942140" y="124171"/>
                </a:lnTo>
                <a:lnTo>
                  <a:pt x="1941405" y="124044"/>
                </a:lnTo>
                <a:lnTo>
                  <a:pt x="1940682" y="123900"/>
                </a:lnTo>
                <a:lnTo>
                  <a:pt x="1939969" y="123739"/>
                </a:lnTo>
                <a:lnTo>
                  <a:pt x="1939267" y="123562"/>
                </a:lnTo>
                <a:lnTo>
                  <a:pt x="1938575" y="123367"/>
                </a:lnTo>
                <a:lnTo>
                  <a:pt x="1937894" y="123155"/>
                </a:lnTo>
                <a:lnTo>
                  <a:pt x="1937223" y="122927"/>
                </a:lnTo>
                <a:lnTo>
                  <a:pt x="1936564" y="122681"/>
                </a:lnTo>
                <a:lnTo>
                  <a:pt x="1935914" y="122419"/>
                </a:lnTo>
                <a:lnTo>
                  <a:pt x="1935276" y="122139"/>
                </a:lnTo>
                <a:lnTo>
                  <a:pt x="1934648" y="121843"/>
                </a:lnTo>
                <a:lnTo>
                  <a:pt x="1934030" y="121530"/>
                </a:lnTo>
                <a:lnTo>
                  <a:pt x="1933424" y="121199"/>
                </a:lnTo>
                <a:lnTo>
                  <a:pt x="1932827" y="120852"/>
                </a:lnTo>
                <a:lnTo>
                  <a:pt x="1932242" y="120488"/>
                </a:lnTo>
                <a:lnTo>
                  <a:pt x="1931667" y="120107"/>
                </a:lnTo>
                <a:lnTo>
                  <a:pt x="1931103" y="119709"/>
                </a:lnTo>
                <a:lnTo>
                  <a:pt x="1930549" y="119298"/>
                </a:lnTo>
                <a:lnTo>
                  <a:pt x="1930004" y="118876"/>
                </a:lnTo>
                <a:lnTo>
                  <a:pt x="1929469" y="118444"/>
                </a:lnTo>
                <a:lnTo>
                  <a:pt x="1928944" y="118002"/>
                </a:lnTo>
                <a:lnTo>
                  <a:pt x="1928428" y="117550"/>
                </a:lnTo>
                <a:lnTo>
                  <a:pt x="1927921" y="117088"/>
                </a:lnTo>
                <a:lnTo>
                  <a:pt x="1927425" y="116616"/>
                </a:lnTo>
                <a:lnTo>
                  <a:pt x="1926938" y="116133"/>
                </a:lnTo>
                <a:lnTo>
                  <a:pt x="1926460" y="115640"/>
                </a:lnTo>
                <a:lnTo>
                  <a:pt x="1925992" y="115138"/>
                </a:lnTo>
                <a:lnTo>
                  <a:pt x="1925534" y="114624"/>
                </a:lnTo>
                <a:lnTo>
                  <a:pt x="1925086" y="114101"/>
                </a:lnTo>
                <a:lnTo>
                  <a:pt x="1924646" y="113568"/>
                </a:lnTo>
                <a:lnTo>
                  <a:pt x="1924217" y="113024"/>
                </a:lnTo>
                <a:lnTo>
                  <a:pt x="1923797" y="112471"/>
                </a:lnTo>
                <a:lnTo>
                  <a:pt x="1923387" y="111907"/>
                </a:lnTo>
                <a:lnTo>
                  <a:pt x="1922986" y="111333"/>
                </a:lnTo>
                <a:lnTo>
                  <a:pt x="1922595" y="110749"/>
                </a:lnTo>
                <a:lnTo>
                  <a:pt x="1922213" y="110154"/>
                </a:lnTo>
                <a:lnTo>
                  <a:pt x="1921841" y="109550"/>
                </a:lnTo>
                <a:lnTo>
                  <a:pt x="1921479" y="108935"/>
                </a:lnTo>
                <a:lnTo>
                  <a:pt x="1921126" y="108311"/>
                </a:lnTo>
                <a:lnTo>
                  <a:pt x="1920783" y="107676"/>
                </a:lnTo>
                <a:lnTo>
                  <a:pt x="1920449" y="107031"/>
                </a:lnTo>
                <a:lnTo>
                  <a:pt x="1920449" y="68430"/>
                </a:lnTo>
                <a:lnTo>
                  <a:pt x="1920792" y="67784"/>
                </a:lnTo>
                <a:lnTo>
                  <a:pt x="1921146" y="67144"/>
                </a:lnTo>
                <a:lnTo>
                  <a:pt x="1921510" y="66510"/>
                </a:lnTo>
                <a:lnTo>
                  <a:pt x="1921886" y="65884"/>
                </a:lnTo>
                <a:lnTo>
                  <a:pt x="1922274" y="65264"/>
                </a:lnTo>
                <a:lnTo>
                  <a:pt x="1922672" y="64651"/>
                </a:lnTo>
                <a:lnTo>
                  <a:pt x="1923081" y="64045"/>
                </a:lnTo>
                <a:lnTo>
                  <a:pt x="1923502" y="63446"/>
                </a:lnTo>
                <a:lnTo>
                  <a:pt x="1923933" y="62853"/>
                </a:lnTo>
                <a:lnTo>
                  <a:pt x="1924376" y="62267"/>
                </a:lnTo>
                <a:lnTo>
                  <a:pt x="1924830" y="61688"/>
                </a:lnTo>
                <a:lnTo>
                  <a:pt x="1925295" y="61116"/>
                </a:lnTo>
                <a:lnTo>
                  <a:pt x="1925771" y="60551"/>
                </a:lnTo>
                <a:lnTo>
                  <a:pt x="1926259" y="59992"/>
                </a:lnTo>
                <a:lnTo>
                  <a:pt x="1926757" y="59440"/>
                </a:lnTo>
                <a:lnTo>
                  <a:pt x="1927267" y="58895"/>
                </a:lnTo>
                <a:lnTo>
                  <a:pt x="1927787" y="58357"/>
                </a:lnTo>
                <a:lnTo>
                  <a:pt x="1928319" y="57825"/>
                </a:lnTo>
                <a:lnTo>
                  <a:pt x="1928862" y="57300"/>
                </a:lnTo>
                <a:lnTo>
                  <a:pt x="1929416" y="56782"/>
                </a:lnTo>
                <a:lnTo>
                  <a:pt x="1929981" y="56271"/>
                </a:lnTo>
                <a:lnTo>
                  <a:pt x="1930558" y="55766"/>
                </a:lnTo>
                <a:lnTo>
                  <a:pt x="1931145" y="55269"/>
                </a:lnTo>
                <a:lnTo>
                  <a:pt x="1931744" y="54778"/>
                </a:lnTo>
                <a:lnTo>
                  <a:pt x="1932354" y="54300"/>
                </a:lnTo>
                <a:lnTo>
                  <a:pt x="1932975" y="53843"/>
                </a:lnTo>
                <a:lnTo>
                  <a:pt x="1933608" y="53406"/>
                </a:lnTo>
                <a:lnTo>
                  <a:pt x="1934252" y="52990"/>
                </a:lnTo>
                <a:lnTo>
                  <a:pt x="1934908" y="52594"/>
                </a:lnTo>
                <a:lnTo>
                  <a:pt x="1935576" y="52218"/>
                </a:lnTo>
                <a:lnTo>
                  <a:pt x="1936254" y="51862"/>
                </a:lnTo>
                <a:lnTo>
                  <a:pt x="1936945" y="51527"/>
                </a:lnTo>
                <a:lnTo>
                  <a:pt x="1937646" y="51212"/>
                </a:lnTo>
                <a:lnTo>
                  <a:pt x="1938359" y="50918"/>
                </a:lnTo>
                <a:lnTo>
                  <a:pt x="1939084" y="50643"/>
                </a:lnTo>
                <a:lnTo>
                  <a:pt x="1939820" y="50390"/>
                </a:lnTo>
                <a:lnTo>
                  <a:pt x="1940568" y="50156"/>
                </a:lnTo>
                <a:lnTo>
                  <a:pt x="1941327" y="49943"/>
                </a:lnTo>
                <a:lnTo>
                  <a:pt x="1942098" y="49750"/>
                </a:lnTo>
                <a:lnTo>
                  <a:pt x="1942880" y="49577"/>
                </a:lnTo>
                <a:lnTo>
                  <a:pt x="1943673" y="49425"/>
                </a:lnTo>
                <a:lnTo>
                  <a:pt x="1944478" y="49293"/>
                </a:lnTo>
                <a:lnTo>
                  <a:pt x="1945295" y="49181"/>
                </a:lnTo>
                <a:lnTo>
                  <a:pt x="1946122" y="49089"/>
                </a:lnTo>
                <a:lnTo>
                  <a:pt x="1946962" y="49018"/>
                </a:lnTo>
                <a:lnTo>
                  <a:pt x="1947813" y="48967"/>
                </a:lnTo>
                <a:lnTo>
                  <a:pt x="1948675" y="48937"/>
                </a:lnTo>
                <a:lnTo>
                  <a:pt x="1949549" y="48927"/>
                </a:lnTo>
                <a:lnTo>
                  <a:pt x="1950542" y="48944"/>
                </a:lnTo>
                <a:lnTo>
                  <a:pt x="1951514" y="48995"/>
                </a:lnTo>
                <a:lnTo>
                  <a:pt x="1952467" y="49079"/>
                </a:lnTo>
                <a:lnTo>
                  <a:pt x="1953399" y="49198"/>
                </a:lnTo>
                <a:lnTo>
                  <a:pt x="1954311" y="49350"/>
                </a:lnTo>
                <a:lnTo>
                  <a:pt x="1955202" y="49536"/>
                </a:lnTo>
                <a:lnTo>
                  <a:pt x="1956074" y="49757"/>
                </a:lnTo>
                <a:lnTo>
                  <a:pt x="1956925" y="50011"/>
                </a:lnTo>
                <a:lnTo>
                  <a:pt x="1957756" y="50298"/>
                </a:lnTo>
                <a:lnTo>
                  <a:pt x="1958567" y="50620"/>
                </a:lnTo>
                <a:lnTo>
                  <a:pt x="1959358" y="50976"/>
                </a:lnTo>
                <a:lnTo>
                  <a:pt x="1960128" y="51365"/>
                </a:lnTo>
                <a:lnTo>
                  <a:pt x="1960879" y="51789"/>
                </a:lnTo>
                <a:lnTo>
                  <a:pt x="1961609" y="52246"/>
                </a:lnTo>
                <a:lnTo>
                  <a:pt x="1962319" y="52737"/>
                </a:lnTo>
                <a:lnTo>
                  <a:pt x="1963008" y="53262"/>
                </a:lnTo>
                <a:lnTo>
                  <a:pt x="1963678" y="53820"/>
                </a:lnTo>
                <a:lnTo>
                  <a:pt x="1964327" y="54413"/>
                </a:lnTo>
                <a:lnTo>
                  <a:pt x="1964956" y="55040"/>
                </a:lnTo>
                <a:lnTo>
                  <a:pt x="1965565" y="55700"/>
                </a:lnTo>
                <a:lnTo>
                  <a:pt x="1966153" y="56394"/>
                </a:lnTo>
                <a:lnTo>
                  <a:pt x="1966722" y="57122"/>
                </a:lnTo>
                <a:lnTo>
                  <a:pt x="1967270" y="57884"/>
                </a:lnTo>
                <a:lnTo>
                  <a:pt x="1967798" y="58680"/>
                </a:lnTo>
                <a:lnTo>
                  <a:pt x="1968305" y="59508"/>
                </a:lnTo>
                <a:lnTo>
                  <a:pt x="1968790" y="60365"/>
                </a:lnTo>
                <a:lnTo>
                  <a:pt x="1969254" y="61253"/>
                </a:lnTo>
                <a:lnTo>
                  <a:pt x="1969697" y="62170"/>
                </a:lnTo>
                <a:lnTo>
                  <a:pt x="1970118" y="63117"/>
                </a:lnTo>
                <a:lnTo>
                  <a:pt x="1970517" y="64095"/>
                </a:lnTo>
                <a:lnTo>
                  <a:pt x="1970894" y="65102"/>
                </a:lnTo>
                <a:lnTo>
                  <a:pt x="1971250" y="66139"/>
                </a:lnTo>
                <a:lnTo>
                  <a:pt x="1971585" y="67206"/>
                </a:lnTo>
                <a:lnTo>
                  <a:pt x="1971898" y="68303"/>
                </a:lnTo>
                <a:lnTo>
                  <a:pt x="1972189" y="69430"/>
                </a:lnTo>
                <a:lnTo>
                  <a:pt x="1972459" y="70587"/>
                </a:lnTo>
                <a:lnTo>
                  <a:pt x="1972707" y="71774"/>
                </a:lnTo>
                <a:lnTo>
                  <a:pt x="1972933" y="72991"/>
                </a:lnTo>
                <a:lnTo>
                  <a:pt x="1973138" y="74238"/>
                </a:lnTo>
                <a:lnTo>
                  <a:pt x="1973322" y="75515"/>
                </a:lnTo>
                <a:lnTo>
                  <a:pt x="1973484" y="76822"/>
                </a:lnTo>
                <a:lnTo>
                  <a:pt x="1973624" y="78159"/>
                </a:lnTo>
                <a:lnTo>
                  <a:pt x="1973743" y="79526"/>
                </a:lnTo>
                <a:lnTo>
                  <a:pt x="1973840" y="80922"/>
                </a:lnTo>
                <a:lnTo>
                  <a:pt x="1973915" y="82349"/>
                </a:lnTo>
                <a:lnTo>
                  <a:pt x="1973969" y="83806"/>
                </a:lnTo>
                <a:lnTo>
                  <a:pt x="1974002" y="85292"/>
                </a:lnTo>
                <a:lnTo>
                  <a:pt x="1974012" y="86809"/>
                </a:lnTo>
                <a:lnTo>
                  <a:pt x="1974001" y="88308"/>
                </a:lnTo>
                <a:lnTo>
                  <a:pt x="1973966" y="89779"/>
                </a:lnTo>
                <a:lnTo>
                  <a:pt x="1973908" y="91220"/>
                </a:lnTo>
                <a:lnTo>
                  <a:pt x="1973827" y="92633"/>
                </a:lnTo>
                <a:lnTo>
                  <a:pt x="1973723" y="94016"/>
                </a:lnTo>
                <a:lnTo>
                  <a:pt x="1973596" y="95371"/>
                </a:lnTo>
                <a:lnTo>
                  <a:pt x="1973446" y="96696"/>
                </a:lnTo>
                <a:lnTo>
                  <a:pt x="1973273" y="97992"/>
                </a:lnTo>
                <a:lnTo>
                  <a:pt x="1973076" y="99259"/>
                </a:lnTo>
                <a:lnTo>
                  <a:pt x="1972856" y="100498"/>
                </a:lnTo>
                <a:lnTo>
                  <a:pt x="1972614" y="101707"/>
                </a:lnTo>
                <a:lnTo>
                  <a:pt x="1972348" y="102887"/>
                </a:lnTo>
                <a:lnTo>
                  <a:pt x="1972059" y="104038"/>
                </a:lnTo>
                <a:lnTo>
                  <a:pt x="1971747" y="105160"/>
                </a:lnTo>
                <a:lnTo>
                  <a:pt x="1971411" y="106253"/>
                </a:lnTo>
                <a:lnTo>
                  <a:pt x="1971053" y="107317"/>
                </a:lnTo>
                <a:lnTo>
                  <a:pt x="1970672" y="108352"/>
                </a:lnTo>
                <a:lnTo>
                  <a:pt x="1970267" y="109358"/>
                </a:lnTo>
                <a:lnTo>
                  <a:pt x="1969839" y="110335"/>
                </a:lnTo>
                <a:lnTo>
                  <a:pt x="1969388" y="111282"/>
                </a:lnTo>
                <a:lnTo>
                  <a:pt x="1968915" y="112201"/>
                </a:lnTo>
                <a:lnTo>
                  <a:pt x="1968417" y="113091"/>
                </a:lnTo>
                <a:lnTo>
                  <a:pt x="1967897" y="113952"/>
                </a:lnTo>
                <a:lnTo>
                  <a:pt x="1967354" y="114783"/>
                </a:lnTo>
                <a:lnTo>
                  <a:pt x="1966788" y="115583"/>
                </a:lnTo>
                <a:lnTo>
                  <a:pt x="1966199" y="116349"/>
                </a:lnTo>
                <a:lnTo>
                  <a:pt x="1965588" y="117081"/>
                </a:lnTo>
                <a:lnTo>
                  <a:pt x="1964955" y="117779"/>
                </a:lnTo>
                <a:lnTo>
                  <a:pt x="1964299" y="118442"/>
                </a:lnTo>
                <a:lnTo>
                  <a:pt x="1963621" y="119072"/>
                </a:lnTo>
                <a:lnTo>
                  <a:pt x="1962920" y="119668"/>
                </a:lnTo>
                <a:lnTo>
                  <a:pt x="1962197" y="120229"/>
                </a:lnTo>
                <a:lnTo>
                  <a:pt x="1961452" y="120757"/>
                </a:lnTo>
                <a:lnTo>
                  <a:pt x="1960684" y="121250"/>
                </a:lnTo>
                <a:lnTo>
                  <a:pt x="1959893" y="121710"/>
                </a:lnTo>
                <a:lnTo>
                  <a:pt x="1959080" y="122135"/>
                </a:lnTo>
                <a:lnTo>
                  <a:pt x="1958245" y="122527"/>
                </a:lnTo>
                <a:lnTo>
                  <a:pt x="1957387" y="122884"/>
                </a:lnTo>
                <a:lnTo>
                  <a:pt x="1956507" y="123207"/>
                </a:lnTo>
                <a:lnTo>
                  <a:pt x="1955605" y="123497"/>
                </a:lnTo>
                <a:lnTo>
                  <a:pt x="1954679" y="123752"/>
                </a:lnTo>
                <a:lnTo>
                  <a:pt x="1953732" y="123973"/>
                </a:lnTo>
                <a:lnTo>
                  <a:pt x="1952762" y="124160"/>
                </a:lnTo>
                <a:lnTo>
                  <a:pt x="1951770" y="124314"/>
                </a:lnTo>
                <a:lnTo>
                  <a:pt x="1950755" y="124433"/>
                </a:lnTo>
                <a:lnTo>
                  <a:pt x="1949718" y="124518"/>
                </a:lnTo>
                <a:lnTo>
                  <a:pt x="1948658" y="124569"/>
                </a:lnTo>
                <a:lnTo>
                  <a:pt x="1947576" y="124586"/>
                </a:lnTo>
                <a:lnTo>
                  <a:pt x="1946768" y="124577"/>
                </a:lnTo>
                <a:lnTo>
                  <a:pt x="1945970" y="124552"/>
                </a:lnTo>
                <a:lnTo>
                  <a:pt x="1945182" y="124510"/>
                </a:lnTo>
                <a:lnTo>
                  <a:pt x="1944406" y="124450"/>
                </a:lnTo>
                <a:lnTo>
                  <a:pt x="1943640" y="124374"/>
                </a:lnTo>
                <a:close/>
                <a:moveTo>
                  <a:pt x="2740685" y="19019"/>
                </a:moveTo>
                <a:lnTo>
                  <a:pt x="2741037" y="18967"/>
                </a:lnTo>
                <a:lnTo>
                  <a:pt x="2741383" y="18906"/>
                </a:lnTo>
                <a:lnTo>
                  <a:pt x="2741724" y="18835"/>
                </a:lnTo>
                <a:lnTo>
                  <a:pt x="2742058" y="18755"/>
                </a:lnTo>
                <a:lnTo>
                  <a:pt x="2742385" y="18666"/>
                </a:lnTo>
                <a:lnTo>
                  <a:pt x="2742707" y="18567"/>
                </a:lnTo>
                <a:lnTo>
                  <a:pt x="2743022" y="18459"/>
                </a:lnTo>
                <a:lnTo>
                  <a:pt x="2743332" y="18341"/>
                </a:lnTo>
                <a:lnTo>
                  <a:pt x="2743635" y="18214"/>
                </a:lnTo>
                <a:lnTo>
                  <a:pt x="2743932" y="18077"/>
                </a:lnTo>
                <a:lnTo>
                  <a:pt x="2744223" y="17931"/>
                </a:lnTo>
                <a:lnTo>
                  <a:pt x="2744507" y="17776"/>
                </a:lnTo>
                <a:lnTo>
                  <a:pt x="2744786" y="17611"/>
                </a:lnTo>
                <a:lnTo>
                  <a:pt x="2745058" y="17437"/>
                </a:lnTo>
                <a:lnTo>
                  <a:pt x="2745324" y="17253"/>
                </a:lnTo>
                <a:lnTo>
                  <a:pt x="2745584" y="17060"/>
                </a:lnTo>
                <a:lnTo>
                  <a:pt x="2745838" y="16857"/>
                </a:lnTo>
                <a:lnTo>
                  <a:pt x="2746085" y="16645"/>
                </a:lnTo>
                <a:lnTo>
                  <a:pt x="2746327" y="16424"/>
                </a:lnTo>
                <a:lnTo>
                  <a:pt x="2746560" y="16195"/>
                </a:lnTo>
                <a:lnTo>
                  <a:pt x="2746784" y="15962"/>
                </a:lnTo>
                <a:lnTo>
                  <a:pt x="2746997" y="15724"/>
                </a:lnTo>
                <a:lnTo>
                  <a:pt x="2747201" y="15480"/>
                </a:lnTo>
                <a:lnTo>
                  <a:pt x="2747395" y="15232"/>
                </a:lnTo>
                <a:lnTo>
                  <a:pt x="2747578" y="14978"/>
                </a:lnTo>
                <a:lnTo>
                  <a:pt x="2747752" y="14720"/>
                </a:lnTo>
                <a:lnTo>
                  <a:pt x="2747916" y="14457"/>
                </a:lnTo>
                <a:lnTo>
                  <a:pt x="2748070" y="14188"/>
                </a:lnTo>
                <a:lnTo>
                  <a:pt x="2748214" y="13915"/>
                </a:lnTo>
                <a:lnTo>
                  <a:pt x="2748348" y="13637"/>
                </a:lnTo>
                <a:lnTo>
                  <a:pt x="2748472" y="13354"/>
                </a:lnTo>
                <a:lnTo>
                  <a:pt x="2748587" y="13066"/>
                </a:lnTo>
                <a:lnTo>
                  <a:pt x="2748691" y="12773"/>
                </a:lnTo>
                <a:lnTo>
                  <a:pt x="2748785" y="12474"/>
                </a:lnTo>
                <a:lnTo>
                  <a:pt x="2748870" y="12171"/>
                </a:lnTo>
                <a:lnTo>
                  <a:pt x="2748944" y="11863"/>
                </a:lnTo>
                <a:lnTo>
                  <a:pt x="2749009" y="11550"/>
                </a:lnTo>
                <a:lnTo>
                  <a:pt x="2749063" y="11233"/>
                </a:lnTo>
                <a:lnTo>
                  <a:pt x="2749108" y="10910"/>
                </a:lnTo>
                <a:lnTo>
                  <a:pt x="2749143" y="10582"/>
                </a:lnTo>
                <a:lnTo>
                  <a:pt x="2749168" y="10249"/>
                </a:lnTo>
                <a:lnTo>
                  <a:pt x="2749183" y="9911"/>
                </a:lnTo>
                <a:lnTo>
                  <a:pt x="2749188" y="9568"/>
                </a:lnTo>
                <a:lnTo>
                  <a:pt x="2749183" y="9226"/>
                </a:lnTo>
                <a:lnTo>
                  <a:pt x="2749168" y="8888"/>
                </a:lnTo>
                <a:lnTo>
                  <a:pt x="2749143" y="8555"/>
                </a:lnTo>
                <a:lnTo>
                  <a:pt x="2749108" y="8227"/>
                </a:lnTo>
                <a:lnTo>
                  <a:pt x="2749063" y="7904"/>
                </a:lnTo>
                <a:lnTo>
                  <a:pt x="2749009" y="7586"/>
                </a:lnTo>
                <a:lnTo>
                  <a:pt x="2748944" y="7273"/>
                </a:lnTo>
                <a:lnTo>
                  <a:pt x="2748870" y="6965"/>
                </a:lnTo>
                <a:lnTo>
                  <a:pt x="2748785" y="6662"/>
                </a:lnTo>
                <a:lnTo>
                  <a:pt x="2748691" y="6364"/>
                </a:lnTo>
                <a:lnTo>
                  <a:pt x="2748587" y="6071"/>
                </a:lnTo>
                <a:lnTo>
                  <a:pt x="2748472" y="5783"/>
                </a:lnTo>
                <a:lnTo>
                  <a:pt x="2748348" y="5500"/>
                </a:lnTo>
                <a:lnTo>
                  <a:pt x="2748214" y="5222"/>
                </a:lnTo>
                <a:lnTo>
                  <a:pt x="2748070" y="4948"/>
                </a:lnTo>
                <a:lnTo>
                  <a:pt x="2747916" y="4680"/>
                </a:lnTo>
                <a:lnTo>
                  <a:pt x="2747752" y="4417"/>
                </a:lnTo>
                <a:lnTo>
                  <a:pt x="2747578" y="4158"/>
                </a:lnTo>
                <a:lnTo>
                  <a:pt x="2747395" y="3905"/>
                </a:lnTo>
                <a:lnTo>
                  <a:pt x="2747201" y="3657"/>
                </a:lnTo>
                <a:lnTo>
                  <a:pt x="2746997" y="3413"/>
                </a:lnTo>
                <a:lnTo>
                  <a:pt x="2746784" y="3175"/>
                </a:lnTo>
                <a:lnTo>
                  <a:pt x="2746560" y="2941"/>
                </a:lnTo>
                <a:lnTo>
                  <a:pt x="2746327" y="2713"/>
                </a:lnTo>
                <a:lnTo>
                  <a:pt x="2746085" y="2491"/>
                </a:lnTo>
                <a:lnTo>
                  <a:pt x="2745838" y="2279"/>
                </a:lnTo>
                <a:lnTo>
                  <a:pt x="2745584" y="2077"/>
                </a:lnTo>
                <a:lnTo>
                  <a:pt x="2745324" y="1884"/>
                </a:lnTo>
                <a:lnTo>
                  <a:pt x="2745058" y="1700"/>
                </a:lnTo>
                <a:lnTo>
                  <a:pt x="2744786" y="1526"/>
                </a:lnTo>
                <a:lnTo>
                  <a:pt x="2744507" y="1361"/>
                </a:lnTo>
                <a:lnTo>
                  <a:pt x="2744223" y="1206"/>
                </a:lnTo>
                <a:lnTo>
                  <a:pt x="2743932" y="1060"/>
                </a:lnTo>
                <a:lnTo>
                  <a:pt x="2743635" y="923"/>
                </a:lnTo>
                <a:lnTo>
                  <a:pt x="2743332" y="796"/>
                </a:lnTo>
                <a:lnTo>
                  <a:pt x="2743022" y="678"/>
                </a:lnTo>
                <a:lnTo>
                  <a:pt x="2742707" y="570"/>
                </a:lnTo>
                <a:lnTo>
                  <a:pt x="2742385" y="471"/>
                </a:lnTo>
                <a:lnTo>
                  <a:pt x="2742058" y="381"/>
                </a:lnTo>
                <a:lnTo>
                  <a:pt x="2741724" y="301"/>
                </a:lnTo>
                <a:lnTo>
                  <a:pt x="2741383" y="231"/>
                </a:lnTo>
                <a:lnTo>
                  <a:pt x="2741037" y="170"/>
                </a:lnTo>
                <a:lnTo>
                  <a:pt x="2740685" y="118"/>
                </a:lnTo>
                <a:lnTo>
                  <a:pt x="2740326" y="75"/>
                </a:lnTo>
                <a:lnTo>
                  <a:pt x="2739961" y="42"/>
                </a:lnTo>
                <a:lnTo>
                  <a:pt x="2739590" y="19"/>
                </a:lnTo>
                <a:lnTo>
                  <a:pt x="2739213" y="5"/>
                </a:lnTo>
                <a:lnTo>
                  <a:pt x="2738830" y="0"/>
                </a:lnTo>
                <a:lnTo>
                  <a:pt x="2738447" y="5"/>
                </a:lnTo>
                <a:lnTo>
                  <a:pt x="2738070" y="19"/>
                </a:lnTo>
                <a:lnTo>
                  <a:pt x="2737700" y="42"/>
                </a:lnTo>
                <a:lnTo>
                  <a:pt x="2737335" y="75"/>
                </a:lnTo>
                <a:lnTo>
                  <a:pt x="2736977" y="118"/>
                </a:lnTo>
                <a:lnTo>
                  <a:pt x="2736626" y="170"/>
                </a:lnTo>
                <a:lnTo>
                  <a:pt x="2736281" y="231"/>
                </a:lnTo>
                <a:lnTo>
                  <a:pt x="2735942" y="301"/>
                </a:lnTo>
                <a:lnTo>
                  <a:pt x="2735610" y="381"/>
                </a:lnTo>
                <a:lnTo>
                  <a:pt x="2735283" y="471"/>
                </a:lnTo>
                <a:lnTo>
                  <a:pt x="2734964" y="570"/>
                </a:lnTo>
                <a:lnTo>
                  <a:pt x="2734650" y="678"/>
                </a:lnTo>
                <a:lnTo>
                  <a:pt x="2734343" y="796"/>
                </a:lnTo>
                <a:lnTo>
                  <a:pt x="2734042" y="923"/>
                </a:lnTo>
                <a:lnTo>
                  <a:pt x="2733748" y="1060"/>
                </a:lnTo>
                <a:lnTo>
                  <a:pt x="2733459" y="1206"/>
                </a:lnTo>
                <a:lnTo>
                  <a:pt x="2733178" y="1361"/>
                </a:lnTo>
                <a:lnTo>
                  <a:pt x="2732902" y="1526"/>
                </a:lnTo>
                <a:lnTo>
                  <a:pt x="2732633" y="1700"/>
                </a:lnTo>
                <a:lnTo>
                  <a:pt x="2732370" y="1884"/>
                </a:lnTo>
                <a:lnTo>
                  <a:pt x="2732114" y="2077"/>
                </a:lnTo>
                <a:lnTo>
                  <a:pt x="2731864" y="2279"/>
                </a:lnTo>
                <a:lnTo>
                  <a:pt x="2731620" y="2491"/>
                </a:lnTo>
                <a:lnTo>
                  <a:pt x="2731383" y="2713"/>
                </a:lnTo>
                <a:lnTo>
                  <a:pt x="2731153" y="2941"/>
                </a:lnTo>
                <a:lnTo>
                  <a:pt x="2730933" y="3175"/>
                </a:lnTo>
                <a:lnTo>
                  <a:pt x="2730724" y="3413"/>
                </a:lnTo>
                <a:lnTo>
                  <a:pt x="2730523" y="3657"/>
                </a:lnTo>
                <a:lnTo>
                  <a:pt x="2730333" y="3905"/>
                </a:lnTo>
                <a:lnTo>
                  <a:pt x="2730153" y="4158"/>
                </a:lnTo>
                <a:lnTo>
                  <a:pt x="2729982" y="4417"/>
                </a:lnTo>
                <a:lnTo>
                  <a:pt x="2729821" y="4680"/>
                </a:lnTo>
                <a:lnTo>
                  <a:pt x="2729669" y="4948"/>
                </a:lnTo>
                <a:lnTo>
                  <a:pt x="2729528" y="5222"/>
                </a:lnTo>
                <a:lnTo>
                  <a:pt x="2729396" y="5500"/>
                </a:lnTo>
                <a:lnTo>
                  <a:pt x="2729274" y="5783"/>
                </a:lnTo>
                <a:lnTo>
                  <a:pt x="2729162" y="6071"/>
                </a:lnTo>
                <a:lnTo>
                  <a:pt x="2729059" y="6364"/>
                </a:lnTo>
                <a:lnTo>
                  <a:pt x="2728967" y="6662"/>
                </a:lnTo>
                <a:lnTo>
                  <a:pt x="2728884" y="6965"/>
                </a:lnTo>
                <a:lnTo>
                  <a:pt x="2728810" y="7273"/>
                </a:lnTo>
                <a:lnTo>
                  <a:pt x="2728747" y="7586"/>
                </a:lnTo>
                <a:lnTo>
                  <a:pt x="2728693" y="7904"/>
                </a:lnTo>
                <a:lnTo>
                  <a:pt x="2728649" y="8227"/>
                </a:lnTo>
                <a:lnTo>
                  <a:pt x="2728615" y="8555"/>
                </a:lnTo>
                <a:lnTo>
                  <a:pt x="2728591" y="8888"/>
                </a:lnTo>
                <a:lnTo>
                  <a:pt x="2728576" y="9226"/>
                </a:lnTo>
                <a:lnTo>
                  <a:pt x="2728571" y="9568"/>
                </a:lnTo>
                <a:lnTo>
                  <a:pt x="2728576" y="9911"/>
                </a:lnTo>
                <a:lnTo>
                  <a:pt x="2728591" y="10249"/>
                </a:lnTo>
                <a:lnTo>
                  <a:pt x="2728615" y="10582"/>
                </a:lnTo>
                <a:lnTo>
                  <a:pt x="2728649" y="10910"/>
                </a:lnTo>
                <a:lnTo>
                  <a:pt x="2728693" y="11233"/>
                </a:lnTo>
                <a:lnTo>
                  <a:pt x="2728747" y="11550"/>
                </a:lnTo>
                <a:lnTo>
                  <a:pt x="2728810" y="11863"/>
                </a:lnTo>
                <a:lnTo>
                  <a:pt x="2728884" y="12171"/>
                </a:lnTo>
                <a:lnTo>
                  <a:pt x="2728967" y="12474"/>
                </a:lnTo>
                <a:lnTo>
                  <a:pt x="2729059" y="12773"/>
                </a:lnTo>
                <a:lnTo>
                  <a:pt x="2729162" y="13066"/>
                </a:lnTo>
                <a:lnTo>
                  <a:pt x="2729274" y="13354"/>
                </a:lnTo>
                <a:lnTo>
                  <a:pt x="2729396" y="13637"/>
                </a:lnTo>
                <a:lnTo>
                  <a:pt x="2729528" y="13915"/>
                </a:lnTo>
                <a:lnTo>
                  <a:pt x="2729669" y="14188"/>
                </a:lnTo>
                <a:lnTo>
                  <a:pt x="2729821" y="14457"/>
                </a:lnTo>
                <a:lnTo>
                  <a:pt x="2729982" y="14720"/>
                </a:lnTo>
                <a:lnTo>
                  <a:pt x="2730153" y="14978"/>
                </a:lnTo>
                <a:lnTo>
                  <a:pt x="2730333" y="15232"/>
                </a:lnTo>
                <a:lnTo>
                  <a:pt x="2730523" y="15480"/>
                </a:lnTo>
                <a:lnTo>
                  <a:pt x="2730724" y="15724"/>
                </a:lnTo>
                <a:lnTo>
                  <a:pt x="2730933" y="15962"/>
                </a:lnTo>
                <a:lnTo>
                  <a:pt x="2731153" y="16195"/>
                </a:lnTo>
                <a:lnTo>
                  <a:pt x="2731383" y="16424"/>
                </a:lnTo>
                <a:lnTo>
                  <a:pt x="2731620" y="16645"/>
                </a:lnTo>
                <a:lnTo>
                  <a:pt x="2731864" y="16857"/>
                </a:lnTo>
                <a:lnTo>
                  <a:pt x="2732114" y="17060"/>
                </a:lnTo>
                <a:lnTo>
                  <a:pt x="2732370" y="17253"/>
                </a:lnTo>
                <a:lnTo>
                  <a:pt x="2732633" y="17437"/>
                </a:lnTo>
                <a:lnTo>
                  <a:pt x="2732902" y="17611"/>
                </a:lnTo>
                <a:lnTo>
                  <a:pt x="2733178" y="17776"/>
                </a:lnTo>
                <a:lnTo>
                  <a:pt x="2733459" y="17931"/>
                </a:lnTo>
                <a:lnTo>
                  <a:pt x="2733748" y="18077"/>
                </a:lnTo>
                <a:lnTo>
                  <a:pt x="2734042" y="18214"/>
                </a:lnTo>
                <a:lnTo>
                  <a:pt x="2734343" y="18341"/>
                </a:lnTo>
                <a:lnTo>
                  <a:pt x="2734650" y="18459"/>
                </a:lnTo>
                <a:lnTo>
                  <a:pt x="2734964" y="18567"/>
                </a:lnTo>
                <a:lnTo>
                  <a:pt x="2735283" y="18666"/>
                </a:lnTo>
                <a:lnTo>
                  <a:pt x="2735610" y="18755"/>
                </a:lnTo>
                <a:lnTo>
                  <a:pt x="2735942" y="18835"/>
                </a:lnTo>
                <a:lnTo>
                  <a:pt x="2736281" y="18906"/>
                </a:lnTo>
                <a:lnTo>
                  <a:pt x="2736626" y="18967"/>
                </a:lnTo>
                <a:lnTo>
                  <a:pt x="2736977" y="19019"/>
                </a:lnTo>
                <a:lnTo>
                  <a:pt x="2737335" y="19061"/>
                </a:lnTo>
                <a:lnTo>
                  <a:pt x="2737700" y="19094"/>
                </a:lnTo>
                <a:lnTo>
                  <a:pt x="2738070" y="19118"/>
                </a:lnTo>
                <a:lnTo>
                  <a:pt x="2738447" y="19132"/>
                </a:lnTo>
                <a:lnTo>
                  <a:pt x="2738830" y="19137"/>
                </a:lnTo>
                <a:lnTo>
                  <a:pt x="2739213" y="19132"/>
                </a:lnTo>
                <a:lnTo>
                  <a:pt x="2739590" y="19118"/>
                </a:lnTo>
                <a:lnTo>
                  <a:pt x="2739961" y="19094"/>
                </a:lnTo>
                <a:lnTo>
                  <a:pt x="2740326" y="19061"/>
                </a:lnTo>
                <a:lnTo>
                  <a:pt x="2740685" y="19019"/>
                </a:lnTo>
                <a:close/>
                <a:moveTo>
                  <a:pt x="2621263" y="43819"/>
                </a:moveTo>
                <a:lnTo>
                  <a:pt x="2621644" y="43499"/>
                </a:lnTo>
                <a:lnTo>
                  <a:pt x="2622033" y="43193"/>
                </a:lnTo>
                <a:lnTo>
                  <a:pt x="2622429" y="42903"/>
                </a:lnTo>
                <a:lnTo>
                  <a:pt x="2622833" y="42627"/>
                </a:lnTo>
                <a:lnTo>
                  <a:pt x="2623244" y="42366"/>
                </a:lnTo>
                <a:lnTo>
                  <a:pt x="2623662" y="42121"/>
                </a:lnTo>
                <a:lnTo>
                  <a:pt x="2624088" y="41890"/>
                </a:lnTo>
                <a:lnTo>
                  <a:pt x="2624521" y="41674"/>
                </a:lnTo>
                <a:lnTo>
                  <a:pt x="2624961" y="41472"/>
                </a:lnTo>
                <a:lnTo>
                  <a:pt x="2625409" y="41286"/>
                </a:lnTo>
                <a:lnTo>
                  <a:pt x="2625864" y="41115"/>
                </a:lnTo>
                <a:lnTo>
                  <a:pt x="2626327" y="40958"/>
                </a:lnTo>
                <a:lnTo>
                  <a:pt x="2626796" y="40817"/>
                </a:lnTo>
                <a:lnTo>
                  <a:pt x="2627274" y="40690"/>
                </a:lnTo>
                <a:lnTo>
                  <a:pt x="2627756" y="40573"/>
                </a:lnTo>
                <a:lnTo>
                  <a:pt x="2628243" y="40462"/>
                </a:lnTo>
                <a:lnTo>
                  <a:pt x="2628734" y="40355"/>
                </a:lnTo>
                <a:lnTo>
                  <a:pt x="2629229" y="40253"/>
                </a:lnTo>
                <a:lnTo>
                  <a:pt x="2629727" y="40156"/>
                </a:lnTo>
                <a:lnTo>
                  <a:pt x="2630230" y="40064"/>
                </a:lnTo>
                <a:lnTo>
                  <a:pt x="2630736" y="39978"/>
                </a:lnTo>
                <a:lnTo>
                  <a:pt x="2631247" y="39896"/>
                </a:lnTo>
                <a:lnTo>
                  <a:pt x="2631761" y="39819"/>
                </a:lnTo>
                <a:lnTo>
                  <a:pt x="2632279" y="39747"/>
                </a:lnTo>
                <a:lnTo>
                  <a:pt x="2632802" y="39680"/>
                </a:lnTo>
                <a:lnTo>
                  <a:pt x="2633328" y="39617"/>
                </a:lnTo>
                <a:lnTo>
                  <a:pt x="2633858" y="39560"/>
                </a:lnTo>
                <a:lnTo>
                  <a:pt x="2634392" y="39508"/>
                </a:lnTo>
                <a:lnTo>
                  <a:pt x="2634930" y="39461"/>
                </a:lnTo>
                <a:lnTo>
                  <a:pt x="2635472" y="39419"/>
                </a:lnTo>
                <a:lnTo>
                  <a:pt x="2636018" y="39382"/>
                </a:lnTo>
                <a:lnTo>
                  <a:pt x="2636568" y="39349"/>
                </a:lnTo>
                <a:lnTo>
                  <a:pt x="2637121" y="39322"/>
                </a:lnTo>
                <a:lnTo>
                  <a:pt x="2637679" y="39300"/>
                </a:lnTo>
                <a:lnTo>
                  <a:pt x="2638241" y="39282"/>
                </a:lnTo>
                <a:lnTo>
                  <a:pt x="2638806" y="39270"/>
                </a:lnTo>
                <a:lnTo>
                  <a:pt x="2639376" y="39262"/>
                </a:lnTo>
                <a:lnTo>
                  <a:pt x="2639949" y="39260"/>
                </a:lnTo>
                <a:lnTo>
                  <a:pt x="2639949" y="25351"/>
                </a:lnTo>
                <a:lnTo>
                  <a:pt x="2639052" y="25381"/>
                </a:lnTo>
                <a:lnTo>
                  <a:pt x="2638169" y="25422"/>
                </a:lnTo>
                <a:lnTo>
                  <a:pt x="2637299" y="25473"/>
                </a:lnTo>
                <a:lnTo>
                  <a:pt x="2636443" y="25535"/>
                </a:lnTo>
                <a:lnTo>
                  <a:pt x="2635601" y="25607"/>
                </a:lnTo>
                <a:lnTo>
                  <a:pt x="2634774" y="25690"/>
                </a:lnTo>
                <a:lnTo>
                  <a:pt x="2633959" y="25784"/>
                </a:lnTo>
                <a:lnTo>
                  <a:pt x="2633159" y="25888"/>
                </a:lnTo>
                <a:lnTo>
                  <a:pt x="2632373" y="26003"/>
                </a:lnTo>
                <a:lnTo>
                  <a:pt x="2631601" y="26129"/>
                </a:lnTo>
                <a:lnTo>
                  <a:pt x="2630842" y="26265"/>
                </a:lnTo>
                <a:lnTo>
                  <a:pt x="2630097" y="26412"/>
                </a:lnTo>
                <a:lnTo>
                  <a:pt x="2629366" y="26569"/>
                </a:lnTo>
                <a:lnTo>
                  <a:pt x="2628649" y="26737"/>
                </a:lnTo>
                <a:lnTo>
                  <a:pt x="2627946" y="26916"/>
                </a:lnTo>
                <a:lnTo>
                  <a:pt x="2627257" y="27105"/>
                </a:lnTo>
                <a:lnTo>
                  <a:pt x="2626582" y="27305"/>
                </a:lnTo>
                <a:lnTo>
                  <a:pt x="2625920" y="27515"/>
                </a:lnTo>
                <a:lnTo>
                  <a:pt x="2625273" y="27736"/>
                </a:lnTo>
                <a:lnTo>
                  <a:pt x="2624639" y="27968"/>
                </a:lnTo>
                <a:lnTo>
                  <a:pt x="2624019" y="28210"/>
                </a:lnTo>
                <a:lnTo>
                  <a:pt x="2623413" y="28463"/>
                </a:lnTo>
                <a:lnTo>
                  <a:pt x="2622821" y="28727"/>
                </a:lnTo>
                <a:lnTo>
                  <a:pt x="2622243" y="29001"/>
                </a:lnTo>
                <a:lnTo>
                  <a:pt x="2621676" y="29291"/>
                </a:lnTo>
                <a:lnTo>
                  <a:pt x="2621118" y="29601"/>
                </a:lnTo>
                <a:lnTo>
                  <a:pt x="2620570" y="29932"/>
                </a:lnTo>
                <a:lnTo>
                  <a:pt x="2620030" y="30283"/>
                </a:lnTo>
                <a:lnTo>
                  <a:pt x="2619500" y="30655"/>
                </a:lnTo>
                <a:lnTo>
                  <a:pt x="2618978" y="31048"/>
                </a:lnTo>
                <a:lnTo>
                  <a:pt x="2618466" y="31461"/>
                </a:lnTo>
                <a:lnTo>
                  <a:pt x="2617963" y="31895"/>
                </a:lnTo>
                <a:lnTo>
                  <a:pt x="2617469" y="32349"/>
                </a:lnTo>
                <a:lnTo>
                  <a:pt x="2616984" y="32823"/>
                </a:lnTo>
                <a:lnTo>
                  <a:pt x="2616508" y="33319"/>
                </a:lnTo>
                <a:lnTo>
                  <a:pt x="2616041" y="33835"/>
                </a:lnTo>
                <a:lnTo>
                  <a:pt x="2615583" y="34371"/>
                </a:lnTo>
                <a:lnTo>
                  <a:pt x="2615134" y="34928"/>
                </a:lnTo>
                <a:lnTo>
                  <a:pt x="2614694" y="35505"/>
                </a:lnTo>
                <a:lnTo>
                  <a:pt x="2614264" y="36103"/>
                </a:lnTo>
                <a:lnTo>
                  <a:pt x="2613842" y="36722"/>
                </a:lnTo>
                <a:lnTo>
                  <a:pt x="2613430" y="37361"/>
                </a:lnTo>
                <a:lnTo>
                  <a:pt x="2613026" y="38021"/>
                </a:lnTo>
                <a:lnTo>
                  <a:pt x="2612632" y="38701"/>
                </a:lnTo>
                <a:lnTo>
                  <a:pt x="2612247" y="39402"/>
                </a:lnTo>
                <a:lnTo>
                  <a:pt x="2611871" y="40123"/>
                </a:lnTo>
                <a:lnTo>
                  <a:pt x="2611588" y="40694"/>
                </a:lnTo>
                <a:lnTo>
                  <a:pt x="2610965" y="40421"/>
                </a:lnTo>
                <a:lnTo>
                  <a:pt x="2610218" y="40115"/>
                </a:lnTo>
                <a:lnTo>
                  <a:pt x="2609456" y="39826"/>
                </a:lnTo>
                <a:lnTo>
                  <a:pt x="2608680" y="39551"/>
                </a:lnTo>
                <a:lnTo>
                  <a:pt x="2607890" y="39293"/>
                </a:lnTo>
                <a:lnTo>
                  <a:pt x="2607086" y="39050"/>
                </a:lnTo>
                <a:lnTo>
                  <a:pt x="2606267" y="38823"/>
                </a:lnTo>
                <a:lnTo>
                  <a:pt x="2605433" y="38611"/>
                </a:lnTo>
                <a:lnTo>
                  <a:pt x="2604586" y="38415"/>
                </a:lnTo>
                <a:lnTo>
                  <a:pt x="2603724" y="38235"/>
                </a:lnTo>
                <a:lnTo>
                  <a:pt x="2602847" y="38070"/>
                </a:lnTo>
                <a:lnTo>
                  <a:pt x="2601956" y="37922"/>
                </a:lnTo>
                <a:lnTo>
                  <a:pt x="2601051" y="37788"/>
                </a:lnTo>
                <a:lnTo>
                  <a:pt x="2600131" y="37671"/>
                </a:lnTo>
                <a:lnTo>
                  <a:pt x="2599197" y="37569"/>
                </a:lnTo>
                <a:lnTo>
                  <a:pt x="2598249" y="37483"/>
                </a:lnTo>
                <a:lnTo>
                  <a:pt x="2597286" y="37412"/>
                </a:lnTo>
                <a:lnTo>
                  <a:pt x="2596309" y="37358"/>
                </a:lnTo>
                <a:lnTo>
                  <a:pt x="2595317" y="37318"/>
                </a:lnTo>
                <a:lnTo>
                  <a:pt x="2594311" y="37295"/>
                </a:lnTo>
                <a:lnTo>
                  <a:pt x="2593291" y="37287"/>
                </a:lnTo>
                <a:lnTo>
                  <a:pt x="2592295" y="37295"/>
                </a:lnTo>
                <a:lnTo>
                  <a:pt x="2591311" y="37318"/>
                </a:lnTo>
                <a:lnTo>
                  <a:pt x="2590340" y="37358"/>
                </a:lnTo>
                <a:lnTo>
                  <a:pt x="2589382" y="37412"/>
                </a:lnTo>
                <a:lnTo>
                  <a:pt x="2588437" y="37483"/>
                </a:lnTo>
                <a:lnTo>
                  <a:pt x="2587505" y="37569"/>
                </a:lnTo>
                <a:lnTo>
                  <a:pt x="2586586" y="37671"/>
                </a:lnTo>
                <a:lnTo>
                  <a:pt x="2585679" y="37788"/>
                </a:lnTo>
                <a:lnTo>
                  <a:pt x="2584786" y="37922"/>
                </a:lnTo>
                <a:lnTo>
                  <a:pt x="2583905" y="38070"/>
                </a:lnTo>
                <a:lnTo>
                  <a:pt x="2583037" y="38235"/>
                </a:lnTo>
                <a:lnTo>
                  <a:pt x="2582181" y="38415"/>
                </a:lnTo>
                <a:lnTo>
                  <a:pt x="2581339" y="38611"/>
                </a:lnTo>
                <a:lnTo>
                  <a:pt x="2580510" y="38823"/>
                </a:lnTo>
                <a:lnTo>
                  <a:pt x="2579693" y="39050"/>
                </a:lnTo>
                <a:lnTo>
                  <a:pt x="2578889" y="39293"/>
                </a:lnTo>
                <a:lnTo>
                  <a:pt x="2578098" y="39551"/>
                </a:lnTo>
                <a:lnTo>
                  <a:pt x="2577320" y="39826"/>
                </a:lnTo>
                <a:lnTo>
                  <a:pt x="2576555" y="40115"/>
                </a:lnTo>
                <a:lnTo>
                  <a:pt x="2575803" y="40421"/>
                </a:lnTo>
                <a:lnTo>
                  <a:pt x="2575063" y="40742"/>
                </a:lnTo>
                <a:lnTo>
                  <a:pt x="2574336" y="41079"/>
                </a:lnTo>
                <a:lnTo>
                  <a:pt x="2573622" y="41432"/>
                </a:lnTo>
                <a:lnTo>
                  <a:pt x="2572921" y="41800"/>
                </a:lnTo>
                <a:lnTo>
                  <a:pt x="2572234" y="42181"/>
                </a:lnTo>
                <a:lnTo>
                  <a:pt x="2571560" y="42573"/>
                </a:lnTo>
                <a:lnTo>
                  <a:pt x="2570901" y="42976"/>
                </a:lnTo>
                <a:lnTo>
                  <a:pt x="2570255" y="43390"/>
                </a:lnTo>
                <a:lnTo>
                  <a:pt x="2569624" y="43814"/>
                </a:lnTo>
                <a:lnTo>
                  <a:pt x="2569007" y="44249"/>
                </a:lnTo>
                <a:lnTo>
                  <a:pt x="2568403" y="44696"/>
                </a:lnTo>
                <a:lnTo>
                  <a:pt x="2567814" y="45152"/>
                </a:lnTo>
                <a:lnTo>
                  <a:pt x="2567239" y="45620"/>
                </a:lnTo>
                <a:lnTo>
                  <a:pt x="2566677" y="46099"/>
                </a:lnTo>
                <a:lnTo>
                  <a:pt x="2566130" y="46588"/>
                </a:lnTo>
                <a:lnTo>
                  <a:pt x="2565597" y="47088"/>
                </a:lnTo>
                <a:lnTo>
                  <a:pt x="2565078" y="47599"/>
                </a:lnTo>
                <a:lnTo>
                  <a:pt x="2564573" y="48121"/>
                </a:lnTo>
                <a:lnTo>
                  <a:pt x="2564082" y="48653"/>
                </a:lnTo>
                <a:lnTo>
                  <a:pt x="2563605" y="49197"/>
                </a:lnTo>
                <a:lnTo>
                  <a:pt x="2563142" y="49751"/>
                </a:lnTo>
                <a:lnTo>
                  <a:pt x="2562693" y="50316"/>
                </a:lnTo>
                <a:lnTo>
                  <a:pt x="2562259" y="50892"/>
                </a:lnTo>
                <a:lnTo>
                  <a:pt x="2561838" y="51478"/>
                </a:lnTo>
                <a:lnTo>
                  <a:pt x="2561431" y="52076"/>
                </a:lnTo>
                <a:lnTo>
                  <a:pt x="2561038" y="52684"/>
                </a:lnTo>
                <a:lnTo>
                  <a:pt x="2560660" y="53303"/>
                </a:lnTo>
                <a:lnTo>
                  <a:pt x="2560295" y="53933"/>
                </a:lnTo>
                <a:lnTo>
                  <a:pt x="2559945" y="54571"/>
                </a:lnTo>
                <a:lnTo>
                  <a:pt x="2559610" y="55215"/>
                </a:lnTo>
                <a:lnTo>
                  <a:pt x="2559289" y="55865"/>
                </a:lnTo>
                <a:lnTo>
                  <a:pt x="2558984" y="56520"/>
                </a:lnTo>
                <a:lnTo>
                  <a:pt x="2558693" y="57182"/>
                </a:lnTo>
                <a:lnTo>
                  <a:pt x="2558418" y="57850"/>
                </a:lnTo>
                <a:lnTo>
                  <a:pt x="2558157" y="58523"/>
                </a:lnTo>
                <a:lnTo>
                  <a:pt x="2557911" y="59203"/>
                </a:lnTo>
                <a:lnTo>
                  <a:pt x="2557680" y="59888"/>
                </a:lnTo>
                <a:lnTo>
                  <a:pt x="2557464" y="60579"/>
                </a:lnTo>
                <a:lnTo>
                  <a:pt x="2557263" y="61276"/>
                </a:lnTo>
                <a:lnTo>
                  <a:pt x="2557077" y="61979"/>
                </a:lnTo>
                <a:lnTo>
                  <a:pt x="2556906" y="62688"/>
                </a:lnTo>
                <a:lnTo>
                  <a:pt x="2556749" y="63403"/>
                </a:lnTo>
                <a:lnTo>
                  <a:pt x="2556608" y="64124"/>
                </a:lnTo>
                <a:lnTo>
                  <a:pt x="2556481" y="64851"/>
                </a:lnTo>
                <a:lnTo>
                  <a:pt x="2556369" y="65584"/>
                </a:lnTo>
                <a:lnTo>
                  <a:pt x="2556272" y="66322"/>
                </a:lnTo>
                <a:lnTo>
                  <a:pt x="2556190" y="67067"/>
                </a:lnTo>
                <a:lnTo>
                  <a:pt x="2556123" y="67817"/>
                </a:lnTo>
                <a:lnTo>
                  <a:pt x="2556071" y="68573"/>
                </a:lnTo>
                <a:lnTo>
                  <a:pt x="2556034" y="69336"/>
                </a:lnTo>
                <a:lnTo>
                  <a:pt x="2556012" y="70104"/>
                </a:lnTo>
                <a:lnTo>
                  <a:pt x="2556004" y="70878"/>
                </a:lnTo>
                <a:lnTo>
                  <a:pt x="2556012" y="71611"/>
                </a:lnTo>
                <a:lnTo>
                  <a:pt x="2556034" y="72340"/>
                </a:lnTo>
                <a:lnTo>
                  <a:pt x="2556070" y="73064"/>
                </a:lnTo>
                <a:lnTo>
                  <a:pt x="2556122" y="73784"/>
                </a:lnTo>
                <a:lnTo>
                  <a:pt x="2556188" y="74500"/>
                </a:lnTo>
                <a:lnTo>
                  <a:pt x="2556269" y="75211"/>
                </a:lnTo>
                <a:lnTo>
                  <a:pt x="2556365" y="75918"/>
                </a:lnTo>
                <a:lnTo>
                  <a:pt x="2556475" y="76621"/>
                </a:lnTo>
                <a:lnTo>
                  <a:pt x="2556601" y="77319"/>
                </a:lnTo>
                <a:lnTo>
                  <a:pt x="2556741" y="78013"/>
                </a:lnTo>
                <a:lnTo>
                  <a:pt x="2556895" y="78702"/>
                </a:lnTo>
                <a:lnTo>
                  <a:pt x="2557065" y="79387"/>
                </a:lnTo>
                <a:lnTo>
                  <a:pt x="2557249" y="80068"/>
                </a:lnTo>
                <a:lnTo>
                  <a:pt x="2557447" y="80745"/>
                </a:lnTo>
                <a:lnTo>
                  <a:pt x="2557661" y="81417"/>
                </a:lnTo>
                <a:lnTo>
                  <a:pt x="2557889" y="82085"/>
                </a:lnTo>
                <a:lnTo>
                  <a:pt x="2558132" y="82748"/>
                </a:lnTo>
                <a:lnTo>
                  <a:pt x="2558390" y="83408"/>
                </a:lnTo>
                <a:lnTo>
                  <a:pt x="2558663" y="84062"/>
                </a:lnTo>
                <a:lnTo>
                  <a:pt x="2558950" y="84713"/>
                </a:lnTo>
                <a:lnTo>
                  <a:pt x="2559252" y="85359"/>
                </a:lnTo>
                <a:lnTo>
                  <a:pt x="2559568" y="86001"/>
                </a:lnTo>
                <a:lnTo>
                  <a:pt x="2559900" y="86638"/>
                </a:lnTo>
                <a:lnTo>
                  <a:pt x="2560246" y="87271"/>
                </a:lnTo>
                <a:lnTo>
                  <a:pt x="2560606" y="87897"/>
                </a:lnTo>
                <a:lnTo>
                  <a:pt x="2560980" y="88513"/>
                </a:lnTo>
                <a:lnTo>
                  <a:pt x="2561369" y="89118"/>
                </a:lnTo>
                <a:lnTo>
                  <a:pt x="2561771" y="89714"/>
                </a:lnTo>
                <a:lnTo>
                  <a:pt x="2562187" y="90300"/>
                </a:lnTo>
                <a:lnTo>
                  <a:pt x="2562616" y="90875"/>
                </a:lnTo>
                <a:lnTo>
                  <a:pt x="2563060" y="91440"/>
                </a:lnTo>
                <a:lnTo>
                  <a:pt x="2563517" y="91995"/>
                </a:lnTo>
                <a:lnTo>
                  <a:pt x="2563989" y="92541"/>
                </a:lnTo>
                <a:lnTo>
                  <a:pt x="2564474" y="93076"/>
                </a:lnTo>
                <a:lnTo>
                  <a:pt x="2564973" y="93600"/>
                </a:lnTo>
                <a:lnTo>
                  <a:pt x="2565486" y="94115"/>
                </a:lnTo>
                <a:lnTo>
                  <a:pt x="2566013" y="94620"/>
                </a:lnTo>
                <a:lnTo>
                  <a:pt x="2566554" y="95115"/>
                </a:lnTo>
                <a:lnTo>
                  <a:pt x="2567108" y="95599"/>
                </a:lnTo>
                <a:lnTo>
                  <a:pt x="2567677" y="96074"/>
                </a:lnTo>
                <a:lnTo>
                  <a:pt x="2568259" y="96538"/>
                </a:lnTo>
                <a:lnTo>
                  <a:pt x="2568855" y="96992"/>
                </a:lnTo>
                <a:lnTo>
                  <a:pt x="2569179" y="97228"/>
                </a:lnTo>
                <a:lnTo>
                  <a:pt x="2568995" y="97299"/>
                </a:lnTo>
                <a:lnTo>
                  <a:pt x="2568350" y="97560"/>
                </a:lnTo>
                <a:lnTo>
                  <a:pt x="2567723" y="97825"/>
                </a:lnTo>
                <a:lnTo>
                  <a:pt x="2567112" y="98096"/>
                </a:lnTo>
                <a:lnTo>
                  <a:pt x="2566520" y="98372"/>
                </a:lnTo>
                <a:lnTo>
                  <a:pt x="2565944" y="98654"/>
                </a:lnTo>
                <a:lnTo>
                  <a:pt x="2565386" y="98940"/>
                </a:lnTo>
                <a:lnTo>
                  <a:pt x="2564845" y="99232"/>
                </a:lnTo>
                <a:lnTo>
                  <a:pt x="2564321" y="99530"/>
                </a:lnTo>
                <a:lnTo>
                  <a:pt x="2563815" y="99833"/>
                </a:lnTo>
                <a:lnTo>
                  <a:pt x="2563326" y="100141"/>
                </a:lnTo>
                <a:lnTo>
                  <a:pt x="2562854" y="100454"/>
                </a:lnTo>
                <a:lnTo>
                  <a:pt x="2562400" y="100773"/>
                </a:lnTo>
                <a:lnTo>
                  <a:pt x="2561963" y="101097"/>
                </a:lnTo>
                <a:lnTo>
                  <a:pt x="2561543" y="101426"/>
                </a:lnTo>
                <a:lnTo>
                  <a:pt x="2561140" y="101761"/>
                </a:lnTo>
                <a:lnTo>
                  <a:pt x="2560755" y="102101"/>
                </a:lnTo>
                <a:lnTo>
                  <a:pt x="2560387" y="102446"/>
                </a:lnTo>
                <a:lnTo>
                  <a:pt x="2560037" y="102797"/>
                </a:lnTo>
                <a:lnTo>
                  <a:pt x="2559703" y="103153"/>
                </a:lnTo>
                <a:lnTo>
                  <a:pt x="2559385" y="103512"/>
                </a:lnTo>
                <a:lnTo>
                  <a:pt x="2559081" y="103874"/>
                </a:lnTo>
                <a:lnTo>
                  <a:pt x="2558790" y="104237"/>
                </a:lnTo>
                <a:lnTo>
                  <a:pt x="2558513" y="104602"/>
                </a:lnTo>
                <a:lnTo>
                  <a:pt x="2558249" y="104969"/>
                </a:lnTo>
                <a:lnTo>
                  <a:pt x="2557999" y="105338"/>
                </a:lnTo>
                <a:lnTo>
                  <a:pt x="2557762" y="105709"/>
                </a:lnTo>
                <a:lnTo>
                  <a:pt x="2557539" y="106082"/>
                </a:lnTo>
                <a:lnTo>
                  <a:pt x="2557329" y="106456"/>
                </a:lnTo>
                <a:lnTo>
                  <a:pt x="2557133" y="106833"/>
                </a:lnTo>
                <a:lnTo>
                  <a:pt x="2556950" y="107211"/>
                </a:lnTo>
                <a:lnTo>
                  <a:pt x="2556781" y="107592"/>
                </a:lnTo>
                <a:lnTo>
                  <a:pt x="2556625" y="107974"/>
                </a:lnTo>
                <a:lnTo>
                  <a:pt x="2556483" y="108358"/>
                </a:lnTo>
                <a:lnTo>
                  <a:pt x="2556355" y="108744"/>
                </a:lnTo>
                <a:lnTo>
                  <a:pt x="2556240" y="109132"/>
                </a:lnTo>
                <a:lnTo>
                  <a:pt x="2556138" y="109521"/>
                </a:lnTo>
                <a:lnTo>
                  <a:pt x="2556050" y="109913"/>
                </a:lnTo>
                <a:lnTo>
                  <a:pt x="2555976" y="110306"/>
                </a:lnTo>
                <a:lnTo>
                  <a:pt x="2555915" y="110702"/>
                </a:lnTo>
                <a:lnTo>
                  <a:pt x="2555868" y="111099"/>
                </a:lnTo>
                <a:lnTo>
                  <a:pt x="2555834" y="111498"/>
                </a:lnTo>
                <a:lnTo>
                  <a:pt x="2555814" y="111899"/>
                </a:lnTo>
                <a:lnTo>
                  <a:pt x="2555807" y="112302"/>
                </a:lnTo>
                <a:lnTo>
                  <a:pt x="2555811" y="112583"/>
                </a:lnTo>
                <a:lnTo>
                  <a:pt x="2555823" y="112865"/>
                </a:lnTo>
                <a:lnTo>
                  <a:pt x="2555842" y="113147"/>
                </a:lnTo>
                <a:lnTo>
                  <a:pt x="2555870" y="113431"/>
                </a:lnTo>
                <a:lnTo>
                  <a:pt x="2555905" y="113715"/>
                </a:lnTo>
                <a:lnTo>
                  <a:pt x="2555949" y="114000"/>
                </a:lnTo>
                <a:lnTo>
                  <a:pt x="2556000" y="114286"/>
                </a:lnTo>
                <a:lnTo>
                  <a:pt x="2556059" y="114573"/>
                </a:lnTo>
                <a:lnTo>
                  <a:pt x="2556126" y="114861"/>
                </a:lnTo>
                <a:lnTo>
                  <a:pt x="2556201" y="115150"/>
                </a:lnTo>
                <a:lnTo>
                  <a:pt x="2556283" y="115439"/>
                </a:lnTo>
                <a:lnTo>
                  <a:pt x="2556374" y="115730"/>
                </a:lnTo>
                <a:lnTo>
                  <a:pt x="2556473" y="116021"/>
                </a:lnTo>
                <a:lnTo>
                  <a:pt x="2556579" y="116313"/>
                </a:lnTo>
                <a:lnTo>
                  <a:pt x="2556693" y="116606"/>
                </a:lnTo>
                <a:lnTo>
                  <a:pt x="2556815" y="116900"/>
                </a:lnTo>
                <a:lnTo>
                  <a:pt x="2556945" y="117194"/>
                </a:lnTo>
                <a:lnTo>
                  <a:pt x="2557083" y="117490"/>
                </a:lnTo>
                <a:lnTo>
                  <a:pt x="2557229" y="117786"/>
                </a:lnTo>
                <a:lnTo>
                  <a:pt x="2557382" y="118083"/>
                </a:lnTo>
                <a:lnTo>
                  <a:pt x="2557544" y="118381"/>
                </a:lnTo>
                <a:lnTo>
                  <a:pt x="2557713" y="118680"/>
                </a:lnTo>
                <a:lnTo>
                  <a:pt x="2557891" y="118980"/>
                </a:lnTo>
                <a:lnTo>
                  <a:pt x="2558076" y="119281"/>
                </a:lnTo>
                <a:lnTo>
                  <a:pt x="2558270" y="119580"/>
                </a:lnTo>
                <a:lnTo>
                  <a:pt x="2558475" y="119878"/>
                </a:lnTo>
                <a:lnTo>
                  <a:pt x="2558691" y="120172"/>
                </a:lnTo>
                <a:lnTo>
                  <a:pt x="2558918" y="120465"/>
                </a:lnTo>
                <a:lnTo>
                  <a:pt x="2559156" y="120755"/>
                </a:lnTo>
                <a:lnTo>
                  <a:pt x="2559404" y="121043"/>
                </a:lnTo>
                <a:lnTo>
                  <a:pt x="2559663" y="121328"/>
                </a:lnTo>
                <a:lnTo>
                  <a:pt x="2559933" y="121611"/>
                </a:lnTo>
                <a:lnTo>
                  <a:pt x="2560214" y="121891"/>
                </a:lnTo>
                <a:lnTo>
                  <a:pt x="2560506" y="122169"/>
                </a:lnTo>
                <a:lnTo>
                  <a:pt x="2560808" y="122445"/>
                </a:lnTo>
                <a:lnTo>
                  <a:pt x="2561121" y="122718"/>
                </a:lnTo>
                <a:lnTo>
                  <a:pt x="2561445" y="122989"/>
                </a:lnTo>
                <a:lnTo>
                  <a:pt x="2561780" y="123257"/>
                </a:lnTo>
                <a:lnTo>
                  <a:pt x="2562125" y="123523"/>
                </a:lnTo>
                <a:lnTo>
                  <a:pt x="2562482" y="123787"/>
                </a:lnTo>
                <a:lnTo>
                  <a:pt x="2562849" y="124048"/>
                </a:lnTo>
                <a:lnTo>
                  <a:pt x="2563227" y="124307"/>
                </a:lnTo>
                <a:lnTo>
                  <a:pt x="2563615" y="124563"/>
                </a:lnTo>
                <a:lnTo>
                  <a:pt x="2564015" y="124817"/>
                </a:lnTo>
                <a:lnTo>
                  <a:pt x="2564425" y="125069"/>
                </a:lnTo>
                <a:lnTo>
                  <a:pt x="2564846" y="125318"/>
                </a:lnTo>
                <a:lnTo>
                  <a:pt x="2565278" y="125565"/>
                </a:lnTo>
                <a:lnTo>
                  <a:pt x="2565720" y="125810"/>
                </a:lnTo>
                <a:lnTo>
                  <a:pt x="2566175" y="126049"/>
                </a:lnTo>
                <a:lnTo>
                  <a:pt x="2566644" y="126282"/>
                </a:lnTo>
                <a:lnTo>
                  <a:pt x="2567127" y="126509"/>
                </a:lnTo>
                <a:lnTo>
                  <a:pt x="2567291" y="126581"/>
                </a:lnTo>
                <a:lnTo>
                  <a:pt x="2566800" y="126796"/>
                </a:lnTo>
                <a:lnTo>
                  <a:pt x="2565922" y="127206"/>
                </a:lnTo>
                <a:lnTo>
                  <a:pt x="2565071" y="127629"/>
                </a:lnTo>
                <a:lnTo>
                  <a:pt x="2564246" y="128065"/>
                </a:lnTo>
                <a:lnTo>
                  <a:pt x="2563449" y="128516"/>
                </a:lnTo>
                <a:lnTo>
                  <a:pt x="2562678" y="128980"/>
                </a:lnTo>
                <a:lnTo>
                  <a:pt x="2561934" y="129457"/>
                </a:lnTo>
                <a:lnTo>
                  <a:pt x="2561217" y="129948"/>
                </a:lnTo>
                <a:lnTo>
                  <a:pt x="2560527" y="130453"/>
                </a:lnTo>
                <a:lnTo>
                  <a:pt x="2559864" y="130971"/>
                </a:lnTo>
                <a:lnTo>
                  <a:pt x="2559228" y="131503"/>
                </a:lnTo>
                <a:lnTo>
                  <a:pt x="2558618" y="132049"/>
                </a:lnTo>
                <a:lnTo>
                  <a:pt x="2558035" y="132604"/>
                </a:lnTo>
                <a:lnTo>
                  <a:pt x="2557476" y="133166"/>
                </a:lnTo>
                <a:lnTo>
                  <a:pt x="2556942" y="133735"/>
                </a:lnTo>
                <a:lnTo>
                  <a:pt x="2556433" y="134310"/>
                </a:lnTo>
                <a:lnTo>
                  <a:pt x="2555949" y="134892"/>
                </a:lnTo>
                <a:lnTo>
                  <a:pt x="2555489" y="135481"/>
                </a:lnTo>
                <a:lnTo>
                  <a:pt x="2555055" y="136076"/>
                </a:lnTo>
                <a:lnTo>
                  <a:pt x="2554645" y="136678"/>
                </a:lnTo>
                <a:lnTo>
                  <a:pt x="2554260" y="137286"/>
                </a:lnTo>
                <a:lnTo>
                  <a:pt x="2553900" y="137901"/>
                </a:lnTo>
                <a:lnTo>
                  <a:pt x="2553565" y="138523"/>
                </a:lnTo>
                <a:lnTo>
                  <a:pt x="2553254" y="139151"/>
                </a:lnTo>
                <a:lnTo>
                  <a:pt x="2552969" y="139786"/>
                </a:lnTo>
                <a:lnTo>
                  <a:pt x="2552708" y="140428"/>
                </a:lnTo>
                <a:lnTo>
                  <a:pt x="2552472" y="141076"/>
                </a:lnTo>
                <a:lnTo>
                  <a:pt x="2552261" y="141731"/>
                </a:lnTo>
                <a:lnTo>
                  <a:pt x="2552075" y="142392"/>
                </a:lnTo>
                <a:lnTo>
                  <a:pt x="2551914" y="143061"/>
                </a:lnTo>
                <a:lnTo>
                  <a:pt x="2551777" y="143735"/>
                </a:lnTo>
                <a:lnTo>
                  <a:pt x="2551665" y="144417"/>
                </a:lnTo>
                <a:lnTo>
                  <a:pt x="2551578" y="145105"/>
                </a:lnTo>
                <a:lnTo>
                  <a:pt x="2551516" y="145800"/>
                </a:lnTo>
                <a:lnTo>
                  <a:pt x="2551479" y="146501"/>
                </a:lnTo>
                <a:lnTo>
                  <a:pt x="2551467" y="147209"/>
                </a:lnTo>
                <a:lnTo>
                  <a:pt x="2551474" y="147793"/>
                </a:lnTo>
                <a:lnTo>
                  <a:pt x="2551495" y="148373"/>
                </a:lnTo>
                <a:lnTo>
                  <a:pt x="2551531" y="148950"/>
                </a:lnTo>
                <a:lnTo>
                  <a:pt x="2551582" y="149523"/>
                </a:lnTo>
                <a:lnTo>
                  <a:pt x="2551646" y="150093"/>
                </a:lnTo>
                <a:lnTo>
                  <a:pt x="2551726" y="150659"/>
                </a:lnTo>
                <a:lnTo>
                  <a:pt x="2551819" y="151222"/>
                </a:lnTo>
                <a:lnTo>
                  <a:pt x="2551927" y="151781"/>
                </a:lnTo>
                <a:lnTo>
                  <a:pt x="2552049" y="152337"/>
                </a:lnTo>
                <a:lnTo>
                  <a:pt x="2552186" y="152889"/>
                </a:lnTo>
                <a:lnTo>
                  <a:pt x="2552337" y="153438"/>
                </a:lnTo>
                <a:lnTo>
                  <a:pt x="2552502" y="153984"/>
                </a:lnTo>
                <a:lnTo>
                  <a:pt x="2552682" y="154526"/>
                </a:lnTo>
                <a:lnTo>
                  <a:pt x="2552876" y="155064"/>
                </a:lnTo>
                <a:lnTo>
                  <a:pt x="2553085" y="155599"/>
                </a:lnTo>
                <a:lnTo>
                  <a:pt x="2553308" y="156131"/>
                </a:lnTo>
                <a:lnTo>
                  <a:pt x="2553545" y="156659"/>
                </a:lnTo>
                <a:lnTo>
                  <a:pt x="2553797" y="157183"/>
                </a:lnTo>
                <a:lnTo>
                  <a:pt x="2554063" y="157704"/>
                </a:lnTo>
                <a:lnTo>
                  <a:pt x="2554344" y="158222"/>
                </a:lnTo>
                <a:lnTo>
                  <a:pt x="2554639" y="158736"/>
                </a:lnTo>
                <a:lnTo>
                  <a:pt x="2554948" y="159247"/>
                </a:lnTo>
                <a:lnTo>
                  <a:pt x="2555272" y="159754"/>
                </a:lnTo>
                <a:lnTo>
                  <a:pt x="2555610" y="160258"/>
                </a:lnTo>
                <a:lnTo>
                  <a:pt x="2555964" y="160756"/>
                </a:lnTo>
                <a:lnTo>
                  <a:pt x="2556336" y="161245"/>
                </a:lnTo>
                <a:lnTo>
                  <a:pt x="2556726" y="161727"/>
                </a:lnTo>
                <a:lnTo>
                  <a:pt x="2557134" y="162199"/>
                </a:lnTo>
                <a:lnTo>
                  <a:pt x="2557561" y="162664"/>
                </a:lnTo>
                <a:lnTo>
                  <a:pt x="2558005" y="163120"/>
                </a:lnTo>
                <a:lnTo>
                  <a:pt x="2558467" y="163568"/>
                </a:lnTo>
                <a:lnTo>
                  <a:pt x="2558947" y="164007"/>
                </a:lnTo>
                <a:lnTo>
                  <a:pt x="2559445" y="164438"/>
                </a:lnTo>
                <a:lnTo>
                  <a:pt x="2559961" y="164861"/>
                </a:lnTo>
                <a:lnTo>
                  <a:pt x="2560495" y="165275"/>
                </a:lnTo>
                <a:lnTo>
                  <a:pt x="2561047" y="165681"/>
                </a:lnTo>
                <a:lnTo>
                  <a:pt x="2561617" y="166078"/>
                </a:lnTo>
                <a:lnTo>
                  <a:pt x="2562205" y="166467"/>
                </a:lnTo>
                <a:lnTo>
                  <a:pt x="2562811" y="166848"/>
                </a:lnTo>
                <a:lnTo>
                  <a:pt x="2563435" y="167220"/>
                </a:lnTo>
                <a:lnTo>
                  <a:pt x="2564077" y="167584"/>
                </a:lnTo>
                <a:lnTo>
                  <a:pt x="2564737" y="167940"/>
                </a:lnTo>
                <a:lnTo>
                  <a:pt x="2565415" y="168287"/>
                </a:lnTo>
                <a:lnTo>
                  <a:pt x="2566111" y="168626"/>
                </a:lnTo>
                <a:lnTo>
                  <a:pt x="2566825" y="168956"/>
                </a:lnTo>
                <a:lnTo>
                  <a:pt x="2567557" y="169278"/>
                </a:lnTo>
                <a:lnTo>
                  <a:pt x="2568306" y="169592"/>
                </a:lnTo>
                <a:lnTo>
                  <a:pt x="2569074" y="169897"/>
                </a:lnTo>
                <a:lnTo>
                  <a:pt x="2569862" y="170192"/>
                </a:lnTo>
                <a:lnTo>
                  <a:pt x="2570671" y="170474"/>
                </a:lnTo>
                <a:lnTo>
                  <a:pt x="2571503" y="170744"/>
                </a:lnTo>
                <a:lnTo>
                  <a:pt x="2572356" y="171002"/>
                </a:lnTo>
                <a:lnTo>
                  <a:pt x="2573230" y="171247"/>
                </a:lnTo>
                <a:lnTo>
                  <a:pt x="2574127" y="171479"/>
                </a:lnTo>
                <a:lnTo>
                  <a:pt x="2575045" y="171699"/>
                </a:lnTo>
                <a:lnTo>
                  <a:pt x="2575985" y="171906"/>
                </a:lnTo>
                <a:lnTo>
                  <a:pt x="2576946" y="172100"/>
                </a:lnTo>
                <a:lnTo>
                  <a:pt x="2577930" y="172282"/>
                </a:lnTo>
                <a:lnTo>
                  <a:pt x="2578935" y="172452"/>
                </a:lnTo>
                <a:lnTo>
                  <a:pt x="2579962" y="172609"/>
                </a:lnTo>
                <a:lnTo>
                  <a:pt x="2581011" y="172753"/>
                </a:lnTo>
                <a:lnTo>
                  <a:pt x="2582081" y="172885"/>
                </a:lnTo>
                <a:lnTo>
                  <a:pt x="2583173" y="173004"/>
                </a:lnTo>
                <a:lnTo>
                  <a:pt x="2584287" y="173111"/>
                </a:lnTo>
                <a:lnTo>
                  <a:pt x="2585423" y="173205"/>
                </a:lnTo>
                <a:lnTo>
                  <a:pt x="2586580" y="173287"/>
                </a:lnTo>
                <a:lnTo>
                  <a:pt x="2587760" y="173356"/>
                </a:lnTo>
                <a:lnTo>
                  <a:pt x="2588960" y="173412"/>
                </a:lnTo>
                <a:lnTo>
                  <a:pt x="2590183" y="173456"/>
                </a:lnTo>
                <a:lnTo>
                  <a:pt x="2591428" y="173488"/>
                </a:lnTo>
                <a:lnTo>
                  <a:pt x="2592694" y="173507"/>
                </a:lnTo>
                <a:lnTo>
                  <a:pt x="2593982" y="173513"/>
                </a:lnTo>
                <a:lnTo>
                  <a:pt x="2595861" y="173498"/>
                </a:lnTo>
                <a:lnTo>
                  <a:pt x="2597702" y="173454"/>
                </a:lnTo>
                <a:lnTo>
                  <a:pt x="2599503" y="173380"/>
                </a:lnTo>
                <a:lnTo>
                  <a:pt x="2601266" y="173277"/>
                </a:lnTo>
                <a:lnTo>
                  <a:pt x="2602990" y="173145"/>
                </a:lnTo>
                <a:lnTo>
                  <a:pt x="2604675" y="172983"/>
                </a:lnTo>
                <a:lnTo>
                  <a:pt x="2606321" y="172791"/>
                </a:lnTo>
                <a:lnTo>
                  <a:pt x="2607929" y="172570"/>
                </a:lnTo>
                <a:lnTo>
                  <a:pt x="2609497" y="172320"/>
                </a:lnTo>
                <a:lnTo>
                  <a:pt x="2611027" y="172040"/>
                </a:lnTo>
                <a:lnTo>
                  <a:pt x="2612517" y="171731"/>
                </a:lnTo>
                <a:lnTo>
                  <a:pt x="2613969" y="171392"/>
                </a:lnTo>
                <a:lnTo>
                  <a:pt x="2615382" y="171024"/>
                </a:lnTo>
                <a:lnTo>
                  <a:pt x="2616756" y="170626"/>
                </a:lnTo>
                <a:lnTo>
                  <a:pt x="2618091" y="170199"/>
                </a:lnTo>
                <a:lnTo>
                  <a:pt x="2619388" y="169742"/>
                </a:lnTo>
                <a:lnTo>
                  <a:pt x="2620645" y="169256"/>
                </a:lnTo>
                <a:lnTo>
                  <a:pt x="2621864" y="168741"/>
                </a:lnTo>
                <a:lnTo>
                  <a:pt x="2623043" y="168196"/>
                </a:lnTo>
                <a:lnTo>
                  <a:pt x="2624184" y="167622"/>
                </a:lnTo>
                <a:lnTo>
                  <a:pt x="2625286" y="167018"/>
                </a:lnTo>
                <a:lnTo>
                  <a:pt x="2626349" y="166384"/>
                </a:lnTo>
                <a:lnTo>
                  <a:pt x="2627373" y="165722"/>
                </a:lnTo>
                <a:lnTo>
                  <a:pt x="2628359" y="165030"/>
                </a:lnTo>
                <a:lnTo>
                  <a:pt x="2629304" y="164314"/>
                </a:lnTo>
                <a:lnTo>
                  <a:pt x="2630210" y="163582"/>
                </a:lnTo>
                <a:lnTo>
                  <a:pt x="2631075" y="162834"/>
                </a:lnTo>
                <a:lnTo>
                  <a:pt x="2631900" y="162069"/>
                </a:lnTo>
                <a:lnTo>
                  <a:pt x="2632685" y="161288"/>
                </a:lnTo>
                <a:lnTo>
                  <a:pt x="2633430" y="160490"/>
                </a:lnTo>
                <a:lnTo>
                  <a:pt x="2634134" y="159675"/>
                </a:lnTo>
                <a:lnTo>
                  <a:pt x="2634798" y="158844"/>
                </a:lnTo>
                <a:lnTo>
                  <a:pt x="2635422" y="157996"/>
                </a:lnTo>
                <a:lnTo>
                  <a:pt x="2636005" y="157132"/>
                </a:lnTo>
                <a:lnTo>
                  <a:pt x="2636549" y="156251"/>
                </a:lnTo>
                <a:lnTo>
                  <a:pt x="2637052" y="155353"/>
                </a:lnTo>
                <a:lnTo>
                  <a:pt x="2637514" y="154439"/>
                </a:lnTo>
                <a:lnTo>
                  <a:pt x="2637937" y="153509"/>
                </a:lnTo>
                <a:lnTo>
                  <a:pt x="2638319" y="152561"/>
                </a:lnTo>
                <a:lnTo>
                  <a:pt x="2638661" y="151598"/>
                </a:lnTo>
                <a:lnTo>
                  <a:pt x="2638963" y="150617"/>
                </a:lnTo>
                <a:lnTo>
                  <a:pt x="2639225" y="149620"/>
                </a:lnTo>
                <a:lnTo>
                  <a:pt x="2639446" y="148607"/>
                </a:lnTo>
                <a:lnTo>
                  <a:pt x="2639627" y="147577"/>
                </a:lnTo>
                <a:lnTo>
                  <a:pt x="2639768" y="146530"/>
                </a:lnTo>
                <a:lnTo>
                  <a:pt x="2639869" y="145467"/>
                </a:lnTo>
                <a:lnTo>
                  <a:pt x="2639929" y="144387"/>
                </a:lnTo>
                <a:lnTo>
                  <a:pt x="2639949" y="143291"/>
                </a:lnTo>
                <a:lnTo>
                  <a:pt x="2639932" y="142190"/>
                </a:lnTo>
                <a:lnTo>
                  <a:pt x="2639879" y="141114"/>
                </a:lnTo>
                <a:lnTo>
                  <a:pt x="2639790" y="140062"/>
                </a:lnTo>
                <a:lnTo>
                  <a:pt x="2639667" y="139034"/>
                </a:lnTo>
                <a:lnTo>
                  <a:pt x="2639508" y="138030"/>
                </a:lnTo>
                <a:lnTo>
                  <a:pt x="2639314" y="137050"/>
                </a:lnTo>
                <a:lnTo>
                  <a:pt x="2639085" y="136095"/>
                </a:lnTo>
                <a:lnTo>
                  <a:pt x="2638820" y="135164"/>
                </a:lnTo>
                <a:lnTo>
                  <a:pt x="2638520" y="134257"/>
                </a:lnTo>
                <a:lnTo>
                  <a:pt x="2638185" y="133375"/>
                </a:lnTo>
                <a:lnTo>
                  <a:pt x="2637815" y="132516"/>
                </a:lnTo>
                <a:lnTo>
                  <a:pt x="2637409" y="131682"/>
                </a:lnTo>
                <a:lnTo>
                  <a:pt x="2636968" y="130872"/>
                </a:lnTo>
                <a:lnTo>
                  <a:pt x="2636492" y="130086"/>
                </a:lnTo>
                <a:lnTo>
                  <a:pt x="2635980" y="129325"/>
                </a:lnTo>
                <a:lnTo>
                  <a:pt x="2635434" y="128588"/>
                </a:lnTo>
                <a:lnTo>
                  <a:pt x="2634851" y="127875"/>
                </a:lnTo>
                <a:lnTo>
                  <a:pt x="2634234" y="127186"/>
                </a:lnTo>
                <a:lnTo>
                  <a:pt x="2633581" y="126522"/>
                </a:lnTo>
                <a:lnTo>
                  <a:pt x="2632894" y="125881"/>
                </a:lnTo>
                <a:lnTo>
                  <a:pt x="2632170" y="125265"/>
                </a:lnTo>
                <a:lnTo>
                  <a:pt x="2631412" y="124673"/>
                </a:lnTo>
                <a:lnTo>
                  <a:pt x="2630618" y="124106"/>
                </a:lnTo>
                <a:lnTo>
                  <a:pt x="2629789" y="123563"/>
                </a:lnTo>
                <a:lnTo>
                  <a:pt x="2628919" y="123042"/>
                </a:lnTo>
                <a:lnTo>
                  <a:pt x="2628002" y="122544"/>
                </a:lnTo>
                <a:lnTo>
                  <a:pt x="2627038" y="122068"/>
                </a:lnTo>
                <a:lnTo>
                  <a:pt x="2626027" y="121615"/>
                </a:lnTo>
                <a:lnTo>
                  <a:pt x="2624969" y="121183"/>
                </a:lnTo>
                <a:lnTo>
                  <a:pt x="2623864" y="120774"/>
                </a:lnTo>
                <a:lnTo>
                  <a:pt x="2622713" y="120386"/>
                </a:lnTo>
                <a:lnTo>
                  <a:pt x="2621514" y="120021"/>
                </a:lnTo>
                <a:lnTo>
                  <a:pt x="2620268" y="119678"/>
                </a:lnTo>
                <a:lnTo>
                  <a:pt x="2618976" y="119357"/>
                </a:lnTo>
                <a:lnTo>
                  <a:pt x="2617637" y="119058"/>
                </a:lnTo>
                <a:lnTo>
                  <a:pt x="2616250" y="118781"/>
                </a:lnTo>
                <a:lnTo>
                  <a:pt x="2614817" y="118527"/>
                </a:lnTo>
                <a:lnTo>
                  <a:pt x="2613337" y="118294"/>
                </a:lnTo>
                <a:lnTo>
                  <a:pt x="2611810" y="118084"/>
                </a:lnTo>
                <a:lnTo>
                  <a:pt x="2610236" y="117896"/>
                </a:lnTo>
                <a:lnTo>
                  <a:pt x="2608615" y="117730"/>
                </a:lnTo>
                <a:lnTo>
                  <a:pt x="2606947" y="117586"/>
                </a:lnTo>
                <a:lnTo>
                  <a:pt x="2605232" y="117464"/>
                </a:lnTo>
                <a:lnTo>
                  <a:pt x="2603471" y="117365"/>
                </a:lnTo>
                <a:lnTo>
                  <a:pt x="2601662" y="117287"/>
                </a:lnTo>
                <a:lnTo>
                  <a:pt x="2599806" y="117232"/>
                </a:lnTo>
                <a:lnTo>
                  <a:pt x="2597904" y="117199"/>
                </a:lnTo>
                <a:lnTo>
                  <a:pt x="2595955" y="117188"/>
                </a:lnTo>
                <a:lnTo>
                  <a:pt x="2589543" y="117188"/>
                </a:lnTo>
                <a:lnTo>
                  <a:pt x="2588899" y="117186"/>
                </a:lnTo>
                <a:lnTo>
                  <a:pt x="2588268" y="117181"/>
                </a:lnTo>
                <a:lnTo>
                  <a:pt x="2587648" y="117173"/>
                </a:lnTo>
                <a:lnTo>
                  <a:pt x="2587040" y="117162"/>
                </a:lnTo>
                <a:lnTo>
                  <a:pt x="2586443" y="117147"/>
                </a:lnTo>
                <a:lnTo>
                  <a:pt x="2585859" y="117129"/>
                </a:lnTo>
                <a:lnTo>
                  <a:pt x="2585286" y="117107"/>
                </a:lnTo>
                <a:lnTo>
                  <a:pt x="2584726" y="117083"/>
                </a:lnTo>
                <a:lnTo>
                  <a:pt x="2584177" y="117055"/>
                </a:lnTo>
                <a:lnTo>
                  <a:pt x="2583640" y="117024"/>
                </a:lnTo>
                <a:lnTo>
                  <a:pt x="2583114" y="116990"/>
                </a:lnTo>
                <a:lnTo>
                  <a:pt x="2582601" y="116952"/>
                </a:lnTo>
                <a:lnTo>
                  <a:pt x="2582099" y="116911"/>
                </a:lnTo>
                <a:lnTo>
                  <a:pt x="2581609" y="116867"/>
                </a:lnTo>
                <a:lnTo>
                  <a:pt x="2581131" y="116819"/>
                </a:lnTo>
                <a:lnTo>
                  <a:pt x="2580665" y="116768"/>
                </a:lnTo>
                <a:lnTo>
                  <a:pt x="2580210" y="116714"/>
                </a:lnTo>
                <a:lnTo>
                  <a:pt x="2579768" y="116657"/>
                </a:lnTo>
                <a:lnTo>
                  <a:pt x="2579337" y="116597"/>
                </a:lnTo>
                <a:lnTo>
                  <a:pt x="2578918" y="116533"/>
                </a:lnTo>
                <a:lnTo>
                  <a:pt x="2578511" y="116466"/>
                </a:lnTo>
                <a:lnTo>
                  <a:pt x="2578116" y="116395"/>
                </a:lnTo>
                <a:lnTo>
                  <a:pt x="2577732" y="116321"/>
                </a:lnTo>
                <a:lnTo>
                  <a:pt x="2577360" y="116244"/>
                </a:lnTo>
                <a:lnTo>
                  <a:pt x="2576999" y="116165"/>
                </a:lnTo>
                <a:lnTo>
                  <a:pt x="2576647" y="116083"/>
                </a:lnTo>
                <a:lnTo>
                  <a:pt x="2576303" y="115999"/>
                </a:lnTo>
                <a:lnTo>
                  <a:pt x="2575968" y="115914"/>
                </a:lnTo>
                <a:lnTo>
                  <a:pt x="2575643" y="115826"/>
                </a:lnTo>
                <a:lnTo>
                  <a:pt x="2575326" y="115736"/>
                </a:lnTo>
                <a:lnTo>
                  <a:pt x="2575018" y="115644"/>
                </a:lnTo>
                <a:lnTo>
                  <a:pt x="2574719" y="115550"/>
                </a:lnTo>
                <a:lnTo>
                  <a:pt x="2574429" y="115453"/>
                </a:lnTo>
                <a:lnTo>
                  <a:pt x="2574148" y="115355"/>
                </a:lnTo>
                <a:lnTo>
                  <a:pt x="2573875" y="115255"/>
                </a:lnTo>
                <a:lnTo>
                  <a:pt x="2573612" y="115152"/>
                </a:lnTo>
                <a:lnTo>
                  <a:pt x="2573357" y="115048"/>
                </a:lnTo>
                <a:lnTo>
                  <a:pt x="2573112" y="114942"/>
                </a:lnTo>
                <a:lnTo>
                  <a:pt x="2572875" y="114833"/>
                </a:lnTo>
                <a:lnTo>
                  <a:pt x="2572647" y="114722"/>
                </a:lnTo>
                <a:lnTo>
                  <a:pt x="2572429" y="114610"/>
                </a:lnTo>
                <a:lnTo>
                  <a:pt x="2572219" y="114495"/>
                </a:lnTo>
                <a:lnTo>
                  <a:pt x="2572018" y="114378"/>
                </a:lnTo>
                <a:lnTo>
                  <a:pt x="2571825" y="114259"/>
                </a:lnTo>
                <a:lnTo>
                  <a:pt x="2571642" y="114138"/>
                </a:lnTo>
                <a:lnTo>
                  <a:pt x="2571468" y="114015"/>
                </a:lnTo>
                <a:lnTo>
                  <a:pt x="2571302" y="113890"/>
                </a:lnTo>
                <a:lnTo>
                  <a:pt x="2571146" y="113763"/>
                </a:lnTo>
                <a:lnTo>
                  <a:pt x="2570997" y="113634"/>
                </a:lnTo>
                <a:lnTo>
                  <a:pt x="2570854" y="113503"/>
                </a:lnTo>
                <a:lnTo>
                  <a:pt x="2570718" y="113371"/>
                </a:lnTo>
                <a:lnTo>
                  <a:pt x="2570588" y="113238"/>
                </a:lnTo>
                <a:lnTo>
                  <a:pt x="2570465" y="113103"/>
                </a:lnTo>
                <a:lnTo>
                  <a:pt x="2570347" y="112966"/>
                </a:lnTo>
                <a:lnTo>
                  <a:pt x="2570237" y="112828"/>
                </a:lnTo>
                <a:lnTo>
                  <a:pt x="2570132" y="112688"/>
                </a:lnTo>
                <a:lnTo>
                  <a:pt x="2570034" y="112546"/>
                </a:lnTo>
                <a:lnTo>
                  <a:pt x="2569942" y="112404"/>
                </a:lnTo>
                <a:lnTo>
                  <a:pt x="2569856" y="112259"/>
                </a:lnTo>
                <a:lnTo>
                  <a:pt x="2569777" y="112113"/>
                </a:lnTo>
                <a:lnTo>
                  <a:pt x="2569704" y="111965"/>
                </a:lnTo>
                <a:lnTo>
                  <a:pt x="2569638" y="111816"/>
                </a:lnTo>
                <a:lnTo>
                  <a:pt x="2569578" y="111666"/>
                </a:lnTo>
                <a:lnTo>
                  <a:pt x="2569524" y="111513"/>
                </a:lnTo>
                <a:lnTo>
                  <a:pt x="2569476" y="111360"/>
                </a:lnTo>
                <a:lnTo>
                  <a:pt x="2569435" y="111204"/>
                </a:lnTo>
                <a:lnTo>
                  <a:pt x="2569400" y="111047"/>
                </a:lnTo>
                <a:lnTo>
                  <a:pt x="2569372" y="110889"/>
                </a:lnTo>
                <a:lnTo>
                  <a:pt x="2569349" y="110729"/>
                </a:lnTo>
                <a:lnTo>
                  <a:pt x="2569334" y="110567"/>
                </a:lnTo>
                <a:lnTo>
                  <a:pt x="2569324" y="110404"/>
                </a:lnTo>
                <a:lnTo>
                  <a:pt x="2569321" y="110240"/>
                </a:lnTo>
                <a:lnTo>
                  <a:pt x="2569326" y="110001"/>
                </a:lnTo>
                <a:lnTo>
                  <a:pt x="2569342" y="109764"/>
                </a:lnTo>
                <a:lnTo>
                  <a:pt x="2569369" y="109528"/>
                </a:lnTo>
                <a:lnTo>
                  <a:pt x="2569406" y="109295"/>
                </a:lnTo>
                <a:lnTo>
                  <a:pt x="2569454" y="109064"/>
                </a:lnTo>
                <a:lnTo>
                  <a:pt x="2569512" y="108834"/>
                </a:lnTo>
                <a:lnTo>
                  <a:pt x="2569581" y="108607"/>
                </a:lnTo>
                <a:lnTo>
                  <a:pt x="2569661" y="108381"/>
                </a:lnTo>
                <a:lnTo>
                  <a:pt x="2569751" y="108157"/>
                </a:lnTo>
                <a:lnTo>
                  <a:pt x="2569852" y="107936"/>
                </a:lnTo>
                <a:lnTo>
                  <a:pt x="2569963" y="107716"/>
                </a:lnTo>
                <a:lnTo>
                  <a:pt x="2570085" y="107498"/>
                </a:lnTo>
                <a:lnTo>
                  <a:pt x="2570218" y="107281"/>
                </a:lnTo>
                <a:lnTo>
                  <a:pt x="2570361" y="107067"/>
                </a:lnTo>
                <a:lnTo>
                  <a:pt x="2570515" y="106855"/>
                </a:lnTo>
                <a:lnTo>
                  <a:pt x="2570680" y="106645"/>
                </a:lnTo>
                <a:lnTo>
                  <a:pt x="2570855" y="106436"/>
                </a:lnTo>
                <a:lnTo>
                  <a:pt x="2571041" y="106230"/>
                </a:lnTo>
                <a:lnTo>
                  <a:pt x="2571237" y="106025"/>
                </a:lnTo>
                <a:lnTo>
                  <a:pt x="2571444" y="105822"/>
                </a:lnTo>
                <a:lnTo>
                  <a:pt x="2571662" y="105621"/>
                </a:lnTo>
                <a:lnTo>
                  <a:pt x="2571890" y="105422"/>
                </a:lnTo>
                <a:lnTo>
                  <a:pt x="2572129" y="105225"/>
                </a:lnTo>
                <a:lnTo>
                  <a:pt x="2572379" y="105030"/>
                </a:lnTo>
                <a:lnTo>
                  <a:pt x="2572637" y="104837"/>
                </a:lnTo>
                <a:lnTo>
                  <a:pt x="2572904" y="104647"/>
                </a:lnTo>
                <a:lnTo>
                  <a:pt x="2573177" y="104460"/>
                </a:lnTo>
                <a:lnTo>
                  <a:pt x="2573458" y="104276"/>
                </a:lnTo>
                <a:lnTo>
                  <a:pt x="2573747" y="104094"/>
                </a:lnTo>
                <a:lnTo>
                  <a:pt x="2574043" y="103916"/>
                </a:lnTo>
                <a:lnTo>
                  <a:pt x="2574347" y="103741"/>
                </a:lnTo>
                <a:lnTo>
                  <a:pt x="2574659" y="103568"/>
                </a:lnTo>
                <a:lnTo>
                  <a:pt x="2574977" y="103399"/>
                </a:lnTo>
                <a:lnTo>
                  <a:pt x="2575304" y="103232"/>
                </a:lnTo>
                <a:lnTo>
                  <a:pt x="2575638" y="103068"/>
                </a:lnTo>
                <a:lnTo>
                  <a:pt x="2575979" y="102908"/>
                </a:lnTo>
                <a:lnTo>
                  <a:pt x="2576328" y="102750"/>
                </a:lnTo>
                <a:lnTo>
                  <a:pt x="2576685" y="102595"/>
                </a:lnTo>
                <a:lnTo>
                  <a:pt x="2577049" y="102443"/>
                </a:lnTo>
                <a:lnTo>
                  <a:pt x="2577421" y="102294"/>
                </a:lnTo>
                <a:lnTo>
                  <a:pt x="2577800" y="102148"/>
                </a:lnTo>
                <a:lnTo>
                  <a:pt x="2578186" y="102005"/>
                </a:lnTo>
                <a:lnTo>
                  <a:pt x="2578267" y="101976"/>
                </a:lnTo>
                <a:lnTo>
                  <a:pt x="2578615" y="102095"/>
                </a:lnTo>
                <a:lnTo>
                  <a:pt x="2579408" y="102346"/>
                </a:lnTo>
                <a:lnTo>
                  <a:pt x="2580213" y="102581"/>
                </a:lnTo>
                <a:lnTo>
                  <a:pt x="2581031" y="102799"/>
                </a:lnTo>
                <a:lnTo>
                  <a:pt x="2581861" y="103002"/>
                </a:lnTo>
                <a:lnTo>
                  <a:pt x="2582704" y="103188"/>
                </a:lnTo>
                <a:lnTo>
                  <a:pt x="2583559" y="103358"/>
                </a:lnTo>
                <a:lnTo>
                  <a:pt x="2584426" y="103511"/>
                </a:lnTo>
                <a:lnTo>
                  <a:pt x="2585307" y="103649"/>
                </a:lnTo>
                <a:lnTo>
                  <a:pt x="2586199" y="103770"/>
                </a:lnTo>
                <a:lnTo>
                  <a:pt x="2587104" y="103876"/>
                </a:lnTo>
                <a:lnTo>
                  <a:pt x="2588022" y="103965"/>
                </a:lnTo>
                <a:lnTo>
                  <a:pt x="2588952" y="104037"/>
                </a:lnTo>
                <a:lnTo>
                  <a:pt x="2589895" y="104094"/>
                </a:lnTo>
                <a:lnTo>
                  <a:pt x="2590850" y="104134"/>
                </a:lnTo>
                <a:lnTo>
                  <a:pt x="2591818" y="104159"/>
                </a:lnTo>
                <a:lnTo>
                  <a:pt x="2592798" y="104167"/>
                </a:lnTo>
                <a:lnTo>
                  <a:pt x="2593835" y="104159"/>
                </a:lnTo>
                <a:lnTo>
                  <a:pt x="2594856" y="104135"/>
                </a:lnTo>
                <a:lnTo>
                  <a:pt x="2595864" y="104096"/>
                </a:lnTo>
                <a:lnTo>
                  <a:pt x="2596856" y="104040"/>
                </a:lnTo>
                <a:lnTo>
                  <a:pt x="2597834" y="103969"/>
                </a:lnTo>
                <a:lnTo>
                  <a:pt x="2598797" y="103882"/>
                </a:lnTo>
                <a:lnTo>
                  <a:pt x="2599745" y="103779"/>
                </a:lnTo>
                <a:lnTo>
                  <a:pt x="2600678" y="103660"/>
                </a:lnTo>
                <a:lnTo>
                  <a:pt x="2601597" y="103525"/>
                </a:lnTo>
                <a:lnTo>
                  <a:pt x="2602501" y="103375"/>
                </a:lnTo>
                <a:lnTo>
                  <a:pt x="2603391" y="103208"/>
                </a:lnTo>
                <a:lnTo>
                  <a:pt x="2604265" y="103026"/>
                </a:lnTo>
                <a:lnTo>
                  <a:pt x="2605125" y="102828"/>
                </a:lnTo>
                <a:lnTo>
                  <a:pt x="2605970" y="102614"/>
                </a:lnTo>
                <a:lnTo>
                  <a:pt x="2606801" y="102385"/>
                </a:lnTo>
                <a:lnTo>
                  <a:pt x="2607616" y="102139"/>
                </a:lnTo>
                <a:lnTo>
                  <a:pt x="2608417" y="101878"/>
                </a:lnTo>
                <a:lnTo>
                  <a:pt x="2609203" y="101601"/>
                </a:lnTo>
                <a:lnTo>
                  <a:pt x="2609975" y="101308"/>
                </a:lnTo>
                <a:lnTo>
                  <a:pt x="2610732" y="100999"/>
                </a:lnTo>
                <a:lnTo>
                  <a:pt x="2611474" y="100674"/>
                </a:lnTo>
                <a:lnTo>
                  <a:pt x="2612201" y="100333"/>
                </a:lnTo>
                <a:lnTo>
                  <a:pt x="2612914" y="99977"/>
                </a:lnTo>
                <a:lnTo>
                  <a:pt x="2613612" y="99605"/>
                </a:lnTo>
                <a:lnTo>
                  <a:pt x="2614295" y="99219"/>
                </a:lnTo>
                <a:lnTo>
                  <a:pt x="2614963" y="98823"/>
                </a:lnTo>
                <a:lnTo>
                  <a:pt x="2615618" y="98417"/>
                </a:lnTo>
                <a:lnTo>
                  <a:pt x="2616257" y="98000"/>
                </a:lnTo>
                <a:lnTo>
                  <a:pt x="2616882" y="97573"/>
                </a:lnTo>
                <a:lnTo>
                  <a:pt x="2617493" y="97135"/>
                </a:lnTo>
                <a:lnTo>
                  <a:pt x="2618088" y="96687"/>
                </a:lnTo>
                <a:lnTo>
                  <a:pt x="2618670" y="96229"/>
                </a:lnTo>
                <a:lnTo>
                  <a:pt x="2619237" y="95760"/>
                </a:lnTo>
                <a:lnTo>
                  <a:pt x="2619789" y="95280"/>
                </a:lnTo>
                <a:lnTo>
                  <a:pt x="2620326" y="94791"/>
                </a:lnTo>
                <a:lnTo>
                  <a:pt x="2620849" y="94290"/>
                </a:lnTo>
                <a:lnTo>
                  <a:pt x="2621358" y="93779"/>
                </a:lnTo>
                <a:lnTo>
                  <a:pt x="2621852" y="93258"/>
                </a:lnTo>
                <a:lnTo>
                  <a:pt x="2622331" y="92727"/>
                </a:lnTo>
                <a:lnTo>
                  <a:pt x="2622796" y="92184"/>
                </a:lnTo>
                <a:lnTo>
                  <a:pt x="2623247" y="91632"/>
                </a:lnTo>
                <a:lnTo>
                  <a:pt x="2623682" y="91069"/>
                </a:lnTo>
                <a:lnTo>
                  <a:pt x="2624104" y="90495"/>
                </a:lnTo>
                <a:lnTo>
                  <a:pt x="2624510" y="89912"/>
                </a:lnTo>
                <a:lnTo>
                  <a:pt x="2624902" y="89317"/>
                </a:lnTo>
                <a:lnTo>
                  <a:pt x="2625280" y="88712"/>
                </a:lnTo>
                <a:lnTo>
                  <a:pt x="2625643" y="88097"/>
                </a:lnTo>
                <a:lnTo>
                  <a:pt x="2625991" y="87472"/>
                </a:lnTo>
                <a:lnTo>
                  <a:pt x="2626325" y="86838"/>
                </a:lnTo>
                <a:lnTo>
                  <a:pt x="2626645" y="86200"/>
                </a:lnTo>
                <a:lnTo>
                  <a:pt x="2626951" y="85556"/>
                </a:lnTo>
                <a:lnTo>
                  <a:pt x="2627242" y="84908"/>
                </a:lnTo>
                <a:lnTo>
                  <a:pt x="2627519" y="84254"/>
                </a:lnTo>
                <a:lnTo>
                  <a:pt x="2627782" y="83595"/>
                </a:lnTo>
                <a:lnTo>
                  <a:pt x="2628031" y="82932"/>
                </a:lnTo>
                <a:lnTo>
                  <a:pt x="2628266" y="82263"/>
                </a:lnTo>
                <a:lnTo>
                  <a:pt x="2628486" y="81589"/>
                </a:lnTo>
                <a:lnTo>
                  <a:pt x="2628692" y="80910"/>
                </a:lnTo>
                <a:lnTo>
                  <a:pt x="2628884" y="80227"/>
                </a:lnTo>
                <a:lnTo>
                  <a:pt x="2629062" y="79538"/>
                </a:lnTo>
                <a:lnTo>
                  <a:pt x="2629225" y="78844"/>
                </a:lnTo>
                <a:lnTo>
                  <a:pt x="2629374" y="78145"/>
                </a:lnTo>
                <a:lnTo>
                  <a:pt x="2629509" y="77441"/>
                </a:lnTo>
                <a:lnTo>
                  <a:pt x="2629630" y="76732"/>
                </a:lnTo>
                <a:lnTo>
                  <a:pt x="2629737" y="76018"/>
                </a:lnTo>
                <a:lnTo>
                  <a:pt x="2629829" y="75299"/>
                </a:lnTo>
                <a:lnTo>
                  <a:pt x="2629907" y="74574"/>
                </a:lnTo>
                <a:lnTo>
                  <a:pt x="2629971" y="73845"/>
                </a:lnTo>
                <a:lnTo>
                  <a:pt x="2630021" y="73111"/>
                </a:lnTo>
                <a:lnTo>
                  <a:pt x="2630057" y="72372"/>
                </a:lnTo>
                <a:lnTo>
                  <a:pt x="2630078" y="71627"/>
                </a:lnTo>
                <a:lnTo>
                  <a:pt x="2630085" y="70878"/>
                </a:lnTo>
                <a:lnTo>
                  <a:pt x="2630078" y="70104"/>
                </a:lnTo>
                <a:lnTo>
                  <a:pt x="2630057" y="69336"/>
                </a:lnTo>
                <a:lnTo>
                  <a:pt x="2630022" y="68573"/>
                </a:lnTo>
                <a:lnTo>
                  <a:pt x="2629973" y="67817"/>
                </a:lnTo>
                <a:lnTo>
                  <a:pt x="2629909" y="67067"/>
                </a:lnTo>
                <a:lnTo>
                  <a:pt x="2629832" y="66322"/>
                </a:lnTo>
                <a:lnTo>
                  <a:pt x="2629741" y="65584"/>
                </a:lnTo>
                <a:lnTo>
                  <a:pt x="2629636" y="64851"/>
                </a:lnTo>
                <a:lnTo>
                  <a:pt x="2629516" y="64124"/>
                </a:lnTo>
                <a:lnTo>
                  <a:pt x="2629383" y="63403"/>
                </a:lnTo>
                <a:lnTo>
                  <a:pt x="2629235" y="62688"/>
                </a:lnTo>
                <a:lnTo>
                  <a:pt x="2629074" y="61979"/>
                </a:lnTo>
                <a:lnTo>
                  <a:pt x="2628898" y="61276"/>
                </a:lnTo>
                <a:lnTo>
                  <a:pt x="2628709" y="60579"/>
                </a:lnTo>
                <a:lnTo>
                  <a:pt x="2628505" y="59888"/>
                </a:lnTo>
                <a:lnTo>
                  <a:pt x="2628287" y="59203"/>
                </a:lnTo>
                <a:lnTo>
                  <a:pt x="2628056" y="58523"/>
                </a:lnTo>
                <a:lnTo>
                  <a:pt x="2627810" y="57850"/>
                </a:lnTo>
                <a:lnTo>
                  <a:pt x="2627550" y="57182"/>
                </a:lnTo>
                <a:lnTo>
                  <a:pt x="2627276" y="56520"/>
                </a:lnTo>
                <a:lnTo>
                  <a:pt x="2626988" y="55865"/>
                </a:lnTo>
                <a:lnTo>
                  <a:pt x="2626687" y="55215"/>
                </a:lnTo>
                <a:lnTo>
                  <a:pt x="2626371" y="54571"/>
                </a:lnTo>
                <a:lnTo>
                  <a:pt x="2626041" y="53933"/>
                </a:lnTo>
                <a:lnTo>
                  <a:pt x="2625696" y="53303"/>
                </a:lnTo>
                <a:lnTo>
                  <a:pt x="2625338" y="52684"/>
                </a:lnTo>
                <a:lnTo>
                  <a:pt x="2624965" y="52076"/>
                </a:lnTo>
                <a:lnTo>
                  <a:pt x="2624577" y="51478"/>
                </a:lnTo>
                <a:lnTo>
                  <a:pt x="2624176" y="50892"/>
                </a:lnTo>
                <a:lnTo>
                  <a:pt x="2623759" y="50316"/>
                </a:lnTo>
                <a:lnTo>
                  <a:pt x="2623329" y="49751"/>
                </a:lnTo>
                <a:lnTo>
                  <a:pt x="2622884" y="49197"/>
                </a:lnTo>
                <a:lnTo>
                  <a:pt x="2622425" y="48653"/>
                </a:lnTo>
                <a:lnTo>
                  <a:pt x="2621951" y="48121"/>
                </a:lnTo>
                <a:lnTo>
                  <a:pt x="2621463" y="47599"/>
                </a:lnTo>
                <a:lnTo>
                  <a:pt x="2620960" y="47088"/>
                </a:lnTo>
                <a:lnTo>
                  <a:pt x="2620444" y="46588"/>
                </a:lnTo>
                <a:lnTo>
                  <a:pt x="2619912" y="46099"/>
                </a:lnTo>
                <a:lnTo>
                  <a:pt x="2619436" y="45681"/>
                </a:lnTo>
                <a:lnTo>
                  <a:pt x="2619466" y="45644"/>
                </a:lnTo>
                <a:lnTo>
                  <a:pt x="2619811" y="45249"/>
                </a:lnTo>
                <a:lnTo>
                  <a:pt x="2620163" y="44869"/>
                </a:lnTo>
                <a:lnTo>
                  <a:pt x="2620522" y="44504"/>
                </a:lnTo>
                <a:lnTo>
                  <a:pt x="2620889" y="44154"/>
                </a:lnTo>
                <a:lnTo>
                  <a:pt x="2621263" y="43819"/>
                </a:lnTo>
                <a:close/>
                <a:moveTo>
                  <a:pt x="2589293" y="92682"/>
                </a:moveTo>
                <a:lnTo>
                  <a:pt x="2588633" y="92577"/>
                </a:lnTo>
                <a:lnTo>
                  <a:pt x="2587980" y="92453"/>
                </a:lnTo>
                <a:lnTo>
                  <a:pt x="2587334" y="92310"/>
                </a:lnTo>
                <a:lnTo>
                  <a:pt x="2586695" y="92147"/>
                </a:lnTo>
                <a:lnTo>
                  <a:pt x="2586063" y="91965"/>
                </a:lnTo>
                <a:lnTo>
                  <a:pt x="2585438" y="91764"/>
                </a:lnTo>
                <a:lnTo>
                  <a:pt x="2584820" y="91544"/>
                </a:lnTo>
                <a:lnTo>
                  <a:pt x="2584209" y="91305"/>
                </a:lnTo>
                <a:lnTo>
                  <a:pt x="2583605" y="91047"/>
                </a:lnTo>
                <a:lnTo>
                  <a:pt x="2583008" y="90770"/>
                </a:lnTo>
                <a:lnTo>
                  <a:pt x="2582419" y="90473"/>
                </a:lnTo>
                <a:lnTo>
                  <a:pt x="2581836" y="90158"/>
                </a:lnTo>
                <a:lnTo>
                  <a:pt x="2581260" y="89823"/>
                </a:lnTo>
                <a:lnTo>
                  <a:pt x="2580691" y="89469"/>
                </a:lnTo>
                <a:lnTo>
                  <a:pt x="2580129" y="89096"/>
                </a:lnTo>
                <a:lnTo>
                  <a:pt x="2579574" y="88704"/>
                </a:lnTo>
                <a:lnTo>
                  <a:pt x="2579027" y="88293"/>
                </a:lnTo>
                <a:lnTo>
                  <a:pt x="2578486" y="87862"/>
                </a:lnTo>
                <a:lnTo>
                  <a:pt x="2577952" y="87413"/>
                </a:lnTo>
                <a:lnTo>
                  <a:pt x="2577433" y="86944"/>
                </a:lnTo>
                <a:lnTo>
                  <a:pt x="2576936" y="86455"/>
                </a:lnTo>
                <a:lnTo>
                  <a:pt x="2576461" y="85947"/>
                </a:lnTo>
                <a:lnTo>
                  <a:pt x="2576008" y="85420"/>
                </a:lnTo>
                <a:lnTo>
                  <a:pt x="2575577" y="84873"/>
                </a:lnTo>
                <a:lnTo>
                  <a:pt x="2575169" y="84307"/>
                </a:lnTo>
                <a:lnTo>
                  <a:pt x="2574782" y="83721"/>
                </a:lnTo>
                <a:lnTo>
                  <a:pt x="2574417" y="83115"/>
                </a:lnTo>
                <a:lnTo>
                  <a:pt x="2574075" y="82490"/>
                </a:lnTo>
                <a:lnTo>
                  <a:pt x="2573755" y="81846"/>
                </a:lnTo>
                <a:lnTo>
                  <a:pt x="2573456" y="81182"/>
                </a:lnTo>
                <a:lnTo>
                  <a:pt x="2573180" y="80499"/>
                </a:lnTo>
                <a:lnTo>
                  <a:pt x="2572926" y="79796"/>
                </a:lnTo>
                <a:lnTo>
                  <a:pt x="2572694" y="79074"/>
                </a:lnTo>
                <a:lnTo>
                  <a:pt x="2572484" y="78332"/>
                </a:lnTo>
                <a:lnTo>
                  <a:pt x="2572297" y="77571"/>
                </a:lnTo>
                <a:lnTo>
                  <a:pt x="2572131" y="76790"/>
                </a:lnTo>
                <a:lnTo>
                  <a:pt x="2571987" y="75990"/>
                </a:lnTo>
                <a:lnTo>
                  <a:pt x="2571866" y="75170"/>
                </a:lnTo>
                <a:lnTo>
                  <a:pt x="2571766" y="74331"/>
                </a:lnTo>
                <a:lnTo>
                  <a:pt x="2571689" y="73472"/>
                </a:lnTo>
                <a:lnTo>
                  <a:pt x="2571634" y="72594"/>
                </a:lnTo>
                <a:lnTo>
                  <a:pt x="2571601" y="71696"/>
                </a:lnTo>
                <a:lnTo>
                  <a:pt x="2571590" y="70779"/>
                </a:lnTo>
                <a:lnTo>
                  <a:pt x="2571600" y="69870"/>
                </a:lnTo>
                <a:lnTo>
                  <a:pt x="2571633" y="68980"/>
                </a:lnTo>
                <a:lnTo>
                  <a:pt x="2571686" y="68108"/>
                </a:lnTo>
                <a:lnTo>
                  <a:pt x="2571761" y="67255"/>
                </a:lnTo>
                <a:lnTo>
                  <a:pt x="2571857" y="66420"/>
                </a:lnTo>
                <a:lnTo>
                  <a:pt x="2571975" y="65604"/>
                </a:lnTo>
                <a:lnTo>
                  <a:pt x="2572114" y="64807"/>
                </a:lnTo>
                <a:lnTo>
                  <a:pt x="2572275" y="64028"/>
                </a:lnTo>
                <a:lnTo>
                  <a:pt x="2572457" y="63268"/>
                </a:lnTo>
                <a:lnTo>
                  <a:pt x="2572660" y="62526"/>
                </a:lnTo>
                <a:lnTo>
                  <a:pt x="2572885" y="61803"/>
                </a:lnTo>
                <a:lnTo>
                  <a:pt x="2573131" y="61098"/>
                </a:lnTo>
                <a:lnTo>
                  <a:pt x="2573399" y="60413"/>
                </a:lnTo>
                <a:lnTo>
                  <a:pt x="2573688" y="59745"/>
                </a:lnTo>
                <a:lnTo>
                  <a:pt x="2573998" y="59097"/>
                </a:lnTo>
                <a:lnTo>
                  <a:pt x="2574330" y="58467"/>
                </a:lnTo>
                <a:lnTo>
                  <a:pt x="2574683" y="57855"/>
                </a:lnTo>
                <a:lnTo>
                  <a:pt x="2575058" y="57263"/>
                </a:lnTo>
                <a:lnTo>
                  <a:pt x="2575454" y="56688"/>
                </a:lnTo>
                <a:lnTo>
                  <a:pt x="2575871" y="56133"/>
                </a:lnTo>
                <a:lnTo>
                  <a:pt x="2576310" y="55596"/>
                </a:lnTo>
                <a:lnTo>
                  <a:pt x="2576770" y="55077"/>
                </a:lnTo>
                <a:lnTo>
                  <a:pt x="2577252" y="54578"/>
                </a:lnTo>
                <a:lnTo>
                  <a:pt x="2577755" y="54096"/>
                </a:lnTo>
                <a:lnTo>
                  <a:pt x="2578274" y="53634"/>
                </a:lnTo>
                <a:lnTo>
                  <a:pt x="2578805" y="53192"/>
                </a:lnTo>
                <a:lnTo>
                  <a:pt x="2579346" y="52769"/>
                </a:lnTo>
                <a:lnTo>
                  <a:pt x="2579899" y="52366"/>
                </a:lnTo>
                <a:lnTo>
                  <a:pt x="2580463" y="51983"/>
                </a:lnTo>
                <a:lnTo>
                  <a:pt x="2581038" y="51619"/>
                </a:lnTo>
                <a:lnTo>
                  <a:pt x="2581624" y="51275"/>
                </a:lnTo>
                <a:lnTo>
                  <a:pt x="2582221" y="50950"/>
                </a:lnTo>
                <a:lnTo>
                  <a:pt x="2582830" y="50646"/>
                </a:lnTo>
                <a:lnTo>
                  <a:pt x="2583449" y="50361"/>
                </a:lnTo>
                <a:lnTo>
                  <a:pt x="2584080" y="50095"/>
                </a:lnTo>
                <a:lnTo>
                  <a:pt x="2584722" y="49849"/>
                </a:lnTo>
                <a:lnTo>
                  <a:pt x="2585374" y="49623"/>
                </a:lnTo>
                <a:lnTo>
                  <a:pt x="2586038" y="49417"/>
                </a:lnTo>
                <a:lnTo>
                  <a:pt x="2586714" y="49230"/>
                </a:lnTo>
                <a:lnTo>
                  <a:pt x="2587400" y="49063"/>
                </a:lnTo>
                <a:lnTo>
                  <a:pt x="2588097" y="48915"/>
                </a:lnTo>
                <a:lnTo>
                  <a:pt x="2588806" y="48788"/>
                </a:lnTo>
                <a:lnTo>
                  <a:pt x="2589526" y="48679"/>
                </a:lnTo>
                <a:lnTo>
                  <a:pt x="2590257" y="48591"/>
                </a:lnTo>
                <a:lnTo>
                  <a:pt x="2590998" y="48522"/>
                </a:lnTo>
                <a:lnTo>
                  <a:pt x="2591752" y="48473"/>
                </a:lnTo>
                <a:lnTo>
                  <a:pt x="2592516" y="48443"/>
                </a:lnTo>
                <a:lnTo>
                  <a:pt x="2593291" y="48434"/>
                </a:lnTo>
                <a:lnTo>
                  <a:pt x="2594082" y="48443"/>
                </a:lnTo>
                <a:lnTo>
                  <a:pt x="2594860" y="48472"/>
                </a:lnTo>
                <a:lnTo>
                  <a:pt x="2595625" y="48520"/>
                </a:lnTo>
                <a:lnTo>
                  <a:pt x="2596376" y="48587"/>
                </a:lnTo>
                <a:lnTo>
                  <a:pt x="2597115" y="48673"/>
                </a:lnTo>
                <a:lnTo>
                  <a:pt x="2597841" y="48778"/>
                </a:lnTo>
                <a:lnTo>
                  <a:pt x="2598554" y="48903"/>
                </a:lnTo>
                <a:lnTo>
                  <a:pt x="2599254" y="49046"/>
                </a:lnTo>
                <a:lnTo>
                  <a:pt x="2599940" y="49209"/>
                </a:lnTo>
                <a:lnTo>
                  <a:pt x="2600614" y="49391"/>
                </a:lnTo>
                <a:lnTo>
                  <a:pt x="2601275" y="49591"/>
                </a:lnTo>
                <a:lnTo>
                  <a:pt x="2601922" y="49812"/>
                </a:lnTo>
                <a:lnTo>
                  <a:pt x="2602557" y="50051"/>
                </a:lnTo>
                <a:lnTo>
                  <a:pt x="2603179" y="50309"/>
                </a:lnTo>
                <a:lnTo>
                  <a:pt x="2603787" y="50587"/>
                </a:lnTo>
                <a:lnTo>
                  <a:pt x="2604383" y="50883"/>
                </a:lnTo>
                <a:lnTo>
                  <a:pt x="2604966" y="51199"/>
                </a:lnTo>
                <a:lnTo>
                  <a:pt x="2605535" y="51534"/>
                </a:lnTo>
                <a:lnTo>
                  <a:pt x="2606092" y="51888"/>
                </a:lnTo>
                <a:lnTo>
                  <a:pt x="2606635" y="52261"/>
                </a:lnTo>
                <a:lnTo>
                  <a:pt x="2607166" y="52654"/>
                </a:lnTo>
                <a:lnTo>
                  <a:pt x="2607683" y="53065"/>
                </a:lnTo>
                <a:lnTo>
                  <a:pt x="2608188" y="53496"/>
                </a:lnTo>
                <a:lnTo>
                  <a:pt x="2608679" y="53945"/>
                </a:lnTo>
                <a:lnTo>
                  <a:pt x="2609154" y="54415"/>
                </a:lnTo>
                <a:lnTo>
                  <a:pt x="2609609" y="54905"/>
                </a:lnTo>
                <a:lnTo>
                  <a:pt x="2610043" y="55415"/>
                </a:lnTo>
                <a:lnTo>
                  <a:pt x="2610458" y="55946"/>
                </a:lnTo>
                <a:lnTo>
                  <a:pt x="2610852" y="56497"/>
                </a:lnTo>
                <a:lnTo>
                  <a:pt x="2611226" y="57070"/>
                </a:lnTo>
                <a:lnTo>
                  <a:pt x="2611579" y="57662"/>
                </a:lnTo>
                <a:lnTo>
                  <a:pt x="2611913" y="58275"/>
                </a:lnTo>
                <a:lnTo>
                  <a:pt x="2612226" y="58909"/>
                </a:lnTo>
                <a:lnTo>
                  <a:pt x="2612519" y="59563"/>
                </a:lnTo>
                <a:lnTo>
                  <a:pt x="2612792" y="60238"/>
                </a:lnTo>
                <a:lnTo>
                  <a:pt x="2613044" y="60934"/>
                </a:lnTo>
                <a:lnTo>
                  <a:pt x="2613277" y="61649"/>
                </a:lnTo>
                <a:lnTo>
                  <a:pt x="2613489" y="62386"/>
                </a:lnTo>
                <a:lnTo>
                  <a:pt x="2613681" y="63143"/>
                </a:lnTo>
                <a:lnTo>
                  <a:pt x="2613853" y="63921"/>
                </a:lnTo>
                <a:lnTo>
                  <a:pt x="2614004" y="64719"/>
                </a:lnTo>
                <a:lnTo>
                  <a:pt x="2614136" y="65537"/>
                </a:lnTo>
                <a:lnTo>
                  <a:pt x="2614247" y="66377"/>
                </a:lnTo>
                <a:lnTo>
                  <a:pt x="2614338" y="67236"/>
                </a:lnTo>
                <a:lnTo>
                  <a:pt x="2614408" y="68117"/>
                </a:lnTo>
                <a:lnTo>
                  <a:pt x="2614459" y="69018"/>
                </a:lnTo>
                <a:lnTo>
                  <a:pt x="2614489" y="69939"/>
                </a:lnTo>
                <a:lnTo>
                  <a:pt x="2614499" y="70881"/>
                </a:lnTo>
                <a:lnTo>
                  <a:pt x="2614489" y="71782"/>
                </a:lnTo>
                <a:lnTo>
                  <a:pt x="2614457" y="72664"/>
                </a:lnTo>
                <a:lnTo>
                  <a:pt x="2614403" y="73527"/>
                </a:lnTo>
                <a:lnTo>
                  <a:pt x="2614328" y="74372"/>
                </a:lnTo>
                <a:lnTo>
                  <a:pt x="2614232" y="75198"/>
                </a:lnTo>
                <a:lnTo>
                  <a:pt x="2614114" y="76005"/>
                </a:lnTo>
                <a:lnTo>
                  <a:pt x="2613975" y="76794"/>
                </a:lnTo>
                <a:lnTo>
                  <a:pt x="2613814" y="77565"/>
                </a:lnTo>
                <a:lnTo>
                  <a:pt x="2613632" y="78317"/>
                </a:lnTo>
                <a:lnTo>
                  <a:pt x="2613429" y="79050"/>
                </a:lnTo>
                <a:lnTo>
                  <a:pt x="2613204" y="79764"/>
                </a:lnTo>
                <a:lnTo>
                  <a:pt x="2612958" y="80460"/>
                </a:lnTo>
                <a:lnTo>
                  <a:pt x="2612690" y="81138"/>
                </a:lnTo>
                <a:lnTo>
                  <a:pt x="2612401" y="81796"/>
                </a:lnTo>
                <a:lnTo>
                  <a:pt x="2612091" y="82436"/>
                </a:lnTo>
                <a:lnTo>
                  <a:pt x="2611759" y="83058"/>
                </a:lnTo>
                <a:lnTo>
                  <a:pt x="2611406" y="83661"/>
                </a:lnTo>
                <a:lnTo>
                  <a:pt x="2611031" y="84245"/>
                </a:lnTo>
                <a:lnTo>
                  <a:pt x="2610635" y="84811"/>
                </a:lnTo>
                <a:lnTo>
                  <a:pt x="2610218" y="85358"/>
                </a:lnTo>
                <a:lnTo>
                  <a:pt x="2609779" y="85887"/>
                </a:lnTo>
                <a:lnTo>
                  <a:pt x="2609319" y="86397"/>
                </a:lnTo>
                <a:lnTo>
                  <a:pt x="2608837" y="86888"/>
                </a:lnTo>
                <a:lnTo>
                  <a:pt x="2608334" y="87361"/>
                </a:lnTo>
                <a:lnTo>
                  <a:pt x="2607815" y="87814"/>
                </a:lnTo>
                <a:lnTo>
                  <a:pt x="2607284" y="88249"/>
                </a:lnTo>
                <a:lnTo>
                  <a:pt x="2606741" y="88664"/>
                </a:lnTo>
                <a:lnTo>
                  <a:pt x="2606187" y="89060"/>
                </a:lnTo>
                <a:lnTo>
                  <a:pt x="2605622" y="89436"/>
                </a:lnTo>
                <a:lnTo>
                  <a:pt x="2605045" y="89794"/>
                </a:lnTo>
                <a:lnTo>
                  <a:pt x="2604457" y="90131"/>
                </a:lnTo>
                <a:lnTo>
                  <a:pt x="2603857" y="90450"/>
                </a:lnTo>
                <a:lnTo>
                  <a:pt x="2603246" y="90749"/>
                </a:lnTo>
                <a:lnTo>
                  <a:pt x="2602623" y="91029"/>
                </a:lnTo>
                <a:lnTo>
                  <a:pt x="2601989" y="91290"/>
                </a:lnTo>
                <a:lnTo>
                  <a:pt x="2601343" y="91531"/>
                </a:lnTo>
                <a:lnTo>
                  <a:pt x="2600686" y="91753"/>
                </a:lnTo>
                <a:lnTo>
                  <a:pt x="2600017" y="91956"/>
                </a:lnTo>
                <a:lnTo>
                  <a:pt x="2599337" y="92140"/>
                </a:lnTo>
                <a:lnTo>
                  <a:pt x="2598645" y="92304"/>
                </a:lnTo>
                <a:lnTo>
                  <a:pt x="2597942" y="92449"/>
                </a:lnTo>
                <a:lnTo>
                  <a:pt x="2597228" y="92574"/>
                </a:lnTo>
                <a:lnTo>
                  <a:pt x="2596502" y="92680"/>
                </a:lnTo>
                <a:lnTo>
                  <a:pt x="2595764" y="92767"/>
                </a:lnTo>
                <a:lnTo>
                  <a:pt x="2595015" y="92835"/>
                </a:lnTo>
                <a:lnTo>
                  <a:pt x="2594255" y="92883"/>
                </a:lnTo>
                <a:lnTo>
                  <a:pt x="2593483" y="92912"/>
                </a:lnTo>
                <a:lnTo>
                  <a:pt x="2592699" y="92922"/>
                </a:lnTo>
                <a:lnTo>
                  <a:pt x="2592004" y="92912"/>
                </a:lnTo>
                <a:lnTo>
                  <a:pt x="2591316" y="92883"/>
                </a:lnTo>
                <a:lnTo>
                  <a:pt x="2590635" y="92836"/>
                </a:lnTo>
                <a:lnTo>
                  <a:pt x="2589961" y="92769"/>
                </a:lnTo>
                <a:lnTo>
                  <a:pt x="2589293" y="92682"/>
                </a:lnTo>
                <a:close/>
                <a:moveTo>
                  <a:pt x="2586898" y="161287"/>
                </a:moveTo>
                <a:lnTo>
                  <a:pt x="2585882" y="161183"/>
                </a:lnTo>
                <a:lnTo>
                  <a:pt x="2584896" y="161062"/>
                </a:lnTo>
                <a:lnTo>
                  <a:pt x="2583937" y="160925"/>
                </a:lnTo>
                <a:lnTo>
                  <a:pt x="2583007" y="160772"/>
                </a:lnTo>
                <a:lnTo>
                  <a:pt x="2582105" y="160603"/>
                </a:lnTo>
                <a:lnTo>
                  <a:pt x="2581232" y="160418"/>
                </a:lnTo>
                <a:lnTo>
                  <a:pt x="2580387" y="160217"/>
                </a:lnTo>
                <a:lnTo>
                  <a:pt x="2579571" y="159999"/>
                </a:lnTo>
                <a:lnTo>
                  <a:pt x="2578783" y="159766"/>
                </a:lnTo>
                <a:lnTo>
                  <a:pt x="2578023" y="159516"/>
                </a:lnTo>
                <a:lnTo>
                  <a:pt x="2577292" y="159251"/>
                </a:lnTo>
                <a:lnTo>
                  <a:pt x="2576590" y="158969"/>
                </a:lnTo>
                <a:lnTo>
                  <a:pt x="2575915" y="158671"/>
                </a:lnTo>
                <a:lnTo>
                  <a:pt x="2575270" y="158357"/>
                </a:lnTo>
                <a:lnTo>
                  <a:pt x="2574652" y="158027"/>
                </a:lnTo>
                <a:lnTo>
                  <a:pt x="2574063" y="157681"/>
                </a:lnTo>
                <a:lnTo>
                  <a:pt x="2573503" y="157319"/>
                </a:lnTo>
                <a:lnTo>
                  <a:pt x="2572971" y="156941"/>
                </a:lnTo>
                <a:lnTo>
                  <a:pt x="2572464" y="156552"/>
                </a:lnTo>
                <a:lnTo>
                  <a:pt x="2571978" y="156158"/>
                </a:lnTo>
                <a:lnTo>
                  <a:pt x="2571514" y="155759"/>
                </a:lnTo>
                <a:lnTo>
                  <a:pt x="2571072" y="155354"/>
                </a:lnTo>
                <a:lnTo>
                  <a:pt x="2570651" y="154945"/>
                </a:lnTo>
                <a:lnTo>
                  <a:pt x="2570252" y="154530"/>
                </a:lnTo>
                <a:lnTo>
                  <a:pt x="2569874" y="154111"/>
                </a:lnTo>
                <a:lnTo>
                  <a:pt x="2569518" y="153686"/>
                </a:lnTo>
                <a:lnTo>
                  <a:pt x="2569184" y="153256"/>
                </a:lnTo>
                <a:lnTo>
                  <a:pt x="2568871" y="152821"/>
                </a:lnTo>
                <a:lnTo>
                  <a:pt x="2568580" y="152381"/>
                </a:lnTo>
                <a:lnTo>
                  <a:pt x="2568310" y="151935"/>
                </a:lnTo>
                <a:lnTo>
                  <a:pt x="2568062" y="151485"/>
                </a:lnTo>
                <a:lnTo>
                  <a:pt x="2567835" y="151029"/>
                </a:lnTo>
                <a:lnTo>
                  <a:pt x="2567630" y="150569"/>
                </a:lnTo>
                <a:lnTo>
                  <a:pt x="2567447" y="150103"/>
                </a:lnTo>
                <a:lnTo>
                  <a:pt x="2567285" y="149632"/>
                </a:lnTo>
                <a:lnTo>
                  <a:pt x="2567145" y="149156"/>
                </a:lnTo>
                <a:lnTo>
                  <a:pt x="2567026" y="148675"/>
                </a:lnTo>
                <a:lnTo>
                  <a:pt x="2566929" y="148188"/>
                </a:lnTo>
                <a:lnTo>
                  <a:pt x="2566853" y="147697"/>
                </a:lnTo>
                <a:lnTo>
                  <a:pt x="2566799" y="147200"/>
                </a:lnTo>
                <a:lnTo>
                  <a:pt x="2566767" y="146699"/>
                </a:lnTo>
                <a:lnTo>
                  <a:pt x="2566756" y="146192"/>
                </a:lnTo>
                <a:lnTo>
                  <a:pt x="2566763" y="145736"/>
                </a:lnTo>
                <a:lnTo>
                  <a:pt x="2566782" y="145284"/>
                </a:lnTo>
                <a:lnTo>
                  <a:pt x="2566813" y="144837"/>
                </a:lnTo>
                <a:lnTo>
                  <a:pt x="2566858" y="144394"/>
                </a:lnTo>
                <a:lnTo>
                  <a:pt x="2566915" y="143957"/>
                </a:lnTo>
                <a:lnTo>
                  <a:pt x="2566984" y="143523"/>
                </a:lnTo>
                <a:lnTo>
                  <a:pt x="2567067" y="143095"/>
                </a:lnTo>
                <a:lnTo>
                  <a:pt x="2567162" y="142671"/>
                </a:lnTo>
                <a:lnTo>
                  <a:pt x="2567269" y="142251"/>
                </a:lnTo>
                <a:lnTo>
                  <a:pt x="2567390" y="141837"/>
                </a:lnTo>
                <a:lnTo>
                  <a:pt x="2567523" y="141426"/>
                </a:lnTo>
                <a:lnTo>
                  <a:pt x="2567669" y="141021"/>
                </a:lnTo>
                <a:lnTo>
                  <a:pt x="2567827" y="140620"/>
                </a:lnTo>
                <a:lnTo>
                  <a:pt x="2567998" y="140223"/>
                </a:lnTo>
                <a:lnTo>
                  <a:pt x="2568182" y="139832"/>
                </a:lnTo>
                <a:lnTo>
                  <a:pt x="2568378" y="139444"/>
                </a:lnTo>
                <a:lnTo>
                  <a:pt x="2568587" y="139062"/>
                </a:lnTo>
                <a:lnTo>
                  <a:pt x="2568809" y="138684"/>
                </a:lnTo>
                <a:lnTo>
                  <a:pt x="2569044" y="138310"/>
                </a:lnTo>
                <a:lnTo>
                  <a:pt x="2569291" y="137942"/>
                </a:lnTo>
                <a:lnTo>
                  <a:pt x="2569551" y="137577"/>
                </a:lnTo>
                <a:lnTo>
                  <a:pt x="2569823" y="137218"/>
                </a:lnTo>
                <a:lnTo>
                  <a:pt x="2570108" y="136863"/>
                </a:lnTo>
                <a:lnTo>
                  <a:pt x="2570406" y="136512"/>
                </a:lnTo>
                <a:lnTo>
                  <a:pt x="2570715" y="136169"/>
                </a:lnTo>
                <a:lnTo>
                  <a:pt x="2571036" y="135833"/>
                </a:lnTo>
                <a:lnTo>
                  <a:pt x="2571366" y="135506"/>
                </a:lnTo>
                <a:lnTo>
                  <a:pt x="2571708" y="135188"/>
                </a:lnTo>
                <a:lnTo>
                  <a:pt x="2572059" y="134878"/>
                </a:lnTo>
                <a:lnTo>
                  <a:pt x="2572422" y="134577"/>
                </a:lnTo>
                <a:lnTo>
                  <a:pt x="2572795" y="134284"/>
                </a:lnTo>
                <a:lnTo>
                  <a:pt x="2573179" y="133999"/>
                </a:lnTo>
                <a:lnTo>
                  <a:pt x="2573573" y="133724"/>
                </a:lnTo>
                <a:lnTo>
                  <a:pt x="2573978" y="133456"/>
                </a:lnTo>
                <a:lnTo>
                  <a:pt x="2574394" y="133197"/>
                </a:lnTo>
                <a:lnTo>
                  <a:pt x="2574820" y="132947"/>
                </a:lnTo>
                <a:lnTo>
                  <a:pt x="2575257" y="132705"/>
                </a:lnTo>
                <a:lnTo>
                  <a:pt x="2575705" y="132471"/>
                </a:lnTo>
                <a:lnTo>
                  <a:pt x="2576163" y="132246"/>
                </a:lnTo>
                <a:lnTo>
                  <a:pt x="2576631" y="132030"/>
                </a:lnTo>
                <a:lnTo>
                  <a:pt x="2577111" y="131822"/>
                </a:lnTo>
                <a:lnTo>
                  <a:pt x="2577601" y="131622"/>
                </a:lnTo>
                <a:lnTo>
                  <a:pt x="2578101" y="131431"/>
                </a:lnTo>
                <a:lnTo>
                  <a:pt x="2578613" y="131249"/>
                </a:lnTo>
                <a:lnTo>
                  <a:pt x="2579134" y="131074"/>
                </a:lnTo>
                <a:lnTo>
                  <a:pt x="2579667" y="130909"/>
                </a:lnTo>
                <a:lnTo>
                  <a:pt x="2580210" y="130752"/>
                </a:lnTo>
                <a:lnTo>
                  <a:pt x="2580764" y="130603"/>
                </a:lnTo>
                <a:lnTo>
                  <a:pt x="2595363" y="130603"/>
                </a:lnTo>
                <a:lnTo>
                  <a:pt x="2596315" y="130606"/>
                </a:lnTo>
                <a:lnTo>
                  <a:pt x="2597250" y="130615"/>
                </a:lnTo>
                <a:lnTo>
                  <a:pt x="2598165" y="130630"/>
                </a:lnTo>
                <a:lnTo>
                  <a:pt x="2599063" y="130651"/>
                </a:lnTo>
                <a:lnTo>
                  <a:pt x="2599942" y="130678"/>
                </a:lnTo>
                <a:lnTo>
                  <a:pt x="2600803" y="130711"/>
                </a:lnTo>
                <a:lnTo>
                  <a:pt x="2601646" y="130751"/>
                </a:lnTo>
                <a:lnTo>
                  <a:pt x="2602470" y="130796"/>
                </a:lnTo>
                <a:lnTo>
                  <a:pt x="2603276" y="130847"/>
                </a:lnTo>
                <a:lnTo>
                  <a:pt x="2604064" y="130904"/>
                </a:lnTo>
                <a:lnTo>
                  <a:pt x="2604833" y="130967"/>
                </a:lnTo>
                <a:lnTo>
                  <a:pt x="2605585" y="131036"/>
                </a:lnTo>
                <a:lnTo>
                  <a:pt x="2606317" y="131111"/>
                </a:lnTo>
                <a:lnTo>
                  <a:pt x="2607032" y="131193"/>
                </a:lnTo>
                <a:lnTo>
                  <a:pt x="2607728" y="131280"/>
                </a:lnTo>
                <a:lnTo>
                  <a:pt x="2608405" y="131373"/>
                </a:lnTo>
                <a:lnTo>
                  <a:pt x="2609065" y="131472"/>
                </a:lnTo>
                <a:lnTo>
                  <a:pt x="2609706" y="131578"/>
                </a:lnTo>
                <a:lnTo>
                  <a:pt x="2610329" y="131689"/>
                </a:lnTo>
                <a:lnTo>
                  <a:pt x="2610933" y="131806"/>
                </a:lnTo>
                <a:lnTo>
                  <a:pt x="2611519" y="131930"/>
                </a:lnTo>
                <a:lnTo>
                  <a:pt x="2612087" y="132059"/>
                </a:lnTo>
                <a:lnTo>
                  <a:pt x="2612637" y="132194"/>
                </a:lnTo>
                <a:lnTo>
                  <a:pt x="2613168" y="132336"/>
                </a:lnTo>
                <a:lnTo>
                  <a:pt x="2613683" y="132482"/>
                </a:lnTo>
                <a:lnTo>
                  <a:pt x="2614184" y="132634"/>
                </a:lnTo>
                <a:lnTo>
                  <a:pt x="2614672" y="132790"/>
                </a:lnTo>
                <a:lnTo>
                  <a:pt x="2615146" y="132951"/>
                </a:lnTo>
                <a:lnTo>
                  <a:pt x="2615606" y="133117"/>
                </a:lnTo>
                <a:lnTo>
                  <a:pt x="2616053" y="133288"/>
                </a:lnTo>
                <a:lnTo>
                  <a:pt x="2616486" y="133463"/>
                </a:lnTo>
                <a:lnTo>
                  <a:pt x="2616905" y="133643"/>
                </a:lnTo>
                <a:lnTo>
                  <a:pt x="2617311" y="133828"/>
                </a:lnTo>
                <a:lnTo>
                  <a:pt x="2617703" y="134018"/>
                </a:lnTo>
                <a:lnTo>
                  <a:pt x="2618081" y="134212"/>
                </a:lnTo>
                <a:lnTo>
                  <a:pt x="2618445" y="134412"/>
                </a:lnTo>
                <a:lnTo>
                  <a:pt x="2618796" y="134616"/>
                </a:lnTo>
                <a:lnTo>
                  <a:pt x="2619133" y="134825"/>
                </a:lnTo>
                <a:lnTo>
                  <a:pt x="2619456" y="135038"/>
                </a:lnTo>
                <a:lnTo>
                  <a:pt x="2619766" y="135256"/>
                </a:lnTo>
                <a:lnTo>
                  <a:pt x="2620062" y="135480"/>
                </a:lnTo>
                <a:lnTo>
                  <a:pt x="2620344" y="135708"/>
                </a:lnTo>
                <a:lnTo>
                  <a:pt x="2620612" y="135940"/>
                </a:lnTo>
                <a:lnTo>
                  <a:pt x="2620867" y="136178"/>
                </a:lnTo>
                <a:lnTo>
                  <a:pt x="2621108" y="136420"/>
                </a:lnTo>
                <a:lnTo>
                  <a:pt x="2621336" y="136667"/>
                </a:lnTo>
                <a:lnTo>
                  <a:pt x="2621550" y="136919"/>
                </a:lnTo>
                <a:lnTo>
                  <a:pt x="2621750" y="137175"/>
                </a:lnTo>
                <a:lnTo>
                  <a:pt x="2621939" y="137436"/>
                </a:lnTo>
                <a:lnTo>
                  <a:pt x="2622120" y="137701"/>
                </a:lnTo>
                <a:lnTo>
                  <a:pt x="2622293" y="137970"/>
                </a:lnTo>
                <a:lnTo>
                  <a:pt x="2622458" y="138244"/>
                </a:lnTo>
                <a:lnTo>
                  <a:pt x="2622615" y="138521"/>
                </a:lnTo>
                <a:lnTo>
                  <a:pt x="2622764" y="138802"/>
                </a:lnTo>
                <a:lnTo>
                  <a:pt x="2622905" y="139087"/>
                </a:lnTo>
                <a:lnTo>
                  <a:pt x="2623037" y="139377"/>
                </a:lnTo>
                <a:lnTo>
                  <a:pt x="2623162" y="139670"/>
                </a:lnTo>
                <a:lnTo>
                  <a:pt x="2623279" y="139968"/>
                </a:lnTo>
                <a:lnTo>
                  <a:pt x="2623388" y="140270"/>
                </a:lnTo>
                <a:lnTo>
                  <a:pt x="2623488" y="140575"/>
                </a:lnTo>
                <a:lnTo>
                  <a:pt x="2623581" y="140885"/>
                </a:lnTo>
                <a:lnTo>
                  <a:pt x="2623665" y="141199"/>
                </a:lnTo>
                <a:lnTo>
                  <a:pt x="2623742" y="141517"/>
                </a:lnTo>
                <a:lnTo>
                  <a:pt x="2623810" y="141839"/>
                </a:lnTo>
                <a:lnTo>
                  <a:pt x="2623871" y="142165"/>
                </a:lnTo>
                <a:lnTo>
                  <a:pt x="2623923" y="142495"/>
                </a:lnTo>
                <a:lnTo>
                  <a:pt x="2623967" y="142829"/>
                </a:lnTo>
                <a:lnTo>
                  <a:pt x="2624003" y="143167"/>
                </a:lnTo>
                <a:lnTo>
                  <a:pt x="2624031" y="143510"/>
                </a:lnTo>
                <a:lnTo>
                  <a:pt x="2624052" y="143856"/>
                </a:lnTo>
                <a:lnTo>
                  <a:pt x="2624064" y="144207"/>
                </a:lnTo>
                <a:lnTo>
                  <a:pt x="2624068" y="144561"/>
                </a:lnTo>
                <a:lnTo>
                  <a:pt x="2624056" y="145160"/>
                </a:lnTo>
                <a:lnTo>
                  <a:pt x="2624020" y="145751"/>
                </a:lnTo>
                <a:lnTo>
                  <a:pt x="2623961" y="146333"/>
                </a:lnTo>
                <a:lnTo>
                  <a:pt x="2623877" y="146908"/>
                </a:lnTo>
                <a:lnTo>
                  <a:pt x="2623770" y="147474"/>
                </a:lnTo>
                <a:lnTo>
                  <a:pt x="2623639" y="148032"/>
                </a:lnTo>
                <a:lnTo>
                  <a:pt x="2623485" y="148582"/>
                </a:lnTo>
                <a:lnTo>
                  <a:pt x="2623306" y="149124"/>
                </a:lnTo>
                <a:lnTo>
                  <a:pt x="2623104" y="149657"/>
                </a:lnTo>
                <a:lnTo>
                  <a:pt x="2622877" y="150183"/>
                </a:lnTo>
                <a:lnTo>
                  <a:pt x="2622628" y="150700"/>
                </a:lnTo>
                <a:lnTo>
                  <a:pt x="2622354" y="151209"/>
                </a:lnTo>
                <a:lnTo>
                  <a:pt x="2622056" y="151711"/>
                </a:lnTo>
                <a:lnTo>
                  <a:pt x="2621735" y="152204"/>
                </a:lnTo>
                <a:lnTo>
                  <a:pt x="2621390" y="152688"/>
                </a:lnTo>
                <a:lnTo>
                  <a:pt x="2621021" y="153165"/>
                </a:lnTo>
                <a:lnTo>
                  <a:pt x="2620628" y="153633"/>
                </a:lnTo>
                <a:lnTo>
                  <a:pt x="2620211" y="154094"/>
                </a:lnTo>
                <a:lnTo>
                  <a:pt x="2619771" y="154546"/>
                </a:lnTo>
                <a:lnTo>
                  <a:pt x="2619307" y="154990"/>
                </a:lnTo>
                <a:lnTo>
                  <a:pt x="2618819" y="155426"/>
                </a:lnTo>
                <a:lnTo>
                  <a:pt x="2618307" y="155854"/>
                </a:lnTo>
                <a:lnTo>
                  <a:pt x="2617771" y="156273"/>
                </a:lnTo>
                <a:lnTo>
                  <a:pt x="2617212" y="156685"/>
                </a:lnTo>
                <a:lnTo>
                  <a:pt x="2616624" y="157084"/>
                </a:lnTo>
                <a:lnTo>
                  <a:pt x="2616001" y="157466"/>
                </a:lnTo>
                <a:lnTo>
                  <a:pt x="2615343" y="157832"/>
                </a:lnTo>
                <a:lnTo>
                  <a:pt x="2614651" y="158180"/>
                </a:lnTo>
                <a:lnTo>
                  <a:pt x="2613925" y="158511"/>
                </a:lnTo>
                <a:lnTo>
                  <a:pt x="2613165" y="158825"/>
                </a:lnTo>
                <a:lnTo>
                  <a:pt x="2612370" y="159122"/>
                </a:lnTo>
                <a:lnTo>
                  <a:pt x="2611540" y="159403"/>
                </a:lnTo>
                <a:lnTo>
                  <a:pt x="2610676" y="159666"/>
                </a:lnTo>
                <a:lnTo>
                  <a:pt x="2609778" y="159912"/>
                </a:lnTo>
                <a:lnTo>
                  <a:pt x="2608845" y="160142"/>
                </a:lnTo>
                <a:lnTo>
                  <a:pt x="2607878" y="160354"/>
                </a:lnTo>
                <a:lnTo>
                  <a:pt x="2606876" y="160549"/>
                </a:lnTo>
                <a:lnTo>
                  <a:pt x="2605840" y="160728"/>
                </a:lnTo>
                <a:lnTo>
                  <a:pt x="2604770" y="160889"/>
                </a:lnTo>
                <a:lnTo>
                  <a:pt x="2603665" y="161033"/>
                </a:lnTo>
                <a:lnTo>
                  <a:pt x="2602526" y="161161"/>
                </a:lnTo>
                <a:lnTo>
                  <a:pt x="2601352" y="161271"/>
                </a:lnTo>
                <a:lnTo>
                  <a:pt x="2600144" y="161365"/>
                </a:lnTo>
                <a:lnTo>
                  <a:pt x="2598901" y="161441"/>
                </a:lnTo>
                <a:lnTo>
                  <a:pt x="2597624" y="161501"/>
                </a:lnTo>
                <a:lnTo>
                  <a:pt x="2596313" y="161543"/>
                </a:lnTo>
                <a:lnTo>
                  <a:pt x="2594967" y="161569"/>
                </a:lnTo>
                <a:lnTo>
                  <a:pt x="2593587" y="161577"/>
                </a:lnTo>
                <a:lnTo>
                  <a:pt x="2592401" y="161569"/>
                </a:lnTo>
                <a:lnTo>
                  <a:pt x="2591244" y="161545"/>
                </a:lnTo>
                <a:lnTo>
                  <a:pt x="2590115" y="161505"/>
                </a:lnTo>
                <a:lnTo>
                  <a:pt x="2589014" y="161448"/>
                </a:lnTo>
                <a:lnTo>
                  <a:pt x="2587942" y="161376"/>
                </a:lnTo>
                <a:lnTo>
                  <a:pt x="2586898" y="161287"/>
                </a:lnTo>
                <a:close/>
                <a:moveTo>
                  <a:pt x="2813029" y="137826"/>
                </a:moveTo>
                <a:lnTo>
                  <a:pt x="2813877" y="137727"/>
                </a:lnTo>
                <a:lnTo>
                  <a:pt x="2814715" y="137612"/>
                </a:lnTo>
                <a:lnTo>
                  <a:pt x="2815543" y="137483"/>
                </a:lnTo>
                <a:lnTo>
                  <a:pt x="2816361" y="137338"/>
                </a:lnTo>
                <a:lnTo>
                  <a:pt x="2817169" y="137178"/>
                </a:lnTo>
                <a:lnTo>
                  <a:pt x="2817967" y="137003"/>
                </a:lnTo>
                <a:lnTo>
                  <a:pt x="2818755" y="136812"/>
                </a:lnTo>
                <a:lnTo>
                  <a:pt x="2819534" y="136606"/>
                </a:lnTo>
                <a:lnTo>
                  <a:pt x="2820302" y="136385"/>
                </a:lnTo>
                <a:lnTo>
                  <a:pt x="2821061" y="136149"/>
                </a:lnTo>
                <a:lnTo>
                  <a:pt x="2821809" y="135898"/>
                </a:lnTo>
                <a:lnTo>
                  <a:pt x="2822548" y="135631"/>
                </a:lnTo>
                <a:lnTo>
                  <a:pt x="2823276" y="135349"/>
                </a:lnTo>
                <a:lnTo>
                  <a:pt x="2823995" y="135052"/>
                </a:lnTo>
                <a:lnTo>
                  <a:pt x="2824704" y="134739"/>
                </a:lnTo>
                <a:lnTo>
                  <a:pt x="2825403" y="134412"/>
                </a:lnTo>
                <a:lnTo>
                  <a:pt x="2826092" y="134069"/>
                </a:lnTo>
                <a:lnTo>
                  <a:pt x="2826771" y="133710"/>
                </a:lnTo>
                <a:lnTo>
                  <a:pt x="2827440" y="133340"/>
                </a:lnTo>
                <a:lnTo>
                  <a:pt x="2828099" y="132961"/>
                </a:lnTo>
                <a:lnTo>
                  <a:pt x="2828747" y="132572"/>
                </a:lnTo>
                <a:lnTo>
                  <a:pt x="2829385" y="132175"/>
                </a:lnTo>
                <a:lnTo>
                  <a:pt x="2830013" y="131768"/>
                </a:lnTo>
                <a:lnTo>
                  <a:pt x="2830630" y="131352"/>
                </a:lnTo>
                <a:lnTo>
                  <a:pt x="2831238" y="130927"/>
                </a:lnTo>
                <a:lnTo>
                  <a:pt x="2831835" y="130494"/>
                </a:lnTo>
                <a:lnTo>
                  <a:pt x="2832421" y="130051"/>
                </a:lnTo>
                <a:lnTo>
                  <a:pt x="2832998" y="129599"/>
                </a:lnTo>
                <a:lnTo>
                  <a:pt x="2833564" y="129137"/>
                </a:lnTo>
                <a:lnTo>
                  <a:pt x="2834120" y="128667"/>
                </a:lnTo>
                <a:lnTo>
                  <a:pt x="2834665" y="128188"/>
                </a:lnTo>
                <a:lnTo>
                  <a:pt x="2835201" y="127700"/>
                </a:lnTo>
                <a:lnTo>
                  <a:pt x="2835726" y="127202"/>
                </a:lnTo>
                <a:lnTo>
                  <a:pt x="2836241" y="126696"/>
                </a:lnTo>
                <a:lnTo>
                  <a:pt x="2836745" y="126180"/>
                </a:lnTo>
                <a:lnTo>
                  <a:pt x="2837239" y="125656"/>
                </a:lnTo>
                <a:lnTo>
                  <a:pt x="2837723" y="125122"/>
                </a:lnTo>
                <a:lnTo>
                  <a:pt x="2838197" y="124579"/>
                </a:lnTo>
                <a:lnTo>
                  <a:pt x="2838660" y="124027"/>
                </a:lnTo>
                <a:lnTo>
                  <a:pt x="2839114" y="123466"/>
                </a:lnTo>
                <a:lnTo>
                  <a:pt x="2839556" y="122896"/>
                </a:lnTo>
                <a:lnTo>
                  <a:pt x="2839989" y="122317"/>
                </a:lnTo>
                <a:lnTo>
                  <a:pt x="2840877" y="136324"/>
                </a:lnTo>
                <a:lnTo>
                  <a:pt x="2856462" y="136324"/>
                </a:lnTo>
                <a:lnTo>
                  <a:pt x="2856462" y="3551"/>
                </a:lnTo>
                <a:lnTo>
                  <a:pt x="2839989" y="3551"/>
                </a:lnTo>
                <a:lnTo>
                  <a:pt x="2839989" y="52281"/>
                </a:lnTo>
                <a:lnTo>
                  <a:pt x="2839598" y="51645"/>
                </a:lnTo>
                <a:lnTo>
                  <a:pt x="2839196" y="51021"/>
                </a:lnTo>
                <a:lnTo>
                  <a:pt x="2838784" y="50407"/>
                </a:lnTo>
                <a:lnTo>
                  <a:pt x="2838361" y="49805"/>
                </a:lnTo>
                <a:lnTo>
                  <a:pt x="2837929" y="49214"/>
                </a:lnTo>
                <a:lnTo>
                  <a:pt x="2837486" y="48634"/>
                </a:lnTo>
                <a:lnTo>
                  <a:pt x="2837033" y="48065"/>
                </a:lnTo>
                <a:lnTo>
                  <a:pt x="2836569" y="47508"/>
                </a:lnTo>
                <a:lnTo>
                  <a:pt x="2836096" y="46961"/>
                </a:lnTo>
                <a:lnTo>
                  <a:pt x="2835612" y="46426"/>
                </a:lnTo>
                <a:lnTo>
                  <a:pt x="2835118" y="45901"/>
                </a:lnTo>
                <a:lnTo>
                  <a:pt x="2834613" y="45388"/>
                </a:lnTo>
                <a:lnTo>
                  <a:pt x="2834098" y="44886"/>
                </a:lnTo>
                <a:lnTo>
                  <a:pt x="2833573" y="44395"/>
                </a:lnTo>
                <a:lnTo>
                  <a:pt x="2833038" y="43915"/>
                </a:lnTo>
                <a:lnTo>
                  <a:pt x="2832492" y="43447"/>
                </a:lnTo>
                <a:lnTo>
                  <a:pt x="2831936" y="42989"/>
                </a:lnTo>
                <a:lnTo>
                  <a:pt x="2831370" y="42543"/>
                </a:lnTo>
                <a:lnTo>
                  <a:pt x="2830794" y="42108"/>
                </a:lnTo>
                <a:lnTo>
                  <a:pt x="2830207" y="41683"/>
                </a:lnTo>
                <a:lnTo>
                  <a:pt x="2829610" y="41270"/>
                </a:lnTo>
                <a:lnTo>
                  <a:pt x="2829003" y="40869"/>
                </a:lnTo>
                <a:lnTo>
                  <a:pt x="2828385" y="40478"/>
                </a:lnTo>
                <a:lnTo>
                  <a:pt x="2827757" y="40098"/>
                </a:lnTo>
                <a:lnTo>
                  <a:pt x="2827120" y="39732"/>
                </a:lnTo>
                <a:lnTo>
                  <a:pt x="2826473" y="39381"/>
                </a:lnTo>
                <a:lnTo>
                  <a:pt x="2825817" y="39046"/>
                </a:lnTo>
                <a:lnTo>
                  <a:pt x="2825152" y="38727"/>
                </a:lnTo>
                <a:lnTo>
                  <a:pt x="2824477" y="38423"/>
                </a:lnTo>
                <a:lnTo>
                  <a:pt x="2823793" y="38135"/>
                </a:lnTo>
                <a:lnTo>
                  <a:pt x="2823100" y="37862"/>
                </a:lnTo>
                <a:lnTo>
                  <a:pt x="2822398" y="37605"/>
                </a:lnTo>
                <a:lnTo>
                  <a:pt x="2821686" y="37363"/>
                </a:lnTo>
                <a:lnTo>
                  <a:pt x="2820965" y="37137"/>
                </a:lnTo>
                <a:lnTo>
                  <a:pt x="2820235" y="36927"/>
                </a:lnTo>
                <a:lnTo>
                  <a:pt x="2819496" y="36732"/>
                </a:lnTo>
                <a:lnTo>
                  <a:pt x="2818747" y="36553"/>
                </a:lnTo>
                <a:lnTo>
                  <a:pt x="2817990" y="36389"/>
                </a:lnTo>
                <a:lnTo>
                  <a:pt x="2817223" y="36241"/>
                </a:lnTo>
                <a:lnTo>
                  <a:pt x="2816446" y="36109"/>
                </a:lnTo>
                <a:lnTo>
                  <a:pt x="2815661" y="35992"/>
                </a:lnTo>
                <a:lnTo>
                  <a:pt x="2814866" y="35891"/>
                </a:lnTo>
                <a:lnTo>
                  <a:pt x="2814062" y="35805"/>
                </a:lnTo>
                <a:lnTo>
                  <a:pt x="2813249" y="35735"/>
                </a:lnTo>
                <a:lnTo>
                  <a:pt x="2812426" y="35680"/>
                </a:lnTo>
                <a:lnTo>
                  <a:pt x="2811594" y="35641"/>
                </a:lnTo>
                <a:lnTo>
                  <a:pt x="2810753" y="35618"/>
                </a:lnTo>
                <a:lnTo>
                  <a:pt x="2809903" y="35610"/>
                </a:lnTo>
                <a:lnTo>
                  <a:pt x="2808881" y="35620"/>
                </a:lnTo>
                <a:lnTo>
                  <a:pt x="2807871" y="35650"/>
                </a:lnTo>
                <a:lnTo>
                  <a:pt x="2806871" y="35700"/>
                </a:lnTo>
                <a:lnTo>
                  <a:pt x="2805883" y="35770"/>
                </a:lnTo>
                <a:lnTo>
                  <a:pt x="2804907" y="35859"/>
                </a:lnTo>
                <a:lnTo>
                  <a:pt x="2803941" y="35969"/>
                </a:lnTo>
                <a:lnTo>
                  <a:pt x="2802987" y="36098"/>
                </a:lnTo>
                <a:lnTo>
                  <a:pt x="2802044" y="36248"/>
                </a:lnTo>
                <a:lnTo>
                  <a:pt x="2801113" y="36417"/>
                </a:lnTo>
                <a:lnTo>
                  <a:pt x="2800193" y="36607"/>
                </a:lnTo>
                <a:lnTo>
                  <a:pt x="2799284" y="36816"/>
                </a:lnTo>
                <a:lnTo>
                  <a:pt x="2798386" y="37045"/>
                </a:lnTo>
                <a:lnTo>
                  <a:pt x="2797500" y="37294"/>
                </a:lnTo>
                <a:lnTo>
                  <a:pt x="2796625" y="37563"/>
                </a:lnTo>
                <a:lnTo>
                  <a:pt x="2795762" y="37852"/>
                </a:lnTo>
                <a:lnTo>
                  <a:pt x="2794909" y="38161"/>
                </a:lnTo>
                <a:lnTo>
                  <a:pt x="2794068" y="38490"/>
                </a:lnTo>
                <a:lnTo>
                  <a:pt x="2793239" y="38839"/>
                </a:lnTo>
                <a:lnTo>
                  <a:pt x="2792420" y="39207"/>
                </a:lnTo>
                <a:lnTo>
                  <a:pt x="2791613" y="39596"/>
                </a:lnTo>
                <a:lnTo>
                  <a:pt x="2790817" y="40005"/>
                </a:lnTo>
                <a:lnTo>
                  <a:pt x="2790033" y="40433"/>
                </a:lnTo>
                <a:lnTo>
                  <a:pt x="2789259" y="40882"/>
                </a:lnTo>
                <a:lnTo>
                  <a:pt x="2788498" y="41350"/>
                </a:lnTo>
                <a:lnTo>
                  <a:pt x="2787748" y="41838"/>
                </a:lnTo>
                <a:lnTo>
                  <a:pt x="2787013" y="42345"/>
                </a:lnTo>
                <a:lnTo>
                  <a:pt x="2786293" y="42871"/>
                </a:lnTo>
                <a:lnTo>
                  <a:pt x="2785586" y="43417"/>
                </a:lnTo>
                <a:lnTo>
                  <a:pt x="2784894" y="43982"/>
                </a:lnTo>
                <a:lnTo>
                  <a:pt x="2784216" y="44566"/>
                </a:lnTo>
                <a:lnTo>
                  <a:pt x="2783552" y="45169"/>
                </a:lnTo>
                <a:lnTo>
                  <a:pt x="2782902" y="45792"/>
                </a:lnTo>
                <a:lnTo>
                  <a:pt x="2782267" y="46433"/>
                </a:lnTo>
                <a:lnTo>
                  <a:pt x="2781646" y="47094"/>
                </a:lnTo>
                <a:lnTo>
                  <a:pt x="2781039" y="47774"/>
                </a:lnTo>
                <a:lnTo>
                  <a:pt x="2780446" y="48474"/>
                </a:lnTo>
                <a:lnTo>
                  <a:pt x="2779867" y="49192"/>
                </a:lnTo>
                <a:lnTo>
                  <a:pt x="2779303" y="49930"/>
                </a:lnTo>
                <a:lnTo>
                  <a:pt x="2778753" y="50687"/>
                </a:lnTo>
                <a:lnTo>
                  <a:pt x="2778217" y="51463"/>
                </a:lnTo>
                <a:lnTo>
                  <a:pt x="2777695" y="52259"/>
                </a:lnTo>
                <a:lnTo>
                  <a:pt x="2777187" y="53074"/>
                </a:lnTo>
                <a:lnTo>
                  <a:pt x="2776694" y="53908"/>
                </a:lnTo>
                <a:lnTo>
                  <a:pt x="2776215" y="54761"/>
                </a:lnTo>
                <a:lnTo>
                  <a:pt x="2775750" y="55633"/>
                </a:lnTo>
                <a:lnTo>
                  <a:pt x="2775300" y="56525"/>
                </a:lnTo>
                <a:lnTo>
                  <a:pt x="2774863" y="57436"/>
                </a:lnTo>
                <a:lnTo>
                  <a:pt x="2774441" y="58366"/>
                </a:lnTo>
                <a:lnTo>
                  <a:pt x="2774034" y="59315"/>
                </a:lnTo>
                <a:lnTo>
                  <a:pt x="2773645" y="60283"/>
                </a:lnTo>
                <a:lnTo>
                  <a:pt x="2773273" y="61271"/>
                </a:lnTo>
                <a:lnTo>
                  <a:pt x="2772919" y="62279"/>
                </a:lnTo>
                <a:lnTo>
                  <a:pt x="2772581" y="63305"/>
                </a:lnTo>
                <a:lnTo>
                  <a:pt x="2772262" y="64352"/>
                </a:lnTo>
                <a:lnTo>
                  <a:pt x="2771959" y="65417"/>
                </a:lnTo>
                <a:lnTo>
                  <a:pt x="2771673" y="66502"/>
                </a:lnTo>
                <a:lnTo>
                  <a:pt x="2771405" y="67606"/>
                </a:lnTo>
                <a:lnTo>
                  <a:pt x="2771155" y="68730"/>
                </a:lnTo>
                <a:lnTo>
                  <a:pt x="2770921" y="69873"/>
                </a:lnTo>
                <a:lnTo>
                  <a:pt x="2770705" y="71036"/>
                </a:lnTo>
                <a:lnTo>
                  <a:pt x="2770506" y="72218"/>
                </a:lnTo>
                <a:lnTo>
                  <a:pt x="2770324" y="73419"/>
                </a:lnTo>
                <a:lnTo>
                  <a:pt x="2770160" y="74640"/>
                </a:lnTo>
                <a:lnTo>
                  <a:pt x="2770013" y="75880"/>
                </a:lnTo>
                <a:lnTo>
                  <a:pt x="2769883" y="77140"/>
                </a:lnTo>
                <a:lnTo>
                  <a:pt x="2769771" y="78419"/>
                </a:lnTo>
                <a:lnTo>
                  <a:pt x="2769676" y="79717"/>
                </a:lnTo>
                <a:lnTo>
                  <a:pt x="2769598" y="81035"/>
                </a:lnTo>
                <a:lnTo>
                  <a:pt x="2769537" y="82372"/>
                </a:lnTo>
                <a:lnTo>
                  <a:pt x="2769494" y="83729"/>
                </a:lnTo>
                <a:lnTo>
                  <a:pt x="2769468" y="85105"/>
                </a:lnTo>
                <a:lnTo>
                  <a:pt x="2769459" y="86501"/>
                </a:lnTo>
                <a:lnTo>
                  <a:pt x="2769468" y="87905"/>
                </a:lnTo>
                <a:lnTo>
                  <a:pt x="2769492" y="89290"/>
                </a:lnTo>
                <a:lnTo>
                  <a:pt x="2769533" y="90657"/>
                </a:lnTo>
                <a:lnTo>
                  <a:pt x="2769590" y="92004"/>
                </a:lnTo>
                <a:lnTo>
                  <a:pt x="2769663" y="93333"/>
                </a:lnTo>
                <a:lnTo>
                  <a:pt x="2769752" y="94643"/>
                </a:lnTo>
                <a:lnTo>
                  <a:pt x="2769858" y="95934"/>
                </a:lnTo>
                <a:lnTo>
                  <a:pt x="2769980" y="97206"/>
                </a:lnTo>
                <a:lnTo>
                  <a:pt x="2770118" y="98459"/>
                </a:lnTo>
                <a:lnTo>
                  <a:pt x="2770273" y="99693"/>
                </a:lnTo>
                <a:lnTo>
                  <a:pt x="2770444" y="100909"/>
                </a:lnTo>
                <a:lnTo>
                  <a:pt x="2770631" y="102105"/>
                </a:lnTo>
                <a:lnTo>
                  <a:pt x="2770834" y="103283"/>
                </a:lnTo>
                <a:lnTo>
                  <a:pt x="2771054" y="104442"/>
                </a:lnTo>
                <a:lnTo>
                  <a:pt x="2771290" y="105582"/>
                </a:lnTo>
                <a:lnTo>
                  <a:pt x="2771542" y="106703"/>
                </a:lnTo>
                <a:lnTo>
                  <a:pt x="2771810" y="107805"/>
                </a:lnTo>
                <a:lnTo>
                  <a:pt x="2772095" y="108889"/>
                </a:lnTo>
                <a:lnTo>
                  <a:pt x="2772396" y="109953"/>
                </a:lnTo>
                <a:lnTo>
                  <a:pt x="2772713" y="110999"/>
                </a:lnTo>
                <a:lnTo>
                  <a:pt x="2773047" y="112026"/>
                </a:lnTo>
                <a:lnTo>
                  <a:pt x="2773397" y="113034"/>
                </a:lnTo>
                <a:lnTo>
                  <a:pt x="2773763" y="114023"/>
                </a:lnTo>
                <a:lnTo>
                  <a:pt x="2774145" y="114993"/>
                </a:lnTo>
                <a:lnTo>
                  <a:pt x="2774542" y="115944"/>
                </a:lnTo>
                <a:lnTo>
                  <a:pt x="2774953" y="116875"/>
                </a:lnTo>
                <a:lnTo>
                  <a:pt x="2775377" y="117785"/>
                </a:lnTo>
                <a:lnTo>
                  <a:pt x="2775815" y="118676"/>
                </a:lnTo>
                <a:lnTo>
                  <a:pt x="2776266" y="119548"/>
                </a:lnTo>
                <a:lnTo>
                  <a:pt x="2776731" y="120399"/>
                </a:lnTo>
                <a:lnTo>
                  <a:pt x="2777210" y="121230"/>
                </a:lnTo>
                <a:lnTo>
                  <a:pt x="2777702" y="122041"/>
                </a:lnTo>
                <a:lnTo>
                  <a:pt x="2778207" y="122832"/>
                </a:lnTo>
                <a:lnTo>
                  <a:pt x="2778726" y="123604"/>
                </a:lnTo>
                <a:lnTo>
                  <a:pt x="2779259" y="124355"/>
                </a:lnTo>
                <a:lnTo>
                  <a:pt x="2779805" y="125087"/>
                </a:lnTo>
                <a:lnTo>
                  <a:pt x="2780364" y="125798"/>
                </a:lnTo>
                <a:lnTo>
                  <a:pt x="2780937" y="126490"/>
                </a:lnTo>
                <a:lnTo>
                  <a:pt x="2781524" y="127162"/>
                </a:lnTo>
                <a:lnTo>
                  <a:pt x="2782124" y="127814"/>
                </a:lnTo>
                <a:lnTo>
                  <a:pt x="2782738" y="128446"/>
                </a:lnTo>
                <a:lnTo>
                  <a:pt x="2783365" y="129058"/>
                </a:lnTo>
                <a:lnTo>
                  <a:pt x="2784006" y="129650"/>
                </a:lnTo>
                <a:lnTo>
                  <a:pt x="2784660" y="130222"/>
                </a:lnTo>
                <a:lnTo>
                  <a:pt x="2785328" y="130774"/>
                </a:lnTo>
                <a:lnTo>
                  <a:pt x="2786009" y="131306"/>
                </a:lnTo>
                <a:lnTo>
                  <a:pt x="2786704" y="131819"/>
                </a:lnTo>
                <a:lnTo>
                  <a:pt x="2787412" y="132311"/>
                </a:lnTo>
                <a:lnTo>
                  <a:pt x="2788133" y="132783"/>
                </a:lnTo>
                <a:lnTo>
                  <a:pt x="2788865" y="133236"/>
                </a:lnTo>
                <a:lnTo>
                  <a:pt x="2789607" y="133668"/>
                </a:lnTo>
                <a:lnTo>
                  <a:pt x="2790361" y="134080"/>
                </a:lnTo>
                <a:lnTo>
                  <a:pt x="2791125" y="134472"/>
                </a:lnTo>
                <a:lnTo>
                  <a:pt x="2791901" y="134844"/>
                </a:lnTo>
                <a:lnTo>
                  <a:pt x="2792687" y="135195"/>
                </a:lnTo>
                <a:lnTo>
                  <a:pt x="2793484" y="135527"/>
                </a:lnTo>
                <a:lnTo>
                  <a:pt x="2794293" y="135839"/>
                </a:lnTo>
                <a:lnTo>
                  <a:pt x="2795112" y="136130"/>
                </a:lnTo>
                <a:lnTo>
                  <a:pt x="2795942" y="136401"/>
                </a:lnTo>
                <a:lnTo>
                  <a:pt x="2796784" y="136653"/>
                </a:lnTo>
                <a:lnTo>
                  <a:pt x="2797636" y="136884"/>
                </a:lnTo>
                <a:lnTo>
                  <a:pt x="2798499" y="137095"/>
                </a:lnTo>
                <a:lnTo>
                  <a:pt x="2799373" y="137286"/>
                </a:lnTo>
                <a:lnTo>
                  <a:pt x="2800258" y="137457"/>
                </a:lnTo>
                <a:lnTo>
                  <a:pt x="2801154" y="137608"/>
                </a:lnTo>
                <a:lnTo>
                  <a:pt x="2802061" y="137738"/>
                </a:lnTo>
                <a:lnTo>
                  <a:pt x="2802979" y="137849"/>
                </a:lnTo>
                <a:lnTo>
                  <a:pt x="2803908" y="137939"/>
                </a:lnTo>
                <a:lnTo>
                  <a:pt x="2804848" y="138010"/>
                </a:lnTo>
                <a:lnTo>
                  <a:pt x="2805798" y="138060"/>
                </a:lnTo>
                <a:lnTo>
                  <a:pt x="2806760" y="138090"/>
                </a:lnTo>
                <a:lnTo>
                  <a:pt x="2807733" y="138100"/>
                </a:lnTo>
                <a:lnTo>
                  <a:pt x="2808640" y="138092"/>
                </a:lnTo>
                <a:lnTo>
                  <a:pt x="2809538" y="138070"/>
                </a:lnTo>
                <a:lnTo>
                  <a:pt x="2810426" y="138031"/>
                </a:lnTo>
                <a:lnTo>
                  <a:pt x="2811303" y="137978"/>
                </a:lnTo>
                <a:lnTo>
                  <a:pt x="2812171" y="137909"/>
                </a:lnTo>
                <a:lnTo>
                  <a:pt x="2813029" y="137826"/>
                </a:lnTo>
                <a:close/>
                <a:moveTo>
                  <a:pt x="2805387" y="123976"/>
                </a:moveTo>
                <a:lnTo>
                  <a:pt x="2804508" y="123756"/>
                </a:lnTo>
                <a:lnTo>
                  <a:pt x="2803650" y="123502"/>
                </a:lnTo>
                <a:lnTo>
                  <a:pt x="2802812" y="123214"/>
                </a:lnTo>
                <a:lnTo>
                  <a:pt x="2801995" y="122893"/>
                </a:lnTo>
                <a:lnTo>
                  <a:pt x="2801198" y="122537"/>
                </a:lnTo>
                <a:lnTo>
                  <a:pt x="2800421" y="122148"/>
                </a:lnTo>
                <a:lnTo>
                  <a:pt x="2799665" y="121724"/>
                </a:lnTo>
                <a:lnTo>
                  <a:pt x="2798929" y="121267"/>
                </a:lnTo>
                <a:lnTo>
                  <a:pt x="2798213" y="120776"/>
                </a:lnTo>
                <a:lnTo>
                  <a:pt x="2797518" y="120251"/>
                </a:lnTo>
                <a:lnTo>
                  <a:pt x="2796843" y="119692"/>
                </a:lnTo>
                <a:lnTo>
                  <a:pt x="2796189" y="119100"/>
                </a:lnTo>
                <a:lnTo>
                  <a:pt x="2795554" y="118473"/>
                </a:lnTo>
                <a:lnTo>
                  <a:pt x="2794941" y="117813"/>
                </a:lnTo>
                <a:lnTo>
                  <a:pt x="2794347" y="117119"/>
                </a:lnTo>
                <a:lnTo>
                  <a:pt x="2793775" y="116390"/>
                </a:lnTo>
                <a:lnTo>
                  <a:pt x="2793222" y="115628"/>
                </a:lnTo>
                <a:lnTo>
                  <a:pt x="2792690" y="114833"/>
                </a:lnTo>
                <a:lnTo>
                  <a:pt x="2792179" y="114005"/>
                </a:lnTo>
                <a:lnTo>
                  <a:pt x="2791689" y="113146"/>
                </a:lnTo>
                <a:lnTo>
                  <a:pt x="2791222" y="112256"/>
                </a:lnTo>
                <a:lnTo>
                  <a:pt x="2790776" y="111336"/>
                </a:lnTo>
                <a:lnTo>
                  <a:pt x="2790352" y="110386"/>
                </a:lnTo>
                <a:lnTo>
                  <a:pt x="2789949" y="109404"/>
                </a:lnTo>
                <a:lnTo>
                  <a:pt x="2789569" y="108392"/>
                </a:lnTo>
                <a:lnTo>
                  <a:pt x="2789210" y="107349"/>
                </a:lnTo>
                <a:lnTo>
                  <a:pt x="2788873" y="106276"/>
                </a:lnTo>
                <a:lnTo>
                  <a:pt x="2788557" y="105172"/>
                </a:lnTo>
                <a:lnTo>
                  <a:pt x="2788264" y="104037"/>
                </a:lnTo>
                <a:lnTo>
                  <a:pt x="2787992" y="102872"/>
                </a:lnTo>
                <a:lnTo>
                  <a:pt x="2787742" y="101676"/>
                </a:lnTo>
                <a:lnTo>
                  <a:pt x="2787513" y="100450"/>
                </a:lnTo>
                <a:lnTo>
                  <a:pt x="2787307" y="99192"/>
                </a:lnTo>
                <a:lnTo>
                  <a:pt x="2787122" y="97904"/>
                </a:lnTo>
                <a:lnTo>
                  <a:pt x="2786959" y="96586"/>
                </a:lnTo>
                <a:lnTo>
                  <a:pt x="2786817" y="95237"/>
                </a:lnTo>
                <a:lnTo>
                  <a:pt x="2786698" y="93857"/>
                </a:lnTo>
                <a:lnTo>
                  <a:pt x="2786600" y="92446"/>
                </a:lnTo>
                <a:lnTo>
                  <a:pt x="2786524" y="91005"/>
                </a:lnTo>
                <a:lnTo>
                  <a:pt x="2786470" y="89533"/>
                </a:lnTo>
                <a:lnTo>
                  <a:pt x="2786437" y="88031"/>
                </a:lnTo>
                <a:lnTo>
                  <a:pt x="2786426" y="86497"/>
                </a:lnTo>
                <a:lnTo>
                  <a:pt x="2786438" y="85015"/>
                </a:lnTo>
                <a:lnTo>
                  <a:pt x="2786472" y="83560"/>
                </a:lnTo>
                <a:lnTo>
                  <a:pt x="2786530" y="82134"/>
                </a:lnTo>
                <a:lnTo>
                  <a:pt x="2786611" y="80737"/>
                </a:lnTo>
                <a:lnTo>
                  <a:pt x="2786715" y="79368"/>
                </a:lnTo>
                <a:lnTo>
                  <a:pt x="2786842" y="78028"/>
                </a:lnTo>
                <a:lnTo>
                  <a:pt x="2786992" y="76716"/>
                </a:lnTo>
                <a:lnTo>
                  <a:pt x="2787166" y="75433"/>
                </a:lnTo>
                <a:lnTo>
                  <a:pt x="2787362" y="74178"/>
                </a:lnTo>
                <a:lnTo>
                  <a:pt x="2787582" y="72952"/>
                </a:lnTo>
                <a:lnTo>
                  <a:pt x="2787825" y="71754"/>
                </a:lnTo>
                <a:lnTo>
                  <a:pt x="2788091" y="70585"/>
                </a:lnTo>
                <a:lnTo>
                  <a:pt x="2788380" y="69444"/>
                </a:lnTo>
                <a:lnTo>
                  <a:pt x="2788692" y="68332"/>
                </a:lnTo>
                <a:lnTo>
                  <a:pt x="2789027" y="67249"/>
                </a:lnTo>
                <a:lnTo>
                  <a:pt x="2789385" y="66193"/>
                </a:lnTo>
                <a:lnTo>
                  <a:pt x="2789767" y="65167"/>
                </a:lnTo>
                <a:lnTo>
                  <a:pt x="2790171" y="64169"/>
                </a:lnTo>
                <a:lnTo>
                  <a:pt x="2790599" y="63199"/>
                </a:lnTo>
                <a:lnTo>
                  <a:pt x="2791050" y="62258"/>
                </a:lnTo>
                <a:lnTo>
                  <a:pt x="2791524" y="61345"/>
                </a:lnTo>
                <a:lnTo>
                  <a:pt x="2792021" y="60461"/>
                </a:lnTo>
                <a:lnTo>
                  <a:pt x="2792541" y="59606"/>
                </a:lnTo>
                <a:lnTo>
                  <a:pt x="2793084" y="58779"/>
                </a:lnTo>
                <a:lnTo>
                  <a:pt x="2793650" y="57983"/>
                </a:lnTo>
                <a:lnTo>
                  <a:pt x="2794239" y="57221"/>
                </a:lnTo>
                <a:lnTo>
                  <a:pt x="2794850" y="56493"/>
                </a:lnTo>
                <a:lnTo>
                  <a:pt x="2795483" y="55799"/>
                </a:lnTo>
                <a:lnTo>
                  <a:pt x="2796139" y="55138"/>
                </a:lnTo>
                <a:lnTo>
                  <a:pt x="2796817" y="54512"/>
                </a:lnTo>
                <a:lnTo>
                  <a:pt x="2797518" y="53919"/>
                </a:lnTo>
                <a:lnTo>
                  <a:pt x="2798241" y="53360"/>
                </a:lnTo>
                <a:lnTo>
                  <a:pt x="2798987" y="52835"/>
                </a:lnTo>
                <a:lnTo>
                  <a:pt x="2799755" y="52344"/>
                </a:lnTo>
                <a:lnTo>
                  <a:pt x="2800545" y="51887"/>
                </a:lnTo>
                <a:lnTo>
                  <a:pt x="2801358" y="51464"/>
                </a:lnTo>
                <a:lnTo>
                  <a:pt x="2802193" y="51074"/>
                </a:lnTo>
                <a:lnTo>
                  <a:pt x="2803051" y="50719"/>
                </a:lnTo>
                <a:lnTo>
                  <a:pt x="2803931" y="50397"/>
                </a:lnTo>
                <a:lnTo>
                  <a:pt x="2804834" y="50109"/>
                </a:lnTo>
                <a:lnTo>
                  <a:pt x="2805759" y="49855"/>
                </a:lnTo>
                <a:lnTo>
                  <a:pt x="2806706" y="49635"/>
                </a:lnTo>
                <a:lnTo>
                  <a:pt x="2807676" y="49449"/>
                </a:lnTo>
                <a:lnTo>
                  <a:pt x="2808669" y="49296"/>
                </a:lnTo>
                <a:lnTo>
                  <a:pt x="2809683" y="49178"/>
                </a:lnTo>
                <a:lnTo>
                  <a:pt x="2810721" y="49093"/>
                </a:lnTo>
                <a:lnTo>
                  <a:pt x="2811780" y="49042"/>
                </a:lnTo>
                <a:lnTo>
                  <a:pt x="2812862" y="49026"/>
                </a:lnTo>
                <a:lnTo>
                  <a:pt x="2813687" y="49035"/>
                </a:lnTo>
                <a:lnTo>
                  <a:pt x="2814499" y="49064"/>
                </a:lnTo>
                <a:lnTo>
                  <a:pt x="2815300" y="49111"/>
                </a:lnTo>
                <a:lnTo>
                  <a:pt x="2816089" y="49178"/>
                </a:lnTo>
                <a:lnTo>
                  <a:pt x="2816866" y="49264"/>
                </a:lnTo>
                <a:lnTo>
                  <a:pt x="2817631" y="49369"/>
                </a:lnTo>
                <a:lnTo>
                  <a:pt x="2818384" y="49493"/>
                </a:lnTo>
                <a:lnTo>
                  <a:pt x="2819126" y="49636"/>
                </a:lnTo>
                <a:lnTo>
                  <a:pt x="2819856" y="49798"/>
                </a:lnTo>
                <a:lnTo>
                  <a:pt x="2820574" y="49979"/>
                </a:lnTo>
                <a:lnTo>
                  <a:pt x="2821280" y="50179"/>
                </a:lnTo>
                <a:lnTo>
                  <a:pt x="2821974" y="50399"/>
                </a:lnTo>
                <a:lnTo>
                  <a:pt x="2822657" y="50637"/>
                </a:lnTo>
                <a:lnTo>
                  <a:pt x="2823328" y="50895"/>
                </a:lnTo>
                <a:lnTo>
                  <a:pt x="2823987" y="51171"/>
                </a:lnTo>
                <a:lnTo>
                  <a:pt x="2824634" y="51467"/>
                </a:lnTo>
                <a:lnTo>
                  <a:pt x="2825269" y="51782"/>
                </a:lnTo>
                <a:lnTo>
                  <a:pt x="2825892" y="52115"/>
                </a:lnTo>
                <a:lnTo>
                  <a:pt x="2826504" y="52468"/>
                </a:lnTo>
                <a:lnTo>
                  <a:pt x="2827104" y="52840"/>
                </a:lnTo>
                <a:lnTo>
                  <a:pt x="2827692" y="53231"/>
                </a:lnTo>
                <a:lnTo>
                  <a:pt x="2828268" y="53641"/>
                </a:lnTo>
                <a:lnTo>
                  <a:pt x="2828832" y="54070"/>
                </a:lnTo>
                <a:lnTo>
                  <a:pt x="2829385" y="54519"/>
                </a:lnTo>
                <a:lnTo>
                  <a:pt x="2829927" y="54982"/>
                </a:lnTo>
                <a:lnTo>
                  <a:pt x="2830461" y="55455"/>
                </a:lnTo>
                <a:lnTo>
                  <a:pt x="2830986" y="55938"/>
                </a:lnTo>
                <a:lnTo>
                  <a:pt x="2831502" y="56431"/>
                </a:lnTo>
                <a:lnTo>
                  <a:pt x="2832009" y="56934"/>
                </a:lnTo>
                <a:lnTo>
                  <a:pt x="2832508" y="57448"/>
                </a:lnTo>
                <a:lnTo>
                  <a:pt x="2832998" y="57972"/>
                </a:lnTo>
                <a:lnTo>
                  <a:pt x="2833479" y="58506"/>
                </a:lnTo>
                <a:lnTo>
                  <a:pt x="2833951" y="59050"/>
                </a:lnTo>
                <a:lnTo>
                  <a:pt x="2834415" y="59604"/>
                </a:lnTo>
                <a:lnTo>
                  <a:pt x="2834870" y="60169"/>
                </a:lnTo>
                <a:lnTo>
                  <a:pt x="2835316" y="60743"/>
                </a:lnTo>
                <a:lnTo>
                  <a:pt x="2835753" y="61328"/>
                </a:lnTo>
                <a:lnTo>
                  <a:pt x="2836182" y="61923"/>
                </a:lnTo>
                <a:lnTo>
                  <a:pt x="2836602" y="62528"/>
                </a:lnTo>
                <a:lnTo>
                  <a:pt x="2837013" y="63143"/>
                </a:lnTo>
                <a:lnTo>
                  <a:pt x="2837416" y="63768"/>
                </a:lnTo>
                <a:lnTo>
                  <a:pt x="2837810" y="64404"/>
                </a:lnTo>
                <a:lnTo>
                  <a:pt x="2838195" y="65050"/>
                </a:lnTo>
                <a:lnTo>
                  <a:pt x="2838571" y="65705"/>
                </a:lnTo>
                <a:lnTo>
                  <a:pt x="2838939" y="66371"/>
                </a:lnTo>
                <a:lnTo>
                  <a:pt x="2839298" y="67048"/>
                </a:lnTo>
                <a:lnTo>
                  <a:pt x="2839648" y="67734"/>
                </a:lnTo>
                <a:lnTo>
                  <a:pt x="2839989" y="68430"/>
                </a:lnTo>
                <a:lnTo>
                  <a:pt x="2839989" y="106929"/>
                </a:lnTo>
                <a:lnTo>
                  <a:pt x="2839623" y="107532"/>
                </a:lnTo>
                <a:lnTo>
                  <a:pt x="2839247" y="108129"/>
                </a:lnTo>
                <a:lnTo>
                  <a:pt x="2838862" y="108718"/>
                </a:lnTo>
                <a:lnTo>
                  <a:pt x="2838468" y="109300"/>
                </a:lnTo>
                <a:lnTo>
                  <a:pt x="2838065" y="109874"/>
                </a:lnTo>
                <a:lnTo>
                  <a:pt x="2837652" y="110441"/>
                </a:lnTo>
                <a:lnTo>
                  <a:pt x="2837231" y="111001"/>
                </a:lnTo>
                <a:lnTo>
                  <a:pt x="2836800" y="111553"/>
                </a:lnTo>
                <a:lnTo>
                  <a:pt x="2836359" y="112099"/>
                </a:lnTo>
                <a:lnTo>
                  <a:pt x="2835910" y="112637"/>
                </a:lnTo>
                <a:lnTo>
                  <a:pt x="2835451" y="113167"/>
                </a:lnTo>
                <a:lnTo>
                  <a:pt x="2834983" y="113691"/>
                </a:lnTo>
                <a:lnTo>
                  <a:pt x="2834506" y="114207"/>
                </a:lnTo>
                <a:lnTo>
                  <a:pt x="2834019" y="114715"/>
                </a:lnTo>
                <a:lnTo>
                  <a:pt x="2833523" y="115217"/>
                </a:lnTo>
                <a:lnTo>
                  <a:pt x="2833018" y="115711"/>
                </a:lnTo>
                <a:lnTo>
                  <a:pt x="2832504" y="116198"/>
                </a:lnTo>
                <a:lnTo>
                  <a:pt x="2831981" y="116677"/>
                </a:lnTo>
                <a:lnTo>
                  <a:pt x="2831448" y="117149"/>
                </a:lnTo>
                <a:lnTo>
                  <a:pt x="2830906" y="117614"/>
                </a:lnTo>
                <a:lnTo>
                  <a:pt x="2830354" y="118072"/>
                </a:lnTo>
                <a:lnTo>
                  <a:pt x="2829794" y="118522"/>
                </a:lnTo>
                <a:lnTo>
                  <a:pt x="2829224" y="118965"/>
                </a:lnTo>
                <a:lnTo>
                  <a:pt x="2828645" y="119401"/>
                </a:lnTo>
                <a:lnTo>
                  <a:pt x="2828055" y="119824"/>
                </a:lnTo>
                <a:lnTo>
                  <a:pt x="2827453" y="120229"/>
                </a:lnTo>
                <a:lnTo>
                  <a:pt x="2826839" y="120616"/>
                </a:lnTo>
                <a:lnTo>
                  <a:pt x="2826212" y="120985"/>
                </a:lnTo>
                <a:lnTo>
                  <a:pt x="2825573" y="121336"/>
                </a:lnTo>
                <a:lnTo>
                  <a:pt x="2824921" y="121669"/>
                </a:lnTo>
                <a:lnTo>
                  <a:pt x="2824258" y="121984"/>
                </a:lnTo>
                <a:lnTo>
                  <a:pt x="2823581" y="122282"/>
                </a:lnTo>
                <a:lnTo>
                  <a:pt x="2822893" y="122561"/>
                </a:lnTo>
                <a:lnTo>
                  <a:pt x="2822192" y="122822"/>
                </a:lnTo>
                <a:lnTo>
                  <a:pt x="2821479" y="123065"/>
                </a:lnTo>
                <a:lnTo>
                  <a:pt x="2820754" y="123290"/>
                </a:lnTo>
                <a:lnTo>
                  <a:pt x="2820016" y="123497"/>
                </a:lnTo>
                <a:lnTo>
                  <a:pt x="2819266" y="123686"/>
                </a:lnTo>
                <a:lnTo>
                  <a:pt x="2818503" y="123857"/>
                </a:lnTo>
                <a:lnTo>
                  <a:pt x="2817729" y="124010"/>
                </a:lnTo>
                <a:lnTo>
                  <a:pt x="2816942" y="124145"/>
                </a:lnTo>
                <a:lnTo>
                  <a:pt x="2816142" y="124262"/>
                </a:lnTo>
                <a:lnTo>
                  <a:pt x="2815330" y="124361"/>
                </a:lnTo>
                <a:lnTo>
                  <a:pt x="2814506" y="124442"/>
                </a:lnTo>
                <a:lnTo>
                  <a:pt x="2813670" y="124505"/>
                </a:lnTo>
                <a:lnTo>
                  <a:pt x="2812821" y="124550"/>
                </a:lnTo>
                <a:lnTo>
                  <a:pt x="2811960" y="124577"/>
                </a:lnTo>
                <a:lnTo>
                  <a:pt x="2811087" y="124586"/>
                </a:lnTo>
                <a:lnTo>
                  <a:pt x="2810086" y="124569"/>
                </a:lnTo>
                <a:lnTo>
                  <a:pt x="2809105" y="124518"/>
                </a:lnTo>
                <a:lnTo>
                  <a:pt x="2808145" y="124434"/>
                </a:lnTo>
                <a:lnTo>
                  <a:pt x="2807205" y="124315"/>
                </a:lnTo>
                <a:lnTo>
                  <a:pt x="2806286" y="124163"/>
                </a:lnTo>
                <a:lnTo>
                  <a:pt x="2805387" y="123976"/>
                </a:lnTo>
                <a:close/>
                <a:moveTo>
                  <a:pt x="2466228" y="90168"/>
                </a:moveTo>
                <a:lnTo>
                  <a:pt x="2466882" y="89568"/>
                </a:lnTo>
                <a:lnTo>
                  <a:pt x="2467531" y="88967"/>
                </a:lnTo>
                <a:lnTo>
                  <a:pt x="2468175" y="88366"/>
                </a:lnTo>
                <a:lnTo>
                  <a:pt x="2468815" y="87764"/>
                </a:lnTo>
                <a:lnTo>
                  <a:pt x="2469449" y="87163"/>
                </a:lnTo>
                <a:lnTo>
                  <a:pt x="2470079" y="86560"/>
                </a:lnTo>
                <a:lnTo>
                  <a:pt x="2470704" y="85958"/>
                </a:lnTo>
                <a:lnTo>
                  <a:pt x="2471325" y="85355"/>
                </a:lnTo>
                <a:lnTo>
                  <a:pt x="2471940" y="84752"/>
                </a:lnTo>
                <a:lnTo>
                  <a:pt x="2472551" y="84149"/>
                </a:lnTo>
                <a:lnTo>
                  <a:pt x="2473157" y="83545"/>
                </a:lnTo>
                <a:lnTo>
                  <a:pt x="2473758" y="82940"/>
                </a:lnTo>
                <a:lnTo>
                  <a:pt x="2474354" y="82336"/>
                </a:lnTo>
                <a:lnTo>
                  <a:pt x="2474946" y="81731"/>
                </a:lnTo>
                <a:lnTo>
                  <a:pt x="2475532" y="81126"/>
                </a:lnTo>
                <a:lnTo>
                  <a:pt x="2476114" y="80520"/>
                </a:lnTo>
                <a:lnTo>
                  <a:pt x="2476691" y="79914"/>
                </a:lnTo>
                <a:lnTo>
                  <a:pt x="2477264" y="79308"/>
                </a:lnTo>
                <a:lnTo>
                  <a:pt x="2477831" y="78702"/>
                </a:lnTo>
                <a:lnTo>
                  <a:pt x="2478394" y="78095"/>
                </a:lnTo>
                <a:lnTo>
                  <a:pt x="2478952" y="77487"/>
                </a:lnTo>
                <a:lnTo>
                  <a:pt x="2479505" y="76880"/>
                </a:lnTo>
                <a:lnTo>
                  <a:pt x="2480051" y="76270"/>
                </a:lnTo>
                <a:lnTo>
                  <a:pt x="2480588" y="75657"/>
                </a:lnTo>
                <a:lnTo>
                  <a:pt x="2481115" y="75041"/>
                </a:lnTo>
                <a:lnTo>
                  <a:pt x="2481633" y="74421"/>
                </a:lnTo>
                <a:lnTo>
                  <a:pt x="2482141" y="73798"/>
                </a:lnTo>
                <a:lnTo>
                  <a:pt x="2482640" y="73172"/>
                </a:lnTo>
                <a:lnTo>
                  <a:pt x="2483130" y="72542"/>
                </a:lnTo>
                <a:lnTo>
                  <a:pt x="2483610" y="71908"/>
                </a:lnTo>
                <a:lnTo>
                  <a:pt x="2484081" y="71271"/>
                </a:lnTo>
                <a:lnTo>
                  <a:pt x="2484542" y="70631"/>
                </a:lnTo>
                <a:lnTo>
                  <a:pt x="2484994" y="69988"/>
                </a:lnTo>
                <a:lnTo>
                  <a:pt x="2485436" y="69341"/>
                </a:lnTo>
                <a:lnTo>
                  <a:pt x="2485869" y="68690"/>
                </a:lnTo>
                <a:lnTo>
                  <a:pt x="2486293" y="68036"/>
                </a:lnTo>
                <a:lnTo>
                  <a:pt x="2486707" y="67379"/>
                </a:lnTo>
                <a:lnTo>
                  <a:pt x="2487112" y="66718"/>
                </a:lnTo>
                <a:lnTo>
                  <a:pt x="2487507" y="66054"/>
                </a:lnTo>
                <a:lnTo>
                  <a:pt x="2487893" y="65387"/>
                </a:lnTo>
                <a:lnTo>
                  <a:pt x="2488269" y="64716"/>
                </a:lnTo>
                <a:lnTo>
                  <a:pt x="2488637" y="64041"/>
                </a:lnTo>
                <a:lnTo>
                  <a:pt x="2488994" y="63363"/>
                </a:lnTo>
                <a:lnTo>
                  <a:pt x="2489342" y="62682"/>
                </a:lnTo>
                <a:lnTo>
                  <a:pt x="2489681" y="61998"/>
                </a:lnTo>
                <a:lnTo>
                  <a:pt x="2490011" y="61310"/>
                </a:lnTo>
                <a:lnTo>
                  <a:pt x="2490329" y="60617"/>
                </a:lnTo>
                <a:lnTo>
                  <a:pt x="2490633" y="59917"/>
                </a:lnTo>
                <a:lnTo>
                  <a:pt x="2490924" y="59212"/>
                </a:lnTo>
                <a:lnTo>
                  <a:pt x="2491201" y="58500"/>
                </a:lnTo>
                <a:lnTo>
                  <a:pt x="2491465" y="57783"/>
                </a:lnTo>
                <a:lnTo>
                  <a:pt x="2491715" y="57059"/>
                </a:lnTo>
                <a:lnTo>
                  <a:pt x="2491952" y="56329"/>
                </a:lnTo>
                <a:lnTo>
                  <a:pt x="2492175" y="55593"/>
                </a:lnTo>
                <a:lnTo>
                  <a:pt x="2492385" y="54850"/>
                </a:lnTo>
                <a:lnTo>
                  <a:pt x="2492581" y="54102"/>
                </a:lnTo>
                <a:lnTo>
                  <a:pt x="2492764" y="53347"/>
                </a:lnTo>
                <a:lnTo>
                  <a:pt x="2492933" y="52587"/>
                </a:lnTo>
                <a:lnTo>
                  <a:pt x="2493089" y="51820"/>
                </a:lnTo>
                <a:lnTo>
                  <a:pt x="2493231" y="51047"/>
                </a:lnTo>
                <a:lnTo>
                  <a:pt x="2493359" y="50267"/>
                </a:lnTo>
                <a:lnTo>
                  <a:pt x="2493474" y="49482"/>
                </a:lnTo>
                <a:lnTo>
                  <a:pt x="2493576" y="48691"/>
                </a:lnTo>
                <a:lnTo>
                  <a:pt x="2493664" y="47893"/>
                </a:lnTo>
                <a:lnTo>
                  <a:pt x="2493738" y="47089"/>
                </a:lnTo>
                <a:lnTo>
                  <a:pt x="2493799" y="46279"/>
                </a:lnTo>
                <a:lnTo>
                  <a:pt x="2493846" y="45463"/>
                </a:lnTo>
                <a:lnTo>
                  <a:pt x="2493880" y="44641"/>
                </a:lnTo>
                <a:lnTo>
                  <a:pt x="2493900" y="43812"/>
                </a:lnTo>
                <a:lnTo>
                  <a:pt x="2493907" y="42977"/>
                </a:lnTo>
                <a:lnTo>
                  <a:pt x="2493899" y="42046"/>
                </a:lnTo>
                <a:lnTo>
                  <a:pt x="2493875" y="41125"/>
                </a:lnTo>
                <a:lnTo>
                  <a:pt x="2493834" y="40215"/>
                </a:lnTo>
                <a:lnTo>
                  <a:pt x="2493777" y="39314"/>
                </a:lnTo>
                <a:lnTo>
                  <a:pt x="2493704" y="38424"/>
                </a:lnTo>
                <a:lnTo>
                  <a:pt x="2493614" y="37544"/>
                </a:lnTo>
                <a:lnTo>
                  <a:pt x="2493508" y="36675"/>
                </a:lnTo>
                <a:lnTo>
                  <a:pt x="2493386" y="35815"/>
                </a:lnTo>
                <a:lnTo>
                  <a:pt x="2493248" y="34966"/>
                </a:lnTo>
                <a:lnTo>
                  <a:pt x="2493094" y="34127"/>
                </a:lnTo>
                <a:lnTo>
                  <a:pt x="2492923" y="33299"/>
                </a:lnTo>
                <a:lnTo>
                  <a:pt x="2492736" y="32480"/>
                </a:lnTo>
                <a:lnTo>
                  <a:pt x="2492532" y="31672"/>
                </a:lnTo>
                <a:lnTo>
                  <a:pt x="2492313" y="30875"/>
                </a:lnTo>
                <a:lnTo>
                  <a:pt x="2492077" y="30087"/>
                </a:lnTo>
                <a:lnTo>
                  <a:pt x="2491825" y="29310"/>
                </a:lnTo>
                <a:lnTo>
                  <a:pt x="2491556" y="28543"/>
                </a:lnTo>
                <a:lnTo>
                  <a:pt x="2491271" y="27786"/>
                </a:lnTo>
                <a:lnTo>
                  <a:pt x="2490970" y="27040"/>
                </a:lnTo>
                <a:lnTo>
                  <a:pt x="2490653" y="26304"/>
                </a:lnTo>
                <a:lnTo>
                  <a:pt x="2490320" y="25578"/>
                </a:lnTo>
                <a:lnTo>
                  <a:pt x="2489970" y="24862"/>
                </a:lnTo>
                <a:lnTo>
                  <a:pt x="2489604" y="24157"/>
                </a:lnTo>
                <a:lnTo>
                  <a:pt x="2489222" y="23462"/>
                </a:lnTo>
                <a:lnTo>
                  <a:pt x="2488824" y="22778"/>
                </a:lnTo>
                <a:lnTo>
                  <a:pt x="2488411" y="22107"/>
                </a:lnTo>
                <a:lnTo>
                  <a:pt x="2487983" y="21449"/>
                </a:lnTo>
                <a:lnTo>
                  <a:pt x="2487540" y="20804"/>
                </a:lnTo>
                <a:lnTo>
                  <a:pt x="2487083" y="20172"/>
                </a:lnTo>
                <a:lnTo>
                  <a:pt x="2486611" y="19553"/>
                </a:lnTo>
                <a:lnTo>
                  <a:pt x="2486123" y="18946"/>
                </a:lnTo>
                <a:lnTo>
                  <a:pt x="2485621" y="18353"/>
                </a:lnTo>
                <a:lnTo>
                  <a:pt x="2485104" y="17772"/>
                </a:lnTo>
                <a:lnTo>
                  <a:pt x="2484572" y="17204"/>
                </a:lnTo>
                <a:lnTo>
                  <a:pt x="2484025" y="16649"/>
                </a:lnTo>
                <a:lnTo>
                  <a:pt x="2483463" y="16107"/>
                </a:lnTo>
                <a:lnTo>
                  <a:pt x="2482887" y="15577"/>
                </a:lnTo>
                <a:lnTo>
                  <a:pt x="2482295" y="15061"/>
                </a:lnTo>
                <a:lnTo>
                  <a:pt x="2481688" y="14557"/>
                </a:lnTo>
                <a:lnTo>
                  <a:pt x="2481067" y="14066"/>
                </a:lnTo>
                <a:lnTo>
                  <a:pt x="2480431" y="13588"/>
                </a:lnTo>
                <a:lnTo>
                  <a:pt x="2479780" y="13123"/>
                </a:lnTo>
                <a:lnTo>
                  <a:pt x="2479113" y="12670"/>
                </a:lnTo>
                <a:lnTo>
                  <a:pt x="2478432" y="12231"/>
                </a:lnTo>
                <a:lnTo>
                  <a:pt x="2477737" y="11804"/>
                </a:lnTo>
                <a:lnTo>
                  <a:pt x="2477026" y="11390"/>
                </a:lnTo>
                <a:lnTo>
                  <a:pt x="2476300" y="10989"/>
                </a:lnTo>
                <a:lnTo>
                  <a:pt x="2475559" y="10601"/>
                </a:lnTo>
                <a:lnTo>
                  <a:pt x="2474805" y="10227"/>
                </a:lnTo>
                <a:lnTo>
                  <a:pt x="2474037" y="9869"/>
                </a:lnTo>
                <a:lnTo>
                  <a:pt x="2473255" y="9527"/>
                </a:lnTo>
                <a:lnTo>
                  <a:pt x="2472460" y="9200"/>
                </a:lnTo>
                <a:lnTo>
                  <a:pt x="2471652" y="8890"/>
                </a:lnTo>
                <a:lnTo>
                  <a:pt x="2470831" y="8596"/>
                </a:lnTo>
                <a:lnTo>
                  <a:pt x="2469996" y="8317"/>
                </a:lnTo>
                <a:lnTo>
                  <a:pt x="2469148" y="8054"/>
                </a:lnTo>
                <a:lnTo>
                  <a:pt x="2468286" y="7808"/>
                </a:lnTo>
                <a:lnTo>
                  <a:pt x="2467411" y="7577"/>
                </a:lnTo>
                <a:lnTo>
                  <a:pt x="2466523" y="7362"/>
                </a:lnTo>
                <a:lnTo>
                  <a:pt x="2465621" y="7163"/>
                </a:lnTo>
                <a:lnTo>
                  <a:pt x="2464706" y="6980"/>
                </a:lnTo>
                <a:lnTo>
                  <a:pt x="2463778" y="6813"/>
                </a:lnTo>
                <a:lnTo>
                  <a:pt x="2462836" y="6662"/>
                </a:lnTo>
                <a:lnTo>
                  <a:pt x="2461881" y="6527"/>
                </a:lnTo>
                <a:lnTo>
                  <a:pt x="2460913" y="6407"/>
                </a:lnTo>
                <a:lnTo>
                  <a:pt x="2459931" y="6304"/>
                </a:lnTo>
                <a:lnTo>
                  <a:pt x="2458936" y="6216"/>
                </a:lnTo>
                <a:lnTo>
                  <a:pt x="2457927" y="6145"/>
                </a:lnTo>
                <a:lnTo>
                  <a:pt x="2456905" y="6089"/>
                </a:lnTo>
                <a:lnTo>
                  <a:pt x="2455870" y="6049"/>
                </a:lnTo>
                <a:lnTo>
                  <a:pt x="2454821" y="6025"/>
                </a:lnTo>
                <a:lnTo>
                  <a:pt x="2453759" y="6017"/>
                </a:lnTo>
                <a:lnTo>
                  <a:pt x="2452600" y="6026"/>
                </a:lnTo>
                <a:lnTo>
                  <a:pt x="2451457" y="6051"/>
                </a:lnTo>
                <a:lnTo>
                  <a:pt x="2450329" y="6094"/>
                </a:lnTo>
                <a:lnTo>
                  <a:pt x="2449218" y="6154"/>
                </a:lnTo>
                <a:lnTo>
                  <a:pt x="2448122" y="6231"/>
                </a:lnTo>
                <a:lnTo>
                  <a:pt x="2447042" y="6325"/>
                </a:lnTo>
                <a:lnTo>
                  <a:pt x="2445979" y="6436"/>
                </a:lnTo>
                <a:lnTo>
                  <a:pt x="2444931" y="6564"/>
                </a:lnTo>
                <a:lnTo>
                  <a:pt x="2443899" y="6709"/>
                </a:lnTo>
                <a:lnTo>
                  <a:pt x="2442883" y="6871"/>
                </a:lnTo>
                <a:lnTo>
                  <a:pt x="2441883" y="7051"/>
                </a:lnTo>
                <a:lnTo>
                  <a:pt x="2440899" y="7247"/>
                </a:lnTo>
                <a:lnTo>
                  <a:pt x="2439931" y="7461"/>
                </a:lnTo>
                <a:lnTo>
                  <a:pt x="2438978" y="7691"/>
                </a:lnTo>
                <a:lnTo>
                  <a:pt x="2438042" y="7939"/>
                </a:lnTo>
                <a:lnTo>
                  <a:pt x="2437122" y="8204"/>
                </a:lnTo>
                <a:lnTo>
                  <a:pt x="2436217" y="8486"/>
                </a:lnTo>
                <a:lnTo>
                  <a:pt x="2435329" y="8785"/>
                </a:lnTo>
                <a:lnTo>
                  <a:pt x="2434456" y="9101"/>
                </a:lnTo>
                <a:lnTo>
                  <a:pt x="2433599" y="9434"/>
                </a:lnTo>
                <a:lnTo>
                  <a:pt x="2432759" y="9784"/>
                </a:lnTo>
                <a:lnTo>
                  <a:pt x="2431934" y="10151"/>
                </a:lnTo>
                <a:lnTo>
                  <a:pt x="2431125" y="10536"/>
                </a:lnTo>
                <a:lnTo>
                  <a:pt x="2430332" y="10937"/>
                </a:lnTo>
                <a:lnTo>
                  <a:pt x="2429555" y="11354"/>
                </a:lnTo>
                <a:lnTo>
                  <a:pt x="2428795" y="11785"/>
                </a:lnTo>
                <a:lnTo>
                  <a:pt x="2428051" y="12230"/>
                </a:lnTo>
                <a:lnTo>
                  <a:pt x="2427323" y="12689"/>
                </a:lnTo>
                <a:lnTo>
                  <a:pt x="2426612" y="13162"/>
                </a:lnTo>
                <a:lnTo>
                  <a:pt x="2425917" y="13649"/>
                </a:lnTo>
                <a:lnTo>
                  <a:pt x="2425239" y="14150"/>
                </a:lnTo>
                <a:lnTo>
                  <a:pt x="2424578" y="14665"/>
                </a:lnTo>
                <a:lnTo>
                  <a:pt x="2423932" y="15194"/>
                </a:lnTo>
                <a:lnTo>
                  <a:pt x="2423303" y="15737"/>
                </a:lnTo>
                <a:lnTo>
                  <a:pt x="2422691" y="16295"/>
                </a:lnTo>
                <a:lnTo>
                  <a:pt x="2422095" y="16866"/>
                </a:lnTo>
                <a:lnTo>
                  <a:pt x="2421516" y="17451"/>
                </a:lnTo>
                <a:lnTo>
                  <a:pt x="2420952" y="18050"/>
                </a:lnTo>
                <a:lnTo>
                  <a:pt x="2420406" y="18663"/>
                </a:lnTo>
                <a:lnTo>
                  <a:pt x="2419876" y="19290"/>
                </a:lnTo>
                <a:lnTo>
                  <a:pt x="2419362" y="19931"/>
                </a:lnTo>
                <a:lnTo>
                  <a:pt x="2418865" y="20586"/>
                </a:lnTo>
                <a:lnTo>
                  <a:pt x="2418384" y="21256"/>
                </a:lnTo>
                <a:lnTo>
                  <a:pt x="2417919" y="21939"/>
                </a:lnTo>
                <a:lnTo>
                  <a:pt x="2417471" y="22636"/>
                </a:lnTo>
                <a:lnTo>
                  <a:pt x="2417040" y="23347"/>
                </a:lnTo>
                <a:lnTo>
                  <a:pt x="2416624" y="24073"/>
                </a:lnTo>
                <a:lnTo>
                  <a:pt x="2416226" y="24812"/>
                </a:lnTo>
                <a:lnTo>
                  <a:pt x="2415843" y="25563"/>
                </a:lnTo>
                <a:lnTo>
                  <a:pt x="2415477" y="26325"/>
                </a:lnTo>
                <a:lnTo>
                  <a:pt x="2415128" y="27098"/>
                </a:lnTo>
                <a:lnTo>
                  <a:pt x="2414794" y="27881"/>
                </a:lnTo>
                <a:lnTo>
                  <a:pt x="2414477" y="28675"/>
                </a:lnTo>
                <a:lnTo>
                  <a:pt x="2414176" y="29480"/>
                </a:lnTo>
                <a:lnTo>
                  <a:pt x="2413891" y="30295"/>
                </a:lnTo>
                <a:lnTo>
                  <a:pt x="2413623" y="31120"/>
                </a:lnTo>
                <a:lnTo>
                  <a:pt x="2413371" y="31957"/>
                </a:lnTo>
                <a:lnTo>
                  <a:pt x="2413135" y="32803"/>
                </a:lnTo>
                <a:lnTo>
                  <a:pt x="2412915" y="33661"/>
                </a:lnTo>
                <a:lnTo>
                  <a:pt x="2412712" y="34529"/>
                </a:lnTo>
                <a:lnTo>
                  <a:pt x="2412525" y="35407"/>
                </a:lnTo>
                <a:lnTo>
                  <a:pt x="2412354" y="36297"/>
                </a:lnTo>
                <a:lnTo>
                  <a:pt x="2412199" y="37196"/>
                </a:lnTo>
                <a:lnTo>
                  <a:pt x="2412061" y="38107"/>
                </a:lnTo>
                <a:lnTo>
                  <a:pt x="2411939" y="39028"/>
                </a:lnTo>
                <a:lnTo>
                  <a:pt x="2411833" y="39959"/>
                </a:lnTo>
                <a:lnTo>
                  <a:pt x="2411744" y="40901"/>
                </a:lnTo>
                <a:lnTo>
                  <a:pt x="2411670" y="41854"/>
                </a:lnTo>
                <a:lnTo>
                  <a:pt x="2411613" y="42817"/>
                </a:lnTo>
                <a:lnTo>
                  <a:pt x="2411573" y="43791"/>
                </a:lnTo>
                <a:lnTo>
                  <a:pt x="2411548" y="44775"/>
                </a:lnTo>
                <a:lnTo>
                  <a:pt x="2411540" y="45770"/>
                </a:lnTo>
                <a:lnTo>
                  <a:pt x="2428014" y="45770"/>
                </a:lnTo>
                <a:lnTo>
                  <a:pt x="2428024" y="44876"/>
                </a:lnTo>
                <a:lnTo>
                  <a:pt x="2428055" y="43995"/>
                </a:lnTo>
                <a:lnTo>
                  <a:pt x="2428107" y="43126"/>
                </a:lnTo>
                <a:lnTo>
                  <a:pt x="2428179" y="42270"/>
                </a:lnTo>
                <a:lnTo>
                  <a:pt x="2428273" y="41427"/>
                </a:lnTo>
                <a:lnTo>
                  <a:pt x="2428387" y="40597"/>
                </a:lnTo>
                <a:lnTo>
                  <a:pt x="2428521" y="39779"/>
                </a:lnTo>
                <a:lnTo>
                  <a:pt x="2428677" y="38975"/>
                </a:lnTo>
                <a:lnTo>
                  <a:pt x="2428853" y="38183"/>
                </a:lnTo>
                <a:lnTo>
                  <a:pt x="2429050" y="37404"/>
                </a:lnTo>
                <a:lnTo>
                  <a:pt x="2429267" y="36637"/>
                </a:lnTo>
                <a:lnTo>
                  <a:pt x="2429506" y="35884"/>
                </a:lnTo>
                <a:lnTo>
                  <a:pt x="2429765" y="35143"/>
                </a:lnTo>
                <a:lnTo>
                  <a:pt x="2430044" y="34415"/>
                </a:lnTo>
                <a:lnTo>
                  <a:pt x="2430345" y="33700"/>
                </a:lnTo>
                <a:lnTo>
                  <a:pt x="2430666" y="32997"/>
                </a:lnTo>
                <a:lnTo>
                  <a:pt x="2431008" y="32308"/>
                </a:lnTo>
                <a:lnTo>
                  <a:pt x="2431371" y="31631"/>
                </a:lnTo>
                <a:lnTo>
                  <a:pt x="2431754" y="30967"/>
                </a:lnTo>
                <a:lnTo>
                  <a:pt x="2432158" y="30316"/>
                </a:lnTo>
                <a:lnTo>
                  <a:pt x="2432583" y="29677"/>
                </a:lnTo>
                <a:lnTo>
                  <a:pt x="2433028" y="29052"/>
                </a:lnTo>
                <a:lnTo>
                  <a:pt x="2433495" y="28439"/>
                </a:lnTo>
                <a:lnTo>
                  <a:pt x="2433982" y="27839"/>
                </a:lnTo>
                <a:lnTo>
                  <a:pt x="2434492" y="27258"/>
                </a:lnTo>
                <a:lnTo>
                  <a:pt x="2435031" y="26701"/>
                </a:lnTo>
                <a:lnTo>
                  <a:pt x="2435596" y="26169"/>
                </a:lnTo>
                <a:lnTo>
                  <a:pt x="2436189" y="25662"/>
                </a:lnTo>
                <a:lnTo>
                  <a:pt x="2436809" y="25180"/>
                </a:lnTo>
                <a:lnTo>
                  <a:pt x="2437456" y="24722"/>
                </a:lnTo>
                <a:lnTo>
                  <a:pt x="2438130" y="24289"/>
                </a:lnTo>
                <a:lnTo>
                  <a:pt x="2438831" y="23881"/>
                </a:lnTo>
                <a:lnTo>
                  <a:pt x="2439560" y="23498"/>
                </a:lnTo>
                <a:lnTo>
                  <a:pt x="2440316" y="23139"/>
                </a:lnTo>
                <a:lnTo>
                  <a:pt x="2441099" y="22805"/>
                </a:lnTo>
                <a:lnTo>
                  <a:pt x="2441910" y="22496"/>
                </a:lnTo>
                <a:lnTo>
                  <a:pt x="2442748" y="22212"/>
                </a:lnTo>
                <a:lnTo>
                  <a:pt x="2443613" y="21952"/>
                </a:lnTo>
                <a:lnTo>
                  <a:pt x="2444505" y="21717"/>
                </a:lnTo>
                <a:lnTo>
                  <a:pt x="2445424" y="21507"/>
                </a:lnTo>
                <a:lnTo>
                  <a:pt x="2446371" y="21321"/>
                </a:lnTo>
                <a:lnTo>
                  <a:pt x="2447345" y="21160"/>
                </a:lnTo>
                <a:lnTo>
                  <a:pt x="2448346" y="21024"/>
                </a:lnTo>
                <a:lnTo>
                  <a:pt x="2449374" y="20913"/>
                </a:lnTo>
                <a:lnTo>
                  <a:pt x="2450429" y="20826"/>
                </a:lnTo>
                <a:lnTo>
                  <a:pt x="2451512" y="20764"/>
                </a:lnTo>
                <a:lnTo>
                  <a:pt x="2452622" y="20727"/>
                </a:lnTo>
                <a:lnTo>
                  <a:pt x="2453759" y="20715"/>
                </a:lnTo>
                <a:lnTo>
                  <a:pt x="2454767" y="20726"/>
                </a:lnTo>
                <a:lnTo>
                  <a:pt x="2455750" y="20760"/>
                </a:lnTo>
                <a:lnTo>
                  <a:pt x="2456710" y="20816"/>
                </a:lnTo>
                <a:lnTo>
                  <a:pt x="2457646" y="20894"/>
                </a:lnTo>
                <a:lnTo>
                  <a:pt x="2458558" y="20995"/>
                </a:lnTo>
                <a:lnTo>
                  <a:pt x="2459447" y="21118"/>
                </a:lnTo>
                <a:lnTo>
                  <a:pt x="2460311" y="21264"/>
                </a:lnTo>
                <a:lnTo>
                  <a:pt x="2461152" y="21432"/>
                </a:lnTo>
                <a:lnTo>
                  <a:pt x="2461969" y="21623"/>
                </a:lnTo>
                <a:lnTo>
                  <a:pt x="2462762" y="21836"/>
                </a:lnTo>
                <a:lnTo>
                  <a:pt x="2463532" y="22071"/>
                </a:lnTo>
                <a:lnTo>
                  <a:pt x="2464277" y="22329"/>
                </a:lnTo>
                <a:lnTo>
                  <a:pt x="2464999" y="22609"/>
                </a:lnTo>
                <a:lnTo>
                  <a:pt x="2465697" y="22911"/>
                </a:lnTo>
                <a:lnTo>
                  <a:pt x="2466371" y="23236"/>
                </a:lnTo>
                <a:lnTo>
                  <a:pt x="2467021" y="23584"/>
                </a:lnTo>
                <a:lnTo>
                  <a:pt x="2467648" y="23954"/>
                </a:lnTo>
                <a:lnTo>
                  <a:pt x="2468251" y="24346"/>
                </a:lnTo>
                <a:lnTo>
                  <a:pt x="2468830" y="24761"/>
                </a:lnTo>
                <a:lnTo>
                  <a:pt x="2469385" y="25198"/>
                </a:lnTo>
                <a:lnTo>
                  <a:pt x="2469916" y="25657"/>
                </a:lnTo>
                <a:lnTo>
                  <a:pt x="2470424" y="26139"/>
                </a:lnTo>
                <a:lnTo>
                  <a:pt x="2470907" y="26643"/>
                </a:lnTo>
                <a:lnTo>
                  <a:pt x="2471367" y="27170"/>
                </a:lnTo>
                <a:lnTo>
                  <a:pt x="2471806" y="27714"/>
                </a:lnTo>
                <a:lnTo>
                  <a:pt x="2472226" y="28271"/>
                </a:lnTo>
                <a:lnTo>
                  <a:pt x="2472627" y="28840"/>
                </a:lnTo>
                <a:lnTo>
                  <a:pt x="2473010" y="29422"/>
                </a:lnTo>
                <a:lnTo>
                  <a:pt x="2473374" y="30016"/>
                </a:lnTo>
                <a:lnTo>
                  <a:pt x="2473719" y="30622"/>
                </a:lnTo>
                <a:lnTo>
                  <a:pt x="2474046" y="31241"/>
                </a:lnTo>
                <a:lnTo>
                  <a:pt x="2474354" y="31873"/>
                </a:lnTo>
                <a:lnTo>
                  <a:pt x="2474643" y="32517"/>
                </a:lnTo>
                <a:lnTo>
                  <a:pt x="2474914" y="33174"/>
                </a:lnTo>
                <a:lnTo>
                  <a:pt x="2475166" y="33843"/>
                </a:lnTo>
                <a:lnTo>
                  <a:pt x="2475399" y="34524"/>
                </a:lnTo>
                <a:lnTo>
                  <a:pt x="2475614" y="35218"/>
                </a:lnTo>
                <a:lnTo>
                  <a:pt x="2475810" y="35925"/>
                </a:lnTo>
                <a:lnTo>
                  <a:pt x="2475987" y="36644"/>
                </a:lnTo>
                <a:lnTo>
                  <a:pt x="2476146" y="37375"/>
                </a:lnTo>
                <a:lnTo>
                  <a:pt x="2476286" y="38119"/>
                </a:lnTo>
                <a:lnTo>
                  <a:pt x="2476407" y="38876"/>
                </a:lnTo>
                <a:lnTo>
                  <a:pt x="2476510" y="39645"/>
                </a:lnTo>
                <a:lnTo>
                  <a:pt x="2476594" y="40426"/>
                </a:lnTo>
                <a:lnTo>
                  <a:pt x="2476659" y="41220"/>
                </a:lnTo>
                <a:lnTo>
                  <a:pt x="2476706" y="42027"/>
                </a:lnTo>
                <a:lnTo>
                  <a:pt x="2476734" y="42846"/>
                </a:lnTo>
                <a:lnTo>
                  <a:pt x="2476743" y="43677"/>
                </a:lnTo>
                <a:lnTo>
                  <a:pt x="2476734" y="44480"/>
                </a:lnTo>
                <a:lnTo>
                  <a:pt x="2476706" y="45281"/>
                </a:lnTo>
                <a:lnTo>
                  <a:pt x="2476660" y="46078"/>
                </a:lnTo>
                <a:lnTo>
                  <a:pt x="2476595" y="46872"/>
                </a:lnTo>
                <a:lnTo>
                  <a:pt x="2476512" y="47663"/>
                </a:lnTo>
                <a:lnTo>
                  <a:pt x="2476410" y="48451"/>
                </a:lnTo>
                <a:lnTo>
                  <a:pt x="2476290" y="49235"/>
                </a:lnTo>
                <a:lnTo>
                  <a:pt x="2476151" y="50017"/>
                </a:lnTo>
                <a:lnTo>
                  <a:pt x="2475994" y="50796"/>
                </a:lnTo>
                <a:lnTo>
                  <a:pt x="2475818" y="51571"/>
                </a:lnTo>
                <a:lnTo>
                  <a:pt x="2475624" y="52344"/>
                </a:lnTo>
                <a:lnTo>
                  <a:pt x="2475412" y="53113"/>
                </a:lnTo>
                <a:lnTo>
                  <a:pt x="2475180" y="53879"/>
                </a:lnTo>
                <a:lnTo>
                  <a:pt x="2474931" y="54642"/>
                </a:lnTo>
                <a:lnTo>
                  <a:pt x="2474662" y="55403"/>
                </a:lnTo>
                <a:lnTo>
                  <a:pt x="2474376" y="56160"/>
                </a:lnTo>
                <a:lnTo>
                  <a:pt x="2474071" y="56914"/>
                </a:lnTo>
                <a:lnTo>
                  <a:pt x="2473747" y="57664"/>
                </a:lnTo>
                <a:lnTo>
                  <a:pt x="2473405" y="58412"/>
                </a:lnTo>
                <a:lnTo>
                  <a:pt x="2473044" y="59157"/>
                </a:lnTo>
                <a:lnTo>
                  <a:pt x="2472665" y="59899"/>
                </a:lnTo>
                <a:lnTo>
                  <a:pt x="2472267" y="60637"/>
                </a:lnTo>
                <a:lnTo>
                  <a:pt x="2471851" y="61373"/>
                </a:lnTo>
                <a:lnTo>
                  <a:pt x="2471416" y="62105"/>
                </a:lnTo>
                <a:lnTo>
                  <a:pt x="2470961" y="62839"/>
                </a:lnTo>
                <a:lnTo>
                  <a:pt x="2470483" y="63580"/>
                </a:lnTo>
                <a:lnTo>
                  <a:pt x="2469983" y="64328"/>
                </a:lnTo>
                <a:lnTo>
                  <a:pt x="2469460" y="65083"/>
                </a:lnTo>
                <a:lnTo>
                  <a:pt x="2468914" y="65845"/>
                </a:lnTo>
                <a:lnTo>
                  <a:pt x="2468346" y="66613"/>
                </a:lnTo>
                <a:lnTo>
                  <a:pt x="2467755" y="67389"/>
                </a:lnTo>
                <a:lnTo>
                  <a:pt x="2467142" y="68171"/>
                </a:lnTo>
                <a:lnTo>
                  <a:pt x="2466506" y="68960"/>
                </a:lnTo>
                <a:lnTo>
                  <a:pt x="2465847" y="69756"/>
                </a:lnTo>
                <a:lnTo>
                  <a:pt x="2465166" y="70559"/>
                </a:lnTo>
                <a:lnTo>
                  <a:pt x="2464462" y="71368"/>
                </a:lnTo>
                <a:lnTo>
                  <a:pt x="2463736" y="72185"/>
                </a:lnTo>
                <a:lnTo>
                  <a:pt x="2462987" y="73008"/>
                </a:lnTo>
                <a:lnTo>
                  <a:pt x="2462215" y="73838"/>
                </a:lnTo>
                <a:lnTo>
                  <a:pt x="2461421" y="74675"/>
                </a:lnTo>
                <a:lnTo>
                  <a:pt x="2460604" y="75519"/>
                </a:lnTo>
                <a:lnTo>
                  <a:pt x="2459764" y="76370"/>
                </a:lnTo>
                <a:lnTo>
                  <a:pt x="2458902" y="77227"/>
                </a:lnTo>
                <a:lnTo>
                  <a:pt x="2458018" y="78092"/>
                </a:lnTo>
                <a:lnTo>
                  <a:pt x="2457110" y="78963"/>
                </a:lnTo>
                <a:lnTo>
                  <a:pt x="2456180" y="79841"/>
                </a:lnTo>
                <a:lnTo>
                  <a:pt x="2455228" y="80726"/>
                </a:lnTo>
                <a:lnTo>
                  <a:pt x="2454253" y="81618"/>
                </a:lnTo>
                <a:lnTo>
                  <a:pt x="2408581" y="123304"/>
                </a:lnTo>
                <a:lnTo>
                  <a:pt x="2408581" y="136324"/>
                </a:lnTo>
                <a:lnTo>
                  <a:pt x="2497655" y="136324"/>
                </a:lnTo>
                <a:lnTo>
                  <a:pt x="2497655" y="121725"/>
                </a:lnTo>
                <a:lnTo>
                  <a:pt x="2431072" y="121725"/>
                </a:lnTo>
                <a:lnTo>
                  <a:pt x="2464906" y="91368"/>
                </a:lnTo>
                <a:lnTo>
                  <a:pt x="2465570" y="90768"/>
                </a:lnTo>
                <a:lnTo>
                  <a:pt x="2466228" y="90168"/>
                </a:lnTo>
                <a:close/>
                <a:moveTo>
                  <a:pt x="2678827" y="64903"/>
                </a:moveTo>
                <a:lnTo>
                  <a:pt x="2679101" y="64539"/>
                </a:lnTo>
                <a:lnTo>
                  <a:pt x="2679378" y="64179"/>
                </a:lnTo>
                <a:lnTo>
                  <a:pt x="2679658" y="63823"/>
                </a:lnTo>
                <a:lnTo>
                  <a:pt x="2679941" y="63471"/>
                </a:lnTo>
                <a:lnTo>
                  <a:pt x="2680227" y="63122"/>
                </a:lnTo>
                <a:lnTo>
                  <a:pt x="2680517" y="62777"/>
                </a:lnTo>
                <a:lnTo>
                  <a:pt x="2680809" y="62436"/>
                </a:lnTo>
                <a:lnTo>
                  <a:pt x="2681104" y="62098"/>
                </a:lnTo>
                <a:lnTo>
                  <a:pt x="2681403" y="61764"/>
                </a:lnTo>
                <a:lnTo>
                  <a:pt x="2681704" y="61434"/>
                </a:lnTo>
                <a:lnTo>
                  <a:pt x="2682009" y="61108"/>
                </a:lnTo>
                <a:lnTo>
                  <a:pt x="2682317" y="60785"/>
                </a:lnTo>
                <a:lnTo>
                  <a:pt x="2682628" y="60467"/>
                </a:lnTo>
                <a:lnTo>
                  <a:pt x="2682942" y="60152"/>
                </a:lnTo>
                <a:lnTo>
                  <a:pt x="2683259" y="59840"/>
                </a:lnTo>
                <a:lnTo>
                  <a:pt x="2683579" y="59533"/>
                </a:lnTo>
                <a:lnTo>
                  <a:pt x="2683902" y="59229"/>
                </a:lnTo>
                <a:lnTo>
                  <a:pt x="2684228" y="58929"/>
                </a:lnTo>
                <a:lnTo>
                  <a:pt x="2684557" y="58633"/>
                </a:lnTo>
                <a:lnTo>
                  <a:pt x="2684890" y="58340"/>
                </a:lnTo>
                <a:lnTo>
                  <a:pt x="2685225" y="58051"/>
                </a:lnTo>
                <a:lnTo>
                  <a:pt x="2685565" y="57767"/>
                </a:lnTo>
                <a:lnTo>
                  <a:pt x="2685909" y="57488"/>
                </a:lnTo>
                <a:lnTo>
                  <a:pt x="2686258" y="57214"/>
                </a:lnTo>
                <a:lnTo>
                  <a:pt x="2686612" y="56945"/>
                </a:lnTo>
                <a:lnTo>
                  <a:pt x="2686970" y="56681"/>
                </a:lnTo>
                <a:lnTo>
                  <a:pt x="2687334" y="56423"/>
                </a:lnTo>
                <a:lnTo>
                  <a:pt x="2687702" y="56170"/>
                </a:lnTo>
                <a:lnTo>
                  <a:pt x="2688075" y="55922"/>
                </a:lnTo>
                <a:lnTo>
                  <a:pt x="2688453" y="55679"/>
                </a:lnTo>
                <a:lnTo>
                  <a:pt x="2688835" y="55441"/>
                </a:lnTo>
                <a:lnTo>
                  <a:pt x="2689223" y="55208"/>
                </a:lnTo>
                <a:lnTo>
                  <a:pt x="2689615" y="54981"/>
                </a:lnTo>
                <a:lnTo>
                  <a:pt x="2690012" y="54759"/>
                </a:lnTo>
                <a:lnTo>
                  <a:pt x="2690414" y="54542"/>
                </a:lnTo>
                <a:lnTo>
                  <a:pt x="2690820" y="54330"/>
                </a:lnTo>
                <a:lnTo>
                  <a:pt x="2691231" y="54123"/>
                </a:lnTo>
                <a:lnTo>
                  <a:pt x="2691648" y="53922"/>
                </a:lnTo>
                <a:lnTo>
                  <a:pt x="2692069" y="53726"/>
                </a:lnTo>
                <a:lnTo>
                  <a:pt x="2692494" y="53535"/>
                </a:lnTo>
                <a:lnTo>
                  <a:pt x="2692925" y="53349"/>
                </a:lnTo>
                <a:lnTo>
                  <a:pt x="2693360" y="53168"/>
                </a:lnTo>
                <a:lnTo>
                  <a:pt x="2693800" y="52992"/>
                </a:lnTo>
                <a:lnTo>
                  <a:pt x="2694245" y="52822"/>
                </a:lnTo>
                <a:lnTo>
                  <a:pt x="2694695" y="52657"/>
                </a:lnTo>
                <a:lnTo>
                  <a:pt x="2695150" y="52497"/>
                </a:lnTo>
                <a:lnTo>
                  <a:pt x="2695611" y="52345"/>
                </a:lnTo>
                <a:lnTo>
                  <a:pt x="2696079" y="52199"/>
                </a:lnTo>
                <a:lnTo>
                  <a:pt x="2696553" y="52060"/>
                </a:lnTo>
                <a:lnTo>
                  <a:pt x="2697033" y="51927"/>
                </a:lnTo>
                <a:lnTo>
                  <a:pt x="2697519" y="51802"/>
                </a:lnTo>
                <a:lnTo>
                  <a:pt x="2698011" y="51683"/>
                </a:lnTo>
                <a:lnTo>
                  <a:pt x="2698509" y="51571"/>
                </a:lnTo>
                <a:lnTo>
                  <a:pt x="2699014" y="51466"/>
                </a:lnTo>
                <a:lnTo>
                  <a:pt x="2699524" y="51367"/>
                </a:lnTo>
                <a:lnTo>
                  <a:pt x="2700041" y="51276"/>
                </a:lnTo>
                <a:lnTo>
                  <a:pt x="2700564" y="51191"/>
                </a:lnTo>
                <a:lnTo>
                  <a:pt x="2701093" y="51113"/>
                </a:lnTo>
                <a:lnTo>
                  <a:pt x="2701629" y="51042"/>
                </a:lnTo>
                <a:lnTo>
                  <a:pt x="2702170" y="50977"/>
                </a:lnTo>
                <a:lnTo>
                  <a:pt x="2702718" y="50920"/>
                </a:lnTo>
                <a:lnTo>
                  <a:pt x="2703272" y="50869"/>
                </a:lnTo>
                <a:lnTo>
                  <a:pt x="2703832" y="50825"/>
                </a:lnTo>
                <a:lnTo>
                  <a:pt x="2704398" y="50787"/>
                </a:lnTo>
                <a:lnTo>
                  <a:pt x="2704970" y="50757"/>
                </a:lnTo>
                <a:lnTo>
                  <a:pt x="2705549" y="50733"/>
                </a:lnTo>
                <a:lnTo>
                  <a:pt x="2706133" y="50716"/>
                </a:lnTo>
                <a:lnTo>
                  <a:pt x="2706724" y="50706"/>
                </a:lnTo>
                <a:lnTo>
                  <a:pt x="2707321" y="50702"/>
                </a:lnTo>
                <a:lnTo>
                  <a:pt x="2709590" y="50702"/>
                </a:lnTo>
                <a:lnTo>
                  <a:pt x="2709590" y="35610"/>
                </a:lnTo>
                <a:lnTo>
                  <a:pt x="2707617" y="35610"/>
                </a:lnTo>
                <a:lnTo>
                  <a:pt x="2706663" y="35619"/>
                </a:lnTo>
                <a:lnTo>
                  <a:pt x="2705724" y="35645"/>
                </a:lnTo>
                <a:lnTo>
                  <a:pt x="2704800" y="35689"/>
                </a:lnTo>
                <a:lnTo>
                  <a:pt x="2703891" y="35750"/>
                </a:lnTo>
                <a:lnTo>
                  <a:pt x="2702997" y="35828"/>
                </a:lnTo>
                <a:lnTo>
                  <a:pt x="2702118" y="35924"/>
                </a:lnTo>
                <a:lnTo>
                  <a:pt x="2701254" y="36038"/>
                </a:lnTo>
                <a:lnTo>
                  <a:pt x="2700405" y="36169"/>
                </a:lnTo>
                <a:lnTo>
                  <a:pt x="2699572" y="36318"/>
                </a:lnTo>
                <a:lnTo>
                  <a:pt x="2698753" y="36483"/>
                </a:lnTo>
                <a:lnTo>
                  <a:pt x="2697949" y="36667"/>
                </a:lnTo>
                <a:lnTo>
                  <a:pt x="2697161" y="36868"/>
                </a:lnTo>
                <a:lnTo>
                  <a:pt x="2696388" y="37086"/>
                </a:lnTo>
                <a:lnTo>
                  <a:pt x="2695629" y="37322"/>
                </a:lnTo>
                <a:lnTo>
                  <a:pt x="2694886" y="37575"/>
                </a:lnTo>
                <a:lnTo>
                  <a:pt x="2694158" y="37846"/>
                </a:lnTo>
                <a:lnTo>
                  <a:pt x="2693445" y="38134"/>
                </a:lnTo>
                <a:lnTo>
                  <a:pt x="2692747" y="38440"/>
                </a:lnTo>
                <a:lnTo>
                  <a:pt x="2692064" y="38763"/>
                </a:lnTo>
                <a:lnTo>
                  <a:pt x="2691396" y="39104"/>
                </a:lnTo>
                <a:lnTo>
                  <a:pt x="2690743" y="39462"/>
                </a:lnTo>
                <a:lnTo>
                  <a:pt x="2690105" y="39837"/>
                </a:lnTo>
                <a:lnTo>
                  <a:pt x="2689483" y="40230"/>
                </a:lnTo>
                <a:lnTo>
                  <a:pt x="2688875" y="40641"/>
                </a:lnTo>
                <a:lnTo>
                  <a:pt x="2688280" y="41064"/>
                </a:lnTo>
                <a:lnTo>
                  <a:pt x="2687697" y="41496"/>
                </a:lnTo>
                <a:lnTo>
                  <a:pt x="2687124" y="41937"/>
                </a:lnTo>
                <a:lnTo>
                  <a:pt x="2686562" y="42386"/>
                </a:lnTo>
                <a:lnTo>
                  <a:pt x="2686012" y="42844"/>
                </a:lnTo>
                <a:lnTo>
                  <a:pt x="2685472" y="43310"/>
                </a:lnTo>
                <a:lnTo>
                  <a:pt x="2684943" y="43785"/>
                </a:lnTo>
                <a:lnTo>
                  <a:pt x="2684425" y="44269"/>
                </a:lnTo>
                <a:lnTo>
                  <a:pt x="2683918" y="44761"/>
                </a:lnTo>
                <a:lnTo>
                  <a:pt x="2683422" y="45261"/>
                </a:lnTo>
                <a:lnTo>
                  <a:pt x="2682937" y="45770"/>
                </a:lnTo>
                <a:lnTo>
                  <a:pt x="2682463" y="46288"/>
                </a:lnTo>
                <a:lnTo>
                  <a:pt x="2682000" y="46814"/>
                </a:lnTo>
                <a:lnTo>
                  <a:pt x="2681548" y="47349"/>
                </a:lnTo>
                <a:lnTo>
                  <a:pt x="2681107" y="47893"/>
                </a:lnTo>
                <a:lnTo>
                  <a:pt x="2680677" y="48445"/>
                </a:lnTo>
                <a:lnTo>
                  <a:pt x="2680257" y="49005"/>
                </a:lnTo>
                <a:lnTo>
                  <a:pt x="2679849" y="49574"/>
                </a:lnTo>
                <a:lnTo>
                  <a:pt x="2679452" y="50152"/>
                </a:lnTo>
                <a:lnTo>
                  <a:pt x="2679065" y="50738"/>
                </a:lnTo>
                <a:lnTo>
                  <a:pt x="2678690" y="51333"/>
                </a:lnTo>
                <a:lnTo>
                  <a:pt x="2678326" y="51936"/>
                </a:lnTo>
                <a:lnTo>
                  <a:pt x="2677972" y="52548"/>
                </a:lnTo>
                <a:lnTo>
                  <a:pt x="2677630" y="53169"/>
                </a:lnTo>
                <a:lnTo>
                  <a:pt x="2677038" y="37287"/>
                </a:lnTo>
                <a:lnTo>
                  <a:pt x="2661551" y="37287"/>
                </a:lnTo>
                <a:lnTo>
                  <a:pt x="2661551" y="136324"/>
                </a:lnTo>
                <a:lnTo>
                  <a:pt x="2678024" y="136324"/>
                </a:lnTo>
                <a:lnTo>
                  <a:pt x="2678024" y="66017"/>
                </a:lnTo>
                <a:lnTo>
                  <a:pt x="2678289" y="65642"/>
                </a:lnTo>
                <a:lnTo>
                  <a:pt x="2678557" y="65271"/>
                </a:lnTo>
                <a:lnTo>
                  <a:pt x="2678827" y="64903"/>
                </a:lnTo>
                <a:close/>
                <a:moveTo>
                  <a:pt x="2747116" y="37287"/>
                </a:moveTo>
                <a:lnTo>
                  <a:pt x="2730643" y="37287"/>
                </a:lnTo>
                <a:lnTo>
                  <a:pt x="2730643" y="136324"/>
                </a:lnTo>
                <a:lnTo>
                  <a:pt x="2747116" y="136324"/>
                </a:lnTo>
                <a:lnTo>
                  <a:pt x="2747116" y="37287"/>
                </a:lnTo>
                <a:close/>
                <a:moveTo>
                  <a:pt x="2903934" y="136099"/>
                </a:moveTo>
                <a:lnTo>
                  <a:pt x="2904344" y="136018"/>
                </a:lnTo>
                <a:lnTo>
                  <a:pt x="2904747" y="135924"/>
                </a:lnTo>
                <a:lnTo>
                  <a:pt x="2905144" y="135818"/>
                </a:lnTo>
                <a:lnTo>
                  <a:pt x="2905534" y="135699"/>
                </a:lnTo>
                <a:lnTo>
                  <a:pt x="2905918" y="135568"/>
                </a:lnTo>
                <a:lnTo>
                  <a:pt x="2906295" y="135424"/>
                </a:lnTo>
                <a:lnTo>
                  <a:pt x="2906666" y="135268"/>
                </a:lnTo>
                <a:lnTo>
                  <a:pt x="2907030" y="135099"/>
                </a:lnTo>
                <a:lnTo>
                  <a:pt x="2907388" y="134918"/>
                </a:lnTo>
                <a:lnTo>
                  <a:pt x="2907739" y="134724"/>
                </a:lnTo>
                <a:lnTo>
                  <a:pt x="2908084" y="134518"/>
                </a:lnTo>
                <a:lnTo>
                  <a:pt x="2908422" y="134299"/>
                </a:lnTo>
                <a:lnTo>
                  <a:pt x="2908754" y="134068"/>
                </a:lnTo>
                <a:lnTo>
                  <a:pt x="2909079" y="133824"/>
                </a:lnTo>
                <a:lnTo>
                  <a:pt x="2909398" y="133568"/>
                </a:lnTo>
                <a:lnTo>
                  <a:pt x="2909710" y="133299"/>
                </a:lnTo>
                <a:lnTo>
                  <a:pt x="2910015" y="133018"/>
                </a:lnTo>
                <a:lnTo>
                  <a:pt x="2910315" y="132724"/>
                </a:lnTo>
                <a:lnTo>
                  <a:pt x="2910604" y="132421"/>
                </a:lnTo>
                <a:lnTo>
                  <a:pt x="2910882" y="132113"/>
                </a:lnTo>
                <a:lnTo>
                  <a:pt x="2911147" y="131798"/>
                </a:lnTo>
                <a:lnTo>
                  <a:pt x="2911400" y="131479"/>
                </a:lnTo>
                <a:lnTo>
                  <a:pt x="2911640" y="131153"/>
                </a:lnTo>
                <a:lnTo>
                  <a:pt x="2911868" y="130822"/>
                </a:lnTo>
                <a:lnTo>
                  <a:pt x="2912084" y="130485"/>
                </a:lnTo>
                <a:lnTo>
                  <a:pt x="2912288" y="130143"/>
                </a:lnTo>
                <a:lnTo>
                  <a:pt x="2912479" y="129795"/>
                </a:lnTo>
                <a:lnTo>
                  <a:pt x="2912657" y="129441"/>
                </a:lnTo>
                <a:lnTo>
                  <a:pt x="2912824" y="129082"/>
                </a:lnTo>
                <a:lnTo>
                  <a:pt x="2912978" y="128717"/>
                </a:lnTo>
                <a:lnTo>
                  <a:pt x="2913120" y="128346"/>
                </a:lnTo>
                <a:lnTo>
                  <a:pt x="2913249" y="127970"/>
                </a:lnTo>
                <a:lnTo>
                  <a:pt x="2913366" y="127588"/>
                </a:lnTo>
                <a:lnTo>
                  <a:pt x="2913471" y="127200"/>
                </a:lnTo>
                <a:lnTo>
                  <a:pt x="2913564" y="126807"/>
                </a:lnTo>
                <a:lnTo>
                  <a:pt x="2913644" y="126408"/>
                </a:lnTo>
                <a:lnTo>
                  <a:pt x="2913712" y="126003"/>
                </a:lnTo>
                <a:lnTo>
                  <a:pt x="2913767" y="125593"/>
                </a:lnTo>
                <a:lnTo>
                  <a:pt x="2913810" y="125177"/>
                </a:lnTo>
                <a:lnTo>
                  <a:pt x="2913841" y="124755"/>
                </a:lnTo>
                <a:lnTo>
                  <a:pt x="2913860" y="124328"/>
                </a:lnTo>
                <a:lnTo>
                  <a:pt x="2913866" y="123895"/>
                </a:lnTo>
                <a:lnTo>
                  <a:pt x="2913860" y="123447"/>
                </a:lnTo>
                <a:lnTo>
                  <a:pt x="2913841" y="123005"/>
                </a:lnTo>
                <a:lnTo>
                  <a:pt x="2913810" y="122569"/>
                </a:lnTo>
                <a:lnTo>
                  <a:pt x="2913767" y="122140"/>
                </a:lnTo>
                <a:lnTo>
                  <a:pt x="2913712" y="121718"/>
                </a:lnTo>
                <a:lnTo>
                  <a:pt x="2913644" y="121303"/>
                </a:lnTo>
                <a:lnTo>
                  <a:pt x="2913564" y="120894"/>
                </a:lnTo>
                <a:lnTo>
                  <a:pt x="2913471" y="120492"/>
                </a:lnTo>
                <a:lnTo>
                  <a:pt x="2913366" y="120097"/>
                </a:lnTo>
                <a:lnTo>
                  <a:pt x="2913249" y="119708"/>
                </a:lnTo>
                <a:lnTo>
                  <a:pt x="2913120" y="119326"/>
                </a:lnTo>
                <a:lnTo>
                  <a:pt x="2912978" y="118951"/>
                </a:lnTo>
                <a:lnTo>
                  <a:pt x="2912824" y="118582"/>
                </a:lnTo>
                <a:lnTo>
                  <a:pt x="2912657" y="118220"/>
                </a:lnTo>
                <a:lnTo>
                  <a:pt x="2912479" y="117865"/>
                </a:lnTo>
                <a:lnTo>
                  <a:pt x="2912288" y="117517"/>
                </a:lnTo>
                <a:lnTo>
                  <a:pt x="2912084" y="117175"/>
                </a:lnTo>
                <a:lnTo>
                  <a:pt x="2911868" y="116839"/>
                </a:lnTo>
                <a:lnTo>
                  <a:pt x="2911640" y="116511"/>
                </a:lnTo>
                <a:lnTo>
                  <a:pt x="2911400" y="116189"/>
                </a:lnTo>
                <a:lnTo>
                  <a:pt x="2911147" y="115874"/>
                </a:lnTo>
                <a:lnTo>
                  <a:pt x="2910882" y="115565"/>
                </a:lnTo>
                <a:lnTo>
                  <a:pt x="2910604" y="115263"/>
                </a:lnTo>
                <a:lnTo>
                  <a:pt x="2910315" y="114968"/>
                </a:lnTo>
                <a:lnTo>
                  <a:pt x="2910015" y="114683"/>
                </a:lnTo>
                <a:lnTo>
                  <a:pt x="2909710" y="114409"/>
                </a:lnTo>
                <a:lnTo>
                  <a:pt x="2909398" y="114148"/>
                </a:lnTo>
                <a:lnTo>
                  <a:pt x="2909079" y="113898"/>
                </a:lnTo>
                <a:lnTo>
                  <a:pt x="2908754" y="113661"/>
                </a:lnTo>
                <a:lnTo>
                  <a:pt x="2908422" y="113436"/>
                </a:lnTo>
                <a:lnTo>
                  <a:pt x="2908084" y="113223"/>
                </a:lnTo>
                <a:lnTo>
                  <a:pt x="2907739" y="113023"/>
                </a:lnTo>
                <a:lnTo>
                  <a:pt x="2907388" y="112834"/>
                </a:lnTo>
                <a:lnTo>
                  <a:pt x="2907030" y="112658"/>
                </a:lnTo>
                <a:lnTo>
                  <a:pt x="2906666" y="112494"/>
                </a:lnTo>
                <a:lnTo>
                  <a:pt x="2906295" y="112342"/>
                </a:lnTo>
                <a:lnTo>
                  <a:pt x="2905918" y="112202"/>
                </a:lnTo>
                <a:lnTo>
                  <a:pt x="2905534" y="112074"/>
                </a:lnTo>
                <a:lnTo>
                  <a:pt x="2905144" y="111959"/>
                </a:lnTo>
                <a:lnTo>
                  <a:pt x="2904747" y="111856"/>
                </a:lnTo>
                <a:lnTo>
                  <a:pt x="2904344" y="111764"/>
                </a:lnTo>
                <a:lnTo>
                  <a:pt x="2903934" y="111685"/>
                </a:lnTo>
                <a:lnTo>
                  <a:pt x="2903517" y="111618"/>
                </a:lnTo>
                <a:lnTo>
                  <a:pt x="2903095" y="111564"/>
                </a:lnTo>
                <a:lnTo>
                  <a:pt x="2902665" y="111521"/>
                </a:lnTo>
                <a:lnTo>
                  <a:pt x="2902229" y="111491"/>
                </a:lnTo>
                <a:lnTo>
                  <a:pt x="2901787" y="111473"/>
                </a:lnTo>
                <a:lnTo>
                  <a:pt x="2901338" y="111466"/>
                </a:lnTo>
                <a:lnTo>
                  <a:pt x="2900881" y="111473"/>
                </a:lnTo>
                <a:lnTo>
                  <a:pt x="2900431" y="111491"/>
                </a:lnTo>
                <a:lnTo>
                  <a:pt x="2899986" y="111521"/>
                </a:lnTo>
                <a:lnTo>
                  <a:pt x="2899549" y="111564"/>
                </a:lnTo>
                <a:lnTo>
                  <a:pt x="2899118" y="111618"/>
                </a:lnTo>
                <a:lnTo>
                  <a:pt x="2898693" y="111685"/>
                </a:lnTo>
                <a:lnTo>
                  <a:pt x="2898275" y="111764"/>
                </a:lnTo>
                <a:lnTo>
                  <a:pt x="2897864" y="111856"/>
                </a:lnTo>
                <a:lnTo>
                  <a:pt x="2897459" y="111959"/>
                </a:lnTo>
                <a:lnTo>
                  <a:pt x="2897060" y="112074"/>
                </a:lnTo>
                <a:lnTo>
                  <a:pt x="2896668" y="112202"/>
                </a:lnTo>
                <a:lnTo>
                  <a:pt x="2896283" y="112342"/>
                </a:lnTo>
                <a:lnTo>
                  <a:pt x="2895904" y="112494"/>
                </a:lnTo>
                <a:lnTo>
                  <a:pt x="2895531" y="112658"/>
                </a:lnTo>
                <a:lnTo>
                  <a:pt x="2895165" y="112834"/>
                </a:lnTo>
                <a:lnTo>
                  <a:pt x="2894806" y="113023"/>
                </a:lnTo>
                <a:lnTo>
                  <a:pt x="2894453" y="113223"/>
                </a:lnTo>
                <a:lnTo>
                  <a:pt x="2894106" y="113436"/>
                </a:lnTo>
                <a:lnTo>
                  <a:pt x="2893766" y="113661"/>
                </a:lnTo>
                <a:lnTo>
                  <a:pt x="2893433" y="113898"/>
                </a:lnTo>
                <a:lnTo>
                  <a:pt x="2893106" y="114148"/>
                </a:lnTo>
                <a:lnTo>
                  <a:pt x="2892786" y="114409"/>
                </a:lnTo>
                <a:lnTo>
                  <a:pt x="2892472" y="114683"/>
                </a:lnTo>
                <a:lnTo>
                  <a:pt x="2892164" y="114968"/>
                </a:lnTo>
                <a:lnTo>
                  <a:pt x="2891867" y="115263"/>
                </a:lnTo>
                <a:lnTo>
                  <a:pt x="2891581" y="115565"/>
                </a:lnTo>
                <a:lnTo>
                  <a:pt x="2891309" y="115874"/>
                </a:lnTo>
                <a:lnTo>
                  <a:pt x="2891049" y="116189"/>
                </a:lnTo>
                <a:lnTo>
                  <a:pt x="2890802" y="116511"/>
                </a:lnTo>
                <a:lnTo>
                  <a:pt x="2890568" y="116839"/>
                </a:lnTo>
                <a:lnTo>
                  <a:pt x="2890346" y="117175"/>
                </a:lnTo>
                <a:lnTo>
                  <a:pt x="2890137" y="117517"/>
                </a:lnTo>
                <a:lnTo>
                  <a:pt x="2889940" y="117865"/>
                </a:lnTo>
                <a:lnTo>
                  <a:pt x="2889757" y="118220"/>
                </a:lnTo>
                <a:lnTo>
                  <a:pt x="2889585" y="118582"/>
                </a:lnTo>
                <a:lnTo>
                  <a:pt x="2889427" y="118951"/>
                </a:lnTo>
                <a:lnTo>
                  <a:pt x="2889281" y="119326"/>
                </a:lnTo>
                <a:lnTo>
                  <a:pt x="2889148" y="119708"/>
                </a:lnTo>
                <a:lnTo>
                  <a:pt x="2889028" y="120097"/>
                </a:lnTo>
                <a:lnTo>
                  <a:pt x="2888920" y="120492"/>
                </a:lnTo>
                <a:lnTo>
                  <a:pt x="2888825" y="120894"/>
                </a:lnTo>
                <a:lnTo>
                  <a:pt x="2888743" y="121303"/>
                </a:lnTo>
                <a:lnTo>
                  <a:pt x="2888673" y="121718"/>
                </a:lnTo>
                <a:lnTo>
                  <a:pt x="2888616" y="122140"/>
                </a:lnTo>
                <a:lnTo>
                  <a:pt x="2888572" y="122569"/>
                </a:lnTo>
                <a:lnTo>
                  <a:pt x="2888540" y="123005"/>
                </a:lnTo>
                <a:lnTo>
                  <a:pt x="2888521" y="123447"/>
                </a:lnTo>
                <a:lnTo>
                  <a:pt x="2888515" y="123895"/>
                </a:lnTo>
                <a:lnTo>
                  <a:pt x="2888521" y="124328"/>
                </a:lnTo>
                <a:lnTo>
                  <a:pt x="2888540" y="124755"/>
                </a:lnTo>
                <a:lnTo>
                  <a:pt x="2888572" y="125177"/>
                </a:lnTo>
                <a:lnTo>
                  <a:pt x="2888616" y="125593"/>
                </a:lnTo>
                <a:lnTo>
                  <a:pt x="2888673" y="126003"/>
                </a:lnTo>
                <a:lnTo>
                  <a:pt x="2888743" y="126408"/>
                </a:lnTo>
                <a:lnTo>
                  <a:pt x="2888825" y="126807"/>
                </a:lnTo>
                <a:lnTo>
                  <a:pt x="2888920" y="127200"/>
                </a:lnTo>
                <a:lnTo>
                  <a:pt x="2889028" y="127588"/>
                </a:lnTo>
                <a:lnTo>
                  <a:pt x="2889148" y="127970"/>
                </a:lnTo>
                <a:lnTo>
                  <a:pt x="2889281" y="128346"/>
                </a:lnTo>
                <a:lnTo>
                  <a:pt x="2889427" y="128717"/>
                </a:lnTo>
                <a:lnTo>
                  <a:pt x="2889585" y="129082"/>
                </a:lnTo>
                <a:lnTo>
                  <a:pt x="2889757" y="129441"/>
                </a:lnTo>
                <a:lnTo>
                  <a:pt x="2889940" y="129795"/>
                </a:lnTo>
                <a:lnTo>
                  <a:pt x="2890137" y="130143"/>
                </a:lnTo>
                <a:lnTo>
                  <a:pt x="2890346" y="130485"/>
                </a:lnTo>
                <a:lnTo>
                  <a:pt x="2890568" y="130822"/>
                </a:lnTo>
                <a:lnTo>
                  <a:pt x="2890802" y="131153"/>
                </a:lnTo>
                <a:lnTo>
                  <a:pt x="2891049" y="131479"/>
                </a:lnTo>
                <a:lnTo>
                  <a:pt x="2891309" y="131798"/>
                </a:lnTo>
                <a:lnTo>
                  <a:pt x="2891581" y="132113"/>
                </a:lnTo>
                <a:lnTo>
                  <a:pt x="2891867" y="132421"/>
                </a:lnTo>
                <a:lnTo>
                  <a:pt x="2892164" y="132724"/>
                </a:lnTo>
                <a:lnTo>
                  <a:pt x="2892472" y="133018"/>
                </a:lnTo>
                <a:lnTo>
                  <a:pt x="2892786" y="133299"/>
                </a:lnTo>
                <a:lnTo>
                  <a:pt x="2893106" y="133568"/>
                </a:lnTo>
                <a:lnTo>
                  <a:pt x="2893433" y="133824"/>
                </a:lnTo>
                <a:lnTo>
                  <a:pt x="2893766" y="134068"/>
                </a:lnTo>
                <a:lnTo>
                  <a:pt x="2894106" y="134299"/>
                </a:lnTo>
                <a:lnTo>
                  <a:pt x="2894453" y="134518"/>
                </a:lnTo>
                <a:lnTo>
                  <a:pt x="2894806" y="134724"/>
                </a:lnTo>
                <a:lnTo>
                  <a:pt x="2895165" y="134918"/>
                </a:lnTo>
                <a:lnTo>
                  <a:pt x="2895531" y="135099"/>
                </a:lnTo>
                <a:lnTo>
                  <a:pt x="2895904" y="135268"/>
                </a:lnTo>
                <a:lnTo>
                  <a:pt x="2896283" y="135424"/>
                </a:lnTo>
                <a:lnTo>
                  <a:pt x="2896668" y="135568"/>
                </a:lnTo>
                <a:lnTo>
                  <a:pt x="2897060" y="135699"/>
                </a:lnTo>
                <a:lnTo>
                  <a:pt x="2897459" y="135818"/>
                </a:lnTo>
                <a:lnTo>
                  <a:pt x="2897864" y="135924"/>
                </a:lnTo>
                <a:lnTo>
                  <a:pt x="2898275" y="136018"/>
                </a:lnTo>
                <a:lnTo>
                  <a:pt x="2898693" y="136099"/>
                </a:lnTo>
                <a:lnTo>
                  <a:pt x="2899118" y="136168"/>
                </a:lnTo>
                <a:lnTo>
                  <a:pt x="2899549" y="136224"/>
                </a:lnTo>
                <a:lnTo>
                  <a:pt x="2899986" y="136268"/>
                </a:lnTo>
                <a:lnTo>
                  <a:pt x="2900431" y="136299"/>
                </a:lnTo>
                <a:lnTo>
                  <a:pt x="2900881" y="136318"/>
                </a:lnTo>
                <a:lnTo>
                  <a:pt x="2901338" y="136324"/>
                </a:lnTo>
                <a:lnTo>
                  <a:pt x="2901787" y="136318"/>
                </a:lnTo>
                <a:lnTo>
                  <a:pt x="2902229" y="136299"/>
                </a:lnTo>
                <a:lnTo>
                  <a:pt x="2902665" y="136268"/>
                </a:lnTo>
                <a:lnTo>
                  <a:pt x="2903095" y="136224"/>
                </a:lnTo>
                <a:lnTo>
                  <a:pt x="2903517" y="136168"/>
                </a:lnTo>
                <a:lnTo>
                  <a:pt x="2903934" y="136099"/>
                </a:lnTo>
                <a:close/>
                <a:moveTo>
                  <a:pt x="2957376" y="136168"/>
                </a:moveTo>
                <a:lnTo>
                  <a:pt x="2957793" y="136099"/>
                </a:lnTo>
                <a:lnTo>
                  <a:pt x="2958203" y="136018"/>
                </a:lnTo>
                <a:lnTo>
                  <a:pt x="2958606" y="135924"/>
                </a:lnTo>
                <a:lnTo>
                  <a:pt x="2959003" y="135818"/>
                </a:lnTo>
                <a:lnTo>
                  <a:pt x="2959393" y="135699"/>
                </a:lnTo>
                <a:lnTo>
                  <a:pt x="2959777" y="135568"/>
                </a:lnTo>
                <a:lnTo>
                  <a:pt x="2960154" y="135424"/>
                </a:lnTo>
                <a:lnTo>
                  <a:pt x="2960525" y="135268"/>
                </a:lnTo>
                <a:lnTo>
                  <a:pt x="2960889" y="135099"/>
                </a:lnTo>
                <a:lnTo>
                  <a:pt x="2961247" y="134918"/>
                </a:lnTo>
                <a:lnTo>
                  <a:pt x="2961598" y="134724"/>
                </a:lnTo>
                <a:lnTo>
                  <a:pt x="2961943" y="134518"/>
                </a:lnTo>
                <a:lnTo>
                  <a:pt x="2962281" y="134299"/>
                </a:lnTo>
                <a:lnTo>
                  <a:pt x="2962613" y="134068"/>
                </a:lnTo>
                <a:lnTo>
                  <a:pt x="2962938" y="133824"/>
                </a:lnTo>
                <a:lnTo>
                  <a:pt x="2963257" y="133568"/>
                </a:lnTo>
                <a:lnTo>
                  <a:pt x="2963569" y="133299"/>
                </a:lnTo>
                <a:lnTo>
                  <a:pt x="2963874" y="133018"/>
                </a:lnTo>
                <a:lnTo>
                  <a:pt x="2964174" y="132724"/>
                </a:lnTo>
                <a:lnTo>
                  <a:pt x="2964463" y="132421"/>
                </a:lnTo>
                <a:lnTo>
                  <a:pt x="2964741" y="132113"/>
                </a:lnTo>
                <a:lnTo>
                  <a:pt x="2965006" y="131798"/>
                </a:lnTo>
                <a:lnTo>
                  <a:pt x="2965259" y="131479"/>
                </a:lnTo>
                <a:lnTo>
                  <a:pt x="2965499" y="131153"/>
                </a:lnTo>
                <a:lnTo>
                  <a:pt x="2965727" y="130822"/>
                </a:lnTo>
                <a:lnTo>
                  <a:pt x="2965943" y="130485"/>
                </a:lnTo>
                <a:lnTo>
                  <a:pt x="2966147" y="130143"/>
                </a:lnTo>
                <a:lnTo>
                  <a:pt x="2966338" y="129795"/>
                </a:lnTo>
                <a:lnTo>
                  <a:pt x="2966516" y="129441"/>
                </a:lnTo>
                <a:lnTo>
                  <a:pt x="2966683" y="129082"/>
                </a:lnTo>
                <a:lnTo>
                  <a:pt x="2966837" y="128717"/>
                </a:lnTo>
                <a:lnTo>
                  <a:pt x="2966979" y="128346"/>
                </a:lnTo>
                <a:lnTo>
                  <a:pt x="2967108" y="127970"/>
                </a:lnTo>
                <a:lnTo>
                  <a:pt x="2967225" y="127588"/>
                </a:lnTo>
                <a:lnTo>
                  <a:pt x="2967330" y="127200"/>
                </a:lnTo>
                <a:lnTo>
                  <a:pt x="2967423" y="126807"/>
                </a:lnTo>
                <a:lnTo>
                  <a:pt x="2967503" y="126408"/>
                </a:lnTo>
                <a:lnTo>
                  <a:pt x="2967571" y="126003"/>
                </a:lnTo>
                <a:lnTo>
                  <a:pt x="2967626" y="125593"/>
                </a:lnTo>
                <a:lnTo>
                  <a:pt x="2967669" y="125177"/>
                </a:lnTo>
                <a:lnTo>
                  <a:pt x="2967700" y="124755"/>
                </a:lnTo>
                <a:lnTo>
                  <a:pt x="2967719" y="124328"/>
                </a:lnTo>
                <a:lnTo>
                  <a:pt x="2967725" y="123895"/>
                </a:lnTo>
                <a:lnTo>
                  <a:pt x="2967719" y="123447"/>
                </a:lnTo>
                <a:lnTo>
                  <a:pt x="2967700" y="123005"/>
                </a:lnTo>
                <a:lnTo>
                  <a:pt x="2967669" y="122569"/>
                </a:lnTo>
                <a:lnTo>
                  <a:pt x="2967626" y="122140"/>
                </a:lnTo>
                <a:lnTo>
                  <a:pt x="2967571" y="121718"/>
                </a:lnTo>
                <a:lnTo>
                  <a:pt x="2967503" y="121303"/>
                </a:lnTo>
                <a:lnTo>
                  <a:pt x="2967423" y="120894"/>
                </a:lnTo>
                <a:lnTo>
                  <a:pt x="2967330" y="120492"/>
                </a:lnTo>
                <a:lnTo>
                  <a:pt x="2967225" y="120097"/>
                </a:lnTo>
                <a:lnTo>
                  <a:pt x="2967108" y="119708"/>
                </a:lnTo>
                <a:lnTo>
                  <a:pt x="2966979" y="119326"/>
                </a:lnTo>
                <a:lnTo>
                  <a:pt x="2966837" y="118951"/>
                </a:lnTo>
                <a:lnTo>
                  <a:pt x="2966683" y="118582"/>
                </a:lnTo>
                <a:lnTo>
                  <a:pt x="2966516" y="118220"/>
                </a:lnTo>
                <a:lnTo>
                  <a:pt x="2966338" y="117865"/>
                </a:lnTo>
                <a:lnTo>
                  <a:pt x="2966147" y="117517"/>
                </a:lnTo>
                <a:lnTo>
                  <a:pt x="2965943" y="117175"/>
                </a:lnTo>
                <a:lnTo>
                  <a:pt x="2965727" y="116839"/>
                </a:lnTo>
                <a:lnTo>
                  <a:pt x="2965499" y="116511"/>
                </a:lnTo>
                <a:lnTo>
                  <a:pt x="2965259" y="116189"/>
                </a:lnTo>
                <a:lnTo>
                  <a:pt x="2965006" y="115874"/>
                </a:lnTo>
                <a:lnTo>
                  <a:pt x="2964741" y="115565"/>
                </a:lnTo>
                <a:lnTo>
                  <a:pt x="2964463" y="115263"/>
                </a:lnTo>
                <a:lnTo>
                  <a:pt x="2964174" y="114968"/>
                </a:lnTo>
                <a:lnTo>
                  <a:pt x="2963874" y="114683"/>
                </a:lnTo>
                <a:lnTo>
                  <a:pt x="2963569" y="114409"/>
                </a:lnTo>
                <a:lnTo>
                  <a:pt x="2963257" y="114148"/>
                </a:lnTo>
                <a:lnTo>
                  <a:pt x="2962938" y="113898"/>
                </a:lnTo>
                <a:lnTo>
                  <a:pt x="2962613" y="113661"/>
                </a:lnTo>
                <a:lnTo>
                  <a:pt x="2962281" y="113436"/>
                </a:lnTo>
                <a:lnTo>
                  <a:pt x="2961943" y="113223"/>
                </a:lnTo>
                <a:lnTo>
                  <a:pt x="2961598" y="113023"/>
                </a:lnTo>
                <a:lnTo>
                  <a:pt x="2961247" y="112834"/>
                </a:lnTo>
                <a:lnTo>
                  <a:pt x="2960889" y="112658"/>
                </a:lnTo>
                <a:lnTo>
                  <a:pt x="2960525" y="112494"/>
                </a:lnTo>
                <a:lnTo>
                  <a:pt x="2960154" y="112342"/>
                </a:lnTo>
                <a:lnTo>
                  <a:pt x="2959777" y="112202"/>
                </a:lnTo>
                <a:lnTo>
                  <a:pt x="2959393" y="112074"/>
                </a:lnTo>
                <a:lnTo>
                  <a:pt x="2959003" y="111959"/>
                </a:lnTo>
                <a:lnTo>
                  <a:pt x="2958606" y="111856"/>
                </a:lnTo>
                <a:lnTo>
                  <a:pt x="2958203" y="111764"/>
                </a:lnTo>
                <a:lnTo>
                  <a:pt x="2957793" y="111685"/>
                </a:lnTo>
                <a:lnTo>
                  <a:pt x="2957376" y="111618"/>
                </a:lnTo>
                <a:lnTo>
                  <a:pt x="2956954" y="111564"/>
                </a:lnTo>
                <a:lnTo>
                  <a:pt x="2956524" y="111521"/>
                </a:lnTo>
                <a:lnTo>
                  <a:pt x="2956088" y="111491"/>
                </a:lnTo>
                <a:lnTo>
                  <a:pt x="2955646" y="111473"/>
                </a:lnTo>
                <a:lnTo>
                  <a:pt x="2955197" y="111466"/>
                </a:lnTo>
                <a:lnTo>
                  <a:pt x="2954740" y="111473"/>
                </a:lnTo>
                <a:lnTo>
                  <a:pt x="2954290" y="111491"/>
                </a:lnTo>
                <a:lnTo>
                  <a:pt x="2953845" y="111521"/>
                </a:lnTo>
                <a:lnTo>
                  <a:pt x="2953408" y="111564"/>
                </a:lnTo>
                <a:lnTo>
                  <a:pt x="2952977" y="111618"/>
                </a:lnTo>
                <a:lnTo>
                  <a:pt x="2952552" y="111685"/>
                </a:lnTo>
                <a:lnTo>
                  <a:pt x="2952134" y="111764"/>
                </a:lnTo>
                <a:lnTo>
                  <a:pt x="2951723" y="111856"/>
                </a:lnTo>
                <a:lnTo>
                  <a:pt x="2951318" y="111959"/>
                </a:lnTo>
                <a:lnTo>
                  <a:pt x="2950919" y="112074"/>
                </a:lnTo>
                <a:lnTo>
                  <a:pt x="2950527" y="112202"/>
                </a:lnTo>
                <a:lnTo>
                  <a:pt x="2950142" y="112342"/>
                </a:lnTo>
                <a:lnTo>
                  <a:pt x="2949763" y="112494"/>
                </a:lnTo>
                <a:lnTo>
                  <a:pt x="2949390" y="112658"/>
                </a:lnTo>
                <a:lnTo>
                  <a:pt x="2949024" y="112834"/>
                </a:lnTo>
                <a:lnTo>
                  <a:pt x="2948665" y="113023"/>
                </a:lnTo>
                <a:lnTo>
                  <a:pt x="2948312" y="113223"/>
                </a:lnTo>
                <a:lnTo>
                  <a:pt x="2947965" y="113436"/>
                </a:lnTo>
                <a:lnTo>
                  <a:pt x="2947625" y="113661"/>
                </a:lnTo>
                <a:lnTo>
                  <a:pt x="2947292" y="113898"/>
                </a:lnTo>
                <a:lnTo>
                  <a:pt x="2946965" y="114148"/>
                </a:lnTo>
                <a:lnTo>
                  <a:pt x="2946645" y="114409"/>
                </a:lnTo>
                <a:lnTo>
                  <a:pt x="2946331" y="114683"/>
                </a:lnTo>
                <a:lnTo>
                  <a:pt x="2946023" y="114968"/>
                </a:lnTo>
                <a:lnTo>
                  <a:pt x="2945726" y="115263"/>
                </a:lnTo>
                <a:lnTo>
                  <a:pt x="2945440" y="115565"/>
                </a:lnTo>
                <a:lnTo>
                  <a:pt x="2945168" y="115874"/>
                </a:lnTo>
                <a:lnTo>
                  <a:pt x="2944908" y="116189"/>
                </a:lnTo>
                <a:lnTo>
                  <a:pt x="2944661" y="116511"/>
                </a:lnTo>
                <a:lnTo>
                  <a:pt x="2944427" y="116839"/>
                </a:lnTo>
                <a:lnTo>
                  <a:pt x="2944205" y="117175"/>
                </a:lnTo>
                <a:lnTo>
                  <a:pt x="2943996" y="117517"/>
                </a:lnTo>
                <a:lnTo>
                  <a:pt x="2943799" y="117865"/>
                </a:lnTo>
                <a:lnTo>
                  <a:pt x="2943616" y="118220"/>
                </a:lnTo>
                <a:lnTo>
                  <a:pt x="2943444" y="118582"/>
                </a:lnTo>
                <a:lnTo>
                  <a:pt x="2943286" y="118951"/>
                </a:lnTo>
                <a:lnTo>
                  <a:pt x="2943140" y="119326"/>
                </a:lnTo>
                <a:lnTo>
                  <a:pt x="2943007" y="119708"/>
                </a:lnTo>
                <a:lnTo>
                  <a:pt x="2942887" y="120097"/>
                </a:lnTo>
                <a:lnTo>
                  <a:pt x="2942779" y="120492"/>
                </a:lnTo>
                <a:lnTo>
                  <a:pt x="2942684" y="120894"/>
                </a:lnTo>
                <a:lnTo>
                  <a:pt x="2942602" y="121303"/>
                </a:lnTo>
                <a:lnTo>
                  <a:pt x="2942532" y="121718"/>
                </a:lnTo>
                <a:lnTo>
                  <a:pt x="2942475" y="122140"/>
                </a:lnTo>
                <a:lnTo>
                  <a:pt x="2942431" y="122569"/>
                </a:lnTo>
                <a:lnTo>
                  <a:pt x="2942399" y="123005"/>
                </a:lnTo>
                <a:lnTo>
                  <a:pt x="2942380" y="123447"/>
                </a:lnTo>
                <a:lnTo>
                  <a:pt x="2942374" y="123895"/>
                </a:lnTo>
                <a:lnTo>
                  <a:pt x="2942380" y="124328"/>
                </a:lnTo>
                <a:lnTo>
                  <a:pt x="2942399" y="124755"/>
                </a:lnTo>
                <a:lnTo>
                  <a:pt x="2942431" y="125177"/>
                </a:lnTo>
                <a:lnTo>
                  <a:pt x="2942475" y="125593"/>
                </a:lnTo>
                <a:lnTo>
                  <a:pt x="2942532" y="126003"/>
                </a:lnTo>
                <a:lnTo>
                  <a:pt x="2942602" y="126408"/>
                </a:lnTo>
                <a:lnTo>
                  <a:pt x="2942684" y="126807"/>
                </a:lnTo>
                <a:lnTo>
                  <a:pt x="2942779" y="127200"/>
                </a:lnTo>
                <a:lnTo>
                  <a:pt x="2942887" y="127588"/>
                </a:lnTo>
                <a:lnTo>
                  <a:pt x="2943007" y="127970"/>
                </a:lnTo>
                <a:lnTo>
                  <a:pt x="2943140" y="128346"/>
                </a:lnTo>
                <a:lnTo>
                  <a:pt x="2943286" y="128717"/>
                </a:lnTo>
                <a:lnTo>
                  <a:pt x="2943444" y="129082"/>
                </a:lnTo>
                <a:lnTo>
                  <a:pt x="2943616" y="129441"/>
                </a:lnTo>
                <a:lnTo>
                  <a:pt x="2943799" y="129795"/>
                </a:lnTo>
                <a:lnTo>
                  <a:pt x="2943996" y="130143"/>
                </a:lnTo>
                <a:lnTo>
                  <a:pt x="2944205" y="130485"/>
                </a:lnTo>
                <a:lnTo>
                  <a:pt x="2944427" y="130822"/>
                </a:lnTo>
                <a:lnTo>
                  <a:pt x="2944661" y="131153"/>
                </a:lnTo>
                <a:lnTo>
                  <a:pt x="2944908" y="131479"/>
                </a:lnTo>
                <a:lnTo>
                  <a:pt x="2945168" y="131798"/>
                </a:lnTo>
                <a:lnTo>
                  <a:pt x="2945440" y="132113"/>
                </a:lnTo>
                <a:lnTo>
                  <a:pt x="2945726" y="132421"/>
                </a:lnTo>
                <a:lnTo>
                  <a:pt x="2946023" y="132724"/>
                </a:lnTo>
                <a:lnTo>
                  <a:pt x="2946331" y="133018"/>
                </a:lnTo>
                <a:lnTo>
                  <a:pt x="2946645" y="133299"/>
                </a:lnTo>
                <a:lnTo>
                  <a:pt x="2946965" y="133568"/>
                </a:lnTo>
                <a:lnTo>
                  <a:pt x="2947292" y="133824"/>
                </a:lnTo>
                <a:lnTo>
                  <a:pt x="2947625" y="134068"/>
                </a:lnTo>
                <a:lnTo>
                  <a:pt x="2947965" y="134299"/>
                </a:lnTo>
                <a:lnTo>
                  <a:pt x="2948312" y="134518"/>
                </a:lnTo>
                <a:lnTo>
                  <a:pt x="2948665" y="134724"/>
                </a:lnTo>
                <a:lnTo>
                  <a:pt x="2949024" y="134918"/>
                </a:lnTo>
                <a:lnTo>
                  <a:pt x="2949390" y="135099"/>
                </a:lnTo>
                <a:lnTo>
                  <a:pt x="2949763" y="135268"/>
                </a:lnTo>
                <a:lnTo>
                  <a:pt x="2950142" y="135424"/>
                </a:lnTo>
                <a:lnTo>
                  <a:pt x="2950527" y="135568"/>
                </a:lnTo>
                <a:lnTo>
                  <a:pt x="2950919" y="135699"/>
                </a:lnTo>
                <a:lnTo>
                  <a:pt x="2951318" y="135818"/>
                </a:lnTo>
                <a:lnTo>
                  <a:pt x="2951723" y="135924"/>
                </a:lnTo>
                <a:lnTo>
                  <a:pt x="2952134" y="136018"/>
                </a:lnTo>
                <a:lnTo>
                  <a:pt x="2952552" y="136099"/>
                </a:lnTo>
                <a:lnTo>
                  <a:pt x="2952977" y="136168"/>
                </a:lnTo>
                <a:lnTo>
                  <a:pt x="2953408" y="136224"/>
                </a:lnTo>
                <a:lnTo>
                  <a:pt x="2953845" y="136268"/>
                </a:lnTo>
                <a:lnTo>
                  <a:pt x="2954290" y="136299"/>
                </a:lnTo>
                <a:lnTo>
                  <a:pt x="2954740" y="136318"/>
                </a:lnTo>
                <a:lnTo>
                  <a:pt x="2955197" y="136324"/>
                </a:lnTo>
                <a:lnTo>
                  <a:pt x="2955646" y="136318"/>
                </a:lnTo>
                <a:lnTo>
                  <a:pt x="2956088" y="136299"/>
                </a:lnTo>
                <a:lnTo>
                  <a:pt x="2956524" y="136268"/>
                </a:lnTo>
                <a:lnTo>
                  <a:pt x="2956954" y="136224"/>
                </a:lnTo>
                <a:lnTo>
                  <a:pt x="2957376" y="136168"/>
                </a:lnTo>
                <a:close/>
                <a:moveTo>
                  <a:pt x="3011454" y="136099"/>
                </a:moveTo>
                <a:lnTo>
                  <a:pt x="3011864" y="136018"/>
                </a:lnTo>
                <a:lnTo>
                  <a:pt x="3012268" y="135924"/>
                </a:lnTo>
                <a:lnTo>
                  <a:pt x="3012664" y="135818"/>
                </a:lnTo>
                <a:lnTo>
                  <a:pt x="3013055" y="135699"/>
                </a:lnTo>
                <a:lnTo>
                  <a:pt x="3013438" y="135568"/>
                </a:lnTo>
                <a:lnTo>
                  <a:pt x="3013816" y="135424"/>
                </a:lnTo>
                <a:lnTo>
                  <a:pt x="3014186" y="135268"/>
                </a:lnTo>
                <a:lnTo>
                  <a:pt x="3014551" y="135099"/>
                </a:lnTo>
                <a:lnTo>
                  <a:pt x="3014908" y="134918"/>
                </a:lnTo>
                <a:lnTo>
                  <a:pt x="3015260" y="134724"/>
                </a:lnTo>
                <a:lnTo>
                  <a:pt x="3015604" y="134518"/>
                </a:lnTo>
                <a:lnTo>
                  <a:pt x="3015943" y="134299"/>
                </a:lnTo>
                <a:lnTo>
                  <a:pt x="3016274" y="134068"/>
                </a:lnTo>
                <a:lnTo>
                  <a:pt x="3016600" y="133824"/>
                </a:lnTo>
                <a:lnTo>
                  <a:pt x="3016918" y="133568"/>
                </a:lnTo>
                <a:lnTo>
                  <a:pt x="3017231" y="133299"/>
                </a:lnTo>
                <a:lnTo>
                  <a:pt x="3017536" y="133018"/>
                </a:lnTo>
                <a:lnTo>
                  <a:pt x="3017835" y="132724"/>
                </a:lnTo>
                <a:lnTo>
                  <a:pt x="3018125" y="132421"/>
                </a:lnTo>
                <a:lnTo>
                  <a:pt x="3018403" y="132113"/>
                </a:lnTo>
                <a:lnTo>
                  <a:pt x="3018668" y="131798"/>
                </a:lnTo>
                <a:lnTo>
                  <a:pt x="3018920" y="131479"/>
                </a:lnTo>
                <a:lnTo>
                  <a:pt x="3019161" y="131153"/>
                </a:lnTo>
                <a:lnTo>
                  <a:pt x="3019389" y="130822"/>
                </a:lnTo>
                <a:lnTo>
                  <a:pt x="3019605" y="130485"/>
                </a:lnTo>
                <a:lnTo>
                  <a:pt x="3019808" y="130143"/>
                </a:lnTo>
                <a:lnTo>
                  <a:pt x="3019999" y="129795"/>
                </a:lnTo>
                <a:lnTo>
                  <a:pt x="3020178" y="129441"/>
                </a:lnTo>
                <a:lnTo>
                  <a:pt x="3020345" y="129082"/>
                </a:lnTo>
                <a:lnTo>
                  <a:pt x="3020499" y="128717"/>
                </a:lnTo>
                <a:lnTo>
                  <a:pt x="3020641" y="128346"/>
                </a:lnTo>
                <a:lnTo>
                  <a:pt x="3020770" y="127970"/>
                </a:lnTo>
                <a:lnTo>
                  <a:pt x="3020887" y="127588"/>
                </a:lnTo>
                <a:lnTo>
                  <a:pt x="3020992" y="127200"/>
                </a:lnTo>
                <a:lnTo>
                  <a:pt x="3021084" y="126807"/>
                </a:lnTo>
                <a:lnTo>
                  <a:pt x="3021165" y="126408"/>
                </a:lnTo>
                <a:lnTo>
                  <a:pt x="3021232" y="126003"/>
                </a:lnTo>
                <a:lnTo>
                  <a:pt x="3021288" y="125593"/>
                </a:lnTo>
                <a:lnTo>
                  <a:pt x="3021331" y="125177"/>
                </a:lnTo>
                <a:lnTo>
                  <a:pt x="3021362" y="124755"/>
                </a:lnTo>
                <a:lnTo>
                  <a:pt x="3021380" y="124328"/>
                </a:lnTo>
                <a:lnTo>
                  <a:pt x="3021387" y="123895"/>
                </a:lnTo>
                <a:lnTo>
                  <a:pt x="3021380" y="123447"/>
                </a:lnTo>
                <a:lnTo>
                  <a:pt x="3021362" y="123005"/>
                </a:lnTo>
                <a:lnTo>
                  <a:pt x="3021331" y="122569"/>
                </a:lnTo>
                <a:lnTo>
                  <a:pt x="3021288" y="122140"/>
                </a:lnTo>
                <a:lnTo>
                  <a:pt x="3021232" y="121718"/>
                </a:lnTo>
                <a:lnTo>
                  <a:pt x="3021165" y="121303"/>
                </a:lnTo>
                <a:lnTo>
                  <a:pt x="3021084" y="120894"/>
                </a:lnTo>
                <a:lnTo>
                  <a:pt x="3020992" y="120492"/>
                </a:lnTo>
                <a:lnTo>
                  <a:pt x="3020887" y="120097"/>
                </a:lnTo>
                <a:lnTo>
                  <a:pt x="3020770" y="119708"/>
                </a:lnTo>
                <a:lnTo>
                  <a:pt x="3020641" y="119326"/>
                </a:lnTo>
                <a:lnTo>
                  <a:pt x="3020499" y="118951"/>
                </a:lnTo>
                <a:lnTo>
                  <a:pt x="3020345" y="118582"/>
                </a:lnTo>
                <a:lnTo>
                  <a:pt x="3020178" y="118220"/>
                </a:lnTo>
                <a:lnTo>
                  <a:pt x="3019999" y="117865"/>
                </a:lnTo>
                <a:lnTo>
                  <a:pt x="3019808" y="117517"/>
                </a:lnTo>
                <a:lnTo>
                  <a:pt x="3019605" y="117175"/>
                </a:lnTo>
                <a:lnTo>
                  <a:pt x="3019389" y="116839"/>
                </a:lnTo>
                <a:lnTo>
                  <a:pt x="3019161" y="116511"/>
                </a:lnTo>
                <a:lnTo>
                  <a:pt x="3018920" y="116189"/>
                </a:lnTo>
                <a:lnTo>
                  <a:pt x="3018668" y="115874"/>
                </a:lnTo>
                <a:lnTo>
                  <a:pt x="3018403" y="115565"/>
                </a:lnTo>
                <a:lnTo>
                  <a:pt x="3018125" y="115263"/>
                </a:lnTo>
                <a:lnTo>
                  <a:pt x="3017835" y="114968"/>
                </a:lnTo>
                <a:lnTo>
                  <a:pt x="3017536" y="114683"/>
                </a:lnTo>
                <a:lnTo>
                  <a:pt x="3017231" y="114409"/>
                </a:lnTo>
                <a:lnTo>
                  <a:pt x="3016918" y="114148"/>
                </a:lnTo>
                <a:lnTo>
                  <a:pt x="3016600" y="113898"/>
                </a:lnTo>
                <a:lnTo>
                  <a:pt x="3016274" y="113661"/>
                </a:lnTo>
                <a:lnTo>
                  <a:pt x="3015943" y="113436"/>
                </a:lnTo>
                <a:lnTo>
                  <a:pt x="3015604" y="113223"/>
                </a:lnTo>
                <a:lnTo>
                  <a:pt x="3015260" y="113023"/>
                </a:lnTo>
                <a:lnTo>
                  <a:pt x="3014908" y="112834"/>
                </a:lnTo>
                <a:lnTo>
                  <a:pt x="3014551" y="112658"/>
                </a:lnTo>
                <a:lnTo>
                  <a:pt x="3014186" y="112494"/>
                </a:lnTo>
                <a:lnTo>
                  <a:pt x="3013816" y="112342"/>
                </a:lnTo>
                <a:lnTo>
                  <a:pt x="3013438" y="112202"/>
                </a:lnTo>
                <a:lnTo>
                  <a:pt x="3013055" y="112074"/>
                </a:lnTo>
                <a:lnTo>
                  <a:pt x="3012664" y="111959"/>
                </a:lnTo>
                <a:lnTo>
                  <a:pt x="3012268" y="111856"/>
                </a:lnTo>
                <a:lnTo>
                  <a:pt x="3011864" y="111764"/>
                </a:lnTo>
                <a:lnTo>
                  <a:pt x="3011454" y="111685"/>
                </a:lnTo>
                <a:lnTo>
                  <a:pt x="3011038" y="111618"/>
                </a:lnTo>
                <a:lnTo>
                  <a:pt x="3010615" y="111564"/>
                </a:lnTo>
                <a:lnTo>
                  <a:pt x="3010186" y="111521"/>
                </a:lnTo>
                <a:lnTo>
                  <a:pt x="3009750" y="111491"/>
                </a:lnTo>
                <a:lnTo>
                  <a:pt x="3009308" y="111473"/>
                </a:lnTo>
                <a:lnTo>
                  <a:pt x="3008859" y="111466"/>
                </a:lnTo>
                <a:lnTo>
                  <a:pt x="3008402" y="111473"/>
                </a:lnTo>
                <a:lnTo>
                  <a:pt x="3007951" y="111491"/>
                </a:lnTo>
                <a:lnTo>
                  <a:pt x="3007507" y="111521"/>
                </a:lnTo>
                <a:lnTo>
                  <a:pt x="3007070" y="111564"/>
                </a:lnTo>
                <a:lnTo>
                  <a:pt x="3006639" y="111618"/>
                </a:lnTo>
                <a:lnTo>
                  <a:pt x="3006214" y="111685"/>
                </a:lnTo>
                <a:lnTo>
                  <a:pt x="3005796" y="111764"/>
                </a:lnTo>
                <a:lnTo>
                  <a:pt x="3005384" y="111856"/>
                </a:lnTo>
                <a:lnTo>
                  <a:pt x="3004979" y="111959"/>
                </a:lnTo>
                <a:lnTo>
                  <a:pt x="3004581" y="112074"/>
                </a:lnTo>
                <a:lnTo>
                  <a:pt x="3004189" y="112202"/>
                </a:lnTo>
                <a:lnTo>
                  <a:pt x="3003803" y="112342"/>
                </a:lnTo>
                <a:lnTo>
                  <a:pt x="3003424" y="112494"/>
                </a:lnTo>
                <a:lnTo>
                  <a:pt x="3003052" y="112658"/>
                </a:lnTo>
                <a:lnTo>
                  <a:pt x="3002686" y="112834"/>
                </a:lnTo>
                <a:lnTo>
                  <a:pt x="3002327" y="113023"/>
                </a:lnTo>
                <a:lnTo>
                  <a:pt x="3001974" y="113223"/>
                </a:lnTo>
                <a:lnTo>
                  <a:pt x="3001627" y="113436"/>
                </a:lnTo>
                <a:lnTo>
                  <a:pt x="3001287" y="113661"/>
                </a:lnTo>
                <a:lnTo>
                  <a:pt x="3000954" y="113898"/>
                </a:lnTo>
                <a:lnTo>
                  <a:pt x="3000627" y="114148"/>
                </a:lnTo>
                <a:lnTo>
                  <a:pt x="3000306" y="114409"/>
                </a:lnTo>
                <a:lnTo>
                  <a:pt x="2999993" y="114683"/>
                </a:lnTo>
                <a:lnTo>
                  <a:pt x="2999685" y="114968"/>
                </a:lnTo>
                <a:lnTo>
                  <a:pt x="2999387" y="115263"/>
                </a:lnTo>
                <a:lnTo>
                  <a:pt x="2999102" y="115565"/>
                </a:lnTo>
                <a:lnTo>
                  <a:pt x="2998830" y="115874"/>
                </a:lnTo>
                <a:lnTo>
                  <a:pt x="2998570" y="116189"/>
                </a:lnTo>
                <a:lnTo>
                  <a:pt x="2998323" y="116511"/>
                </a:lnTo>
                <a:lnTo>
                  <a:pt x="2998088" y="116839"/>
                </a:lnTo>
                <a:lnTo>
                  <a:pt x="2997867" y="117175"/>
                </a:lnTo>
                <a:lnTo>
                  <a:pt x="2997657" y="117517"/>
                </a:lnTo>
                <a:lnTo>
                  <a:pt x="2997461" y="117865"/>
                </a:lnTo>
                <a:lnTo>
                  <a:pt x="2997277" y="118220"/>
                </a:lnTo>
                <a:lnTo>
                  <a:pt x="2997106" y="118582"/>
                </a:lnTo>
                <a:lnTo>
                  <a:pt x="2996948" y="118951"/>
                </a:lnTo>
                <a:lnTo>
                  <a:pt x="2996802" y="119326"/>
                </a:lnTo>
                <a:lnTo>
                  <a:pt x="2996669" y="119708"/>
                </a:lnTo>
                <a:lnTo>
                  <a:pt x="2996549" y="120097"/>
                </a:lnTo>
                <a:lnTo>
                  <a:pt x="2996441" y="120492"/>
                </a:lnTo>
                <a:lnTo>
                  <a:pt x="2996346" y="120894"/>
                </a:lnTo>
                <a:lnTo>
                  <a:pt x="2996263" y="121303"/>
                </a:lnTo>
                <a:lnTo>
                  <a:pt x="2996194" y="121718"/>
                </a:lnTo>
                <a:lnTo>
                  <a:pt x="2996137" y="122140"/>
                </a:lnTo>
                <a:lnTo>
                  <a:pt x="2996092" y="122569"/>
                </a:lnTo>
                <a:lnTo>
                  <a:pt x="2996061" y="123005"/>
                </a:lnTo>
                <a:lnTo>
                  <a:pt x="2996042" y="123447"/>
                </a:lnTo>
                <a:lnTo>
                  <a:pt x="2996035" y="123895"/>
                </a:lnTo>
                <a:lnTo>
                  <a:pt x="2996042" y="124328"/>
                </a:lnTo>
                <a:lnTo>
                  <a:pt x="2996061" y="124755"/>
                </a:lnTo>
                <a:lnTo>
                  <a:pt x="2996092" y="125177"/>
                </a:lnTo>
                <a:lnTo>
                  <a:pt x="2996137" y="125593"/>
                </a:lnTo>
                <a:lnTo>
                  <a:pt x="2996194" y="126003"/>
                </a:lnTo>
                <a:lnTo>
                  <a:pt x="2996263" y="126408"/>
                </a:lnTo>
                <a:lnTo>
                  <a:pt x="2996346" y="126807"/>
                </a:lnTo>
                <a:lnTo>
                  <a:pt x="2996441" y="127200"/>
                </a:lnTo>
                <a:lnTo>
                  <a:pt x="2996549" y="127588"/>
                </a:lnTo>
                <a:lnTo>
                  <a:pt x="2996669" y="127970"/>
                </a:lnTo>
                <a:lnTo>
                  <a:pt x="2996802" y="128346"/>
                </a:lnTo>
                <a:lnTo>
                  <a:pt x="2996948" y="128717"/>
                </a:lnTo>
                <a:lnTo>
                  <a:pt x="2997106" y="129082"/>
                </a:lnTo>
                <a:lnTo>
                  <a:pt x="2997277" y="129441"/>
                </a:lnTo>
                <a:lnTo>
                  <a:pt x="2997461" y="129795"/>
                </a:lnTo>
                <a:lnTo>
                  <a:pt x="2997657" y="130143"/>
                </a:lnTo>
                <a:lnTo>
                  <a:pt x="2997867" y="130485"/>
                </a:lnTo>
                <a:lnTo>
                  <a:pt x="2998088" y="130822"/>
                </a:lnTo>
                <a:lnTo>
                  <a:pt x="2998323" y="131153"/>
                </a:lnTo>
                <a:lnTo>
                  <a:pt x="2998570" y="131479"/>
                </a:lnTo>
                <a:lnTo>
                  <a:pt x="2998830" y="131798"/>
                </a:lnTo>
                <a:lnTo>
                  <a:pt x="2999102" y="132113"/>
                </a:lnTo>
                <a:lnTo>
                  <a:pt x="2999387" y="132421"/>
                </a:lnTo>
                <a:lnTo>
                  <a:pt x="2999685" y="132724"/>
                </a:lnTo>
                <a:lnTo>
                  <a:pt x="2999993" y="133018"/>
                </a:lnTo>
                <a:lnTo>
                  <a:pt x="3000306" y="133299"/>
                </a:lnTo>
                <a:lnTo>
                  <a:pt x="3000627" y="133568"/>
                </a:lnTo>
                <a:lnTo>
                  <a:pt x="3000954" y="133824"/>
                </a:lnTo>
                <a:lnTo>
                  <a:pt x="3001287" y="134068"/>
                </a:lnTo>
                <a:lnTo>
                  <a:pt x="3001627" y="134299"/>
                </a:lnTo>
                <a:lnTo>
                  <a:pt x="3001974" y="134518"/>
                </a:lnTo>
                <a:lnTo>
                  <a:pt x="3002327" y="134724"/>
                </a:lnTo>
                <a:lnTo>
                  <a:pt x="3002686" y="134918"/>
                </a:lnTo>
                <a:lnTo>
                  <a:pt x="3003052" y="135099"/>
                </a:lnTo>
                <a:lnTo>
                  <a:pt x="3003424" y="135268"/>
                </a:lnTo>
                <a:lnTo>
                  <a:pt x="3003803" y="135424"/>
                </a:lnTo>
                <a:lnTo>
                  <a:pt x="3004189" y="135568"/>
                </a:lnTo>
                <a:lnTo>
                  <a:pt x="3004581" y="135699"/>
                </a:lnTo>
                <a:lnTo>
                  <a:pt x="3004979" y="135818"/>
                </a:lnTo>
                <a:lnTo>
                  <a:pt x="3005384" y="135924"/>
                </a:lnTo>
                <a:lnTo>
                  <a:pt x="3005796" y="136018"/>
                </a:lnTo>
                <a:lnTo>
                  <a:pt x="3006214" y="136099"/>
                </a:lnTo>
                <a:lnTo>
                  <a:pt x="3006639" y="136168"/>
                </a:lnTo>
                <a:lnTo>
                  <a:pt x="3007070" y="136224"/>
                </a:lnTo>
                <a:lnTo>
                  <a:pt x="3007507" y="136268"/>
                </a:lnTo>
                <a:lnTo>
                  <a:pt x="3007951" y="136299"/>
                </a:lnTo>
                <a:lnTo>
                  <a:pt x="3008402" y="136318"/>
                </a:lnTo>
                <a:lnTo>
                  <a:pt x="3008859" y="136324"/>
                </a:lnTo>
                <a:lnTo>
                  <a:pt x="3009308" y="136318"/>
                </a:lnTo>
                <a:lnTo>
                  <a:pt x="3009750" y="136299"/>
                </a:lnTo>
                <a:lnTo>
                  <a:pt x="3010186" y="136268"/>
                </a:lnTo>
                <a:lnTo>
                  <a:pt x="3010615" y="136224"/>
                </a:lnTo>
                <a:lnTo>
                  <a:pt x="3011038" y="136168"/>
                </a:lnTo>
                <a:lnTo>
                  <a:pt x="3011454" y="13609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FBF52-2DFB-4E31-BC5C-A4DB2BA52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6055" y="7019900"/>
            <a:ext cx="3493842" cy="920844"/>
          </a:xfrm>
          <a:custGeom xmlns:a="http://schemas.openxmlformats.org/drawingml/2006/main">
            <a:pathLst>
              <a:path w="3493842" h="920844">
                <a:moveTo>
                  <a:pt x="0" y="153460"/>
                </a:moveTo>
                <a:cubicBezTo>
                  <a:pt x="0" y="68700"/>
                  <a:pt x="68700" y="0"/>
                  <a:pt x="153460" y="0"/>
                </a:cubicBezTo>
                <a:lnTo>
                  <a:pt x="3340298" y="0"/>
                </a:lnTo>
                <a:cubicBezTo>
                  <a:pt x="3425058" y="0"/>
                  <a:pt x="3493842" y="68700"/>
                  <a:pt x="3493842" y="153460"/>
                </a:cubicBezTo>
                <a:lnTo>
                  <a:pt x="3493842" y="767384"/>
                </a:lnTo>
                <a:cubicBezTo>
                  <a:pt x="3493842" y="852144"/>
                  <a:pt x="3425058" y="920844"/>
                  <a:pt x="3340298" y="920844"/>
                </a:cubicBezTo>
                <a:lnTo>
                  <a:pt x="153460" y="920844"/>
                </a:lnTo>
                <a:cubicBezTo>
                  <a:pt x="68700" y="920844"/>
                  <a:pt x="0" y="852144"/>
                  <a:pt x="0" y="767384"/>
                </a:cubicBezTo>
                <a:lnTo>
                  <a:pt x="0" y="15346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97A9D-33C9-4C8C-A789-F271BCE13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6055" y="7019900"/>
            <a:ext cx="3493842" cy="920844"/>
          </a:xfrm>
          <a:custGeom xmlns:a="http://schemas.openxmlformats.org/drawingml/2006/main">
            <a:pathLst>
              <a:path w="3493842" h="920844" fill="none">
                <a:moveTo>
                  <a:pt x="0" y="153460"/>
                </a:moveTo>
                <a:cubicBezTo>
                  <a:pt x="0" y="68700"/>
                  <a:pt x="68700" y="0"/>
                  <a:pt x="153460" y="0"/>
                </a:cubicBezTo>
                <a:lnTo>
                  <a:pt x="3340298" y="0"/>
                </a:lnTo>
                <a:cubicBezTo>
                  <a:pt x="3425058" y="0"/>
                  <a:pt x="3493842" y="68700"/>
                  <a:pt x="3493842" y="153460"/>
                </a:cubicBezTo>
                <a:lnTo>
                  <a:pt x="3493842" y="767384"/>
                </a:lnTo>
                <a:cubicBezTo>
                  <a:pt x="3493842" y="852144"/>
                  <a:pt x="3425058" y="920844"/>
                  <a:pt x="3340298" y="920844"/>
                </a:cubicBezTo>
                <a:lnTo>
                  <a:pt x="153460" y="920844"/>
                </a:lnTo>
                <a:cubicBezTo>
                  <a:pt x="68700" y="920844"/>
                  <a:pt x="0" y="852144"/>
                  <a:pt x="0" y="767384"/>
                </a:cubicBezTo>
                <a:lnTo>
                  <a:pt x="0" y="15346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  <p:sp>
        <p:nvSpPr>
          <p:cNvPr id="126" name="Text Now,Ineedtothinkaboutwhether">
            <a:extLst xmlns:a="http://schemas.openxmlformats.org/drawingml/2006/main">
              <a:ext uri="{FF2B5EF4-FFF2-40B4-BE49-F238E27FC236}">
                <a16:creationId xmlns:a16="http://schemas.microsoft.com/office/drawing/2014/main" id="{9011D60B-928E-448E-9FAD-B6BD60C37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3170" y="7163167"/>
            <a:ext cx="2996468" cy="162761"/>
          </a:xfrm>
          <a:custGeom xmlns:a="http://schemas.openxmlformats.org/drawingml/2006/main">
            <a:pathLst>
              <a:path w="2996468" h="162761">
                <a:moveTo>
                  <a:pt x="107817" y="136324"/>
                </a:moveTo>
                <a:lnTo>
                  <a:pt x="107817" y="3551"/>
                </a:lnTo>
                <a:lnTo>
                  <a:pt x="90949" y="3551"/>
                </a:lnTo>
                <a:lnTo>
                  <a:pt x="90949" y="109198"/>
                </a:lnTo>
                <a:lnTo>
                  <a:pt x="18150" y="3551"/>
                </a:lnTo>
                <a:lnTo>
                  <a:pt x="0" y="3551"/>
                </a:lnTo>
                <a:lnTo>
                  <a:pt x="0" y="136324"/>
                </a:lnTo>
                <a:lnTo>
                  <a:pt x="16769" y="136324"/>
                </a:lnTo>
                <a:lnTo>
                  <a:pt x="16769" y="30481"/>
                </a:lnTo>
                <a:lnTo>
                  <a:pt x="89666" y="136324"/>
                </a:lnTo>
                <a:lnTo>
                  <a:pt x="107817" y="136324"/>
                </a:lnTo>
                <a:close/>
                <a:moveTo>
                  <a:pt x="504221" y="136324"/>
                </a:moveTo>
                <a:lnTo>
                  <a:pt x="504221" y="3551"/>
                </a:lnTo>
                <a:lnTo>
                  <a:pt x="486466" y="3551"/>
                </a:lnTo>
                <a:lnTo>
                  <a:pt x="486466" y="136324"/>
                </a:lnTo>
                <a:lnTo>
                  <a:pt x="504221" y="136324"/>
                </a:lnTo>
                <a:close/>
                <a:moveTo>
                  <a:pt x="1355749" y="64116"/>
                </a:moveTo>
                <a:lnTo>
                  <a:pt x="1356153" y="63624"/>
                </a:lnTo>
                <a:lnTo>
                  <a:pt x="1356568" y="63135"/>
                </a:lnTo>
                <a:lnTo>
                  <a:pt x="1356993" y="62650"/>
                </a:lnTo>
                <a:lnTo>
                  <a:pt x="1357427" y="62168"/>
                </a:lnTo>
                <a:lnTo>
                  <a:pt x="1357871" y="61689"/>
                </a:lnTo>
                <a:lnTo>
                  <a:pt x="1358326" y="61214"/>
                </a:lnTo>
                <a:lnTo>
                  <a:pt x="1358790" y="60743"/>
                </a:lnTo>
                <a:lnTo>
                  <a:pt x="1359264" y="60274"/>
                </a:lnTo>
                <a:lnTo>
                  <a:pt x="1359748" y="59809"/>
                </a:lnTo>
                <a:lnTo>
                  <a:pt x="1360242" y="59348"/>
                </a:lnTo>
                <a:lnTo>
                  <a:pt x="1360746" y="58889"/>
                </a:lnTo>
                <a:lnTo>
                  <a:pt x="1361260" y="58435"/>
                </a:lnTo>
                <a:lnTo>
                  <a:pt x="1361784" y="57983"/>
                </a:lnTo>
                <a:lnTo>
                  <a:pt x="1362318" y="57535"/>
                </a:lnTo>
                <a:lnTo>
                  <a:pt x="1362862" y="57091"/>
                </a:lnTo>
                <a:lnTo>
                  <a:pt x="1363415" y="56649"/>
                </a:lnTo>
                <a:lnTo>
                  <a:pt x="1363979" y="56211"/>
                </a:lnTo>
                <a:lnTo>
                  <a:pt x="1364553" y="55777"/>
                </a:lnTo>
                <a:lnTo>
                  <a:pt x="1365136" y="55346"/>
                </a:lnTo>
                <a:lnTo>
                  <a:pt x="1365729" y="54918"/>
                </a:lnTo>
                <a:lnTo>
                  <a:pt x="1366333" y="54494"/>
                </a:lnTo>
                <a:lnTo>
                  <a:pt x="1366947" y="54080"/>
                </a:lnTo>
                <a:lnTo>
                  <a:pt x="1367573" y="53684"/>
                </a:lnTo>
                <a:lnTo>
                  <a:pt x="1368212" y="53305"/>
                </a:lnTo>
                <a:lnTo>
                  <a:pt x="1368862" y="52944"/>
                </a:lnTo>
                <a:lnTo>
                  <a:pt x="1369524" y="52600"/>
                </a:lnTo>
                <a:lnTo>
                  <a:pt x="1370198" y="52274"/>
                </a:lnTo>
                <a:lnTo>
                  <a:pt x="1370885" y="51966"/>
                </a:lnTo>
                <a:lnTo>
                  <a:pt x="1371583" y="51675"/>
                </a:lnTo>
                <a:lnTo>
                  <a:pt x="1372293" y="51402"/>
                </a:lnTo>
                <a:lnTo>
                  <a:pt x="1373015" y="51147"/>
                </a:lnTo>
                <a:lnTo>
                  <a:pt x="1373749" y="50909"/>
                </a:lnTo>
                <a:lnTo>
                  <a:pt x="1374495" y="50689"/>
                </a:lnTo>
                <a:lnTo>
                  <a:pt x="1375254" y="50486"/>
                </a:lnTo>
                <a:lnTo>
                  <a:pt x="1376024" y="50301"/>
                </a:lnTo>
                <a:lnTo>
                  <a:pt x="1376806" y="50134"/>
                </a:lnTo>
                <a:lnTo>
                  <a:pt x="1377600" y="49984"/>
                </a:lnTo>
                <a:lnTo>
                  <a:pt x="1378406" y="49852"/>
                </a:lnTo>
                <a:lnTo>
                  <a:pt x="1379224" y="49737"/>
                </a:lnTo>
                <a:lnTo>
                  <a:pt x="1380054" y="49640"/>
                </a:lnTo>
                <a:lnTo>
                  <a:pt x="1380896" y="49561"/>
                </a:lnTo>
                <a:lnTo>
                  <a:pt x="1381750" y="49499"/>
                </a:lnTo>
                <a:lnTo>
                  <a:pt x="1382616" y="49455"/>
                </a:lnTo>
                <a:lnTo>
                  <a:pt x="1383494" y="49429"/>
                </a:lnTo>
                <a:lnTo>
                  <a:pt x="1384384" y="49420"/>
                </a:lnTo>
                <a:lnTo>
                  <a:pt x="1384979" y="49426"/>
                </a:lnTo>
                <a:lnTo>
                  <a:pt x="1385561" y="49442"/>
                </a:lnTo>
                <a:lnTo>
                  <a:pt x="1386132" y="49471"/>
                </a:lnTo>
                <a:lnTo>
                  <a:pt x="1386692" y="49510"/>
                </a:lnTo>
                <a:lnTo>
                  <a:pt x="1387239" y="49560"/>
                </a:lnTo>
                <a:lnTo>
                  <a:pt x="1387775" y="49622"/>
                </a:lnTo>
                <a:lnTo>
                  <a:pt x="1388300" y="49695"/>
                </a:lnTo>
                <a:lnTo>
                  <a:pt x="1388812" y="49779"/>
                </a:lnTo>
                <a:lnTo>
                  <a:pt x="1389313" y="49874"/>
                </a:lnTo>
                <a:lnTo>
                  <a:pt x="1389803" y="49980"/>
                </a:lnTo>
                <a:lnTo>
                  <a:pt x="1390281" y="50098"/>
                </a:lnTo>
                <a:lnTo>
                  <a:pt x="1390747" y="50227"/>
                </a:lnTo>
                <a:lnTo>
                  <a:pt x="1391201" y="50367"/>
                </a:lnTo>
                <a:lnTo>
                  <a:pt x="1391644" y="50518"/>
                </a:lnTo>
                <a:lnTo>
                  <a:pt x="1392075" y="50681"/>
                </a:lnTo>
                <a:lnTo>
                  <a:pt x="1392495" y="50855"/>
                </a:lnTo>
                <a:lnTo>
                  <a:pt x="1392903" y="51039"/>
                </a:lnTo>
                <a:lnTo>
                  <a:pt x="1393299" y="51236"/>
                </a:lnTo>
                <a:lnTo>
                  <a:pt x="1393684" y="51443"/>
                </a:lnTo>
                <a:lnTo>
                  <a:pt x="1394057" y="51661"/>
                </a:lnTo>
                <a:lnTo>
                  <a:pt x="1394418" y="51891"/>
                </a:lnTo>
                <a:lnTo>
                  <a:pt x="1394768" y="52132"/>
                </a:lnTo>
                <a:lnTo>
                  <a:pt x="1395106" y="52384"/>
                </a:lnTo>
                <a:lnTo>
                  <a:pt x="1395432" y="52648"/>
                </a:lnTo>
                <a:lnTo>
                  <a:pt x="1395749" y="52921"/>
                </a:lnTo>
                <a:lnTo>
                  <a:pt x="1396057" y="53202"/>
                </a:lnTo>
                <a:lnTo>
                  <a:pt x="1396356" y="53492"/>
                </a:lnTo>
                <a:lnTo>
                  <a:pt x="1396648" y="53790"/>
                </a:lnTo>
                <a:lnTo>
                  <a:pt x="1396930" y="54097"/>
                </a:lnTo>
                <a:lnTo>
                  <a:pt x="1397205" y="54412"/>
                </a:lnTo>
                <a:lnTo>
                  <a:pt x="1397471" y="54735"/>
                </a:lnTo>
                <a:lnTo>
                  <a:pt x="1397729" y="55067"/>
                </a:lnTo>
                <a:lnTo>
                  <a:pt x="1397978" y="55407"/>
                </a:lnTo>
                <a:lnTo>
                  <a:pt x="1398219" y="55756"/>
                </a:lnTo>
                <a:lnTo>
                  <a:pt x="1398451" y="56112"/>
                </a:lnTo>
                <a:lnTo>
                  <a:pt x="1398675" y="56478"/>
                </a:lnTo>
                <a:lnTo>
                  <a:pt x="1398891" y="56851"/>
                </a:lnTo>
                <a:lnTo>
                  <a:pt x="1399098" y="57233"/>
                </a:lnTo>
                <a:lnTo>
                  <a:pt x="1399297" y="57624"/>
                </a:lnTo>
                <a:lnTo>
                  <a:pt x="1399488" y="58022"/>
                </a:lnTo>
                <a:lnTo>
                  <a:pt x="1399670" y="58429"/>
                </a:lnTo>
                <a:lnTo>
                  <a:pt x="1399844" y="58845"/>
                </a:lnTo>
                <a:lnTo>
                  <a:pt x="1400009" y="59269"/>
                </a:lnTo>
                <a:lnTo>
                  <a:pt x="1400166" y="59701"/>
                </a:lnTo>
                <a:lnTo>
                  <a:pt x="1400314" y="60141"/>
                </a:lnTo>
                <a:lnTo>
                  <a:pt x="1400455" y="60590"/>
                </a:lnTo>
                <a:lnTo>
                  <a:pt x="1400586" y="61047"/>
                </a:lnTo>
                <a:lnTo>
                  <a:pt x="1400710" y="61513"/>
                </a:lnTo>
                <a:lnTo>
                  <a:pt x="1400827" y="61985"/>
                </a:lnTo>
                <a:lnTo>
                  <a:pt x="1400938" y="62463"/>
                </a:lnTo>
                <a:lnTo>
                  <a:pt x="1401045" y="62946"/>
                </a:lnTo>
                <a:lnTo>
                  <a:pt x="1401147" y="63434"/>
                </a:lnTo>
                <a:lnTo>
                  <a:pt x="1401244" y="63928"/>
                </a:lnTo>
                <a:lnTo>
                  <a:pt x="1401336" y="64427"/>
                </a:lnTo>
                <a:lnTo>
                  <a:pt x="1401423" y="64931"/>
                </a:lnTo>
                <a:lnTo>
                  <a:pt x="1401504" y="65441"/>
                </a:lnTo>
                <a:lnTo>
                  <a:pt x="1401581" y="65956"/>
                </a:lnTo>
                <a:lnTo>
                  <a:pt x="1401653" y="66476"/>
                </a:lnTo>
                <a:lnTo>
                  <a:pt x="1401720" y="67002"/>
                </a:lnTo>
                <a:lnTo>
                  <a:pt x="1401783" y="67533"/>
                </a:lnTo>
                <a:lnTo>
                  <a:pt x="1401840" y="68070"/>
                </a:lnTo>
                <a:lnTo>
                  <a:pt x="1401892" y="68612"/>
                </a:lnTo>
                <a:lnTo>
                  <a:pt x="1401939" y="69159"/>
                </a:lnTo>
                <a:lnTo>
                  <a:pt x="1401981" y="69711"/>
                </a:lnTo>
                <a:lnTo>
                  <a:pt x="1402018" y="70269"/>
                </a:lnTo>
                <a:lnTo>
                  <a:pt x="1402051" y="70833"/>
                </a:lnTo>
                <a:lnTo>
                  <a:pt x="1402078" y="71401"/>
                </a:lnTo>
                <a:lnTo>
                  <a:pt x="1402100" y="71975"/>
                </a:lnTo>
                <a:lnTo>
                  <a:pt x="1402118" y="72554"/>
                </a:lnTo>
                <a:lnTo>
                  <a:pt x="1402130" y="73139"/>
                </a:lnTo>
                <a:lnTo>
                  <a:pt x="1402138" y="73729"/>
                </a:lnTo>
                <a:lnTo>
                  <a:pt x="1402140" y="74324"/>
                </a:lnTo>
                <a:lnTo>
                  <a:pt x="1402140" y="136324"/>
                </a:lnTo>
                <a:lnTo>
                  <a:pt x="1418614" y="136324"/>
                </a:lnTo>
                <a:lnTo>
                  <a:pt x="1418614" y="72308"/>
                </a:lnTo>
                <a:lnTo>
                  <a:pt x="1418601" y="70861"/>
                </a:lnTo>
                <a:lnTo>
                  <a:pt x="1418565" y="69441"/>
                </a:lnTo>
                <a:lnTo>
                  <a:pt x="1418503" y="68049"/>
                </a:lnTo>
                <a:lnTo>
                  <a:pt x="1418418" y="66685"/>
                </a:lnTo>
                <a:lnTo>
                  <a:pt x="1418307" y="65348"/>
                </a:lnTo>
                <a:lnTo>
                  <a:pt x="1418173" y="64038"/>
                </a:lnTo>
                <a:lnTo>
                  <a:pt x="1418014" y="62757"/>
                </a:lnTo>
                <a:lnTo>
                  <a:pt x="1417830" y="61503"/>
                </a:lnTo>
                <a:lnTo>
                  <a:pt x="1417622" y="60276"/>
                </a:lnTo>
                <a:lnTo>
                  <a:pt x="1417389" y="59078"/>
                </a:lnTo>
                <a:lnTo>
                  <a:pt x="1417132" y="57906"/>
                </a:lnTo>
                <a:lnTo>
                  <a:pt x="1416850" y="56763"/>
                </a:lnTo>
                <a:lnTo>
                  <a:pt x="1416544" y="55647"/>
                </a:lnTo>
                <a:lnTo>
                  <a:pt x="1416214" y="54558"/>
                </a:lnTo>
                <a:lnTo>
                  <a:pt x="1415858" y="53498"/>
                </a:lnTo>
                <a:lnTo>
                  <a:pt x="1415479" y="52465"/>
                </a:lnTo>
                <a:lnTo>
                  <a:pt x="1415075" y="51459"/>
                </a:lnTo>
                <a:lnTo>
                  <a:pt x="1414646" y="50481"/>
                </a:lnTo>
                <a:lnTo>
                  <a:pt x="1414193" y="49531"/>
                </a:lnTo>
                <a:lnTo>
                  <a:pt x="1413716" y="48608"/>
                </a:lnTo>
                <a:lnTo>
                  <a:pt x="1413214" y="47713"/>
                </a:lnTo>
                <a:lnTo>
                  <a:pt x="1412687" y="46846"/>
                </a:lnTo>
                <a:lnTo>
                  <a:pt x="1412136" y="46006"/>
                </a:lnTo>
                <a:lnTo>
                  <a:pt x="1411561" y="45194"/>
                </a:lnTo>
                <a:lnTo>
                  <a:pt x="1410957" y="44412"/>
                </a:lnTo>
                <a:lnTo>
                  <a:pt x="1410322" y="43663"/>
                </a:lnTo>
                <a:lnTo>
                  <a:pt x="1409655" y="42948"/>
                </a:lnTo>
                <a:lnTo>
                  <a:pt x="1408956" y="42265"/>
                </a:lnTo>
                <a:lnTo>
                  <a:pt x="1408226" y="41617"/>
                </a:lnTo>
                <a:lnTo>
                  <a:pt x="1407464" y="41001"/>
                </a:lnTo>
                <a:lnTo>
                  <a:pt x="1406670" y="40419"/>
                </a:lnTo>
                <a:lnTo>
                  <a:pt x="1405845" y="39870"/>
                </a:lnTo>
                <a:lnTo>
                  <a:pt x="1404988" y="39354"/>
                </a:lnTo>
                <a:lnTo>
                  <a:pt x="1404099" y="38871"/>
                </a:lnTo>
                <a:lnTo>
                  <a:pt x="1403179" y="38422"/>
                </a:lnTo>
                <a:lnTo>
                  <a:pt x="1402226" y="38006"/>
                </a:lnTo>
                <a:lnTo>
                  <a:pt x="1401243" y="37623"/>
                </a:lnTo>
                <a:lnTo>
                  <a:pt x="1400227" y="37274"/>
                </a:lnTo>
                <a:lnTo>
                  <a:pt x="1399180" y="36958"/>
                </a:lnTo>
                <a:lnTo>
                  <a:pt x="1398101" y="36675"/>
                </a:lnTo>
                <a:lnTo>
                  <a:pt x="1396991" y="36425"/>
                </a:lnTo>
                <a:lnTo>
                  <a:pt x="1395849" y="36209"/>
                </a:lnTo>
                <a:lnTo>
                  <a:pt x="1394675" y="36026"/>
                </a:lnTo>
                <a:lnTo>
                  <a:pt x="1393469" y="35876"/>
                </a:lnTo>
                <a:lnTo>
                  <a:pt x="1392232" y="35760"/>
                </a:lnTo>
                <a:lnTo>
                  <a:pt x="1390963" y="35677"/>
                </a:lnTo>
                <a:lnTo>
                  <a:pt x="1389662" y="35627"/>
                </a:lnTo>
                <a:lnTo>
                  <a:pt x="1388330" y="35610"/>
                </a:lnTo>
                <a:lnTo>
                  <a:pt x="1387269" y="35619"/>
                </a:lnTo>
                <a:lnTo>
                  <a:pt x="1386224" y="35646"/>
                </a:lnTo>
                <a:lnTo>
                  <a:pt x="1385195" y="35691"/>
                </a:lnTo>
                <a:lnTo>
                  <a:pt x="1384182" y="35754"/>
                </a:lnTo>
                <a:lnTo>
                  <a:pt x="1383184" y="35835"/>
                </a:lnTo>
                <a:lnTo>
                  <a:pt x="1382202" y="35934"/>
                </a:lnTo>
                <a:lnTo>
                  <a:pt x="1381236" y="36051"/>
                </a:lnTo>
                <a:lnTo>
                  <a:pt x="1380285" y="36185"/>
                </a:lnTo>
                <a:lnTo>
                  <a:pt x="1379351" y="36338"/>
                </a:lnTo>
                <a:lnTo>
                  <a:pt x="1378432" y="36509"/>
                </a:lnTo>
                <a:lnTo>
                  <a:pt x="1377528" y="36698"/>
                </a:lnTo>
                <a:lnTo>
                  <a:pt x="1376641" y="36905"/>
                </a:lnTo>
                <a:lnTo>
                  <a:pt x="1375769" y="37130"/>
                </a:lnTo>
                <a:lnTo>
                  <a:pt x="1374913" y="37372"/>
                </a:lnTo>
                <a:lnTo>
                  <a:pt x="1374073" y="37633"/>
                </a:lnTo>
                <a:lnTo>
                  <a:pt x="1373249" y="37912"/>
                </a:lnTo>
                <a:lnTo>
                  <a:pt x="1372440" y="38208"/>
                </a:lnTo>
                <a:lnTo>
                  <a:pt x="1371647" y="38523"/>
                </a:lnTo>
                <a:lnTo>
                  <a:pt x="1370870" y="38856"/>
                </a:lnTo>
                <a:lnTo>
                  <a:pt x="1370109" y="39206"/>
                </a:lnTo>
                <a:lnTo>
                  <a:pt x="1369363" y="39575"/>
                </a:lnTo>
                <a:lnTo>
                  <a:pt x="1368633" y="39962"/>
                </a:lnTo>
                <a:lnTo>
                  <a:pt x="1367919" y="40366"/>
                </a:lnTo>
                <a:lnTo>
                  <a:pt x="1367221" y="40789"/>
                </a:lnTo>
                <a:lnTo>
                  <a:pt x="1366537" y="41222"/>
                </a:lnTo>
                <a:lnTo>
                  <a:pt x="1365866" y="41656"/>
                </a:lnTo>
                <a:lnTo>
                  <a:pt x="1365209" y="42094"/>
                </a:lnTo>
                <a:lnTo>
                  <a:pt x="1364565" y="42533"/>
                </a:lnTo>
                <a:lnTo>
                  <a:pt x="1363935" y="42974"/>
                </a:lnTo>
                <a:lnTo>
                  <a:pt x="1363318" y="43418"/>
                </a:lnTo>
                <a:lnTo>
                  <a:pt x="1362714" y="43864"/>
                </a:lnTo>
                <a:lnTo>
                  <a:pt x="1362124" y="44313"/>
                </a:lnTo>
                <a:lnTo>
                  <a:pt x="1361547" y="44763"/>
                </a:lnTo>
                <a:lnTo>
                  <a:pt x="1360983" y="45216"/>
                </a:lnTo>
                <a:lnTo>
                  <a:pt x="1360433" y="45671"/>
                </a:lnTo>
                <a:lnTo>
                  <a:pt x="1359896" y="46128"/>
                </a:lnTo>
                <a:lnTo>
                  <a:pt x="1359373" y="46587"/>
                </a:lnTo>
                <a:lnTo>
                  <a:pt x="1358863" y="47049"/>
                </a:lnTo>
                <a:lnTo>
                  <a:pt x="1358366" y="47513"/>
                </a:lnTo>
                <a:lnTo>
                  <a:pt x="1357882" y="47979"/>
                </a:lnTo>
                <a:lnTo>
                  <a:pt x="1357412" y="48447"/>
                </a:lnTo>
                <a:lnTo>
                  <a:pt x="1356956" y="48918"/>
                </a:lnTo>
                <a:lnTo>
                  <a:pt x="1356512" y="49390"/>
                </a:lnTo>
                <a:lnTo>
                  <a:pt x="1356082" y="49865"/>
                </a:lnTo>
                <a:lnTo>
                  <a:pt x="1355665" y="50343"/>
                </a:lnTo>
                <a:lnTo>
                  <a:pt x="1355262" y="50822"/>
                </a:lnTo>
                <a:lnTo>
                  <a:pt x="1354872" y="51304"/>
                </a:lnTo>
                <a:lnTo>
                  <a:pt x="1354496" y="51788"/>
                </a:lnTo>
                <a:lnTo>
                  <a:pt x="1354496" y="3551"/>
                </a:lnTo>
                <a:lnTo>
                  <a:pt x="1338121" y="3551"/>
                </a:lnTo>
                <a:lnTo>
                  <a:pt x="1338121" y="136324"/>
                </a:lnTo>
                <a:lnTo>
                  <a:pt x="1354594" y="136324"/>
                </a:lnTo>
                <a:lnTo>
                  <a:pt x="1354594" y="65613"/>
                </a:lnTo>
                <a:lnTo>
                  <a:pt x="1354969" y="65111"/>
                </a:lnTo>
                <a:lnTo>
                  <a:pt x="1355354" y="64612"/>
                </a:lnTo>
                <a:lnTo>
                  <a:pt x="1355749" y="64116"/>
                </a:lnTo>
                <a:close/>
                <a:moveTo>
                  <a:pt x="939243" y="137909"/>
                </a:moveTo>
                <a:lnTo>
                  <a:pt x="940100" y="137826"/>
                </a:lnTo>
                <a:lnTo>
                  <a:pt x="940948" y="137727"/>
                </a:lnTo>
                <a:lnTo>
                  <a:pt x="941786" y="137612"/>
                </a:lnTo>
                <a:lnTo>
                  <a:pt x="942614" y="137483"/>
                </a:lnTo>
                <a:lnTo>
                  <a:pt x="943432" y="137338"/>
                </a:lnTo>
                <a:lnTo>
                  <a:pt x="944240" y="137178"/>
                </a:lnTo>
                <a:lnTo>
                  <a:pt x="945039" y="137003"/>
                </a:lnTo>
                <a:lnTo>
                  <a:pt x="945827" y="136812"/>
                </a:lnTo>
                <a:lnTo>
                  <a:pt x="946605" y="136606"/>
                </a:lnTo>
                <a:lnTo>
                  <a:pt x="947374" y="136385"/>
                </a:lnTo>
                <a:lnTo>
                  <a:pt x="948132" y="136149"/>
                </a:lnTo>
                <a:lnTo>
                  <a:pt x="948881" y="135898"/>
                </a:lnTo>
                <a:lnTo>
                  <a:pt x="949619" y="135631"/>
                </a:lnTo>
                <a:lnTo>
                  <a:pt x="950348" y="135349"/>
                </a:lnTo>
                <a:lnTo>
                  <a:pt x="951067" y="135052"/>
                </a:lnTo>
                <a:lnTo>
                  <a:pt x="951776" y="134739"/>
                </a:lnTo>
                <a:lnTo>
                  <a:pt x="952475" y="134412"/>
                </a:lnTo>
                <a:lnTo>
                  <a:pt x="953164" y="134069"/>
                </a:lnTo>
                <a:lnTo>
                  <a:pt x="953843" y="133710"/>
                </a:lnTo>
                <a:lnTo>
                  <a:pt x="954511" y="133340"/>
                </a:lnTo>
                <a:lnTo>
                  <a:pt x="955170" y="132961"/>
                </a:lnTo>
                <a:lnTo>
                  <a:pt x="955819" y="132572"/>
                </a:lnTo>
                <a:lnTo>
                  <a:pt x="956457" y="132175"/>
                </a:lnTo>
                <a:lnTo>
                  <a:pt x="957084" y="131768"/>
                </a:lnTo>
                <a:lnTo>
                  <a:pt x="957702" y="131352"/>
                </a:lnTo>
                <a:lnTo>
                  <a:pt x="958309" y="130927"/>
                </a:lnTo>
                <a:lnTo>
                  <a:pt x="958906" y="130494"/>
                </a:lnTo>
                <a:lnTo>
                  <a:pt x="959493" y="130051"/>
                </a:lnTo>
                <a:lnTo>
                  <a:pt x="960069" y="129599"/>
                </a:lnTo>
                <a:lnTo>
                  <a:pt x="960636" y="129137"/>
                </a:lnTo>
                <a:lnTo>
                  <a:pt x="961191" y="128667"/>
                </a:lnTo>
                <a:lnTo>
                  <a:pt x="961737" y="128188"/>
                </a:lnTo>
                <a:lnTo>
                  <a:pt x="962272" y="127700"/>
                </a:lnTo>
                <a:lnTo>
                  <a:pt x="962797" y="127202"/>
                </a:lnTo>
                <a:lnTo>
                  <a:pt x="963312" y="126696"/>
                </a:lnTo>
                <a:lnTo>
                  <a:pt x="963817" y="126180"/>
                </a:lnTo>
                <a:lnTo>
                  <a:pt x="964311" y="125656"/>
                </a:lnTo>
                <a:lnTo>
                  <a:pt x="964795" y="125122"/>
                </a:lnTo>
                <a:lnTo>
                  <a:pt x="965269" y="124579"/>
                </a:lnTo>
                <a:lnTo>
                  <a:pt x="965732" y="124027"/>
                </a:lnTo>
                <a:lnTo>
                  <a:pt x="966185" y="123466"/>
                </a:lnTo>
                <a:lnTo>
                  <a:pt x="966628" y="122896"/>
                </a:lnTo>
                <a:lnTo>
                  <a:pt x="967061" y="122317"/>
                </a:lnTo>
                <a:lnTo>
                  <a:pt x="967948" y="136324"/>
                </a:lnTo>
                <a:lnTo>
                  <a:pt x="983534" y="136324"/>
                </a:lnTo>
                <a:lnTo>
                  <a:pt x="983534" y="3551"/>
                </a:lnTo>
                <a:lnTo>
                  <a:pt x="967061" y="3551"/>
                </a:lnTo>
                <a:lnTo>
                  <a:pt x="967061" y="52281"/>
                </a:lnTo>
                <a:lnTo>
                  <a:pt x="966669" y="51645"/>
                </a:lnTo>
                <a:lnTo>
                  <a:pt x="966267" y="51021"/>
                </a:lnTo>
                <a:lnTo>
                  <a:pt x="965855" y="50407"/>
                </a:lnTo>
                <a:lnTo>
                  <a:pt x="965433" y="49805"/>
                </a:lnTo>
                <a:lnTo>
                  <a:pt x="965001" y="49214"/>
                </a:lnTo>
                <a:lnTo>
                  <a:pt x="964558" y="48634"/>
                </a:lnTo>
                <a:lnTo>
                  <a:pt x="964105" y="48065"/>
                </a:lnTo>
                <a:lnTo>
                  <a:pt x="963641" y="47508"/>
                </a:lnTo>
                <a:lnTo>
                  <a:pt x="963167" y="46961"/>
                </a:lnTo>
                <a:lnTo>
                  <a:pt x="962683" y="46426"/>
                </a:lnTo>
                <a:lnTo>
                  <a:pt x="962189" y="45901"/>
                </a:lnTo>
                <a:lnTo>
                  <a:pt x="961685" y="45388"/>
                </a:lnTo>
                <a:lnTo>
                  <a:pt x="961170" y="44886"/>
                </a:lnTo>
                <a:lnTo>
                  <a:pt x="960645" y="44395"/>
                </a:lnTo>
                <a:lnTo>
                  <a:pt x="960109" y="43915"/>
                </a:lnTo>
                <a:lnTo>
                  <a:pt x="959564" y="43447"/>
                </a:lnTo>
                <a:lnTo>
                  <a:pt x="959008" y="42989"/>
                </a:lnTo>
                <a:lnTo>
                  <a:pt x="958442" y="42543"/>
                </a:lnTo>
                <a:lnTo>
                  <a:pt x="957865" y="42108"/>
                </a:lnTo>
                <a:lnTo>
                  <a:pt x="957279" y="41683"/>
                </a:lnTo>
                <a:lnTo>
                  <a:pt x="956682" y="41270"/>
                </a:lnTo>
                <a:lnTo>
                  <a:pt x="956074" y="40869"/>
                </a:lnTo>
                <a:lnTo>
                  <a:pt x="955457" y="40478"/>
                </a:lnTo>
                <a:lnTo>
                  <a:pt x="954829" y="40098"/>
                </a:lnTo>
                <a:lnTo>
                  <a:pt x="954191" y="39732"/>
                </a:lnTo>
                <a:lnTo>
                  <a:pt x="953545" y="39381"/>
                </a:lnTo>
                <a:lnTo>
                  <a:pt x="952889" y="39046"/>
                </a:lnTo>
                <a:lnTo>
                  <a:pt x="952223" y="38727"/>
                </a:lnTo>
                <a:lnTo>
                  <a:pt x="951549" y="38423"/>
                </a:lnTo>
                <a:lnTo>
                  <a:pt x="950865" y="38135"/>
                </a:lnTo>
                <a:lnTo>
                  <a:pt x="950172" y="37862"/>
                </a:lnTo>
                <a:lnTo>
                  <a:pt x="949469" y="37605"/>
                </a:lnTo>
                <a:lnTo>
                  <a:pt x="948758" y="37363"/>
                </a:lnTo>
                <a:lnTo>
                  <a:pt x="948037" y="37137"/>
                </a:lnTo>
                <a:lnTo>
                  <a:pt x="947307" y="36927"/>
                </a:lnTo>
                <a:lnTo>
                  <a:pt x="946568" y="36732"/>
                </a:lnTo>
                <a:lnTo>
                  <a:pt x="945819" y="36553"/>
                </a:lnTo>
                <a:lnTo>
                  <a:pt x="945061" y="36389"/>
                </a:lnTo>
                <a:lnTo>
                  <a:pt x="944294" y="36241"/>
                </a:lnTo>
                <a:lnTo>
                  <a:pt x="943518" y="36109"/>
                </a:lnTo>
                <a:lnTo>
                  <a:pt x="942732" y="35992"/>
                </a:lnTo>
                <a:lnTo>
                  <a:pt x="941938" y="35891"/>
                </a:lnTo>
                <a:lnTo>
                  <a:pt x="941134" y="35805"/>
                </a:lnTo>
                <a:lnTo>
                  <a:pt x="940320" y="35735"/>
                </a:lnTo>
                <a:lnTo>
                  <a:pt x="939498" y="35680"/>
                </a:lnTo>
                <a:lnTo>
                  <a:pt x="938666" y="35641"/>
                </a:lnTo>
                <a:lnTo>
                  <a:pt x="937825" y="35618"/>
                </a:lnTo>
                <a:lnTo>
                  <a:pt x="936975" y="35610"/>
                </a:lnTo>
                <a:lnTo>
                  <a:pt x="935953" y="35620"/>
                </a:lnTo>
                <a:lnTo>
                  <a:pt x="934942" y="35650"/>
                </a:lnTo>
                <a:lnTo>
                  <a:pt x="933943" y="35700"/>
                </a:lnTo>
                <a:lnTo>
                  <a:pt x="932955" y="35770"/>
                </a:lnTo>
                <a:lnTo>
                  <a:pt x="931978" y="35859"/>
                </a:lnTo>
                <a:lnTo>
                  <a:pt x="931013" y="35969"/>
                </a:lnTo>
                <a:lnTo>
                  <a:pt x="930059" y="36098"/>
                </a:lnTo>
                <a:lnTo>
                  <a:pt x="929116" y="36248"/>
                </a:lnTo>
                <a:lnTo>
                  <a:pt x="928185" y="36417"/>
                </a:lnTo>
                <a:lnTo>
                  <a:pt x="927264" y="36607"/>
                </a:lnTo>
                <a:lnTo>
                  <a:pt x="926356" y="36816"/>
                </a:lnTo>
                <a:lnTo>
                  <a:pt x="925458" y="37045"/>
                </a:lnTo>
                <a:lnTo>
                  <a:pt x="924572" y="37294"/>
                </a:lnTo>
                <a:lnTo>
                  <a:pt x="923697" y="37563"/>
                </a:lnTo>
                <a:lnTo>
                  <a:pt x="922833" y="37852"/>
                </a:lnTo>
                <a:lnTo>
                  <a:pt x="921981" y="38161"/>
                </a:lnTo>
                <a:lnTo>
                  <a:pt x="921140" y="38490"/>
                </a:lnTo>
                <a:lnTo>
                  <a:pt x="920310" y="38839"/>
                </a:lnTo>
                <a:lnTo>
                  <a:pt x="919492" y="39207"/>
                </a:lnTo>
                <a:lnTo>
                  <a:pt x="918685" y="39596"/>
                </a:lnTo>
                <a:lnTo>
                  <a:pt x="917889" y="40005"/>
                </a:lnTo>
                <a:lnTo>
                  <a:pt x="917104" y="40433"/>
                </a:lnTo>
                <a:lnTo>
                  <a:pt x="916331" y="40882"/>
                </a:lnTo>
                <a:lnTo>
                  <a:pt x="915569" y="41350"/>
                </a:lnTo>
                <a:lnTo>
                  <a:pt x="914820" y="41838"/>
                </a:lnTo>
                <a:lnTo>
                  <a:pt x="914085" y="42345"/>
                </a:lnTo>
                <a:lnTo>
                  <a:pt x="913364" y="42871"/>
                </a:lnTo>
                <a:lnTo>
                  <a:pt x="912658" y="43417"/>
                </a:lnTo>
                <a:lnTo>
                  <a:pt x="911965" y="43982"/>
                </a:lnTo>
                <a:lnTo>
                  <a:pt x="911287" y="44566"/>
                </a:lnTo>
                <a:lnTo>
                  <a:pt x="910624" y="45169"/>
                </a:lnTo>
                <a:lnTo>
                  <a:pt x="909974" y="45792"/>
                </a:lnTo>
                <a:lnTo>
                  <a:pt x="909338" y="46433"/>
                </a:lnTo>
                <a:lnTo>
                  <a:pt x="908717" y="47094"/>
                </a:lnTo>
                <a:lnTo>
                  <a:pt x="908110" y="47774"/>
                </a:lnTo>
                <a:lnTo>
                  <a:pt x="907517" y="48474"/>
                </a:lnTo>
                <a:lnTo>
                  <a:pt x="906939" y="49192"/>
                </a:lnTo>
                <a:lnTo>
                  <a:pt x="906374" y="49930"/>
                </a:lnTo>
                <a:lnTo>
                  <a:pt x="905824" y="50687"/>
                </a:lnTo>
                <a:lnTo>
                  <a:pt x="905288" y="51463"/>
                </a:lnTo>
                <a:lnTo>
                  <a:pt x="904767" y="52259"/>
                </a:lnTo>
                <a:lnTo>
                  <a:pt x="904259" y="53074"/>
                </a:lnTo>
                <a:lnTo>
                  <a:pt x="903766" y="53908"/>
                </a:lnTo>
                <a:lnTo>
                  <a:pt x="903287" y="54761"/>
                </a:lnTo>
                <a:lnTo>
                  <a:pt x="902822" y="55633"/>
                </a:lnTo>
                <a:lnTo>
                  <a:pt x="902371" y="56525"/>
                </a:lnTo>
                <a:lnTo>
                  <a:pt x="901935" y="57436"/>
                </a:lnTo>
                <a:lnTo>
                  <a:pt x="901513" y="58366"/>
                </a:lnTo>
                <a:lnTo>
                  <a:pt x="901106" y="59315"/>
                </a:lnTo>
                <a:lnTo>
                  <a:pt x="900717" y="60283"/>
                </a:lnTo>
                <a:lnTo>
                  <a:pt x="900345" y="61271"/>
                </a:lnTo>
                <a:lnTo>
                  <a:pt x="899990" y="62279"/>
                </a:lnTo>
                <a:lnTo>
                  <a:pt x="899653" y="63305"/>
                </a:lnTo>
                <a:lnTo>
                  <a:pt x="899333" y="64352"/>
                </a:lnTo>
                <a:lnTo>
                  <a:pt x="899030" y="65417"/>
                </a:lnTo>
                <a:lnTo>
                  <a:pt x="898745" y="66502"/>
                </a:lnTo>
                <a:lnTo>
                  <a:pt x="898477" y="67606"/>
                </a:lnTo>
                <a:lnTo>
                  <a:pt x="898226" y="68730"/>
                </a:lnTo>
                <a:lnTo>
                  <a:pt x="897993" y="69873"/>
                </a:lnTo>
                <a:lnTo>
                  <a:pt x="897776" y="71036"/>
                </a:lnTo>
                <a:lnTo>
                  <a:pt x="897578" y="72218"/>
                </a:lnTo>
                <a:lnTo>
                  <a:pt x="897396" y="73419"/>
                </a:lnTo>
                <a:lnTo>
                  <a:pt x="897232" y="74640"/>
                </a:lnTo>
                <a:lnTo>
                  <a:pt x="897085" y="75880"/>
                </a:lnTo>
                <a:lnTo>
                  <a:pt x="896955" y="77140"/>
                </a:lnTo>
                <a:lnTo>
                  <a:pt x="896842" y="78419"/>
                </a:lnTo>
                <a:lnTo>
                  <a:pt x="896747" y="79717"/>
                </a:lnTo>
                <a:lnTo>
                  <a:pt x="896669" y="81035"/>
                </a:lnTo>
                <a:lnTo>
                  <a:pt x="896609" y="82372"/>
                </a:lnTo>
                <a:lnTo>
                  <a:pt x="896566" y="83729"/>
                </a:lnTo>
                <a:lnTo>
                  <a:pt x="896540" y="85105"/>
                </a:lnTo>
                <a:lnTo>
                  <a:pt x="896531" y="86501"/>
                </a:lnTo>
                <a:lnTo>
                  <a:pt x="896539" y="87905"/>
                </a:lnTo>
                <a:lnTo>
                  <a:pt x="896564" y="89290"/>
                </a:lnTo>
                <a:lnTo>
                  <a:pt x="896604" y="90657"/>
                </a:lnTo>
                <a:lnTo>
                  <a:pt x="896661" y="92004"/>
                </a:lnTo>
                <a:lnTo>
                  <a:pt x="896734" y="93333"/>
                </a:lnTo>
                <a:lnTo>
                  <a:pt x="896824" y="94643"/>
                </a:lnTo>
                <a:lnTo>
                  <a:pt x="896930" y="95934"/>
                </a:lnTo>
                <a:lnTo>
                  <a:pt x="897052" y="97206"/>
                </a:lnTo>
                <a:lnTo>
                  <a:pt x="897190" y="98459"/>
                </a:lnTo>
                <a:lnTo>
                  <a:pt x="897345" y="99693"/>
                </a:lnTo>
                <a:lnTo>
                  <a:pt x="897515" y="100909"/>
                </a:lnTo>
                <a:lnTo>
                  <a:pt x="897702" y="102105"/>
                </a:lnTo>
                <a:lnTo>
                  <a:pt x="897906" y="103283"/>
                </a:lnTo>
                <a:lnTo>
                  <a:pt x="898125" y="104442"/>
                </a:lnTo>
                <a:lnTo>
                  <a:pt x="898361" y="105582"/>
                </a:lnTo>
                <a:lnTo>
                  <a:pt x="898614" y="106703"/>
                </a:lnTo>
                <a:lnTo>
                  <a:pt x="898882" y="107805"/>
                </a:lnTo>
                <a:lnTo>
                  <a:pt x="899167" y="108889"/>
                </a:lnTo>
                <a:lnTo>
                  <a:pt x="899468" y="109953"/>
                </a:lnTo>
                <a:lnTo>
                  <a:pt x="899785" y="110999"/>
                </a:lnTo>
                <a:lnTo>
                  <a:pt x="900118" y="112026"/>
                </a:lnTo>
                <a:lnTo>
                  <a:pt x="900468" y="113034"/>
                </a:lnTo>
                <a:lnTo>
                  <a:pt x="900834" y="114023"/>
                </a:lnTo>
                <a:lnTo>
                  <a:pt x="901217" y="114993"/>
                </a:lnTo>
                <a:lnTo>
                  <a:pt x="901614" y="115944"/>
                </a:lnTo>
                <a:lnTo>
                  <a:pt x="902025" y="116875"/>
                </a:lnTo>
                <a:lnTo>
                  <a:pt x="902449" y="117785"/>
                </a:lnTo>
                <a:lnTo>
                  <a:pt x="902887" y="118676"/>
                </a:lnTo>
                <a:lnTo>
                  <a:pt x="903338" y="119548"/>
                </a:lnTo>
                <a:lnTo>
                  <a:pt x="903803" y="120399"/>
                </a:lnTo>
                <a:lnTo>
                  <a:pt x="904281" y="121230"/>
                </a:lnTo>
                <a:lnTo>
                  <a:pt x="904773" y="122041"/>
                </a:lnTo>
                <a:lnTo>
                  <a:pt x="905279" y="122832"/>
                </a:lnTo>
                <a:lnTo>
                  <a:pt x="905798" y="123604"/>
                </a:lnTo>
                <a:lnTo>
                  <a:pt x="906330" y="124355"/>
                </a:lnTo>
                <a:lnTo>
                  <a:pt x="906876" y="125087"/>
                </a:lnTo>
                <a:lnTo>
                  <a:pt x="907436" y="125798"/>
                </a:lnTo>
                <a:lnTo>
                  <a:pt x="908009" y="126490"/>
                </a:lnTo>
                <a:lnTo>
                  <a:pt x="908596" y="127162"/>
                </a:lnTo>
                <a:lnTo>
                  <a:pt x="909196" y="127814"/>
                </a:lnTo>
                <a:lnTo>
                  <a:pt x="909809" y="128446"/>
                </a:lnTo>
                <a:lnTo>
                  <a:pt x="910437" y="129058"/>
                </a:lnTo>
                <a:lnTo>
                  <a:pt x="911077" y="129650"/>
                </a:lnTo>
                <a:lnTo>
                  <a:pt x="911732" y="130222"/>
                </a:lnTo>
                <a:lnTo>
                  <a:pt x="912399" y="130774"/>
                </a:lnTo>
                <a:lnTo>
                  <a:pt x="913081" y="131306"/>
                </a:lnTo>
                <a:lnTo>
                  <a:pt x="913776" y="131819"/>
                </a:lnTo>
                <a:lnTo>
                  <a:pt x="914484" y="132311"/>
                </a:lnTo>
                <a:lnTo>
                  <a:pt x="915205" y="132783"/>
                </a:lnTo>
                <a:lnTo>
                  <a:pt x="915936" y="133236"/>
                </a:lnTo>
                <a:lnTo>
                  <a:pt x="916679" y="133668"/>
                </a:lnTo>
                <a:lnTo>
                  <a:pt x="917432" y="134080"/>
                </a:lnTo>
                <a:lnTo>
                  <a:pt x="918197" y="134472"/>
                </a:lnTo>
                <a:lnTo>
                  <a:pt x="918972" y="134844"/>
                </a:lnTo>
                <a:lnTo>
                  <a:pt x="919759" y="135195"/>
                </a:lnTo>
                <a:lnTo>
                  <a:pt x="920556" y="135527"/>
                </a:lnTo>
                <a:lnTo>
                  <a:pt x="921364" y="135839"/>
                </a:lnTo>
                <a:lnTo>
                  <a:pt x="922184" y="136130"/>
                </a:lnTo>
                <a:lnTo>
                  <a:pt x="923014" y="136401"/>
                </a:lnTo>
                <a:lnTo>
                  <a:pt x="923855" y="136653"/>
                </a:lnTo>
                <a:lnTo>
                  <a:pt x="924707" y="136884"/>
                </a:lnTo>
                <a:lnTo>
                  <a:pt x="925570" y="137095"/>
                </a:lnTo>
                <a:lnTo>
                  <a:pt x="926445" y="137286"/>
                </a:lnTo>
                <a:lnTo>
                  <a:pt x="927330" y="137457"/>
                </a:lnTo>
                <a:lnTo>
                  <a:pt x="928226" y="137608"/>
                </a:lnTo>
                <a:lnTo>
                  <a:pt x="929133" y="137738"/>
                </a:lnTo>
                <a:lnTo>
                  <a:pt x="930050" y="137849"/>
                </a:lnTo>
                <a:lnTo>
                  <a:pt x="930979" y="137939"/>
                </a:lnTo>
                <a:lnTo>
                  <a:pt x="931919" y="138010"/>
                </a:lnTo>
                <a:lnTo>
                  <a:pt x="932870" y="138060"/>
                </a:lnTo>
                <a:lnTo>
                  <a:pt x="933832" y="138090"/>
                </a:lnTo>
                <a:lnTo>
                  <a:pt x="934804" y="138100"/>
                </a:lnTo>
                <a:lnTo>
                  <a:pt x="935712" y="138092"/>
                </a:lnTo>
                <a:lnTo>
                  <a:pt x="936610" y="138070"/>
                </a:lnTo>
                <a:lnTo>
                  <a:pt x="937497" y="138031"/>
                </a:lnTo>
                <a:lnTo>
                  <a:pt x="938375" y="137978"/>
                </a:lnTo>
                <a:lnTo>
                  <a:pt x="939243" y="137909"/>
                </a:lnTo>
                <a:close/>
                <a:moveTo>
                  <a:pt x="933358" y="124163"/>
                </a:moveTo>
                <a:lnTo>
                  <a:pt x="932459" y="123976"/>
                </a:lnTo>
                <a:lnTo>
                  <a:pt x="931580" y="123756"/>
                </a:lnTo>
                <a:lnTo>
                  <a:pt x="930722" y="123502"/>
                </a:lnTo>
                <a:lnTo>
                  <a:pt x="929884" y="123214"/>
                </a:lnTo>
                <a:lnTo>
                  <a:pt x="929066" y="122893"/>
                </a:lnTo>
                <a:lnTo>
                  <a:pt x="928269" y="122537"/>
                </a:lnTo>
                <a:lnTo>
                  <a:pt x="927493" y="122148"/>
                </a:lnTo>
                <a:lnTo>
                  <a:pt x="926736" y="121724"/>
                </a:lnTo>
                <a:lnTo>
                  <a:pt x="926000" y="121267"/>
                </a:lnTo>
                <a:lnTo>
                  <a:pt x="925285" y="120776"/>
                </a:lnTo>
                <a:lnTo>
                  <a:pt x="924589" y="120251"/>
                </a:lnTo>
                <a:lnTo>
                  <a:pt x="923915" y="119692"/>
                </a:lnTo>
                <a:lnTo>
                  <a:pt x="923260" y="119100"/>
                </a:lnTo>
                <a:lnTo>
                  <a:pt x="922626" y="118473"/>
                </a:lnTo>
                <a:lnTo>
                  <a:pt x="922012" y="117813"/>
                </a:lnTo>
                <a:lnTo>
                  <a:pt x="921419" y="117119"/>
                </a:lnTo>
                <a:lnTo>
                  <a:pt x="920846" y="116390"/>
                </a:lnTo>
                <a:lnTo>
                  <a:pt x="920294" y="115628"/>
                </a:lnTo>
                <a:lnTo>
                  <a:pt x="919761" y="114833"/>
                </a:lnTo>
                <a:lnTo>
                  <a:pt x="919250" y="114005"/>
                </a:lnTo>
                <a:lnTo>
                  <a:pt x="918761" y="113146"/>
                </a:lnTo>
                <a:lnTo>
                  <a:pt x="918293" y="112256"/>
                </a:lnTo>
                <a:lnTo>
                  <a:pt x="917848" y="111336"/>
                </a:lnTo>
                <a:lnTo>
                  <a:pt x="917423" y="110386"/>
                </a:lnTo>
                <a:lnTo>
                  <a:pt x="917021" y="109404"/>
                </a:lnTo>
                <a:lnTo>
                  <a:pt x="916640" y="108392"/>
                </a:lnTo>
                <a:lnTo>
                  <a:pt x="916282" y="107349"/>
                </a:lnTo>
                <a:lnTo>
                  <a:pt x="915944" y="106276"/>
                </a:lnTo>
                <a:lnTo>
                  <a:pt x="915629" y="105172"/>
                </a:lnTo>
                <a:lnTo>
                  <a:pt x="915335" y="104037"/>
                </a:lnTo>
                <a:lnTo>
                  <a:pt x="915064" y="102872"/>
                </a:lnTo>
                <a:lnTo>
                  <a:pt x="914813" y="101676"/>
                </a:lnTo>
                <a:lnTo>
                  <a:pt x="914585" y="100450"/>
                </a:lnTo>
                <a:lnTo>
                  <a:pt x="914378" y="99192"/>
                </a:lnTo>
                <a:lnTo>
                  <a:pt x="914194" y="97904"/>
                </a:lnTo>
                <a:lnTo>
                  <a:pt x="914030" y="96586"/>
                </a:lnTo>
                <a:lnTo>
                  <a:pt x="913889" y="95237"/>
                </a:lnTo>
                <a:lnTo>
                  <a:pt x="913769" y="93857"/>
                </a:lnTo>
                <a:lnTo>
                  <a:pt x="913672" y="92446"/>
                </a:lnTo>
                <a:lnTo>
                  <a:pt x="913596" y="91005"/>
                </a:lnTo>
                <a:lnTo>
                  <a:pt x="913541" y="89533"/>
                </a:lnTo>
                <a:lnTo>
                  <a:pt x="913509" y="88031"/>
                </a:lnTo>
                <a:lnTo>
                  <a:pt x="913498" y="86497"/>
                </a:lnTo>
                <a:lnTo>
                  <a:pt x="913509" y="85015"/>
                </a:lnTo>
                <a:lnTo>
                  <a:pt x="913544" y="83560"/>
                </a:lnTo>
                <a:lnTo>
                  <a:pt x="913602" y="82134"/>
                </a:lnTo>
                <a:lnTo>
                  <a:pt x="913683" y="80737"/>
                </a:lnTo>
                <a:lnTo>
                  <a:pt x="913787" y="79368"/>
                </a:lnTo>
                <a:lnTo>
                  <a:pt x="913914" y="78028"/>
                </a:lnTo>
                <a:lnTo>
                  <a:pt x="914064" y="76716"/>
                </a:lnTo>
                <a:lnTo>
                  <a:pt x="914237" y="75433"/>
                </a:lnTo>
                <a:lnTo>
                  <a:pt x="914434" y="74178"/>
                </a:lnTo>
                <a:lnTo>
                  <a:pt x="914654" y="72952"/>
                </a:lnTo>
                <a:lnTo>
                  <a:pt x="914896" y="71754"/>
                </a:lnTo>
                <a:lnTo>
                  <a:pt x="915162" y="70585"/>
                </a:lnTo>
                <a:lnTo>
                  <a:pt x="915451" y="69444"/>
                </a:lnTo>
                <a:lnTo>
                  <a:pt x="915763" y="68332"/>
                </a:lnTo>
                <a:lnTo>
                  <a:pt x="916099" y="67249"/>
                </a:lnTo>
                <a:lnTo>
                  <a:pt x="916457" y="66193"/>
                </a:lnTo>
                <a:lnTo>
                  <a:pt x="916838" y="65167"/>
                </a:lnTo>
                <a:lnTo>
                  <a:pt x="917243" y="64169"/>
                </a:lnTo>
                <a:lnTo>
                  <a:pt x="917671" y="63199"/>
                </a:lnTo>
                <a:lnTo>
                  <a:pt x="918122" y="62258"/>
                </a:lnTo>
                <a:lnTo>
                  <a:pt x="918595" y="61345"/>
                </a:lnTo>
                <a:lnTo>
                  <a:pt x="919093" y="60461"/>
                </a:lnTo>
                <a:lnTo>
                  <a:pt x="919613" y="59606"/>
                </a:lnTo>
                <a:lnTo>
                  <a:pt x="920156" y="58779"/>
                </a:lnTo>
                <a:lnTo>
                  <a:pt x="920722" y="57983"/>
                </a:lnTo>
                <a:lnTo>
                  <a:pt x="921311" y="57221"/>
                </a:lnTo>
                <a:lnTo>
                  <a:pt x="921922" y="56493"/>
                </a:lnTo>
                <a:lnTo>
                  <a:pt x="922555" y="55799"/>
                </a:lnTo>
                <a:lnTo>
                  <a:pt x="923211" y="55138"/>
                </a:lnTo>
                <a:lnTo>
                  <a:pt x="923889" y="54512"/>
                </a:lnTo>
                <a:lnTo>
                  <a:pt x="924590" y="53919"/>
                </a:lnTo>
                <a:lnTo>
                  <a:pt x="925313" y="53360"/>
                </a:lnTo>
                <a:lnTo>
                  <a:pt x="926058" y="52835"/>
                </a:lnTo>
                <a:lnTo>
                  <a:pt x="926826" y="52344"/>
                </a:lnTo>
                <a:lnTo>
                  <a:pt x="927617" y="51887"/>
                </a:lnTo>
                <a:lnTo>
                  <a:pt x="928430" y="51464"/>
                </a:lnTo>
                <a:lnTo>
                  <a:pt x="929265" y="51074"/>
                </a:lnTo>
                <a:lnTo>
                  <a:pt x="930123" y="50719"/>
                </a:lnTo>
                <a:lnTo>
                  <a:pt x="931003" y="50397"/>
                </a:lnTo>
                <a:lnTo>
                  <a:pt x="931905" y="50109"/>
                </a:lnTo>
                <a:lnTo>
                  <a:pt x="932831" y="49855"/>
                </a:lnTo>
                <a:lnTo>
                  <a:pt x="933778" y="49635"/>
                </a:lnTo>
                <a:lnTo>
                  <a:pt x="934748" y="49449"/>
                </a:lnTo>
                <a:lnTo>
                  <a:pt x="935740" y="49296"/>
                </a:lnTo>
                <a:lnTo>
                  <a:pt x="936755" y="49178"/>
                </a:lnTo>
                <a:lnTo>
                  <a:pt x="937792" y="49093"/>
                </a:lnTo>
                <a:lnTo>
                  <a:pt x="938852" y="49042"/>
                </a:lnTo>
                <a:lnTo>
                  <a:pt x="939934" y="49026"/>
                </a:lnTo>
                <a:lnTo>
                  <a:pt x="940758" y="49035"/>
                </a:lnTo>
                <a:lnTo>
                  <a:pt x="941571" y="49064"/>
                </a:lnTo>
                <a:lnTo>
                  <a:pt x="942371" y="49111"/>
                </a:lnTo>
                <a:lnTo>
                  <a:pt x="943160" y="49178"/>
                </a:lnTo>
                <a:lnTo>
                  <a:pt x="943937" y="49264"/>
                </a:lnTo>
                <a:lnTo>
                  <a:pt x="944703" y="49369"/>
                </a:lnTo>
                <a:lnTo>
                  <a:pt x="945456" y="49493"/>
                </a:lnTo>
                <a:lnTo>
                  <a:pt x="946198" y="49636"/>
                </a:lnTo>
                <a:lnTo>
                  <a:pt x="946928" y="49798"/>
                </a:lnTo>
                <a:lnTo>
                  <a:pt x="947646" y="49979"/>
                </a:lnTo>
                <a:lnTo>
                  <a:pt x="948352" y="50179"/>
                </a:lnTo>
                <a:lnTo>
                  <a:pt x="949046" y="50399"/>
                </a:lnTo>
                <a:lnTo>
                  <a:pt x="949729" y="50637"/>
                </a:lnTo>
                <a:lnTo>
                  <a:pt x="950399" y="50895"/>
                </a:lnTo>
                <a:lnTo>
                  <a:pt x="951058" y="51171"/>
                </a:lnTo>
                <a:lnTo>
                  <a:pt x="951705" y="51467"/>
                </a:lnTo>
                <a:lnTo>
                  <a:pt x="952341" y="51782"/>
                </a:lnTo>
                <a:lnTo>
                  <a:pt x="952964" y="52115"/>
                </a:lnTo>
                <a:lnTo>
                  <a:pt x="953576" y="52468"/>
                </a:lnTo>
                <a:lnTo>
                  <a:pt x="954175" y="52840"/>
                </a:lnTo>
                <a:lnTo>
                  <a:pt x="954763" y="53231"/>
                </a:lnTo>
                <a:lnTo>
                  <a:pt x="955340" y="53641"/>
                </a:lnTo>
                <a:lnTo>
                  <a:pt x="955904" y="54070"/>
                </a:lnTo>
                <a:lnTo>
                  <a:pt x="956457" y="54519"/>
                </a:lnTo>
                <a:lnTo>
                  <a:pt x="956999" y="54982"/>
                </a:lnTo>
                <a:lnTo>
                  <a:pt x="957532" y="55455"/>
                </a:lnTo>
                <a:lnTo>
                  <a:pt x="958057" y="55938"/>
                </a:lnTo>
                <a:lnTo>
                  <a:pt x="958573" y="56431"/>
                </a:lnTo>
                <a:lnTo>
                  <a:pt x="959081" y="56934"/>
                </a:lnTo>
                <a:lnTo>
                  <a:pt x="959579" y="57448"/>
                </a:lnTo>
                <a:lnTo>
                  <a:pt x="960069" y="57972"/>
                </a:lnTo>
                <a:lnTo>
                  <a:pt x="960550" y="58506"/>
                </a:lnTo>
                <a:lnTo>
                  <a:pt x="961023" y="59050"/>
                </a:lnTo>
                <a:lnTo>
                  <a:pt x="961486" y="59604"/>
                </a:lnTo>
                <a:lnTo>
                  <a:pt x="961941" y="60169"/>
                </a:lnTo>
                <a:lnTo>
                  <a:pt x="962388" y="60743"/>
                </a:lnTo>
                <a:lnTo>
                  <a:pt x="962825" y="61328"/>
                </a:lnTo>
                <a:lnTo>
                  <a:pt x="963254" y="61923"/>
                </a:lnTo>
                <a:lnTo>
                  <a:pt x="963674" y="62528"/>
                </a:lnTo>
                <a:lnTo>
                  <a:pt x="964085" y="63143"/>
                </a:lnTo>
                <a:lnTo>
                  <a:pt x="964488" y="63768"/>
                </a:lnTo>
                <a:lnTo>
                  <a:pt x="964881" y="64404"/>
                </a:lnTo>
                <a:lnTo>
                  <a:pt x="965266" y="65050"/>
                </a:lnTo>
                <a:lnTo>
                  <a:pt x="965643" y="65705"/>
                </a:lnTo>
                <a:lnTo>
                  <a:pt x="966010" y="66371"/>
                </a:lnTo>
                <a:lnTo>
                  <a:pt x="966369" y="67048"/>
                </a:lnTo>
                <a:lnTo>
                  <a:pt x="966719" y="67734"/>
                </a:lnTo>
                <a:lnTo>
                  <a:pt x="967061" y="68430"/>
                </a:lnTo>
                <a:lnTo>
                  <a:pt x="967061" y="106929"/>
                </a:lnTo>
                <a:lnTo>
                  <a:pt x="966694" y="107532"/>
                </a:lnTo>
                <a:lnTo>
                  <a:pt x="966319" y="108129"/>
                </a:lnTo>
                <a:lnTo>
                  <a:pt x="965934" y="108718"/>
                </a:lnTo>
                <a:lnTo>
                  <a:pt x="965540" y="109300"/>
                </a:lnTo>
                <a:lnTo>
                  <a:pt x="965137" y="109874"/>
                </a:lnTo>
                <a:lnTo>
                  <a:pt x="964724" y="110441"/>
                </a:lnTo>
                <a:lnTo>
                  <a:pt x="964302" y="111001"/>
                </a:lnTo>
                <a:lnTo>
                  <a:pt x="963871" y="111553"/>
                </a:lnTo>
                <a:lnTo>
                  <a:pt x="963431" y="112099"/>
                </a:lnTo>
                <a:lnTo>
                  <a:pt x="962981" y="112637"/>
                </a:lnTo>
                <a:lnTo>
                  <a:pt x="962523" y="113167"/>
                </a:lnTo>
                <a:lnTo>
                  <a:pt x="962055" y="113691"/>
                </a:lnTo>
                <a:lnTo>
                  <a:pt x="961577" y="114207"/>
                </a:lnTo>
                <a:lnTo>
                  <a:pt x="961091" y="114715"/>
                </a:lnTo>
                <a:lnTo>
                  <a:pt x="960595" y="115217"/>
                </a:lnTo>
                <a:lnTo>
                  <a:pt x="960090" y="115711"/>
                </a:lnTo>
                <a:lnTo>
                  <a:pt x="959576" y="116198"/>
                </a:lnTo>
                <a:lnTo>
                  <a:pt x="959052" y="116677"/>
                </a:lnTo>
                <a:lnTo>
                  <a:pt x="958519" y="117149"/>
                </a:lnTo>
                <a:lnTo>
                  <a:pt x="957977" y="117614"/>
                </a:lnTo>
                <a:lnTo>
                  <a:pt x="957426" y="118072"/>
                </a:lnTo>
                <a:lnTo>
                  <a:pt x="956866" y="118522"/>
                </a:lnTo>
                <a:lnTo>
                  <a:pt x="956296" y="118965"/>
                </a:lnTo>
                <a:lnTo>
                  <a:pt x="955717" y="119401"/>
                </a:lnTo>
                <a:lnTo>
                  <a:pt x="955127" y="119824"/>
                </a:lnTo>
                <a:lnTo>
                  <a:pt x="954525" y="120229"/>
                </a:lnTo>
                <a:lnTo>
                  <a:pt x="953910" y="120616"/>
                </a:lnTo>
                <a:lnTo>
                  <a:pt x="953284" y="120985"/>
                </a:lnTo>
                <a:lnTo>
                  <a:pt x="952644" y="121336"/>
                </a:lnTo>
                <a:lnTo>
                  <a:pt x="951993" y="121669"/>
                </a:lnTo>
                <a:lnTo>
                  <a:pt x="951329" y="121984"/>
                </a:lnTo>
                <a:lnTo>
                  <a:pt x="950653" y="122282"/>
                </a:lnTo>
                <a:lnTo>
                  <a:pt x="949965" y="122561"/>
                </a:lnTo>
                <a:lnTo>
                  <a:pt x="949264" y="122822"/>
                </a:lnTo>
                <a:lnTo>
                  <a:pt x="948551" y="123065"/>
                </a:lnTo>
                <a:lnTo>
                  <a:pt x="947825" y="123290"/>
                </a:lnTo>
                <a:lnTo>
                  <a:pt x="947088" y="123497"/>
                </a:lnTo>
                <a:lnTo>
                  <a:pt x="946337" y="123686"/>
                </a:lnTo>
                <a:lnTo>
                  <a:pt x="945575" y="123857"/>
                </a:lnTo>
                <a:lnTo>
                  <a:pt x="944800" y="124010"/>
                </a:lnTo>
                <a:lnTo>
                  <a:pt x="944013" y="124145"/>
                </a:lnTo>
                <a:lnTo>
                  <a:pt x="943214" y="124262"/>
                </a:lnTo>
                <a:lnTo>
                  <a:pt x="942402" y="124361"/>
                </a:lnTo>
                <a:lnTo>
                  <a:pt x="941578" y="124442"/>
                </a:lnTo>
                <a:lnTo>
                  <a:pt x="940742" y="124505"/>
                </a:lnTo>
                <a:lnTo>
                  <a:pt x="939893" y="124550"/>
                </a:lnTo>
                <a:lnTo>
                  <a:pt x="939032" y="124577"/>
                </a:lnTo>
                <a:lnTo>
                  <a:pt x="938158" y="124586"/>
                </a:lnTo>
                <a:lnTo>
                  <a:pt x="937157" y="124569"/>
                </a:lnTo>
                <a:lnTo>
                  <a:pt x="936177" y="124518"/>
                </a:lnTo>
                <a:lnTo>
                  <a:pt x="935217" y="124434"/>
                </a:lnTo>
                <a:lnTo>
                  <a:pt x="934277" y="124315"/>
                </a:lnTo>
                <a:lnTo>
                  <a:pt x="933358" y="124163"/>
                </a:lnTo>
                <a:close/>
                <a:moveTo>
                  <a:pt x="1091662" y="122973"/>
                </a:moveTo>
                <a:lnTo>
                  <a:pt x="1090986" y="122930"/>
                </a:lnTo>
                <a:lnTo>
                  <a:pt x="1090333" y="122869"/>
                </a:lnTo>
                <a:lnTo>
                  <a:pt x="1089703" y="122791"/>
                </a:lnTo>
                <a:lnTo>
                  <a:pt x="1089094" y="122696"/>
                </a:lnTo>
                <a:lnTo>
                  <a:pt x="1088509" y="122583"/>
                </a:lnTo>
                <a:lnTo>
                  <a:pt x="1087945" y="122453"/>
                </a:lnTo>
                <a:lnTo>
                  <a:pt x="1087404" y="122306"/>
                </a:lnTo>
                <a:lnTo>
                  <a:pt x="1086886" y="122142"/>
                </a:lnTo>
                <a:lnTo>
                  <a:pt x="1086390" y="121960"/>
                </a:lnTo>
                <a:lnTo>
                  <a:pt x="1085916" y="121761"/>
                </a:lnTo>
                <a:lnTo>
                  <a:pt x="1085465" y="121544"/>
                </a:lnTo>
                <a:lnTo>
                  <a:pt x="1085036" y="121310"/>
                </a:lnTo>
                <a:lnTo>
                  <a:pt x="1084630" y="121059"/>
                </a:lnTo>
                <a:lnTo>
                  <a:pt x="1084246" y="120791"/>
                </a:lnTo>
                <a:lnTo>
                  <a:pt x="1083885" y="120505"/>
                </a:lnTo>
                <a:lnTo>
                  <a:pt x="1083546" y="120202"/>
                </a:lnTo>
                <a:lnTo>
                  <a:pt x="1083229" y="119882"/>
                </a:lnTo>
                <a:lnTo>
                  <a:pt x="1082935" y="119544"/>
                </a:lnTo>
                <a:lnTo>
                  <a:pt x="1082663" y="119189"/>
                </a:lnTo>
                <a:lnTo>
                  <a:pt x="1082414" y="118817"/>
                </a:lnTo>
                <a:lnTo>
                  <a:pt x="1082187" y="118427"/>
                </a:lnTo>
                <a:lnTo>
                  <a:pt x="1081983" y="118020"/>
                </a:lnTo>
                <a:lnTo>
                  <a:pt x="1081794" y="117597"/>
                </a:lnTo>
                <a:lnTo>
                  <a:pt x="1081613" y="117158"/>
                </a:lnTo>
                <a:lnTo>
                  <a:pt x="1081440" y="116705"/>
                </a:lnTo>
                <a:lnTo>
                  <a:pt x="1081275" y="116236"/>
                </a:lnTo>
                <a:lnTo>
                  <a:pt x="1081118" y="115752"/>
                </a:lnTo>
                <a:lnTo>
                  <a:pt x="1080969" y="115253"/>
                </a:lnTo>
                <a:lnTo>
                  <a:pt x="1080828" y="114739"/>
                </a:lnTo>
                <a:lnTo>
                  <a:pt x="1080695" y="114209"/>
                </a:lnTo>
                <a:lnTo>
                  <a:pt x="1080570" y="113665"/>
                </a:lnTo>
                <a:lnTo>
                  <a:pt x="1080454" y="113105"/>
                </a:lnTo>
                <a:lnTo>
                  <a:pt x="1080345" y="112530"/>
                </a:lnTo>
                <a:lnTo>
                  <a:pt x="1080244" y="111940"/>
                </a:lnTo>
                <a:lnTo>
                  <a:pt x="1080152" y="111334"/>
                </a:lnTo>
                <a:lnTo>
                  <a:pt x="1080067" y="110714"/>
                </a:lnTo>
                <a:lnTo>
                  <a:pt x="1079991" y="110078"/>
                </a:lnTo>
                <a:lnTo>
                  <a:pt x="1079922" y="109427"/>
                </a:lnTo>
                <a:lnTo>
                  <a:pt x="1079862" y="108761"/>
                </a:lnTo>
                <a:lnTo>
                  <a:pt x="1079810" y="108080"/>
                </a:lnTo>
                <a:lnTo>
                  <a:pt x="1079765" y="107383"/>
                </a:lnTo>
                <a:lnTo>
                  <a:pt x="1079729" y="106672"/>
                </a:lnTo>
                <a:lnTo>
                  <a:pt x="1079701" y="105945"/>
                </a:lnTo>
                <a:lnTo>
                  <a:pt x="1079681" y="105203"/>
                </a:lnTo>
                <a:lnTo>
                  <a:pt x="1079669" y="104446"/>
                </a:lnTo>
                <a:lnTo>
                  <a:pt x="1079665" y="103674"/>
                </a:lnTo>
                <a:lnTo>
                  <a:pt x="1079665" y="50604"/>
                </a:lnTo>
                <a:lnTo>
                  <a:pt x="1103339" y="50604"/>
                </a:lnTo>
                <a:lnTo>
                  <a:pt x="1103339" y="37287"/>
                </a:lnTo>
                <a:lnTo>
                  <a:pt x="1079665" y="37287"/>
                </a:lnTo>
                <a:lnTo>
                  <a:pt x="1079665" y="15290"/>
                </a:lnTo>
                <a:lnTo>
                  <a:pt x="1063290" y="15290"/>
                </a:lnTo>
                <a:lnTo>
                  <a:pt x="1063290" y="37287"/>
                </a:lnTo>
                <a:lnTo>
                  <a:pt x="1047211" y="37287"/>
                </a:lnTo>
                <a:lnTo>
                  <a:pt x="1047211" y="50604"/>
                </a:lnTo>
                <a:lnTo>
                  <a:pt x="1063290" y="50604"/>
                </a:lnTo>
                <a:lnTo>
                  <a:pt x="1063290" y="104142"/>
                </a:lnTo>
                <a:lnTo>
                  <a:pt x="1063294" y="104980"/>
                </a:lnTo>
                <a:lnTo>
                  <a:pt x="1063306" y="105808"/>
                </a:lnTo>
                <a:lnTo>
                  <a:pt x="1063326" y="106625"/>
                </a:lnTo>
                <a:lnTo>
                  <a:pt x="1063354" y="107433"/>
                </a:lnTo>
                <a:lnTo>
                  <a:pt x="1063391" y="108230"/>
                </a:lnTo>
                <a:lnTo>
                  <a:pt x="1063435" y="109017"/>
                </a:lnTo>
                <a:lnTo>
                  <a:pt x="1063487" y="109794"/>
                </a:lnTo>
                <a:lnTo>
                  <a:pt x="1063548" y="110562"/>
                </a:lnTo>
                <a:lnTo>
                  <a:pt x="1063616" y="111318"/>
                </a:lnTo>
                <a:lnTo>
                  <a:pt x="1063692" y="112065"/>
                </a:lnTo>
                <a:lnTo>
                  <a:pt x="1063777" y="112802"/>
                </a:lnTo>
                <a:lnTo>
                  <a:pt x="1063870" y="113529"/>
                </a:lnTo>
                <a:lnTo>
                  <a:pt x="1063970" y="114245"/>
                </a:lnTo>
                <a:lnTo>
                  <a:pt x="1064079" y="114952"/>
                </a:lnTo>
                <a:lnTo>
                  <a:pt x="1064196" y="115648"/>
                </a:lnTo>
                <a:lnTo>
                  <a:pt x="1064320" y="116334"/>
                </a:lnTo>
                <a:lnTo>
                  <a:pt x="1064453" y="117010"/>
                </a:lnTo>
                <a:lnTo>
                  <a:pt x="1064594" y="117676"/>
                </a:lnTo>
                <a:lnTo>
                  <a:pt x="1064743" y="118332"/>
                </a:lnTo>
                <a:lnTo>
                  <a:pt x="1064900" y="118978"/>
                </a:lnTo>
                <a:lnTo>
                  <a:pt x="1065065" y="119614"/>
                </a:lnTo>
                <a:lnTo>
                  <a:pt x="1065238" y="120239"/>
                </a:lnTo>
                <a:lnTo>
                  <a:pt x="1065419" y="120855"/>
                </a:lnTo>
                <a:lnTo>
                  <a:pt x="1065608" y="121460"/>
                </a:lnTo>
                <a:lnTo>
                  <a:pt x="1065808" y="122054"/>
                </a:lnTo>
                <a:lnTo>
                  <a:pt x="1066022" y="122637"/>
                </a:lnTo>
                <a:lnTo>
                  <a:pt x="1066249" y="123208"/>
                </a:lnTo>
                <a:lnTo>
                  <a:pt x="1066489" y="123767"/>
                </a:lnTo>
                <a:lnTo>
                  <a:pt x="1066743" y="124314"/>
                </a:lnTo>
                <a:lnTo>
                  <a:pt x="1067011" y="124850"/>
                </a:lnTo>
                <a:lnTo>
                  <a:pt x="1067292" y="125374"/>
                </a:lnTo>
                <a:lnTo>
                  <a:pt x="1067586" y="125886"/>
                </a:lnTo>
                <a:lnTo>
                  <a:pt x="1067895" y="126387"/>
                </a:lnTo>
                <a:lnTo>
                  <a:pt x="1068216" y="126876"/>
                </a:lnTo>
                <a:lnTo>
                  <a:pt x="1068552" y="127353"/>
                </a:lnTo>
                <a:lnTo>
                  <a:pt x="1068900" y="127819"/>
                </a:lnTo>
                <a:lnTo>
                  <a:pt x="1069263" y="128273"/>
                </a:lnTo>
                <a:lnTo>
                  <a:pt x="1069638" y="128715"/>
                </a:lnTo>
                <a:lnTo>
                  <a:pt x="1070028" y="129145"/>
                </a:lnTo>
                <a:lnTo>
                  <a:pt x="1070431" y="129564"/>
                </a:lnTo>
                <a:lnTo>
                  <a:pt x="1070847" y="129971"/>
                </a:lnTo>
                <a:lnTo>
                  <a:pt x="1071277" y="130366"/>
                </a:lnTo>
                <a:lnTo>
                  <a:pt x="1071720" y="130750"/>
                </a:lnTo>
                <a:lnTo>
                  <a:pt x="1072177" y="131122"/>
                </a:lnTo>
                <a:lnTo>
                  <a:pt x="1072648" y="131482"/>
                </a:lnTo>
                <a:lnTo>
                  <a:pt x="1073132" y="131831"/>
                </a:lnTo>
                <a:lnTo>
                  <a:pt x="1073630" y="132168"/>
                </a:lnTo>
                <a:lnTo>
                  <a:pt x="1074141" y="132493"/>
                </a:lnTo>
                <a:lnTo>
                  <a:pt x="1074668" y="132805"/>
                </a:lnTo>
                <a:lnTo>
                  <a:pt x="1075214" y="133105"/>
                </a:lnTo>
                <a:lnTo>
                  <a:pt x="1075779" y="133391"/>
                </a:lnTo>
                <a:lnTo>
                  <a:pt x="1076363" y="133664"/>
                </a:lnTo>
                <a:lnTo>
                  <a:pt x="1076966" y="133923"/>
                </a:lnTo>
                <a:lnTo>
                  <a:pt x="1077587" y="134169"/>
                </a:lnTo>
                <a:lnTo>
                  <a:pt x="1078227" y="134402"/>
                </a:lnTo>
                <a:lnTo>
                  <a:pt x="1078887" y="134621"/>
                </a:lnTo>
                <a:lnTo>
                  <a:pt x="1079565" y="134828"/>
                </a:lnTo>
                <a:lnTo>
                  <a:pt x="1080261" y="135021"/>
                </a:lnTo>
                <a:lnTo>
                  <a:pt x="1080977" y="135200"/>
                </a:lnTo>
                <a:lnTo>
                  <a:pt x="1081712" y="135367"/>
                </a:lnTo>
                <a:lnTo>
                  <a:pt x="1082465" y="135520"/>
                </a:lnTo>
                <a:lnTo>
                  <a:pt x="1083237" y="135659"/>
                </a:lnTo>
                <a:lnTo>
                  <a:pt x="1084028" y="135786"/>
                </a:lnTo>
                <a:lnTo>
                  <a:pt x="1084838" y="135899"/>
                </a:lnTo>
                <a:lnTo>
                  <a:pt x="1085667" y="135998"/>
                </a:lnTo>
                <a:lnTo>
                  <a:pt x="1086514" y="136085"/>
                </a:lnTo>
                <a:lnTo>
                  <a:pt x="1087381" y="136158"/>
                </a:lnTo>
                <a:lnTo>
                  <a:pt x="1088266" y="136218"/>
                </a:lnTo>
                <a:lnTo>
                  <a:pt x="1089170" y="136265"/>
                </a:lnTo>
                <a:lnTo>
                  <a:pt x="1090093" y="136298"/>
                </a:lnTo>
                <a:lnTo>
                  <a:pt x="1091035" y="136318"/>
                </a:lnTo>
                <a:lnTo>
                  <a:pt x="1091995" y="136324"/>
                </a:lnTo>
                <a:lnTo>
                  <a:pt x="1103536" y="136324"/>
                </a:lnTo>
                <a:lnTo>
                  <a:pt x="1103536" y="123008"/>
                </a:lnTo>
                <a:lnTo>
                  <a:pt x="1093080" y="123008"/>
                </a:lnTo>
                <a:lnTo>
                  <a:pt x="1092360" y="122999"/>
                </a:lnTo>
                <a:lnTo>
                  <a:pt x="1091662" y="122973"/>
                </a:lnTo>
                <a:close/>
                <a:moveTo>
                  <a:pt x="1306613" y="122973"/>
                </a:moveTo>
                <a:lnTo>
                  <a:pt x="1305938" y="122930"/>
                </a:lnTo>
                <a:lnTo>
                  <a:pt x="1305285" y="122869"/>
                </a:lnTo>
                <a:lnTo>
                  <a:pt x="1304654" y="122791"/>
                </a:lnTo>
                <a:lnTo>
                  <a:pt x="1304046" y="122696"/>
                </a:lnTo>
                <a:lnTo>
                  <a:pt x="1303460" y="122583"/>
                </a:lnTo>
                <a:lnTo>
                  <a:pt x="1302897" y="122453"/>
                </a:lnTo>
                <a:lnTo>
                  <a:pt x="1302356" y="122306"/>
                </a:lnTo>
                <a:lnTo>
                  <a:pt x="1301837" y="122142"/>
                </a:lnTo>
                <a:lnTo>
                  <a:pt x="1301341" y="121960"/>
                </a:lnTo>
                <a:lnTo>
                  <a:pt x="1300868" y="121761"/>
                </a:lnTo>
                <a:lnTo>
                  <a:pt x="1300416" y="121544"/>
                </a:lnTo>
                <a:lnTo>
                  <a:pt x="1299988" y="121310"/>
                </a:lnTo>
                <a:lnTo>
                  <a:pt x="1299581" y="121059"/>
                </a:lnTo>
                <a:lnTo>
                  <a:pt x="1299198" y="120791"/>
                </a:lnTo>
                <a:lnTo>
                  <a:pt x="1298836" y="120505"/>
                </a:lnTo>
                <a:lnTo>
                  <a:pt x="1298497" y="120202"/>
                </a:lnTo>
                <a:lnTo>
                  <a:pt x="1298181" y="119882"/>
                </a:lnTo>
                <a:lnTo>
                  <a:pt x="1297886" y="119544"/>
                </a:lnTo>
                <a:lnTo>
                  <a:pt x="1297615" y="119189"/>
                </a:lnTo>
                <a:lnTo>
                  <a:pt x="1297365" y="118817"/>
                </a:lnTo>
                <a:lnTo>
                  <a:pt x="1297139" y="118427"/>
                </a:lnTo>
                <a:lnTo>
                  <a:pt x="1296934" y="118020"/>
                </a:lnTo>
                <a:lnTo>
                  <a:pt x="1296745" y="117597"/>
                </a:lnTo>
                <a:lnTo>
                  <a:pt x="1296564" y="117158"/>
                </a:lnTo>
                <a:lnTo>
                  <a:pt x="1296391" y="116705"/>
                </a:lnTo>
                <a:lnTo>
                  <a:pt x="1296226" y="116236"/>
                </a:lnTo>
                <a:lnTo>
                  <a:pt x="1296069" y="115752"/>
                </a:lnTo>
                <a:lnTo>
                  <a:pt x="1295920" y="115253"/>
                </a:lnTo>
                <a:lnTo>
                  <a:pt x="1295779" y="114739"/>
                </a:lnTo>
                <a:lnTo>
                  <a:pt x="1295646" y="114209"/>
                </a:lnTo>
                <a:lnTo>
                  <a:pt x="1295522" y="113665"/>
                </a:lnTo>
                <a:lnTo>
                  <a:pt x="1295405" y="113105"/>
                </a:lnTo>
                <a:lnTo>
                  <a:pt x="1295296" y="112530"/>
                </a:lnTo>
                <a:lnTo>
                  <a:pt x="1295196" y="111940"/>
                </a:lnTo>
                <a:lnTo>
                  <a:pt x="1295103" y="111334"/>
                </a:lnTo>
                <a:lnTo>
                  <a:pt x="1295019" y="110714"/>
                </a:lnTo>
                <a:lnTo>
                  <a:pt x="1294942" y="110078"/>
                </a:lnTo>
                <a:lnTo>
                  <a:pt x="1294874" y="109427"/>
                </a:lnTo>
                <a:lnTo>
                  <a:pt x="1294813" y="108761"/>
                </a:lnTo>
                <a:lnTo>
                  <a:pt x="1294761" y="108080"/>
                </a:lnTo>
                <a:lnTo>
                  <a:pt x="1294717" y="107383"/>
                </a:lnTo>
                <a:lnTo>
                  <a:pt x="1294681" y="106672"/>
                </a:lnTo>
                <a:lnTo>
                  <a:pt x="1294652" y="105945"/>
                </a:lnTo>
                <a:lnTo>
                  <a:pt x="1294632" y="105203"/>
                </a:lnTo>
                <a:lnTo>
                  <a:pt x="1294620" y="104446"/>
                </a:lnTo>
                <a:lnTo>
                  <a:pt x="1294616" y="103674"/>
                </a:lnTo>
                <a:lnTo>
                  <a:pt x="1294616" y="50604"/>
                </a:lnTo>
                <a:lnTo>
                  <a:pt x="1318290" y="50604"/>
                </a:lnTo>
                <a:lnTo>
                  <a:pt x="1318290" y="37287"/>
                </a:lnTo>
                <a:lnTo>
                  <a:pt x="1294616" y="37287"/>
                </a:lnTo>
                <a:lnTo>
                  <a:pt x="1294616" y="15290"/>
                </a:lnTo>
                <a:lnTo>
                  <a:pt x="1278241" y="15290"/>
                </a:lnTo>
                <a:lnTo>
                  <a:pt x="1278241" y="37287"/>
                </a:lnTo>
                <a:lnTo>
                  <a:pt x="1262163" y="37287"/>
                </a:lnTo>
                <a:lnTo>
                  <a:pt x="1262163" y="50604"/>
                </a:lnTo>
                <a:lnTo>
                  <a:pt x="1278241" y="50604"/>
                </a:lnTo>
                <a:lnTo>
                  <a:pt x="1278241" y="104142"/>
                </a:lnTo>
                <a:lnTo>
                  <a:pt x="1278245" y="104980"/>
                </a:lnTo>
                <a:lnTo>
                  <a:pt x="1278258" y="105808"/>
                </a:lnTo>
                <a:lnTo>
                  <a:pt x="1278278" y="106625"/>
                </a:lnTo>
                <a:lnTo>
                  <a:pt x="1278306" y="107433"/>
                </a:lnTo>
                <a:lnTo>
                  <a:pt x="1278342" y="108230"/>
                </a:lnTo>
                <a:lnTo>
                  <a:pt x="1278386" y="109017"/>
                </a:lnTo>
                <a:lnTo>
                  <a:pt x="1278439" y="109794"/>
                </a:lnTo>
                <a:lnTo>
                  <a:pt x="1278499" y="110562"/>
                </a:lnTo>
                <a:lnTo>
                  <a:pt x="1278567" y="111318"/>
                </a:lnTo>
                <a:lnTo>
                  <a:pt x="1278644" y="112065"/>
                </a:lnTo>
                <a:lnTo>
                  <a:pt x="1278728" y="112802"/>
                </a:lnTo>
                <a:lnTo>
                  <a:pt x="1278821" y="113529"/>
                </a:lnTo>
                <a:lnTo>
                  <a:pt x="1278922" y="114245"/>
                </a:lnTo>
                <a:lnTo>
                  <a:pt x="1279030" y="114952"/>
                </a:lnTo>
                <a:lnTo>
                  <a:pt x="1279147" y="115648"/>
                </a:lnTo>
                <a:lnTo>
                  <a:pt x="1279272" y="116334"/>
                </a:lnTo>
                <a:lnTo>
                  <a:pt x="1279405" y="117010"/>
                </a:lnTo>
                <a:lnTo>
                  <a:pt x="1279545" y="117676"/>
                </a:lnTo>
                <a:lnTo>
                  <a:pt x="1279694" y="118332"/>
                </a:lnTo>
                <a:lnTo>
                  <a:pt x="1279851" y="118978"/>
                </a:lnTo>
                <a:lnTo>
                  <a:pt x="1280016" y="119614"/>
                </a:lnTo>
                <a:lnTo>
                  <a:pt x="1280189" y="120239"/>
                </a:lnTo>
                <a:lnTo>
                  <a:pt x="1280370" y="120855"/>
                </a:lnTo>
                <a:lnTo>
                  <a:pt x="1280560" y="121460"/>
                </a:lnTo>
                <a:lnTo>
                  <a:pt x="1280760" y="122054"/>
                </a:lnTo>
                <a:lnTo>
                  <a:pt x="1280973" y="122637"/>
                </a:lnTo>
                <a:lnTo>
                  <a:pt x="1281200" y="123208"/>
                </a:lnTo>
                <a:lnTo>
                  <a:pt x="1281440" y="123767"/>
                </a:lnTo>
                <a:lnTo>
                  <a:pt x="1281695" y="124314"/>
                </a:lnTo>
                <a:lnTo>
                  <a:pt x="1281962" y="124850"/>
                </a:lnTo>
                <a:lnTo>
                  <a:pt x="1282243" y="125374"/>
                </a:lnTo>
                <a:lnTo>
                  <a:pt x="1282538" y="125886"/>
                </a:lnTo>
                <a:lnTo>
                  <a:pt x="1282846" y="126387"/>
                </a:lnTo>
                <a:lnTo>
                  <a:pt x="1283168" y="126876"/>
                </a:lnTo>
                <a:lnTo>
                  <a:pt x="1283503" y="127353"/>
                </a:lnTo>
                <a:lnTo>
                  <a:pt x="1283852" y="127819"/>
                </a:lnTo>
                <a:lnTo>
                  <a:pt x="1284214" y="128273"/>
                </a:lnTo>
                <a:lnTo>
                  <a:pt x="1284590" y="128715"/>
                </a:lnTo>
                <a:lnTo>
                  <a:pt x="1284979" y="129145"/>
                </a:lnTo>
                <a:lnTo>
                  <a:pt x="1285382" y="129564"/>
                </a:lnTo>
                <a:lnTo>
                  <a:pt x="1285799" y="129971"/>
                </a:lnTo>
                <a:lnTo>
                  <a:pt x="1286228" y="130366"/>
                </a:lnTo>
                <a:lnTo>
                  <a:pt x="1286672" y="130750"/>
                </a:lnTo>
                <a:lnTo>
                  <a:pt x="1287129" y="131122"/>
                </a:lnTo>
                <a:lnTo>
                  <a:pt x="1287599" y="131482"/>
                </a:lnTo>
                <a:lnTo>
                  <a:pt x="1288083" y="131831"/>
                </a:lnTo>
                <a:lnTo>
                  <a:pt x="1288581" y="132168"/>
                </a:lnTo>
                <a:lnTo>
                  <a:pt x="1289092" y="132493"/>
                </a:lnTo>
                <a:lnTo>
                  <a:pt x="1289619" y="132805"/>
                </a:lnTo>
                <a:lnTo>
                  <a:pt x="1290166" y="133105"/>
                </a:lnTo>
                <a:lnTo>
                  <a:pt x="1290731" y="133391"/>
                </a:lnTo>
                <a:lnTo>
                  <a:pt x="1291314" y="133664"/>
                </a:lnTo>
                <a:lnTo>
                  <a:pt x="1291917" y="133923"/>
                </a:lnTo>
                <a:lnTo>
                  <a:pt x="1292539" y="134169"/>
                </a:lnTo>
                <a:lnTo>
                  <a:pt x="1293179" y="134402"/>
                </a:lnTo>
                <a:lnTo>
                  <a:pt x="1293838" y="134621"/>
                </a:lnTo>
                <a:lnTo>
                  <a:pt x="1294516" y="134828"/>
                </a:lnTo>
                <a:lnTo>
                  <a:pt x="1295213" y="135021"/>
                </a:lnTo>
                <a:lnTo>
                  <a:pt x="1295928" y="135200"/>
                </a:lnTo>
                <a:lnTo>
                  <a:pt x="1296663" y="135367"/>
                </a:lnTo>
                <a:lnTo>
                  <a:pt x="1297416" y="135520"/>
                </a:lnTo>
                <a:lnTo>
                  <a:pt x="1298189" y="135659"/>
                </a:lnTo>
                <a:lnTo>
                  <a:pt x="1298980" y="135786"/>
                </a:lnTo>
                <a:lnTo>
                  <a:pt x="1299789" y="135899"/>
                </a:lnTo>
                <a:lnTo>
                  <a:pt x="1300618" y="135998"/>
                </a:lnTo>
                <a:lnTo>
                  <a:pt x="1301466" y="136085"/>
                </a:lnTo>
                <a:lnTo>
                  <a:pt x="1302332" y="136158"/>
                </a:lnTo>
                <a:lnTo>
                  <a:pt x="1303217" y="136218"/>
                </a:lnTo>
                <a:lnTo>
                  <a:pt x="1304121" y="136265"/>
                </a:lnTo>
                <a:lnTo>
                  <a:pt x="1305044" y="136298"/>
                </a:lnTo>
                <a:lnTo>
                  <a:pt x="1305986" y="136318"/>
                </a:lnTo>
                <a:lnTo>
                  <a:pt x="1306947" y="136324"/>
                </a:lnTo>
                <a:lnTo>
                  <a:pt x="1318488" y="136324"/>
                </a:lnTo>
                <a:lnTo>
                  <a:pt x="1318488" y="123008"/>
                </a:lnTo>
                <a:lnTo>
                  <a:pt x="1308032" y="123008"/>
                </a:lnTo>
                <a:lnTo>
                  <a:pt x="1307311" y="122999"/>
                </a:lnTo>
                <a:lnTo>
                  <a:pt x="1306613" y="122973"/>
                </a:lnTo>
                <a:close/>
                <a:moveTo>
                  <a:pt x="597564" y="64116"/>
                </a:moveTo>
                <a:lnTo>
                  <a:pt x="597969" y="63624"/>
                </a:lnTo>
                <a:lnTo>
                  <a:pt x="598383" y="63135"/>
                </a:lnTo>
                <a:lnTo>
                  <a:pt x="598808" y="62650"/>
                </a:lnTo>
                <a:lnTo>
                  <a:pt x="599242" y="62168"/>
                </a:lnTo>
                <a:lnTo>
                  <a:pt x="599687" y="61689"/>
                </a:lnTo>
                <a:lnTo>
                  <a:pt x="600141" y="61214"/>
                </a:lnTo>
                <a:lnTo>
                  <a:pt x="600605" y="60743"/>
                </a:lnTo>
                <a:lnTo>
                  <a:pt x="601079" y="60274"/>
                </a:lnTo>
                <a:lnTo>
                  <a:pt x="601564" y="59809"/>
                </a:lnTo>
                <a:lnTo>
                  <a:pt x="602058" y="59348"/>
                </a:lnTo>
                <a:lnTo>
                  <a:pt x="602562" y="58889"/>
                </a:lnTo>
                <a:lnTo>
                  <a:pt x="603076" y="58435"/>
                </a:lnTo>
                <a:lnTo>
                  <a:pt x="603599" y="57983"/>
                </a:lnTo>
                <a:lnTo>
                  <a:pt x="604133" y="57535"/>
                </a:lnTo>
                <a:lnTo>
                  <a:pt x="604677" y="57091"/>
                </a:lnTo>
                <a:lnTo>
                  <a:pt x="605231" y="56649"/>
                </a:lnTo>
                <a:lnTo>
                  <a:pt x="605794" y="56211"/>
                </a:lnTo>
                <a:lnTo>
                  <a:pt x="606368" y="55777"/>
                </a:lnTo>
                <a:lnTo>
                  <a:pt x="606951" y="55346"/>
                </a:lnTo>
                <a:lnTo>
                  <a:pt x="607545" y="54918"/>
                </a:lnTo>
                <a:lnTo>
                  <a:pt x="608148" y="54494"/>
                </a:lnTo>
                <a:lnTo>
                  <a:pt x="608762" y="54080"/>
                </a:lnTo>
                <a:lnTo>
                  <a:pt x="609389" y="53684"/>
                </a:lnTo>
                <a:lnTo>
                  <a:pt x="610027" y="53305"/>
                </a:lnTo>
                <a:lnTo>
                  <a:pt x="610677" y="52944"/>
                </a:lnTo>
                <a:lnTo>
                  <a:pt x="611339" y="52600"/>
                </a:lnTo>
                <a:lnTo>
                  <a:pt x="612014" y="52274"/>
                </a:lnTo>
                <a:lnTo>
                  <a:pt x="612700" y="51966"/>
                </a:lnTo>
                <a:lnTo>
                  <a:pt x="613398" y="51675"/>
                </a:lnTo>
                <a:lnTo>
                  <a:pt x="614108" y="51402"/>
                </a:lnTo>
                <a:lnTo>
                  <a:pt x="614830" y="51147"/>
                </a:lnTo>
                <a:lnTo>
                  <a:pt x="615565" y="50909"/>
                </a:lnTo>
                <a:lnTo>
                  <a:pt x="616311" y="50689"/>
                </a:lnTo>
                <a:lnTo>
                  <a:pt x="617069" y="50486"/>
                </a:lnTo>
                <a:lnTo>
                  <a:pt x="617839" y="50301"/>
                </a:lnTo>
                <a:lnTo>
                  <a:pt x="618621" y="50134"/>
                </a:lnTo>
                <a:lnTo>
                  <a:pt x="619415" y="49984"/>
                </a:lnTo>
                <a:lnTo>
                  <a:pt x="620221" y="49852"/>
                </a:lnTo>
                <a:lnTo>
                  <a:pt x="621039" y="49737"/>
                </a:lnTo>
                <a:lnTo>
                  <a:pt x="621869" y="49640"/>
                </a:lnTo>
                <a:lnTo>
                  <a:pt x="622712" y="49561"/>
                </a:lnTo>
                <a:lnTo>
                  <a:pt x="623566" y="49499"/>
                </a:lnTo>
                <a:lnTo>
                  <a:pt x="624432" y="49455"/>
                </a:lnTo>
                <a:lnTo>
                  <a:pt x="625310" y="49429"/>
                </a:lnTo>
                <a:lnTo>
                  <a:pt x="626200" y="49420"/>
                </a:lnTo>
                <a:lnTo>
                  <a:pt x="626794" y="49426"/>
                </a:lnTo>
                <a:lnTo>
                  <a:pt x="627376" y="49442"/>
                </a:lnTo>
                <a:lnTo>
                  <a:pt x="627947" y="49471"/>
                </a:lnTo>
                <a:lnTo>
                  <a:pt x="628505" y="49510"/>
                </a:lnTo>
                <a:lnTo>
                  <a:pt x="629052" y="49560"/>
                </a:lnTo>
                <a:lnTo>
                  <a:pt x="629587" y="49622"/>
                </a:lnTo>
                <a:lnTo>
                  <a:pt x="630111" y="49695"/>
                </a:lnTo>
                <a:lnTo>
                  <a:pt x="630622" y="49779"/>
                </a:lnTo>
                <a:lnTo>
                  <a:pt x="631122" y="49874"/>
                </a:lnTo>
                <a:lnTo>
                  <a:pt x="631610" y="49980"/>
                </a:lnTo>
                <a:lnTo>
                  <a:pt x="632086" y="50098"/>
                </a:lnTo>
                <a:lnTo>
                  <a:pt x="632550" y="50227"/>
                </a:lnTo>
                <a:lnTo>
                  <a:pt x="633002" y="50367"/>
                </a:lnTo>
                <a:lnTo>
                  <a:pt x="633443" y="50518"/>
                </a:lnTo>
                <a:lnTo>
                  <a:pt x="633871" y="50681"/>
                </a:lnTo>
                <a:lnTo>
                  <a:pt x="634288" y="50855"/>
                </a:lnTo>
                <a:lnTo>
                  <a:pt x="634693" y="51039"/>
                </a:lnTo>
                <a:lnTo>
                  <a:pt x="635087" y="51236"/>
                </a:lnTo>
                <a:lnTo>
                  <a:pt x="635468" y="51443"/>
                </a:lnTo>
                <a:lnTo>
                  <a:pt x="635838" y="51661"/>
                </a:lnTo>
                <a:lnTo>
                  <a:pt x="636196" y="51891"/>
                </a:lnTo>
                <a:lnTo>
                  <a:pt x="636542" y="52132"/>
                </a:lnTo>
                <a:lnTo>
                  <a:pt x="636876" y="52384"/>
                </a:lnTo>
                <a:lnTo>
                  <a:pt x="637198" y="52648"/>
                </a:lnTo>
                <a:lnTo>
                  <a:pt x="637511" y="52921"/>
                </a:lnTo>
                <a:lnTo>
                  <a:pt x="637815" y="53202"/>
                </a:lnTo>
                <a:lnTo>
                  <a:pt x="638112" y="53492"/>
                </a:lnTo>
                <a:lnTo>
                  <a:pt x="638400" y="53790"/>
                </a:lnTo>
                <a:lnTo>
                  <a:pt x="638680" y="54097"/>
                </a:lnTo>
                <a:lnTo>
                  <a:pt x="638952" y="54412"/>
                </a:lnTo>
                <a:lnTo>
                  <a:pt x="639217" y="54735"/>
                </a:lnTo>
                <a:lnTo>
                  <a:pt x="639473" y="55067"/>
                </a:lnTo>
                <a:lnTo>
                  <a:pt x="639721" y="55407"/>
                </a:lnTo>
                <a:lnTo>
                  <a:pt x="639961" y="55756"/>
                </a:lnTo>
                <a:lnTo>
                  <a:pt x="640193" y="56112"/>
                </a:lnTo>
                <a:lnTo>
                  <a:pt x="640417" y="56478"/>
                </a:lnTo>
                <a:lnTo>
                  <a:pt x="640632" y="56851"/>
                </a:lnTo>
                <a:lnTo>
                  <a:pt x="640840" y="57233"/>
                </a:lnTo>
                <a:lnTo>
                  <a:pt x="641040" y="57624"/>
                </a:lnTo>
                <a:lnTo>
                  <a:pt x="641232" y="58022"/>
                </a:lnTo>
                <a:lnTo>
                  <a:pt x="641415" y="58429"/>
                </a:lnTo>
                <a:lnTo>
                  <a:pt x="641591" y="58845"/>
                </a:lnTo>
                <a:lnTo>
                  <a:pt x="641759" y="59269"/>
                </a:lnTo>
                <a:lnTo>
                  <a:pt x="641918" y="59701"/>
                </a:lnTo>
                <a:lnTo>
                  <a:pt x="642070" y="60141"/>
                </a:lnTo>
                <a:lnTo>
                  <a:pt x="642213" y="60590"/>
                </a:lnTo>
                <a:lnTo>
                  <a:pt x="642348" y="61047"/>
                </a:lnTo>
                <a:lnTo>
                  <a:pt x="642476" y="61513"/>
                </a:lnTo>
                <a:lnTo>
                  <a:pt x="642596" y="61986"/>
                </a:lnTo>
                <a:lnTo>
                  <a:pt x="642712" y="62464"/>
                </a:lnTo>
                <a:lnTo>
                  <a:pt x="642823" y="62947"/>
                </a:lnTo>
                <a:lnTo>
                  <a:pt x="642928" y="63437"/>
                </a:lnTo>
                <a:lnTo>
                  <a:pt x="643028" y="63932"/>
                </a:lnTo>
                <a:lnTo>
                  <a:pt x="643123" y="64433"/>
                </a:lnTo>
                <a:lnTo>
                  <a:pt x="643213" y="64940"/>
                </a:lnTo>
                <a:lnTo>
                  <a:pt x="643298" y="65452"/>
                </a:lnTo>
                <a:lnTo>
                  <a:pt x="643377" y="65970"/>
                </a:lnTo>
                <a:lnTo>
                  <a:pt x="643452" y="66494"/>
                </a:lnTo>
                <a:lnTo>
                  <a:pt x="643521" y="67024"/>
                </a:lnTo>
                <a:lnTo>
                  <a:pt x="643585" y="67559"/>
                </a:lnTo>
                <a:lnTo>
                  <a:pt x="643645" y="68100"/>
                </a:lnTo>
                <a:lnTo>
                  <a:pt x="643699" y="68646"/>
                </a:lnTo>
                <a:lnTo>
                  <a:pt x="643747" y="69199"/>
                </a:lnTo>
                <a:lnTo>
                  <a:pt x="643791" y="69757"/>
                </a:lnTo>
                <a:lnTo>
                  <a:pt x="643830" y="70320"/>
                </a:lnTo>
                <a:lnTo>
                  <a:pt x="643863" y="70890"/>
                </a:lnTo>
                <a:lnTo>
                  <a:pt x="643891" y="71465"/>
                </a:lnTo>
                <a:lnTo>
                  <a:pt x="643914" y="72046"/>
                </a:lnTo>
                <a:lnTo>
                  <a:pt x="643932" y="72632"/>
                </a:lnTo>
                <a:lnTo>
                  <a:pt x="643945" y="73224"/>
                </a:lnTo>
                <a:lnTo>
                  <a:pt x="643953" y="73822"/>
                </a:lnTo>
                <a:lnTo>
                  <a:pt x="643955" y="74426"/>
                </a:lnTo>
                <a:lnTo>
                  <a:pt x="643955" y="136324"/>
                </a:lnTo>
                <a:lnTo>
                  <a:pt x="660429" y="136324"/>
                </a:lnTo>
                <a:lnTo>
                  <a:pt x="660429" y="72308"/>
                </a:lnTo>
                <a:lnTo>
                  <a:pt x="660416" y="70869"/>
                </a:lnTo>
                <a:lnTo>
                  <a:pt x="660379" y="69457"/>
                </a:lnTo>
                <a:lnTo>
                  <a:pt x="660316" y="68072"/>
                </a:lnTo>
                <a:lnTo>
                  <a:pt x="660229" y="66714"/>
                </a:lnTo>
                <a:lnTo>
                  <a:pt x="660116" y="65383"/>
                </a:lnTo>
                <a:lnTo>
                  <a:pt x="659979" y="64080"/>
                </a:lnTo>
                <a:lnTo>
                  <a:pt x="659816" y="62803"/>
                </a:lnTo>
                <a:lnTo>
                  <a:pt x="659629" y="61553"/>
                </a:lnTo>
                <a:lnTo>
                  <a:pt x="659416" y="60331"/>
                </a:lnTo>
                <a:lnTo>
                  <a:pt x="659179" y="59136"/>
                </a:lnTo>
                <a:lnTo>
                  <a:pt x="658916" y="57967"/>
                </a:lnTo>
                <a:lnTo>
                  <a:pt x="658629" y="56826"/>
                </a:lnTo>
                <a:lnTo>
                  <a:pt x="658316" y="55712"/>
                </a:lnTo>
                <a:lnTo>
                  <a:pt x="657978" y="54625"/>
                </a:lnTo>
                <a:lnTo>
                  <a:pt x="657616" y="53565"/>
                </a:lnTo>
                <a:lnTo>
                  <a:pt x="657228" y="52532"/>
                </a:lnTo>
                <a:lnTo>
                  <a:pt x="656816" y="51526"/>
                </a:lnTo>
                <a:lnTo>
                  <a:pt x="656378" y="50547"/>
                </a:lnTo>
                <a:lnTo>
                  <a:pt x="655916" y="49595"/>
                </a:lnTo>
                <a:lnTo>
                  <a:pt x="655428" y="48671"/>
                </a:lnTo>
                <a:lnTo>
                  <a:pt x="654916" y="47773"/>
                </a:lnTo>
                <a:lnTo>
                  <a:pt x="654378" y="46903"/>
                </a:lnTo>
                <a:lnTo>
                  <a:pt x="653815" y="46059"/>
                </a:lnTo>
                <a:lnTo>
                  <a:pt x="653228" y="45243"/>
                </a:lnTo>
                <a:lnTo>
                  <a:pt x="652613" y="44457"/>
                </a:lnTo>
                <a:lnTo>
                  <a:pt x="651968" y="43705"/>
                </a:lnTo>
                <a:lnTo>
                  <a:pt x="651293" y="42985"/>
                </a:lnTo>
                <a:lnTo>
                  <a:pt x="650589" y="42300"/>
                </a:lnTo>
                <a:lnTo>
                  <a:pt x="649855" y="41647"/>
                </a:lnTo>
                <a:lnTo>
                  <a:pt x="649091" y="41029"/>
                </a:lnTo>
                <a:lnTo>
                  <a:pt x="648297" y="40443"/>
                </a:lnTo>
                <a:lnTo>
                  <a:pt x="647474" y="39891"/>
                </a:lnTo>
                <a:lnTo>
                  <a:pt x="646620" y="39373"/>
                </a:lnTo>
                <a:lnTo>
                  <a:pt x="645737" y="38888"/>
                </a:lnTo>
                <a:lnTo>
                  <a:pt x="644824" y="38436"/>
                </a:lnTo>
                <a:lnTo>
                  <a:pt x="643881" y="38018"/>
                </a:lnTo>
                <a:lnTo>
                  <a:pt x="642909" y="37634"/>
                </a:lnTo>
                <a:lnTo>
                  <a:pt x="641906" y="37282"/>
                </a:lnTo>
                <a:lnTo>
                  <a:pt x="640874" y="36965"/>
                </a:lnTo>
                <a:lnTo>
                  <a:pt x="639812" y="36680"/>
                </a:lnTo>
                <a:lnTo>
                  <a:pt x="638721" y="36430"/>
                </a:lnTo>
                <a:lnTo>
                  <a:pt x="637599" y="36212"/>
                </a:lnTo>
                <a:lnTo>
                  <a:pt x="636448" y="36028"/>
                </a:lnTo>
                <a:lnTo>
                  <a:pt x="635267" y="35878"/>
                </a:lnTo>
                <a:lnTo>
                  <a:pt x="634056" y="35761"/>
                </a:lnTo>
                <a:lnTo>
                  <a:pt x="632815" y="35677"/>
                </a:lnTo>
                <a:lnTo>
                  <a:pt x="631544" y="35627"/>
                </a:lnTo>
                <a:lnTo>
                  <a:pt x="630244" y="35610"/>
                </a:lnTo>
                <a:lnTo>
                  <a:pt x="629175" y="35619"/>
                </a:lnTo>
                <a:lnTo>
                  <a:pt x="628123" y="35646"/>
                </a:lnTo>
                <a:lnTo>
                  <a:pt x="627086" y="35691"/>
                </a:lnTo>
                <a:lnTo>
                  <a:pt x="626065" y="35754"/>
                </a:lnTo>
                <a:lnTo>
                  <a:pt x="625061" y="35835"/>
                </a:lnTo>
                <a:lnTo>
                  <a:pt x="624073" y="35934"/>
                </a:lnTo>
                <a:lnTo>
                  <a:pt x="623100" y="36051"/>
                </a:lnTo>
                <a:lnTo>
                  <a:pt x="622144" y="36185"/>
                </a:lnTo>
                <a:lnTo>
                  <a:pt x="621204" y="36338"/>
                </a:lnTo>
                <a:lnTo>
                  <a:pt x="620280" y="36509"/>
                </a:lnTo>
                <a:lnTo>
                  <a:pt x="619373" y="36698"/>
                </a:lnTo>
                <a:lnTo>
                  <a:pt x="618481" y="36905"/>
                </a:lnTo>
                <a:lnTo>
                  <a:pt x="617605" y="37130"/>
                </a:lnTo>
                <a:lnTo>
                  <a:pt x="616746" y="37372"/>
                </a:lnTo>
                <a:lnTo>
                  <a:pt x="615902" y="37633"/>
                </a:lnTo>
                <a:lnTo>
                  <a:pt x="615075" y="37912"/>
                </a:lnTo>
                <a:lnTo>
                  <a:pt x="614264" y="38208"/>
                </a:lnTo>
                <a:lnTo>
                  <a:pt x="613469" y="38523"/>
                </a:lnTo>
                <a:lnTo>
                  <a:pt x="612690" y="38856"/>
                </a:lnTo>
                <a:lnTo>
                  <a:pt x="611927" y="39206"/>
                </a:lnTo>
                <a:lnTo>
                  <a:pt x="611180" y="39575"/>
                </a:lnTo>
                <a:lnTo>
                  <a:pt x="610449" y="39962"/>
                </a:lnTo>
                <a:lnTo>
                  <a:pt x="609734" y="40366"/>
                </a:lnTo>
                <a:lnTo>
                  <a:pt x="609036" y="40789"/>
                </a:lnTo>
                <a:lnTo>
                  <a:pt x="608352" y="41222"/>
                </a:lnTo>
                <a:lnTo>
                  <a:pt x="607682" y="41656"/>
                </a:lnTo>
                <a:lnTo>
                  <a:pt x="607024" y="42094"/>
                </a:lnTo>
                <a:lnTo>
                  <a:pt x="606381" y="42533"/>
                </a:lnTo>
                <a:lnTo>
                  <a:pt x="605750" y="42974"/>
                </a:lnTo>
                <a:lnTo>
                  <a:pt x="605133" y="43418"/>
                </a:lnTo>
                <a:lnTo>
                  <a:pt x="604530" y="43864"/>
                </a:lnTo>
                <a:lnTo>
                  <a:pt x="603939" y="44313"/>
                </a:lnTo>
                <a:lnTo>
                  <a:pt x="603362" y="44763"/>
                </a:lnTo>
                <a:lnTo>
                  <a:pt x="602799" y="45216"/>
                </a:lnTo>
                <a:lnTo>
                  <a:pt x="602248" y="45671"/>
                </a:lnTo>
                <a:lnTo>
                  <a:pt x="601712" y="46128"/>
                </a:lnTo>
                <a:lnTo>
                  <a:pt x="601188" y="46587"/>
                </a:lnTo>
                <a:lnTo>
                  <a:pt x="600678" y="47049"/>
                </a:lnTo>
                <a:lnTo>
                  <a:pt x="600181" y="47513"/>
                </a:lnTo>
                <a:lnTo>
                  <a:pt x="599698" y="47979"/>
                </a:lnTo>
                <a:lnTo>
                  <a:pt x="599228" y="48447"/>
                </a:lnTo>
                <a:lnTo>
                  <a:pt x="598771" y="48918"/>
                </a:lnTo>
                <a:lnTo>
                  <a:pt x="598327" y="49390"/>
                </a:lnTo>
                <a:lnTo>
                  <a:pt x="597897" y="49865"/>
                </a:lnTo>
                <a:lnTo>
                  <a:pt x="597481" y="50343"/>
                </a:lnTo>
                <a:lnTo>
                  <a:pt x="597077" y="50822"/>
                </a:lnTo>
                <a:lnTo>
                  <a:pt x="596687" y="51304"/>
                </a:lnTo>
                <a:lnTo>
                  <a:pt x="596311" y="51788"/>
                </a:lnTo>
                <a:lnTo>
                  <a:pt x="595719" y="37287"/>
                </a:lnTo>
                <a:lnTo>
                  <a:pt x="579936" y="37287"/>
                </a:lnTo>
                <a:lnTo>
                  <a:pt x="579936" y="136324"/>
                </a:lnTo>
                <a:lnTo>
                  <a:pt x="596410" y="136324"/>
                </a:lnTo>
                <a:lnTo>
                  <a:pt x="596410" y="65613"/>
                </a:lnTo>
                <a:lnTo>
                  <a:pt x="596784" y="65111"/>
                </a:lnTo>
                <a:lnTo>
                  <a:pt x="597169" y="64612"/>
                </a:lnTo>
                <a:lnTo>
                  <a:pt x="597564" y="64116"/>
                </a:lnTo>
                <a:close/>
                <a:moveTo>
                  <a:pt x="379578" y="37287"/>
                </a:moveTo>
                <a:lnTo>
                  <a:pt x="363401" y="37287"/>
                </a:lnTo>
                <a:lnTo>
                  <a:pt x="340811" y="117108"/>
                </a:lnTo>
                <a:lnTo>
                  <a:pt x="317433" y="37287"/>
                </a:lnTo>
                <a:lnTo>
                  <a:pt x="299184" y="37287"/>
                </a:lnTo>
                <a:lnTo>
                  <a:pt x="276200" y="117209"/>
                </a:lnTo>
                <a:lnTo>
                  <a:pt x="253414" y="37287"/>
                </a:lnTo>
                <a:lnTo>
                  <a:pt x="236250" y="37287"/>
                </a:lnTo>
                <a:lnTo>
                  <a:pt x="266928" y="136324"/>
                </a:lnTo>
                <a:lnTo>
                  <a:pt x="284486" y="136324"/>
                </a:lnTo>
                <a:lnTo>
                  <a:pt x="307963" y="55690"/>
                </a:lnTo>
                <a:lnTo>
                  <a:pt x="331539" y="136324"/>
                </a:lnTo>
                <a:lnTo>
                  <a:pt x="348900" y="136324"/>
                </a:lnTo>
                <a:lnTo>
                  <a:pt x="379578" y="37287"/>
                </a:lnTo>
                <a:close/>
                <a:moveTo>
                  <a:pt x="1468130" y="136324"/>
                </a:moveTo>
                <a:lnTo>
                  <a:pt x="1468130" y="37287"/>
                </a:lnTo>
                <a:lnTo>
                  <a:pt x="1451657" y="37287"/>
                </a:lnTo>
                <a:lnTo>
                  <a:pt x="1451657" y="136324"/>
                </a:lnTo>
                <a:lnTo>
                  <a:pt x="1468130" y="136324"/>
                </a:lnTo>
                <a:close/>
                <a:moveTo>
                  <a:pt x="188749" y="137833"/>
                </a:moveTo>
                <a:lnTo>
                  <a:pt x="189869" y="137716"/>
                </a:lnTo>
                <a:lnTo>
                  <a:pt x="190974" y="137577"/>
                </a:lnTo>
                <a:lnTo>
                  <a:pt x="192065" y="137417"/>
                </a:lnTo>
                <a:lnTo>
                  <a:pt x="193142" y="137236"/>
                </a:lnTo>
                <a:lnTo>
                  <a:pt x="194204" y="137033"/>
                </a:lnTo>
                <a:lnTo>
                  <a:pt x="195251" y="136809"/>
                </a:lnTo>
                <a:lnTo>
                  <a:pt x="196284" y="136564"/>
                </a:lnTo>
                <a:lnTo>
                  <a:pt x="197302" y="136297"/>
                </a:lnTo>
                <a:lnTo>
                  <a:pt x="198305" y="136009"/>
                </a:lnTo>
                <a:lnTo>
                  <a:pt x="199295" y="135700"/>
                </a:lnTo>
                <a:lnTo>
                  <a:pt x="200269" y="135370"/>
                </a:lnTo>
                <a:lnTo>
                  <a:pt x="201229" y="135018"/>
                </a:lnTo>
                <a:lnTo>
                  <a:pt x="202174" y="134644"/>
                </a:lnTo>
                <a:lnTo>
                  <a:pt x="203105" y="134250"/>
                </a:lnTo>
                <a:lnTo>
                  <a:pt x="204022" y="133834"/>
                </a:lnTo>
                <a:lnTo>
                  <a:pt x="204923" y="133396"/>
                </a:lnTo>
                <a:lnTo>
                  <a:pt x="205811" y="132938"/>
                </a:lnTo>
                <a:lnTo>
                  <a:pt x="206683" y="132458"/>
                </a:lnTo>
                <a:lnTo>
                  <a:pt x="207541" y="131956"/>
                </a:lnTo>
                <a:lnTo>
                  <a:pt x="208384" y="131435"/>
                </a:lnTo>
                <a:lnTo>
                  <a:pt x="209210" y="130895"/>
                </a:lnTo>
                <a:lnTo>
                  <a:pt x="210020" y="130337"/>
                </a:lnTo>
                <a:lnTo>
                  <a:pt x="210813" y="129761"/>
                </a:lnTo>
                <a:lnTo>
                  <a:pt x="211590" y="129166"/>
                </a:lnTo>
                <a:lnTo>
                  <a:pt x="212350" y="128553"/>
                </a:lnTo>
                <a:lnTo>
                  <a:pt x="213094" y="127922"/>
                </a:lnTo>
                <a:lnTo>
                  <a:pt x="213822" y="127272"/>
                </a:lnTo>
                <a:lnTo>
                  <a:pt x="214533" y="126604"/>
                </a:lnTo>
                <a:lnTo>
                  <a:pt x="215227" y="125917"/>
                </a:lnTo>
                <a:lnTo>
                  <a:pt x="215905" y="125213"/>
                </a:lnTo>
                <a:lnTo>
                  <a:pt x="216567" y="124490"/>
                </a:lnTo>
                <a:lnTo>
                  <a:pt x="217212" y="123748"/>
                </a:lnTo>
                <a:lnTo>
                  <a:pt x="217841" y="122988"/>
                </a:lnTo>
                <a:lnTo>
                  <a:pt x="218454" y="122210"/>
                </a:lnTo>
                <a:lnTo>
                  <a:pt x="219050" y="121414"/>
                </a:lnTo>
                <a:lnTo>
                  <a:pt x="219629" y="120599"/>
                </a:lnTo>
                <a:lnTo>
                  <a:pt x="220192" y="119766"/>
                </a:lnTo>
                <a:lnTo>
                  <a:pt x="220739" y="118915"/>
                </a:lnTo>
                <a:lnTo>
                  <a:pt x="221269" y="118045"/>
                </a:lnTo>
                <a:lnTo>
                  <a:pt x="221783" y="117157"/>
                </a:lnTo>
                <a:lnTo>
                  <a:pt x="222280" y="116250"/>
                </a:lnTo>
                <a:lnTo>
                  <a:pt x="222761" y="115326"/>
                </a:lnTo>
                <a:lnTo>
                  <a:pt x="223225" y="114383"/>
                </a:lnTo>
                <a:lnTo>
                  <a:pt x="223672" y="113423"/>
                </a:lnTo>
                <a:lnTo>
                  <a:pt x="224100" y="112448"/>
                </a:lnTo>
                <a:lnTo>
                  <a:pt x="224509" y="111458"/>
                </a:lnTo>
                <a:lnTo>
                  <a:pt x="224898" y="110454"/>
                </a:lnTo>
                <a:lnTo>
                  <a:pt x="225269" y="109434"/>
                </a:lnTo>
                <a:lnTo>
                  <a:pt x="225621" y="108399"/>
                </a:lnTo>
                <a:lnTo>
                  <a:pt x="225953" y="107349"/>
                </a:lnTo>
                <a:lnTo>
                  <a:pt x="226267" y="106285"/>
                </a:lnTo>
                <a:lnTo>
                  <a:pt x="226562" y="105205"/>
                </a:lnTo>
                <a:lnTo>
                  <a:pt x="226837" y="104110"/>
                </a:lnTo>
                <a:lnTo>
                  <a:pt x="227094" y="103000"/>
                </a:lnTo>
                <a:lnTo>
                  <a:pt x="227331" y="101876"/>
                </a:lnTo>
                <a:lnTo>
                  <a:pt x="227550" y="100736"/>
                </a:lnTo>
                <a:lnTo>
                  <a:pt x="227750" y="99581"/>
                </a:lnTo>
                <a:lnTo>
                  <a:pt x="227930" y="98412"/>
                </a:lnTo>
                <a:lnTo>
                  <a:pt x="228092" y="97227"/>
                </a:lnTo>
                <a:lnTo>
                  <a:pt x="228234" y="96027"/>
                </a:lnTo>
                <a:lnTo>
                  <a:pt x="228358" y="94813"/>
                </a:lnTo>
                <a:lnTo>
                  <a:pt x="228463" y="93583"/>
                </a:lnTo>
                <a:lnTo>
                  <a:pt x="228548" y="92338"/>
                </a:lnTo>
                <a:lnTo>
                  <a:pt x="228615" y="91079"/>
                </a:lnTo>
                <a:lnTo>
                  <a:pt x="228662" y="89804"/>
                </a:lnTo>
                <a:lnTo>
                  <a:pt x="228691" y="88514"/>
                </a:lnTo>
                <a:lnTo>
                  <a:pt x="228700" y="87210"/>
                </a:lnTo>
                <a:lnTo>
                  <a:pt x="228691" y="85872"/>
                </a:lnTo>
                <a:lnTo>
                  <a:pt x="228662" y="84550"/>
                </a:lnTo>
                <a:lnTo>
                  <a:pt x="228615" y="83244"/>
                </a:lnTo>
                <a:lnTo>
                  <a:pt x="228548" y="81955"/>
                </a:lnTo>
                <a:lnTo>
                  <a:pt x="228463" y="80681"/>
                </a:lnTo>
                <a:lnTo>
                  <a:pt x="228358" y="79423"/>
                </a:lnTo>
                <a:lnTo>
                  <a:pt x="228234" y="78182"/>
                </a:lnTo>
                <a:lnTo>
                  <a:pt x="228092" y="76957"/>
                </a:lnTo>
                <a:lnTo>
                  <a:pt x="227930" y="75747"/>
                </a:lnTo>
                <a:lnTo>
                  <a:pt x="227750" y="74554"/>
                </a:lnTo>
                <a:lnTo>
                  <a:pt x="227550" y="73376"/>
                </a:lnTo>
                <a:lnTo>
                  <a:pt x="227331" y="72215"/>
                </a:lnTo>
                <a:lnTo>
                  <a:pt x="227094" y="71070"/>
                </a:lnTo>
                <a:lnTo>
                  <a:pt x="226837" y="69941"/>
                </a:lnTo>
                <a:lnTo>
                  <a:pt x="226562" y="68827"/>
                </a:lnTo>
                <a:lnTo>
                  <a:pt x="226267" y="67730"/>
                </a:lnTo>
                <a:lnTo>
                  <a:pt x="225953" y="66649"/>
                </a:lnTo>
                <a:lnTo>
                  <a:pt x="225621" y="65584"/>
                </a:lnTo>
                <a:lnTo>
                  <a:pt x="225269" y="64535"/>
                </a:lnTo>
                <a:lnTo>
                  <a:pt x="224898" y="63502"/>
                </a:lnTo>
                <a:lnTo>
                  <a:pt x="224509" y="62485"/>
                </a:lnTo>
                <a:lnTo>
                  <a:pt x="224100" y="61485"/>
                </a:lnTo>
                <a:lnTo>
                  <a:pt x="223672" y="60500"/>
                </a:lnTo>
                <a:lnTo>
                  <a:pt x="223225" y="59531"/>
                </a:lnTo>
                <a:lnTo>
                  <a:pt x="222761" y="58579"/>
                </a:lnTo>
                <a:lnTo>
                  <a:pt x="222280" y="57647"/>
                </a:lnTo>
                <a:lnTo>
                  <a:pt x="221783" y="56732"/>
                </a:lnTo>
                <a:lnTo>
                  <a:pt x="221269" y="55836"/>
                </a:lnTo>
                <a:lnTo>
                  <a:pt x="220739" y="54959"/>
                </a:lnTo>
                <a:lnTo>
                  <a:pt x="220192" y="54100"/>
                </a:lnTo>
                <a:lnTo>
                  <a:pt x="219629" y="53259"/>
                </a:lnTo>
                <a:lnTo>
                  <a:pt x="219050" y="52438"/>
                </a:lnTo>
                <a:lnTo>
                  <a:pt x="218454" y="51634"/>
                </a:lnTo>
                <a:lnTo>
                  <a:pt x="217841" y="50849"/>
                </a:lnTo>
                <a:lnTo>
                  <a:pt x="217212" y="50083"/>
                </a:lnTo>
                <a:lnTo>
                  <a:pt x="216567" y="49335"/>
                </a:lnTo>
                <a:lnTo>
                  <a:pt x="215905" y="48606"/>
                </a:lnTo>
                <a:lnTo>
                  <a:pt x="215227" y="47895"/>
                </a:lnTo>
                <a:lnTo>
                  <a:pt x="214533" y="47203"/>
                </a:lnTo>
                <a:lnTo>
                  <a:pt x="213822" y="46529"/>
                </a:lnTo>
                <a:lnTo>
                  <a:pt x="213094" y="45874"/>
                </a:lnTo>
                <a:lnTo>
                  <a:pt x="212350" y="45237"/>
                </a:lnTo>
                <a:lnTo>
                  <a:pt x="211590" y="44619"/>
                </a:lnTo>
                <a:lnTo>
                  <a:pt x="210813" y="44020"/>
                </a:lnTo>
                <a:lnTo>
                  <a:pt x="210020" y="43438"/>
                </a:lnTo>
                <a:lnTo>
                  <a:pt x="209210" y="42876"/>
                </a:lnTo>
                <a:lnTo>
                  <a:pt x="208384" y="42332"/>
                </a:lnTo>
                <a:lnTo>
                  <a:pt x="207541" y="41806"/>
                </a:lnTo>
                <a:lnTo>
                  <a:pt x="206683" y="41301"/>
                </a:lnTo>
                <a:lnTo>
                  <a:pt x="205811" y="40816"/>
                </a:lnTo>
                <a:lnTo>
                  <a:pt x="204923" y="40354"/>
                </a:lnTo>
                <a:lnTo>
                  <a:pt x="204022" y="39913"/>
                </a:lnTo>
                <a:lnTo>
                  <a:pt x="203105" y="39493"/>
                </a:lnTo>
                <a:lnTo>
                  <a:pt x="202174" y="39095"/>
                </a:lnTo>
                <a:lnTo>
                  <a:pt x="201229" y="38719"/>
                </a:lnTo>
                <a:lnTo>
                  <a:pt x="200269" y="38364"/>
                </a:lnTo>
                <a:lnTo>
                  <a:pt x="199295" y="38030"/>
                </a:lnTo>
                <a:lnTo>
                  <a:pt x="198305" y="37718"/>
                </a:lnTo>
                <a:lnTo>
                  <a:pt x="197302" y="37428"/>
                </a:lnTo>
                <a:lnTo>
                  <a:pt x="196284" y="37159"/>
                </a:lnTo>
                <a:lnTo>
                  <a:pt x="195251" y="36912"/>
                </a:lnTo>
                <a:lnTo>
                  <a:pt x="194204" y="36686"/>
                </a:lnTo>
                <a:lnTo>
                  <a:pt x="193142" y="36481"/>
                </a:lnTo>
                <a:lnTo>
                  <a:pt x="192065" y="36299"/>
                </a:lnTo>
                <a:lnTo>
                  <a:pt x="190974" y="36137"/>
                </a:lnTo>
                <a:lnTo>
                  <a:pt x="189869" y="35997"/>
                </a:lnTo>
                <a:lnTo>
                  <a:pt x="188749" y="35879"/>
                </a:lnTo>
                <a:lnTo>
                  <a:pt x="187614" y="35782"/>
                </a:lnTo>
                <a:lnTo>
                  <a:pt x="186465" y="35707"/>
                </a:lnTo>
                <a:lnTo>
                  <a:pt x="185301" y="35653"/>
                </a:lnTo>
                <a:lnTo>
                  <a:pt x="184123" y="35621"/>
                </a:lnTo>
                <a:lnTo>
                  <a:pt x="182930" y="35610"/>
                </a:lnTo>
                <a:lnTo>
                  <a:pt x="181761" y="35621"/>
                </a:lnTo>
                <a:lnTo>
                  <a:pt x="180607" y="35653"/>
                </a:lnTo>
                <a:lnTo>
                  <a:pt x="179467" y="35707"/>
                </a:lnTo>
                <a:lnTo>
                  <a:pt x="178340" y="35782"/>
                </a:lnTo>
                <a:lnTo>
                  <a:pt x="177228" y="35879"/>
                </a:lnTo>
                <a:lnTo>
                  <a:pt x="176130" y="35997"/>
                </a:lnTo>
                <a:lnTo>
                  <a:pt x="175045" y="36137"/>
                </a:lnTo>
                <a:lnTo>
                  <a:pt x="173975" y="36299"/>
                </a:lnTo>
                <a:lnTo>
                  <a:pt x="172919" y="36481"/>
                </a:lnTo>
                <a:lnTo>
                  <a:pt x="171877" y="36686"/>
                </a:lnTo>
                <a:lnTo>
                  <a:pt x="170849" y="36912"/>
                </a:lnTo>
                <a:lnTo>
                  <a:pt x="169835" y="37159"/>
                </a:lnTo>
                <a:lnTo>
                  <a:pt x="168835" y="37428"/>
                </a:lnTo>
                <a:lnTo>
                  <a:pt x="167849" y="37718"/>
                </a:lnTo>
                <a:lnTo>
                  <a:pt x="166877" y="38030"/>
                </a:lnTo>
                <a:lnTo>
                  <a:pt x="165919" y="38364"/>
                </a:lnTo>
                <a:lnTo>
                  <a:pt x="164976" y="38719"/>
                </a:lnTo>
                <a:lnTo>
                  <a:pt x="164046" y="39095"/>
                </a:lnTo>
                <a:lnTo>
                  <a:pt x="163130" y="39493"/>
                </a:lnTo>
                <a:lnTo>
                  <a:pt x="162229" y="39913"/>
                </a:lnTo>
                <a:lnTo>
                  <a:pt x="161341" y="40354"/>
                </a:lnTo>
                <a:lnTo>
                  <a:pt x="160467" y="40816"/>
                </a:lnTo>
                <a:lnTo>
                  <a:pt x="159608" y="41301"/>
                </a:lnTo>
                <a:lnTo>
                  <a:pt x="158762" y="41806"/>
                </a:lnTo>
                <a:lnTo>
                  <a:pt x="157932" y="42332"/>
                </a:lnTo>
                <a:lnTo>
                  <a:pt x="157119" y="42876"/>
                </a:lnTo>
                <a:lnTo>
                  <a:pt x="156322" y="43438"/>
                </a:lnTo>
                <a:lnTo>
                  <a:pt x="155541" y="44020"/>
                </a:lnTo>
                <a:lnTo>
                  <a:pt x="154778" y="44619"/>
                </a:lnTo>
                <a:lnTo>
                  <a:pt x="154031" y="45237"/>
                </a:lnTo>
                <a:lnTo>
                  <a:pt x="153300" y="45874"/>
                </a:lnTo>
                <a:lnTo>
                  <a:pt x="152586" y="46529"/>
                </a:lnTo>
                <a:lnTo>
                  <a:pt x="151889" y="47203"/>
                </a:lnTo>
                <a:lnTo>
                  <a:pt x="151208" y="47895"/>
                </a:lnTo>
                <a:lnTo>
                  <a:pt x="150544" y="48606"/>
                </a:lnTo>
                <a:lnTo>
                  <a:pt x="149897" y="49335"/>
                </a:lnTo>
                <a:lnTo>
                  <a:pt x="149266" y="50083"/>
                </a:lnTo>
                <a:lnTo>
                  <a:pt x="148652" y="50849"/>
                </a:lnTo>
                <a:lnTo>
                  <a:pt x="148054" y="51634"/>
                </a:lnTo>
                <a:lnTo>
                  <a:pt x="147473" y="52438"/>
                </a:lnTo>
                <a:lnTo>
                  <a:pt x="146909" y="53259"/>
                </a:lnTo>
                <a:lnTo>
                  <a:pt x="146361" y="54100"/>
                </a:lnTo>
                <a:lnTo>
                  <a:pt x="145830" y="54959"/>
                </a:lnTo>
                <a:lnTo>
                  <a:pt x="145315" y="55836"/>
                </a:lnTo>
                <a:lnTo>
                  <a:pt x="144817" y="56732"/>
                </a:lnTo>
                <a:lnTo>
                  <a:pt x="144336" y="57647"/>
                </a:lnTo>
                <a:lnTo>
                  <a:pt x="143871" y="58579"/>
                </a:lnTo>
                <a:lnTo>
                  <a:pt x="143423" y="59531"/>
                </a:lnTo>
                <a:lnTo>
                  <a:pt x="142993" y="60500"/>
                </a:lnTo>
                <a:lnTo>
                  <a:pt x="142580" y="61485"/>
                </a:lnTo>
                <a:lnTo>
                  <a:pt x="142186" y="62485"/>
                </a:lnTo>
                <a:lnTo>
                  <a:pt x="141811" y="63502"/>
                </a:lnTo>
                <a:lnTo>
                  <a:pt x="141454" y="64535"/>
                </a:lnTo>
                <a:lnTo>
                  <a:pt x="141115" y="65584"/>
                </a:lnTo>
                <a:lnTo>
                  <a:pt x="140794" y="66649"/>
                </a:lnTo>
                <a:lnTo>
                  <a:pt x="140491" y="67730"/>
                </a:lnTo>
                <a:lnTo>
                  <a:pt x="140207" y="68827"/>
                </a:lnTo>
                <a:lnTo>
                  <a:pt x="139942" y="69941"/>
                </a:lnTo>
                <a:lnTo>
                  <a:pt x="139694" y="71070"/>
                </a:lnTo>
                <a:lnTo>
                  <a:pt x="139465" y="72215"/>
                </a:lnTo>
                <a:lnTo>
                  <a:pt x="139255" y="73376"/>
                </a:lnTo>
                <a:lnTo>
                  <a:pt x="139062" y="74554"/>
                </a:lnTo>
                <a:lnTo>
                  <a:pt x="138888" y="75747"/>
                </a:lnTo>
                <a:lnTo>
                  <a:pt x="138732" y="76957"/>
                </a:lnTo>
                <a:lnTo>
                  <a:pt x="138595" y="78182"/>
                </a:lnTo>
                <a:lnTo>
                  <a:pt x="138476" y="79423"/>
                </a:lnTo>
                <a:lnTo>
                  <a:pt x="138375" y="80681"/>
                </a:lnTo>
                <a:lnTo>
                  <a:pt x="138293" y="81955"/>
                </a:lnTo>
                <a:lnTo>
                  <a:pt x="138228" y="83244"/>
                </a:lnTo>
                <a:lnTo>
                  <a:pt x="138183" y="84550"/>
                </a:lnTo>
                <a:lnTo>
                  <a:pt x="138155" y="85872"/>
                </a:lnTo>
                <a:lnTo>
                  <a:pt x="138146" y="87210"/>
                </a:lnTo>
                <a:lnTo>
                  <a:pt x="138155" y="88514"/>
                </a:lnTo>
                <a:lnTo>
                  <a:pt x="138183" y="89804"/>
                </a:lnTo>
                <a:lnTo>
                  <a:pt x="138228" y="91079"/>
                </a:lnTo>
                <a:lnTo>
                  <a:pt x="138293" y="92338"/>
                </a:lnTo>
                <a:lnTo>
                  <a:pt x="138375" y="93583"/>
                </a:lnTo>
                <a:lnTo>
                  <a:pt x="138476" y="94813"/>
                </a:lnTo>
                <a:lnTo>
                  <a:pt x="138595" y="96027"/>
                </a:lnTo>
                <a:lnTo>
                  <a:pt x="138732" y="97227"/>
                </a:lnTo>
                <a:lnTo>
                  <a:pt x="138888" y="98412"/>
                </a:lnTo>
                <a:lnTo>
                  <a:pt x="139062" y="99581"/>
                </a:lnTo>
                <a:lnTo>
                  <a:pt x="139255" y="100736"/>
                </a:lnTo>
                <a:lnTo>
                  <a:pt x="139465" y="101876"/>
                </a:lnTo>
                <a:lnTo>
                  <a:pt x="139694" y="103000"/>
                </a:lnTo>
                <a:lnTo>
                  <a:pt x="139942" y="104110"/>
                </a:lnTo>
                <a:lnTo>
                  <a:pt x="140207" y="105205"/>
                </a:lnTo>
                <a:lnTo>
                  <a:pt x="140491" y="106285"/>
                </a:lnTo>
                <a:lnTo>
                  <a:pt x="140794" y="107349"/>
                </a:lnTo>
                <a:lnTo>
                  <a:pt x="141115" y="108399"/>
                </a:lnTo>
                <a:lnTo>
                  <a:pt x="141454" y="109434"/>
                </a:lnTo>
                <a:lnTo>
                  <a:pt x="141811" y="110454"/>
                </a:lnTo>
                <a:lnTo>
                  <a:pt x="142186" y="111458"/>
                </a:lnTo>
                <a:lnTo>
                  <a:pt x="142580" y="112448"/>
                </a:lnTo>
                <a:lnTo>
                  <a:pt x="142993" y="113423"/>
                </a:lnTo>
                <a:lnTo>
                  <a:pt x="143423" y="114383"/>
                </a:lnTo>
                <a:lnTo>
                  <a:pt x="143871" y="115326"/>
                </a:lnTo>
                <a:lnTo>
                  <a:pt x="144336" y="116250"/>
                </a:lnTo>
                <a:lnTo>
                  <a:pt x="144817" y="117157"/>
                </a:lnTo>
                <a:lnTo>
                  <a:pt x="145315" y="118045"/>
                </a:lnTo>
                <a:lnTo>
                  <a:pt x="145830" y="118915"/>
                </a:lnTo>
                <a:lnTo>
                  <a:pt x="146361" y="119766"/>
                </a:lnTo>
                <a:lnTo>
                  <a:pt x="146909" y="120599"/>
                </a:lnTo>
                <a:lnTo>
                  <a:pt x="147473" y="121414"/>
                </a:lnTo>
                <a:lnTo>
                  <a:pt x="148054" y="122210"/>
                </a:lnTo>
                <a:lnTo>
                  <a:pt x="148652" y="122988"/>
                </a:lnTo>
                <a:lnTo>
                  <a:pt x="149266" y="123748"/>
                </a:lnTo>
                <a:lnTo>
                  <a:pt x="149897" y="124490"/>
                </a:lnTo>
                <a:lnTo>
                  <a:pt x="150544" y="125213"/>
                </a:lnTo>
                <a:lnTo>
                  <a:pt x="151208" y="125917"/>
                </a:lnTo>
                <a:lnTo>
                  <a:pt x="151889" y="126604"/>
                </a:lnTo>
                <a:lnTo>
                  <a:pt x="152586" y="127272"/>
                </a:lnTo>
                <a:lnTo>
                  <a:pt x="153300" y="127922"/>
                </a:lnTo>
                <a:lnTo>
                  <a:pt x="154031" y="128553"/>
                </a:lnTo>
                <a:lnTo>
                  <a:pt x="154778" y="129166"/>
                </a:lnTo>
                <a:lnTo>
                  <a:pt x="155541" y="129761"/>
                </a:lnTo>
                <a:lnTo>
                  <a:pt x="156322" y="130337"/>
                </a:lnTo>
                <a:lnTo>
                  <a:pt x="157119" y="130895"/>
                </a:lnTo>
                <a:lnTo>
                  <a:pt x="157932" y="131435"/>
                </a:lnTo>
                <a:lnTo>
                  <a:pt x="158762" y="131956"/>
                </a:lnTo>
                <a:lnTo>
                  <a:pt x="159608" y="132458"/>
                </a:lnTo>
                <a:lnTo>
                  <a:pt x="160467" y="132938"/>
                </a:lnTo>
                <a:lnTo>
                  <a:pt x="161341" y="133396"/>
                </a:lnTo>
                <a:lnTo>
                  <a:pt x="162229" y="133834"/>
                </a:lnTo>
                <a:lnTo>
                  <a:pt x="163130" y="134250"/>
                </a:lnTo>
                <a:lnTo>
                  <a:pt x="164046" y="134644"/>
                </a:lnTo>
                <a:lnTo>
                  <a:pt x="164976" y="135018"/>
                </a:lnTo>
                <a:lnTo>
                  <a:pt x="165919" y="135370"/>
                </a:lnTo>
                <a:lnTo>
                  <a:pt x="166877" y="135700"/>
                </a:lnTo>
                <a:lnTo>
                  <a:pt x="167849" y="136009"/>
                </a:lnTo>
                <a:lnTo>
                  <a:pt x="168835" y="136297"/>
                </a:lnTo>
                <a:lnTo>
                  <a:pt x="169835" y="136564"/>
                </a:lnTo>
                <a:lnTo>
                  <a:pt x="170849" y="136809"/>
                </a:lnTo>
                <a:lnTo>
                  <a:pt x="171877" y="137033"/>
                </a:lnTo>
                <a:lnTo>
                  <a:pt x="172919" y="137236"/>
                </a:lnTo>
                <a:lnTo>
                  <a:pt x="173975" y="137417"/>
                </a:lnTo>
                <a:lnTo>
                  <a:pt x="175045" y="137577"/>
                </a:lnTo>
                <a:lnTo>
                  <a:pt x="176130" y="137716"/>
                </a:lnTo>
                <a:lnTo>
                  <a:pt x="177228" y="137833"/>
                </a:lnTo>
                <a:lnTo>
                  <a:pt x="178340" y="137929"/>
                </a:lnTo>
                <a:lnTo>
                  <a:pt x="179467" y="138004"/>
                </a:lnTo>
                <a:lnTo>
                  <a:pt x="180607" y="138057"/>
                </a:lnTo>
                <a:lnTo>
                  <a:pt x="181761" y="138089"/>
                </a:lnTo>
                <a:lnTo>
                  <a:pt x="182930" y="138100"/>
                </a:lnTo>
                <a:lnTo>
                  <a:pt x="184123" y="138089"/>
                </a:lnTo>
                <a:lnTo>
                  <a:pt x="185301" y="138057"/>
                </a:lnTo>
                <a:lnTo>
                  <a:pt x="186465" y="138004"/>
                </a:lnTo>
                <a:lnTo>
                  <a:pt x="187614" y="137929"/>
                </a:lnTo>
                <a:lnTo>
                  <a:pt x="188749" y="137833"/>
                </a:lnTo>
                <a:close/>
                <a:moveTo>
                  <a:pt x="178800" y="124769"/>
                </a:moveTo>
                <a:lnTo>
                  <a:pt x="178019" y="124676"/>
                </a:lnTo>
                <a:lnTo>
                  <a:pt x="177253" y="124566"/>
                </a:lnTo>
                <a:lnTo>
                  <a:pt x="176502" y="124439"/>
                </a:lnTo>
                <a:lnTo>
                  <a:pt x="175765" y="124295"/>
                </a:lnTo>
                <a:lnTo>
                  <a:pt x="175044" y="124134"/>
                </a:lnTo>
                <a:lnTo>
                  <a:pt x="174337" y="123957"/>
                </a:lnTo>
                <a:lnTo>
                  <a:pt x="173645" y="123762"/>
                </a:lnTo>
                <a:lnTo>
                  <a:pt x="172968" y="123551"/>
                </a:lnTo>
                <a:lnTo>
                  <a:pt x="172306" y="123322"/>
                </a:lnTo>
                <a:lnTo>
                  <a:pt x="171659" y="123077"/>
                </a:lnTo>
                <a:lnTo>
                  <a:pt x="171027" y="122814"/>
                </a:lnTo>
                <a:lnTo>
                  <a:pt x="170410" y="122535"/>
                </a:lnTo>
                <a:lnTo>
                  <a:pt x="169807" y="122239"/>
                </a:lnTo>
                <a:lnTo>
                  <a:pt x="169220" y="121926"/>
                </a:lnTo>
                <a:lnTo>
                  <a:pt x="168647" y="121596"/>
                </a:lnTo>
                <a:lnTo>
                  <a:pt x="168089" y="121249"/>
                </a:lnTo>
                <a:lnTo>
                  <a:pt x="167547" y="120885"/>
                </a:lnTo>
                <a:lnTo>
                  <a:pt x="167019" y="120505"/>
                </a:lnTo>
                <a:lnTo>
                  <a:pt x="166506" y="120107"/>
                </a:lnTo>
                <a:lnTo>
                  <a:pt x="166006" y="119694"/>
                </a:lnTo>
                <a:lnTo>
                  <a:pt x="165518" y="119269"/>
                </a:lnTo>
                <a:lnTo>
                  <a:pt x="165042" y="118830"/>
                </a:lnTo>
                <a:lnTo>
                  <a:pt x="164578" y="118379"/>
                </a:lnTo>
                <a:lnTo>
                  <a:pt x="164126" y="117915"/>
                </a:lnTo>
                <a:lnTo>
                  <a:pt x="163685" y="117438"/>
                </a:lnTo>
                <a:lnTo>
                  <a:pt x="163257" y="116948"/>
                </a:lnTo>
                <a:lnTo>
                  <a:pt x="162840" y="116446"/>
                </a:lnTo>
                <a:lnTo>
                  <a:pt x="162434" y="115930"/>
                </a:lnTo>
                <a:lnTo>
                  <a:pt x="162041" y="115402"/>
                </a:lnTo>
                <a:lnTo>
                  <a:pt x="161660" y="114861"/>
                </a:lnTo>
                <a:lnTo>
                  <a:pt x="161290" y="114307"/>
                </a:lnTo>
                <a:lnTo>
                  <a:pt x="160932" y="113740"/>
                </a:lnTo>
                <a:lnTo>
                  <a:pt x="160586" y="113161"/>
                </a:lnTo>
                <a:lnTo>
                  <a:pt x="160252" y="112569"/>
                </a:lnTo>
                <a:lnTo>
                  <a:pt x="159930" y="111963"/>
                </a:lnTo>
                <a:lnTo>
                  <a:pt x="159619" y="111345"/>
                </a:lnTo>
                <a:lnTo>
                  <a:pt x="159320" y="110715"/>
                </a:lnTo>
                <a:lnTo>
                  <a:pt x="159033" y="110071"/>
                </a:lnTo>
                <a:lnTo>
                  <a:pt x="158758" y="109415"/>
                </a:lnTo>
                <a:lnTo>
                  <a:pt x="158495" y="108745"/>
                </a:lnTo>
                <a:lnTo>
                  <a:pt x="158243" y="108063"/>
                </a:lnTo>
                <a:lnTo>
                  <a:pt x="158004" y="107368"/>
                </a:lnTo>
                <a:lnTo>
                  <a:pt x="157776" y="106661"/>
                </a:lnTo>
                <a:lnTo>
                  <a:pt x="157559" y="105943"/>
                </a:lnTo>
                <a:lnTo>
                  <a:pt x="157351" y="105216"/>
                </a:lnTo>
                <a:lnTo>
                  <a:pt x="157152" y="104482"/>
                </a:lnTo>
                <a:lnTo>
                  <a:pt x="156962" y="103740"/>
                </a:lnTo>
                <a:lnTo>
                  <a:pt x="156782" y="102990"/>
                </a:lnTo>
                <a:lnTo>
                  <a:pt x="156611" y="102232"/>
                </a:lnTo>
                <a:lnTo>
                  <a:pt x="156449" y="101466"/>
                </a:lnTo>
                <a:lnTo>
                  <a:pt x="156296" y="100691"/>
                </a:lnTo>
                <a:lnTo>
                  <a:pt x="156153" y="99909"/>
                </a:lnTo>
                <a:lnTo>
                  <a:pt x="156019" y="99119"/>
                </a:lnTo>
                <a:lnTo>
                  <a:pt x="155894" y="98321"/>
                </a:lnTo>
                <a:lnTo>
                  <a:pt x="155778" y="97515"/>
                </a:lnTo>
                <a:lnTo>
                  <a:pt x="155672" y="96700"/>
                </a:lnTo>
                <a:lnTo>
                  <a:pt x="155575" y="95878"/>
                </a:lnTo>
                <a:lnTo>
                  <a:pt x="155487" y="95048"/>
                </a:lnTo>
                <a:lnTo>
                  <a:pt x="155408" y="94210"/>
                </a:lnTo>
                <a:lnTo>
                  <a:pt x="155339" y="93364"/>
                </a:lnTo>
                <a:lnTo>
                  <a:pt x="155279" y="92509"/>
                </a:lnTo>
                <a:lnTo>
                  <a:pt x="155228" y="91647"/>
                </a:lnTo>
                <a:lnTo>
                  <a:pt x="155187" y="90777"/>
                </a:lnTo>
                <a:lnTo>
                  <a:pt x="155154" y="89899"/>
                </a:lnTo>
                <a:lnTo>
                  <a:pt x="155131" y="89012"/>
                </a:lnTo>
                <a:lnTo>
                  <a:pt x="155117" y="88118"/>
                </a:lnTo>
                <a:lnTo>
                  <a:pt x="155113" y="87216"/>
                </a:lnTo>
                <a:lnTo>
                  <a:pt x="155117" y="86296"/>
                </a:lnTo>
                <a:lnTo>
                  <a:pt x="155131" y="85385"/>
                </a:lnTo>
                <a:lnTo>
                  <a:pt x="155154" y="84481"/>
                </a:lnTo>
                <a:lnTo>
                  <a:pt x="155187" y="83586"/>
                </a:lnTo>
                <a:lnTo>
                  <a:pt x="155228" y="82699"/>
                </a:lnTo>
                <a:lnTo>
                  <a:pt x="155279" y="81821"/>
                </a:lnTo>
                <a:lnTo>
                  <a:pt x="155339" y="80950"/>
                </a:lnTo>
                <a:lnTo>
                  <a:pt x="155408" y="80088"/>
                </a:lnTo>
                <a:lnTo>
                  <a:pt x="155487" y="79234"/>
                </a:lnTo>
                <a:lnTo>
                  <a:pt x="155575" y="78388"/>
                </a:lnTo>
                <a:lnTo>
                  <a:pt x="155672" y="77550"/>
                </a:lnTo>
                <a:lnTo>
                  <a:pt x="155778" y="76721"/>
                </a:lnTo>
                <a:lnTo>
                  <a:pt x="155894" y="75900"/>
                </a:lnTo>
                <a:lnTo>
                  <a:pt x="156019" y="75087"/>
                </a:lnTo>
                <a:lnTo>
                  <a:pt x="156153" y="74282"/>
                </a:lnTo>
                <a:lnTo>
                  <a:pt x="156296" y="73485"/>
                </a:lnTo>
                <a:lnTo>
                  <a:pt x="156449" y="72697"/>
                </a:lnTo>
                <a:lnTo>
                  <a:pt x="156611" y="71916"/>
                </a:lnTo>
                <a:lnTo>
                  <a:pt x="156782" y="71144"/>
                </a:lnTo>
                <a:lnTo>
                  <a:pt x="156962" y="70380"/>
                </a:lnTo>
                <a:lnTo>
                  <a:pt x="157152" y="69625"/>
                </a:lnTo>
                <a:lnTo>
                  <a:pt x="157351" y="68877"/>
                </a:lnTo>
                <a:lnTo>
                  <a:pt x="157559" y="68138"/>
                </a:lnTo>
                <a:lnTo>
                  <a:pt x="157776" y="67407"/>
                </a:lnTo>
                <a:lnTo>
                  <a:pt x="158004" y="66687"/>
                </a:lnTo>
                <a:lnTo>
                  <a:pt x="158243" y="65979"/>
                </a:lnTo>
                <a:lnTo>
                  <a:pt x="158495" y="65285"/>
                </a:lnTo>
                <a:lnTo>
                  <a:pt x="158758" y="64603"/>
                </a:lnTo>
                <a:lnTo>
                  <a:pt x="159033" y="63935"/>
                </a:lnTo>
                <a:lnTo>
                  <a:pt x="159320" y="63279"/>
                </a:lnTo>
                <a:lnTo>
                  <a:pt x="159619" y="62637"/>
                </a:lnTo>
                <a:lnTo>
                  <a:pt x="159930" y="62008"/>
                </a:lnTo>
                <a:lnTo>
                  <a:pt x="160252" y="61391"/>
                </a:lnTo>
                <a:lnTo>
                  <a:pt x="160586" y="60788"/>
                </a:lnTo>
                <a:lnTo>
                  <a:pt x="160932" y="60198"/>
                </a:lnTo>
                <a:lnTo>
                  <a:pt x="161290" y="59620"/>
                </a:lnTo>
                <a:lnTo>
                  <a:pt x="161660" y="59056"/>
                </a:lnTo>
                <a:lnTo>
                  <a:pt x="162041" y="58505"/>
                </a:lnTo>
                <a:lnTo>
                  <a:pt x="162434" y="57967"/>
                </a:lnTo>
                <a:lnTo>
                  <a:pt x="162840" y="57441"/>
                </a:lnTo>
                <a:lnTo>
                  <a:pt x="163257" y="56929"/>
                </a:lnTo>
                <a:lnTo>
                  <a:pt x="163685" y="56430"/>
                </a:lnTo>
                <a:lnTo>
                  <a:pt x="164126" y="55944"/>
                </a:lnTo>
                <a:lnTo>
                  <a:pt x="164578" y="55471"/>
                </a:lnTo>
                <a:lnTo>
                  <a:pt x="165042" y="55010"/>
                </a:lnTo>
                <a:lnTo>
                  <a:pt x="165518" y="54563"/>
                </a:lnTo>
                <a:lnTo>
                  <a:pt x="166006" y="54129"/>
                </a:lnTo>
                <a:lnTo>
                  <a:pt x="166506" y="53708"/>
                </a:lnTo>
                <a:lnTo>
                  <a:pt x="167019" y="53302"/>
                </a:lnTo>
                <a:lnTo>
                  <a:pt x="167547" y="52913"/>
                </a:lnTo>
                <a:lnTo>
                  <a:pt x="168089" y="52541"/>
                </a:lnTo>
                <a:lnTo>
                  <a:pt x="168647" y="52187"/>
                </a:lnTo>
                <a:lnTo>
                  <a:pt x="169220" y="51850"/>
                </a:lnTo>
                <a:lnTo>
                  <a:pt x="169807" y="51530"/>
                </a:lnTo>
                <a:lnTo>
                  <a:pt x="170410" y="51227"/>
                </a:lnTo>
                <a:lnTo>
                  <a:pt x="171027" y="50942"/>
                </a:lnTo>
                <a:lnTo>
                  <a:pt x="171659" y="50674"/>
                </a:lnTo>
                <a:lnTo>
                  <a:pt x="172306" y="50424"/>
                </a:lnTo>
                <a:lnTo>
                  <a:pt x="172968" y="50190"/>
                </a:lnTo>
                <a:lnTo>
                  <a:pt x="173645" y="49974"/>
                </a:lnTo>
                <a:lnTo>
                  <a:pt x="174337" y="49775"/>
                </a:lnTo>
                <a:lnTo>
                  <a:pt x="175044" y="49594"/>
                </a:lnTo>
                <a:lnTo>
                  <a:pt x="175765" y="49430"/>
                </a:lnTo>
                <a:lnTo>
                  <a:pt x="176502" y="49283"/>
                </a:lnTo>
                <a:lnTo>
                  <a:pt x="177253" y="49153"/>
                </a:lnTo>
                <a:lnTo>
                  <a:pt x="178019" y="49041"/>
                </a:lnTo>
                <a:lnTo>
                  <a:pt x="178800" y="48946"/>
                </a:lnTo>
                <a:lnTo>
                  <a:pt x="179597" y="48868"/>
                </a:lnTo>
                <a:lnTo>
                  <a:pt x="180408" y="48807"/>
                </a:lnTo>
                <a:lnTo>
                  <a:pt x="181233" y="48764"/>
                </a:lnTo>
                <a:lnTo>
                  <a:pt x="182074" y="48738"/>
                </a:lnTo>
                <a:lnTo>
                  <a:pt x="182930" y="48730"/>
                </a:lnTo>
                <a:lnTo>
                  <a:pt x="183810" y="48738"/>
                </a:lnTo>
                <a:lnTo>
                  <a:pt x="184675" y="48764"/>
                </a:lnTo>
                <a:lnTo>
                  <a:pt x="185525" y="48807"/>
                </a:lnTo>
                <a:lnTo>
                  <a:pt x="186360" y="48868"/>
                </a:lnTo>
                <a:lnTo>
                  <a:pt x="187180" y="48946"/>
                </a:lnTo>
                <a:lnTo>
                  <a:pt x="187985" y="49041"/>
                </a:lnTo>
                <a:lnTo>
                  <a:pt x="188775" y="49153"/>
                </a:lnTo>
                <a:lnTo>
                  <a:pt x="189550" y="49283"/>
                </a:lnTo>
                <a:lnTo>
                  <a:pt x="190310" y="49430"/>
                </a:lnTo>
                <a:lnTo>
                  <a:pt x="191054" y="49594"/>
                </a:lnTo>
                <a:lnTo>
                  <a:pt x="191784" y="49775"/>
                </a:lnTo>
                <a:lnTo>
                  <a:pt x="192498" y="49974"/>
                </a:lnTo>
                <a:lnTo>
                  <a:pt x="193198" y="50190"/>
                </a:lnTo>
                <a:lnTo>
                  <a:pt x="193882" y="50424"/>
                </a:lnTo>
                <a:lnTo>
                  <a:pt x="194551" y="50674"/>
                </a:lnTo>
                <a:lnTo>
                  <a:pt x="195205" y="50942"/>
                </a:lnTo>
                <a:lnTo>
                  <a:pt x="195845" y="51227"/>
                </a:lnTo>
                <a:lnTo>
                  <a:pt x="196469" y="51530"/>
                </a:lnTo>
                <a:lnTo>
                  <a:pt x="197078" y="51850"/>
                </a:lnTo>
                <a:lnTo>
                  <a:pt x="197671" y="52187"/>
                </a:lnTo>
                <a:lnTo>
                  <a:pt x="198250" y="52541"/>
                </a:lnTo>
                <a:lnTo>
                  <a:pt x="198814" y="52913"/>
                </a:lnTo>
                <a:lnTo>
                  <a:pt x="199363" y="53302"/>
                </a:lnTo>
                <a:lnTo>
                  <a:pt x="199896" y="53708"/>
                </a:lnTo>
                <a:lnTo>
                  <a:pt x="200416" y="54129"/>
                </a:lnTo>
                <a:lnTo>
                  <a:pt x="200924" y="54563"/>
                </a:lnTo>
                <a:lnTo>
                  <a:pt x="201419" y="55010"/>
                </a:lnTo>
                <a:lnTo>
                  <a:pt x="201902" y="55471"/>
                </a:lnTo>
                <a:lnTo>
                  <a:pt x="202373" y="55944"/>
                </a:lnTo>
                <a:lnTo>
                  <a:pt x="202831" y="56430"/>
                </a:lnTo>
                <a:lnTo>
                  <a:pt x="203277" y="56929"/>
                </a:lnTo>
                <a:lnTo>
                  <a:pt x="203711" y="57441"/>
                </a:lnTo>
                <a:lnTo>
                  <a:pt x="204132" y="57967"/>
                </a:lnTo>
                <a:lnTo>
                  <a:pt x="204541" y="58505"/>
                </a:lnTo>
                <a:lnTo>
                  <a:pt x="204937" y="59056"/>
                </a:lnTo>
                <a:lnTo>
                  <a:pt x="205322" y="59620"/>
                </a:lnTo>
                <a:lnTo>
                  <a:pt x="205694" y="60198"/>
                </a:lnTo>
                <a:lnTo>
                  <a:pt x="206053" y="60788"/>
                </a:lnTo>
                <a:lnTo>
                  <a:pt x="206401" y="61391"/>
                </a:lnTo>
                <a:lnTo>
                  <a:pt x="206736" y="62008"/>
                </a:lnTo>
                <a:lnTo>
                  <a:pt x="207058" y="62637"/>
                </a:lnTo>
                <a:lnTo>
                  <a:pt x="207369" y="63279"/>
                </a:lnTo>
                <a:lnTo>
                  <a:pt x="207667" y="63935"/>
                </a:lnTo>
                <a:lnTo>
                  <a:pt x="207952" y="64603"/>
                </a:lnTo>
                <a:lnTo>
                  <a:pt x="208226" y="65285"/>
                </a:lnTo>
                <a:lnTo>
                  <a:pt x="208487" y="65979"/>
                </a:lnTo>
                <a:lnTo>
                  <a:pt x="208735" y="66687"/>
                </a:lnTo>
                <a:lnTo>
                  <a:pt x="208972" y="67407"/>
                </a:lnTo>
                <a:lnTo>
                  <a:pt x="209197" y="68138"/>
                </a:lnTo>
                <a:lnTo>
                  <a:pt x="209413" y="68877"/>
                </a:lnTo>
                <a:lnTo>
                  <a:pt x="209619" y="69625"/>
                </a:lnTo>
                <a:lnTo>
                  <a:pt x="209816" y="70380"/>
                </a:lnTo>
                <a:lnTo>
                  <a:pt x="210003" y="71144"/>
                </a:lnTo>
                <a:lnTo>
                  <a:pt x="210180" y="71916"/>
                </a:lnTo>
                <a:lnTo>
                  <a:pt x="210348" y="72697"/>
                </a:lnTo>
                <a:lnTo>
                  <a:pt x="210506" y="73485"/>
                </a:lnTo>
                <a:lnTo>
                  <a:pt x="210655" y="74282"/>
                </a:lnTo>
                <a:lnTo>
                  <a:pt x="210794" y="75087"/>
                </a:lnTo>
                <a:lnTo>
                  <a:pt x="210923" y="75900"/>
                </a:lnTo>
                <a:lnTo>
                  <a:pt x="211043" y="76721"/>
                </a:lnTo>
                <a:lnTo>
                  <a:pt x="211153" y="77550"/>
                </a:lnTo>
                <a:lnTo>
                  <a:pt x="211254" y="78388"/>
                </a:lnTo>
                <a:lnTo>
                  <a:pt x="211345" y="79234"/>
                </a:lnTo>
                <a:lnTo>
                  <a:pt x="211427" y="80088"/>
                </a:lnTo>
                <a:lnTo>
                  <a:pt x="211499" y="80950"/>
                </a:lnTo>
                <a:lnTo>
                  <a:pt x="211561" y="81821"/>
                </a:lnTo>
                <a:lnTo>
                  <a:pt x="211614" y="82699"/>
                </a:lnTo>
                <a:lnTo>
                  <a:pt x="211657" y="83586"/>
                </a:lnTo>
                <a:lnTo>
                  <a:pt x="211690" y="84481"/>
                </a:lnTo>
                <a:lnTo>
                  <a:pt x="211714" y="85385"/>
                </a:lnTo>
                <a:lnTo>
                  <a:pt x="211729" y="86296"/>
                </a:lnTo>
                <a:lnTo>
                  <a:pt x="211734" y="87216"/>
                </a:lnTo>
                <a:lnTo>
                  <a:pt x="211729" y="88118"/>
                </a:lnTo>
                <a:lnTo>
                  <a:pt x="211714" y="89012"/>
                </a:lnTo>
                <a:lnTo>
                  <a:pt x="211690" y="89899"/>
                </a:lnTo>
                <a:lnTo>
                  <a:pt x="211657" y="90777"/>
                </a:lnTo>
                <a:lnTo>
                  <a:pt x="211614" y="91647"/>
                </a:lnTo>
                <a:lnTo>
                  <a:pt x="211561" y="92509"/>
                </a:lnTo>
                <a:lnTo>
                  <a:pt x="211499" y="93364"/>
                </a:lnTo>
                <a:lnTo>
                  <a:pt x="211427" y="94210"/>
                </a:lnTo>
                <a:lnTo>
                  <a:pt x="211345" y="95048"/>
                </a:lnTo>
                <a:lnTo>
                  <a:pt x="211254" y="95878"/>
                </a:lnTo>
                <a:lnTo>
                  <a:pt x="211153" y="96700"/>
                </a:lnTo>
                <a:lnTo>
                  <a:pt x="211043" y="97515"/>
                </a:lnTo>
                <a:lnTo>
                  <a:pt x="210923" y="98321"/>
                </a:lnTo>
                <a:lnTo>
                  <a:pt x="210794" y="99119"/>
                </a:lnTo>
                <a:lnTo>
                  <a:pt x="210655" y="99909"/>
                </a:lnTo>
                <a:lnTo>
                  <a:pt x="210506" y="100691"/>
                </a:lnTo>
                <a:lnTo>
                  <a:pt x="210348" y="101466"/>
                </a:lnTo>
                <a:lnTo>
                  <a:pt x="210180" y="102232"/>
                </a:lnTo>
                <a:lnTo>
                  <a:pt x="210003" y="102990"/>
                </a:lnTo>
                <a:lnTo>
                  <a:pt x="209816" y="103740"/>
                </a:lnTo>
                <a:lnTo>
                  <a:pt x="209619" y="104482"/>
                </a:lnTo>
                <a:lnTo>
                  <a:pt x="209413" y="105216"/>
                </a:lnTo>
                <a:lnTo>
                  <a:pt x="209197" y="105943"/>
                </a:lnTo>
                <a:lnTo>
                  <a:pt x="208972" y="106661"/>
                </a:lnTo>
                <a:lnTo>
                  <a:pt x="208735" y="107368"/>
                </a:lnTo>
                <a:lnTo>
                  <a:pt x="208487" y="108063"/>
                </a:lnTo>
                <a:lnTo>
                  <a:pt x="208226" y="108745"/>
                </a:lnTo>
                <a:lnTo>
                  <a:pt x="207952" y="109415"/>
                </a:lnTo>
                <a:lnTo>
                  <a:pt x="207667" y="110071"/>
                </a:lnTo>
                <a:lnTo>
                  <a:pt x="207369" y="110715"/>
                </a:lnTo>
                <a:lnTo>
                  <a:pt x="207058" y="111345"/>
                </a:lnTo>
                <a:lnTo>
                  <a:pt x="206736" y="111963"/>
                </a:lnTo>
                <a:lnTo>
                  <a:pt x="206401" y="112569"/>
                </a:lnTo>
                <a:lnTo>
                  <a:pt x="206053" y="113161"/>
                </a:lnTo>
                <a:lnTo>
                  <a:pt x="205694" y="113740"/>
                </a:lnTo>
                <a:lnTo>
                  <a:pt x="205322" y="114307"/>
                </a:lnTo>
                <a:lnTo>
                  <a:pt x="204937" y="114861"/>
                </a:lnTo>
                <a:lnTo>
                  <a:pt x="204541" y="115402"/>
                </a:lnTo>
                <a:lnTo>
                  <a:pt x="204132" y="115930"/>
                </a:lnTo>
                <a:lnTo>
                  <a:pt x="203711" y="116446"/>
                </a:lnTo>
                <a:lnTo>
                  <a:pt x="203277" y="116948"/>
                </a:lnTo>
                <a:lnTo>
                  <a:pt x="202831" y="117438"/>
                </a:lnTo>
                <a:lnTo>
                  <a:pt x="202373" y="117915"/>
                </a:lnTo>
                <a:lnTo>
                  <a:pt x="201902" y="118379"/>
                </a:lnTo>
                <a:lnTo>
                  <a:pt x="201419" y="118830"/>
                </a:lnTo>
                <a:lnTo>
                  <a:pt x="200924" y="119269"/>
                </a:lnTo>
                <a:lnTo>
                  <a:pt x="200416" y="119694"/>
                </a:lnTo>
                <a:lnTo>
                  <a:pt x="199896" y="120107"/>
                </a:lnTo>
                <a:lnTo>
                  <a:pt x="199363" y="120505"/>
                </a:lnTo>
                <a:lnTo>
                  <a:pt x="198814" y="120885"/>
                </a:lnTo>
                <a:lnTo>
                  <a:pt x="198250" y="121249"/>
                </a:lnTo>
                <a:lnTo>
                  <a:pt x="197671" y="121596"/>
                </a:lnTo>
                <a:lnTo>
                  <a:pt x="197078" y="121926"/>
                </a:lnTo>
                <a:lnTo>
                  <a:pt x="196469" y="122239"/>
                </a:lnTo>
                <a:lnTo>
                  <a:pt x="195845" y="122535"/>
                </a:lnTo>
                <a:lnTo>
                  <a:pt x="195205" y="122814"/>
                </a:lnTo>
                <a:lnTo>
                  <a:pt x="194551" y="123077"/>
                </a:lnTo>
                <a:lnTo>
                  <a:pt x="193882" y="123322"/>
                </a:lnTo>
                <a:lnTo>
                  <a:pt x="193198" y="123551"/>
                </a:lnTo>
                <a:lnTo>
                  <a:pt x="192498" y="123762"/>
                </a:lnTo>
                <a:lnTo>
                  <a:pt x="191784" y="123957"/>
                </a:lnTo>
                <a:lnTo>
                  <a:pt x="191054" y="124134"/>
                </a:lnTo>
                <a:lnTo>
                  <a:pt x="190310" y="124295"/>
                </a:lnTo>
                <a:lnTo>
                  <a:pt x="189550" y="124439"/>
                </a:lnTo>
                <a:lnTo>
                  <a:pt x="188775" y="124566"/>
                </a:lnTo>
                <a:lnTo>
                  <a:pt x="187985" y="124676"/>
                </a:lnTo>
                <a:lnTo>
                  <a:pt x="187180" y="124769"/>
                </a:lnTo>
                <a:lnTo>
                  <a:pt x="186360" y="124845"/>
                </a:lnTo>
                <a:lnTo>
                  <a:pt x="185525" y="124904"/>
                </a:lnTo>
                <a:lnTo>
                  <a:pt x="184675" y="124947"/>
                </a:lnTo>
                <a:lnTo>
                  <a:pt x="183810" y="124972"/>
                </a:lnTo>
                <a:lnTo>
                  <a:pt x="182930" y="124981"/>
                </a:lnTo>
                <a:lnTo>
                  <a:pt x="182074" y="124972"/>
                </a:lnTo>
                <a:lnTo>
                  <a:pt x="181233" y="124947"/>
                </a:lnTo>
                <a:lnTo>
                  <a:pt x="180408" y="124904"/>
                </a:lnTo>
                <a:lnTo>
                  <a:pt x="179597" y="124845"/>
                </a:lnTo>
                <a:lnTo>
                  <a:pt x="178800" y="124769"/>
                </a:lnTo>
                <a:close/>
                <a:moveTo>
                  <a:pt x="732276" y="137921"/>
                </a:moveTo>
                <a:lnTo>
                  <a:pt x="733225" y="137843"/>
                </a:lnTo>
                <a:lnTo>
                  <a:pt x="734163" y="137750"/>
                </a:lnTo>
                <a:lnTo>
                  <a:pt x="735089" y="137642"/>
                </a:lnTo>
                <a:lnTo>
                  <a:pt x="736004" y="137521"/>
                </a:lnTo>
                <a:lnTo>
                  <a:pt x="736908" y="137385"/>
                </a:lnTo>
                <a:lnTo>
                  <a:pt x="737800" y="137235"/>
                </a:lnTo>
                <a:lnTo>
                  <a:pt x="738682" y="137070"/>
                </a:lnTo>
                <a:lnTo>
                  <a:pt x="739551" y="136892"/>
                </a:lnTo>
                <a:lnTo>
                  <a:pt x="740410" y="136699"/>
                </a:lnTo>
                <a:lnTo>
                  <a:pt x="741257" y="136491"/>
                </a:lnTo>
                <a:lnTo>
                  <a:pt x="742093" y="136270"/>
                </a:lnTo>
                <a:lnTo>
                  <a:pt x="742918" y="136034"/>
                </a:lnTo>
                <a:lnTo>
                  <a:pt x="743731" y="135783"/>
                </a:lnTo>
                <a:lnTo>
                  <a:pt x="744533" y="135519"/>
                </a:lnTo>
                <a:lnTo>
                  <a:pt x="745323" y="135240"/>
                </a:lnTo>
                <a:lnTo>
                  <a:pt x="746103" y="134947"/>
                </a:lnTo>
                <a:lnTo>
                  <a:pt x="746871" y="134639"/>
                </a:lnTo>
                <a:lnTo>
                  <a:pt x="747628" y="134318"/>
                </a:lnTo>
                <a:lnTo>
                  <a:pt x="748373" y="133982"/>
                </a:lnTo>
                <a:lnTo>
                  <a:pt x="749106" y="133632"/>
                </a:lnTo>
                <a:lnTo>
                  <a:pt x="749825" y="133271"/>
                </a:lnTo>
                <a:lnTo>
                  <a:pt x="750531" y="132897"/>
                </a:lnTo>
                <a:lnTo>
                  <a:pt x="751223" y="132512"/>
                </a:lnTo>
                <a:lnTo>
                  <a:pt x="751901" y="132114"/>
                </a:lnTo>
                <a:lnTo>
                  <a:pt x="752566" y="131705"/>
                </a:lnTo>
                <a:lnTo>
                  <a:pt x="753216" y="131283"/>
                </a:lnTo>
                <a:lnTo>
                  <a:pt x="753853" y="130850"/>
                </a:lnTo>
                <a:lnTo>
                  <a:pt x="754477" y="130404"/>
                </a:lnTo>
                <a:lnTo>
                  <a:pt x="755086" y="129947"/>
                </a:lnTo>
                <a:lnTo>
                  <a:pt x="755682" y="129477"/>
                </a:lnTo>
                <a:lnTo>
                  <a:pt x="756265" y="128996"/>
                </a:lnTo>
                <a:lnTo>
                  <a:pt x="756833" y="128502"/>
                </a:lnTo>
                <a:lnTo>
                  <a:pt x="757388" y="127996"/>
                </a:lnTo>
                <a:lnTo>
                  <a:pt x="757929" y="127479"/>
                </a:lnTo>
                <a:lnTo>
                  <a:pt x="758457" y="126949"/>
                </a:lnTo>
                <a:lnTo>
                  <a:pt x="758970" y="126408"/>
                </a:lnTo>
                <a:lnTo>
                  <a:pt x="759471" y="125854"/>
                </a:lnTo>
                <a:lnTo>
                  <a:pt x="759957" y="125288"/>
                </a:lnTo>
                <a:lnTo>
                  <a:pt x="760430" y="124711"/>
                </a:lnTo>
                <a:lnTo>
                  <a:pt x="760888" y="124121"/>
                </a:lnTo>
                <a:lnTo>
                  <a:pt x="761334" y="123519"/>
                </a:lnTo>
                <a:lnTo>
                  <a:pt x="761765" y="122906"/>
                </a:lnTo>
                <a:lnTo>
                  <a:pt x="762183" y="122280"/>
                </a:lnTo>
                <a:lnTo>
                  <a:pt x="762586" y="121643"/>
                </a:lnTo>
                <a:lnTo>
                  <a:pt x="762973" y="120997"/>
                </a:lnTo>
                <a:lnTo>
                  <a:pt x="763344" y="120340"/>
                </a:lnTo>
                <a:lnTo>
                  <a:pt x="763698" y="119673"/>
                </a:lnTo>
                <a:lnTo>
                  <a:pt x="764037" y="118996"/>
                </a:lnTo>
                <a:lnTo>
                  <a:pt x="764359" y="118309"/>
                </a:lnTo>
                <a:lnTo>
                  <a:pt x="764666" y="117612"/>
                </a:lnTo>
                <a:lnTo>
                  <a:pt x="764956" y="116905"/>
                </a:lnTo>
                <a:lnTo>
                  <a:pt x="765230" y="116188"/>
                </a:lnTo>
                <a:lnTo>
                  <a:pt x="765488" y="115460"/>
                </a:lnTo>
                <a:lnTo>
                  <a:pt x="765730" y="114723"/>
                </a:lnTo>
                <a:lnTo>
                  <a:pt x="765956" y="113976"/>
                </a:lnTo>
                <a:lnTo>
                  <a:pt x="766166" y="113218"/>
                </a:lnTo>
                <a:lnTo>
                  <a:pt x="766360" y="112451"/>
                </a:lnTo>
                <a:lnTo>
                  <a:pt x="766537" y="111673"/>
                </a:lnTo>
                <a:lnTo>
                  <a:pt x="766699" y="110886"/>
                </a:lnTo>
                <a:lnTo>
                  <a:pt x="766844" y="110088"/>
                </a:lnTo>
                <a:lnTo>
                  <a:pt x="766974" y="109280"/>
                </a:lnTo>
                <a:lnTo>
                  <a:pt x="767087" y="108462"/>
                </a:lnTo>
                <a:lnTo>
                  <a:pt x="767184" y="107634"/>
                </a:lnTo>
                <a:lnTo>
                  <a:pt x="767265" y="106797"/>
                </a:lnTo>
                <a:lnTo>
                  <a:pt x="767330" y="105949"/>
                </a:lnTo>
                <a:lnTo>
                  <a:pt x="767379" y="105090"/>
                </a:lnTo>
                <a:lnTo>
                  <a:pt x="767411" y="104222"/>
                </a:lnTo>
                <a:lnTo>
                  <a:pt x="751135" y="104222"/>
                </a:lnTo>
                <a:lnTo>
                  <a:pt x="751100" y="105069"/>
                </a:lnTo>
                <a:lnTo>
                  <a:pt x="751045" y="105900"/>
                </a:lnTo>
                <a:lnTo>
                  <a:pt x="750969" y="106713"/>
                </a:lnTo>
                <a:lnTo>
                  <a:pt x="750872" y="107510"/>
                </a:lnTo>
                <a:lnTo>
                  <a:pt x="750755" y="108290"/>
                </a:lnTo>
                <a:lnTo>
                  <a:pt x="750617" y="109054"/>
                </a:lnTo>
                <a:lnTo>
                  <a:pt x="750459" y="109800"/>
                </a:lnTo>
                <a:lnTo>
                  <a:pt x="750280" y="110530"/>
                </a:lnTo>
                <a:lnTo>
                  <a:pt x="750081" y="111243"/>
                </a:lnTo>
                <a:lnTo>
                  <a:pt x="749861" y="111940"/>
                </a:lnTo>
                <a:lnTo>
                  <a:pt x="749621" y="112619"/>
                </a:lnTo>
                <a:lnTo>
                  <a:pt x="749360" y="113282"/>
                </a:lnTo>
                <a:lnTo>
                  <a:pt x="749078" y="113928"/>
                </a:lnTo>
                <a:lnTo>
                  <a:pt x="748776" y="114558"/>
                </a:lnTo>
                <a:lnTo>
                  <a:pt x="748453" y="115170"/>
                </a:lnTo>
                <a:lnTo>
                  <a:pt x="748110" y="115766"/>
                </a:lnTo>
                <a:lnTo>
                  <a:pt x="747746" y="116346"/>
                </a:lnTo>
                <a:lnTo>
                  <a:pt x="747362" y="116908"/>
                </a:lnTo>
                <a:lnTo>
                  <a:pt x="746957" y="117454"/>
                </a:lnTo>
                <a:lnTo>
                  <a:pt x="746532" y="117983"/>
                </a:lnTo>
                <a:lnTo>
                  <a:pt x="746086" y="118495"/>
                </a:lnTo>
                <a:lnTo>
                  <a:pt x="745619" y="118990"/>
                </a:lnTo>
                <a:lnTo>
                  <a:pt x="745132" y="119469"/>
                </a:lnTo>
                <a:lnTo>
                  <a:pt x="744625" y="119931"/>
                </a:lnTo>
                <a:lnTo>
                  <a:pt x="744098" y="120375"/>
                </a:lnTo>
                <a:lnTo>
                  <a:pt x="743555" y="120801"/>
                </a:lnTo>
                <a:lnTo>
                  <a:pt x="742996" y="121207"/>
                </a:lnTo>
                <a:lnTo>
                  <a:pt x="742419" y="121595"/>
                </a:lnTo>
                <a:lnTo>
                  <a:pt x="741826" y="121963"/>
                </a:lnTo>
                <a:lnTo>
                  <a:pt x="741215" y="122313"/>
                </a:lnTo>
                <a:lnTo>
                  <a:pt x="740588" y="122644"/>
                </a:lnTo>
                <a:lnTo>
                  <a:pt x="739945" y="122956"/>
                </a:lnTo>
                <a:lnTo>
                  <a:pt x="739284" y="123249"/>
                </a:lnTo>
                <a:lnTo>
                  <a:pt x="738607" y="123523"/>
                </a:lnTo>
                <a:lnTo>
                  <a:pt x="737913" y="123778"/>
                </a:lnTo>
                <a:lnTo>
                  <a:pt x="737202" y="124014"/>
                </a:lnTo>
                <a:lnTo>
                  <a:pt x="736474" y="124231"/>
                </a:lnTo>
                <a:lnTo>
                  <a:pt x="735730" y="124430"/>
                </a:lnTo>
                <a:lnTo>
                  <a:pt x="734969" y="124610"/>
                </a:lnTo>
                <a:lnTo>
                  <a:pt x="734191" y="124770"/>
                </a:lnTo>
                <a:lnTo>
                  <a:pt x="733396" y="124912"/>
                </a:lnTo>
                <a:lnTo>
                  <a:pt x="732584" y="125035"/>
                </a:lnTo>
                <a:lnTo>
                  <a:pt x="731756" y="125139"/>
                </a:lnTo>
                <a:lnTo>
                  <a:pt x="730911" y="125224"/>
                </a:lnTo>
                <a:lnTo>
                  <a:pt x="730049" y="125290"/>
                </a:lnTo>
                <a:lnTo>
                  <a:pt x="729170" y="125337"/>
                </a:lnTo>
                <a:lnTo>
                  <a:pt x="728275" y="125366"/>
                </a:lnTo>
                <a:lnTo>
                  <a:pt x="727362" y="125375"/>
                </a:lnTo>
                <a:lnTo>
                  <a:pt x="726506" y="125367"/>
                </a:lnTo>
                <a:lnTo>
                  <a:pt x="725664" y="125341"/>
                </a:lnTo>
                <a:lnTo>
                  <a:pt x="724836" y="125298"/>
                </a:lnTo>
                <a:lnTo>
                  <a:pt x="724022" y="125238"/>
                </a:lnTo>
                <a:lnTo>
                  <a:pt x="723222" y="125161"/>
                </a:lnTo>
                <a:lnTo>
                  <a:pt x="722436" y="125066"/>
                </a:lnTo>
                <a:lnTo>
                  <a:pt x="721664" y="124955"/>
                </a:lnTo>
                <a:lnTo>
                  <a:pt x="720907" y="124826"/>
                </a:lnTo>
                <a:lnTo>
                  <a:pt x="720163" y="124681"/>
                </a:lnTo>
                <a:lnTo>
                  <a:pt x="719433" y="124518"/>
                </a:lnTo>
                <a:lnTo>
                  <a:pt x="718717" y="124338"/>
                </a:lnTo>
                <a:lnTo>
                  <a:pt x="718016" y="124141"/>
                </a:lnTo>
                <a:lnTo>
                  <a:pt x="717328" y="123926"/>
                </a:lnTo>
                <a:lnTo>
                  <a:pt x="716655" y="123695"/>
                </a:lnTo>
                <a:lnTo>
                  <a:pt x="715995" y="123446"/>
                </a:lnTo>
                <a:lnTo>
                  <a:pt x="715350" y="123180"/>
                </a:lnTo>
                <a:lnTo>
                  <a:pt x="714718" y="122897"/>
                </a:lnTo>
                <a:lnTo>
                  <a:pt x="714101" y="122597"/>
                </a:lnTo>
                <a:lnTo>
                  <a:pt x="713498" y="122280"/>
                </a:lnTo>
                <a:lnTo>
                  <a:pt x="712908" y="121946"/>
                </a:lnTo>
                <a:lnTo>
                  <a:pt x="712333" y="121594"/>
                </a:lnTo>
                <a:lnTo>
                  <a:pt x="711772" y="121226"/>
                </a:lnTo>
                <a:lnTo>
                  <a:pt x="711225" y="120840"/>
                </a:lnTo>
                <a:lnTo>
                  <a:pt x="710692" y="120437"/>
                </a:lnTo>
                <a:lnTo>
                  <a:pt x="710171" y="120020"/>
                </a:lnTo>
                <a:lnTo>
                  <a:pt x="709663" y="119591"/>
                </a:lnTo>
                <a:lnTo>
                  <a:pt x="709166" y="119152"/>
                </a:lnTo>
                <a:lnTo>
                  <a:pt x="708682" y="118701"/>
                </a:lnTo>
                <a:lnTo>
                  <a:pt x="708209" y="118239"/>
                </a:lnTo>
                <a:lnTo>
                  <a:pt x="707748" y="117765"/>
                </a:lnTo>
                <a:lnTo>
                  <a:pt x="707298" y="117280"/>
                </a:lnTo>
                <a:lnTo>
                  <a:pt x="706861" y="116785"/>
                </a:lnTo>
                <a:lnTo>
                  <a:pt x="706435" y="116277"/>
                </a:lnTo>
                <a:lnTo>
                  <a:pt x="706021" y="115759"/>
                </a:lnTo>
                <a:lnTo>
                  <a:pt x="705619" y="115229"/>
                </a:lnTo>
                <a:lnTo>
                  <a:pt x="705229" y="114689"/>
                </a:lnTo>
                <a:lnTo>
                  <a:pt x="704851" y="114136"/>
                </a:lnTo>
                <a:lnTo>
                  <a:pt x="704484" y="113573"/>
                </a:lnTo>
                <a:lnTo>
                  <a:pt x="704130" y="112998"/>
                </a:lnTo>
                <a:lnTo>
                  <a:pt x="703787" y="112412"/>
                </a:lnTo>
                <a:lnTo>
                  <a:pt x="703455" y="111815"/>
                </a:lnTo>
                <a:lnTo>
                  <a:pt x="703136" y="111207"/>
                </a:lnTo>
                <a:lnTo>
                  <a:pt x="702829" y="110587"/>
                </a:lnTo>
                <a:lnTo>
                  <a:pt x="702533" y="109956"/>
                </a:lnTo>
                <a:lnTo>
                  <a:pt x="702249" y="109314"/>
                </a:lnTo>
                <a:lnTo>
                  <a:pt x="701977" y="108661"/>
                </a:lnTo>
                <a:lnTo>
                  <a:pt x="701717" y="107996"/>
                </a:lnTo>
                <a:lnTo>
                  <a:pt x="701468" y="107320"/>
                </a:lnTo>
                <a:lnTo>
                  <a:pt x="701231" y="106636"/>
                </a:lnTo>
                <a:lnTo>
                  <a:pt x="701003" y="105946"/>
                </a:lnTo>
                <a:lnTo>
                  <a:pt x="700785" y="105251"/>
                </a:lnTo>
                <a:lnTo>
                  <a:pt x="700577" y="104550"/>
                </a:lnTo>
                <a:lnTo>
                  <a:pt x="700378" y="103844"/>
                </a:lnTo>
                <a:lnTo>
                  <a:pt x="700189" y="103132"/>
                </a:lnTo>
                <a:lnTo>
                  <a:pt x="700010" y="102414"/>
                </a:lnTo>
                <a:lnTo>
                  <a:pt x="699841" y="101691"/>
                </a:lnTo>
                <a:lnTo>
                  <a:pt x="699681" y="100963"/>
                </a:lnTo>
                <a:lnTo>
                  <a:pt x="699532" y="100229"/>
                </a:lnTo>
                <a:lnTo>
                  <a:pt x="699392" y="99489"/>
                </a:lnTo>
                <a:lnTo>
                  <a:pt x="699261" y="98744"/>
                </a:lnTo>
                <a:lnTo>
                  <a:pt x="699141" y="97993"/>
                </a:lnTo>
                <a:lnTo>
                  <a:pt x="699030" y="97237"/>
                </a:lnTo>
                <a:lnTo>
                  <a:pt x="698929" y="96475"/>
                </a:lnTo>
                <a:lnTo>
                  <a:pt x="698838" y="95708"/>
                </a:lnTo>
                <a:lnTo>
                  <a:pt x="698757" y="94935"/>
                </a:lnTo>
                <a:lnTo>
                  <a:pt x="698685" y="94157"/>
                </a:lnTo>
                <a:lnTo>
                  <a:pt x="698623" y="93373"/>
                </a:lnTo>
                <a:lnTo>
                  <a:pt x="698571" y="92583"/>
                </a:lnTo>
                <a:lnTo>
                  <a:pt x="698528" y="91788"/>
                </a:lnTo>
                <a:lnTo>
                  <a:pt x="698496" y="90988"/>
                </a:lnTo>
                <a:lnTo>
                  <a:pt x="698473" y="90182"/>
                </a:lnTo>
                <a:lnTo>
                  <a:pt x="698460" y="89370"/>
                </a:lnTo>
                <a:lnTo>
                  <a:pt x="766918" y="89370"/>
                </a:lnTo>
                <a:lnTo>
                  <a:pt x="766934" y="89292"/>
                </a:lnTo>
                <a:lnTo>
                  <a:pt x="766950" y="89210"/>
                </a:lnTo>
                <a:lnTo>
                  <a:pt x="766966" y="89124"/>
                </a:lnTo>
                <a:lnTo>
                  <a:pt x="766981" y="89034"/>
                </a:lnTo>
                <a:lnTo>
                  <a:pt x="766996" y="88940"/>
                </a:lnTo>
                <a:lnTo>
                  <a:pt x="767011" y="88841"/>
                </a:lnTo>
                <a:lnTo>
                  <a:pt x="767025" y="88739"/>
                </a:lnTo>
                <a:lnTo>
                  <a:pt x="767039" y="88633"/>
                </a:lnTo>
                <a:lnTo>
                  <a:pt x="767052" y="88522"/>
                </a:lnTo>
                <a:lnTo>
                  <a:pt x="767065" y="88408"/>
                </a:lnTo>
                <a:lnTo>
                  <a:pt x="767078" y="88289"/>
                </a:lnTo>
                <a:lnTo>
                  <a:pt x="767091" y="88167"/>
                </a:lnTo>
                <a:lnTo>
                  <a:pt x="767103" y="88040"/>
                </a:lnTo>
                <a:lnTo>
                  <a:pt x="767115" y="87909"/>
                </a:lnTo>
                <a:lnTo>
                  <a:pt x="767126" y="87775"/>
                </a:lnTo>
                <a:lnTo>
                  <a:pt x="767137" y="87636"/>
                </a:lnTo>
                <a:lnTo>
                  <a:pt x="767148" y="87493"/>
                </a:lnTo>
                <a:lnTo>
                  <a:pt x="767158" y="87346"/>
                </a:lnTo>
                <a:lnTo>
                  <a:pt x="767169" y="87195"/>
                </a:lnTo>
                <a:lnTo>
                  <a:pt x="767178" y="87041"/>
                </a:lnTo>
                <a:lnTo>
                  <a:pt x="767188" y="86882"/>
                </a:lnTo>
                <a:lnTo>
                  <a:pt x="767197" y="86719"/>
                </a:lnTo>
                <a:lnTo>
                  <a:pt x="767206" y="86551"/>
                </a:lnTo>
                <a:lnTo>
                  <a:pt x="767214" y="86380"/>
                </a:lnTo>
                <a:lnTo>
                  <a:pt x="767222" y="86208"/>
                </a:lnTo>
                <a:lnTo>
                  <a:pt x="767230" y="86037"/>
                </a:lnTo>
                <a:lnTo>
                  <a:pt x="767237" y="85869"/>
                </a:lnTo>
                <a:lnTo>
                  <a:pt x="767244" y="85702"/>
                </a:lnTo>
                <a:lnTo>
                  <a:pt x="767251" y="85538"/>
                </a:lnTo>
                <a:lnTo>
                  <a:pt x="767257" y="85375"/>
                </a:lnTo>
                <a:lnTo>
                  <a:pt x="767263" y="85214"/>
                </a:lnTo>
                <a:lnTo>
                  <a:pt x="767269" y="85055"/>
                </a:lnTo>
                <a:lnTo>
                  <a:pt x="767274" y="84898"/>
                </a:lnTo>
                <a:lnTo>
                  <a:pt x="767279" y="84743"/>
                </a:lnTo>
                <a:lnTo>
                  <a:pt x="767284" y="84590"/>
                </a:lnTo>
                <a:lnTo>
                  <a:pt x="767288" y="84439"/>
                </a:lnTo>
                <a:lnTo>
                  <a:pt x="767292" y="84290"/>
                </a:lnTo>
                <a:lnTo>
                  <a:pt x="767295" y="84143"/>
                </a:lnTo>
                <a:lnTo>
                  <a:pt x="767299" y="83997"/>
                </a:lnTo>
                <a:lnTo>
                  <a:pt x="767302" y="83854"/>
                </a:lnTo>
                <a:lnTo>
                  <a:pt x="767304" y="83713"/>
                </a:lnTo>
                <a:lnTo>
                  <a:pt x="767306" y="83573"/>
                </a:lnTo>
                <a:lnTo>
                  <a:pt x="767308" y="83435"/>
                </a:lnTo>
                <a:lnTo>
                  <a:pt x="767310" y="83300"/>
                </a:lnTo>
                <a:lnTo>
                  <a:pt x="767311" y="83166"/>
                </a:lnTo>
                <a:lnTo>
                  <a:pt x="767312" y="83034"/>
                </a:lnTo>
                <a:lnTo>
                  <a:pt x="767312" y="82905"/>
                </a:lnTo>
                <a:lnTo>
                  <a:pt x="767313" y="82777"/>
                </a:lnTo>
                <a:lnTo>
                  <a:pt x="767293" y="80893"/>
                </a:lnTo>
                <a:lnTo>
                  <a:pt x="767235" y="79047"/>
                </a:lnTo>
                <a:lnTo>
                  <a:pt x="767138" y="77237"/>
                </a:lnTo>
                <a:lnTo>
                  <a:pt x="767003" y="75465"/>
                </a:lnTo>
                <a:lnTo>
                  <a:pt x="766829" y="73729"/>
                </a:lnTo>
                <a:lnTo>
                  <a:pt x="766616" y="72031"/>
                </a:lnTo>
                <a:lnTo>
                  <a:pt x="766364" y="70369"/>
                </a:lnTo>
                <a:lnTo>
                  <a:pt x="766074" y="68745"/>
                </a:lnTo>
                <a:lnTo>
                  <a:pt x="765745" y="67157"/>
                </a:lnTo>
                <a:lnTo>
                  <a:pt x="765377" y="65607"/>
                </a:lnTo>
                <a:lnTo>
                  <a:pt x="764971" y="64093"/>
                </a:lnTo>
                <a:lnTo>
                  <a:pt x="764526" y="62617"/>
                </a:lnTo>
                <a:lnTo>
                  <a:pt x="764042" y="61177"/>
                </a:lnTo>
                <a:lnTo>
                  <a:pt x="763520" y="59774"/>
                </a:lnTo>
                <a:lnTo>
                  <a:pt x="762958" y="58409"/>
                </a:lnTo>
                <a:lnTo>
                  <a:pt x="762359" y="57080"/>
                </a:lnTo>
                <a:lnTo>
                  <a:pt x="761720" y="55789"/>
                </a:lnTo>
                <a:lnTo>
                  <a:pt x="761043" y="54534"/>
                </a:lnTo>
                <a:lnTo>
                  <a:pt x="760327" y="53316"/>
                </a:lnTo>
                <a:lnTo>
                  <a:pt x="759572" y="52136"/>
                </a:lnTo>
                <a:lnTo>
                  <a:pt x="758778" y="50992"/>
                </a:lnTo>
                <a:lnTo>
                  <a:pt x="757946" y="49886"/>
                </a:lnTo>
                <a:lnTo>
                  <a:pt x="757075" y="48816"/>
                </a:lnTo>
                <a:lnTo>
                  <a:pt x="756166" y="47783"/>
                </a:lnTo>
                <a:lnTo>
                  <a:pt x="755222" y="46790"/>
                </a:lnTo>
                <a:lnTo>
                  <a:pt x="754249" y="45839"/>
                </a:lnTo>
                <a:lnTo>
                  <a:pt x="753247" y="44930"/>
                </a:lnTo>
                <a:lnTo>
                  <a:pt x="752215" y="44064"/>
                </a:lnTo>
                <a:lnTo>
                  <a:pt x="751153" y="43239"/>
                </a:lnTo>
                <a:lnTo>
                  <a:pt x="750062" y="42457"/>
                </a:lnTo>
                <a:lnTo>
                  <a:pt x="748942" y="41718"/>
                </a:lnTo>
                <a:lnTo>
                  <a:pt x="747792" y="41020"/>
                </a:lnTo>
                <a:lnTo>
                  <a:pt x="746613" y="40365"/>
                </a:lnTo>
                <a:lnTo>
                  <a:pt x="745404" y="39752"/>
                </a:lnTo>
                <a:lnTo>
                  <a:pt x="744166" y="39182"/>
                </a:lnTo>
                <a:lnTo>
                  <a:pt x="742899" y="38653"/>
                </a:lnTo>
                <a:lnTo>
                  <a:pt x="741601" y="38167"/>
                </a:lnTo>
                <a:lnTo>
                  <a:pt x="740275" y="37723"/>
                </a:lnTo>
                <a:lnTo>
                  <a:pt x="738919" y="37322"/>
                </a:lnTo>
                <a:lnTo>
                  <a:pt x="737533" y="36963"/>
                </a:lnTo>
                <a:lnTo>
                  <a:pt x="736119" y="36646"/>
                </a:lnTo>
                <a:lnTo>
                  <a:pt x="734674" y="36371"/>
                </a:lnTo>
                <a:lnTo>
                  <a:pt x="733200" y="36138"/>
                </a:lnTo>
                <a:lnTo>
                  <a:pt x="731697" y="35948"/>
                </a:lnTo>
                <a:lnTo>
                  <a:pt x="730164" y="35800"/>
                </a:lnTo>
                <a:lnTo>
                  <a:pt x="728602" y="35695"/>
                </a:lnTo>
                <a:lnTo>
                  <a:pt x="727010" y="35631"/>
                </a:lnTo>
                <a:lnTo>
                  <a:pt x="725389" y="35610"/>
                </a:lnTo>
                <a:lnTo>
                  <a:pt x="724165" y="35621"/>
                </a:lnTo>
                <a:lnTo>
                  <a:pt x="722959" y="35655"/>
                </a:lnTo>
                <a:lnTo>
                  <a:pt x="721771" y="35712"/>
                </a:lnTo>
                <a:lnTo>
                  <a:pt x="720601" y="35791"/>
                </a:lnTo>
                <a:lnTo>
                  <a:pt x="719449" y="35892"/>
                </a:lnTo>
                <a:lnTo>
                  <a:pt x="718315" y="36016"/>
                </a:lnTo>
                <a:lnTo>
                  <a:pt x="717199" y="36163"/>
                </a:lnTo>
                <a:lnTo>
                  <a:pt x="716101" y="36332"/>
                </a:lnTo>
                <a:lnTo>
                  <a:pt x="715020" y="36524"/>
                </a:lnTo>
                <a:lnTo>
                  <a:pt x="713958" y="36739"/>
                </a:lnTo>
                <a:lnTo>
                  <a:pt x="712914" y="36976"/>
                </a:lnTo>
                <a:lnTo>
                  <a:pt x="711888" y="37235"/>
                </a:lnTo>
                <a:lnTo>
                  <a:pt x="710879" y="37518"/>
                </a:lnTo>
                <a:lnTo>
                  <a:pt x="709889" y="37822"/>
                </a:lnTo>
                <a:lnTo>
                  <a:pt x="708917" y="38150"/>
                </a:lnTo>
                <a:lnTo>
                  <a:pt x="707962" y="38499"/>
                </a:lnTo>
                <a:lnTo>
                  <a:pt x="707026" y="38872"/>
                </a:lnTo>
                <a:lnTo>
                  <a:pt x="706108" y="39267"/>
                </a:lnTo>
                <a:lnTo>
                  <a:pt x="705207" y="39685"/>
                </a:lnTo>
                <a:lnTo>
                  <a:pt x="704325" y="40125"/>
                </a:lnTo>
                <a:lnTo>
                  <a:pt x="703461" y="40588"/>
                </a:lnTo>
                <a:lnTo>
                  <a:pt x="702614" y="41073"/>
                </a:lnTo>
                <a:lnTo>
                  <a:pt x="701786" y="41581"/>
                </a:lnTo>
                <a:lnTo>
                  <a:pt x="700975" y="42111"/>
                </a:lnTo>
                <a:lnTo>
                  <a:pt x="700182" y="42662"/>
                </a:lnTo>
                <a:lnTo>
                  <a:pt x="699407" y="43230"/>
                </a:lnTo>
                <a:lnTo>
                  <a:pt x="698648" y="43815"/>
                </a:lnTo>
                <a:lnTo>
                  <a:pt x="697906" y="44418"/>
                </a:lnTo>
                <a:lnTo>
                  <a:pt x="697182" y="45038"/>
                </a:lnTo>
                <a:lnTo>
                  <a:pt x="696475" y="45676"/>
                </a:lnTo>
                <a:lnTo>
                  <a:pt x="695785" y="46331"/>
                </a:lnTo>
                <a:lnTo>
                  <a:pt x="695112" y="47004"/>
                </a:lnTo>
                <a:lnTo>
                  <a:pt x="694456" y="47694"/>
                </a:lnTo>
                <a:lnTo>
                  <a:pt x="693817" y="48402"/>
                </a:lnTo>
                <a:lnTo>
                  <a:pt x="693195" y="49127"/>
                </a:lnTo>
                <a:lnTo>
                  <a:pt x="692591" y="49869"/>
                </a:lnTo>
                <a:lnTo>
                  <a:pt x="692003" y="50629"/>
                </a:lnTo>
                <a:lnTo>
                  <a:pt x="691433" y="51407"/>
                </a:lnTo>
                <a:lnTo>
                  <a:pt x="690880" y="52202"/>
                </a:lnTo>
                <a:lnTo>
                  <a:pt x="690344" y="53014"/>
                </a:lnTo>
                <a:lnTo>
                  <a:pt x="689825" y="53844"/>
                </a:lnTo>
                <a:lnTo>
                  <a:pt x="689323" y="54691"/>
                </a:lnTo>
                <a:lnTo>
                  <a:pt x="688838" y="55556"/>
                </a:lnTo>
                <a:lnTo>
                  <a:pt x="688371" y="56438"/>
                </a:lnTo>
                <a:lnTo>
                  <a:pt x="687921" y="57338"/>
                </a:lnTo>
                <a:lnTo>
                  <a:pt x="687487" y="58255"/>
                </a:lnTo>
                <a:lnTo>
                  <a:pt x="687071" y="59189"/>
                </a:lnTo>
                <a:lnTo>
                  <a:pt x="686672" y="60141"/>
                </a:lnTo>
                <a:lnTo>
                  <a:pt x="686290" y="61108"/>
                </a:lnTo>
                <a:lnTo>
                  <a:pt x="685924" y="62088"/>
                </a:lnTo>
                <a:lnTo>
                  <a:pt x="685574" y="63080"/>
                </a:lnTo>
                <a:lnTo>
                  <a:pt x="685240" y="64084"/>
                </a:lnTo>
                <a:lnTo>
                  <a:pt x="684923" y="65102"/>
                </a:lnTo>
                <a:lnTo>
                  <a:pt x="684622" y="66131"/>
                </a:lnTo>
                <a:lnTo>
                  <a:pt x="684337" y="67173"/>
                </a:lnTo>
                <a:lnTo>
                  <a:pt x="684069" y="68228"/>
                </a:lnTo>
                <a:lnTo>
                  <a:pt x="683817" y="69295"/>
                </a:lnTo>
                <a:lnTo>
                  <a:pt x="683581" y="70375"/>
                </a:lnTo>
                <a:lnTo>
                  <a:pt x="683361" y="71467"/>
                </a:lnTo>
                <a:lnTo>
                  <a:pt x="683158" y="72572"/>
                </a:lnTo>
                <a:lnTo>
                  <a:pt x="682971" y="73689"/>
                </a:lnTo>
                <a:lnTo>
                  <a:pt x="682800" y="74819"/>
                </a:lnTo>
                <a:lnTo>
                  <a:pt x="682645" y="75961"/>
                </a:lnTo>
                <a:lnTo>
                  <a:pt x="682507" y="77116"/>
                </a:lnTo>
                <a:lnTo>
                  <a:pt x="682385" y="78283"/>
                </a:lnTo>
                <a:lnTo>
                  <a:pt x="682279" y="79463"/>
                </a:lnTo>
                <a:lnTo>
                  <a:pt x="682190" y="80656"/>
                </a:lnTo>
                <a:lnTo>
                  <a:pt x="682117" y="81861"/>
                </a:lnTo>
                <a:lnTo>
                  <a:pt x="682060" y="83078"/>
                </a:lnTo>
                <a:lnTo>
                  <a:pt x="682019" y="84308"/>
                </a:lnTo>
                <a:lnTo>
                  <a:pt x="681995" y="85551"/>
                </a:lnTo>
                <a:lnTo>
                  <a:pt x="681987" y="86806"/>
                </a:lnTo>
                <a:lnTo>
                  <a:pt x="681995" y="88011"/>
                </a:lnTo>
                <a:lnTo>
                  <a:pt x="682020" y="89206"/>
                </a:lnTo>
                <a:lnTo>
                  <a:pt x="682062" y="90392"/>
                </a:lnTo>
                <a:lnTo>
                  <a:pt x="682121" y="91567"/>
                </a:lnTo>
                <a:lnTo>
                  <a:pt x="682196" y="92732"/>
                </a:lnTo>
                <a:lnTo>
                  <a:pt x="682289" y="93887"/>
                </a:lnTo>
                <a:lnTo>
                  <a:pt x="682398" y="95032"/>
                </a:lnTo>
                <a:lnTo>
                  <a:pt x="682524" y="96168"/>
                </a:lnTo>
                <a:lnTo>
                  <a:pt x="682666" y="97293"/>
                </a:lnTo>
                <a:lnTo>
                  <a:pt x="682826" y="98407"/>
                </a:lnTo>
                <a:lnTo>
                  <a:pt x="683002" y="99512"/>
                </a:lnTo>
                <a:lnTo>
                  <a:pt x="683195" y="100607"/>
                </a:lnTo>
                <a:lnTo>
                  <a:pt x="683405" y="101692"/>
                </a:lnTo>
                <a:lnTo>
                  <a:pt x="683631" y="102767"/>
                </a:lnTo>
                <a:lnTo>
                  <a:pt x="683875" y="103831"/>
                </a:lnTo>
                <a:lnTo>
                  <a:pt x="684135" y="104886"/>
                </a:lnTo>
                <a:lnTo>
                  <a:pt x="684412" y="105931"/>
                </a:lnTo>
                <a:lnTo>
                  <a:pt x="684705" y="106965"/>
                </a:lnTo>
                <a:lnTo>
                  <a:pt x="685016" y="107990"/>
                </a:lnTo>
                <a:lnTo>
                  <a:pt x="685343" y="109004"/>
                </a:lnTo>
                <a:lnTo>
                  <a:pt x="685687" y="110009"/>
                </a:lnTo>
                <a:lnTo>
                  <a:pt x="686048" y="111003"/>
                </a:lnTo>
                <a:lnTo>
                  <a:pt x="686426" y="111987"/>
                </a:lnTo>
                <a:lnTo>
                  <a:pt x="686820" y="112961"/>
                </a:lnTo>
                <a:lnTo>
                  <a:pt x="687232" y="113922"/>
                </a:lnTo>
                <a:lnTo>
                  <a:pt x="687662" y="114866"/>
                </a:lnTo>
                <a:lnTo>
                  <a:pt x="688109" y="115792"/>
                </a:lnTo>
                <a:lnTo>
                  <a:pt x="688575" y="116702"/>
                </a:lnTo>
                <a:lnTo>
                  <a:pt x="689059" y="117595"/>
                </a:lnTo>
                <a:lnTo>
                  <a:pt x="689560" y="118471"/>
                </a:lnTo>
                <a:lnTo>
                  <a:pt x="690080" y="119330"/>
                </a:lnTo>
                <a:lnTo>
                  <a:pt x="690618" y="120172"/>
                </a:lnTo>
                <a:lnTo>
                  <a:pt x="691173" y="120997"/>
                </a:lnTo>
                <a:lnTo>
                  <a:pt x="691747" y="121806"/>
                </a:lnTo>
                <a:lnTo>
                  <a:pt x="692339" y="122597"/>
                </a:lnTo>
                <a:lnTo>
                  <a:pt x="692948" y="123371"/>
                </a:lnTo>
                <a:lnTo>
                  <a:pt x="693576" y="124129"/>
                </a:lnTo>
                <a:lnTo>
                  <a:pt x="694221" y="124870"/>
                </a:lnTo>
                <a:lnTo>
                  <a:pt x="694885" y="125593"/>
                </a:lnTo>
                <a:lnTo>
                  <a:pt x="695566" y="126300"/>
                </a:lnTo>
                <a:lnTo>
                  <a:pt x="696266" y="126990"/>
                </a:lnTo>
                <a:lnTo>
                  <a:pt x="696983" y="127663"/>
                </a:lnTo>
                <a:lnTo>
                  <a:pt x="697719" y="128319"/>
                </a:lnTo>
                <a:lnTo>
                  <a:pt x="698472" y="128958"/>
                </a:lnTo>
                <a:lnTo>
                  <a:pt x="699244" y="129581"/>
                </a:lnTo>
                <a:lnTo>
                  <a:pt x="700033" y="130186"/>
                </a:lnTo>
                <a:lnTo>
                  <a:pt x="700840" y="130775"/>
                </a:lnTo>
                <a:lnTo>
                  <a:pt x="701666" y="131346"/>
                </a:lnTo>
                <a:lnTo>
                  <a:pt x="702510" y="131897"/>
                </a:lnTo>
                <a:lnTo>
                  <a:pt x="703374" y="132425"/>
                </a:lnTo>
                <a:lnTo>
                  <a:pt x="704257" y="132929"/>
                </a:lnTo>
                <a:lnTo>
                  <a:pt x="705161" y="133410"/>
                </a:lnTo>
                <a:lnTo>
                  <a:pt x="706084" y="133867"/>
                </a:lnTo>
                <a:lnTo>
                  <a:pt x="707026" y="134301"/>
                </a:lnTo>
                <a:lnTo>
                  <a:pt x="707989" y="134711"/>
                </a:lnTo>
                <a:lnTo>
                  <a:pt x="708971" y="135098"/>
                </a:lnTo>
                <a:lnTo>
                  <a:pt x="709973" y="135462"/>
                </a:lnTo>
                <a:lnTo>
                  <a:pt x="710994" y="135802"/>
                </a:lnTo>
                <a:lnTo>
                  <a:pt x="712035" y="136118"/>
                </a:lnTo>
                <a:lnTo>
                  <a:pt x="713096" y="136412"/>
                </a:lnTo>
                <a:lnTo>
                  <a:pt x="714177" y="136681"/>
                </a:lnTo>
                <a:lnTo>
                  <a:pt x="715277" y="136927"/>
                </a:lnTo>
                <a:lnTo>
                  <a:pt x="716397" y="137150"/>
                </a:lnTo>
                <a:lnTo>
                  <a:pt x="717536" y="137350"/>
                </a:lnTo>
                <a:lnTo>
                  <a:pt x="718696" y="137525"/>
                </a:lnTo>
                <a:lnTo>
                  <a:pt x="719875" y="137678"/>
                </a:lnTo>
                <a:lnTo>
                  <a:pt x="721073" y="137807"/>
                </a:lnTo>
                <a:lnTo>
                  <a:pt x="722292" y="137912"/>
                </a:lnTo>
                <a:lnTo>
                  <a:pt x="723530" y="137994"/>
                </a:lnTo>
                <a:lnTo>
                  <a:pt x="724788" y="138053"/>
                </a:lnTo>
                <a:lnTo>
                  <a:pt x="726065" y="138088"/>
                </a:lnTo>
                <a:lnTo>
                  <a:pt x="727362" y="138100"/>
                </a:lnTo>
                <a:lnTo>
                  <a:pt x="728368" y="138093"/>
                </a:lnTo>
                <a:lnTo>
                  <a:pt x="729362" y="138071"/>
                </a:lnTo>
                <a:lnTo>
                  <a:pt x="730345" y="138036"/>
                </a:lnTo>
                <a:lnTo>
                  <a:pt x="731316" y="137986"/>
                </a:lnTo>
                <a:lnTo>
                  <a:pt x="732276" y="137921"/>
                </a:lnTo>
                <a:close/>
                <a:moveTo>
                  <a:pt x="699261" y="71699"/>
                </a:moveTo>
                <a:lnTo>
                  <a:pt x="699462" y="70642"/>
                </a:lnTo>
                <a:lnTo>
                  <a:pt x="699682" y="69609"/>
                </a:lnTo>
                <a:lnTo>
                  <a:pt x="699923" y="68600"/>
                </a:lnTo>
                <a:lnTo>
                  <a:pt x="700184" y="67615"/>
                </a:lnTo>
                <a:lnTo>
                  <a:pt x="700465" y="66653"/>
                </a:lnTo>
                <a:lnTo>
                  <a:pt x="700765" y="65715"/>
                </a:lnTo>
                <a:lnTo>
                  <a:pt x="701086" y="64800"/>
                </a:lnTo>
                <a:lnTo>
                  <a:pt x="701427" y="63909"/>
                </a:lnTo>
                <a:lnTo>
                  <a:pt x="701788" y="63042"/>
                </a:lnTo>
                <a:lnTo>
                  <a:pt x="702169" y="62198"/>
                </a:lnTo>
                <a:lnTo>
                  <a:pt x="702570" y="61378"/>
                </a:lnTo>
                <a:lnTo>
                  <a:pt x="702991" y="60581"/>
                </a:lnTo>
                <a:lnTo>
                  <a:pt x="703432" y="59809"/>
                </a:lnTo>
                <a:lnTo>
                  <a:pt x="703893" y="59059"/>
                </a:lnTo>
                <a:lnTo>
                  <a:pt x="704374" y="58334"/>
                </a:lnTo>
                <a:lnTo>
                  <a:pt x="704876" y="57632"/>
                </a:lnTo>
                <a:lnTo>
                  <a:pt x="705397" y="56954"/>
                </a:lnTo>
                <a:lnTo>
                  <a:pt x="705938" y="56299"/>
                </a:lnTo>
                <a:lnTo>
                  <a:pt x="706499" y="55668"/>
                </a:lnTo>
                <a:lnTo>
                  <a:pt x="707080" y="55062"/>
                </a:lnTo>
                <a:lnTo>
                  <a:pt x="707678" y="54481"/>
                </a:lnTo>
                <a:lnTo>
                  <a:pt x="708294" y="53927"/>
                </a:lnTo>
                <a:lnTo>
                  <a:pt x="708928" y="53398"/>
                </a:lnTo>
                <a:lnTo>
                  <a:pt x="709581" y="52894"/>
                </a:lnTo>
                <a:lnTo>
                  <a:pt x="710251" y="52417"/>
                </a:lnTo>
                <a:lnTo>
                  <a:pt x="710939" y="51965"/>
                </a:lnTo>
                <a:lnTo>
                  <a:pt x="711645" y="51540"/>
                </a:lnTo>
                <a:lnTo>
                  <a:pt x="712369" y="51140"/>
                </a:lnTo>
                <a:lnTo>
                  <a:pt x="713111" y="50765"/>
                </a:lnTo>
                <a:lnTo>
                  <a:pt x="713872" y="50417"/>
                </a:lnTo>
                <a:lnTo>
                  <a:pt x="714650" y="50094"/>
                </a:lnTo>
                <a:lnTo>
                  <a:pt x="715446" y="49798"/>
                </a:lnTo>
                <a:lnTo>
                  <a:pt x="716260" y="49527"/>
                </a:lnTo>
                <a:lnTo>
                  <a:pt x="717092" y="49282"/>
                </a:lnTo>
                <a:lnTo>
                  <a:pt x="717942" y="49062"/>
                </a:lnTo>
                <a:lnTo>
                  <a:pt x="718810" y="48869"/>
                </a:lnTo>
                <a:lnTo>
                  <a:pt x="719696" y="48701"/>
                </a:lnTo>
                <a:lnTo>
                  <a:pt x="720600" y="48559"/>
                </a:lnTo>
                <a:lnTo>
                  <a:pt x="721522" y="48443"/>
                </a:lnTo>
                <a:lnTo>
                  <a:pt x="722462" y="48352"/>
                </a:lnTo>
                <a:lnTo>
                  <a:pt x="723420" y="48288"/>
                </a:lnTo>
                <a:lnTo>
                  <a:pt x="724396" y="48249"/>
                </a:lnTo>
                <a:lnTo>
                  <a:pt x="725389" y="48236"/>
                </a:lnTo>
                <a:lnTo>
                  <a:pt x="726375" y="48249"/>
                </a:lnTo>
                <a:lnTo>
                  <a:pt x="727342" y="48288"/>
                </a:lnTo>
                <a:lnTo>
                  <a:pt x="728292" y="48353"/>
                </a:lnTo>
                <a:lnTo>
                  <a:pt x="729223" y="48444"/>
                </a:lnTo>
                <a:lnTo>
                  <a:pt x="730136" y="48561"/>
                </a:lnTo>
                <a:lnTo>
                  <a:pt x="731031" y="48704"/>
                </a:lnTo>
                <a:lnTo>
                  <a:pt x="731907" y="48873"/>
                </a:lnTo>
                <a:lnTo>
                  <a:pt x="732766" y="49068"/>
                </a:lnTo>
                <a:lnTo>
                  <a:pt x="733606" y="49289"/>
                </a:lnTo>
                <a:lnTo>
                  <a:pt x="734428" y="49536"/>
                </a:lnTo>
                <a:lnTo>
                  <a:pt x="735232" y="49809"/>
                </a:lnTo>
                <a:lnTo>
                  <a:pt x="736018" y="50107"/>
                </a:lnTo>
                <a:lnTo>
                  <a:pt x="736786" y="50432"/>
                </a:lnTo>
                <a:lnTo>
                  <a:pt x="737535" y="50783"/>
                </a:lnTo>
                <a:lnTo>
                  <a:pt x="738267" y="51160"/>
                </a:lnTo>
                <a:lnTo>
                  <a:pt x="738980" y="51563"/>
                </a:lnTo>
                <a:lnTo>
                  <a:pt x="739675" y="51992"/>
                </a:lnTo>
                <a:lnTo>
                  <a:pt x="740352" y="52446"/>
                </a:lnTo>
                <a:lnTo>
                  <a:pt x="741011" y="52927"/>
                </a:lnTo>
                <a:lnTo>
                  <a:pt x="741652" y="53434"/>
                </a:lnTo>
                <a:lnTo>
                  <a:pt x="742274" y="53967"/>
                </a:lnTo>
                <a:lnTo>
                  <a:pt x="742879" y="54525"/>
                </a:lnTo>
                <a:lnTo>
                  <a:pt x="743465" y="55110"/>
                </a:lnTo>
                <a:lnTo>
                  <a:pt x="744033" y="55721"/>
                </a:lnTo>
                <a:lnTo>
                  <a:pt x="744581" y="56356"/>
                </a:lnTo>
                <a:lnTo>
                  <a:pt x="745106" y="57014"/>
                </a:lnTo>
                <a:lnTo>
                  <a:pt x="745610" y="57695"/>
                </a:lnTo>
                <a:lnTo>
                  <a:pt x="746091" y="58399"/>
                </a:lnTo>
                <a:lnTo>
                  <a:pt x="746549" y="59127"/>
                </a:lnTo>
                <a:lnTo>
                  <a:pt x="746986" y="59877"/>
                </a:lnTo>
                <a:lnTo>
                  <a:pt x="747400" y="60651"/>
                </a:lnTo>
                <a:lnTo>
                  <a:pt x="747792" y="61448"/>
                </a:lnTo>
                <a:lnTo>
                  <a:pt x="748162" y="62267"/>
                </a:lnTo>
                <a:lnTo>
                  <a:pt x="748509" y="63110"/>
                </a:lnTo>
                <a:lnTo>
                  <a:pt x="748835" y="63976"/>
                </a:lnTo>
                <a:lnTo>
                  <a:pt x="749138" y="64865"/>
                </a:lnTo>
                <a:lnTo>
                  <a:pt x="749418" y="65778"/>
                </a:lnTo>
                <a:lnTo>
                  <a:pt x="749677" y="66713"/>
                </a:lnTo>
                <a:lnTo>
                  <a:pt x="749913" y="67671"/>
                </a:lnTo>
                <a:lnTo>
                  <a:pt x="750127" y="68653"/>
                </a:lnTo>
                <a:lnTo>
                  <a:pt x="750318" y="69657"/>
                </a:lnTo>
                <a:lnTo>
                  <a:pt x="750488" y="70685"/>
                </a:lnTo>
                <a:lnTo>
                  <a:pt x="750635" y="71736"/>
                </a:lnTo>
                <a:lnTo>
                  <a:pt x="750760" y="72810"/>
                </a:lnTo>
                <a:lnTo>
                  <a:pt x="750862" y="73907"/>
                </a:lnTo>
                <a:lnTo>
                  <a:pt x="750943" y="75027"/>
                </a:lnTo>
                <a:lnTo>
                  <a:pt x="751001" y="76170"/>
                </a:lnTo>
                <a:lnTo>
                  <a:pt x="751037" y="77336"/>
                </a:lnTo>
                <a:lnTo>
                  <a:pt x="698559" y="77336"/>
                </a:lnTo>
                <a:lnTo>
                  <a:pt x="698659" y="76161"/>
                </a:lnTo>
                <a:lnTo>
                  <a:pt x="698779" y="75010"/>
                </a:lnTo>
                <a:lnTo>
                  <a:pt x="698920" y="73883"/>
                </a:lnTo>
                <a:lnTo>
                  <a:pt x="699081" y="72779"/>
                </a:lnTo>
                <a:lnTo>
                  <a:pt x="699261" y="71699"/>
                </a:lnTo>
                <a:close/>
                <a:moveTo>
                  <a:pt x="839549" y="137921"/>
                </a:moveTo>
                <a:lnTo>
                  <a:pt x="840498" y="137843"/>
                </a:lnTo>
                <a:lnTo>
                  <a:pt x="841435" y="137750"/>
                </a:lnTo>
                <a:lnTo>
                  <a:pt x="842362" y="137642"/>
                </a:lnTo>
                <a:lnTo>
                  <a:pt x="843277" y="137521"/>
                </a:lnTo>
                <a:lnTo>
                  <a:pt x="844180" y="137385"/>
                </a:lnTo>
                <a:lnTo>
                  <a:pt x="845073" y="137235"/>
                </a:lnTo>
                <a:lnTo>
                  <a:pt x="845954" y="137070"/>
                </a:lnTo>
                <a:lnTo>
                  <a:pt x="846824" y="136892"/>
                </a:lnTo>
                <a:lnTo>
                  <a:pt x="847682" y="136699"/>
                </a:lnTo>
                <a:lnTo>
                  <a:pt x="848529" y="136491"/>
                </a:lnTo>
                <a:lnTo>
                  <a:pt x="849365" y="136270"/>
                </a:lnTo>
                <a:lnTo>
                  <a:pt x="850190" y="136034"/>
                </a:lnTo>
                <a:lnTo>
                  <a:pt x="851003" y="135783"/>
                </a:lnTo>
                <a:lnTo>
                  <a:pt x="851805" y="135519"/>
                </a:lnTo>
                <a:lnTo>
                  <a:pt x="852596" y="135240"/>
                </a:lnTo>
                <a:lnTo>
                  <a:pt x="853375" y="134947"/>
                </a:lnTo>
                <a:lnTo>
                  <a:pt x="854143" y="134639"/>
                </a:lnTo>
                <a:lnTo>
                  <a:pt x="854900" y="134318"/>
                </a:lnTo>
                <a:lnTo>
                  <a:pt x="855645" y="133982"/>
                </a:lnTo>
                <a:lnTo>
                  <a:pt x="856378" y="133632"/>
                </a:lnTo>
                <a:lnTo>
                  <a:pt x="857098" y="133271"/>
                </a:lnTo>
                <a:lnTo>
                  <a:pt x="857803" y="132897"/>
                </a:lnTo>
                <a:lnTo>
                  <a:pt x="858495" y="132512"/>
                </a:lnTo>
                <a:lnTo>
                  <a:pt x="859173" y="132114"/>
                </a:lnTo>
                <a:lnTo>
                  <a:pt x="859838" y="131705"/>
                </a:lnTo>
                <a:lnTo>
                  <a:pt x="860489" y="131283"/>
                </a:lnTo>
                <a:lnTo>
                  <a:pt x="861126" y="130850"/>
                </a:lnTo>
                <a:lnTo>
                  <a:pt x="861749" y="130404"/>
                </a:lnTo>
                <a:lnTo>
                  <a:pt x="862359" y="129947"/>
                </a:lnTo>
                <a:lnTo>
                  <a:pt x="862955" y="129477"/>
                </a:lnTo>
                <a:lnTo>
                  <a:pt x="863537" y="128996"/>
                </a:lnTo>
                <a:lnTo>
                  <a:pt x="864105" y="128502"/>
                </a:lnTo>
                <a:lnTo>
                  <a:pt x="864660" y="127996"/>
                </a:lnTo>
                <a:lnTo>
                  <a:pt x="865201" y="127479"/>
                </a:lnTo>
                <a:lnTo>
                  <a:pt x="865729" y="126949"/>
                </a:lnTo>
                <a:lnTo>
                  <a:pt x="866243" y="126408"/>
                </a:lnTo>
                <a:lnTo>
                  <a:pt x="866743" y="125854"/>
                </a:lnTo>
                <a:lnTo>
                  <a:pt x="867229" y="125288"/>
                </a:lnTo>
                <a:lnTo>
                  <a:pt x="867702" y="124711"/>
                </a:lnTo>
                <a:lnTo>
                  <a:pt x="868161" y="124121"/>
                </a:lnTo>
                <a:lnTo>
                  <a:pt x="868606" y="123519"/>
                </a:lnTo>
                <a:lnTo>
                  <a:pt x="869038" y="122906"/>
                </a:lnTo>
                <a:lnTo>
                  <a:pt x="869455" y="122280"/>
                </a:lnTo>
                <a:lnTo>
                  <a:pt x="869858" y="121643"/>
                </a:lnTo>
                <a:lnTo>
                  <a:pt x="870245" y="120997"/>
                </a:lnTo>
                <a:lnTo>
                  <a:pt x="870616" y="120340"/>
                </a:lnTo>
                <a:lnTo>
                  <a:pt x="870971" y="119673"/>
                </a:lnTo>
                <a:lnTo>
                  <a:pt x="871309" y="118996"/>
                </a:lnTo>
                <a:lnTo>
                  <a:pt x="871632" y="118309"/>
                </a:lnTo>
                <a:lnTo>
                  <a:pt x="871938" y="117612"/>
                </a:lnTo>
                <a:lnTo>
                  <a:pt x="872228" y="116905"/>
                </a:lnTo>
                <a:lnTo>
                  <a:pt x="872503" y="116188"/>
                </a:lnTo>
                <a:lnTo>
                  <a:pt x="872761" y="115460"/>
                </a:lnTo>
                <a:lnTo>
                  <a:pt x="873003" y="114723"/>
                </a:lnTo>
                <a:lnTo>
                  <a:pt x="873229" y="113976"/>
                </a:lnTo>
                <a:lnTo>
                  <a:pt x="873438" y="113218"/>
                </a:lnTo>
                <a:lnTo>
                  <a:pt x="873632" y="112451"/>
                </a:lnTo>
                <a:lnTo>
                  <a:pt x="873810" y="111673"/>
                </a:lnTo>
                <a:lnTo>
                  <a:pt x="873971" y="110886"/>
                </a:lnTo>
                <a:lnTo>
                  <a:pt x="874116" y="110088"/>
                </a:lnTo>
                <a:lnTo>
                  <a:pt x="874246" y="109280"/>
                </a:lnTo>
                <a:lnTo>
                  <a:pt x="874359" y="108462"/>
                </a:lnTo>
                <a:lnTo>
                  <a:pt x="874456" y="107634"/>
                </a:lnTo>
                <a:lnTo>
                  <a:pt x="874537" y="106797"/>
                </a:lnTo>
                <a:lnTo>
                  <a:pt x="874602" y="105949"/>
                </a:lnTo>
                <a:lnTo>
                  <a:pt x="874651" y="105090"/>
                </a:lnTo>
                <a:lnTo>
                  <a:pt x="874684" y="104222"/>
                </a:lnTo>
                <a:lnTo>
                  <a:pt x="858407" y="104222"/>
                </a:lnTo>
                <a:lnTo>
                  <a:pt x="858373" y="105069"/>
                </a:lnTo>
                <a:lnTo>
                  <a:pt x="858317" y="105900"/>
                </a:lnTo>
                <a:lnTo>
                  <a:pt x="858241" y="106713"/>
                </a:lnTo>
                <a:lnTo>
                  <a:pt x="858144" y="107510"/>
                </a:lnTo>
                <a:lnTo>
                  <a:pt x="858027" y="108290"/>
                </a:lnTo>
                <a:lnTo>
                  <a:pt x="857890" y="109054"/>
                </a:lnTo>
                <a:lnTo>
                  <a:pt x="857731" y="109800"/>
                </a:lnTo>
                <a:lnTo>
                  <a:pt x="857553" y="110530"/>
                </a:lnTo>
                <a:lnTo>
                  <a:pt x="857353" y="111243"/>
                </a:lnTo>
                <a:lnTo>
                  <a:pt x="857133" y="111940"/>
                </a:lnTo>
                <a:lnTo>
                  <a:pt x="856893" y="112619"/>
                </a:lnTo>
                <a:lnTo>
                  <a:pt x="856632" y="113282"/>
                </a:lnTo>
                <a:lnTo>
                  <a:pt x="856350" y="113928"/>
                </a:lnTo>
                <a:lnTo>
                  <a:pt x="856048" y="114558"/>
                </a:lnTo>
                <a:lnTo>
                  <a:pt x="855726" y="115170"/>
                </a:lnTo>
                <a:lnTo>
                  <a:pt x="855382" y="115766"/>
                </a:lnTo>
                <a:lnTo>
                  <a:pt x="855019" y="116346"/>
                </a:lnTo>
                <a:lnTo>
                  <a:pt x="854634" y="116908"/>
                </a:lnTo>
                <a:lnTo>
                  <a:pt x="854230" y="117454"/>
                </a:lnTo>
                <a:lnTo>
                  <a:pt x="853804" y="117983"/>
                </a:lnTo>
                <a:lnTo>
                  <a:pt x="853358" y="118495"/>
                </a:lnTo>
                <a:lnTo>
                  <a:pt x="852892" y="118990"/>
                </a:lnTo>
                <a:lnTo>
                  <a:pt x="852405" y="119469"/>
                </a:lnTo>
                <a:lnTo>
                  <a:pt x="851897" y="119931"/>
                </a:lnTo>
                <a:lnTo>
                  <a:pt x="851371" y="120375"/>
                </a:lnTo>
                <a:lnTo>
                  <a:pt x="850828" y="120801"/>
                </a:lnTo>
                <a:lnTo>
                  <a:pt x="850268" y="121207"/>
                </a:lnTo>
                <a:lnTo>
                  <a:pt x="849691" y="121595"/>
                </a:lnTo>
                <a:lnTo>
                  <a:pt x="849098" y="121963"/>
                </a:lnTo>
                <a:lnTo>
                  <a:pt x="848488" y="122313"/>
                </a:lnTo>
                <a:lnTo>
                  <a:pt x="847861" y="122644"/>
                </a:lnTo>
                <a:lnTo>
                  <a:pt x="847217" y="122956"/>
                </a:lnTo>
                <a:lnTo>
                  <a:pt x="846556" y="123249"/>
                </a:lnTo>
                <a:lnTo>
                  <a:pt x="845879" y="123523"/>
                </a:lnTo>
                <a:lnTo>
                  <a:pt x="845185" y="123778"/>
                </a:lnTo>
                <a:lnTo>
                  <a:pt x="844474" y="124014"/>
                </a:lnTo>
                <a:lnTo>
                  <a:pt x="843746" y="124231"/>
                </a:lnTo>
                <a:lnTo>
                  <a:pt x="843002" y="124430"/>
                </a:lnTo>
                <a:lnTo>
                  <a:pt x="842241" y="124610"/>
                </a:lnTo>
                <a:lnTo>
                  <a:pt x="841463" y="124770"/>
                </a:lnTo>
                <a:lnTo>
                  <a:pt x="840668" y="124912"/>
                </a:lnTo>
                <a:lnTo>
                  <a:pt x="839856" y="125035"/>
                </a:lnTo>
                <a:lnTo>
                  <a:pt x="839028" y="125139"/>
                </a:lnTo>
                <a:lnTo>
                  <a:pt x="838183" y="125224"/>
                </a:lnTo>
                <a:lnTo>
                  <a:pt x="837321" y="125290"/>
                </a:lnTo>
                <a:lnTo>
                  <a:pt x="836442" y="125337"/>
                </a:lnTo>
                <a:lnTo>
                  <a:pt x="835547" y="125366"/>
                </a:lnTo>
                <a:lnTo>
                  <a:pt x="834635" y="125375"/>
                </a:lnTo>
                <a:lnTo>
                  <a:pt x="833778" y="125367"/>
                </a:lnTo>
                <a:lnTo>
                  <a:pt x="832936" y="125341"/>
                </a:lnTo>
                <a:lnTo>
                  <a:pt x="832108" y="125298"/>
                </a:lnTo>
                <a:lnTo>
                  <a:pt x="831294" y="125238"/>
                </a:lnTo>
                <a:lnTo>
                  <a:pt x="830494" y="125161"/>
                </a:lnTo>
                <a:lnTo>
                  <a:pt x="829709" y="125066"/>
                </a:lnTo>
                <a:lnTo>
                  <a:pt x="828937" y="124955"/>
                </a:lnTo>
                <a:lnTo>
                  <a:pt x="828179" y="124826"/>
                </a:lnTo>
                <a:lnTo>
                  <a:pt x="827435" y="124681"/>
                </a:lnTo>
                <a:lnTo>
                  <a:pt x="826705" y="124518"/>
                </a:lnTo>
                <a:lnTo>
                  <a:pt x="825990" y="124338"/>
                </a:lnTo>
                <a:lnTo>
                  <a:pt x="825288" y="124141"/>
                </a:lnTo>
                <a:lnTo>
                  <a:pt x="824601" y="123926"/>
                </a:lnTo>
                <a:lnTo>
                  <a:pt x="823927" y="123695"/>
                </a:lnTo>
                <a:lnTo>
                  <a:pt x="823267" y="123446"/>
                </a:lnTo>
                <a:lnTo>
                  <a:pt x="822622" y="123180"/>
                </a:lnTo>
                <a:lnTo>
                  <a:pt x="821991" y="122897"/>
                </a:lnTo>
                <a:lnTo>
                  <a:pt x="821373" y="122597"/>
                </a:lnTo>
                <a:lnTo>
                  <a:pt x="820770" y="122280"/>
                </a:lnTo>
                <a:lnTo>
                  <a:pt x="820181" y="121946"/>
                </a:lnTo>
                <a:lnTo>
                  <a:pt x="819605" y="121594"/>
                </a:lnTo>
                <a:lnTo>
                  <a:pt x="819044" y="121226"/>
                </a:lnTo>
                <a:lnTo>
                  <a:pt x="818497" y="120840"/>
                </a:lnTo>
                <a:lnTo>
                  <a:pt x="817964" y="120437"/>
                </a:lnTo>
                <a:lnTo>
                  <a:pt x="817444" y="120020"/>
                </a:lnTo>
                <a:lnTo>
                  <a:pt x="816935" y="119591"/>
                </a:lnTo>
                <a:lnTo>
                  <a:pt x="816439" y="119152"/>
                </a:lnTo>
                <a:lnTo>
                  <a:pt x="815954" y="118701"/>
                </a:lnTo>
                <a:lnTo>
                  <a:pt x="815481" y="118239"/>
                </a:lnTo>
                <a:lnTo>
                  <a:pt x="815020" y="117765"/>
                </a:lnTo>
                <a:lnTo>
                  <a:pt x="814571" y="117280"/>
                </a:lnTo>
                <a:lnTo>
                  <a:pt x="814133" y="116785"/>
                </a:lnTo>
                <a:lnTo>
                  <a:pt x="813708" y="116277"/>
                </a:lnTo>
                <a:lnTo>
                  <a:pt x="813294" y="115759"/>
                </a:lnTo>
                <a:lnTo>
                  <a:pt x="812892" y="115229"/>
                </a:lnTo>
                <a:lnTo>
                  <a:pt x="812502" y="114689"/>
                </a:lnTo>
                <a:lnTo>
                  <a:pt x="812123" y="114136"/>
                </a:lnTo>
                <a:lnTo>
                  <a:pt x="811757" y="113573"/>
                </a:lnTo>
                <a:lnTo>
                  <a:pt x="811402" y="112998"/>
                </a:lnTo>
                <a:lnTo>
                  <a:pt x="811059" y="112412"/>
                </a:lnTo>
                <a:lnTo>
                  <a:pt x="810728" y="111815"/>
                </a:lnTo>
                <a:lnTo>
                  <a:pt x="810408" y="111207"/>
                </a:lnTo>
                <a:lnTo>
                  <a:pt x="810101" y="110587"/>
                </a:lnTo>
                <a:lnTo>
                  <a:pt x="809805" y="109956"/>
                </a:lnTo>
                <a:lnTo>
                  <a:pt x="809521" y="109314"/>
                </a:lnTo>
                <a:lnTo>
                  <a:pt x="809249" y="108661"/>
                </a:lnTo>
                <a:lnTo>
                  <a:pt x="808989" y="107996"/>
                </a:lnTo>
                <a:lnTo>
                  <a:pt x="808741" y="107320"/>
                </a:lnTo>
                <a:lnTo>
                  <a:pt x="808503" y="106636"/>
                </a:lnTo>
                <a:lnTo>
                  <a:pt x="808275" y="105946"/>
                </a:lnTo>
                <a:lnTo>
                  <a:pt x="808057" y="105251"/>
                </a:lnTo>
                <a:lnTo>
                  <a:pt x="807849" y="104550"/>
                </a:lnTo>
                <a:lnTo>
                  <a:pt x="807650" y="103844"/>
                </a:lnTo>
                <a:lnTo>
                  <a:pt x="807461" y="103132"/>
                </a:lnTo>
                <a:lnTo>
                  <a:pt x="807282" y="102414"/>
                </a:lnTo>
                <a:lnTo>
                  <a:pt x="807113" y="101691"/>
                </a:lnTo>
                <a:lnTo>
                  <a:pt x="806954" y="100963"/>
                </a:lnTo>
                <a:lnTo>
                  <a:pt x="806804" y="100229"/>
                </a:lnTo>
                <a:lnTo>
                  <a:pt x="806664" y="99489"/>
                </a:lnTo>
                <a:lnTo>
                  <a:pt x="806534" y="98744"/>
                </a:lnTo>
                <a:lnTo>
                  <a:pt x="806413" y="97993"/>
                </a:lnTo>
                <a:lnTo>
                  <a:pt x="806302" y="97237"/>
                </a:lnTo>
                <a:lnTo>
                  <a:pt x="806201" y="96475"/>
                </a:lnTo>
                <a:lnTo>
                  <a:pt x="806110" y="95708"/>
                </a:lnTo>
                <a:lnTo>
                  <a:pt x="806029" y="94935"/>
                </a:lnTo>
                <a:lnTo>
                  <a:pt x="805957" y="94157"/>
                </a:lnTo>
                <a:lnTo>
                  <a:pt x="805895" y="93373"/>
                </a:lnTo>
                <a:lnTo>
                  <a:pt x="805843" y="92583"/>
                </a:lnTo>
                <a:lnTo>
                  <a:pt x="805801" y="91788"/>
                </a:lnTo>
                <a:lnTo>
                  <a:pt x="805768" y="90988"/>
                </a:lnTo>
                <a:lnTo>
                  <a:pt x="805745" y="90182"/>
                </a:lnTo>
                <a:lnTo>
                  <a:pt x="805732" y="89370"/>
                </a:lnTo>
                <a:lnTo>
                  <a:pt x="874190" y="89370"/>
                </a:lnTo>
                <a:lnTo>
                  <a:pt x="874207" y="89292"/>
                </a:lnTo>
                <a:lnTo>
                  <a:pt x="874222" y="89210"/>
                </a:lnTo>
                <a:lnTo>
                  <a:pt x="874238" y="89124"/>
                </a:lnTo>
                <a:lnTo>
                  <a:pt x="874253" y="89034"/>
                </a:lnTo>
                <a:lnTo>
                  <a:pt x="874268" y="88940"/>
                </a:lnTo>
                <a:lnTo>
                  <a:pt x="874283" y="88841"/>
                </a:lnTo>
                <a:lnTo>
                  <a:pt x="874297" y="88739"/>
                </a:lnTo>
                <a:lnTo>
                  <a:pt x="874311" y="88633"/>
                </a:lnTo>
                <a:lnTo>
                  <a:pt x="874324" y="88522"/>
                </a:lnTo>
                <a:lnTo>
                  <a:pt x="874338" y="88408"/>
                </a:lnTo>
                <a:lnTo>
                  <a:pt x="874350" y="88289"/>
                </a:lnTo>
                <a:lnTo>
                  <a:pt x="874363" y="88167"/>
                </a:lnTo>
                <a:lnTo>
                  <a:pt x="874375" y="88040"/>
                </a:lnTo>
                <a:lnTo>
                  <a:pt x="874387" y="87909"/>
                </a:lnTo>
                <a:lnTo>
                  <a:pt x="874398" y="87775"/>
                </a:lnTo>
                <a:lnTo>
                  <a:pt x="874410" y="87636"/>
                </a:lnTo>
                <a:lnTo>
                  <a:pt x="874420" y="87493"/>
                </a:lnTo>
                <a:lnTo>
                  <a:pt x="874431" y="87346"/>
                </a:lnTo>
                <a:lnTo>
                  <a:pt x="874441" y="87195"/>
                </a:lnTo>
                <a:lnTo>
                  <a:pt x="874451" y="87041"/>
                </a:lnTo>
                <a:lnTo>
                  <a:pt x="874460" y="86882"/>
                </a:lnTo>
                <a:lnTo>
                  <a:pt x="874469" y="86719"/>
                </a:lnTo>
                <a:lnTo>
                  <a:pt x="874478" y="86551"/>
                </a:lnTo>
                <a:lnTo>
                  <a:pt x="874486" y="86380"/>
                </a:lnTo>
                <a:lnTo>
                  <a:pt x="874494" y="86208"/>
                </a:lnTo>
                <a:lnTo>
                  <a:pt x="874502" y="86037"/>
                </a:lnTo>
                <a:lnTo>
                  <a:pt x="874509" y="85869"/>
                </a:lnTo>
                <a:lnTo>
                  <a:pt x="874516" y="85702"/>
                </a:lnTo>
                <a:lnTo>
                  <a:pt x="874523" y="85538"/>
                </a:lnTo>
                <a:lnTo>
                  <a:pt x="874529" y="85375"/>
                </a:lnTo>
                <a:lnTo>
                  <a:pt x="874535" y="85214"/>
                </a:lnTo>
                <a:lnTo>
                  <a:pt x="874541" y="85055"/>
                </a:lnTo>
                <a:lnTo>
                  <a:pt x="874546" y="84898"/>
                </a:lnTo>
                <a:lnTo>
                  <a:pt x="874551" y="84743"/>
                </a:lnTo>
                <a:lnTo>
                  <a:pt x="874556" y="84590"/>
                </a:lnTo>
                <a:lnTo>
                  <a:pt x="874560" y="84439"/>
                </a:lnTo>
                <a:lnTo>
                  <a:pt x="874564" y="84290"/>
                </a:lnTo>
                <a:lnTo>
                  <a:pt x="874568" y="84143"/>
                </a:lnTo>
                <a:lnTo>
                  <a:pt x="874571" y="83997"/>
                </a:lnTo>
                <a:lnTo>
                  <a:pt x="874574" y="83854"/>
                </a:lnTo>
                <a:lnTo>
                  <a:pt x="874576" y="83713"/>
                </a:lnTo>
                <a:lnTo>
                  <a:pt x="874579" y="83573"/>
                </a:lnTo>
                <a:lnTo>
                  <a:pt x="874581" y="83435"/>
                </a:lnTo>
                <a:lnTo>
                  <a:pt x="874582" y="83300"/>
                </a:lnTo>
                <a:lnTo>
                  <a:pt x="874583" y="83166"/>
                </a:lnTo>
                <a:lnTo>
                  <a:pt x="874584" y="83034"/>
                </a:lnTo>
                <a:lnTo>
                  <a:pt x="874585" y="82905"/>
                </a:lnTo>
                <a:lnTo>
                  <a:pt x="874585" y="82777"/>
                </a:lnTo>
                <a:lnTo>
                  <a:pt x="874566" y="80893"/>
                </a:lnTo>
                <a:lnTo>
                  <a:pt x="874507" y="79047"/>
                </a:lnTo>
                <a:lnTo>
                  <a:pt x="874411" y="77237"/>
                </a:lnTo>
                <a:lnTo>
                  <a:pt x="874275" y="75465"/>
                </a:lnTo>
                <a:lnTo>
                  <a:pt x="874101" y="73729"/>
                </a:lnTo>
                <a:lnTo>
                  <a:pt x="873888" y="72031"/>
                </a:lnTo>
                <a:lnTo>
                  <a:pt x="873637" y="70369"/>
                </a:lnTo>
                <a:lnTo>
                  <a:pt x="873346" y="68745"/>
                </a:lnTo>
                <a:lnTo>
                  <a:pt x="873017" y="67157"/>
                </a:lnTo>
                <a:lnTo>
                  <a:pt x="872650" y="65607"/>
                </a:lnTo>
                <a:lnTo>
                  <a:pt x="872243" y="64093"/>
                </a:lnTo>
                <a:lnTo>
                  <a:pt x="871798" y="62617"/>
                </a:lnTo>
                <a:lnTo>
                  <a:pt x="871314" y="61177"/>
                </a:lnTo>
                <a:lnTo>
                  <a:pt x="870792" y="59774"/>
                </a:lnTo>
                <a:lnTo>
                  <a:pt x="870231" y="58409"/>
                </a:lnTo>
                <a:lnTo>
                  <a:pt x="869631" y="57080"/>
                </a:lnTo>
                <a:lnTo>
                  <a:pt x="868992" y="55789"/>
                </a:lnTo>
                <a:lnTo>
                  <a:pt x="868315" y="54534"/>
                </a:lnTo>
                <a:lnTo>
                  <a:pt x="867599" y="53316"/>
                </a:lnTo>
                <a:lnTo>
                  <a:pt x="866844" y="52136"/>
                </a:lnTo>
                <a:lnTo>
                  <a:pt x="866051" y="50992"/>
                </a:lnTo>
                <a:lnTo>
                  <a:pt x="865219" y="49886"/>
                </a:lnTo>
                <a:lnTo>
                  <a:pt x="864348" y="48816"/>
                </a:lnTo>
                <a:lnTo>
                  <a:pt x="863438" y="47783"/>
                </a:lnTo>
                <a:lnTo>
                  <a:pt x="862495" y="46790"/>
                </a:lnTo>
                <a:lnTo>
                  <a:pt x="861522" y="45839"/>
                </a:lnTo>
                <a:lnTo>
                  <a:pt x="860519" y="44930"/>
                </a:lnTo>
                <a:lnTo>
                  <a:pt x="859487" y="44064"/>
                </a:lnTo>
                <a:lnTo>
                  <a:pt x="858426" y="43239"/>
                </a:lnTo>
                <a:lnTo>
                  <a:pt x="857335" y="42457"/>
                </a:lnTo>
                <a:lnTo>
                  <a:pt x="856214" y="41718"/>
                </a:lnTo>
                <a:lnTo>
                  <a:pt x="855065" y="41020"/>
                </a:lnTo>
                <a:lnTo>
                  <a:pt x="853885" y="40365"/>
                </a:lnTo>
                <a:lnTo>
                  <a:pt x="852677" y="39752"/>
                </a:lnTo>
                <a:lnTo>
                  <a:pt x="851438" y="39182"/>
                </a:lnTo>
                <a:lnTo>
                  <a:pt x="850171" y="38653"/>
                </a:lnTo>
                <a:lnTo>
                  <a:pt x="848874" y="38167"/>
                </a:lnTo>
                <a:lnTo>
                  <a:pt x="847547" y="37723"/>
                </a:lnTo>
                <a:lnTo>
                  <a:pt x="846191" y="37322"/>
                </a:lnTo>
                <a:lnTo>
                  <a:pt x="844806" y="36963"/>
                </a:lnTo>
                <a:lnTo>
                  <a:pt x="843391" y="36646"/>
                </a:lnTo>
                <a:lnTo>
                  <a:pt x="841946" y="36371"/>
                </a:lnTo>
                <a:lnTo>
                  <a:pt x="840473" y="36138"/>
                </a:lnTo>
                <a:lnTo>
                  <a:pt x="838969" y="35948"/>
                </a:lnTo>
                <a:lnTo>
                  <a:pt x="837437" y="35800"/>
                </a:lnTo>
                <a:lnTo>
                  <a:pt x="835874" y="35695"/>
                </a:lnTo>
                <a:lnTo>
                  <a:pt x="834283" y="35631"/>
                </a:lnTo>
                <a:lnTo>
                  <a:pt x="832662" y="35610"/>
                </a:lnTo>
                <a:lnTo>
                  <a:pt x="831438" y="35621"/>
                </a:lnTo>
                <a:lnTo>
                  <a:pt x="830232" y="35655"/>
                </a:lnTo>
                <a:lnTo>
                  <a:pt x="829043" y="35712"/>
                </a:lnTo>
                <a:lnTo>
                  <a:pt x="827873" y="35791"/>
                </a:lnTo>
                <a:lnTo>
                  <a:pt x="826721" y="35892"/>
                </a:lnTo>
                <a:lnTo>
                  <a:pt x="825587" y="36016"/>
                </a:lnTo>
                <a:lnTo>
                  <a:pt x="824471" y="36163"/>
                </a:lnTo>
                <a:lnTo>
                  <a:pt x="823373" y="36332"/>
                </a:lnTo>
                <a:lnTo>
                  <a:pt x="822293" y="36524"/>
                </a:lnTo>
                <a:lnTo>
                  <a:pt x="821230" y="36739"/>
                </a:lnTo>
                <a:lnTo>
                  <a:pt x="820186" y="36976"/>
                </a:lnTo>
                <a:lnTo>
                  <a:pt x="819160" y="37235"/>
                </a:lnTo>
                <a:lnTo>
                  <a:pt x="818152" y="37518"/>
                </a:lnTo>
                <a:lnTo>
                  <a:pt x="817161" y="37822"/>
                </a:lnTo>
                <a:lnTo>
                  <a:pt x="816189" y="38150"/>
                </a:lnTo>
                <a:lnTo>
                  <a:pt x="815235" y="38499"/>
                </a:lnTo>
                <a:lnTo>
                  <a:pt x="814298" y="38872"/>
                </a:lnTo>
                <a:lnTo>
                  <a:pt x="813380" y="39267"/>
                </a:lnTo>
                <a:lnTo>
                  <a:pt x="812480" y="39685"/>
                </a:lnTo>
                <a:lnTo>
                  <a:pt x="811597" y="40125"/>
                </a:lnTo>
                <a:lnTo>
                  <a:pt x="810733" y="40588"/>
                </a:lnTo>
                <a:lnTo>
                  <a:pt x="809886" y="41073"/>
                </a:lnTo>
                <a:lnTo>
                  <a:pt x="809058" y="41581"/>
                </a:lnTo>
                <a:lnTo>
                  <a:pt x="808248" y="42111"/>
                </a:lnTo>
                <a:lnTo>
                  <a:pt x="807455" y="42662"/>
                </a:lnTo>
                <a:lnTo>
                  <a:pt x="806679" y="43230"/>
                </a:lnTo>
                <a:lnTo>
                  <a:pt x="805920" y="43815"/>
                </a:lnTo>
                <a:lnTo>
                  <a:pt x="805179" y="44418"/>
                </a:lnTo>
                <a:lnTo>
                  <a:pt x="804454" y="45038"/>
                </a:lnTo>
                <a:lnTo>
                  <a:pt x="803747" y="45676"/>
                </a:lnTo>
                <a:lnTo>
                  <a:pt x="803057" y="46331"/>
                </a:lnTo>
                <a:lnTo>
                  <a:pt x="802384" y="47004"/>
                </a:lnTo>
                <a:lnTo>
                  <a:pt x="801728" y="47694"/>
                </a:lnTo>
                <a:lnTo>
                  <a:pt x="801089" y="48402"/>
                </a:lnTo>
                <a:lnTo>
                  <a:pt x="800467" y="49127"/>
                </a:lnTo>
                <a:lnTo>
                  <a:pt x="799863" y="49869"/>
                </a:lnTo>
                <a:lnTo>
                  <a:pt x="799275" y="50629"/>
                </a:lnTo>
                <a:lnTo>
                  <a:pt x="798705" y="51407"/>
                </a:lnTo>
                <a:lnTo>
                  <a:pt x="798152" y="52202"/>
                </a:lnTo>
                <a:lnTo>
                  <a:pt x="797616" y="53014"/>
                </a:lnTo>
                <a:lnTo>
                  <a:pt x="797097" y="53844"/>
                </a:lnTo>
                <a:lnTo>
                  <a:pt x="796595" y="54691"/>
                </a:lnTo>
                <a:lnTo>
                  <a:pt x="796111" y="55556"/>
                </a:lnTo>
                <a:lnTo>
                  <a:pt x="795643" y="56438"/>
                </a:lnTo>
                <a:lnTo>
                  <a:pt x="795193" y="57338"/>
                </a:lnTo>
                <a:lnTo>
                  <a:pt x="794760" y="58255"/>
                </a:lnTo>
                <a:lnTo>
                  <a:pt x="794343" y="59189"/>
                </a:lnTo>
                <a:lnTo>
                  <a:pt x="793944" y="60141"/>
                </a:lnTo>
                <a:lnTo>
                  <a:pt x="793562" y="61108"/>
                </a:lnTo>
                <a:lnTo>
                  <a:pt x="793196" y="62088"/>
                </a:lnTo>
                <a:lnTo>
                  <a:pt x="792846" y="63080"/>
                </a:lnTo>
                <a:lnTo>
                  <a:pt x="792513" y="64084"/>
                </a:lnTo>
                <a:lnTo>
                  <a:pt x="792195" y="65102"/>
                </a:lnTo>
                <a:lnTo>
                  <a:pt x="791894" y="66131"/>
                </a:lnTo>
                <a:lnTo>
                  <a:pt x="791610" y="67173"/>
                </a:lnTo>
                <a:lnTo>
                  <a:pt x="791341" y="68228"/>
                </a:lnTo>
                <a:lnTo>
                  <a:pt x="791089" y="69295"/>
                </a:lnTo>
                <a:lnTo>
                  <a:pt x="790853" y="70375"/>
                </a:lnTo>
                <a:lnTo>
                  <a:pt x="790634" y="71467"/>
                </a:lnTo>
                <a:lnTo>
                  <a:pt x="790430" y="72572"/>
                </a:lnTo>
                <a:lnTo>
                  <a:pt x="790243" y="73689"/>
                </a:lnTo>
                <a:lnTo>
                  <a:pt x="790072" y="74819"/>
                </a:lnTo>
                <a:lnTo>
                  <a:pt x="789918" y="75961"/>
                </a:lnTo>
                <a:lnTo>
                  <a:pt x="789779" y="77116"/>
                </a:lnTo>
                <a:lnTo>
                  <a:pt x="789657" y="78283"/>
                </a:lnTo>
                <a:lnTo>
                  <a:pt x="789552" y="79463"/>
                </a:lnTo>
                <a:lnTo>
                  <a:pt x="789462" y="80656"/>
                </a:lnTo>
                <a:lnTo>
                  <a:pt x="789389" y="81861"/>
                </a:lnTo>
                <a:lnTo>
                  <a:pt x="789332" y="83078"/>
                </a:lnTo>
                <a:lnTo>
                  <a:pt x="789291" y="84308"/>
                </a:lnTo>
                <a:lnTo>
                  <a:pt x="789267" y="85551"/>
                </a:lnTo>
                <a:lnTo>
                  <a:pt x="789259" y="86806"/>
                </a:lnTo>
                <a:lnTo>
                  <a:pt x="789267" y="88011"/>
                </a:lnTo>
                <a:lnTo>
                  <a:pt x="789292" y="89206"/>
                </a:lnTo>
                <a:lnTo>
                  <a:pt x="789334" y="90392"/>
                </a:lnTo>
                <a:lnTo>
                  <a:pt x="789393" y="91567"/>
                </a:lnTo>
                <a:lnTo>
                  <a:pt x="789469" y="92732"/>
                </a:lnTo>
                <a:lnTo>
                  <a:pt x="789561" y="93887"/>
                </a:lnTo>
                <a:lnTo>
                  <a:pt x="789670" y="95032"/>
                </a:lnTo>
                <a:lnTo>
                  <a:pt x="789796" y="96168"/>
                </a:lnTo>
                <a:lnTo>
                  <a:pt x="789939" y="97293"/>
                </a:lnTo>
                <a:lnTo>
                  <a:pt x="790098" y="98407"/>
                </a:lnTo>
                <a:lnTo>
                  <a:pt x="790274" y="99512"/>
                </a:lnTo>
                <a:lnTo>
                  <a:pt x="790467" y="100607"/>
                </a:lnTo>
                <a:lnTo>
                  <a:pt x="790677" y="101692"/>
                </a:lnTo>
                <a:lnTo>
                  <a:pt x="790904" y="102767"/>
                </a:lnTo>
                <a:lnTo>
                  <a:pt x="791147" y="103831"/>
                </a:lnTo>
                <a:lnTo>
                  <a:pt x="791407" y="104886"/>
                </a:lnTo>
                <a:lnTo>
                  <a:pt x="791684" y="105931"/>
                </a:lnTo>
                <a:lnTo>
                  <a:pt x="791978" y="106965"/>
                </a:lnTo>
                <a:lnTo>
                  <a:pt x="792288" y="107990"/>
                </a:lnTo>
                <a:lnTo>
                  <a:pt x="792615" y="109004"/>
                </a:lnTo>
                <a:lnTo>
                  <a:pt x="792959" y="110009"/>
                </a:lnTo>
                <a:lnTo>
                  <a:pt x="793320" y="111003"/>
                </a:lnTo>
                <a:lnTo>
                  <a:pt x="793698" y="111987"/>
                </a:lnTo>
                <a:lnTo>
                  <a:pt x="794092" y="112961"/>
                </a:lnTo>
                <a:lnTo>
                  <a:pt x="794504" y="113922"/>
                </a:lnTo>
                <a:lnTo>
                  <a:pt x="794934" y="114866"/>
                </a:lnTo>
                <a:lnTo>
                  <a:pt x="795382" y="115792"/>
                </a:lnTo>
                <a:lnTo>
                  <a:pt x="795847" y="116702"/>
                </a:lnTo>
                <a:lnTo>
                  <a:pt x="796331" y="117595"/>
                </a:lnTo>
                <a:lnTo>
                  <a:pt x="796833" y="118471"/>
                </a:lnTo>
                <a:lnTo>
                  <a:pt x="797352" y="119330"/>
                </a:lnTo>
                <a:lnTo>
                  <a:pt x="797890" y="120172"/>
                </a:lnTo>
                <a:lnTo>
                  <a:pt x="798446" y="120997"/>
                </a:lnTo>
                <a:lnTo>
                  <a:pt x="799019" y="121806"/>
                </a:lnTo>
                <a:lnTo>
                  <a:pt x="799611" y="122597"/>
                </a:lnTo>
                <a:lnTo>
                  <a:pt x="800220" y="123371"/>
                </a:lnTo>
                <a:lnTo>
                  <a:pt x="800848" y="124129"/>
                </a:lnTo>
                <a:lnTo>
                  <a:pt x="801494" y="124870"/>
                </a:lnTo>
                <a:lnTo>
                  <a:pt x="802157" y="125593"/>
                </a:lnTo>
                <a:lnTo>
                  <a:pt x="802839" y="126300"/>
                </a:lnTo>
                <a:lnTo>
                  <a:pt x="803538" y="126990"/>
                </a:lnTo>
                <a:lnTo>
                  <a:pt x="804256" y="127663"/>
                </a:lnTo>
                <a:lnTo>
                  <a:pt x="804991" y="128319"/>
                </a:lnTo>
                <a:lnTo>
                  <a:pt x="805744" y="128958"/>
                </a:lnTo>
                <a:lnTo>
                  <a:pt x="806516" y="129581"/>
                </a:lnTo>
                <a:lnTo>
                  <a:pt x="807305" y="130186"/>
                </a:lnTo>
                <a:lnTo>
                  <a:pt x="808113" y="130775"/>
                </a:lnTo>
                <a:lnTo>
                  <a:pt x="808938" y="131346"/>
                </a:lnTo>
                <a:lnTo>
                  <a:pt x="809782" y="131897"/>
                </a:lnTo>
                <a:lnTo>
                  <a:pt x="810646" y="132425"/>
                </a:lnTo>
                <a:lnTo>
                  <a:pt x="811530" y="132929"/>
                </a:lnTo>
                <a:lnTo>
                  <a:pt x="812433" y="133410"/>
                </a:lnTo>
                <a:lnTo>
                  <a:pt x="813356" y="133867"/>
                </a:lnTo>
                <a:lnTo>
                  <a:pt x="814299" y="134301"/>
                </a:lnTo>
                <a:lnTo>
                  <a:pt x="815261" y="134711"/>
                </a:lnTo>
                <a:lnTo>
                  <a:pt x="816243" y="135098"/>
                </a:lnTo>
                <a:lnTo>
                  <a:pt x="817245" y="135462"/>
                </a:lnTo>
                <a:lnTo>
                  <a:pt x="818266" y="135802"/>
                </a:lnTo>
                <a:lnTo>
                  <a:pt x="819307" y="136118"/>
                </a:lnTo>
                <a:lnTo>
                  <a:pt x="820368" y="136412"/>
                </a:lnTo>
                <a:lnTo>
                  <a:pt x="821449" y="136681"/>
                </a:lnTo>
                <a:lnTo>
                  <a:pt x="822549" y="136927"/>
                </a:lnTo>
                <a:lnTo>
                  <a:pt x="823669" y="137150"/>
                </a:lnTo>
                <a:lnTo>
                  <a:pt x="824809" y="137350"/>
                </a:lnTo>
                <a:lnTo>
                  <a:pt x="825968" y="137525"/>
                </a:lnTo>
                <a:lnTo>
                  <a:pt x="827147" y="137678"/>
                </a:lnTo>
                <a:lnTo>
                  <a:pt x="828346" y="137807"/>
                </a:lnTo>
                <a:lnTo>
                  <a:pt x="829564" y="137912"/>
                </a:lnTo>
                <a:lnTo>
                  <a:pt x="830802" y="137994"/>
                </a:lnTo>
                <a:lnTo>
                  <a:pt x="832060" y="138053"/>
                </a:lnTo>
                <a:lnTo>
                  <a:pt x="833337" y="138088"/>
                </a:lnTo>
                <a:lnTo>
                  <a:pt x="834635" y="138100"/>
                </a:lnTo>
                <a:lnTo>
                  <a:pt x="835640" y="138093"/>
                </a:lnTo>
                <a:lnTo>
                  <a:pt x="836634" y="138071"/>
                </a:lnTo>
                <a:lnTo>
                  <a:pt x="837617" y="138036"/>
                </a:lnTo>
                <a:lnTo>
                  <a:pt x="838588" y="137986"/>
                </a:lnTo>
                <a:lnTo>
                  <a:pt x="839549" y="137921"/>
                </a:lnTo>
                <a:close/>
                <a:moveTo>
                  <a:pt x="806533" y="71699"/>
                </a:moveTo>
                <a:lnTo>
                  <a:pt x="806734" y="70642"/>
                </a:lnTo>
                <a:lnTo>
                  <a:pt x="806955" y="69609"/>
                </a:lnTo>
                <a:lnTo>
                  <a:pt x="807195" y="68600"/>
                </a:lnTo>
                <a:lnTo>
                  <a:pt x="807456" y="67615"/>
                </a:lnTo>
                <a:lnTo>
                  <a:pt x="807737" y="66653"/>
                </a:lnTo>
                <a:lnTo>
                  <a:pt x="808038" y="65715"/>
                </a:lnTo>
                <a:lnTo>
                  <a:pt x="808359" y="64800"/>
                </a:lnTo>
                <a:lnTo>
                  <a:pt x="808699" y="63909"/>
                </a:lnTo>
                <a:lnTo>
                  <a:pt x="809060" y="63042"/>
                </a:lnTo>
                <a:lnTo>
                  <a:pt x="809441" y="62198"/>
                </a:lnTo>
                <a:lnTo>
                  <a:pt x="809842" y="61378"/>
                </a:lnTo>
                <a:lnTo>
                  <a:pt x="810263" y="60581"/>
                </a:lnTo>
                <a:lnTo>
                  <a:pt x="810704" y="59809"/>
                </a:lnTo>
                <a:lnTo>
                  <a:pt x="811165" y="59059"/>
                </a:lnTo>
                <a:lnTo>
                  <a:pt x="811647" y="58334"/>
                </a:lnTo>
                <a:lnTo>
                  <a:pt x="812148" y="57632"/>
                </a:lnTo>
                <a:lnTo>
                  <a:pt x="812669" y="56954"/>
                </a:lnTo>
                <a:lnTo>
                  <a:pt x="813210" y="56299"/>
                </a:lnTo>
                <a:lnTo>
                  <a:pt x="813772" y="55668"/>
                </a:lnTo>
                <a:lnTo>
                  <a:pt x="814352" y="55062"/>
                </a:lnTo>
                <a:lnTo>
                  <a:pt x="814950" y="54481"/>
                </a:lnTo>
                <a:lnTo>
                  <a:pt x="815566" y="53927"/>
                </a:lnTo>
                <a:lnTo>
                  <a:pt x="816201" y="53398"/>
                </a:lnTo>
                <a:lnTo>
                  <a:pt x="816853" y="52894"/>
                </a:lnTo>
                <a:lnTo>
                  <a:pt x="817523" y="52417"/>
                </a:lnTo>
                <a:lnTo>
                  <a:pt x="818211" y="51965"/>
                </a:lnTo>
                <a:lnTo>
                  <a:pt x="818917" y="51540"/>
                </a:lnTo>
                <a:lnTo>
                  <a:pt x="819642" y="51140"/>
                </a:lnTo>
                <a:lnTo>
                  <a:pt x="820384" y="50765"/>
                </a:lnTo>
                <a:lnTo>
                  <a:pt x="821144" y="50417"/>
                </a:lnTo>
                <a:lnTo>
                  <a:pt x="821922" y="50094"/>
                </a:lnTo>
                <a:lnTo>
                  <a:pt x="822718" y="49798"/>
                </a:lnTo>
                <a:lnTo>
                  <a:pt x="823532" y="49527"/>
                </a:lnTo>
                <a:lnTo>
                  <a:pt x="824364" y="49282"/>
                </a:lnTo>
                <a:lnTo>
                  <a:pt x="825214" y="49062"/>
                </a:lnTo>
                <a:lnTo>
                  <a:pt x="826082" y="48869"/>
                </a:lnTo>
                <a:lnTo>
                  <a:pt x="826968" y="48701"/>
                </a:lnTo>
                <a:lnTo>
                  <a:pt x="827872" y="48559"/>
                </a:lnTo>
                <a:lnTo>
                  <a:pt x="828794" y="48443"/>
                </a:lnTo>
                <a:lnTo>
                  <a:pt x="829734" y="48352"/>
                </a:lnTo>
                <a:lnTo>
                  <a:pt x="830692" y="48288"/>
                </a:lnTo>
                <a:lnTo>
                  <a:pt x="831668" y="48249"/>
                </a:lnTo>
                <a:lnTo>
                  <a:pt x="832662" y="48236"/>
                </a:lnTo>
                <a:lnTo>
                  <a:pt x="833647" y="48249"/>
                </a:lnTo>
                <a:lnTo>
                  <a:pt x="834615" y="48288"/>
                </a:lnTo>
                <a:lnTo>
                  <a:pt x="835564" y="48353"/>
                </a:lnTo>
                <a:lnTo>
                  <a:pt x="836495" y="48444"/>
                </a:lnTo>
                <a:lnTo>
                  <a:pt x="837408" y="48561"/>
                </a:lnTo>
                <a:lnTo>
                  <a:pt x="838303" y="48704"/>
                </a:lnTo>
                <a:lnTo>
                  <a:pt x="839179" y="48873"/>
                </a:lnTo>
                <a:lnTo>
                  <a:pt x="840038" y="49068"/>
                </a:lnTo>
                <a:lnTo>
                  <a:pt x="840878" y="49289"/>
                </a:lnTo>
                <a:lnTo>
                  <a:pt x="841700" y="49536"/>
                </a:lnTo>
                <a:lnTo>
                  <a:pt x="842505" y="49809"/>
                </a:lnTo>
                <a:lnTo>
                  <a:pt x="843290" y="50107"/>
                </a:lnTo>
                <a:lnTo>
                  <a:pt x="844058" y="50432"/>
                </a:lnTo>
                <a:lnTo>
                  <a:pt x="844808" y="50783"/>
                </a:lnTo>
                <a:lnTo>
                  <a:pt x="845539" y="51160"/>
                </a:lnTo>
                <a:lnTo>
                  <a:pt x="846252" y="51563"/>
                </a:lnTo>
                <a:lnTo>
                  <a:pt x="846948" y="51992"/>
                </a:lnTo>
                <a:lnTo>
                  <a:pt x="847625" y="52446"/>
                </a:lnTo>
                <a:lnTo>
                  <a:pt x="848283" y="52927"/>
                </a:lnTo>
                <a:lnTo>
                  <a:pt x="848924" y="53434"/>
                </a:lnTo>
                <a:lnTo>
                  <a:pt x="849547" y="53967"/>
                </a:lnTo>
                <a:lnTo>
                  <a:pt x="850151" y="54525"/>
                </a:lnTo>
                <a:lnTo>
                  <a:pt x="850737" y="55110"/>
                </a:lnTo>
                <a:lnTo>
                  <a:pt x="851305" y="55721"/>
                </a:lnTo>
                <a:lnTo>
                  <a:pt x="851853" y="56356"/>
                </a:lnTo>
                <a:lnTo>
                  <a:pt x="852379" y="57014"/>
                </a:lnTo>
                <a:lnTo>
                  <a:pt x="852882" y="57695"/>
                </a:lnTo>
                <a:lnTo>
                  <a:pt x="853363" y="58399"/>
                </a:lnTo>
                <a:lnTo>
                  <a:pt x="853822" y="59127"/>
                </a:lnTo>
                <a:lnTo>
                  <a:pt x="854258" y="59877"/>
                </a:lnTo>
                <a:lnTo>
                  <a:pt x="854673" y="60651"/>
                </a:lnTo>
                <a:lnTo>
                  <a:pt x="855065" y="61448"/>
                </a:lnTo>
                <a:lnTo>
                  <a:pt x="855434" y="62267"/>
                </a:lnTo>
                <a:lnTo>
                  <a:pt x="855782" y="63110"/>
                </a:lnTo>
                <a:lnTo>
                  <a:pt x="856107" y="63976"/>
                </a:lnTo>
                <a:lnTo>
                  <a:pt x="856410" y="64865"/>
                </a:lnTo>
                <a:lnTo>
                  <a:pt x="856691" y="65778"/>
                </a:lnTo>
                <a:lnTo>
                  <a:pt x="856949" y="66713"/>
                </a:lnTo>
                <a:lnTo>
                  <a:pt x="857185" y="67671"/>
                </a:lnTo>
                <a:lnTo>
                  <a:pt x="857399" y="68653"/>
                </a:lnTo>
                <a:lnTo>
                  <a:pt x="857591" y="69657"/>
                </a:lnTo>
                <a:lnTo>
                  <a:pt x="857760" y="70685"/>
                </a:lnTo>
                <a:lnTo>
                  <a:pt x="857907" y="71736"/>
                </a:lnTo>
                <a:lnTo>
                  <a:pt x="858032" y="72810"/>
                </a:lnTo>
                <a:lnTo>
                  <a:pt x="858135" y="73907"/>
                </a:lnTo>
                <a:lnTo>
                  <a:pt x="858215" y="75027"/>
                </a:lnTo>
                <a:lnTo>
                  <a:pt x="858273" y="76170"/>
                </a:lnTo>
                <a:lnTo>
                  <a:pt x="858309" y="77336"/>
                </a:lnTo>
                <a:lnTo>
                  <a:pt x="805831" y="77336"/>
                </a:lnTo>
                <a:lnTo>
                  <a:pt x="805931" y="76161"/>
                </a:lnTo>
                <a:lnTo>
                  <a:pt x="806052" y="75010"/>
                </a:lnTo>
                <a:lnTo>
                  <a:pt x="806192" y="73883"/>
                </a:lnTo>
                <a:lnTo>
                  <a:pt x="806353" y="72779"/>
                </a:lnTo>
                <a:lnTo>
                  <a:pt x="806533" y="71699"/>
                </a:lnTo>
                <a:close/>
                <a:moveTo>
                  <a:pt x="1168347" y="137833"/>
                </a:moveTo>
                <a:lnTo>
                  <a:pt x="1169467" y="137716"/>
                </a:lnTo>
                <a:lnTo>
                  <a:pt x="1170573" y="137577"/>
                </a:lnTo>
                <a:lnTo>
                  <a:pt x="1171664" y="137417"/>
                </a:lnTo>
                <a:lnTo>
                  <a:pt x="1172740" y="137236"/>
                </a:lnTo>
                <a:lnTo>
                  <a:pt x="1173802" y="137033"/>
                </a:lnTo>
                <a:lnTo>
                  <a:pt x="1174849" y="136809"/>
                </a:lnTo>
                <a:lnTo>
                  <a:pt x="1175882" y="136564"/>
                </a:lnTo>
                <a:lnTo>
                  <a:pt x="1176900" y="136297"/>
                </a:lnTo>
                <a:lnTo>
                  <a:pt x="1177904" y="136009"/>
                </a:lnTo>
                <a:lnTo>
                  <a:pt x="1178893" y="135700"/>
                </a:lnTo>
                <a:lnTo>
                  <a:pt x="1179868" y="135370"/>
                </a:lnTo>
                <a:lnTo>
                  <a:pt x="1180827" y="135018"/>
                </a:lnTo>
                <a:lnTo>
                  <a:pt x="1181773" y="134644"/>
                </a:lnTo>
                <a:lnTo>
                  <a:pt x="1182704" y="134250"/>
                </a:lnTo>
                <a:lnTo>
                  <a:pt x="1183620" y="133834"/>
                </a:lnTo>
                <a:lnTo>
                  <a:pt x="1184522" y="133396"/>
                </a:lnTo>
                <a:lnTo>
                  <a:pt x="1185409" y="132938"/>
                </a:lnTo>
                <a:lnTo>
                  <a:pt x="1186282" y="132458"/>
                </a:lnTo>
                <a:lnTo>
                  <a:pt x="1187140" y="131956"/>
                </a:lnTo>
                <a:lnTo>
                  <a:pt x="1187982" y="131435"/>
                </a:lnTo>
                <a:lnTo>
                  <a:pt x="1188808" y="130895"/>
                </a:lnTo>
                <a:lnTo>
                  <a:pt x="1189618" y="130337"/>
                </a:lnTo>
                <a:lnTo>
                  <a:pt x="1190411" y="129761"/>
                </a:lnTo>
                <a:lnTo>
                  <a:pt x="1191188" y="129166"/>
                </a:lnTo>
                <a:lnTo>
                  <a:pt x="1191949" y="128553"/>
                </a:lnTo>
                <a:lnTo>
                  <a:pt x="1192692" y="127922"/>
                </a:lnTo>
                <a:lnTo>
                  <a:pt x="1193420" y="127272"/>
                </a:lnTo>
                <a:lnTo>
                  <a:pt x="1194131" y="126604"/>
                </a:lnTo>
                <a:lnTo>
                  <a:pt x="1194826" y="125917"/>
                </a:lnTo>
                <a:lnTo>
                  <a:pt x="1195504" y="125213"/>
                </a:lnTo>
                <a:lnTo>
                  <a:pt x="1196165" y="124490"/>
                </a:lnTo>
                <a:lnTo>
                  <a:pt x="1196811" y="123748"/>
                </a:lnTo>
                <a:lnTo>
                  <a:pt x="1197440" y="122988"/>
                </a:lnTo>
                <a:lnTo>
                  <a:pt x="1198052" y="122210"/>
                </a:lnTo>
                <a:lnTo>
                  <a:pt x="1198648" y="121414"/>
                </a:lnTo>
                <a:lnTo>
                  <a:pt x="1199228" y="120599"/>
                </a:lnTo>
                <a:lnTo>
                  <a:pt x="1199791" y="119766"/>
                </a:lnTo>
                <a:lnTo>
                  <a:pt x="1200337" y="118915"/>
                </a:lnTo>
                <a:lnTo>
                  <a:pt x="1200867" y="118045"/>
                </a:lnTo>
                <a:lnTo>
                  <a:pt x="1201381" y="117157"/>
                </a:lnTo>
                <a:lnTo>
                  <a:pt x="1201879" y="116250"/>
                </a:lnTo>
                <a:lnTo>
                  <a:pt x="1202359" y="115326"/>
                </a:lnTo>
                <a:lnTo>
                  <a:pt x="1202824" y="114383"/>
                </a:lnTo>
                <a:lnTo>
                  <a:pt x="1203271" y="113423"/>
                </a:lnTo>
                <a:lnTo>
                  <a:pt x="1203698" y="112448"/>
                </a:lnTo>
                <a:lnTo>
                  <a:pt x="1204107" y="111458"/>
                </a:lnTo>
                <a:lnTo>
                  <a:pt x="1204497" y="110454"/>
                </a:lnTo>
                <a:lnTo>
                  <a:pt x="1204867" y="109434"/>
                </a:lnTo>
                <a:lnTo>
                  <a:pt x="1205219" y="108399"/>
                </a:lnTo>
                <a:lnTo>
                  <a:pt x="1205552" y="107349"/>
                </a:lnTo>
                <a:lnTo>
                  <a:pt x="1205865" y="106285"/>
                </a:lnTo>
                <a:lnTo>
                  <a:pt x="1206160" y="105205"/>
                </a:lnTo>
                <a:lnTo>
                  <a:pt x="1206436" y="104110"/>
                </a:lnTo>
                <a:lnTo>
                  <a:pt x="1206692" y="103000"/>
                </a:lnTo>
                <a:lnTo>
                  <a:pt x="1206930" y="101876"/>
                </a:lnTo>
                <a:lnTo>
                  <a:pt x="1207149" y="100736"/>
                </a:lnTo>
                <a:lnTo>
                  <a:pt x="1207348" y="99581"/>
                </a:lnTo>
                <a:lnTo>
                  <a:pt x="1207529" y="98412"/>
                </a:lnTo>
                <a:lnTo>
                  <a:pt x="1207690" y="97227"/>
                </a:lnTo>
                <a:lnTo>
                  <a:pt x="1207833" y="96027"/>
                </a:lnTo>
                <a:lnTo>
                  <a:pt x="1207956" y="94813"/>
                </a:lnTo>
                <a:lnTo>
                  <a:pt x="1208061" y="93583"/>
                </a:lnTo>
                <a:lnTo>
                  <a:pt x="1208146" y="92338"/>
                </a:lnTo>
                <a:lnTo>
                  <a:pt x="1208213" y="91079"/>
                </a:lnTo>
                <a:lnTo>
                  <a:pt x="1208261" y="89804"/>
                </a:lnTo>
                <a:lnTo>
                  <a:pt x="1208289" y="88514"/>
                </a:lnTo>
                <a:lnTo>
                  <a:pt x="1208299" y="87210"/>
                </a:lnTo>
                <a:lnTo>
                  <a:pt x="1208289" y="85872"/>
                </a:lnTo>
                <a:lnTo>
                  <a:pt x="1208261" y="84550"/>
                </a:lnTo>
                <a:lnTo>
                  <a:pt x="1208213" y="83244"/>
                </a:lnTo>
                <a:lnTo>
                  <a:pt x="1208146" y="81955"/>
                </a:lnTo>
                <a:lnTo>
                  <a:pt x="1208061" y="80681"/>
                </a:lnTo>
                <a:lnTo>
                  <a:pt x="1207956" y="79423"/>
                </a:lnTo>
                <a:lnTo>
                  <a:pt x="1207833" y="78182"/>
                </a:lnTo>
                <a:lnTo>
                  <a:pt x="1207690" y="76957"/>
                </a:lnTo>
                <a:lnTo>
                  <a:pt x="1207529" y="75747"/>
                </a:lnTo>
                <a:lnTo>
                  <a:pt x="1207348" y="74554"/>
                </a:lnTo>
                <a:lnTo>
                  <a:pt x="1207149" y="73376"/>
                </a:lnTo>
                <a:lnTo>
                  <a:pt x="1206930" y="72215"/>
                </a:lnTo>
                <a:lnTo>
                  <a:pt x="1206692" y="71070"/>
                </a:lnTo>
                <a:lnTo>
                  <a:pt x="1206436" y="69941"/>
                </a:lnTo>
                <a:lnTo>
                  <a:pt x="1206160" y="68827"/>
                </a:lnTo>
                <a:lnTo>
                  <a:pt x="1205865" y="67730"/>
                </a:lnTo>
                <a:lnTo>
                  <a:pt x="1205552" y="66649"/>
                </a:lnTo>
                <a:lnTo>
                  <a:pt x="1205219" y="65584"/>
                </a:lnTo>
                <a:lnTo>
                  <a:pt x="1204867" y="64535"/>
                </a:lnTo>
                <a:lnTo>
                  <a:pt x="1204497" y="63502"/>
                </a:lnTo>
                <a:lnTo>
                  <a:pt x="1204107" y="62485"/>
                </a:lnTo>
                <a:lnTo>
                  <a:pt x="1203698" y="61485"/>
                </a:lnTo>
                <a:lnTo>
                  <a:pt x="1203271" y="60500"/>
                </a:lnTo>
                <a:lnTo>
                  <a:pt x="1202824" y="59531"/>
                </a:lnTo>
                <a:lnTo>
                  <a:pt x="1202359" y="58579"/>
                </a:lnTo>
                <a:lnTo>
                  <a:pt x="1201879" y="57647"/>
                </a:lnTo>
                <a:lnTo>
                  <a:pt x="1201381" y="56732"/>
                </a:lnTo>
                <a:lnTo>
                  <a:pt x="1200867" y="55836"/>
                </a:lnTo>
                <a:lnTo>
                  <a:pt x="1200337" y="54959"/>
                </a:lnTo>
                <a:lnTo>
                  <a:pt x="1199791" y="54100"/>
                </a:lnTo>
                <a:lnTo>
                  <a:pt x="1199228" y="53259"/>
                </a:lnTo>
                <a:lnTo>
                  <a:pt x="1198648" y="52438"/>
                </a:lnTo>
                <a:lnTo>
                  <a:pt x="1198052" y="51634"/>
                </a:lnTo>
                <a:lnTo>
                  <a:pt x="1197440" y="50849"/>
                </a:lnTo>
                <a:lnTo>
                  <a:pt x="1196811" y="50083"/>
                </a:lnTo>
                <a:lnTo>
                  <a:pt x="1196165" y="49335"/>
                </a:lnTo>
                <a:lnTo>
                  <a:pt x="1195504" y="48606"/>
                </a:lnTo>
                <a:lnTo>
                  <a:pt x="1194826" y="47895"/>
                </a:lnTo>
                <a:lnTo>
                  <a:pt x="1194131" y="47203"/>
                </a:lnTo>
                <a:lnTo>
                  <a:pt x="1193420" y="46529"/>
                </a:lnTo>
                <a:lnTo>
                  <a:pt x="1192692" y="45874"/>
                </a:lnTo>
                <a:lnTo>
                  <a:pt x="1191949" y="45237"/>
                </a:lnTo>
                <a:lnTo>
                  <a:pt x="1191188" y="44619"/>
                </a:lnTo>
                <a:lnTo>
                  <a:pt x="1190411" y="44020"/>
                </a:lnTo>
                <a:lnTo>
                  <a:pt x="1189618" y="43438"/>
                </a:lnTo>
                <a:lnTo>
                  <a:pt x="1188808" y="42876"/>
                </a:lnTo>
                <a:lnTo>
                  <a:pt x="1187982" y="42332"/>
                </a:lnTo>
                <a:lnTo>
                  <a:pt x="1187140" y="41806"/>
                </a:lnTo>
                <a:lnTo>
                  <a:pt x="1186282" y="41301"/>
                </a:lnTo>
                <a:lnTo>
                  <a:pt x="1185409" y="40816"/>
                </a:lnTo>
                <a:lnTo>
                  <a:pt x="1184522" y="40354"/>
                </a:lnTo>
                <a:lnTo>
                  <a:pt x="1183620" y="39913"/>
                </a:lnTo>
                <a:lnTo>
                  <a:pt x="1182704" y="39493"/>
                </a:lnTo>
                <a:lnTo>
                  <a:pt x="1181773" y="39095"/>
                </a:lnTo>
                <a:lnTo>
                  <a:pt x="1180827" y="38719"/>
                </a:lnTo>
                <a:lnTo>
                  <a:pt x="1179868" y="38364"/>
                </a:lnTo>
                <a:lnTo>
                  <a:pt x="1178893" y="38030"/>
                </a:lnTo>
                <a:lnTo>
                  <a:pt x="1177904" y="37718"/>
                </a:lnTo>
                <a:lnTo>
                  <a:pt x="1176900" y="37428"/>
                </a:lnTo>
                <a:lnTo>
                  <a:pt x="1175882" y="37159"/>
                </a:lnTo>
                <a:lnTo>
                  <a:pt x="1174849" y="36912"/>
                </a:lnTo>
                <a:lnTo>
                  <a:pt x="1173802" y="36686"/>
                </a:lnTo>
                <a:lnTo>
                  <a:pt x="1172740" y="36481"/>
                </a:lnTo>
                <a:lnTo>
                  <a:pt x="1171664" y="36299"/>
                </a:lnTo>
                <a:lnTo>
                  <a:pt x="1170573" y="36137"/>
                </a:lnTo>
                <a:lnTo>
                  <a:pt x="1169467" y="35997"/>
                </a:lnTo>
                <a:lnTo>
                  <a:pt x="1168347" y="35879"/>
                </a:lnTo>
                <a:lnTo>
                  <a:pt x="1167212" y="35782"/>
                </a:lnTo>
                <a:lnTo>
                  <a:pt x="1166063" y="35707"/>
                </a:lnTo>
                <a:lnTo>
                  <a:pt x="1164899" y="35653"/>
                </a:lnTo>
                <a:lnTo>
                  <a:pt x="1163721" y="35621"/>
                </a:lnTo>
                <a:lnTo>
                  <a:pt x="1162528" y="35610"/>
                </a:lnTo>
                <a:lnTo>
                  <a:pt x="1161360" y="35621"/>
                </a:lnTo>
                <a:lnTo>
                  <a:pt x="1160205" y="35653"/>
                </a:lnTo>
                <a:lnTo>
                  <a:pt x="1159065" y="35707"/>
                </a:lnTo>
                <a:lnTo>
                  <a:pt x="1157939" y="35782"/>
                </a:lnTo>
                <a:lnTo>
                  <a:pt x="1156826" y="35879"/>
                </a:lnTo>
                <a:lnTo>
                  <a:pt x="1155728" y="35997"/>
                </a:lnTo>
                <a:lnTo>
                  <a:pt x="1154644" y="36137"/>
                </a:lnTo>
                <a:lnTo>
                  <a:pt x="1153574" y="36299"/>
                </a:lnTo>
                <a:lnTo>
                  <a:pt x="1152518" y="36481"/>
                </a:lnTo>
                <a:lnTo>
                  <a:pt x="1151475" y="36686"/>
                </a:lnTo>
                <a:lnTo>
                  <a:pt x="1150447" y="36912"/>
                </a:lnTo>
                <a:lnTo>
                  <a:pt x="1149433" y="37159"/>
                </a:lnTo>
                <a:lnTo>
                  <a:pt x="1148433" y="37428"/>
                </a:lnTo>
                <a:lnTo>
                  <a:pt x="1147448" y="37718"/>
                </a:lnTo>
                <a:lnTo>
                  <a:pt x="1146476" y="38030"/>
                </a:lnTo>
                <a:lnTo>
                  <a:pt x="1145518" y="38364"/>
                </a:lnTo>
                <a:lnTo>
                  <a:pt x="1144574" y="38719"/>
                </a:lnTo>
                <a:lnTo>
                  <a:pt x="1143644" y="39095"/>
                </a:lnTo>
                <a:lnTo>
                  <a:pt x="1142729" y="39493"/>
                </a:lnTo>
                <a:lnTo>
                  <a:pt x="1141827" y="39913"/>
                </a:lnTo>
                <a:lnTo>
                  <a:pt x="1140939" y="40354"/>
                </a:lnTo>
                <a:lnTo>
                  <a:pt x="1140066" y="40816"/>
                </a:lnTo>
                <a:lnTo>
                  <a:pt x="1139206" y="41301"/>
                </a:lnTo>
                <a:lnTo>
                  <a:pt x="1138361" y="41806"/>
                </a:lnTo>
                <a:lnTo>
                  <a:pt x="1137531" y="42332"/>
                </a:lnTo>
                <a:lnTo>
                  <a:pt x="1136717" y="42876"/>
                </a:lnTo>
                <a:lnTo>
                  <a:pt x="1135920" y="43438"/>
                </a:lnTo>
                <a:lnTo>
                  <a:pt x="1135140" y="44020"/>
                </a:lnTo>
                <a:lnTo>
                  <a:pt x="1134376" y="44619"/>
                </a:lnTo>
                <a:lnTo>
                  <a:pt x="1133629" y="45237"/>
                </a:lnTo>
                <a:lnTo>
                  <a:pt x="1132899" y="45874"/>
                </a:lnTo>
                <a:lnTo>
                  <a:pt x="1132185" y="46529"/>
                </a:lnTo>
                <a:lnTo>
                  <a:pt x="1131487" y="47203"/>
                </a:lnTo>
                <a:lnTo>
                  <a:pt x="1130807" y="47895"/>
                </a:lnTo>
                <a:lnTo>
                  <a:pt x="1130143" y="48606"/>
                </a:lnTo>
                <a:lnTo>
                  <a:pt x="1129495" y="49335"/>
                </a:lnTo>
                <a:lnTo>
                  <a:pt x="1128864" y="50083"/>
                </a:lnTo>
                <a:lnTo>
                  <a:pt x="1128250" y="50849"/>
                </a:lnTo>
                <a:lnTo>
                  <a:pt x="1127653" y="51634"/>
                </a:lnTo>
                <a:lnTo>
                  <a:pt x="1127072" y="52438"/>
                </a:lnTo>
                <a:lnTo>
                  <a:pt x="1126507" y="53259"/>
                </a:lnTo>
                <a:lnTo>
                  <a:pt x="1125960" y="54100"/>
                </a:lnTo>
                <a:lnTo>
                  <a:pt x="1125428" y="54959"/>
                </a:lnTo>
                <a:lnTo>
                  <a:pt x="1124914" y="55836"/>
                </a:lnTo>
                <a:lnTo>
                  <a:pt x="1124416" y="56732"/>
                </a:lnTo>
                <a:lnTo>
                  <a:pt x="1123935" y="57647"/>
                </a:lnTo>
                <a:lnTo>
                  <a:pt x="1123470" y="58579"/>
                </a:lnTo>
                <a:lnTo>
                  <a:pt x="1123022" y="59531"/>
                </a:lnTo>
                <a:lnTo>
                  <a:pt x="1122591" y="60500"/>
                </a:lnTo>
                <a:lnTo>
                  <a:pt x="1122179" y="61485"/>
                </a:lnTo>
                <a:lnTo>
                  <a:pt x="1121785" y="62485"/>
                </a:lnTo>
                <a:lnTo>
                  <a:pt x="1121409" y="63502"/>
                </a:lnTo>
                <a:lnTo>
                  <a:pt x="1121052" y="64535"/>
                </a:lnTo>
                <a:lnTo>
                  <a:pt x="1120713" y="65584"/>
                </a:lnTo>
                <a:lnTo>
                  <a:pt x="1120392" y="66649"/>
                </a:lnTo>
                <a:lnTo>
                  <a:pt x="1120090" y="67730"/>
                </a:lnTo>
                <a:lnTo>
                  <a:pt x="1119806" y="68827"/>
                </a:lnTo>
                <a:lnTo>
                  <a:pt x="1119540" y="69941"/>
                </a:lnTo>
                <a:lnTo>
                  <a:pt x="1119293" y="71070"/>
                </a:lnTo>
                <a:lnTo>
                  <a:pt x="1119064" y="72215"/>
                </a:lnTo>
                <a:lnTo>
                  <a:pt x="1118853" y="73376"/>
                </a:lnTo>
                <a:lnTo>
                  <a:pt x="1118661" y="74554"/>
                </a:lnTo>
                <a:lnTo>
                  <a:pt x="1118487" y="75747"/>
                </a:lnTo>
                <a:lnTo>
                  <a:pt x="1118331" y="76957"/>
                </a:lnTo>
                <a:lnTo>
                  <a:pt x="1118193" y="78182"/>
                </a:lnTo>
                <a:lnTo>
                  <a:pt x="1118074" y="79423"/>
                </a:lnTo>
                <a:lnTo>
                  <a:pt x="1117973" y="80681"/>
                </a:lnTo>
                <a:lnTo>
                  <a:pt x="1117891" y="81955"/>
                </a:lnTo>
                <a:lnTo>
                  <a:pt x="1117827" y="83244"/>
                </a:lnTo>
                <a:lnTo>
                  <a:pt x="1117781" y="84550"/>
                </a:lnTo>
                <a:lnTo>
                  <a:pt x="1117754" y="85872"/>
                </a:lnTo>
                <a:lnTo>
                  <a:pt x="1117744" y="87210"/>
                </a:lnTo>
                <a:lnTo>
                  <a:pt x="1117754" y="88514"/>
                </a:lnTo>
                <a:lnTo>
                  <a:pt x="1117781" y="89804"/>
                </a:lnTo>
                <a:lnTo>
                  <a:pt x="1117827" y="91079"/>
                </a:lnTo>
                <a:lnTo>
                  <a:pt x="1117891" y="92338"/>
                </a:lnTo>
                <a:lnTo>
                  <a:pt x="1117973" y="93583"/>
                </a:lnTo>
                <a:lnTo>
                  <a:pt x="1118074" y="94813"/>
                </a:lnTo>
                <a:lnTo>
                  <a:pt x="1118193" y="96027"/>
                </a:lnTo>
                <a:lnTo>
                  <a:pt x="1118331" y="97227"/>
                </a:lnTo>
                <a:lnTo>
                  <a:pt x="1118487" y="98412"/>
                </a:lnTo>
                <a:lnTo>
                  <a:pt x="1118661" y="99581"/>
                </a:lnTo>
                <a:lnTo>
                  <a:pt x="1118853" y="100736"/>
                </a:lnTo>
                <a:lnTo>
                  <a:pt x="1119064" y="101876"/>
                </a:lnTo>
                <a:lnTo>
                  <a:pt x="1119293" y="103000"/>
                </a:lnTo>
                <a:lnTo>
                  <a:pt x="1119540" y="104110"/>
                </a:lnTo>
                <a:lnTo>
                  <a:pt x="1119806" y="105205"/>
                </a:lnTo>
                <a:lnTo>
                  <a:pt x="1120090" y="106285"/>
                </a:lnTo>
                <a:lnTo>
                  <a:pt x="1120392" y="107349"/>
                </a:lnTo>
                <a:lnTo>
                  <a:pt x="1120713" y="108399"/>
                </a:lnTo>
                <a:lnTo>
                  <a:pt x="1121052" y="109434"/>
                </a:lnTo>
                <a:lnTo>
                  <a:pt x="1121409" y="110454"/>
                </a:lnTo>
                <a:lnTo>
                  <a:pt x="1121785" y="111458"/>
                </a:lnTo>
                <a:lnTo>
                  <a:pt x="1122179" y="112448"/>
                </a:lnTo>
                <a:lnTo>
                  <a:pt x="1122591" y="113423"/>
                </a:lnTo>
                <a:lnTo>
                  <a:pt x="1123022" y="114383"/>
                </a:lnTo>
                <a:lnTo>
                  <a:pt x="1123470" y="115326"/>
                </a:lnTo>
                <a:lnTo>
                  <a:pt x="1123935" y="116250"/>
                </a:lnTo>
                <a:lnTo>
                  <a:pt x="1124416" y="117157"/>
                </a:lnTo>
                <a:lnTo>
                  <a:pt x="1124914" y="118045"/>
                </a:lnTo>
                <a:lnTo>
                  <a:pt x="1125428" y="118915"/>
                </a:lnTo>
                <a:lnTo>
                  <a:pt x="1125960" y="119766"/>
                </a:lnTo>
                <a:lnTo>
                  <a:pt x="1126507" y="120599"/>
                </a:lnTo>
                <a:lnTo>
                  <a:pt x="1127072" y="121414"/>
                </a:lnTo>
                <a:lnTo>
                  <a:pt x="1127653" y="122210"/>
                </a:lnTo>
                <a:lnTo>
                  <a:pt x="1128250" y="122988"/>
                </a:lnTo>
                <a:lnTo>
                  <a:pt x="1128864" y="123748"/>
                </a:lnTo>
                <a:lnTo>
                  <a:pt x="1129495" y="124490"/>
                </a:lnTo>
                <a:lnTo>
                  <a:pt x="1130143" y="125213"/>
                </a:lnTo>
                <a:lnTo>
                  <a:pt x="1130807" y="125917"/>
                </a:lnTo>
                <a:lnTo>
                  <a:pt x="1131487" y="126604"/>
                </a:lnTo>
                <a:lnTo>
                  <a:pt x="1132185" y="127272"/>
                </a:lnTo>
                <a:lnTo>
                  <a:pt x="1132899" y="127922"/>
                </a:lnTo>
                <a:lnTo>
                  <a:pt x="1133629" y="128553"/>
                </a:lnTo>
                <a:lnTo>
                  <a:pt x="1134376" y="129166"/>
                </a:lnTo>
                <a:lnTo>
                  <a:pt x="1135140" y="129761"/>
                </a:lnTo>
                <a:lnTo>
                  <a:pt x="1135920" y="130337"/>
                </a:lnTo>
                <a:lnTo>
                  <a:pt x="1136717" y="130895"/>
                </a:lnTo>
                <a:lnTo>
                  <a:pt x="1137531" y="131435"/>
                </a:lnTo>
                <a:lnTo>
                  <a:pt x="1138361" y="131956"/>
                </a:lnTo>
                <a:lnTo>
                  <a:pt x="1139206" y="132458"/>
                </a:lnTo>
                <a:lnTo>
                  <a:pt x="1140066" y="132938"/>
                </a:lnTo>
                <a:lnTo>
                  <a:pt x="1140939" y="133396"/>
                </a:lnTo>
                <a:lnTo>
                  <a:pt x="1141827" y="133834"/>
                </a:lnTo>
                <a:lnTo>
                  <a:pt x="1142729" y="134250"/>
                </a:lnTo>
                <a:lnTo>
                  <a:pt x="1143644" y="134644"/>
                </a:lnTo>
                <a:lnTo>
                  <a:pt x="1144574" y="135018"/>
                </a:lnTo>
                <a:lnTo>
                  <a:pt x="1145518" y="135370"/>
                </a:lnTo>
                <a:lnTo>
                  <a:pt x="1146476" y="135700"/>
                </a:lnTo>
                <a:lnTo>
                  <a:pt x="1147448" y="136009"/>
                </a:lnTo>
                <a:lnTo>
                  <a:pt x="1148433" y="136297"/>
                </a:lnTo>
                <a:lnTo>
                  <a:pt x="1149433" y="136564"/>
                </a:lnTo>
                <a:lnTo>
                  <a:pt x="1150447" y="136809"/>
                </a:lnTo>
                <a:lnTo>
                  <a:pt x="1151475" y="137033"/>
                </a:lnTo>
                <a:lnTo>
                  <a:pt x="1152518" y="137236"/>
                </a:lnTo>
                <a:lnTo>
                  <a:pt x="1153574" y="137417"/>
                </a:lnTo>
                <a:lnTo>
                  <a:pt x="1154644" y="137577"/>
                </a:lnTo>
                <a:lnTo>
                  <a:pt x="1155728" y="137716"/>
                </a:lnTo>
                <a:lnTo>
                  <a:pt x="1156826" y="137833"/>
                </a:lnTo>
                <a:lnTo>
                  <a:pt x="1157939" y="137929"/>
                </a:lnTo>
                <a:lnTo>
                  <a:pt x="1159065" y="138004"/>
                </a:lnTo>
                <a:lnTo>
                  <a:pt x="1160205" y="138057"/>
                </a:lnTo>
                <a:lnTo>
                  <a:pt x="1161360" y="138089"/>
                </a:lnTo>
                <a:lnTo>
                  <a:pt x="1162528" y="138100"/>
                </a:lnTo>
                <a:lnTo>
                  <a:pt x="1163721" y="138089"/>
                </a:lnTo>
                <a:lnTo>
                  <a:pt x="1164899" y="138057"/>
                </a:lnTo>
                <a:lnTo>
                  <a:pt x="1166063" y="138004"/>
                </a:lnTo>
                <a:lnTo>
                  <a:pt x="1167212" y="137929"/>
                </a:lnTo>
                <a:lnTo>
                  <a:pt x="1168347" y="137833"/>
                </a:lnTo>
                <a:close/>
                <a:moveTo>
                  <a:pt x="1158399" y="124769"/>
                </a:moveTo>
                <a:lnTo>
                  <a:pt x="1157618" y="124676"/>
                </a:lnTo>
                <a:lnTo>
                  <a:pt x="1156851" y="124566"/>
                </a:lnTo>
                <a:lnTo>
                  <a:pt x="1156100" y="124439"/>
                </a:lnTo>
                <a:lnTo>
                  <a:pt x="1155364" y="124295"/>
                </a:lnTo>
                <a:lnTo>
                  <a:pt x="1154642" y="124134"/>
                </a:lnTo>
                <a:lnTo>
                  <a:pt x="1153935" y="123957"/>
                </a:lnTo>
                <a:lnTo>
                  <a:pt x="1153244" y="123762"/>
                </a:lnTo>
                <a:lnTo>
                  <a:pt x="1152567" y="123551"/>
                </a:lnTo>
                <a:lnTo>
                  <a:pt x="1151905" y="123322"/>
                </a:lnTo>
                <a:lnTo>
                  <a:pt x="1151258" y="123077"/>
                </a:lnTo>
                <a:lnTo>
                  <a:pt x="1150625" y="122814"/>
                </a:lnTo>
                <a:lnTo>
                  <a:pt x="1150008" y="122535"/>
                </a:lnTo>
                <a:lnTo>
                  <a:pt x="1149406" y="122239"/>
                </a:lnTo>
                <a:lnTo>
                  <a:pt x="1148818" y="121926"/>
                </a:lnTo>
                <a:lnTo>
                  <a:pt x="1148246" y="121596"/>
                </a:lnTo>
                <a:lnTo>
                  <a:pt x="1147688" y="121249"/>
                </a:lnTo>
                <a:lnTo>
                  <a:pt x="1147145" y="120885"/>
                </a:lnTo>
                <a:lnTo>
                  <a:pt x="1146617" y="120505"/>
                </a:lnTo>
                <a:lnTo>
                  <a:pt x="1146104" y="120107"/>
                </a:lnTo>
                <a:lnTo>
                  <a:pt x="1145605" y="119694"/>
                </a:lnTo>
                <a:lnTo>
                  <a:pt x="1145117" y="119269"/>
                </a:lnTo>
                <a:lnTo>
                  <a:pt x="1144641" y="118830"/>
                </a:lnTo>
                <a:lnTo>
                  <a:pt x="1144177" y="118379"/>
                </a:lnTo>
                <a:lnTo>
                  <a:pt x="1143724" y="117915"/>
                </a:lnTo>
                <a:lnTo>
                  <a:pt x="1143284" y="117438"/>
                </a:lnTo>
                <a:lnTo>
                  <a:pt x="1142855" y="116948"/>
                </a:lnTo>
                <a:lnTo>
                  <a:pt x="1142438" y="116446"/>
                </a:lnTo>
                <a:lnTo>
                  <a:pt x="1142033" y="115930"/>
                </a:lnTo>
                <a:lnTo>
                  <a:pt x="1141640" y="115402"/>
                </a:lnTo>
                <a:lnTo>
                  <a:pt x="1141258" y="114861"/>
                </a:lnTo>
                <a:lnTo>
                  <a:pt x="1140889" y="114307"/>
                </a:lnTo>
                <a:lnTo>
                  <a:pt x="1140531" y="113740"/>
                </a:lnTo>
                <a:lnTo>
                  <a:pt x="1140185" y="113161"/>
                </a:lnTo>
                <a:lnTo>
                  <a:pt x="1139850" y="112569"/>
                </a:lnTo>
                <a:lnTo>
                  <a:pt x="1139528" y="111963"/>
                </a:lnTo>
                <a:lnTo>
                  <a:pt x="1139217" y="111345"/>
                </a:lnTo>
                <a:lnTo>
                  <a:pt x="1138919" y="110715"/>
                </a:lnTo>
                <a:lnTo>
                  <a:pt x="1138632" y="110071"/>
                </a:lnTo>
                <a:lnTo>
                  <a:pt x="1138357" y="109415"/>
                </a:lnTo>
                <a:lnTo>
                  <a:pt x="1138093" y="108745"/>
                </a:lnTo>
                <a:lnTo>
                  <a:pt x="1137842" y="108063"/>
                </a:lnTo>
                <a:lnTo>
                  <a:pt x="1137602" y="107368"/>
                </a:lnTo>
                <a:lnTo>
                  <a:pt x="1137374" y="106661"/>
                </a:lnTo>
                <a:lnTo>
                  <a:pt x="1137157" y="105943"/>
                </a:lnTo>
                <a:lnTo>
                  <a:pt x="1136949" y="105216"/>
                </a:lnTo>
                <a:lnTo>
                  <a:pt x="1136750" y="104482"/>
                </a:lnTo>
                <a:lnTo>
                  <a:pt x="1136561" y="103740"/>
                </a:lnTo>
                <a:lnTo>
                  <a:pt x="1136380" y="102990"/>
                </a:lnTo>
                <a:lnTo>
                  <a:pt x="1136209" y="102232"/>
                </a:lnTo>
                <a:lnTo>
                  <a:pt x="1136047" y="101466"/>
                </a:lnTo>
                <a:lnTo>
                  <a:pt x="1135895" y="100691"/>
                </a:lnTo>
                <a:lnTo>
                  <a:pt x="1135751" y="99909"/>
                </a:lnTo>
                <a:lnTo>
                  <a:pt x="1135617" y="99119"/>
                </a:lnTo>
                <a:lnTo>
                  <a:pt x="1135492" y="98321"/>
                </a:lnTo>
                <a:lnTo>
                  <a:pt x="1135377" y="97515"/>
                </a:lnTo>
                <a:lnTo>
                  <a:pt x="1135270" y="96700"/>
                </a:lnTo>
                <a:lnTo>
                  <a:pt x="1135173" y="95878"/>
                </a:lnTo>
                <a:lnTo>
                  <a:pt x="1135086" y="95048"/>
                </a:lnTo>
                <a:lnTo>
                  <a:pt x="1135007" y="94210"/>
                </a:lnTo>
                <a:lnTo>
                  <a:pt x="1134938" y="93364"/>
                </a:lnTo>
                <a:lnTo>
                  <a:pt x="1134877" y="92509"/>
                </a:lnTo>
                <a:lnTo>
                  <a:pt x="1134827" y="91647"/>
                </a:lnTo>
                <a:lnTo>
                  <a:pt x="1134785" y="90777"/>
                </a:lnTo>
                <a:lnTo>
                  <a:pt x="1134753" y="89899"/>
                </a:lnTo>
                <a:lnTo>
                  <a:pt x="1134729" y="89012"/>
                </a:lnTo>
                <a:lnTo>
                  <a:pt x="1134716" y="88118"/>
                </a:lnTo>
                <a:lnTo>
                  <a:pt x="1134711" y="87216"/>
                </a:lnTo>
                <a:lnTo>
                  <a:pt x="1134716" y="86296"/>
                </a:lnTo>
                <a:lnTo>
                  <a:pt x="1134729" y="85385"/>
                </a:lnTo>
                <a:lnTo>
                  <a:pt x="1134753" y="84481"/>
                </a:lnTo>
                <a:lnTo>
                  <a:pt x="1134785" y="83586"/>
                </a:lnTo>
                <a:lnTo>
                  <a:pt x="1134827" y="82699"/>
                </a:lnTo>
                <a:lnTo>
                  <a:pt x="1134877" y="81821"/>
                </a:lnTo>
                <a:lnTo>
                  <a:pt x="1134938" y="80950"/>
                </a:lnTo>
                <a:lnTo>
                  <a:pt x="1135007" y="80088"/>
                </a:lnTo>
                <a:lnTo>
                  <a:pt x="1135086" y="79234"/>
                </a:lnTo>
                <a:lnTo>
                  <a:pt x="1135173" y="78388"/>
                </a:lnTo>
                <a:lnTo>
                  <a:pt x="1135270" y="77550"/>
                </a:lnTo>
                <a:lnTo>
                  <a:pt x="1135377" y="76721"/>
                </a:lnTo>
                <a:lnTo>
                  <a:pt x="1135492" y="75900"/>
                </a:lnTo>
                <a:lnTo>
                  <a:pt x="1135617" y="75087"/>
                </a:lnTo>
                <a:lnTo>
                  <a:pt x="1135751" y="74282"/>
                </a:lnTo>
                <a:lnTo>
                  <a:pt x="1135895" y="73485"/>
                </a:lnTo>
                <a:lnTo>
                  <a:pt x="1136047" y="72697"/>
                </a:lnTo>
                <a:lnTo>
                  <a:pt x="1136209" y="71916"/>
                </a:lnTo>
                <a:lnTo>
                  <a:pt x="1136380" y="71144"/>
                </a:lnTo>
                <a:lnTo>
                  <a:pt x="1136561" y="70380"/>
                </a:lnTo>
                <a:lnTo>
                  <a:pt x="1136750" y="69625"/>
                </a:lnTo>
                <a:lnTo>
                  <a:pt x="1136949" y="68877"/>
                </a:lnTo>
                <a:lnTo>
                  <a:pt x="1137157" y="68138"/>
                </a:lnTo>
                <a:lnTo>
                  <a:pt x="1137374" y="67407"/>
                </a:lnTo>
                <a:lnTo>
                  <a:pt x="1137602" y="66687"/>
                </a:lnTo>
                <a:lnTo>
                  <a:pt x="1137842" y="65979"/>
                </a:lnTo>
                <a:lnTo>
                  <a:pt x="1138093" y="65285"/>
                </a:lnTo>
                <a:lnTo>
                  <a:pt x="1138357" y="64603"/>
                </a:lnTo>
                <a:lnTo>
                  <a:pt x="1138632" y="63935"/>
                </a:lnTo>
                <a:lnTo>
                  <a:pt x="1138919" y="63279"/>
                </a:lnTo>
                <a:lnTo>
                  <a:pt x="1139217" y="62637"/>
                </a:lnTo>
                <a:lnTo>
                  <a:pt x="1139528" y="62008"/>
                </a:lnTo>
                <a:lnTo>
                  <a:pt x="1139850" y="61391"/>
                </a:lnTo>
                <a:lnTo>
                  <a:pt x="1140185" y="60788"/>
                </a:lnTo>
                <a:lnTo>
                  <a:pt x="1140531" y="60198"/>
                </a:lnTo>
                <a:lnTo>
                  <a:pt x="1140889" y="59620"/>
                </a:lnTo>
                <a:lnTo>
                  <a:pt x="1141258" y="59056"/>
                </a:lnTo>
                <a:lnTo>
                  <a:pt x="1141640" y="58505"/>
                </a:lnTo>
                <a:lnTo>
                  <a:pt x="1142033" y="57967"/>
                </a:lnTo>
                <a:lnTo>
                  <a:pt x="1142438" y="57441"/>
                </a:lnTo>
                <a:lnTo>
                  <a:pt x="1142855" y="56929"/>
                </a:lnTo>
                <a:lnTo>
                  <a:pt x="1143284" y="56430"/>
                </a:lnTo>
                <a:lnTo>
                  <a:pt x="1143724" y="55944"/>
                </a:lnTo>
                <a:lnTo>
                  <a:pt x="1144177" y="55471"/>
                </a:lnTo>
                <a:lnTo>
                  <a:pt x="1144641" y="55010"/>
                </a:lnTo>
                <a:lnTo>
                  <a:pt x="1145117" y="54563"/>
                </a:lnTo>
                <a:lnTo>
                  <a:pt x="1145605" y="54129"/>
                </a:lnTo>
                <a:lnTo>
                  <a:pt x="1146104" y="53708"/>
                </a:lnTo>
                <a:lnTo>
                  <a:pt x="1146617" y="53302"/>
                </a:lnTo>
                <a:lnTo>
                  <a:pt x="1147145" y="52913"/>
                </a:lnTo>
                <a:lnTo>
                  <a:pt x="1147688" y="52541"/>
                </a:lnTo>
                <a:lnTo>
                  <a:pt x="1148246" y="52187"/>
                </a:lnTo>
                <a:lnTo>
                  <a:pt x="1148818" y="51850"/>
                </a:lnTo>
                <a:lnTo>
                  <a:pt x="1149406" y="51530"/>
                </a:lnTo>
                <a:lnTo>
                  <a:pt x="1150008" y="51227"/>
                </a:lnTo>
                <a:lnTo>
                  <a:pt x="1150625" y="50942"/>
                </a:lnTo>
                <a:lnTo>
                  <a:pt x="1151258" y="50674"/>
                </a:lnTo>
                <a:lnTo>
                  <a:pt x="1151905" y="50424"/>
                </a:lnTo>
                <a:lnTo>
                  <a:pt x="1152567" y="50190"/>
                </a:lnTo>
                <a:lnTo>
                  <a:pt x="1153244" y="49974"/>
                </a:lnTo>
                <a:lnTo>
                  <a:pt x="1153935" y="49775"/>
                </a:lnTo>
                <a:lnTo>
                  <a:pt x="1154642" y="49594"/>
                </a:lnTo>
                <a:lnTo>
                  <a:pt x="1155364" y="49430"/>
                </a:lnTo>
                <a:lnTo>
                  <a:pt x="1156100" y="49283"/>
                </a:lnTo>
                <a:lnTo>
                  <a:pt x="1156851" y="49153"/>
                </a:lnTo>
                <a:lnTo>
                  <a:pt x="1157618" y="49041"/>
                </a:lnTo>
                <a:lnTo>
                  <a:pt x="1158399" y="48946"/>
                </a:lnTo>
                <a:lnTo>
                  <a:pt x="1159195" y="48868"/>
                </a:lnTo>
                <a:lnTo>
                  <a:pt x="1160006" y="48807"/>
                </a:lnTo>
                <a:lnTo>
                  <a:pt x="1160832" y="48764"/>
                </a:lnTo>
                <a:lnTo>
                  <a:pt x="1161673" y="48738"/>
                </a:lnTo>
                <a:lnTo>
                  <a:pt x="1162528" y="48730"/>
                </a:lnTo>
                <a:lnTo>
                  <a:pt x="1163409" y="48738"/>
                </a:lnTo>
                <a:lnTo>
                  <a:pt x="1164274" y="48764"/>
                </a:lnTo>
                <a:lnTo>
                  <a:pt x="1165124" y="48807"/>
                </a:lnTo>
                <a:lnTo>
                  <a:pt x="1165959" y="48868"/>
                </a:lnTo>
                <a:lnTo>
                  <a:pt x="1166779" y="48946"/>
                </a:lnTo>
                <a:lnTo>
                  <a:pt x="1167584" y="49041"/>
                </a:lnTo>
                <a:lnTo>
                  <a:pt x="1168374" y="49153"/>
                </a:lnTo>
                <a:lnTo>
                  <a:pt x="1169148" y="49283"/>
                </a:lnTo>
                <a:lnTo>
                  <a:pt x="1169908" y="49430"/>
                </a:lnTo>
                <a:lnTo>
                  <a:pt x="1170653" y="49594"/>
                </a:lnTo>
                <a:lnTo>
                  <a:pt x="1171382" y="49775"/>
                </a:lnTo>
                <a:lnTo>
                  <a:pt x="1172097" y="49974"/>
                </a:lnTo>
                <a:lnTo>
                  <a:pt x="1172796" y="50190"/>
                </a:lnTo>
                <a:lnTo>
                  <a:pt x="1173480" y="50424"/>
                </a:lnTo>
                <a:lnTo>
                  <a:pt x="1174150" y="50674"/>
                </a:lnTo>
                <a:lnTo>
                  <a:pt x="1174804" y="50942"/>
                </a:lnTo>
                <a:lnTo>
                  <a:pt x="1175443" y="51227"/>
                </a:lnTo>
                <a:lnTo>
                  <a:pt x="1176067" y="51530"/>
                </a:lnTo>
                <a:lnTo>
                  <a:pt x="1176676" y="51850"/>
                </a:lnTo>
                <a:lnTo>
                  <a:pt x="1177270" y="52187"/>
                </a:lnTo>
                <a:lnTo>
                  <a:pt x="1177849" y="52541"/>
                </a:lnTo>
                <a:lnTo>
                  <a:pt x="1178413" y="52913"/>
                </a:lnTo>
                <a:lnTo>
                  <a:pt x="1178961" y="53302"/>
                </a:lnTo>
                <a:lnTo>
                  <a:pt x="1179495" y="53708"/>
                </a:lnTo>
                <a:lnTo>
                  <a:pt x="1180015" y="54129"/>
                </a:lnTo>
                <a:lnTo>
                  <a:pt x="1180522" y="54563"/>
                </a:lnTo>
                <a:lnTo>
                  <a:pt x="1181018" y="55010"/>
                </a:lnTo>
                <a:lnTo>
                  <a:pt x="1181501" y="55471"/>
                </a:lnTo>
                <a:lnTo>
                  <a:pt x="1181971" y="55944"/>
                </a:lnTo>
                <a:lnTo>
                  <a:pt x="1182429" y="56430"/>
                </a:lnTo>
                <a:lnTo>
                  <a:pt x="1182875" y="56929"/>
                </a:lnTo>
                <a:lnTo>
                  <a:pt x="1183309" y="57441"/>
                </a:lnTo>
                <a:lnTo>
                  <a:pt x="1183730" y="57967"/>
                </a:lnTo>
                <a:lnTo>
                  <a:pt x="1184139" y="58505"/>
                </a:lnTo>
                <a:lnTo>
                  <a:pt x="1184536" y="59056"/>
                </a:lnTo>
                <a:lnTo>
                  <a:pt x="1184920" y="59620"/>
                </a:lnTo>
                <a:lnTo>
                  <a:pt x="1185292" y="60198"/>
                </a:lnTo>
                <a:lnTo>
                  <a:pt x="1185652" y="60788"/>
                </a:lnTo>
                <a:lnTo>
                  <a:pt x="1185999" y="61391"/>
                </a:lnTo>
                <a:lnTo>
                  <a:pt x="1186334" y="62008"/>
                </a:lnTo>
                <a:lnTo>
                  <a:pt x="1186657" y="62637"/>
                </a:lnTo>
                <a:lnTo>
                  <a:pt x="1186967" y="63279"/>
                </a:lnTo>
                <a:lnTo>
                  <a:pt x="1187265" y="63935"/>
                </a:lnTo>
                <a:lnTo>
                  <a:pt x="1187551" y="64603"/>
                </a:lnTo>
                <a:lnTo>
                  <a:pt x="1187824" y="65285"/>
                </a:lnTo>
                <a:lnTo>
                  <a:pt x="1188085" y="65979"/>
                </a:lnTo>
                <a:lnTo>
                  <a:pt x="1188334" y="66687"/>
                </a:lnTo>
                <a:lnTo>
                  <a:pt x="1188570" y="67407"/>
                </a:lnTo>
                <a:lnTo>
                  <a:pt x="1188795" y="68138"/>
                </a:lnTo>
                <a:lnTo>
                  <a:pt x="1189011" y="68877"/>
                </a:lnTo>
                <a:lnTo>
                  <a:pt x="1189217" y="69625"/>
                </a:lnTo>
                <a:lnTo>
                  <a:pt x="1189414" y="70380"/>
                </a:lnTo>
                <a:lnTo>
                  <a:pt x="1189601" y="71144"/>
                </a:lnTo>
                <a:lnTo>
                  <a:pt x="1189778" y="71916"/>
                </a:lnTo>
                <a:lnTo>
                  <a:pt x="1189946" y="72697"/>
                </a:lnTo>
                <a:lnTo>
                  <a:pt x="1190104" y="73485"/>
                </a:lnTo>
                <a:lnTo>
                  <a:pt x="1190253" y="74282"/>
                </a:lnTo>
                <a:lnTo>
                  <a:pt x="1190392" y="75087"/>
                </a:lnTo>
                <a:lnTo>
                  <a:pt x="1190522" y="75900"/>
                </a:lnTo>
                <a:lnTo>
                  <a:pt x="1190641" y="76721"/>
                </a:lnTo>
                <a:lnTo>
                  <a:pt x="1190752" y="77550"/>
                </a:lnTo>
                <a:lnTo>
                  <a:pt x="1190852" y="78388"/>
                </a:lnTo>
                <a:lnTo>
                  <a:pt x="1190944" y="79234"/>
                </a:lnTo>
                <a:lnTo>
                  <a:pt x="1191025" y="80088"/>
                </a:lnTo>
                <a:lnTo>
                  <a:pt x="1191097" y="80950"/>
                </a:lnTo>
                <a:lnTo>
                  <a:pt x="1191159" y="81821"/>
                </a:lnTo>
                <a:lnTo>
                  <a:pt x="1191212" y="82699"/>
                </a:lnTo>
                <a:lnTo>
                  <a:pt x="1191255" y="83586"/>
                </a:lnTo>
                <a:lnTo>
                  <a:pt x="1191289" y="84481"/>
                </a:lnTo>
                <a:lnTo>
                  <a:pt x="1191313" y="85385"/>
                </a:lnTo>
                <a:lnTo>
                  <a:pt x="1191327" y="86296"/>
                </a:lnTo>
                <a:lnTo>
                  <a:pt x="1191332" y="87216"/>
                </a:lnTo>
                <a:lnTo>
                  <a:pt x="1191327" y="88118"/>
                </a:lnTo>
                <a:lnTo>
                  <a:pt x="1191313" y="89012"/>
                </a:lnTo>
                <a:lnTo>
                  <a:pt x="1191289" y="89899"/>
                </a:lnTo>
                <a:lnTo>
                  <a:pt x="1191255" y="90777"/>
                </a:lnTo>
                <a:lnTo>
                  <a:pt x="1191212" y="91647"/>
                </a:lnTo>
                <a:lnTo>
                  <a:pt x="1191159" y="92509"/>
                </a:lnTo>
                <a:lnTo>
                  <a:pt x="1191097" y="93364"/>
                </a:lnTo>
                <a:lnTo>
                  <a:pt x="1191025" y="94210"/>
                </a:lnTo>
                <a:lnTo>
                  <a:pt x="1190944" y="95048"/>
                </a:lnTo>
                <a:lnTo>
                  <a:pt x="1190852" y="95878"/>
                </a:lnTo>
                <a:lnTo>
                  <a:pt x="1190752" y="96700"/>
                </a:lnTo>
                <a:lnTo>
                  <a:pt x="1190641" y="97515"/>
                </a:lnTo>
                <a:lnTo>
                  <a:pt x="1190522" y="98321"/>
                </a:lnTo>
                <a:lnTo>
                  <a:pt x="1190392" y="99119"/>
                </a:lnTo>
                <a:lnTo>
                  <a:pt x="1190253" y="99909"/>
                </a:lnTo>
                <a:lnTo>
                  <a:pt x="1190104" y="100691"/>
                </a:lnTo>
                <a:lnTo>
                  <a:pt x="1189946" y="101466"/>
                </a:lnTo>
                <a:lnTo>
                  <a:pt x="1189778" y="102232"/>
                </a:lnTo>
                <a:lnTo>
                  <a:pt x="1189601" y="102990"/>
                </a:lnTo>
                <a:lnTo>
                  <a:pt x="1189414" y="103740"/>
                </a:lnTo>
                <a:lnTo>
                  <a:pt x="1189217" y="104482"/>
                </a:lnTo>
                <a:lnTo>
                  <a:pt x="1189011" y="105216"/>
                </a:lnTo>
                <a:lnTo>
                  <a:pt x="1188795" y="105943"/>
                </a:lnTo>
                <a:lnTo>
                  <a:pt x="1188570" y="106661"/>
                </a:lnTo>
                <a:lnTo>
                  <a:pt x="1188334" y="107368"/>
                </a:lnTo>
                <a:lnTo>
                  <a:pt x="1188085" y="108063"/>
                </a:lnTo>
                <a:lnTo>
                  <a:pt x="1187824" y="108745"/>
                </a:lnTo>
                <a:lnTo>
                  <a:pt x="1187551" y="109415"/>
                </a:lnTo>
                <a:lnTo>
                  <a:pt x="1187265" y="110071"/>
                </a:lnTo>
                <a:lnTo>
                  <a:pt x="1186967" y="110715"/>
                </a:lnTo>
                <a:lnTo>
                  <a:pt x="1186657" y="111345"/>
                </a:lnTo>
                <a:lnTo>
                  <a:pt x="1186334" y="111963"/>
                </a:lnTo>
                <a:lnTo>
                  <a:pt x="1185999" y="112569"/>
                </a:lnTo>
                <a:lnTo>
                  <a:pt x="1185652" y="113161"/>
                </a:lnTo>
                <a:lnTo>
                  <a:pt x="1185292" y="113740"/>
                </a:lnTo>
                <a:lnTo>
                  <a:pt x="1184920" y="114307"/>
                </a:lnTo>
                <a:lnTo>
                  <a:pt x="1184536" y="114861"/>
                </a:lnTo>
                <a:lnTo>
                  <a:pt x="1184139" y="115402"/>
                </a:lnTo>
                <a:lnTo>
                  <a:pt x="1183730" y="115930"/>
                </a:lnTo>
                <a:lnTo>
                  <a:pt x="1183309" y="116446"/>
                </a:lnTo>
                <a:lnTo>
                  <a:pt x="1182875" y="116948"/>
                </a:lnTo>
                <a:lnTo>
                  <a:pt x="1182429" y="117438"/>
                </a:lnTo>
                <a:lnTo>
                  <a:pt x="1181971" y="117915"/>
                </a:lnTo>
                <a:lnTo>
                  <a:pt x="1181501" y="118379"/>
                </a:lnTo>
                <a:lnTo>
                  <a:pt x="1181018" y="118830"/>
                </a:lnTo>
                <a:lnTo>
                  <a:pt x="1180522" y="119269"/>
                </a:lnTo>
                <a:lnTo>
                  <a:pt x="1180015" y="119694"/>
                </a:lnTo>
                <a:lnTo>
                  <a:pt x="1179495" y="120107"/>
                </a:lnTo>
                <a:lnTo>
                  <a:pt x="1178961" y="120505"/>
                </a:lnTo>
                <a:lnTo>
                  <a:pt x="1178413" y="120885"/>
                </a:lnTo>
                <a:lnTo>
                  <a:pt x="1177849" y="121249"/>
                </a:lnTo>
                <a:lnTo>
                  <a:pt x="1177270" y="121596"/>
                </a:lnTo>
                <a:lnTo>
                  <a:pt x="1176676" y="121926"/>
                </a:lnTo>
                <a:lnTo>
                  <a:pt x="1176067" y="122239"/>
                </a:lnTo>
                <a:lnTo>
                  <a:pt x="1175443" y="122535"/>
                </a:lnTo>
                <a:lnTo>
                  <a:pt x="1174804" y="122814"/>
                </a:lnTo>
                <a:lnTo>
                  <a:pt x="1174150" y="123077"/>
                </a:lnTo>
                <a:lnTo>
                  <a:pt x="1173480" y="123322"/>
                </a:lnTo>
                <a:lnTo>
                  <a:pt x="1172796" y="123551"/>
                </a:lnTo>
                <a:lnTo>
                  <a:pt x="1172097" y="123762"/>
                </a:lnTo>
                <a:lnTo>
                  <a:pt x="1171382" y="123957"/>
                </a:lnTo>
                <a:lnTo>
                  <a:pt x="1170653" y="124134"/>
                </a:lnTo>
                <a:lnTo>
                  <a:pt x="1169908" y="124295"/>
                </a:lnTo>
                <a:lnTo>
                  <a:pt x="1169148" y="124439"/>
                </a:lnTo>
                <a:lnTo>
                  <a:pt x="1168374" y="124566"/>
                </a:lnTo>
                <a:lnTo>
                  <a:pt x="1167584" y="124676"/>
                </a:lnTo>
                <a:lnTo>
                  <a:pt x="1166779" y="124769"/>
                </a:lnTo>
                <a:lnTo>
                  <a:pt x="1165959" y="124845"/>
                </a:lnTo>
                <a:lnTo>
                  <a:pt x="1165124" y="124904"/>
                </a:lnTo>
                <a:lnTo>
                  <a:pt x="1164274" y="124947"/>
                </a:lnTo>
                <a:lnTo>
                  <a:pt x="1163409" y="124972"/>
                </a:lnTo>
                <a:lnTo>
                  <a:pt x="1162528" y="124981"/>
                </a:lnTo>
                <a:lnTo>
                  <a:pt x="1161673" y="124972"/>
                </a:lnTo>
                <a:lnTo>
                  <a:pt x="1160832" y="124947"/>
                </a:lnTo>
                <a:lnTo>
                  <a:pt x="1160006" y="124904"/>
                </a:lnTo>
                <a:lnTo>
                  <a:pt x="1159195" y="124845"/>
                </a:lnTo>
                <a:lnTo>
                  <a:pt x="1158399" y="124769"/>
                </a:lnTo>
                <a:close/>
                <a:moveTo>
                  <a:pt x="395149" y="138390"/>
                </a:moveTo>
                <a:lnTo>
                  <a:pt x="394997" y="138878"/>
                </a:lnTo>
                <a:lnTo>
                  <a:pt x="394833" y="139360"/>
                </a:lnTo>
                <a:lnTo>
                  <a:pt x="394658" y="139837"/>
                </a:lnTo>
                <a:lnTo>
                  <a:pt x="394470" y="140308"/>
                </a:lnTo>
                <a:lnTo>
                  <a:pt x="394270" y="140773"/>
                </a:lnTo>
                <a:lnTo>
                  <a:pt x="394058" y="141232"/>
                </a:lnTo>
                <a:lnTo>
                  <a:pt x="393834" y="141685"/>
                </a:lnTo>
                <a:lnTo>
                  <a:pt x="393598" y="142133"/>
                </a:lnTo>
                <a:lnTo>
                  <a:pt x="393351" y="142574"/>
                </a:lnTo>
                <a:lnTo>
                  <a:pt x="393091" y="143010"/>
                </a:lnTo>
                <a:lnTo>
                  <a:pt x="392819" y="143440"/>
                </a:lnTo>
                <a:lnTo>
                  <a:pt x="392535" y="143864"/>
                </a:lnTo>
                <a:lnTo>
                  <a:pt x="392239" y="144283"/>
                </a:lnTo>
                <a:lnTo>
                  <a:pt x="391932" y="144695"/>
                </a:lnTo>
                <a:lnTo>
                  <a:pt x="391612" y="145102"/>
                </a:lnTo>
                <a:lnTo>
                  <a:pt x="391280" y="145503"/>
                </a:lnTo>
                <a:lnTo>
                  <a:pt x="390937" y="145898"/>
                </a:lnTo>
                <a:lnTo>
                  <a:pt x="390581" y="146287"/>
                </a:lnTo>
                <a:lnTo>
                  <a:pt x="390217" y="146670"/>
                </a:lnTo>
                <a:lnTo>
                  <a:pt x="389848" y="147046"/>
                </a:lnTo>
                <a:lnTo>
                  <a:pt x="389474" y="147414"/>
                </a:lnTo>
                <a:lnTo>
                  <a:pt x="389096" y="147775"/>
                </a:lnTo>
                <a:lnTo>
                  <a:pt x="388712" y="148129"/>
                </a:lnTo>
                <a:lnTo>
                  <a:pt x="388324" y="148476"/>
                </a:lnTo>
                <a:lnTo>
                  <a:pt x="387932" y="148816"/>
                </a:lnTo>
                <a:lnTo>
                  <a:pt x="387534" y="149148"/>
                </a:lnTo>
                <a:lnTo>
                  <a:pt x="387131" y="149473"/>
                </a:lnTo>
                <a:lnTo>
                  <a:pt x="386724" y="149791"/>
                </a:lnTo>
                <a:lnTo>
                  <a:pt x="386312" y="150102"/>
                </a:lnTo>
                <a:lnTo>
                  <a:pt x="385895" y="150406"/>
                </a:lnTo>
                <a:lnTo>
                  <a:pt x="385474" y="150702"/>
                </a:lnTo>
                <a:lnTo>
                  <a:pt x="385047" y="150991"/>
                </a:lnTo>
                <a:lnTo>
                  <a:pt x="384616" y="151273"/>
                </a:lnTo>
                <a:lnTo>
                  <a:pt x="384180" y="151548"/>
                </a:lnTo>
                <a:lnTo>
                  <a:pt x="383739" y="151816"/>
                </a:lnTo>
                <a:lnTo>
                  <a:pt x="383294" y="152076"/>
                </a:lnTo>
                <a:lnTo>
                  <a:pt x="382843" y="152330"/>
                </a:lnTo>
                <a:lnTo>
                  <a:pt x="382388" y="152576"/>
                </a:lnTo>
                <a:lnTo>
                  <a:pt x="381928" y="152815"/>
                </a:lnTo>
                <a:lnTo>
                  <a:pt x="381463" y="153046"/>
                </a:lnTo>
                <a:lnTo>
                  <a:pt x="380994" y="153271"/>
                </a:lnTo>
                <a:lnTo>
                  <a:pt x="380519" y="153488"/>
                </a:lnTo>
                <a:lnTo>
                  <a:pt x="384662" y="162761"/>
                </a:lnTo>
                <a:lnTo>
                  <a:pt x="385243" y="162503"/>
                </a:lnTo>
                <a:lnTo>
                  <a:pt x="385820" y="162239"/>
                </a:lnTo>
                <a:lnTo>
                  <a:pt x="386391" y="161970"/>
                </a:lnTo>
                <a:lnTo>
                  <a:pt x="386957" y="161695"/>
                </a:lnTo>
                <a:lnTo>
                  <a:pt x="387518" y="161414"/>
                </a:lnTo>
                <a:lnTo>
                  <a:pt x="388075" y="161127"/>
                </a:lnTo>
                <a:lnTo>
                  <a:pt x="388626" y="160834"/>
                </a:lnTo>
                <a:lnTo>
                  <a:pt x="389172" y="160536"/>
                </a:lnTo>
                <a:lnTo>
                  <a:pt x="389714" y="160231"/>
                </a:lnTo>
                <a:lnTo>
                  <a:pt x="390250" y="159921"/>
                </a:lnTo>
                <a:lnTo>
                  <a:pt x="390782" y="159605"/>
                </a:lnTo>
                <a:lnTo>
                  <a:pt x="391308" y="159284"/>
                </a:lnTo>
                <a:lnTo>
                  <a:pt x="391830" y="158956"/>
                </a:lnTo>
                <a:lnTo>
                  <a:pt x="392347" y="158623"/>
                </a:lnTo>
                <a:lnTo>
                  <a:pt x="392858" y="158283"/>
                </a:lnTo>
                <a:lnTo>
                  <a:pt x="393365" y="157938"/>
                </a:lnTo>
                <a:lnTo>
                  <a:pt x="393866" y="157587"/>
                </a:lnTo>
                <a:lnTo>
                  <a:pt x="394363" y="157231"/>
                </a:lnTo>
                <a:lnTo>
                  <a:pt x="394855" y="156868"/>
                </a:lnTo>
                <a:lnTo>
                  <a:pt x="395342" y="156500"/>
                </a:lnTo>
                <a:lnTo>
                  <a:pt x="395824" y="156125"/>
                </a:lnTo>
                <a:lnTo>
                  <a:pt x="396300" y="155745"/>
                </a:lnTo>
                <a:lnTo>
                  <a:pt x="396772" y="155360"/>
                </a:lnTo>
                <a:lnTo>
                  <a:pt x="397239" y="154968"/>
                </a:lnTo>
                <a:lnTo>
                  <a:pt x="397700" y="154570"/>
                </a:lnTo>
                <a:lnTo>
                  <a:pt x="398152" y="154164"/>
                </a:lnTo>
                <a:lnTo>
                  <a:pt x="398597" y="153751"/>
                </a:lnTo>
                <a:lnTo>
                  <a:pt x="399034" y="153331"/>
                </a:lnTo>
                <a:lnTo>
                  <a:pt x="399463" y="152903"/>
                </a:lnTo>
                <a:lnTo>
                  <a:pt x="399884" y="152468"/>
                </a:lnTo>
                <a:lnTo>
                  <a:pt x="400297" y="152026"/>
                </a:lnTo>
                <a:lnTo>
                  <a:pt x="400703" y="151576"/>
                </a:lnTo>
                <a:lnTo>
                  <a:pt x="401100" y="151119"/>
                </a:lnTo>
                <a:lnTo>
                  <a:pt x="401490" y="150654"/>
                </a:lnTo>
                <a:lnTo>
                  <a:pt x="401872" y="150182"/>
                </a:lnTo>
                <a:lnTo>
                  <a:pt x="402245" y="149703"/>
                </a:lnTo>
                <a:lnTo>
                  <a:pt x="402611" y="149216"/>
                </a:lnTo>
                <a:lnTo>
                  <a:pt x="402969" y="148722"/>
                </a:lnTo>
                <a:lnTo>
                  <a:pt x="403320" y="148221"/>
                </a:lnTo>
                <a:lnTo>
                  <a:pt x="403662" y="147712"/>
                </a:lnTo>
                <a:lnTo>
                  <a:pt x="403996" y="147196"/>
                </a:lnTo>
                <a:lnTo>
                  <a:pt x="404323" y="146673"/>
                </a:lnTo>
                <a:lnTo>
                  <a:pt x="404642" y="146142"/>
                </a:lnTo>
                <a:lnTo>
                  <a:pt x="404953" y="145604"/>
                </a:lnTo>
                <a:lnTo>
                  <a:pt x="405256" y="145058"/>
                </a:lnTo>
                <a:lnTo>
                  <a:pt x="405551" y="144505"/>
                </a:lnTo>
                <a:lnTo>
                  <a:pt x="405838" y="143945"/>
                </a:lnTo>
                <a:lnTo>
                  <a:pt x="406117" y="143377"/>
                </a:lnTo>
                <a:lnTo>
                  <a:pt x="406387" y="142802"/>
                </a:lnTo>
                <a:lnTo>
                  <a:pt x="406645" y="142217"/>
                </a:lnTo>
                <a:lnTo>
                  <a:pt x="406892" y="141624"/>
                </a:lnTo>
                <a:lnTo>
                  <a:pt x="407127" y="141022"/>
                </a:lnTo>
                <a:lnTo>
                  <a:pt x="407351" y="140412"/>
                </a:lnTo>
                <a:lnTo>
                  <a:pt x="407563" y="139792"/>
                </a:lnTo>
                <a:lnTo>
                  <a:pt x="407764" y="139164"/>
                </a:lnTo>
                <a:lnTo>
                  <a:pt x="407953" y="138527"/>
                </a:lnTo>
                <a:lnTo>
                  <a:pt x="408131" y="137882"/>
                </a:lnTo>
                <a:lnTo>
                  <a:pt x="408297" y="137228"/>
                </a:lnTo>
                <a:lnTo>
                  <a:pt x="408452" y="136565"/>
                </a:lnTo>
                <a:lnTo>
                  <a:pt x="408596" y="135893"/>
                </a:lnTo>
                <a:lnTo>
                  <a:pt x="408727" y="135212"/>
                </a:lnTo>
                <a:lnTo>
                  <a:pt x="408848" y="134523"/>
                </a:lnTo>
                <a:lnTo>
                  <a:pt x="408957" y="133825"/>
                </a:lnTo>
                <a:lnTo>
                  <a:pt x="409054" y="133119"/>
                </a:lnTo>
                <a:lnTo>
                  <a:pt x="409141" y="132403"/>
                </a:lnTo>
                <a:lnTo>
                  <a:pt x="409215" y="131679"/>
                </a:lnTo>
                <a:lnTo>
                  <a:pt x="409278" y="130946"/>
                </a:lnTo>
                <a:lnTo>
                  <a:pt x="409330" y="130204"/>
                </a:lnTo>
                <a:lnTo>
                  <a:pt x="409370" y="129454"/>
                </a:lnTo>
                <a:lnTo>
                  <a:pt x="409399" y="128695"/>
                </a:lnTo>
                <a:lnTo>
                  <a:pt x="409416" y="127927"/>
                </a:lnTo>
                <a:lnTo>
                  <a:pt x="409422" y="127151"/>
                </a:lnTo>
                <a:lnTo>
                  <a:pt x="409415" y="126492"/>
                </a:lnTo>
                <a:lnTo>
                  <a:pt x="409397" y="125848"/>
                </a:lnTo>
                <a:lnTo>
                  <a:pt x="409366" y="125218"/>
                </a:lnTo>
                <a:lnTo>
                  <a:pt x="409323" y="124602"/>
                </a:lnTo>
                <a:lnTo>
                  <a:pt x="409268" y="124001"/>
                </a:lnTo>
                <a:lnTo>
                  <a:pt x="409200" y="123415"/>
                </a:lnTo>
                <a:lnTo>
                  <a:pt x="409120" y="122842"/>
                </a:lnTo>
                <a:lnTo>
                  <a:pt x="409027" y="122284"/>
                </a:lnTo>
                <a:lnTo>
                  <a:pt x="408922" y="121741"/>
                </a:lnTo>
                <a:lnTo>
                  <a:pt x="408805" y="121212"/>
                </a:lnTo>
                <a:lnTo>
                  <a:pt x="408676" y="120697"/>
                </a:lnTo>
                <a:lnTo>
                  <a:pt x="408534" y="120196"/>
                </a:lnTo>
                <a:lnTo>
                  <a:pt x="408380" y="119710"/>
                </a:lnTo>
                <a:lnTo>
                  <a:pt x="408213" y="119239"/>
                </a:lnTo>
                <a:lnTo>
                  <a:pt x="408034" y="118781"/>
                </a:lnTo>
                <a:lnTo>
                  <a:pt x="407843" y="118339"/>
                </a:lnTo>
                <a:lnTo>
                  <a:pt x="407640" y="117910"/>
                </a:lnTo>
                <a:lnTo>
                  <a:pt x="407424" y="117496"/>
                </a:lnTo>
                <a:lnTo>
                  <a:pt x="407196" y="117096"/>
                </a:lnTo>
                <a:lnTo>
                  <a:pt x="406956" y="116711"/>
                </a:lnTo>
                <a:lnTo>
                  <a:pt x="406703" y="116340"/>
                </a:lnTo>
                <a:lnTo>
                  <a:pt x="406438" y="115983"/>
                </a:lnTo>
                <a:lnTo>
                  <a:pt x="406160" y="115641"/>
                </a:lnTo>
                <a:lnTo>
                  <a:pt x="405871" y="115314"/>
                </a:lnTo>
                <a:lnTo>
                  <a:pt x="405571" y="115000"/>
                </a:lnTo>
                <a:lnTo>
                  <a:pt x="405266" y="114699"/>
                </a:lnTo>
                <a:lnTo>
                  <a:pt x="404953" y="114412"/>
                </a:lnTo>
                <a:lnTo>
                  <a:pt x="404635" y="114138"/>
                </a:lnTo>
                <a:lnTo>
                  <a:pt x="404310" y="113878"/>
                </a:lnTo>
                <a:lnTo>
                  <a:pt x="403978" y="113630"/>
                </a:lnTo>
                <a:lnTo>
                  <a:pt x="403640" y="113397"/>
                </a:lnTo>
                <a:lnTo>
                  <a:pt x="403295" y="113176"/>
                </a:lnTo>
                <a:lnTo>
                  <a:pt x="402944" y="112969"/>
                </a:lnTo>
                <a:lnTo>
                  <a:pt x="402586" y="112776"/>
                </a:lnTo>
                <a:lnTo>
                  <a:pt x="402222" y="112595"/>
                </a:lnTo>
                <a:lnTo>
                  <a:pt x="401851" y="112428"/>
                </a:lnTo>
                <a:lnTo>
                  <a:pt x="401474" y="112275"/>
                </a:lnTo>
                <a:lnTo>
                  <a:pt x="401090" y="112134"/>
                </a:lnTo>
                <a:lnTo>
                  <a:pt x="400699" y="112007"/>
                </a:lnTo>
                <a:lnTo>
                  <a:pt x="400303" y="111894"/>
                </a:lnTo>
                <a:lnTo>
                  <a:pt x="399899" y="111794"/>
                </a:lnTo>
                <a:lnTo>
                  <a:pt x="399490" y="111707"/>
                </a:lnTo>
                <a:lnTo>
                  <a:pt x="399073" y="111633"/>
                </a:lnTo>
                <a:lnTo>
                  <a:pt x="398650" y="111573"/>
                </a:lnTo>
                <a:lnTo>
                  <a:pt x="398221" y="111527"/>
                </a:lnTo>
                <a:lnTo>
                  <a:pt x="397785" y="111493"/>
                </a:lnTo>
                <a:lnTo>
                  <a:pt x="397343" y="111473"/>
                </a:lnTo>
                <a:lnTo>
                  <a:pt x="396894" y="111466"/>
                </a:lnTo>
                <a:lnTo>
                  <a:pt x="396437" y="111473"/>
                </a:lnTo>
                <a:lnTo>
                  <a:pt x="395986" y="111491"/>
                </a:lnTo>
                <a:lnTo>
                  <a:pt x="395542" y="111521"/>
                </a:lnTo>
                <a:lnTo>
                  <a:pt x="395105" y="111564"/>
                </a:lnTo>
                <a:lnTo>
                  <a:pt x="394674" y="111618"/>
                </a:lnTo>
                <a:lnTo>
                  <a:pt x="394249" y="111685"/>
                </a:lnTo>
                <a:lnTo>
                  <a:pt x="393831" y="111764"/>
                </a:lnTo>
                <a:lnTo>
                  <a:pt x="393420" y="111856"/>
                </a:lnTo>
                <a:lnTo>
                  <a:pt x="393015" y="111959"/>
                </a:lnTo>
                <a:lnTo>
                  <a:pt x="392616" y="112074"/>
                </a:lnTo>
                <a:lnTo>
                  <a:pt x="392224" y="112202"/>
                </a:lnTo>
                <a:lnTo>
                  <a:pt x="391839" y="112342"/>
                </a:lnTo>
                <a:lnTo>
                  <a:pt x="391460" y="112494"/>
                </a:lnTo>
                <a:lnTo>
                  <a:pt x="391087" y="112658"/>
                </a:lnTo>
                <a:lnTo>
                  <a:pt x="390721" y="112834"/>
                </a:lnTo>
                <a:lnTo>
                  <a:pt x="390362" y="113023"/>
                </a:lnTo>
                <a:lnTo>
                  <a:pt x="390009" y="113223"/>
                </a:lnTo>
                <a:lnTo>
                  <a:pt x="389662" y="113436"/>
                </a:lnTo>
                <a:lnTo>
                  <a:pt x="389322" y="113661"/>
                </a:lnTo>
                <a:lnTo>
                  <a:pt x="388989" y="113898"/>
                </a:lnTo>
                <a:lnTo>
                  <a:pt x="388662" y="114148"/>
                </a:lnTo>
                <a:lnTo>
                  <a:pt x="388342" y="114409"/>
                </a:lnTo>
                <a:lnTo>
                  <a:pt x="388028" y="114683"/>
                </a:lnTo>
                <a:lnTo>
                  <a:pt x="387720" y="114968"/>
                </a:lnTo>
                <a:lnTo>
                  <a:pt x="387422" y="115263"/>
                </a:lnTo>
                <a:lnTo>
                  <a:pt x="387137" y="115565"/>
                </a:lnTo>
                <a:lnTo>
                  <a:pt x="386865" y="115874"/>
                </a:lnTo>
                <a:lnTo>
                  <a:pt x="386605" y="116189"/>
                </a:lnTo>
                <a:lnTo>
                  <a:pt x="386358" y="116511"/>
                </a:lnTo>
                <a:lnTo>
                  <a:pt x="386123" y="116839"/>
                </a:lnTo>
                <a:lnTo>
                  <a:pt x="385902" y="117175"/>
                </a:lnTo>
                <a:lnTo>
                  <a:pt x="385693" y="117517"/>
                </a:lnTo>
                <a:lnTo>
                  <a:pt x="385496" y="117865"/>
                </a:lnTo>
                <a:lnTo>
                  <a:pt x="385312" y="118220"/>
                </a:lnTo>
                <a:lnTo>
                  <a:pt x="385141" y="118582"/>
                </a:lnTo>
                <a:lnTo>
                  <a:pt x="384983" y="118951"/>
                </a:lnTo>
                <a:lnTo>
                  <a:pt x="384837" y="119326"/>
                </a:lnTo>
                <a:lnTo>
                  <a:pt x="384704" y="119708"/>
                </a:lnTo>
                <a:lnTo>
                  <a:pt x="384584" y="120097"/>
                </a:lnTo>
                <a:lnTo>
                  <a:pt x="384476" y="120492"/>
                </a:lnTo>
                <a:lnTo>
                  <a:pt x="384381" y="120894"/>
                </a:lnTo>
                <a:lnTo>
                  <a:pt x="384299" y="121303"/>
                </a:lnTo>
                <a:lnTo>
                  <a:pt x="384229" y="121718"/>
                </a:lnTo>
                <a:lnTo>
                  <a:pt x="384172" y="122140"/>
                </a:lnTo>
                <a:lnTo>
                  <a:pt x="384127" y="122569"/>
                </a:lnTo>
                <a:lnTo>
                  <a:pt x="384096" y="123005"/>
                </a:lnTo>
                <a:lnTo>
                  <a:pt x="384077" y="123447"/>
                </a:lnTo>
                <a:lnTo>
                  <a:pt x="384070" y="123895"/>
                </a:lnTo>
                <a:lnTo>
                  <a:pt x="384077" y="124328"/>
                </a:lnTo>
                <a:lnTo>
                  <a:pt x="384096" y="124755"/>
                </a:lnTo>
                <a:lnTo>
                  <a:pt x="384127" y="125177"/>
                </a:lnTo>
                <a:lnTo>
                  <a:pt x="384172" y="125593"/>
                </a:lnTo>
                <a:lnTo>
                  <a:pt x="384229" y="126003"/>
                </a:lnTo>
                <a:lnTo>
                  <a:pt x="384299" y="126408"/>
                </a:lnTo>
                <a:lnTo>
                  <a:pt x="384381" y="126807"/>
                </a:lnTo>
                <a:lnTo>
                  <a:pt x="384476" y="127200"/>
                </a:lnTo>
                <a:lnTo>
                  <a:pt x="384584" y="127588"/>
                </a:lnTo>
                <a:lnTo>
                  <a:pt x="384704" y="127970"/>
                </a:lnTo>
                <a:lnTo>
                  <a:pt x="384837" y="128346"/>
                </a:lnTo>
                <a:lnTo>
                  <a:pt x="384983" y="128717"/>
                </a:lnTo>
                <a:lnTo>
                  <a:pt x="385141" y="129082"/>
                </a:lnTo>
                <a:lnTo>
                  <a:pt x="385312" y="129441"/>
                </a:lnTo>
                <a:lnTo>
                  <a:pt x="385496" y="129795"/>
                </a:lnTo>
                <a:lnTo>
                  <a:pt x="385693" y="130143"/>
                </a:lnTo>
                <a:lnTo>
                  <a:pt x="385902" y="130485"/>
                </a:lnTo>
                <a:lnTo>
                  <a:pt x="386123" y="130822"/>
                </a:lnTo>
                <a:lnTo>
                  <a:pt x="386358" y="131153"/>
                </a:lnTo>
                <a:lnTo>
                  <a:pt x="386605" y="131479"/>
                </a:lnTo>
                <a:lnTo>
                  <a:pt x="386865" y="131798"/>
                </a:lnTo>
                <a:lnTo>
                  <a:pt x="387137" y="132113"/>
                </a:lnTo>
                <a:lnTo>
                  <a:pt x="387422" y="132421"/>
                </a:lnTo>
                <a:lnTo>
                  <a:pt x="387720" y="132724"/>
                </a:lnTo>
                <a:lnTo>
                  <a:pt x="388028" y="133018"/>
                </a:lnTo>
                <a:lnTo>
                  <a:pt x="388342" y="133299"/>
                </a:lnTo>
                <a:lnTo>
                  <a:pt x="388662" y="133568"/>
                </a:lnTo>
                <a:lnTo>
                  <a:pt x="388989" y="133824"/>
                </a:lnTo>
                <a:lnTo>
                  <a:pt x="389322" y="134068"/>
                </a:lnTo>
                <a:lnTo>
                  <a:pt x="389662" y="134299"/>
                </a:lnTo>
                <a:lnTo>
                  <a:pt x="390009" y="134518"/>
                </a:lnTo>
                <a:lnTo>
                  <a:pt x="390362" y="134724"/>
                </a:lnTo>
                <a:lnTo>
                  <a:pt x="390721" y="134918"/>
                </a:lnTo>
                <a:lnTo>
                  <a:pt x="391087" y="135099"/>
                </a:lnTo>
                <a:lnTo>
                  <a:pt x="391460" y="135268"/>
                </a:lnTo>
                <a:lnTo>
                  <a:pt x="391839" y="135424"/>
                </a:lnTo>
                <a:lnTo>
                  <a:pt x="392224" y="135568"/>
                </a:lnTo>
                <a:lnTo>
                  <a:pt x="392616" y="135699"/>
                </a:lnTo>
                <a:lnTo>
                  <a:pt x="393015" y="135818"/>
                </a:lnTo>
                <a:lnTo>
                  <a:pt x="393420" y="135924"/>
                </a:lnTo>
                <a:lnTo>
                  <a:pt x="393831" y="136018"/>
                </a:lnTo>
                <a:lnTo>
                  <a:pt x="394249" y="136099"/>
                </a:lnTo>
                <a:lnTo>
                  <a:pt x="394674" y="136168"/>
                </a:lnTo>
                <a:lnTo>
                  <a:pt x="395105" y="136224"/>
                </a:lnTo>
                <a:lnTo>
                  <a:pt x="395542" y="136268"/>
                </a:lnTo>
                <a:lnTo>
                  <a:pt x="395655" y="136276"/>
                </a:lnTo>
                <a:lnTo>
                  <a:pt x="395637" y="136379"/>
                </a:lnTo>
                <a:lnTo>
                  <a:pt x="395533" y="136890"/>
                </a:lnTo>
                <a:lnTo>
                  <a:pt x="395417" y="137396"/>
                </a:lnTo>
                <a:lnTo>
                  <a:pt x="395289" y="137896"/>
                </a:lnTo>
                <a:lnTo>
                  <a:pt x="395149" y="138390"/>
                </a:lnTo>
                <a:close/>
                <a:moveTo>
                  <a:pt x="1461340" y="19061"/>
                </a:moveTo>
                <a:lnTo>
                  <a:pt x="1461699" y="19019"/>
                </a:lnTo>
                <a:lnTo>
                  <a:pt x="1462051" y="18967"/>
                </a:lnTo>
                <a:lnTo>
                  <a:pt x="1462397" y="18906"/>
                </a:lnTo>
                <a:lnTo>
                  <a:pt x="1462737" y="18835"/>
                </a:lnTo>
                <a:lnTo>
                  <a:pt x="1463071" y="18755"/>
                </a:lnTo>
                <a:lnTo>
                  <a:pt x="1463399" y="18666"/>
                </a:lnTo>
                <a:lnTo>
                  <a:pt x="1463721" y="18567"/>
                </a:lnTo>
                <a:lnTo>
                  <a:pt x="1464036" y="18459"/>
                </a:lnTo>
                <a:lnTo>
                  <a:pt x="1464346" y="18341"/>
                </a:lnTo>
                <a:lnTo>
                  <a:pt x="1464649" y="18214"/>
                </a:lnTo>
                <a:lnTo>
                  <a:pt x="1464946" y="18077"/>
                </a:lnTo>
                <a:lnTo>
                  <a:pt x="1465236" y="17931"/>
                </a:lnTo>
                <a:lnTo>
                  <a:pt x="1465521" y="17776"/>
                </a:lnTo>
                <a:lnTo>
                  <a:pt x="1465799" y="17611"/>
                </a:lnTo>
                <a:lnTo>
                  <a:pt x="1466072" y="17437"/>
                </a:lnTo>
                <a:lnTo>
                  <a:pt x="1466338" y="17253"/>
                </a:lnTo>
                <a:lnTo>
                  <a:pt x="1466598" y="17060"/>
                </a:lnTo>
                <a:lnTo>
                  <a:pt x="1466852" y="16857"/>
                </a:lnTo>
                <a:lnTo>
                  <a:pt x="1467099" y="16645"/>
                </a:lnTo>
                <a:lnTo>
                  <a:pt x="1467341" y="16424"/>
                </a:lnTo>
                <a:lnTo>
                  <a:pt x="1467574" y="16195"/>
                </a:lnTo>
                <a:lnTo>
                  <a:pt x="1467798" y="15962"/>
                </a:lnTo>
                <a:lnTo>
                  <a:pt x="1468011" y="15724"/>
                </a:lnTo>
                <a:lnTo>
                  <a:pt x="1468215" y="15480"/>
                </a:lnTo>
                <a:lnTo>
                  <a:pt x="1468409" y="15232"/>
                </a:lnTo>
                <a:lnTo>
                  <a:pt x="1468592" y="14978"/>
                </a:lnTo>
                <a:lnTo>
                  <a:pt x="1468766" y="14720"/>
                </a:lnTo>
                <a:lnTo>
                  <a:pt x="1468930" y="14457"/>
                </a:lnTo>
                <a:lnTo>
                  <a:pt x="1469084" y="14188"/>
                </a:lnTo>
                <a:lnTo>
                  <a:pt x="1469228" y="13915"/>
                </a:lnTo>
                <a:lnTo>
                  <a:pt x="1469362" y="13637"/>
                </a:lnTo>
                <a:lnTo>
                  <a:pt x="1469486" y="13354"/>
                </a:lnTo>
                <a:lnTo>
                  <a:pt x="1469600" y="13066"/>
                </a:lnTo>
                <a:lnTo>
                  <a:pt x="1469705" y="12773"/>
                </a:lnTo>
                <a:lnTo>
                  <a:pt x="1469799" y="12474"/>
                </a:lnTo>
                <a:lnTo>
                  <a:pt x="1469884" y="12171"/>
                </a:lnTo>
                <a:lnTo>
                  <a:pt x="1469958" y="11863"/>
                </a:lnTo>
                <a:lnTo>
                  <a:pt x="1470023" y="11550"/>
                </a:lnTo>
                <a:lnTo>
                  <a:pt x="1470077" y="11233"/>
                </a:lnTo>
                <a:lnTo>
                  <a:pt x="1470122" y="10910"/>
                </a:lnTo>
                <a:lnTo>
                  <a:pt x="1470157" y="10582"/>
                </a:lnTo>
                <a:lnTo>
                  <a:pt x="1470182" y="10249"/>
                </a:lnTo>
                <a:lnTo>
                  <a:pt x="1470196" y="9911"/>
                </a:lnTo>
                <a:lnTo>
                  <a:pt x="1470201" y="9568"/>
                </a:lnTo>
                <a:lnTo>
                  <a:pt x="1470196" y="9226"/>
                </a:lnTo>
                <a:lnTo>
                  <a:pt x="1470182" y="8888"/>
                </a:lnTo>
                <a:lnTo>
                  <a:pt x="1470157" y="8555"/>
                </a:lnTo>
                <a:lnTo>
                  <a:pt x="1470122" y="8227"/>
                </a:lnTo>
                <a:lnTo>
                  <a:pt x="1470077" y="7904"/>
                </a:lnTo>
                <a:lnTo>
                  <a:pt x="1470023" y="7586"/>
                </a:lnTo>
                <a:lnTo>
                  <a:pt x="1469958" y="7273"/>
                </a:lnTo>
                <a:lnTo>
                  <a:pt x="1469884" y="6965"/>
                </a:lnTo>
                <a:lnTo>
                  <a:pt x="1469799" y="6662"/>
                </a:lnTo>
                <a:lnTo>
                  <a:pt x="1469705" y="6364"/>
                </a:lnTo>
                <a:lnTo>
                  <a:pt x="1469600" y="6071"/>
                </a:lnTo>
                <a:lnTo>
                  <a:pt x="1469486" y="5783"/>
                </a:lnTo>
                <a:lnTo>
                  <a:pt x="1469362" y="5500"/>
                </a:lnTo>
                <a:lnTo>
                  <a:pt x="1469228" y="5222"/>
                </a:lnTo>
                <a:lnTo>
                  <a:pt x="1469084" y="4948"/>
                </a:lnTo>
                <a:lnTo>
                  <a:pt x="1468930" y="4680"/>
                </a:lnTo>
                <a:lnTo>
                  <a:pt x="1468766" y="4417"/>
                </a:lnTo>
                <a:lnTo>
                  <a:pt x="1468592" y="4158"/>
                </a:lnTo>
                <a:lnTo>
                  <a:pt x="1468409" y="3905"/>
                </a:lnTo>
                <a:lnTo>
                  <a:pt x="1468215" y="3657"/>
                </a:lnTo>
                <a:lnTo>
                  <a:pt x="1468011" y="3413"/>
                </a:lnTo>
                <a:lnTo>
                  <a:pt x="1467798" y="3175"/>
                </a:lnTo>
                <a:lnTo>
                  <a:pt x="1467574" y="2941"/>
                </a:lnTo>
                <a:lnTo>
                  <a:pt x="1467341" y="2713"/>
                </a:lnTo>
                <a:lnTo>
                  <a:pt x="1467099" y="2491"/>
                </a:lnTo>
                <a:lnTo>
                  <a:pt x="1466852" y="2279"/>
                </a:lnTo>
                <a:lnTo>
                  <a:pt x="1466598" y="2077"/>
                </a:lnTo>
                <a:lnTo>
                  <a:pt x="1466338" y="1884"/>
                </a:lnTo>
                <a:lnTo>
                  <a:pt x="1466072" y="1700"/>
                </a:lnTo>
                <a:lnTo>
                  <a:pt x="1465799" y="1526"/>
                </a:lnTo>
                <a:lnTo>
                  <a:pt x="1465521" y="1361"/>
                </a:lnTo>
                <a:lnTo>
                  <a:pt x="1465236" y="1206"/>
                </a:lnTo>
                <a:lnTo>
                  <a:pt x="1464946" y="1060"/>
                </a:lnTo>
                <a:lnTo>
                  <a:pt x="1464649" y="923"/>
                </a:lnTo>
                <a:lnTo>
                  <a:pt x="1464346" y="796"/>
                </a:lnTo>
                <a:lnTo>
                  <a:pt x="1464036" y="678"/>
                </a:lnTo>
                <a:lnTo>
                  <a:pt x="1463721" y="570"/>
                </a:lnTo>
                <a:lnTo>
                  <a:pt x="1463399" y="471"/>
                </a:lnTo>
                <a:lnTo>
                  <a:pt x="1463071" y="381"/>
                </a:lnTo>
                <a:lnTo>
                  <a:pt x="1462737" y="301"/>
                </a:lnTo>
                <a:lnTo>
                  <a:pt x="1462397" y="231"/>
                </a:lnTo>
                <a:lnTo>
                  <a:pt x="1462051" y="170"/>
                </a:lnTo>
                <a:lnTo>
                  <a:pt x="1461699" y="118"/>
                </a:lnTo>
                <a:lnTo>
                  <a:pt x="1461340" y="75"/>
                </a:lnTo>
                <a:lnTo>
                  <a:pt x="1460975" y="42"/>
                </a:lnTo>
                <a:lnTo>
                  <a:pt x="1460604" y="19"/>
                </a:lnTo>
                <a:lnTo>
                  <a:pt x="1460227" y="5"/>
                </a:lnTo>
                <a:lnTo>
                  <a:pt x="1459844" y="0"/>
                </a:lnTo>
                <a:lnTo>
                  <a:pt x="1459461" y="5"/>
                </a:lnTo>
                <a:lnTo>
                  <a:pt x="1459084" y="19"/>
                </a:lnTo>
                <a:lnTo>
                  <a:pt x="1458713" y="42"/>
                </a:lnTo>
                <a:lnTo>
                  <a:pt x="1458349" y="75"/>
                </a:lnTo>
                <a:lnTo>
                  <a:pt x="1457991" y="118"/>
                </a:lnTo>
                <a:lnTo>
                  <a:pt x="1457640" y="170"/>
                </a:lnTo>
                <a:lnTo>
                  <a:pt x="1457295" y="231"/>
                </a:lnTo>
                <a:lnTo>
                  <a:pt x="1456956" y="301"/>
                </a:lnTo>
                <a:lnTo>
                  <a:pt x="1456623" y="381"/>
                </a:lnTo>
                <a:lnTo>
                  <a:pt x="1456297" y="471"/>
                </a:lnTo>
                <a:lnTo>
                  <a:pt x="1455977" y="570"/>
                </a:lnTo>
                <a:lnTo>
                  <a:pt x="1455664" y="678"/>
                </a:lnTo>
                <a:lnTo>
                  <a:pt x="1455357" y="796"/>
                </a:lnTo>
                <a:lnTo>
                  <a:pt x="1455056" y="923"/>
                </a:lnTo>
                <a:lnTo>
                  <a:pt x="1454761" y="1060"/>
                </a:lnTo>
                <a:lnTo>
                  <a:pt x="1454473" y="1206"/>
                </a:lnTo>
                <a:lnTo>
                  <a:pt x="1454192" y="1361"/>
                </a:lnTo>
                <a:lnTo>
                  <a:pt x="1453916" y="1526"/>
                </a:lnTo>
                <a:lnTo>
                  <a:pt x="1453647" y="1700"/>
                </a:lnTo>
                <a:lnTo>
                  <a:pt x="1453384" y="1884"/>
                </a:lnTo>
                <a:lnTo>
                  <a:pt x="1453128" y="2077"/>
                </a:lnTo>
                <a:lnTo>
                  <a:pt x="1452878" y="2279"/>
                </a:lnTo>
                <a:lnTo>
                  <a:pt x="1452634" y="2491"/>
                </a:lnTo>
                <a:lnTo>
                  <a:pt x="1452396" y="2713"/>
                </a:lnTo>
                <a:lnTo>
                  <a:pt x="1452167" y="2941"/>
                </a:lnTo>
                <a:lnTo>
                  <a:pt x="1451947" y="3175"/>
                </a:lnTo>
                <a:lnTo>
                  <a:pt x="1451737" y="3413"/>
                </a:lnTo>
                <a:lnTo>
                  <a:pt x="1451537" y="3657"/>
                </a:lnTo>
                <a:lnTo>
                  <a:pt x="1451347" y="3905"/>
                </a:lnTo>
                <a:lnTo>
                  <a:pt x="1451166" y="4158"/>
                </a:lnTo>
                <a:lnTo>
                  <a:pt x="1450996" y="4417"/>
                </a:lnTo>
                <a:lnTo>
                  <a:pt x="1450835" y="4680"/>
                </a:lnTo>
                <a:lnTo>
                  <a:pt x="1450683" y="4948"/>
                </a:lnTo>
                <a:lnTo>
                  <a:pt x="1450542" y="5222"/>
                </a:lnTo>
                <a:lnTo>
                  <a:pt x="1450410" y="5500"/>
                </a:lnTo>
                <a:lnTo>
                  <a:pt x="1450288" y="5783"/>
                </a:lnTo>
                <a:lnTo>
                  <a:pt x="1450176" y="6071"/>
                </a:lnTo>
                <a:lnTo>
                  <a:pt x="1450073" y="6364"/>
                </a:lnTo>
                <a:lnTo>
                  <a:pt x="1449980" y="6662"/>
                </a:lnTo>
                <a:lnTo>
                  <a:pt x="1449897" y="6965"/>
                </a:lnTo>
                <a:lnTo>
                  <a:pt x="1449824" y="7273"/>
                </a:lnTo>
                <a:lnTo>
                  <a:pt x="1449761" y="7586"/>
                </a:lnTo>
                <a:lnTo>
                  <a:pt x="1449707" y="7904"/>
                </a:lnTo>
                <a:lnTo>
                  <a:pt x="1449663" y="8227"/>
                </a:lnTo>
                <a:lnTo>
                  <a:pt x="1449629" y="8555"/>
                </a:lnTo>
                <a:lnTo>
                  <a:pt x="1449605" y="8888"/>
                </a:lnTo>
                <a:lnTo>
                  <a:pt x="1449590" y="9226"/>
                </a:lnTo>
                <a:lnTo>
                  <a:pt x="1449585" y="9568"/>
                </a:lnTo>
                <a:lnTo>
                  <a:pt x="1449590" y="9911"/>
                </a:lnTo>
                <a:lnTo>
                  <a:pt x="1449605" y="10249"/>
                </a:lnTo>
                <a:lnTo>
                  <a:pt x="1449629" y="10582"/>
                </a:lnTo>
                <a:lnTo>
                  <a:pt x="1449663" y="10910"/>
                </a:lnTo>
                <a:lnTo>
                  <a:pt x="1449707" y="11233"/>
                </a:lnTo>
                <a:lnTo>
                  <a:pt x="1449761" y="11550"/>
                </a:lnTo>
                <a:lnTo>
                  <a:pt x="1449824" y="11863"/>
                </a:lnTo>
                <a:lnTo>
                  <a:pt x="1449897" y="12171"/>
                </a:lnTo>
                <a:lnTo>
                  <a:pt x="1449980" y="12474"/>
                </a:lnTo>
                <a:lnTo>
                  <a:pt x="1450073" y="12773"/>
                </a:lnTo>
                <a:lnTo>
                  <a:pt x="1450176" y="13066"/>
                </a:lnTo>
                <a:lnTo>
                  <a:pt x="1450288" y="13354"/>
                </a:lnTo>
                <a:lnTo>
                  <a:pt x="1450410" y="13637"/>
                </a:lnTo>
                <a:lnTo>
                  <a:pt x="1450542" y="13915"/>
                </a:lnTo>
                <a:lnTo>
                  <a:pt x="1450683" y="14188"/>
                </a:lnTo>
                <a:lnTo>
                  <a:pt x="1450835" y="14457"/>
                </a:lnTo>
                <a:lnTo>
                  <a:pt x="1450996" y="14720"/>
                </a:lnTo>
                <a:lnTo>
                  <a:pt x="1451166" y="14978"/>
                </a:lnTo>
                <a:lnTo>
                  <a:pt x="1451347" y="15232"/>
                </a:lnTo>
                <a:lnTo>
                  <a:pt x="1451537" y="15480"/>
                </a:lnTo>
                <a:lnTo>
                  <a:pt x="1451737" y="15724"/>
                </a:lnTo>
                <a:lnTo>
                  <a:pt x="1451947" y="15962"/>
                </a:lnTo>
                <a:lnTo>
                  <a:pt x="1452167" y="16195"/>
                </a:lnTo>
                <a:lnTo>
                  <a:pt x="1452396" y="16424"/>
                </a:lnTo>
                <a:lnTo>
                  <a:pt x="1452634" y="16645"/>
                </a:lnTo>
                <a:lnTo>
                  <a:pt x="1452878" y="16857"/>
                </a:lnTo>
                <a:lnTo>
                  <a:pt x="1453128" y="17060"/>
                </a:lnTo>
                <a:lnTo>
                  <a:pt x="1453384" y="17253"/>
                </a:lnTo>
                <a:lnTo>
                  <a:pt x="1453647" y="17437"/>
                </a:lnTo>
                <a:lnTo>
                  <a:pt x="1453916" y="17611"/>
                </a:lnTo>
                <a:lnTo>
                  <a:pt x="1454192" y="17776"/>
                </a:lnTo>
                <a:lnTo>
                  <a:pt x="1454473" y="17931"/>
                </a:lnTo>
                <a:lnTo>
                  <a:pt x="1454761" y="18077"/>
                </a:lnTo>
                <a:lnTo>
                  <a:pt x="1455056" y="18214"/>
                </a:lnTo>
                <a:lnTo>
                  <a:pt x="1455357" y="18341"/>
                </a:lnTo>
                <a:lnTo>
                  <a:pt x="1455664" y="18459"/>
                </a:lnTo>
                <a:lnTo>
                  <a:pt x="1455977" y="18567"/>
                </a:lnTo>
                <a:lnTo>
                  <a:pt x="1456297" y="18666"/>
                </a:lnTo>
                <a:lnTo>
                  <a:pt x="1456623" y="18755"/>
                </a:lnTo>
                <a:lnTo>
                  <a:pt x="1456956" y="18835"/>
                </a:lnTo>
                <a:lnTo>
                  <a:pt x="1457295" y="18906"/>
                </a:lnTo>
                <a:lnTo>
                  <a:pt x="1457640" y="18967"/>
                </a:lnTo>
                <a:lnTo>
                  <a:pt x="1457991" y="19019"/>
                </a:lnTo>
                <a:lnTo>
                  <a:pt x="1458349" y="19061"/>
                </a:lnTo>
                <a:lnTo>
                  <a:pt x="1458713" y="19094"/>
                </a:lnTo>
                <a:lnTo>
                  <a:pt x="1459084" y="19118"/>
                </a:lnTo>
                <a:lnTo>
                  <a:pt x="1459461" y="19132"/>
                </a:lnTo>
                <a:lnTo>
                  <a:pt x="1459844" y="19137"/>
                </a:lnTo>
                <a:lnTo>
                  <a:pt x="1460227" y="19132"/>
                </a:lnTo>
                <a:lnTo>
                  <a:pt x="1460604" y="19118"/>
                </a:lnTo>
                <a:lnTo>
                  <a:pt x="1460975" y="19094"/>
                </a:lnTo>
                <a:lnTo>
                  <a:pt x="1461340" y="19061"/>
                </a:lnTo>
                <a:close/>
                <a:moveTo>
                  <a:pt x="1645543" y="83652"/>
                </a:moveTo>
                <a:lnTo>
                  <a:pt x="1688946" y="37287"/>
                </a:lnTo>
                <a:lnTo>
                  <a:pt x="1669514" y="37287"/>
                </a:lnTo>
                <a:lnTo>
                  <a:pt x="1626111" y="83957"/>
                </a:lnTo>
                <a:lnTo>
                  <a:pt x="1626111" y="3551"/>
                </a:lnTo>
                <a:lnTo>
                  <a:pt x="1609637" y="3551"/>
                </a:lnTo>
                <a:lnTo>
                  <a:pt x="1609637" y="136324"/>
                </a:lnTo>
                <a:lnTo>
                  <a:pt x="1626111" y="136324"/>
                </a:lnTo>
                <a:lnTo>
                  <a:pt x="1626111" y="84873"/>
                </a:lnTo>
                <a:lnTo>
                  <a:pt x="1672374" y="136324"/>
                </a:lnTo>
                <a:lnTo>
                  <a:pt x="1692892" y="136324"/>
                </a:lnTo>
                <a:lnTo>
                  <a:pt x="1645543" y="83652"/>
                </a:lnTo>
                <a:close/>
                <a:moveTo>
                  <a:pt x="2467673" y="64116"/>
                </a:moveTo>
                <a:lnTo>
                  <a:pt x="2468078" y="63624"/>
                </a:lnTo>
                <a:lnTo>
                  <a:pt x="2468492" y="63135"/>
                </a:lnTo>
                <a:lnTo>
                  <a:pt x="2468917" y="62650"/>
                </a:lnTo>
                <a:lnTo>
                  <a:pt x="2469351" y="62168"/>
                </a:lnTo>
                <a:lnTo>
                  <a:pt x="2469796" y="61689"/>
                </a:lnTo>
                <a:lnTo>
                  <a:pt x="2470250" y="61214"/>
                </a:lnTo>
                <a:lnTo>
                  <a:pt x="2470714" y="60743"/>
                </a:lnTo>
                <a:lnTo>
                  <a:pt x="2471188" y="60274"/>
                </a:lnTo>
                <a:lnTo>
                  <a:pt x="2471672" y="59809"/>
                </a:lnTo>
                <a:lnTo>
                  <a:pt x="2472167" y="59348"/>
                </a:lnTo>
                <a:lnTo>
                  <a:pt x="2472671" y="58889"/>
                </a:lnTo>
                <a:lnTo>
                  <a:pt x="2473185" y="58435"/>
                </a:lnTo>
                <a:lnTo>
                  <a:pt x="2473708" y="57983"/>
                </a:lnTo>
                <a:lnTo>
                  <a:pt x="2474242" y="57535"/>
                </a:lnTo>
                <a:lnTo>
                  <a:pt x="2474786" y="57091"/>
                </a:lnTo>
                <a:lnTo>
                  <a:pt x="2475340" y="56649"/>
                </a:lnTo>
                <a:lnTo>
                  <a:pt x="2475903" y="56211"/>
                </a:lnTo>
                <a:lnTo>
                  <a:pt x="2476477" y="55777"/>
                </a:lnTo>
                <a:lnTo>
                  <a:pt x="2477060" y="55346"/>
                </a:lnTo>
                <a:lnTo>
                  <a:pt x="2477654" y="54918"/>
                </a:lnTo>
                <a:lnTo>
                  <a:pt x="2478257" y="54494"/>
                </a:lnTo>
                <a:lnTo>
                  <a:pt x="2478871" y="54080"/>
                </a:lnTo>
                <a:lnTo>
                  <a:pt x="2479497" y="53684"/>
                </a:lnTo>
                <a:lnTo>
                  <a:pt x="2480136" y="53305"/>
                </a:lnTo>
                <a:lnTo>
                  <a:pt x="2480786" y="52944"/>
                </a:lnTo>
                <a:lnTo>
                  <a:pt x="2481448" y="52600"/>
                </a:lnTo>
                <a:lnTo>
                  <a:pt x="2482122" y="52274"/>
                </a:lnTo>
                <a:lnTo>
                  <a:pt x="2482809" y="51966"/>
                </a:lnTo>
                <a:lnTo>
                  <a:pt x="2483507" y="51675"/>
                </a:lnTo>
                <a:lnTo>
                  <a:pt x="2484217" y="51402"/>
                </a:lnTo>
                <a:lnTo>
                  <a:pt x="2484939" y="51147"/>
                </a:lnTo>
                <a:lnTo>
                  <a:pt x="2485673" y="50909"/>
                </a:lnTo>
                <a:lnTo>
                  <a:pt x="2486420" y="50689"/>
                </a:lnTo>
                <a:lnTo>
                  <a:pt x="2487178" y="50486"/>
                </a:lnTo>
                <a:lnTo>
                  <a:pt x="2487948" y="50301"/>
                </a:lnTo>
                <a:lnTo>
                  <a:pt x="2488730" y="50134"/>
                </a:lnTo>
                <a:lnTo>
                  <a:pt x="2489524" y="49984"/>
                </a:lnTo>
                <a:lnTo>
                  <a:pt x="2490330" y="49852"/>
                </a:lnTo>
                <a:lnTo>
                  <a:pt x="2491148" y="49737"/>
                </a:lnTo>
                <a:lnTo>
                  <a:pt x="2491978" y="49640"/>
                </a:lnTo>
                <a:lnTo>
                  <a:pt x="2492820" y="49561"/>
                </a:lnTo>
                <a:lnTo>
                  <a:pt x="2493674" y="49499"/>
                </a:lnTo>
                <a:lnTo>
                  <a:pt x="2494541" y="49455"/>
                </a:lnTo>
                <a:lnTo>
                  <a:pt x="2495419" y="49429"/>
                </a:lnTo>
                <a:lnTo>
                  <a:pt x="2496309" y="49420"/>
                </a:lnTo>
                <a:lnTo>
                  <a:pt x="2496903" y="49426"/>
                </a:lnTo>
                <a:lnTo>
                  <a:pt x="2497485" y="49442"/>
                </a:lnTo>
                <a:lnTo>
                  <a:pt x="2498056" y="49471"/>
                </a:lnTo>
                <a:lnTo>
                  <a:pt x="2498616" y="49510"/>
                </a:lnTo>
                <a:lnTo>
                  <a:pt x="2499163" y="49560"/>
                </a:lnTo>
                <a:lnTo>
                  <a:pt x="2499699" y="49622"/>
                </a:lnTo>
                <a:lnTo>
                  <a:pt x="2500224" y="49695"/>
                </a:lnTo>
                <a:lnTo>
                  <a:pt x="2500737" y="49779"/>
                </a:lnTo>
                <a:lnTo>
                  <a:pt x="2501238" y="49874"/>
                </a:lnTo>
                <a:lnTo>
                  <a:pt x="2501727" y="49980"/>
                </a:lnTo>
                <a:lnTo>
                  <a:pt x="2502205" y="50098"/>
                </a:lnTo>
                <a:lnTo>
                  <a:pt x="2502671" y="50227"/>
                </a:lnTo>
                <a:lnTo>
                  <a:pt x="2503126" y="50367"/>
                </a:lnTo>
                <a:lnTo>
                  <a:pt x="2503568" y="50518"/>
                </a:lnTo>
                <a:lnTo>
                  <a:pt x="2504000" y="50681"/>
                </a:lnTo>
                <a:lnTo>
                  <a:pt x="2504419" y="50855"/>
                </a:lnTo>
                <a:lnTo>
                  <a:pt x="2504827" y="51039"/>
                </a:lnTo>
                <a:lnTo>
                  <a:pt x="2505223" y="51236"/>
                </a:lnTo>
                <a:lnTo>
                  <a:pt x="2505608" y="51443"/>
                </a:lnTo>
                <a:lnTo>
                  <a:pt x="2505981" y="51661"/>
                </a:lnTo>
                <a:lnTo>
                  <a:pt x="2506342" y="51891"/>
                </a:lnTo>
                <a:lnTo>
                  <a:pt x="2506692" y="52132"/>
                </a:lnTo>
                <a:lnTo>
                  <a:pt x="2507030" y="52384"/>
                </a:lnTo>
                <a:lnTo>
                  <a:pt x="2507357" y="52648"/>
                </a:lnTo>
                <a:lnTo>
                  <a:pt x="2507673" y="52921"/>
                </a:lnTo>
                <a:lnTo>
                  <a:pt x="2507981" y="53202"/>
                </a:lnTo>
                <a:lnTo>
                  <a:pt x="2508281" y="53492"/>
                </a:lnTo>
                <a:lnTo>
                  <a:pt x="2508572" y="53790"/>
                </a:lnTo>
                <a:lnTo>
                  <a:pt x="2508855" y="54097"/>
                </a:lnTo>
                <a:lnTo>
                  <a:pt x="2509129" y="54412"/>
                </a:lnTo>
                <a:lnTo>
                  <a:pt x="2509395" y="54735"/>
                </a:lnTo>
                <a:lnTo>
                  <a:pt x="2509653" y="55067"/>
                </a:lnTo>
                <a:lnTo>
                  <a:pt x="2509902" y="55407"/>
                </a:lnTo>
                <a:lnTo>
                  <a:pt x="2510143" y="55756"/>
                </a:lnTo>
                <a:lnTo>
                  <a:pt x="2510375" y="56112"/>
                </a:lnTo>
                <a:lnTo>
                  <a:pt x="2510599" y="56478"/>
                </a:lnTo>
                <a:lnTo>
                  <a:pt x="2510815" y="56851"/>
                </a:lnTo>
                <a:lnTo>
                  <a:pt x="2511022" y="57233"/>
                </a:lnTo>
                <a:lnTo>
                  <a:pt x="2511221" y="57624"/>
                </a:lnTo>
                <a:lnTo>
                  <a:pt x="2511412" y="58022"/>
                </a:lnTo>
                <a:lnTo>
                  <a:pt x="2511594" y="58429"/>
                </a:lnTo>
                <a:lnTo>
                  <a:pt x="2511768" y="58845"/>
                </a:lnTo>
                <a:lnTo>
                  <a:pt x="2511933" y="59269"/>
                </a:lnTo>
                <a:lnTo>
                  <a:pt x="2512090" y="59701"/>
                </a:lnTo>
                <a:lnTo>
                  <a:pt x="2512239" y="60141"/>
                </a:lnTo>
                <a:lnTo>
                  <a:pt x="2512379" y="60590"/>
                </a:lnTo>
                <a:lnTo>
                  <a:pt x="2512511" y="61047"/>
                </a:lnTo>
                <a:lnTo>
                  <a:pt x="2512634" y="61513"/>
                </a:lnTo>
                <a:lnTo>
                  <a:pt x="2512751" y="61985"/>
                </a:lnTo>
                <a:lnTo>
                  <a:pt x="2512862" y="62463"/>
                </a:lnTo>
                <a:lnTo>
                  <a:pt x="2512969" y="62946"/>
                </a:lnTo>
                <a:lnTo>
                  <a:pt x="2513071" y="63434"/>
                </a:lnTo>
                <a:lnTo>
                  <a:pt x="2513168" y="63928"/>
                </a:lnTo>
                <a:lnTo>
                  <a:pt x="2513260" y="64427"/>
                </a:lnTo>
                <a:lnTo>
                  <a:pt x="2513347" y="64931"/>
                </a:lnTo>
                <a:lnTo>
                  <a:pt x="2513429" y="65441"/>
                </a:lnTo>
                <a:lnTo>
                  <a:pt x="2513506" y="65956"/>
                </a:lnTo>
                <a:lnTo>
                  <a:pt x="2513578" y="66476"/>
                </a:lnTo>
                <a:lnTo>
                  <a:pt x="2513645" y="67002"/>
                </a:lnTo>
                <a:lnTo>
                  <a:pt x="2513707" y="67533"/>
                </a:lnTo>
                <a:lnTo>
                  <a:pt x="2513764" y="68070"/>
                </a:lnTo>
                <a:lnTo>
                  <a:pt x="2513816" y="68612"/>
                </a:lnTo>
                <a:lnTo>
                  <a:pt x="2513863" y="69159"/>
                </a:lnTo>
                <a:lnTo>
                  <a:pt x="2513905" y="69711"/>
                </a:lnTo>
                <a:lnTo>
                  <a:pt x="2513943" y="70269"/>
                </a:lnTo>
                <a:lnTo>
                  <a:pt x="2513975" y="70833"/>
                </a:lnTo>
                <a:lnTo>
                  <a:pt x="2514002" y="71401"/>
                </a:lnTo>
                <a:lnTo>
                  <a:pt x="2514025" y="71975"/>
                </a:lnTo>
                <a:lnTo>
                  <a:pt x="2514042" y="72554"/>
                </a:lnTo>
                <a:lnTo>
                  <a:pt x="2514054" y="73139"/>
                </a:lnTo>
                <a:lnTo>
                  <a:pt x="2514062" y="73729"/>
                </a:lnTo>
                <a:lnTo>
                  <a:pt x="2514064" y="74324"/>
                </a:lnTo>
                <a:lnTo>
                  <a:pt x="2514064" y="136324"/>
                </a:lnTo>
                <a:lnTo>
                  <a:pt x="2530538" y="136324"/>
                </a:lnTo>
                <a:lnTo>
                  <a:pt x="2530538" y="72308"/>
                </a:lnTo>
                <a:lnTo>
                  <a:pt x="2530525" y="70861"/>
                </a:lnTo>
                <a:lnTo>
                  <a:pt x="2530489" y="69441"/>
                </a:lnTo>
                <a:lnTo>
                  <a:pt x="2530427" y="68049"/>
                </a:lnTo>
                <a:lnTo>
                  <a:pt x="2530342" y="66685"/>
                </a:lnTo>
                <a:lnTo>
                  <a:pt x="2530232" y="65348"/>
                </a:lnTo>
                <a:lnTo>
                  <a:pt x="2530097" y="64038"/>
                </a:lnTo>
                <a:lnTo>
                  <a:pt x="2529938" y="62757"/>
                </a:lnTo>
                <a:lnTo>
                  <a:pt x="2529754" y="61503"/>
                </a:lnTo>
                <a:lnTo>
                  <a:pt x="2529546" y="60276"/>
                </a:lnTo>
                <a:lnTo>
                  <a:pt x="2529313" y="59078"/>
                </a:lnTo>
                <a:lnTo>
                  <a:pt x="2529056" y="57906"/>
                </a:lnTo>
                <a:lnTo>
                  <a:pt x="2528774" y="56763"/>
                </a:lnTo>
                <a:lnTo>
                  <a:pt x="2528468" y="55647"/>
                </a:lnTo>
                <a:lnTo>
                  <a:pt x="2528138" y="54558"/>
                </a:lnTo>
                <a:lnTo>
                  <a:pt x="2527783" y="53498"/>
                </a:lnTo>
                <a:lnTo>
                  <a:pt x="2527403" y="52465"/>
                </a:lnTo>
                <a:lnTo>
                  <a:pt x="2526999" y="51459"/>
                </a:lnTo>
                <a:lnTo>
                  <a:pt x="2526570" y="50481"/>
                </a:lnTo>
                <a:lnTo>
                  <a:pt x="2526117" y="49531"/>
                </a:lnTo>
                <a:lnTo>
                  <a:pt x="2525640" y="48608"/>
                </a:lnTo>
                <a:lnTo>
                  <a:pt x="2525138" y="47713"/>
                </a:lnTo>
                <a:lnTo>
                  <a:pt x="2524611" y="46846"/>
                </a:lnTo>
                <a:lnTo>
                  <a:pt x="2524060" y="46006"/>
                </a:lnTo>
                <a:lnTo>
                  <a:pt x="2523485" y="45194"/>
                </a:lnTo>
                <a:lnTo>
                  <a:pt x="2522881" y="44412"/>
                </a:lnTo>
                <a:lnTo>
                  <a:pt x="2522246" y="43663"/>
                </a:lnTo>
                <a:lnTo>
                  <a:pt x="2521579" y="42948"/>
                </a:lnTo>
                <a:lnTo>
                  <a:pt x="2520880" y="42265"/>
                </a:lnTo>
                <a:lnTo>
                  <a:pt x="2520150" y="41617"/>
                </a:lnTo>
                <a:lnTo>
                  <a:pt x="2519388" y="41001"/>
                </a:lnTo>
                <a:lnTo>
                  <a:pt x="2518594" y="40419"/>
                </a:lnTo>
                <a:lnTo>
                  <a:pt x="2517769" y="39870"/>
                </a:lnTo>
                <a:lnTo>
                  <a:pt x="2516912" y="39354"/>
                </a:lnTo>
                <a:lnTo>
                  <a:pt x="2516023" y="38871"/>
                </a:lnTo>
                <a:lnTo>
                  <a:pt x="2515103" y="38422"/>
                </a:lnTo>
                <a:lnTo>
                  <a:pt x="2514151" y="38006"/>
                </a:lnTo>
                <a:lnTo>
                  <a:pt x="2513167" y="37623"/>
                </a:lnTo>
                <a:lnTo>
                  <a:pt x="2512151" y="37274"/>
                </a:lnTo>
                <a:lnTo>
                  <a:pt x="2511104" y="36958"/>
                </a:lnTo>
                <a:lnTo>
                  <a:pt x="2510025" y="36675"/>
                </a:lnTo>
                <a:lnTo>
                  <a:pt x="2508915" y="36425"/>
                </a:lnTo>
                <a:lnTo>
                  <a:pt x="2507773" y="36209"/>
                </a:lnTo>
                <a:lnTo>
                  <a:pt x="2506599" y="36026"/>
                </a:lnTo>
                <a:lnTo>
                  <a:pt x="2505393" y="35876"/>
                </a:lnTo>
                <a:lnTo>
                  <a:pt x="2504156" y="35760"/>
                </a:lnTo>
                <a:lnTo>
                  <a:pt x="2502887" y="35677"/>
                </a:lnTo>
                <a:lnTo>
                  <a:pt x="2501587" y="35627"/>
                </a:lnTo>
                <a:lnTo>
                  <a:pt x="2500254" y="35610"/>
                </a:lnTo>
                <a:lnTo>
                  <a:pt x="2499194" y="35619"/>
                </a:lnTo>
                <a:lnTo>
                  <a:pt x="2498149" y="35646"/>
                </a:lnTo>
                <a:lnTo>
                  <a:pt x="2497119" y="35691"/>
                </a:lnTo>
                <a:lnTo>
                  <a:pt x="2496106" y="35754"/>
                </a:lnTo>
                <a:lnTo>
                  <a:pt x="2495108" y="35835"/>
                </a:lnTo>
                <a:lnTo>
                  <a:pt x="2494126" y="35934"/>
                </a:lnTo>
                <a:lnTo>
                  <a:pt x="2493160" y="36051"/>
                </a:lnTo>
                <a:lnTo>
                  <a:pt x="2492209" y="36185"/>
                </a:lnTo>
                <a:lnTo>
                  <a:pt x="2491275" y="36338"/>
                </a:lnTo>
                <a:lnTo>
                  <a:pt x="2490356" y="36509"/>
                </a:lnTo>
                <a:lnTo>
                  <a:pt x="2489453" y="36698"/>
                </a:lnTo>
                <a:lnTo>
                  <a:pt x="2488565" y="36905"/>
                </a:lnTo>
                <a:lnTo>
                  <a:pt x="2487693" y="37130"/>
                </a:lnTo>
                <a:lnTo>
                  <a:pt x="2486837" y="37372"/>
                </a:lnTo>
                <a:lnTo>
                  <a:pt x="2485997" y="37633"/>
                </a:lnTo>
                <a:lnTo>
                  <a:pt x="2485173" y="37912"/>
                </a:lnTo>
                <a:lnTo>
                  <a:pt x="2484364" y="38208"/>
                </a:lnTo>
                <a:lnTo>
                  <a:pt x="2483571" y="38523"/>
                </a:lnTo>
                <a:lnTo>
                  <a:pt x="2482794" y="38856"/>
                </a:lnTo>
                <a:lnTo>
                  <a:pt x="2482033" y="39206"/>
                </a:lnTo>
                <a:lnTo>
                  <a:pt x="2481287" y="39575"/>
                </a:lnTo>
                <a:lnTo>
                  <a:pt x="2480557" y="39962"/>
                </a:lnTo>
                <a:lnTo>
                  <a:pt x="2479843" y="40366"/>
                </a:lnTo>
                <a:lnTo>
                  <a:pt x="2479145" y="40789"/>
                </a:lnTo>
                <a:lnTo>
                  <a:pt x="2478461" y="41222"/>
                </a:lnTo>
                <a:lnTo>
                  <a:pt x="2477790" y="41656"/>
                </a:lnTo>
                <a:lnTo>
                  <a:pt x="2477133" y="42094"/>
                </a:lnTo>
                <a:lnTo>
                  <a:pt x="2476490" y="42533"/>
                </a:lnTo>
                <a:lnTo>
                  <a:pt x="2475859" y="42974"/>
                </a:lnTo>
                <a:lnTo>
                  <a:pt x="2475242" y="43418"/>
                </a:lnTo>
                <a:lnTo>
                  <a:pt x="2474638" y="43864"/>
                </a:lnTo>
                <a:lnTo>
                  <a:pt x="2474048" y="44313"/>
                </a:lnTo>
                <a:lnTo>
                  <a:pt x="2473471" y="44763"/>
                </a:lnTo>
                <a:lnTo>
                  <a:pt x="2472908" y="45216"/>
                </a:lnTo>
                <a:lnTo>
                  <a:pt x="2472357" y="45671"/>
                </a:lnTo>
                <a:lnTo>
                  <a:pt x="2471820" y="46128"/>
                </a:lnTo>
                <a:lnTo>
                  <a:pt x="2471297" y="46587"/>
                </a:lnTo>
                <a:lnTo>
                  <a:pt x="2470787" y="47049"/>
                </a:lnTo>
                <a:lnTo>
                  <a:pt x="2470290" y="47513"/>
                </a:lnTo>
                <a:lnTo>
                  <a:pt x="2469806" y="47979"/>
                </a:lnTo>
                <a:lnTo>
                  <a:pt x="2469336" y="48447"/>
                </a:lnTo>
                <a:lnTo>
                  <a:pt x="2468880" y="48918"/>
                </a:lnTo>
                <a:lnTo>
                  <a:pt x="2468436" y="49390"/>
                </a:lnTo>
                <a:lnTo>
                  <a:pt x="2468006" y="49865"/>
                </a:lnTo>
                <a:lnTo>
                  <a:pt x="2467590" y="50343"/>
                </a:lnTo>
                <a:lnTo>
                  <a:pt x="2467186" y="50822"/>
                </a:lnTo>
                <a:lnTo>
                  <a:pt x="2466796" y="51304"/>
                </a:lnTo>
                <a:lnTo>
                  <a:pt x="2466420" y="51788"/>
                </a:lnTo>
                <a:lnTo>
                  <a:pt x="2466420" y="3551"/>
                </a:lnTo>
                <a:lnTo>
                  <a:pt x="2450045" y="3551"/>
                </a:lnTo>
                <a:lnTo>
                  <a:pt x="2450045" y="136324"/>
                </a:lnTo>
                <a:lnTo>
                  <a:pt x="2466518" y="136324"/>
                </a:lnTo>
                <a:lnTo>
                  <a:pt x="2466518" y="65613"/>
                </a:lnTo>
                <a:lnTo>
                  <a:pt x="2466893" y="65111"/>
                </a:lnTo>
                <a:lnTo>
                  <a:pt x="2467278" y="64612"/>
                </a:lnTo>
                <a:lnTo>
                  <a:pt x="2467673" y="64116"/>
                </a:lnTo>
                <a:close/>
                <a:moveTo>
                  <a:pt x="2745249" y="64116"/>
                </a:moveTo>
                <a:lnTo>
                  <a:pt x="2745654" y="63624"/>
                </a:lnTo>
                <a:lnTo>
                  <a:pt x="2746069" y="63135"/>
                </a:lnTo>
                <a:lnTo>
                  <a:pt x="2746493" y="62650"/>
                </a:lnTo>
                <a:lnTo>
                  <a:pt x="2746928" y="62168"/>
                </a:lnTo>
                <a:lnTo>
                  <a:pt x="2747372" y="61689"/>
                </a:lnTo>
                <a:lnTo>
                  <a:pt x="2747826" y="61214"/>
                </a:lnTo>
                <a:lnTo>
                  <a:pt x="2748291" y="60743"/>
                </a:lnTo>
                <a:lnTo>
                  <a:pt x="2748765" y="60274"/>
                </a:lnTo>
                <a:lnTo>
                  <a:pt x="2749249" y="59809"/>
                </a:lnTo>
                <a:lnTo>
                  <a:pt x="2749743" y="59348"/>
                </a:lnTo>
                <a:lnTo>
                  <a:pt x="2750247" y="58889"/>
                </a:lnTo>
                <a:lnTo>
                  <a:pt x="2750761" y="58435"/>
                </a:lnTo>
                <a:lnTo>
                  <a:pt x="2751285" y="57983"/>
                </a:lnTo>
                <a:lnTo>
                  <a:pt x="2751819" y="57535"/>
                </a:lnTo>
                <a:lnTo>
                  <a:pt x="2752362" y="57091"/>
                </a:lnTo>
                <a:lnTo>
                  <a:pt x="2752916" y="56649"/>
                </a:lnTo>
                <a:lnTo>
                  <a:pt x="2753480" y="56211"/>
                </a:lnTo>
                <a:lnTo>
                  <a:pt x="2754053" y="55777"/>
                </a:lnTo>
                <a:lnTo>
                  <a:pt x="2754637" y="55346"/>
                </a:lnTo>
                <a:lnTo>
                  <a:pt x="2755230" y="54918"/>
                </a:lnTo>
                <a:lnTo>
                  <a:pt x="2755833" y="54494"/>
                </a:lnTo>
                <a:lnTo>
                  <a:pt x="2756448" y="54080"/>
                </a:lnTo>
                <a:lnTo>
                  <a:pt x="2757074" y="53684"/>
                </a:lnTo>
                <a:lnTo>
                  <a:pt x="2757712" y="53305"/>
                </a:lnTo>
                <a:lnTo>
                  <a:pt x="2758362" y="52944"/>
                </a:lnTo>
                <a:lnTo>
                  <a:pt x="2759025" y="52600"/>
                </a:lnTo>
                <a:lnTo>
                  <a:pt x="2759699" y="52274"/>
                </a:lnTo>
                <a:lnTo>
                  <a:pt x="2760385" y="51966"/>
                </a:lnTo>
                <a:lnTo>
                  <a:pt x="2761083" y="51675"/>
                </a:lnTo>
                <a:lnTo>
                  <a:pt x="2761793" y="51402"/>
                </a:lnTo>
                <a:lnTo>
                  <a:pt x="2762516" y="51147"/>
                </a:lnTo>
                <a:lnTo>
                  <a:pt x="2763250" y="50909"/>
                </a:lnTo>
                <a:lnTo>
                  <a:pt x="2763996" y="50689"/>
                </a:lnTo>
                <a:lnTo>
                  <a:pt x="2764754" y="50486"/>
                </a:lnTo>
                <a:lnTo>
                  <a:pt x="2765524" y="50301"/>
                </a:lnTo>
                <a:lnTo>
                  <a:pt x="2766306" y="50134"/>
                </a:lnTo>
                <a:lnTo>
                  <a:pt x="2767101" y="49984"/>
                </a:lnTo>
                <a:lnTo>
                  <a:pt x="2767907" y="49852"/>
                </a:lnTo>
                <a:lnTo>
                  <a:pt x="2768725" y="49737"/>
                </a:lnTo>
                <a:lnTo>
                  <a:pt x="2769555" y="49640"/>
                </a:lnTo>
                <a:lnTo>
                  <a:pt x="2770397" y="49561"/>
                </a:lnTo>
                <a:lnTo>
                  <a:pt x="2771251" y="49499"/>
                </a:lnTo>
                <a:lnTo>
                  <a:pt x="2772117" y="49455"/>
                </a:lnTo>
                <a:lnTo>
                  <a:pt x="2772995" y="49429"/>
                </a:lnTo>
                <a:lnTo>
                  <a:pt x="2773885" y="49420"/>
                </a:lnTo>
                <a:lnTo>
                  <a:pt x="2774479" y="49426"/>
                </a:lnTo>
                <a:lnTo>
                  <a:pt x="2775062" y="49442"/>
                </a:lnTo>
                <a:lnTo>
                  <a:pt x="2775633" y="49471"/>
                </a:lnTo>
                <a:lnTo>
                  <a:pt x="2776192" y="49510"/>
                </a:lnTo>
                <a:lnTo>
                  <a:pt x="2776740" y="49560"/>
                </a:lnTo>
                <a:lnTo>
                  <a:pt x="2777276" y="49622"/>
                </a:lnTo>
                <a:lnTo>
                  <a:pt x="2777800" y="49695"/>
                </a:lnTo>
                <a:lnTo>
                  <a:pt x="2778313" y="49779"/>
                </a:lnTo>
                <a:lnTo>
                  <a:pt x="2778814" y="49874"/>
                </a:lnTo>
                <a:lnTo>
                  <a:pt x="2779303" y="49980"/>
                </a:lnTo>
                <a:lnTo>
                  <a:pt x="2779781" y="50098"/>
                </a:lnTo>
                <a:lnTo>
                  <a:pt x="2780247" y="50227"/>
                </a:lnTo>
                <a:lnTo>
                  <a:pt x="2780702" y="50367"/>
                </a:lnTo>
                <a:lnTo>
                  <a:pt x="2781145" y="50518"/>
                </a:lnTo>
                <a:lnTo>
                  <a:pt x="2781576" y="50681"/>
                </a:lnTo>
                <a:lnTo>
                  <a:pt x="2781996" y="50855"/>
                </a:lnTo>
                <a:lnTo>
                  <a:pt x="2782404" y="51039"/>
                </a:lnTo>
                <a:lnTo>
                  <a:pt x="2782800" y="51236"/>
                </a:lnTo>
                <a:lnTo>
                  <a:pt x="2783184" y="51443"/>
                </a:lnTo>
                <a:lnTo>
                  <a:pt x="2783557" y="51661"/>
                </a:lnTo>
                <a:lnTo>
                  <a:pt x="2783919" y="51891"/>
                </a:lnTo>
                <a:lnTo>
                  <a:pt x="2784268" y="52132"/>
                </a:lnTo>
                <a:lnTo>
                  <a:pt x="2784607" y="52384"/>
                </a:lnTo>
                <a:lnTo>
                  <a:pt x="2784933" y="52648"/>
                </a:lnTo>
                <a:lnTo>
                  <a:pt x="2785249" y="52921"/>
                </a:lnTo>
                <a:lnTo>
                  <a:pt x="2785557" y="53202"/>
                </a:lnTo>
                <a:lnTo>
                  <a:pt x="2785857" y="53492"/>
                </a:lnTo>
                <a:lnTo>
                  <a:pt x="2786148" y="53790"/>
                </a:lnTo>
                <a:lnTo>
                  <a:pt x="2786431" y="54097"/>
                </a:lnTo>
                <a:lnTo>
                  <a:pt x="2786705" y="54412"/>
                </a:lnTo>
                <a:lnTo>
                  <a:pt x="2786971" y="54735"/>
                </a:lnTo>
                <a:lnTo>
                  <a:pt x="2787229" y="55067"/>
                </a:lnTo>
                <a:lnTo>
                  <a:pt x="2787478" y="55407"/>
                </a:lnTo>
                <a:lnTo>
                  <a:pt x="2787719" y="55756"/>
                </a:lnTo>
                <a:lnTo>
                  <a:pt x="2787952" y="56112"/>
                </a:lnTo>
                <a:lnTo>
                  <a:pt x="2788176" y="56478"/>
                </a:lnTo>
                <a:lnTo>
                  <a:pt x="2788392" y="56851"/>
                </a:lnTo>
                <a:lnTo>
                  <a:pt x="2788599" y="57233"/>
                </a:lnTo>
                <a:lnTo>
                  <a:pt x="2788798" y="57624"/>
                </a:lnTo>
                <a:lnTo>
                  <a:pt x="2788988" y="58022"/>
                </a:lnTo>
                <a:lnTo>
                  <a:pt x="2789170" y="58429"/>
                </a:lnTo>
                <a:lnTo>
                  <a:pt x="2789344" y="58845"/>
                </a:lnTo>
                <a:lnTo>
                  <a:pt x="2789509" y="59269"/>
                </a:lnTo>
                <a:lnTo>
                  <a:pt x="2789666" y="59701"/>
                </a:lnTo>
                <a:lnTo>
                  <a:pt x="2789815" y="60141"/>
                </a:lnTo>
                <a:lnTo>
                  <a:pt x="2789955" y="60590"/>
                </a:lnTo>
                <a:lnTo>
                  <a:pt x="2790087" y="61047"/>
                </a:lnTo>
                <a:lnTo>
                  <a:pt x="2790210" y="61513"/>
                </a:lnTo>
                <a:lnTo>
                  <a:pt x="2790327" y="61985"/>
                </a:lnTo>
                <a:lnTo>
                  <a:pt x="2790439" y="62463"/>
                </a:lnTo>
                <a:lnTo>
                  <a:pt x="2790546" y="62946"/>
                </a:lnTo>
                <a:lnTo>
                  <a:pt x="2790647" y="63434"/>
                </a:lnTo>
                <a:lnTo>
                  <a:pt x="2790744" y="63928"/>
                </a:lnTo>
                <a:lnTo>
                  <a:pt x="2790836" y="64427"/>
                </a:lnTo>
                <a:lnTo>
                  <a:pt x="2790923" y="64931"/>
                </a:lnTo>
                <a:lnTo>
                  <a:pt x="2791005" y="65441"/>
                </a:lnTo>
                <a:lnTo>
                  <a:pt x="2791082" y="65956"/>
                </a:lnTo>
                <a:lnTo>
                  <a:pt x="2791154" y="66476"/>
                </a:lnTo>
                <a:lnTo>
                  <a:pt x="2791221" y="67002"/>
                </a:lnTo>
                <a:lnTo>
                  <a:pt x="2791283" y="67533"/>
                </a:lnTo>
                <a:lnTo>
                  <a:pt x="2791340" y="68070"/>
                </a:lnTo>
                <a:lnTo>
                  <a:pt x="2791392" y="68612"/>
                </a:lnTo>
                <a:lnTo>
                  <a:pt x="2791440" y="69159"/>
                </a:lnTo>
                <a:lnTo>
                  <a:pt x="2791482" y="69711"/>
                </a:lnTo>
                <a:lnTo>
                  <a:pt x="2791519" y="70269"/>
                </a:lnTo>
                <a:lnTo>
                  <a:pt x="2791551" y="70833"/>
                </a:lnTo>
                <a:lnTo>
                  <a:pt x="2791579" y="71401"/>
                </a:lnTo>
                <a:lnTo>
                  <a:pt x="2791601" y="71975"/>
                </a:lnTo>
                <a:lnTo>
                  <a:pt x="2791618" y="72554"/>
                </a:lnTo>
                <a:lnTo>
                  <a:pt x="2791631" y="73139"/>
                </a:lnTo>
                <a:lnTo>
                  <a:pt x="2791638" y="73729"/>
                </a:lnTo>
                <a:lnTo>
                  <a:pt x="2791641" y="74324"/>
                </a:lnTo>
                <a:lnTo>
                  <a:pt x="2791641" y="136324"/>
                </a:lnTo>
                <a:lnTo>
                  <a:pt x="2808114" y="136324"/>
                </a:lnTo>
                <a:lnTo>
                  <a:pt x="2808114" y="72308"/>
                </a:lnTo>
                <a:lnTo>
                  <a:pt x="2808102" y="70861"/>
                </a:lnTo>
                <a:lnTo>
                  <a:pt x="2808065" y="69441"/>
                </a:lnTo>
                <a:lnTo>
                  <a:pt x="2808004" y="68049"/>
                </a:lnTo>
                <a:lnTo>
                  <a:pt x="2807918" y="66685"/>
                </a:lnTo>
                <a:lnTo>
                  <a:pt x="2807808" y="65348"/>
                </a:lnTo>
                <a:lnTo>
                  <a:pt x="2807673" y="64038"/>
                </a:lnTo>
                <a:lnTo>
                  <a:pt x="2807514" y="62757"/>
                </a:lnTo>
                <a:lnTo>
                  <a:pt x="2807330" y="61503"/>
                </a:lnTo>
                <a:lnTo>
                  <a:pt x="2807122" y="60276"/>
                </a:lnTo>
                <a:lnTo>
                  <a:pt x="2806890" y="59078"/>
                </a:lnTo>
                <a:lnTo>
                  <a:pt x="2806632" y="57906"/>
                </a:lnTo>
                <a:lnTo>
                  <a:pt x="2806351" y="56763"/>
                </a:lnTo>
                <a:lnTo>
                  <a:pt x="2806045" y="55647"/>
                </a:lnTo>
                <a:lnTo>
                  <a:pt x="2805714" y="54558"/>
                </a:lnTo>
                <a:lnTo>
                  <a:pt x="2805359" y="53498"/>
                </a:lnTo>
                <a:lnTo>
                  <a:pt x="2804979" y="52465"/>
                </a:lnTo>
                <a:lnTo>
                  <a:pt x="2804575" y="51459"/>
                </a:lnTo>
                <a:lnTo>
                  <a:pt x="2804147" y="50481"/>
                </a:lnTo>
                <a:lnTo>
                  <a:pt x="2803694" y="49531"/>
                </a:lnTo>
                <a:lnTo>
                  <a:pt x="2803216" y="48608"/>
                </a:lnTo>
                <a:lnTo>
                  <a:pt x="2802714" y="47713"/>
                </a:lnTo>
                <a:lnTo>
                  <a:pt x="2802188" y="46846"/>
                </a:lnTo>
                <a:lnTo>
                  <a:pt x="2801637" y="46006"/>
                </a:lnTo>
                <a:lnTo>
                  <a:pt x="2801061" y="45194"/>
                </a:lnTo>
                <a:lnTo>
                  <a:pt x="2800457" y="44412"/>
                </a:lnTo>
                <a:lnTo>
                  <a:pt x="2799822" y="43663"/>
                </a:lnTo>
                <a:lnTo>
                  <a:pt x="2799155" y="42948"/>
                </a:lnTo>
                <a:lnTo>
                  <a:pt x="2798457" y="42265"/>
                </a:lnTo>
                <a:lnTo>
                  <a:pt x="2797726" y="41617"/>
                </a:lnTo>
                <a:lnTo>
                  <a:pt x="2796964" y="41001"/>
                </a:lnTo>
                <a:lnTo>
                  <a:pt x="2796171" y="40419"/>
                </a:lnTo>
                <a:lnTo>
                  <a:pt x="2795345" y="39870"/>
                </a:lnTo>
                <a:lnTo>
                  <a:pt x="2794488" y="39354"/>
                </a:lnTo>
                <a:lnTo>
                  <a:pt x="2793599" y="38871"/>
                </a:lnTo>
                <a:lnTo>
                  <a:pt x="2792679" y="38422"/>
                </a:lnTo>
                <a:lnTo>
                  <a:pt x="2791727" y="38006"/>
                </a:lnTo>
                <a:lnTo>
                  <a:pt x="2790743" y="37623"/>
                </a:lnTo>
                <a:lnTo>
                  <a:pt x="2789728" y="37274"/>
                </a:lnTo>
                <a:lnTo>
                  <a:pt x="2788681" y="36958"/>
                </a:lnTo>
                <a:lnTo>
                  <a:pt x="2787602" y="36675"/>
                </a:lnTo>
                <a:lnTo>
                  <a:pt x="2786491" y="36425"/>
                </a:lnTo>
                <a:lnTo>
                  <a:pt x="2785349" y="36209"/>
                </a:lnTo>
                <a:lnTo>
                  <a:pt x="2784175" y="36026"/>
                </a:lnTo>
                <a:lnTo>
                  <a:pt x="2782970" y="35876"/>
                </a:lnTo>
                <a:lnTo>
                  <a:pt x="2781732" y="35760"/>
                </a:lnTo>
                <a:lnTo>
                  <a:pt x="2780464" y="35677"/>
                </a:lnTo>
                <a:lnTo>
                  <a:pt x="2779163" y="35627"/>
                </a:lnTo>
                <a:lnTo>
                  <a:pt x="2777831" y="35610"/>
                </a:lnTo>
                <a:lnTo>
                  <a:pt x="2776770" y="35619"/>
                </a:lnTo>
                <a:lnTo>
                  <a:pt x="2775725" y="35646"/>
                </a:lnTo>
                <a:lnTo>
                  <a:pt x="2774696" y="35691"/>
                </a:lnTo>
                <a:lnTo>
                  <a:pt x="2773682" y="35754"/>
                </a:lnTo>
                <a:lnTo>
                  <a:pt x="2772684" y="35835"/>
                </a:lnTo>
                <a:lnTo>
                  <a:pt x="2771702" y="35934"/>
                </a:lnTo>
                <a:lnTo>
                  <a:pt x="2770736" y="36051"/>
                </a:lnTo>
                <a:lnTo>
                  <a:pt x="2769786" y="36185"/>
                </a:lnTo>
                <a:lnTo>
                  <a:pt x="2768851" y="36338"/>
                </a:lnTo>
                <a:lnTo>
                  <a:pt x="2767932" y="36509"/>
                </a:lnTo>
                <a:lnTo>
                  <a:pt x="2767029" y="36698"/>
                </a:lnTo>
                <a:lnTo>
                  <a:pt x="2766141" y="36905"/>
                </a:lnTo>
                <a:lnTo>
                  <a:pt x="2765270" y="37130"/>
                </a:lnTo>
                <a:lnTo>
                  <a:pt x="2764414" y="37372"/>
                </a:lnTo>
                <a:lnTo>
                  <a:pt x="2763574" y="37633"/>
                </a:lnTo>
                <a:lnTo>
                  <a:pt x="2762749" y="37912"/>
                </a:lnTo>
                <a:lnTo>
                  <a:pt x="2761941" y="38208"/>
                </a:lnTo>
                <a:lnTo>
                  <a:pt x="2761148" y="38523"/>
                </a:lnTo>
                <a:lnTo>
                  <a:pt x="2760371" y="38856"/>
                </a:lnTo>
                <a:lnTo>
                  <a:pt x="2759609" y="39206"/>
                </a:lnTo>
                <a:lnTo>
                  <a:pt x="2758863" y="39575"/>
                </a:lnTo>
                <a:lnTo>
                  <a:pt x="2758134" y="39962"/>
                </a:lnTo>
                <a:lnTo>
                  <a:pt x="2757419" y="40366"/>
                </a:lnTo>
                <a:lnTo>
                  <a:pt x="2756721" y="40789"/>
                </a:lnTo>
                <a:lnTo>
                  <a:pt x="2756037" y="41222"/>
                </a:lnTo>
                <a:lnTo>
                  <a:pt x="2755367" y="41656"/>
                </a:lnTo>
                <a:lnTo>
                  <a:pt x="2754710" y="42094"/>
                </a:lnTo>
                <a:lnTo>
                  <a:pt x="2754066" y="42533"/>
                </a:lnTo>
                <a:lnTo>
                  <a:pt x="2753436" y="42974"/>
                </a:lnTo>
                <a:lnTo>
                  <a:pt x="2752819" y="43418"/>
                </a:lnTo>
                <a:lnTo>
                  <a:pt x="2752215" y="43864"/>
                </a:lnTo>
                <a:lnTo>
                  <a:pt x="2751625" y="44313"/>
                </a:lnTo>
                <a:lnTo>
                  <a:pt x="2751048" y="44763"/>
                </a:lnTo>
                <a:lnTo>
                  <a:pt x="2750484" y="45216"/>
                </a:lnTo>
                <a:lnTo>
                  <a:pt x="2749934" y="45671"/>
                </a:lnTo>
                <a:lnTo>
                  <a:pt x="2749397" y="46128"/>
                </a:lnTo>
                <a:lnTo>
                  <a:pt x="2748873" y="46587"/>
                </a:lnTo>
                <a:lnTo>
                  <a:pt x="2748363" y="47049"/>
                </a:lnTo>
                <a:lnTo>
                  <a:pt x="2747866" y="47513"/>
                </a:lnTo>
                <a:lnTo>
                  <a:pt x="2747383" y="47979"/>
                </a:lnTo>
                <a:lnTo>
                  <a:pt x="2746913" y="48447"/>
                </a:lnTo>
                <a:lnTo>
                  <a:pt x="2746456" y="48918"/>
                </a:lnTo>
                <a:lnTo>
                  <a:pt x="2746013" y="49390"/>
                </a:lnTo>
                <a:lnTo>
                  <a:pt x="2745583" y="49865"/>
                </a:lnTo>
                <a:lnTo>
                  <a:pt x="2745166" y="50343"/>
                </a:lnTo>
                <a:lnTo>
                  <a:pt x="2744763" y="50822"/>
                </a:lnTo>
                <a:lnTo>
                  <a:pt x="2744373" y="51304"/>
                </a:lnTo>
                <a:lnTo>
                  <a:pt x="2743996" y="51788"/>
                </a:lnTo>
                <a:lnTo>
                  <a:pt x="2743996" y="3551"/>
                </a:lnTo>
                <a:lnTo>
                  <a:pt x="2727621" y="3551"/>
                </a:lnTo>
                <a:lnTo>
                  <a:pt x="2727621" y="136324"/>
                </a:lnTo>
                <a:lnTo>
                  <a:pt x="2744095" y="136324"/>
                </a:lnTo>
                <a:lnTo>
                  <a:pt x="2744095" y="65613"/>
                </a:lnTo>
                <a:lnTo>
                  <a:pt x="2744470" y="65111"/>
                </a:lnTo>
                <a:lnTo>
                  <a:pt x="2744854" y="64612"/>
                </a:lnTo>
                <a:lnTo>
                  <a:pt x="2745249" y="64116"/>
                </a:lnTo>
                <a:close/>
                <a:moveTo>
                  <a:pt x="1907519" y="137849"/>
                </a:moveTo>
                <a:lnTo>
                  <a:pt x="1908478" y="137738"/>
                </a:lnTo>
                <a:lnTo>
                  <a:pt x="1909426" y="137608"/>
                </a:lnTo>
                <a:lnTo>
                  <a:pt x="1910363" y="137457"/>
                </a:lnTo>
                <a:lnTo>
                  <a:pt x="1911289" y="137286"/>
                </a:lnTo>
                <a:lnTo>
                  <a:pt x="1912205" y="137095"/>
                </a:lnTo>
                <a:lnTo>
                  <a:pt x="1913109" y="136884"/>
                </a:lnTo>
                <a:lnTo>
                  <a:pt x="1914002" y="136653"/>
                </a:lnTo>
                <a:lnTo>
                  <a:pt x="1914884" y="136401"/>
                </a:lnTo>
                <a:lnTo>
                  <a:pt x="1915756" y="136130"/>
                </a:lnTo>
                <a:lnTo>
                  <a:pt x="1916616" y="135839"/>
                </a:lnTo>
                <a:lnTo>
                  <a:pt x="1917465" y="135527"/>
                </a:lnTo>
                <a:lnTo>
                  <a:pt x="1918304" y="135195"/>
                </a:lnTo>
                <a:lnTo>
                  <a:pt x="1919131" y="134844"/>
                </a:lnTo>
                <a:lnTo>
                  <a:pt x="1919948" y="134472"/>
                </a:lnTo>
                <a:lnTo>
                  <a:pt x="1920754" y="134080"/>
                </a:lnTo>
                <a:lnTo>
                  <a:pt x="1921548" y="133668"/>
                </a:lnTo>
                <a:lnTo>
                  <a:pt x="1922332" y="133236"/>
                </a:lnTo>
                <a:lnTo>
                  <a:pt x="1923105" y="132783"/>
                </a:lnTo>
                <a:lnTo>
                  <a:pt x="1923866" y="132311"/>
                </a:lnTo>
                <a:lnTo>
                  <a:pt x="1924615" y="131819"/>
                </a:lnTo>
                <a:lnTo>
                  <a:pt x="1925350" y="131307"/>
                </a:lnTo>
                <a:lnTo>
                  <a:pt x="1926071" y="130776"/>
                </a:lnTo>
                <a:lnTo>
                  <a:pt x="1926778" y="130225"/>
                </a:lnTo>
                <a:lnTo>
                  <a:pt x="1927470" y="129654"/>
                </a:lnTo>
                <a:lnTo>
                  <a:pt x="1928148" y="129064"/>
                </a:lnTo>
                <a:lnTo>
                  <a:pt x="1928812" y="128454"/>
                </a:lnTo>
                <a:lnTo>
                  <a:pt x="1929462" y="127825"/>
                </a:lnTo>
                <a:lnTo>
                  <a:pt x="1930097" y="127176"/>
                </a:lnTo>
                <a:lnTo>
                  <a:pt x="1930718" y="126508"/>
                </a:lnTo>
                <a:lnTo>
                  <a:pt x="1931325" y="125820"/>
                </a:lnTo>
                <a:lnTo>
                  <a:pt x="1931918" y="125112"/>
                </a:lnTo>
                <a:lnTo>
                  <a:pt x="1932497" y="124385"/>
                </a:lnTo>
                <a:lnTo>
                  <a:pt x="1933061" y="123638"/>
                </a:lnTo>
                <a:lnTo>
                  <a:pt x="1933611" y="122872"/>
                </a:lnTo>
                <a:lnTo>
                  <a:pt x="1934147" y="122086"/>
                </a:lnTo>
                <a:lnTo>
                  <a:pt x="1934669" y="121281"/>
                </a:lnTo>
                <a:lnTo>
                  <a:pt x="1935176" y="120456"/>
                </a:lnTo>
                <a:lnTo>
                  <a:pt x="1935670" y="119611"/>
                </a:lnTo>
                <a:lnTo>
                  <a:pt x="1936149" y="118747"/>
                </a:lnTo>
                <a:lnTo>
                  <a:pt x="1936614" y="117863"/>
                </a:lnTo>
                <a:lnTo>
                  <a:pt x="1937064" y="116960"/>
                </a:lnTo>
                <a:lnTo>
                  <a:pt x="1937501" y="116037"/>
                </a:lnTo>
                <a:lnTo>
                  <a:pt x="1937923" y="115095"/>
                </a:lnTo>
                <a:lnTo>
                  <a:pt x="1938329" y="114133"/>
                </a:lnTo>
                <a:lnTo>
                  <a:pt x="1938719" y="113152"/>
                </a:lnTo>
                <a:lnTo>
                  <a:pt x="1939090" y="112152"/>
                </a:lnTo>
                <a:lnTo>
                  <a:pt x="1939445" y="111134"/>
                </a:lnTo>
                <a:lnTo>
                  <a:pt x="1939782" y="110096"/>
                </a:lnTo>
                <a:lnTo>
                  <a:pt x="1940102" y="109040"/>
                </a:lnTo>
                <a:lnTo>
                  <a:pt x="1940405" y="107965"/>
                </a:lnTo>
                <a:lnTo>
                  <a:pt x="1940690" y="106871"/>
                </a:lnTo>
                <a:lnTo>
                  <a:pt x="1940958" y="105759"/>
                </a:lnTo>
                <a:lnTo>
                  <a:pt x="1941209" y="104627"/>
                </a:lnTo>
                <a:lnTo>
                  <a:pt x="1941443" y="103477"/>
                </a:lnTo>
                <a:lnTo>
                  <a:pt x="1941659" y="102307"/>
                </a:lnTo>
                <a:lnTo>
                  <a:pt x="1941858" y="101119"/>
                </a:lnTo>
                <a:lnTo>
                  <a:pt x="1942040" y="99912"/>
                </a:lnTo>
                <a:lnTo>
                  <a:pt x="1942204" y="98686"/>
                </a:lnTo>
                <a:lnTo>
                  <a:pt x="1942351" y="97442"/>
                </a:lnTo>
                <a:lnTo>
                  <a:pt x="1942481" y="96178"/>
                </a:lnTo>
                <a:lnTo>
                  <a:pt x="1942593" y="94896"/>
                </a:lnTo>
                <a:lnTo>
                  <a:pt x="1942688" y="93595"/>
                </a:lnTo>
                <a:lnTo>
                  <a:pt x="1942766" y="92274"/>
                </a:lnTo>
                <a:lnTo>
                  <a:pt x="1942827" y="90936"/>
                </a:lnTo>
                <a:lnTo>
                  <a:pt x="1942870" y="89578"/>
                </a:lnTo>
                <a:lnTo>
                  <a:pt x="1942896" y="88201"/>
                </a:lnTo>
                <a:lnTo>
                  <a:pt x="1942904" y="86806"/>
                </a:lnTo>
                <a:lnTo>
                  <a:pt x="1942896" y="85402"/>
                </a:lnTo>
                <a:lnTo>
                  <a:pt x="1942872" y="84017"/>
                </a:lnTo>
                <a:lnTo>
                  <a:pt x="1942831" y="82652"/>
                </a:lnTo>
                <a:lnTo>
                  <a:pt x="1942774" y="81306"/>
                </a:lnTo>
                <a:lnTo>
                  <a:pt x="1942701" y="79980"/>
                </a:lnTo>
                <a:lnTo>
                  <a:pt x="1942612" y="78673"/>
                </a:lnTo>
                <a:lnTo>
                  <a:pt x="1942506" y="77386"/>
                </a:lnTo>
                <a:lnTo>
                  <a:pt x="1942384" y="76118"/>
                </a:lnTo>
                <a:lnTo>
                  <a:pt x="1942245" y="74869"/>
                </a:lnTo>
                <a:lnTo>
                  <a:pt x="1942091" y="73640"/>
                </a:lnTo>
                <a:lnTo>
                  <a:pt x="1941920" y="72430"/>
                </a:lnTo>
                <a:lnTo>
                  <a:pt x="1941733" y="71239"/>
                </a:lnTo>
                <a:lnTo>
                  <a:pt x="1941530" y="70068"/>
                </a:lnTo>
                <a:lnTo>
                  <a:pt x="1941310" y="68917"/>
                </a:lnTo>
                <a:lnTo>
                  <a:pt x="1941074" y="67784"/>
                </a:lnTo>
                <a:lnTo>
                  <a:pt x="1940822" y="66672"/>
                </a:lnTo>
                <a:lnTo>
                  <a:pt x="1940553" y="65578"/>
                </a:lnTo>
                <a:lnTo>
                  <a:pt x="1940269" y="64504"/>
                </a:lnTo>
                <a:lnTo>
                  <a:pt x="1939968" y="63450"/>
                </a:lnTo>
                <a:lnTo>
                  <a:pt x="1939651" y="62414"/>
                </a:lnTo>
                <a:lnTo>
                  <a:pt x="1939317" y="61398"/>
                </a:lnTo>
                <a:lnTo>
                  <a:pt x="1938967" y="60402"/>
                </a:lnTo>
                <a:lnTo>
                  <a:pt x="1938601" y="59425"/>
                </a:lnTo>
                <a:lnTo>
                  <a:pt x="1938219" y="58467"/>
                </a:lnTo>
                <a:lnTo>
                  <a:pt x="1937822" y="57529"/>
                </a:lnTo>
                <a:lnTo>
                  <a:pt x="1937411" y="56610"/>
                </a:lnTo>
                <a:lnTo>
                  <a:pt x="1936987" y="55711"/>
                </a:lnTo>
                <a:lnTo>
                  <a:pt x="1936549" y="54831"/>
                </a:lnTo>
                <a:lnTo>
                  <a:pt x="1936097" y="53971"/>
                </a:lnTo>
                <a:lnTo>
                  <a:pt x="1935633" y="53131"/>
                </a:lnTo>
                <a:lnTo>
                  <a:pt x="1935154" y="52310"/>
                </a:lnTo>
                <a:lnTo>
                  <a:pt x="1934662" y="51509"/>
                </a:lnTo>
                <a:lnTo>
                  <a:pt x="1934157" y="50727"/>
                </a:lnTo>
                <a:lnTo>
                  <a:pt x="1933638" y="49965"/>
                </a:lnTo>
                <a:lnTo>
                  <a:pt x="1933105" y="49222"/>
                </a:lnTo>
                <a:lnTo>
                  <a:pt x="1932559" y="48499"/>
                </a:lnTo>
                <a:lnTo>
                  <a:pt x="1932000" y="47796"/>
                </a:lnTo>
                <a:lnTo>
                  <a:pt x="1931427" y="47112"/>
                </a:lnTo>
                <a:lnTo>
                  <a:pt x="1930840" y="46448"/>
                </a:lnTo>
                <a:lnTo>
                  <a:pt x="1930240" y="45803"/>
                </a:lnTo>
                <a:lnTo>
                  <a:pt x="1929626" y="45178"/>
                </a:lnTo>
                <a:lnTo>
                  <a:pt x="1928999" y="44572"/>
                </a:lnTo>
                <a:lnTo>
                  <a:pt x="1928358" y="43986"/>
                </a:lnTo>
                <a:lnTo>
                  <a:pt x="1927704" y="43420"/>
                </a:lnTo>
                <a:lnTo>
                  <a:pt x="1927036" y="42873"/>
                </a:lnTo>
                <a:lnTo>
                  <a:pt x="1926355" y="42346"/>
                </a:lnTo>
                <a:lnTo>
                  <a:pt x="1925660" y="41838"/>
                </a:lnTo>
                <a:lnTo>
                  <a:pt x="1924951" y="41350"/>
                </a:lnTo>
                <a:lnTo>
                  <a:pt x="1924231" y="40882"/>
                </a:lnTo>
                <a:lnTo>
                  <a:pt x="1923499" y="40433"/>
                </a:lnTo>
                <a:lnTo>
                  <a:pt x="1922757" y="40005"/>
                </a:lnTo>
                <a:lnTo>
                  <a:pt x="1922003" y="39596"/>
                </a:lnTo>
                <a:lnTo>
                  <a:pt x="1921239" y="39207"/>
                </a:lnTo>
                <a:lnTo>
                  <a:pt x="1920463" y="38839"/>
                </a:lnTo>
                <a:lnTo>
                  <a:pt x="1919677" y="38490"/>
                </a:lnTo>
                <a:lnTo>
                  <a:pt x="1918879" y="38161"/>
                </a:lnTo>
                <a:lnTo>
                  <a:pt x="1918071" y="37852"/>
                </a:lnTo>
                <a:lnTo>
                  <a:pt x="1917252" y="37563"/>
                </a:lnTo>
                <a:lnTo>
                  <a:pt x="1916421" y="37294"/>
                </a:lnTo>
                <a:lnTo>
                  <a:pt x="1915580" y="37045"/>
                </a:lnTo>
                <a:lnTo>
                  <a:pt x="1914728" y="36816"/>
                </a:lnTo>
                <a:lnTo>
                  <a:pt x="1913865" y="36607"/>
                </a:lnTo>
                <a:lnTo>
                  <a:pt x="1912991" y="36417"/>
                </a:lnTo>
                <a:lnTo>
                  <a:pt x="1912106" y="36248"/>
                </a:lnTo>
                <a:lnTo>
                  <a:pt x="1911210" y="36098"/>
                </a:lnTo>
                <a:lnTo>
                  <a:pt x="1910303" y="35969"/>
                </a:lnTo>
                <a:lnTo>
                  <a:pt x="1909385" y="35859"/>
                </a:lnTo>
                <a:lnTo>
                  <a:pt x="1908456" y="35770"/>
                </a:lnTo>
                <a:lnTo>
                  <a:pt x="1907516" y="35700"/>
                </a:lnTo>
                <a:lnTo>
                  <a:pt x="1906565" y="35650"/>
                </a:lnTo>
                <a:lnTo>
                  <a:pt x="1905604" y="35620"/>
                </a:lnTo>
                <a:lnTo>
                  <a:pt x="1904631" y="35610"/>
                </a:lnTo>
                <a:lnTo>
                  <a:pt x="1903723" y="35618"/>
                </a:lnTo>
                <a:lnTo>
                  <a:pt x="1902826" y="35643"/>
                </a:lnTo>
                <a:lnTo>
                  <a:pt x="1901938" y="35684"/>
                </a:lnTo>
                <a:lnTo>
                  <a:pt x="1901059" y="35742"/>
                </a:lnTo>
                <a:lnTo>
                  <a:pt x="1900191" y="35816"/>
                </a:lnTo>
                <a:lnTo>
                  <a:pt x="1899332" y="35906"/>
                </a:lnTo>
                <a:lnTo>
                  <a:pt x="1898483" y="36013"/>
                </a:lnTo>
                <a:lnTo>
                  <a:pt x="1897644" y="36136"/>
                </a:lnTo>
                <a:lnTo>
                  <a:pt x="1896814" y="36276"/>
                </a:lnTo>
                <a:lnTo>
                  <a:pt x="1895995" y="36432"/>
                </a:lnTo>
                <a:lnTo>
                  <a:pt x="1895185" y="36605"/>
                </a:lnTo>
                <a:lnTo>
                  <a:pt x="1894384" y="36794"/>
                </a:lnTo>
                <a:lnTo>
                  <a:pt x="1893594" y="36999"/>
                </a:lnTo>
                <a:lnTo>
                  <a:pt x="1892813" y="37221"/>
                </a:lnTo>
                <a:lnTo>
                  <a:pt x="1892042" y="37460"/>
                </a:lnTo>
                <a:lnTo>
                  <a:pt x="1891281" y="37714"/>
                </a:lnTo>
                <a:lnTo>
                  <a:pt x="1890530" y="37986"/>
                </a:lnTo>
                <a:lnTo>
                  <a:pt x="1889788" y="38273"/>
                </a:lnTo>
                <a:lnTo>
                  <a:pt x="1889056" y="38578"/>
                </a:lnTo>
                <a:lnTo>
                  <a:pt x="1888334" y="38898"/>
                </a:lnTo>
                <a:lnTo>
                  <a:pt x="1887622" y="39235"/>
                </a:lnTo>
                <a:lnTo>
                  <a:pt x="1886919" y="39589"/>
                </a:lnTo>
                <a:lnTo>
                  <a:pt x="1886227" y="39959"/>
                </a:lnTo>
                <a:lnTo>
                  <a:pt x="1885544" y="40345"/>
                </a:lnTo>
                <a:lnTo>
                  <a:pt x="1884871" y="40744"/>
                </a:lnTo>
                <a:lnTo>
                  <a:pt x="1884209" y="41154"/>
                </a:lnTo>
                <a:lnTo>
                  <a:pt x="1883558" y="41573"/>
                </a:lnTo>
                <a:lnTo>
                  <a:pt x="1882917" y="42003"/>
                </a:lnTo>
                <a:lnTo>
                  <a:pt x="1882288" y="42442"/>
                </a:lnTo>
                <a:lnTo>
                  <a:pt x="1881669" y="42891"/>
                </a:lnTo>
                <a:lnTo>
                  <a:pt x="1881061" y="43350"/>
                </a:lnTo>
                <a:lnTo>
                  <a:pt x="1880463" y="43819"/>
                </a:lnTo>
                <a:lnTo>
                  <a:pt x="1879877" y="44298"/>
                </a:lnTo>
                <a:lnTo>
                  <a:pt x="1879301" y="44787"/>
                </a:lnTo>
                <a:lnTo>
                  <a:pt x="1878736" y="45286"/>
                </a:lnTo>
                <a:lnTo>
                  <a:pt x="1878182" y="45795"/>
                </a:lnTo>
                <a:lnTo>
                  <a:pt x="1877639" y="46314"/>
                </a:lnTo>
                <a:lnTo>
                  <a:pt x="1877106" y="46842"/>
                </a:lnTo>
                <a:lnTo>
                  <a:pt x="1876585" y="47381"/>
                </a:lnTo>
                <a:lnTo>
                  <a:pt x="1876074" y="47929"/>
                </a:lnTo>
                <a:lnTo>
                  <a:pt x="1875574" y="48488"/>
                </a:lnTo>
                <a:lnTo>
                  <a:pt x="1875084" y="49056"/>
                </a:lnTo>
                <a:lnTo>
                  <a:pt x="1874606" y="49635"/>
                </a:lnTo>
                <a:lnTo>
                  <a:pt x="1874138" y="50223"/>
                </a:lnTo>
                <a:lnTo>
                  <a:pt x="1873681" y="50821"/>
                </a:lnTo>
                <a:lnTo>
                  <a:pt x="1873235" y="51429"/>
                </a:lnTo>
                <a:lnTo>
                  <a:pt x="1872799" y="52047"/>
                </a:lnTo>
                <a:lnTo>
                  <a:pt x="1872375" y="52675"/>
                </a:lnTo>
                <a:lnTo>
                  <a:pt x="1872375" y="3551"/>
                </a:lnTo>
                <a:lnTo>
                  <a:pt x="1855901" y="3551"/>
                </a:lnTo>
                <a:lnTo>
                  <a:pt x="1855901" y="136324"/>
                </a:lnTo>
                <a:lnTo>
                  <a:pt x="1871290" y="136324"/>
                </a:lnTo>
                <a:lnTo>
                  <a:pt x="1872177" y="122712"/>
                </a:lnTo>
                <a:lnTo>
                  <a:pt x="1872577" y="123306"/>
                </a:lnTo>
                <a:lnTo>
                  <a:pt x="1872986" y="123890"/>
                </a:lnTo>
                <a:lnTo>
                  <a:pt x="1873404" y="124463"/>
                </a:lnTo>
                <a:lnTo>
                  <a:pt x="1873832" y="125026"/>
                </a:lnTo>
                <a:lnTo>
                  <a:pt x="1874270" y="125577"/>
                </a:lnTo>
                <a:lnTo>
                  <a:pt x="1874717" y="126118"/>
                </a:lnTo>
                <a:lnTo>
                  <a:pt x="1875174" y="126648"/>
                </a:lnTo>
                <a:lnTo>
                  <a:pt x="1875641" y="127167"/>
                </a:lnTo>
                <a:lnTo>
                  <a:pt x="1876117" y="127675"/>
                </a:lnTo>
                <a:lnTo>
                  <a:pt x="1876603" y="128173"/>
                </a:lnTo>
                <a:lnTo>
                  <a:pt x="1877098" y="128660"/>
                </a:lnTo>
                <a:lnTo>
                  <a:pt x="1877603" y="129136"/>
                </a:lnTo>
                <a:lnTo>
                  <a:pt x="1878117" y="129601"/>
                </a:lnTo>
                <a:lnTo>
                  <a:pt x="1878641" y="130055"/>
                </a:lnTo>
                <a:lnTo>
                  <a:pt x="1879175" y="130499"/>
                </a:lnTo>
                <a:lnTo>
                  <a:pt x="1879718" y="130932"/>
                </a:lnTo>
                <a:lnTo>
                  <a:pt x="1880271" y="131354"/>
                </a:lnTo>
                <a:lnTo>
                  <a:pt x="1880833" y="131765"/>
                </a:lnTo>
                <a:lnTo>
                  <a:pt x="1881405" y="132166"/>
                </a:lnTo>
                <a:lnTo>
                  <a:pt x="1881987" y="132555"/>
                </a:lnTo>
                <a:lnTo>
                  <a:pt x="1882578" y="132934"/>
                </a:lnTo>
                <a:lnTo>
                  <a:pt x="1883179" y="133302"/>
                </a:lnTo>
                <a:lnTo>
                  <a:pt x="1883789" y="133660"/>
                </a:lnTo>
                <a:lnTo>
                  <a:pt x="1884409" y="134006"/>
                </a:lnTo>
                <a:lnTo>
                  <a:pt x="1885039" y="134340"/>
                </a:lnTo>
                <a:lnTo>
                  <a:pt x="1885681" y="134660"/>
                </a:lnTo>
                <a:lnTo>
                  <a:pt x="1886333" y="134966"/>
                </a:lnTo>
                <a:lnTo>
                  <a:pt x="1886996" y="135257"/>
                </a:lnTo>
                <a:lnTo>
                  <a:pt x="1887670" y="135534"/>
                </a:lnTo>
                <a:lnTo>
                  <a:pt x="1888355" y="135797"/>
                </a:lnTo>
                <a:lnTo>
                  <a:pt x="1889051" y="136046"/>
                </a:lnTo>
                <a:lnTo>
                  <a:pt x="1889758" y="136281"/>
                </a:lnTo>
                <a:lnTo>
                  <a:pt x="1890476" y="136501"/>
                </a:lnTo>
                <a:lnTo>
                  <a:pt x="1891205" y="136707"/>
                </a:lnTo>
                <a:lnTo>
                  <a:pt x="1891944" y="136899"/>
                </a:lnTo>
                <a:lnTo>
                  <a:pt x="1892695" y="137077"/>
                </a:lnTo>
                <a:lnTo>
                  <a:pt x="1893457" y="137240"/>
                </a:lnTo>
                <a:lnTo>
                  <a:pt x="1894230" y="137389"/>
                </a:lnTo>
                <a:lnTo>
                  <a:pt x="1895013" y="137524"/>
                </a:lnTo>
                <a:lnTo>
                  <a:pt x="1895808" y="137645"/>
                </a:lnTo>
                <a:lnTo>
                  <a:pt x="1896613" y="137752"/>
                </a:lnTo>
                <a:lnTo>
                  <a:pt x="1897430" y="137844"/>
                </a:lnTo>
                <a:lnTo>
                  <a:pt x="1898258" y="137922"/>
                </a:lnTo>
                <a:lnTo>
                  <a:pt x="1899096" y="137986"/>
                </a:lnTo>
                <a:lnTo>
                  <a:pt x="1899945" y="138036"/>
                </a:lnTo>
                <a:lnTo>
                  <a:pt x="1900806" y="138072"/>
                </a:lnTo>
                <a:lnTo>
                  <a:pt x="1901677" y="138093"/>
                </a:lnTo>
                <a:lnTo>
                  <a:pt x="1902559" y="138100"/>
                </a:lnTo>
                <a:lnTo>
                  <a:pt x="1903573" y="138090"/>
                </a:lnTo>
                <a:lnTo>
                  <a:pt x="1904576" y="138060"/>
                </a:lnTo>
                <a:lnTo>
                  <a:pt x="1905568" y="138010"/>
                </a:lnTo>
                <a:lnTo>
                  <a:pt x="1906549" y="137939"/>
                </a:lnTo>
                <a:lnTo>
                  <a:pt x="1907519" y="137849"/>
                </a:lnTo>
                <a:close/>
                <a:moveTo>
                  <a:pt x="1895528" y="124370"/>
                </a:moveTo>
                <a:lnTo>
                  <a:pt x="1894767" y="124275"/>
                </a:lnTo>
                <a:lnTo>
                  <a:pt x="1894016" y="124162"/>
                </a:lnTo>
                <a:lnTo>
                  <a:pt x="1893276" y="124033"/>
                </a:lnTo>
                <a:lnTo>
                  <a:pt x="1892547" y="123886"/>
                </a:lnTo>
                <a:lnTo>
                  <a:pt x="1891829" y="123722"/>
                </a:lnTo>
                <a:lnTo>
                  <a:pt x="1891122" y="123540"/>
                </a:lnTo>
                <a:lnTo>
                  <a:pt x="1890426" y="123341"/>
                </a:lnTo>
                <a:lnTo>
                  <a:pt x="1889741" y="123125"/>
                </a:lnTo>
                <a:lnTo>
                  <a:pt x="1889067" y="122892"/>
                </a:lnTo>
                <a:lnTo>
                  <a:pt x="1888404" y="122641"/>
                </a:lnTo>
                <a:lnTo>
                  <a:pt x="1887752" y="122373"/>
                </a:lnTo>
                <a:lnTo>
                  <a:pt x="1887111" y="122088"/>
                </a:lnTo>
                <a:lnTo>
                  <a:pt x="1886481" y="121786"/>
                </a:lnTo>
                <a:lnTo>
                  <a:pt x="1885861" y="121466"/>
                </a:lnTo>
                <a:lnTo>
                  <a:pt x="1885253" y="121129"/>
                </a:lnTo>
                <a:lnTo>
                  <a:pt x="1884656" y="120774"/>
                </a:lnTo>
                <a:lnTo>
                  <a:pt x="1884069" y="120403"/>
                </a:lnTo>
                <a:lnTo>
                  <a:pt x="1883494" y="120014"/>
                </a:lnTo>
                <a:lnTo>
                  <a:pt x="1882930" y="119608"/>
                </a:lnTo>
                <a:lnTo>
                  <a:pt x="1882375" y="119188"/>
                </a:lnTo>
                <a:lnTo>
                  <a:pt x="1881831" y="118760"/>
                </a:lnTo>
                <a:lnTo>
                  <a:pt x="1881297" y="118322"/>
                </a:lnTo>
                <a:lnTo>
                  <a:pt x="1880773" y="117875"/>
                </a:lnTo>
                <a:lnTo>
                  <a:pt x="1880259" y="117420"/>
                </a:lnTo>
                <a:lnTo>
                  <a:pt x="1879754" y="116955"/>
                </a:lnTo>
                <a:lnTo>
                  <a:pt x="1879260" y="116481"/>
                </a:lnTo>
                <a:lnTo>
                  <a:pt x="1878776" y="115998"/>
                </a:lnTo>
                <a:lnTo>
                  <a:pt x="1878301" y="115506"/>
                </a:lnTo>
                <a:lnTo>
                  <a:pt x="1877836" y="115005"/>
                </a:lnTo>
                <a:lnTo>
                  <a:pt x="1877382" y="114494"/>
                </a:lnTo>
                <a:lnTo>
                  <a:pt x="1876937" y="113975"/>
                </a:lnTo>
                <a:lnTo>
                  <a:pt x="1876502" y="113446"/>
                </a:lnTo>
                <a:lnTo>
                  <a:pt x="1876077" y="112909"/>
                </a:lnTo>
                <a:lnTo>
                  <a:pt x="1875662" y="112362"/>
                </a:lnTo>
                <a:lnTo>
                  <a:pt x="1875257" y="111807"/>
                </a:lnTo>
                <a:lnTo>
                  <a:pt x="1874862" y="111242"/>
                </a:lnTo>
                <a:lnTo>
                  <a:pt x="1874477" y="110668"/>
                </a:lnTo>
                <a:lnTo>
                  <a:pt x="1874102" y="110085"/>
                </a:lnTo>
                <a:lnTo>
                  <a:pt x="1873737" y="109493"/>
                </a:lnTo>
                <a:lnTo>
                  <a:pt x="1873381" y="108892"/>
                </a:lnTo>
                <a:lnTo>
                  <a:pt x="1873036" y="108281"/>
                </a:lnTo>
                <a:lnTo>
                  <a:pt x="1872700" y="107662"/>
                </a:lnTo>
                <a:lnTo>
                  <a:pt x="1872375" y="107034"/>
                </a:lnTo>
                <a:lnTo>
                  <a:pt x="1872375" y="68538"/>
                </a:lnTo>
                <a:lnTo>
                  <a:pt x="1872725" y="67858"/>
                </a:lnTo>
                <a:lnTo>
                  <a:pt x="1873086" y="67187"/>
                </a:lnTo>
                <a:lnTo>
                  <a:pt x="1873457" y="66524"/>
                </a:lnTo>
                <a:lnTo>
                  <a:pt x="1873839" y="65869"/>
                </a:lnTo>
                <a:lnTo>
                  <a:pt x="1874232" y="65224"/>
                </a:lnTo>
                <a:lnTo>
                  <a:pt x="1874634" y="64586"/>
                </a:lnTo>
                <a:lnTo>
                  <a:pt x="1875047" y="63957"/>
                </a:lnTo>
                <a:lnTo>
                  <a:pt x="1875471" y="63337"/>
                </a:lnTo>
                <a:lnTo>
                  <a:pt x="1875905" y="62726"/>
                </a:lnTo>
                <a:lnTo>
                  <a:pt x="1876350" y="62123"/>
                </a:lnTo>
                <a:lnTo>
                  <a:pt x="1876804" y="61528"/>
                </a:lnTo>
                <a:lnTo>
                  <a:pt x="1877270" y="60942"/>
                </a:lnTo>
                <a:lnTo>
                  <a:pt x="1877746" y="60365"/>
                </a:lnTo>
                <a:lnTo>
                  <a:pt x="1878232" y="59796"/>
                </a:lnTo>
                <a:lnTo>
                  <a:pt x="1878729" y="59235"/>
                </a:lnTo>
                <a:lnTo>
                  <a:pt x="1879236" y="58684"/>
                </a:lnTo>
                <a:lnTo>
                  <a:pt x="1879753" y="58140"/>
                </a:lnTo>
                <a:lnTo>
                  <a:pt x="1880282" y="57606"/>
                </a:lnTo>
                <a:lnTo>
                  <a:pt x="1880820" y="57080"/>
                </a:lnTo>
                <a:lnTo>
                  <a:pt x="1881369" y="56562"/>
                </a:lnTo>
                <a:lnTo>
                  <a:pt x="1881928" y="56053"/>
                </a:lnTo>
                <a:lnTo>
                  <a:pt x="1882498" y="55553"/>
                </a:lnTo>
                <a:lnTo>
                  <a:pt x="1883079" y="55061"/>
                </a:lnTo>
                <a:lnTo>
                  <a:pt x="1883669" y="54577"/>
                </a:lnTo>
                <a:lnTo>
                  <a:pt x="1884271" y="54108"/>
                </a:lnTo>
                <a:lnTo>
                  <a:pt x="1884884" y="53659"/>
                </a:lnTo>
                <a:lnTo>
                  <a:pt x="1885507" y="53230"/>
                </a:lnTo>
                <a:lnTo>
                  <a:pt x="1886142" y="52821"/>
                </a:lnTo>
                <a:lnTo>
                  <a:pt x="1886788" y="52431"/>
                </a:lnTo>
                <a:lnTo>
                  <a:pt x="1887445" y="52062"/>
                </a:lnTo>
                <a:lnTo>
                  <a:pt x="1888114" y="51713"/>
                </a:lnTo>
                <a:lnTo>
                  <a:pt x="1888793" y="51383"/>
                </a:lnTo>
                <a:lnTo>
                  <a:pt x="1889484" y="51074"/>
                </a:lnTo>
                <a:lnTo>
                  <a:pt x="1890186" y="50784"/>
                </a:lnTo>
                <a:lnTo>
                  <a:pt x="1890898" y="50515"/>
                </a:lnTo>
                <a:lnTo>
                  <a:pt x="1891622" y="50265"/>
                </a:lnTo>
                <a:lnTo>
                  <a:pt x="1892358" y="50036"/>
                </a:lnTo>
                <a:lnTo>
                  <a:pt x="1893104" y="49826"/>
                </a:lnTo>
                <a:lnTo>
                  <a:pt x="1893861" y="49637"/>
                </a:lnTo>
                <a:lnTo>
                  <a:pt x="1894630" y="49467"/>
                </a:lnTo>
                <a:lnTo>
                  <a:pt x="1895409" y="49317"/>
                </a:lnTo>
                <a:lnTo>
                  <a:pt x="1896200" y="49188"/>
                </a:lnTo>
                <a:lnTo>
                  <a:pt x="1897002" y="49078"/>
                </a:lnTo>
                <a:lnTo>
                  <a:pt x="1897815" y="48988"/>
                </a:lnTo>
                <a:lnTo>
                  <a:pt x="1898639" y="48918"/>
                </a:lnTo>
                <a:lnTo>
                  <a:pt x="1899474" y="48868"/>
                </a:lnTo>
                <a:lnTo>
                  <a:pt x="1900321" y="48838"/>
                </a:lnTo>
                <a:lnTo>
                  <a:pt x="1901178" y="48828"/>
                </a:lnTo>
                <a:lnTo>
                  <a:pt x="1902187" y="48845"/>
                </a:lnTo>
                <a:lnTo>
                  <a:pt x="1903176" y="48897"/>
                </a:lnTo>
                <a:lnTo>
                  <a:pt x="1904143" y="48982"/>
                </a:lnTo>
                <a:lnTo>
                  <a:pt x="1905090" y="49102"/>
                </a:lnTo>
                <a:lnTo>
                  <a:pt x="1906016" y="49256"/>
                </a:lnTo>
                <a:lnTo>
                  <a:pt x="1906921" y="49444"/>
                </a:lnTo>
                <a:lnTo>
                  <a:pt x="1907806" y="49667"/>
                </a:lnTo>
                <a:lnTo>
                  <a:pt x="1908670" y="49923"/>
                </a:lnTo>
                <a:lnTo>
                  <a:pt x="1909513" y="50214"/>
                </a:lnTo>
                <a:lnTo>
                  <a:pt x="1910335" y="50539"/>
                </a:lnTo>
                <a:lnTo>
                  <a:pt x="1911137" y="50898"/>
                </a:lnTo>
                <a:lnTo>
                  <a:pt x="1911918" y="51292"/>
                </a:lnTo>
                <a:lnTo>
                  <a:pt x="1912678" y="51720"/>
                </a:lnTo>
                <a:lnTo>
                  <a:pt x="1913418" y="52182"/>
                </a:lnTo>
                <a:lnTo>
                  <a:pt x="1914137" y="52678"/>
                </a:lnTo>
                <a:lnTo>
                  <a:pt x="1914835" y="53208"/>
                </a:lnTo>
                <a:lnTo>
                  <a:pt x="1915512" y="53773"/>
                </a:lnTo>
                <a:lnTo>
                  <a:pt x="1916169" y="54372"/>
                </a:lnTo>
                <a:lnTo>
                  <a:pt x="1916805" y="55005"/>
                </a:lnTo>
                <a:lnTo>
                  <a:pt x="1917420" y="55672"/>
                </a:lnTo>
                <a:lnTo>
                  <a:pt x="1918015" y="56373"/>
                </a:lnTo>
                <a:lnTo>
                  <a:pt x="1918589" y="57109"/>
                </a:lnTo>
                <a:lnTo>
                  <a:pt x="1919142" y="57879"/>
                </a:lnTo>
                <a:lnTo>
                  <a:pt x="1919674" y="58683"/>
                </a:lnTo>
                <a:lnTo>
                  <a:pt x="1920185" y="59519"/>
                </a:lnTo>
                <a:lnTo>
                  <a:pt x="1920674" y="60386"/>
                </a:lnTo>
                <a:lnTo>
                  <a:pt x="1921142" y="61282"/>
                </a:lnTo>
                <a:lnTo>
                  <a:pt x="1921588" y="62208"/>
                </a:lnTo>
                <a:lnTo>
                  <a:pt x="1922012" y="63164"/>
                </a:lnTo>
                <a:lnTo>
                  <a:pt x="1922414" y="64150"/>
                </a:lnTo>
                <a:lnTo>
                  <a:pt x="1922795" y="65166"/>
                </a:lnTo>
                <a:lnTo>
                  <a:pt x="1923154" y="66211"/>
                </a:lnTo>
                <a:lnTo>
                  <a:pt x="1923491" y="67287"/>
                </a:lnTo>
                <a:lnTo>
                  <a:pt x="1923806" y="68393"/>
                </a:lnTo>
                <a:lnTo>
                  <a:pt x="1924100" y="69528"/>
                </a:lnTo>
                <a:lnTo>
                  <a:pt x="1924372" y="70694"/>
                </a:lnTo>
                <a:lnTo>
                  <a:pt x="1924622" y="71889"/>
                </a:lnTo>
                <a:lnTo>
                  <a:pt x="1924850" y="73115"/>
                </a:lnTo>
                <a:lnTo>
                  <a:pt x="1925057" y="74370"/>
                </a:lnTo>
                <a:lnTo>
                  <a:pt x="1925242" y="75655"/>
                </a:lnTo>
                <a:lnTo>
                  <a:pt x="1925405" y="76971"/>
                </a:lnTo>
                <a:lnTo>
                  <a:pt x="1925546" y="78316"/>
                </a:lnTo>
                <a:lnTo>
                  <a:pt x="1925666" y="79691"/>
                </a:lnTo>
                <a:lnTo>
                  <a:pt x="1925764" y="81096"/>
                </a:lnTo>
                <a:lnTo>
                  <a:pt x="1925840" y="82531"/>
                </a:lnTo>
                <a:lnTo>
                  <a:pt x="1925894" y="83996"/>
                </a:lnTo>
                <a:lnTo>
                  <a:pt x="1925927" y="85491"/>
                </a:lnTo>
                <a:lnTo>
                  <a:pt x="1925938" y="87015"/>
                </a:lnTo>
                <a:lnTo>
                  <a:pt x="1925926" y="88498"/>
                </a:lnTo>
                <a:lnTo>
                  <a:pt x="1925891" y="89953"/>
                </a:lnTo>
                <a:lnTo>
                  <a:pt x="1925833" y="91379"/>
                </a:lnTo>
                <a:lnTo>
                  <a:pt x="1925751" y="92777"/>
                </a:lnTo>
                <a:lnTo>
                  <a:pt x="1925647" y="94147"/>
                </a:lnTo>
                <a:lnTo>
                  <a:pt x="1925519" y="95488"/>
                </a:lnTo>
                <a:lnTo>
                  <a:pt x="1925367" y="96801"/>
                </a:lnTo>
                <a:lnTo>
                  <a:pt x="1925192" y="98085"/>
                </a:lnTo>
                <a:lnTo>
                  <a:pt x="1924995" y="99341"/>
                </a:lnTo>
                <a:lnTo>
                  <a:pt x="1924773" y="100569"/>
                </a:lnTo>
                <a:lnTo>
                  <a:pt x="1924529" y="101769"/>
                </a:lnTo>
                <a:lnTo>
                  <a:pt x="1924261" y="102940"/>
                </a:lnTo>
                <a:lnTo>
                  <a:pt x="1923970" y="104083"/>
                </a:lnTo>
                <a:lnTo>
                  <a:pt x="1923655" y="105197"/>
                </a:lnTo>
                <a:lnTo>
                  <a:pt x="1923318" y="106283"/>
                </a:lnTo>
                <a:lnTo>
                  <a:pt x="1922957" y="107341"/>
                </a:lnTo>
                <a:lnTo>
                  <a:pt x="1922572" y="108371"/>
                </a:lnTo>
                <a:lnTo>
                  <a:pt x="1922165" y="109372"/>
                </a:lnTo>
                <a:lnTo>
                  <a:pt x="1921734" y="110345"/>
                </a:lnTo>
                <a:lnTo>
                  <a:pt x="1921280" y="111289"/>
                </a:lnTo>
                <a:lnTo>
                  <a:pt x="1920802" y="112205"/>
                </a:lnTo>
                <a:lnTo>
                  <a:pt x="1920301" y="113093"/>
                </a:lnTo>
                <a:lnTo>
                  <a:pt x="1919777" y="113952"/>
                </a:lnTo>
                <a:lnTo>
                  <a:pt x="1919230" y="114783"/>
                </a:lnTo>
                <a:lnTo>
                  <a:pt x="1918660" y="115583"/>
                </a:lnTo>
                <a:lnTo>
                  <a:pt x="1918068" y="116349"/>
                </a:lnTo>
                <a:lnTo>
                  <a:pt x="1917455" y="117081"/>
                </a:lnTo>
                <a:lnTo>
                  <a:pt x="1916819" y="117779"/>
                </a:lnTo>
                <a:lnTo>
                  <a:pt x="1916161" y="118442"/>
                </a:lnTo>
                <a:lnTo>
                  <a:pt x="1915482" y="119072"/>
                </a:lnTo>
                <a:lnTo>
                  <a:pt x="1914780" y="119668"/>
                </a:lnTo>
                <a:lnTo>
                  <a:pt x="1914057" y="120229"/>
                </a:lnTo>
                <a:lnTo>
                  <a:pt x="1913312" y="120757"/>
                </a:lnTo>
                <a:lnTo>
                  <a:pt x="1912544" y="121250"/>
                </a:lnTo>
                <a:lnTo>
                  <a:pt x="1911755" y="121710"/>
                </a:lnTo>
                <a:lnTo>
                  <a:pt x="1910944" y="122135"/>
                </a:lnTo>
                <a:lnTo>
                  <a:pt x="1910111" y="122527"/>
                </a:lnTo>
                <a:lnTo>
                  <a:pt x="1909256" y="122884"/>
                </a:lnTo>
                <a:lnTo>
                  <a:pt x="1908379" y="123207"/>
                </a:lnTo>
                <a:lnTo>
                  <a:pt x="1907481" y="123497"/>
                </a:lnTo>
                <a:lnTo>
                  <a:pt x="1906560" y="123752"/>
                </a:lnTo>
                <a:lnTo>
                  <a:pt x="1905617" y="123973"/>
                </a:lnTo>
                <a:lnTo>
                  <a:pt x="1904653" y="124160"/>
                </a:lnTo>
                <a:lnTo>
                  <a:pt x="1903666" y="124314"/>
                </a:lnTo>
                <a:lnTo>
                  <a:pt x="1902658" y="124433"/>
                </a:lnTo>
                <a:lnTo>
                  <a:pt x="1901628" y="124518"/>
                </a:lnTo>
                <a:lnTo>
                  <a:pt x="1900576" y="124569"/>
                </a:lnTo>
                <a:lnTo>
                  <a:pt x="1899502" y="124586"/>
                </a:lnTo>
                <a:lnTo>
                  <a:pt x="1898685" y="124577"/>
                </a:lnTo>
                <a:lnTo>
                  <a:pt x="1897879" y="124551"/>
                </a:lnTo>
                <a:lnTo>
                  <a:pt x="1897085" y="124508"/>
                </a:lnTo>
                <a:lnTo>
                  <a:pt x="1896301" y="124448"/>
                </a:lnTo>
                <a:lnTo>
                  <a:pt x="1895528" y="124370"/>
                </a:lnTo>
                <a:close/>
                <a:moveTo>
                  <a:pt x="2228638" y="122973"/>
                </a:moveTo>
                <a:lnTo>
                  <a:pt x="2227963" y="122930"/>
                </a:lnTo>
                <a:lnTo>
                  <a:pt x="2227310" y="122869"/>
                </a:lnTo>
                <a:lnTo>
                  <a:pt x="2226679" y="122791"/>
                </a:lnTo>
                <a:lnTo>
                  <a:pt x="2226071" y="122696"/>
                </a:lnTo>
                <a:lnTo>
                  <a:pt x="2225485" y="122583"/>
                </a:lnTo>
                <a:lnTo>
                  <a:pt x="2224922" y="122453"/>
                </a:lnTo>
                <a:lnTo>
                  <a:pt x="2224381" y="122306"/>
                </a:lnTo>
                <a:lnTo>
                  <a:pt x="2223862" y="122142"/>
                </a:lnTo>
                <a:lnTo>
                  <a:pt x="2223366" y="121960"/>
                </a:lnTo>
                <a:lnTo>
                  <a:pt x="2222893" y="121761"/>
                </a:lnTo>
                <a:lnTo>
                  <a:pt x="2222441" y="121544"/>
                </a:lnTo>
                <a:lnTo>
                  <a:pt x="2222013" y="121310"/>
                </a:lnTo>
                <a:lnTo>
                  <a:pt x="2221606" y="121059"/>
                </a:lnTo>
                <a:lnTo>
                  <a:pt x="2221223" y="120791"/>
                </a:lnTo>
                <a:lnTo>
                  <a:pt x="2220861" y="120505"/>
                </a:lnTo>
                <a:lnTo>
                  <a:pt x="2220522" y="120202"/>
                </a:lnTo>
                <a:lnTo>
                  <a:pt x="2220206" y="119882"/>
                </a:lnTo>
                <a:lnTo>
                  <a:pt x="2219911" y="119544"/>
                </a:lnTo>
                <a:lnTo>
                  <a:pt x="2219640" y="119189"/>
                </a:lnTo>
                <a:lnTo>
                  <a:pt x="2219390" y="118817"/>
                </a:lnTo>
                <a:lnTo>
                  <a:pt x="2219164" y="118427"/>
                </a:lnTo>
                <a:lnTo>
                  <a:pt x="2218959" y="118020"/>
                </a:lnTo>
                <a:lnTo>
                  <a:pt x="2218770" y="117597"/>
                </a:lnTo>
                <a:lnTo>
                  <a:pt x="2218589" y="117158"/>
                </a:lnTo>
                <a:lnTo>
                  <a:pt x="2218416" y="116705"/>
                </a:lnTo>
                <a:lnTo>
                  <a:pt x="2218251" y="116236"/>
                </a:lnTo>
                <a:lnTo>
                  <a:pt x="2218094" y="115752"/>
                </a:lnTo>
                <a:lnTo>
                  <a:pt x="2217945" y="115253"/>
                </a:lnTo>
                <a:lnTo>
                  <a:pt x="2217804" y="114739"/>
                </a:lnTo>
                <a:lnTo>
                  <a:pt x="2217671" y="114209"/>
                </a:lnTo>
                <a:lnTo>
                  <a:pt x="2217547" y="113665"/>
                </a:lnTo>
                <a:lnTo>
                  <a:pt x="2217430" y="113105"/>
                </a:lnTo>
                <a:lnTo>
                  <a:pt x="2217321" y="112530"/>
                </a:lnTo>
                <a:lnTo>
                  <a:pt x="2217221" y="111940"/>
                </a:lnTo>
                <a:lnTo>
                  <a:pt x="2217128" y="111334"/>
                </a:lnTo>
                <a:lnTo>
                  <a:pt x="2217044" y="110714"/>
                </a:lnTo>
                <a:lnTo>
                  <a:pt x="2216967" y="110078"/>
                </a:lnTo>
                <a:lnTo>
                  <a:pt x="2216899" y="109427"/>
                </a:lnTo>
                <a:lnTo>
                  <a:pt x="2216838" y="108761"/>
                </a:lnTo>
                <a:lnTo>
                  <a:pt x="2216786" y="108080"/>
                </a:lnTo>
                <a:lnTo>
                  <a:pt x="2216742" y="107383"/>
                </a:lnTo>
                <a:lnTo>
                  <a:pt x="2216706" y="106672"/>
                </a:lnTo>
                <a:lnTo>
                  <a:pt x="2216677" y="105945"/>
                </a:lnTo>
                <a:lnTo>
                  <a:pt x="2216657" y="105203"/>
                </a:lnTo>
                <a:lnTo>
                  <a:pt x="2216645" y="104446"/>
                </a:lnTo>
                <a:lnTo>
                  <a:pt x="2216641" y="103674"/>
                </a:lnTo>
                <a:lnTo>
                  <a:pt x="2216641" y="50604"/>
                </a:lnTo>
                <a:lnTo>
                  <a:pt x="2240315" y="50604"/>
                </a:lnTo>
                <a:lnTo>
                  <a:pt x="2240315" y="37287"/>
                </a:lnTo>
                <a:lnTo>
                  <a:pt x="2216641" y="37287"/>
                </a:lnTo>
                <a:lnTo>
                  <a:pt x="2216641" y="15290"/>
                </a:lnTo>
                <a:lnTo>
                  <a:pt x="2200266" y="15290"/>
                </a:lnTo>
                <a:lnTo>
                  <a:pt x="2200266" y="37287"/>
                </a:lnTo>
                <a:lnTo>
                  <a:pt x="2184188" y="37287"/>
                </a:lnTo>
                <a:lnTo>
                  <a:pt x="2184188" y="50604"/>
                </a:lnTo>
                <a:lnTo>
                  <a:pt x="2200266" y="50604"/>
                </a:lnTo>
                <a:lnTo>
                  <a:pt x="2200266" y="104142"/>
                </a:lnTo>
                <a:lnTo>
                  <a:pt x="2200270" y="104980"/>
                </a:lnTo>
                <a:lnTo>
                  <a:pt x="2200283" y="105808"/>
                </a:lnTo>
                <a:lnTo>
                  <a:pt x="2200303" y="106625"/>
                </a:lnTo>
                <a:lnTo>
                  <a:pt x="2200331" y="107433"/>
                </a:lnTo>
                <a:lnTo>
                  <a:pt x="2200367" y="108230"/>
                </a:lnTo>
                <a:lnTo>
                  <a:pt x="2200411" y="109017"/>
                </a:lnTo>
                <a:lnTo>
                  <a:pt x="2200464" y="109794"/>
                </a:lnTo>
                <a:lnTo>
                  <a:pt x="2200524" y="110562"/>
                </a:lnTo>
                <a:lnTo>
                  <a:pt x="2200592" y="111318"/>
                </a:lnTo>
                <a:lnTo>
                  <a:pt x="2200669" y="112065"/>
                </a:lnTo>
                <a:lnTo>
                  <a:pt x="2200753" y="112802"/>
                </a:lnTo>
                <a:lnTo>
                  <a:pt x="2200846" y="113529"/>
                </a:lnTo>
                <a:lnTo>
                  <a:pt x="2200947" y="114245"/>
                </a:lnTo>
                <a:lnTo>
                  <a:pt x="2201055" y="114952"/>
                </a:lnTo>
                <a:lnTo>
                  <a:pt x="2201172" y="115648"/>
                </a:lnTo>
                <a:lnTo>
                  <a:pt x="2201297" y="116334"/>
                </a:lnTo>
                <a:lnTo>
                  <a:pt x="2201429" y="117010"/>
                </a:lnTo>
                <a:lnTo>
                  <a:pt x="2201570" y="117676"/>
                </a:lnTo>
                <a:lnTo>
                  <a:pt x="2201719" y="118332"/>
                </a:lnTo>
                <a:lnTo>
                  <a:pt x="2201876" y="118978"/>
                </a:lnTo>
                <a:lnTo>
                  <a:pt x="2202041" y="119614"/>
                </a:lnTo>
                <a:lnTo>
                  <a:pt x="2202214" y="120239"/>
                </a:lnTo>
                <a:lnTo>
                  <a:pt x="2202395" y="120855"/>
                </a:lnTo>
                <a:lnTo>
                  <a:pt x="2202585" y="121460"/>
                </a:lnTo>
                <a:lnTo>
                  <a:pt x="2202784" y="122054"/>
                </a:lnTo>
                <a:lnTo>
                  <a:pt x="2202998" y="122637"/>
                </a:lnTo>
                <a:lnTo>
                  <a:pt x="2203225" y="123208"/>
                </a:lnTo>
                <a:lnTo>
                  <a:pt x="2203465" y="123767"/>
                </a:lnTo>
                <a:lnTo>
                  <a:pt x="2203720" y="124314"/>
                </a:lnTo>
                <a:lnTo>
                  <a:pt x="2203987" y="124850"/>
                </a:lnTo>
                <a:lnTo>
                  <a:pt x="2204268" y="125374"/>
                </a:lnTo>
                <a:lnTo>
                  <a:pt x="2204563" y="125886"/>
                </a:lnTo>
                <a:lnTo>
                  <a:pt x="2204871" y="126387"/>
                </a:lnTo>
                <a:lnTo>
                  <a:pt x="2205193" y="126876"/>
                </a:lnTo>
                <a:lnTo>
                  <a:pt x="2205528" y="127353"/>
                </a:lnTo>
                <a:lnTo>
                  <a:pt x="2205877" y="127819"/>
                </a:lnTo>
                <a:lnTo>
                  <a:pt x="2206239" y="128273"/>
                </a:lnTo>
                <a:lnTo>
                  <a:pt x="2206615" y="128715"/>
                </a:lnTo>
                <a:lnTo>
                  <a:pt x="2207004" y="129145"/>
                </a:lnTo>
                <a:lnTo>
                  <a:pt x="2207407" y="129564"/>
                </a:lnTo>
                <a:lnTo>
                  <a:pt x="2207823" y="129971"/>
                </a:lnTo>
                <a:lnTo>
                  <a:pt x="2208253" y="130366"/>
                </a:lnTo>
                <a:lnTo>
                  <a:pt x="2208697" y="130750"/>
                </a:lnTo>
                <a:lnTo>
                  <a:pt x="2209154" y="131122"/>
                </a:lnTo>
                <a:lnTo>
                  <a:pt x="2209624" y="131482"/>
                </a:lnTo>
                <a:lnTo>
                  <a:pt x="2210108" y="131831"/>
                </a:lnTo>
                <a:lnTo>
                  <a:pt x="2210606" y="132168"/>
                </a:lnTo>
                <a:lnTo>
                  <a:pt x="2211117" y="132493"/>
                </a:lnTo>
                <a:lnTo>
                  <a:pt x="2211644" y="132805"/>
                </a:lnTo>
                <a:lnTo>
                  <a:pt x="2212191" y="133105"/>
                </a:lnTo>
                <a:lnTo>
                  <a:pt x="2212756" y="133391"/>
                </a:lnTo>
                <a:lnTo>
                  <a:pt x="2213339" y="133664"/>
                </a:lnTo>
                <a:lnTo>
                  <a:pt x="2213942" y="133923"/>
                </a:lnTo>
                <a:lnTo>
                  <a:pt x="2214563" y="134169"/>
                </a:lnTo>
                <a:lnTo>
                  <a:pt x="2215204" y="134402"/>
                </a:lnTo>
                <a:lnTo>
                  <a:pt x="2215863" y="134621"/>
                </a:lnTo>
                <a:lnTo>
                  <a:pt x="2216541" y="134828"/>
                </a:lnTo>
                <a:lnTo>
                  <a:pt x="2217238" y="135021"/>
                </a:lnTo>
                <a:lnTo>
                  <a:pt x="2217953" y="135200"/>
                </a:lnTo>
                <a:lnTo>
                  <a:pt x="2218688" y="135367"/>
                </a:lnTo>
                <a:lnTo>
                  <a:pt x="2219441" y="135520"/>
                </a:lnTo>
                <a:lnTo>
                  <a:pt x="2220214" y="135659"/>
                </a:lnTo>
                <a:lnTo>
                  <a:pt x="2221005" y="135786"/>
                </a:lnTo>
                <a:lnTo>
                  <a:pt x="2221814" y="135899"/>
                </a:lnTo>
                <a:lnTo>
                  <a:pt x="2222643" y="135998"/>
                </a:lnTo>
                <a:lnTo>
                  <a:pt x="2223491" y="136085"/>
                </a:lnTo>
                <a:lnTo>
                  <a:pt x="2224357" y="136158"/>
                </a:lnTo>
                <a:lnTo>
                  <a:pt x="2225242" y="136218"/>
                </a:lnTo>
                <a:lnTo>
                  <a:pt x="2226146" y="136265"/>
                </a:lnTo>
                <a:lnTo>
                  <a:pt x="2227069" y="136298"/>
                </a:lnTo>
                <a:lnTo>
                  <a:pt x="2228011" y="136318"/>
                </a:lnTo>
                <a:lnTo>
                  <a:pt x="2228971" y="136324"/>
                </a:lnTo>
                <a:lnTo>
                  <a:pt x="2240513" y="136324"/>
                </a:lnTo>
                <a:lnTo>
                  <a:pt x="2240513" y="123008"/>
                </a:lnTo>
                <a:lnTo>
                  <a:pt x="2230057" y="123008"/>
                </a:lnTo>
                <a:lnTo>
                  <a:pt x="2229336" y="122999"/>
                </a:lnTo>
                <a:lnTo>
                  <a:pt x="2228638" y="122973"/>
                </a:lnTo>
                <a:close/>
                <a:moveTo>
                  <a:pt x="2696114" y="122973"/>
                </a:moveTo>
                <a:lnTo>
                  <a:pt x="2695438" y="122930"/>
                </a:lnTo>
                <a:lnTo>
                  <a:pt x="2694785" y="122869"/>
                </a:lnTo>
                <a:lnTo>
                  <a:pt x="2694155" y="122791"/>
                </a:lnTo>
                <a:lnTo>
                  <a:pt x="2693546" y="122696"/>
                </a:lnTo>
                <a:lnTo>
                  <a:pt x="2692961" y="122583"/>
                </a:lnTo>
                <a:lnTo>
                  <a:pt x="2692397" y="122453"/>
                </a:lnTo>
                <a:lnTo>
                  <a:pt x="2691856" y="122306"/>
                </a:lnTo>
                <a:lnTo>
                  <a:pt x="2691338" y="122142"/>
                </a:lnTo>
                <a:lnTo>
                  <a:pt x="2690842" y="121960"/>
                </a:lnTo>
                <a:lnTo>
                  <a:pt x="2690368" y="121761"/>
                </a:lnTo>
                <a:lnTo>
                  <a:pt x="2689917" y="121544"/>
                </a:lnTo>
                <a:lnTo>
                  <a:pt x="2689488" y="121310"/>
                </a:lnTo>
                <a:lnTo>
                  <a:pt x="2689082" y="121059"/>
                </a:lnTo>
                <a:lnTo>
                  <a:pt x="2688698" y="120791"/>
                </a:lnTo>
                <a:lnTo>
                  <a:pt x="2688337" y="120505"/>
                </a:lnTo>
                <a:lnTo>
                  <a:pt x="2687998" y="120202"/>
                </a:lnTo>
                <a:lnTo>
                  <a:pt x="2687681" y="119882"/>
                </a:lnTo>
                <a:lnTo>
                  <a:pt x="2687387" y="119544"/>
                </a:lnTo>
                <a:lnTo>
                  <a:pt x="2687115" y="119189"/>
                </a:lnTo>
                <a:lnTo>
                  <a:pt x="2686866" y="118817"/>
                </a:lnTo>
                <a:lnTo>
                  <a:pt x="2686639" y="118427"/>
                </a:lnTo>
                <a:lnTo>
                  <a:pt x="2686435" y="118020"/>
                </a:lnTo>
                <a:lnTo>
                  <a:pt x="2686246" y="117597"/>
                </a:lnTo>
                <a:lnTo>
                  <a:pt x="2686065" y="117158"/>
                </a:lnTo>
                <a:lnTo>
                  <a:pt x="2685891" y="116705"/>
                </a:lnTo>
                <a:lnTo>
                  <a:pt x="2685726" y="116236"/>
                </a:lnTo>
                <a:lnTo>
                  <a:pt x="2685570" y="115752"/>
                </a:lnTo>
                <a:lnTo>
                  <a:pt x="2685421" y="115253"/>
                </a:lnTo>
                <a:lnTo>
                  <a:pt x="2685280" y="114739"/>
                </a:lnTo>
                <a:lnTo>
                  <a:pt x="2685147" y="114209"/>
                </a:lnTo>
                <a:lnTo>
                  <a:pt x="2685022" y="113665"/>
                </a:lnTo>
                <a:lnTo>
                  <a:pt x="2684905" y="113105"/>
                </a:lnTo>
                <a:lnTo>
                  <a:pt x="2684797" y="112530"/>
                </a:lnTo>
                <a:lnTo>
                  <a:pt x="2684696" y="111940"/>
                </a:lnTo>
                <a:lnTo>
                  <a:pt x="2684604" y="111334"/>
                </a:lnTo>
                <a:lnTo>
                  <a:pt x="2684519" y="110714"/>
                </a:lnTo>
                <a:lnTo>
                  <a:pt x="2684443" y="110078"/>
                </a:lnTo>
                <a:lnTo>
                  <a:pt x="2684374" y="109427"/>
                </a:lnTo>
                <a:lnTo>
                  <a:pt x="2684314" y="108761"/>
                </a:lnTo>
                <a:lnTo>
                  <a:pt x="2684262" y="108080"/>
                </a:lnTo>
                <a:lnTo>
                  <a:pt x="2684217" y="107383"/>
                </a:lnTo>
                <a:lnTo>
                  <a:pt x="2684181" y="106672"/>
                </a:lnTo>
                <a:lnTo>
                  <a:pt x="2684153" y="105945"/>
                </a:lnTo>
                <a:lnTo>
                  <a:pt x="2684133" y="105203"/>
                </a:lnTo>
                <a:lnTo>
                  <a:pt x="2684121" y="104446"/>
                </a:lnTo>
                <a:lnTo>
                  <a:pt x="2684117" y="103674"/>
                </a:lnTo>
                <a:lnTo>
                  <a:pt x="2684117" y="50604"/>
                </a:lnTo>
                <a:lnTo>
                  <a:pt x="2707791" y="50604"/>
                </a:lnTo>
                <a:lnTo>
                  <a:pt x="2707791" y="37287"/>
                </a:lnTo>
                <a:lnTo>
                  <a:pt x="2684117" y="37287"/>
                </a:lnTo>
                <a:lnTo>
                  <a:pt x="2684117" y="15290"/>
                </a:lnTo>
                <a:lnTo>
                  <a:pt x="2667742" y="15290"/>
                </a:lnTo>
                <a:lnTo>
                  <a:pt x="2667742" y="37287"/>
                </a:lnTo>
                <a:lnTo>
                  <a:pt x="2651663" y="37287"/>
                </a:lnTo>
                <a:lnTo>
                  <a:pt x="2651663" y="50604"/>
                </a:lnTo>
                <a:lnTo>
                  <a:pt x="2667742" y="50604"/>
                </a:lnTo>
                <a:lnTo>
                  <a:pt x="2667742" y="104142"/>
                </a:lnTo>
                <a:lnTo>
                  <a:pt x="2667746" y="104980"/>
                </a:lnTo>
                <a:lnTo>
                  <a:pt x="2667758" y="105808"/>
                </a:lnTo>
                <a:lnTo>
                  <a:pt x="2667778" y="106625"/>
                </a:lnTo>
                <a:lnTo>
                  <a:pt x="2667806" y="107433"/>
                </a:lnTo>
                <a:lnTo>
                  <a:pt x="2667843" y="108230"/>
                </a:lnTo>
                <a:lnTo>
                  <a:pt x="2667887" y="109017"/>
                </a:lnTo>
                <a:lnTo>
                  <a:pt x="2667939" y="109794"/>
                </a:lnTo>
                <a:lnTo>
                  <a:pt x="2668000" y="110562"/>
                </a:lnTo>
                <a:lnTo>
                  <a:pt x="2668068" y="111318"/>
                </a:lnTo>
                <a:lnTo>
                  <a:pt x="2668144" y="112065"/>
                </a:lnTo>
                <a:lnTo>
                  <a:pt x="2668229" y="112802"/>
                </a:lnTo>
                <a:lnTo>
                  <a:pt x="2668322" y="113529"/>
                </a:lnTo>
                <a:lnTo>
                  <a:pt x="2668422" y="114245"/>
                </a:lnTo>
                <a:lnTo>
                  <a:pt x="2668531" y="114952"/>
                </a:lnTo>
                <a:lnTo>
                  <a:pt x="2668647" y="115648"/>
                </a:lnTo>
                <a:lnTo>
                  <a:pt x="2668772" y="116334"/>
                </a:lnTo>
                <a:lnTo>
                  <a:pt x="2668905" y="117010"/>
                </a:lnTo>
                <a:lnTo>
                  <a:pt x="2669046" y="117676"/>
                </a:lnTo>
                <a:lnTo>
                  <a:pt x="2669195" y="118332"/>
                </a:lnTo>
                <a:lnTo>
                  <a:pt x="2669352" y="118978"/>
                </a:lnTo>
                <a:lnTo>
                  <a:pt x="2669517" y="119614"/>
                </a:lnTo>
                <a:lnTo>
                  <a:pt x="2669690" y="120239"/>
                </a:lnTo>
                <a:lnTo>
                  <a:pt x="2669871" y="120855"/>
                </a:lnTo>
                <a:lnTo>
                  <a:pt x="2670060" y="121460"/>
                </a:lnTo>
                <a:lnTo>
                  <a:pt x="2670260" y="122054"/>
                </a:lnTo>
                <a:lnTo>
                  <a:pt x="2670473" y="122637"/>
                </a:lnTo>
                <a:lnTo>
                  <a:pt x="2670700" y="123208"/>
                </a:lnTo>
                <a:lnTo>
                  <a:pt x="2670941" y="123767"/>
                </a:lnTo>
                <a:lnTo>
                  <a:pt x="2671195" y="124314"/>
                </a:lnTo>
                <a:lnTo>
                  <a:pt x="2671463" y="124850"/>
                </a:lnTo>
                <a:lnTo>
                  <a:pt x="2671744" y="125374"/>
                </a:lnTo>
                <a:lnTo>
                  <a:pt x="2672038" y="125886"/>
                </a:lnTo>
                <a:lnTo>
                  <a:pt x="2672347" y="126387"/>
                </a:lnTo>
                <a:lnTo>
                  <a:pt x="2672668" y="126876"/>
                </a:lnTo>
                <a:lnTo>
                  <a:pt x="2673004" y="127353"/>
                </a:lnTo>
                <a:lnTo>
                  <a:pt x="2673352" y="127819"/>
                </a:lnTo>
                <a:lnTo>
                  <a:pt x="2673715" y="128273"/>
                </a:lnTo>
                <a:lnTo>
                  <a:pt x="2674090" y="128715"/>
                </a:lnTo>
                <a:lnTo>
                  <a:pt x="2674480" y="129145"/>
                </a:lnTo>
                <a:lnTo>
                  <a:pt x="2674883" y="129564"/>
                </a:lnTo>
                <a:lnTo>
                  <a:pt x="2675299" y="129971"/>
                </a:lnTo>
                <a:lnTo>
                  <a:pt x="2675729" y="130366"/>
                </a:lnTo>
                <a:lnTo>
                  <a:pt x="2676172" y="130750"/>
                </a:lnTo>
                <a:lnTo>
                  <a:pt x="2676629" y="131122"/>
                </a:lnTo>
                <a:lnTo>
                  <a:pt x="2677100" y="131482"/>
                </a:lnTo>
                <a:lnTo>
                  <a:pt x="2677584" y="131831"/>
                </a:lnTo>
                <a:lnTo>
                  <a:pt x="2678082" y="132168"/>
                </a:lnTo>
                <a:lnTo>
                  <a:pt x="2678593" y="132493"/>
                </a:lnTo>
                <a:lnTo>
                  <a:pt x="2679120" y="132805"/>
                </a:lnTo>
                <a:lnTo>
                  <a:pt x="2679666" y="133105"/>
                </a:lnTo>
                <a:lnTo>
                  <a:pt x="2680231" y="133391"/>
                </a:lnTo>
                <a:lnTo>
                  <a:pt x="2680815" y="133664"/>
                </a:lnTo>
                <a:lnTo>
                  <a:pt x="2681418" y="133923"/>
                </a:lnTo>
                <a:lnTo>
                  <a:pt x="2682039" y="134169"/>
                </a:lnTo>
                <a:lnTo>
                  <a:pt x="2682679" y="134402"/>
                </a:lnTo>
                <a:lnTo>
                  <a:pt x="2683339" y="134621"/>
                </a:lnTo>
                <a:lnTo>
                  <a:pt x="2684017" y="134828"/>
                </a:lnTo>
                <a:lnTo>
                  <a:pt x="2684713" y="135021"/>
                </a:lnTo>
                <a:lnTo>
                  <a:pt x="2685429" y="135200"/>
                </a:lnTo>
                <a:lnTo>
                  <a:pt x="2686164" y="135367"/>
                </a:lnTo>
                <a:lnTo>
                  <a:pt x="2686917" y="135520"/>
                </a:lnTo>
                <a:lnTo>
                  <a:pt x="2687689" y="135659"/>
                </a:lnTo>
                <a:lnTo>
                  <a:pt x="2688480" y="135786"/>
                </a:lnTo>
                <a:lnTo>
                  <a:pt x="2689290" y="135899"/>
                </a:lnTo>
                <a:lnTo>
                  <a:pt x="2690119" y="135998"/>
                </a:lnTo>
                <a:lnTo>
                  <a:pt x="2690966" y="136085"/>
                </a:lnTo>
                <a:lnTo>
                  <a:pt x="2691833" y="136158"/>
                </a:lnTo>
                <a:lnTo>
                  <a:pt x="2692718" y="136218"/>
                </a:lnTo>
                <a:lnTo>
                  <a:pt x="2693622" y="136265"/>
                </a:lnTo>
                <a:lnTo>
                  <a:pt x="2694545" y="136298"/>
                </a:lnTo>
                <a:lnTo>
                  <a:pt x="2695486" y="136318"/>
                </a:lnTo>
                <a:lnTo>
                  <a:pt x="2696447" y="136324"/>
                </a:lnTo>
                <a:lnTo>
                  <a:pt x="2707988" y="136324"/>
                </a:lnTo>
                <a:lnTo>
                  <a:pt x="2707988" y="123008"/>
                </a:lnTo>
                <a:lnTo>
                  <a:pt x="2697532" y="123008"/>
                </a:lnTo>
                <a:lnTo>
                  <a:pt x="2696812" y="122999"/>
                </a:lnTo>
                <a:lnTo>
                  <a:pt x="2696114" y="122973"/>
                </a:lnTo>
                <a:close/>
                <a:moveTo>
                  <a:pt x="1519790" y="64116"/>
                </a:moveTo>
                <a:lnTo>
                  <a:pt x="1520194" y="63624"/>
                </a:lnTo>
                <a:lnTo>
                  <a:pt x="1520609" y="63135"/>
                </a:lnTo>
                <a:lnTo>
                  <a:pt x="1521034" y="62650"/>
                </a:lnTo>
                <a:lnTo>
                  <a:pt x="1521468" y="62168"/>
                </a:lnTo>
                <a:lnTo>
                  <a:pt x="1521912" y="61689"/>
                </a:lnTo>
                <a:lnTo>
                  <a:pt x="1522367" y="61214"/>
                </a:lnTo>
                <a:lnTo>
                  <a:pt x="1522831" y="60743"/>
                </a:lnTo>
                <a:lnTo>
                  <a:pt x="1523305" y="60274"/>
                </a:lnTo>
                <a:lnTo>
                  <a:pt x="1523789" y="59809"/>
                </a:lnTo>
                <a:lnTo>
                  <a:pt x="1524284" y="59348"/>
                </a:lnTo>
                <a:lnTo>
                  <a:pt x="1524788" y="58889"/>
                </a:lnTo>
                <a:lnTo>
                  <a:pt x="1525301" y="58435"/>
                </a:lnTo>
                <a:lnTo>
                  <a:pt x="1525825" y="57983"/>
                </a:lnTo>
                <a:lnTo>
                  <a:pt x="1526359" y="57535"/>
                </a:lnTo>
                <a:lnTo>
                  <a:pt x="1526903" y="57091"/>
                </a:lnTo>
                <a:lnTo>
                  <a:pt x="1527457" y="56649"/>
                </a:lnTo>
                <a:lnTo>
                  <a:pt x="1528020" y="56211"/>
                </a:lnTo>
                <a:lnTo>
                  <a:pt x="1528594" y="55777"/>
                </a:lnTo>
                <a:lnTo>
                  <a:pt x="1529177" y="55346"/>
                </a:lnTo>
                <a:lnTo>
                  <a:pt x="1529771" y="54918"/>
                </a:lnTo>
                <a:lnTo>
                  <a:pt x="1530374" y="54494"/>
                </a:lnTo>
                <a:lnTo>
                  <a:pt x="1530988" y="54080"/>
                </a:lnTo>
                <a:lnTo>
                  <a:pt x="1531614" y="53684"/>
                </a:lnTo>
                <a:lnTo>
                  <a:pt x="1532253" y="53305"/>
                </a:lnTo>
                <a:lnTo>
                  <a:pt x="1532903" y="52944"/>
                </a:lnTo>
                <a:lnTo>
                  <a:pt x="1533565" y="52600"/>
                </a:lnTo>
                <a:lnTo>
                  <a:pt x="1534239" y="52274"/>
                </a:lnTo>
                <a:lnTo>
                  <a:pt x="1534926" y="51966"/>
                </a:lnTo>
                <a:lnTo>
                  <a:pt x="1535624" y="51675"/>
                </a:lnTo>
                <a:lnTo>
                  <a:pt x="1536334" y="51402"/>
                </a:lnTo>
                <a:lnTo>
                  <a:pt x="1537056" y="51147"/>
                </a:lnTo>
                <a:lnTo>
                  <a:pt x="1537790" y="50909"/>
                </a:lnTo>
                <a:lnTo>
                  <a:pt x="1538537" y="50689"/>
                </a:lnTo>
                <a:lnTo>
                  <a:pt x="1539295" y="50486"/>
                </a:lnTo>
                <a:lnTo>
                  <a:pt x="1540065" y="50301"/>
                </a:lnTo>
                <a:lnTo>
                  <a:pt x="1540847" y="50134"/>
                </a:lnTo>
                <a:lnTo>
                  <a:pt x="1541641" y="49984"/>
                </a:lnTo>
                <a:lnTo>
                  <a:pt x="1542447" y="49852"/>
                </a:lnTo>
                <a:lnTo>
                  <a:pt x="1543265" y="49737"/>
                </a:lnTo>
                <a:lnTo>
                  <a:pt x="1544095" y="49640"/>
                </a:lnTo>
                <a:lnTo>
                  <a:pt x="1544937" y="49561"/>
                </a:lnTo>
                <a:lnTo>
                  <a:pt x="1545791" y="49499"/>
                </a:lnTo>
                <a:lnTo>
                  <a:pt x="1546657" y="49455"/>
                </a:lnTo>
                <a:lnTo>
                  <a:pt x="1547535" y="49429"/>
                </a:lnTo>
                <a:lnTo>
                  <a:pt x="1548426" y="49420"/>
                </a:lnTo>
                <a:lnTo>
                  <a:pt x="1549020" y="49426"/>
                </a:lnTo>
                <a:lnTo>
                  <a:pt x="1549602" y="49442"/>
                </a:lnTo>
                <a:lnTo>
                  <a:pt x="1550173" y="49471"/>
                </a:lnTo>
                <a:lnTo>
                  <a:pt x="1550731" y="49510"/>
                </a:lnTo>
                <a:lnTo>
                  <a:pt x="1551278" y="49560"/>
                </a:lnTo>
                <a:lnTo>
                  <a:pt x="1551813" y="49622"/>
                </a:lnTo>
                <a:lnTo>
                  <a:pt x="1552337" y="49695"/>
                </a:lnTo>
                <a:lnTo>
                  <a:pt x="1552848" y="49779"/>
                </a:lnTo>
                <a:lnTo>
                  <a:pt x="1553348" y="49874"/>
                </a:lnTo>
                <a:lnTo>
                  <a:pt x="1553835" y="49980"/>
                </a:lnTo>
                <a:lnTo>
                  <a:pt x="1554311" y="50098"/>
                </a:lnTo>
                <a:lnTo>
                  <a:pt x="1554776" y="50227"/>
                </a:lnTo>
                <a:lnTo>
                  <a:pt x="1555228" y="50367"/>
                </a:lnTo>
                <a:lnTo>
                  <a:pt x="1555669" y="50518"/>
                </a:lnTo>
                <a:lnTo>
                  <a:pt x="1556097" y="50681"/>
                </a:lnTo>
                <a:lnTo>
                  <a:pt x="1556514" y="50855"/>
                </a:lnTo>
                <a:lnTo>
                  <a:pt x="1556919" y="51039"/>
                </a:lnTo>
                <a:lnTo>
                  <a:pt x="1557313" y="51236"/>
                </a:lnTo>
                <a:lnTo>
                  <a:pt x="1557694" y="51443"/>
                </a:lnTo>
                <a:lnTo>
                  <a:pt x="1558064" y="51661"/>
                </a:lnTo>
                <a:lnTo>
                  <a:pt x="1558422" y="51891"/>
                </a:lnTo>
                <a:lnTo>
                  <a:pt x="1558768" y="52132"/>
                </a:lnTo>
                <a:lnTo>
                  <a:pt x="1559102" y="52384"/>
                </a:lnTo>
                <a:lnTo>
                  <a:pt x="1559424" y="52648"/>
                </a:lnTo>
                <a:lnTo>
                  <a:pt x="1559737" y="52921"/>
                </a:lnTo>
                <a:lnTo>
                  <a:pt x="1560041" y="53202"/>
                </a:lnTo>
                <a:lnTo>
                  <a:pt x="1560337" y="53492"/>
                </a:lnTo>
                <a:lnTo>
                  <a:pt x="1560626" y="53790"/>
                </a:lnTo>
                <a:lnTo>
                  <a:pt x="1560906" y="54097"/>
                </a:lnTo>
                <a:lnTo>
                  <a:pt x="1561178" y="54412"/>
                </a:lnTo>
                <a:lnTo>
                  <a:pt x="1561442" y="54735"/>
                </a:lnTo>
                <a:lnTo>
                  <a:pt x="1561698" y="55067"/>
                </a:lnTo>
                <a:lnTo>
                  <a:pt x="1561947" y="55407"/>
                </a:lnTo>
                <a:lnTo>
                  <a:pt x="1562187" y="55756"/>
                </a:lnTo>
                <a:lnTo>
                  <a:pt x="1562418" y="56112"/>
                </a:lnTo>
                <a:lnTo>
                  <a:pt x="1562642" y="56478"/>
                </a:lnTo>
                <a:lnTo>
                  <a:pt x="1562858" y="56851"/>
                </a:lnTo>
                <a:lnTo>
                  <a:pt x="1563066" y="57233"/>
                </a:lnTo>
                <a:lnTo>
                  <a:pt x="1563266" y="57624"/>
                </a:lnTo>
                <a:lnTo>
                  <a:pt x="1563458" y="58022"/>
                </a:lnTo>
                <a:lnTo>
                  <a:pt x="1563641" y="58429"/>
                </a:lnTo>
                <a:lnTo>
                  <a:pt x="1563817" y="58845"/>
                </a:lnTo>
                <a:lnTo>
                  <a:pt x="1563984" y="59269"/>
                </a:lnTo>
                <a:lnTo>
                  <a:pt x="1564144" y="59701"/>
                </a:lnTo>
                <a:lnTo>
                  <a:pt x="1564295" y="60141"/>
                </a:lnTo>
                <a:lnTo>
                  <a:pt x="1564439" y="60590"/>
                </a:lnTo>
                <a:lnTo>
                  <a:pt x="1564574" y="61047"/>
                </a:lnTo>
                <a:lnTo>
                  <a:pt x="1564702" y="61513"/>
                </a:lnTo>
                <a:lnTo>
                  <a:pt x="1564822" y="61986"/>
                </a:lnTo>
                <a:lnTo>
                  <a:pt x="1564938" y="62464"/>
                </a:lnTo>
                <a:lnTo>
                  <a:pt x="1565048" y="62947"/>
                </a:lnTo>
                <a:lnTo>
                  <a:pt x="1565154" y="63437"/>
                </a:lnTo>
                <a:lnTo>
                  <a:pt x="1565254" y="63932"/>
                </a:lnTo>
                <a:lnTo>
                  <a:pt x="1565349" y="64433"/>
                </a:lnTo>
                <a:lnTo>
                  <a:pt x="1565439" y="64940"/>
                </a:lnTo>
                <a:lnTo>
                  <a:pt x="1565524" y="65452"/>
                </a:lnTo>
                <a:lnTo>
                  <a:pt x="1565603" y="65970"/>
                </a:lnTo>
                <a:lnTo>
                  <a:pt x="1565678" y="66494"/>
                </a:lnTo>
                <a:lnTo>
                  <a:pt x="1565747" y="67024"/>
                </a:lnTo>
                <a:lnTo>
                  <a:pt x="1565811" y="67559"/>
                </a:lnTo>
                <a:lnTo>
                  <a:pt x="1565870" y="68100"/>
                </a:lnTo>
                <a:lnTo>
                  <a:pt x="1565924" y="68646"/>
                </a:lnTo>
                <a:lnTo>
                  <a:pt x="1565973" y="69199"/>
                </a:lnTo>
                <a:lnTo>
                  <a:pt x="1566017" y="69757"/>
                </a:lnTo>
                <a:lnTo>
                  <a:pt x="1566055" y="70320"/>
                </a:lnTo>
                <a:lnTo>
                  <a:pt x="1566089" y="70890"/>
                </a:lnTo>
                <a:lnTo>
                  <a:pt x="1566117" y="71465"/>
                </a:lnTo>
                <a:lnTo>
                  <a:pt x="1566140" y="72046"/>
                </a:lnTo>
                <a:lnTo>
                  <a:pt x="1566158" y="72632"/>
                </a:lnTo>
                <a:lnTo>
                  <a:pt x="1566171" y="73224"/>
                </a:lnTo>
                <a:lnTo>
                  <a:pt x="1566179" y="73822"/>
                </a:lnTo>
                <a:lnTo>
                  <a:pt x="1566181" y="74426"/>
                </a:lnTo>
                <a:lnTo>
                  <a:pt x="1566181" y="136324"/>
                </a:lnTo>
                <a:lnTo>
                  <a:pt x="1582655" y="136324"/>
                </a:lnTo>
                <a:lnTo>
                  <a:pt x="1582655" y="72308"/>
                </a:lnTo>
                <a:lnTo>
                  <a:pt x="1582642" y="70869"/>
                </a:lnTo>
                <a:lnTo>
                  <a:pt x="1582605" y="69457"/>
                </a:lnTo>
                <a:lnTo>
                  <a:pt x="1582542" y="68072"/>
                </a:lnTo>
                <a:lnTo>
                  <a:pt x="1582455" y="66714"/>
                </a:lnTo>
                <a:lnTo>
                  <a:pt x="1582342" y="65383"/>
                </a:lnTo>
                <a:lnTo>
                  <a:pt x="1582205" y="64080"/>
                </a:lnTo>
                <a:lnTo>
                  <a:pt x="1582042" y="62803"/>
                </a:lnTo>
                <a:lnTo>
                  <a:pt x="1581854" y="61553"/>
                </a:lnTo>
                <a:lnTo>
                  <a:pt x="1581642" y="60331"/>
                </a:lnTo>
                <a:lnTo>
                  <a:pt x="1581404" y="59136"/>
                </a:lnTo>
                <a:lnTo>
                  <a:pt x="1581142" y="57967"/>
                </a:lnTo>
                <a:lnTo>
                  <a:pt x="1580854" y="56826"/>
                </a:lnTo>
                <a:lnTo>
                  <a:pt x="1580542" y="55712"/>
                </a:lnTo>
                <a:lnTo>
                  <a:pt x="1580204" y="54625"/>
                </a:lnTo>
                <a:lnTo>
                  <a:pt x="1579842" y="53565"/>
                </a:lnTo>
                <a:lnTo>
                  <a:pt x="1579454" y="52532"/>
                </a:lnTo>
                <a:lnTo>
                  <a:pt x="1579042" y="51526"/>
                </a:lnTo>
                <a:lnTo>
                  <a:pt x="1578604" y="50547"/>
                </a:lnTo>
                <a:lnTo>
                  <a:pt x="1578142" y="49595"/>
                </a:lnTo>
                <a:lnTo>
                  <a:pt x="1577654" y="48671"/>
                </a:lnTo>
                <a:lnTo>
                  <a:pt x="1577141" y="47773"/>
                </a:lnTo>
                <a:lnTo>
                  <a:pt x="1576604" y="46903"/>
                </a:lnTo>
                <a:lnTo>
                  <a:pt x="1576041" y="46059"/>
                </a:lnTo>
                <a:lnTo>
                  <a:pt x="1575454" y="45243"/>
                </a:lnTo>
                <a:lnTo>
                  <a:pt x="1574839" y="44457"/>
                </a:lnTo>
                <a:lnTo>
                  <a:pt x="1574194" y="43705"/>
                </a:lnTo>
                <a:lnTo>
                  <a:pt x="1573519" y="42985"/>
                </a:lnTo>
                <a:lnTo>
                  <a:pt x="1572815" y="42300"/>
                </a:lnTo>
                <a:lnTo>
                  <a:pt x="1572081" y="41647"/>
                </a:lnTo>
                <a:lnTo>
                  <a:pt x="1571317" y="41029"/>
                </a:lnTo>
                <a:lnTo>
                  <a:pt x="1570523" y="40443"/>
                </a:lnTo>
                <a:lnTo>
                  <a:pt x="1569699" y="39891"/>
                </a:lnTo>
                <a:lnTo>
                  <a:pt x="1568846" y="39373"/>
                </a:lnTo>
                <a:lnTo>
                  <a:pt x="1567963" y="38888"/>
                </a:lnTo>
                <a:lnTo>
                  <a:pt x="1567050" y="38436"/>
                </a:lnTo>
                <a:lnTo>
                  <a:pt x="1566107" y="38018"/>
                </a:lnTo>
                <a:lnTo>
                  <a:pt x="1565135" y="37634"/>
                </a:lnTo>
                <a:lnTo>
                  <a:pt x="1564132" y="37282"/>
                </a:lnTo>
                <a:lnTo>
                  <a:pt x="1563100" y="36965"/>
                </a:lnTo>
                <a:lnTo>
                  <a:pt x="1562038" y="36680"/>
                </a:lnTo>
                <a:lnTo>
                  <a:pt x="1560946" y="36430"/>
                </a:lnTo>
                <a:lnTo>
                  <a:pt x="1559825" y="36212"/>
                </a:lnTo>
                <a:lnTo>
                  <a:pt x="1558674" y="36028"/>
                </a:lnTo>
                <a:lnTo>
                  <a:pt x="1557492" y="35878"/>
                </a:lnTo>
                <a:lnTo>
                  <a:pt x="1556281" y="35761"/>
                </a:lnTo>
                <a:lnTo>
                  <a:pt x="1555041" y="35677"/>
                </a:lnTo>
                <a:lnTo>
                  <a:pt x="1553770" y="35627"/>
                </a:lnTo>
                <a:lnTo>
                  <a:pt x="1552470" y="35610"/>
                </a:lnTo>
                <a:lnTo>
                  <a:pt x="1551401" y="35619"/>
                </a:lnTo>
                <a:lnTo>
                  <a:pt x="1550348" y="35646"/>
                </a:lnTo>
                <a:lnTo>
                  <a:pt x="1549312" y="35691"/>
                </a:lnTo>
                <a:lnTo>
                  <a:pt x="1548291" y="35754"/>
                </a:lnTo>
                <a:lnTo>
                  <a:pt x="1547287" y="35835"/>
                </a:lnTo>
                <a:lnTo>
                  <a:pt x="1546299" y="35934"/>
                </a:lnTo>
                <a:lnTo>
                  <a:pt x="1545326" y="36051"/>
                </a:lnTo>
                <a:lnTo>
                  <a:pt x="1544370" y="36185"/>
                </a:lnTo>
                <a:lnTo>
                  <a:pt x="1543430" y="36338"/>
                </a:lnTo>
                <a:lnTo>
                  <a:pt x="1542506" y="36509"/>
                </a:lnTo>
                <a:lnTo>
                  <a:pt x="1541598" y="36698"/>
                </a:lnTo>
                <a:lnTo>
                  <a:pt x="1540707" y="36905"/>
                </a:lnTo>
                <a:lnTo>
                  <a:pt x="1539831" y="37130"/>
                </a:lnTo>
                <a:lnTo>
                  <a:pt x="1538972" y="37372"/>
                </a:lnTo>
                <a:lnTo>
                  <a:pt x="1538128" y="37633"/>
                </a:lnTo>
                <a:lnTo>
                  <a:pt x="1537301" y="37912"/>
                </a:lnTo>
                <a:lnTo>
                  <a:pt x="1536490" y="38208"/>
                </a:lnTo>
                <a:lnTo>
                  <a:pt x="1535694" y="38523"/>
                </a:lnTo>
                <a:lnTo>
                  <a:pt x="1534915" y="38856"/>
                </a:lnTo>
                <a:lnTo>
                  <a:pt x="1534152" y="39206"/>
                </a:lnTo>
                <a:lnTo>
                  <a:pt x="1533406" y="39575"/>
                </a:lnTo>
                <a:lnTo>
                  <a:pt x="1532675" y="39962"/>
                </a:lnTo>
                <a:lnTo>
                  <a:pt x="1531960" y="40366"/>
                </a:lnTo>
                <a:lnTo>
                  <a:pt x="1531262" y="40789"/>
                </a:lnTo>
                <a:lnTo>
                  <a:pt x="1530578" y="41222"/>
                </a:lnTo>
                <a:lnTo>
                  <a:pt x="1529907" y="41656"/>
                </a:lnTo>
                <a:lnTo>
                  <a:pt x="1529250" y="42094"/>
                </a:lnTo>
                <a:lnTo>
                  <a:pt x="1528607" y="42533"/>
                </a:lnTo>
                <a:lnTo>
                  <a:pt x="1527976" y="42974"/>
                </a:lnTo>
                <a:lnTo>
                  <a:pt x="1527359" y="43418"/>
                </a:lnTo>
                <a:lnTo>
                  <a:pt x="1526755" y="43864"/>
                </a:lnTo>
                <a:lnTo>
                  <a:pt x="1526165" y="44313"/>
                </a:lnTo>
                <a:lnTo>
                  <a:pt x="1525588" y="44763"/>
                </a:lnTo>
                <a:lnTo>
                  <a:pt x="1525025" y="45216"/>
                </a:lnTo>
                <a:lnTo>
                  <a:pt x="1524474" y="45671"/>
                </a:lnTo>
                <a:lnTo>
                  <a:pt x="1523937" y="46128"/>
                </a:lnTo>
                <a:lnTo>
                  <a:pt x="1523414" y="46587"/>
                </a:lnTo>
                <a:lnTo>
                  <a:pt x="1522904" y="47049"/>
                </a:lnTo>
                <a:lnTo>
                  <a:pt x="1522407" y="47513"/>
                </a:lnTo>
                <a:lnTo>
                  <a:pt x="1521923" y="47979"/>
                </a:lnTo>
                <a:lnTo>
                  <a:pt x="1521453" y="48447"/>
                </a:lnTo>
                <a:lnTo>
                  <a:pt x="1520997" y="48918"/>
                </a:lnTo>
                <a:lnTo>
                  <a:pt x="1520553" y="49390"/>
                </a:lnTo>
                <a:lnTo>
                  <a:pt x="1520123" y="49865"/>
                </a:lnTo>
                <a:lnTo>
                  <a:pt x="1519707" y="50343"/>
                </a:lnTo>
                <a:lnTo>
                  <a:pt x="1519303" y="50822"/>
                </a:lnTo>
                <a:lnTo>
                  <a:pt x="1518913" y="51304"/>
                </a:lnTo>
                <a:lnTo>
                  <a:pt x="1518537" y="51788"/>
                </a:lnTo>
                <a:lnTo>
                  <a:pt x="1517945" y="37287"/>
                </a:lnTo>
                <a:lnTo>
                  <a:pt x="1502162" y="37287"/>
                </a:lnTo>
                <a:lnTo>
                  <a:pt x="1502162" y="136324"/>
                </a:lnTo>
                <a:lnTo>
                  <a:pt x="1518635" y="136324"/>
                </a:lnTo>
                <a:lnTo>
                  <a:pt x="1518635" y="65613"/>
                </a:lnTo>
                <a:lnTo>
                  <a:pt x="1519010" y="65111"/>
                </a:lnTo>
                <a:lnTo>
                  <a:pt x="1519395" y="64612"/>
                </a:lnTo>
                <a:lnTo>
                  <a:pt x="1519790" y="64116"/>
                </a:lnTo>
                <a:close/>
                <a:moveTo>
                  <a:pt x="2965706" y="64903"/>
                </a:moveTo>
                <a:lnTo>
                  <a:pt x="2965980" y="64539"/>
                </a:lnTo>
                <a:lnTo>
                  <a:pt x="2966256" y="64179"/>
                </a:lnTo>
                <a:lnTo>
                  <a:pt x="2966536" y="63823"/>
                </a:lnTo>
                <a:lnTo>
                  <a:pt x="2966820" y="63471"/>
                </a:lnTo>
                <a:lnTo>
                  <a:pt x="2967106" y="63122"/>
                </a:lnTo>
                <a:lnTo>
                  <a:pt x="2967395" y="62777"/>
                </a:lnTo>
                <a:lnTo>
                  <a:pt x="2967687" y="62436"/>
                </a:lnTo>
                <a:lnTo>
                  <a:pt x="2967983" y="62098"/>
                </a:lnTo>
                <a:lnTo>
                  <a:pt x="2968281" y="61764"/>
                </a:lnTo>
                <a:lnTo>
                  <a:pt x="2968583" y="61434"/>
                </a:lnTo>
                <a:lnTo>
                  <a:pt x="2968887" y="61108"/>
                </a:lnTo>
                <a:lnTo>
                  <a:pt x="2969195" y="60785"/>
                </a:lnTo>
                <a:lnTo>
                  <a:pt x="2969506" y="60467"/>
                </a:lnTo>
                <a:lnTo>
                  <a:pt x="2969820" y="60152"/>
                </a:lnTo>
                <a:lnTo>
                  <a:pt x="2970137" y="59840"/>
                </a:lnTo>
                <a:lnTo>
                  <a:pt x="2970457" y="59533"/>
                </a:lnTo>
                <a:lnTo>
                  <a:pt x="2970780" y="59229"/>
                </a:lnTo>
                <a:lnTo>
                  <a:pt x="2971106" y="58929"/>
                </a:lnTo>
                <a:lnTo>
                  <a:pt x="2971436" y="58633"/>
                </a:lnTo>
                <a:lnTo>
                  <a:pt x="2971768" y="58340"/>
                </a:lnTo>
                <a:lnTo>
                  <a:pt x="2972104" y="58051"/>
                </a:lnTo>
                <a:lnTo>
                  <a:pt x="2972443" y="57767"/>
                </a:lnTo>
                <a:lnTo>
                  <a:pt x="2972787" y="57488"/>
                </a:lnTo>
                <a:lnTo>
                  <a:pt x="2973136" y="57214"/>
                </a:lnTo>
                <a:lnTo>
                  <a:pt x="2973490" y="56945"/>
                </a:lnTo>
                <a:lnTo>
                  <a:pt x="2973849" y="56681"/>
                </a:lnTo>
                <a:lnTo>
                  <a:pt x="2974212" y="56423"/>
                </a:lnTo>
                <a:lnTo>
                  <a:pt x="2974580" y="56170"/>
                </a:lnTo>
                <a:lnTo>
                  <a:pt x="2974953" y="55922"/>
                </a:lnTo>
                <a:lnTo>
                  <a:pt x="2975331" y="55679"/>
                </a:lnTo>
                <a:lnTo>
                  <a:pt x="2975714" y="55441"/>
                </a:lnTo>
                <a:lnTo>
                  <a:pt x="2976101" y="55208"/>
                </a:lnTo>
                <a:lnTo>
                  <a:pt x="2976493" y="54981"/>
                </a:lnTo>
                <a:lnTo>
                  <a:pt x="2976890" y="54759"/>
                </a:lnTo>
                <a:lnTo>
                  <a:pt x="2977292" y="54542"/>
                </a:lnTo>
                <a:lnTo>
                  <a:pt x="2977699" y="54330"/>
                </a:lnTo>
                <a:lnTo>
                  <a:pt x="2978110" y="54123"/>
                </a:lnTo>
                <a:lnTo>
                  <a:pt x="2978526" y="53922"/>
                </a:lnTo>
                <a:lnTo>
                  <a:pt x="2978947" y="53726"/>
                </a:lnTo>
                <a:lnTo>
                  <a:pt x="2979373" y="53535"/>
                </a:lnTo>
                <a:lnTo>
                  <a:pt x="2979803" y="53349"/>
                </a:lnTo>
                <a:lnTo>
                  <a:pt x="2980239" y="53168"/>
                </a:lnTo>
                <a:lnTo>
                  <a:pt x="2980679" y="52992"/>
                </a:lnTo>
                <a:lnTo>
                  <a:pt x="2981124" y="52822"/>
                </a:lnTo>
                <a:lnTo>
                  <a:pt x="2981573" y="52657"/>
                </a:lnTo>
                <a:lnTo>
                  <a:pt x="2982029" y="52497"/>
                </a:lnTo>
                <a:lnTo>
                  <a:pt x="2982490" y="52345"/>
                </a:lnTo>
                <a:lnTo>
                  <a:pt x="2982957" y="52199"/>
                </a:lnTo>
                <a:lnTo>
                  <a:pt x="2983431" y="52060"/>
                </a:lnTo>
                <a:lnTo>
                  <a:pt x="2983911" y="51927"/>
                </a:lnTo>
                <a:lnTo>
                  <a:pt x="2984397" y="51802"/>
                </a:lnTo>
                <a:lnTo>
                  <a:pt x="2984889" y="51683"/>
                </a:lnTo>
                <a:lnTo>
                  <a:pt x="2985388" y="51571"/>
                </a:lnTo>
                <a:lnTo>
                  <a:pt x="2985892" y="51466"/>
                </a:lnTo>
                <a:lnTo>
                  <a:pt x="2986403" y="51367"/>
                </a:lnTo>
                <a:lnTo>
                  <a:pt x="2986920" y="51276"/>
                </a:lnTo>
                <a:lnTo>
                  <a:pt x="2987443" y="51191"/>
                </a:lnTo>
                <a:lnTo>
                  <a:pt x="2987972" y="51113"/>
                </a:lnTo>
                <a:lnTo>
                  <a:pt x="2988507" y="51042"/>
                </a:lnTo>
                <a:lnTo>
                  <a:pt x="2989049" y="50977"/>
                </a:lnTo>
                <a:lnTo>
                  <a:pt x="2989596" y="50920"/>
                </a:lnTo>
                <a:lnTo>
                  <a:pt x="2990150" y="50869"/>
                </a:lnTo>
                <a:lnTo>
                  <a:pt x="2990710" y="50825"/>
                </a:lnTo>
                <a:lnTo>
                  <a:pt x="2991276" y="50787"/>
                </a:lnTo>
                <a:lnTo>
                  <a:pt x="2991849" y="50757"/>
                </a:lnTo>
                <a:lnTo>
                  <a:pt x="2992427" y="50733"/>
                </a:lnTo>
                <a:lnTo>
                  <a:pt x="2993012" y="50716"/>
                </a:lnTo>
                <a:lnTo>
                  <a:pt x="2993603" y="50706"/>
                </a:lnTo>
                <a:lnTo>
                  <a:pt x="2994200" y="50702"/>
                </a:lnTo>
                <a:lnTo>
                  <a:pt x="2996468" y="50702"/>
                </a:lnTo>
                <a:lnTo>
                  <a:pt x="2996468" y="35610"/>
                </a:lnTo>
                <a:lnTo>
                  <a:pt x="2994496" y="35610"/>
                </a:lnTo>
                <a:lnTo>
                  <a:pt x="2993541" y="35619"/>
                </a:lnTo>
                <a:lnTo>
                  <a:pt x="2992602" y="35645"/>
                </a:lnTo>
                <a:lnTo>
                  <a:pt x="2991678" y="35689"/>
                </a:lnTo>
                <a:lnTo>
                  <a:pt x="2990769" y="35750"/>
                </a:lnTo>
                <a:lnTo>
                  <a:pt x="2989875" y="35828"/>
                </a:lnTo>
                <a:lnTo>
                  <a:pt x="2988996" y="35924"/>
                </a:lnTo>
                <a:lnTo>
                  <a:pt x="2988132" y="36038"/>
                </a:lnTo>
                <a:lnTo>
                  <a:pt x="2987284" y="36169"/>
                </a:lnTo>
                <a:lnTo>
                  <a:pt x="2986450" y="36318"/>
                </a:lnTo>
                <a:lnTo>
                  <a:pt x="2985631" y="36483"/>
                </a:lnTo>
                <a:lnTo>
                  <a:pt x="2984828" y="36667"/>
                </a:lnTo>
                <a:lnTo>
                  <a:pt x="2984039" y="36868"/>
                </a:lnTo>
                <a:lnTo>
                  <a:pt x="2983266" y="37086"/>
                </a:lnTo>
                <a:lnTo>
                  <a:pt x="2982508" y="37322"/>
                </a:lnTo>
                <a:lnTo>
                  <a:pt x="2981764" y="37575"/>
                </a:lnTo>
                <a:lnTo>
                  <a:pt x="2981036" y="37846"/>
                </a:lnTo>
                <a:lnTo>
                  <a:pt x="2980323" y="38134"/>
                </a:lnTo>
                <a:lnTo>
                  <a:pt x="2979625" y="38440"/>
                </a:lnTo>
                <a:lnTo>
                  <a:pt x="2978942" y="38763"/>
                </a:lnTo>
                <a:lnTo>
                  <a:pt x="2978274" y="39104"/>
                </a:lnTo>
                <a:lnTo>
                  <a:pt x="2977621" y="39462"/>
                </a:lnTo>
                <a:lnTo>
                  <a:pt x="2976984" y="39837"/>
                </a:lnTo>
                <a:lnTo>
                  <a:pt x="2976361" y="40230"/>
                </a:lnTo>
                <a:lnTo>
                  <a:pt x="2975753" y="40641"/>
                </a:lnTo>
                <a:lnTo>
                  <a:pt x="2975159" y="41064"/>
                </a:lnTo>
                <a:lnTo>
                  <a:pt x="2974575" y="41496"/>
                </a:lnTo>
                <a:lnTo>
                  <a:pt x="2974002" y="41937"/>
                </a:lnTo>
                <a:lnTo>
                  <a:pt x="2973441" y="42386"/>
                </a:lnTo>
                <a:lnTo>
                  <a:pt x="2972890" y="42844"/>
                </a:lnTo>
                <a:lnTo>
                  <a:pt x="2972350" y="43310"/>
                </a:lnTo>
                <a:lnTo>
                  <a:pt x="2971821" y="43785"/>
                </a:lnTo>
                <a:lnTo>
                  <a:pt x="2971304" y="44269"/>
                </a:lnTo>
                <a:lnTo>
                  <a:pt x="2970797" y="44761"/>
                </a:lnTo>
                <a:lnTo>
                  <a:pt x="2970301" y="45261"/>
                </a:lnTo>
                <a:lnTo>
                  <a:pt x="2969816" y="45770"/>
                </a:lnTo>
                <a:lnTo>
                  <a:pt x="2969342" y="46288"/>
                </a:lnTo>
                <a:lnTo>
                  <a:pt x="2968879" y="46814"/>
                </a:lnTo>
                <a:lnTo>
                  <a:pt x="2968426" y="47349"/>
                </a:lnTo>
                <a:lnTo>
                  <a:pt x="2967985" y="47893"/>
                </a:lnTo>
                <a:lnTo>
                  <a:pt x="2967555" y="48445"/>
                </a:lnTo>
                <a:lnTo>
                  <a:pt x="2967136" y="49005"/>
                </a:lnTo>
                <a:lnTo>
                  <a:pt x="2966728" y="49574"/>
                </a:lnTo>
                <a:lnTo>
                  <a:pt x="2966330" y="50152"/>
                </a:lnTo>
                <a:lnTo>
                  <a:pt x="2965944" y="50738"/>
                </a:lnTo>
                <a:lnTo>
                  <a:pt x="2965569" y="51333"/>
                </a:lnTo>
                <a:lnTo>
                  <a:pt x="2965204" y="51936"/>
                </a:lnTo>
                <a:lnTo>
                  <a:pt x="2964851" y="52548"/>
                </a:lnTo>
                <a:lnTo>
                  <a:pt x="2964508" y="53169"/>
                </a:lnTo>
                <a:lnTo>
                  <a:pt x="2963916" y="37287"/>
                </a:lnTo>
                <a:lnTo>
                  <a:pt x="2948429" y="37287"/>
                </a:lnTo>
                <a:lnTo>
                  <a:pt x="2948429" y="136324"/>
                </a:lnTo>
                <a:lnTo>
                  <a:pt x="2964903" y="136324"/>
                </a:lnTo>
                <a:lnTo>
                  <a:pt x="2964903" y="66017"/>
                </a:lnTo>
                <a:lnTo>
                  <a:pt x="2965167" y="65642"/>
                </a:lnTo>
                <a:lnTo>
                  <a:pt x="2965435" y="65271"/>
                </a:lnTo>
                <a:lnTo>
                  <a:pt x="2965706" y="64903"/>
                </a:lnTo>
                <a:close/>
                <a:moveTo>
                  <a:pt x="2432920" y="37287"/>
                </a:moveTo>
                <a:lnTo>
                  <a:pt x="2416742" y="37287"/>
                </a:lnTo>
                <a:lnTo>
                  <a:pt x="2394153" y="117108"/>
                </a:lnTo>
                <a:lnTo>
                  <a:pt x="2370775" y="37287"/>
                </a:lnTo>
                <a:lnTo>
                  <a:pt x="2352526" y="37287"/>
                </a:lnTo>
                <a:lnTo>
                  <a:pt x="2329542" y="117209"/>
                </a:lnTo>
                <a:lnTo>
                  <a:pt x="2306756" y="37287"/>
                </a:lnTo>
                <a:lnTo>
                  <a:pt x="2289592" y="37287"/>
                </a:lnTo>
                <a:lnTo>
                  <a:pt x="2320270" y="136324"/>
                </a:lnTo>
                <a:lnTo>
                  <a:pt x="2337828" y="136324"/>
                </a:lnTo>
                <a:lnTo>
                  <a:pt x="2361305" y="55690"/>
                </a:lnTo>
                <a:lnTo>
                  <a:pt x="2384881" y="136324"/>
                </a:lnTo>
                <a:lnTo>
                  <a:pt x="2402242" y="136324"/>
                </a:lnTo>
                <a:lnTo>
                  <a:pt x="2432920" y="37287"/>
                </a:lnTo>
                <a:close/>
                <a:moveTo>
                  <a:pt x="1778111" y="137905"/>
                </a:moveTo>
                <a:lnTo>
                  <a:pt x="1779025" y="137819"/>
                </a:lnTo>
                <a:lnTo>
                  <a:pt x="1779930" y="137718"/>
                </a:lnTo>
                <a:lnTo>
                  <a:pt x="1780824" y="137601"/>
                </a:lnTo>
                <a:lnTo>
                  <a:pt x="1781708" y="137469"/>
                </a:lnTo>
                <a:lnTo>
                  <a:pt x="1782582" y="137321"/>
                </a:lnTo>
                <a:lnTo>
                  <a:pt x="1783446" y="137157"/>
                </a:lnTo>
                <a:lnTo>
                  <a:pt x="1784300" y="136978"/>
                </a:lnTo>
                <a:lnTo>
                  <a:pt x="1785143" y="136783"/>
                </a:lnTo>
                <a:lnTo>
                  <a:pt x="1785977" y="136573"/>
                </a:lnTo>
                <a:lnTo>
                  <a:pt x="1786800" y="136347"/>
                </a:lnTo>
                <a:lnTo>
                  <a:pt x="1787614" y="136105"/>
                </a:lnTo>
                <a:lnTo>
                  <a:pt x="1788417" y="135848"/>
                </a:lnTo>
                <a:lnTo>
                  <a:pt x="1789210" y="135575"/>
                </a:lnTo>
                <a:lnTo>
                  <a:pt x="1789993" y="135287"/>
                </a:lnTo>
                <a:lnTo>
                  <a:pt x="1790766" y="134983"/>
                </a:lnTo>
                <a:lnTo>
                  <a:pt x="1791529" y="134664"/>
                </a:lnTo>
                <a:lnTo>
                  <a:pt x="1792282" y="134329"/>
                </a:lnTo>
                <a:lnTo>
                  <a:pt x="1793025" y="133978"/>
                </a:lnTo>
                <a:lnTo>
                  <a:pt x="1793757" y="133612"/>
                </a:lnTo>
                <a:lnTo>
                  <a:pt x="1794481" y="133233"/>
                </a:lnTo>
                <a:lnTo>
                  <a:pt x="1795197" y="132844"/>
                </a:lnTo>
                <a:lnTo>
                  <a:pt x="1795906" y="132444"/>
                </a:lnTo>
                <a:lnTo>
                  <a:pt x="1796608" y="132035"/>
                </a:lnTo>
                <a:lnTo>
                  <a:pt x="1797302" y="131615"/>
                </a:lnTo>
                <a:lnTo>
                  <a:pt x="1797989" y="131186"/>
                </a:lnTo>
                <a:lnTo>
                  <a:pt x="1798669" y="130746"/>
                </a:lnTo>
                <a:lnTo>
                  <a:pt x="1799341" y="130296"/>
                </a:lnTo>
                <a:lnTo>
                  <a:pt x="1800006" y="129836"/>
                </a:lnTo>
                <a:lnTo>
                  <a:pt x="1800664" y="129366"/>
                </a:lnTo>
                <a:lnTo>
                  <a:pt x="1801314" y="128886"/>
                </a:lnTo>
                <a:lnTo>
                  <a:pt x="1801957" y="128396"/>
                </a:lnTo>
                <a:lnTo>
                  <a:pt x="1802592" y="127896"/>
                </a:lnTo>
                <a:lnTo>
                  <a:pt x="1803220" y="127385"/>
                </a:lnTo>
                <a:lnTo>
                  <a:pt x="1803841" y="126865"/>
                </a:lnTo>
                <a:lnTo>
                  <a:pt x="1804454" y="126334"/>
                </a:lnTo>
                <a:lnTo>
                  <a:pt x="1805060" y="125793"/>
                </a:lnTo>
                <a:lnTo>
                  <a:pt x="1805659" y="125243"/>
                </a:lnTo>
                <a:lnTo>
                  <a:pt x="1806250" y="124682"/>
                </a:lnTo>
                <a:lnTo>
                  <a:pt x="1806834" y="124111"/>
                </a:lnTo>
                <a:lnTo>
                  <a:pt x="1807411" y="123529"/>
                </a:lnTo>
                <a:lnTo>
                  <a:pt x="1807980" y="122938"/>
                </a:lnTo>
                <a:lnTo>
                  <a:pt x="1808542" y="122337"/>
                </a:lnTo>
                <a:lnTo>
                  <a:pt x="1809096" y="121725"/>
                </a:lnTo>
                <a:lnTo>
                  <a:pt x="1809787" y="136324"/>
                </a:lnTo>
                <a:lnTo>
                  <a:pt x="1825175" y="136324"/>
                </a:lnTo>
                <a:lnTo>
                  <a:pt x="1825175" y="70163"/>
                </a:lnTo>
                <a:lnTo>
                  <a:pt x="1825169" y="69281"/>
                </a:lnTo>
                <a:lnTo>
                  <a:pt x="1825153" y="68412"/>
                </a:lnTo>
                <a:lnTo>
                  <a:pt x="1825125" y="67557"/>
                </a:lnTo>
                <a:lnTo>
                  <a:pt x="1825087" y="66715"/>
                </a:lnTo>
                <a:lnTo>
                  <a:pt x="1825038" y="65887"/>
                </a:lnTo>
                <a:lnTo>
                  <a:pt x="1824978" y="65073"/>
                </a:lnTo>
                <a:lnTo>
                  <a:pt x="1824906" y="64272"/>
                </a:lnTo>
                <a:lnTo>
                  <a:pt x="1824824" y="63485"/>
                </a:lnTo>
                <a:lnTo>
                  <a:pt x="1824731" y="62711"/>
                </a:lnTo>
                <a:lnTo>
                  <a:pt x="1824627" y="61951"/>
                </a:lnTo>
                <a:lnTo>
                  <a:pt x="1824512" y="61205"/>
                </a:lnTo>
                <a:lnTo>
                  <a:pt x="1824386" y="60472"/>
                </a:lnTo>
                <a:lnTo>
                  <a:pt x="1824249" y="59753"/>
                </a:lnTo>
                <a:lnTo>
                  <a:pt x="1824101" y="59047"/>
                </a:lnTo>
                <a:lnTo>
                  <a:pt x="1823942" y="58355"/>
                </a:lnTo>
                <a:lnTo>
                  <a:pt x="1823772" y="57676"/>
                </a:lnTo>
                <a:lnTo>
                  <a:pt x="1823591" y="57011"/>
                </a:lnTo>
                <a:lnTo>
                  <a:pt x="1823399" y="56360"/>
                </a:lnTo>
                <a:lnTo>
                  <a:pt x="1823196" y="55722"/>
                </a:lnTo>
                <a:lnTo>
                  <a:pt x="1822983" y="55098"/>
                </a:lnTo>
                <a:lnTo>
                  <a:pt x="1822758" y="54487"/>
                </a:lnTo>
                <a:lnTo>
                  <a:pt x="1822522" y="53890"/>
                </a:lnTo>
                <a:lnTo>
                  <a:pt x="1822276" y="53307"/>
                </a:lnTo>
                <a:lnTo>
                  <a:pt x="1822018" y="52737"/>
                </a:lnTo>
                <a:lnTo>
                  <a:pt x="1821751" y="52179"/>
                </a:lnTo>
                <a:lnTo>
                  <a:pt x="1821477" y="51631"/>
                </a:lnTo>
                <a:lnTo>
                  <a:pt x="1821194" y="51094"/>
                </a:lnTo>
                <a:lnTo>
                  <a:pt x="1820904" y="50567"/>
                </a:lnTo>
                <a:lnTo>
                  <a:pt x="1820607" y="50050"/>
                </a:lnTo>
                <a:lnTo>
                  <a:pt x="1820301" y="49544"/>
                </a:lnTo>
                <a:lnTo>
                  <a:pt x="1819988" y="49049"/>
                </a:lnTo>
                <a:lnTo>
                  <a:pt x="1819667" y="48563"/>
                </a:lnTo>
                <a:lnTo>
                  <a:pt x="1819339" y="48089"/>
                </a:lnTo>
                <a:lnTo>
                  <a:pt x="1819002" y="47624"/>
                </a:lnTo>
                <a:lnTo>
                  <a:pt x="1818658" y="47170"/>
                </a:lnTo>
                <a:lnTo>
                  <a:pt x="1818307" y="46727"/>
                </a:lnTo>
                <a:lnTo>
                  <a:pt x="1817947" y="46294"/>
                </a:lnTo>
                <a:lnTo>
                  <a:pt x="1817580" y="45871"/>
                </a:lnTo>
                <a:lnTo>
                  <a:pt x="1817206" y="45458"/>
                </a:lnTo>
                <a:lnTo>
                  <a:pt x="1816823" y="45057"/>
                </a:lnTo>
                <a:lnTo>
                  <a:pt x="1816433" y="44665"/>
                </a:lnTo>
                <a:lnTo>
                  <a:pt x="1816035" y="44284"/>
                </a:lnTo>
                <a:lnTo>
                  <a:pt x="1815629" y="43913"/>
                </a:lnTo>
                <a:lnTo>
                  <a:pt x="1815216" y="43553"/>
                </a:lnTo>
                <a:lnTo>
                  <a:pt x="1814795" y="43203"/>
                </a:lnTo>
                <a:lnTo>
                  <a:pt x="1814366" y="42864"/>
                </a:lnTo>
                <a:lnTo>
                  <a:pt x="1813930" y="42535"/>
                </a:lnTo>
                <a:lnTo>
                  <a:pt x="1813486" y="42216"/>
                </a:lnTo>
                <a:lnTo>
                  <a:pt x="1813035" y="41907"/>
                </a:lnTo>
                <a:lnTo>
                  <a:pt x="1812580" y="41606"/>
                </a:lnTo>
                <a:lnTo>
                  <a:pt x="1812120" y="41312"/>
                </a:lnTo>
                <a:lnTo>
                  <a:pt x="1811655" y="41027"/>
                </a:lnTo>
                <a:lnTo>
                  <a:pt x="1811186" y="40751"/>
                </a:lnTo>
                <a:lnTo>
                  <a:pt x="1810711" y="40482"/>
                </a:lnTo>
                <a:lnTo>
                  <a:pt x="1810232" y="40221"/>
                </a:lnTo>
                <a:lnTo>
                  <a:pt x="1809748" y="39969"/>
                </a:lnTo>
                <a:lnTo>
                  <a:pt x="1809259" y="39725"/>
                </a:lnTo>
                <a:lnTo>
                  <a:pt x="1808766" y="39488"/>
                </a:lnTo>
                <a:lnTo>
                  <a:pt x="1808267" y="39260"/>
                </a:lnTo>
                <a:lnTo>
                  <a:pt x="1807764" y="39040"/>
                </a:lnTo>
                <a:lnTo>
                  <a:pt x="1807256" y="38828"/>
                </a:lnTo>
                <a:lnTo>
                  <a:pt x="1806744" y="38625"/>
                </a:lnTo>
                <a:lnTo>
                  <a:pt x="1806226" y="38429"/>
                </a:lnTo>
                <a:lnTo>
                  <a:pt x="1805704" y="38242"/>
                </a:lnTo>
                <a:lnTo>
                  <a:pt x="1805177" y="38062"/>
                </a:lnTo>
                <a:lnTo>
                  <a:pt x="1804645" y="37891"/>
                </a:lnTo>
                <a:lnTo>
                  <a:pt x="1804108" y="37728"/>
                </a:lnTo>
                <a:lnTo>
                  <a:pt x="1803567" y="37573"/>
                </a:lnTo>
                <a:lnTo>
                  <a:pt x="1803020" y="37426"/>
                </a:lnTo>
                <a:lnTo>
                  <a:pt x="1802469" y="37287"/>
                </a:lnTo>
                <a:lnTo>
                  <a:pt x="1801913" y="37157"/>
                </a:lnTo>
                <a:lnTo>
                  <a:pt x="1801353" y="37034"/>
                </a:lnTo>
                <a:lnTo>
                  <a:pt x="1800788" y="36918"/>
                </a:lnTo>
                <a:lnTo>
                  <a:pt x="1800222" y="36807"/>
                </a:lnTo>
                <a:lnTo>
                  <a:pt x="1799653" y="36700"/>
                </a:lnTo>
                <a:lnTo>
                  <a:pt x="1799082" y="36599"/>
                </a:lnTo>
                <a:lnTo>
                  <a:pt x="1798509" y="36503"/>
                </a:lnTo>
                <a:lnTo>
                  <a:pt x="1797934" y="36411"/>
                </a:lnTo>
                <a:lnTo>
                  <a:pt x="1797356" y="36325"/>
                </a:lnTo>
                <a:lnTo>
                  <a:pt x="1796777" y="36243"/>
                </a:lnTo>
                <a:lnTo>
                  <a:pt x="1796195" y="36166"/>
                </a:lnTo>
                <a:lnTo>
                  <a:pt x="1795610" y="36095"/>
                </a:lnTo>
                <a:lnTo>
                  <a:pt x="1795024" y="36028"/>
                </a:lnTo>
                <a:lnTo>
                  <a:pt x="1794435" y="35966"/>
                </a:lnTo>
                <a:lnTo>
                  <a:pt x="1793844" y="35909"/>
                </a:lnTo>
                <a:lnTo>
                  <a:pt x="1793251" y="35857"/>
                </a:lnTo>
                <a:lnTo>
                  <a:pt x="1792656" y="35810"/>
                </a:lnTo>
                <a:lnTo>
                  <a:pt x="1792058" y="35768"/>
                </a:lnTo>
                <a:lnTo>
                  <a:pt x="1791458" y="35731"/>
                </a:lnTo>
                <a:lnTo>
                  <a:pt x="1790856" y="35699"/>
                </a:lnTo>
                <a:lnTo>
                  <a:pt x="1790252" y="35672"/>
                </a:lnTo>
                <a:lnTo>
                  <a:pt x="1789646" y="35650"/>
                </a:lnTo>
                <a:lnTo>
                  <a:pt x="1789037" y="35632"/>
                </a:lnTo>
                <a:lnTo>
                  <a:pt x="1788426" y="35620"/>
                </a:lnTo>
                <a:lnTo>
                  <a:pt x="1787813" y="35613"/>
                </a:lnTo>
                <a:lnTo>
                  <a:pt x="1787197" y="35610"/>
                </a:lnTo>
                <a:lnTo>
                  <a:pt x="1786240" y="35616"/>
                </a:lnTo>
                <a:lnTo>
                  <a:pt x="1785292" y="35634"/>
                </a:lnTo>
                <a:lnTo>
                  <a:pt x="1784353" y="35664"/>
                </a:lnTo>
                <a:lnTo>
                  <a:pt x="1783423" y="35706"/>
                </a:lnTo>
                <a:lnTo>
                  <a:pt x="1782502" y="35760"/>
                </a:lnTo>
                <a:lnTo>
                  <a:pt x="1781590" y="35826"/>
                </a:lnTo>
                <a:lnTo>
                  <a:pt x="1780687" y="35904"/>
                </a:lnTo>
                <a:lnTo>
                  <a:pt x="1779794" y="35994"/>
                </a:lnTo>
                <a:lnTo>
                  <a:pt x="1778909" y="36096"/>
                </a:lnTo>
                <a:lnTo>
                  <a:pt x="1778033" y="36210"/>
                </a:lnTo>
                <a:lnTo>
                  <a:pt x="1777167" y="36336"/>
                </a:lnTo>
                <a:lnTo>
                  <a:pt x="1776310" y="36474"/>
                </a:lnTo>
                <a:lnTo>
                  <a:pt x="1775461" y="36624"/>
                </a:lnTo>
                <a:lnTo>
                  <a:pt x="1774622" y="36786"/>
                </a:lnTo>
                <a:lnTo>
                  <a:pt x="1773792" y="36960"/>
                </a:lnTo>
                <a:lnTo>
                  <a:pt x="1772971" y="37146"/>
                </a:lnTo>
                <a:lnTo>
                  <a:pt x="1772159" y="37344"/>
                </a:lnTo>
                <a:lnTo>
                  <a:pt x="1771356" y="37554"/>
                </a:lnTo>
                <a:lnTo>
                  <a:pt x="1770562" y="37776"/>
                </a:lnTo>
                <a:lnTo>
                  <a:pt x="1769777" y="38010"/>
                </a:lnTo>
                <a:lnTo>
                  <a:pt x="1769002" y="38256"/>
                </a:lnTo>
                <a:lnTo>
                  <a:pt x="1768235" y="38514"/>
                </a:lnTo>
                <a:lnTo>
                  <a:pt x="1767477" y="38784"/>
                </a:lnTo>
                <a:lnTo>
                  <a:pt x="1766729" y="39066"/>
                </a:lnTo>
                <a:lnTo>
                  <a:pt x="1765992" y="39360"/>
                </a:lnTo>
                <a:lnTo>
                  <a:pt x="1765268" y="39669"/>
                </a:lnTo>
                <a:lnTo>
                  <a:pt x="1764557" y="39992"/>
                </a:lnTo>
                <a:lnTo>
                  <a:pt x="1763860" y="40329"/>
                </a:lnTo>
                <a:lnTo>
                  <a:pt x="1763176" y="40681"/>
                </a:lnTo>
                <a:lnTo>
                  <a:pt x="1762506" y="41046"/>
                </a:lnTo>
                <a:lnTo>
                  <a:pt x="1761849" y="41426"/>
                </a:lnTo>
                <a:lnTo>
                  <a:pt x="1761205" y="41819"/>
                </a:lnTo>
                <a:lnTo>
                  <a:pt x="1760575" y="42227"/>
                </a:lnTo>
                <a:lnTo>
                  <a:pt x="1759957" y="42649"/>
                </a:lnTo>
                <a:lnTo>
                  <a:pt x="1759354" y="43085"/>
                </a:lnTo>
                <a:lnTo>
                  <a:pt x="1758764" y="43535"/>
                </a:lnTo>
                <a:lnTo>
                  <a:pt x="1758187" y="43999"/>
                </a:lnTo>
                <a:lnTo>
                  <a:pt x="1757623" y="44477"/>
                </a:lnTo>
                <a:lnTo>
                  <a:pt x="1757073" y="44970"/>
                </a:lnTo>
                <a:lnTo>
                  <a:pt x="1756536" y="45476"/>
                </a:lnTo>
                <a:lnTo>
                  <a:pt x="1756012" y="45997"/>
                </a:lnTo>
                <a:lnTo>
                  <a:pt x="1755502" y="46531"/>
                </a:lnTo>
                <a:lnTo>
                  <a:pt x="1755005" y="47080"/>
                </a:lnTo>
                <a:lnTo>
                  <a:pt x="1754522" y="47643"/>
                </a:lnTo>
                <a:lnTo>
                  <a:pt x="1754052" y="48221"/>
                </a:lnTo>
                <a:lnTo>
                  <a:pt x="1753595" y="48812"/>
                </a:lnTo>
                <a:lnTo>
                  <a:pt x="1753152" y="49417"/>
                </a:lnTo>
                <a:lnTo>
                  <a:pt x="1752722" y="50037"/>
                </a:lnTo>
                <a:lnTo>
                  <a:pt x="1752307" y="50671"/>
                </a:lnTo>
                <a:lnTo>
                  <a:pt x="1751910" y="51322"/>
                </a:lnTo>
                <a:lnTo>
                  <a:pt x="1751531" y="51988"/>
                </a:lnTo>
                <a:lnTo>
                  <a:pt x="1751169" y="52672"/>
                </a:lnTo>
                <a:lnTo>
                  <a:pt x="1750825" y="53371"/>
                </a:lnTo>
                <a:lnTo>
                  <a:pt x="1750499" y="54086"/>
                </a:lnTo>
                <a:lnTo>
                  <a:pt x="1750190" y="54818"/>
                </a:lnTo>
                <a:lnTo>
                  <a:pt x="1749899" y="55566"/>
                </a:lnTo>
                <a:lnTo>
                  <a:pt x="1749626" y="56330"/>
                </a:lnTo>
                <a:lnTo>
                  <a:pt x="1749370" y="57111"/>
                </a:lnTo>
                <a:lnTo>
                  <a:pt x="1749132" y="57907"/>
                </a:lnTo>
                <a:lnTo>
                  <a:pt x="1748912" y="58720"/>
                </a:lnTo>
                <a:lnTo>
                  <a:pt x="1748709" y="59549"/>
                </a:lnTo>
                <a:lnTo>
                  <a:pt x="1748523" y="60395"/>
                </a:lnTo>
                <a:lnTo>
                  <a:pt x="1748356" y="61256"/>
                </a:lnTo>
                <a:lnTo>
                  <a:pt x="1748206" y="62134"/>
                </a:lnTo>
                <a:lnTo>
                  <a:pt x="1748074" y="63028"/>
                </a:lnTo>
                <a:lnTo>
                  <a:pt x="1747959" y="63938"/>
                </a:lnTo>
                <a:lnTo>
                  <a:pt x="1747862" y="64865"/>
                </a:lnTo>
                <a:lnTo>
                  <a:pt x="1747783" y="65807"/>
                </a:lnTo>
                <a:lnTo>
                  <a:pt x="1747721" y="66766"/>
                </a:lnTo>
                <a:lnTo>
                  <a:pt x="1747677" y="67742"/>
                </a:lnTo>
                <a:lnTo>
                  <a:pt x="1747650" y="68733"/>
                </a:lnTo>
                <a:lnTo>
                  <a:pt x="1747642" y="69741"/>
                </a:lnTo>
                <a:lnTo>
                  <a:pt x="1763622" y="69741"/>
                </a:lnTo>
                <a:lnTo>
                  <a:pt x="1763633" y="68804"/>
                </a:lnTo>
                <a:lnTo>
                  <a:pt x="1763669" y="67889"/>
                </a:lnTo>
                <a:lnTo>
                  <a:pt x="1763728" y="66995"/>
                </a:lnTo>
                <a:lnTo>
                  <a:pt x="1763811" y="66122"/>
                </a:lnTo>
                <a:lnTo>
                  <a:pt x="1763917" y="65271"/>
                </a:lnTo>
                <a:lnTo>
                  <a:pt x="1764047" y="64440"/>
                </a:lnTo>
                <a:lnTo>
                  <a:pt x="1764201" y="63631"/>
                </a:lnTo>
                <a:lnTo>
                  <a:pt x="1764378" y="62843"/>
                </a:lnTo>
                <a:lnTo>
                  <a:pt x="1764579" y="62076"/>
                </a:lnTo>
                <a:lnTo>
                  <a:pt x="1764803" y="61330"/>
                </a:lnTo>
                <a:lnTo>
                  <a:pt x="1765051" y="60605"/>
                </a:lnTo>
                <a:lnTo>
                  <a:pt x="1765323" y="59902"/>
                </a:lnTo>
                <a:lnTo>
                  <a:pt x="1765619" y="59219"/>
                </a:lnTo>
                <a:lnTo>
                  <a:pt x="1765938" y="58558"/>
                </a:lnTo>
                <a:lnTo>
                  <a:pt x="1766280" y="57918"/>
                </a:lnTo>
                <a:lnTo>
                  <a:pt x="1766647" y="57299"/>
                </a:lnTo>
                <a:lnTo>
                  <a:pt x="1767037" y="56701"/>
                </a:lnTo>
                <a:lnTo>
                  <a:pt x="1767450" y="56125"/>
                </a:lnTo>
                <a:lnTo>
                  <a:pt x="1767887" y="55570"/>
                </a:lnTo>
                <a:lnTo>
                  <a:pt x="1768348" y="55035"/>
                </a:lnTo>
                <a:lnTo>
                  <a:pt x="1768833" y="54522"/>
                </a:lnTo>
                <a:lnTo>
                  <a:pt x="1769341" y="54030"/>
                </a:lnTo>
                <a:lnTo>
                  <a:pt x="1769873" y="53560"/>
                </a:lnTo>
                <a:lnTo>
                  <a:pt x="1770428" y="53110"/>
                </a:lnTo>
                <a:lnTo>
                  <a:pt x="1771001" y="52680"/>
                </a:lnTo>
                <a:lnTo>
                  <a:pt x="1771584" y="52268"/>
                </a:lnTo>
                <a:lnTo>
                  <a:pt x="1772179" y="51875"/>
                </a:lnTo>
                <a:lnTo>
                  <a:pt x="1772784" y="51500"/>
                </a:lnTo>
                <a:lnTo>
                  <a:pt x="1773401" y="51144"/>
                </a:lnTo>
                <a:lnTo>
                  <a:pt x="1774028" y="50805"/>
                </a:lnTo>
                <a:lnTo>
                  <a:pt x="1774667" y="50485"/>
                </a:lnTo>
                <a:lnTo>
                  <a:pt x="1775316" y="50183"/>
                </a:lnTo>
                <a:lnTo>
                  <a:pt x="1775977" y="49900"/>
                </a:lnTo>
                <a:lnTo>
                  <a:pt x="1776648" y="49634"/>
                </a:lnTo>
                <a:lnTo>
                  <a:pt x="1777330" y="49387"/>
                </a:lnTo>
                <a:lnTo>
                  <a:pt x="1778024" y="49159"/>
                </a:lnTo>
                <a:lnTo>
                  <a:pt x="1778728" y="48948"/>
                </a:lnTo>
                <a:lnTo>
                  <a:pt x="1779443" y="48756"/>
                </a:lnTo>
                <a:lnTo>
                  <a:pt x="1780169" y="48583"/>
                </a:lnTo>
                <a:lnTo>
                  <a:pt x="1780906" y="48427"/>
                </a:lnTo>
                <a:lnTo>
                  <a:pt x="1781654" y="48290"/>
                </a:lnTo>
                <a:lnTo>
                  <a:pt x="1782413" y="48171"/>
                </a:lnTo>
                <a:lnTo>
                  <a:pt x="1783183" y="48070"/>
                </a:lnTo>
                <a:lnTo>
                  <a:pt x="1783964" y="47988"/>
                </a:lnTo>
                <a:lnTo>
                  <a:pt x="1784756" y="47924"/>
                </a:lnTo>
                <a:lnTo>
                  <a:pt x="1785559" y="47878"/>
                </a:lnTo>
                <a:lnTo>
                  <a:pt x="1786373" y="47851"/>
                </a:lnTo>
                <a:lnTo>
                  <a:pt x="1787197" y="47842"/>
                </a:lnTo>
                <a:lnTo>
                  <a:pt x="1787973" y="47850"/>
                </a:lnTo>
                <a:lnTo>
                  <a:pt x="1788737" y="47875"/>
                </a:lnTo>
                <a:lnTo>
                  <a:pt x="1789489" y="47917"/>
                </a:lnTo>
                <a:lnTo>
                  <a:pt x="1790231" y="47976"/>
                </a:lnTo>
                <a:lnTo>
                  <a:pt x="1790961" y="48052"/>
                </a:lnTo>
                <a:lnTo>
                  <a:pt x="1791679" y="48144"/>
                </a:lnTo>
                <a:lnTo>
                  <a:pt x="1792387" y="48253"/>
                </a:lnTo>
                <a:lnTo>
                  <a:pt x="1793083" y="48379"/>
                </a:lnTo>
                <a:lnTo>
                  <a:pt x="1793768" y="48522"/>
                </a:lnTo>
                <a:lnTo>
                  <a:pt x="1794441" y="48681"/>
                </a:lnTo>
                <a:lnTo>
                  <a:pt x="1795104" y="48857"/>
                </a:lnTo>
                <a:lnTo>
                  <a:pt x="1795755" y="49050"/>
                </a:lnTo>
                <a:lnTo>
                  <a:pt x="1796394" y="49260"/>
                </a:lnTo>
                <a:lnTo>
                  <a:pt x="1797023" y="49487"/>
                </a:lnTo>
                <a:lnTo>
                  <a:pt x="1797640" y="49730"/>
                </a:lnTo>
                <a:lnTo>
                  <a:pt x="1798245" y="49990"/>
                </a:lnTo>
                <a:lnTo>
                  <a:pt x="1798840" y="50267"/>
                </a:lnTo>
                <a:lnTo>
                  <a:pt x="1799423" y="50561"/>
                </a:lnTo>
                <a:lnTo>
                  <a:pt x="1799995" y="50871"/>
                </a:lnTo>
                <a:lnTo>
                  <a:pt x="1800555" y="51198"/>
                </a:lnTo>
                <a:lnTo>
                  <a:pt x="1801104" y="51542"/>
                </a:lnTo>
                <a:lnTo>
                  <a:pt x="1801642" y="51903"/>
                </a:lnTo>
                <a:lnTo>
                  <a:pt x="1802169" y="52281"/>
                </a:lnTo>
                <a:lnTo>
                  <a:pt x="1802684" y="52675"/>
                </a:lnTo>
                <a:lnTo>
                  <a:pt x="1803183" y="53092"/>
                </a:lnTo>
                <a:lnTo>
                  <a:pt x="1803661" y="53538"/>
                </a:lnTo>
                <a:lnTo>
                  <a:pt x="1804118" y="54011"/>
                </a:lnTo>
                <a:lnTo>
                  <a:pt x="1804553" y="54513"/>
                </a:lnTo>
                <a:lnTo>
                  <a:pt x="1804967" y="55043"/>
                </a:lnTo>
                <a:lnTo>
                  <a:pt x="1805360" y="55602"/>
                </a:lnTo>
                <a:lnTo>
                  <a:pt x="1805732" y="56189"/>
                </a:lnTo>
                <a:lnTo>
                  <a:pt x="1806082" y="56804"/>
                </a:lnTo>
                <a:lnTo>
                  <a:pt x="1806411" y="57448"/>
                </a:lnTo>
                <a:lnTo>
                  <a:pt x="1806719" y="58120"/>
                </a:lnTo>
                <a:lnTo>
                  <a:pt x="1807006" y="58820"/>
                </a:lnTo>
                <a:lnTo>
                  <a:pt x="1807271" y="59549"/>
                </a:lnTo>
                <a:lnTo>
                  <a:pt x="1807515" y="60306"/>
                </a:lnTo>
                <a:lnTo>
                  <a:pt x="1807738" y="61091"/>
                </a:lnTo>
                <a:lnTo>
                  <a:pt x="1807940" y="61905"/>
                </a:lnTo>
                <a:lnTo>
                  <a:pt x="1808121" y="62746"/>
                </a:lnTo>
                <a:lnTo>
                  <a:pt x="1808280" y="63617"/>
                </a:lnTo>
                <a:lnTo>
                  <a:pt x="1808418" y="64515"/>
                </a:lnTo>
                <a:lnTo>
                  <a:pt x="1808535" y="65442"/>
                </a:lnTo>
                <a:lnTo>
                  <a:pt x="1808630" y="66398"/>
                </a:lnTo>
                <a:lnTo>
                  <a:pt x="1808705" y="67381"/>
                </a:lnTo>
                <a:lnTo>
                  <a:pt x="1808758" y="68393"/>
                </a:lnTo>
                <a:lnTo>
                  <a:pt x="1808789" y="69433"/>
                </a:lnTo>
                <a:lnTo>
                  <a:pt x="1808800" y="70502"/>
                </a:lnTo>
                <a:lnTo>
                  <a:pt x="1808800" y="77570"/>
                </a:lnTo>
                <a:lnTo>
                  <a:pt x="1807157" y="77591"/>
                </a:lnTo>
                <a:lnTo>
                  <a:pt x="1805530" y="77620"/>
                </a:lnTo>
                <a:lnTo>
                  <a:pt x="1803922" y="77657"/>
                </a:lnTo>
                <a:lnTo>
                  <a:pt x="1802331" y="77701"/>
                </a:lnTo>
                <a:lnTo>
                  <a:pt x="1800757" y="77754"/>
                </a:lnTo>
                <a:lnTo>
                  <a:pt x="1799201" y="77814"/>
                </a:lnTo>
                <a:lnTo>
                  <a:pt x="1797662" y="77882"/>
                </a:lnTo>
                <a:lnTo>
                  <a:pt x="1796141" y="77958"/>
                </a:lnTo>
                <a:lnTo>
                  <a:pt x="1794637" y="78042"/>
                </a:lnTo>
                <a:lnTo>
                  <a:pt x="1793151" y="78134"/>
                </a:lnTo>
                <a:lnTo>
                  <a:pt x="1791682" y="78234"/>
                </a:lnTo>
                <a:lnTo>
                  <a:pt x="1790231" y="78342"/>
                </a:lnTo>
                <a:lnTo>
                  <a:pt x="1788797" y="78457"/>
                </a:lnTo>
                <a:lnTo>
                  <a:pt x="1787380" y="78581"/>
                </a:lnTo>
                <a:lnTo>
                  <a:pt x="1785981" y="78712"/>
                </a:lnTo>
                <a:lnTo>
                  <a:pt x="1784600" y="78851"/>
                </a:lnTo>
                <a:lnTo>
                  <a:pt x="1783236" y="78998"/>
                </a:lnTo>
                <a:lnTo>
                  <a:pt x="1781889" y="79153"/>
                </a:lnTo>
                <a:lnTo>
                  <a:pt x="1780560" y="79316"/>
                </a:lnTo>
                <a:lnTo>
                  <a:pt x="1779248" y="79487"/>
                </a:lnTo>
                <a:lnTo>
                  <a:pt x="1777954" y="79666"/>
                </a:lnTo>
                <a:lnTo>
                  <a:pt x="1776677" y="79852"/>
                </a:lnTo>
                <a:lnTo>
                  <a:pt x="1775418" y="80047"/>
                </a:lnTo>
                <a:lnTo>
                  <a:pt x="1774176" y="80249"/>
                </a:lnTo>
                <a:lnTo>
                  <a:pt x="1772955" y="80463"/>
                </a:lnTo>
                <a:lnTo>
                  <a:pt x="1771757" y="80692"/>
                </a:lnTo>
                <a:lnTo>
                  <a:pt x="1770582" y="80937"/>
                </a:lnTo>
                <a:lnTo>
                  <a:pt x="1769431" y="81196"/>
                </a:lnTo>
                <a:lnTo>
                  <a:pt x="1768302" y="81471"/>
                </a:lnTo>
                <a:lnTo>
                  <a:pt x="1767197" y="81761"/>
                </a:lnTo>
                <a:lnTo>
                  <a:pt x="1766116" y="82067"/>
                </a:lnTo>
                <a:lnTo>
                  <a:pt x="1765057" y="82388"/>
                </a:lnTo>
                <a:lnTo>
                  <a:pt x="1764022" y="82724"/>
                </a:lnTo>
                <a:lnTo>
                  <a:pt x="1763011" y="83075"/>
                </a:lnTo>
                <a:lnTo>
                  <a:pt x="1762022" y="83442"/>
                </a:lnTo>
                <a:lnTo>
                  <a:pt x="1761057" y="83823"/>
                </a:lnTo>
                <a:lnTo>
                  <a:pt x="1760115" y="84220"/>
                </a:lnTo>
                <a:lnTo>
                  <a:pt x="1759196" y="84633"/>
                </a:lnTo>
                <a:lnTo>
                  <a:pt x="1758301" y="85060"/>
                </a:lnTo>
                <a:lnTo>
                  <a:pt x="1757429" y="85503"/>
                </a:lnTo>
                <a:lnTo>
                  <a:pt x="1756580" y="85961"/>
                </a:lnTo>
                <a:lnTo>
                  <a:pt x="1755755" y="86435"/>
                </a:lnTo>
                <a:lnTo>
                  <a:pt x="1754953" y="86923"/>
                </a:lnTo>
                <a:lnTo>
                  <a:pt x="1754174" y="87427"/>
                </a:lnTo>
                <a:lnTo>
                  <a:pt x="1753418" y="87946"/>
                </a:lnTo>
                <a:lnTo>
                  <a:pt x="1752686" y="88481"/>
                </a:lnTo>
                <a:lnTo>
                  <a:pt x="1751977" y="89031"/>
                </a:lnTo>
                <a:lnTo>
                  <a:pt x="1751291" y="89595"/>
                </a:lnTo>
                <a:lnTo>
                  <a:pt x="1750631" y="90179"/>
                </a:lnTo>
                <a:lnTo>
                  <a:pt x="1749999" y="90785"/>
                </a:lnTo>
                <a:lnTo>
                  <a:pt x="1749396" y="91413"/>
                </a:lnTo>
                <a:lnTo>
                  <a:pt x="1748820" y="92063"/>
                </a:lnTo>
                <a:lnTo>
                  <a:pt x="1748272" y="92735"/>
                </a:lnTo>
                <a:lnTo>
                  <a:pt x="1747752" y="93429"/>
                </a:lnTo>
                <a:lnTo>
                  <a:pt x="1747261" y="94145"/>
                </a:lnTo>
                <a:lnTo>
                  <a:pt x="1746798" y="94883"/>
                </a:lnTo>
                <a:lnTo>
                  <a:pt x="1746362" y="95644"/>
                </a:lnTo>
                <a:lnTo>
                  <a:pt x="1745955" y="96427"/>
                </a:lnTo>
                <a:lnTo>
                  <a:pt x="1745576" y="97231"/>
                </a:lnTo>
                <a:lnTo>
                  <a:pt x="1745225" y="98058"/>
                </a:lnTo>
                <a:lnTo>
                  <a:pt x="1744902" y="98907"/>
                </a:lnTo>
                <a:lnTo>
                  <a:pt x="1744607" y="99778"/>
                </a:lnTo>
                <a:lnTo>
                  <a:pt x="1744340" y="100671"/>
                </a:lnTo>
                <a:lnTo>
                  <a:pt x="1744101" y="101586"/>
                </a:lnTo>
                <a:lnTo>
                  <a:pt x="1743891" y="102523"/>
                </a:lnTo>
                <a:lnTo>
                  <a:pt x="1743708" y="103483"/>
                </a:lnTo>
                <a:lnTo>
                  <a:pt x="1743554" y="104464"/>
                </a:lnTo>
                <a:lnTo>
                  <a:pt x="1743427" y="105468"/>
                </a:lnTo>
                <a:lnTo>
                  <a:pt x="1743329" y="106493"/>
                </a:lnTo>
                <a:lnTo>
                  <a:pt x="1743259" y="107541"/>
                </a:lnTo>
                <a:lnTo>
                  <a:pt x="1743217" y="108611"/>
                </a:lnTo>
                <a:lnTo>
                  <a:pt x="1743203" y="109703"/>
                </a:lnTo>
                <a:lnTo>
                  <a:pt x="1743210" y="110473"/>
                </a:lnTo>
                <a:lnTo>
                  <a:pt x="1743231" y="111232"/>
                </a:lnTo>
                <a:lnTo>
                  <a:pt x="1743267" y="111981"/>
                </a:lnTo>
                <a:lnTo>
                  <a:pt x="1743316" y="112719"/>
                </a:lnTo>
                <a:lnTo>
                  <a:pt x="1743380" y="113448"/>
                </a:lnTo>
                <a:lnTo>
                  <a:pt x="1743458" y="114165"/>
                </a:lnTo>
                <a:lnTo>
                  <a:pt x="1743551" y="114873"/>
                </a:lnTo>
                <a:lnTo>
                  <a:pt x="1743657" y="115570"/>
                </a:lnTo>
                <a:lnTo>
                  <a:pt x="1743778" y="116257"/>
                </a:lnTo>
                <a:lnTo>
                  <a:pt x="1743913" y="116933"/>
                </a:lnTo>
                <a:lnTo>
                  <a:pt x="1744063" y="117599"/>
                </a:lnTo>
                <a:lnTo>
                  <a:pt x="1744226" y="118255"/>
                </a:lnTo>
                <a:lnTo>
                  <a:pt x="1744404" y="118900"/>
                </a:lnTo>
                <a:lnTo>
                  <a:pt x="1744596" y="119535"/>
                </a:lnTo>
                <a:lnTo>
                  <a:pt x="1744802" y="120160"/>
                </a:lnTo>
                <a:lnTo>
                  <a:pt x="1745022" y="120774"/>
                </a:lnTo>
                <a:lnTo>
                  <a:pt x="1745257" y="121378"/>
                </a:lnTo>
                <a:lnTo>
                  <a:pt x="1745505" y="121972"/>
                </a:lnTo>
                <a:lnTo>
                  <a:pt x="1745768" y="122555"/>
                </a:lnTo>
                <a:lnTo>
                  <a:pt x="1746045" y="123128"/>
                </a:lnTo>
                <a:lnTo>
                  <a:pt x="1746337" y="123691"/>
                </a:lnTo>
                <a:lnTo>
                  <a:pt x="1746642" y="124243"/>
                </a:lnTo>
                <a:lnTo>
                  <a:pt x="1746962" y="124785"/>
                </a:lnTo>
                <a:lnTo>
                  <a:pt x="1747296" y="125317"/>
                </a:lnTo>
                <a:lnTo>
                  <a:pt x="1747642" y="125838"/>
                </a:lnTo>
                <a:lnTo>
                  <a:pt x="1747998" y="126348"/>
                </a:lnTo>
                <a:lnTo>
                  <a:pt x="1748363" y="126847"/>
                </a:lnTo>
                <a:lnTo>
                  <a:pt x="1748738" y="127336"/>
                </a:lnTo>
                <a:lnTo>
                  <a:pt x="1749122" y="127814"/>
                </a:lnTo>
                <a:lnTo>
                  <a:pt x="1749516" y="128282"/>
                </a:lnTo>
                <a:lnTo>
                  <a:pt x="1749919" y="128739"/>
                </a:lnTo>
                <a:lnTo>
                  <a:pt x="1750332" y="129185"/>
                </a:lnTo>
                <a:lnTo>
                  <a:pt x="1750755" y="129620"/>
                </a:lnTo>
                <a:lnTo>
                  <a:pt x="1751187" y="130045"/>
                </a:lnTo>
                <a:lnTo>
                  <a:pt x="1751629" y="130459"/>
                </a:lnTo>
                <a:lnTo>
                  <a:pt x="1752080" y="130862"/>
                </a:lnTo>
                <a:lnTo>
                  <a:pt x="1752541" y="131255"/>
                </a:lnTo>
                <a:lnTo>
                  <a:pt x="1753012" y="131637"/>
                </a:lnTo>
                <a:lnTo>
                  <a:pt x="1753492" y="132008"/>
                </a:lnTo>
                <a:lnTo>
                  <a:pt x="1753982" y="132368"/>
                </a:lnTo>
                <a:lnTo>
                  <a:pt x="1754481" y="132718"/>
                </a:lnTo>
                <a:lnTo>
                  <a:pt x="1754990" y="133057"/>
                </a:lnTo>
                <a:lnTo>
                  <a:pt x="1755509" y="133385"/>
                </a:lnTo>
                <a:lnTo>
                  <a:pt x="1756037" y="133703"/>
                </a:lnTo>
                <a:lnTo>
                  <a:pt x="1756575" y="134010"/>
                </a:lnTo>
                <a:lnTo>
                  <a:pt x="1757122" y="134306"/>
                </a:lnTo>
                <a:lnTo>
                  <a:pt x="1757679" y="134592"/>
                </a:lnTo>
                <a:lnTo>
                  <a:pt x="1758246" y="134866"/>
                </a:lnTo>
                <a:lnTo>
                  <a:pt x="1758819" y="135130"/>
                </a:lnTo>
                <a:lnTo>
                  <a:pt x="1759398" y="135383"/>
                </a:lnTo>
                <a:lnTo>
                  <a:pt x="1759982" y="135624"/>
                </a:lnTo>
                <a:lnTo>
                  <a:pt x="1760571" y="135854"/>
                </a:lnTo>
                <a:lnTo>
                  <a:pt x="1761164" y="136073"/>
                </a:lnTo>
                <a:lnTo>
                  <a:pt x="1761763" y="136281"/>
                </a:lnTo>
                <a:lnTo>
                  <a:pt x="1762366" y="136478"/>
                </a:lnTo>
                <a:lnTo>
                  <a:pt x="1762975" y="136663"/>
                </a:lnTo>
                <a:lnTo>
                  <a:pt x="1763589" y="136837"/>
                </a:lnTo>
                <a:lnTo>
                  <a:pt x="1764207" y="137000"/>
                </a:lnTo>
                <a:lnTo>
                  <a:pt x="1764830" y="137151"/>
                </a:lnTo>
                <a:lnTo>
                  <a:pt x="1765459" y="137292"/>
                </a:lnTo>
                <a:lnTo>
                  <a:pt x="1766092" y="137421"/>
                </a:lnTo>
                <a:lnTo>
                  <a:pt x="1766731" y="137539"/>
                </a:lnTo>
                <a:lnTo>
                  <a:pt x="1767374" y="137645"/>
                </a:lnTo>
                <a:lnTo>
                  <a:pt x="1768022" y="137741"/>
                </a:lnTo>
                <a:lnTo>
                  <a:pt x="1768675" y="137825"/>
                </a:lnTo>
                <a:lnTo>
                  <a:pt x="1769334" y="137898"/>
                </a:lnTo>
                <a:lnTo>
                  <a:pt x="1769997" y="137960"/>
                </a:lnTo>
                <a:lnTo>
                  <a:pt x="1770665" y="138010"/>
                </a:lnTo>
                <a:lnTo>
                  <a:pt x="1771338" y="138049"/>
                </a:lnTo>
                <a:lnTo>
                  <a:pt x="1772016" y="138078"/>
                </a:lnTo>
                <a:lnTo>
                  <a:pt x="1772699" y="138094"/>
                </a:lnTo>
                <a:lnTo>
                  <a:pt x="1773387" y="138100"/>
                </a:lnTo>
                <a:lnTo>
                  <a:pt x="1774352" y="138092"/>
                </a:lnTo>
                <a:lnTo>
                  <a:pt x="1775307" y="138069"/>
                </a:lnTo>
                <a:lnTo>
                  <a:pt x="1776252" y="138030"/>
                </a:lnTo>
                <a:lnTo>
                  <a:pt x="1777186" y="137975"/>
                </a:lnTo>
                <a:lnTo>
                  <a:pt x="1778111" y="137905"/>
                </a:lnTo>
                <a:close/>
                <a:moveTo>
                  <a:pt x="1774215" y="125280"/>
                </a:moveTo>
                <a:lnTo>
                  <a:pt x="1773557" y="125195"/>
                </a:lnTo>
                <a:lnTo>
                  <a:pt x="1772914" y="125094"/>
                </a:lnTo>
                <a:lnTo>
                  <a:pt x="1772286" y="124978"/>
                </a:lnTo>
                <a:lnTo>
                  <a:pt x="1771673" y="124846"/>
                </a:lnTo>
                <a:lnTo>
                  <a:pt x="1771074" y="124699"/>
                </a:lnTo>
                <a:lnTo>
                  <a:pt x="1770491" y="124536"/>
                </a:lnTo>
                <a:lnTo>
                  <a:pt x="1769922" y="124358"/>
                </a:lnTo>
                <a:lnTo>
                  <a:pt x="1769369" y="124164"/>
                </a:lnTo>
                <a:lnTo>
                  <a:pt x="1768830" y="123955"/>
                </a:lnTo>
                <a:lnTo>
                  <a:pt x="1768306" y="123730"/>
                </a:lnTo>
                <a:lnTo>
                  <a:pt x="1767798" y="123490"/>
                </a:lnTo>
                <a:lnTo>
                  <a:pt x="1767304" y="123234"/>
                </a:lnTo>
                <a:lnTo>
                  <a:pt x="1766824" y="122963"/>
                </a:lnTo>
                <a:lnTo>
                  <a:pt x="1766360" y="122676"/>
                </a:lnTo>
                <a:lnTo>
                  <a:pt x="1765911" y="122374"/>
                </a:lnTo>
                <a:lnTo>
                  <a:pt x="1765477" y="122056"/>
                </a:lnTo>
                <a:lnTo>
                  <a:pt x="1765057" y="121723"/>
                </a:lnTo>
                <a:lnTo>
                  <a:pt x="1764653" y="121374"/>
                </a:lnTo>
                <a:lnTo>
                  <a:pt x="1764263" y="121010"/>
                </a:lnTo>
                <a:lnTo>
                  <a:pt x="1763889" y="120633"/>
                </a:lnTo>
                <a:lnTo>
                  <a:pt x="1763530" y="120245"/>
                </a:lnTo>
                <a:lnTo>
                  <a:pt x="1763188" y="119847"/>
                </a:lnTo>
                <a:lnTo>
                  <a:pt x="1762861" y="119438"/>
                </a:lnTo>
                <a:lnTo>
                  <a:pt x="1762551" y="119019"/>
                </a:lnTo>
                <a:lnTo>
                  <a:pt x="1762256" y="118589"/>
                </a:lnTo>
                <a:lnTo>
                  <a:pt x="1761977" y="118149"/>
                </a:lnTo>
                <a:lnTo>
                  <a:pt x="1761715" y="117698"/>
                </a:lnTo>
                <a:lnTo>
                  <a:pt x="1761468" y="117237"/>
                </a:lnTo>
                <a:lnTo>
                  <a:pt x="1761237" y="116765"/>
                </a:lnTo>
                <a:lnTo>
                  <a:pt x="1761022" y="116283"/>
                </a:lnTo>
                <a:lnTo>
                  <a:pt x="1760823" y="115790"/>
                </a:lnTo>
                <a:lnTo>
                  <a:pt x="1760640" y="115286"/>
                </a:lnTo>
                <a:lnTo>
                  <a:pt x="1760472" y="114773"/>
                </a:lnTo>
                <a:lnTo>
                  <a:pt x="1760321" y="114248"/>
                </a:lnTo>
                <a:lnTo>
                  <a:pt x="1760186" y="113713"/>
                </a:lnTo>
                <a:lnTo>
                  <a:pt x="1760066" y="113168"/>
                </a:lnTo>
                <a:lnTo>
                  <a:pt x="1759963" y="112612"/>
                </a:lnTo>
                <a:lnTo>
                  <a:pt x="1759875" y="112046"/>
                </a:lnTo>
                <a:lnTo>
                  <a:pt x="1759803" y="111469"/>
                </a:lnTo>
                <a:lnTo>
                  <a:pt x="1759748" y="110881"/>
                </a:lnTo>
                <a:lnTo>
                  <a:pt x="1759708" y="110283"/>
                </a:lnTo>
                <a:lnTo>
                  <a:pt x="1759684" y="109675"/>
                </a:lnTo>
                <a:lnTo>
                  <a:pt x="1759676" y="109056"/>
                </a:lnTo>
                <a:lnTo>
                  <a:pt x="1759696" y="108152"/>
                </a:lnTo>
                <a:lnTo>
                  <a:pt x="1759755" y="107269"/>
                </a:lnTo>
                <a:lnTo>
                  <a:pt x="1759854" y="106408"/>
                </a:lnTo>
                <a:lnTo>
                  <a:pt x="1759992" y="105568"/>
                </a:lnTo>
                <a:lnTo>
                  <a:pt x="1760170" y="104749"/>
                </a:lnTo>
                <a:lnTo>
                  <a:pt x="1760388" y="103952"/>
                </a:lnTo>
                <a:lnTo>
                  <a:pt x="1760645" y="103176"/>
                </a:lnTo>
                <a:lnTo>
                  <a:pt x="1760942" y="102422"/>
                </a:lnTo>
                <a:lnTo>
                  <a:pt x="1761278" y="101689"/>
                </a:lnTo>
                <a:lnTo>
                  <a:pt x="1761654" y="100977"/>
                </a:lnTo>
                <a:lnTo>
                  <a:pt x="1762069" y="100287"/>
                </a:lnTo>
                <a:lnTo>
                  <a:pt x="1762524" y="99618"/>
                </a:lnTo>
                <a:lnTo>
                  <a:pt x="1763019" y="98970"/>
                </a:lnTo>
                <a:lnTo>
                  <a:pt x="1763553" y="98344"/>
                </a:lnTo>
                <a:lnTo>
                  <a:pt x="1764126" y="97739"/>
                </a:lnTo>
                <a:lnTo>
                  <a:pt x="1764740" y="97156"/>
                </a:lnTo>
                <a:lnTo>
                  <a:pt x="1765392" y="96594"/>
                </a:lnTo>
                <a:lnTo>
                  <a:pt x="1766085" y="96053"/>
                </a:lnTo>
                <a:lnTo>
                  <a:pt x="1766817" y="95534"/>
                </a:lnTo>
                <a:lnTo>
                  <a:pt x="1767588" y="95036"/>
                </a:lnTo>
                <a:lnTo>
                  <a:pt x="1768399" y="94559"/>
                </a:lnTo>
                <a:lnTo>
                  <a:pt x="1769249" y="94104"/>
                </a:lnTo>
                <a:lnTo>
                  <a:pt x="1770140" y="93670"/>
                </a:lnTo>
                <a:lnTo>
                  <a:pt x="1771069" y="93258"/>
                </a:lnTo>
                <a:lnTo>
                  <a:pt x="1772044" y="92863"/>
                </a:lnTo>
                <a:lnTo>
                  <a:pt x="1773071" y="92485"/>
                </a:lnTo>
                <a:lnTo>
                  <a:pt x="1774149" y="92122"/>
                </a:lnTo>
                <a:lnTo>
                  <a:pt x="1775279" y="91775"/>
                </a:lnTo>
                <a:lnTo>
                  <a:pt x="1776461" y="91443"/>
                </a:lnTo>
                <a:lnTo>
                  <a:pt x="1777694" y="91128"/>
                </a:lnTo>
                <a:lnTo>
                  <a:pt x="1778978" y="90828"/>
                </a:lnTo>
                <a:lnTo>
                  <a:pt x="1780314" y="90543"/>
                </a:lnTo>
                <a:lnTo>
                  <a:pt x="1781702" y="90274"/>
                </a:lnTo>
                <a:lnTo>
                  <a:pt x="1783141" y="90021"/>
                </a:lnTo>
                <a:lnTo>
                  <a:pt x="1784632" y="89784"/>
                </a:lnTo>
                <a:lnTo>
                  <a:pt x="1786174" y="89562"/>
                </a:lnTo>
                <a:lnTo>
                  <a:pt x="1787768" y="89356"/>
                </a:lnTo>
                <a:lnTo>
                  <a:pt x="1789413" y="89166"/>
                </a:lnTo>
                <a:lnTo>
                  <a:pt x="1791110" y="88991"/>
                </a:lnTo>
                <a:lnTo>
                  <a:pt x="1792858" y="88832"/>
                </a:lnTo>
                <a:lnTo>
                  <a:pt x="1794658" y="88689"/>
                </a:lnTo>
                <a:lnTo>
                  <a:pt x="1796510" y="88561"/>
                </a:lnTo>
                <a:lnTo>
                  <a:pt x="1798413" y="88450"/>
                </a:lnTo>
                <a:lnTo>
                  <a:pt x="1800368" y="88353"/>
                </a:lnTo>
                <a:lnTo>
                  <a:pt x="1802374" y="88273"/>
                </a:lnTo>
                <a:lnTo>
                  <a:pt x="1804431" y="88208"/>
                </a:lnTo>
                <a:lnTo>
                  <a:pt x="1806541" y="88159"/>
                </a:lnTo>
                <a:lnTo>
                  <a:pt x="1808701" y="88125"/>
                </a:lnTo>
                <a:lnTo>
                  <a:pt x="1808701" y="108442"/>
                </a:lnTo>
                <a:lnTo>
                  <a:pt x="1808253" y="109053"/>
                </a:lnTo>
                <a:lnTo>
                  <a:pt x="1807796" y="109656"/>
                </a:lnTo>
                <a:lnTo>
                  <a:pt x="1807330" y="110249"/>
                </a:lnTo>
                <a:lnTo>
                  <a:pt x="1806855" y="110833"/>
                </a:lnTo>
                <a:lnTo>
                  <a:pt x="1806371" y="111409"/>
                </a:lnTo>
                <a:lnTo>
                  <a:pt x="1805878" y="111975"/>
                </a:lnTo>
                <a:lnTo>
                  <a:pt x="1805376" y="112533"/>
                </a:lnTo>
                <a:lnTo>
                  <a:pt x="1804865" y="113082"/>
                </a:lnTo>
                <a:lnTo>
                  <a:pt x="1804346" y="113622"/>
                </a:lnTo>
                <a:lnTo>
                  <a:pt x="1803817" y="114153"/>
                </a:lnTo>
                <a:lnTo>
                  <a:pt x="1803280" y="114675"/>
                </a:lnTo>
                <a:lnTo>
                  <a:pt x="1802734" y="115188"/>
                </a:lnTo>
                <a:lnTo>
                  <a:pt x="1802178" y="115692"/>
                </a:lnTo>
                <a:lnTo>
                  <a:pt x="1801614" y="116188"/>
                </a:lnTo>
                <a:lnTo>
                  <a:pt x="1801041" y="116674"/>
                </a:lnTo>
                <a:lnTo>
                  <a:pt x="1800459" y="117152"/>
                </a:lnTo>
                <a:lnTo>
                  <a:pt x="1799868" y="117620"/>
                </a:lnTo>
                <a:lnTo>
                  <a:pt x="1799269" y="118080"/>
                </a:lnTo>
                <a:lnTo>
                  <a:pt x="1798660" y="118531"/>
                </a:lnTo>
                <a:lnTo>
                  <a:pt x="1798043" y="118973"/>
                </a:lnTo>
                <a:lnTo>
                  <a:pt x="1797416" y="119406"/>
                </a:lnTo>
                <a:lnTo>
                  <a:pt x="1796781" y="119831"/>
                </a:lnTo>
                <a:lnTo>
                  <a:pt x="1796136" y="120246"/>
                </a:lnTo>
                <a:lnTo>
                  <a:pt x="1795483" y="120653"/>
                </a:lnTo>
                <a:lnTo>
                  <a:pt x="1794822" y="121046"/>
                </a:lnTo>
                <a:lnTo>
                  <a:pt x="1794154" y="121423"/>
                </a:lnTo>
                <a:lnTo>
                  <a:pt x="1793480" y="121783"/>
                </a:lnTo>
                <a:lnTo>
                  <a:pt x="1792798" y="122126"/>
                </a:lnTo>
                <a:lnTo>
                  <a:pt x="1792110" y="122452"/>
                </a:lnTo>
                <a:lnTo>
                  <a:pt x="1791414" y="122762"/>
                </a:lnTo>
                <a:lnTo>
                  <a:pt x="1790712" y="123055"/>
                </a:lnTo>
                <a:lnTo>
                  <a:pt x="1790003" y="123331"/>
                </a:lnTo>
                <a:lnTo>
                  <a:pt x="1789287" y="123590"/>
                </a:lnTo>
                <a:lnTo>
                  <a:pt x="1788565" y="123833"/>
                </a:lnTo>
                <a:lnTo>
                  <a:pt x="1787835" y="124059"/>
                </a:lnTo>
                <a:lnTo>
                  <a:pt x="1787099" y="124268"/>
                </a:lnTo>
                <a:lnTo>
                  <a:pt x="1786355" y="124461"/>
                </a:lnTo>
                <a:lnTo>
                  <a:pt x="1785605" y="124637"/>
                </a:lnTo>
                <a:lnTo>
                  <a:pt x="1784848" y="124796"/>
                </a:lnTo>
                <a:lnTo>
                  <a:pt x="1784085" y="124938"/>
                </a:lnTo>
                <a:lnTo>
                  <a:pt x="1783314" y="125064"/>
                </a:lnTo>
                <a:lnTo>
                  <a:pt x="1782536" y="125172"/>
                </a:lnTo>
                <a:lnTo>
                  <a:pt x="1781752" y="125264"/>
                </a:lnTo>
                <a:lnTo>
                  <a:pt x="1780961" y="125340"/>
                </a:lnTo>
                <a:lnTo>
                  <a:pt x="1780163" y="125398"/>
                </a:lnTo>
                <a:lnTo>
                  <a:pt x="1779358" y="125440"/>
                </a:lnTo>
                <a:lnTo>
                  <a:pt x="1778546" y="125465"/>
                </a:lnTo>
                <a:lnTo>
                  <a:pt x="1777728" y="125474"/>
                </a:lnTo>
                <a:lnTo>
                  <a:pt x="1776995" y="125466"/>
                </a:lnTo>
                <a:lnTo>
                  <a:pt x="1776278" y="125443"/>
                </a:lnTo>
                <a:lnTo>
                  <a:pt x="1775575" y="125404"/>
                </a:lnTo>
                <a:lnTo>
                  <a:pt x="1774888" y="125350"/>
                </a:lnTo>
                <a:lnTo>
                  <a:pt x="1774215" y="125280"/>
                </a:lnTo>
                <a:close/>
                <a:moveTo>
                  <a:pt x="2014413" y="137833"/>
                </a:moveTo>
                <a:lnTo>
                  <a:pt x="2015533" y="137716"/>
                </a:lnTo>
                <a:lnTo>
                  <a:pt x="2016638" y="137577"/>
                </a:lnTo>
                <a:lnTo>
                  <a:pt x="2017729" y="137417"/>
                </a:lnTo>
                <a:lnTo>
                  <a:pt x="2018806" y="137236"/>
                </a:lnTo>
                <a:lnTo>
                  <a:pt x="2019867" y="137033"/>
                </a:lnTo>
                <a:lnTo>
                  <a:pt x="2020915" y="136809"/>
                </a:lnTo>
                <a:lnTo>
                  <a:pt x="2021948" y="136564"/>
                </a:lnTo>
                <a:lnTo>
                  <a:pt x="2022966" y="136297"/>
                </a:lnTo>
                <a:lnTo>
                  <a:pt x="2023969" y="136009"/>
                </a:lnTo>
                <a:lnTo>
                  <a:pt x="2024958" y="135700"/>
                </a:lnTo>
                <a:lnTo>
                  <a:pt x="2025933" y="135370"/>
                </a:lnTo>
                <a:lnTo>
                  <a:pt x="2026893" y="135018"/>
                </a:lnTo>
                <a:lnTo>
                  <a:pt x="2027838" y="134644"/>
                </a:lnTo>
                <a:lnTo>
                  <a:pt x="2028769" y="134250"/>
                </a:lnTo>
                <a:lnTo>
                  <a:pt x="2029686" y="133834"/>
                </a:lnTo>
                <a:lnTo>
                  <a:pt x="2030587" y="133396"/>
                </a:lnTo>
                <a:lnTo>
                  <a:pt x="2031474" y="132938"/>
                </a:lnTo>
                <a:lnTo>
                  <a:pt x="2032347" y="132458"/>
                </a:lnTo>
                <a:lnTo>
                  <a:pt x="2033205" y="131956"/>
                </a:lnTo>
                <a:lnTo>
                  <a:pt x="2034048" y="131435"/>
                </a:lnTo>
                <a:lnTo>
                  <a:pt x="2034874" y="130895"/>
                </a:lnTo>
                <a:lnTo>
                  <a:pt x="2035684" y="130337"/>
                </a:lnTo>
                <a:lnTo>
                  <a:pt x="2036477" y="129761"/>
                </a:lnTo>
                <a:lnTo>
                  <a:pt x="2037254" y="129166"/>
                </a:lnTo>
                <a:lnTo>
                  <a:pt x="2038014" y="128553"/>
                </a:lnTo>
                <a:lnTo>
                  <a:pt x="2038758" y="127922"/>
                </a:lnTo>
                <a:lnTo>
                  <a:pt x="2039485" y="127272"/>
                </a:lnTo>
                <a:lnTo>
                  <a:pt x="2040196" y="126604"/>
                </a:lnTo>
                <a:lnTo>
                  <a:pt x="2040891" y="125917"/>
                </a:lnTo>
                <a:lnTo>
                  <a:pt x="2041569" y="125213"/>
                </a:lnTo>
                <a:lnTo>
                  <a:pt x="2042231" y="124490"/>
                </a:lnTo>
                <a:lnTo>
                  <a:pt x="2042876" y="123748"/>
                </a:lnTo>
                <a:lnTo>
                  <a:pt x="2043505" y="122988"/>
                </a:lnTo>
                <a:lnTo>
                  <a:pt x="2044118" y="122210"/>
                </a:lnTo>
                <a:lnTo>
                  <a:pt x="2044713" y="121414"/>
                </a:lnTo>
                <a:lnTo>
                  <a:pt x="2045293" y="120599"/>
                </a:lnTo>
                <a:lnTo>
                  <a:pt x="2045856" y="119766"/>
                </a:lnTo>
                <a:lnTo>
                  <a:pt x="2046403" y="118915"/>
                </a:lnTo>
                <a:lnTo>
                  <a:pt x="2046933" y="118045"/>
                </a:lnTo>
                <a:lnTo>
                  <a:pt x="2047447" y="117157"/>
                </a:lnTo>
                <a:lnTo>
                  <a:pt x="2047944" y="116250"/>
                </a:lnTo>
                <a:lnTo>
                  <a:pt x="2048425" y="115326"/>
                </a:lnTo>
                <a:lnTo>
                  <a:pt x="2048889" y="114383"/>
                </a:lnTo>
                <a:lnTo>
                  <a:pt x="2049336" y="113423"/>
                </a:lnTo>
                <a:lnTo>
                  <a:pt x="2049764" y="112448"/>
                </a:lnTo>
                <a:lnTo>
                  <a:pt x="2050172" y="111458"/>
                </a:lnTo>
                <a:lnTo>
                  <a:pt x="2050562" y="110454"/>
                </a:lnTo>
                <a:lnTo>
                  <a:pt x="2050933" y="109434"/>
                </a:lnTo>
                <a:lnTo>
                  <a:pt x="2051285" y="108399"/>
                </a:lnTo>
                <a:lnTo>
                  <a:pt x="2051617" y="107349"/>
                </a:lnTo>
                <a:lnTo>
                  <a:pt x="2051931" y="106285"/>
                </a:lnTo>
                <a:lnTo>
                  <a:pt x="2052225" y="105205"/>
                </a:lnTo>
                <a:lnTo>
                  <a:pt x="2052501" y="104110"/>
                </a:lnTo>
                <a:lnTo>
                  <a:pt x="2052758" y="103000"/>
                </a:lnTo>
                <a:lnTo>
                  <a:pt x="2052995" y="101876"/>
                </a:lnTo>
                <a:lnTo>
                  <a:pt x="2053214" y="100736"/>
                </a:lnTo>
                <a:lnTo>
                  <a:pt x="2053414" y="99581"/>
                </a:lnTo>
                <a:lnTo>
                  <a:pt x="2053594" y="98412"/>
                </a:lnTo>
                <a:lnTo>
                  <a:pt x="2053756" y="97227"/>
                </a:lnTo>
                <a:lnTo>
                  <a:pt x="2053898" y="96027"/>
                </a:lnTo>
                <a:lnTo>
                  <a:pt x="2054022" y="94813"/>
                </a:lnTo>
                <a:lnTo>
                  <a:pt x="2054126" y="93583"/>
                </a:lnTo>
                <a:lnTo>
                  <a:pt x="2054212" y="92338"/>
                </a:lnTo>
                <a:lnTo>
                  <a:pt x="2054278" y="91079"/>
                </a:lnTo>
                <a:lnTo>
                  <a:pt x="2054326" y="89804"/>
                </a:lnTo>
                <a:lnTo>
                  <a:pt x="2054355" y="88514"/>
                </a:lnTo>
                <a:lnTo>
                  <a:pt x="2054364" y="87210"/>
                </a:lnTo>
                <a:lnTo>
                  <a:pt x="2054355" y="85872"/>
                </a:lnTo>
                <a:lnTo>
                  <a:pt x="2054326" y="84550"/>
                </a:lnTo>
                <a:lnTo>
                  <a:pt x="2054278" y="83244"/>
                </a:lnTo>
                <a:lnTo>
                  <a:pt x="2054212" y="81955"/>
                </a:lnTo>
                <a:lnTo>
                  <a:pt x="2054126" y="80681"/>
                </a:lnTo>
                <a:lnTo>
                  <a:pt x="2054022" y="79423"/>
                </a:lnTo>
                <a:lnTo>
                  <a:pt x="2053898" y="78182"/>
                </a:lnTo>
                <a:lnTo>
                  <a:pt x="2053756" y="76957"/>
                </a:lnTo>
                <a:lnTo>
                  <a:pt x="2053594" y="75747"/>
                </a:lnTo>
                <a:lnTo>
                  <a:pt x="2053414" y="74554"/>
                </a:lnTo>
                <a:lnTo>
                  <a:pt x="2053214" y="73376"/>
                </a:lnTo>
                <a:lnTo>
                  <a:pt x="2052995" y="72215"/>
                </a:lnTo>
                <a:lnTo>
                  <a:pt x="2052758" y="71070"/>
                </a:lnTo>
                <a:lnTo>
                  <a:pt x="2052501" y="69941"/>
                </a:lnTo>
                <a:lnTo>
                  <a:pt x="2052225" y="68827"/>
                </a:lnTo>
                <a:lnTo>
                  <a:pt x="2051931" y="67730"/>
                </a:lnTo>
                <a:lnTo>
                  <a:pt x="2051617" y="66649"/>
                </a:lnTo>
                <a:lnTo>
                  <a:pt x="2051285" y="65584"/>
                </a:lnTo>
                <a:lnTo>
                  <a:pt x="2050933" y="64535"/>
                </a:lnTo>
                <a:lnTo>
                  <a:pt x="2050562" y="63502"/>
                </a:lnTo>
                <a:lnTo>
                  <a:pt x="2050172" y="62485"/>
                </a:lnTo>
                <a:lnTo>
                  <a:pt x="2049764" y="61485"/>
                </a:lnTo>
                <a:lnTo>
                  <a:pt x="2049336" y="60500"/>
                </a:lnTo>
                <a:lnTo>
                  <a:pt x="2048889" y="59531"/>
                </a:lnTo>
                <a:lnTo>
                  <a:pt x="2048425" y="58579"/>
                </a:lnTo>
                <a:lnTo>
                  <a:pt x="2047944" y="57647"/>
                </a:lnTo>
                <a:lnTo>
                  <a:pt x="2047447" y="56732"/>
                </a:lnTo>
                <a:lnTo>
                  <a:pt x="2046933" y="55836"/>
                </a:lnTo>
                <a:lnTo>
                  <a:pt x="2046403" y="54959"/>
                </a:lnTo>
                <a:lnTo>
                  <a:pt x="2045856" y="54100"/>
                </a:lnTo>
                <a:lnTo>
                  <a:pt x="2045293" y="53259"/>
                </a:lnTo>
                <a:lnTo>
                  <a:pt x="2044713" y="52438"/>
                </a:lnTo>
                <a:lnTo>
                  <a:pt x="2044118" y="51634"/>
                </a:lnTo>
                <a:lnTo>
                  <a:pt x="2043505" y="50849"/>
                </a:lnTo>
                <a:lnTo>
                  <a:pt x="2042876" y="50083"/>
                </a:lnTo>
                <a:lnTo>
                  <a:pt x="2042231" y="49335"/>
                </a:lnTo>
                <a:lnTo>
                  <a:pt x="2041569" y="48606"/>
                </a:lnTo>
                <a:lnTo>
                  <a:pt x="2040891" y="47895"/>
                </a:lnTo>
                <a:lnTo>
                  <a:pt x="2040196" y="47203"/>
                </a:lnTo>
                <a:lnTo>
                  <a:pt x="2039485" y="46529"/>
                </a:lnTo>
                <a:lnTo>
                  <a:pt x="2038758" y="45874"/>
                </a:lnTo>
                <a:lnTo>
                  <a:pt x="2038014" y="45237"/>
                </a:lnTo>
                <a:lnTo>
                  <a:pt x="2037254" y="44619"/>
                </a:lnTo>
                <a:lnTo>
                  <a:pt x="2036477" y="44020"/>
                </a:lnTo>
                <a:lnTo>
                  <a:pt x="2035684" y="43438"/>
                </a:lnTo>
                <a:lnTo>
                  <a:pt x="2034874" y="42876"/>
                </a:lnTo>
                <a:lnTo>
                  <a:pt x="2034048" y="42332"/>
                </a:lnTo>
                <a:lnTo>
                  <a:pt x="2033205" y="41806"/>
                </a:lnTo>
                <a:lnTo>
                  <a:pt x="2032347" y="41301"/>
                </a:lnTo>
                <a:lnTo>
                  <a:pt x="2031474" y="40816"/>
                </a:lnTo>
                <a:lnTo>
                  <a:pt x="2030587" y="40354"/>
                </a:lnTo>
                <a:lnTo>
                  <a:pt x="2029686" y="39913"/>
                </a:lnTo>
                <a:lnTo>
                  <a:pt x="2028769" y="39493"/>
                </a:lnTo>
                <a:lnTo>
                  <a:pt x="2027838" y="39095"/>
                </a:lnTo>
                <a:lnTo>
                  <a:pt x="2026893" y="38719"/>
                </a:lnTo>
                <a:lnTo>
                  <a:pt x="2025933" y="38364"/>
                </a:lnTo>
                <a:lnTo>
                  <a:pt x="2024958" y="38030"/>
                </a:lnTo>
                <a:lnTo>
                  <a:pt x="2023969" y="37718"/>
                </a:lnTo>
                <a:lnTo>
                  <a:pt x="2022966" y="37428"/>
                </a:lnTo>
                <a:lnTo>
                  <a:pt x="2021948" y="37159"/>
                </a:lnTo>
                <a:lnTo>
                  <a:pt x="2020915" y="36912"/>
                </a:lnTo>
                <a:lnTo>
                  <a:pt x="2019867" y="36686"/>
                </a:lnTo>
                <a:lnTo>
                  <a:pt x="2018806" y="36481"/>
                </a:lnTo>
                <a:lnTo>
                  <a:pt x="2017729" y="36299"/>
                </a:lnTo>
                <a:lnTo>
                  <a:pt x="2016638" y="36137"/>
                </a:lnTo>
                <a:lnTo>
                  <a:pt x="2015533" y="35997"/>
                </a:lnTo>
                <a:lnTo>
                  <a:pt x="2014413" y="35879"/>
                </a:lnTo>
                <a:lnTo>
                  <a:pt x="2013278" y="35782"/>
                </a:lnTo>
                <a:lnTo>
                  <a:pt x="2012129" y="35707"/>
                </a:lnTo>
                <a:lnTo>
                  <a:pt x="2010965" y="35653"/>
                </a:lnTo>
                <a:lnTo>
                  <a:pt x="2009787" y="35621"/>
                </a:lnTo>
                <a:lnTo>
                  <a:pt x="2008594" y="35610"/>
                </a:lnTo>
                <a:lnTo>
                  <a:pt x="2007425" y="35621"/>
                </a:lnTo>
                <a:lnTo>
                  <a:pt x="2006271" y="35653"/>
                </a:lnTo>
                <a:lnTo>
                  <a:pt x="2005130" y="35707"/>
                </a:lnTo>
                <a:lnTo>
                  <a:pt x="2004004" y="35782"/>
                </a:lnTo>
                <a:lnTo>
                  <a:pt x="2002892" y="35879"/>
                </a:lnTo>
                <a:lnTo>
                  <a:pt x="2001794" y="35997"/>
                </a:lnTo>
                <a:lnTo>
                  <a:pt x="2000709" y="36137"/>
                </a:lnTo>
                <a:lnTo>
                  <a:pt x="1999639" y="36299"/>
                </a:lnTo>
                <a:lnTo>
                  <a:pt x="1998583" y="36481"/>
                </a:lnTo>
                <a:lnTo>
                  <a:pt x="1997541" y="36686"/>
                </a:lnTo>
                <a:lnTo>
                  <a:pt x="1996513" y="36912"/>
                </a:lnTo>
                <a:lnTo>
                  <a:pt x="1995499" y="37159"/>
                </a:lnTo>
                <a:lnTo>
                  <a:pt x="1994499" y="37428"/>
                </a:lnTo>
                <a:lnTo>
                  <a:pt x="1993513" y="37718"/>
                </a:lnTo>
                <a:lnTo>
                  <a:pt x="1992541" y="38030"/>
                </a:lnTo>
                <a:lnTo>
                  <a:pt x="1991583" y="38364"/>
                </a:lnTo>
                <a:lnTo>
                  <a:pt x="1990640" y="38719"/>
                </a:lnTo>
                <a:lnTo>
                  <a:pt x="1989710" y="39095"/>
                </a:lnTo>
                <a:lnTo>
                  <a:pt x="1988794" y="39493"/>
                </a:lnTo>
                <a:lnTo>
                  <a:pt x="1987892" y="39913"/>
                </a:lnTo>
                <a:lnTo>
                  <a:pt x="1987005" y="40354"/>
                </a:lnTo>
                <a:lnTo>
                  <a:pt x="1986131" y="40816"/>
                </a:lnTo>
                <a:lnTo>
                  <a:pt x="1985272" y="41301"/>
                </a:lnTo>
                <a:lnTo>
                  <a:pt x="1984426" y="41806"/>
                </a:lnTo>
                <a:lnTo>
                  <a:pt x="1983596" y="42332"/>
                </a:lnTo>
                <a:lnTo>
                  <a:pt x="1982783" y="42876"/>
                </a:lnTo>
                <a:lnTo>
                  <a:pt x="1981986" y="43438"/>
                </a:lnTo>
                <a:lnTo>
                  <a:pt x="1981205" y="44020"/>
                </a:lnTo>
                <a:lnTo>
                  <a:pt x="1980442" y="44619"/>
                </a:lnTo>
                <a:lnTo>
                  <a:pt x="1979694" y="45237"/>
                </a:lnTo>
                <a:lnTo>
                  <a:pt x="1978964" y="45874"/>
                </a:lnTo>
                <a:lnTo>
                  <a:pt x="1978250" y="46529"/>
                </a:lnTo>
                <a:lnTo>
                  <a:pt x="1977553" y="47203"/>
                </a:lnTo>
                <a:lnTo>
                  <a:pt x="1976872" y="47895"/>
                </a:lnTo>
                <a:lnTo>
                  <a:pt x="1976208" y="48606"/>
                </a:lnTo>
                <a:lnTo>
                  <a:pt x="1975561" y="49335"/>
                </a:lnTo>
                <a:lnTo>
                  <a:pt x="1974930" y="50083"/>
                </a:lnTo>
                <a:lnTo>
                  <a:pt x="1974316" y="50849"/>
                </a:lnTo>
                <a:lnTo>
                  <a:pt x="1973718" y="51634"/>
                </a:lnTo>
                <a:lnTo>
                  <a:pt x="1973137" y="52438"/>
                </a:lnTo>
                <a:lnTo>
                  <a:pt x="1972573" y="53259"/>
                </a:lnTo>
                <a:lnTo>
                  <a:pt x="1972025" y="54100"/>
                </a:lnTo>
                <a:lnTo>
                  <a:pt x="1971494" y="54959"/>
                </a:lnTo>
                <a:lnTo>
                  <a:pt x="1970979" y="55836"/>
                </a:lnTo>
                <a:lnTo>
                  <a:pt x="1970481" y="56732"/>
                </a:lnTo>
                <a:lnTo>
                  <a:pt x="1970000" y="57647"/>
                </a:lnTo>
                <a:lnTo>
                  <a:pt x="1969535" y="58579"/>
                </a:lnTo>
                <a:lnTo>
                  <a:pt x="1969087" y="59531"/>
                </a:lnTo>
                <a:lnTo>
                  <a:pt x="1968657" y="60500"/>
                </a:lnTo>
                <a:lnTo>
                  <a:pt x="1968244" y="61485"/>
                </a:lnTo>
                <a:lnTo>
                  <a:pt x="1967850" y="62485"/>
                </a:lnTo>
                <a:lnTo>
                  <a:pt x="1967475" y="63502"/>
                </a:lnTo>
                <a:lnTo>
                  <a:pt x="1967117" y="64535"/>
                </a:lnTo>
                <a:lnTo>
                  <a:pt x="1966778" y="65584"/>
                </a:lnTo>
                <a:lnTo>
                  <a:pt x="1966458" y="66649"/>
                </a:lnTo>
                <a:lnTo>
                  <a:pt x="1966155" y="67730"/>
                </a:lnTo>
                <a:lnTo>
                  <a:pt x="1965871" y="68827"/>
                </a:lnTo>
                <a:lnTo>
                  <a:pt x="1965606" y="69941"/>
                </a:lnTo>
                <a:lnTo>
                  <a:pt x="1965358" y="71070"/>
                </a:lnTo>
                <a:lnTo>
                  <a:pt x="1965129" y="72215"/>
                </a:lnTo>
                <a:lnTo>
                  <a:pt x="1964918" y="73376"/>
                </a:lnTo>
                <a:lnTo>
                  <a:pt x="1964726" y="74554"/>
                </a:lnTo>
                <a:lnTo>
                  <a:pt x="1964552" y="75747"/>
                </a:lnTo>
                <a:lnTo>
                  <a:pt x="1964396" y="76957"/>
                </a:lnTo>
                <a:lnTo>
                  <a:pt x="1964259" y="78182"/>
                </a:lnTo>
                <a:lnTo>
                  <a:pt x="1964140" y="79423"/>
                </a:lnTo>
                <a:lnTo>
                  <a:pt x="1964039" y="80681"/>
                </a:lnTo>
                <a:lnTo>
                  <a:pt x="1963956" y="81955"/>
                </a:lnTo>
                <a:lnTo>
                  <a:pt x="1963892" y="83244"/>
                </a:lnTo>
                <a:lnTo>
                  <a:pt x="1963847" y="84550"/>
                </a:lnTo>
                <a:lnTo>
                  <a:pt x="1963819" y="85872"/>
                </a:lnTo>
                <a:lnTo>
                  <a:pt x="1963810" y="87210"/>
                </a:lnTo>
                <a:lnTo>
                  <a:pt x="1963819" y="88514"/>
                </a:lnTo>
                <a:lnTo>
                  <a:pt x="1963847" y="89804"/>
                </a:lnTo>
                <a:lnTo>
                  <a:pt x="1963892" y="91079"/>
                </a:lnTo>
                <a:lnTo>
                  <a:pt x="1963956" y="92338"/>
                </a:lnTo>
                <a:lnTo>
                  <a:pt x="1964039" y="93583"/>
                </a:lnTo>
                <a:lnTo>
                  <a:pt x="1964140" y="94813"/>
                </a:lnTo>
                <a:lnTo>
                  <a:pt x="1964259" y="96027"/>
                </a:lnTo>
                <a:lnTo>
                  <a:pt x="1964396" y="97227"/>
                </a:lnTo>
                <a:lnTo>
                  <a:pt x="1964552" y="98412"/>
                </a:lnTo>
                <a:lnTo>
                  <a:pt x="1964726" y="99581"/>
                </a:lnTo>
                <a:lnTo>
                  <a:pt x="1964918" y="100736"/>
                </a:lnTo>
                <a:lnTo>
                  <a:pt x="1965129" y="101876"/>
                </a:lnTo>
                <a:lnTo>
                  <a:pt x="1965358" y="103000"/>
                </a:lnTo>
                <a:lnTo>
                  <a:pt x="1965606" y="104110"/>
                </a:lnTo>
                <a:lnTo>
                  <a:pt x="1965871" y="105205"/>
                </a:lnTo>
                <a:lnTo>
                  <a:pt x="1966155" y="106285"/>
                </a:lnTo>
                <a:lnTo>
                  <a:pt x="1966458" y="107349"/>
                </a:lnTo>
                <a:lnTo>
                  <a:pt x="1966778" y="108399"/>
                </a:lnTo>
                <a:lnTo>
                  <a:pt x="1967117" y="109434"/>
                </a:lnTo>
                <a:lnTo>
                  <a:pt x="1967475" y="110454"/>
                </a:lnTo>
                <a:lnTo>
                  <a:pt x="1967850" y="111458"/>
                </a:lnTo>
                <a:lnTo>
                  <a:pt x="1968244" y="112448"/>
                </a:lnTo>
                <a:lnTo>
                  <a:pt x="1968657" y="113423"/>
                </a:lnTo>
                <a:lnTo>
                  <a:pt x="1969087" y="114383"/>
                </a:lnTo>
                <a:lnTo>
                  <a:pt x="1969535" y="115326"/>
                </a:lnTo>
                <a:lnTo>
                  <a:pt x="1970000" y="116250"/>
                </a:lnTo>
                <a:lnTo>
                  <a:pt x="1970481" y="117157"/>
                </a:lnTo>
                <a:lnTo>
                  <a:pt x="1970979" y="118045"/>
                </a:lnTo>
                <a:lnTo>
                  <a:pt x="1971494" y="118915"/>
                </a:lnTo>
                <a:lnTo>
                  <a:pt x="1972025" y="119766"/>
                </a:lnTo>
                <a:lnTo>
                  <a:pt x="1972573" y="120599"/>
                </a:lnTo>
                <a:lnTo>
                  <a:pt x="1973137" y="121414"/>
                </a:lnTo>
                <a:lnTo>
                  <a:pt x="1973718" y="122210"/>
                </a:lnTo>
                <a:lnTo>
                  <a:pt x="1974316" y="122988"/>
                </a:lnTo>
                <a:lnTo>
                  <a:pt x="1974930" y="123748"/>
                </a:lnTo>
                <a:lnTo>
                  <a:pt x="1975561" y="124490"/>
                </a:lnTo>
                <a:lnTo>
                  <a:pt x="1976208" y="125213"/>
                </a:lnTo>
                <a:lnTo>
                  <a:pt x="1976872" y="125917"/>
                </a:lnTo>
                <a:lnTo>
                  <a:pt x="1977553" y="126604"/>
                </a:lnTo>
                <a:lnTo>
                  <a:pt x="1978250" y="127272"/>
                </a:lnTo>
                <a:lnTo>
                  <a:pt x="1978964" y="127922"/>
                </a:lnTo>
                <a:lnTo>
                  <a:pt x="1979694" y="128553"/>
                </a:lnTo>
                <a:lnTo>
                  <a:pt x="1980442" y="129166"/>
                </a:lnTo>
                <a:lnTo>
                  <a:pt x="1981205" y="129761"/>
                </a:lnTo>
                <a:lnTo>
                  <a:pt x="1981986" y="130337"/>
                </a:lnTo>
                <a:lnTo>
                  <a:pt x="1982783" y="130895"/>
                </a:lnTo>
                <a:lnTo>
                  <a:pt x="1983596" y="131435"/>
                </a:lnTo>
                <a:lnTo>
                  <a:pt x="1984426" y="131956"/>
                </a:lnTo>
                <a:lnTo>
                  <a:pt x="1985272" y="132458"/>
                </a:lnTo>
                <a:lnTo>
                  <a:pt x="1986131" y="132938"/>
                </a:lnTo>
                <a:lnTo>
                  <a:pt x="1987005" y="133396"/>
                </a:lnTo>
                <a:lnTo>
                  <a:pt x="1987892" y="133834"/>
                </a:lnTo>
                <a:lnTo>
                  <a:pt x="1988794" y="134250"/>
                </a:lnTo>
                <a:lnTo>
                  <a:pt x="1989710" y="134644"/>
                </a:lnTo>
                <a:lnTo>
                  <a:pt x="1990640" y="135018"/>
                </a:lnTo>
                <a:lnTo>
                  <a:pt x="1991583" y="135370"/>
                </a:lnTo>
                <a:lnTo>
                  <a:pt x="1992541" y="135700"/>
                </a:lnTo>
                <a:lnTo>
                  <a:pt x="1993513" y="136009"/>
                </a:lnTo>
                <a:lnTo>
                  <a:pt x="1994499" y="136297"/>
                </a:lnTo>
                <a:lnTo>
                  <a:pt x="1995499" y="136564"/>
                </a:lnTo>
                <a:lnTo>
                  <a:pt x="1996513" y="136809"/>
                </a:lnTo>
                <a:lnTo>
                  <a:pt x="1997541" y="137033"/>
                </a:lnTo>
                <a:lnTo>
                  <a:pt x="1998583" y="137236"/>
                </a:lnTo>
                <a:lnTo>
                  <a:pt x="1999639" y="137417"/>
                </a:lnTo>
                <a:lnTo>
                  <a:pt x="2000709" y="137577"/>
                </a:lnTo>
                <a:lnTo>
                  <a:pt x="2001794" y="137716"/>
                </a:lnTo>
                <a:lnTo>
                  <a:pt x="2002892" y="137833"/>
                </a:lnTo>
                <a:lnTo>
                  <a:pt x="2004004" y="137929"/>
                </a:lnTo>
                <a:lnTo>
                  <a:pt x="2005130" y="138004"/>
                </a:lnTo>
                <a:lnTo>
                  <a:pt x="2006271" y="138057"/>
                </a:lnTo>
                <a:lnTo>
                  <a:pt x="2007425" y="138089"/>
                </a:lnTo>
                <a:lnTo>
                  <a:pt x="2008594" y="138100"/>
                </a:lnTo>
                <a:lnTo>
                  <a:pt x="2009787" y="138089"/>
                </a:lnTo>
                <a:lnTo>
                  <a:pt x="2010965" y="138057"/>
                </a:lnTo>
                <a:lnTo>
                  <a:pt x="2012129" y="138004"/>
                </a:lnTo>
                <a:lnTo>
                  <a:pt x="2013278" y="137929"/>
                </a:lnTo>
                <a:lnTo>
                  <a:pt x="2014413" y="137833"/>
                </a:lnTo>
                <a:close/>
                <a:moveTo>
                  <a:pt x="2004464" y="124769"/>
                </a:moveTo>
                <a:lnTo>
                  <a:pt x="2003683" y="124676"/>
                </a:lnTo>
                <a:lnTo>
                  <a:pt x="2002917" y="124566"/>
                </a:lnTo>
                <a:lnTo>
                  <a:pt x="2002166" y="124439"/>
                </a:lnTo>
                <a:lnTo>
                  <a:pt x="2001429" y="124295"/>
                </a:lnTo>
                <a:lnTo>
                  <a:pt x="2000707" y="124134"/>
                </a:lnTo>
                <a:lnTo>
                  <a:pt x="2000001" y="123957"/>
                </a:lnTo>
                <a:lnTo>
                  <a:pt x="1999309" y="123762"/>
                </a:lnTo>
                <a:lnTo>
                  <a:pt x="1998632" y="123551"/>
                </a:lnTo>
                <a:lnTo>
                  <a:pt x="1997970" y="123322"/>
                </a:lnTo>
                <a:lnTo>
                  <a:pt x="1997323" y="123077"/>
                </a:lnTo>
                <a:lnTo>
                  <a:pt x="1996691" y="122814"/>
                </a:lnTo>
                <a:lnTo>
                  <a:pt x="1996074" y="122535"/>
                </a:lnTo>
                <a:lnTo>
                  <a:pt x="1995471" y="122239"/>
                </a:lnTo>
                <a:lnTo>
                  <a:pt x="1994884" y="121926"/>
                </a:lnTo>
                <a:lnTo>
                  <a:pt x="1994311" y="121596"/>
                </a:lnTo>
                <a:lnTo>
                  <a:pt x="1993753" y="121249"/>
                </a:lnTo>
                <a:lnTo>
                  <a:pt x="1993211" y="120885"/>
                </a:lnTo>
                <a:lnTo>
                  <a:pt x="1992683" y="120505"/>
                </a:lnTo>
                <a:lnTo>
                  <a:pt x="1992170" y="120107"/>
                </a:lnTo>
                <a:lnTo>
                  <a:pt x="1991670" y="119694"/>
                </a:lnTo>
                <a:lnTo>
                  <a:pt x="1991182" y="119269"/>
                </a:lnTo>
                <a:lnTo>
                  <a:pt x="1990706" y="118830"/>
                </a:lnTo>
                <a:lnTo>
                  <a:pt x="1990242" y="118379"/>
                </a:lnTo>
                <a:lnTo>
                  <a:pt x="1989790" y="117915"/>
                </a:lnTo>
                <a:lnTo>
                  <a:pt x="1989349" y="117438"/>
                </a:lnTo>
                <a:lnTo>
                  <a:pt x="1988920" y="116948"/>
                </a:lnTo>
                <a:lnTo>
                  <a:pt x="1988503" y="116446"/>
                </a:lnTo>
                <a:lnTo>
                  <a:pt x="1988098" y="115930"/>
                </a:lnTo>
                <a:lnTo>
                  <a:pt x="1987705" y="115402"/>
                </a:lnTo>
                <a:lnTo>
                  <a:pt x="1987324" y="114861"/>
                </a:lnTo>
                <a:lnTo>
                  <a:pt x="1986954" y="114307"/>
                </a:lnTo>
                <a:lnTo>
                  <a:pt x="1986596" y="113740"/>
                </a:lnTo>
                <a:lnTo>
                  <a:pt x="1986250" y="113161"/>
                </a:lnTo>
                <a:lnTo>
                  <a:pt x="1985916" y="112569"/>
                </a:lnTo>
                <a:lnTo>
                  <a:pt x="1985594" y="111963"/>
                </a:lnTo>
                <a:lnTo>
                  <a:pt x="1985283" y="111345"/>
                </a:lnTo>
                <a:lnTo>
                  <a:pt x="1984984" y="110715"/>
                </a:lnTo>
                <a:lnTo>
                  <a:pt x="1984697" y="110071"/>
                </a:lnTo>
                <a:lnTo>
                  <a:pt x="1984422" y="109415"/>
                </a:lnTo>
                <a:lnTo>
                  <a:pt x="1984159" y="108745"/>
                </a:lnTo>
                <a:lnTo>
                  <a:pt x="1983907" y="108063"/>
                </a:lnTo>
                <a:lnTo>
                  <a:pt x="1983668" y="107368"/>
                </a:lnTo>
                <a:lnTo>
                  <a:pt x="1983440" y="106661"/>
                </a:lnTo>
                <a:lnTo>
                  <a:pt x="1983222" y="105943"/>
                </a:lnTo>
                <a:lnTo>
                  <a:pt x="1983014" y="105216"/>
                </a:lnTo>
                <a:lnTo>
                  <a:pt x="1982816" y="104482"/>
                </a:lnTo>
                <a:lnTo>
                  <a:pt x="1982626" y="103740"/>
                </a:lnTo>
                <a:lnTo>
                  <a:pt x="1982446" y="102990"/>
                </a:lnTo>
                <a:lnTo>
                  <a:pt x="1982275" y="102232"/>
                </a:lnTo>
                <a:lnTo>
                  <a:pt x="1982113" y="101466"/>
                </a:lnTo>
                <a:lnTo>
                  <a:pt x="1981960" y="100691"/>
                </a:lnTo>
                <a:lnTo>
                  <a:pt x="1981817" y="99909"/>
                </a:lnTo>
                <a:lnTo>
                  <a:pt x="1981683" y="99119"/>
                </a:lnTo>
                <a:lnTo>
                  <a:pt x="1981558" y="98321"/>
                </a:lnTo>
                <a:lnTo>
                  <a:pt x="1981442" y="97515"/>
                </a:lnTo>
                <a:lnTo>
                  <a:pt x="1981336" y="96700"/>
                </a:lnTo>
                <a:lnTo>
                  <a:pt x="1981239" y="95878"/>
                </a:lnTo>
                <a:lnTo>
                  <a:pt x="1981151" y="95048"/>
                </a:lnTo>
                <a:lnTo>
                  <a:pt x="1981072" y="94210"/>
                </a:lnTo>
                <a:lnTo>
                  <a:pt x="1981003" y="93364"/>
                </a:lnTo>
                <a:lnTo>
                  <a:pt x="1980943" y="92509"/>
                </a:lnTo>
                <a:lnTo>
                  <a:pt x="1980892" y="91647"/>
                </a:lnTo>
                <a:lnTo>
                  <a:pt x="1980850" y="90777"/>
                </a:lnTo>
                <a:lnTo>
                  <a:pt x="1980818" y="89899"/>
                </a:lnTo>
                <a:lnTo>
                  <a:pt x="1980795" y="89012"/>
                </a:lnTo>
                <a:lnTo>
                  <a:pt x="1980781" y="88118"/>
                </a:lnTo>
                <a:lnTo>
                  <a:pt x="1980776" y="87216"/>
                </a:lnTo>
                <a:lnTo>
                  <a:pt x="1980781" y="86296"/>
                </a:lnTo>
                <a:lnTo>
                  <a:pt x="1980795" y="85385"/>
                </a:lnTo>
                <a:lnTo>
                  <a:pt x="1980818" y="84481"/>
                </a:lnTo>
                <a:lnTo>
                  <a:pt x="1980850" y="83586"/>
                </a:lnTo>
                <a:lnTo>
                  <a:pt x="1980892" y="82699"/>
                </a:lnTo>
                <a:lnTo>
                  <a:pt x="1980943" y="81821"/>
                </a:lnTo>
                <a:lnTo>
                  <a:pt x="1981003" y="80950"/>
                </a:lnTo>
                <a:lnTo>
                  <a:pt x="1981072" y="80088"/>
                </a:lnTo>
                <a:lnTo>
                  <a:pt x="1981151" y="79234"/>
                </a:lnTo>
                <a:lnTo>
                  <a:pt x="1981239" y="78388"/>
                </a:lnTo>
                <a:lnTo>
                  <a:pt x="1981336" y="77550"/>
                </a:lnTo>
                <a:lnTo>
                  <a:pt x="1981442" y="76721"/>
                </a:lnTo>
                <a:lnTo>
                  <a:pt x="1981558" y="75900"/>
                </a:lnTo>
                <a:lnTo>
                  <a:pt x="1981683" y="75087"/>
                </a:lnTo>
                <a:lnTo>
                  <a:pt x="1981817" y="74282"/>
                </a:lnTo>
                <a:lnTo>
                  <a:pt x="1981960" y="73485"/>
                </a:lnTo>
                <a:lnTo>
                  <a:pt x="1982113" y="72697"/>
                </a:lnTo>
                <a:lnTo>
                  <a:pt x="1982275" y="71916"/>
                </a:lnTo>
                <a:lnTo>
                  <a:pt x="1982446" y="71144"/>
                </a:lnTo>
                <a:lnTo>
                  <a:pt x="1982626" y="70380"/>
                </a:lnTo>
                <a:lnTo>
                  <a:pt x="1982816" y="69625"/>
                </a:lnTo>
                <a:lnTo>
                  <a:pt x="1983014" y="68877"/>
                </a:lnTo>
                <a:lnTo>
                  <a:pt x="1983222" y="68138"/>
                </a:lnTo>
                <a:lnTo>
                  <a:pt x="1983440" y="67407"/>
                </a:lnTo>
                <a:lnTo>
                  <a:pt x="1983668" y="66687"/>
                </a:lnTo>
                <a:lnTo>
                  <a:pt x="1983907" y="65979"/>
                </a:lnTo>
                <a:lnTo>
                  <a:pt x="1984159" y="65285"/>
                </a:lnTo>
                <a:lnTo>
                  <a:pt x="1984422" y="64603"/>
                </a:lnTo>
                <a:lnTo>
                  <a:pt x="1984697" y="63935"/>
                </a:lnTo>
                <a:lnTo>
                  <a:pt x="1984984" y="63279"/>
                </a:lnTo>
                <a:lnTo>
                  <a:pt x="1985283" y="62637"/>
                </a:lnTo>
                <a:lnTo>
                  <a:pt x="1985594" y="62008"/>
                </a:lnTo>
                <a:lnTo>
                  <a:pt x="1985916" y="61391"/>
                </a:lnTo>
                <a:lnTo>
                  <a:pt x="1986250" y="60788"/>
                </a:lnTo>
                <a:lnTo>
                  <a:pt x="1986596" y="60198"/>
                </a:lnTo>
                <a:lnTo>
                  <a:pt x="1986954" y="59620"/>
                </a:lnTo>
                <a:lnTo>
                  <a:pt x="1987324" y="59056"/>
                </a:lnTo>
                <a:lnTo>
                  <a:pt x="1987705" y="58505"/>
                </a:lnTo>
                <a:lnTo>
                  <a:pt x="1988098" y="57967"/>
                </a:lnTo>
                <a:lnTo>
                  <a:pt x="1988503" y="57441"/>
                </a:lnTo>
                <a:lnTo>
                  <a:pt x="1988920" y="56929"/>
                </a:lnTo>
                <a:lnTo>
                  <a:pt x="1989349" y="56430"/>
                </a:lnTo>
                <a:lnTo>
                  <a:pt x="1989790" y="55944"/>
                </a:lnTo>
                <a:lnTo>
                  <a:pt x="1990242" y="55471"/>
                </a:lnTo>
                <a:lnTo>
                  <a:pt x="1990706" y="55010"/>
                </a:lnTo>
                <a:lnTo>
                  <a:pt x="1991182" y="54563"/>
                </a:lnTo>
                <a:lnTo>
                  <a:pt x="1991670" y="54129"/>
                </a:lnTo>
                <a:lnTo>
                  <a:pt x="1992170" y="53708"/>
                </a:lnTo>
                <a:lnTo>
                  <a:pt x="1992683" y="53302"/>
                </a:lnTo>
                <a:lnTo>
                  <a:pt x="1993211" y="52913"/>
                </a:lnTo>
                <a:lnTo>
                  <a:pt x="1993753" y="52541"/>
                </a:lnTo>
                <a:lnTo>
                  <a:pt x="1994311" y="52187"/>
                </a:lnTo>
                <a:lnTo>
                  <a:pt x="1994884" y="51850"/>
                </a:lnTo>
                <a:lnTo>
                  <a:pt x="1995471" y="51530"/>
                </a:lnTo>
                <a:lnTo>
                  <a:pt x="1996074" y="51227"/>
                </a:lnTo>
                <a:lnTo>
                  <a:pt x="1996691" y="50942"/>
                </a:lnTo>
                <a:lnTo>
                  <a:pt x="1997323" y="50674"/>
                </a:lnTo>
                <a:lnTo>
                  <a:pt x="1997970" y="50424"/>
                </a:lnTo>
                <a:lnTo>
                  <a:pt x="1998632" y="50190"/>
                </a:lnTo>
                <a:lnTo>
                  <a:pt x="1999309" y="49974"/>
                </a:lnTo>
                <a:lnTo>
                  <a:pt x="2000001" y="49775"/>
                </a:lnTo>
                <a:lnTo>
                  <a:pt x="2000707" y="49594"/>
                </a:lnTo>
                <a:lnTo>
                  <a:pt x="2001429" y="49430"/>
                </a:lnTo>
                <a:lnTo>
                  <a:pt x="2002166" y="49283"/>
                </a:lnTo>
                <a:lnTo>
                  <a:pt x="2002917" y="49153"/>
                </a:lnTo>
                <a:lnTo>
                  <a:pt x="2003683" y="49041"/>
                </a:lnTo>
                <a:lnTo>
                  <a:pt x="2004464" y="48946"/>
                </a:lnTo>
                <a:lnTo>
                  <a:pt x="2005260" y="48868"/>
                </a:lnTo>
                <a:lnTo>
                  <a:pt x="2006071" y="48807"/>
                </a:lnTo>
                <a:lnTo>
                  <a:pt x="2006897" y="48764"/>
                </a:lnTo>
                <a:lnTo>
                  <a:pt x="2007738" y="48738"/>
                </a:lnTo>
                <a:lnTo>
                  <a:pt x="2008594" y="48730"/>
                </a:lnTo>
                <a:lnTo>
                  <a:pt x="2009474" y="48738"/>
                </a:lnTo>
                <a:lnTo>
                  <a:pt x="2010339" y="48764"/>
                </a:lnTo>
                <a:lnTo>
                  <a:pt x="2011189" y="48807"/>
                </a:lnTo>
                <a:lnTo>
                  <a:pt x="2012024" y="48868"/>
                </a:lnTo>
                <a:lnTo>
                  <a:pt x="2012844" y="48946"/>
                </a:lnTo>
                <a:lnTo>
                  <a:pt x="2013649" y="49041"/>
                </a:lnTo>
                <a:lnTo>
                  <a:pt x="2014439" y="49153"/>
                </a:lnTo>
                <a:lnTo>
                  <a:pt x="2015214" y="49283"/>
                </a:lnTo>
                <a:lnTo>
                  <a:pt x="2015973" y="49430"/>
                </a:lnTo>
                <a:lnTo>
                  <a:pt x="2016718" y="49594"/>
                </a:lnTo>
                <a:lnTo>
                  <a:pt x="2017448" y="49775"/>
                </a:lnTo>
                <a:lnTo>
                  <a:pt x="2018162" y="49974"/>
                </a:lnTo>
                <a:lnTo>
                  <a:pt x="2018862" y="50190"/>
                </a:lnTo>
                <a:lnTo>
                  <a:pt x="2019546" y="50424"/>
                </a:lnTo>
                <a:lnTo>
                  <a:pt x="2020215" y="50674"/>
                </a:lnTo>
                <a:lnTo>
                  <a:pt x="2020869" y="50942"/>
                </a:lnTo>
                <a:lnTo>
                  <a:pt x="2021508" y="51227"/>
                </a:lnTo>
                <a:lnTo>
                  <a:pt x="2022132" y="51530"/>
                </a:lnTo>
                <a:lnTo>
                  <a:pt x="2022741" y="51850"/>
                </a:lnTo>
                <a:lnTo>
                  <a:pt x="2023335" y="52187"/>
                </a:lnTo>
                <a:lnTo>
                  <a:pt x="2023914" y="52541"/>
                </a:lnTo>
                <a:lnTo>
                  <a:pt x="2024478" y="52913"/>
                </a:lnTo>
                <a:lnTo>
                  <a:pt x="2025027" y="53302"/>
                </a:lnTo>
                <a:lnTo>
                  <a:pt x="2025560" y="53708"/>
                </a:lnTo>
                <a:lnTo>
                  <a:pt x="2026080" y="54129"/>
                </a:lnTo>
                <a:lnTo>
                  <a:pt x="2026588" y="54563"/>
                </a:lnTo>
                <a:lnTo>
                  <a:pt x="2027083" y="55010"/>
                </a:lnTo>
                <a:lnTo>
                  <a:pt x="2027566" y="55471"/>
                </a:lnTo>
                <a:lnTo>
                  <a:pt x="2028037" y="55944"/>
                </a:lnTo>
                <a:lnTo>
                  <a:pt x="2028495" y="56430"/>
                </a:lnTo>
                <a:lnTo>
                  <a:pt x="2028941" y="56929"/>
                </a:lnTo>
                <a:lnTo>
                  <a:pt x="2029375" y="57441"/>
                </a:lnTo>
                <a:lnTo>
                  <a:pt x="2029796" y="57967"/>
                </a:lnTo>
                <a:lnTo>
                  <a:pt x="2030205" y="58505"/>
                </a:lnTo>
                <a:lnTo>
                  <a:pt x="2030601" y="59056"/>
                </a:lnTo>
                <a:lnTo>
                  <a:pt x="2030986" y="59620"/>
                </a:lnTo>
                <a:lnTo>
                  <a:pt x="2031358" y="60198"/>
                </a:lnTo>
                <a:lnTo>
                  <a:pt x="2031717" y="60788"/>
                </a:lnTo>
                <a:lnTo>
                  <a:pt x="2032065" y="61391"/>
                </a:lnTo>
                <a:lnTo>
                  <a:pt x="2032400" y="62008"/>
                </a:lnTo>
                <a:lnTo>
                  <a:pt x="2032722" y="62637"/>
                </a:lnTo>
                <a:lnTo>
                  <a:pt x="2033033" y="63279"/>
                </a:lnTo>
                <a:lnTo>
                  <a:pt x="2033330" y="63935"/>
                </a:lnTo>
                <a:lnTo>
                  <a:pt x="2033616" y="64603"/>
                </a:lnTo>
                <a:lnTo>
                  <a:pt x="2033889" y="65285"/>
                </a:lnTo>
                <a:lnTo>
                  <a:pt x="2034150" y="65979"/>
                </a:lnTo>
                <a:lnTo>
                  <a:pt x="2034399" y="66687"/>
                </a:lnTo>
                <a:lnTo>
                  <a:pt x="2034635" y="67407"/>
                </a:lnTo>
                <a:lnTo>
                  <a:pt x="2034861" y="68138"/>
                </a:lnTo>
                <a:lnTo>
                  <a:pt x="2035077" y="68877"/>
                </a:lnTo>
                <a:lnTo>
                  <a:pt x="2035283" y="69625"/>
                </a:lnTo>
                <a:lnTo>
                  <a:pt x="2035479" y="70380"/>
                </a:lnTo>
                <a:lnTo>
                  <a:pt x="2035666" y="71144"/>
                </a:lnTo>
                <a:lnTo>
                  <a:pt x="2035844" y="71916"/>
                </a:lnTo>
                <a:lnTo>
                  <a:pt x="2036012" y="72697"/>
                </a:lnTo>
                <a:lnTo>
                  <a:pt x="2036170" y="73485"/>
                </a:lnTo>
                <a:lnTo>
                  <a:pt x="2036319" y="74282"/>
                </a:lnTo>
                <a:lnTo>
                  <a:pt x="2036458" y="75087"/>
                </a:lnTo>
                <a:lnTo>
                  <a:pt x="2036587" y="75900"/>
                </a:lnTo>
                <a:lnTo>
                  <a:pt x="2036707" y="76721"/>
                </a:lnTo>
                <a:lnTo>
                  <a:pt x="2036817" y="77550"/>
                </a:lnTo>
                <a:lnTo>
                  <a:pt x="2036918" y="78388"/>
                </a:lnTo>
                <a:lnTo>
                  <a:pt x="2037009" y="79234"/>
                </a:lnTo>
                <a:lnTo>
                  <a:pt x="2037091" y="80088"/>
                </a:lnTo>
                <a:lnTo>
                  <a:pt x="2037162" y="80950"/>
                </a:lnTo>
                <a:lnTo>
                  <a:pt x="2037225" y="81821"/>
                </a:lnTo>
                <a:lnTo>
                  <a:pt x="2037278" y="82699"/>
                </a:lnTo>
                <a:lnTo>
                  <a:pt x="2037321" y="83586"/>
                </a:lnTo>
                <a:lnTo>
                  <a:pt x="2037354" y="84481"/>
                </a:lnTo>
                <a:lnTo>
                  <a:pt x="2037378" y="85385"/>
                </a:lnTo>
                <a:lnTo>
                  <a:pt x="2037393" y="86296"/>
                </a:lnTo>
                <a:lnTo>
                  <a:pt x="2037397" y="87216"/>
                </a:lnTo>
                <a:lnTo>
                  <a:pt x="2037393" y="88118"/>
                </a:lnTo>
                <a:lnTo>
                  <a:pt x="2037378" y="89012"/>
                </a:lnTo>
                <a:lnTo>
                  <a:pt x="2037354" y="89899"/>
                </a:lnTo>
                <a:lnTo>
                  <a:pt x="2037321" y="90777"/>
                </a:lnTo>
                <a:lnTo>
                  <a:pt x="2037278" y="91647"/>
                </a:lnTo>
                <a:lnTo>
                  <a:pt x="2037225" y="92509"/>
                </a:lnTo>
                <a:lnTo>
                  <a:pt x="2037162" y="93364"/>
                </a:lnTo>
                <a:lnTo>
                  <a:pt x="2037091" y="94210"/>
                </a:lnTo>
                <a:lnTo>
                  <a:pt x="2037009" y="95048"/>
                </a:lnTo>
                <a:lnTo>
                  <a:pt x="2036918" y="95878"/>
                </a:lnTo>
                <a:lnTo>
                  <a:pt x="2036817" y="96700"/>
                </a:lnTo>
                <a:lnTo>
                  <a:pt x="2036707" y="97515"/>
                </a:lnTo>
                <a:lnTo>
                  <a:pt x="2036587" y="98321"/>
                </a:lnTo>
                <a:lnTo>
                  <a:pt x="2036458" y="99119"/>
                </a:lnTo>
                <a:lnTo>
                  <a:pt x="2036319" y="99909"/>
                </a:lnTo>
                <a:lnTo>
                  <a:pt x="2036170" y="100691"/>
                </a:lnTo>
                <a:lnTo>
                  <a:pt x="2036012" y="101466"/>
                </a:lnTo>
                <a:lnTo>
                  <a:pt x="2035844" y="102232"/>
                </a:lnTo>
                <a:lnTo>
                  <a:pt x="2035666" y="102990"/>
                </a:lnTo>
                <a:lnTo>
                  <a:pt x="2035479" y="103740"/>
                </a:lnTo>
                <a:lnTo>
                  <a:pt x="2035283" y="104482"/>
                </a:lnTo>
                <a:lnTo>
                  <a:pt x="2035077" y="105216"/>
                </a:lnTo>
                <a:lnTo>
                  <a:pt x="2034861" y="105943"/>
                </a:lnTo>
                <a:lnTo>
                  <a:pt x="2034635" y="106661"/>
                </a:lnTo>
                <a:lnTo>
                  <a:pt x="2034399" y="107368"/>
                </a:lnTo>
                <a:lnTo>
                  <a:pt x="2034150" y="108063"/>
                </a:lnTo>
                <a:lnTo>
                  <a:pt x="2033889" y="108745"/>
                </a:lnTo>
                <a:lnTo>
                  <a:pt x="2033616" y="109415"/>
                </a:lnTo>
                <a:lnTo>
                  <a:pt x="2033330" y="110071"/>
                </a:lnTo>
                <a:lnTo>
                  <a:pt x="2033033" y="110715"/>
                </a:lnTo>
                <a:lnTo>
                  <a:pt x="2032722" y="111345"/>
                </a:lnTo>
                <a:lnTo>
                  <a:pt x="2032400" y="111963"/>
                </a:lnTo>
                <a:lnTo>
                  <a:pt x="2032065" y="112569"/>
                </a:lnTo>
                <a:lnTo>
                  <a:pt x="2031717" y="113161"/>
                </a:lnTo>
                <a:lnTo>
                  <a:pt x="2031358" y="113740"/>
                </a:lnTo>
                <a:lnTo>
                  <a:pt x="2030986" y="114307"/>
                </a:lnTo>
                <a:lnTo>
                  <a:pt x="2030601" y="114861"/>
                </a:lnTo>
                <a:lnTo>
                  <a:pt x="2030205" y="115402"/>
                </a:lnTo>
                <a:lnTo>
                  <a:pt x="2029796" y="115930"/>
                </a:lnTo>
                <a:lnTo>
                  <a:pt x="2029375" y="116446"/>
                </a:lnTo>
                <a:lnTo>
                  <a:pt x="2028941" y="116948"/>
                </a:lnTo>
                <a:lnTo>
                  <a:pt x="2028495" y="117438"/>
                </a:lnTo>
                <a:lnTo>
                  <a:pt x="2028037" y="117915"/>
                </a:lnTo>
                <a:lnTo>
                  <a:pt x="2027566" y="118379"/>
                </a:lnTo>
                <a:lnTo>
                  <a:pt x="2027083" y="118830"/>
                </a:lnTo>
                <a:lnTo>
                  <a:pt x="2026588" y="119269"/>
                </a:lnTo>
                <a:lnTo>
                  <a:pt x="2026080" y="119694"/>
                </a:lnTo>
                <a:lnTo>
                  <a:pt x="2025560" y="120107"/>
                </a:lnTo>
                <a:lnTo>
                  <a:pt x="2025027" y="120505"/>
                </a:lnTo>
                <a:lnTo>
                  <a:pt x="2024478" y="120885"/>
                </a:lnTo>
                <a:lnTo>
                  <a:pt x="2023914" y="121249"/>
                </a:lnTo>
                <a:lnTo>
                  <a:pt x="2023335" y="121596"/>
                </a:lnTo>
                <a:lnTo>
                  <a:pt x="2022741" y="121926"/>
                </a:lnTo>
                <a:lnTo>
                  <a:pt x="2022132" y="122239"/>
                </a:lnTo>
                <a:lnTo>
                  <a:pt x="2021508" y="122535"/>
                </a:lnTo>
                <a:lnTo>
                  <a:pt x="2020869" y="122814"/>
                </a:lnTo>
                <a:lnTo>
                  <a:pt x="2020215" y="123077"/>
                </a:lnTo>
                <a:lnTo>
                  <a:pt x="2019546" y="123322"/>
                </a:lnTo>
                <a:lnTo>
                  <a:pt x="2018862" y="123551"/>
                </a:lnTo>
                <a:lnTo>
                  <a:pt x="2018162" y="123762"/>
                </a:lnTo>
                <a:lnTo>
                  <a:pt x="2017448" y="123957"/>
                </a:lnTo>
                <a:lnTo>
                  <a:pt x="2016718" y="124134"/>
                </a:lnTo>
                <a:lnTo>
                  <a:pt x="2015973" y="124295"/>
                </a:lnTo>
                <a:lnTo>
                  <a:pt x="2015214" y="124439"/>
                </a:lnTo>
                <a:lnTo>
                  <a:pt x="2014439" y="124566"/>
                </a:lnTo>
                <a:lnTo>
                  <a:pt x="2013649" y="124676"/>
                </a:lnTo>
                <a:lnTo>
                  <a:pt x="2012844" y="124769"/>
                </a:lnTo>
                <a:lnTo>
                  <a:pt x="2012024" y="124845"/>
                </a:lnTo>
                <a:lnTo>
                  <a:pt x="2011189" y="124904"/>
                </a:lnTo>
                <a:lnTo>
                  <a:pt x="2010339" y="124947"/>
                </a:lnTo>
                <a:lnTo>
                  <a:pt x="2009474" y="124972"/>
                </a:lnTo>
                <a:lnTo>
                  <a:pt x="2008594" y="124981"/>
                </a:lnTo>
                <a:lnTo>
                  <a:pt x="2007738" y="124972"/>
                </a:lnTo>
                <a:lnTo>
                  <a:pt x="2006897" y="124947"/>
                </a:lnTo>
                <a:lnTo>
                  <a:pt x="2006071" y="124904"/>
                </a:lnTo>
                <a:lnTo>
                  <a:pt x="2005260" y="124845"/>
                </a:lnTo>
                <a:lnTo>
                  <a:pt x="2004464" y="124769"/>
                </a:lnTo>
                <a:close/>
                <a:moveTo>
                  <a:pt x="2601980" y="137921"/>
                </a:moveTo>
                <a:lnTo>
                  <a:pt x="2602929" y="137843"/>
                </a:lnTo>
                <a:lnTo>
                  <a:pt x="2603867" y="137750"/>
                </a:lnTo>
                <a:lnTo>
                  <a:pt x="2604793" y="137642"/>
                </a:lnTo>
                <a:lnTo>
                  <a:pt x="2605708" y="137521"/>
                </a:lnTo>
                <a:lnTo>
                  <a:pt x="2606612" y="137385"/>
                </a:lnTo>
                <a:lnTo>
                  <a:pt x="2607504" y="137235"/>
                </a:lnTo>
                <a:lnTo>
                  <a:pt x="2608385" y="137070"/>
                </a:lnTo>
                <a:lnTo>
                  <a:pt x="2609255" y="136892"/>
                </a:lnTo>
                <a:lnTo>
                  <a:pt x="2610114" y="136699"/>
                </a:lnTo>
                <a:lnTo>
                  <a:pt x="2610961" y="136491"/>
                </a:lnTo>
                <a:lnTo>
                  <a:pt x="2611797" y="136270"/>
                </a:lnTo>
                <a:lnTo>
                  <a:pt x="2612621" y="136034"/>
                </a:lnTo>
                <a:lnTo>
                  <a:pt x="2613435" y="135783"/>
                </a:lnTo>
                <a:lnTo>
                  <a:pt x="2614237" y="135519"/>
                </a:lnTo>
                <a:lnTo>
                  <a:pt x="2615027" y="135240"/>
                </a:lnTo>
                <a:lnTo>
                  <a:pt x="2615807" y="134947"/>
                </a:lnTo>
                <a:lnTo>
                  <a:pt x="2616575" y="134639"/>
                </a:lnTo>
                <a:lnTo>
                  <a:pt x="2617332" y="134318"/>
                </a:lnTo>
                <a:lnTo>
                  <a:pt x="2618077" y="133982"/>
                </a:lnTo>
                <a:lnTo>
                  <a:pt x="2618810" y="133632"/>
                </a:lnTo>
                <a:lnTo>
                  <a:pt x="2619529" y="133271"/>
                </a:lnTo>
                <a:lnTo>
                  <a:pt x="2620235" y="132897"/>
                </a:lnTo>
                <a:lnTo>
                  <a:pt x="2620927" y="132512"/>
                </a:lnTo>
                <a:lnTo>
                  <a:pt x="2621605" y="132114"/>
                </a:lnTo>
                <a:lnTo>
                  <a:pt x="2622269" y="131705"/>
                </a:lnTo>
                <a:lnTo>
                  <a:pt x="2622920" y="131283"/>
                </a:lnTo>
                <a:lnTo>
                  <a:pt x="2623557" y="130850"/>
                </a:lnTo>
                <a:lnTo>
                  <a:pt x="2624181" y="130404"/>
                </a:lnTo>
                <a:lnTo>
                  <a:pt x="2624790" y="129947"/>
                </a:lnTo>
                <a:lnTo>
                  <a:pt x="2625386" y="129477"/>
                </a:lnTo>
                <a:lnTo>
                  <a:pt x="2625969" y="128996"/>
                </a:lnTo>
                <a:lnTo>
                  <a:pt x="2626537" y="128502"/>
                </a:lnTo>
                <a:lnTo>
                  <a:pt x="2627092" y="127996"/>
                </a:lnTo>
                <a:lnTo>
                  <a:pt x="2627633" y="127479"/>
                </a:lnTo>
                <a:lnTo>
                  <a:pt x="2628161" y="126949"/>
                </a:lnTo>
                <a:lnTo>
                  <a:pt x="2628674" y="126408"/>
                </a:lnTo>
                <a:lnTo>
                  <a:pt x="2629174" y="125854"/>
                </a:lnTo>
                <a:lnTo>
                  <a:pt x="2629661" y="125288"/>
                </a:lnTo>
                <a:lnTo>
                  <a:pt x="2630133" y="124711"/>
                </a:lnTo>
                <a:lnTo>
                  <a:pt x="2630592" y="124121"/>
                </a:lnTo>
                <a:lnTo>
                  <a:pt x="2631038" y="123519"/>
                </a:lnTo>
                <a:lnTo>
                  <a:pt x="2631469" y="122906"/>
                </a:lnTo>
                <a:lnTo>
                  <a:pt x="2631887" y="122280"/>
                </a:lnTo>
                <a:lnTo>
                  <a:pt x="2632290" y="121643"/>
                </a:lnTo>
                <a:lnTo>
                  <a:pt x="2632677" y="120997"/>
                </a:lnTo>
                <a:lnTo>
                  <a:pt x="2633048" y="120340"/>
                </a:lnTo>
                <a:lnTo>
                  <a:pt x="2633402" y="119673"/>
                </a:lnTo>
                <a:lnTo>
                  <a:pt x="2633741" y="118996"/>
                </a:lnTo>
                <a:lnTo>
                  <a:pt x="2634063" y="118309"/>
                </a:lnTo>
                <a:lnTo>
                  <a:pt x="2634370" y="117612"/>
                </a:lnTo>
                <a:lnTo>
                  <a:pt x="2634660" y="116905"/>
                </a:lnTo>
                <a:lnTo>
                  <a:pt x="2634934" y="116188"/>
                </a:lnTo>
                <a:lnTo>
                  <a:pt x="2635192" y="115460"/>
                </a:lnTo>
                <a:lnTo>
                  <a:pt x="2635434" y="114723"/>
                </a:lnTo>
                <a:lnTo>
                  <a:pt x="2635660" y="113976"/>
                </a:lnTo>
                <a:lnTo>
                  <a:pt x="2635870" y="113218"/>
                </a:lnTo>
                <a:lnTo>
                  <a:pt x="2636064" y="112451"/>
                </a:lnTo>
                <a:lnTo>
                  <a:pt x="2636241" y="111673"/>
                </a:lnTo>
                <a:lnTo>
                  <a:pt x="2636403" y="110886"/>
                </a:lnTo>
                <a:lnTo>
                  <a:pt x="2636548" y="110088"/>
                </a:lnTo>
                <a:lnTo>
                  <a:pt x="2636677" y="109280"/>
                </a:lnTo>
                <a:lnTo>
                  <a:pt x="2636791" y="108462"/>
                </a:lnTo>
                <a:lnTo>
                  <a:pt x="2636888" y="107634"/>
                </a:lnTo>
                <a:lnTo>
                  <a:pt x="2636969" y="106797"/>
                </a:lnTo>
                <a:lnTo>
                  <a:pt x="2637034" y="105949"/>
                </a:lnTo>
                <a:lnTo>
                  <a:pt x="2637083" y="105090"/>
                </a:lnTo>
                <a:lnTo>
                  <a:pt x="2637115" y="104222"/>
                </a:lnTo>
                <a:lnTo>
                  <a:pt x="2620839" y="104222"/>
                </a:lnTo>
                <a:lnTo>
                  <a:pt x="2620804" y="105069"/>
                </a:lnTo>
                <a:lnTo>
                  <a:pt x="2620749" y="105900"/>
                </a:lnTo>
                <a:lnTo>
                  <a:pt x="2620673" y="106713"/>
                </a:lnTo>
                <a:lnTo>
                  <a:pt x="2620576" y="107510"/>
                </a:lnTo>
                <a:lnTo>
                  <a:pt x="2620459" y="108290"/>
                </a:lnTo>
                <a:lnTo>
                  <a:pt x="2620321" y="109054"/>
                </a:lnTo>
                <a:lnTo>
                  <a:pt x="2620163" y="109800"/>
                </a:lnTo>
                <a:lnTo>
                  <a:pt x="2619984" y="110530"/>
                </a:lnTo>
                <a:lnTo>
                  <a:pt x="2619785" y="111243"/>
                </a:lnTo>
                <a:lnTo>
                  <a:pt x="2619565" y="111940"/>
                </a:lnTo>
                <a:lnTo>
                  <a:pt x="2619325" y="112619"/>
                </a:lnTo>
                <a:lnTo>
                  <a:pt x="2619064" y="113282"/>
                </a:lnTo>
                <a:lnTo>
                  <a:pt x="2618782" y="113928"/>
                </a:lnTo>
                <a:lnTo>
                  <a:pt x="2618480" y="114558"/>
                </a:lnTo>
                <a:lnTo>
                  <a:pt x="2618157" y="115170"/>
                </a:lnTo>
                <a:lnTo>
                  <a:pt x="2617814" y="115766"/>
                </a:lnTo>
                <a:lnTo>
                  <a:pt x="2617450" y="116346"/>
                </a:lnTo>
                <a:lnTo>
                  <a:pt x="2617066" y="116908"/>
                </a:lnTo>
                <a:lnTo>
                  <a:pt x="2616661" y="117454"/>
                </a:lnTo>
                <a:lnTo>
                  <a:pt x="2616236" y="117983"/>
                </a:lnTo>
                <a:lnTo>
                  <a:pt x="2615790" y="118495"/>
                </a:lnTo>
                <a:lnTo>
                  <a:pt x="2615323" y="118990"/>
                </a:lnTo>
                <a:lnTo>
                  <a:pt x="2614836" y="119469"/>
                </a:lnTo>
                <a:lnTo>
                  <a:pt x="2614329" y="119931"/>
                </a:lnTo>
                <a:lnTo>
                  <a:pt x="2613802" y="120375"/>
                </a:lnTo>
                <a:lnTo>
                  <a:pt x="2613259" y="120801"/>
                </a:lnTo>
                <a:lnTo>
                  <a:pt x="2612700" y="121207"/>
                </a:lnTo>
                <a:lnTo>
                  <a:pt x="2612123" y="121595"/>
                </a:lnTo>
                <a:lnTo>
                  <a:pt x="2611530" y="121963"/>
                </a:lnTo>
                <a:lnTo>
                  <a:pt x="2610919" y="122313"/>
                </a:lnTo>
                <a:lnTo>
                  <a:pt x="2610292" y="122644"/>
                </a:lnTo>
                <a:lnTo>
                  <a:pt x="2609649" y="122956"/>
                </a:lnTo>
                <a:lnTo>
                  <a:pt x="2608988" y="123249"/>
                </a:lnTo>
                <a:lnTo>
                  <a:pt x="2608311" y="123523"/>
                </a:lnTo>
                <a:lnTo>
                  <a:pt x="2607617" y="123778"/>
                </a:lnTo>
                <a:lnTo>
                  <a:pt x="2606906" y="124014"/>
                </a:lnTo>
                <a:lnTo>
                  <a:pt x="2606178" y="124231"/>
                </a:lnTo>
                <a:lnTo>
                  <a:pt x="2605434" y="124430"/>
                </a:lnTo>
                <a:lnTo>
                  <a:pt x="2604673" y="124610"/>
                </a:lnTo>
                <a:lnTo>
                  <a:pt x="2603894" y="124770"/>
                </a:lnTo>
                <a:lnTo>
                  <a:pt x="2603100" y="124912"/>
                </a:lnTo>
                <a:lnTo>
                  <a:pt x="2602288" y="125035"/>
                </a:lnTo>
                <a:lnTo>
                  <a:pt x="2601460" y="125139"/>
                </a:lnTo>
                <a:lnTo>
                  <a:pt x="2600615" y="125224"/>
                </a:lnTo>
                <a:lnTo>
                  <a:pt x="2599753" y="125290"/>
                </a:lnTo>
                <a:lnTo>
                  <a:pt x="2598874" y="125337"/>
                </a:lnTo>
                <a:lnTo>
                  <a:pt x="2597978" y="125366"/>
                </a:lnTo>
                <a:lnTo>
                  <a:pt x="2597066" y="125375"/>
                </a:lnTo>
                <a:lnTo>
                  <a:pt x="2596210" y="125367"/>
                </a:lnTo>
                <a:lnTo>
                  <a:pt x="2595368" y="125341"/>
                </a:lnTo>
                <a:lnTo>
                  <a:pt x="2594540" y="125298"/>
                </a:lnTo>
                <a:lnTo>
                  <a:pt x="2593726" y="125238"/>
                </a:lnTo>
                <a:lnTo>
                  <a:pt x="2592926" y="125161"/>
                </a:lnTo>
                <a:lnTo>
                  <a:pt x="2592140" y="125066"/>
                </a:lnTo>
                <a:lnTo>
                  <a:pt x="2591368" y="124955"/>
                </a:lnTo>
                <a:lnTo>
                  <a:pt x="2590611" y="124826"/>
                </a:lnTo>
                <a:lnTo>
                  <a:pt x="2589867" y="124681"/>
                </a:lnTo>
                <a:lnTo>
                  <a:pt x="2589137" y="124518"/>
                </a:lnTo>
                <a:lnTo>
                  <a:pt x="2588421" y="124338"/>
                </a:lnTo>
                <a:lnTo>
                  <a:pt x="2587720" y="124141"/>
                </a:lnTo>
                <a:lnTo>
                  <a:pt x="2587032" y="123926"/>
                </a:lnTo>
                <a:lnTo>
                  <a:pt x="2586359" y="123695"/>
                </a:lnTo>
                <a:lnTo>
                  <a:pt x="2585699" y="123446"/>
                </a:lnTo>
                <a:lnTo>
                  <a:pt x="2585054" y="123180"/>
                </a:lnTo>
                <a:lnTo>
                  <a:pt x="2584422" y="122897"/>
                </a:lnTo>
                <a:lnTo>
                  <a:pt x="2583805" y="122597"/>
                </a:lnTo>
                <a:lnTo>
                  <a:pt x="2583202" y="122280"/>
                </a:lnTo>
                <a:lnTo>
                  <a:pt x="2582612" y="121946"/>
                </a:lnTo>
                <a:lnTo>
                  <a:pt x="2582037" y="121594"/>
                </a:lnTo>
                <a:lnTo>
                  <a:pt x="2581476" y="121226"/>
                </a:lnTo>
                <a:lnTo>
                  <a:pt x="2580929" y="120840"/>
                </a:lnTo>
                <a:lnTo>
                  <a:pt x="2580396" y="120437"/>
                </a:lnTo>
                <a:lnTo>
                  <a:pt x="2579875" y="120020"/>
                </a:lnTo>
                <a:lnTo>
                  <a:pt x="2579367" y="119591"/>
                </a:lnTo>
                <a:lnTo>
                  <a:pt x="2578870" y="119152"/>
                </a:lnTo>
                <a:lnTo>
                  <a:pt x="2578386" y="118701"/>
                </a:lnTo>
                <a:lnTo>
                  <a:pt x="2577913" y="118239"/>
                </a:lnTo>
                <a:lnTo>
                  <a:pt x="2577452" y="117765"/>
                </a:lnTo>
                <a:lnTo>
                  <a:pt x="2577002" y="117280"/>
                </a:lnTo>
                <a:lnTo>
                  <a:pt x="2576565" y="116785"/>
                </a:lnTo>
                <a:lnTo>
                  <a:pt x="2576139" y="116277"/>
                </a:lnTo>
                <a:lnTo>
                  <a:pt x="2575725" y="115759"/>
                </a:lnTo>
                <a:lnTo>
                  <a:pt x="2575323" y="115229"/>
                </a:lnTo>
                <a:lnTo>
                  <a:pt x="2574933" y="114689"/>
                </a:lnTo>
                <a:lnTo>
                  <a:pt x="2574555" y="114136"/>
                </a:lnTo>
                <a:lnTo>
                  <a:pt x="2574188" y="113573"/>
                </a:lnTo>
                <a:lnTo>
                  <a:pt x="2573834" y="112998"/>
                </a:lnTo>
                <a:lnTo>
                  <a:pt x="2573491" y="112412"/>
                </a:lnTo>
                <a:lnTo>
                  <a:pt x="2573159" y="111815"/>
                </a:lnTo>
                <a:lnTo>
                  <a:pt x="2572840" y="111207"/>
                </a:lnTo>
                <a:lnTo>
                  <a:pt x="2572533" y="110587"/>
                </a:lnTo>
                <a:lnTo>
                  <a:pt x="2572237" y="109956"/>
                </a:lnTo>
                <a:lnTo>
                  <a:pt x="2571953" y="109314"/>
                </a:lnTo>
                <a:lnTo>
                  <a:pt x="2571681" y="108661"/>
                </a:lnTo>
                <a:lnTo>
                  <a:pt x="2571421" y="107996"/>
                </a:lnTo>
                <a:lnTo>
                  <a:pt x="2571172" y="107320"/>
                </a:lnTo>
                <a:lnTo>
                  <a:pt x="2570935" y="106636"/>
                </a:lnTo>
                <a:lnTo>
                  <a:pt x="2570707" y="105946"/>
                </a:lnTo>
                <a:lnTo>
                  <a:pt x="2570489" y="105251"/>
                </a:lnTo>
                <a:lnTo>
                  <a:pt x="2570281" y="104550"/>
                </a:lnTo>
                <a:lnTo>
                  <a:pt x="2570082" y="103844"/>
                </a:lnTo>
                <a:lnTo>
                  <a:pt x="2569893" y="103132"/>
                </a:lnTo>
                <a:lnTo>
                  <a:pt x="2569714" y="102414"/>
                </a:lnTo>
                <a:lnTo>
                  <a:pt x="2569545" y="101691"/>
                </a:lnTo>
                <a:lnTo>
                  <a:pt x="2569385" y="100963"/>
                </a:lnTo>
                <a:lnTo>
                  <a:pt x="2569236" y="100229"/>
                </a:lnTo>
                <a:lnTo>
                  <a:pt x="2569096" y="99489"/>
                </a:lnTo>
                <a:lnTo>
                  <a:pt x="2568965" y="98744"/>
                </a:lnTo>
                <a:lnTo>
                  <a:pt x="2568845" y="97993"/>
                </a:lnTo>
                <a:lnTo>
                  <a:pt x="2568734" y="97237"/>
                </a:lnTo>
                <a:lnTo>
                  <a:pt x="2568633" y="96475"/>
                </a:lnTo>
                <a:lnTo>
                  <a:pt x="2568542" y="95708"/>
                </a:lnTo>
                <a:lnTo>
                  <a:pt x="2568461" y="94935"/>
                </a:lnTo>
                <a:lnTo>
                  <a:pt x="2568389" y="94157"/>
                </a:lnTo>
                <a:lnTo>
                  <a:pt x="2568327" y="93373"/>
                </a:lnTo>
                <a:lnTo>
                  <a:pt x="2568275" y="92583"/>
                </a:lnTo>
                <a:lnTo>
                  <a:pt x="2568232" y="91788"/>
                </a:lnTo>
                <a:lnTo>
                  <a:pt x="2568200" y="90988"/>
                </a:lnTo>
                <a:lnTo>
                  <a:pt x="2568177" y="90182"/>
                </a:lnTo>
                <a:lnTo>
                  <a:pt x="2568164" y="89370"/>
                </a:lnTo>
                <a:lnTo>
                  <a:pt x="2636622" y="89370"/>
                </a:lnTo>
                <a:lnTo>
                  <a:pt x="2636638" y="89292"/>
                </a:lnTo>
                <a:lnTo>
                  <a:pt x="2636654" y="89210"/>
                </a:lnTo>
                <a:lnTo>
                  <a:pt x="2636670" y="89124"/>
                </a:lnTo>
                <a:lnTo>
                  <a:pt x="2636685" y="89034"/>
                </a:lnTo>
                <a:lnTo>
                  <a:pt x="2636700" y="88940"/>
                </a:lnTo>
                <a:lnTo>
                  <a:pt x="2636714" y="88841"/>
                </a:lnTo>
                <a:lnTo>
                  <a:pt x="2636729" y="88739"/>
                </a:lnTo>
                <a:lnTo>
                  <a:pt x="2636743" y="88633"/>
                </a:lnTo>
                <a:lnTo>
                  <a:pt x="2636756" y="88522"/>
                </a:lnTo>
                <a:lnTo>
                  <a:pt x="2636769" y="88408"/>
                </a:lnTo>
                <a:lnTo>
                  <a:pt x="2636782" y="88289"/>
                </a:lnTo>
                <a:lnTo>
                  <a:pt x="2636795" y="88167"/>
                </a:lnTo>
                <a:lnTo>
                  <a:pt x="2636807" y="88040"/>
                </a:lnTo>
                <a:lnTo>
                  <a:pt x="2636819" y="87909"/>
                </a:lnTo>
                <a:lnTo>
                  <a:pt x="2636830" y="87775"/>
                </a:lnTo>
                <a:lnTo>
                  <a:pt x="2636841" y="87636"/>
                </a:lnTo>
                <a:lnTo>
                  <a:pt x="2636852" y="87493"/>
                </a:lnTo>
                <a:lnTo>
                  <a:pt x="2636862" y="87346"/>
                </a:lnTo>
                <a:lnTo>
                  <a:pt x="2636873" y="87195"/>
                </a:lnTo>
                <a:lnTo>
                  <a:pt x="2636882" y="87041"/>
                </a:lnTo>
                <a:lnTo>
                  <a:pt x="2636892" y="86882"/>
                </a:lnTo>
                <a:lnTo>
                  <a:pt x="2636901" y="86719"/>
                </a:lnTo>
                <a:lnTo>
                  <a:pt x="2636910" y="86551"/>
                </a:lnTo>
                <a:lnTo>
                  <a:pt x="2636918" y="86380"/>
                </a:lnTo>
                <a:lnTo>
                  <a:pt x="2636926" y="86208"/>
                </a:lnTo>
                <a:lnTo>
                  <a:pt x="2636934" y="86037"/>
                </a:lnTo>
                <a:lnTo>
                  <a:pt x="2636941" y="85869"/>
                </a:lnTo>
                <a:lnTo>
                  <a:pt x="2636948" y="85702"/>
                </a:lnTo>
                <a:lnTo>
                  <a:pt x="2636955" y="85538"/>
                </a:lnTo>
                <a:lnTo>
                  <a:pt x="2636961" y="85375"/>
                </a:lnTo>
                <a:lnTo>
                  <a:pt x="2636967" y="85214"/>
                </a:lnTo>
                <a:lnTo>
                  <a:pt x="2636973" y="85055"/>
                </a:lnTo>
                <a:lnTo>
                  <a:pt x="2636978" y="84898"/>
                </a:lnTo>
                <a:lnTo>
                  <a:pt x="2636983" y="84743"/>
                </a:lnTo>
                <a:lnTo>
                  <a:pt x="2636988" y="84590"/>
                </a:lnTo>
                <a:lnTo>
                  <a:pt x="2636992" y="84439"/>
                </a:lnTo>
                <a:lnTo>
                  <a:pt x="2636996" y="84290"/>
                </a:lnTo>
                <a:lnTo>
                  <a:pt x="2636999" y="84143"/>
                </a:lnTo>
                <a:lnTo>
                  <a:pt x="2637003" y="83997"/>
                </a:lnTo>
                <a:lnTo>
                  <a:pt x="2637006" y="83854"/>
                </a:lnTo>
                <a:lnTo>
                  <a:pt x="2637008" y="83713"/>
                </a:lnTo>
                <a:lnTo>
                  <a:pt x="2637010" y="83573"/>
                </a:lnTo>
                <a:lnTo>
                  <a:pt x="2637012" y="83435"/>
                </a:lnTo>
                <a:lnTo>
                  <a:pt x="2637014" y="83300"/>
                </a:lnTo>
                <a:lnTo>
                  <a:pt x="2637015" y="83166"/>
                </a:lnTo>
                <a:lnTo>
                  <a:pt x="2637016" y="83034"/>
                </a:lnTo>
                <a:lnTo>
                  <a:pt x="2637016" y="82905"/>
                </a:lnTo>
                <a:lnTo>
                  <a:pt x="2637017" y="82777"/>
                </a:lnTo>
                <a:lnTo>
                  <a:pt x="2636997" y="80893"/>
                </a:lnTo>
                <a:lnTo>
                  <a:pt x="2636939" y="79047"/>
                </a:lnTo>
                <a:lnTo>
                  <a:pt x="2636842" y="77237"/>
                </a:lnTo>
                <a:lnTo>
                  <a:pt x="2636707" y="75465"/>
                </a:lnTo>
                <a:lnTo>
                  <a:pt x="2636533" y="73729"/>
                </a:lnTo>
                <a:lnTo>
                  <a:pt x="2636320" y="72031"/>
                </a:lnTo>
                <a:lnTo>
                  <a:pt x="2636068" y="70369"/>
                </a:lnTo>
                <a:lnTo>
                  <a:pt x="2635778" y="68745"/>
                </a:lnTo>
                <a:lnTo>
                  <a:pt x="2635449" y="67157"/>
                </a:lnTo>
                <a:lnTo>
                  <a:pt x="2635081" y="65607"/>
                </a:lnTo>
                <a:lnTo>
                  <a:pt x="2634675" y="64093"/>
                </a:lnTo>
                <a:lnTo>
                  <a:pt x="2634230" y="62617"/>
                </a:lnTo>
                <a:lnTo>
                  <a:pt x="2633746" y="61177"/>
                </a:lnTo>
                <a:lnTo>
                  <a:pt x="2633224" y="59774"/>
                </a:lnTo>
                <a:lnTo>
                  <a:pt x="2632662" y="58409"/>
                </a:lnTo>
                <a:lnTo>
                  <a:pt x="2632063" y="57080"/>
                </a:lnTo>
                <a:lnTo>
                  <a:pt x="2631424" y="55789"/>
                </a:lnTo>
                <a:lnTo>
                  <a:pt x="2630747" y="54534"/>
                </a:lnTo>
                <a:lnTo>
                  <a:pt x="2630031" y="53316"/>
                </a:lnTo>
                <a:lnTo>
                  <a:pt x="2629276" y="52136"/>
                </a:lnTo>
                <a:lnTo>
                  <a:pt x="2628482" y="50992"/>
                </a:lnTo>
                <a:lnTo>
                  <a:pt x="2627650" y="49886"/>
                </a:lnTo>
                <a:lnTo>
                  <a:pt x="2626779" y="48816"/>
                </a:lnTo>
                <a:lnTo>
                  <a:pt x="2625870" y="47783"/>
                </a:lnTo>
                <a:lnTo>
                  <a:pt x="2624926" y="46790"/>
                </a:lnTo>
                <a:lnTo>
                  <a:pt x="2623953" y="45839"/>
                </a:lnTo>
                <a:lnTo>
                  <a:pt x="2622951" y="44930"/>
                </a:lnTo>
                <a:lnTo>
                  <a:pt x="2621919" y="44064"/>
                </a:lnTo>
                <a:lnTo>
                  <a:pt x="2620857" y="43239"/>
                </a:lnTo>
                <a:lnTo>
                  <a:pt x="2619766" y="42457"/>
                </a:lnTo>
                <a:lnTo>
                  <a:pt x="2618646" y="41718"/>
                </a:lnTo>
                <a:lnTo>
                  <a:pt x="2617496" y="41020"/>
                </a:lnTo>
                <a:lnTo>
                  <a:pt x="2616317" y="40365"/>
                </a:lnTo>
                <a:lnTo>
                  <a:pt x="2615108" y="39752"/>
                </a:lnTo>
                <a:lnTo>
                  <a:pt x="2613870" y="39182"/>
                </a:lnTo>
                <a:lnTo>
                  <a:pt x="2612602" y="38653"/>
                </a:lnTo>
                <a:lnTo>
                  <a:pt x="2611305" y="38167"/>
                </a:lnTo>
                <a:lnTo>
                  <a:pt x="2609979" y="37723"/>
                </a:lnTo>
                <a:lnTo>
                  <a:pt x="2608623" y="37322"/>
                </a:lnTo>
                <a:lnTo>
                  <a:pt x="2607237" y="36963"/>
                </a:lnTo>
                <a:lnTo>
                  <a:pt x="2605822" y="36646"/>
                </a:lnTo>
                <a:lnTo>
                  <a:pt x="2604378" y="36371"/>
                </a:lnTo>
                <a:lnTo>
                  <a:pt x="2602904" y="36138"/>
                </a:lnTo>
                <a:lnTo>
                  <a:pt x="2601401" y="35948"/>
                </a:lnTo>
                <a:lnTo>
                  <a:pt x="2599868" y="35800"/>
                </a:lnTo>
                <a:lnTo>
                  <a:pt x="2598306" y="35695"/>
                </a:lnTo>
                <a:lnTo>
                  <a:pt x="2596714" y="35631"/>
                </a:lnTo>
                <a:lnTo>
                  <a:pt x="2595093" y="35610"/>
                </a:lnTo>
                <a:lnTo>
                  <a:pt x="2593869" y="35621"/>
                </a:lnTo>
                <a:lnTo>
                  <a:pt x="2592663" y="35655"/>
                </a:lnTo>
                <a:lnTo>
                  <a:pt x="2591475" y="35712"/>
                </a:lnTo>
                <a:lnTo>
                  <a:pt x="2590305" y="35791"/>
                </a:lnTo>
                <a:lnTo>
                  <a:pt x="2589153" y="35892"/>
                </a:lnTo>
                <a:lnTo>
                  <a:pt x="2588019" y="36016"/>
                </a:lnTo>
                <a:lnTo>
                  <a:pt x="2586903" y="36163"/>
                </a:lnTo>
                <a:lnTo>
                  <a:pt x="2585804" y="36332"/>
                </a:lnTo>
                <a:lnTo>
                  <a:pt x="2584724" y="36524"/>
                </a:lnTo>
                <a:lnTo>
                  <a:pt x="2583662" y="36739"/>
                </a:lnTo>
                <a:lnTo>
                  <a:pt x="2582618" y="36976"/>
                </a:lnTo>
                <a:lnTo>
                  <a:pt x="2581592" y="37235"/>
                </a:lnTo>
                <a:lnTo>
                  <a:pt x="2580583" y="37518"/>
                </a:lnTo>
                <a:lnTo>
                  <a:pt x="2579593" y="37822"/>
                </a:lnTo>
                <a:lnTo>
                  <a:pt x="2578621" y="38150"/>
                </a:lnTo>
                <a:lnTo>
                  <a:pt x="2577666" y="38499"/>
                </a:lnTo>
                <a:lnTo>
                  <a:pt x="2576730" y="38872"/>
                </a:lnTo>
                <a:lnTo>
                  <a:pt x="2575812" y="39267"/>
                </a:lnTo>
                <a:lnTo>
                  <a:pt x="2574911" y="39685"/>
                </a:lnTo>
                <a:lnTo>
                  <a:pt x="2574029" y="40125"/>
                </a:lnTo>
                <a:lnTo>
                  <a:pt x="2573165" y="40588"/>
                </a:lnTo>
                <a:lnTo>
                  <a:pt x="2572318" y="41073"/>
                </a:lnTo>
                <a:lnTo>
                  <a:pt x="2571490" y="41581"/>
                </a:lnTo>
                <a:lnTo>
                  <a:pt x="2570679" y="42111"/>
                </a:lnTo>
                <a:lnTo>
                  <a:pt x="2569886" y="42662"/>
                </a:lnTo>
                <a:lnTo>
                  <a:pt x="2569111" y="43230"/>
                </a:lnTo>
                <a:lnTo>
                  <a:pt x="2568352" y="43815"/>
                </a:lnTo>
                <a:lnTo>
                  <a:pt x="2567610" y="44418"/>
                </a:lnTo>
                <a:lnTo>
                  <a:pt x="2566886" y="45038"/>
                </a:lnTo>
                <a:lnTo>
                  <a:pt x="2566179" y="45676"/>
                </a:lnTo>
                <a:lnTo>
                  <a:pt x="2565489" y="46331"/>
                </a:lnTo>
                <a:lnTo>
                  <a:pt x="2564815" y="47004"/>
                </a:lnTo>
                <a:lnTo>
                  <a:pt x="2564160" y="47694"/>
                </a:lnTo>
                <a:lnTo>
                  <a:pt x="2563521" y="48402"/>
                </a:lnTo>
                <a:lnTo>
                  <a:pt x="2562899" y="49127"/>
                </a:lnTo>
                <a:lnTo>
                  <a:pt x="2562295" y="49869"/>
                </a:lnTo>
                <a:lnTo>
                  <a:pt x="2561707" y="50629"/>
                </a:lnTo>
                <a:lnTo>
                  <a:pt x="2561137" y="51407"/>
                </a:lnTo>
                <a:lnTo>
                  <a:pt x="2560584" y="52202"/>
                </a:lnTo>
                <a:lnTo>
                  <a:pt x="2560048" y="53014"/>
                </a:lnTo>
                <a:lnTo>
                  <a:pt x="2559529" y="53844"/>
                </a:lnTo>
                <a:lnTo>
                  <a:pt x="2559027" y="54691"/>
                </a:lnTo>
                <a:lnTo>
                  <a:pt x="2558542" y="55556"/>
                </a:lnTo>
                <a:lnTo>
                  <a:pt x="2558075" y="56438"/>
                </a:lnTo>
                <a:lnTo>
                  <a:pt x="2557624" y="57338"/>
                </a:lnTo>
                <a:lnTo>
                  <a:pt x="2557191" y="58255"/>
                </a:lnTo>
                <a:lnTo>
                  <a:pt x="2556775" y="59189"/>
                </a:lnTo>
                <a:lnTo>
                  <a:pt x="2556376" y="60141"/>
                </a:lnTo>
                <a:lnTo>
                  <a:pt x="2555994" y="61108"/>
                </a:lnTo>
                <a:lnTo>
                  <a:pt x="2555628" y="62088"/>
                </a:lnTo>
                <a:lnTo>
                  <a:pt x="2555278" y="63080"/>
                </a:lnTo>
                <a:lnTo>
                  <a:pt x="2554944" y="64084"/>
                </a:lnTo>
                <a:lnTo>
                  <a:pt x="2554627" y="65102"/>
                </a:lnTo>
                <a:lnTo>
                  <a:pt x="2554326" y="66131"/>
                </a:lnTo>
                <a:lnTo>
                  <a:pt x="2554041" y="67173"/>
                </a:lnTo>
                <a:lnTo>
                  <a:pt x="2553773" y="68228"/>
                </a:lnTo>
                <a:lnTo>
                  <a:pt x="2553521" y="69295"/>
                </a:lnTo>
                <a:lnTo>
                  <a:pt x="2553285" y="70375"/>
                </a:lnTo>
                <a:lnTo>
                  <a:pt x="2553065" y="71467"/>
                </a:lnTo>
                <a:lnTo>
                  <a:pt x="2552862" y="72572"/>
                </a:lnTo>
                <a:lnTo>
                  <a:pt x="2552675" y="73689"/>
                </a:lnTo>
                <a:lnTo>
                  <a:pt x="2552504" y="74819"/>
                </a:lnTo>
                <a:lnTo>
                  <a:pt x="2552349" y="75961"/>
                </a:lnTo>
                <a:lnTo>
                  <a:pt x="2552211" y="77116"/>
                </a:lnTo>
                <a:lnTo>
                  <a:pt x="2552089" y="78283"/>
                </a:lnTo>
                <a:lnTo>
                  <a:pt x="2551983" y="79463"/>
                </a:lnTo>
                <a:lnTo>
                  <a:pt x="2551894" y="80656"/>
                </a:lnTo>
                <a:lnTo>
                  <a:pt x="2551821" y="81861"/>
                </a:lnTo>
                <a:lnTo>
                  <a:pt x="2551764" y="83078"/>
                </a:lnTo>
                <a:lnTo>
                  <a:pt x="2551723" y="84308"/>
                </a:lnTo>
                <a:lnTo>
                  <a:pt x="2551699" y="85551"/>
                </a:lnTo>
                <a:lnTo>
                  <a:pt x="2551690" y="86806"/>
                </a:lnTo>
                <a:lnTo>
                  <a:pt x="2551699" y="88011"/>
                </a:lnTo>
                <a:lnTo>
                  <a:pt x="2551724" y="89206"/>
                </a:lnTo>
                <a:lnTo>
                  <a:pt x="2551766" y="90392"/>
                </a:lnTo>
                <a:lnTo>
                  <a:pt x="2551825" y="91567"/>
                </a:lnTo>
                <a:lnTo>
                  <a:pt x="2551900" y="92732"/>
                </a:lnTo>
                <a:lnTo>
                  <a:pt x="2551993" y="93887"/>
                </a:lnTo>
                <a:lnTo>
                  <a:pt x="2552102" y="95032"/>
                </a:lnTo>
                <a:lnTo>
                  <a:pt x="2552228" y="96168"/>
                </a:lnTo>
                <a:lnTo>
                  <a:pt x="2552370" y="97293"/>
                </a:lnTo>
                <a:lnTo>
                  <a:pt x="2552530" y="98407"/>
                </a:lnTo>
                <a:lnTo>
                  <a:pt x="2552706" y="99512"/>
                </a:lnTo>
                <a:lnTo>
                  <a:pt x="2552899" y="100607"/>
                </a:lnTo>
                <a:lnTo>
                  <a:pt x="2553109" y="101692"/>
                </a:lnTo>
                <a:lnTo>
                  <a:pt x="2553335" y="102767"/>
                </a:lnTo>
                <a:lnTo>
                  <a:pt x="2553579" y="103831"/>
                </a:lnTo>
                <a:lnTo>
                  <a:pt x="2553839" y="104886"/>
                </a:lnTo>
                <a:lnTo>
                  <a:pt x="2554116" y="105931"/>
                </a:lnTo>
                <a:lnTo>
                  <a:pt x="2554409" y="106965"/>
                </a:lnTo>
                <a:lnTo>
                  <a:pt x="2554720" y="107990"/>
                </a:lnTo>
                <a:lnTo>
                  <a:pt x="2555047" y="109004"/>
                </a:lnTo>
                <a:lnTo>
                  <a:pt x="2555391" y="110009"/>
                </a:lnTo>
                <a:lnTo>
                  <a:pt x="2555752" y="111003"/>
                </a:lnTo>
                <a:lnTo>
                  <a:pt x="2556130" y="111987"/>
                </a:lnTo>
                <a:lnTo>
                  <a:pt x="2556524" y="112961"/>
                </a:lnTo>
                <a:lnTo>
                  <a:pt x="2556936" y="113922"/>
                </a:lnTo>
                <a:lnTo>
                  <a:pt x="2557366" y="114866"/>
                </a:lnTo>
                <a:lnTo>
                  <a:pt x="2557813" y="115792"/>
                </a:lnTo>
                <a:lnTo>
                  <a:pt x="2558279" y="116702"/>
                </a:lnTo>
                <a:lnTo>
                  <a:pt x="2558763" y="117595"/>
                </a:lnTo>
                <a:lnTo>
                  <a:pt x="2559264" y="118471"/>
                </a:lnTo>
                <a:lnTo>
                  <a:pt x="2559784" y="119330"/>
                </a:lnTo>
                <a:lnTo>
                  <a:pt x="2560322" y="120172"/>
                </a:lnTo>
                <a:lnTo>
                  <a:pt x="2560877" y="120997"/>
                </a:lnTo>
                <a:lnTo>
                  <a:pt x="2561451" y="121806"/>
                </a:lnTo>
                <a:lnTo>
                  <a:pt x="2562043" y="122597"/>
                </a:lnTo>
                <a:lnTo>
                  <a:pt x="2562652" y="123371"/>
                </a:lnTo>
                <a:lnTo>
                  <a:pt x="2563280" y="124129"/>
                </a:lnTo>
                <a:lnTo>
                  <a:pt x="2563925" y="124870"/>
                </a:lnTo>
                <a:lnTo>
                  <a:pt x="2564589" y="125593"/>
                </a:lnTo>
                <a:lnTo>
                  <a:pt x="2565270" y="126300"/>
                </a:lnTo>
                <a:lnTo>
                  <a:pt x="2565970" y="126990"/>
                </a:lnTo>
                <a:lnTo>
                  <a:pt x="2566687" y="127663"/>
                </a:lnTo>
                <a:lnTo>
                  <a:pt x="2567423" y="128319"/>
                </a:lnTo>
                <a:lnTo>
                  <a:pt x="2568176" y="128958"/>
                </a:lnTo>
                <a:lnTo>
                  <a:pt x="2568948" y="129581"/>
                </a:lnTo>
                <a:lnTo>
                  <a:pt x="2569737" y="130186"/>
                </a:lnTo>
                <a:lnTo>
                  <a:pt x="2570544" y="130775"/>
                </a:lnTo>
                <a:lnTo>
                  <a:pt x="2571370" y="131346"/>
                </a:lnTo>
                <a:lnTo>
                  <a:pt x="2572214" y="131897"/>
                </a:lnTo>
                <a:lnTo>
                  <a:pt x="2573078" y="132425"/>
                </a:lnTo>
                <a:lnTo>
                  <a:pt x="2573961" y="132929"/>
                </a:lnTo>
                <a:lnTo>
                  <a:pt x="2574865" y="133410"/>
                </a:lnTo>
                <a:lnTo>
                  <a:pt x="2575788" y="133867"/>
                </a:lnTo>
                <a:lnTo>
                  <a:pt x="2576730" y="134301"/>
                </a:lnTo>
                <a:lnTo>
                  <a:pt x="2577693" y="134711"/>
                </a:lnTo>
                <a:lnTo>
                  <a:pt x="2578675" y="135098"/>
                </a:lnTo>
                <a:lnTo>
                  <a:pt x="2579677" y="135462"/>
                </a:lnTo>
                <a:lnTo>
                  <a:pt x="2580698" y="135802"/>
                </a:lnTo>
                <a:lnTo>
                  <a:pt x="2581739" y="136118"/>
                </a:lnTo>
                <a:lnTo>
                  <a:pt x="2582800" y="136412"/>
                </a:lnTo>
                <a:lnTo>
                  <a:pt x="2583881" y="136681"/>
                </a:lnTo>
                <a:lnTo>
                  <a:pt x="2584981" y="136927"/>
                </a:lnTo>
                <a:lnTo>
                  <a:pt x="2586101" y="137150"/>
                </a:lnTo>
                <a:lnTo>
                  <a:pt x="2587240" y="137350"/>
                </a:lnTo>
                <a:lnTo>
                  <a:pt x="2588400" y="137525"/>
                </a:lnTo>
                <a:lnTo>
                  <a:pt x="2589579" y="137678"/>
                </a:lnTo>
                <a:lnTo>
                  <a:pt x="2590777" y="137807"/>
                </a:lnTo>
                <a:lnTo>
                  <a:pt x="2591996" y="137912"/>
                </a:lnTo>
                <a:lnTo>
                  <a:pt x="2593234" y="137994"/>
                </a:lnTo>
                <a:lnTo>
                  <a:pt x="2594492" y="138053"/>
                </a:lnTo>
                <a:lnTo>
                  <a:pt x="2595769" y="138088"/>
                </a:lnTo>
                <a:lnTo>
                  <a:pt x="2597066" y="138100"/>
                </a:lnTo>
                <a:lnTo>
                  <a:pt x="2598072" y="138093"/>
                </a:lnTo>
                <a:lnTo>
                  <a:pt x="2599066" y="138071"/>
                </a:lnTo>
                <a:lnTo>
                  <a:pt x="2600049" y="138036"/>
                </a:lnTo>
                <a:lnTo>
                  <a:pt x="2601020" y="137986"/>
                </a:lnTo>
                <a:lnTo>
                  <a:pt x="2601980" y="137921"/>
                </a:lnTo>
                <a:close/>
                <a:moveTo>
                  <a:pt x="2568965" y="71699"/>
                </a:moveTo>
                <a:lnTo>
                  <a:pt x="2569166" y="70642"/>
                </a:lnTo>
                <a:lnTo>
                  <a:pt x="2569386" y="69609"/>
                </a:lnTo>
                <a:lnTo>
                  <a:pt x="2569627" y="68600"/>
                </a:lnTo>
                <a:lnTo>
                  <a:pt x="2569888" y="67615"/>
                </a:lnTo>
                <a:lnTo>
                  <a:pt x="2570169" y="66653"/>
                </a:lnTo>
                <a:lnTo>
                  <a:pt x="2570469" y="65715"/>
                </a:lnTo>
                <a:lnTo>
                  <a:pt x="2570790" y="64800"/>
                </a:lnTo>
                <a:lnTo>
                  <a:pt x="2571131" y="63909"/>
                </a:lnTo>
                <a:lnTo>
                  <a:pt x="2571492" y="63042"/>
                </a:lnTo>
                <a:lnTo>
                  <a:pt x="2571873" y="62198"/>
                </a:lnTo>
                <a:lnTo>
                  <a:pt x="2572274" y="61378"/>
                </a:lnTo>
                <a:lnTo>
                  <a:pt x="2572695" y="60581"/>
                </a:lnTo>
                <a:lnTo>
                  <a:pt x="2573136" y="59809"/>
                </a:lnTo>
                <a:lnTo>
                  <a:pt x="2573597" y="59059"/>
                </a:lnTo>
                <a:lnTo>
                  <a:pt x="2574078" y="58334"/>
                </a:lnTo>
                <a:lnTo>
                  <a:pt x="2574579" y="57632"/>
                </a:lnTo>
                <a:lnTo>
                  <a:pt x="2575101" y="56954"/>
                </a:lnTo>
                <a:lnTo>
                  <a:pt x="2575642" y="56299"/>
                </a:lnTo>
                <a:lnTo>
                  <a:pt x="2576203" y="55668"/>
                </a:lnTo>
                <a:lnTo>
                  <a:pt x="2576784" y="55062"/>
                </a:lnTo>
                <a:lnTo>
                  <a:pt x="2577382" y="54481"/>
                </a:lnTo>
                <a:lnTo>
                  <a:pt x="2577998" y="53927"/>
                </a:lnTo>
                <a:lnTo>
                  <a:pt x="2578632" y="53398"/>
                </a:lnTo>
                <a:lnTo>
                  <a:pt x="2579285" y="52894"/>
                </a:lnTo>
                <a:lnTo>
                  <a:pt x="2579955" y="52417"/>
                </a:lnTo>
                <a:lnTo>
                  <a:pt x="2580643" y="51965"/>
                </a:lnTo>
                <a:lnTo>
                  <a:pt x="2581349" y="51540"/>
                </a:lnTo>
                <a:lnTo>
                  <a:pt x="2582073" y="51140"/>
                </a:lnTo>
                <a:lnTo>
                  <a:pt x="2582815" y="50765"/>
                </a:lnTo>
                <a:lnTo>
                  <a:pt x="2583576" y="50417"/>
                </a:lnTo>
                <a:lnTo>
                  <a:pt x="2584354" y="50094"/>
                </a:lnTo>
                <a:lnTo>
                  <a:pt x="2585150" y="49798"/>
                </a:lnTo>
                <a:lnTo>
                  <a:pt x="2585964" y="49527"/>
                </a:lnTo>
                <a:lnTo>
                  <a:pt x="2586796" y="49282"/>
                </a:lnTo>
                <a:lnTo>
                  <a:pt x="2587646" y="49062"/>
                </a:lnTo>
                <a:lnTo>
                  <a:pt x="2588514" y="48869"/>
                </a:lnTo>
                <a:lnTo>
                  <a:pt x="2589400" y="48701"/>
                </a:lnTo>
                <a:lnTo>
                  <a:pt x="2590304" y="48559"/>
                </a:lnTo>
                <a:lnTo>
                  <a:pt x="2591226" y="48443"/>
                </a:lnTo>
                <a:lnTo>
                  <a:pt x="2592166" y="48352"/>
                </a:lnTo>
                <a:lnTo>
                  <a:pt x="2593124" y="48288"/>
                </a:lnTo>
                <a:lnTo>
                  <a:pt x="2594099" y="48249"/>
                </a:lnTo>
                <a:lnTo>
                  <a:pt x="2595093" y="48236"/>
                </a:lnTo>
                <a:lnTo>
                  <a:pt x="2596079" y="48249"/>
                </a:lnTo>
                <a:lnTo>
                  <a:pt x="2597046" y="48288"/>
                </a:lnTo>
                <a:lnTo>
                  <a:pt x="2597996" y="48353"/>
                </a:lnTo>
                <a:lnTo>
                  <a:pt x="2598927" y="48444"/>
                </a:lnTo>
                <a:lnTo>
                  <a:pt x="2599840" y="48561"/>
                </a:lnTo>
                <a:lnTo>
                  <a:pt x="2600734" y="48704"/>
                </a:lnTo>
                <a:lnTo>
                  <a:pt x="2601611" y="48873"/>
                </a:lnTo>
                <a:lnTo>
                  <a:pt x="2602470" y="49068"/>
                </a:lnTo>
                <a:lnTo>
                  <a:pt x="2603310" y="49289"/>
                </a:lnTo>
                <a:lnTo>
                  <a:pt x="2604132" y="49536"/>
                </a:lnTo>
                <a:lnTo>
                  <a:pt x="2604936" y="49809"/>
                </a:lnTo>
                <a:lnTo>
                  <a:pt x="2605722" y="50107"/>
                </a:lnTo>
                <a:lnTo>
                  <a:pt x="2606490" y="50432"/>
                </a:lnTo>
                <a:lnTo>
                  <a:pt x="2607239" y="50783"/>
                </a:lnTo>
                <a:lnTo>
                  <a:pt x="2607971" y="51160"/>
                </a:lnTo>
                <a:lnTo>
                  <a:pt x="2608684" y="51563"/>
                </a:lnTo>
                <a:lnTo>
                  <a:pt x="2609379" y="51992"/>
                </a:lnTo>
                <a:lnTo>
                  <a:pt x="2610056" y="52446"/>
                </a:lnTo>
                <a:lnTo>
                  <a:pt x="2610715" y="52927"/>
                </a:lnTo>
                <a:lnTo>
                  <a:pt x="2611356" y="53434"/>
                </a:lnTo>
                <a:lnTo>
                  <a:pt x="2611978" y="53967"/>
                </a:lnTo>
                <a:lnTo>
                  <a:pt x="2612583" y="54525"/>
                </a:lnTo>
                <a:lnTo>
                  <a:pt x="2613169" y="55110"/>
                </a:lnTo>
                <a:lnTo>
                  <a:pt x="2613737" y="55721"/>
                </a:lnTo>
                <a:lnTo>
                  <a:pt x="2614285" y="56356"/>
                </a:lnTo>
                <a:lnTo>
                  <a:pt x="2614810" y="57014"/>
                </a:lnTo>
                <a:lnTo>
                  <a:pt x="2615314" y="57695"/>
                </a:lnTo>
                <a:lnTo>
                  <a:pt x="2615795" y="58399"/>
                </a:lnTo>
                <a:lnTo>
                  <a:pt x="2616253" y="59127"/>
                </a:lnTo>
                <a:lnTo>
                  <a:pt x="2616690" y="59877"/>
                </a:lnTo>
                <a:lnTo>
                  <a:pt x="2617104" y="60651"/>
                </a:lnTo>
                <a:lnTo>
                  <a:pt x="2617496" y="61448"/>
                </a:lnTo>
                <a:lnTo>
                  <a:pt x="2617866" y="62267"/>
                </a:lnTo>
                <a:lnTo>
                  <a:pt x="2618213" y="63110"/>
                </a:lnTo>
                <a:lnTo>
                  <a:pt x="2618539" y="63976"/>
                </a:lnTo>
                <a:lnTo>
                  <a:pt x="2618842" y="64865"/>
                </a:lnTo>
                <a:lnTo>
                  <a:pt x="2619122" y="65778"/>
                </a:lnTo>
                <a:lnTo>
                  <a:pt x="2619381" y="66713"/>
                </a:lnTo>
                <a:lnTo>
                  <a:pt x="2619617" y="67671"/>
                </a:lnTo>
                <a:lnTo>
                  <a:pt x="2619831" y="68653"/>
                </a:lnTo>
                <a:lnTo>
                  <a:pt x="2620022" y="69657"/>
                </a:lnTo>
                <a:lnTo>
                  <a:pt x="2620192" y="70685"/>
                </a:lnTo>
                <a:lnTo>
                  <a:pt x="2620339" y="71736"/>
                </a:lnTo>
                <a:lnTo>
                  <a:pt x="2620464" y="72810"/>
                </a:lnTo>
                <a:lnTo>
                  <a:pt x="2620566" y="73907"/>
                </a:lnTo>
                <a:lnTo>
                  <a:pt x="2620647" y="75027"/>
                </a:lnTo>
                <a:lnTo>
                  <a:pt x="2620705" y="76170"/>
                </a:lnTo>
                <a:lnTo>
                  <a:pt x="2620741" y="77336"/>
                </a:lnTo>
                <a:lnTo>
                  <a:pt x="2568262" y="77336"/>
                </a:lnTo>
                <a:lnTo>
                  <a:pt x="2568363" y="76161"/>
                </a:lnTo>
                <a:lnTo>
                  <a:pt x="2568483" y="75010"/>
                </a:lnTo>
                <a:lnTo>
                  <a:pt x="2568624" y="73883"/>
                </a:lnTo>
                <a:lnTo>
                  <a:pt x="2568784" y="72779"/>
                </a:lnTo>
                <a:lnTo>
                  <a:pt x="2568965" y="71699"/>
                </a:lnTo>
                <a:close/>
                <a:moveTo>
                  <a:pt x="2886022" y="137921"/>
                </a:moveTo>
                <a:lnTo>
                  <a:pt x="2886971" y="137843"/>
                </a:lnTo>
                <a:lnTo>
                  <a:pt x="2887908" y="137750"/>
                </a:lnTo>
                <a:lnTo>
                  <a:pt x="2888835" y="137642"/>
                </a:lnTo>
                <a:lnTo>
                  <a:pt x="2889750" y="137521"/>
                </a:lnTo>
                <a:lnTo>
                  <a:pt x="2890653" y="137385"/>
                </a:lnTo>
                <a:lnTo>
                  <a:pt x="2891546" y="137235"/>
                </a:lnTo>
                <a:lnTo>
                  <a:pt x="2892427" y="137070"/>
                </a:lnTo>
                <a:lnTo>
                  <a:pt x="2893297" y="136892"/>
                </a:lnTo>
                <a:lnTo>
                  <a:pt x="2894155" y="136699"/>
                </a:lnTo>
                <a:lnTo>
                  <a:pt x="2895002" y="136491"/>
                </a:lnTo>
                <a:lnTo>
                  <a:pt x="2895838" y="136270"/>
                </a:lnTo>
                <a:lnTo>
                  <a:pt x="2896663" y="136034"/>
                </a:lnTo>
                <a:lnTo>
                  <a:pt x="2897476" y="135783"/>
                </a:lnTo>
                <a:lnTo>
                  <a:pt x="2898278" y="135519"/>
                </a:lnTo>
                <a:lnTo>
                  <a:pt x="2899069" y="135240"/>
                </a:lnTo>
                <a:lnTo>
                  <a:pt x="2899848" y="134947"/>
                </a:lnTo>
                <a:lnTo>
                  <a:pt x="2900616" y="134639"/>
                </a:lnTo>
                <a:lnTo>
                  <a:pt x="2901373" y="134318"/>
                </a:lnTo>
                <a:lnTo>
                  <a:pt x="2902119" y="133982"/>
                </a:lnTo>
                <a:lnTo>
                  <a:pt x="2902852" y="133632"/>
                </a:lnTo>
                <a:lnTo>
                  <a:pt x="2903571" y="133271"/>
                </a:lnTo>
                <a:lnTo>
                  <a:pt x="2904276" y="132897"/>
                </a:lnTo>
                <a:lnTo>
                  <a:pt x="2904968" y="132512"/>
                </a:lnTo>
                <a:lnTo>
                  <a:pt x="2905647" y="132114"/>
                </a:lnTo>
                <a:lnTo>
                  <a:pt x="2906311" y="131705"/>
                </a:lnTo>
                <a:lnTo>
                  <a:pt x="2906962" y="131283"/>
                </a:lnTo>
                <a:lnTo>
                  <a:pt x="2907599" y="130850"/>
                </a:lnTo>
                <a:lnTo>
                  <a:pt x="2908222" y="130404"/>
                </a:lnTo>
                <a:lnTo>
                  <a:pt x="2908832" y="129947"/>
                </a:lnTo>
                <a:lnTo>
                  <a:pt x="2909428" y="129477"/>
                </a:lnTo>
                <a:lnTo>
                  <a:pt x="2910010" y="128996"/>
                </a:lnTo>
                <a:lnTo>
                  <a:pt x="2910579" y="128502"/>
                </a:lnTo>
                <a:lnTo>
                  <a:pt x="2911134" y="127996"/>
                </a:lnTo>
                <a:lnTo>
                  <a:pt x="2911675" y="127479"/>
                </a:lnTo>
                <a:lnTo>
                  <a:pt x="2912202" y="126949"/>
                </a:lnTo>
                <a:lnTo>
                  <a:pt x="2912716" y="126408"/>
                </a:lnTo>
                <a:lnTo>
                  <a:pt x="2913216" y="125854"/>
                </a:lnTo>
                <a:lnTo>
                  <a:pt x="2913702" y="125288"/>
                </a:lnTo>
                <a:lnTo>
                  <a:pt x="2914175" y="124711"/>
                </a:lnTo>
                <a:lnTo>
                  <a:pt x="2914634" y="124121"/>
                </a:lnTo>
                <a:lnTo>
                  <a:pt x="2915079" y="123519"/>
                </a:lnTo>
                <a:lnTo>
                  <a:pt x="2915511" y="122906"/>
                </a:lnTo>
                <a:lnTo>
                  <a:pt x="2915929" y="122280"/>
                </a:lnTo>
                <a:lnTo>
                  <a:pt x="2916332" y="121643"/>
                </a:lnTo>
                <a:lnTo>
                  <a:pt x="2916718" y="120997"/>
                </a:lnTo>
                <a:lnTo>
                  <a:pt x="2917089" y="120340"/>
                </a:lnTo>
                <a:lnTo>
                  <a:pt x="2917444" y="119673"/>
                </a:lnTo>
                <a:lnTo>
                  <a:pt x="2917782" y="118996"/>
                </a:lnTo>
                <a:lnTo>
                  <a:pt x="2918105" y="118309"/>
                </a:lnTo>
                <a:lnTo>
                  <a:pt x="2918411" y="117612"/>
                </a:lnTo>
                <a:lnTo>
                  <a:pt x="2918702" y="116905"/>
                </a:lnTo>
                <a:lnTo>
                  <a:pt x="2918976" y="116188"/>
                </a:lnTo>
                <a:lnTo>
                  <a:pt x="2919234" y="115460"/>
                </a:lnTo>
                <a:lnTo>
                  <a:pt x="2919476" y="114723"/>
                </a:lnTo>
                <a:lnTo>
                  <a:pt x="2919702" y="113976"/>
                </a:lnTo>
                <a:lnTo>
                  <a:pt x="2919912" y="113218"/>
                </a:lnTo>
                <a:lnTo>
                  <a:pt x="2920105" y="112451"/>
                </a:lnTo>
                <a:lnTo>
                  <a:pt x="2920283" y="111673"/>
                </a:lnTo>
                <a:lnTo>
                  <a:pt x="2920444" y="110886"/>
                </a:lnTo>
                <a:lnTo>
                  <a:pt x="2920590" y="110088"/>
                </a:lnTo>
                <a:lnTo>
                  <a:pt x="2920719" y="109280"/>
                </a:lnTo>
                <a:lnTo>
                  <a:pt x="2920832" y="108462"/>
                </a:lnTo>
                <a:lnTo>
                  <a:pt x="2920929" y="107634"/>
                </a:lnTo>
                <a:lnTo>
                  <a:pt x="2921010" y="106797"/>
                </a:lnTo>
                <a:lnTo>
                  <a:pt x="2921075" y="105949"/>
                </a:lnTo>
                <a:lnTo>
                  <a:pt x="2921124" y="105090"/>
                </a:lnTo>
                <a:lnTo>
                  <a:pt x="2921157" y="104222"/>
                </a:lnTo>
                <a:lnTo>
                  <a:pt x="2904881" y="104222"/>
                </a:lnTo>
                <a:lnTo>
                  <a:pt x="2904846" y="105069"/>
                </a:lnTo>
                <a:lnTo>
                  <a:pt x="2904790" y="105900"/>
                </a:lnTo>
                <a:lnTo>
                  <a:pt x="2904714" y="106713"/>
                </a:lnTo>
                <a:lnTo>
                  <a:pt x="2904618" y="107510"/>
                </a:lnTo>
                <a:lnTo>
                  <a:pt x="2904500" y="108290"/>
                </a:lnTo>
                <a:lnTo>
                  <a:pt x="2904363" y="109054"/>
                </a:lnTo>
                <a:lnTo>
                  <a:pt x="2904205" y="109800"/>
                </a:lnTo>
                <a:lnTo>
                  <a:pt x="2904026" y="110530"/>
                </a:lnTo>
                <a:lnTo>
                  <a:pt x="2903826" y="111243"/>
                </a:lnTo>
                <a:lnTo>
                  <a:pt x="2903607" y="111940"/>
                </a:lnTo>
                <a:lnTo>
                  <a:pt x="2903366" y="112619"/>
                </a:lnTo>
                <a:lnTo>
                  <a:pt x="2903105" y="113282"/>
                </a:lnTo>
                <a:lnTo>
                  <a:pt x="2902824" y="113928"/>
                </a:lnTo>
                <a:lnTo>
                  <a:pt x="2902521" y="114558"/>
                </a:lnTo>
                <a:lnTo>
                  <a:pt x="2902199" y="115170"/>
                </a:lnTo>
                <a:lnTo>
                  <a:pt x="2901856" y="115766"/>
                </a:lnTo>
                <a:lnTo>
                  <a:pt x="2901492" y="116346"/>
                </a:lnTo>
                <a:lnTo>
                  <a:pt x="2901108" y="116908"/>
                </a:lnTo>
                <a:lnTo>
                  <a:pt x="2900703" y="117454"/>
                </a:lnTo>
                <a:lnTo>
                  <a:pt x="2900277" y="117983"/>
                </a:lnTo>
                <a:lnTo>
                  <a:pt x="2899831" y="118495"/>
                </a:lnTo>
                <a:lnTo>
                  <a:pt x="2899365" y="118990"/>
                </a:lnTo>
                <a:lnTo>
                  <a:pt x="2898878" y="119469"/>
                </a:lnTo>
                <a:lnTo>
                  <a:pt x="2898370" y="119931"/>
                </a:lnTo>
                <a:lnTo>
                  <a:pt x="2897844" y="120375"/>
                </a:lnTo>
                <a:lnTo>
                  <a:pt x="2897301" y="120801"/>
                </a:lnTo>
                <a:lnTo>
                  <a:pt x="2896741" y="121207"/>
                </a:lnTo>
                <a:lnTo>
                  <a:pt x="2896164" y="121595"/>
                </a:lnTo>
                <a:lnTo>
                  <a:pt x="2895571" y="121963"/>
                </a:lnTo>
                <a:lnTo>
                  <a:pt x="2894961" y="122313"/>
                </a:lnTo>
                <a:lnTo>
                  <a:pt x="2894334" y="122644"/>
                </a:lnTo>
                <a:lnTo>
                  <a:pt x="2893690" y="122956"/>
                </a:lnTo>
                <a:lnTo>
                  <a:pt x="2893030" y="123249"/>
                </a:lnTo>
                <a:lnTo>
                  <a:pt x="2892352" y="123523"/>
                </a:lnTo>
                <a:lnTo>
                  <a:pt x="2891658" y="123778"/>
                </a:lnTo>
                <a:lnTo>
                  <a:pt x="2890947" y="124014"/>
                </a:lnTo>
                <a:lnTo>
                  <a:pt x="2890220" y="124231"/>
                </a:lnTo>
                <a:lnTo>
                  <a:pt x="2889475" y="124430"/>
                </a:lnTo>
                <a:lnTo>
                  <a:pt x="2888714" y="124610"/>
                </a:lnTo>
                <a:lnTo>
                  <a:pt x="2887936" y="124770"/>
                </a:lnTo>
                <a:lnTo>
                  <a:pt x="2887141" y="124912"/>
                </a:lnTo>
                <a:lnTo>
                  <a:pt x="2886330" y="125035"/>
                </a:lnTo>
                <a:lnTo>
                  <a:pt x="2885501" y="125139"/>
                </a:lnTo>
                <a:lnTo>
                  <a:pt x="2884656" y="125224"/>
                </a:lnTo>
                <a:lnTo>
                  <a:pt x="2883794" y="125290"/>
                </a:lnTo>
                <a:lnTo>
                  <a:pt x="2882915" y="125337"/>
                </a:lnTo>
                <a:lnTo>
                  <a:pt x="2882020" y="125366"/>
                </a:lnTo>
                <a:lnTo>
                  <a:pt x="2881108" y="125375"/>
                </a:lnTo>
                <a:lnTo>
                  <a:pt x="2880252" y="125367"/>
                </a:lnTo>
                <a:lnTo>
                  <a:pt x="2879410" y="125341"/>
                </a:lnTo>
                <a:lnTo>
                  <a:pt x="2878582" y="125298"/>
                </a:lnTo>
                <a:lnTo>
                  <a:pt x="2877768" y="125238"/>
                </a:lnTo>
                <a:lnTo>
                  <a:pt x="2876968" y="125161"/>
                </a:lnTo>
                <a:lnTo>
                  <a:pt x="2876182" y="125066"/>
                </a:lnTo>
                <a:lnTo>
                  <a:pt x="2875410" y="124955"/>
                </a:lnTo>
                <a:lnTo>
                  <a:pt x="2874652" y="124826"/>
                </a:lnTo>
                <a:lnTo>
                  <a:pt x="2873908" y="124681"/>
                </a:lnTo>
                <a:lnTo>
                  <a:pt x="2873179" y="124518"/>
                </a:lnTo>
                <a:lnTo>
                  <a:pt x="2872463" y="124338"/>
                </a:lnTo>
                <a:lnTo>
                  <a:pt x="2871761" y="124141"/>
                </a:lnTo>
                <a:lnTo>
                  <a:pt x="2871074" y="123926"/>
                </a:lnTo>
                <a:lnTo>
                  <a:pt x="2870400" y="123695"/>
                </a:lnTo>
                <a:lnTo>
                  <a:pt x="2869741" y="123446"/>
                </a:lnTo>
                <a:lnTo>
                  <a:pt x="2869095" y="123180"/>
                </a:lnTo>
                <a:lnTo>
                  <a:pt x="2868464" y="122897"/>
                </a:lnTo>
                <a:lnTo>
                  <a:pt x="2867846" y="122597"/>
                </a:lnTo>
                <a:lnTo>
                  <a:pt x="2867243" y="122280"/>
                </a:lnTo>
                <a:lnTo>
                  <a:pt x="2866654" y="121946"/>
                </a:lnTo>
                <a:lnTo>
                  <a:pt x="2866079" y="121594"/>
                </a:lnTo>
                <a:lnTo>
                  <a:pt x="2865517" y="121226"/>
                </a:lnTo>
                <a:lnTo>
                  <a:pt x="2864970" y="120840"/>
                </a:lnTo>
                <a:lnTo>
                  <a:pt x="2864437" y="120437"/>
                </a:lnTo>
                <a:lnTo>
                  <a:pt x="2863917" y="120020"/>
                </a:lnTo>
                <a:lnTo>
                  <a:pt x="2863409" y="119591"/>
                </a:lnTo>
                <a:lnTo>
                  <a:pt x="2862912" y="119152"/>
                </a:lnTo>
                <a:lnTo>
                  <a:pt x="2862427" y="118701"/>
                </a:lnTo>
                <a:lnTo>
                  <a:pt x="2861954" y="118239"/>
                </a:lnTo>
                <a:lnTo>
                  <a:pt x="2861493" y="117765"/>
                </a:lnTo>
                <a:lnTo>
                  <a:pt x="2861044" y="117280"/>
                </a:lnTo>
                <a:lnTo>
                  <a:pt x="2860606" y="116785"/>
                </a:lnTo>
                <a:lnTo>
                  <a:pt x="2860181" y="116277"/>
                </a:lnTo>
                <a:lnTo>
                  <a:pt x="2859767" y="115759"/>
                </a:lnTo>
                <a:lnTo>
                  <a:pt x="2859365" y="115229"/>
                </a:lnTo>
                <a:lnTo>
                  <a:pt x="2858975" y="114689"/>
                </a:lnTo>
                <a:lnTo>
                  <a:pt x="2858596" y="114136"/>
                </a:lnTo>
                <a:lnTo>
                  <a:pt x="2858230" y="113573"/>
                </a:lnTo>
                <a:lnTo>
                  <a:pt x="2857875" y="112998"/>
                </a:lnTo>
                <a:lnTo>
                  <a:pt x="2857532" y="112412"/>
                </a:lnTo>
                <a:lnTo>
                  <a:pt x="2857201" y="111815"/>
                </a:lnTo>
                <a:lnTo>
                  <a:pt x="2856882" y="111207"/>
                </a:lnTo>
                <a:lnTo>
                  <a:pt x="2856574" y="110587"/>
                </a:lnTo>
                <a:lnTo>
                  <a:pt x="2856278" y="109956"/>
                </a:lnTo>
                <a:lnTo>
                  <a:pt x="2855995" y="109314"/>
                </a:lnTo>
                <a:lnTo>
                  <a:pt x="2855723" y="108661"/>
                </a:lnTo>
                <a:lnTo>
                  <a:pt x="2855462" y="107996"/>
                </a:lnTo>
                <a:lnTo>
                  <a:pt x="2855214" y="107320"/>
                </a:lnTo>
                <a:lnTo>
                  <a:pt x="2854976" y="106636"/>
                </a:lnTo>
                <a:lnTo>
                  <a:pt x="2854748" y="105946"/>
                </a:lnTo>
                <a:lnTo>
                  <a:pt x="2854530" y="105251"/>
                </a:lnTo>
                <a:lnTo>
                  <a:pt x="2854322" y="104550"/>
                </a:lnTo>
                <a:lnTo>
                  <a:pt x="2854123" y="103844"/>
                </a:lnTo>
                <a:lnTo>
                  <a:pt x="2853935" y="103132"/>
                </a:lnTo>
                <a:lnTo>
                  <a:pt x="2853756" y="102414"/>
                </a:lnTo>
                <a:lnTo>
                  <a:pt x="2853586" y="101691"/>
                </a:lnTo>
                <a:lnTo>
                  <a:pt x="2853427" y="100963"/>
                </a:lnTo>
                <a:lnTo>
                  <a:pt x="2853277" y="100229"/>
                </a:lnTo>
                <a:lnTo>
                  <a:pt x="2853137" y="99489"/>
                </a:lnTo>
                <a:lnTo>
                  <a:pt x="2853007" y="98744"/>
                </a:lnTo>
                <a:lnTo>
                  <a:pt x="2852886" y="97993"/>
                </a:lnTo>
                <a:lnTo>
                  <a:pt x="2852776" y="97237"/>
                </a:lnTo>
                <a:lnTo>
                  <a:pt x="2852675" y="96475"/>
                </a:lnTo>
                <a:lnTo>
                  <a:pt x="2852583" y="95708"/>
                </a:lnTo>
                <a:lnTo>
                  <a:pt x="2852502" y="94935"/>
                </a:lnTo>
                <a:lnTo>
                  <a:pt x="2852430" y="94157"/>
                </a:lnTo>
                <a:lnTo>
                  <a:pt x="2852368" y="93373"/>
                </a:lnTo>
                <a:lnTo>
                  <a:pt x="2852316" y="92583"/>
                </a:lnTo>
                <a:lnTo>
                  <a:pt x="2852274" y="91788"/>
                </a:lnTo>
                <a:lnTo>
                  <a:pt x="2852241" y="90988"/>
                </a:lnTo>
                <a:lnTo>
                  <a:pt x="2852218" y="90182"/>
                </a:lnTo>
                <a:lnTo>
                  <a:pt x="2852205" y="89370"/>
                </a:lnTo>
                <a:lnTo>
                  <a:pt x="2920664" y="89370"/>
                </a:lnTo>
                <a:lnTo>
                  <a:pt x="2920680" y="89292"/>
                </a:lnTo>
                <a:lnTo>
                  <a:pt x="2920696" y="89210"/>
                </a:lnTo>
                <a:lnTo>
                  <a:pt x="2920711" y="89124"/>
                </a:lnTo>
                <a:lnTo>
                  <a:pt x="2920727" y="89034"/>
                </a:lnTo>
                <a:lnTo>
                  <a:pt x="2920741" y="88940"/>
                </a:lnTo>
                <a:lnTo>
                  <a:pt x="2920756" y="88841"/>
                </a:lnTo>
                <a:lnTo>
                  <a:pt x="2920770" y="88739"/>
                </a:lnTo>
                <a:lnTo>
                  <a:pt x="2920784" y="88633"/>
                </a:lnTo>
                <a:lnTo>
                  <a:pt x="2920798" y="88522"/>
                </a:lnTo>
                <a:lnTo>
                  <a:pt x="2920811" y="88408"/>
                </a:lnTo>
                <a:lnTo>
                  <a:pt x="2920824" y="88289"/>
                </a:lnTo>
                <a:lnTo>
                  <a:pt x="2920836" y="88167"/>
                </a:lnTo>
                <a:lnTo>
                  <a:pt x="2920848" y="88040"/>
                </a:lnTo>
                <a:lnTo>
                  <a:pt x="2920860" y="87909"/>
                </a:lnTo>
                <a:lnTo>
                  <a:pt x="2920872" y="87775"/>
                </a:lnTo>
                <a:lnTo>
                  <a:pt x="2920883" y="87636"/>
                </a:lnTo>
                <a:lnTo>
                  <a:pt x="2920893" y="87493"/>
                </a:lnTo>
                <a:lnTo>
                  <a:pt x="2920904" y="87346"/>
                </a:lnTo>
                <a:lnTo>
                  <a:pt x="2920914" y="87195"/>
                </a:lnTo>
                <a:lnTo>
                  <a:pt x="2920924" y="87041"/>
                </a:lnTo>
                <a:lnTo>
                  <a:pt x="2920933" y="86882"/>
                </a:lnTo>
                <a:lnTo>
                  <a:pt x="2920942" y="86719"/>
                </a:lnTo>
                <a:lnTo>
                  <a:pt x="2920951" y="86551"/>
                </a:lnTo>
                <a:lnTo>
                  <a:pt x="2920959" y="86380"/>
                </a:lnTo>
                <a:lnTo>
                  <a:pt x="2920967" y="86208"/>
                </a:lnTo>
                <a:lnTo>
                  <a:pt x="2920975" y="86037"/>
                </a:lnTo>
                <a:lnTo>
                  <a:pt x="2920983" y="85869"/>
                </a:lnTo>
                <a:lnTo>
                  <a:pt x="2920990" y="85702"/>
                </a:lnTo>
                <a:lnTo>
                  <a:pt x="2920996" y="85538"/>
                </a:lnTo>
                <a:lnTo>
                  <a:pt x="2921003" y="85375"/>
                </a:lnTo>
                <a:lnTo>
                  <a:pt x="2921009" y="85214"/>
                </a:lnTo>
                <a:lnTo>
                  <a:pt x="2921014" y="85055"/>
                </a:lnTo>
                <a:lnTo>
                  <a:pt x="2921020" y="84898"/>
                </a:lnTo>
                <a:lnTo>
                  <a:pt x="2921025" y="84743"/>
                </a:lnTo>
                <a:lnTo>
                  <a:pt x="2921029" y="84590"/>
                </a:lnTo>
                <a:lnTo>
                  <a:pt x="2921033" y="84439"/>
                </a:lnTo>
                <a:lnTo>
                  <a:pt x="2921037" y="84290"/>
                </a:lnTo>
                <a:lnTo>
                  <a:pt x="2921041" y="84143"/>
                </a:lnTo>
                <a:lnTo>
                  <a:pt x="2921044" y="83997"/>
                </a:lnTo>
                <a:lnTo>
                  <a:pt x="2921047" y="83854"/>
                </a:lnTo>
                <a:lnTo>
                  <a:pt x="2921050" y="83713"/>
                </a:lnTo>
                <a:lnTo>
                  <a:pt x="2921052" y="83573"/>
                </a:lnTo>
                <a:lnTo>
                  <a:pt x="2921054" y="83435"/>
                </a:lnTo>
                <a:lnTo>
                  <a:pt x="2921055" y="83300"/>
                </a:lnTo>
                <a:lnTo>
                  <a:pt x="2921057" y="83166"/>
                </a:lnTo>
                <a:lnTo>
                  <a:pt x="2921057" y="83034"/>
                </a:lnTo>
                <a:lnTo>
                  <a:pt x="2921058" y="82905"/>
                </a:lnTo>
                <a:lnTo>
                  <a:pt x="2921058" y="82777"/>
                </a:lnTo>
                <a:lnTo>
                  <a:pt x="2921039" y="80893"/>
                </a:lnTo>
                <a:lnTo>
                  <a:pt x="2920981" y="79047"/>
                </a:lnTo>
                <a:lnTo>
                  <a:pt x="2920884" y="77237"/>
                </a:lnTo>
                <a:lnTo>
                  <a:pt x="2920748" y="75465"/>
                </a:lnTo>
                <a:lnTo>
                  <a:pt x="2920574" y="73729"/>
                </a:lnTo>
                <a:lnTo>
                  <a:pt x="2920361" y="72031"/>
                </a:lnTo>
                <a:lnTo>
                  <a:pt x="2920110" y="70369"/>
                </a:lnTo>
                <a:lnTo>
                  <a:pt x="2919820" y="68745"/>
                </a:lnTo>
                <a:lnTo>
                  <a:pt x="2919491" y="67157"/>
                </a:lnTo>
                <a:lnTo>
                  <a:pt x="2919123" y="65607"/>
                </a:lnTo>
                <a:lnTo>
                  <a:pt x="2918717" y="64093"/>
                </a:lnTo>
                <a:lnTo>
                  <a:pt x="2918271" y="62617"/>
                </a:lnTo>
                <a:lnTo>
                  <a:pt x="2917788" y="61177"/>
                </a:lnTo>
                <a:lnTo>
                  <a:pt x="2917265" y="59774"/>
                </a:lnTo>
                <a:lnTo>
                  <a:pt x="2916704" y="58409"/>
                </a:lnTo>
                <a:lnTo>
                  <a:pt x="2916104" y="57080"/>
                </a:lnTo>
                <a:lnTo>
                  <a:pt x="2915465" y="55789"/>
                </a:lnTo>
                <a:lnTo>
                  <a:pt x="2914788" y="54534"/>
                </a:lnTo>
                <a:lnTo>
                  <a:pt x="2914072" y="53316"/>
                </a:lnTo>
                <a:lnTo>
                  <a:pt x="2913317" y="52136"/>
                </a:lnTo>
                <a:lnTo>
                  <a:pt x="2912524" y="50992"/>
                </a:lnTo>
                <a:lnTo>
                  <a:pt x="2911692" y="49886"/>
                </a:lnTo>
                <a:lnTo>
                  <a:pt x="2910821" y="48816"/>
                </a:lnTo>
                <a:lnTo>
                  <a:pt x="2909911" y="47783"/>
                </a:lnTo>
                <a:lnTo>
                  <a:pt x="2908968" y="46790"/>
                </a:lnTo>
                <a:lnTo>
                  <a:pt x="2907995" y="45839"/>
                </a:lnTo>
                <a:lnTo>
                  <a:pt x="2906992" y="44930"/>
                </a:lnTo>
                <a:lnTo>
                  <a:pt x="2905960" y="44064"/>
                </a:lnTo>
                <a:lnTo>
                  <a:pt x="2904899" y="43239"/>
                </a:lnTo>
                <a:lnTo>
                  <a:pt x="2903808" y="42457"/>
                </a:lnTo>
                <a:lnTo>
                  <a:pt x="2902688" y="41718"/>
                </a:lnTo>
                <a:lnTo>
                  <a:pt x="2901538" y="41020"/>
                </a:lnTo>
                <a:lnTo>
                  <a:pt x="2900358" y="40365"/>
                </a:lnTo>
                <a:lnTo>
                  <a:pt x="2899150" y="39752"/>
                </a:lnTo>
                <a:lnTo>
                  <a:pt x="2897912" y="39182"/>
                </a:lnTo>
                <a:lnTo>
                  <a:pt x="2896644" y="38653"/>
                </a:lnTo>
                <a:lnTo>
                  <a:pt x="2895347" y="38167"/>
                </a:lnTo>
                <a:lnTo>
                  <a:pt x="2894020" y="37723"/>
                </a:lnTo>
                <a:lnTo>
                  <a:pt x="2892664" y="37322"/>
                </a:lnTo>
                <a:lnTo>
                  <a:pt x="2891279" y="36963"/>
                </a:lnTo>
                <a:lnTo>
                  <a:pt x="2889864" y="36646"/>
                </a:lnTo>
                <a:lnTo>
                  <a:pt x="2888420" y="36371"/>
                </a:lnTo>
                <a:lnTo>
                  <a:pt x="2886946" y="36138"/>
                </a:lnTo>
                <a:lnTo>
                  <a:pt x="2885443" y="35948"/>
                </a:lnTo>
                <a:lnTo>
                  <a:pt x="2883910" y="35800"/>
                </a:lnTo>
                <a:lnTo>
                  <a:pt x="2882348" y="35695"/>
                </a:lnTo>
                <a:lnTo>
                  <a:pt x="2880756" y="35631"/>
                </a:lnTo>
                <a:lnTo>
                  <a:pt x="2879135" y="35610"/>
                </a:lnTo>
                <a:lnTo>
                  <a:pt x="2877911" y="35621"/>
                </a:lnTo>
                <a:lnTo>
                  <a:pt x="2876705" y="35655"/>
                </a:lnTo>
                <a:lnTo>
                  <a:pt x="2875517" y="35712"/>
                </a:lnTo>
                <a:lnTo>
                  <a:pt x="2874347" y="35791"/>
                </a:lnTo>
                <a:lnTo>
                  <a:pt x="2873194" y="35892"/>
                </a:lnTo>
                <a:lnTo>
                  <a:pt x="2872060" y="36016"/>
                </a:lnTo>
                <a:lnTo>
                  <a:pt x="2870944" y="36163"/>
                </a:lnTo>
                <a:lnTo>
                  <a:pt x="2869846" y="36332"/>
                </a:lnTo>
                <a:lnTo>
                  <a:pt x="2868766" y="36524"/>
                </a:lnTo>
                <a:lnTo>
                  <a:pt x="2867704" y="36739"/>
                </a:lnTo>
                <a:lnTo>
                  <a:pt x="2866659" y="36976"/>
                </a:lnTo>
                <a:lnTo>
                  <a:pt x="2865633" y="37235"/>
                </a:lnTo>
                <a:lnTo>
                  <a:pt x="2864625" y="37518"/>
                </a:lnTo>
                <a:lnTo>
                  <a:pt x="2863635" y="37822"/>
                </a:lnTo>
                <a:lnTo>
                  <a:pt x="2862662" y="38150"/>
                </a:lnTo>
                <a:lnTo>
                  <a:pt x="2861708" y="38499"/>
                </a:lnTo>
                <a:lnTo>
                  <a:pt x="2860772" y="38872"/>
                </a:lnTo>
                <a:lnTo>
                  <a:pt x="2859853" y="39267"/>
                </a:lnTo>
                <a:lnTo>
                  <a:pt x="2858953" y="39685"/>
                </a:lnTo>
                <a:lnTo>
                  <a:pt x="2858070" y="40125"/>
                </a:lnTo>
                <a:lnTo>
                  <a:pt x="2857206" y="40588"/>
                </a:lnTo>
                <a:lnTo>
                  <a:pt x="2856360" y="41073"/>
                </a:lnTo>
                <a:lnTo>
                  <a:pt x="2855531" y="41581"/>
                </a:lnTo>
                <a:lnTo>
                  <a:pt x="2854721" y="42111"/>
                </a:lnTo>
                <a:lnTo>
                  <a:pt x="2853928" y="42662"/>
                </a:lnTo>
                <a:lnTo>
                  <a:pt x="2853152" y="43230"/>
                </a:lnTo>
                <a:lnTo>
                  <a:pt x="2852393" y="43815"/>
                </a:lnTo>
                <a:lnTo>
                  <a:pt x="2851652" y="44418"/>
                </a:lnTo>
                <a:lnTo>
                  <a:pt x="2850927" y="45038"/>
                </a:lnTo>
                <a:lnTo>
                  <a:pt x="2850220" y="45676"/>
                </a:lnTo>
                <a:lnTo>
                  <a:pt x="2849530" y="46331"/>
                </a:lnTo>
                <a:lnTo>
                  <a:pt x="2848857" y="47004"/>
                </a:lnTo>
                <a:lnTo>
                  <a:pt x="2848201" y="47694"/>
                </a:lnTo>
                <a:lnTo>
                  <a:pt x="2847562" y="48402"/>
                </a:lnTo>
                <a:lnTo>
                  <a:pt x="2846941" y="49127"/>
                </a:lnTo>
                <a:lnTo>
                  <a:pt x="2846336" y="49869"/>
                </a:lnTo>
                <a:lnTo>
                  <a:pt x="2845749" y="50629"/>
                </a:lnTo>
                <a:lnTo>
                  <a:pt x="2845178" y="51407"/>
                </a:lnTo>
                <a:lnTo>
                  <a:pt x="2844625" y="52202"/>
                </a:lnTo>
                <a:lnTo>
                  <a:pt x="2844089" y="53014"/>
                </a:lnTo>
                <a:lnTo>
                  <a:pt x="2843570" y="53844"/>
                </a:lnTo>
                <a:lnTo>
                  <a:pt x="2843069" y="54691"/>
                </a:lnTo>
                <a:lnTo>
                  <a:pt x="2842584" y="55556"/>
                </a:lnTo>
                <a:lnTo>
                  <a:pt x="2842116" y="56438"/>
                </a:lnTo>
                <a:lnTo>
                  <a:pt x="2841666" y="57338"/>
                </a:lnTo>
                <a:lnTo>
                  <a:pt x="2841233" y="58255"/>
                </a:lnTo>
                <a:lnTo>
                  <a:pt x="2840817" y="59189"/>
                </a:lnTo>
                <a:lnTo>
                  <a:pt x="2840418" y="60141"/>
                </a:lnTo>
                <a:lnTo>
                  <a:pt x="2840035" y="61108"/>
                </a:lnTo>
                <a:lnTo>
                  <a:pt x="2839669" y="62088"/>
                </a:lnTo>
                <a:lnTo>
                  <a:pt x="2839319" y="63080"/>
                </a:lnTo>
                <a:lnTo>
                  <a:pt x="2838986" y="64084"/>
                </a:lnTo>
                <a:lnTo>
                  <a:pt x="2838669" y="65102"/>
                </a:lnTo>
                <a:lnTo>
                  <a:pt x="2838368" y="66131"/>
                </a:lnTo>
                <a:lnTo>
                  <a:pt x="2838083" y="67173"/>
                </a:lnTo>
                <a:lnTo>
                  <a:pt x="2837814" y="68228"/>
                </a:lnTo>
                <a:lnTo>
                  <a:pt x="2837562" y="69295"/>
                </a:lnTo>
                <a:lnTo>
                  <a:pt x="2837326" y="70375"/>
                </a:lnTo>
                <a:lnTo>
                  <a:pt x="2837107" y="71467"/>
                </a:lnTo>
                <a:lnTo>
                  <a:pt x="2836903" y="72572"/>
                </a:lnTo>
                <a:lnTo>
                  <a:pt x="2836716" y="73689"/>
                </a:lnTo>
                <a:lnTo>
                  <a:pt x="2836545" y="74819"/>
                </a:lnTo>
                <a:lnTo>
                  <a:pt x="2836391" y="75961"/>
                </a:lnTo>
                <a:lnTo>
                  <a:pt x="2836253" y="77116"/>
                </a:lnTo>
                <a:lnTo>
                  <a:pt x="2836131" y="78283"/>
                </a:lnTo>
                <a:lnTo>
                  <a:pt x="2836025" y="79463"/>
                </a:lnTo>
                <a:lnTo>
                  <a:pt x="2835935" y="80656"/>
                </a:lnTo>
                <a:lnTo>
                  <a:pt x="2835862" y="81861"/>
                </a:lnTo>
                <a:lnTo>
                  <a:pt x="2835805" y="83078"/>
                </a:lnTo>
                <a:lnTo>
                  <a:pt x="2835765" y="84308"/>
                </a:lnTo>
                <a:lnTo>
                  <a:pt x="2835740" y="85551"/>
                </a:lnTo>
                <a:lnTo>
                  <a:pt x="2835732" y="86806"/>
                </a:lnTo>
                <a:lnTo>
                  <a:pt x="2835740" y="88011"/>
                </a:lnTo>
                <a:lnTo>
                  <a:pt x="2835766" y="89206"/>
                </a:lnTo>
                <a:lnTo>
                  <a:pt x="2835808" y="90392"/>
                </a:lnTo>
                <a:lnTo>
                  <a:pt x="2835866" y="91567"/>
                </a:lnTo>
                <a:lnTo>
                  <a:pt x="2835942" y="92732"/>
                </a:lnTo>
                <a:lnTo>
                  <a:pt x="2836034" y="93887"/>
                </a:lnTo>
                <a:lnTo>
                  <a:pt x="2836143" y="95032"/>
                </a:lnTo>
                <a:lnTo>
                  <a:pt x="2836269" y="96168"/>
                </a:lnTo>
                <a:lnTo>
                  <a:pt x="2836412" y="97293"/>
                </a:lnTo>
                <a:lnTo>
                  <a:pt x="2836571" y="98407"/>
                </a:lnTo>
                <a:lnTo>
                  <a:pt x="2836747" y="99512"/>
                </a:lnTo>
                <a:lnTo>
                  <a:pt x="2836940" y="100607"/>
                </a:lnTo>
                <a:lnTo>
                  <a:pt x="2837150" y="101692"/>
                </a:lnTo>
                <a:lnTo>
                  <a:pt x="2837377" y="102767"/>
                </a:lnTo>
                <a:lnTo>
                  <a:pt x="2837620" y="103831"/>
                </a:lnTo>
                <a:lnTo>
                  <a:pt x="2837880" y="104886"/>
                </a:lnTo>
                <a:lnTo>
                  <a:pt x="2838157" y="105931"/>
                </a:lnTo>
                <a:lnTo>
                  <a:pt x="2838451" y="106965"/>
                </a:lnTo>
                <a:lnTo>
                  <a:pt x="2838761" y="107990"/>
                </a:lnTo>
                <a:lnTo>
                  <a:pt x="2839089" y="109004"/>
                </a:lnTo>
                <a:lnTo>
                  <a:pt x="2839433" y="110009"/>
                </a:lnTo>
                <a:lnTo>
                  <a:pt x="2839793" y="111003"/>
                </a:lnTo>
                <a:lnTo>
                  <a:pt x="2840171" y="111987"/>
                </a:lnTo>
                <a:lnTo>
                  <a:pt x="2840566" y="112961"/>
                </a:lnTo>
                <a:lnTo>
                  <a:pt x="2840977" y="113922"/>
                </a:lnTo>
                <a:lnTo>
                  <a:pt x="2841407" y="114866"/>
                </a:lnTo>
                <a:lnTo>
                  <a:pt x="2841855" y="115792"/>
                </a:lnTo>
                <a:lnTo>
                  <a:pt x="2842321" y="116702"/>
                </a:lnTo>
                <a:lnTo>
                  <a:pt x="2842804" y="117595"/>
                </a:lnTo>
                <a:lnTo>
                  <a:pt x="2843306" y="118471"/>
                </a:lnTo>
                <a:lnTo>
                  <a:pt x="2843826" y="119330"/>
                </a:lnTo>
                <a:lnTo>
                  <a:pt x="2844363" y="120172"/>
                </a:lnTo>
                <a:lnTo>
                  <a:pt x="2844919" y="120997"/>
                </a:lnTo>
                <a:lnTo>
                  <a:pt x="2845493" y="121806"/>
                </a:lnTo>
                <a:lnTo>
                  <a:pt x="2846084" y="122597"/>
                </a:lnTo>
                <a:lnTo>
                  <a:pt x="2846694" y="123371"/>
                </a:lnTo>
                <a:lnTo>
                  <a:pt x="2847321" y="124129"/>
                </a:lnTo>
                <a:lnTo>
                  <a:pt x="2847967" y="124870"/>
                </a:lnTo>
                <a:lnTo>
                  <a:pt x="2848630" y="125593"/>
                </a:lnTo>
                <a:lnTo>
                  <a:pt x="2849312" y="126300"/>
                </a:lnTo>
                <a:lnTo>
                  <a:pt x="2850011" y="126990"/>
                </a:lnTo>
                <a:lnTo>
                  <a:pt x="2850729" y="127663"/>
                </a:lnTo>
                <a:lnTo>
                  <a:pt x="2851464" y="128319"/>
                </a:lnTo>
                <a:lnTo>
                  <a:pt x="2852218" y="128958"/>
                </a:lnTo>
                <a:lnTo>
                  <a:pt x="2852989" y="129581"/>
                </a:lnTo>
                <a:lnTo>
                  <a:pt x="2853779" y="130186"/>
                </a:lnTo>
                <a:lnTo>
                  <a:pt x="2854586" y="130775"/>
                </a:lnTo>
                <a:lnTo>
                  <a:pt x="2855411" y="131346"/>
                </a:lnTo>
                <a:lnTo>
                  <a:pt x="2856255" y="131897"/>
                </a:lnTo>
                <a:lnTo>
                  <a:pt x="2857119" y="132425"/>
                </a:lnTo>
                <a:lnTo>
                  <a:pt x="2858003" y="132929"/>
                </a:lnTo>
                <a:lnTo>
                  <a:pt x="2858906" y="133410"/>
                </a:lnTo>
                <a:lnTo>
                  <a:pt x="2859829" y="133867"/>
                </a:lnTo>
                <a:lnTo>
                  <a:pt x="2860772" y="134301"/>
                </a:lnTo>
                <a:lnTo>
                  <a:pt x="2861734" y="134711"/>
                </a:lnTo>
                <a:lnTo>
                  <a:pt x="2862716" y="135098"/>
                </a:lnTo>
                <a:lnTo>
                  <a:pt x="2863718" y="135462"/>
                </a:lnTo>
                <a:lnTo>
                  <a:pt x="2864740" y="135802"/>
                </a:lnTo>
                <a:lnTo>
                  <a:pt x="2865781" y="136118"/>
                </a:lnTo>
                <a:lnTo>
                  <a:pt x="2866841" y="136412"/>
                </a:lnTo>
                <a:lnTo>
                  <a:pt x="2867922" y="136681"/>
                </a:lnTo>
                <a:lnTo>
                  <a:pt x="2869022" y="136927"/>
                </a:lnTo>
                <a:lnTo>
                  <a:pt x="2870142" y="137150"/>
                </a:lnTo>
                <a:lnTo>
                  <a:pt x="2871282" y="137350"/>
                </a:lnTo>
                <a:lnTo>
                  <a:pt x="2872441" y="137525"/>
                </a:lnTo>
                <a:lnTo>
                  <a:pt x="2873620" y="137678"/>
                </a:lnTo>
                <a:lnTo>
                  <a:pt x="2874819" y="137807"/>
                </a:lnTo>
                <a:lnTo>
                  <a:pt x="2876037" y="137912"/>
                </a:lnTo>
                <a:lnTo>
                  <a:pt x="2877275" y="137994"/>
                </a:lnTo>
                <a:lnTo>
                  <a:pt x="2878533" y="138053"/>
                </a:lnTo>
                <a:lnTo>
                  <a:pt x="2879811" y="138088"/>
                </a:lnTo>
                <a:lnTo>
                  <a:pt x="2881108" y="138100"/>
                </a:lnTo>
                <a:lnTo>
                  <a:pt x="2882113" y="138093"/>
                </a:lnTo>
                <a:lnTo>
                  <a:pt x="2883107" y="138071"/>
                </a:lnTo>
                <a:lnTo>
                  <a:pt x="2884090" y="138036"/>
                </a:lnTo>
                <a:lnTo>
                  <a:pt x="2885062" y="137986"/>
                </a:lnTo>
                <a:lnTo>
                  <a:pt x="2886022" y="137921"/>
                </a:lnTo>
                <a:close/>
                <a:moveTo>
                  <a:pt x="2853007" y="71699"/>
                </a:moveTo>
                <a:lnTo>
                  <a:pt x="2853207" y="70642"/>
                </a:lnTo>
                <a:lnTo>
                  <a:pt x="2853428" y="69609"/>
                </a:lnTo>
                <a:lnTo>
                  <a:pt x="2853669" y="68600"/>
                </a:lnTo>
                <a:lnTo>
                  <a:pt x="2853929" y="67615"/>
                </a:lnTo>
                <a:lnTo>
                  <a:pt x="2854210" y="66653"/>
                </a:lnTo>
                <a:lnTo>
                  <a:pt x="2854511" y="65715"/>
                </a:lnTo>
                <a:lnTo>
                  <a:pt x="2854832" y="64800"/>
                </a:lnTo>
                <a:lnTo>
                  <a:pt x="2855173" y="63909"/>
                </a:lnTo>
                <a:lnTo>
                  <a:pt x="2855534" y="63042"/>
                </a:lnTo>
                <a:lnTo>
                  <a:pt x="2855914" y="62198"/>
                </a:lnTo>
                <a:lnTo>
                  <a:pt x="2856315" y="61378"/>
                </a:lnTo>
                <a:lnTo>
                  <a:pt x="2856737" y="60581"/>
                </a:lnTo>
                <a:lnTo>
                  <a:pt x="2857178" y="59809"/>
                </a:lnTo>
                <a:lnTo>
                  <a:pt x="2857639" y="59059"/>
                </a:lnTo>
                <a:lnTo>
                  <a:pt x="2858120" y="58334"/>
                </a:lnTo>
                <a:lnTo>
                  <a:pt x="2858621" y="57632"/>
                </a:lnTo>
                <a:lnTo>
                  <a:pt x="2859142" y="56954"/>
                </a:lnTo>
                <a:lnTo>
                  <a:pt x="2859683" y="56299"/>
                </a:lnTo>
                <a:lnTo>
                  <a:pt x="2860245" y="55668"/>
                </a:lnTo>
                <a:lnTo>
                  <a:pt x="2860825" y="55062"/>
                </a:lnTo>
                <a:lnTo>
                  <a:pt x="2861423" y="54481"/>
                </a:lnTo>
                <a:lnTo>
                  <a:pt x="2862040" y="53927"/>
                </a:lnTo>
                <a:lnTo>
                  <a:pt x="2862674" y="53398"/>
                </a:lnTo>
                <a:lnTo>
                  <a:pt x="2863326" y="52894"/>
                </a:lnTo>
                <a:lnTo>
                  <a:pt x="2863996" y="52417"/>
                </a:lnTo>
                <a:lnTo>
                  <a:pt x="2864684" y="51965"/>
                </a:lnTo>
                <a:lnTo>
                  <a:pt x="2865391" y="51540"/>
                </a:lnTo>
                <a:lnTo>
                  <a:pt x="2866115" y="51140"/>
                </a:lnTo>
                <a:lnTo>
                  <a:pt x="2866857" y="50765"/>
                </a:lnTo>
                <a:lnTo>
                  <a:pt x="2867617" y="50417"/>
                </a:lnTo>
                <a:lnTo>
                  <a:pt x="2868395" y="50094"/>
                </a:lnTo>
                <a:lnTo>
                  <a:pt x="2869191" y="49798"/>
                </a:lnTo>
                <a:lnTo>
                  <a:pt x="2870005" y="49527"/>
                </a:lnTo>
                <a:lnTo>
                  <a:pt x="2870837" y="49282"/>
                </a:lnTo>
                <a:lnTo>
                  <a:pt x="2871687" y="49062"/>
                </a:lnTo>
                <a:lnTo>
                  <a:pt x="2872555" y="48869"/>
                </a:lnTo>
                <a:lnTo>
                  <a:pt x="2873441" y="48701"/>
                </a:lnTo>
                <a:lnTo>
                  <a:pt x="2874345" y="48559"/>
                </a:lnTo>
                <a:lnTo>
                  <a:pt x="2875267" y="48443"/>
                </a:lnTo>
                <a:lnTo>
                  <a:pt x="2876207" y="48352"/>
                </a:lnTo>
                <a:lnTo>
                  <a:pt x="2877165" y="48288"/>
                </a:lnTo>
                <a:lnTo>
                  <a:pt x="2878141" y="48249"/>
                </a:lnTo>
                <a:lnTo>
                  <a:pt x="2879135" y="48236"/>
                </a:lnTo>
                <a:lnTo>
                  <a:pt x="2880120" y="48249"/>
                </a:lnTo>
                <a:lnTo>
                  <a:pt x="2881088" y="48288"/>
                </a:lnTo>
                <a:lnTo>
                  <a:pt x="2882037" y="48353"/>
                </a:lnTo>
                <a:lnTo>
                  <a:pt x="2882968" y="48444"/>
                </a:lnTo>
                <a:lnTo>
                  <a:pt x="2883881" y="48561"/>
                </a:lnTo>
                <a:lnTo>
                  <a:pt x="2884776" y="48704"/>
                </a:lnTo>
                <a:lnTo>
                  <a:pt x="2885653" y="48873"/>
                </a:lnTo>
                <a:lnTo>
                  <a:pt x="2886511" y="49068"/>
                </a:lnTo>
                <a:lnTo>
                  <a:pt x="2887352" y="49289"/>
                </a:lnTo>
                <a:lnTo>
                  <a:pt x="2888174" y="49536"/>
                </a:lnTo>
                <a:lnTo>
                  <a:pt x="2888978" y="49809"/>
                </a:lnTo>
                <a:lnTo>
                  <a:pt x="2889764" y="50107"/>
                </a:lnTo>
                <a:lnTo>
                  <a:pt x="2890531" y="50432"/>
                </a:lnTo>
                <a:lnTo>
                  <a:pt x="2891281" y="50783"/>
                </a:lnTo>
                <a:lnTo>
                  <a:pt x="2892012" y="51160"/>
                </a:lnTo>
                <a:lnTo>
                  <a:pt x="2892726" y="51563"/>
                </a:lnTo>
                <a:lnTo>
                  <a:pt x="2893421" y="51992"/>
                </a:lnTo>
                <a:lnTo>
                  <a:pt x="2894098" y="52446"/>
                </a:lnTo>
                <a:lnTo>
                  <a:pt x="2894757" y="52927"/>
                </a:lnTo>
                <a:lnTo>
                  <a:pt x="2895397" y="53434"/>
                </a:lnTo>
                <a:lnTo>
                  <a:pt x="2896020" y="53967"/>
                </a:lnTo>
                <a:lnTo>
                  <a:pt x="2896624" y="54525"/>
                </a:lnTo>
                <a:lnTo>
                  <a:pt x="2897210" y="55110"/>
                </a:lnTo>
                <a:lnTo>
                  <a:pt x="2897778" y="55721"/>
                </a:lnTo>
                <a:lnTo>
                  <a:pt x="2898326" y="56356"/>
                </a:lnTo>
                <a:lnTo>
                  <a:pt x="2898852" y="57014"/>
                </a:lnTo>
                <a:lnTo>
                  <a:pt x="2899355" y="57695"/>
                </a:lnTo>
                <a:lnTo>
                  <a:pt x="2899836" y="58399"/>
                </a:lnTo>
                <a:lnTo>
                  <a:pt x="2900295" y="59127"/>
                </a:lnTo>
                <a:lnTo>
                  <a:pt x="2900731" y="59877"/>
                </a:lnTo>
                <a:lnTo>
                  <a:pt x="2901146" y="60651"/>
                </a:lnTo>
                <a:lnTo>
                  <a:pt x="2901538" y="61448"/>
                </a:lnTo>
                <a:lnTo>
                  <a:pt x="2901907" y="62267"/>
                </a:lnTo>
                <a:lnTo>
                  <a:pt x="2902255" y="63110"/>
                </a:lnTo>
                <a:lnTo>
                  <a:pt x="2902580" y="63976"/>
                </a:lnTo>
                <a:lnTo>
                  <a:pt x="2902883" y="64865"/>
                </a:lnTo>
                <a:lnTo>
                  <a:pt x="2903164" y="65778"/>
                </a:lnTo>
                <a:lnTo>
                  <a:pt x="2903422" y="66713"/>
                </a:lnTo>
                <a:lnTo>
                  <a:pt x="2903658" y="67671"/>
                </a:lnTo>
                <a:lnTo>
                  <a:pt x="2903872" y="68653"/>
                </a:lnTo>
                <a:lnTo>
                  <a:pt x="2904064" y="69657"/>
                </a:lnTo>
                <a:lnTo>
                  <a:pt x="2904233" y="70685"/>
                </a:lnTo>
                <a:lnTo>
                  <a:pt x="2904380" y="71736"/>
                </a:lnTo>
                <a:lnTo>
                  <a:pt x="2904505" y="72810"/>
                </a:lnTo>
                <a:lnTo>
                  <a:pt x="2904608" y="73907"/>
                </a:lnTo>
                <a:lnTo>
                  <a:pt x="2904688" y="75027"/>
                </a:lnTo>
                <a:lnTo>
                  <a:pt x="2904746" y="76170"/>
                </a:lnTo>
                <a:lnTo>
                  <a:pt x="2904782" y="77336"/>
                </a:lnTo>
                <a:lnTo>
                  <a:pt x="2852304" y="77336"/>
                </a:lnTo>
                <a:lnTo>
                  <a:pt x="2852404" y="76161"/>
                </a:lnTo>
                <a:lnTo>
                  <a:pt x="2852525" y="75010"/>
                </a:lnTo>
                <a:lnTo>
                  <a:pt x="2852665" y="73883"/>
                </a:lnTo>
                <a:lnTo>
                  <a:pt x="2852826" y="72779"/>
                </a:lnTo>
                <a:lnTo>
                  <a:pt x="2853007" y="71699"/>
                </a:lnTo>
                <a:close/>
                <a:moveTo>
                  <a:pt x="2118974" y="137871"/>
                </a:moveTo>
                <a:lnTo>
                  <a:pt x="2119952" y="137770"/>
                </a:lnTo>
                <a:lnTo>
                  <a:pt x="2120916" y="137651"/>
                </a:lnTo>
                <a:lnTo>
                  <a:pt x="2121865" y="137514"/>
                </a:lnTo>
                <a:lnTo>
                  <a:pt x="2122798" y="137358"/>
                </a:lnTo>
                <a:lnTo>
                  <a:pt x="2123717" y="137184"/>
                </a:lnTo>
                <a:lnTo>
                  <a:pt x="2124621" y="136991"/>
                </a:lnTo>
                <a:lnTo>
                  <a:pt x="2125510" y="136781"/>
                </a:lnTo>
                <a:lnTo>
                  <a:pt x="2126385" y="136552"/>
                </a:lnTo>
                <a:lnTo>
                  <a:pt x="2127244" y="136304"/>
                </a:lnTo>
                <a:lnTo>
                  <a:pt x="2128088" y="136039"/>
                </a:lnTo>
                <a:lnTo>
                  <a:pt x="2128918" y="135755"/>
                </a:lnTo>
                <a:lnTo>
                  <a:pt x="2129732" y="135452"/>
                </a:lnTo>
                <a:lnTo>
                  <a:pt x="2130532" y="135131"/>
                </a:lnTo>
                <a:lnTo>
                  <a:pt x="2131317" y="134792"/>
                </a:lnTo>
                <a:lnTo>
                  <a:pt x="2132087" y="134435"/>
                </a:lnTo>
                <a:lnTo>
                  <a:pt x="2132842" y="134060"/>
                </a:lnTo>
                <a:lnTo>
                  <a:pt x="2133582" y="133666"/>
                </a:lnTo>
                <a:lnTo>
                  <a:pt x="2134307" y="133253"/>
                </a:lnTo>
                <a:lnTo>
                  <a:pt x="2135017" y="132823"/>
                </a:lnTo>
                <a:lnTo>
                  <a:pt x="2135713" y="132382"/>
                </a:lnTo>
                <a:lnTo>
                  <a:pt x="2136396" y="131940"/>
                </a:lnTo>
                <a:lnTo>
                  <a:pt x="2137066" y="131496"/>
                </a:lnTo>
                <a:lnTo>
                  <a:pt x="2137723" y="131051"/>
                </a:lnTo>
                <a:lnTo>
                  <a:pt x="2138366" y="130604"/>
                </a:lnTo>
                <a:lnTo>
                  <a:pt x="2138997" y="130156"/>
                </a:lnTo>
                <a:lnTo>
                  <a:pt x="2139614" y="129706"/>
                </a:lnTo>
                <a:lnTo>
                  <a:pt x="2140218" y="129255"/>
                </a:lnTo>
                <a:lnTo>
                  <a:pt x="2140808" y="128802"/>
                </a:lnTo>
                <a:lnTo>
                  <a:pt x="2141386" y="128348"/>
                </a:lnTo>
                <a:lnTo>
                  <a:pt x="2141950" y="127892"/>
                </a:lnTo>
                <a:lnTo>
                  <a:pt x="2142502" y="127434"/>
                </a:lnTo>
                <a:lnTo>
                  <a:pt x="2143040" y="126975"/>
                </a:lnTo>
                <a:lnTo>
                  <a:pt x="2143564" y="126515"/>
                </a:lnTo>
                <a:lnTo>
                  <a:pt x="2144076" y="126052"/>
                </a:lnTo>
                <a:lnTo>
                  <a:pt x="2144574" y="125589"/>
                </a:lnTo>
                <a:lnTo>
                  <a:pt x="2145060" y="125124"/>
                </a:lnTo>
                <a:lnTo>
                  <a:pt x="2145532" y="124657"/>
                </a:lnTo>
                <a:lnTo>
                  <a:pt x="2145991" y="124189"/>
                </a:lnTo>
                <a:lnTo>
                  <a:pt x="2146436" y="123719"/>
                </a:lnTo>
                <a:lnTo>
                  <a:pt x="2146869" y="123247"/>
                </a:lnTo>
                <a:lnTo>
                  <a:pt x="2147288" y="122774"/>
                </a:lnTo>
                <a:lnTo>
                  <a:pt x="2147694" y="122300"/>
                </a:lnTo>
                <a:lnTo>
                  <a:pt x="2148087" y="121824"/>
                </a:lnTo>
                <a:lnTo>
                  <a:pt x="2148580" y="136324"/>
                </a:lnTo>
                <a:lnTo>
                  <a:pt x="2164462" y="136324"/>
                </a:lnTo>
                <a:lnTo>
                  <a:pt x="2164462" y="37287"/>
                </a:lnTo>
                <a:lnTo>
                  <a:pt x="2147890" y="37287"/>
                </a:lnTo>
                <a:lnTo>
                  <a:pt x="2147890" y="108020"/>
                </a:lnTo>
                <a:lnTo>
                  <a:pt x="2147515" y="108530"/>
                </a:lnTo>
                <a:lnTo>
                  <a:pt x="2147130" y="109035"/>
                </a:lnTo>
                <a:lnTo>
                  <a:pt x="2146736" y="109535"/>
                </a:lnTo>
                <a:lnTo>
                  <a:pt x="2146331" y="110030"/>
                </a:lnTo>
                <a:lnTo>
                  <a:pt x="2145916" y="110519"/>
                </a:lnTo>
                <a:lnTo>
                  <a:pt x="2145492" y="111003"/>
                </a:lnTo>
                <a:lnTo>
                  <a:pt x="2145057" y="111483"/>
                </a:lnTo>
                <a:lnTo>
                  <a:pt x="2144613" y="111957"/>
                </a:lnTo>
                <a:lnTo>
                  <a:pt x="2144158" y="112425"/>
                </a:lnTo>
                <a:lnTo>
                  <a:pt x="2143694" y="112889"/>
                </a:lnTo>
                <a:lnTo>
                  <a:pt x="2143220" y="113347"/>
                </a:lnTo>
                <a:lnTo>
                  <a:pt x="2142736" y="113801"/>
                </a:lnTo>
                <a:lnTo>
                  <a:pt x="2142242" y="114249"/>
                </a:lnTo>
                <a:lnTo>
                  <a:pt x="2141738" y="114692"/>
                </a:lnTo>
                <a:lnTo>
                  <a:pt x="2141224" y="115130"/>
                </a:lnTo>
                <a:lnTo>
                  <a:pt x="2140700" y="115562"/>
                </a:lnTo>
                <a:lnTo>
                  <a:pt x="2140166" y="115990"/>
                </a:lnTo>
                <a:lnTo>
                  <a:pt x="2139622" y="116412"/>
                </a:lnTo>
                <a:lnTo>
                  <a:pt x="2139069" y="116829"/>
                </a:lnTo>
                <a:lnTo>
                  <a:pt x="2138505" y="117241"/>
                </a:lnTo>
                <a:lnTo>
                  <a:pt x="2137932" y="117648"/>
                </a:lnTo>
                <a:lnTo>
                  <a:pt x="2137348" y="118049"/>
                </a:lnTo>
                <a:lnTo>
                  <a:pt x="2136755" y="118446"/>
                </a:lnTo>
                <a:lnTo>
                  <a:pt x="2136151" y="118837"/>
                </a:lnTo>
                <a:lnTo>
                  <a:pt x="2135537" y="119217"/>
                </a:lnTo>
                <a:lnTo>
                  <a:pt x="2134910" y="119582"/>
                </a:lnTo>
                <a:lnTo>
                  <a:pt x="2134271" y="119930"/>
                </a:lnTo>
                <a:lnTo>
                  <a:pt x="2133620" y="120262"/>
                </a:lnTo>
                <a:lnTo>
                  <a:pt x="2132956" y="120578"/>
                </a:lnTo>
                <a:lnTo>
                  <a:pt x="2132280" y="120877"/>
                </a:lnTo>
                <a:lnTo>
                  <a:pt x="2131591" y="121161"/>
                </a:lnTo>
                <a:lnTo>
                  <a:pt x="2130890" y="121428"/>
                </a:lnTo>
                <a:lnTo>
                  <a:pt x="2130177" y="121679"/>
                </a:lnTo>
                <a:lnTo>
                  <a:pt x="2129452" y="121914"/>
                </a:lnTo>
                <a:lnTo>
                  <a:pt x="2128714" y="122132"/>
                </a:lnTo>
                <a:lnTo>
                  <a:pt x="2127964" y="122335"/>
                </a:lnTo>
                <a:lnTo>
                  <a:pt x="2127202" y="122521"/>
                </a:lnTo>
                <a:lnTo>
                  <a:pt x="2126427" y="122691"/>
                </a:lnTo>
                <a:lnTo>
                  <a:pt x="2125640" y="122845"/>
                </a:lnTo>
                <a:lnTo>
                  <a:pt x="2124840" y="122983"/>
                </a:lnTo>
                <a:lnTo>
                  <a:pt x="2124029" y="123104"/>
                </a:lnTo>
                <a:lnTo>
                  <a:pt x="2123205" y="123209"/>
                </a:lnTo>
                <a:lnTo>
                  <a:pt x="2122368" y="123298"/>
                </a:lnTo>
                <a:lnTo>
                  <a:pt x="2121519" y="123371"/>
                </a:lnTo>
                <a:lnTo>
                  <a:pt x="2120658" y="123428"/>
                </a:lnTo>
                <a:lnTo>
                  <a:pt x="2119785" y="123468"/>
                </a:lnTo>
                <a:lnTo>
                  <a:pt x="2118899" y="123493"/>
                </a:lnTo>
                <a:lnTo>
                  <a:pt x="2118001" y="123501"/>
                </a:lnTo>
                <a:lnTo>
                  <a:pt x="2117358" y="123496"/>
                </a:lnTo>
                <a:lnTo>
                  <a:pt x="2116728" y="123480"/>
                </a:lnTo>
                <a:lnTo>
                  <a:pt x="2116110" y="123454"/>
                </a:lnTo>
                <a:lnTo>
                  <a:pt x="2115505" y="123418"/>
                </a:lnTo>
                <a:lnTo>
                  <a:pt x="2114913" y="123372"/>
                </a:lnTo>
                <a:lnTo>
                  <a:pt x="2114333" y="123315"/>
                </a:lnTo>
                <a:lnTo>
                  <a:pt x="2113766" y="123248"/>
                </a:lnTo>
                <a:lnTo>
                  <a:pt x="2113211" y="123171"/>
                </a:lnTo>
                <a:lnTo>
                  <a:pt x="2112670" y="123083"/>
                </a:lnTo>
                <a:lnTo>
                  <a:pt x="2112141" y="122985"/>
                </a:lnTo>
                <a:lnTo>
                  <a:pt x="2111624" y="122877"/>
                </a:lnTo>
                <a:lnTo>
                  <a:pt x="2111121" y="122758"/>
                </a:lnTo>
                <a:lnTo>
                  <a:pt x="2110630" y="122629"/>
                </a:lnTo>
                <a:lnTo>
                  <a:pt x="2110152" y="122490"/>
                </a:lnTo>
                <a:lnTo>
                  <a:pt x="2109686" y="122340"/>
                </a:lnTo>
                <a:lnTo>
                  <a:pt x="2109233" y="122180"/>
                </a:lnTo>
                <a:lnTo>
                  <a:pt x="2108793" y="122010"/>
                </a:lnTo>
                <a:lnTo>
                  <a:pt x="2108365" y="121829"/>
                </a:lnTo>
                <a:lnTo>
                  <a:pt x="2107950" y="121638"/>
                </a:lnTo>
                <a:lnTo>
                  <a:pt x="2107548" y="121437"/>
                </a:lnTo>
                <a:lnTo>
                  <a:pt x="2107158" y="121226"/>
                </a:lnTo>
                <a:lnTo>
                  <a:pt x="2106781" y="121004"/>
                </a:lnTo>
                <a:lnTo>
                  <a:pt x="2106417" y="120772"/>
                </a:lnTo>
                <a:lnTo>
                  <a:pt x="2106065" y="120529"/>
                </a:lnTo>
                <a:lnTo>
                  <a:pt x="2105725" y="120277"/>
                </a:lnTo>
                <a:lnTo>
                  <a:pt x="2105393" y="120017"/>
                </a:lnTo>
                <a:lnTo>
                  <a:pt x="2105071" y="119749"/>
                </a:lnTo>
                <a:lnTo>
                  <a:pt x="2104758" y="119472"/>
                </a:lnTo>
                <a:lnTo>
                  <a:pt x="2104455" y="119188"/>
                </a:lnTo>
                <a:lnTo>
                  <a:pt x="2104160" y="118895"/>
                </a:lnTo>
                <a:lnTo>
                  <a:pt x="2103875" y="118594"/>
                </a:lnTo>
                <a:lnTo>
                  <a:pt x="2103599" y="118284"/>
                </a:lnTo>
                <a:lnTo>
                  <a:pt x="2103333" y="117967"/>
                </a:lnTo>
                <a:lnTo>
                  <a:pt x="2103075" y="117641"/>
                </a:lnTo>
                <a:lnTo>
                  <a:pt x="2102827" y="117308"/>
                </a:lnTo>
                <a:lnTo>
                  <a:pt x="2102588" y="116966"/>
                </a:lnTo>
                <a:lnTo>
                  <a:pt x="2102359" y="116616"/>
                </a:lnTo>
                <a:lnTo>
                  <a:pt x="2102138" y="116257"/>
                </a:lnTo>
                <a:lnTo>
                  <a:pt x="2101927" y="115891"/>
                </a:lnTo>
                <a:lnTo>
                  <a:pt x="2101725" y="115516"/>
                </a:lnTo>
                <a:lnTo>
                  <a:pt x="2101532" y="115133"/>
                </a:lnTo>
                <a:lnTo>
                  <a:pt x="2101349" y="114742"/>
                </a:lnTo>
                <a:lnTo>
                  <a:pt x="2101175" y="114343"/>
                </a:lnTo>
                <a:lnTo>
                  <a:pt x="2101010" y="113936"/>
                </a:lnTo>
                <a:lnTo>
                  <a:pt x="2100854" y="113520"/>
                </a:lnTo>
                <a:lnTo>
                  <a:pt x="2100708" y="113097"/>
                </a:lnTo>
                <a:lnTo>
                  <a:pt x="2100571" y="112665"/>
                </a:lnTo>
                <a:lnTo>
                  <a:pt x="2100443" y="112225"/>
                </a:lnTo>
                <a:lnTo>
                  <a:pt x="2100322" y="111778"/>
                </a:lnTo>
                <a:lnTo>
                  <a:pt x="2100206" y="111326"/>
                </a:lnTo>
                <a:lnTo>
                  <a:pt x="2100096" y="110870"/>
                </a:lnTo>
                <a:lnTo>
                  <a:pt x="2099991" y="110408"/>
                </a:lnTo>
                <a:lnTo>
                  <a:pt x="2099890" y="109942"/>
                </a:lnTo>
                <a:lnTo>
                  <a:pt x="2099795" y="109470"/>
                </a:lnTo>
                <a:lnTo>
                  <a:pt x="2099705" y="108994"/>
                </a:lnTo>
                <a:lnTo>
                  <a:pt x="2099621" y="108512"/>
                </a:lnTo>
                <a:lnTo>
                  <a:pt x="2099541" y="108025"/>
                </a:lnTo>
                <a:lnTo>
                  <a:pt x="2099467" y="107534"/>
                </a:lnTo>
                <a:lnTo>
                  <a:pt x="2099397" y="107037"/>
                </a:lnTo>
                <a:lnTo>
                  <a:pt x="2099333" y="106536"/>
                </a:lnTo>
                <a:lnTo>
                  <a:pt x="2099274" y="106029"/>
                </a:lnTo>
                <a:lnTo>
                  <a:pt x="2099220" y="105518"/>
                </a:lnTo>
                <a:lnTo>
                  <a:pt x="2099171" y="105001"/>
                </a:lnTo>
                <a:lnTo>
                  <a:pt x="2099127" y="104480"/>
                </a:lnTo>
                <a:lnTo>
                  <a:pt x="2099089" y="103953"/>
                </a:lnTo>
                <a:lnTo>
                  <a:pt x="2099056" y="103422"/>
                </a:lnTo>
                <a:lnTo>
                  <a:pt x="2099027" y="102886"/>
                </a:lnTo>
                <a:lnTo>
                  <a:pt x="2099004" y="102344"/>
                </a:lnTo>
                <a:lnTo>
                  <a:pt x="2098986" y="101798"/>
                </a:lnTo>
                <a:lnTo>
                  <a:pt x="2098973" y="101246"/>
                </a:lnTo>
                <a:lnTo>
                  <a:pt x="2098966" y="100690"/>
                </a:lnTo>
                <a:lnTo>
                  <a:pt x="2098963" y="100129"/>
                </a:lnTo>
                <a:lnTo>
                  <a:pt x="2098963" y="37287"/>
                </a:lnTo>
                <a:lnTo>
                  <a:pt x="2082391" y="37287"/>
                </a:lnTo>
                <a:lnTo>
                  <a:pt x="2082391" y="102117"/>
                </a:lnTo>
                <a:lnTo>
                  <a:pt x="2082404" y="103506"/>
                </a:lnTo>
                <a:lnTo>
                  <a:pt x="2082442" y="104870"/>
                </a:lnTo>
                <a:lnTo>
                  <a:pt x="2082507" y="106209"/>
                </a:lnTo>
                <a:lnTo>
                  <a:pt x="2082597" y="107522"/>
                </a:lnTo>
                <a:lnTo>
                  <a:pt x="2082712" y="108811"/>
                </a:lnTo>
                <a:lnTo>
                  <a:pt x="2082853" y="110074"/>
                </a:lnTo>
                <a:lnTo>
                  <a:pt x="2083020" y="111312"/>
                </a:lnTo>
                <a:lnTo>
                  <a:pt x="2083213" y="112525"/>
                </a:lnTo>
                <a:lnTo>
                  <a:pt x="2083431" y="113714"/>
                </a:lnTo>
                <a:lnTo>
                  <a:pt x="2083675" y="114876"/>
                </a:lnTo>
                <a:lnTo>
                  <a:pt x="2083945" y="116014"/>
                </a:lnTo>
                <a:lnTo>
                  <a:pt x="2084241" y="117127"/>
                </a:lnTo>
                <a:lnTo>
                  <a:pt x="2084562" y="118214"/>
                </a:lnTo>
                <a:lnTo>
                  <a:pt x="2084909" y="119277"/>
                </a:lnTo>
                <a:lnTo>
                  <a:pt x="2085281" y="120314"/>
                </a:lnTo>
                <a:lnTo>
                  <a:pt x="2085679" y="121326"/>
                </a:lnTo>
                <a:lnTo>
                  <a:pt x="2086103" y="122313"/>
                </a:lnTo>
                <a:lnTo>
                  <a:pt x="2086553" y="123275"/>
                </a:lnTo>
                <a:lnTo>
                  <a:pt x="2087028" y="124212"/>
                </a:lnTo>
                <a:lnTo>
                  <a:pt x="2087529" y="125124"/>
                </a:lnTo>
                <a:lnTo>
                  <a:pt x="2088055" y="126010"/>
                </a:lnTo>
                <a:lnTo>
                  <a:pt x="2088608" y="126872"/>
                </a:lnTo>
                <a:lnTo>
                  <a:pt x="2089186" y="127708"/>
                </a:lnTo>
                <a:lnTo>
                  <a:pt x="2089789" y="128519"/>
                </a:lnTo>
                <a:lnTo>
                  <a:pt x="2090422" y="129301"/>
                </a:lnTo>
                <a:lnTo>
                  <a:pt x="2091087" y="130050"/>
                </a:lnTo>
                <a:lnTo>
                  <a:pt x="2091784" y="130765"/>
                </a:lnTo>
                <a:lnTo>
                  <a:pt x="2092513" y="131447"/>
                </a:lnTo>
                <a:lnTo>
                  <a:pt x="2093274" y="132095"/>
                </a:lnTo>
                <a:lnTo>
                  <a:pt x="2094068" y="132711"/>
                </a:lnTo>
                <a:lnTo>
                  <a:pt x="2094894" y="133293"/>
                </a:lnTo>
                <a:lnTo>
                  <a:pt x="2095752" y="133842"/>
                </a:lnTo>
                <a:lnTo>
                  <a:pt x="2096642" y="134358"/>
                </a:lnTo>
                <a:lnTo>
                  <a:pt x="2097564" y="134840"/>
                </a:lnTo>
                <a:lnTo>
                  <a:pt x="2098519" y="135289"/>
                </a:lnTo>
                <a:lnTo>
                  <a:pt x="2099506" y="135705"/>
                </a:lnTo>
                <a:lnTo>
                  <a:pt x="2100525" y="136087"/>
                </a:lnTo>
                <a:lnTo>
                  <a:pt x="2101576" y="136437"/>
                </a:lnTo>
                <a:lnTo>
                  <a:pt x="2102659" y="136753"/>
                </a:lnTo>
                <a:lnTo>
                  <a:pt x="2103775" y="137035"/>
                </a:lnTo>
                <a:lnTo>
                  <a:pt x="2104922" y="137285"/>
                </a:lnTo>
                <a:lnTo>
                  <a:pt x="2106102" y="137501"/>
                </a:lnTo>
                <a:lnTo>
                  <a:pt x="2107314" y="137684"/>
                </a:lnTo>
                <a:lnTo>
                  <a:pt x="2108559" y="137834"/>
                </a:lnTo>
                <a:lnTo>
                  <a:pt x="2109835" y="137950"/>
                </a:lnTo>
                <a:lnTo>
                  <a:pt x="2111144" y="138033"/>
                </a:lnTo>
                <a:lnTo>
                  <a:pt x="2112485" y="138083"/>
                </a:lnTo>
                <a:lnTo>
                  <a:pt x="2113858" y="138100"/>
                </a:lnTo>
                <a:lnTo>
                  <a:pt x="2114911" y="138091"/>
                </a:lnTo>
                <a:lnTo>
                  <a:pt x="2115949" y="138063"/>
                </a:lnTo>
                <a:lnTo>
                  <a:pt x="2116972" y="138018"/>
                </a:lnTo>
                <a:lnTo>
                  <a:pt x="2117981" y="137953"/>
                </a:lnTo>
                <a:lnTo>
                  <a:pt x="2118974" y="1378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" name="Text thereareanypotentialissuesoredge">
            <a:extLst xmlns:a="http://schemas.openxmlformats.org/drawingml/2006/main">
              <a:ext uri="{FF2B5EF4-FFF2-40B4-BE49-F238E27FC236}">
                <a16:creationId xmlns:a16="http://schemas.microsoft.com/office/drawing/2014/main" id="{979B95F9-494B-420B-A314-E3B34B00B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8963" y="7403211"/>
            <a:ext cx="3219469" cy="173332"/>
          </a:xfrm>
          <a:custGeom xmlns:a="http://schemas.openxmlformats.org/drawingml/2006/main">
            <a:pathLst>
              <a:path w="3219469" h="173332">
                <a:moveTo>
                  <a:pt x="1760124" y="18999"/>
                </a:moveTo>
                <a:lnTo>
                  <a:pt x="1760476" y="18947"/>
                </a:lnTo>
                <a:lnTo>
                  <a:pt x="1760822" y="18886"/>
                </a:lnTo>
                <a:lnTo>
                  <a:pt x="1761161" y="18816"/>
                </a:lnTo>
                <a:lnTo>
                  <a:pt x="1761495" y="18736"/>
                </a:lnTo>
                <a:lnTo>
                  <a:pt x="1761822" y="18646"/>
                </a:lnTo>
                <a:lnTo>
                  <a:pt x="1762144" y="18548"/>
                </a:lnTo>
                <a:lnTo>
                  <a:pt x="1762459" y="18439"/>
                </a:lnTo>
                <a:lnTo>
                  <a:pt x="1762768" y="18322"/>
                </a:lnTo>
                <a:lnTo>
                  <a:pt x="1763071" y="18195"/>
                </a:lnTo>
                <a:lnTo>
                  <a:pt x="1763367" y="18058"/>
                </a:lnTo>
                <a:lnTo>
                  <a:pt x="1763658" y="17912"/>
                </a:lnTo>
                <a:lnTo>
                  <a:pt x="1763942" y="17757"/>
                </a:lnTo>
                <a:lnTo>
                  <a:pt x="1764220" y="17593"/>
                </a:lnTo>
                <a:lnTo>
                  <a:pt x="1764492" y="17418"/>
                </a:lnTo>
                <a:lnTo>
                  <a:pt x="1764758" y="17235"/>
                </a:lnTo>
                <a:lnTo>
                  <a:pt x="1765018" y="17042"/>
                </a:lnTo>
                <a:lnTo>
                  <a:pt x="1765271" y="16840"/>
                </a:lnTo>
                <a:lnTo>
                  <a:pt x="1765519" y="16628"/>
                </a:lnTo>
                <a:lnTo>
                  <a:pt x="1765760" y="16407"/>
                </a:lnTo>
                <a:lnTo>
                  <a:pt x="1765993" y="16179"/>
                </a:lnTo>
                <a:lnTo>
                  <a:pt x="1766216" y="15945"/>
                </a:lnTo>
                <a:lnTo>
                  <a:pt x="1766430" y="15707"/>
                </a:lnTo>
                <a:lnTo>
                  <a:pt x="1766633" y="15464"/>
                </a:lnTo>
                <a:lnTo>
                  <a:pt x="1766827" y="15216"/>
                </a:lnTo>
                <a:lnTo>
                  <a:pt x="1767010" y="14963"/>
                </a:lnTo>
                <a:lnTo>
                  <a:pt x="1767184" y="14705"/>
                </a:lnTo>
                <a:lnTo>
                  <a:pt x="1767347" y="14442"/>
                </a:lnTo>
                <a:lnTo>
                  <a:pt x="1767501" y="14174"/>
                </a:lnTo>
                <a:lnTo>
                  <a:pt x="1767645" y="13901"/>
                </a:lnTo>
                <a:lnTo>
                  <a:pt x="1767779" y="13623"/>
                </a:lnTo>
                <a:lnTo>
                  <a:pt x="1767903" y="13340"/>
                </a:lnTo>
                <a:lnTo>
                  <a:pt x="1768017" y="13052"/>
                </a:lnTo>
                <a:lnTo>
                  <a:pt x="1768121" y="12759"/>
                </a:lnTo>
                <a:lnTo>
                  <a:pt x="1768216" y="12461"/>
                </a:lnTo>
                <a:lnTo>
                  <a:pt x="1768300" y="12159"/>
                </a:lnTo>
                <a:lnTo>
                  <a:pt x="1768374" y="11851"/>
                </a:lnTo>
                <a:lnTo>
                  <a:pt x="1768439" y="11538"/>
                </a:lnTo>
                <a:lnTo>
                  <a:pt x="1768494" y="11221"/>
                </a:lnTo>
                <a:lnTo>
                  <a:pt x="1768538" y="10898"/>
                </a:lnTo>
                <a:lnTo>
                  <a:pt x="1768573" y="10571"/>
                </a:lnTo>
                <a:lnTo>
                  <a:pt x="1768598" y="10238"/>
                </a:lnTo>
                <a:lnTo>
                  <a:pt x="1768613" y="9901"/>
                </a:lnTo>
                <a:lnTo>
                  <a:pt x="1768618" y="9558"/>
                </a:lnTo>
                <a:lnTo>
                  <a:pt x="1768613" y="9216"/>
                </a:lnTo>
                <a:lnTo>
                  <a:pt x="1768598" y="8879"/>
                </a:lnTo>
                <a:lnTo>
                  <a:pt x="1768573" y="8546"/>
                </a:lnTo>
                <a:lnTo>
                  <a:pt x="1768538" y="8219"/>
                </a:lnTo>
                <a:lnTo>
                  <a:pt x="1768494" y="7896"/>
                </a:lnTo>
                <a:lnTo>
                  <a:pt x="1768439" y="7578"/>
                </a:lnTo>
                <a:lnTo>
                  <a:pt x="1768374" y="7266"/>
                </a:lnTo>
                <a:lnTo>
                  <a:pt x="1768300" y="6958"/>
                </a:lnTo>
                <a:lnTo>
                  <a:pt x="1768216" y="6655"/>
                </a:lnTo>
                <a:lnTo>
                  <a:pt x="1768121" y="6358"/>
                </a:lnTo>
                <a:lnTo>
                  <a:pt x="1768017" y="6065"/>
                </a:lnTo>
                <a:lnTo>
                  <a:pt x="1767903" y="5777"/>
                </a:lnTo>
                <a:lnTo>
                  <a:pt x="1767779" y="5494"/>
                </a:lnTo>
                <a:lnTo>
                  <a:pt x="1767645" y="5216"/>
                </a:lnTo>
                <a:lnTo>
                  <a:pt x="1767501" y="4943"/>
                </a:lnTo>
                <a:lnTo>
                  <a:pt x="1767347" y="4675"/>
                </a:lnTo>
                <a:lnTo>
                  <a:pt x="1767184" y="4412"/>
                </a:lnTo>
                <a:lnTo>
                  <a:pt x="1767010" y="4154"/>
                </a:lnTo>
                <a:lnTo>
                  <a:pt x="1766827" y="3901"/>
                </a:lnTo>
                <a:lnTo>
                  <a:pt x="1766633" y="3653"/>
                </a:lnTo>
                <a:lnTo>
                  <a:pt x="1766430" y="3410"/>
                </a:lnTo>
                <a:lnTo>
                  <a:pt x="1766216" y="3171"/>
                </a:lnTo>
                <a:lnTo>
                  <a:pt x="1765993" y="2938"/>
                </a:lnTo>
                <a:lnTo>
                  <a:pt x="1765760" y="2710"/>
                </a:lnTo>
                <a:lnTo>
                  <a:pt x="1765519" y="2489"/>
                </a:lnTo>
                <a:lnTo>
                  <a:pt x="1765271" y="2277"/>
                </a:lnTo>
                <a:lnTo>
                  <a:pt x="1765018" y="2075"/>
                </a:lnTo>
                <a:lnTo>
                  <a:pt x="1764758" y="1882"/>
                </a:lnTo>
                <a:lnTo>
                  <a:pt x="1764492" y="1698"/>
                </a:lnTo>
                <a:lnTo>
                  <a:pt x="1764220" y="1524"/>
                </a:lnTo>
                <a:lnTo>
                  <a:pt x="1763942" y="1360"/>
                </a:lnTo>
                <a:lnTo>
                  <a:pt x="1763658" y="1204"/>
                </a:lnTo>
                <a:lnTo>
                  <a:pt x="1763367" y="1059"/>
                </a:lnTo>
                <a:lnTo>
                  <a:pt x="1763071" y="922"/>
                </a:lnTo>
                <a:lnTo>
                  <a:pt x="1762768" y="795"/>
                </a:lnTo>
                <a:lnTo>
                  <a:pt x="1762459" y="677"/>
                </a:lnTo>
                <a:lnTo>
                  <a:pt x="1762144" y="569"/>
                </a:lnTo>
                <a:lnTo>
                  <a:pt x="1761822" y="470"/>
                </a:lnTo>
                <a:lnTo>
                  <a:pt x="1761495" y="381"/>
                </a:lnTo>
                <a:lnTo>
                  <a:pt x="1761161" y="301"/>
                </a:lnTo>
                <a:lnTo>
                  <a:pt x="1760822" y="231"/>
                </a:lnTo>
                <a:lnTo>
                  <a:pt x="1760476" y="169"/>
                </a:lnTo>
                <a:lnTo>
                  <a:pt x="1760124" y="118"/>
                </a:lnTo>
                <a:lnTo>
                  <a:pt x="1759765" y="75"/>
                </a:lnTo>
                <a:lnTo>
                  <a:pt x="1759401" y="42"/>
                </a:lnTo>
                <a:lnTo>
                  <a:pt x="1759030" y="19"/>
                </a:lnTo>
                <a:lnTo>
                  <a:pt x="1758654" y="5"/>
                </a:lnTo>
                <a:lnTo>
                  <a:pt x="1758271" y="0"/>
                </a:lnTo>
                <a:lnTo>
                  <a:pt x="1757888" y="5"/>
                </a:lnTo>
                <a:lnTo>
                  <a:pt x="1757512" y="19"/>
                </a:lnTo>
                <a:lnTo>
                  <a:pt x="1757141" y="42"/>
                </a:lnTo>
                <a:lnTo>
                  <a:pt x="1756778" y="75"/>
                </a:lnTo>
                <a:lnTo>
                  <a:pt x="1756420" y="118"/>
                </a:lnTo>
                <a:lnTo>
                  <a:pt x="1756069" y="169"/>
                </a:lnTo>
                <a:lnTo>
                  <a:pt x="1755724" y="231"/>
                </a:lnTo>
                <a:lnTo>
                  <a:pt x="1755386" y="301"/>
                </a:lnTo>
                <a:lnTo>
                  <a:pt x="1755054" y="381"/>
                </a:lnTo>
                <a:lnTo>
                  <a:pt x="1754728" y="470"/>
                </a:lnTo>
                <a:lnTo>
                  <a:pt x="1754408" y="569"/>
                </a:lnTo>
                <a:lnTo>
                  <a:pt x="1754095" y="677"/>
                </a:lnTo>
                <a:lnTo>
                  <a:pt x="1753788" y="795"/>
                </a:lnTo>
                <a:lnTo>
                  <a:pt x="1753488" y="922"/>
                </a:lnTo>
                <a:lnTo>
                  <a:pt x="1753194" y="1059"/>
                </a:lnTo>
                <a:lnTo>
                  <a:pt x="1752906" y="1204"/>
                </a:lnTo>
                <a:lnTo>
                  <a:pt x="1752624" y="1360"/>
                </a:lnTo>
                <a:lnTo>
                  <a:pt x="1752349" y="1524"/>
                </a:lnTo>
                <a:lnTo>
                  <a:pt x="1752080" y="1698"/>
                </a:lnTo>
                <a:lnTo>
                  <a:pt x="1751818" y="1882"/>
                </a:lnTo>
                <a:lnTo>
                  <a:pt x="1751562" y="2075"/>
                </a:lnTo>
                <a:lnTo>
                  <a:pt x="1751312" y="2277"/>
                </a:lnTo>
                <a:lnTo>
                  <a:pt x="1751068" y="2489"/>
                </a:lnTo>
                <a:lnTo>
                  <a:pt x="1750831" y="2710"/>
                </a:lnTo>
                <a:lnTo>
                  <a:pt x="1750602" y="2938"/>
                </a:lnTo>
                <a:lnTo>
                  <a:pt x="1750382" y="3171"/>
                </a:lnTo>
                <a:lnTo>
                  <a:pt x="1750173" y="3410"/>
                </a:lnTo>
                <a:lnTo>
                  <a:pt x="1749973" y="3653"/>
                </a:lnTo>
                <a:lnTo>
                  <a:pt x="1749783" y="3901"/>
                </a:lnTo>
                <a:lnTo>
                  <a:pt x="1749602" y="4154"/>
                </a:lnTo>
                <a:lnTo>
                  <a:pt x="1749432" y="4412"/>
                </a:lnTo>
                <a:lnTo>
                  <a:pt x="1749271" y="4675"/>
                </a:lnTo>
                <a:lnTo>
                  <a:pt x="1749120" y="4943"/>
                </a:lnTo>
                <a:lnTo>
                  <a:pt x="1748978" y="5216"/>
                </a:lnTo>
                <a:lnTo>
                  <a:pt x="1748847" y="5494"/>
                </a:lnTo>
                <a:lnTo>
                  <a:pt x="1748725" y="5777"/>
                </a:lnTo>
                <a:lnTo>
                  <a:pt x="1748613" y="6065"/>
                </a:lnTo>
                <a:lnTo>
                  <a:pt x="1748510" y="6358"/>
                </a:lnTo>
                <a:lnTo>
                  <a:pt x="1748418" y="6655"/>
                </a:lnTo>
                <a:lnTo>
                  <a:pt x="1748335" y="6958"/>
                </a:lnTo>
                <a:lnTo>
                  <a:pt x="1748262" y="7266"/>
                </a:lnTo>
                <a:lnTo>
                  <a:pt x="1748198" y="7578"/>
                </a:lnTo>
                <a:lnTo>
                  <a:pt x="1748145" y="7896"/>
                </a:lnTo>
                <a:lnTo>
                  <a:pt x="1748101" y="8219"/>
                </a:lnTo>
                <a:lnTo>
                  <a:pt x="1748067" y="8546"/>
                </a:lnTo>
                <a:lnTo>
                  <a:pt x="1748042" y="8879"/>
                </a:lnTo>
                <a:lnTo>
                  <a:pt x="1748028" y="9216"/>
                </a:lnTo>
                <a:lnTo>
                  <a:pt x="1748023" y="9558"/>
                </a:lnTo>
                <a:lnTo>
                  <a:pt x="1748028" y="9901"/>
                </a:lnTo>
                <a:lnTo>
                  <a:pt x="1748042" y="10238"/>
                </a:lnTo>
                <a:lnTo>
                  <a:pt x="1748067" y="10571"/>
                </a:lnTo>
                <a:lnTo>
                  <a:pt x="1748101" y="10898"/>
                </a:lnTo>
                <a:lnTo>
                  <a:pt x="1748145" y="11221"/>
                </a:lnTo>
                <a:lnTo>
                  <a:pt x="1748198" y="11538"/>
                </a:lnTo>
                <a:lnTo>
                  <a:pt x="1748262" y="11851"/>
                </a:lnTo>
                <a:lnTo>
                  <a:pt x="1748335" y="12159"/>
                </a:lnTo>
                <a:lnTo>
                  <a:pt x="1748418" y="12461"/>
                </a:lnTo>
                <a:lnTo>
                  <a:pt x="1748510" y="12759"/>
                </a:lnTo>
                <a:lnTo>
                  <a:pt x="1748613" y="13052"/>
                </a:lnTo>
                <a:lnTo>
                  <a:pt x="1748725" y="13340"/>
                </a:lnTo>
                <a:lnTo>
                  <a:pt x="1748847" y="13623"/>
                </a:lnTo>
                <a:lnTo>
                  <a:pt x="1748978" y="13901"/>
                </a:lnTo>
                <a:lnTo>
                  <a:pt x="1749120" y="14174"/>
                </a:lnTo>
                <a:lnTo>
                  <a:pt x="1749271" y="14442"/>
                </a:lnTo>
                <a:lnTo>
                  <a:pt x="1749432" y="14705"/>
                </a:lnTo>
                <a:lnTo>
                  <a:pt x="1749602" y="14963"/>
                </a:lnTo>
                <a:lnTo>
                  <a:pt x="1749783" y="15216"/>
                </a:lnTo>
                <a:lnTo>
                  <a:pt x="1749973" y="15464"/>
                </a:lnTo>
                <a:lnTo>
                  <a:pt x="1750173" y="15707"/>
                </a:lnTo>
                <a:lnTo>
                  <a:pt x="1750382" y="15945"/>
                </a:lnTo>
                <a:lnTo>
                  <a:pt x="1750602" y="16179"/>
                </a:lnTo>
                <a:lnTo>
                  <a:pt x="1750831" y="16407"/>
                </a:lnTo>
                <a:lnTo>
                  <a:pt x="1751068" y="16628"/>
                </a:lnTo>
                <a:lnTo>
                  <a:pt x="1751312" y="16840"/>
                </a:lnTo>
                <a:lnTo>
                  <a:pt x="1751562" y="17042"/>
                </a:lnTo>
                <a:lnTo>
                  <a:pt x="1751818" y="17235"/>
                </a:lnTo>
                <a:lnTo>
                  <a:pt x="1752080" y="17418"/>
                </a:lnTo>
                <a:lnTo>
                  <a:pt x="1752349" y="17593"/>
                </a:lnTo>
                <a:lnTo>
                  <a:pt x="1752624" y="17757"/>
                </a:lnTo>
                <a:lnTo>
                  <a:pt x="1752906" y="17912"/>
                </a:lnTo>
                <a:lnTo>
                  <a:pt x="1753194" y="18058"/>
                </a:lnTo>
                <a:lnTo>
                  <a:pt x="1753488" y="18195"/>
                </a:lnTo>
                <a:lnTo>
                  <a:pt x="1753788" y="18322"/>
                </a:lnTo>
                <a:lnTo>
                  <a:pt x="1754095" y="18439"/>
                </a:lnTo>
                <a:lnTo>
                  <a:pt x="1754408" y="18548"/>
                </a:lnTo>
                <a:lnTo>
                  <a:pt x="1754728" y="18646"/>
                </a:lnTo>
                <a:lnTo>
                  <a:pt x="1755054" y="18736"/>
                </a:lnTo>
                <a:lnTo>
                  <a:pt x="1755386" y="18816"/>
                </a:lnTo>
                <a:lnTo>
                  <a:pt x="1755724" y="18886"/>
                </a:lnTo>
                <a:lnTo>
                  <a:pt x="1756069" y="18947"/>
                </a:lnTo>
                <a:lnTo>
                  <a:pt x="1756420" y="18999"/>
                </a:lnTo>
                <a:lnTo>
                  <a:pt x="1756778" y="19042"/>
                </a:lnTo>
                <a:lnTo>
                  <a:pt x="1757141" y="19074"/>
                </a:lnTo>
                <a:lnTo>
                  <a:pt x="1757512" y="19098"/>
                </a:lnTo>
                <a:lnTo>
                  <a:pt x="1757888" y="19112"/>
                </a:lnTo>
                <a:lnTo>
                  <a:pt x="1758271" y="19117"/>
                </a:lnTo>
                <a:lnTo>
                  <a:pt x="1758654" y="19112"/>
                </a:lnTo>
                <a:lnTo>
                  <a:pt x="1759030" y="19098"/>
                </a:lnTo>
                <a:lnTo>
                  <a:pt x="1759401" y="19074"/>
                </a:lnTo>
                <a:lnTo>
                  <a:pt x="1759765" y="19042"/>
                </a:lnTo>
                <a:lnTo>
                  <a:pt x="1760124" y="18999"/>
                </a:lnTo>
                <a:close/>
                <a:moveTo>
                  <a:pt x="93689" y="64049"/>
                </a:moveTo>
                <a:lnTo>
                  <a:pt x="94094" y="63558"/>
                </a:lnTo>
                <a:lnTo>
                  <a:pt x="94508" y="63070"/>
                </a:lnTo>
                <a:lnTo>
                  <a:pt x="94932" y="62585"/>
                </a:lnTo>
                <a:lnTo>
                  <a:pt x="95366" y="62103"/>
                </a:lnTo>
                <a:lnTo>
                  <a:pt x="95810" y="61625"/>
                </a:lnTo>
                <a:lnTo>
                  <a:pt x="96264" y="61151"/>
                </a:lnTo>
                <a:lnTo>
                  <a:pt x="96727" y="60679"/>
                </a:lnTo>
                <a:lnTo>
                  <a:pt x="97201" y="60211"/>
                </a:lnTo>
                <a:lnTo>
                  <a:pt x="97685" y="59747"/>
                </a:lnTo>
                <a:lnTo>
                  <a:pt x="98178" y="59286"/>
                </a:lnTo>
                <a:lnTo>
                  <a:pt x="98682" y="58828"/>
                </a:lnTo>
                <a:lnTo>
                  <a:pt x="99195" y="58374"/>
                </a:lnTo>
                <a:lnTo>
                  <a:pt x="99719" y="57923"/>
                </a:lnTo>
                <a:lnTo>
                  <a:pt x="100252" y="57475"/>
                </a:lnTo>
                <a:lnTo>
                  <a:pt x="100795" y="57031"/>
                </a:lnTo>
                <a:lnTo>
                  <a:pt x="101348" y="56590"/>
                </a:lnTo>
                <a:lnTo>
                  <a:pt x="101911" y="56153"/>
                </a:lnTo>
                <a:lnTo>
                  <a:pt x="102484" y="55719"/>
                </a:lnTo>
                <a:lnTo>
                  <a:pt x="103067" y="55288"/>
                </a:lnTo>
                <a:lnTo>
                  <a:pt x="103660" y="54861"/>
                </a:lnTo>
                <a:lnTo>
                  <a:pt x="104262" y="54437"/>
                </a:lnTo>
                <a:lnTo>
                  <a:pt x="104876" y="54024"/>
                </a:lnTo>
                <a:lnTo>
                  <a:pt x="105502" y="53628"/>
                </a:lnTo>
                <a:lnTo>
                  <a:pt x="106139" y="53249"/>
                </a:lnTo>
                <a:lnTo>
                  <a:pt x="106789" y="52889"/>
                </a:lnTo>
                <a:lnTo>
                  <a:pt x="107450" y="52545"/>
                </a:lnTo>
                <a:lnTo>
                  <a:pt x="108124" y="52220"/>
                </a:lnTo>
                <a:lnTo>
                  <a:pt x="108809" y="51912"/>
                </a:lnTo>
                <a:lnTo>
                  <a:pt x="109507" y="51621"/>
                </a:lnTo>
                <a:lnTo>
                  <a:pt x="110216" y="51349"/>
                </a:lnTo>
                <a:lnTo>
                  <a:pt x="110938" y="51093"/>
                </a:lnTo>
                <a:lnTo>
                  <a:pt x="111671" y="50856"/>
                </a:lnTo>
                <a:lnTo>
                  <a:pt x="112417" y="50636"/>
                </a:lnTo>
                <a:lnTo>
                  <a:pt x="113174" y="50433"/>
                </a:lnTo>
                <a:lnTo>
                  <a:pt x="113943" y="50249"/>
                </a:lnTo>
                <a:lnTo>
                  <a:pt x="114725" y="50081"/>
                </a:lnTo>
                <a:lnTo>
                  <a:pt x="115518" y="49932"/>
                </a:lnTo>
                <a:lnTo>
                  <a:pt x="116323" y="49800"/>
                </a:lnTo>
                <a:lnTo>
                  <a:pt x="117140" y="49685"/>
                </a:lnTo>
                <a:lnTo>
                  <a:pt x="117970" y="49589"/>
                </a:lnTo>
                <a:lnTo>
                  <a:pt x="118811" y="49509"/>
                </a:lnTo>
                <a:lnTo>
                  <a:pt x="119664" y="49448"/>
                </a:lnTo>
                <a:lnTo>
                  <a:pt x="120529" y="49404"/>
                </a:lnTo>
                <a:lnTo>
                  <a:pt x="121406" y="49377"/>
                </a:lnTo>
                <a:lnTo>
                  <a:pt x="122295" y="49369"/>
                </a:lnTo>
                <a:lnTo>
                  <a:pt x="122889" y="49374"/>
                </a:lnTo>
                <a:lnTo>
                  <a:pt x="123471" y="49391"/>
                </a:lnTo>
                <a:lnTo>
                  <a:pt x="124041" y="49419"/>
                </a:lnTo>
                <a:lnTo>
                  <a:pt x="124600" y="49458"/>
                </a:lnTo>
                <a:lnTo>
                  <a:pt x="125147" y="49509"/>
                </a:lnTo>
                <a:lnTo>
                  <a:pt x="125683" y="49570"/>
                </a:lnTo>
                <a:lnTo>
                  <a:pt x="126206" y="49643"/>
                </a:lnTo>
                <a:lnTo>
                  <a:pt x="126719" y="49727"/>
                </a:lnTo>
                <a:lnTo>
                  <a:pt x="127219" y="49822"/>
                </a:lnTo>
                <a:lnTo>
                  <a:pt x="127708" y="49928"/>
                </a:lnTo>
                <a:lnTo>
                  <a:pt x="128185" y="50046"/>
                </a:lnTo>
                <a:lnTo>
                  <a:pt x="128651" y="50175"/>
                </a:lnTo>
                <a:lnTo>
                  <a:pt x="129105" y="50315"/>
                </a:lnTo>
                <a:lnTo>
                  <a:pt x="129548" y="50466"/>
                </a:lnTo>
                <a:lnTo>
                  <a:pt x="129978" y="50628"/>
                </a:lnTo>
                <a:lnTo>
                  <a:pt x="130397" y="50802"/>
                </a:lnTo>
                <a:lnTo>
                  <a:pt x="130805" y="50986"/>
                </a:lnTo>
                <a:lnTo>
                  <a:pt x="131201" y="51182"/>
                </a:lnTo>
                <a:lnTo>
                  <a:pt x="131585" y="51389"/>
                </a:lnTo>
                <a:lnTo>
                  <a:pt x="131958" y="51608"/>
                </a:lnTo>
                <a:lnTo>
                  <a:pt x="132319" y="51837"/>
                </a:lnTo>
                <a:lnTo>
                  <a:pt x="132668" y="52078"/>
                </a:lnTo>
                <a:lnTo>
                  <a:pt x="133006" y="52330"/>
                </a:lnTo>
                <a:lnTo>
                  <a:pt x="133332" y="52593"/>
                </a:lnTo>
                <a:lnTo>
                  <a:pt x="133648" y="52866"/>
                </a:lnTo>
                <a:lnTo>
                  <a:pt x="133956" y="53147"/>
                </a:lnTo>
                <a:lnTo>
                  <a:pt x="134255" y="53436"/>
                </a:lnTo>
                <a:lnTo>
                  <a:pt x="134546" y="53734"/>
                </a:lnTo>
                <a:lnTo>
                  <a:pt x="134828" y="54041"/>
                </a:lnTo>
                <a:lnTo>
                  <a:pt x="135102" y="54355"/>
                </a:lnTo>
                <a:lnTo>
                  <a:pt x="135368" y="54678"/>
                </a:lnTo>
                <a:lnTo>
                  <a:pt x="135626" y="55010"/>
                </a:lnTo>
                <a:lnTo>
                  <a:pt x="135875" y="55349"/>
                </a:lnTo>
                <a:lnTo>
                  <a:pt x="136115" y="55698"/>
                </a:lnTo>
                <a:lnTo>
                  <a:pt x="136347" y="56054"/>
                </a:lnTo>
                <a:lnTo>
                  <a:pt x="136571" y="56419"/>
                </a:lnTo>
                <a:lnTo>
                  <a:pt x="136787" y="56792"/>
                </a:lnTo>
                <a:lnTo>
                  <a:pt x="136994" y="57174"/>
                </a:lnTo>
                <a:lnTo>
                  <a:pt x="137193" y="57564"/>
                </a:lnTo>
                <a:lnTo>
                  <a:pt x="137383" y="57962"/>
                </a:lnTo>
                <a:lnTo>
                  <a:pt x="137565" y="58368"/>
                </a:lnTo>
                <a:lnTo>
                  <a:pt x="137738" y="58783"/>
                </a:lnTo>
                <a:lnTo>
                  <a:pt x="137904" y="59207"/>
                </a:lnTo>
                <a:lnTo>
                  <a:pt x="138060" y="59639"/>
                </a:lnTo>
                <a:lnTo>
                  <a:pt x="138209" y="60079"/>
                </a:lnTo>
                <a:lnTo>
                  <a:pt x="138349" y="60527"/>
                </a:lnTo>
                <a:lnTo>
                  <a:pt x="138480" y="60984"/>
                </a:lnTo>
                <a:lnTo>
                  <a:pt x="138604" y="61449"/>
                </a:lnTo>
                <a:lnTo>
                  <a:pt x="138720" y="61921"/>
                </a:lnTo>
                <a:lnTo>
                  <a:pt x="138832" y="62398"/>
                </a:lnTo>
                <a:lnTo>
                  <a:pt x="138939" y="62880"/>
                </a:lnTo>
                <a:lnTo>
                  <a:pt x="139040" y="63368"/>
                </a:lnTo>
                <a:lnTo>
                  <a:pt x="139137" y="63861"/>
                </a:lnTo>
                <a:lnTo>
                  <a:pt x="139229" y="64360"/>
                </a:lnTo>
                <a:lnTo>
                  <a:pt x="139316" y="64864"/>
                </a:lnTo>
                <a:lnTo>
                  <a:pt x="139397" y="65373"/>
                </a:lnTo>
                <a:lnTo>
                  <a:pt x="139474" y="65887"/>
                </a:lnTo>
                <a:lnTo>
                  <a:pt x="139546" y="66407"/>
                </a:lnTo>
                <a:lnTo>
                  <a:pt x="139613" y="66933"/>
                </a:lnTo>
                <a:lnTo>
                  <a:pt x="139675" y="67463"/>
                </a:lnTo>
                <a:lnTo>
                  <a:pt x="139732" y="67999"/>
                </a:lnTo>
                <a:lnTo>
                  <a:pt x="139784" y="68540"/>
                </a:lnTo>
                <a:lnTo>
                  <a:pt x="139832" y="69087"/>
                </a:lnTo>
                <a:lnTo>
                  <a:pt x="139874" y="69639"/>
                </a:lnTo>
                <a:lnTo>
                  <a:pt x="139911" y="70196"/>
                </a:lnTo>
                <a:lnTo>
                  <a:pt x="139943" y="70759"/>
                </a:lnTo>
                <a:lnTo>
                  <a:pt x="139970" y="71327"/>
                </a:lnTo>
                <a:lnTo>
                  <a:pt x="139993" y="71900"/>
                </a:lnTo>
                <a:lnTo>
                  <a:pt x="140010" y="72479"/>
                </a:lnTo>
                <a:lnTo>
                  <a:pt x="140023" y="73063"/>
                </a:lnTo>
                <a:lnTo>
                  <a:pt x="140030" y="73652"/>
                </a:lnTo>
                <a:lnTo>
                  <a:pt x="140032" y="74247"/>
                </a:lnTo>
                <a:lnTo>
                  <a:pt x="140032" y="136183"/>
                </a:lnTo>
                <a:lnTo>
                  <a:pt x="156489" y="136183"/>
                </a:lnTo>
                <a:lnTo>
                  <a:pt x="156489" y="72233"/>
                </a:lnTo>
                <a:lnTo>
                  <a:pt x="156476" y="70787"/>
                </a:lnTo>
                <a:lnTo>
                  <a:pt x="156440" y="69369"/>
                </a:lnTo>
                <a:lnTo>
                  <a:pt x="156379" y="67978"/>
                </a:lnTo>
                <a:lnTo>
                  <a:pt x="156293" y="66615"/>
                </a:lnTo>
                <a:lnTo>
                  <a:pt x="156183" y="65280"/>
                </a:lnTo>
                <a:lnTo>
                  <a:pt x="156048" y="63972"/>
                </a:lnTo>
                <a:lnTo>
                  <a:pt x="155889" y="62692"/>
                </a:lnTo>
                <a:lnTo>
                  <a:pt x="155706" y="61439"/>
                </a:lnTo>
                <a:lnTo>
                  <a:pt x="155498" y="60214"/>
                </a:lnTo>
                <a:lnTo>
                  <a:pt x="155266" y="59016"/>
                </a:lnTo>
                <a:lnTo>
                  <a:pt x="155009" y="57846"/>
                </a:lnTo>
                <a:lnTo>
                  <a:pt x="154727" y="56704"/>
                </a:lnTo>
                <a:lnTo>
                  <a:pt x="154422" y="55589"/>
                </a:lnTo>
                <a:lnTo>
                  <a:pt x="154091" y="54502"/>
                </a:lnTo>
                <a:lnTo>
                  <a:pt x="153737" y="53442"/>
                </a:lnTo>
                <a:lnTo>
                  <a:pt x="153357" y="52410"/>
                </a:lnTo>
                <a:lnTo>
                  <a:pt x="152954" y="51406"/>
                </a:lnTo>
                <a:lnTo>
                  <a:pt x="152526" y="50429"/>
                </a:lnTo>
                <a:lnTo>
                  <a:pt x="152073" y="49479"/>
                </a:lnTo>
                <a:lnTo>
                  <a:pt x="151596" y="48558"/>
                </a:lnTo>
                <a:lnTo>
                  <a:pt x="151094" y="47664"/>
                </a:lnTo>
                <a:lnTo>
                  <a:pt x="150568" y="46797"/>
                </a:lnTo>
                <a:lnTo>
                  <a:pt x="150018" y="45958"/>
                </a:lnTo>
                <a:lnTo>
                  <a:pt x="149443" y="45147"/>
                </a:lnTo>
                <a:lnTo>
                  <a:pt x="148840" y="44366"/>
                </a:lnTo>
                <a:lnTo>
                  <a:pt x="148206" y="43618"/>
                </a:lnTo>
                <a:lnTo>
                  <a:pt x="147539" y="42903"/>
                </a:lnTo>
                <a:lnTo>
                  <a:pt x="146841" y="42221"/>
                </a:lnTo>
                <a:lnTo>
                  <a:pt x="146112" y="41573"/>
                </a:lnTo>
                <a:lnTo>
                  <a:pt x="145351" y="40958"/>
                </a:lnTo>
                <a:lnTo>
                  <a:pt x="144558" y="40377"/>
                </a:lnTo>
                <a:lnTo>
                  <a:pt x="143733" y="39828"/>
                </a:lnTo>
                <a:lnTo>
                  <a:pt x="142877" y="39313"/>
                </a:lnTo>
                <a:lnTo>
                  <a:pt x="141989" y="38831"/>
                </a:lnTo>
                <a:lnTo>
                  <a:pt x="141070" y="38382"/>
                </a:lnTo>
                <a:lnTo>
                  <a:pt x="140119" y="37966"/>
                </a:lnTo>
                <a:lnTo>
                  <a:pt x="139136" y="37584"/>
                </a:lnTo>
                <a:lnTo>
                  <a:pt x="138122" y="37235"/>
                </a:lnTo>
                <a:lnTo>
                  <a:pt x="137076" y="36919"/>
                </a:lnTo>
                <a:lnTo>
                  <a:pt x="135998" y="36637"/>
                </a:lnTo>
                <a:lnTo>
                  <a:pt x="134888" y="36387"/>
                </a:lnTo>
                <a:lnTo>
                  <a:pt x="133747" y="36171"/>
                </a:lnTo>
                <a:lnTo>
                  <a:pt x="132575" y="35989"/>
                </a:lnTo>
                <a:lnTo>
                  <a:pt x="131371" y="35839"/>
                </a:lnTo>
                <a:lnTo>
                  <a:pt x="130135" y="35723"/>
                </a:lnTo>
                <a:lnTo>
                  <a:pt x="128867" y="35640"/>
                </a:lnTo>
                <a:lnTo>
                  <a:pt x="127568" y="35590"/>
                </a:lnTo>
                <a:lnTo>
                  <a:pt x="126237" y="35573"/>
                </a:lnTo>
                <a:lnTo>
                  <a:pt x="125177" y="35582"/>
                </a:lnTo>
                <a:lnTo>
                  <a:pt x="124133" y="35609"/>
                </a:lnTo>
                <a:lnTo>
                  <a:pt x="123105" y="35654"/>
                </a:lnTo>
                <a:lnTo>
                  <a:pt x="122093" y="35717"/>
                </a:lnTo>
                <a:lnTo>
                  <a:pt x="121096" y="35798"/>
                </a:lnTo>
                <a:lnTo>
                  <a:pt x="120115" y="35896"/>
                </a:lnTo>
                <a:lnTo>
                  <a:pt x="119150" y="36013"/>
                </a:lnTo>
                <a:lnTo>
                  <a:pt x="118200" y="36148"/>
                </a:lnTo>
                <a:lnTo>
                  <a:pt x="117267" y="36301"/>
                </a:lnTo>
                <a:lnTo>
                  <a:pt x="116349" y="36471"/>
                </a:lnTo>
                <a:lnTo>
                  <a:pt x="115446" y="36660"/>
                </a:lnTo>
                <a:lnTo>
                  <a:pt x="114560" y="36866"/>
                </a:lnTo>
                <a:lnTo>
                  <a:pt x="113689" y="37091"/>
                </a:lnTo>
                <a:lnTo>
                  <a:pt x="112834" y="37333"/>
                </a:lnTo>
                <a:lnTo>
                  <a:pt x="111995" y="37594"/>
                </a:lnTo>
                <a:lnTo>
                  <a:pt x="111171" y="37872"/>
                </a:lnTo>
                <a:lnTo>
                  <a:pt x="110363" y="38169"/>
                </a:lnTo>
                <a:lnTo>
                  <a:pt x="109571" y="38483"/>
                </a:lnTo>
                <a:lnTo>
                  <a:pt x="108795" y="38815"/>
                </a:lnTo>
                <a:lnTo>
                  <a:pt x="108034" y="39166"/>
                </a:lnTo>
                <a:lnTo>
                  <a:pt x="107289" y="39534"/>
                </a:lnTo>
                <a:lnTo>
                  <a:pt x="106560" y="39920"/>
                </a:lnTo>
                <a:lnTo>
                  <a:pt x="105847" y="40324"/>
                </a:lnTo>
                <a:lnTo>
                  <a:pt x="105149" y="40746"/>
                </a:lnTo>
                <a:lnTo>
                  <a:pt x="104466" y="41179"/>
                </a:lnTo>
                <a:lnTo>
                  <a:pt x="103796" y="41613"/>
                </a:lnTo>
                <a:lnTo>
                  <a:pt x="103140" y="42050"/>
                </a:lnTo>
                <a:lnTo>
                  <a:pt x="102497" y="42489"/>
                </a:lnTo>
                <a:lnTo>
                  <a:pt x="101867" y="42930"/>
                </a:lnTo>
                <a:lnTo>
                  <a:pt x="101251" y="43373"/>
                </a:lnTo>
                <a:lnTo>
                  <a:pt x="100648" y="43819"/>
                </a:lnTo>
                <a:lnTo>
                  <a:pt x="100058" y="44266"/>
                </a:lnTo>
                <a:lnTo>
                  <a:pt x="99482" y="44716"/>
                </a:lnTo>
                <a:lnTo>
                  <a:pt x="98919" y="45169"/>
                </a:lnTo>
                <a:lnTo>
                  <a:pt x="98369" y="45623"/>
                </a:lnTo>
                <a:lnTo>
                  <a:pt x="97833" y="46080"/>
                </a:lnTo>
                <a:lnTo>
                  <a:pt x="97310" y="46539"/>
                </a:lnTo>
                <a:lnTo>
                  <a:pt x="96800" y="47000"/>
                </a:lnTo>
                <a:lnTo>
                  <a:pt x="96304" y="47463"/>
                </a:lnTo>
                <a:lnTo>
                  <a:pt x="95821" y="47929"/>
                </a:lnTo>
                <a:lnTo>
                  <a:pt x="95351" y="48397"/>
                </a:lnTo>
                <a:lnTo>
                  <a:pt x="94895" y="48867"/>
                </a:lnTo>
                <a:lnTo>
                  <a:pt x="94452" y="49339"/>
                </a:lnTo>
                <a:lnTo>
                  <a:pt x="94022" y="49813"/>
                </a:lnTo>
                <a:lnTo>
                  <a:pt x="93606" y="50290"/>
                </a:lnTo>
                <a:lnTo>
                  <a:pt x="93203" y="50769"/>
                </a:lnTo>
                <a:lnTo>
                  <a:pt x="92814" y="51250"/>
                </a:lnTo>
                <a:lnTo>
                  <a:pt x="92438" y="51734"/>
                </a:lnTo>
                <a:lnTo>
                  <a:pt x="92438" y="3547"/>
                </a:lnTo>
                <a:lnTo>
                  <a:pt x="76080" y="3547"/>
                </a:lnTo>
                <a:lnTo>
                  <a:pt x="76080" y="136183"/>
                </a:lnTo>
                <a:lnTo>
                  <a:pt x="92536" y="136183"/>
                </a:lnTo>
                <a:lnTo>
                  <a:pt x="92536" y="65545"/>
                </a:lnTo>
                <a:lnTo>
                  <a:pt x="92911" y="65043"/>
                </a:lnTo>
                <a:lnTo>
                  <a:pt x="93295" y="64544"/>
                </a:lnTo>
                <a:lnTo>
                  <a:pt x="93689" y="64049"/>
                </a:lnTo>
                <a:close/>
                <a:moveTo>
                  <a:pt x="44404" y="122845"/>
                </a:moveTo>
                <a:lnTo>
                  <a:pt x="43730" y="122802"/>
                </a:lnTo>
                <a:lnTo>
                  <a:pt x="43077" y="122741"/>
                </a:lnTo>
                <a:lnTo>
                  <a:pt x="42447" y="122663"/>
                </a:lnTo>
                <a:lnTo>
                  <a:pt x="41840" y="122568"/>
                </a:lnTo>
                <a:lnTo>
                  <a:pt x="41254" y="122456"/>
                </a:lnTo>
                <a:lnTo>
                  <a:pt x="40692" y="122326"/>
                </a:lnTo>
                <a:lnTo>
                  <a:pt x="40151" y="122179"/>
                </a:lnTo>
                <a:lnTo>
                  <a:pt x="39633" y="122015"/>
                </a:lnTo>
                <a:lnTo>
                  <a:pt x="39138" y="121833"/>
                </a:lnTo>
                <a:lnTo>
                  <a:pt x="38665" y="121634"/>
                </a:lnTo>
                <a:lnTo>
                  <a:pt x="38214" y="121418"/>
                </a:lnTo>
                <a:lnTo>
                  <a:pt x="37786" y="121184"/>
                </a:lnTo>
                <a:lnTo>
                  <a:pt x="37380" y="120933"/>
                </a:lnTo>
                <a:lnTo>
                  <a:pt x="36996" y="120665"/>
                </a:lnTo>
                <a:lnTo>
                  <a:pt x="36635" y="120380"/>
                </a:lnTo>
                <a:lnTo>
                  <a:pt x="36297" y="120077"/>
                </a:lnTo>
                <a:lnTo>
                  <a:pt x="35980" y="119757"/>
                </a:lnTo>
                <a:lnTo>
                  <a:pt x="35687" y="119420"/>
                </a:lnTo>
                <a:lnTo>
                  <a:pt x="35415" y="119065"/>
                </a:lnTo>
                <a:lnTo>
                  <a:pt x="35166" y="118693"/>
                </a:lnTo>
                <a:lnTo>
                  <a:pt x="34940" y="118304"/>
                </a:lnTo>
                <a:lnTo>
                  <a:pt x="34735" y="117897"/>
                </a:lnTo>
                <a:lnTo>
                  <a:pt x="34546" y="117474"/>
                </a:lnTo>
                <a:lnTo>
                  <a:pt x="34366" y="117036"/>
                </a:lnTo>
                <a:lnTo>
                  <a:pt x="34193" y="116583"/>
                </a:lnTo>
                <a:lnTo>
                  <a:pt x="34028" y="116115"/>
                </a:lnTo>
                <a:lnTo>
                  <a:pt x="33871" y="115632"/>
                </a:lnTo>
                <a:lnTo>
                  <a:pt x="33722" y="115133"/>
                </a:lnTo>
                <a:lnTo>
                  <a:pt x="33582" y="114619"/>
                </a:lnTo>
                <a:lnTo>
                  <a:pt x="33449" y="114090"/>
                </a:lnTo>
                <a:lnTo>
                  <a:pt x="33324" y="113546"/>
                </a:lnTo>
                <a:lnTo>
                  <a:pt x="33208" y="112987"/>
                </a:lnTo>
                <a:lnTo>
                  <a:pt x="33099" y="112413"/>
                </a:lnTo>
                <a:lnTo>
                  <a:pt x="32999" y="111823"/>
                </a:lnTo>
                <a:lnTo>
                  <a:pt x="32906" y="111218"/>
                </a:lnTo>
                <a:lnTo>
                  <a:pt x="32822" y="110599"/>
                </a:lnTo>
                <a:lnTo>
                  <a:pt x="32745" y="109963"/>
                </a:lnTo>
                <a:lnTo>
                  <a:pt x="32677" y="109313"/>
                </a:lnTo>
                <a:lnTo>
                  <a:pt x="32617" y="108648"/>
                </a:lnTo>
                <a:lnTo>
                  <a:pt x="32564" y="107967"/>
                </a:lnTo>
                <a:lnTo>
                  <a:pt x="32520" y="107272"/>
                </a:lnTo>
                <a:lnTo>
                  <a:pt x="32484" y="106561"/>
                </a:lnTo>
                <a:lnTo>
                  <a:pt x="32456" y="105835"/>
                </a:lnTo>
                <a:lnTo>
                  <a:pt x="32436" y="105094"/>
                </a:lnTo>
                <a:lnTo>
                  <a:pt x="32424" y="104337"/>
                </a:lnTo>
                <a:lnTo>
                  <a:pt x="32420" y="103566"/>
                </a:lnTo>
                <a:lnTo>
                  <a:pt x="32420" y="50551"/>
                </a:lnTo>
                <a:lnTo>
                  <a:pt x="56069" y="50551"/>
                </a:lnTo>
                <a:lnTo>
                  <a:pt x="56069" y="37248"/>
                </a:lnTo>
                <a:lnTo>
                  <a:pt x="32420" y="37248"/>
                </a:lnTo>
                <a:lnTo>
                  <a:pt x="32420" y="15274"/>
                </a:lnTo>
                <a:lnTo>
                  <a:pt x="16062" y="15274"/>
                </a:lnTo>
                <a:lnTo>
                  <a:pt x="16062" y="37248"/>
                </a:lnTo>
                <a:lnTo>
                  <a:pt x="0" y="37248"/>
                </a:lnTo>
                <a:lnTo>
                  <a:pt x="0" y="50551"/>
                </a:lnTo>
                <a:lnTo>
                  <a:pt x="16062" y="50551"/>
                </a:lnTo>
                <a:lnTo>
                  <a:pt x="16062" y="104034"/>
                </a:lnTo>
                <a:lnTo>
                  <a:pt x="16066" y="104871"/>
                </a:lnTo>
                <a:lnTo>
                  <a:pt x="16078" y="105698"/>
                </a:lnTo>
                <a:lnTo>
                  <a:pt x="16098" y="106514"/>
                </a:lnTo>
                <a:lnTo>
                  <a:pt x="16126" y="107321"/>
                </a:lnTo>
                <a:lnTo>
                  <a:pt x="16163" y="108117"/>
                </a:lnTo>
                <a:lnTo>
                  <a:pt x="16207" y="108904"/>
                </a:lnTo>
                <a:lnTo>
                  <a:pt x="16259" y="109680"/>
                </a:lnTo>
                <a:lnTo>
                  <a:pt x="16319" y="110446"/>
                </a:lnTo>
                <a:lnTo>
                  <a:pt x="16388" y="111203"/>
                </a:lnTo>
                <a:lnTo>
                  <a:pt x="16464" y="111949"/>
                </a:lnTo>
                <a:lnTo>
                  <a:pt x="16549" y="112685"/>
                </a:lnTo>
                <a:lnTo>
                  <a:pt x="16641" y="113411"/>
                </a:lnTo>
                <a:lnTo>
                  <a:pt x="16741" y="114126"/>
                </a:lnTo>
                <a:lnTo>
                  <a:pt x="16850" y="114832"/>
                </a:lnTo>
                <a:lnTo>
                  <a:pt x="16967" y="115528"/>
                </a:lnTo>
                <a:lnTo>
                  <a:pt x="17091" y="116213"/>
                </a:lnTo>
                <a:lnTo>
                  <a:pt x="17224" y="116889"/>
                </a:lnTo>
                <a:lnTo>
                  <a:pt x="17365" y="117554"/>
                </a:lnTo>
                <a:lnTo>
                  <a:pt x="17513" y="118209"/>
                </a:lnTo>
                <a:lnTo>
                  <a:pt x="17670" y="118854"/>
                </a:lnTo>
                <a:lnTo>
                  <a:pt x="17835" y="119489"/>
                </a:lnTo>
                <a:lnTo>
                  <a:pt x="18008" y="120114"/>
                </a:lnTo>
                <a:lnTo>
                  <a:pt x="18189" y="120729"/>
                </a:lnTo>
                <a:lnTo>
                  <a:pt x="18378" y="121334"/>
                </a:lnTo>
                <a:lnTo>
                  <a:pt x="18577" y="121927"/>
                </a:lnTo>
                <a:lnTo>
                  <a:pt x="18791" y="122509"/>
                </a:lnTo>
                <a:lnTo>
                  <a:pt x="19017" y="123080"/>
                </a:lnTo>
                <a:lnTo>
                  <a:pt x="19258" y="123638"/>
                </a:lnTo>
                <a:lnTo>
                  <a:pt x="19512" y="124185"/>
                </a:lnTo>
                <a:lnTo>
                  <a:pt x="19779" y="124720"/>
                </a:lnTo>
                <a:lnTo>
                  <a:pt x="20060" y="125244"/>
                </a:lnTo>
                <a:lnTo>
                  <a:pt x="20354" y="125755"/>
                </a:lnTo>
                <a:lnTo>
                  <a:pt x="20662" y="126256"/>
                </a:lnTo>
                <a:lnTo>
                  <a:pt x="20983" y="126744"/>
                </a:lnTo>
                <a:lnTo>
                  <a:pt x="21318" y="127221"/>
                </a:lnTo>
                <a:lnTo>
                  <a:pt x="21667" y="127686"/>
                </a:lnTo>
                <a:lnTo>
                  <a:pt x="22028" y="128139"/>
                </a:lnTo>
                <a:lnTo>
                  <a:pt x="22404" y="128581"/>
                </a:lnTo>
                <a:lnTo>
                  <a:pt x="22793" y="129011"/>
                </a:lnTo>
                <a:lnTo>
                  <a:pt x="23195" y="129429"/>
                </a:lnTo>
                <a:lnTo>
                  <a:pt x="23611" y="129836"/>
                </a:lnTo>
                <a:lnTo>
                  <a:pt x="24041" y="130231"/>
                </a:lnTo>
                <a:lnTo>
                  <a:pt x="24484" y="130614"/>
                </a:lnTo>
                <a:lnTo>
                  <a:pt x="24940" y="130986"/>
                </a:lnTo>
                <a:lnTo>
                  <a:pt x="25410" y="131345"/>
                </a:lnTo>
                <a:lnTo>
                  <a:pt x="25894" y="131694"/>
                </a:lnTo>
                <a:lnTo>
                  <a:pt x="26391" y="132030"/>
                </a:lnTo>
                <a:lnTo>
                  <a:pt x="26901" y="132355"/>
                </a:lnTo>
                <a:lnTo>
                  <a:pt x="27428" y="132667"/>
                </a:lnTo>
                <a:lnTo>
                  <a:pt x="27974" y="132966"/>
                </a:lnTo>
                <a:lnTo>
                  <a:pt x="28538" y="133252"/>
                </a:lnTo>
                <a:lnTo>
                  <a:pt x="29121" y="133524"/>
                </a:lnTo>
                <a:lnTo>
                  <a:pt x="29723" y="133784"/>
                </a:lnTo>
                <a:lnTo>
                  <a:pt x="30344" y="134030"/>
                </a:lnTo>
                <a:lnTo>
                  <a:pt x="30984" y="134262"/>
                </a:lnTo>
                <a:lnTo>
                  <a:pt x="31642" y="134481"/>
                </a:lnTo>
                <a:lnTo>
                  <a:pt x="32320" y="134687"/>
                </a:lnTo>
                <a:lnTo>
                  <a:pt x="33016" y="134880"/>
                </a:lnTo>
                <a:lnTo>
                  <a:pt x="33731" y="135060"/>
                </a:lnTo>
                <a:lnTo>
                  <a:pt x="34464" y="135226"/>
                </a:lnTo>
                <a:lnTo>
                  <a:pt x="35217" y="135379"/>
                </a:lnTo>
                <a:lnTo>
                  <a:pt x="35988" y="135518"/>
                </a:lnTo>
                <a:lnTo>
                  <a:pt x="36779" y="135644"/>
                </a:lnTo>
                <a:lnTo>
                  <a:pt x="37588" y="135757"/>
                </a:lnTo>
                <a:lnTo>
                  <a:pt x="38415" y="135857"/>
                </a:lnTo>
                <a:lnTo>
                  <a:pt x="39262" y="135943"/>
                </a:lnTo>
                <a:lnTo>
                  <a:pt x="40128" y="136016"/>
                </a:lnTo>
                <a:lnTo>
                  <a:pt x="41012" y="136076"/>
                </a:lnTo>
                <a:lnTo>
                  <a:pt x="41915" y="136123"/>
                </a:lnTo>
                <a:lnTo>
                  <a:pt x="42837" y="136156"/>
                </a:lnTo>
                <a:lnTo>
                  <a:pt x="43778" y="136176"/>
                </a:lnTo>
                <a:lnTo>
                  <a:pt x="44737" y="136183"/>
                </a:lnTo>
                <a:lnTo>
                  <a:pt x="56266" y="136183"/>
                </a:lnTo>
                <a:lnTo>
                  <a:pt x="56266" y="122880"/>
                </a:lnTo>
                <a:lnTo>
                  <a:pt x="45821" y="122880"/>
                </a:lnTo>
                <a:lnTo>
                  <a:pt x="45102" y="122871"/>
                </a:lnTo>
                <a:lnTo>
                  <a:pt x="44404" y="122845"/>
                </a:lnTo>
                <a:close/>
                <a:moveTo>
                  <a:pt x="1433594" y="122802"/>
                </a:moveTo>
                <a:lnTo>
                  <a:pt x="1432941" y="122741"/>
                </a:lnTo>
                <a:lnTo>
                  <a:pt x="1432311" y="122663"/>
                </a:lnTo>
                <a:lnTo>
                  <a:pt x="1431704" y="122568"/>
                </a:lnTo>
                <a:lnTo>
                  <a:pt x="1431118" y="122456"/>
                </a:lnTo>
                <a:lnTo>
                  <a:pt x="1430556" y="122326"/>
                </a:lnTo>
                <a:lnTo>
                  <a:pt x="1430015" y="122179"/>
                </a:lnTo>
                <a:lnTo>
                  <a:pt x="1429497" y="122015"/>
                </a:lnTo>
                <a:lnTo>
                  <a:pt x="1429002" y="121833"/>
                </a:lnTo>
                <a:lnTo>
                  <a:pt x="1428529" y="121634"/>
                </a:lnTo>
                <a:lnTo>
                  <a:pt x="1428078" y="121418"/>
                </a:lnTo>
                <a:lnTo>
                  <a:pt x="1427650" y="121184"/>
                </a:lnTo>
                <a:lnTo>
                  <a:pt x="1427244" y="120933"/>
                </a:lnTo>
                <a:lnTo>
                  <a:pt x="1426860" y="120665"/>
                </a:lnTo>
                <a:lnTo>
                  <a:pt x="1426499" y="120380"/>
                </a:lnTo>
                <a:lnTo>
                  <a:pt x="1426161" y="120077"/>
                </a:lnTo>
                <a:lnTo>
                  <a:pt x="1425844" y="119757"/>
                </a:lnTo>
                <a:lnTo>
                  <a:pt x="1425551" y="119420"/>
                </a:lnTo>
                <a:lnTo>
                  <a:pt x="1425279" y="119065"/>
                </a:lnTo>
                <a:lnTo>
                  <a:pt x="1425030" y="118693"/>
                </a:lnTo>
                <a:lnTo>
                  <a:pt x="1424804" y="118304"/>
                </a:lnTo>
                <a:lnTo>
                  <a:pt x="1424599" y="117897"/>
                </a:lnTo>
                <a:lnTo>
                  <a:pt x="1424410" y="117474"/>
                </a:lnTo>
                <a:lnTo>
                  <a:pt x="1424230" y="117036"/>
                </a:lnTo>
                <a:lnTo>
                  <a:pt x="1424057" y="116583"/>
                </a:lnTo>
                <a:lnTo>
                  <a:pt x="1423892" y="116115"/>
                </a:lnTo>
                <a:lnTo>
                  <a:pt x="1423735" y="115632"/>
                </a:lnTo>
                <a:lnTo>
                  <a:pt x="1423586" y="115133"/>
                </a:lnTo>
                <a:lnTo>
                  <a:pt x="1423446" y="114619"/>
                </a:lnTo>
                <a:lnTo>
                  <a:pt x="1423313" y="114090"/>
                </a:lnTo>
                <a:lnTo>
                  <a:pt x="1423188" y="113546"/>
                </a:lnTo>
                <a:lnTo>
                  <a:pt x="1423072" y="112987"/>
                </a:lnTo>
                <a:lnTo>
                  <a:pt x="1422963" y="112413"/>
                </a:lnTo>
                <a:lnTo>
                  <a:pt x="1422863" y="111823"/>
                </a:lnTo>
                <a:lnTo>
                  <a:pt x="1422770" y="111218"/>
                </a:lnTo>
                <a:lnTo>
                  <a:pt x="1422686" y="110599"/>
                </a:lnTo>
                <a:lnTo>
                  <a:pt x="1422609" y="109963"/>
                </a:lnTo>
                <a:lnTo>
                  <a:pt x="1422541" y="109313"/>
                </a:lnTo>
                <a:lnTo>
                  <a:pt x="1422481" y="108648"/>
                </a:lnTo>
                <a:lnTo>
                  <a:pt x="1422428" y="107967"/>
                </a:lnTo>
                <a:lnTo>
                  <a:pt x="1422384" y="107272"/>
                </a:lnTo>
                <a:lnTo>
                  <a:pt x="1422348" y="106561"/>
                </a:lnTo>
                <a:lnTo>
                  <a:pt x="1422320" y="105835"/>
                </a:lnTo>
                <a:lnTo>
                  <a:pt x="1422300" y="105094"/>
                </a:lnTo>
                <a:lnTo>
                  <a:pt x="1422288" y="104337"/>
                </a:lnTo>
                <a:lnTo>
                  <a:pt x="1422284" y="103566"/>
                </a:lnTo>
                <a:lnTo>
                  <a:pt x="1422284" y="50551"/>
                </a:lnTo>
                <a:lnTo>
                  <a:pt x="1445933" y="50551"/>
                </a:lnTo>
                <a:lnTo>
                  <a:pt x="1445933" y="37248"/>
                </a:lnTo>
                <a:lnTo>
                  <a:pt x="1422284" y="37248"/>
                </a:lnTo>
                <a:lnTo>
                  <a:pt x="1422284" y="15274"/>
                </a:lnTo>
                <a:lnTo>
                  <a:pt x="1405926" y="15274"/>
                </a:lnTo>
                <a:lnTo>
                  <a:pt x="1405926" y="37248"/>
                </a:lnTo>
                <a:lnTo>
                  <a:pt x="1389864" y="37248"/>
                </a:lnTo>
                <a:lnTo>
                  <a:pt x="1389864" y="50551"/>
                </a:lnTo>
                <a:lnTo>
                  <a:pt x="1405926" y="50551"/>
                </a:lnTo>
                <a:lnTo>
                  <a:pt x="1405926" y="104034"/>
                </a:lnTo>
                <a:lnTo>
                  <a:pt x="1405930" y="104871"/>
                </a:lnTo>
                <a:lnTo>
                  <a:pt x="1405942" y="105698"/>
                </a:lnTo>
                <a:lnTo>
                  <a:pt x="1405962" y="106514"/>
                </a:lnTo>
                <a:lnTo>
                  <a:pt x="1405990" y="107321"/>
                </a:lnTo>
                <a:lnTo>
                  <a:pt x="1406027" y="108117"/>
                </a:lnTo>
                <a:lnTo>
                  <a:pt x="1406071" y="108904"/>
                </a:lnTo>
                <a:lnTo>
                  <a:pt x="1406123" y="109680"/>
                </a:lnTo>
                <a:lnTo>
                  <a:pt x="1406183" y="110446"/>
                </a:lnTo>
                <a:lnTo>
                  <a:pt x="1406252" y="111203"/>
                </a:lnTo>
                <a:lnTo>
                  <a:pt x="1406328" y="111949"/>
                </a:lnTo>
                <a:lnTo>
                  <a:pt x="1406413" y="112685"/>
                </a:lnTo>
                <a:lnTo>
                  <a:pt x="1406505" y="113411"/>
                </a:lnTo>
                <a:lnTo>
                  <a:pt x="1406605" y="114126"/>
                </a:lnTo>
                <a:lnTo>
                  <a:pt x="1406714" y="114832"/>
                </a:lnTo>
                <a:lnTo>
                  <a:pt x="1406831" y="115528"/>
                </a:lnTo>
                <a:lnTo>
                  <a:pt x="1406955" y="116213"/>
                </a:lnTo>
                <a:lnTo>
                  <a:pt x="1407088" y="116889"/>
                </a:lnTo>
                <a:lnTo>
                  <a:pt x="1407229" y="117554"/>
                </a:lnTo>
                <a:lnTo>
                  <a:pt x="1407377" y="118209"/>
                </a:lnTo>
                <a:lnTo>
                  <a:pt x="1407534" y="118854"/>
                </a:lnTo>
                <a:lnTo>
                  <a:pt x="1407699" y="119489"/>
                </a:lnTo>
                <a:lnTo>
                  <a:pt x="1407872" y="120114"/>
                </a:lnTo>
                <a:lnTo>
                  <a:pt x="1408053" y="120729"/>
                </a:lnTo>
                <a:lnTo>
                  <a:pt x="1408242" y="121334"/>
                </a:lnTo>
                <a:lnTo>
                  <a:pt x="1408441" y="121927"/>
                </a:lnTo>
                <a:lnTo>
                  <a:pt x="1408655" y="122509"/>
                </a:lnTo>
                <a:lnTo>
                  <a:pt x="1408881" y="123080"/>
                </a:lnTo>
                <a:lnTo>
                  <a:pt x="1409122" y="123638"/>
                </a:lnTo>
                <a:lnTo>
                  <a:pt x="1409376" y="124185"/>
                </a:lnTo>
                <a:lnTo>
                  <a:pt x="1409643" y="124720"/>
                </a:lnTo>
                <a:lnTo>
                  <a:pt x="1409924" y="125244"/>
                </a:lnTo>
                <a:lnTo>
                  <a:pt x="1410218" y="125755"/>
                </a:lnTo>
                <a:lnTo>
                  <a:pt x="1410526" y="126256"/>
                </a:lnTo>
                <a:lnTo>
                  <a:pt x="1410847" y="126744"/>
                </a:lnTo>
                <a:lnTo>
                  <a:pt x="1411182" y="127221"/>
                </a:lnTo>
                <a:lnTo>
                  <a:pt x="1411531" y="127686"/>
                </a:lnTo>
                <a:lnTo>
                  <a:pt x="1411892" y="128139"/>
                </a:lnTo>
                <a:lnTo>
                  <a:pt x="1412268" y="128581"/>
                </a:lnTo>
                <a:lnTo>
                  <a:pt x="1412657" y="129011"/>
                </a:lnTo>
                <a:lnTo>
                  <a:pt x="1413059" y="129429"/>
                </a:lnTo>
                <a:lnTo>
                  <a:pt x="1413475" y="129836"/>
                </a:lnTo>
                <a:lnTo>
                  <a:pt x="1413905" y="130231"/>
                </a:lnTo>
                <a:lnTo>
                  <a:pt x="1414348" y="130614"/>
                </a:lnTo>
                <a:lnTo>
                  <a:pt x="1414804" y="130986"/>
                </a:lnTo>
                <a:lnTo>
                  <a:pt x="1415274" y="131345"/>
                </a:lnTo>
                <a:lnTo>
                  <a:pt x="1415758" y="131694"/>
                </a:lnTo>
                <a:lnTo>
                  <a:pt x="1416255" y="132030"/>
                </a:lnTo>
                <a:lnTo>
                  <a:pt x="1416765" y="132355"/>
                </a:lnTo>
                <a:lnTo>
                  <a:pt x="1417292" y="132667"/>
                </a:lnTo>
                <a:lnTo>
                  <a:pt x="1417838" y="132966"/>
                </a:lnTo>
                <a:lnTo>
                  <a:pt x="1418402" y="133252"/>
                </a:lnTo>
                <a:lnTo>
                  <a:pt x="1418985" y="133524"/>
                </a:lnTo>
                <a:lnTo>
                  <a:pt x="1419587" y="133784"/>
                </a:lnTo>
                <a:lnTo>
                  <a:pt x="1420208" y="134030"/>
                </a:lnTo>
                <a:lnTo>
                  <a:pt x="1420848" y="134262"/>
                </a:lnTo>
                <a:lnTo>
                  <a:pt x="1421506" y="134481"/>
                </a:lnTo>
                <a:lnTo>
                  <a:pt x="1422184" y="134687"/>
                </a:lnTo>
                <a:lnTo>
                  <a:pt x="1422880" y="134880"/>
                </a:lnTo>
                <a:lnTo>
                  <a:pt x="1423595" y="135060"/>
                </a:lnTo>
                <a:lnTo>
                  <a:pt x="1424328" y="135226"/>
                </a:lnTo>
                <a:lnTo>
                  <a:pt x="1425081" y="135379"/>
                </a:lnTo>
                <a:lnTo>
                  <a:pt x="1425852" y="135518"/>
                </a:lnTo>
                <a:lnTo>
                  <a:pt x="1426643" y="135644"/>
                </a:lnTo>
                <a:lnTo>
                  <a:pt x="1427452" y="135757"/>
                </a:lnTo>
                <a:lnTo>
                  <a:pt x="1428279" y="135857"/>
                </a:lnTo>
                <a:lnTo>
                  <a:pt x="1429126" y="135943"/>
                </a:lnTo>
                <a:lnTo>
                  <a:pt x="1429992" y="136016"/>
                </a:lnTo>
                <a:lnTo>
                  <a:pt x="1430876" y="136076"/>
                </a:lnTo>
                <a:lnTo>
                  <a:pt x="1431779" y="136123"/>
                </a:lnTo>
                <a:lnTo>
                  <a:pt x="1432701" y="136156"/>
                </a:lnTo>
                <a:lnTo>
                  <a:pt x="1433642" y="136176"/>
                </a:lnTo>
                <a:lnTo>
                  <a:pt x="1434601" y="136183"/>
                </a:lnTo>
                <a:lnTo>
                  <a:pt x="1446130" y="136183"/>
                </a:lnTo>
                <a:lnTo>
                  <a:pt x="1446130" y="122880"/>
                </a:lnTo>
                <a:lnTo>
                  <a:pt x="1435685" y="122880"/>
                </a:lnTo>
                <a:lnTo>
                  <a:pt x="1434966" y="122871"/>
                </a:lnTo>
                <a:lnTo>
                  <a:pt x="1434268" y="122845"/>
                </a:lnTo>
                <a:lnTo>
                  <a:pt x="1433594" y="122802"/>
                </a:lnTo>
                <a:close/>
                <a:moveTo>
                  <a:pt x="1717742" y="122802"/>
                </a:moveTo>
                <a:lnTo>
                  <a:pt x="1717089" y="122741"/>
                </a:lnTo>
                <a:lnTo>
                  <a:pt x="1716459" y="122663"/>
                </a:lnTo>
                <a:lnTo>
                  <a:pt x="1715852" y="122568"/>
                </a:lnTo>
                <a:lnTo>
                  <a:pt x="1715266" y="122456"/>
                </a:lnTo>
                <a:lnTo>
                  <a:pt x="1714704" y="122326"/>
                </a:lnTo>
                <a:lnTo>
                  <a:pt x="1714163" y="122179"/>
                </a:lnTo>
                <a:lnTo>
                  <a:pt x="1713645" y="122015"/>
                </a:lnTo>
                <a:lnTo>
                  <a:pt x="1713150" y="121833"/>
                </a:lnTo>
                <a:lnTo>
                  <a:pt x="1712677" y="121634"/>
                </a:lnTo>
                <a:lnTo>
                  <a:pt x="1712226" y="121418"/>
                </a:lnTo>
                <a:lnTo>
                  <a:pt x="1711798" y="121184"/>
                </a:lnTo>
                <a:lnTo>
                  <a:pt x="1711392" y="120933"/>
                </a:lnTo>
                <a:lnTo>
                  <a:pt x="1711008" y="120665"/>
                </a:lnTo>
                <a:lnTo>
                  <a:pt x="1710647" y="120380"/>
                </a:lnTo>
                <a:lnTo>
                  <a:pt x="1710309" y="120077"/>
                </a:lnTo>
                <a:lnTo>
                  <a:pt x="1709993" y="119757"/>
                </a:lnTo>
                <a:lnTo>
                  <a:pt x="1709699" y="119420"/>
                </a:lnTo>
                <a:lnTo>
                  <a:pt x="1709427" y="119065"/>
                </a:lnTo>
                <a:lnTo>
                  <a:pt x="1709178" y="118693"/>
                </a:lnTo>
                <a:lnTo>
                  <a:pt x="1708952" y="118304"/>
                </a:lnTo>
                <a:lnTo>
                  <a:pt x="1708748" y="117897"/>
                </a:lnTo>
                <a:lnTo>
                  <a:pt x="1708559" y="117474"/>
                </a:lnTo>
                <a:lnTo>
                  <a:pt x="1708378" y="117036"/>
                </a:lnTo>
                <a:lnTo>
                  <a:pt x="1708205" y="116583"/>
                </a:lnTo>
                <a:lnTo>
                  <a:pt x="1708040" y="116115"/>
                </a:lnTo>
                <a:lnTo>
                  <a:pt x="1707883" y="115632"/>
                </a:lnTo>
                <a:lnTo>
                  <a:pt x="1707734" y="115133"/>
                </a:lnTo>
                <a:lnTo>
                  <a:pt x="1707594" y="114619"/>
                </a:lnTo>
                <a:lnTo>
                  <a:pt x="1707461" y="114090"/>
                </a:lnTo>
                <a:lnTo>
                  <a:pt x="1707336" y="113546"/>
                </a:lnTo>
                <a:lnTo>
                  <a:pt x="1707220" y="112987"/>
                </a:lnTo>
                <a:lnTo>
                  <a:pt x="1707111" y="112413"/>
                </a:lnTo>
                <a:lnTo>
                  <a:pt x="1707011" y="111823"/>
                </a:lnTo>
                <a:lnTo>
                  <a:pt x="1706918" y="111218"/>
                </a:lnTo>
                <a:lnTo>
                  <a:pt x="1706834" y="110599"/>
                </a:lnTo>
                <a:lnTo>
                  <a:pt x="1706757" y="109963"/>
                </a:lnTo>
                <a:lnTo>
                  <a:pt x="1706689" y="109313"/>
                </a:lnTo>
                <a:lnTo>
                  <a:pt x="1706629" y="108648"/>
                </a:lnTo>
                <a:lnTo>
                  <a:pt x="1706577" y="107967"/>
                </a:lnTo>
                <a:lnTo>
                  <a:pt x="1706532" y="107272"/>
                </a:lnTo>
                <a:lnTo>
                  <a:pt x="1706496" y="106561"/>
                </a:lnTo>
                <a:lnTo>
                  <a:pt x="1706468" y="105835"/>
                </a:lnTo>
                <a:lnTo>
                  <a:pt x="1706448" y="105094"/>
                </a:lnTo>
                <a:lnTo>
                  <a:pt x="1706436" y="104337"/>
                </a:lnTo>
                <a:lnTo>
                  <a:pt x="1706432" y="103566"/>
                </a:lnTo>
                <a:lnTo>
                  <a:pt x="1706432" y="50551"/>
                </a:lnTo>
                <a:lnTo>
                  <a:pt x="1730081" y="50551"/>
                </a:lnTo>
                <a:lnTo>
                  <a:pt x="1730081" y="37248"/>
                </a:lnTo>
                <a:lnTo>
                  <a:pt x="1706432" y="37248"/>
                </a:lnTo>
                <a:lnTo>
                  <a:pt x="1706432" y="15274"/>
                </a:lnTo>
                <a:lnTo>
                  <a:pt x="1690074" y="15274"/>
                </a:lnTo>
                <a:lnTo>
                  <a:pt x="1690074" y="37248"/>
                </a:lnTo>
                <a:lnTo>
                  <a:pt x="1674012" y="37248"/>
                </a:lnTo>
                <a:lnTo>
                  <a:pt x="1674012" y="50551"/>
                </a:lnTo>
                <a:lnTo>
                  <a:pt x="1690074" y="50551"/>
                </a:lnTo>
                <a:lnTo>
                  <a:pt x="1690074" y="104034"/>
                </a:lnTo>
                <a:lnTo>
                  <a:pt x="1690078" y="104871"/>
                </a:lnTo>
                <a:lnTo>
                  <a:pt x="1690090" y="105698"/>
                </a:lnTo>
                <a:lnTo>
                  <a:pt x="1690110" y="106514"/>
                </a:lnTo>
                <a:lnTo>
                  <a:pt x="1690138" y="107321"/>
                </a:lnTo>
                <a:lnTo>
                  <a:pt x="1690175" y="108117"/>
                </a:lnTo>
                <a:lnTo>
                  <a:pt x="1690219" y="108904"/>
                </a:lnTo>
                <a:lnTo>
                  <a:pt x="1690271" y="109680"/>
                </a:lnTo>
                <a:lnTo>
                  <a:pt x="1690331" y="110446"/>
                </a:lnTo>
                <a:lnTo>
                  <a:pt x="1690400" y="111203"/>
                </a:lnTo>
                <a:lnTo>
                  <a:pt x="1690476" y="111949"/>
                </a:lnTo>
                <a:lnTo>
                  <a:pt x="1690561" y="112685"/>
                </a:lnTo>
                <a:lnTo>
                  <a:pt x="1690653" y="113411"/>
                </a:lnTo>
                <a:lnTo>
                  <a:pt x="1690754" y="114126"/>
                </a:lnTo>
                <a:lnTo>
                  <a:pt x="1690862" y="114832"/>
                </a:lnTo>
                <a:lnTo>
                  <a:pt x="1690979" y="115528"/>
                </a:lnTo>
                <a:lnTo>
                  <a:pt x="1691103" y="116213"/>
                </a:lnTo>
                <a:lnTo>
                  <a:pt x="1691236" y="116889"/>
                </a:lnTo>
                <a:lnTo>
                  <a:pt x="1691377" y="117554"/>
                </a:lnTo>
                <a:lnTo>
                  <a:pt x="1691525" y="118209"/>
                </a:lnTo>
                <a:lnTo>
                  <a:pt x="1691682" y="118854"/>
                </a:lnTo>
                <a:lnTo>
                  <a:pt x="1691847" y="119489"/>
                </a:lnTo>
                <a:lnTo>
                  <a:pt x="1692020" y="120114"/>
                </a:lnTo>
                <a:lnTo>
                  <a:pt x="1692201" y="120729"/>
                </a:lnTo>
                <a:lnTo>
                  <a:pt x="1692390" y="121334"/>
                </a:lnTo>
                <a:lnTo>
                  <a:pt x="1692590" y="121927"/>
                </a:lnTo>
                <a:lnTo>
                  <a:pt x="1692803" y="122509"/>
                </a:lnTo>
                <a:lnTo>
                  <a:pt x="1693030" y="123080"/>
                </a:lnTo>
                <a:lnTo>
                  <a:pt x="1693270" y="123638"/>
                </a:lnTo>
                <a:lnTo>
                  <a:pt x="1693524" y="124185"/>
                </a:lnTo>
                <a:lnTo>
                  <a:pt x="1693791" y="124720"/>
                </a:lnTo>
                <a:lnTo>
                  <a:pt x="1694072" y="125244"/>
                </a:lnTo>
                <a:lnTo>
                  <a:pt x="1694366" y="125755"/>
                </a:lnTo>
                <a:lnTo>
                  <a:pt x="1694674" y="126256"/>
                </a:lnTo>
                <a:lnTo>
                  <a:pt x="1694995" y="126744"/>
                </a:lnTo>
                <a:lnTo>
                  <a:pt x="1695330" y="127221"/>
                </a:lnTo>
                <a:lnTo>
                  <a:pt x="1695679" y="127686"/>
                </a:lnTo>
                <a:lnTo>
                  <a:pt x="1696041" y="128139"/>
                </a:lnTo>
                <a:lnTo>
                  <a:pt x="1696416" y="128581"/>
                </a:lnTo>
                <a:lnTo>
                  <a:pt x="1696805" y="129011"/>
                </a:lnTo>
                <a:lnTo>
                  <a:pt x="1697207" y="129429"/>
                </a:lnTo>
                <a:lnTo>
                  <a:pt x="1697623" y="129836"/>
                </a:lnTo>
                <a:lnTo>
                  <a:pt x="1698053" y="130231"/>
                </a:lnTo>
                <a:lnTo>
                  <a:pt x="1698496" y="130614"/>
                </a:lnTo>
                <a:lnTo>
                  <a:pt x="1698952" y="130986"/>
                </a:lnTo>
                <a:lnTo>
                  <a:pt x="1699422" y="131345"/>
                </a:lnTo>
                <a:lnTo>
                  <a:pt x="1699906" y="131694"/>
                </a:lnTo>
                <a:lnTo>
                  <a:pt x="1700403" y="132030"/>
                </a:lnTo>
                <a:lnTo>
                  <a:pt x="1700914" y="132355"/>
                </a:lnTo>
                <a:lnTo>
                  <a:pt x="1701440" y="132667"/>
                </a:lnTo>
                <a:lnTo>
                  <a:pt x="1701986" y="132966"/>
                </a:lnTo>
                <a:lnTo>
                  <a:pt x="1702550" y="133252"/>
                </a:lnTo>
                <a:lnTo>
                  <a:pt x="1703133" y="133524"/>
                </a:lnTo>
                <a:lnTo>
                  <a:pt x="1703735" y="133784"/>
                </a:lnTo>
                <a:lnTo>
                  <a:pt x="1704356" y="134030"/>
                </a:lnTo>
                <a:lnTo>
                  <a:pt x="1704996" y="134262"/>
                </a:lnTo>
                <a:lnTo>
                  <a:pt x="1705654" y="134481"/>
                </a:lnTo>
                <a:lnTo>
                  <a:pt x="1706332" y="134687"/>
                </a:lnTo>
                <a:lnTo>
                  <a:pt x="1707028" y="134880"/>
                </a:lnTo>
                <a:lnTo>
                  <a:pt x="1707743" y="135060"/>
                </a:lnTo>
                <a:lnTo>
                  <a:pt x="1708477" y="135226"/>
                </a:lnTo>
                <a:lnTo>
                  <a:pt x="1709229" y="135379"/>
                </a:lnTo>
                <a:lnTo>
                  <a:pt x="1710000" y="135518"/>
                </a:lnTo>
                <a:lnTo>
                  <a:pt x="1710791" y="135644"/>
                </a:lnTo>
                <a:lnTo>
                  <a:pt x="1711600" y="135757"/>
                </a:lnTo>
                <a:lnTo>
                  <a:pt x="1712428" y="135857"/>
                </a:lnTo>
                <a:lnTo>
                  <a:pt x="1713274" y="135943"/>
                </a:lnTo>
                <a:lnTo>
                  <a:pt x="1714140" y="136016"/>
                </a:lnTo>
                <a:lnTo>
                  <a:pt x="1715024" y="136076"/>
                </a:lnTo>
                <a:lnTo>
                  <a:pt x="1715927" y="136123"/>
                </a:lnTo>
                <a:lnTo>
                  <a:pt x="1716849" y="136156"/>
                </a:lnTo>
                <a:lnTo>
                  <a:pt x="1717790" y="136176"/>
                </a:lnTo>
                <a:lnTo>
                  <a:pt x="1718749" y="136183"/>
                </a:lnTo>
                <a:lnTo>
                  <a:pt x="1730279" y="136183"/>
                </a:lnTo>
                <a:lnTo>
                  <a:pt x="1730279" y="122880"/>
                </a:lnTo>
                <a:lnTo>
                  <a:pt x="1719833" y="122880"/>
                </a:lnTo>
                <a:lnTo>
                  <a:pt x="1719114" y="122871"/>
                </a:lnTo>
                <a:lnTo>
                  <a:pt x="1718416" y="122845"/>
                </a:lnTo>
                <a:lnTo>
                  <a:pt x="1717742" y="122802"/>
                </a:lnTo>
                <a:close/>
                <a:moveTo>
                  <a:pt x="314117" y="64836"/>
                </a:moveTo>
                <a:lnTo>
                  <a:pt x="314391" y="64472"/>
                </a:lnTo>
                <a:lnTo>
                  <a:pt x="314667" y="64113"/>
                </a:lnTo>
                <a:lnTo>
                  <a:pt x="314947" y="63757"/>
                </a:lnTo>
                <a:lnTo>
                  <a:pt x="315230" y="63405"/>
                </a:lnTo>
                <a:lnTo>
                  <a:pt x="315516" y="63056"/>
                </a:lnTo>
                <a:lnTo>
                  <a:pt x="315805" y="62712"/>
                </a:lnTo>
                <a:lnTo>
                  <a:pt x="316097" y="62371"/>
                </a:lnTo>
                <a:lnTo>
                  <a:pt x="316392" y="62033"/>
                </a:lnTo>
                <a:lnTo>
                  <a:pt x="316690" y="61700"/>
                </a:lnTo>
                <a:lnTo>
                  <a:pt x="316991" y="61370"/>
                </a:lnTo>
                <a:lnTo>
                  <a:pt x="317296" y="61044"/>
                </a:lnTo>
                <a:lnTo>
                  <a:pt x="317603" y="60722"/>
                </a:lnTo>
                <a:lnTo>
                  <a:pt x="317914" y="60404"/>
                </a:lnTo>
                <a:lnTo>
                  <a:pt x="318227" y="60089"/>
                </a:lnTo>
                <a:lnTo>
                  <a:pt x="318544" y="59778"/>
                </a:lnTo>
                <a:lnTo>
                  <a:pt x="318864" y="59471"/>
                </a:lnTo>
                <a:lnTo>
                  <a:pt x="319186" y="59167"/>
                </a:lnTo>
                <a:lnTo>
                  <a:pt x="319512" y="58868"/>
                </a:lnTo>
                <a:lnTo>
                  <a:pt x="319841" y="58572"/>
                </a:lnTo>
                <a:lnTo>
                  <a:pt x="320173" y="58279"/>
                </a:lnTo>
                <a:lnTo>
                  <a:pt x="320509" y="57991"/>
                </a:lnTo>
                <a:lnTo>
                  <a:pt x="320848" y="57707"/>
                </a:lnTo>
                <a:lnTo>
                  <a:pt x="321192" y="57428"/>
                </a:lnTo>
                <a:lnTo>
                  <a:pt x="321540" y="57154"/>
                </a:lnTo>
                <a:lnTo>
                  <a:pt x="321894" y="56886"/>
                </a:lnTo>
                <a:lnTo>
                  <a:pt x="322252" y="56622"/>
                </a:lnTo>
                <a:lnTo>
                  <a:pt x="322615" y="56364"/>
                </a:lnTo>
                <a:lnTo>
                  <a:pt x="322983" y="56111"/>
                </a:lnTo>
                <a:lnTo>
                  <a:pt x="323355" y="55863"/>
                </a:lnTo>
                <a:lnTo>
                  <a:pt x="323733" y="55621"/>
                </a:lnTo>
                <a:lnTo>
                  <a:pt x="324115" y="55383"/>
                </a:lnTo>
                <a:lnTo>
                  <a:pt x="324502" y="55151"/>
                </a:lnTo>
                <a:lnTo>
                  <a:pt x="324894" y="54924"/>
                </a:lnTo>
                <a:lnTo>
                  <a:pt x="325290" y="54702"/>
                </a:lnTo>
                <a:lnTo>
                  <a:pt x="325692" y="54485"/>
                </a:lnTo>
                <a:lnTo>
                  <a:pt x="326098" y="54274"/>
                </a:lnTo>
                <a:lnTo>
                  <a:pt x="326509" y="54067"/>
                </a:lnTo>
                <a:lnTo>
                  <a:pt x="326924" y="53866"/>
                </a:lnTo>
                <a:lnTo>
                  <a:pt x="327345" y="53670"/>
                </a:lnTo>
                <a:lnTo>
                  <a:pt x="327770" y="53479"/>
                </a:lnTo>
                <a:lnTo>
                  <a:pt x="328200" y="53293"/>
                </a:lnTo>
                <a:lnTo>
                  <a:pt x="328635" y="53113"/>
                </a:lnTo>
                <a:lnTo>
                  <a:pt x="329075" y="52937"/>
                </a:lnTo>
                <a:lnTo>
                  <a:pt x="329519" y="52767"/>
                </a:lnTo>
                <a:lnTo>
                  <a:pt x="329968" y="52602"/>
                </a:lnTo>
                <a:lnTo>
                  <a:pt x="330423" y="52443"/>
                </a:lnTo>
                <a:lnTo>
                  <a:pt x="330884" y="52290"/>
                </a:lnTo>
                <a:lnTo>
                  <a:pt x="331351" y="52144"/>
                </a:lnTo>
                <a:lnTo>
                  <a:pt x="331824" y="52005"/>
                </a:lnTo>
                <a:lnTo>
                  <a:pt x="332304" y="51873"/>
                </a:lnTo>
                <a:lnTo>
                  <a:pt x="332789" y="51748"/>
                </a:lnTo>
                <a:lnTo>
                  <a:pt x="333281" y="51629"/>
                </a:lnTo>
                <a:lnTo>
                  <a:pt x="333779" y="51517"/>
                </a:lnTo>
                <a:lnTo>
                  <a:pt x="334283" y="51412"/>
                </a:lnTo>
                <a:lnTo>
                  <a:pt x="334793" y="51314"/>
                </a:lnTo>
                <a:lnTo>
                  <a:pt x="335309" y="51222"/>
                </a:lnTo>
                <a:lnTo>
                  <a:pt x="335832" y="51138"/>
                </a:lnTo>
                <a:lnTo>
                  <a:pt x="336360" y="51060"/>
                </a:lnTo>
                <a:lnTo>
                  <a:pt x="336895" y="50989"/>
                </a:lnTo>
                <a:lnTo>
                  <a:pt x="337436" y="50924"/>
                </a:lnTo>
                <a:lnTo>
                  <a:pt x="337983" y="50867"/>
                </a:lnTo>
                <a:lnTo>
                  <a:pt x="338536" y="50816"/>
                </a:lnTo>
                <a:lnTo>
                  <a:pt x="339096" y="50772"/>
                </a:lnTo>
                <a:lnTo>
                  <a:pt x="339661" y="50734"/>
                </a:lnTo>
                <a:lnTo>
                  <a:pt x="340233" y="50704"/>
                </a:lnTo>
                <a:lnTo>
                  <a:pt x="340811" y="50680"/>
                </a:lnTo>
                <a:lnTo>
                  <a:pt x="341395" y="50663"/>
                </a:lnTo>
                <a:lnTo>
                  <a:pt x="341985" y="50653"/>
                </a:lnTo>
                <a:lnTo>
                  <a:pt x="342582" y="50650"/>
                </a:lnTo>
                <a:lnTo>
                  <a:pt x="344848" y="50650"/>
                </a:lnTo>
                <a:lnTo>
                  <a:pt x="344848" y="35573"/>
                </a:lnTo>
                <a:lnTo>
                  <a:pt x="342877" y="35573"/>
                </a:lnTo>
                <a:lnTo>
                  <a:pt x="341924" y="35582"/>
                </a:lnTo>
                <a:lnTo>
                  <a:pt x="340986" y="35608"/>
                </a:lnTo>
                <a:lnTo>
                  <a:pt x="340063" y="35652"/>
                </a:lnTo>
                <a:lnTo>
                  <a:pt x="339155" y="35713"/>
                </a:lnTo>
                <a:lnTo>
                  <a:pt x="338262" y="35791"/>
                </a:lnTo>
                <a:lnTo>
                  <a:pt x="337384" y="35887"/>
                </a:lnTo>
                <a:lnTo>
                  <a:pt x="336521" y="36001"/>
                </a:lnTo>
                <a:lnTo>
                  <a:pt x="335673" y="36131"/>
                </a:lnTo>
                <a:lnTo>
                  <a:pt x="334840" y="36280"/>
                </a:lnTo>
                <a:lnTo>
                  <a:pt x="334022" y="36446"/>
                </a:lnTo>
                <a:lnTo>
                  <a:pt x="333220" y="36629"/>
                </a:lnTo>
                <a:lnTo>
                  <a:pt x="332432" y="36829"/>
                </a:lnTo>
                <a:lnTo>
                  <a:pt x="331659" y="37048"/>
                </a:lnTo>
                <a:lnTo>
                  <a:pt x="330902" y="37283"/>
                </a:lnTo>
                <a:lnTo>
                  <a:pt x="330159" y="37536"/>
                </a:lnTo>
                <a:lnTo>
                  <a:pt x="329432" y="37807"/>
                </a:lnTo>
                <a:lnTo>
                  <a:pt x="328720" y="38095"/>
                </a:lnTo>
                <a:lnTo>
                  <a:pt x="328022" y="38400"/>
                </a:lnTo>
                <a:lnTo>
                  <a:pt x="327340" y="38723"/>
                </a:lnTo>
                <a:lnTo>
                  <a:pt x="326673" y="39063"/>
                </a:lnTo>
                <a:lnTo>
                  <a:pt x="326021" y="39421"/>
                </a:lnTo>
                <a:lnTo>
                  <a:pt x="325384" y="39796"/>
                </a:lnTo>
                <a:lnTo>
                  <a:pt x="324762" y="40189"/>
                </a:lnTo>
                <a:lnTo>
                  <a:pt x="324155" y="40599"/>
                </a:lnTo>
                <a:lnTo>
                  <a:pt x="323561" y="41022"/>
                </a:lnTo>
                <a:lnTo>
                  <a:pt x="322978" y="41453"/>
                </a:lnTo>
                <a:lnTo>
                  <a:pt x="322405" y="41893"/>
                </a:lnTo>
                <a:lnTo>
                  <a:pt x="321844" y="42342"/>
                </a:lnTo>
                <a:lnTo>
                  <a:pt x="321294" y="42799"/>
                </a:lnTo>
                <a:lnTo>
                  <a:pt x="320755" y="43265"/>
                </a:lnTo>
                <a:lnTo>
                  <a:pt x="320227" y="43740"/>
                </a:lnTo>
                <a:lnTo>
                  <a:pt x="319709" y="44223"/>
                </a:lnTo>
                <a:lnTo>
                  <a:pt x="319203" y="44714"/>
                </a:lnTo>
                <a:lnTo>
                  <a:pt x="318707" y="45214"/>
                </a:lnTo>
                <a:lnTo>
                  <a:pt x="318223" y="45723"/>
                </a:lnTo>
                <a:lnTo>
                  <a:pt x="317749" y="46240"/>
                </a:lnTo>
                <a:lnTo>
                  <a:pt x="317287" y="46766"/>
                </a:lnTo>
                <a:lnTo>
                  <a:pt x="316835" y="47300"/>
                </a:lnTo>
                <a:lnTo>
                  <a:pt x="316395" y="47843"/>
                </a:lnTo>
                <a:lnTo>
                  <a:pt x="315965" y="48394"/>
                </a:lnTo>
                <a:lnTo>
                  <a:pt x="315546" y="48954"/>
                </a:lnTo>
                <a:lnTo>
                  <a:pt x="315138" y="49523"/>
                </a:lnTo>
                <a:lnTo>
                  <a:pt x="314741" y="50100"/>
                </a:lnTo>
                <a:lnTo>
                  <a:pt x="314355" y="50685"/>
                </a:lnTo>
                <a:lnTo>
                  <a:pt x="313980" y="51279"/>
                </a:lnTo>
                <a:lnTo>
                  <a:pt x="313616" y="51882"/>
                </a:lnTo>
                <a:lnTo>
                  <a:pt x="313263" y="52493"/>
                </a:lnTo>
                <a:lnTo>
                  <a:pt x="312921" y="53113"/>
                </a:lnTo>
                <a:lnTo>
                  <a:pt x="312330" y="37248"/>
                </a:lnTo>
                <a:lnTo>
                  <a:pt x="296859" y="37248"/>
                </a:lnTo>
                <a:lnTo>
                  <a:pt x="296859" y="136183"/>
                </a:lnTo>
                <a:lnTo>
                  <a:pt x="313315" y="136183"/>
                </a:lnTo>
                <a:lnTo>
                  <a:pt x="313315" y="65948"/>
                </a:lnTo>
                <a:lnTo>
                  <a:pt x="313579" y="65573"/>
                </a:lnTo>
                <a:lnTo>
                  <a:pt x="313847" y="65203"/>
                </a:lnTo>
                <a:lnTo>
                  <a:pt x="314117" y="64836"/>
                </a:lnTo>
                <a:close/>
                <a:moveTo>
                  <a:pt x="629949" y="64836"/>
                </a:moveTo>
                <a:lnTo>
                  <a:pt x="630223" y="64472"/>
                </a:lnTo>
                <a:lnTo>
                  <a:pt x="630500" y="64113"/>
                </a:lnTo>
                <a:lnTo>
                  <a:pt x="630779" y="63757"/>
                </a:lnTo>
                <a:lnTo>
                  <a:pt x="631062" y="63405"/>
                </a:lnTo>
                <a:lnTo>
                  <a:pt x="631348" y="63056"/>
                </a:lnTo>
                <a:lnTo>
                  <a:pt x="631637" y="62712"/>
                </a:lnTo>
                <a:lnTo>
                  <a:pt x="631929" y="62371"/>
                </a:lnTo>
                <a:lnTo>
                  <a:pt x="632224" y="62033"/>
                </a:lnTo>
                <a:lnTo>
                  <a:pt x="632522" y="61700"/>
                </a:lnTo>
                <a:lnTo>
                  <a:pt x="632823" y="61370"/>
                </a:lnTo>
                <a:lnTo>
                  <a:pt x="633128" y="61044"/>
                </a:lnTo>
                <a:lnTo>
                  <a:pt x="633435" y="60722"/>
                </a:lnTo>
                <a:lnTo>
                  <a:pt x="633746" y="60404"/>
                </a:lnTo>
                <a:lnTo>
                  <a:pt x="634059" y="60089"/>
                </a:lnTo>
                <a:lnTo>
                  <a:pt x="634376" y="59778"/>
                </a:lnTo>
                <a:lnTo>
                  <a:pt x="634696" y="59471"/>
                </a:lnTo>
                <a:lnTo>
                  <a:pt x="635019" y="59167"/>
                </a:lnTo>
                <a:lnTo>
                  <a:pt x="635344" y="58868"/>
                </a:lnTo>
                <a:lnTo>
                  <a:pt x="635673" y="58572"/>
                </a:lnTo>
                <a:lnTo>
                  <a:pt x="636005" y="58279"/>
                </a:lnTo>
                <a:lnTo>
                  <a:pt x="636341" y="57991"/>
                </a:lnTo>
                <a:lnTo>
                  <a:pt x="636680" y="57707"/>
                </a:lnTo>
                <a:lnTo>
                  <a:pt x="637024" y="57428"/>
                </a:lnTo>
                <a:lnTo>
                  <a:pt x="637372" y="57154"/>
                </a:lnTo>
                <a:lnTo>
                  <a:pt x="637726" y="56886"/>
                </a:lnTo>
                <a:lnTo>
                  <a:pt x="638084" y="56622"/>
                </a:lnTo>
                <a:lnTo>
                  <a:pt x="638447" y="56364"/>
                </a:lnTo>
                <a:lnTo>
                  <a:pt x="638815" y="56111"/>
                </a:lnTo>
                <a:lnTo>
                  <a:pt x="639187" y="55863"/>
                </a:lnTo>
                <a:lnTo>
                  <a:pt x="639565" y="55621"/>
                </a:lnTo>
                <a:lnTo>
                  <a:pt x="639947" y="55383"/>
                </a:lnTo>
                <a:lnTo>
                  <a:pt x="640334" y="55151"/>
                </a:lnTo>
                <a:lnTo>
                  <a:pt x="640726" y="54924"/>
                </a:lnTo>
                <a:lnTo>
                  <a:pt x="641122" y="54702"/>
                </a:lnTo>
                <a:lnTo>
                  <a:pt x="641524" y="54485"/>
                </a:lnTo>
                <a:lnTo>
                  <a:pt x="641930" y="54274"/>
                </a:lnTo>
                <a:lnTo>
                  <a:pt x="642341" y="54067"/>
                </a:lnTo>
                <a:lnTo>
                  <a:pt x="642756" y="53866"/>
                </a:lnTo>
                <a:lnTo>
                  <a:pt x="643177" y="53670"/>
                </a:lnTo>
                <a:lnTo>
                  <a:pt x="643602" y="53479"/>
                </a:lnTo>
                <a:lnTo>
                  <a:pt x="644032" y="53293"/>
                </a:lnTo>
                <a:lnTo>
                  <a:pt x="644467" y="53113"/>
                </a:lnTo>
                <a:lnTo>
                  <a:pt x="644907" y="52937"/>
                </a:lnTo>
                <a:lnTo>
                  <a:pt x="645351" y="52767"/>
                </a:lnTo>
                <a:lnTo>
                  <a:pt x="645800" y="52602"/>
                </a:lnTo>
                <a:lnTo>
                  <a:pt x="646255" y="52443"/>
                </a:lnTo>
                <a:lnTo>
                  <a:pt x="646716" y="52290"/>
                </a:lnTo>
                <a:lnTo>
                  <a:pt x="647183" y="52144"/>
                </a:lnTo>
                <a:lnTo>
                  <a:pt x="647656" y="52005"/>
                </a:lnTo>
                <a:lnTo>
                  <a:pt x="648136" y="51873"/>
                </a:lnTo>
                <a:lnTo>
                  <a:pt x="648621" y="51748"/>
                </a:lnTo>
                <a:lnTo>
                  <a:pt x="649113" y="51629"/>
                </a:lnTo>
                <a:lnTo>
                  <a:pt x="649611" y="51517"/>
                </a:lnTo>
                <a:lnTo>
                  <a:pt x="650115" y="51412"/>
                </a:lnTo>
                <a:lnTo>
                  <a:pt x="650625" y="51314"/>
                </a:lnTo>
                <a:lnTo>
                  <a:pt x="651141" y="51222"/>
                </a:lnTo>
                <a:lnTo>
                  <a:pt x="651664" y="51138"/>
                </a:lnTo>
                <a:lnTo>
                  <a:pt x="652192" y="51060"/>
                </a:lnTo>
                <a:lnTo>
                  <a:pt x="652727" y="50989"/>
                </a:lnTo>
                <a:lnTo>
                  <a:pt x="653268" y="50924"/>
                </a:lnTo>
                <a:lnTo>
                  <a:pt x="653815" y="50867"/>
                </a:lnTo>
                <a:lnTo>
                  <a:pt x="654368" y="50816"/>
                </a:lnTo>
                <a:lnTo>
                  <a:pt x="654928" y="50772"/>
                </a:lnTo>
                <a:lnTo>
                  <a:pt x="655493" y="50734"/>
                </a:lnTo>
                <a:lnTo>
                  <a:pt x="656065" y="50704"/>
                </a:lnTo>
                <a:lnTo>
                  <a:pt x="656643" y="50680"/>
                </a:lnTo>
                <a:lnTo>
                  <a:pt x="657227" y="50663"/>
                </a:lnTo>
                <a:lnTo>
                  <a:pt x="657817" y="50653"/>
                </a:lnTo>
                <a:lnTo>
                  <a:pt x="658414" y="50650"/>
                </a:lnTo>
                <a:lnTo>
                  <a:pt x="660680" y="50650"/>
                </a:lnTo>
                <a:lnTo>
                  <a:pt x="660680" y="35573"/>
                </a:lnTo>
                <a:lnTo>
                  <a:pt x="658709" y="35573"/>
                </a:lnTo>
                <a:lnTo>
                  <a:pt x="657756" y="35582"/>
                </a:lnTo>
                <a:lnTo>
                  <a:pt x="656818" y="35608"/>
                </a:lnTo>
                <a:lnTo>
                  <a:pt x="655895" y="35652"/>
                </a:lnTo>
                <a:lnTo>
                  <a:pt x="654987" y="35713"/>
                </a:lnTo>
                <a:lnTo>
                  <a:pt x="654094" y="35791"/>
                </a:lnTo>
                <a:lnTo>
                  <a:pt x="653216" y="35887"/>
                </a:lnTo>
                <a:lnTo>
                  <a:pt x="652353" y="36001"/>
                </a:lnTo>
                <a:lnTo>
                  <a:pt x="651505" y="36131"/>
                </a:lnTo>
                <a:lnTo>
                  <a:pt x="650672" y="36280"/>
                </a:lnTo>
                <a:lnTo>
                  <a:pt x="649854" y="36446"/>
                </a:lnTo>
                <a:lnTo>
                  <a:pt x="649052" y="36629"/>
                </a:lnTo>
                <a:lnTo>
                  <a:pt x="648264" y="36829"/>
                </a:lnTo>
                <a:lnTo>
                  <a:pt x="647491" y="37048"/>
                </a:lnTo>
                <a:lnTo>
                  <a:pt x="646734" y="37283"/>
                </a:lnTo>
                <a:lnTo>
                  <a:pt x="645991" y="37536"/>
                </a:lnTo>
                <a:lnTo>
                  <a:pt x="645264" y="37807"/>
                </a:lnTo>
                <a:lnTo>
                  <a:pt x="644552" y="38095"/>
                </a:lnTo>
                <a:lnTo>
                  <a:pt x="643854" y="38400"/>
                </a:lnTo>
                <a:lnTo>
                  <a:pt x="643172" y="38723"/>
                </a:lnTo>
                <a:lnTo>
                  <a:pt x="642505" y="39063"/>
                </a:lnTo>
                <a:lnTo>
                  <a:pt x="641853" y="39421"/>
                </a:lnTo>
                <a:lnTo>
                  <a:pt x="641216" y="39796"/>
                </a:lnTo>
                <a:lnTo>
                  <a:pt x="640594" y="40189"/>
                </a:lnTo>
                <a:lnTo>
                  <a:pt x="639987" y="40599"/>
                </a:lnTo>
                <a:lnTo>
                  <a:pt x="639393" y="41022"/>
                </a:lnTo>
                <a:lnTo>
                  <a:pt x="638810" y="41453"/>
                </a:lnTo>
                <a:lnTo>
                  <a:pt x="638238" y="41893"/>
                </a:lnTo>
                <a:lnTo>
                  <a:pt x="637676" y="42342"/>
                </a:lnTo>
                <a:lnTo>
                  <a:pt x="637126" y="42799"/>
                </a:lnTo>
                <a:lnTo>
                  <a:pt x="636587" y="43265"/>
                </a:lnTo>
                <a:lnTo>
                  <a:pt x="636059" y="43740"/>
                </a:lnTo>
                <a:lnTo>
                  <a:pt x="635541" y="44223"/>
                </a:lnTo>
                <a:lnTo>
                  <a:pt x="635035" y="44714"/>
                </a:lnTo>
                <a:lnTo>
                  <a:pt x="634540" y="45214"/>
                </a:lnTo>
                <a:lnTo>
                  <a:pt x="634055" y="45723"/>
                </a:lnTo>
                <a:lnTo>
                  <a:pt x="633581" y="46240"/>
                </a:lnTo>
                <a:lnTo>
                  <a:pt x="633119" y="46766"/>
                </a:lnTo>
                <a:lnTo>
                  <a:pt x="632667" y="47300"/>
                </a:lnTo>
                <a:lnTo>
                  <a:pt x="632227" y="47843"/>
                </a:lnTo>
                <a:lnTo>
                  <a:pt x="631797" y="48394"/>
                </a:lnTo>
                <a:lnTo>
                  <a:pt x="631378" y="48954"/>
                </a:lnTo>
                <a:lnTo>
                  <a:pt x="630970" y="49523"/>
                </a:lnTo>
                <a:lnTo>
                  <a:pt x="630573" y="50100"/>
                </a:lnTo>
                <a:lnTo>
                  <a:pt x="630187" y="50685"/>
                </a:lnTo>
                <a:lnTo>
                  <a:pt x="629812" y="51279"/>
                </a:lnTo>
                <a:lnTo>
                  <a:pt x="629448" y="51882"/>
                </a:lnTo>
                <a:lnTo>
                  <a:pt x="629095" y="52493"/>
                </a:lnTo>
                <a:lnTo>
                  <a:pt x="628753" y="53113"/>
                </a:lnTo>
                <a:lnTo>
                  <a:pt x="628162" y="37248"/>
                </a:lnTo>
                <a:lnTo>
                  <a:pt x="612691" y="37248"/>
                </a:lnTo>
                <a:lnTo>
                  <a:pt x="612691" y="136183"/>
                </a:lnTo>
                <a:lnTo>
                  <a:pt x="629147" y="136183"/>
                </a:lnTo>
                <a:lnTo>
                  <a:pt x="629147" y="65948"/>
                </a:lnTo>
                <a:lnTo>
                  <a:pt x="629411" y="65573"/>
                </a:lnTo>
                <a:lnTo>
                  <a:pt x="629679" y="65203"/>
                </a:lnTo>
                <a:lnTo>
                  <a:pt x="629949" y="64836"/>
                </a:lnTo>
                <a:close/>
                <a:moveTo>
                  <a:pt x="952389" y="64049"/>
                </a:moveTo>
                <a:lnTo>
                  <a:pt x="952793" y="63558"/>
                </a:lnTo>
                <a:lnTo>
                  <a:pt x="953208" y="63070"/>
                </a:lnTo>
                <a:lnTo>
                  <a:pt x="953632" y="62585"/>
                </a:lnTo>
                <a:lnTo>
                  <a:pt x="954066" y="62103"/>
                </a:lnTo>
                <a:lnTo>
                  <a:pt x="954510" y="61625"/>
                </a:lnTo>
                <a:lnTo>
                  <a:pt x="954964" y="61151"/>
                </a:lnTo>
                <a:lnTo>
                  <a:pt x="955427" y="60679"/>
                </a:lnTo>
                <a:lnTo>
                  <a:pt x="955901" y="60211"/>
                </a:lnTo>
                <a:lnTo>
                  <a:pt x="956385" y="59747"/>
                </a:lnTo>
                <a:lnTo>
                  <a:pt x="956878" y="59286"/>
                </a:lnTo>
                <a:lnTo>
                  <a:pt x="957382" y="58828"/>
                </a:lnTo>
                <a:lnTo>
                  <a:pt x="957895" y="58374"/>
                </a:lnTo>
                <a:lnTo>
                  <a:pt x="958418" y="57923"/>
                </a:lnTo>
                <a:lnTo>
                  <a:pt x="958952" y="57475"/>
                </a:lnTo>
                <a:lnTo>
                  <a:pt x="959495" y="57031"/>
                </a:lnTo>
                <a:lnTo>
                  <a:pt x="960048" y="56590"/>
                </a:lnTo>
                <a:lnTo>
                  <a:pt x="960611" y="56153"/>
                </a:lnTo>
                <a:lnTo>
                  <a:pt x="961184" y="55719"/>
                </a:lnTo>
                <a:lnTo>
                  <a:pt x="961767" y="55288"/>
                </a:lnTo>
                <a:lnTo>
                  <a:pt x="962360" y="54861"/>
                </a:lnTo>
                <a:lnTo>
                  <a:pt x="962962" y="54437"/>
                </a:lnTo>
                <a:lnTo>
                  <a:pt x="963576" y="54024"/>
                </a:lnTo>
                <a:lnTo>
                  <a:pt x="964202" y="53628"/>
                </a:lnTo>
                <a:lnTo>
                  <a:pt x="964839" y="53249"/>
                </a:lnTo>
                <a:lnTo>
                  <a:pt x="965489" y="52889"/>
                </a:lnTo>
                <a:lnTo>
                  <a:pt x="966150" y="52545"/>
                </a:lnTo>
                <a:lnTo>
                  <a:pt x="966824" y="52220"/>
                </a:lnTo>
                <a:lnTo>
                  <a:pt x="967509" y="51912"/>
                </a:lnTo>
                <a:lnTo>
                  <a:pt x="968207" y="51621"/>
                </a:lnTo>
                <a:lnTo>
                  <a:pt x="968916" y="51349"/>
                </a:lnTo>
                <a:lnTo>
                  <a:pt x="969638" y="51093"/>
                </a:lnTo>
                <a:lnTo>
                  <a:pt x="970371" y="50856"/>
                </a:lnTo>
                <a:lnTo>
                  <a:pt x="971116" y="50636"/>
                </a:lnTo>
                <a:lnTo>
                  <a:pt x="971874" y="50433"/>
                </a:lnTo>
                <a:lnTo>
                  <a:pt x="972643" y="50249"/>
                </a:lnTo>
                <a:lnTo>
                  <a:pt x="973424" y="50081"/>
                </a:lnTo>
                <a:lnTo>
                  <a:pt x="974218" y="49932"/>
                </a:lnTo>
                <a:lnTo>
                  <a:pt x="975023" y="49800"/>
                </a:lnTo>
                <a:lnTo>
                  <a:pt x="975840" y="49685"/>
                </a:lnTo>
                <a:lnTo>
                  <a:pt x="976669" y="49589"/>
                </a:lnTo>
                <a:lnTo>
                  <a:pt x="977511" y="49509"/>
                </a:lnTo>
                <a:lnTo>
                  <a:pt x="978364" y="49448"/>
                </a:lnTo>
                <a:lnTo>
                  <a:pt x="979229" y="49404"/>
                </a:lnTo>
                <a:lnTo>
                  <a:pt x="980106" y="49377"/>
                </a:lnTo>
                <a:lnTo>
                  <a:pt x="980995" y="49369"/>
                </a:lnTo>
                <a:lnTo>
                  <a:pt x="981589" y="49374"/>
                </a:lnTo>
                <a:lnTo>
                  <a:pt x="982170" y="49391"/>
                </a:lnTo>
                <a:lnTo>
                  <a:pt x="982740" y="49419"/>
                </a:lnTo>
                <a:lnTo>
                  <a:pt x="983299" y="49458"/>
                </a:lnTo>
                <a:lnTo>
                  <a:pt x="983845" y="49509"/>
                </a:lnTo>
                <a:lnTo>
                  <a:pt x="984379" y="49570"/>
                </a:lnTo>
                <a:lnTo>
                  <a:pt x="984902" y="49643"/>
                </a:lnTo>
                <a:lnTo>
                  <a:pt x="985413" y="49727"/>
                </a:lnTo>
                <a:lnTo>
                  <a:pt x="985912" y="49822"/>
                </a:lnTo>
                <a:lnTo>
                  <a:pt x="986399" y="49928"/>
                </a:lnTo>
                <a:lnTo>
                  <a:pt x="986875" y="50046"/>
                </a:lnTo>
                <a:lnTo>
                  <a:pt x="987339" y="50175"/>
                </a:lnTo>
                <a:lnTo>
                  <a:pt x="987791" y="50315"/>
                </a:lnTo>
                <a:lnTo>
                  <a:pt x="988231" y="50466"/>
                </a:lnTo>
                <a:lnTo>
                  <a:pt x="988659" y="50628"/>
                </a:lnTo>
                <a:lnTo>
                  <a:pt x="989075" y="50802"/>
                </a:lnTo>
                <a:lnTo>
                  <a:pt x="989480" y="50986"/>
                </a:lnTo>
                <a:lnTo>
                  <a:pt x="989873" y="51182"/>
                </a:lnTo>
                <a:lnTo>
                  <a:pt x="990254" y="51389"/>
                </a:lnTo>
                <a:lnTo>
                  <a:pt x="990623" y="51608"/>
                </a:lnTo>
                <a:lnTo>
                  <a:pt x="990981" y="51837"/>
                </a:lnTo>
                <a:lnTo>
                  <a:pt x="991326" y="52078"/>
                </a:lnTo>
                <a:lnTo>
                  <a:pt x="991660" y="52330"/>
                </a:lnTo>
                <a:lnTo>
                  <a:pt x="991982" y="52593"/>
                </a:lnTo>
                <a:lnTo>
                  <a:pt x="992295" y="52866"/>
                </a:lnTo>
                <a:lnTo>
                  <a:pt x="992599" y="53147"/>
                </a:lnTo>
                <a:lnTo>
                  <a:pt x="992895" y="53436"/>
                </a:lnTo>
                <a:lnTo>
                  <a:pt x="993183" y="53734"/>
                </a:lnTo>
                <a:lnTo>
                  <a:pt x="993463" y="54041"/>
                </a:lnTo>
                <a:lnTo>
                  <a:pt x="993735" y="54355"/>
                </a:lnTo>
                <a:lnTo>
                  <a:pt x="993998" y="54678"/>
                </a:lnTo>
                <a:lnTo>
                  <a:pt x="994254" y="55010"/>
                </a:lnTo>
                <a:lnTo>
                  <a:pt x="994502" y="55349"/>
                </a:lnTo>
                <a:lnTo>
                  <a:pt x="994742" y="55698"/>
                </a:lnTo>
                <a:lnTo>
                  <a:pt x="994974" y="56054"/>
                </a:lnTo>
                <a:lnTo>
                  <a:pt x="995197" y="56419"/>
                </a:lnTo>
                <a:lnTo>
                  <a:pt x="995413" y="56792"/>
                </a:lnTo>
                <a:lnTo>
                  <a:pt x="995621" y="57174"/>
                </a:lnTo>
                <a:lnTo>
                  <a:pt x="995820" y="57564"/>
                </a:lnTo>
                <a:lnTo>
                  <a:pt x="996012" y="57962"/>
                </a:lnTo>
                <a:lnTo>
                  <a:pt x="996195" y="58368"/>
                </a:lnTo>
                <a:lnTo>
                  <a:pt x="996371" y="58783"/>
                </a:lnTo>
                <a:lnTo>
                  <a:pt x="996538" y="59207"/>
                </a:lnTo>
                <a:lnTo>
                  <a:pt x="996697" y="59639"/>
                </a:lnTo>
                <a:lnTo>
                  <a:pt x="996849" y="60079"/>
                </a:lnTo>
                <a:lnTo>
                  <a:pt x="996992" y="60527"/>
                </a:lnTo>
                <a:lnTo>
                  <a:pt x="997127" y="60984"/>
                </a:lnTo>
                <a:lnTo>
                  <a:pt x="997254" y="61449"/>
                </a:lnTo>
                <a:lnTo>
                  <a:pt x="997375" y="61921"/>
                </a:lnTo>
                <a:lnTo>
                  <a:pt x="997490" y="62399"/>
                </a:lnTo>
                <a:lnTo>
                  <a:pt x="997601" y="62882"/>
                </a:lnTo>
                <a:lnTo>
                  <a:pt x="997706" y="63371"/>
                </a:lnTo>
                <a:lnTo>
                  <a:pt x="997806" y="63866"/>
                </a:lnTo>
                <a:lnTo>
                  <a:pt x="997901" y="64366"/>
                </a:lnTo>
                <a:lnTo>
                  <a:pt x="997991" y="64872"/>
                </a:lnTo>
                <a:lnTo>
                  <a:pt x="998075" y="65384"/>
                </a:lnTo>
                <a:lnTo>
                  <a:pt x="998155" y="65902"/>
                </a:lnTo>
                <a:lnTo>
                  <a:pt x="998229" y="66425"/>
                </a:lnTo>
                <a:lnTo>
                  <a:pt x="998299" y="66954"/>
                </a:lnTo>
                <a:lnTo>
                  <a:pt x="998363" y="67489"/>
                </a:lnTo>
                <a:lnTo>
                  <a:pt x="998422" y="68029"/>
                </a:lnTo>
                <a:lnTo>
                  <a:pt x="998476" y="68575"/>
                </a:lnTo>
                <a:lnTo>
                  <a:pt x="998525" y="69127"/>
                </a:lnTo>
                <a:lnTo>
                  <a:pt x="998568" y="69684"/>
                </a:lnTo>
                <a:lnTo>
                  <a:pt x="998607" y="70247"/>
                </a:lnTo>
                <a:lnTo>
                  <a:pt x="998640" y="70816"/>
                </a:lnTo>
                <a:lnTo>
                  <a:pt x="998668" y="71390"/>
                </a:lnTo>
                <a:lnTo>
                  <a:pt x="998691" y="71971"/>
                </a:lnTo>
                <a:lnTo>
                  <a:pt x="998709" y="72557"/>
                </a:lnTo>
                <a:lnTo>
                  <a:pt x="998722" y="73148"/>
                </a:lnTo>
                <a:lnTo>
                  <a:pt x="998730" y="73746"/>
                </a:lnTo>
                <a:lnTo>
                  <a:pt x="998732" y="74349"/>
                </a:lnTo>
                <a:lnTo>
                  <a:pt x="998732" y="136183"/>
                </a:lnTo>
                <a:lnTo>
                  <a:pt x="1015189" y="136183"/>
                </a:lnTo>
                <a:lnTo>
                  <a:pt x="1015189" y="72233"/>
                </a:lnTo>
                <a:lnTo>
                  <a:pt x="1015176" y="70795"/>
                </a:lnTo>
                <a:lnTo>
                  <a:pt x="1015139" y="69385"/>
                </a:lnTo>
                <a:lnTo>
                  <a:pt x="1015076" y="68001"/>
                </a:lnTo>
                <a:lnTo>
                  <a:pt x="1014989" y="66645"/>
                </a:lnTo>
                <a:lnTo>
                  <a:pt x="1014876" y="65315"/>
                </a:lnTo>
                <a:lnTo>
                  <a:pt x="1014739" y="64013"/>
                </a:lnTo>
                <a:lnTo>
                  <a:pt x="1014577" y="62738"/>
                </a:lnTo>
                <a:lnTo>
                  <a:pt x="1014389" y="61489"/>
                </a:lnTo>
                <a:lnTo>
                  <a:pt x="1014177" y="60268"/>
                </a:lnTo>
                <a:lnTo>
                  <a:pt x="1013940" y="59074"/>
                </a:lnTo>
                <a:lnTo>
                  <a:pt x="1013677" y="57907"/>
                </a:lnTo>
                <a:lnTo>
                  <a:pt x="1013390" y="56767"/>
                </a:lnTo>
                <a:lnTo>
                  <a:pt x="1013078" y="55654"/>
                </a:lnTo>
                <a:lnTo>
                  <a:pt x="1012741" y="54568"/>
                </a:lnTo>
                <a:lnTo>
                  <a:pt x="1012379" y="53509"/>
                </a:lnTo>
                <a:lnTo>
                  <a:pt x="1011992" y="52477"/>
                </a:lnTo>
                <a:lnTo>
                  <a:pt x="1011579" y="51472"/>
                </a:lnTo>
                <a:lnTo>
                  <a:pt x="1011142" y="50495"/>
                </a:lnTo>
                <a:lnTo>
                  <a:pt x="1010680" y="49544"/>
                </a:lnTo>
                <a:lnTo>
                  <a:pt x="1010193" y="48620"/>
                </a:lnTo>
                <a:lnTo>
                  <a:pt x="1009681" y="47724"/>
                </a:lnTo>
                <a:lnTo>
                  <a:pt x="1009144" y="46854"/>
                </a:lnTo>
                <a:lnTo>
                  <a:pt x="1008582" y="46012"/>
                </a:lnTo>
                <a:lnTo>
                  <a:pt x="1007995" y="45196"/>
                </a:lnTo>
                <a:lnTo>
                  <a:pt x="1007381" y="44411"/>
                </a:lnTo>
                <a:lnTo>
                  <a:pt x="1006737" y="43659"/>
                </a:lnTo>
                <a:lnTo>
                  <a:pt x="1006063" y="42941"/>
                </a:lnTo>
                <a:lnTo>
                  <a:pt x="1005359" y="42256"/>
                </a:lnTo>
                <a:lnTo>
                  <a:pt x="1004626" y="41604"/>
                </a:lnTo>
                <a:lnTo>
                  <a:pt x="1003863" y="40986"/>
                </a:lnTo>
                <a:lnTo>
                  <a:pt x="1003070" y="40401"/>
                </a:lnTo>
                <a:lnTo>
                  <a:pt x="1002247" y="39850"/>
                </a:lnTo>
                <a:lnTo>
                  <a:pt x="1001395" y="39332"/>
                </a:lnTo>
                <a:lnTo>
                  <a:pt x="1000512" y="38848"/>
                </a:lnTo>
                <a:lnTo>
                  <a:pt x="999600" y="38396"/>
                </a:lnTo>
                <a:lnTo>
                  <a:pt x="998658" y="37979"/>
                </a:lnTo>
                <a:lnTo>
                  <a:pt x="997687" y="37595"/>
                </a:lnTo>
                <a:lnTo>
                  <a:pt x="996686" y="37244"/>
                </a:lnTo>
                <a:lnTo>
                  <a:pt x="995655" y="36926"/>
                </a:lnTo>
                <a:lnTo>
                  <a:pt x="994594" y="36642"/>
                </a:lnTo>
                <a:lnTo>
                  <a:pt x="993503" y="36392"/>
                </a:lnTo>
                <a:lnTo>
                  <a:pt x="992383" y="36174"/>
                </a:lnTo>
                <a:lnTo>
                  <a:pt x="991233" y="35991"/>
                </a:lnTo>
                <a:lnTo>
                  <a:pt x="990053" y="35840"/>
                </a:lnTo>
                <a:lnTo>
                  <a:pt x="988843" y="35723"/>
                </a:lnTo>
                <a:lnTo>
                  <a:pt x="987604" y="35640"/>
                </a:lnTo>
                <a:lnTo>
                  <a:pt x="986334" y="35590"/>
                </a:lnTo>
                <a:lnTo>
                  <a:pt x="985035" y="35573"/>
                </a:lnTo>
                <a:lnTo>
                  <a:pt x="983968" y="35582"/>
                </a:lnTo>
                <a:lnTo>
                  <a:pt x="982916" y="35609"/>
                </a:lnTo>
                <a:lnTo>
                  <a:pt x="981880" y="35654"/>
                </a:lnTo>
                <a:lnTo>
                  <a:pt x="980861" y="35717"/>
                </a:lnTo>
                <a:lnTo>
                  <a:pt x="979858" y="35798"/>
                </a:lnTo>
                <a:lnTo>
                  <a:pt x="978870" y="35896"/>
                </a:lnTo>
                <a:lnTo>
                  <a:pt x="977899" y="36013"/>
                </a:lnTo>
                <a:lnTo>
                  <a:pt x="976944" y="36148"/>
                </a:lnTo>
                <a:lnTo>
                  <a:pt x="976005" y="36301"/>
                </a:lnTo>
                <a:lnTo>
                  <a:pt x="975082" y="36471"/>
                </a:lnTo>
                <a:lnTo>
                  <a:pt x="974175" y="36660"/>
                </a:lnTo>
                <a:lnTo>
                  <a:pt x="973284" y="36866"/>
                </a:lnTo>
                <a:lnTo>
                  <a:pt x="972410" y="37091"/>
                </a:lnTo>
                <a:lnTo>
                  <a:pt x="971551" y="37333"/>
                </a:lnTo>
                <a:lnTo>
                  <a:pt x="970708" y="37594"/>
                </a:lnTo>
                <a:lnTo>
                  <a:pt x="969882" y="37872"/>
                </a:lnTo>
                <a:lnTo>
                  <a:pt x="969072" y="38169"/>
                </a:lnTo>
                <a:lnTo>
                  <a:pt x="968277" y="38483"/>
                </a:lnTo>
                <a:lnTo>
                  <a:pt x="967499" y="38815"/>
                </a:lnTo>
                <a:lnTo>
                  <a:pt x="966737" y="39166"/>
                </a:lnTo>
                <a:lnTo>
                  <a:pt x="965991" y="39534"/>
                </a:lnTo>
                <a:lnTo>
                  <a:pt x="965261" y="39920"/>
                </a:lnTo>
                <a:lnTo>
                  <a:pt x="964547" y="40324"/>
                </a:lnTo>
                <a:lnTo>
                  <a:pt x="963849" y="40746"/>
                </a:lnTo>
                <a:lnTo>
                  <a:pt x="963166" y="41179"/>
                </a:lnTo>
                <a:lnTo>
                  <a:pt x="962496" y="41613"/>
                </a:lnTo>
                <a:lnTo>
                  <a:pt x="961840" y="42050"/>
                </a:lnTo>
                <a:lnTo>
                  <a:pt x="961197" y="42489"/>
                </a:lnTo>
                <a:lnTo>
                  <a:pt x="960567" y="42930"/>
                </a:lnTo>
                <a:lnTo>
                  <a:pt x="959951" y="43373"/>
                </a:lnTo>
                <a:lnTo>
                  <a:pt x="959348" y="43819"/>
                </a:lnTo>
                <a:lnTo>
                  <a:pt x="958758" y="44266"/>
                </a:lnTo>
                <a:lnTo>
                  <a:pt x="958182" y="44716"/>
                </a:lnTo>
                <a:lnTo>
                  <a:pt x="957619" y="45169"/>
                </a:lnTo>
                <a:lnTo>
                  <a:pt x="957069" y="45623"/>
                </a:lnTo>
                <a:lnTo>
                  <a:pt x="956533" y="46080"/>
                </a:lnTo>
                <a:lnTo>
                  <a:pt x="956010" y="46539"/>
                </a:lnTo>
                <a:lnTo>
                  <a:pt x="955500" y="47000"/>
                </a:lnTo>
                <a:lnTo>
                  <a:pt x="955004" y="47463"/>
                </a:lnTo>
                <a:lnTo>
                  <a:pt x="954521" y="47929"/>
                </a:lnTo>
                <a:lnTo>
                  <a:pt x="954051" y="48397"/>
                </a:lnTo>
                <a:lnTo>
                  <a:pt x="953595" y="48867"/>
                </a:lnTo>
                <a:lnTo>
                  <a:pt x="953152" y="49339"/>
                </a:lnTo>
                <a:lnTo>
                  <a:pt x="952722" y="49813"/>
                </a:lnTo>
                <a:lnTo>
                  <a:pt x="952306" y="50290"/>
                </a:lnTo>
                <a:lnTo>
                  <a:pt x="951903" y="50769"/>
                </a:lnTo>
                <a:lnTo>
                  <a:pt x="951514" y="51250"/>
                </a:lnTo>
                <a:lnTo>
                  <a:pt x="951137" y="51734"/>
                </a:lnTo>
                <a:lnTo>
                  <a:pt x="950546" y="37248"/>
                </a:lnTo>
                <a:lnTo>
                  <a:pt x="934780" y="37248"/>
                </a:lnTo>
                <a:lnTo>
                  <a:pt x="934780" y="136183"/>
                </a:lnTo>
                <a:lnTo>
                  <a:pt x="951236" y="136183"/>
                </a:lnTo>
                <a:lnTo>
                  <a:pt x="951236" y="65545"/>
                </a:lnTo>
                <a:lnTo>
                  <a:pt x="951610" y="65043"/>
                </a:lnTo>
                <a:lnTo>
                  <a:pt x="951995" y="64544"/>
                </a:lnTo>
                <a:lnTo>
                  <a:pt x="952389" y="64049"/>
                </a:lnTo>
                <a:close/>
                <a:moveTo>
                  <a:pt x="1591119" y="63558"/>
                </a:moveTo>
                <a:lnTo>
                  <a:pt x="1591533" y="63070"/>
                </a:lnTo>
                <a:lnTo>
                  <a:pt x="1591957" y="62585"/>
                </a:lnTo>
                <a:lnTo>
                  <a:pt x="1592391" y="62103"/>
                </a:lnTo>
                <a:lnTo>
                  <a:pt x="1592835" y="61625"/>
                </a:lnTo>
                <a:lnTo>
                  <a:pt x="1593289" y="61151"/>
                </a:lnTo>
                <a:lnTo>
                  <a:pt x="1593753" y="60679"/>
                </a:lnTo>
                <a:lnTo>
                  <a:pt x="1594226" y="60211"/>
                </a:lnTo>
                <a:lnTo>
                  <a:pt x="1594710" y="59747"/>
                </a:lnTo>
                <a:lnTo>
                  <a:pt x="1595203" y="59286"/>
                </a:lnTo>
                <a:lnTo>
                  <a:pt x="1595707" y="58828"/>
                </a:lnTo>
                <a:lnTo>
                  <a:pt x="1596220" y="58374"/>
                </a:lnTo>
                <a:lnTo>
                  <a:pt x="1596744" y="57923"/>
                </a:lnTo>
                <a:lnTo>
                  <a:pt x="1597277" y="57475"/>
                </a:lnTo>
                <a:lnTo>
                  <a:pt x="1597820" y="57031"/>
                </a:lnTo>
                <a:lnTo>
                  <a:pt x="1598373" y="56590"/>
                </a:lnTo>
                <a:lnTo>
                  <a:pt x="1598936" y="56153"/>
                </a:lnTo>
                <a:lnTo>
                  <a:pt x="1599509" y="55719"/>
                </a:lnTo>
                <a:lnTo>
                  <a:pt x="1600092" y="55288"/>
                </a:lnTo>
                <a:lnTo>
                  <a:pt x="1600685" y="54861"/>
                </a:lnTo>
                <a:lnTo>
                  <a:pt x="1601288" y="54437"/>
                </a:lnTo>
                <a:lnTo>
                  <a:pt x="1601901" y="54024"/>
                </a:lnTo>
                <a:lnTo>
                  <a:pt x="1602527" y="53628"/>
                </a:lnTo>
                <a:lnTo>
                  <a:pt x="1603164" y="53249"/>
                </a:lnTo>
                <a:lnTo>
                  <a:pt x="1603814" y="52889"/>
                </a:lnTo>
                <a:lnTo>
                  <a:pt x="1604476" y="52545"/>
                </a:lnTo>
                <a:lnTo>
                  <a:pt x="1605149" y="52220"/>
                </a:lnTo>
                <a:lnTo>
                  <a:pt x="1605835" y="51912"/>
                </a:lnTo>
                <a:lnTo>
                  <a:pt x="1606532" y="51621"/>
                </a:lnTo>
                <a:lnTo>
                  <a:pt x="1607241" y="51349"/>
                </a:lnTo>
                <a:lnTo>
                  <a:pt x="1607963" y="51093"/>
                </a:lnTo>
                <a:lnTo>
                  <a:pt x="1608696" y="50856"/>
                </a:lnTo>
                <a:lnTo>
                  <a:pt x="1609442" y="50636"/>
                </a:lnTo>
                <a:lnTo>
                  <a:pt x="1610199" y="50433"/>
                </a:lnTo>
                <a:lnTo>
                  <a:pt x="1610968" y="50249"/>
                </a:lnTo>
                <a:lnTo>
                  <a:pt x="1611750" y="50081"/>
                </a:lnTo>
                <a:lnTo>
                  <a:pt x="1612543" y="49932"/>
                </a:lnTo>
                <a:lnTo>
                  <a:pt x="1613348" y="49800"/>
                </a:lnTo>
                <a:lnTo>
                  <a:pt x="1614165" y="49685"/>
                </a:lnTo>
                <a:lnTo>
                  <a:pt x="1614995" y="49589"/>
                </a:lnTo>
                <a:lnTo>
                  <a:pt x="1615836" y="49509"/>
                </a:lnTo>
                <a:lnTo>
                  <a:pt x="1616689" y="49448"/>
                </a:lnTo>
                <a:lnTo>
                  <a:pt x="1617554" y="49404"/>
                </a:lnTo>
                <a:lnTo>
                  <a:pt x="1618431" y="49377"/>
                </a:lnTo>
                <a:lnTo>
                  <a:pt x="1619320" y="49369"/>
                </a:lnTo>
                <a:lnTo>
                  <a:pt x="1619914" y="49374"/>
                </a:lnTo>
                <a:lnTo>
                  <a:pt x="1620496" y="49391"/>
                </a:lnTo>
                <a:lnTo>
                  <a:pt x="1621066" y="49419"/>
                </a:lnTo>
                <a:lnTo>
                  <a:pt x="1621624" y="49458"/>
                </a:lnTo>
                <a:lnTo>
                  <a:pt x="1622170" y="49509"/>
                </a:lnTo>
                <a:lnTo>
                  <a:pt x="1622705" y="49570"/>
                </a:lnTo>
                <a:lnTo>
                  <a:pt x="1623227" y="49643"/>
                </a:lnTo>
                <a:lnTo>
                  <a:pt x="1623738" y="49727"/>
                </a:lnTo>
                <a:lnTo>
                  <a:pt x="1624237" y="49822"/>
                </a:lnTo>
                <a:lnTo>
                  <a:pt x="1624725" y="49928"/>
                </a:lnTo>
                <a:lnTo>
                  <a:pt x="1625200" y="50046"/>
                </a:lnTo>
                <a:lnTo>
                  <a:pt x="1625664" y="50175"/>
                </a:lnTo>
                <a:lnTo>
                  <a:pt x="1626116" y="50315"/>
                </a:lnTo>
                <a:lnTo>
                  <a:pt x="1626556" y="50466"/>
                </a:lnTo>
                <a:lnTo>
                  <a:pt x="1626984" y="50628"/>
                </a:lnTo>
                <a:lnTo>
                  <a:pt x="1627401" y="50802"/>
                </a:lnTo>
                <a:lnTo>
                  <a:pt x="1627805" y="50986"/>
                </a:lnTo>
                <a:lnTo>
                  <a:pt x="1628198" y="51182"/>
                </a:lnTo>
                <a:lnTo>
                  <a:pt x="1628579" y="51389"/>
                </a:lnTo>
                <a:lnTo>
                  <a:pt x="1628949" y="51608"/>
                </a:lnTo>
                <a:lnTo>
                  <a:pt x="1629306" y="51837"/>
                </a:lnTo>
                <a:lnTo>
                  <a:pt x="1629652" y="52078"/>
                </a:lnTo>
                <a:lnTo>
                  <a:pt x="1629986" y="52330"/>
                </a:lnTo>
                <a:lnTo>
                  <a:pt x="1630308" y="52593"/>
                </a:lnTo>
                <a:lnTo>
                  <a:pt x="1630620" y="52866"/>
                </a:lnTo>
                <a:lnTo>
                  <a:pt x="1630924" y="53147"/>
                </a:lnTo>
                <a:lnTo>
                  <a:pt x="1631220" y="53436"/>
                </a:lnTo>
                <a:lnTo>
                  <a:pt x="1631508" y="53734"/>
                </a:lnTo>
                <a:lnTo>
                  <a:pt x="1631788" y="54041"/>
                </a:lnTo>
                <a:lnTo>
                  <a:pt x="1632060" y="54355"/>
                </a:lnTo>
                <a:lnTo>
                  <a:pt x="1632324" y="54678"/>
                </a:lnTo>
                <a:lnTo>
                  <a:pt x="1632579" y="55010"/>
                </a:lnTo>
                <a:lnTo>
                  <a:pt x="1632827" y="55349"/>
                </a:lnTo>
                <a:lnTo>
                  <a:pt x="1633067" y="55698"/>
                </a:lnTo>
                <a:lnTo>
                  <a:pt x="1633299" y="56054"/>
                </a:lnTo>
                <a:lnTo>
                  <a:pt x="1633522" y="56419"/>
                </a:lnTo>
                <a:lnTo>
                  <a:pt x="1633738" y="56792"/>
                </a:lnTo>
                <a:lnTo>
                  <a:pt x="1633946" y="57174"/>
                </a:lnTo>
                <a:lnTo>
                  <a:pt x="1634145" y="57564"/>
                </a:lnTo>
                <a:lnTo>
                  <a:pt x="1634337" y="57962"/>
                </a:lnTo>
                <a:lnTo>
                  <a:pt x="1634520" y="58368"/>
                </a:lnTo>
                <a:lnTo>
                  <a:pt x="1634696" y="58783"/>
                </a:lnTo>
                <a:lnTo>
                  <a:pt x="1634863" y="59207"/>
                </a:lnTo>
                <a:lnTo>
                  <a:pt x="1635022" y="59639"/>
                </a:lnTo>
                <a:lnTo>
                  <a:pt x="1635174" y="60079"/>
                </a:lnTo>
                <a:lnTo>
                  <a:pt x="1635317" y="60527"/>
                </a:lnTo>
                <a:lnTo>
                  <a:pt x="1635452" y="60984"/>
                </a:lnTo>
                <a:lnTo>
                  <a:pt x="1635579" y="61449"/>
                </a:lnTo>
                <a:lnTo>
                  <a:pt x="1635700" y="61921"/>
                </a:lnTo>
                <a:lnTo>
                  <a:pt x="1635816" y="62399"/>
                </a:lnTo>
                <a:lnTo>
                  <a:pt x="1635926" y="62882"/>
                </a:lnTo>
                <a:lnTo>
                  <a:pt x="1636031" y="63371"/>
                </a:lnTo>
                <a:lnTo>
                  <a:pt x="1636131" y="63866"/>
                </a:lnTo>
                <a:lnTo>
                  <a:pt x="1636226" y="64366"/>
                </a:lnTo>
                <a:lnTo>
                  <a:pt x="1636316" y="64872"/>
                </a:lnTo>
                <a:lnTo>
                  <a:pt x="1636401" y="65384"/>
                </a:lnTo>
                <a:lnTo>
                  <a:pt x="1636480" y="65902"/>
                </a:lnTo>
                <a:lnTo>
                  <a:pt x="1636555" y="66425"/>
                </a:lnTo>
                <a:lnTo>
                  <a:pt x="1636624" y="66954"/>
                </a:lnTo>
                <a:lnTo>
                  <a:pt x="1636688" y="67489"/>
                </a:lnTo>
                <a:lnTo>
                  <a:pt x="1636747" y="68029"/>
                </a:lnTo>
                <a:lnTo>
                  <a:pt x="1636801" y="68575"/>
                </a:lnTo>
                <a:lnTo>
                  <a:pt x="1636850" y="69127"/>
                </a:lnTo>
                <a:lnTo>
                  <a:pt x="1636893" y="69684"/>
                </a:lnTo>
                <a:lnTo>
                  <a:pt x="1636932" y="70247"/>
                </a:lnTo>
                <a:lnTo>
                  <a:pt x="1636965" y="70816"/>
                </a:lnTo>
                <a:lnTo>
                  <a:pt x="1636993" y="71390"/>
                </a:lnTo>
                <a:lnTo>
                  <a:pt x="1637017" y="71971"/>
                </a:lnTo>
                <a:lnTo>
                  <a:pt x="1637035" y="72557"/>
                </a:lnTo>
                <a:lnTo>
                  <a:pt x="1637047" y="73148"/>
                </a:lnTo>
                <a:lnTo>
                  <a:pt x="1637055" y="73746"/>
                </a:lnTo>
                <a:lnTo>
                  <a:pt x="1637058" y="74349"/>
                </a:lnTo>
                <a:lnTo>
                  <a:pt x="1637058" y="136183"/>
                </a:lnTo>
                <a:lnTo>
                  <a:pt x="1653514" y="136183"/>
                </a:lnTo>
                <a:lnTo>
                  <a:pt x="1653514" y="72233"/>
                </a:lnTo>
                <a:lnTo>
                  <a:pt x="1653501" y="70795"/>
                </a:lnTo>
                <a:lnTo>
                  <a:pt x="1653464" y="69385"/>
                </a:lnTo>
                <a:lnTo>
                  <a:pt x="1653401" y="68001"/>
                </a:lnTo>
                <a:lnTo>
                  <a:pt x="1653314" y="66645"/>
                </a:lnTo>
                <a:lnTo>
                  <a:pt x="1653202" y="65315"/>
                </a:lnTo>
                <a:lnTo>
                  <a:pt x="1653064" y="64013"/>
                </a:lnTo>
                <a:lnTo>
                  <a:pt x="1652902" y="62738"/>
                </a:lnTo>
                <a:lnTo>
                  <a:pt x="1652715" y="61489"/>
                </a:lnTo>
                <a:lnTo>
                  <a:pt x="1652502" y="60268"/>
                </a:lnTo>
                <a:lnTo>
                  <a:pt x="1652265" y="59074"/>
                </a:lnTo>
                <a:lnTo>
                  <a:pt x="1652003" y="57907"/>
                </a:lnTo>
                <a:lnTo>
                  <a:pt x="1651715" y="56767"/>
                </a:lnTo>
                <a:lnTo>
                  <a:pt x="1651403" y="55654"/>
                </a:lnTo>
                <a:lnTo>
                  <a:pt x="1651066" y="54568"/>
                </a:lnTo>
                <a:lnTo>
                  <a:pt x="1650704" y="53509"/>
                </a:lnTo>
                <a:lnTo>
                  <a:pt x="1650317" y="52477"/>
                </a:lnTo>
                <a:lnTo>
                  <a:pt x="1649905" y="51472"/>
                </a:lnTo>
                <a:lnTo>
                  <a:pt x="1649468" y="50495"/>
                </a:lnTo>
                <a:lnTo>
                  <a:pt x="1649005" y="49544"/>
                </a:lnTo>
                <a:lnTo>
                  <a:pt x="1648518" y="48620"/>
                </a:lnTo>
                <a:lnTo>
                  <a:pt x="1648006" y="47724"/>
                </a:lnTo>
                <a:lnTo>
                  <a:pt x="1647469" y="46854"/>
                </a:lnTo>
                <a:lnTo>
                  <a:pt x="1646907" y="46012"/>
                </a:lnTo>
                <a:lnTo>
                  <a:pt x="1646320" y="45196"/>
                </a:lnTo>
                <a:lnTo>
                  <a:pt x="1645706" y="44411"/>
                </a:lnTo>
                <a:lnTo>
                  <a:pt x="1645062" y="43659"/>
                </a:lnTo>
                <a:lnTo>
                  <a:pt x="1644388" y="42941"/>
                </a:lnTo>
                <a:lnTo>
                  <a:pt x="1643684" y="42256"/>
                </a:lnTo>
                <a:lnTo>
                  <a:pt x="1642951" y="41604"/>
                </a:lnTo>
                <a:lnTo>
                  <a:pt x="1642188" y="40986"/>
                </a:lnTo>
                <a:lnTo>
                  <a:pt x="1641395" y="40401"/>
                </a:lnTo>
                <a:lnTo>
                  <a:pt x="1640572" y="39850"/>
                </a:lnTo>
                <a:lnTo>
                  <a:pt x="1639720" y="39332"/>
                </a:lnTo>
                <a:lnTo>
                  <a:pt x="1638837" y="38848"/>
                </a:lnTo>
                <a:lnTo>
                  <a:pt x="1637925" y="38396"/>
                </a:lnTo>
                <a:lnTo>
                  <a:pt x="1636984" y="37979"/>
                </a:lnTo>
                <a:lnTo>
                  <a:pt x="1636012" y="37595"/>
                </a:lnTo>
                <a:lnTo>
                  <a:pt x="1635011" y="37244"/>
                </a:lnTo>
                <a:lnTo>
                  <a:pt x="1633980" y="36926"/>
                </a:lnTo>
                <a:lnTo>
                  <a:pt x="1632919" y="36642"/>
                </a:lnTo>
                <a:lnTo>
                  <a:pt x="1631828" y="36392"/>
                </a:lnTo>
                <a:lnTo>
                  <a:pt x="1630708" y="36174"/>
                </a:lnTo>
                <a:lnTo>
                  <a:pt x="1629558" y="35991"/>
                </a:lnTo>
                <a:lnTo>
                  <a:pt x="1628378" y="35840"/>
                </a:lnTo>
                <a:lnTo>
                  <a:pt x="1627168" y="35723"/>
                </a:lnTo>
                <a:lnTo>
                  <a:pt x="1625929" y="35640"/>
                </a:lnTo>
                <a:lnTo>
                  <a:pt x="1624659" y="35590"/>
                </a:lnTo>
                <a:lnTo>
                  <a:pt x="1623361" y="35573"/>
                </a:lnTo>
                <a:lnTo>
                  <a:pt x="1622293" y="35582"/>
                </a:lnTo>
                <a:lnTo>
                  <a:pt x="1621241" y="35609"/>
                </a:lnTo>
                <a:lnTo>
                  <a:pt x="1620206" y="35654"/>
                </a:lnTo>
                <a:lnTo>
                  <a:pt x="1619186" y="35717"/>
                </a:lnTo>
                <a:lnTo>
                  <a:pt x="1618183" y="35798"/>
                </a:lnTo>
                <a:lnTo>
                  <a:pt x="1617196" y="35896"/>
                </a:lnTo>
                <a:lnTo>
                  <a:pt x="1616224" y="36013"/>
                </a:lnTo>
                <a:lnTo>
                  <a:pt x="1615269" y="36148"/>
                </a:lnTo>
                <a:lnTo>
                  <a:pt x="1614330" y="36301"/>
                </a:lnTo>
                <a:lnTo>
                  <a:pt x="1613407" y="36471"/>
                </a:lnTo>
                <a:lnTo>
                  <a:pt x="1612500" y="36660"/>
                </a:lnTo>
                <a:lnTo>
                  <a:pt x="1611610" y="36866"/>
                </a:lnTo>
                <a:lnTo>
                  <a:pt x="1610735" y="37091"/>
                </a:lnTo>
                <a:lnTo>
                  <a:pt x="1609876" y="37333"/>
                </a:lnTo>
                <a:lnTo>
                  <a:pt x="1609034" y="37594"/>
                </a:lnTo>
                <a:lnTo>
                  <a:pt x="1608207" y="37872"/>
                </a:lnTo>
                <a:lnTo>
                  <a:pt x="1607397" y="38169"/>
                </a:lnTo>
                <a:lnTo>
                  <a:pt x="1606603" y="38483"/>
                </a:lnTo>
                <a:lnTo>
                  <a:pt x="1605824" y="38815"/>
                </a:lnTo>
                <a:lnTo>
                  <a:pt x="1605062" y="39166"/>
                </a:lnTo>
                <a:lnTo>
                  <a:pt x="1604316" y="39534"/>
                </a:lnTo>
                <a:lnTo>
                  <a:pt x="1603586" y="39920"/>
                </a:lnTo>
                <a:lnTo>
                  <a:pt x="1602872" y="40324"/>
                </a:lnTo>
                <a:lnTo>
                  <a:pt x="1602174" y="40746"/>
                </a:lnTo>
                <a:lnTo>
                  <a:pt x="1601491" y="41179"/>
                </a:lnTo>
                <a:lnTo>
                  <a:pt x="1600821" y="41613"/>
                </a:lnTo>
                <a:lnTo>
                  <a:pt x="1600165" y="42050"/>
                </a:lnTo>
                <a:lnTo>
                  <a:pt x="1599522" y="42489"/>
                </a:lnTo>
                <a:lnTo>
                  <a:pt x="1598892" y="42930"/>
                </a:lnTo>
                <a:lnTo>
                  <a:pt x="1598276" y="43373"/>
                </a:lnTo>
                <a:lnTo>
                  <a:pt x="1597673" y="43819"/>
                </a:lnTo>
                <a:lnTo>
                  <a:pt x="1597083" y="44266"/>
                </a:lnTo>
                <a:lnTo>
                  <a:pt x="1596507" y="44716"/>
                </a:lnTo>
                <a:lnTo>
                  <a:pt x="1595944" y="45169"/>
                </a:lnTo>
                <a:lnTo>
                  <a:pt x="1595394" y="45623"/>
                </a:lnTo>
                <a:lnTo>
                  <a:pt x="1594858" y="46080"/>
                </a:lnTo>
                <a:lnTo>
                  <a:pt x="1594335" y="46539"/>
                </a:lnTo>
                <a:lnTo>
                  <a:pt x="1593825" y="47000"/>
                </a:lnTo>
                <a:lnTo>
                  <a:pt x="1593329" y="47463"/>
                </a:lnTo>
                <a:lnTo>
                  <a:pt x="1592846" y="47929"/>
                </a:lnTo>
                <a:lnTo>
                  <a:pt x="1592376" y="48397"/>
                </a:lnTo>
                <a:lnTo>
                  <a:pt x="1591920" y="48867"/>
                </a:lnTo>
                <a:lnTo>
                  <a:pt x="1591477" y="49339"/>
                </a:lnTo>
                <a:lnTo>
                  <a:pt x="1591048" y="49813"/>
                </a:lnTo>
                <a:lnTo>
                  <a:pt x="1590631" y="50290"/>
                </a:lnTo>
                <a:lnTo>
                  <a:pt x="1590228" y="50769"/>
                </a:lnTo>
                <a:lnTo>
                  <a:pt x="1589839" y="51250"/>
                </a:lnTo>
                <a:lnTo>
                  <a:pt x="1589463" y="51734"/>
                </a:lnTo>
                <a:lnTo>
                  <a:pt x="1588871" y="37248"/>
                </a:lnTo>
                <a:lnTo>
                  <a:pt x="1573105" y="37248"/>
                </a:lnTo>
                <a:lnTo>
                  <a:pt x="1573105" y="136183"/>
                </a:lnTo>
                <a:lnTo>
                  <a:pt x="1589561" y="136183"/>
                </a:lnTo>
                <a:lnTo>
                  <a:pt x="1589561" y="65545"/>
                </a:lnTo>
                <a:lnTo>
                  <a:pt x="1589936" y="65043"/>
                </a:lnTo>
                <a:lnTo>
                  <a:pt x="1590320" y="64544"/>
                </a:lnTo>
                <a:lnTo>
                  <a:pt x="1590714" y="64049"/>
                </a:lnTo>
                <a:lnTo>
                  <a:pt x="1591119" y="63558"/>
                </a:lnTo>
                <a:close/>
                <a:moveTo>
                  <a:pt x="1766548" y="37248"/>
                </a:moveTo>
                <a:lnTo>
                  <a:pt x="1750092" y="37248"/>
                </a:lnTo>
                <a:lnTo>
                  <a:pt x="1750092" y="136183"/>
                </a:lnTo>
                <a:lnTo>
                  <a:pt x="1766548" y="136183"/>
                </a:lnTo>
                <a:lnTo>
                  <a:pt x="1766548" y="37248"/>
                </a:lnTo>
                <a:close/>
                <a:moveTo>
                  <a:pt x="234517" y="137778"/>
                </a:moveTo>
                <a:lnTo>
                  <a:pt x="235465" y="137699"/>
                </a:lnTo>
                <a:lnTo>
                  <a:pt x="236402" y="137606"/>
                </a:lnTo>
                <a:lnTo>
                  <a:pt x="237327" y="137499"/>
                </a:lnTo>
                <a:lnTo>
                  <a:pt x="238241" y="137378"/>
                </a:lnTo>
                <a:lnTo>
                  <a:pt x="239144" y="137242"/>
                </a:lnTo>
                <a:lnTo>
                  <a:pt x="240035" y="137092"/>
                </a:lnTo>
                <a:lnTo>
                  <a:pt x="240916" y="136928"/>
                </a:lnTo>
                <a:lnTo>
                  <a:pt x="241784" y="136749"/>
                </a:lnTo>
                <a:lnTo>
                  <a:pt x="242642" y="136556"/>
                </a:lnTo>
                <a:lnTo>
                  <a:pt x="243488" y="136349"/>
                </a:lnTo>
                <a:lnTo>
                  <a:pt x="244323" y="136128"/>
                </a:lnTo>
                <a:lnTo>
                  <a:pt x="245147" y="135892"/>
                </a:lnTo>
                <a:lnTo>
                  <a:pt x="245960" y="135642"/>
                </a:lnTo>
                <a:lnTo>
                  <a:pt x="246761" y="135378"/>
                </a:lnTo>
                <a:lnTo>
                  <a:pt x="247551" y="135099"/>
                </a:lnTo>
                <a:lnTo>
                  <a:pt x="248329" y="134806"/>
                </a:lnTo>
                <a:lnTo>
                  <a:pt x="249096" y="134499"/>
                </a:lnTo>
                <a:lnTo>
                  <a:pt x="249852" y="134178"/>
                </a:lnTo>
                <a:lnTo>
                  <a:pt x="250597" y="133842"/>
                </a:lnTo>
                <a:lnTo>
                  <a:pt x="251329" y="133493"/>
                </a:lnTo>
                <a:lnTo>
                  <a:pt x="252048" y="133132"/>
                </a:lnTo>
                <a:lnTo>
                  <a:pt x="252753" y="132759"/>
                </a:lnTo>
                <a:lnTo>
                  <a:pt x="253444" y="132374"/>
                </a:lnTo>
                <a:lnTo>
                  <a:pt x="254121" y="131977"/>
                </a:lnTo>
                <a:lnTo>
                  <a:pt x="254785" y="131568"/>
                </a:lnTo>
                <a:lnTo>
                  <a:pt x="255435" y="131147"/>
                </a:lnTo>
                <a:lnTo>
                  <a:pt x="256072" y="130714"/>
                </a:lnTo>
                <a:lnTo>
                  <a:pt x="256694" y="130269"/>
                </a:lnTo>
                <a:lnTo>
                  <a:pt x="257303" y="129811"/>
                </a:lnTo>
                <a:lnTo>
                  <a:pt x="257899" y="129342"/>
                </a:lnTo>
                <a:lnTo>
                  <a:pt x="258480" y="128861"/>
                </a:lnTo>
                <a:lnTo>
                  <a:pt x="259048" y="128368"/>
                </a:lnTo>
                <a:lnTo>
                  <a:pt x="259603" y="127863"/>
                </a:lnTo>
                <a:lnTo>
                  <a:pt x="260143" y="127346"/>
                </a:lnTo>
                <a:lnTo>
                  <a:pt x="260670" y="126817"/>
                </a:lnTo>
                <a:lnTo>
                  <a:pt x="261183" y="126276"/>
                </a:lnTo>
                <a:lnTo>
                  <a:pt x="261683" y="125723"/>
                </a:lnTo>
                <a:lnTo>
                  <a:pt x="262169" y="125158"/>
                </a:lnTo>
                <a:lnTo>
                  <a:pt x="262641" y="124581"/>
                </a:lnTo>
                <a:lnTo>
                  <a:pt x="263099" y="123992"/>
                </a:lnTo>
                <a:lnTo>
                  <a:pt x="263544" y="123391"/>
                </a:lnTo>
                <a:lnTo>
                  <a:pt x="263975" y="122778"/>
                </a:lnTo>
                <a:lnTo>
                  <a:pt x="264393" y="122153"/>
                </a:lnTo>
                <a:lnTo>
                  <a:pt x="264795" y="121517"/>
                </a:lnTo>
                <a:lnTo>
                  <a:pt x="265182" y="120871"/>
                </a:lnTo>
                <a:lnTo>
                  <a:pt x="265552" y="120215"/>
                </a:lnTo>
                <a:lnTo>
                  <a:pt x="265906" y="119548"/>
                </a:lnTo>
                <a:lnTo>
                  <a:pt x="266245" y="118872"/>
                </a:lnTo>
                <a:lnTo>
                  <a:pt x="266567" y="118186"/>
                </a:lnTo>
                <a:lnTo>
                  <a:pt x="266873" y="117490"/>
                </a:lnTo>
                <a:lnTo>
                  <a:pt x="267163" y="116783"/>
                </a:lnTo>
                <a:lnTo>
                  <a:pt x="267437" y="116067"/>
                </a:lnTo>
                <a:lnTo>
                  <a:pt x="267695" y="115340"/>
                </a:lnTo>
                <a:lnTo>
                  <a:pt x="267936" y="114604"/>
                </a:lnTo>
                <a:lnTo>
                  <a:pt x="268162" y="113857"/>
                </a:lnTo>
                <a:lnTo>
                  <a:pt x="268371" y="113100"/>
                </a:lnTo>
                <a:lnTo>
                  <a:pt x="268565" y="112334"/>
                </a:lnTo>
                <a:lnTo>
                  <a:pt x="268742" y="111557"/>
                </a:lnTo>
                <a:lnTo>
                  <a:pt x="268904" y="110770"/>
                </a:lnTo>
                <a:lnTo>
                  <a:pt x="269049" y="109973"/>
                </a:lnTo>
                <a:lnTo>
                  <a:pt x="269178" y="109166"/>
                </a:lnTo>
                <a:lnTo>
                  <a:pt x="269291" y="108349"/>
                </a:lnTo>
                <a:lnTo>
                  <a:pt x="269388" y="107522"/>
                </a:lnTo>
                <a:lnTo>
                  <a:pt x="269469" y="106685"/>
                </a:lnTo>
                <a:lnTo>
                  <a:pt x="269534" y="105838"/>
                </a:lnTo>
                <a:lnTo>
                  <a:pt x="269583" y="104981"/>
                </a:lnTo>
                <a:lnTo>
                  <a:pt x="269615" y="104114"/>
                </a:lnTo>
                <a:lnTo>
                  <a:pt x="253356" y="104114"/>
                </a:lnTo>
                <a:lnTo>
                  <a:pt x="253321" y="104960"/>
                </a:lnTo>
                <a:lnTo>
                  <a:pt x="253266" y="105790"/>
                </a:lnTo>
                <a:lnTo>
                  <a:pt x="253190" y="106602"/>
                </a:lnTo>
                <a:lnTo>
                  <a:pt x="253093" y="107398"/>
                </a:lnTo>
                <a:lnTo>
                  <a:pt x="252976" y="108178"/>
                </a:lnTo>
                <a:lnTo>
                  <a:pt x="252839" y="108940"/>
                </a:lnTo>
                <a:lnTo>
                  <a:pt x="252681" y="109686"/>
                </a:lnTo>
                <a:lnTo>
                  <a:pt x="252502" y="110415"/>
                </a:lnTo>
                <a:lnTo>
                  <a:pt x="252303" y="111127"/>
                </a:lnTo>
                <a:lnTo>
                  <a:pt x="252083" y="111823"/>
                </a:lnTo>
                <a:lnTo>
                  <a:pt x="251843" y="112502"/>
                </a:lnTo>
                <a:lnTo>
                  <a:pt x="251582" y="113164"/>
                </a:lnTo>
                <a:lnTo>
                  <a:pt x="251301" y="113810"/>
                </a:lnTo>
                <a:lnTo>
                  <a:pt x="250999" y="114438"/>
                </a:lnTo>
                <a:lnTo>
                  <a:pt x="250677" y="115051"/>
                </a:lnTo>
                <a:lnTo>
                  <a:pt x="250334" y="115646"/>
                </a:lnTo>
                <a:lnTo>
                  <a:pt x="249971" y="116224"/>
                </a:lnTo>
                <a:lnTo>
                  <a:pt x="249587" y="116786"/>
                </a:lnTo>
                <a:lnTo>
                  <a:pt x="249183" y="117331"/>
                </a:lnTo>
                <a:lnTo>
                  <a:pt x="248758" y="117860"/>
                </a:lnTo>
                <a:lnTo>
                  <a:pt x="248312" y="118372"/>
                </a:lnTo>
                <a:lnTo>
                  <a:pt x="247846" y="118867"/>
                </a:lnTo>
                <a:lnTo>
                  <a:pt x="247360" y="119345"/>
                </a:lnTo>
                <a:lnTo>
                  <a:pt x="246853" y="119806"/>
                </a:lnTo>
                <a:lnTo>
                  <a:pt x="246327" y="120250"/>
                </a:lnTo>
                <a:lnTo>
                  <a:pt x="245784" y="120675"/>
                </a:lnTo>
                <a:lnTo>
                  <a:pt x="245225" y="121081"/>
                </a:lnTo>
                <a:lnTo>
                  <a:pt x="244649" y="121468"/>
                </a:lnTo>
                <a:lnTo>
                  <a:pt x="244056" y="121836"/>
                </a:lnTo>
                <a:lnTo>
                  <a:pt x="243447" y="122186"/>
                </a:lnTo>
                <a:lnTo>
                  <a:pt x="242820" y="122516"/>
                </a:lnTo>
                <a:lnTo>
                  <a:pt x="242177" y="122828"/>
                </a:lnTo>
                <a:lnTo>
                  <a:pt x="241518" y="123120"/>
                </a:lnTo>
                <a:lnTo>
                  <a:pt x="240841" y="123394"/>
                </a:lnTo>
                <a:lnTo>
                  <a:pt x="240148" y="123649"/>
                </a:lnTo>
                <a:lnTo>
                  <a:pt x="239437" y="123885"/>
                </a:lnTo>
                <a:lnTo>
                  <a:pt x="238711" y="124102"/>
                </a:lnTo>
                <a:lnTo>
                  <a:pt x="237967" y="124300"/>
                </a:lnTo>
                <a:lnTo>
                  <a:pt x="237206" y="124480"/>
                </a:lnTo>
                <a:lnTo>
                  <a:pt x="236429" y="124640"/>
                </a:lnTo>
                <a:lnTo>
                  <a:pt x="235635" y="124782"/>
                </a:lnTo>
                <a:lnTo>
                  <a:pt x="234825" y="124905"/>
                </a:lnTo>
                <a:lnTo>
                  <a:pt x="233997" y="125009"/>
                </a:lnTo>
                <a:lnTo>
                  <a:pt x="233153" y="125094"/>
                </a:lnTo>
                <a:lnTo>
                  <a:pt x="232292" y="125160"/>
                </a:lnTo>
                <a:lnTo>
                  <a:pt x="231414" y="125207"/>
                </a:lnTo>
                <a:lnTo>
                  <a:pt x="230519" y="125235"/>
                </a:lnTo>
                <a:lnTo>
                  <a:pt x="229608" y="125245"/>
                </a:lnTo>
                <a:lnTo>
                  <a:pt x="228753" y="125236"/>
                </a:lnTo>
                <a:lnTo>
                  <a:pt x="227912" y="125210"/>
                </a:lnTo>
                <a:lnTo>
                  <a:pt x="227084" y="125168"/>
                </a:lnTo>
                <a:lnTo>
                  <a:pt x="226271" y="125108"/>
                </a:lnTo>
                <a:lnTo>
                  <a:pt x="225472" y="125031"/>
                </a:lnTo>
                <a:lnTo>
                  <a:pt x="224687" y="124936"/>
                </a:lnTo>
                <a:lnTo>
                  <a:pt x="223916" y="124825"/>
                </a:lnTo>
                <a:lnTo>
                  <a:pt x="223159" y="124696"/>
                </a:lnTo>
                <a:lnTo>
                  <a:pt x="222416" y="124551"/>
                </a:lnTo>
                <a:lnTo>
                  <a:pt x="221687" y="124388"/>
                </a:lnTo>
                <a:lnTo>
                  <a:pt x="220972" y="124208"/>
                </a:lnTo>
                <a:lnTo>
                  <a:pt x="220271" y="124011"/>
                </a:lnTo>
                <a:lnTo>
                  <a:pt x="219584" y="123797"/>
                </a:lnTo>
                <a:lnTo>
                  <a:pt x="218912" y="123566"/>
                </a:lnTo>
                <a:lnTo>
                  <a:pt x="218253" y="123318"/>
                </a:lnTo>
                <a:lnTo>
                  <a:pt x="217608" y="123052"/>
                </a:lnTo>
                <a:lnTo>
                  <a:pt x="216977" y="122769"/>
                </a:lnTo>
                <a:lnTo>
                  <a:pt x="216361" y="122470"/>
                </a:lnTo>
                <a:lnTo>
                  <a:pt x="215758" y="122153"/>
                </a:lnTo>
                <a:lnTo>
                  <a:pt x="215169" y="121819"/>
                </a:lnTo>
                <a:lnTo>
                  <a:pt x="214595" y="121468"/>
                </a:lnTo>
                <a:lnTo>
                  <a:pt x="214034" y="121099"/>
                </a:lnTo>
                <a:lnTo>
                  <a:pt x="213487" y="120714"/>
                </a:lnTo>
                <a:lnTo>
                  <a:pt x="212955" y="120311"/>
                </a:lnTo>
                <a:lnTo>
                  <a:pt x="212435" y="119895"/>
                </a:lnTo>
                <a:lnTo>
                  <a:pt x="211927" y="119467"/>
                </a:lnTo>
                <a:lnTo>
                  <a:pt x="211431" y="119028"/>
                </a:lnTo>
                <a:lnTo>
                  <a:pt x="210947" y="118577"/>
                </a:lnTo>
                <a:lnTo>
                  <a:pt x="210475" y="118115"/>
                </a:lnTo>
                <a:lnTo>
                  <a:pt x="210014" y="117643"/>
                </a:lnTo>
                <a:lnTo>
                  <a:pt x="209565" y="117158"/>
                </a:lnTo>
                <a:lnTo>
                  <a:pt x="209128" y="116663"/>
                </a:lnTo>
                <a:lnTo>
                  <a:pt x="208703" y="116156"/>
                </a:lnTo>
                <a:lnTo>
                  <a:pt x="208289" y="115639"/>
                </a:lnTo>
                <a:lnTo>
                  <a:pt x="207888" y="115110"/>
                </a:lnTo>
                <a:lnTo>
                  <a:pt x="207498" y="114569"/>
                </a:lnTo>
                <a:lnTo>
                  <a:pt x="207120" y="114018"/>
                </a:lnTo>
                <a:lnTo>
                  <a:pt x="206754" y="113455"/>
                </a:lnTo>
                <a:lnTo>
                  <a:pt x="206399" y="112881"/>
                </a:lnTo>
                <a:lnTo>
                  <a:pt x="206057" y="112295"/>
                </a:lnTo>
                <a:lnTo>
                  <a:pt x="205726" y="111699"/>
                </a:lnTo>
                <a:lnTo>
                  <a:pt x="205407" y="111091"/>
                </a:lnTo>
                <a:lnTo>
                  <a:pt x="205100" y="110472"/>
                </a:lnTo>
                <a:lnTo>
                  <a:pt x="204805" y="109842"/>
                </a:lnTo>
                <a:lnTo>
                  <a:pt x="204521" y="109201"/>
                </a:lnTo>
                <a:lnTo>
                  <a:pt x="204249" y="108548"/>
                </a:lnTo>
                <a:lnTo>
                  <a:pt x="203989" y="107884"/>
                </a:lnTo>
                <a:lnTo>
                  <a:pt x="203741" y="107209"/>
                </a:lnTo>
                <a:lnTo>
                  <a:pt x="203504" y="106525"/>
                </a:lnTo>
                <a:lnTo>
                  <a:pt x="203276" y="105836"/>
                </a:lnTo>
                <a:lnTo>
                  <a:pt x="203058" y="105141"/>
                </a:lnTo>
                <a:lnTo>
                  <a:pt x="202850" y="104441"/>
                </a:lnTo>
                <a:lnTo>
                  <a:pt x="202652" y="103736"/>
                </a:lnTo>
                <a:lnTo>
                  <a:pt x="202463" y="103024"/>
                </a:lnTo>
                <a:lnTo>
                  <a:pt x="202284" y="102308"/>
                </a:lnTo>
                <a:lnTo>
                  <a:pt x="202115" y="101585"/>
                </a:lnTo>
                <a:lnTo>
                  <a:pt x="201956" y="100858"/>
                </a:lnTo>
                <a:lnTo>
                  <a:pt x="201806" y="100124"/>
                </a:lnTo>
                <a:lnTo>
                  <a:pt x="201666" y="99385"/>
                </a:lnTo>
                <a:lnTo>
                  <a:pt x="201536" y="98641"/>
                </a:lnTo>
                <a:lnTo>
                  <a:pt x="201416" y="97891"/>
                </a:lnTo>
                <a:lnTo>
                  <a:pt x="201305" y="97136"/>
                </a:lnTo>
                <a:lnTo>
                  <a:pt x="201205" y="96375"/>
                </a:lnTo>
                <a:lnTo>
                  <a:pt x="201113" y="95608"/>
                </a:lnTo>
                <a:lnTo>
                  <a:pt x="201032" y="94836"/>
                </a:lnTo>
                <a:lnTo>
                  <a:pt x="200961" y="94059"/>
                </a:lnTo>
                <a:lnTo>
                  <a:pt x="200899" y="93276"/>
                </a:lnTo>
                <a:lnTo>
                  <a:pt x="200847" y="92487"/>
                </a:lnTo>
                <a:lnTo>
                  <a:pt x="200804" y="91693"/>
                </a:lnTo>
                <a:lnTo>
                  <a:pt x="200772" y="90893"/>
                </a:lnTo>
                <a:lnTo>
                  <a:pt x="200749" y="90088"/>
                </a:lnTo>
                <a:lnTo>
                  <a:pt x="200736" y="89277"/>
                </a:lnTo>
                <a:lnTo>
                  <a:pt x="269123" y="89277"/>
                </a:lnTo>
                <a:lnTo>
                  <a:pt x="269139" y="89199"/>
                </a:lnTo>
                <a:lnTo>
                  <a:pt x="269155" y="89117"/>
                </a:lnTo>
                <a:lnTo>
                  <a:pt x="269170" y="89031"/>
                </a:lnTo>
                <a:lnTo>
                  <a:pt x="269186" y="88941"/>
                </a:lnTo>
                <a:lnTo>
                  <a:pt x="269200" y="88847"/>
                </a:lnTo>
                <a:lnTo>
                  <a:pt x="269215" y="88749"/>
                </a:lnTo>
                <a:lnTo>
                  <a:pt x="269229" y="88647"/>
                </a:lnTo>
                <a:lnTo>
                  <a:pt x="269243" y="88540"/>
                </a:lnTo>
                <a:lnTo>
                  <a:pt x="269257" y="88430"/>
                </a:lnTo>
                <a:lnTo>
                  <a:pt x="269270" y="88316"/>
                </a:lnTo>
                <a:lnTo>
                  <a:pt x="269283" y="88197"/>
                </a:lnTo>
                <a:lnTo>
                  <a:pt x="269295" y="88075"/>
                </a:lnTo>
                <a:lnTo>
                  <a:pt x="269307" y="87948"/>
                </a:lnTo>
                <a:lnTo>
                  <a:pt x="269319" y="87818"/>
                </a:lnTo>
                <a:lnTo>
                  <a:pt x="269331" y="87683"/>
                </a:lnTo>
                <a:lnTo>
                  <a:pt x="269342" y="87545"/>
                </a:lnTo>
                <a:lnTo>
                  <a:pt x="269352" y="87402"/>
                </a:lnTo>
                <a:lnTo>
                  <a:pt x="269363" y="87255"/>
                </a:lnTo>
                <a:lnTo>
                  <a:pt x="269373" y="87105"/>
                </a:lnTo>
                <a:lnTo>
                  <a:pt x="269383" y="86950"/>
                </a:lnTo>
                <a:lnTo>
                  <a:pt x="269392" y="86791"/>
                </a:lnTo>
                <a:lnTo>
                  <a:pt x="269401" y="86628"/>
                </a:lnTo>
                <a:lnTo>
                  <a:pt x="269410" y="86461"/>
                </a:lnTo>
                <a:lnTo>
                  <a:pt x="269418" y="86290"/>
                </a:lnTo>
                <a:lnTo>
                  <a:pt x="269426" y="86118"/>
                </a:lnTo>
                <a:lnTo>
                  <a:pt x="269434" y="85948"/>
                </a:lnTo>
                <a:lnTo>
                  <a:pt x="269441" y="85780"/>
                </a:lnTo>
                <a:lnTo>
                  <a:pt x="269448" y="85613"/>
                </a:lnTo>
                <a:lnTo>
                  <a:pt x="269455" y="85449"/>
                </a:lnTo>
                <a:lnTo>
                  <a:pt x="269461" y="85286"/>
                </a:lnTo>
                <a:lnTo>
                  <a:pt x="269467" y="85125"/>
                </a:lnTo>
                <a:lnTo>
                  <a:pt x="269473" y="84967"/>
                </a:lnTo>
                <a:lnTo>
                  <a:pt x="269478" y="84810"/>
                </a:lnTo>
                <a:lnTo>
                  <a:pt x="269483" y="84655"/>
                </a:lnTo>
                <a:lnTo>
                  <a:pt x="269488" y="84502"/>
                </a:lnTo>
                <a:lnTo>
                  <a:pt x="269492" y="84351"/>
                </a:lnTo>
                <a:lnTo>
                  <a:pt x="269496" y="84202"/>
                </a:lnTo>
                <a:lnTo>
                  <a:pt x="269500" y="84055"/>
                </a:lnTo>
                <a:lnTo>
                  <a:pt x="269503" y="83910"/>
                </a:lnTo>
                <a:lnTo>
                  <a:pt x="269506" y="83767"/>
                </a:lnTo>
                <a:lnTo>
                  <a:pt x="269508" y="83625"/>
                </a:lnTo>
                <a:lnTo>
                  <a:pt x="269511" y="83486"/>
                </a:lnTo>
                <a:lnTo>
                  <a:pt x="269513" y="83349"/>
                </a:lnTo>
                <a:lnTo>
                  <a:pt x="269514" y="83213"/>
                </a:lnTo>
                <a:lnTo>
                  <a:pt x="269515" y="83080"/>
                </a:lnTo>
                <a:lnTo>
                  <a:pt x="269516" y="82948"/>
                </a:lnTo>
                <a:lnTo>
                  <a:pt x="269517" y="82818"/>
                </a:lnTo>
                <a:lnTo>
                  <a:pt x="269517" y="82691"/>
                </a:lnTo>
                <a:lnTo>
                  <a:pt x="269497" y="80809"/>
                </a:lnTo>
                <a:lnTo>
                  <a:pt x="269439" y="78965"/>
                </a:lnTo>
                <a:lnTo>
                  <a:pt x="269343" y="77157"/>
                </a:lnTo>
                <a:lnTo>
                  <a:pt x="269208" y="75386"/>
                </a:lnTo>
                <a:lnTo>
                  <a:pt x="269034" y="73653"/>
                </a:lnTo>
                <a:lnTo>
                  <a:pt x="268821" y="71956"/>
                </a:lnTo>
                <a:lnTo>
                  <a:pt x="268570" y="70296"/>
                </a:lnTo>
                <a:lnTo>
                  <a:pt x="268280" y="68673"/>
                </a:lnTo>
                <a:lnTo>
                  <a:pt x="267951" y="67087"/>
                </a:lnTo>
                <a:lnTo>
                  <a:pt x="267584" y="65538"/>
                </a:lnTo>
                <a:lnTo>
                  <a:pt x="267178" y="64027"/>
                </a:lnTo>
                <a:lnTo>
                  <a:pt x="266733" y="62551"/>
                </a:lnTo>
                <a:lnTo>
                  <a:pt x="266250" y="61113"/>
                </a:lnTo>
                <a:lnTo>
                  <a:pt x="265728" y="59712"/>
                </a:lnTo>
                <a:lnTo>
                  <a:pt x="265167" y="58348"/>
                </a:lnTo>
                <a:lnTo>
                  <a:pt x="264568" y="57021"/>
                </a:lnTo>
                <a:lnTo>
                  <a:pt x="263930" y="55731"/>
                </a:lnTo>
                <a:lnTo>
                  <a:pt x="263253" y="54477"/>
                </a:lnTo>
                <a:lnTo>
                  <a:pt x="262538" y="53261"/>
                </a:lnTo>
                <a:lnTo>
                  <a:pt x="261784" y="52082"/>
                </a:lnTo>
                <a:lnTo>
                  <a:pt x="260992" y="50939"/>
                </a:lnTo>
                <a:lnTo>
                  <a:pt x="260160" y="49834"/>
                </a:lnTo>
                <a:lnTo>
                  <a:pt x="259290" y="48765"/>
                </a:lnTo>
                <a:lnTo>
                  <a:pt x="258382" y="47733"/>
                </a:lnTo>
                <a:lnTo>
                  <a:pt x="257439" y="46741"/>
                </a:lnTo>
                <a:lnTo>
                  <a:pt x="256467" y="45791"/>
                </a:lnTo>
                <a:lnTo>
                  <a:pt x="255466" y="44883"/>
                </a:lnTo>
                <a:lnTo>
                  <a:pt x="254435" y="44018"/>
                </a:lnTo>
                <a:lnTo>
                  <a:pt x="253374" y="43194"/>
                </a:lnTo>
                <a:lnTo>
                  <a:pt x="252285" y="42413"/>
                </a:lnTo>
                <a:lnTo>
                  <a:pt x="251165" y="41674"/>
                </a:lnTo>
                <a:lnTo>
                  <a:pt x="250017" y="40978"/>
                </a:lnTo>
                <a:lnTo>
                  <a:pt x="248839" y="40323"/>
                </a:lnTo>
                <a:lnTo>
                  <a:pt x="247631" y="39711"/>
                </a:lnTo>
                <a:lnTo>
                  <a:pt x="246394" y="39141"/>
                </a:lnTo>
                <a:lnTo>
                  <a:pt x="245128" y="38613"/>
                </a:lnTo>
                <a:lnTo>
                  <a:pt x="243832" y="38128"/>
                </a:lnTo>
                <a:lnTo>
                  <a:pt x="242507" y="37684"/>
                </a:lnTo>
                <a:lnTo>
                  <a:pt x="241153" y="37283"/>
                </a:lnTo>
                <a:lnTo>
                  <a:pt x="239769" y="36924"/>
                </a:lnTo>
                <a:lnTo>
                  <a:pt x="238355" y="36608"/>
                </a:lnTo>
                <a:lnTo>
                  <a:pt x="236912" y="36333"/>
                </a:lnTo>
                <a:lnTo>
                  <a:pt x="235440" y="36101"/>
                </a:lnTo>
                <a:lnTo>
                  <a:pt x="233938" y="35911"/>
                </a:lnTo>
                <a:lnTo>
                  <a:pt x="232407" y="35763"/>
                </a:lnTo>
                <a:lnTo>
                  <a:pt x="230847" y="35657"/>
                </a:lnTo>
                <a:lnTo>
                  <a:pt x="229257" y="35594"/>
                </a:lnTo>
                <a:lnTo>
                  <a:pt x="227637" y="35573"/>
                </a:lnTo>
                <a:lnTo>
                  <a:pt x="226414" y="35584"/>
                </a:lnTo>
                <a:lnTo>
                  <a:pt x="225210" y="35618"/>
                </a:lnTo>
                <a:lnTo>
                  <a:pt x="224023" y="35674"/>
                </a:lnTo>
                <a:lnTo>
                  <a:pt x="222854" y="35753"/>
                </a:lnTo>
                <a:lnTo>
                  <a:pt x="221703" y="35855"/>
                </a:lnTo>
                <a:lnTo>
                  <a:pt x="220570" y="35979"/>
                </a:lnTo>
                <a:lnTo>
                  <a:pt x="219455" y="36125"/>
                </a:lnTo>
                <a:lnTo>
                  <a:pt x="218358" y="36295"/>
                </a:lnTo>
                <a:lnTo>
                  <a:pt x="217279" y="36486"/>
                </a:lnTo>
                <a:lnTo>
                  <a:pt x="216218" y="36701"/>
                </a:lnTo>
                <a:lnTo>
                  <a:pt x="215175" y="36937"/>
                </a:lnTo>
                <a:lnTo>
                  <a:pt x="214150" y="37197"/>
                </a:lnTo>
                <a:lnTo>
                  <a:pt x="213142" y="37478"/>
                </a:lnTo>
                <a:lnTo>
                  <a:pt x="212153" y="37783"/>
                </a:lnTo>
                <a:lnTo>
                  <a:pt x="211182" y="38110"/>
                </a:lnTo>
                <a:lnTo>
                  <a:pt x="210228" y="38459"/>
                </a:lnTo>
                <a:lnTo>
                  <a:pt x="209293" y="38832"/>
                </a:lnTo>
                <a:lnTo>
                  <a:pt x="208376" y="39226"/>
                </a:lnTo>
                <a:lnTo>
                  <a:pt x="207476" y="39643"/>
                </a:lnTo>
                <a:lnTo>
                  <a:pt x="206595" y="40083"/>
                </a:lnTo>
                <a:lnTo>
                  <a:pt x="205731" y="40545"/>
                </a:lnTo>
                <a:lnTo>
                  <a:pt x="204886" y="41030"/>
                </a:lnTo>
                <a:lnTo>
                  <a:pt x="204058" y="41538"/>
                </a:lnTo>
                <a:lnTo>
                  <a:pt x="203249" y="42067"/>
                </a:lnTo>
                <a:lnTo>
                  <a:pt x="202456" y="42617"/>
                </a:lnTo>
                <a:lnTo>
                  <a:pt x="201681" y="43185"/>
                </a:lnTo>
                <a:lnTo>
                  <a:pt x="200924" y="43770"/>
                </a:lnTo>
                <a:lnTo>
                  <a:pt x="200183" y="44372"/>
                </a:lnTo>
                <a:lnTo>
                  <a:pt x="199459" y="44991"/>
                </a:lnTo>
                <a:lnTo>
                  <a:pt x="198753" y="45629"/>
                </a:lnTo>
                <a:lnTo>
                  <a:pt x="198063" y="46283"/>
                </a:lnTo>
                <a:lnTo>
                  <a:pt x="197391" y="46955"/>
                </a:lnTo>
                <a:lnTo>
                  <a:pt x="196736" y="47645"/>
                </a:lnTo>
                <a:lnTo>
                  <a:pt x="196098" y="48351"/>
                </a:lnTo>
                <a:lnTo>
                  <a:pt x="195477" y="49076"/>
                </a:lnTo>
                <a:lnTo>
                  <a:pt x="194873" y="49817"/>
                </a:lnTo>
                <a:lnTo>
                  <a:pt x="194286" y="50577"/>
                </a:lnTo>
                <a:lnTo>
                  <a:pt x="193716" y="51353"/>
                </a:lnTo>
                <a:lnTo>
                  <a:pt x="193164" y="52147"/>
                </a:lnTo>
                <a:lnTo>
                  <a:pt x="192628" y="52959"/>
                </a:lnTo>
                <a:lnTo>
                  <a:pt x="192110" y="53788"/>
                </a:lnTo>
                <a:lnTo>
                  <a:pt x="191608" y="54634"/>
                </a:lnTo>
                <a:lnTo>
                  <a:pt x="191124" y="55498"/>
                </a:lnTo>
                <a:lnTo>
                  <a:pt x="190657" y="56379"/>
                </a:lnTo>
                <a:lnTo>
                  <a:pt x="190207" y="57278"/>
                </a:lnTo>
                <a:lnTo>
                  <a:pt x="189775" y="58194"/>
                </a:lnTo>
                <a:lnTo>
                  <a:pt x="189359" y="59128"/>
                </a:lnTo>
                <a:lnTo>
                  <a:pt x="188960" y="60079"/>
                </a:lnTo>
                <a:lnTo>
                  <a:pt x="188578" y="61045"/>
                </a:lnTo>
                <a:lnTo>
                  <a:pt x="188213" y="62023"/>
                </a:lnTo>
                <a:lnTo>
                  <a:pt x="187863" y="63014"/>
                </a:lnTo>
                <a:lnTo>
                  <a:pt x="187530" y="64018"/>
                </a:lnTo>
                <a:lnTo>
                  <a:pt x="187213" y="65034"/>
                </a:lnTo>
                <a:lnTo>
                  <a:pt x="186912" y="66062"/>
                </a:lnTo>
                <a:lnTo>
                  <a:pt x="186628" y="67103"/>
                </a:lnTo>
                <a:lnTo>
                  <a:pt x="186360" y="68157"/>
                </a:lnTo>
                <a:lnTo>
                  <a:pt x="186108" y="69223"/>
                </a:lnTo>
                <a:lnTo>
                  <a:pt x="185872" y="70302"/>
                </a:lnTo>
                <a:lnTo>
                  <a:pt x="185653" y="71393"/>
                </a:lnTo>
                <a:lnTo>
                  <a:pt x="185450" y="72496"/>
                </a:lnTo>
                <a:lnTo>
                  <a:pt x="185263" y="73612"/>
                </a:lnTo>
                <a:lnTo>
                  <a:pt x="185092" y="74741"/>
                </a:lnTo>
                <a:lnTo>
                  <a:pt x="184938" y="75882"/>
                </a:lnTo>
                <a:lnTo>
                  <a:pt x="184800" y="77036"/>
                </a:lnTo>
                <a:lnTo>
                  <a:pt x="184678" y="78202"/>
                </a:lnTo>
                <a:lnTo>
                  <a:pt x="184572" y="79381"/>
                </a:lnTo>
                <a:lnTo>
                  <a:pt x="184483" y="80572"/>
                </a:lnTo>
                <a:lnTo>
                  <a:pt x="184410" y="81776"/>
                </a:lnTo>
                <a:lnTo>
                  <a:pt x="184353" y="82992"/>
                </a:lnTo>
                <a:lnTo>
                  <a:pt x="184312" y="84220"/>
                </a:lnTo>
                <a:lnTo>
                  <a:pt x="184288" y="85462"/>
                </a:lnTo>
                <a:lnTo>
                  <a:pt x="184280" y="86715"/>
                </a:lnTo>
                <a:lnTo>
                  <a:pt x="184288" y="87920"/>
                </a:lnTo>
                <a:lnTo>
                  <a:pt x="184313" y="89114"/>
                </a:lnTo>
                <a:lnTo>
                  <a:pt x="184355" y="90298"/>
                </a:lnTo>
                <a:lnTo>
                  <a:pt x="184414" y="91472"/>
                </a:lnTo>
                <a:lnTo>
                  <a:pt x="184489" y="92636"/>
                </a:lnTo>
                <a:lnTo>
                  <a:pt x="184581" y="93790"/>
                </a:lnTo>
                <a:lnTo>
                  <a:pt x="184690" y="94934"/>
                </a:lnTo>
                <a:lnTo>
                  <a:pt x="184816" y="96067"/>
                </a:lnTo>
                <a:lnTo>
                  <a:pt x="184959" y="97191"/>
                </a:lnTo>
                <a:lnTo>
                  <a:pt x="185118" y="98305"/>
                </a:lnTo>
                <a:lnTo>
                  <a:pt x="185294" y="99409"/>
                </a:lnTo>
                <a:lnTo>
                  <a:pt x="185487" y="100503"/>
                </a:lnTo>
                <a:lnTo>
                  <a:pt x="185696" y="101586"/>
                </a:lnTo>
                <a:lnTo>
                  <a:pt x="185923" y="102660"/>
                </a:lnTo>
                <a:lnTo>
                  <a:pt x="186166" y="103723"/>
                </a:lnTo>
                <a:lnTo>
                  <a:pt x="186426" y="104777"/>
                </a:lnTo>
                <a:lnTo>
                  <a:pt x="186702" y="105821"/>
                </a:lnTo>
                <a:lnTo>
                  <a:pt x="186996" y="106854"/>
                </a:lnTo>
                <a:lnTo>
                  <a:pt x="187306" y="107877"/>
                </a:lnTo>
                <a:lnTo>
                  <a:pt x="187633" y="108891"/>
                </a:lnTo>
                <a:lnTo>
                  <a:pt x="187976" y="109894"/>
                </a:lnTo>
                <a:lnTo>
                  <a:pt x="188337" y="110887"/>
                </a:lnTo>
                <a:lnTo>
                  <a:pt x="188714" y="111871"/>
                </a:lnTo>
                <a:lnTo>
                  <a:pt x="189108" y="112844"/>
                </a:lnTo>
                <a:lnTo>
                  <a:pt x="189519" y="113803"/>
                </a:lnTo>
                <a:lnTo>
                  <a:pt x="189949" y="114746"/>
                </a:lnTo>
                <a:lnTo>
                  <a:pt x="190396" y="115672"/>
                </a:lnTo>
                <a:lnTo>
                  <a:pt x="190861" y="116581"/>
                </a:lnTo>
                <a:lnTo>
                  <a:pt x="191344" y="117473"/>
                </a:lnTo>
                <a:lnTo>
                  <a:pt x="191846" y="118348"/>
                </a:lnTo>
                <a:lnTo>
                  <a:pt x="192365" y="119206"/>
                </a:lnTo>
                <a:lnTo>
                  <a:pt x="192902" y="120047"/>
                </a:lnTo>
                <a:lnTo>
                  <a:pt x="193457" y="120871"/>
                </a:lnTo>
                <a:lnTo>
                  <a:pt x="194030" y="121679"/>
                </a:lnTo>
                <a:lnTo>
                  <a:pt x="194621" y="122469"/>
                </a:lnTo>
                <a:lnTo>
                  <a:pt x="195230" y="123243"/>
                </a:lnTo>
                <a:lnTo>
                  <a:pt x="195857" y="124000"/>
                </a:lnTo>
                <a:lnTo>
                  <a:pt x="196502" y="124740"/>
                </a:lnTo>
                <a:lnTo>
                  <a:pt x="197164" y="125463"/>
                </a:lnTo>
                <a:lnTo>
                  <a:pt x="197845" y="126169"/>
                </a:lnTo>
                <a:lnTo>
                  <a:pt x="198544" y="126858"/>
                </a:lnTo>
                <a:lnTo>
                  <a:pt x="199261" y="127530"/>
                </a:lnTo>
                <a:lnTo>
                  <a:pt x="199995" y="128186"/>
                </a:lnTo>
                <a:lnTo>
                  <a:pt x="200748" y="128824"/>
                </a:lnTo>
                <a:lnTo>
                  <a:pt x="201519" y="129446"/>
                </a:lnTo>
                <a:lnTo>
                  <a:pt x="202307" y="130051"/>
                </a:lnTo>
                <a:lnTo>
                  <a:pt x="203114" y="130638"/>
                </a:lnTo>
                <a:lnTo>
                  <a:pt x="203938" y="131209"/>
                </a:lnTo>
                <a:lnTo>
                  <a:pt x="204782" y="131760"/>
                </a:lnTo>
                <a:lnTo>
                  <a:pt x="205645" y="132287"/>
                </a:lnTo>
                <a:lnTo>
                  <a:pt x="206527" y="132791"/>
                </a:lnTo>
                <a:lnTo>
                  <a:pt x="207430" y="133271"/>
                </a:lnTo>
                <a:lnTo>
                  <a:pt x="208352" y="133728"/>
                </a:lnTo>
                <a:lnTo>
                  <a:pt x="209293" y="134161"/>
                </a:lnTo>
                <a:lnTo>
                  <a:pt x="210255" y="134571"/>
                </a:lnTo>
                <a:lnTo>
                  <a:pt x="211236" y="134958"/>
                </a:lnTo>
                <a:lnTo>
                  <a:pt x="212236" y="135321"/>
                </a:lnTo>
                <a:lnTo>
                  <a:pt x="213257" y="135660"/>
                </a:lnTo>
                <a:lnTo>
                  <a:pt x="214297" y="135977"/>
                </a:lnTo>
                <a:lnTo>
                  <a:pt x="215357" y="136270"/>
                </a:lnTo>
                <a:lnTo>
                  <a:pt x="216436" y="136539"/>
                </a:lnTo>
                <a:lnTo>
                  <a:pt x="217535" y="136785"/>
                </a:lnTo>
                <a:lnTo>
                  <a:pt x="218654" y="137008"/>
                </a:lnTo>
                <a:lnTo>
                  <a:pt x="219792" y="137207"/>
                </a:lnTo>
                <a:lnTo>
                  <a:pt x="220950" y="137382"/>
                </a:lnTo>
                <a:lnTo>
                  <a:pt x="222128" y="137535"/>
                </a:lnTo>
                <a:lnTo>
                  <a:pt x="223326" y="137663"/>
                </a:lnTo>
                <a:lnTo>
                  <a:pt x="224543" y="137769"/>
                </a:lnTo>
                <a:lnTo>
                  <a:pt x="225780" y="137851"/>
                </a:lnTo>
                <a:lnTo>
                  <a:pt x="227036" y="137909"/>
                </a:lnTo>
                <a:lnTo>
                  <a:pt x="228312" y="137945"/>
                </a:lnTo>
                <a:lnTo>
                  <a:pt x="229608" y="137956"/>
                </a:lnTo>
                <a:lnTo>
                  <a:pt x="230612" y="137949"/>
                </a:lnTo>
                <a:lnTo>
                  <a:pt x="231606" y="137928"/>
                </a:lnTo>
                <a:lnTo>
                  <a:pt x="232587" y="137892"/>
                </a:lnTo>
                <a:lnTo>
                  <a:pt x="233558" y="137842"/>
                </a:lnTo>
                <a:lnTo>
                  <a:pt x="234517" y="137778"/>
                </a:lnTo>
                <a:close/>
                <a:moveTo>
                  <a:pt x="201536" y="71624"/>
                </a:moveTo>
                <a:lnTo>
                  <a:pt x="201737" y="70569"/>
                </a:lnTo>
                <a:lnTo>
                  <a:pt x="201957" y="69537"/>
                </a:lnTo>
                <a:lnTo>
                  <a:pt x="202197" y="68529"/>
                </a:lnTo>
                <a:lnTo>
                  <a:pt x="202458" y="67544"/>
                </a:lnTo>
                <a:lnTo>
                  <a:pt x="202738" y="66583"/>
                </a:lnTo>
                <a:lnTo>
                  <a:pt x="203039" y="65646"/>
                </a:lnTo>
                <a:lnTo>
                  <a:pt x="203359" y="64732"/>
                </a:lnTo>
                <a:lnTo>
                  <a:pt x="203700" y="63842"/>
                </a:lnTo>
                <a:lnTo>
                  <a:pt x="204060" y="62976"/>
                </a:lnTo>
                <a:lnTo>
                  <a:pt x="204441" y="62133"/>
                </a:lnTo>
                <a:lnTo>
                  <a:pt x="204842" y="61314"/>
                </a:lnTo>
                <a:lnTo>
                  <a:pt x="205262" y="60518"/>
                </a:lnTo>
                <a:lnTo>
                  <a:pt x="205703" y="59746"/>
                </a:lnTo>
                <a:lnTo>
                  <a:pt x="206163" y="58998"/>
                </a:lnTo>
                <a:lnTo>
                  <a:pt x="206644" y="58273"/>
                </a:lnTo>
                <a:lnTo>
                  <a:pt x="207145" y="57572"/>
                </a:lnTo>
                <a:lnTo>
                  <a:pt x="207665" y="56895"/>
                </a:lnTo>
                <a:lnTo>
                  <a:pt x="208206" y="56241"/>
                </a:lnTo>
                <a:lnTo>
                  <a:pt x="208767" y="55611"/>
                </a:lnTo>
                <a:lnTo>
                  <a:pt x="209346" y="55005"/>
                </a:lnTo>
                <a:lnTo>
                  <a:pt x="209944" y="54425"/>
                </a:lnTo>
                <a:lnTo>
                  <a:pt x="210560" y="53870"/>
                </a:lnTo>
                <a:lnTo>
                  <a:pt x="211193" y="53342"/>
                </a:lnTo>
                <a:lnTo>
                  <a:pt x="211845" y="52839"/>
                </a:lnTo>
                <a:lnTo>
                  <a:pt x="212514" y="52362"/>
                </a:lnTo>
                <a:lnTo>
                  <a:pt x="213202" y="51911"/>
                </a:lnTo>
                <a:lnTo>
                  <a:pt x="213907" y="51486"/>
                </a:lnTo>
                <a:lnTo>
                  <a:pt x="214631" y="51086"/>
                </a:lnTo>
                <a:lnTo>
                  <a:pt x="215372" y="50713"/>
                </a:lnTo>
                <a:lnTo>
                  <a:pt x="216131" y="50365"/>
                </a:lnTo>
                <a:lnTo>
                  <a:pt x="216909" y="50042"/>
                </a:lnTo>
                <a:lnTo>
                  <a:pt x="217704" y="49746"/>
                </a:lnTo>
                <a:lnTo>
                  <a:pt x="218517" y="49475"/>
                </a:lnTo>
                <a:lnTo>
                  <a:pt x="219348" y="49230"/>
                </a:lnTo>
                <a:lnTo>
                  <a:pt x="220197" y="49011"/>
                </a:lnTo>
                <a:lnTo>
                  <a:pt x="221065" y="48818"/>
                </a:lnTo>
                <a:lnTo>
                  <a:pt x="221950" y="48650"/>
                </a:lnTo>
                <a:lnTo>
                  <a:pt x="222853" y="48508"/>
                </a:lnTo>
                <a:lnTo>
                  <a:pt x="223774" y="48392"/>
                </a:lnTo>
                <a:lnTo>
                  <a:pt x="224713" y="48302"/>
                </a:lnTo>
                <a:lnTo>
                  <a:pt x="225669" y="48238"/>
                </a:lnTo>
                <a:lnTo>
                  <a:pt x="226644" y="48199"/>
                </a:lnTo>
                <a:lnTo>
                  <a:pt x="227637" y="48186"/>
                </a:lnTo>
                <a:lnTo>
                  <a:pt x="228622" y="48199"/>
                </a:lnTo>
                <a:lnTo>
                  <a:pt x="229588" y="48238"/>
                </a:lnTo>
                <a:lnTo>
                  <a:pt x="230536" y="48303"/>
                </a:lnTo>
                <a:lnTo>
                  <a:pt x="231467" y="48394"/>
                </a:lnTo>
                <a:lnTo>
                  <a:pt x="232379" y="48511"/>
                </a:lnTo>
                <a:lnTo>
                  <a:pt x="233272" y="48653"/>
                </a:lnTo>
                <a:lnTo>
                  <a:pt x="234148" y="48822"/>
                </a:lnTo>
                <a:lnTo>
                  <a:pt x="235006" y="49017"/>
                </a:lnTo>
                <a:lnTo>
                  <a:pt x="235845" y="49238"/>
                </a:lnTo>
                <a:lnTo>
                  <a:pt x="236667" y="49484"/>
                </a:lnTo>
                <a:lnTo>
                  <a:pt x="237470" y="49757"/>
                </a:lnTo>
                <a:lnTo>
                  <a:pt x="238255" y="50055"/>
                </a:lnTo>
                <a:lnTo>
                  <a:pt x="239022" y="50380"/>
                </a:lnTo>
                <a:lnTo>
                  <a:pt x="239771" y="50730"/>
                </a:lnTo>
                <a:lnTo>
                  <a:pt x="240501" y="51107"/>
                </a:lnTo>
                <a:lnTo>
                  <a:pt x="241214" y="51509"/>
                </a:lnTo>
                <a:lnTo>
                  <a:pt x="241908" y="51938"/>
                </a:lnTo>
                <a:lnTo>
                  <a:pt x="242585" y="52392"/>
                </a:lnTo>
                <a:lnTo>
                  <a:pt x="243243" y="52872"/>
                </a:lnTo>
                <a:lnTo>
                  <a:pt x="243883" y="53378"/>
                </a:lnTo>
                <a:lnTo>
                  <a:pt x="244505" y="53911"/>
                </a:lnTo>
                <a:lnTo>
                  <a:pt x="245108" y="54469"/>
                </a:lnTo>
                <a:lnTo>
                  <a:pt x="245694" y="55053"/>
                </a:lnTo>
                <a:lnTo>
                  <a:pt x="246261" y="55663"/>
                </a:lnTo>
                <a:lnTo>
                  <a:pt x="246809" y="56297"/>
                </a:lnTo>
                <a:lnTo>
                  <a:pt x="247334" y="56955"/>
                </a:lnTo>
                <a:lnTo>
                  <a:pt x="247836" y="57635"/>
                </a:lnTo>
                <a:lnTo>
                  <a:pt x="248317" y="58339"/>
                </a:lnTo>
                <a:lnTo>
                  <a:pt x="248775" y="59065"/>
                </a:lnTo>
                <a:lnTo>
                  <a:pt x="249211" y="59815"/>
                </a:lnTo>
                <a:lnTo>
                  <a:pt x="249625" y="60588"/>
                </a:lnTo>
                <a:lnTo>
                  <a:pt x="250017" y="61384"/>
                </a:lnTo>
                <a:lnTo>
                  <a:pt x="250386" y="62203"/>
                </a:lnTo>
                <a:lnTo>
                  <a:pt x="250733" y="63045"/>
                </a:lnTo>
                <a:lnTo>
                  <a:pt x="251058" y="63910"/>
                </a:lnTo>
                <a:lnTo>
                  <a:pt x="251361" y="64798"/>
                </a:lnTo>
                <a:lnTo>
                  <a:pt x="251641" y="65709"/>
                </a:lnTo>
                <a:lnTo>
                  <a:pt x="251899" y="66643"/>
                </a:lnTo>
                <a:lnTo>
                  <a:pt x="252135" y="67601"/>
                </a:lnTo>
                <a:lnTo>
                  <a:pt x="252349" y="68581"/>
                </a:lnTo>
                <a:lnTo>
                  <a:pt x="252540" y="69585"/>
                </a:lnTo>
                <a:lnTo>
                  <a:pt x="252710" y="70611"/>
                </a:lnTo>
                <a:lnTo>
                  <a:pt x="252857" y="71661"/>
                </a:lnTo>
                <a:lnTo>
                  <a:pt x="252981" y="72734"/>
                </a:lnTo>
                <a:lnTo>
                  <a:pt x="253084" y="73830"/>
                </a:lnTo>
                <a:lnTo>
                  <a:pt x="253164" y="74949"/>
                </a:lnTo>
                <a:lnTo>
                  <a:pt x="253222" y="76090"/>
                </a:lnTo>
                <a:lnTo>
                  <a:pt x="253258" y="77256"/>
                </a:lnTo>
                <a:lnTo>
                  <a:pt x="200834" y="77256"/>
                </a:lnTo>
                <a:lnTo>
                  <a:pt x="200935" y="76082"/>
                </a:lnTo>
                <a:lnTo>
                  <a:pt x="201055" y="74932"/>
                </a:lnTo>
                <a:lnTo>
                  <a:pt x="201195" y="73806"/>
                </a:lnTo>
                <a:lnTo>
                  <a:pt x="201356" y="72703"/>
                </a:lnTo>
                <a:lnTo>
                  <a:pt x="201536" y="71624"/>
                </a:lnTo>
                <a:close/>
                <a:moveTo>
                  <a:pt x="405046" y="137778"/>
                </a:moveTo>
                <a:lnTo>
                  <a:pt x="405994" y="137699"/>
                </a:lnTo>
                <a:lnTo>
                  <a:pt x="406931" y="137606"/>
                </a:lnTo>
                <a:lnTo>
                  <a:pt x="407856" y="137499"/>
                </a:lnTo>
                <a:lnTo>
                  <a:pt x="408770" y="137378"/>
                </a:lnTo>
                <a:lnTo>
                  <a:pt x="409673" y="137242"/>
                </a:lnTo>
                <a:lnTo>
                  <a:pt x="410564" y="137092"/>
                </a:lnTo>
                <a:lnTo>
                  <a:pt x="411445" y="136928"/>
                </a:lnTo>
                <a:lnTo>
                  <a:pt x="412313" y="136749"/>
                </a:lnTo>
                <a:lnTo>
                  <a:pt x="413171" y="136556"/>
                </a:lnTo>
                <a:lnTo>
                  <a:pt x="414017" y="136349"/>
                </a:lnTo>
                <a:lnTo>
                  <a:pt x="414852" y="136128"/>
                </a:lnTo>
                <a:lnTo>
                  <a:pt x="415676" y="135892"/>
                </a:lnTo>
                <a:lnTo>
                  <a:pt x="416489" y="135642"/>
                </a:lnTo>
                <a:lnTo>
                  <a:pt x="417290" y="135378"/>
                </a:lnTo>
                <a:lnTo>
                  <a:pt x="418080" y="135099"/>
                </a:lnTo>
                <a:lnTo>
                  <a:pt x="418858" y="134806"/>
                </a:lnTo>
                <a:lnTo>
                  <a:pt x="419625" y="134499"/>
                </a:lnTo>
                <a:lnTo>
                  <a:pt x="420381" y="134178"/>
                </a:lnTo>
                <a:lnTo>
                  <a:pt x="421126" y="133842"/>
                </a:lnTo>
                <a:lnTo>
                  <a:pt x="421858" y="133493"/>
                </a:lnTo>
                <a:lnTo>
                  <a:pt x="422577" y="133132"/>
                </a:lnTo>
                <a:lnTo>
                  <a:pt x="423282" y="132759"/>
                </a:lnTo>
                <a:lnTo>
                  <a:pt x="423973" y="132374"/>
                </a:lnTo>
                <a:lnTo>
                  <a:pt x="424650" y="131977"/>
                </a:lnTo>
                <a:lnTo>
                  <a:pt x="425314" y="131568"/>
                </a:lnTo>
                <a:lnTo>
                  <a:pt x="425964" y="131147"/>
                </a:lnTo>
                <a:lnTo>
                  <a:pt x="426601" y="130714"/>
                </a:lnTo>
                <a:lnTo>
                  <a:pt x="427223" y="130269"/>
                </a:lnTo>
                <a:lnTo>
                  <a:pt x="427832" y="129811"/>
                </a:lnTo>
                <a:lnTo>
                  <a:pt x="428428" y="129342"/>
                </a:lnTo>
                <a:lnTo>
                  <a:pt x="429009" y="128861"/>
                </a:lnTo>
                <a:lnTo>
                  <a:pt x="429577" y="128368"/>
                </a:lnTo>
                <a:lnTo>
                  <a:pt x="430132" y="127863"/>
                </a:lnTo>
                <a:lnTo>
                  <a:pt x="430672" y="127346"/>
                </a:lnTo>
                <a:lnTo>
                  <a:pt x="431199" y="126817"/>
                </a:lnTo>
                <a:lnTo>
                  <a:pt x="431712" y="126276"/>
                </a:lnTo>
                <a:lnTo>
                  <a:pt x="432212" y="125723"/>
                </a:lnTo>
                <a:lnTo>
                  <a:pt x="432698" y="125158"/>
                </a:lnTo>
                <a:lnTo>
                  <a:pt x="433170" y="124581"/>
                </a:lnTo>
                <a:lnTo>
                  <a:pt x="433628" y="123992"/>
                </a:lnTo>
                <a:lnTo>
                  <a:pt x="434073" y="123391"/>
                </a:lnTo>
                <a:lnTo>
                  <a:pt x="434504" y="122778"/>
                </a:lnTo>
                <a:lnTo>
                  <a:pt x="434922" y="122153"/>
                </a:lnTo>
                <a:lnTo>
                  <a:pt x="435324" y="121517"/>
                </a:lnTo>
                <a:lnTo>
                  <a:pt x="435711" y="120871"/>
                </a:lnTo>
                <a:lnTo>
                  <a:pt x="436081" y="120215"/>
                </a:lnTo>
                <a:lnTo>
                  <a:pt x="436435" y="119548"/>
                </a:lnTo>
                <a:lnTo>
                  <a:pt x="436774" y="118872"/>
                </a:lnTo>
                <a:lnTo>
                  <a:pt x="437096" y="118186"/>
                </a:lnTo>
                <a:lnTo>
                  <a:pt x="437402" y="117490"/>
                </a:lnTo>
                <a:lnTo>
                  <a:pt x="437692" y="116783"/>
                </a:lnTo>
                <a:lnTo>
                  <a:pt x="437966" y="116067"/>
                </a:lnTo>
                <a:lnTo>
                  <a:pt x="438224" y="115340"/>
                </a:lnTo>
                <a:lnTo>
                  <a:pt x="438465" y="114604"/>
                </a:lnTo>
                <a:lnTo>
                  <a:pt x="438691" y="113857"/>
                </a:lnTo>
                <a:lnTo>
                  <a:pt x="438900" y="113100"/>
                </a:lnTo>
                <a:lnTo>
                  <a:pt x="439094" y="112334"/>
                </a:lnTo>
                <a:lnTo>
                  <a:pt x="439271" y="111557"/>
                </a:lnTo>
                <a:lnTo>
                  <a:pt x="439433" y="110770"/>
                </a:lnTo>
                <a:lnTo>
                  <a:pt x="439578" y="109973"/>
                </a:lnTo>
                <a:lnTo>
                  <a:pt x="439707" y="109166"/>
                </a:lnTo>
                <a:lnTo>
                  <a:pt x="439820" y="108349"/>
                </a:lnTo>
                <a:lnTo>
                  <a:pt x="439917" y="107522"/>
                </a:lnTo>
                <a:lnTo>
                  <a:pt x="439998" y="106685"/>
                </a:lnTo>
                <a:lnTo>
                  <a:pt x="440063" y="105838"/>
                </a:lnTo>
                <a:lnTo>
                  <a:pt x="440112" y="104981"/>
                </a:lnTo>
                <a:lnTo>
                  <a:pt x="440144" y="104114"/>
                </a:lnTo>
                <a:lnTo>
                  <a:pt x="423885" y="104114"/>
                </a:lnTo>
                <a:lnTo>
                  <a:pt x="423850" y="104960"/>
                </a:lnTo>
                <a:lnTo>
                  <a:pt x="423795" y="105790"/>
                </a:lnTo>
                <a:lnTo>
                  <a:pt x="423719" y="106602"/>
                </a:lnTo>
                <a:lnTo>
                  <a:pt x="423622" y="107398"/>
                </a:lnTo>
                <a:lnTo>
                  <a:pt x="423505" y="108178"/>
                </a:lnTo>
                <a:lnTo>
                  <a:pt x="423368" y="108940"/>
                </a:lnTo>
                <a:lnTo>
                  <a:pt x="423210" y="109686"/>
                </a:lnTo>
                <a:lnTo>
                  <a:pt x="423031" y="110415"/>
                </a:lnTo>
                <a:lnTo>
                  <a:pt x="422832" y="111127"/>
                </a:lnTo>
                <a:lnTo>
                  <a:pt x="422612" y="111823"/>
                </a:lnTo>
                <a:lnTo>
                  <a:pt x="422372" y="112502"/>
                </a:lnTo>
                <a:lnTo>
                  <a:pt x="422112" y="113164"/>
                </a:lnTo>
                <a:lnTo>
                  <a:pt x="421830" y="113810"/>
                </a:lnTo>
                <a:lnTo>
                  <a:pt x="421528" y="114438"/>
                </a:lnTo>
                <a:lnTo>
                  <a:pt x="421206" y="115051"/>
                </a:lnTo>
                <a:lnTo>
                  <a:pt x="420863" y="115646"/>
                </a:lnTo>
                <a:lnTo>
                  <a:pt x="420500" y="116224"/>
                </a:lnTo>
                <a:lnTo>
                  <a:pt x="420116" y="116786"/>
                </a:lnTo>
                <a:lnTo>
                  <a:pt x="419712" y="117331"/>
                </a:lnTo>
                <a:lnTo>
                  <a:pt x="419287" y="117860"/>
                </a:lnTo>
                <a:lnTo>
                  <a:pt x="418841" y="118372"/>
                </a:lnTo>
                <a:lnTo>
                  <a:pt x="418375" y="118867"/>
                </a:lnTo>
                <a:lnTo>
                  <a:pt x="417889" y="119345"/>
                </a:lnTo>
                <a:lnTo>
                  <a:pt x="417382" y="119806"/>
                </a:lnTo>
                <a:lnTo>
                  <a:pt x="416856" y="120250"/>
                </a:lnTo>
                <a:lnTo>
                  <a:pt x="416313" y="120675"/>
                </a:lnTo>
                <a:lnTo>
                  <a:pt x="415754" y="121081"/>
                </a:lnTo>
                <a:lnTo>
                  <a:pt x="415178" y="121468"/>
                </a:lnTo>
                <a:lnTo>
                  <a:pt x="414585" y="121836"/>
                </a:lnTo>
                <a:lnTo>
                  <a:pt x="413976" y="122186"/>
                </a:lnTo>
                <a:lnTo>
                  <a:pt x="413349" y="122516"/>
                </a:lnTo>
                <a:lnTo>
                  <a:pt x="412706" y="122828"/>
                </a:lnTo>
                <a:lnTo>
                  <a:pt x="412047" y="123120"/>
                </a:lnTo>
                <a:lnTo>
                  <a:pt x="411370" y="123394"/>
                </a:lnTo>
                <a:lnTo>
                  <a:pt x="410677" y="123649"/>
                </a:lnTo>
                <a:lnTo>
                  <a:pt x="409966" y="123885"/>
                </a:lnTo>
                <a:lnTo>
                  <a:pt x="409240" y="124102"/>
                </a:lnTo>
                <a:lnTo>
                  <a:pt x="408496" y="124300"/>
                </a:lnTo>
                <a:lnTo>
                  <a:pt x="407735" y="124480"/>
                </a:lnTo>
                <a:lnTo>
                  <a:pt x="406958" y="124640"/>
                </a:lnTo>
                <a:lnTo>
                  <a:pt x="406164" y="124782"/>
                </a:lnTo>
                <a:lnTo>
                  <a:pt x="405354" y="124905"/>
                </a:lnTo>
                <a:lnTo>
                  <a:pt x="404526" y="125009"/>
                </a:lnTo>
                <a:lnTo>
                  <a:pt x="403682" y="125094"/>
                </a:lnTo>
                <a:lnTo>
                  <a:pt x="402821" y="125160"/>
                </a:lnTo>
                <a:lnTo>
                  <a:pt x="401943" y="125207"/>
                </a:lnTo>
                <a:lnTo>
                  <a:pt x="401048" y="125235"/>
                </a:lnTo>
                <a:lnTo>
                  <a:pt x="400137" y="125245"/>
                </a:lnTo>
                <a:lnTo>
                  <a:pt x="399282" y="125236"/>
                </a:lnTo>
                <a:lnTo>
                  <a:pt x="398441" y="125210"/>
                </a:lnTo>
                <a:lnTo>
                  <a:pt x="397614" y="125168"/>
                </a:lnTo>
                <a:lnTo>
                  <a:pt x="396800" y="125108"/>
                </a:lnTo>
                <a:lnTo>
                  <a:pt x="396001" y="125031"/>
                </a:lnTo>
                <a:lnTo>
                  <a:pt x="395216" y="124936"/>
                </a:lnTo>
                <a:lnTo>
                  <a:pt x="394445" y="124825"/>
                </a:lnTo>
                <a:lnTo>
                  <a:pt x="393688" y="124696"/>
                </a:lnTo>
                <a:lnTo>
                  <a:pt x="392945" y="124551"/>
                </a:lnTo>
                <a:lnTo>
                  <a:pt x="392216" y="124388"/>
                </a:lnTo>
                <a:lnTo>
                  <a:pt x="391501" y="124208"/>
                </a:lnTo>
                <a:lnTo>
                  <a:pt x="390800" y="124011"/>
                </a:lnTo>
                <a:lnTo>
                  <a:pt x="390113" y="123797"/>
                </a:lnTo>
                <a:lnTo>
                  <a:pt x="389441" y="123566"/>
                </a:lnTo>
                <a:lnTo>
                  <a:pt x="388782" y="123318"/>
                </a:lnTo>
                <a:lnTo>
                  <a:pt x="388137" y="123052"/>
                </a:lnTo>
                <a:lnTo>
                  <a:pt x="387506" y="122769"/>
                </a:lnTo>
                <a:lnTo>
                  <a:pt x="386890" y="122470"/>
                </a:lnTo>
                <a:lnTo>
                  <a:pt x="386287" y="122153"/>
                </a:lnTo>
                <a:lnTo>
                  <a:pt x="385698" y="121819"/>
                </a:lnTo>
                <a:lnTo>
                  <a:pt x="385124" y="121468"/>
                </a:lnTo>
                <a:lnTo>
                  <a:pt x="384563" y="121099"/>
                </a:lnTo>
                <a:lnTo>
                  <a:pt x="384016" y="120714"/>
                </a:lnTo>
                <a:lnTo>
                  <a:pt x="383484" y="120311"/>
                </a:lnTo>
                <a:lnTo>
                  <a:pt x="382964" y="119895"/>
                </a:lnTo>
                <a:lnTo>
                  <a:pt x="382456" y="119467"/>
                </a:lnTo>
                <a:lnTo>
                  <a:pt x="381960" y="119028"/>
                </a:lnTo>
                <a:lnTo>
                  <a:pt x="381476" y="118577"/>
                </a:lnTo>
                <a:lnTo>
                  <a:pt x="381004" y="118115"/>
                </a:lnTo>
                <a:lnTo>
                  <a:pt x="380543" y="117643"/>
                </a:lnTo>
                <a:lnTo>
                  <a:pt x="380094" y="117158"/>
                </a:lnTo>
                <a:lnTo>
                  <a:pt x="379657" y="116663"/>
                </a:lnTo>
                <a:lnTo>
                  <a:pt x="379232" y="116156"/>
                </a:lnTo>
                <a:lnTo>
                  <a:pt x="378818" y="115639"/>
                </a:lnTo>
                <a:lnTo>
                  <a:pt x="378417" y="115110"/>
                </a:lnTo>
                <a:lnTo>
                  <a:pt x="378027" y="114569"/>
                </a:lnTo>
                <a:lnTo>
                  <a:pt x="377649" y="114018"/>
                </a:lnTo>
                <a:lnTo>
                  <a:pt x="377283" y="113455"/>
                </a:lnTo>
                <a:lnTo>
                  <a:pt x="376929" y="112881"/>
                </a:lnTo>
                <a:lnTo>
                  <a:pt x="376586" y="112295"/>
                </a:lnTo>
                <a:lnTo>
                  <a:pt x="376255" y="111699"/>
                </a:lnTo>
                <a:lnTo>
                  <a:pt x="375936" y="111091"/>
                </a:lnTo>
                <a:lnTo>
                  <a:pt x="375629" y="110472"/>
                </a:lnTo>
                <a:lnTo>
                  <a:pt x="375334" y="109842"/>
                </a:lnTo>
                <a:lnTo>
                  <a:pt x="375050" y="109201"/>
                </a:lnTo>
                <a:lnTo>
                  <a:pt x="374778" y="108548"/>
                </a:lnTo>
                <a:lnTo>
                  <a:pt x="374518" y="107884"/>
                </a:lnTo>
                <a:lnTo>
                  <a:pt x="374270" y="107209"/>
                </a:lnTo>
                <a:lnTo>
                  <a:pt x="374033" y="106525"/>
                </a:lnTo>
                <a:lnTo>
                  <a:pt x="373805" y="105836"/>
                </a:lnTo>
                <a:lnTo>
                  <a:pt x="373587" y="105141"/>
                </a:lnTo>
                <a:lnTo>
                  <a:pt x="373379" y="104441"/>
                </a:lnTo>
                <a:lnTo>
                  <a:pt x="373181" y="103736"/>
                </a:lnTo>
                <a:lnTo>
                  <a:pt x="372992" y="103024"/>
                </a:lnTo>
                <a:lnTo>
                  <a:pt x="372813" y="102308"/>
                </a:lnTo>
                <a:lnTo>
                  <a:pt x="372644" y="101585"/>
                </a:lnTo>
                <a:lnTo>
                  <a:pt x="372485" y="100858"/>
                </a:lnTo>
                <a:lnTo>
                  <a:pt x="372335" y="100124"/>
                </a:lnTo>
                <a:lnTo>
                  <a:pt x="372196" y="99385"/>
                </a:lnTo>
                <a:lnTo>
                  <a:pt x="372065" y="98641"/>
                </a:lnTo>
                <a:lnTo>
                  <a:pt x="371945" y="97891"/>
                </a:lnTo>
                <a:lnTo>
                  <a:pt x="371834" y="97136"/>
                </a:lnTo>
                <a:lnTo>
                  <a:pt x="371734" y="96375"/>
                </a:lnTo>
                <a:lnTo>
                  <a:pt x="371643" y="95608"/>
                </a:lnTo>
                <a:lnTo>
                  <a:pt x="371561" y="94836"/>
                </a:lnTo>
                <a:lnTo>
                  <a:pt x="371490" y="94059"/>
                </a:lnTo>
                <a:lnTo>
                  <a:pt x="371428" y="93276"/>
                </a:lnTo>
                <a:lnTo>
                  <a:pt x="371376" y="92487"/>
                </a:lnTo>
                <a:lnTo>
                  <a:pt x="371333" y="91693"/>
                </a:lnTo>
                <a:lnTo>
                  <a:pt x="371301" y="90893"/>
                </a:lnTo>
                <a:lnTo>
                  <a:pt x="371278" y="90088"/>
                </a:lnTo>
                <a:lnTo>
                  <a:pt x="371265" y="89277"/>
                </a:lnTo>
                <a:lnTo>
                  <a:pt x="439652" y="89277"/>
                </a:lnTo>
                <a:lnTo>
                  <a:pt x="439668" y="89199"/>
                </a:lnTo>
                <a:lnTo>
                  <a:pt x="439684" y="89117"/>
                </a:lnTo>
                <a:lnTo>
                  <a:pt x="439699" y="89031"/>
                </a:lnTo>
                <a:lnTo>
                  <a:pt x="439715" y="88941"/>
                </a:lnTo>
                <a:lnTo>
                  <a:pt x="439730" y="88847"/>
                </a:lnTo>
                <a:lnTo>
                  <a:pt x="439744" y="88749"/>
                </a:lnTo>
                <a:lnTo>
                  <a:pt x="439758" y="88647"/>
                </a:lnTo>
                <a:lnTo>
                  <a:pt x="439772" y="88540"/>
                </a:lnTo>
                <a:lnTo>
                  <a:pt x="439786" y="88430"/>
                </a:lnTo>
                <a:lnTo>
                  <a:pt x="439799" y="88316"/>
                </a:lnTo>
                <a:lnTo>
                  <a:pt x="439812" y="88197"/>
                </a:lnTo>
                <a:lnTo>
                  <a:pt x="439824" y="88075"/>
                </a:lnTo>
                <a:lnTo>
                  <a:pt x="439836" y="87948"/>
                </a:lnTo>
                <a:lnTo>
                  <a:pt x="439848" y="87818"/>
                </a:lnTo>
                <a:lnTo>
                  <a:pt x="439860" y="87683"/>
                </a:lnTo>
                <a:lnTo>
                  <a:pt x="439871" y="87545"/>
                </a:lnTo>
                <a:lnTo>
                  <a:pt x="439881" y="87402"/>
                </a:lnTo>
                <a:lnTo>
                  <a:pt x="439892" y="87255"/>
                </a:lnTo>
                <a:lnTo>
                  <a:pt x="439902" y="87105"/>
                </a:lnTo>
                <a:lnTo>
                  <a:pt x="439912" y="86950"/>
                </a:lnTo>
                <a:lnTo>
                  <a:pt x="439921" y="86791"/>
                </a:lnTo>
                <a:lnTo>
                  <a:pt x="439930" y="86628"/>
                </a:lnTo>
                <a:lnTo>
                  <a:pt x="439939" y="86461"/>
                </a:lnTo>
                <a:lnTo>
                  <a:pt x="439947" y="86290"/>
                </a:lnTo>
                <a:lnTo>
                  <a:pt x="439955" y="86118"/>
                </a:lnTo>
                <a:lnTo>
                  <a:pt x="439963" y="85948"/>
                </a:lnTo>
                <a:lnTo>
                  <a:pt x="439970" y="85780"/>
                </a:lnTo>
                <a:lnTo>
                  <a:pt x="439977" y="85613"/>
                </a:lnTo>
                <a:lnTo>
                  <a:pt x="439984" y="85449"/>
                </a:lnTo>
                <a:lnTo>
                  <a:pt x="439990" y="85286"/>
                </a:lnTo>
                <a:lnTo>
                  <a:pt x="439996" y="85125"/>
                </a:lnTo>
                <a:lnTo>
                  <a:pt x="440002" y="84967"/>
                </a:lnTo>
                <a:lnTo>
                  <a:pt x="440007" y="84810"/>
                </a:lnTo>
                <a:lnTo>
                  <a:pt x="440012" y="84655"/>
                </a:lnTo>
                <a:lnTo>
                  <a:pt x="440017" y="84502"/>
                </a:lnTo>
                <a:lnTo>
                  <a:pt x="440021" y="84351"/>
                </a:lnTo>
                <a:lnTo>
                  <a:pt x="440025" y="84202"/>
                </a:lnTo>
                <a:lnTo>
                  <a:pt x="440029" y="84055"/>
                </a:lnTo>
                <a:lnTo>
                  <a:pt x="440032" y="83910"/>
                </a:lnTo>
                <a:lnTo>
                  <a:pt x="440035" y="83767"/>
                </a:lnTo>
                <a:lnTo>
                  <a:pt x="440037" y="83625"/>
                </a:lnTo>
                <a:lnTo>
                  <a:pt x="440040" y="83486"/>
                </a:lnTo>
                <a:lnTo>
                  <a:pt x="440042" y="83349"/>
                </a:lnTo>
                <a:lnTo>
                  <a:pt x="440043" y="83213"/>
                </a:lnTo>
                <a:lnTo>
                  <a:pt x="440044" y="83080"/>
                </a:lnTo>
                <a:lnTo>
                  <a:pt x="440045" y="82948"/>
                </a:lnTo>
                <a:lnTo>
                  <a:pt x="440046" y="82818"/>
                </a:lnTo>
                <a:lnTo>
                  <a:pt x="440046" y="82691"/>
                </a:lnTo>
                <a:lnTo>
                  <a:pt x="440027" y="80809"/>
                </a:lnTo>
                <a:lnTo>
                  <a:pt x="439969" y="78965"/>
                </a:lnTo>
                <a:lnTo>
                  <a:pt x="439872" y="77157"/>
                </a:lnTo>
                <a:lnTo>
                  <a:pt x="439737" y="75386"/>
                </a:lnTo>
                <a:lnTo>
                  <a:pt x="439563" y="73653"/>
                </a:lnTo>
                <a:lnTo>
                  <a:pt x="439350" y="71956"/>
                </a:lnTo>
                <a:lnTo>
                  <a:pt x="439099" y="70296"/>
                </a:lnTo>
                <a:lnTo>
                  <a:pt x="438809" y="68673"/>
                </a:lnTo>
                <a:lnTo>
                  <a:pt x="438480" y="67087"/>
                </a:lnTo>
                <a:lnTo>
                  <a:pt x="438113" y="65538"/>
                </a:lnTo>
                <a:lnTo>
                  <a:pt x="437707" y="64027"/>
                </a:lnTo>
                <a:lnTo>
                  <a:pt x="437262" y="62551"/>
                </a:lnTo>
                <a:lnTo>
                  <a:pt x="436779" y="61113"/>
                </a:lnTo>
                <a:lnTo>
                  <a:pt x="436257" y="59712"/>
                </a:lnTo>
                <a:lnTo>
                  <a:pt x="435696" y="58348"/>
                </a:lnTo>
                <a:lnTo>
                  <a:pt x="435097" y="57021"/>
                </a:lnTo>
                <a:lnTo>
                  <a:pt x="434459" y="55731"/>
                </a:lnTo>
                <a:lnTo>
                  <a:pt x="433782" y="54477"/>
                </a:lnTo>
                <a:lnTo>
                  <a:pt x="433067" y="53261"/>
                </a:lnTo>
                <a:lnTo>
                  <a:pt x="432313" y="52082"/>
                </a:lnTo>
                <a:lnTo>
                  <a:pt x="431521" y="50939"/>
                </a:lnTo>
                <a:lnTo>
                  <a:pt x="430689" y="49834"/>
                </a:lnTo>
                <a:lnTo>
                  <a:pt x="429819" y="48765"/>
                </a:lnTo>
                <a:lnTo>
                  <a:pt x="428911" y="47733"/>
                </a:lnTo>
                <a:lnTo>
                  <a:pt x="427968" y="46741"/>
                </a:lnTo>
                <a:lnTo>
                  <a:pt x="426996" y="45791"/>
                </a:lnTo>
                <a:lnTo>
                  <a:pt x="425995" y="44883"/>
                </a:lnTo>
                <a:lnTo>
                  <a:pt x="424964" y="44018"/>
                </a:lnTo>
                <a:lnTo>
                  <a:pt x="423903" y="43194"/>
                </a:lnTo>
                <a:lnTo>
                  <a:pt x="422814" y="42413"/>
                </a:lnTo>
                <a:lnTo>
                  <a:pt x="421694" y="41674"/>
                </a:lnTo>
                <a:lnTo>
                  <a:pt x="420546" y="40978"/>
                </a:lnTo>
                <a:lnTo>
                  <a:pt x="419368" y="40323"/>
                </a:lnTo>
                <a:lnTo>
                  <a:pt x="418160" y="39711"/>
                </a:lnTo>
                <a:lnTo>
                  <a:pt x="416923" y="39141"/>
                </a:lnTo>
                <a:lnTo>
                  <a:pt x="415657" y="38613"/>
                </a:lnTo>
                <a:lnTo>
                  <a:pt x="414361" y="38128"/>
                </a:lnTo>
                <a:lnTo>
                  <a:pt x="413036" y="37684"/>
                </a:lnTo>
                <a:lnTo>
                  <a:pt x="411682" y="37283"/>
                </a:lnTo>
                <a:lnTo>
                  <a:pt x="410298" y="36924"/>
                </a:lnTo>
                <a:lnTo>
                  <a:pt x="408884" y="36608"/>
                </a:lnTo>
                <a:lnTo>
                  <a:pt x="407441" y="36333"/>
                </a:lnTo>
                <a:lnTo>
                  <a:pt x="405969" y="36101"/>
                </a:lnTo>
                <a:lnTo>
                  <a:pt x="404467" y="35911"/>
                </a:lnTo>
                <a:lnTo>
                  <a:pt x="402936" y="35763"/>
                </a:lnTo>
                <a:lnTo>
                  <a:pt x="401376" y="35657"/>
                </a:lnTo>
                <a:lnTo>
                  <a:pt x="399786" y="35594"/>
                </a:lnTo>
                <a:lnTo>
                  <a:pt x="398166" y="35573"/>
                </a:lnTo>
                <a:lnTo>
                  <a:pt x="396943" y="35584"/>
                </a:lnTo>
                <a:lnTo>
                  <a:pt x="395739" y="35618"/>
                </a:lnTo>
                <a:lnTo>
                  <a:pt x="394552" y="35674"/>
                </a:lnTo>
                <a:lnTo>
                  <a:pt x="393383" y="35753"/>
                </a:lnTo>
                <a:lnTo>
                  <a:pt x="392232" y="35855"/>
                </a:lnTo>
                <a:lnTo>
                  <a:pt x="391099" y="35979"/>
                </a:lnTo>
                <a:lnTo>
                  <a:pt x="389984" y="36125"/>
                </a:lnTo>
                <a:lnTo>
                  <a:pt x="388887" y="36295"/>
                </a:lnTo>
                <a:lnTo>
                  <a:pt x="387808" y="36486"/>
                </a:lnTo>
                <a:lnTo>
                  <a:pt x="386747" y="36701"/>
                </a:lnTo>
                <a:lnTo>
                  <a:pt x="385704" y="36937"/>
                </a:lnTo>
                <a:lnTo>
                  <a:pt x="384679" y="37197"/>
                </a:lnTo>
                <a:lnTo>
                  <a:pt x="383671" y="37478"/>
                </a:lnTo>
                <a:lnTo>
                  <a:pt x="382682" y="37783"/>
                </a:lnTo>
                <a:lnTo>
                  <a:pt x="381711" y="38110"/>
                </a:lnTo>
                <a:lnTo>
                  <a:pt x="380757" y="38459"/>
                </a:lnTo>
                <a:lnTo>
                  <a:pt x="379822" y="38832"/>
                </a:lnTo>
                <a:lnTo>
                  <a:pt x="378905" y="39226"/>
                </a:lnTo>
                <a:lnTo>
                  <a:pt x="378005" y="39643"/>
                </a:lnTo>
                <a:lnTo>
                  <a:pt x="377124" y="40083"/>
                </a:lnTo>
                <a:lnTo>
                  <a:pt x="376260" y="40545"/>
                </a:lnTo>
                <a:lnTo>
                  <a:pt x="375415" y="41030"/>
                </a:lnTo>
                <a:lnTo>
                  <a:pt x="374587" y="41538"/>
                </a:lnTo>
                <a:lnTo>
                  <a:pt x="373778" y="42067"/>
                </a:lnTo>
                <a:lnTo>
                  <a:pt x="372985" y="42617"/>
                </a:lnTo>
                <a:lnTo>
                  <a:pt x="372210" y="43185"/>
                </a:lnTo>
                <a:lnTo>
                  <a:pt x="371453" y="43770"/>
                </a:lnTo>
                <a:lnTo>
                  <a:pt x="370712" y="44372"/>
                </a:lnTo>
                <a:lnTo>
                  <a:pt x="369988" y="44991"/>
                </a:lnTo>
                <a:lnTo>
                  <a:pt x="369282" y="45629"/>
                </a:lnTo>
                <a:lnTo>
                  <a:pt x="368592" y="46283"/>
                </a:lnTo>
                <a:lnTo>
                  <a:pt x="367920" y="46955"/>
                </a:lnTo>
                <a:lnTo>
                  <a:pt x="367265" y="47645"/>
                </a:lnTo>
                <a:lnTo>
                  <a:pt x="366627" y="48351"/>
                </a:lnTo>
                <a:lnTo>
                  <a:pt x="366006" y="49076"/>
                </a:lnTo>
                <a:lnTo>
                  <a:pt x="365402" y="49817"/>
                </a:lnTo>
                <a:lnTo>
                  <a:pt x="364815" y="50577"/>
                </a:lnTo>
                <a:lnTo>
                  <a:pt x="364245" y="51353"/>
                </a:lnTo>
                <a:lnTo>
                  <a:pt x="363693" y="52147"/>
                </a:lnTo>
                <a:lnTo>
                  <a:pt x="363157" y="52959"/>
                </a:lnTo>
                <a:lnTo>
                  <a:pt x="362639" y="53788"/>
                </a:lnTo>
                <a:lnTo>
                  <a:pt x="362137" y="54634"/>
                </a:lnTo>
                <a:lnTo>
                  <a:pt x="361653" y="55498"/>
                </a:lnTo>
                <a:lnTo>
                  <a:pt x="361186" y="56379"/>
                </a:lnTo>
                <a:lnTo>
                  <a:pt x="360736" y="57278"/>
                </a:lnTo>
                <a:lnTo>
                  <a:pt x="360304" y="58194"/>
                </a:lnTo>
                <a:lnTo>
                  <a:pt x="359888" y="59128"/>
                </a:lnTo>
                <a:lnTo>
                  <a:pt x="359489" y="60079"/>
                </a:lnTo>
                <a:lnTo>
                  <a:pt x="359107" y="61045"/>
                </a:lnTo>
                <a:lnTo>
                  <a:pt x="358742" y="62023"/>
                </a:lnTo>
                <a:lnTo>
                  <a:pt x="358392" y="63014"/>
                </a:lnTo>
                <a:lnTo>
                  <a:pt x="358059" y="64018"/>
                </a:lnTo>
                <a:lnTo>
                  <a:pt x="357742" y="65034"/>
                </a:lnTo>
                <a:lnTo>
                  <a:pt x="357441" y="66062"/>
                </a:lnTo>
                <a:lnTo>
                  <a:pt x="357157" y="67103"/>
                </a:lnTo>
                <a:lnTo>
                  <a:pt x="356889" y="68157"/>
                </a:lnTo>
                <a:lnTo>
                  <a:pt x="356637" y="69223"/>
                </a:lnTo>
                <a:lnTo>
                  <a:pt x="356401" y="70302"/>
                </a:lnTo>
                <a:lnTo>
                  <a:pt x="356182" y="71393"/>
                </a:lnTo>
                <a:lnTo>
                  <a:pt x="355979" y="72496"/>
                </a:lnTo>
                <a:lnTo>
                  <a:pt x="355792" y="73612"/>
                </a:lnTo>
                <a:lnTo>
                  <a:pt x="355621" y="74741"/>
                </a:lnTo>
                <a:lnTo>
                  <a:pt x="355467" y="75882"/>
                </a:lnTo>
                <a:lnTo>
                  <a:pt x="355329" y="77036"/>
                </a:lnTo>
                <a:lnTo>
                  <a:pt x="355207" y="78202"/>
                </a:lnTo>
                <a:lnTo>
                  <a:pt x="355101" y="79381"/>
                </a:lnTo>
                <a:lnTo>
                  <a:pt x="355012" y="80572"/>
                </a:lnTo>
                <a:lnTo>
                  <a:pt x="354939" y="81776"/>
                </a:lnTo>
                <a:lnTo>
                  <a:pt x="354882" y="82992"/>
                </a:lnTo>
                <a:lnTo>
                  <a:pt x="354841" y="84220"/>
                </a:lnTo>
                <a:lnTo>
                  <a:pt x="354817" y="85462"/>
                </a:lnTo>
                <a:lnTo>
                  <a:pt x="354809" y="86715"/>
                </a:lnTo>
                <a:lnTo>
                  <a:pt x="354817" y="87920"/>
                </a:lnTo>
                <a:lnTo>
                  <a:pt x="354842" y="89114"/>
                </a:lnTo>
                <a:lnTo>
                  <a:pt x="354884" y="90298"/>
                </a:lnTo>
                <a:lnTo>
                  <a:pt x="354943" y="91472"/>
                </a:lnTo>
                <a:lnTo>
                  <a:pt x="355018" y="92636"/>
                </a:lnTo>
                <a:lnTo>
                  <a:pt x="355110" y="93790"/>
                </a:lnTo>
                <a:lnTo>
                  <a:pt x="355219" y="94934"/>
                </a:lnTo>
                <a:lnTo>
                  <a:pt x="355345" y="96067"/>
                </a:lnTo>
                <a:lnTo>
                  <a:pt x="355488" y="97191"/>
                </a:lnTo>
                <a:lnTo>
                  <a:pt x="355647" y="98305"/>
                </a:lnTo>
                <a:lnTo>
                  <a:pt x="355823" y="99409"/>
                </a:lnTo>
                <a:lnTo>
                  <a:pt x="356016" y="100503"/>
                </a:lnTo>
                <a:lnTo>
                  <a:pt x="356225" y="101586"/>
                </a:lnTo>
                <a:lnTo>
                  <a:pt x="356452" y="102660"/>
                </a:lnTo>
                <a:lnTo>
                  <a:pt x="356695" y="103723"/>
                </a:lnTo>
                <a:lnTo>
                  <a:pt x="356955" y="104777"/>
                </a:lnTo>
                <a:lnTo>
                  <a:pt x="357231" y="105821"/>
                </a:lnTo>
                <a:lnTo>
                  <a:pt x="357525" y="106854"/>
                </a:lnTo>
                <a:lnTo>
                  <a:pt x="357835" y="107877"/>
                </a:lnTo>
                <a:lnTo>
                  <a:pt x="358162" y="108891"/>
                </a:lnTo>
                <a:lnTo>
                  <a:pt x="358505" y="109894"/>
                </a:lnTo>
                <a:lnTo>
                  <a:pt x="358866" y="110887"/>
                </a:lnTo>
                <a:lnTo>
                  <a:pt x="359243" y="111871"/>
                </a:lnTo>
                <a:lnTo>
                  <a:pt x="359637" y="112844"/>
                </a:lnTo>
                <a:lnTo>
                  <a:pt x="360048" y="113803"/>
                </a:lnTo>
                <a:lnTo>
                  <a:pt x="360478" y="114746"/>
                </a:lnTo>
                <a:lnTo>
                  <a:pt x="360925" y="115672"/>
                </a:lnTo>
                <a:lnTo>
                  <a:pt x="361390" y="116581"/>
                </a:lnTo>
                <a:lnTo>
                  <a:pt x="361873" y="117473"/>
                </a:lnTo>
                <a:lnTo>
                  <a:pt x="362375" y="118348"/>
                </a:lnTo>
                <a:lnTo>
                  <a:pt x="362894" y="119206"/>
                </a:lnTo>
                <a:lnTo>
                  <a:pt x="363431" y="120047"/>
                </a:lnTo>
                <a:lnTo>
                  <a:pt x="363986" y="120871"/>
                </a:lnTo>
                <a:lnTo>
                  <a:pt x="364559" y="121679"/>
                </a:lnTo>
                <a:lnTo>
                  <a:pt x="365150" y="122469"/>
                </a:lnTo>
                <a:lnTo>
                  <a:pt x="365759" y="123243"/>
                </a:lnTo>
                <a:lnTo>
                  <a:pt x="366386" y="124000"/>
                </a:lnTo>
                <a:lnTo>
                  <a:pt x="367031" y="124740"/>
                </a:lnTo>
                <a:lnTo>
                  <a:pt x="367693" y="125463"/>
                </a:lnTo>
                <a:lnTo>
                  <a:pt x="368374" y="126169"/>
                </a:lnTo>
                <a:lnTo>
                  <a:pt x="369073" y="126858"/>
                </a:lnTo>
                <a:lnTo>
                  <a:pt x="369790" y="127530"/>
                </a:lnTo>
                <a:lnTo>
                  <a:pt x="370524" y="128186"/>
                </a:lnTo>
                <a:lnTo>
                  <a:pt x="371277" y="128824"/>
                </a:lnTo>
                <a:lnTo>
                  <a:pt x="372048" y="129446"/>
                </a:lnTo>
                <a:lnTo>
                  <a:pt x="372836" y="130051"/>
                </a:lnTo>
                <a:lnTo>
                  <a:pt x="373643" y="130638"/>
                </a:lnTo>
                <a:lnTo>
                  <a:pt x="374467" y="131209"/>
                </a:lnTo>
                <a:lnTo>
                  <a:pt x="375311" y="131760"/>
                </a:lnTo>
                <a:lnTo>
                  <a:pt x="376174" y="132287"/>
                </a:lnTo>
                <a:lnTo>
                  <a:pt x="377056" y="132791"/>
                </a:lnTo>
                <a:lnTo>
                  <a:pt x="377959" y="133271"/>
                </a:lnTo>
                <a:lnTo>
                  <a:pt x="378881" y="133728"/>
                </a:lnTo>
                <a:lnTo>
                  <a:pt x="379822" y="134161"/>
                </a:lnTo>
                <a:lnTo>
                  <a:pt x="380784" y="134571"/>
                </a:lnTo>
                <a:lnTo>
                  <a:pt x="381765" y="134958"/>
                </a:lnTo>
                <a:lnTo>
                  <a:pt x="382765" y="135321"/>
                </a:lnTo>
                <a:lnTo>
                  <a:pt x="383786" y="135660"/>
                </a:lnTo>
                <a:lnTo>
                  <a:pt x="384826" y="135977"/>
                </a:lnTo>
                <a:lnTo>
                  <a:pt x="385886" y="136270"/>
                </a:lnTo>
                <a:lnTo>
                  <a:pt x="386965" y="136539"/>
                </a:lnTo>
                <a:lnTo>
                  <a:pt x="388064" y="136785"/>
                </a:lnTo>
                <a:lnTo>
                  <a:pt x="389183" y="137008"/>
                </a:lnTo>
                <a:lnTo>
                  <a:pt x="390321" y="137207"/>
                </a:lnTo>
                <a:lnTo>
                  <a:pt x="391479" y="137382"/>
                </a:lnTo>
                <a:lnTo>
                  <a:pt x="392657" y="137535"/>
                </a:lnTo>
                <a:lnTo>
                  <a:pt x="393855" y="137663"/>
                </a:lnTo>
                <a:lnTo>
                  <a:pt x="395072" y="137769"/>
                </a:lnTo>
                <a:lnTo>
                  <a:pt x="396309" y="137851"/>
                </a:lnTo>
                <a:lnTo>
                  <a:pt x="397565" y="137909"/>
                </a:lnTo>
                <a:lnTo>
                  <a:pt x="398841" y="137945"/>
                </a:lnTo>
                <a:lnTo>
                  <a:pt x="400137" y="137956"/>
                </a:lnTo>
                <a:lnTo>
                  <a:pt x="401141" y="137949"/>
                </a:lnTo>
                <a:lnTo>
                  <a:pt x="402135" y="137928"/>
                </a:lnTo>
                <a:lnTo>
                  <a:pt x="403116" y="137892"/>
                </a:lnTo>
                <a:lnTo>
                  <a:pt x="404087" y="137842"/>
                </a:lnTo>
                <a:lnTo>
                  <a:pt x="405046" y="137778"/>
                </a:lnTo>
                <a:close/>
                <a:moveTo>
                  <a:pt x="372065" y="71624"/>
                </a:moveTo>
                <a:lnTo>
                  <a:pt x="372266" y="70569"/>
                </a:lnTo>
                <a:lnTo>
                  <a:pt x="372486" y="69537"/>
                </a:lnTo>
                <a:lnTo>
                  <a:pt x="372726" y="68529"/>
                </a:lnTo>
                <a:lnTo>
                  <a:pt x="372987" y="67544"/>
                </a:lnTo>
                <a:lnTo>
                  <a:pt x="373267" y="66583"/>
                </a:lnTo>
                <a:lnTo>
                  <a:pt x="373568" y="65646"/>
                </a:lnTo>
                <a:lnTo>
                  <a:pt x="373888" y="64732"/>
                </a:lnTo>
                <a:lnTo>
                  <a:pt x="374229" y="63842"/>
                </a:lnTo>
                <a:lnTo>
                  <a:pt x="374589" y="62976"/>
                </a:lnTo>
                <a:lnTo>
                  <a:pt x="374970" y="62133"/>
                </a:lnTo>
                <a:lnTo>
                  <a:pt x="375371" y="61314"/>
                </a:lnTo>
                <a:lnTo>
                  <a:pt x="375791" y="60518"/>
                </a:lnTo>
                <a:lnTo>
                  <a:pt x="376232" y="59746"/>
                </a:lnTo>
                <a:lnTo>
                  <a:pt x="376692" y="58998"/>
                </a:lnTo>
                <a:lnTo>
                  <a:pt x="377173" y="58273"/>
                </a:lnTo>
                <a:lnTo>
                  <a:pt x="377674" y="57572"/>
                </a:lnTo>
                <a:lnTo>
                  <a:pt x="378194" y="56895"/>
                </a:lnTo>
                <a:lnTo>
                  <a:pt x="378735" y="56241"/>
                </a:lnTo>
                <a:lnTo>
                  <a:pt x="379296" y="55611"/>
                </a:lnTo>
                <a:lnTo>
                  <a:pt x="379875" y="55005"/>
                </a:lnTo>
                <a:lnTo>
                  <a:pt x="380473" y="54425"/>
                </a:lnTo>
                <a:lnTo>
                  <a:pt x="381089" y="53870"/>
                </a:lnTo>
                <a:lnTo>
                  <a:pt x="381722" y="53342"/>
                </a:lnTo>
                <a:lnTo>
                  <a:pt x="382374" y="52839"/>
                </a:lnTo>
                <a:lnTo>
                  <a:pt x="383043" y="52362"/>
                </a:lnTo>
                <a:lnTo>
                  <a:pt x="383731" y="51911"/>
                </a:lnTo>
                <a:lnTo>
                  <a:pt x="384436" y="51486"/>
                </a:lnTo>
                <a:lnTo>
                  <a:pt x="385160" y="51086"/>
                </a:lnTo>
                <a:lnTo>
                  <a:pt x="385901" y="50713"/>
                </a:lnTo>
                <a:lnTo>
                  <a:pt x="386660" y="50365"/>
                </a:lnTo>
                <a:lnTo>
                  <a:pt x="387438" y="50042"/>
                </a:lnTo>
                <a:lnTo>
                  <a:pt x="388233" y="49746"/>
                </a:lnTo>
                <a:lnTo>
                  <a:pt x="389046" y="49475"/>
                </a:lnTo>
                <a:lnTo>
                  <a:pt x="389877" y="49230"/>
                </a:lnTo>
                <a:lnTo>
                  <a:pt x="390726" y="49011"/>
                </a:lnTo>
                <a:lnTo>
                  <a:pt x="391594" y="48818"/>
                </a:lnTo>
                <a:lnTo>
                  <a:pt x="392479" y="48650"/>
                </a:lnTo>
                <a:lnTo>
                  <a:pt x="393382" y="48508"/>
                </a:lnTo>
                <a:lnTo>
                  <a:pt x="394303" y="48392"/>
                </a:lnTo>
                <a:lnTo>
                  <a:pt x="395242" y="48302"/>
                </a:lnTo>
                <a:lnTo>
                  <a:pt x="396199" y="48238"/>
                </a:lnTo>
                <a:lnTo>
                  <a:pt x="397173" y="48199"/>
                </a:lnTo>
                <a:lnTo>
                  <a:pt x="398166" y="48186"/>
                </a:lnTo>
                <a:lnTo>
                  <a:pt x="399151" y="48199"/>
                </a:lnTo>
                <a:lnTo>
                  <a:pt x="400117" y="48238"/>
                </a:lnTo>
                <a:lnTo>
                  <a:pt x="401065" y="48303"/>
                </a:lnTo>
                <a:lnTo>
                  <a:pt x="401996" y="48394"/>
                </a:lnTo>
                <a:lnTo>
                  <a:pt x="402908" y="48511"/>
                </a:lnTo>
                <a:lnTo>
                  <a:pt x="403802" y="48653"/>
                </a:lnTo>
                <a:lnTo>
                  <a:pt x="404677" y="48822"/>
                </a:lnTo>
                <a:lnTo>
                  <a:pt x="405535" y="49017"/>
                </a:lnTo>
                <a:lnTo>
                  <a:pt x="406374" y="49238"/>
                </a:lnTo>
                <a:lnTo>
                  <a:pt x="407196" y="49484"/>
                </a:lnTo>
                <a:lnTo>
                  <a:pt x="407999" y="49757"/>
                </a:lnTo>
                <a:lnTo>
                  <a:pt x="408784" y="50055"/>
                </a:lnTo>
                <a:lnTo>
                  <a:pt x="409551" y="50380"/>
                </a:lnTo>
                <a:lnTo>
                  <a:pt x="410300" y="50730"/>
                </a:lnTo>
                <a:lnTo>
                  <a:pt x="411030" y="51107"/>
                </a:lnTo>
                <a:lnTo>
                  <a:pt x="411743" y="51509"/>
                </a:lnTo>
                <a:lnTo>
                  <a:pt x="412437" y="51938"/>
                </a:lnTo>
                <a:lnTo>
                  <a:pt x="413114" y="52392"/>
                </a:lnTo>
                <a:lnTo>
                  <a:pt x="413772" y="52872"/>
                </a:lnTo>
                <a:lnTo>
                  <a:pt x="414412" y="53378"/>
                </a:lnTo>
                <a:lnTo>
                  <a:pt x="415034" y="53911"/>
                </a:lnTo>
                <a:lnTo>
                  <a:pt x="415637" y="54469"/>
                </a:lnTo>
                <a:lnTo>
                  <a:pt x="416223" y="55053"/>
                </a:lnTo>
                <a:lnTo>
                  <a:pt x="416790" y="55663"/>
                </a:lnTo>
                <a:lnTo>
                  <a:pt x="417338" y="56297"/>
                </a:lnTo>
                <a:lnTo>
                  <a:pt x="417863" y="56955"/>
                </a:lnTo>
                <a:lnTo>
                  <a:pt x="418365" y="57635"/>
                </a:lnTo>
                <a:lnTo>
                  <a:pt x="418846" y="58339"/>
                </a:lnTo>
                <a:lnTo>
                  <a:pt x="419304" y="59065"/>
                </a:lnTo>
                <a:lnTo>
                  <a:pt x="419740" y="59815"/>
                </a:lnTo>
                <a:lnTo>
                  <a:pt x="420154" y="60588"/>
                </a:lnTo>
                <a:lnTo>
                  <a:pt x="420546" y="61384"/>
                </a:lnTo>
                <a:lnTo>
                  <a:pt x="420915" y="62203"/>
                </a:lnTo>
                <a:lnTo>
                  <a:pt x="421262" y="63045"/>
                </a:lnTo>
                <a:lnTo>
                  <a:pt x="421587" y="63910"/>
                </a:lnTo>
                <a:lnTo>
                  <a:pt x="421890" y="64798"/>
                </a:lnTo>
                <a:lnTo>
                  <a:pt x="422170" y="65709"/>
                </a:lnTo>
                <a:lnTo>
                  <a:pt x="422428" y="66643"/>
                </a:lnTo>
                <a:lnTo>
                  <a:pt x="422664" y="67601"/>
                </a:lnTo>
                <a:lnTo>
                  <a:pt x="422878" y="68581"/>
                </a:lnTo>
                <a:lnTo>
                  <a:pt x="423069" y="69585"/>
                </a:lnTo>
                <a:lnTo>
                  <a:pt x="423239" y="70611"/>
                </a:lnTo>
                <a:lnTo>
                  <a:pt x="423386" y="71661"/>
                </a:lnTo>
                <a:lnTo>
                  <a:pt x="423510" y="72734"/>
                </a:lnTo>
                <a:lnTo>
                  <a:pt x="423613" y="73830"/>
                </a:lnTo>
                <a:lnTo>
                  <a:pt x="423693" y="74949"/>
                </a:lnTo>
                <a:lnTo>
                  <a:pt x="423751" y="76090"/>
                </a:lnTo>
                <a:lnTo>
                  <a:pt x="423787" y="77256"/>
                </a:lnTo>
                <a:lnTo>
                  <a:pt x="371363" y="77256"/>
                </a:lnTo>
                <a:lnTo>
                  <a:pt x="371464" y="76082"/>
                </a:lnTo>
                <a:lnTo>
                  <a:pt x="371584" y="74932"/>
                </a:lnTo>
                <a:lnTo>
                  <a:pt x="371724" y="73806"/>
                </a:lnTo>
                <a:lnTo>
                  <a:pt x="371885" y="72703"/>
                </a:lnTo>
                <a:lnTo>
                  <a:pt x="372065" y="71624"/>
                </a:lnTo>
                <a:close/>
                <a:moveTo>
                  <a:pt x="534982" y="137762"/>
                </a:moveTo>
                <a:lnTo>
                  <a:pt x="535895" y="137676"/>
                </a:lnTo>
                <a:lnTo>
                  <a:pt x="536798" y="137575"/>
                </a:lnTo>
                <a:lnTo>
                  <a:pt x="537692" y="137458"/>
                </a:lnTo>
                <a:lnTo>
                  <a:pt x="538575" y="137326"/>
                </a:lnTo>
                <a:lnTo>
                  <a:pt x="539448" y="137178"/>
                </a:lnTo>
                <a:lnTo>
                  <a:pt x="540311" y="137014"/>
                </a:lnTo>
                <a:lnTo>
                  <a:pt x="541164" y="136835"/>
                </a:lnTo>
                <a:lnTo>
                  <a:pt x="542007" y="136641"/>
                </a:lnTo>
                <a:lnTo>
                  <a:pt x="542839" y="136431"/>
                </a:lnTo>
                <a:lnTo>
                  <a:pt x="543662" y="136205"/>
                </a:lnTo>
                <a:lnTo>
                  <a:pt x="544475" y="135964"/>
                </a:lnTo>
                <a:lnTo>
                  <a:pt x="545277" y="135707"/>
                </a:lnTo>
                <a:lnTo>
                  <a:pt x="546069" y="135434"/>
                </a:lnTo>
                <a:lnTo>
                  <a:pt x="546852" y="135146"/>
                </a:lnTo>
                <a:lnTo>
                  <a:pt x="547624" y="134843"/>
                </a:lnTo>
                <a:lnTo>
                  <a:pt x="548386" y="134524"/>
                </a:lnTo>
                <a:lnTo>
                  <a:pt x="549138" y="134189"/>
                </a:lnTo>
                <a:lnTo>
                  <a:pt x="549880" y="133839"/>
                </a:lnTo>
                <a:lnTo>
                  <a:pt x="550611" y="133473"/>
                </a:lnTo>
                <a:lnTo>
                  <a:pt x="551334" y="133094"/>
                </a:lnTo>
                <a:lnTo>
                  <a:pt x="552050" y="132705"/>
                </a:lnTo>
                <a:lnTo>
                  <a:pt x="552759" y="132306"/>
                </a:lnTo>
                <a:lnTo>
                  <a:pt x="553460" y="131897"/>
                </a:lnTo>
                <a:lnTo>
                  <a:pt x="554153" y="131478"/>
                </a:lnTo>
                <a:lnTo>
                  <a:pt x="554839" y="131049"/>
                </a:lnTo>
                <a:lnTo>
                  <a:pt x="555518" y="130610"/>
                </a:lnTo>
                <a:lnTo>
                  <a:pt x="556190" y="130161"/>
                </a:lnTo>
                <a:lnTo>
                  <a:pt x="556854" y="129701"/>
                </a:lnTo>
                <a:lnTo>
                  <a:pt x="557511" y="129232"/>
                </a:lnTo>
                <a:lnTo>
                  <a:pt x="558160" y="128752"/>
                </a:lnTo>
                <a:lnTo>
                  <a:pt x="558803" y="128262"/>
                </a:lnTo>
                <a:lnTo>
                  <a:pt x="559437" y="127763"/>
                </a:lnTo>
                <a:lnTo>
                  <a:pt x="560065" y="127253"/>
                </a:lnTo>
                <a:lnTo>
                  <a:pt x="560685" y="126733"/>
                </a:lnTo>
                <a:lnTo>
                  <a:pt x="561298" y="126203"/>
                </a:lnTo>
                <a:lnTo>
                  <a:pt x="561903" y="125662"/>
                </a:lnTo>
                <a:lnTo>
                  <a:pt x="562501" y="125112"/>
                </a:lnTo>
                <a:lnTo>
                  <a:pt x="563092" y="124552"/>
                </a:lnTo>
                <a:lnTo>
                  <a:pt x="563675" y="123981"/>
                </a:lnTo>
                <a:lnTo>
                  <a:pt x="564251" y="123401"/>
                </a:lnTo>
                <a:lnTo>
                  <a:pt x="564819" y="122810"/>
                </a:lnTo>
                <a:lnTo>
                  <a:pt x="565381" y="122209"/>
                </a:lnTo>
                <a:lnTo>
                  <a:pt x="565934" y="121599"/>
                </a:lnTo>
                <a:lnTo>
                  <a:pt x="566624" y="136183"/>
                </a:lnTo>
                <a:lnTo>
                  <a:pt x="581996" y="136183"/>
                </a:lnTo>
                <a:lnTo>
                  <a:pt x="581996" y="70090"/>
                </a:lnTo>
                <a:lnTo>
                  <a:pt x="581991" y="69208"/>
                </a:lnTo>
                <a:lnTo>
                  <a:pt x="581975" y="68341"/>
                </a:lnTo>
                <a:lnTo>
                  <a:pt x="581947" y="67486"/>
                </a:lnTo>
                <a:lnTo>
                  <a:pt x="581909" y="66646"/>
                </a:lnTo>
                <a:lnTo>
                  <a:pt x="581860" y="65819"/>
                </a:lnTo>
                <a:lnTo>
                  <a:pt x="581799" y="65005"/>
                </a:lnTo>
                <a:lnTo>
                  <a:pt x="581728" y="64205"/>
                </a:lnTo>
                <a:lnTo>
                  <a:pt x="581646" y="63419"/>
                </a:lnTo>
                <a:lnTo>
                  <a:pt x="581553" y="62646"/>
                </a:lnTo>
                <a:lnTo>
                  <a:pt x="581449" y="61887"/>
                </a:lnTo>
                <a:lnTo>
                  <a:pt x="581334" y="61141"/>
                </a:lnTo>
                <a:lnTo>
                  <a:pt x="581208" y="60409"/>
                </a:lnTo>
                <a:lnTo>
                  <a:pt x="581071" y="59690"/>
                </a:lnTo>
                <a:lnTo>
                  <a:pt x="580923" y="58985"/>
                </a:lnTo>
                <a:lnTo>
                  <a:pt x="580765" y="58294"/>
                </a:lnTo>
                <a:lnTo>
                  <a:pt x="580595" y="57616"/>
                </a:lnTo>
                <a:lnTo>
                  <a:pt x="580414" y="56952"/>
                </a:lnTo>
                <a:lnTo>
                  <a:pt x="580223" y="56301"/>
                </a:lnTo>
                <a:lnTo>
                  <a:pt x="580020" y="55664"/>
                </a:lnTo>
                <a:lnTo>
                  <a:pt x="579807" y="55041"/>
                </a:lnTo>
                <a:lnTo>
                  <a:pt x="579582" y="54431"/>
                </a:lnTo>
                <a:lnTo>
                  <a:pt x="579347" y="53834"/>
                </a:lnTo>
                <a:lnTo>
                  <a:pt x="579101" y="53251"/>
                </a:lnTo>
                <a:lnTo>
                  <a:pt x="578843" y="52682"/>
                </a:lnTo>
                <a:lnTo>
                  <a:pt x="578577" y="52125"/>
                </a:lnTo>
                <a:lnTo>
                  <a:pt x="578302" y="51577"/>
                </a:lnTo>
                <a:lnTo>
                  <a:pt x="578020" y="51041"/>
                </a:lnTo>
                <a:lnTo>
                  <a:pt x="577731" y="50514"/>
                </a:lnTo>
                <a:lnTo>
                  <a:pt x="577433" y="49998"/>
                </a:lnTo>
                <a:lnTo>
                  <a:pt x="577128" y="49493"/>
                </a:lnTo>
                <a:lnTo>
                  <a:pt x="576815" y="48998"/>
                </a:lnTo>
                <a:lnTo>
                  <a:pt x="576495" y="48513"/>
                </a:lnTo>
                <a:lnTo>
                  <a:pt x="576166" y="48039"/>
                </a:lnTo>
                <a:lnTo>
                  <a:pt x="575831" y="47575"/>
                </a:lnTo>
                <a:lnTo>
                  <a:pt x="575487" y="47121"/>
                </a:lnTo>
                <a:lnTo>
                  <a:pt x="575136" y="46678"/>
                </a:lnTo>
                <a:lnTo>
                  <a:pt x="574777" y="46245"/>
                </a:lnTo>
                <a:lnTo>
                  <a:pt x="574410" y="45823"/>
                </a:lnTo>
                <a:lnTo>
                  <a:pt x="574036" y="45411"/>
                </a:lnTo>
                <a:lnTo>
                  <a:pt x="573653" y="45010"/>
                </a:lnTo>
                <a:lnTo>
                  <a:pt x="573264" y="44619"/>
                </a:lnTo>
                <a:lnTo>
                  <a:pt x="572866" y="44238"/>
                </a:lnTo>
                <a:lnTo>
                  <a:pt x="572461" y="43868"/>
                </a:lnTo>
                <a:lnTo>
                  <a:pt x="572048" y="43508"/>
                </a:lnTo>
                <a:lnTo>
                  <a:pt x="571627" y="43158"/>
                </a:lnTo>
                <a:lnTo>
                  <a:pt x="571199" y="42819"/>
                </a:lnTo>
                <a:lnTo>
                  <a:pt x="570763" y="42490"/>
                </a:lnTo>
                <a:lnTo>
                  <a:pt x="570319" y="42172"/>
                </a:lnTo>
                <a:lnTo>
                  <a:pt x="569870" y="41863"/>
                </a:lnTo>
                <a:lnTo>
                  <a:pt x="569415" y="41562"/>
                </a:lnTo>
                <a:lnTo>
                  <a:pt x="568955" y="41269"/>
                </a:lnTo>
                <a:lnTo>
                  <a:pt x="568491" y="40985"/>
                </a:lnTo>
                <a:lnTo>
                  <a:pt x="568022" y="40708"/>
                </a:lnTo>
                <a:lnTo>
                  <a:pt x="567548" y="40440"/>
                </a:lnTo>
                <a:lnTo>
                  <a:pt x="567069" y="40179"/>
                </a:lnTo>
                <a:lnTo>
                  <a:pt x="566586" y="39927"/>
                </a:lnTo>
                <a:lnTo>
                  <a:pt x="566098" y="39683"/>
                </a:lnTo>
                <a:lnTo>
                  <a:pt x="565605" y="39447"/>
                </a:lnTo>
                <a:lnTo>
                  <a:pt x="565107" y="39219"/>
                </a:lnTo>
                <a:lnTo>
                  <a:pt x="564604" y="39000"/>
                </a:lnTo>
                <a:lnTo>
                  <a:pt x="564097" y="38788"/>
                </a:lnTo>
                <a:lnTo>
                  <a:pt x="563585" y="38584"/>
                </a:lnTo>
                <a:lnTo>
                  <a:pt x="563068" y="38389"/>
                </a:lnTo>
                <a:lnTo>
                  <a:pt x="562546" y="38202"/>
                </a:lnTo>
                <a:lnTo>
                  <a:pt x="562019" y="38023"/>
                </a:lnTo>
                <a:lnTo>
                  <a:pt x="561488" y="37852"/>
                </a:lnTo>
                <a:lnTo>
                  <a:pt x="560952" y="37689"/>
                </a:lnTo>
                <a:lnTo>
                  <a:pt x="560411" y="37534"/>
                </a:lnTo>
                <a:lnTo>
                  <a:pt x="559865" y="37387"/>
                </a:lnTo>
                <a:lnTo>
                  <a:pt x="559314" y="37249"/>
                </a:lnTo>
                <a:lnTo>
                  <a:pt x="558759" y="37118"/>
                </a:lnTo>
                <a:lnTo>
                  <a:pt x="558199" y="36996"/>
                </a:lnTo>
                <a:lnTo>
                  <a:pt x="557635" y="36880"/>
                </a:lnTo>
                <a:lnTo>
                  <a:pt x="557070" y="36768"/>
                </a:lnTo>
                <a:lnTo>
                  <a:pt x="556502" y="36662"/>
                </a:lnTo>
                <a:lnTo>
                  <a:pt x="555931" y="36561"/>
                </a:lnTo>
                <a:lnTo>
                  <a:pt x="555359" y="36465"/>
                </a:lnTo>
                <a:lnTo>
                  <a:pt x="554784" y="36373"/>
                </a:lnTo>
                <a:lnTo>
                  <a:pt x="554207" y="36287"/>
                </a:lnTo>
                <a:lnTo>
                  <a:pt x="553628" y="36205"/>
                </a:lnTo>
                <a:lnTo>
                  <a:pt x="553046" y="36129"/>
                </a:lnTo>
                <a:lnTo>
                  <a:pt x="552463" y="36057"/>
                </a:lnTo>
                <a:lnTo>
                  <a:pt x="551877" y="35990"/>
                </a:lnTo>
                <a:lnTo>
                  <a:pt x="551289" y="35929"/>
                </a:lnTo>
                <a:lnTo>
                  <a:pt x="550699" y="35872"/>
                </a:lnTo>
                <a:lnTo>
                  <a:pt x="550106" y="35820"/>
                </a:lnTo>
                <a:lnTo>
                  <a:pt x="549511" y="35773"/>
                </a:lnTo>
                <a:lnTo>
                  <a:pt x="548914" y="35731"/>
                </a:lnTo>
                <a:lnTo>
                  <a:pt x="548315" y="35694"/>
                </a:lnTo>
                <a:lnTo>
                  <a:pt x="547714" y="35662"/>
                </a:lnTo>
                <a:lnTo>
                  <a:pt x="547110" y="35635"/>
                </a:lnTo>
                <a:lnTo>
                  <a:pt x="546504" y="35613"/>
                </a:lnTo>
                <a:lnTo>
                  <a:pt x="545896" y="35595"/>
                </a:lnTo>
                <a:lnTo>
                  <a:pt x="545286" y="35583"/>
                </a:lnTo>
                <a:lnTo>
                  <a:pt x="544673" y="35575"/>
                </a:lnTo>
                <a:lnTo>
                  <a:pt x="544059" y="35573"/>
                </a:lnTo>
                <a:lnTo>
                  <a:pt x="543102" y="35579"/>
                </a:lnTo>
                <a:lnTo>
                  <a:pt x="542155" y="35597"/>
                </a:lnTo>
                <a:lnTo>
                  <a:pt x="541217" y="35627"/>
                </a:lnTo>
                <a:lnTo>
                  <a:pt x="540288" y="35669"/>
                </a:lnTo>
                <a:lnTo>
                  <a:pt x="539368" y="35723"/>
                </a:lnTo>
                <a:lnTo>
                  <a:pt x="538457" y="35789"/>
                </a:lnTo>
                <a:lnTo>
                  <a:pt x="537555" y="35867"/>
                </a:lnTo>
                <a:lnTo>
                  <a:pt x="536663" y="35957"/>
                </a:lnTo>
                <a:lnTo>
                  <a:pt x="535779" y="36058"/>
                </a:lnTo>
                <a:lnTo>
                  <a:pt x="534904" y="36172"/>
                </a:lnTo>
                <a:lnTo>
                  <a:pt x="534039" y="36298"/>
                </a:lnTo>
                <a:lnTo>
                  <a:pt x="533182" y="36436"/>
                </a:lnTo>
                <a:lnTo>
                  <a:pt x="532335" y="36586"/>
                </a:lnTo>
                <a:lnTo>
                  <a:pt x="531496" y="36748"/>
                </a:lnTo>
                <a:lnTo>
                  <a:pt x="530667" y="36921"/>
                </a:lnTo>
                <a:lnTo>
                  <a:pt x="529847" y="37107"/>
                </a:lnTo>
                <a:lnTo>
                  <a:pt x="529036" y="37305"/>
                </a:lnTo>
                <a:lnTo>
                  <a:pt x="528234" y="37515"/>
                </a:lnTo>
                <a:lnTo>
                  <a:pt x="527441" y="37737"/>
                </a:lnTo>
                <a:lnTo>
                  <a:pt x="526657" y="37970"/>
                </a:lnTo>
                <a:lnTo>
                  <a:pt x="525882" y="38216"/>
                </a:lnTo>
                <a:lnTo>
                  <a:pt x="525116" y="38474"/>
                </a:lnTo>
                <a:lnTo>
                  <a:pt x="524359" y="38743"/>
                </a:lnTo>
                <a:lnTo>
                  <a:pt x="523611" y="39025"/>
                </a:lnTo>
                <a:lnTo>
                  <a:pt x="522875" y="39319"/>
                </a:lnTo>
                <a:lnTo>
                  <a:pt x="522152" y="39628"/>
                </a:lnTo>
                <a:lnTo>
                  <a:pt x="521442" y="39951"/>
                </a:lnTo>
                <a:lnTo>
                  <a:pt x="520746" y="40287"/>
                </a:lnTo>
                <a:lnTo>
                  <a:pt x="520062" y="40638"/>
                </a:lnTo>
                <a:lnTo>
                  <a:pt x="519393" y="41003"/>
                </a:lnTo>
                <a:lnTo>
                  <a:pt x="518736" y="41382"/>
                </a:lnTo>
                <a:lnTo>
                  <a:pt x="518093" y="41776"/>
                </a:lnTo>
                <a:lnTo>
                  <a:pt x="517463" y="42183"/>
                </a:lnTo>
                <a:lnTo>
                  <a:pt x="516847" y="42604"/>
                </a:lnTo>
                <a:lnTo>
                  <a:pt x="516244" y="43040"/>
                </a:lnTo>
                <a:lnTo>
                  <a:pt x="515654" y="43489"/>
                </a:lnTo>
                <a:lnTo>
                  <a:pt x="515078" y="43953"/>
                </a:lnTo>
                <a:lnTo>
                  <a:pt x="514515" y="44431"/>
                </a:lnTo>
                <a:lnTo>
                  <a:pt x="513965" y="44923"/>
                </a:lnTo>
                <a:lnTo>
                  <a:pt x="513429" y="45429"/>
                </a:lnTo>
                <a:lnTo>
                  <a:pt x="512906" y="45949"/>
                </a:lnTo>
                <a:lnTo>
                  <a:pt x="512396" y="46483"/>
                </a:lnTo>
                <a:lnTo>
                  <a:pt x="511900" y="47031"/>
                </a:lnTo>
                <a:lnTo>
                  <a:pt x="511417" y="47594"/>
                </a:lnTo>
                <a:lnTo>
                  <a:pt x="510947" y="48170"/>
                </a:lnTo>
                <a:lnTo>
                  <a:pt x="510491" y="48761"/>
                </a:lnTo>
                <a:lnTo>
                  <a:pt x="510048" y="49366"/>
                </a:lnTo>
                <a:lnTo>
                  <a:pt x="509619" y="49985"/>
                </a:lnTo>
                <a:lnTo>
                  <a:pt x="509205" y="50618"/>
                </a:lnTo>
                <a:lnTo>
                  <a:pt x="508808" y="51268"/>
                </a:lnTo>
                <a:lnTo>
                  <a:pt x="508429" y="51934"/>
                </a:lnTo>
                <a:lnTo>
                  <a:pt x="508068" y="52617"/>
                </a:lnTo>
                <a:lnTo>
                  <a:pt x="507724" y="53315"/>
                </a:lnTo>
                <a:lnTo>
                  <a:pt x="507398" y="54030"/>
                </a:lnTo>
                <a:lnTo>
                  <a:pt x="507090" y="54761"/>
                </a:lnTo>
                <a:lnTo>
                  <a:pt x="506799" y="55508"/>
                </a:lnTo>
                <a:lnTo>
                  <a:pt x="506526" y="56272"/>
                </a:lnTo>
                <a:lnTo>
                  <a:pt x="506271" y="57051"/>
                </a:lnTo>
                <a:lnTo>
                  <a:pt x="506033" y="57847"/>
                </a:lnTo>
                <a:lnTo>
                  <a:pt x="505813" y="58659"/>
                </a:lnTo>
                <a:lnTo>
                  <a:pt x="505610" y="59487"/>
                </a:lnTo>
                <a:lnTo>
                  <a:pt x="505425" y="60332"/>
                </a:lnTo>
                <a:lnTo>
                  <a:pt x="505258" y="61193"/>
                </a:lnTo>
                <a:lnTo>
                  <a:pt x="505108" y="62069"/>
                </a:lnTo>
                <a:lnTo>
                  <a:pt x="504976" y="62962"/>
                </a:lnTo>
                <a:lnTo>
                  <a:pt x="504861" y="63872"/>
                </a:lnTo>
                <a:lnTo>
                  <a:pt x="504764" y="64797"/>
                </a:lnTo>
                <a:lnTo>
                  <a:pt x="504685" y="65739"/>
                </a:lnTo>
                <a:lnTo>
                  <a:pt x="504623" y="66697"/>
                </a:lnTo>
                <a:lnTo>
                  <a:pt x="504579" y="67671"/>
                </a:lnTo>
                <a:lnTo>
                  <a:pt x="504553" y="68661"/>
                </a:lnTo>
                <a:lnTo>
                  <a:pt x="504544" y="69668"/>
                </a:lnTo>
                <a:lnTo>
                  <a:pt x="520507" y="69668"/>
                </a:lnTo>
                <a:lnTo>
                  <a:pt x="520519" y="68733"/>
                </a:lnTo>
                <a:lnTo>
                  <a:pt x="520555" y="67818"/>
                </a:lnTo>
                <a:lnTo>
                  <a:pt x="520614" y="66925"/>
                </a:lnTo>
                <a:lnTo>
                  <a:pt x="520696" y="66054"/>
                </a:lnTo>
                <a:lnTo>
                  <a:pt x="520803" y="65203"/>
                </a:lnTo>
                <a:lnTo>
                  <a:pt x="520932" y="64373"/>
                </a:lnTo>
                <a:lnTo>
                  <a:pt x="521086" y="63565"/>
                </a:lnTo>
                <a:lnTo>
                  <a:pt x="521263" y="62777"/>
                </a:lnTo>
                <a:lnTo>
                  <a:pt x="521464" y="62011"/>
                </a:lnTo>
                <a:lnTo>
                  <a:pt x="521688" y="61266"/>
                </a:lnTo>
                <a:lnTo>
                  <a:pt x="521936" y="60542"/>
                </a:lnTo>
                <a:lnTo>
                  <a:pt x="522207" y="59839"/>
                </a:lnTo>
                <a:lnTo>
                  <a:pt x="522502" y="59158"/>
                </a:lnTo>
                <a:lnTo>
                  <a:pt x="522821" y="58497"/>
                </a:lnTo>
                <a:lnTo>
                  <a:pt x="523163" y="57858"/>
                </a:lnTo>
                <a:lnTo>
                  <a:pt x="523529" y="57240"/>
                </a:lnTo>
                <a:lnTo>
                  <a:pt x="523919" y="56642"/>
                </a:lnTo>
                <a:lnTo>
                  <a:pt x="524332" y="56067"/>
                </a:lnTo>
                <a:lnTo>
                  <a:pt x="524769" y="55512"/>
                </a:lnTo>
                <a:lnTo>
                  <a:pt x="525229" y="54978"/>
                </a:lnTo>
                <a:lnTo>
                  <a:pt x="525713" y="54465"/>
                </a:lnTo>
                <a:lnTo>
                  <a:pt x="526221" y="53974"/>
                </a:lnTo>
                <a:lnTo>
                  <a:pt x="526752" y="53504"/>
                </a:lnTo>
                <a:lnTo>
                  <a:pt x="527307" y="53055"/>
                </a:lnTo>
                <a:lnTo>
                  <a:pt x="527879" y="52625"/>
                </a:lnTo>
                <a:lnTo>
                  <a:pt x="528462" y="52214"/>
                </a:lnTo>
                <a:lnTo>
                  <a:pt x="529056" y="51821"/>
                </a:lnTo>
                <a:lnTo>
                  <a:pt x="529661" y="51447"/>
                </a:lnTo>
                <a:lnTo>
                  <a:pt x="530277" y="51090"/>
                </a:lnTo>
                <a:lnTo>
                  <a:pt x="530903" y="50752"/>
                </a:lnTo>
                <a:lnTo>
                  <a:pt x="531541" y="50432"/>
                </a:lnTo>
                <a:lnTo>
                  <a:pt x="532190" y="50131"/>
                </a:lnTo>
                <a:lnTo>
                  <a:pt x="532850" y="49848"/>
                </a:lnTo>
                <a:lnTo>
                  <a:pt x="533520" y="49583"/>
                </a:lnTo>
                <a:lnTo>
                  <a:pt x="534202" y="49336"/>
                </a:lnTo>
                <a:lnTo>
                  <a:pt x="534894" y="49108"/>
                </a:lnTo>
                <a:lnTo>
                  <a:pt x="535598" y="48898"/>
                </a:lnTo>
                <a:lnTo>
                  <a:pt x="536312" y="48706"/>
                </a:lnTo>
                <a:lnTo>
                  <a:pt x="537038" y="48532"/>
                </a:lnTo>
                <a:lnTo>
                  <a:pt x="537774" y="48377"/>
                </a:lnTo>
                <a:lnTo>
                  <a:pt x="538521" y="48240"/>
                </a:lnTo>
                <a:lnTo>
                  <a:pt x="539279" y="48121"/>
                </a:lnTo>
                <a:lnTo>
                  <a:pt x="540048" y="48020"/>
                </a:lnTo>
                <a:lnTo>
                  <a:pt x="540829" y="47938"/>
                </a:lnTo>
                <a:lnTo>
                  <a:pt x="541620" y="47874"/>
                </a:lnTo>
                <a:lnTo>
                  <a:pt x="542422" y="47829"/>
                </a:lnTo>
                <a:lnTo>
                  <a:pt x="543235" y="47801"/>
                </a:lnTo>
                <a:lnTo>
                  <a:pt x="544059" y="47792"/>
                </a:lnTo>
                <a:lnTo>
                  <a:pt x="544833" y="47800"/>
                </a:lnTo>
                <a:lnTo>
                  <a:pt x="545596" y="47826"/>
                </a:lnTo>
                <a:lnTo>
                  <a:pt x="546348" y="47867"/>
                </a:lnTo>
                <a:lnTo>
                  <a:pt x="547089" y="47926"/>
                </a:lnTo>
                <a:lnTo>
                  <a:pt x="547818" y="48002"/>
                </a:lnTo>
                <a:lnTo>
                  <a:pt x="548536" y="48094"/>
                </a:lnTo>
                <a:lnTo>
                  <a:pt x="549243" y="48203"/>
                </a:lnTo>
                <a:lnTo>
                  <a:pt x="549938" y="48329"/>
                </a:lnTo>
                <a:lnTo>
                  <a:pt x="550622" y="48471"/>
                </a:lnTo>
                <a:lnTo>
                  <a:pt x="551295" y="48630"/>
                </a:lnTo>
                <a:lnTo>
                  <a:pt x="551957" y="48806"/>
                </a:lnTo>
                <a:lnTo>
                  <a:pt x="552607" y="48999"/>
                </a:lnTo>
                <a:lnTo>
                  <a:pt x="553246" y="49209"/>
                </a:lnTo>
                <a:lnTo>
                  <a:pt x="553874" y="49435"/>
                </a:lnTo>
                <a:lnTo>
                  <a:pt x="554490" y="49678"/>
                </a:lnTo>
                <a:lnTo>
                  <a:pt x="555095" y="49938"/>
                </a:lnTo>
                <a:lnTo>
                  <a:pt x="555689" y="50215"/>
                </a:lnTo>
                <a:lnTo>
                  <a:pt x="556271" y="50508"/>
                </a:lnTo>
                <a:lnTo>
                  <a:pt x="556843" y="50818"/>
                </a:lnTo>
                <a:lnTo>
                  <a:pt x="557402" y="51145"/>
                </a:lnTo>
                <a:lnTo>
                  <a:pt x="557951" y="51489"/>
                </a:lnTo>
                <a:lnTo>
                  <a:pt x="558488" y="51849"/>
                </a:lnTo>
                <a:lnTo>
                  <a:pt x="559015" y="52226"/>
                </a:lnTo>
                <a:lnTo>
                  <a:pt x="559529" y="52620"/>
                </a:lnTo>
                <a:lnTo>
                  <a:pt x="560028" y="53037"/>
                </a:lnTo>
                <a:lnTo>
                  <a:pt x="560505" y="53482"/>
                </a:lnTo>
                <a:lnTo>
                  <a:pt x="560961" y="53955"/>
                </a:lnTo>
                <a:lnTo>
                  <a:pt x="561396" y="54456"/>
                </a:lnTo>
                <a:lnTo>
                  <a:pt x="561810" y="54986"/>
                </a:lnTo>
                <a:lnTo>
                  <a:pt x="562202" y="55544"/>
                </a:lnTo>
                <a:lnTo>
                  <a:pt x="562573" y="56130"/>
                </a:lnTo>
                <a:lnTo>
                  <a:pt x="562923" y="56745"/>
                </a:lnTo>
                <a:lnTo>
                  <a:pt x="563252" y="57388"/>
                </a:lnTo>
                <a:lnTo>
                  <a:pt x="563560" y="58059"/>
                </a:lnTo>
                <a:lnTo>
                  <a:pt x="563846" y="58759"/>
                </a:lnTo>
                <a:lnTo>
                  <a:pt x="564111" y="59487"/>
                </a:lnTo>
                <a:lnTo>
                  <a:pt x="564355" y="60243"/>
                </a:lnTo>
                <a:lnTo>
                  <a:pt x="564578" y="61027"/>
                </a:lnTo>
                <a:lnTo>
                  <a:pt x="564780" y="61840"/>
                </a:lnTo>
                <a:lnTo>
                  <a:pt x="564960" y="62681"/>
                </a:lnTo>
                <a:lnTo>
                  <a:pt x="565119" y="63551"/>
                </a:lnTo>
                <a:lnTo>
                  <a:pt x="565257" y="64448"/>
                </a:lnTo>
                <a:lnTo>
                  <a:pt x="565374" y="65374"/>
                </a:lnTo>
                <a:lnTo>
                  <a:pt x="565469" y="66328"/>
                </a:lnTo>
                <a:lnTo>
                  <a:pt x="565543" y="67311"/>
                </a:lnTo>
                <a:lnTo>
                  <a:pt x="565596" y="68322"/>
                </a:lnTo>
                <a:lnTo>
                  <a:pt x="565628" y="69361"/>
                </a:lnTo>
                <a:lnTo>
                  <a:pt x="565639" y="70429"/>
                </a:lnTo>
                <a:lnTo>
                  <a:pt x="565639" y="77490"/>
                </a:lnTo>
                <a:lnTo>
                  <a:pt x="563997" y="77510"/>
                </a:lnTo>
                <a:lnTo>
                  <a:pt x="562373" y="77539"/>
                </a:lnTo>
                <a:lnTo>
                  <a:pt x="560766" y="77576"/>
                </a:lnTo>
                <a:lnTo>
                  <a:pt x="559176" y="77620"/>
                </a:lnTo>
                <a:lnTo>
                  <a:pt x="557604" y="77673"/>
                </a:lnTo>
                <a:lnTo>
                  <a:pt x="556050" y="77733"/>
                </a:lnTo>
                <a:lnTo>
                  <a:pt x="554512" y="77801"/>
                </a:lnTo>
                <a:lnTo>
                  <a:pt x="552993" y="77877"/>
                </a:lnTo>
                <a:lnTo>
                  <a:pt x="551491" y="77961"/>
                </a:lnTo>
                <a:lnTo>
                  <a:pt x="550006" y="78053"/>
                </a:lnTo>
                <a:lnTo>
                  <a:pt x="548538" y="78153"/>
                </a:lnTo>
                <a:lnTo>
                  <a:pt x="547089" y="78260"/>
                </a:lnTo>
                <a:lnTo>
                  <a:pt x="545656" y="78376"/>
                </a:lnTo>
                <a:lnTo>
                  <a:pt x="544241" y="78499"/>
                </a:lnTo>
                <a:lnTo>
                  <a:pt x="542844" y="78630"/>
                </a:lnTo>
                <a:lnTo>
                  <a:pt x="541464" y="78769"/>
                </a:lnTo>
                <a:lnTo>
                  <a:pt x="540101" y="78916"/>
                </a:lnTo>
                <a:lnTo>
                  <a:pt x="538756" y="79071"/>
                </a:lnTo>
                <a:lnTo>
                  <a:pt x="537428" y="79234"/>
                </a:lnTo>
                <a:lnTo>
                  <a:pt x="536118" y="79404"/>
                </a:lnTo>
                <a:lnTo>
                  <a:pt x="534825" y="79583"/>
                </a:lnTo>
                <a:lnTo>
                  <a:pt x="533550" y="79769"/>
                </a:lnTo>
                <a:lnTo>
                  <a:pt x="532292" y="79963"/>
                </a:lnTo>
                <a:lnTo>
                  <a:pt x="531051" y="80166"/>
                </a:lnTo>
                <a:lnTo>
                  <a:pt x="529831" y="80379"/>
                </a:lnTo>
                <a:lnTo>
                  <a:pt x="528634" y="80608"/>
                </a:lnTo>
                <a:lnTo>
                  <a:pt x="527461" y="80852"/>
                </a:lnTo>
                <a:lnTo>
                  <a:pt x="526310" y="81112"/>
                </a:lnTo>
                <a:lnTo>
                  <a:pt x="525183" y="81386"/>
                </a:lnTo>
                <a:lnTo>
                  <a:pt x="524079" y="81676"/>
                </a:lnTo>
                <a:lnTo>
                  <a:pt x="522999" y="81982"/>
                </a:lnTo>
                <a:lnTo>
                  <a:pt x="521942" y="82302"/>
                </a:lnTo>
                <a:lnTo>
                  <a:pt x="520908" y="82638"/>
                </a:lnTo>
                <a:lnTo>
                  <a:pt x="519897" y="82989"/>
                </a:lnTo>
                <a:lnTo>
                  <a:pt x="518910" y="83355"/>
                </a:lnTo>
                <a:lnTo>
                  <a:pt x="517945" y="83736"/>
                </a:lnTo>
                <a:lnTo>
                  <a:pt x="517004" y="84133"/>
                </a:lnTo>
                <a:lnTo>
                  <a:pt x="516087" y="84545"/>
                </a:lnTo>
                <a:lnTo>
                  <a:pt x="515192" y="84972"/>
                </a:lnTo>
                <a:lnTo>
                  <a:pt x="514321" y="85414"/>
                </a:lnTo>
                <a:lnTo>
                  <a:pt x="513473" y="85872"/>
                </a:lnTo>
                <a:lnTo>
                  <a:pt x="512649" y="86345"/>
                </a:lnTo>
                <a:lnTo>
                  <a:pt x="511847" y="86833"/>
                </a:lnTo>
                <a:lnTo>
                  <a:pt x="511069" y="87336"/>
                </a:lnTo>
                <a:lnTo>
                  <a:pt x="510315" y="87855"/>
                </a:lnTo>
                <a:lnTo>
                  <a:pt x="509583" y="88389"/>
                </a:lnTo>
                <a:lnTo>
                  <a:pt x="508875" y="88938"/>
                </a:lnTo>
                <a:lnTo>
                  <a:pt x="508190" y="89502"/>
                </a:lnTo>
                <a:lnTo>
                  <a:pt x="507531" y="90085"/>
                </a:lnTo>
                <a:lnTo>
                  <a:pt x="506899" y="90690"/>
                </a:lnTo>
                <a:lnTo>
                  <a:pt x="506296" y="91318"/>
                </a:lnTo>
                <a:lnTo>
                  <a:pt x="505721" y="91967"/>
                </a:lnTo>
                <a:lnTo>
                  <a:pt x="505174" y="92638"/>
                </a:lnTo>
                <a:lnTo>
                  <a:pt x="504655" y="93332"/>
                </a:lnTo>
                <a:lnTo>
                  <a:pt x="504164" y="94047"/>
                </a:lnTo>
                <a:lnTo>
                  <a:pt x="503701" y="94785"/>
                </a:lnTo>
                <a:lnTo>
                  <a:pt x="503266" y="95544"/>
                </a:lnTo>
                <a:lnTo>
                  <a:pt x="502859" y="96326"/>
                </a:lnTo>
                <a:lnTo>
                  <a:pt x="502480" y="97130"/>
                </a:lnTo>
                <a:lnTo>
                  <a:pt x="502130" y="97956"/>
                </a:lnTo>
                <a:lnTo>
                  <a:pt x="501807" y="98804"/>
                </a:lnTo>
                <a:lnTo>
                  <a:pt x="501512" y="99674"/>
                </a:lnTo>
                <a:lnTo>
                  <a:pt x="501246" y="100566"/>
                </a:lnTo>
                <a:lnTo>
                  <a:pt x="501007" y="101480"/>
                </a:lnTo>
                <a:lnTo>
                  <a:pt x="500797" y="102417"/>
                </a:lnTo>
                <a:lnTo>
                  <a:pt x="500615" y="103375"/>
                </a:lnTo>
                <a:lnTo>
                  <a:pt x="500460" y="104356"/>
                </a:lnTo>
                <a:lnTo>
                  <a:pt x="500334" y="105358"/>
                </a:lnTo>
                <a:lnTo>
                  <a:pt x="500236" y="106383"/>
                </a:lnTo>
                <a:lnTo>
                  <a:pt x="500166" y="107429"/>
                </a:lnTo>
                <a:lnTo>
                  <a:pt x="500124" y="108498"/>
                </a:lnTo>
                <a:lnTo>
                  <a:pt x="500110" y="109589"/>
                </a:lnTo>
                <a:lnTo>
                  <a:pt x="500117" y="110358"/>
                </a:lnTo>
                <a:lnTo>
                  <a:pt x="500138" y="111116"/>
                </a:lnTo>
                <a:lnTo>
                  <a:pt x="500173" y="111864"/>
                </a:lnTo>
                <a:lnTo>
                  <a:pt x="500223" y="112602"/>
                </a:lnTo>
                <a:lnTo>
                  <a:pt x="500287" y="113330"/>
                </a:lnTo>
                <a:lnTo>
                  <a:pt x="500365" y="114047"/>
                </a:lnTo>
                <a:lnTo>
                  <a:pt x="500457" y="114753"/>
                </a:lnTo>
                <a:lnTo>
                  <a:pt x="500564" y="115450"/>
                </a:lnTo>
                <a:lnTo>
                  <a:pt x="500685" y="116136"/>
                </a:lnTo>
                <a:lnTo>
                  <a:pt x="500820" y="116812"/>
                </a:lnTo>
                <a:lnTo>
                  <a:pt x="500969" y="117477"/>
                </a:lnTo>
                <a:lnTo>
                  <a:pt x="501132" y="118132"/>
                </a:lnTo>
                <a:lnTo>
                  <a:pt x="501309" y="118777"/>
                </a:lnTo>
                <a:lnTo>
                  <a:pt x="501501" y="119411"/>
                </a:lnTo>
                <a:lnTo>
                  <a:pt x="501707" y="120035"/>
                </a:lnTo>
                <a:lnTo>
                  <a:pt x="501927" y="120649"/>
                </a:lnTo>
                <a:lnTo>
                  <a:pt x="502161" y="121252"/>
                </a:lnTo>
                <a:lnTo>
                  <a:pt x="502410" y="121845"/>
                </a:lnTo>
                <a:lnTo>
                  <a:pt x="502673" y="122428"/>
                </a:lnTo>
                <a:lnTo>
                  <a:pt x="502949" y="123000"/>
                </a:lnTo>
                <a:lnTo>
                  <a:pt x="503241" y="123562"/>
                </a:lnTo>
                <a:lnTo>
                  <a:pt x="503546" y="124114"/>
                </a:lnTo>
                <a:lnTo>
                  <a:pt x="503865" y="124655"/>
                </a:lnTo>
                <a:lnTo>
                  <a:pt x="504199" y="125186"/>
                </a:lnTo>
                <a:lnTo>
                  <a:pt x="504545" y="125707"/>
                </a:lnTo>
                <a:lnTo>
                  <a:pt x="504900" y="126216"/>
                </a:lnTo>
                <a:lnTo>
                  <a:pt x="505264" y="126715"/>
                </a:lnTo>
                <a:lnTo>
                  <a:pt x="505639" y="127204"/>
                </a:lnTo>
                <a:lnTo>
                  <a:pt x="506023" y="127681"/>
                </a:lnTo>
                <a:lnTo>
                  <a:pt x="506416" y="128148"/>
                </a:lnTo>
                <a:lnTo>
                  <a:pt x="506819" y="128605"/>
                </a:lnTo>
                <a:lnTo>
                  <a:pt x="507232" y="129050"/>
                </a:lnTo>
                <a:lnTo>
                  <a:pt x="507654" y="129485"/>
                </a:lnTo>
                <a:lnTo>
                  <a:pt x="508086" y="129910"/>
                </a:lnTo>
                <a:lnTo>
                  <a:pt x="508527" y="130323"/>
                </a:lnTo>
                <a:lnTo>
                  <a:pt x="508978" y="130726"/>
                </a:lnTo>
                <a:lnTo>
                  <a:pt x="509439" y="131118"/>
                </a:lnTo>
                <a:lnTo>
                  <a:pt x="509909" y="131500"/>
                </a:lnTo>
                <a:lnTo>
                  <a:pt x="510389" y="131870"/>
                </a:lnTo>
                <a:lnTo>
                  <a:pt x="510878" y="132230"/>
                </a:lnTo>
                <a:lnTo>
                  <a:pt x="511377" y="132580"/>
                </a:lnTo>
                <a:lnTo>
                  <a:pt x="511885" y="132918"/>
                </a:lnTo>
                <a:lnTo>
                  <a:pt x="512403" y="133246"/>
                </a:lnTo>
                <a:lnTo>
                  <a:pt x="512931" y="133564"/>
                </a:lnTo>
                <a:lnTo>
                  <a:pt x="513468" y="133870"/>
                </a:lnTo>
                <a:lnTo>
                  <a:pt x="514015" y="134166"/>
                </a:lnTo>
                <a:lnTo>
                  <a:pt x="514571" y="134452"/>
                </a:lnTo>
                <a:lnTo>
                  <a:pt x="515137" y="134726"/>
                </a:lnTo>
                <a:lnTo>
                  <a:pt x="515710" y="134990"/>
                </a:lnTo>
                <a:lnTo>
                  <a:pt x="516288" y="135242"/>
                </a:lnTo>
                <a:lnTo>
                  <a:pt x="516871" y="135483"/>
                </a:lnTo>
                <a:lnTo>
                  <a:pt x="517459" y="135713"/>
                </a:lnTo>
                <a:lnTo>
                  <a:pt x="518053" y="135932"/>
                </a:lnTo>
                <a:lnTo>
                  <a:pt x="518651" y="136139"/>
                </a:lnTo>
                <a:lnTo>
                  <a:pt x="519253" y="136336"/>
                </a:lnTo>
                <a:lnTo>
                  <a:pt x="519861" y="136521"/>
                </a:lnTo>
                <a:lnTo>
                  <a:pt x="520474" y="136694"/>
                </a:lnTo>
                <a:lnTo>
                  <a:pt x="521092" y="136857"/>
                </a:lnTo>
                <a:lnTo>
                  <a:pt x="521715" y="137009"/>
                </a:lnTo>
                <a:lnTo>
                  <a:pt x="522343" y="137149"/>
                </a:lnTo>
                <a:lnTo>
                  <a:pt x="522975" y="137278"/>
                </a:lnTo>
                <a:lnTo>
                  <a:pt x="523613" y="137395"/>
                </a:lnTo>
                <a:lnTo>
                  <a:pt x="524256" y="137502"/>
                </a:lnTo>
                <a:lnTo>
                  <a:pt x="524903" y="137597"/>
                </a:lnTo>
                <a:lnTo>
                  <a:pt x="525556" y="137682"/>
                </a:lnTo>
                <a:lnTo>
                  <a:pt x="526213" y="137754"/>
                </a:lnTo>
                <a:lnTo>
                  <a:pt x="526876" y="137816"/>
                </a:lnTo>
                <a:lnTo>
                  <a:pt x="527543" y="137867"/>
                </a:lnTo>
                <a:lnTo>
                  <a:pt x="528216" y="137906"/>
                </a:lnTo>
                <a:lnTo>
                  <a:pt x="528893" y="137934"/>
                </a:lnTo>
                <a:lnTo>
                  <a:pt x="529576" y="137951"/>
                </a:lnTo>
                <a:lnTo>
                  <a:pt x="530263" y="137956"/>
                </a:lnTo>
                <a:lnTo>
                  <a:pt x="531227" y="137949"/>
                </a:lnTo>
                <a:lnTo>
                  <a:pt x="532181" y="137925"/>
                </a:lnTo>
                <a:lnTo>
                  <a:pt x="533124" y="137886"/>
                </a:lnTo>
                <a:lnTo>
                  <a:pt x="534058" y="137832"/>
                </a:lnTo>
                <a:lnTo>
                  <a:pt x="534982" y="137762"/>
                </a:lnTo>
                <a:close/>
                <a:moveTo>
                  <a:pt x="531089" y="125150"/>
                </a:moveTo>
                <a:lnTo>
                  <a:pt x="530432" y="125064"/>
                </a:lnTo>
                <a:lnTo>
                  <a:pt x="529790" y="124964"/>
                </a:lnTo>
                <a:lnTo>
                  <a:pt x="529163" y="124848"/>
                </a:lnTo>
                <a:lnTo>
                  <a:pt x="528550" y="124716"/>
                </a:lnTo>
                <a:lnTo>
                  <a:pt x="527952" y="124569"/>
                </a:lnTo>
                <a:lnTo>
                  <a:pt x="527370" y="124406"/>
                </a:lnTo>
                <a:lnTo>
                  <a:pt x="526802" y="124228"/>
                </a:lnTo>
                <a:lnTo>
                  <a:pt x="526249" y="124035"/>
                </a:lnTo>
                <a:lnTo>
                  <a:pt x="525711" y="123826"/>
                </a:lnTo>
                <a:lnTo>
                  <a:pt x="525187" y="123601"/>
                </a:lnTo>
                <a:lnTo>
                  <a:pt x="524679" y="123361"/>
                </a:lnTo>
                <a:lnTo>
                  <a:pt x="524185" y="123106"/>
                </a:lnTo>
                <a:lnTo>
                  <a:pt x="523707" y="122835"/>
                </a:lnTo>
                <a:lnTo>
                  <a:pt x="523243" y="122549"/>
                </a:lnTo>
                <a:lnTo>
                  <a:pt x="522794" y="122247"/>
                </a:lnTo>
                <a:lnTo>
                  <a:pt x="522360" y="121929"/>
                </a:lnTo>
                <a:lnTo>
                  <a:pt x="521941" y="121596"/>
                </a:lnTo>
                <a:lnTo>
                  <a:pt x="521537" y="121248"/>
                </a:lnTo>
                <a:lnTo>
                  <a:pt x="521148" y="120884"/>
                </a:lnTo>
                <a:lnTo>
                  <a:pt x="520774" y="120507"/>
                </a:lnTo>
                <a:lnTo>
                  <a:pt x="520416" y="120120"/>
                </a:lnTo>
                <a:lnTo>
                  <a:pt x="520074" y="119722"/>
                </a:lnTo>
                <a:lnTo>
                  <a:pt x="519748" y="119314"/>
                </a:lnTo>
                <a:lnTo>
                  <a:pt x="519438" y="118895"/>
                </a:lnTo>
                <a:lnTo>
                  <a:pt x="519143" y="118466"/>
                </a:lnTo>
                <a:lnTo>
                  <a:pt x="518865" y="118026"/>
                </a:lnTo>
                <a:lnTo>
                  <a:pt x="518602" y="117576"/>
                </a:lnTo>
                <a:lnTo>
                  <a:pt x="518356" y="117115"/>
                </a:lnTo>
                <a:lnTo>
                  <a:pt x="518125" y="116643"/>
                </a:lnTo>
                <a:lnTo>
                  <a:pt x="517910" y="116162"/>
                </a:lnTo>
                <a:lnTo>
                  <a:pt x="517711" y="115669"/>
                </a:lnTo>
                <a:lnTo>
                  <a:pt x="517528" y="115166"/>
                </a:lnTo>
                <a:lnTo>
                  <a:pt x="517361" y="114653"/>
                </a:lnTo>
                <a:lnTo>
                  <a:pt x="517210" y="114129"/>
                </a:lnTo>
                <a:lnTo>
                  <a:pt x="517075" y="113595"/>
                </a:lnTo>
                <a:lnTo>
                  <a:pt x="516956" y="113050"/>
                </a:lnTo>
                <a:lnTo>
                  <a:pt x="516852" y="112495"/>
                </a:lnTo>
                <a:lnTo>
                  <a:pt x="516765" y="111929"/>
                </a:lnTo>
                <a:lnTo>
                  <a:pt x="516693" y="111353"/>
                </a:lnTo>
                <a:lnTo>
                  <a:pt x="516637" y="110766"/>
                </a:lnTo>
                <a:lnTo>
                  <a:pt x="516598" y="110169"/>
                </a:lnTo>
                <a:lnTo>
                  <a:pt x="516574" y="109561"/>
                </a:lnTo>
                <a:lnTo>
                  <a:pt x="516566" y="108942"/>
                </a:lnTo>
                <a:lnTo>
                  <a:pt x="516586" y="108039"/>
                </a:lnTo>
                <a:lnTo>
                  <a:pt x="516645" y="107157"/>
                </a:lnTo>
                <a:lnTo>
                  <a:pt x="516744" y="106297"/>
                </a:lnTo>
                <a:lnTo>
                  <a:pt x="516882" y="105458"/>
                </a:lnTo>
                <a:lnTo>
                  <a:pt x="517060" y="104640"/>
                </a:lnTo>
                <a:lnTo>
                  <a:pt x="517277" y="103844"/>
                </a:lnTo>
                <a:lnTo>
                  <a:pt x="517534" y="103069"/>
                </a:lnTo>
                <a:lnTo>
                  <a:pt x="517830" y="102315"/>
                </a:lnTo>
                <a:lnTo>
                  <a:pt x="518166" y="101583"/>
                </a:lnTo>
                <a:lnTo>
                  <a:pt x="518542" y="100872"/>
                </a:lnTo>
                <a:lnTo>
                  <a:pt x="518957" y="100182"/>
                </a:lnTo>
                <a:lnTo>
                  <a:pt x="519411" y="99514"/>
                </a:lnTo>
                <a:lnTo>
                  <a:pt x="519905" y="98867"/>
                </a:lnTo>
                <a:lnTo>
                  <a:pt x="520439" y="98242"/>
                </a:lnTo>
                <a:lnTo>
                  <a:pt x="521012" y="97637"/>
                </a:lnTo>
                <a:lnTo>
                  <a:pt x="521624" y="97055"/>
                </a:lnTo>
                <a:lnTo>
                  <a:pt x="522276" y="96493"/>
                </a:lnTo>
                <a:lnTo>
                  <a:pt x="522968" y="95953"/>
                </a:lnTo>
                <a:lnTo>
                  <a:pt x="523699" y="95434"/>
                </a:lnTo>
                <a:lnTo>
                  <a:pt x="524470" y="94937"/>
                </a:lnTo>
                <a:lnTo>
                  <a:pt x="525280" y="94461"/>
                </a:lnTo>
                <a:lnTo>
                  <a:pt x="526129" y="94006"/>
                </a:lnTo>
                <a:lnTo>
                  <a:pt x="527018" y="93573"/>
                </a:lnTo>
                <a:lnTo>
                  <a:pt x="527947" y="93161"/>
                </a:lnTo>
                <a:lnTo>
                  <a:pt x="528921" y="92767"/>
                </a:lnTo>
                <a:lnTo>
                  <a:pt x="529947" y="92389"/>
                </a:lnTo>
                <a:lnTo>
                  <a:pt x="531024" y="92026"/>
                </a:lnTo>
                <a:lnTo>
                  <a:pt x="532153" y="91679"/>
                </a:lnTo>
                <a:lnTo>
                  <a:pt x="533333" y="91348"/>
                </a:lnTo>
                <a:lnTo>
                  <a:pt x="534565" y="91033"/>
                </a:lnTo>
                <a:lnTo>
                  <a:pt x="535848" y="90733"/>
                </a:lnTo>
                <a:lnTo>
                  <a:pt x="537183" y="90449"/>
                </a:lnTo>
                <a:lnTo>
                  <a:pt x="538569" y="90181"/>
                </a:lnTo>
                <a:lnTo>
                  <a:pt x="540006" y="89928"/>
                </a:lnTo>
                <a:lnTo>
                  <a:pt x="541496" y="89691"/>
                </a:lnTo>
                <a:lnTo>
                  <a:pt x="543036" y="89469"/>
                </a:lnTo>
                <a:lnTo>
                  <a:pt x="544628" y="89263"/>
                </a:lnTo>
                <a:lnTo>
                  <a:pt x="546272" y="89073"/>
                </a:lnTo>
                <a:lnTo>
                  <a:pt x="547967" y="88899"/>
                </a:lnTo>
                <a:lnTo>
                  <a:pt x="549714" y="88740"/>
                </a:lnTo>
                <a:lnTo>
                  <a:pt x="551512" y="88597"/>
                </a:lnTo>
                <a:lnTo>
                  <a:pt x="553361" y="88469"/>
                </a:lnTo>
                <a:lnTo>
                  <a:pt x="555262" y="88357"/>
                </a:lnTo>
                <a:lnTo>
                  <a:pt x="557215" y="88261"/>
                </a:lnTo>
                <a:lnTo>
                  <a:pt x="559219" y="88181"/>
                </a:lnTo>
                <a:lnTo>
                  <a:pt x="561275" y="88116"/>
                </a:lnTo>
                <a:lnTo>
                  <a:pt x="563382" y="88067"/>
                </a:lnTo>
                <a:lnTo>
                  <a:pt x="565540" y="88033"/>
                </a:lnTo>
                <a:lnTo>
                  <a:pt x="565540" y="108330"/>
                </a:lnTo>
                <a:lnTo>
                  <a:pt x="565092" y="108940"/>
                </a:lnTo>
                <a:lnTo>
                  <a:pt x="564636" y="109542"/>
                </a:lnTo>
                <a:lnTo>
                  <a:pt x="564170" y="110134"/>
                </a:lnTo>
                <a:lnTo>
                  <a:pt x="563695" y="110718"/>
                </a:lnTo>
                <a:lnTo>
                  <a:pt x="563212" y="111293"/>
                </a:lnTo>
                <a:lnTo>
                  <a:pt x="562720" y="111859"/>
                </a:lnTo>
                <a:lnTo>
                  <a:pt x="562218" y="112416"/>
                </a:lnTo>
                <a:lnTo>
                  <a:pt x="561708" y="112964"/>
                </a:lnTo>
                <a:lnTo>
                  <a:pt x="561189" y="113503"/>
                </a:lnTo>
                <a:lnTo>
                  <a:pt x="560661" y="114034"/>
                </a:lnTo>
                <a:lnTo>
                  <a:pt x="560124" y="114555"/>
                </a:lnTo>
                <a:lnTo>
                  <a:pt x="559579" y="115068"/>
                </a:lnTo>
                <a:lnTo>
                  <a:pt x="559024" y="115572"/>
                </a:lnTo>
                <a:lnTo>
                  <a:pt x="558460" y="116067"/>
                </a:lnTo>
                <a:lnTo>
                  <a:pt x="557888" y="116553"/>
                </a:lnTo>
                <a:lnTo>
                  <a:pt x="557307" y="117030"/>
                </a:lnTo>
                <a:lnTo>
                  <a:pt x="556716" y="117498"/>
                </a:lnTo>
                <a:lnTo>
                  <a:pt x="556117" y="117957"/>
                </a:lnTo>
                <a:lnTo>
                  <a:pt x="555509" y="118408"/>
                </a:lnTo>
                <a:lnTo>
                  <a:pt x="554892" y="118850"/>
                </a:lnTo>
                <a:lnTo>
                  <a:pt x="554267" y="119282"/>
                </a:lnTo>
                <a:lnTo>
                  <a:pt x="553632" y="119706"/>
                </a:lnTo>
                <a:lnTo>
                  <a:pt x="552988" y="120121"/>
                </a:lnTo>
                <a:lnTo>
                  <a:pt x="552336" y="120527"/>
                </a:lnTo>
                <a:lnTo>
                  <a:pt x="551676" y="120920"/>
                </a:lnTo>
                <a:lnTo>
                  <a:pt x="551008" y="121296"/>
                </a:lnTo>
                <a:lnTo>
                  <a:pt x="550334" y="121656"/>
                </a:lnTo>
                <a:lnTo>
                  <a:pt x="549653" y="121999"/>
                </a:lnTo>
                <a:lnTo>
                  <a:pt x="548966" y="122325"/>
                </a:lnTo>
                <a:lnTo>
                  <a:pt x="548271" y="122634"/>
                </a:lnTo>
                <a:lnTo>
                  <a:pt x="547570" y="122927"/>
                </a:lnTo>
                <a:lnTo>
                  <a:pt x="546861" y="123203"/>
                </a:lnTo>
                <a:lnTo>
                  <a:pt x="546146" y="123462"/>
                </a:lnTo>
                <a:lnTo>
                  <a:pt x="545424" y="123704"/>
                </a:lnTo>
                <a:lnTo>
                  <a:pt x="544696" y="123930"/>
                </a:lnTo>
                <a:lnTo>
                  <a:pt x="543960" y="124139"/>
                </a:lnTo>
                <a:lnTo>
                  <a:pt x="543217" y="124331"/>
                </a:lnTo>
                <a:lnTo>
                  <a:pt x="542468" y="124507"/>
                </a:lnTo>
                <a:lnTo>
                  <a:pt x="541712" y="124666"/>
                </a:lnTo>
                <a:lnTo>
                  <a:pt x="540949" y="124808"/>
                </a:lnTo>
                <a:lnTo>
                  <a:pt x="540179" y="124933"/>
                </a:lnTo>
                <a:lnTo>
                  <a:pt x="539402" y="125042"/>
                </a:lnTo>
                <a:lnTo>
                  <a:pt x="538619" y="125134"/>
                </a:lnTo>
                <a:lnTo>
                  <a:pt x="537829" y="125209"/>
                </a:lnTo>
                <a:lnTo>
                  <a:pt x="537031" y="125268"/>
                </a:lnTo>
                <a:lnTo>
                  <a:pt x="536227" y="125310"/>
                </a:lnTo>
                <a:lnTo>
                  <a:pt x="535416" y="125335"/>
                </a:lnTo>
                <a:lnTo>
                  <a:pt x="534599" y="125343"/>
                </a:lnTo>
                <a:lnTo>
                  <a:pt x="533867" y="125335"/>
                </a:lnTo>
                <a:lnTo>
                  <a:pt x="533150" y="125312"/>
                </a:lnTo>
                <a:lnTo>
                  <a:pt x="532448" y="125273"/>
                </a:lnTo>
                <a:lnTo>
                  <a:pt x="531762" y="125219"/>
                </a:lnTo>
                <a:lnTo>
                  <a:pt x="531089" y="125150"/>
                </a:lnTo>
                <a:close/>
                <a:moveTo>
                  <a:pt x="728081" y="137699"/>
                </a:moveTo>
                <a:lnTo>
                  <a:pt x="729018" y="137606"/>
                </a:lnTo>
                <a:lnTo>
                  <a:pt x="729943" y="137499"/>
                </a:lnTo>
                <a:lnTo>
                  <a:pt x="730858" y="137378"/>
                </a:lnTo>
                <a:lnTo>
                  <a:pt x="731760" y="137242"/>
                </a:lnTo>
                <a:lnTo>
                  <a:pt x="732652" y="137092"/>
                </a:lnTo>
                <a:lnTo>
                  <a:pt x="733532" y="136928"/>
                </a:lnTo>
                <a:lnTo>
                  <a:pt x="734401" y="136749"/>
                </a:lnTo>
                <a:lnTo>
                  <a:pt x="735258" y="136556"/>
                </a:lnTo>
                <a:lnTo>
                  <a:pt x="736105" y="136349"/>
                </a:lnTo>
                <a:lnTo>
                  <a:pt x="736940" y="136128"/>
                </a:lnTo>
                <a:lnTo>
                  <a:pt x="737764" y="135892"/>
                </a:lnTo>
                <a:lnTo>
                  <a:pt x="738576" y="135642"/>
                </a:lnTo>
                <a:lnTo>
                  <a:pt x="739377" y="135378"/>
                </a:lnTo>
                <a:lnTo>
                  <a:pt x="740167" y="135099"/>
                </a:lnTo>
                <a:lnTo>
                  <a:pt x="740946" y="134806"/>
                </a:lnTo>
                <a:lnTo>
                  <a:pt x="741713" y="134499"/>
                </a:lnTo>
                <a:lnTo>
                  <a:pt x="742469" y="134178"/>
                </a:lnTo>
                <a:lnTo>
                  <a:pt x="743214" y="133842"/>
                </a:lnTo>
                <a:lnTo>
                  <a:pt x="743946" y="133493"/>
                </a:lnTo>
                <a:lnTo>
                  <a:pt x="744664" y="133132"/>
                </a:lnTo>
                <a:lnTo>
                  <a:pt x="745369" y="132759"/>
                </a:lnTo>
                <a:lnTo>
                  <a:pt x="746060" y="132374"/>
                </a:lnTo>
                <a:lnTo>
                  <a:pt x="746738" y="131977"/>
                </a:lnTo>
                <a:lnTo>
                  <a:pt x="747401" y="131568"/>
                </a:lnTo>
                <a:lnTo>
                  <a:pt x="748052" y="131147"/>
                </a:lnTo>
                <a:lnTo>
                  <a:pt x="748688" y="130714"/>
                </a:lnTo>
                <a:lnTo>
                  <a:pt x="749311" y="130269"/>
                </a:lnTo>
                <a:lnTo>
                  <a:pt x="749920" y="129811"/>
                </a:lnTo>
                <a:lnTo>
                  <a:pt x="750515" y="129342"/>
                </a:lnTo>
                <a:lnTo>
                  <a:pt x="751097" y="128861"/>
                </a:lnTo>
                <a:lnTo>
                  <a:pt x="751665" y="128368"/>
                </a:lnTo>
                <a:lnTo>
                  <a:pt x="752219" y="127863"/>
                </a:lnTo>
                <a:lnTo>
                  <a:pt x="752760" y="127346"/>
                </a:lnTo>
                <a:lnTo>
                  <a:pt x="753287" y="126817"/>
                </a:lnTo>
                <a:lnTo>
                  <a:pt x="753800" y="126276"/>
                </a:lnTo>
                <a:lnTo>
                  <a:pt x="754299" y="125723"/>
                </a:lnTo>
                <a:lnTo>
                  <a:pt x="754785" y="125158"/>
                </a:lnTo>
                <a:lnTo>
                  <a:pt x="755257" y="124581"/>
                </a:lnTo>
                <a:lnTo>
                  <a:pt x="755716" y="123992"/>
                </a:lnTo>
                <a:lnTo>
                  <a:pt x="756161" y="123391"/>
                </a:lnTo>
                <a:lnTo>
                  <a:pt x="756592" y="122778"/>
                </a:lnTo>
                <a:lnTo>
                  <a:pt x="757009" y="122153"/>
                </a:lnTo>
                <a:lnTo>
                  <a:pt x="757412" y="121517"/>
                </a:lnTo>
                <a:lnTo>
                  <a:pt x="757798" y="120871"/>
                </a:lnTo>
                <a:lnTo>
                  <a:pt x="758169" y="120215"/>
                </a:lnTo>
                <a:lnTo>
                  <a:pt x="758523" y="119548"/>
                </a:lnTo>
                <a:lnTo>
                  <a:pt x="758861" y="118872"/>
                </a:lnTo>
                <a:lnTo>
                  <a:pt x="759183" y="118186"/>
                </a:lnTo>
                <a:lnTo>
                  <a:pt x="759489" y="117490"/>
                </a:lnTo>
                <a:lnTo>
                  <a:pt x="759779" y="116783"/>
                </a:lnTo>
                <a:lnTo>
                  <a:pt x="760053" y="116067"/>
                </a:lnTo>
                <a:lnTo>
                  <a:pt x="760311" y="115340"/>
                </a:lnTo>
                <a:lnTo>
                  <a:pt x="760553" y="114604"/>
                </a:lnTo>
                <a:lnTo>
                  <a:pt x="760778" y="113857"/>
                </a:lnTo>
                <a:lnTo>
                  <a:pt x="760988" y="113100"/>
                </a:lnTo>
                <a:lnTo>
                  <a:pt x="761181" y="112334"/>
                </a:lnTo>
                <a:lnTo>
                  <a:pt x="761359" y="111557"/>
                </a:lnTo>
                <a:lnTo>
                  <a:pt x="761520" y="110770"/>
                </a:lnTo>
                <a:lnTo>
                  <a:pt x="761665" y="109973"/>
                </a:lnTo>
                <a:lnTo>
                  <a:pt x="761795" y="109166"/>
                </a:lnTo>
                <a:lnTo>
                  <a:pt x="761908" y="108349"/>
                </a:lnTo>
                <a:lnTo>
                  <a:pt x="762005" y="107522"/>
                </a:lnTo>
                <a:lnTo>
                  <a:pt x="762086" y="106685"/>
                </a:lnTo>
                <a:lnTo>
                  <a:pt x="762150" y="105838"/>
                </a:lnTo>
                <a:lnTo>
                  <a:pt x="762199" y="104981"/>
                </a:lnTo>
                <a:lnTo>
                  <a:pt x="762232" y="104114"/>
                </a:lnTo>
                <a:lnTo>
                  <a:pt x="745973" y="104114"/>
                </a:lnTo>
                <a:lnTo>
                  <a:pt x="745938" y="104960"/>
                </a:lnTo>
                <a:lnTo>
                  <a:pt x="745882" y="105790"/>
                </a:lnTo>
                <a:lnTo>
                  <a:pt x="745806" y="106602"/>
                </a:lnTo>
                <a:lnTo>
                  <a:pt x="745710" y="107398"/>
                </a:lnTo>
                <a:lnTo>
                  <a:pt x="745593" y="108178"/>
                </a:lnTo>
                <a:lnTo>
                  <a:pt x="745455" y="108940"/>
                </a:lnTo>
                <a:lnTo>
                  <a:pt x="745297" y="109686"/>
                </a:lnTo>
                <a:lnTo>
                  <a:pt x="745119" y="110415"/>
                </a:lnTo>
                <a:lnTo>
                  <a:pt x="744919" y="111127"/>
                </a:lnTo>
                <a:lnTo>
                  <a:pt x="744700" y="111823"/>
                </a:lnTo>
                <a:lnTo>
                  <a:pt x="744460" y="112502"/>
                </a:lnTo>
                <a:lnTo>
                  <a:pt x="744199" y="113164"/>
                </a:lnTo>
                <a:lnTo>
                  <a:pt x="743918" y="113810"/>
                </a:lnTo>
                <a:lnTo>
                  <a:pt x="743616" y="114438"/>
                </a:lnTo>
                <a:lnTo>
                  <a:pt x="743294" y="115051"/>
                </a:lnTo>
                <a:lnTo>
                  <a:pt x="742951" y="115646"/>
                </a:lnTo>
                <a:lnTo>
                  <a:pt x="742587" y="116224"/>
                </a:lnTo>
                <a:lnTo>
                  <a:pt x="742203" y="116786"/>
                </a:lnTo>
                <a:lnTo>
                  <a:pt x="741799" y="117331"/>
                </a:lnTo>
                <a:lnTo>
                  <a:pt x="741374" y="117860"/>
                </a:lnTo>
                <a:lnTo>
                  <a:pt x="740929" y="118372"/>
                </a:lnTo>
                <a:lnTo>
                  <a:pt x="740463" y="118867"/>
                </a:lnTo>
                <a:lnTo>
                  <a:pt x="739976" y="119345"/>
                </a:lnTo>
                <a:lnTo>
                  <a:pt x="739469" y="119806"/>
                </a:lnTo>
                <a:lnTo>
                  <a:pt x="738943" y="120250"/>
                </a:lnTo>
                <a:lnTo>
                  <a:pt x="738401" y="120675"/>
                </a:lnTo>
                <a:lnTo>
                  <a:pt x="737842" y="121081"/>
                </a:lnTo>
                <a:lnTo>
                  <a:pt x="737266" y="121468"/>
                </a:lnTo>
                <a:lnTo>
                  <a:pt x="736673" y="121836"/>
                </a:lnTo>
                <a:lnTo>
                  <a:pt x="736063" y="122186"/>
                </a:lnTo>
                <a:lnTo>
                  <a:pt x="735437" y="122516"/>
                </a:lnTo>
                <a:lnTo>
                  <a:pt x="734794" y="122828"/>
                </a:lnTo>
                <a:lnTo>
                  <a:pt x="734134" y="123120"/>
                </a:lnTo>
                <a:lnTo>
                  <a:pt x="733457" y="123394"/>
                </a:lnTo>
                <a:lnTo>
                  <a:pt x="732764" y="123649"/>
                </a:lnTo>
                <a:lnTo>
                  <a:pt x="732054" y="123885"/>
                </a:lnTo>
                <a:lnTo>
                  <a:pt x="731327" y="124102"/>
                </a:lnTo>
                <a:lnTo>
                  <a:pt x="730583" y="124300"/>
                </a:lnTo>
                <a:lnTo>
                  <a:pt x="729823" y="124480"/>
                </a:lnTo>
                <a:lnTo>
                  <a:pt x="729046" y="124640"/>
                </a:lnTo>
                <a:lnTo>
                  <a:pt x="728252" y="124782"/>
                </a:lnTo>
                <a:lnTo>
                  <a:pt x="727441" y="124905"/>
                </a:lnTo>
                <a:lnTo>
                  <a:pt x="726613" y="125009"/>
                </a:lnTo>
                <a:lnTo>
                  <a:pt x="725769" y="125094"/>
                </a:lnTo>
                <a:lnTo>
                  <a:pt x="724908" y="125160"/>
                </a:lnTo>
                <a:lnTo>
                  <a:pt x="724030" y="125207"/>
                </a:lnTo>
                <a:lnTo>
                  <a:pt x="723136" y="125235"/>
                </a:lnTo>
                <a:lnTo>
                  <a:pt x="722224" y="125245"/>
                </a:lnTo>
                <a:lnTo>
                  <a:pt x="721369" y="125236"/>
                </a:lnTo>
                <a:lnTo>
                  <a:pt x="720528" y="125210"/>
                </a:lnTo>
                <a:lnTo>
                  <a:pt x="719701" y="125168"/>
                </a:lnTo>
                <a:lnTo>
                  <a:pt x="718888" y="125108"/>
                </a:lnTo>
                <a:lnTo>
                  <a:pt x="718089" y="125031"/>
                </a:lnTo>
                <a:lnTo>
                  <a:pt x="717304" y="124936"/>
                </a:lnTo>
                <a:lnTo>
                  <a:pt x="716533" y="124825"/>
                </a:lnTo>
                <a:lnTo>
                  <a:pt x="715776" y="124696"/>
                </a:lnTo>
                <a:lnTo>
                  <a:pt x="715033" y="124551"/>
                </a:lnTo>
                <a:lnTo>
                  <a:pt x="714304" y="124388"/>
                </a:lnTo>
                <a:lnTo>
                  <a:pt x="713589" y="124208"/>
                </a:lnTo>
                <a:lnTo>
                  <a:pt x="712888" y="124011"/>
                </a:lnTo>
                <a:lnTo>
                  <a:pt x="712201" y="123797"/>
                </a:lnTo>
                <a:lnTo>
                  <a:pt x="711528" y="123566"/>
                </a:lnTo>
                <a:lnTo>
                  <a:pt x="710869" y="123318"/>
                </a:lnTo>
                <a:lnTo>
                  <a:pt x="710224" y="123052"/>
                </a:lnTo>
                <a:lnTo>
                  <a:pt x="709594" y="122769"/>
                </a:lnTo>
                <a:lnTo>
                  <a:pt x="708977" y="122470"/>
                </a:lnTo>
                <a:lnTo>
                  <a:pt x="708374" y="122153"/>
                </a:lnTo>
                <a:lnTo>
                  <a:pt x="707786" y="121819"/>
                </a:lnTo>
                <a:lnTo>
                  <a:pt x="707211" y="121468"/>
                </a:lnTo>
                <a:lnTo>
                  <a:pt x="706650" y="121099"/>
                </a:lnTo>
                <a:lnTo>
                  <a:pt x="706104" y="120714"/>
                </a:lnTo>
                <a:lnTo>
                  <a:pt x="705571" y="120311"/>
                </a:lnTo>
                <a:lnTo>
                  <a:pt x="705052" y="119895"/>
                </a:lnTo>
                <a:lnTo>
                  <a:pt x="704544" y="119467"/>
                </a:lnTo>
                <a:lnTo>
                  <a:pt x="704048" y="119028"/>
                </a:lnTo>
                <a:lnTo>
                  <a:pt x="703563" y="118577"/>
                </a:lnTo>
                <a:lnTo>
                  <a:pt x="703091" y="118115"/>
                </a:lnTo>
                <a:lnTo>
                  <a:pt x="702630" y="117643"/>
                </a:lnTo>
                <a:lnTo>
                  <a:pt x="702182" y="117158"/>
                </a:lnTo>
                <a:lnTo>
                  <a:pt x="701745" y="116663"/>
                </a:lnTo>
                <a:lnTo>
                  <a:pt x="701319" y="116156"/>
                </a:lnTo>
                <a:lnTo>
                  <a:pt x="700906" y="115639"/>
                </a:lnTo>
                <a:lnTo>
                  <a:pt x="700504" y="115110"/>
                </a:lnTo>
                <a:lnTo>
                  <a:pt x="700114" y="114569"/>
                </a:lnTo>
                <a:lnTo>
                  <a:pt x="699736" y="114018"/>
                </a:lnTo>
                <a:lnTo>
                  <a:pt x="699370" y="113455"/>
                </a:lnTo>
                <a:lnTo>
                  <a:pt x="699016" y="112881"/>
                </a:lnTo>
                <a:lnTo>
                  <a:pt x="698673" y="112295"/>
                </a:lnTo>
                <a:lnTo>
                  <a:pt x="698343" y="111699"/>
                </a:lnTo>
                <a:lnTo>
                  <a:pt x="698024" y="111091"/>
                </a:lnTo>
                <a:lnTo>
                  <a:pt x="697716" y="110472"/>
                </a:lnTo>
                <a:lnTo>
                  <a:pt x="697421" y="109842"/>
                </a:lnTo>
                <a:lnTo>
                  <a:pt x="697137" y="109201"/>
                </a:lnTo>
                <a:lnTo>
                  <a:pt x="696866" y="108548"/>
                </a:lnTo>
                <a:lnTo>
                  <a:pt x="696606" y="107884"/>
                </a:lnTo>
                <a:lnTo>
                  <a:pt x="696358" y="107209"/>
                </a:lnTo>
                <a:lnTo>
                  <a:pt x="696120" y="106525"/>
                </a:lnTo>
                <a:lnTo>
                  <a:pt x="695893" y="105836"/>
                </a:lnTo>
                <a:lnTo>
                  <a:pt x="695675" y="105141"/>
                </a:lnTo>
                <a:lnTo>
                  <a:pt x="695467" y="104441"/>
                </a:lnTo>
                <a:lnTo>
                  <a:pt x="695268" y="103736"/>
                </a:lnTo>
                <a:lnTo>
                  <a:pt x="695080" y="103024"/>
                </a:lnTo>
                <a:lnTo>
                  <a:pt x="694901" y="102308"/>
                </a:lnTo>
                <a:lnTo>
                  <a:pt x="694732" y="101585"/>
                </a:lnTo>
                <a:lnTo>
                  <a:pt x="694572" y="100858"/>
                </a:lnTo>
                <a:lnTo>
                  <a:pt x="694423" y="100124"/>
                </a:lnTo>
                <a:lnTo>
                  <a:pt x="694283" y="99385"/>
                </a:lnTo>
                <a:lnTo>
                  <a:pt x="694153" y="98641"/>
                </a:lnTo>
                <a:lnTo>
                  <a:pt x="694032" y="97891"/>
                </a:lnTo>
                <a:lnTo>
                  <a:pt x="693922" y="97136"/>
                </a:lnTo>
                <a:lnTo>
                  <a:pt x="693821" y="96375"/>
                </a:lnTo>
                <a:lnTo>
                  <a:pt x="693730" y="95608"/>
                </a:lnTo>
                <a:lnTo>
                  <a:pt x="693649" y="94836"/>
                </a:lnTo>
                <a:lnTo>
                  <a:pt x="693577" y="94059"/>
                </a:lnTo>
                <a:lnTo>
                  <a:pt x="693515" y="93276"/>
                </a:lnTo>
                <a:lnTo>
                  <a:pt x="693463" y="92487"/>
                </a:lnTo>
                <a:lnTo>
                  <a:pt x="693421" y="91693"/>
                </a:lnTo>
                <a:lnTo>
                  <a:pt x="693388" y="90893"/>
                </a:lnTo>
                <a:lnTo>
                  <a:pt x="693365" y="90088"/>
                </a:lnTo>
                <a:lnTo>
                  <a:pt x="693352" y="89277"/>
                </a:lnTo>
                <a:lnTo>
                  <a:pt x="761739" y="89277"/>
                </a:lnTo>
                <a:lnTo>
                  <a:pt x="761755" y="89199"/>
                </a:lnTo>
                <a:lnTo>
                  <a:pt x="761771" y="89117"/>
                </a:lnTo>
                <a:lnTo>
                  <a:pt x="761787" y="89031"/>
                </a:lnTo>
                <a:lnTo>
                  <a:pt x="761802" y="88941"/>
                </a:lnTo>
                <a:lnTo>
                  <a:pt x="761817" y="88847"/>
                </a:lnTo>
                <a:lnTo>
                  <a:pt x="761831" y="88749"/>
                </a:lnTo>
                <a:lnTo>
                  <a:pt x="761846" y="88647"/>
                </a:lnTo>
                <a:lnTo>
                  <a:pt x="761860" y="88540"/>
                </a:lnTo>
                <a:lnTo>
                  <a:pt x="761873" y="88430"/>
                </a:lnTo>
                <a:lnTo>
                  <a:pt x="761886" y="88316"/>
                </a:lnTo>
                <a:lnTo>
                  <a:pt x="761899" y="88197"/>
                </a:lnTo>
                <a:lnTo>
                  <a:pt x="761912" y="88075"/>
                </a:lnTo>
                <a:lnTo>
                  <a:pt x="761924" y="87948"/>
                </a:lnTo>
                <a:lnTo>
                  <a:pt x="761935" y="87818"/>
                </a:lnTo>
                <a:lnTo>
                  <a:pt x="761947" y="87683"/>
                </a:lnTo>
                <a:lnTo>
                  <a:pt x="761958" y="87545"/>
                </a:lnTo>
                <a:lnTo>
                  <a:pt x="761969" y="87402"/>
                </a:lnTo>
                <a:lnTo>
                  <a:pt x="761979" y="87255"/>
                </a:lnTo>
                <a:lnTo>
                  <a:pt x="761989" y="87105"/>
                </a:lnTo>
                <a:lnTo>
                  <a:pt x="761999" y="86950"/>
                </a:lnTo>
                <a:lnTo>
                  <a:pt x="762009" y="86791"/>
                </a:lnTo>
                <a:lnTo>
                  <a:pt x="762018" y="86628"/>
                </a:lnTo>
                <a:lnTo>
                  <a:pt x="762026" y="86461"/>
                </a:lnTo>
                <a:lnTo>
                  <a:pt x="762035" y="86290"/>
                </a:lnTo>
                <a:lnTo>
                  <a:pt x="762043" y="86118"/>
                </a:lnTo>
                <a:lnTo>
                  <a:pt x="762050" y="85948"/>
                </a:lnTo>
                <a:lnTo>
                  <a:pt x="762058" y="85780"/>
                </a:lnTo>
                <a:lnTo>
                  <a:pt x="762065" y="85613"/>
                </a:lnTo>
                <a:lnTo>
                  <a:pt x="762071" y="85449"/>
                </a:lnTo>
                <a:lnTo>
                  <a:pt x="762078" y="85286"/>
                </a:lnTo>
                <a:lnTo>
                  <a:pt x="762084" y="85125"/>
                </a:lnTo>
                <a:lnTo>
                  <a:pt x="762089" y="84967"/>
                </a:lnTo>
                <a:lnTo>
                  <a:pt x="762095" y="84810"/>
                </a:lnTo>
                <a:lnTo>
                  <a:pt x="762100" y="84655"/>
                </a:lnTo>
                <a:lnTo>
                  <a:pt x="762104" y="84502"/>
                </a:lnTo>
                <a:lnTo>
                  <a:pt x="762109" y="84351"/>
                </a:lnTo>
                <a:lnTo>
                  <a:pt x="762113" y="84202"/>
                </a:lnTo>
                <a:lnTo>
                  <a:pt x="762116" y="84055"/>
                </a:lnTo>
                <a:lnTo>
                  <a:pt x="762119" y="83910"/>
                </a:lnTo>
                <a:lnTo>
                  <a:pt x="762122" y="83767"/>
                </a:lnTo>
                <a:lnTo>
                  <a:pt x="762125" y="83625"/>
                </a:lnTo>
                <a:lnTo>
                  <a:pt x="762127" y="83486"/>
                </a:lnTo>
                <a:lnTo>
                  <a:pt x="762129" y="83349"/>
                </a:lnTo>
                <a:lnTo>
                  <a:pt x="762131" y="83213"/>
                </a:lnTo>
                <a:lnTo>
                  <a:pt x="762132" y="83080"/>
                </a:lnTo>
                <a:lnTo>
                  <a:pt x="762133" y="82948"/>
                </a:lnTo>
                <a:lnTo>
                  <a:pt x="762133" y="82818"/>
                </a:lnTo>
                <a:lnTo>
                  <a:pt x="762133" y="82691"/>
                </a:lnTo>
                <a:lnTo>
                  <a:pt x="762114" y="80809"/>
                </a:lnTo>
                <a:lnTo>
                  <a:pt x="762056" y="78965"/>
                </a:lnTo>
                <a:lnTo>
                  <a:pt x="761959" y="77157"/>
                </a:lnTo>
                <a:lnTo>
                  <a:pt x="761824" y="75386"/>
                </a:lnTo>
                <a:lnTo>
                  <a:pt x="761650" y="73653"/>
                </a:lnTo>
                <a:lnTo>
                  <a:pt x="761437" y="71956"/>
                </a:lnTo>
                <a:lnTo>
                  <a:pt x="761186" y="70296"/>
                </a:lnTo>
                <a:lnTo>
                  <a:pt x="760896" y="68673"/>
                </a:lnTo>
                <a:lnTo>
                  <a:pt x="760567" y="67087"/>
                </a:lnTo>
                <a:lnTo>
                  <a:pt x="760200" y="65538"/>
                </a:lnTo>
                <a:lnTo>
                  <a:pt x="759794" y="64027"/>
                </a:lnTo>
                <a:lnTo>
                  <a:pt x="759349" y="62551"/>
                </a:lnTo>
                <a:lnTo>
                  <a:pt x="758866" y="61113"/>
                </a:lnTo>
                <a:lnTo>
                  <a:pt x="758344" y="59712"/>
                </a:lnTo>
                <a:lnTo>
                  <a:pt x="757784" y="58348"/>
                </a:lnTo>
                <a:lnTo>
                  <a:pt x="757184" y="57021"/>
                </a:lnTo>
                <a:lnTo>
                  <a:pt x="756546" y="55731"/>
                </a:lnTo>
                <a:lnTo>
                  <a:pt x="755870" y="54477"/>
                </a:lnTo>
                <a:lnTo>
                  <a:pt x="755155" y="53261"/>
                </a:lnTo>
                <a:lnTo>
                  <a:pt x="754401" y="52082"/>
                </a:lnTo>
                <a:lnTo>
                  <a:pt x="753608" y="50939"/>
                </a:lnTo>
                <a:lnTo>
                  <a:pt x="752777" y="49834"/>
                </a:lnTo>
                <a:lnTo>
                  <a:pt x="751907" y="48765"/>
                </a:lnTo>
                <a:lnTo>
                  <a:pt x="750998" y="47733"/>
                </a:lnTo>
                <a:lnTo>
                  <a:pt x="750056" y="46741"/>
                </a:lnTo>
                <a:lnTo>
                  <a:pt x="749084" y="45791"/>
                </a:lnTo>
                <a:lnTo>
                  <a:pt x="748082" y="44883"/>
                </a:lnTo>
                <a:lnTo>
                  <a:pt x="747051" y="44018"/>
                </a:lnTo>
                <a:lnTo>
                  <a:pt x="745991" y="43194"/>
                </a:lnTo>
                <a:lnTo>
                  <a:pt x="744901" y="42413"/>
                </a:lnTo>
                <a:lnTo>
                  <a:pt x="743782" y="41674"/>
                </a:lnTo>
                <a:lnTo>
                  <a:pt x="742633" y="40978"/>
                </a:lnTo>
                <a:lnTo>
                  <a:pt x="741455" y="40323"/>
                </a:lnTo>
                <a:lnTo>
                  <a:pt x="740248" y="39711"/>
                </a:lnTo>
                <a:lnTo>
                  <a:pt x="739011" y="39141"/>
                </a:lnTo>
                <a:lnTo>
                  <a:pt x="737745" y="38613"/>
                </a:lnTo>
                <a:lnTo>
                  <a:pt x="736449" y="38128"/>
                </a:lnTo>
                <a:lnTo>
                  <a:pt x="735124" y="37684"/>
                </a:lnTo>
                <a:lnTo>
                  <a:pt x="733769" y="37283"/>
                </a:lnTo>
                <a:lnTo>
                  <a:pt x="732385" y="36924"/>
                </a:lnTo>
                <a:lnTo>
                  <a:pt x="730972" y="36608"/>
                </a:lnTo>
                <a:lnTo>
                  <a:pt x="729529" y="36333"/>
                </a:lnTo>
                <a:lnTo>
                  <a:pt x="728056" y="36101"/>
                </a:lnTo>
                <a:lnTo>
                  <a:pt x="726555" y="35911"/>
                </a:lnTo>
                <a:lnTo>
                  <a:pt x="725024" y="35763"/>
                </a:lnTo>
                <a:lnTo>
                  <a:pt x="723463" y="35657"/>
                </a:lnTo>
                <a:lnTo>
                  <a:pt x="721873" y="35594"/>
                </a:lnTo>
                <a:lnTo>
                  <a:pt x="720254" y="35573"/>
                </a:lnTo>
                <a:lnTo>
                  <a:pt x="719031" y="35584"/>
                </a:lnTo>
                <a:lnTo>
                  <a:pt x="717826" y="35618"/>
                </a:lnTo>
                <a:lnTo>
                  <a:pt x="716639" y="35674"/>
                </a:lnTo>
                <a:lnTo>
                  <a:pt x="715470" y="35753"/>
                </a:lnTo>
                <a:lnTo>
                  <a:pt x="714319" y="35855"/>
                </a:lnTo>
                <a:lnTo>
                  <a:pt x="713186" y="35979"/>
                </a:lnTo>
                <a:lnTo>
                  <a:pt x="712071" y="36125"/>
                </a:lnTo>
                <a:lnTo>
                  <a:pt x="710974" y="36295"/>
                </a:lnTo>
                <a:lnTo>
                  <a:pt x="709895" y="36486"/>
                </a:lnTo>
                <a:lnTo>
                  <a:pt x="708834" y="36701"/>
                </a:lnTo>
                <a:lnTo>
                  <a:pt x="707791" y="36937"/>
                </a:lnTo>
                <a:lnTo>
                  <a:pt x="706766" y="37197"/>
                </a:lnTo>
                <a:lnTo>
                  <a:pt x="705759" y="37478"/>
                </a:lnTo>
                <a:lnTo>
                  <a:pt x="704769" y="37783"/>
                </a:lnTo>
                <a:lnTo>
                  <a:pt x="703798" y="38110"/>
                </a:lnTo>
                <a:lnTo>
                  <a:pt x="702845" y="38459"/>
                </a:lnTo>
                <a:lnTo>
                  <a:pt x="701910" y="38832"/>
                </a:lnTo>
                <a:lnTo>
                  <a:pt x="700992" y="39226"/>
                </a:lnTo>
                <a:lnTo>
                  <a:pt x="700093" y="39643"/>
                </a:lnTo>
                <a:lnTo>
                  <a:pt x="699211" y="40083"/>
                </a:lnTo>
                <a:lnTo>
                  <a:pt x="698348" y="40545"/>
                </a:lnTo>
                <a:lnTo>
                  <a:pt x="697502" y="41030"/>
                </a:lnTo>
                <a:lnTo>
                  <a:pt x="696675" y="41538"/>
                </a:lnTo>
                <a:lnTo>
                  <a:pt x="695865" y="42067"/>
                </a:lnTo>
                <a:lnTo>
                  <a:pt x="695073" y="42617"/>
                </a:lnTo>
                <a:lnTo>
                  <a:pt x="694298" y="43185"/>
                </a:lnTo>
                <a:lnTo>
                  <a:pt x="693540" y="43770"/>
                </a:lnTo>
                <a:lnTo>
                  <a:pt x="692799" y="44372"/>
                </a:lnTo>
                <a:lnTo>
                  <a:pt x="692076" y="44991"/>
                </a:lnTo>
                <a:lnTo>
                  <a:pt x="691369" y="45629"/>
                </a:lnTo>
                <a:lnTo>
                  <a:pt x="690680" y="46283"/>
                </a:lnTo>
                <a:lnTo>
                  <a:pt x="690007" y="46955"/>
                </a:lnTo>
                <a:lnTo>
                  <a:pt x="689352" y="47645"/>
                </a:lnTo>
                <a:lnTo>
                  <a:pt x="688714" y="48351"/>
                </a:lnTo>
                <a:lnTo>
                  <a:pt x="688093" y="49076"/>
                </a:lnTo>
                <a:lnTo>
                  <a:pt x="687489" y="49817"/>
                </a:lnTo>
                <a:lnTo>
                  <a:pt x="686902" y="50577"/>
                </a:lnTo>
                <a:lnTo>
                  <a:pt x="686333" y="51353"/>
                </a:lnTo>
                <a:lnTo>
                  <a:pt x="685780" y="52147"/>
                </a:lnTo>
                <a:lnTo>
                  <a:pt x="685244" y="52959"/>
                </a:lnTo>
                <a:lnTo>
                  <a:pt x="684726" y="53788"/>
                </a:lnTo>
                <a:lnTo>
                  <a:pt x="684225" y="54634"/>
                </a:lnTo>
                <a:lnTo>
                  <a:pt x="683741" y="55498"/>
                </a:lnTo>
                <a:lnTo>
                  <a:pt x="683274" y="56379"/>
                </a:lnTo>
                <a:lnTo>
                  <a:pt x="682824" y="57278"/>
                </a:lnTo>
                <a:lnTo>
                  <a:pt x="682391" y="58194"/>
                </a:lnTo>
                <a:lnTo>
                  <a:pt x="681975" y="59128"/>
                </a:lnTo>
                <a:lnTo>
                  <a:pt x="681577" y="60079"/>
                </a:lnTo>
                <a:lnTo>
                  <a:pt x="681195" y="61045"/>
                </a:lnTo>
                <a:lnTo>
                  <a:pt x="680829" y="62023"/>
                </a:lnTo>
                <a:lnTo>
                  <a:pt x="680480" y="63014"/>
                </a:lnTo>
                <a:lnTo>
                  <a:pt x="680146" y="64018"/>
                </a:lnTo>
                <a:lnTo>
                  <a:pt x="679829" y="65034"/>
                </a:lnTo>
                <a:lnTo>
                  <a:pt x="679529" y="66062"/>
                </a:lnTo>
                <a:lnTo>
                  <a:pt x="679244" y="67103"/>
                </a:lnTo>
                <a:lnTo>
                  <a:pt x="678976" y="68157"/>
                </a:lnTo>
                <a:lnTo>
                  <a:pt x="678724" y="69223"/>
                </a:lnTo>
                <a:lnTo>
                  <a:pt x="678489" y="70302"/>
                </a:lnTo>
                <a:lnTo>
                  <a:pt x="678269" y="71393"/>
                </a:lnTo>
                <a:lnTo>
                  <a:pt x="678066" y="72496"/>
                </a:lnTo>
                <a:lnTo>
                  <a:pt x="677879" y="73612"/>
                </a:lnTo>
                <a:lnTo>
                  <a:pt x="677709" y="74741"/>
                </a:lnTo>
                <a:lnTo>
                  <a:pt x="677554" y="75882"/>
                </a:lnTo>
                <a:lnTo>
                  <a:pt x="677416" y="77036"/>
                </a:lnTo>
                <a:lnTo>
                  <a:pt x="677294" y="78202"/>
                </a:lnTo>
                <a:lnTo>
                  <a:pt x="677188" y="79381"/>
                </a:lnTo>
                <a:lnTo>
                  <a:pt x="677099" y="80572"/>
                </a:lnTo>
                <a:lnTo>
                  <a:pt x="677026" y="81776"/>
                </a:lnTo>
                <a:lnTo>
                  <a:pt x="676969" y="82992"/>
                </a:lnTo>
                <a:lnTo>
                  <a:pt x="676928" y="84220"/>
                </a:lnTo>
                <a:lnTo>
                  <a:pt x="676904" y="85462"/>
                </a:lnTo>
                <a:lnTo>
                  <a:pt x="676896" y="86715"/>
                </a:lnTo>
                <a:lnTo>
                  <a:pt x="676904" y="87920"/>
                </a:lnTo>
                <a:lnTo>
                  <a:pt x="676929" y="89114"/>
                </a:lnTo>
                <a:lnTo>
                  <a:pt x="676971" y="90298"/>
                </a:lnTo>
                <a:lnTo>
                  <a:pt x="677030" y="91472"/>
                </a:lnTo>
                <a:lnTo>
                  <a:pt x="677106" y="92636"/>
                </a:lnTo>
                <a:lnTo>
                  <a:pt x="677198" y="93790"/>
                </a:lnTo>
                <a:lnTo>
                  <a:pt x="677307" y="94934"/>
                </a:lnTo>
                <a:lnTo>
                  <a:pt x="677432" y="96067"/>
                </a:lnTo>
                <a:lnTo>
                  <a:pt x="677575" y="97191"/>
                </a:lnTo>
                <a:lnTo>
                  <a:pt x="677734" y="98305"/>
                </a:lnTo>
                <a:lnTo>
                  <a:pt x="677910" y="99409"/>
                </a:lnTo>
                <a:lnTo>
                  <a:pt x="678103" y="100503"/>
                </a:lnTo>
                <a:lnTo>
                  <a:pt x="678313" y="101586"/>
                </a:lnTo>
                <a:lnTo>
                  <a:pt x="678539" y="102660"/>
                </a:lnTo>
                <a:lnTo>
                  <a:pt x="678782" y="103723"/>
                </a:lnTo>
                <a:lnTo>
                  <a:pt x="679042" y="104777"/>
                </a:lnTo>
                <a:lnTo>
                  <a:pt x="679319" y="105821"/>
                </a:lnTo>
                <a:lnTo>
                  <a:pt x="679612" y="106854"/>
                </a:lnTo>
                <a:lnTo>
                  <a:pt x="679922" y="107877"/>
                </a:lnTo>
                <a:lnTo>
                  <a:pt x="680249" y="108891"/>
                </a:lnTo>
                <a:lnTo>
                  <a:pt x="680593" y="109894"/>
                </a:lnTo>
                <a:lnTo>
                  <a:pt x="680953" y="110887"/>
                </a:lnTo>
                <a:lnTo>
                  <a:pt x="681330" y="111871"/>
                </a:lnTo>
                <a:lnTo>
                  <a:pt x="681724" y="112844"/>
                </a:lnTo>
                <a:lnTo>
                  <a:pt x="682136" y="113803"/>
                </a:lnTo>
                <a:lnTo>
                  <a:pt x="682565" y="114746"/>
                </a:lnTo>
                <a:lnTo>
                  <a:pt x="683012" y="115672"/>
                </a:lnTo>
                <a:lnTo>
                  <a:pt x="683478" y="116581"/>
                </a:lnTo>
                <a:lnTo>
                  <a:pt x="683961" y="117473"/>
                </a:lnTo>
                <a:lnTo>
                  <a:pt x="684462" y="118348"/>
                </a:lnTo>
                <a:lnTo>
                  <a:pt x="684981" y="119206"/>
                </a:lnTo>
                <a:lnTo>
                  <a:pt x="685518" y="120047"/>
                </a:lnTo>
                <a:lnTo>
                  <a:pt x="686073" y="120871"/>
                </a:lnTo>
                <a:lnTo>
                  <a:pt x="686646" y="121679"/>
                </a:lnTo>
                <a:lnTo>
                  <a:pt x="687237" y="122469"/>
                </a:lnTo>
                <a:lnTo>
                  <a:pt x="687846" y="123243"/>
                </a:lnTo>
                <a:lnTo>
                  <a:pt x="688473" y="124000"/>
                </a:lnTo>
                <a:lnTo>
                  <a:pt x="689118" y="124740"/>
                </a:lnTo>
                <a:lnTo>
                  <a:pt x="689781" y="125463"/>
                </a:lnTo>
                <a:lnTo>
                  <a:pt x="690462" y="126169"/>
                </a:lnTo>
                <a:lnTo>
                  <a:pt x="691160" y="126858"/>
                </a:lnTo>
                <a:lnTo>
                  <a:pt x="691877" y="127530"/>
                </a:lnTo>
                <a:lnTo>
                  <a:pt x="692612" y="128186"/>
                </a:lnTo>
                <a:lnTo>
                  <a:pt x="693364" y="128824"/>
                </a:lnTo>
                <a:lnTo>
                  <a:pt x="694135" y="129446"/>
                </a:lnTo>
                <a:lnTo>
                  <a:pt x="694924" y="130051"/>
                </a:lnTo>
                <a:lnTo>
                  <a:pt x="695730" y="130638"/>
                </a:lnTo>
                <a:lnTo>
                  <a:pt x="696555" y="131209"/>
                </a:lnTo>
                <a:lnTo>
                  <a:pt x="697398" y="131760"/>
                </a:lnTo>
                <a:lnTo>
                  <a:pt x="698261" y="132287"/>
                </a:lnTo>
                <a:lnTo>
                  <a:pt x="699144" y="132791"/>
                </a:lnTo>
                <a:lnTo>
                  <a:pt x="700046" y="133271"/>
                </a:lnTo>
                <a:lnTo>
                  <a:pt x="700968" y="133728"/>
                </a:lnTo>
                <a:lnTo>
                  <a:pt x="701910" y="134161"/>
                </a:lnTo>
                <a:lnTo>
                  <a:pt x="702871" y="134571"/>
                </a:lnTo>
                <a:lnTo>
                  <a:pt x="703852" y="134958"/>
                </a:lnTo>
                <a:lnTo>
                  <a:pt x="704853" y="135321"/>
                </a:lnTo>
                <a:lnTo>
                  <a:pt x="705873" y="135660"/>
                </a:lnTo>
                <a:lnTo>
                  <a:pt x="706913" y="135977"/>
                </a:lnTo>
                <a:lnTo>
                  <a:pt x="707973" y="136270"/>
                </a:lnTo>
                <a:lnTo>
                  <a:pt x="709052" y="136539"/>
                </a:lnTo>
                <a:lnTo>
                  <a:pt x="710152" y="136785"/>
                </a:lnTo>
                <a:lnTo>
                  <a:pt x="711270" y="137008"/>
                </a:lnTo>
                <a:lnTo>
                  <a:pt x="712409" y="137207"/>
                </a:lnTo>
                <a:lnTo>
                  <a:pt x="713567" y="137382"/>
                </a:lnTo>
                <a:lnTo>
                  <a:pt x="714745" y="137535"/>
                </a:lnTo>
                <a:lnTo>
                  <a:pt x="715942" y="137663"/>
                </a:lnTo>
                <a:lnTo>
                  <a:pt x="717159" y="137769"/>
                </a:lnTo>
                <a:lnTo>
                  <a:pt x="718396" y="137851"/>
                </a:lnTo>
                <a:lnTo>
                  <a:pt x="719652" y="137909"/>
                </a:lnTo>
                <a:lnTo>
                  <a:pt x="720929" y="137945"/>
                </a:lnTo>
                <a:lnTo>
                  <a:pt x="722224" y="137956"/>
                </a:lnTo>
                <a:lnTo>
                  <a:pt x="723229" y="137949"/>
                </a:lnTo>
                <a:lnTo>
                  <a:pt x="724222" y="137928"/>
                </a:lnTo>
                <a:lnTo>
                  <a:pt x="725204" y="137892"/>
                </a:lnTo>
                <a:lnTo>
                  <a:pt x="726174" y="137842"/>
                </a:lnTo>
                <a:lnTo>
                  <a:pt x="727134" y="137778"/>
                </a:lnTo>
                <a:lnTo>
                  <a:pt x="728081" y="137699"/>
                </a:lnTo>
                <a:close/>
                <a:moveTo>
                  <a:pt x="694353" y="70569"/>
                </a:moveTo>
                <a:lnTo>
                  <a:pt x="694573" y="69537"/>
                </a:lnTo>
                <a:lnTo>
                  <a:pt x="694814" y="68529"/>
                </a:lnTo>
                <a:lnTo>
                  <a:pt x="695074" y="67544"/>
                </a:lnTo>
                <a:lnTo>
                  <a:pt x="695355" y="66583"/>
                </a:lnTo>
                <a:lnTo>
                  <a:pt x="695655" y="65646"/>
                </a:lnTo>
                <a:lnTo>
                  <a:pt x="695976" y="64732"/>
                </a:lnTo>
                <a:lnTo>
                  <a:pt x="696316" y="63842"/>
                </a:lnTo>
                <a:lnTo>
                  <a:pt x="696677" y="62976"/>
                </a:lnTo>
                <a:lnTo>
                  <a:pt x="697057" y="62133"/>
                </a:lnTo>
                <a:lnTo>
                  <a:pt x="697458" y="61314"/>
                </a:lnTo>
                <a:lnTo>
                  <a:pt x="697879" y="60518"/>
                </a:lnTo>
                <a:lnTo>
                  <a:pt x="698319" y="59746"/>
                </a:lnTo>
                <a:lnTo>
                  <a:pt x="698780" y="58998"/>
                </a:lnTo>
                <a:lnTo>
                  <a:pt x="699260" y="58273"/>
                </a:lnTo>
                <a:lnTo>
                  <a:pt x="699761" y="57572"/>
                </a:lnTo>
                <a:lnTo>
                  <a:pt x="700282" y="56895"/>
                </a:lnTo>
                <a:lnTo>
                  <a:pt x="700822" y="56241"/>
                </a:lnTo>
                <a:lnTo>
                  <a:pt x="701383" y="55611"/>
                </a:lnTo>
                <a:lnTo>
                  <a:pt x="701963" y="55005"/>
                </a:lnTo>
                <a:lnTo>
                  <a:pt x="702561" y="54425"/>
                </a:lnTo>
                <a:lnTo>
                  <a:pt x="703176" y="53870"/>
                </a:lnTo>
                <a:lnTo>
                  <a:pt x="703810" y="53342"/>
                </a:lnTo>
                <a:lnTo>
                  <a:pt x="704461" y="52839"/>
                </a:lnTo>
                <a:lnTo>
                  <a:pt x="705131" y="52362"/>
                </a:lnTo>
                <a:lnTo>
                  <a:pt x="705818" y="51911"/>
                </a:lnTo>
                <a:lnTo>
                  <a:pt x="706524" y="51486"/>
                </a:lnTo>
                <a:lnTo>
                  <a:pt x="707247" y="51086"/>
                </a:lnTo>
                <a:lnTo>
                  <a:pt x="707988" y="50713"/>
                </a:lnTo>
                <a:lnTo>
                  <a:pt x="708748" y="50365"/>
                </a:lnTo>
                <a:lnTo>
                  <a:pt x="709525" y="50042"/>
                </a:lnTo>
                <a:lnTo>
                  <a:pt x="710320" y="49746"/>
                </a:lnTo>
                <a:lnTo>
                  <a:pt x="711134" y="49475"/>
                </a:lnTo>
                <a:lnTo>
                  <a:pt x="711965" y="49230"/>
                </a:lnTo>
                <a:lnTo>
                  <a:pt x="712814" y="49011"/>
                </a:lnTo>
                <a:lnTo>
                  <a:pt x="713681" y="48818"/>
                </a:lnTo>
                <a:lnTo>
                  <a:pt x="714566" y="48650"/>
                </a:lnTo>
                <a:lnTo>
                  <a:pt x="715469" y="48508"/>
                </a:lnTo>
                <a:lnTo>
                  <a:pt x="716390" y="48392"/>
                </a:lnTo>
                <a:lnTo>
                  <a:pt x="717329" y="48302"/>
                </a:lnTo>
                <a:lnTo>
                  <a:pt x="718286" y="48238"/>
                </a:lnTo>
                <a:lnTo>
                  <a:pt x="719261" y="48199"/>
                </a:lnTo>
                <a:lnTo>
                  <a:pt x="720254" y="48186"/>
                </a:lnTo>
                <a:lnTo>
                  <a:pt x="721238" y="48199"/>
                </a:lnTo>
                <a:lnTo>
                  <a:pt x="722205" y="48238"/>
                </a:lnTo>
                <a:lnTo>
                  <a:pt x="723153" y="48303"/>
                </a:lnTo>
                <a:lnTo>
                  <a:pt x="724083" y="48394"/>
                </a:lnTo>
                <a:lnTo>
                  <a:pt x="724995" y="48511"/>
                </a:lnTo>
                <a:lnTo>
                  <a:pt x="725889" y="48653"/>
                </a:lnTo>
                <a:lnTo>
                  <a:pt x="726765" y="48822"/>
                </a:lnTo>
                <a:lnTo>
                  <a:pt x="727622" y="49017"/>
                </a:lnTo>
                <a:lnTo>
                  <a:pt x="728462" y="49238"/>
                </a:lnTo>
                <a:lnTo>
                  <a:pt x="729283" y="49484"/>
                </a:lnTo>
                <a:lnTo>
                  <a:pt x="730086" y="49757"/>
                </a:lnTo>
                <a:lnTo>
                  <a:pt x="730871" y="50055"/>
                </a:lnTo>
                <a:lnTo>
                  <a:pt x="731638" y="50380"/>
                </a:lnTo>
                <a:lnTo>
                  <a:pt x="732387" y="50730"/>
                </a:lnTo>
                <a:lnTo>
                  <a:pt x="733118" y="51107"/>
                </a:lnTo>
                <a:lnTo>
                  <a:pt x="733830" y="51509"/>
                </a:lnTo>
                <a:lnTo>
                  <a:pt x="734525" y="51938"/>
                </a:lnTo>
                <a:lnTo>
                  <a:pt x="735201" y="52392"/>
                </a:lnTo>
                <a:lnTo>
                  <a:pt x="735859" y="52872"/>
                </a:lnTo>
                <a:lnTo>
                  <a:pt x="736499" y="53378"/>
                </a:lnTo>
                <a:lnTo>
                  <a:pt x="737121" y="53911"/>
                </a:lnTo>
                <a:lnTo>
                  <a:pt x="737725" y="54469"/>
                </a:lnTo>
                <a:lnTo>
                  <a:pt x="738310" y="55053"/>
                </a:lnTo>
                <a:lnTo>
                  <a:pt x="738878" y="55663"/>
                </a:lnTo>
                <a:lnTo>
                  <a:pt x="739425" y="56297"/>
                </a:lnTo>
                <a:lnTo>
                  <a:pt x="739950" y="56955"/>
                </a:lnTo>
                <a:lnTo>
                  <a:pt x="740453" y="57635"/>
                </a:lnTo>
                <a:lnTo>
                  <a:pt x="740933" y="58339"/>
                </a:lnTo>
                <a:lnTo>
                  <a:pt x="741392" y="59065"/>
                </a:lnTo>
                <a:lnTo>
                  <a:pt x="741828" y="59815"/>
                </a:lnTo>
                <a:lnTo>
                  <a:pt x="742242" y="60588"/>
                </a:lnTo>
                <a:lnTo>
                  <a:pt x="742633" y="61384"/>
                </a:lnTo>
                <a:lnTo>
                  <a:pt x="743003" y="62203"/>
                </a:lnTo>
                <a:lnTo>
                  <a:pt x="743350" y="63045"/>
                </a:lnTo>
                <a:lnTo>
                  <a:pt x="743675" y="63910"/>
                </a:lnTo>
                <a:lnTo>
                  <a:pt x="743977" y="64798"/>
                </a:lnTo>
                <a:lnTo>
                  <a:pt x="744258" y="65709"/>
                </a:lnTo>
                <a:lnTo>
                  <a:pt x="744516" y="66643"/>
                </a:lnTo>
                <a:lnTo>
                  <a:pt x="744752" y="67601"/>
                </a:lnTo>
                <a:lnTo>
                  <a:pt x="744965" y="68581"/>
                </a:lnTo>
                <a:lnTo>
                  <a:pt x="745157" y="69585"/>
                </a:lnTo>
                <a:lnTo>
                  <a:pt x="745326" y="70611"/>
                </a:lnTo>
                <a:lnTo>
                  <a:pt x="745473" y="71661"/>
                </a:lnTo>
                <a:lnTo>
                  <a:pt x="745598" y="72734"/>
                </a:lnTo>
                <a:lnTo>
                  <a:pt x="745700" y="73830"/>
                </a:lnTo>
                <a:lnTo>
                  <a:pt x="745780" y="74949"/>
                </a:lnTo>
                <a:lnTo>
                  <a:pt x="745838" y="76090"/>
                </a:lnTo>
                <a:lnTo>
                  <a:pt x="745874" y="77256"/>
                </a:lnTo>
                <a:lnTo>
                  <a:pt x="693451" y="77256"/>
                </a:lnTo>
                <a:lnTo>
                  <a:pt x="693551" y="76082"/>
                </a:lnTo>
                <a:lnTo>
                  <a:pt x="693671" y="74932"/>
                </a:lnTo>
                <a:lnTo>
                  <a:pt x="693812" y="73806"/>
                </a:lnTo>
                <a:lnTo>
                  <a:pt x="693972" y="72703"/>
                </a:lnTo>
                <a:lnTo>
                  <a:pt x="694153" y="71624"/>
                </a:lnTo>
                <a:lnTo>
                  <a:pt x="694353" y="70569"/>
                </a:lnTo>
                <a:close/>
                <a:moveTo>
                  <a:pt x="857984" y="137676"/>
                </a:moveTo>
                <a:lnTo>
                  <a:pt x="858887" y="137575"/>
                </a:lnTo>
                <a:lnTo>
                  <a:pt x="859781" y="137458"/>
                </a:lnTo>
                <a:lnTo>
                  <a:pt x="860664" y="137326"/>
                </a:lnTo>
                <a:lnTo>
                  <a:pt x="861537" y="137178"/>
                </a:lnTo>
                <a:lnTo>
                  <a:pt x="862400" y="137014"/>
                </a:lnTo>
                <a:lnTo>
                  <a:pt x="863253" y="136835"/>
                </a:lnTo>
                <a:lnTo>
                  <a:pt x="864096" y="136641"/>
                </a:lnTo>
                <a:lnTo>
                  <a:pt x="864928" y="136431"/>
                </a:lnTo>
                <a:lnTo>
                  <a:pt x="865751" y="136205"/>
                </a:lnTo>
                <a:lnTo>
                  <a:pt x="866563" y="135964"/>
                </a:lnTo>
                <a:lnTo>
                  <a:pt x="867366" y="135707"/>
                </a:lnTo>
                <a:lnTo>
                  <a:pt x="868158" y="135434"/>
                </a:lnTo>
                <a:lnTo>
                  <a:pt x="868940" y="135146"/>
                </a:lnTo>
                <a:lnTo>
                  <a:pt x="869713" y="134843"/>
                </a:lnTo>
                <a:lnTo>
                  <a:pt x="870475" y="134524"/>
                </a:lnTo>
                <a:lnTo>
                  <a:pt x="871227" y="134189"/>
                </a:lnTo>
                <a:lnTo>
                  <a:pt x="871968" y="133839"/>
                </a:lnTo>
                <a:lnTo>
                  <a:pt x="872700" y="133473"/>
                </a:lnTo>
                <a:lnTo>
                  <a:pt x="873423" y="133094"/>
                </a:lnTo>
                <a:lnTo>
                  <a:pt x="874139" y="132705"/>
                </a:lnTo>
                <a:lnTo>
                  <a:pt x="874847" y="132306"/>
                </a:lnTo>
                <a:lnTo>
                  <a:pt x="875548" y="131897"/>
                </a:lnTo>
                <a:lnTo>
                  <a:pt x="876242" y="131478"/>
                </a:lnTo>
                <a:lnTo>
                  <a:pt x="876928" y="131049"/>
                </a:lnTo>
                <a:lnTo>
                  <a:pt x="877607" y="130610"/>
                </a:lnTo>
                <a:lnTo>
                  <a:pt x="878279" y="130161"/>
                </a:lnTo>
                <a:lnTo>
                  <a:pt x="878943" y="129701"/>
                </a:lnTo>
                <a:lnTo>
                  <a:pt x="879600" y="129232"/>
                </a:lnTo>
                <a:lnTo>
                  <a:pt x="880249" y="128752"/>
                </a:lnTo>
                <a:lnTo>
                  <a:pt x="880891" y="128262"/>
                </a:lnTo>
                <a:lnTo>
                  <a:pt x="881526" y="127763"/>
                </a:lnTo>
                <a:lnTo>
                  <a:pt x="882154" y="127253"/>
                </a:lnTo>
                <a:lnTo>
                  <a:pt x="882774" y="126733"/>
                </a:lnTo>
                <a:lnTo>
                  <a:pt x="883386" y="126203"/>
                </a:lnTo>
                <a:lnTo>
                  <a:pt x="883992" y="125662"/>
                </a:lnTo>
                <a:lnTo>
                  <a:pt x="884590" y="125112"/>
                </a:lnTo>
                <a:lnTo>
                  <a:pt x="885180" y="124552"/>
                </a:lnTo>
                <a:lnTo>
                  <a:pt x="885764" y="123981"/>
                </a:lnTo>
                <a:lnTo>
                  <a:pt x="886340" y="123401"/>
                </a:lnTo>
                <a:lnTo>
                  <a:pt x="886908" y="122810"/>
                </a:lnTo>
                <a:lnTo>
                  <a:pt x="887469" y="122209"/>
                </a:lnTo>
                <a:lnTo>
                  <a:pt x="888023" y="121599"/>
                </a:lnTo>
                <a:lnTo>
                  <a:pt x="888713" y="136183"/>
                </a:lnTo>
                <a:lnTo>
                  <a:pt x="904085" y="136183"/>
                </a:lnTo>
                <a:lnTo>
                  <a:pt x="904085" y="70090"/>
                </a:lnTo>
                <a:lnTo>
                  <a:pt x="904080" y="69208"/>
                </a:lnTo>
                <a:lnTo>
                  <a:pt x="904063" y="68341"/>
                </a:lnTo>
                <a:lnTo>
                  <a:pt x="904036" y="67486"/>
                </a:lnTo>
                <a:lnTo>
                  <a:pt x="903998" y="66646"/>
                </a:lnTo>
                <a:lnTo>
                  <a:pt x="903948" y="65819"/>
                </a:lnTo>
                <a:lnTo>
                  <a:pt x="903888" y="65005"/>
                </a:lnTo>
                <a:lnTo>
                  <a:pt x="903817" y="64205"/>
                </a:lnTo>
                <a:lnTo>
                  <a:pt x="903735" y="63419"/>
                </a:lnTo>
                <a:lnTo>
                  <a:pt x="903642" y="62646"/>
                </a:lnTo>
                <a:lnTo>
                  <a:pt x="903538" y="61887"/>
                </a:lnTo>
                <a:lnTo>
                  <a:pt x="903423" y="61141"/>
                </a:lnTo>
                <a:lnTo>
                  <a:pt x="903297" y="60409"/>
                </a:lnTo>
                <a:lnTo>
                  <a:pt x="903160" y="59690"/>
                </a:lnTo>
                <a:lnTo>
                  <a:pt x="903012" y="58985"/>
                </a:lnTo>
                <a:lnTo>
                  <a:pt x="902854" y="58294"/>
                </a:lnTo>
                <a:lnTo>
                  <a:pt x="902684" y="57616"/>
                </a:lnTo>
                <a:lnTo>
                  <a:pt x="902503" y="56952"/>
                </a:lnTo>
                <a:lnTo>
                  <a:pt x="902312" y="56301"/>
                </a:lnTo>
                <a:lnTo>
                  <a:pt x="902109" y="55664"/>
                </a:lnTo>
                <a:lnTo>
                  <a:pt x="901896" y="55041"/>
                </a:lnTo>
                <a:lnTo>
                  <a:pt x="901671" y="54431"/>
                </a:lnTo>
                <a:lnTo>
                  <a:pt x="901436" y="53834"/>
                </a:lnTo>
                <a:lnTo>
                  <a:pt x="901189" y="53251"/>
                </a:lnTo>
                <a:lnTo>
                  <a:pt x="900932" y="52682"/>
                </a:lnTo>
                <a:lnTo>
                  <a:pt x="900665" y="52125"/>
                </a:lnTo>
                <a:lnTo>
                  <a:pt x="900391" y="51577"/>
                </a:lnTo>
                <a:lnTo>
                  <a:pt x="900109" y="51041"/>
                </a:lnTo>
                <a:lnTo>
                  <a:pt x="899819" y="50514"/>
                </a:lnTo>
                <a:lnTo>
                  <a:pt x="899522" y="49998"/>
                </a:lnTo>
                <a:lnTo>
                  <a:pt x="899217" y="49493"/>
                </a:lnTo>
                <a:lnTo>
                  <a:pt x="898904" y="48998"/>
                </a:lnTo>
                <a:lnTo>
                  <a:pt x="898583" y="48513"/>
                </a:lnTo>
                <a:lnTo>
                  <a:pt x="898255" y="48039"/>
                </a:lnTo>
                <a:lnTo>
                  <a:pt x="897919" y="47575"/>
                </a:lnTo>
                <a:lnTo>
                  <a:pt x="897576" y="47121"/>
                </a:lnTo>
                <a:lnTo>
                  <a:pt x="897224" y="46678"/>
                </a:lnTo>
                <a:lnTo>
                  <a:pt x="896865" y="46245"/>
                </a:lnTo>
                <a:lnTo>
                  <a:pt x="896499" y="45823"/>
                </a:lnTo>
                <a:lnTo>
                  <a:pt x="896124" y="45411"/>
                </a:lnTo>
                <a:lnTo>
                  <a:pt x="895742" y="45010"/>
                </a:lnTo>
                <a:lnTo>
                  <a:pt x="895352" y="44619"/>
                </a:lnTo>
                <a:lnTo>
                  <a:pt x="894955" y="44238"/>
                </a:lnTo>
                <a:lnTo>
                  <a:pt x="894550" y="43868"/>
                </a:lnTo>
                <a:lnTo>
                  <a:pt x="894137" y="43508"/>
                </a:lnTo>
                <a:lnTo>
                  <a:pt x="893716" y="43158"/>
                </a:lnTo>
                <a:lnTo>
                  <a:pt x="893288" y="42819"/>
                </a:lnTo>
                <a:lnTo>
                  <a:pt x="892852" y="42490"/>
                </a:lnTo>
                <a:lnTo>
                  <a:pt x="892408" y="42172"/>
                </a:lnTo>
                <a:lnTo>
                  <a:pt x="891958" y="41863"/>
                </a:lnTo>
                <a:lnTo>
                  <a:pt x="891504" y="41562"/>
                </a:lnTo>
                <a:lnTo>
                  <a:pt x="891044" y="41269"/>
                </a:lnTo>
                <a:lnTo>
                  <a:pt x="890580" y="40985"/>
                </a:lnTo>
                <a:lnTo>
                  <a:pt x="890111" y="40708"/>
                </a:lnTo>
                <a:lnTo>
                  <a:pt x="889637" y="40440"/>
                </a:lnTo>
                <a:lnTo>
                  <a:pt x="889158" y="40179"/>
                </a:lnTo>
                <a:lnTo>
                  <a:pt x="888675" y="39927"/>
                </a:lnTo>
                <a:lnTo>
                  <a:pt x="888186" y="39683"/>
                </a:lnTo>
                <a:lnTo>
                  <a:pt x="887693" y="39447"/>
                </a:lnTo>
                <a:lnTo>
                  <a:pt x="887196" y="39219"/>
                </a:lnTo>
                <a:lnTo>
                  <a:pt x="886693" y="39000"/>
                </a:lnTo>
                <a:lnTo>
                  <a:pt x="886186" y="38788"/>
                </a:lnTo>
                <a:lnTo>
                  <a:pt x="885673" y="38584"/>
                </a:lnTo>
                <a:lnTo>
                  <a:pt x="885156" y="38389"/>
                </a:lnTo>
                <a:lnTo>
                  <a:pt x="884635" y="38202"/>
                </a:lnTo>
                <a:lnTo>
                  <a:pt x="884108" y="38023"/>
                </a:lnTo>
                <a:lnTo>
                  <a:pt x="883577" y="37852"/>
                </a:lnTo>
                <a:lnTo>
                  <a:pt x="883040" y="37689"/>
                </a:lnTo>
                <a:lnTo>
                  <a:pt x="882500" y="37534"/>
                </a:lnTo>
                <a:lnTo>
                  <a:pt x="881954" y="37387"/>
                </a:lnTo>
                <a:lnTo>
                  <a:pt x="881403" y="37249"/>
                </a:lnTo>
                <a:lnTo>
                  <a:pt x="880848" y="37118"/>
                </a:lnTo>
                <a:lnTo>
                  <a:pt x="880288" y="36996"/>
                </a:lnTo>
                <a:lnTo>
                  <a:pt x="879724" y="36880"/>
                </a:lnTo>
                <a:lnTo>
                  <a:pt x="879158" y="36768"/>
                </a:lnTo>
                <a:lnTo>
                  <a:pt x="878590" y="36662"/>
                </a:lnTo>
                <a:lnTo>
                  <a:pt x="878020" y="36561"/>
                </a:lnTo>
                <a:lnTo>
                  <a:pt x="877448" y="36465"/>
                </a:lnTo>
                <a:lnTo>
                  <a:pt x="876873" y="36373"/>
                </a:lnTo>
                <a:lnTo>
                  <a:pt x="876296" y="36287"/>
                </a:lnTo>
                <a:lnTo>
                  <a:pt x="875717" y="36205"/>
                </a:lnTo>
                <a:lnTo>
                  <a:pt x="875135" y="36129"/>
                </a:lnTo>
                <a:lnTo>
                  <a:pt x="874552" y="36057"/>
                </a:lnTo>
                <a:lnTo>
                  <a:pt x="873966" y="35990"/>
                </a:lnTo>
                <a:lnTo>
                  <a:pt x="873378" y="35929"/>
                </a:lnTo>
                <a:lnTo>
                  <a:pt x="872787" y="35872"/>
                </a:lnTo>
                <a:lnTo>
                  <a:pt x="872195" y="35820"/>
                </a:lnTo>
                <a:lnTo>
                  <a:pt x="871600" y="35773"/>
                </a:lnTo>
                <a:lnTo>
                  <a:pt x="871003" y="35731"/>
                </a:lnTo>
                <a:lnTo>
                  <a:pt x="870404" y="35694"/>
                </a:lnTo>
                <a:lnTo>
                  <a:pt x="869803" y="35662"/>
                </a:lnTo>
                <a:lnTo>
                  <a:pt x="869199" y="35635"/>
                </a:lnTo>
                <a:lnTo>
                  <a:pt x="868593" y="35613"/>
                </a:lnTo>
                <a:lnTo>
                  <a:pt x="867985" y="35595"/>
                </a:lnTo>
                <a:lnTo>
                  <a:pt x="867375" y="35583"/>
                </a:lnTo>
                <a:lnTo>
                  <a:pt x="866762" y="35575"/>
                </a:lnTo>
                <a:lnTo>
                  <a:pt x="866147" y="35573"/>
                </a:lnTo>
                <a:lnTo>
                  <a:pt x="865191" y="35579"/>
                </a:lnTo>
                <a:lnTo>
                  <a:pt x="864244" y="35597"/>
                </a:lnTo>
                <a:lnTo>
                  <a:pt x="863306" y="35627"/>
                </a:lnTo>
                <a:lnTo>
                  <a:pt x="862377" y="35669"/>
                </a:lnTo>
                <a:lnTo>
                  <a:pt x="861457" y="35723"/>
                </a:lnTo>
                <a:lnTo>
                  <a:pt x="860546" y="35789"/>
                </a:lnTo>
                <a:lnTo>
                  <a:pt x="859644" y="35867"/>
                </a:lnTo>
                <a:lnTo>
                  <a:pt x="858751" y="35957"/>
                </a:lnTo>
                <a:lnTo>
                  <a:pt x="857868" y="36058"/>
                </a:lnTo>
                <a:lnTo>
                  <a:pt x="856993" y="36172"/>
                </a:lnTo>
                <a:lnTo>
                  <a:pt x="856127" y="36298"/>
                </a:lnTo>
                <a:lnTo>
                  <a:pt x="855271" y="36436"/>
                </a:lnTo>
                <a:lnTo>
                  <a:pt x="854424" y="36586"/>
                </a:lnTo>
                <a:lnTo>
                  <a:pt x="853585" y="36748"/>
                </a:lnTo>
                <a:lnTo>
                  <a:pt x="852756" y="36921"/>
                </a:lnTo>
                <a:lnTo>
                  <a:pt x="851936" y="37107"/>
                </a:lnTo>
                <a:lnTo>
                  <a:pt x="851124" y="37305"/>
                </a:lnTo>
                <a:lnTo>
                  <a:pt x="850322" y="37515"/>
                </a:lnTo>
                <a:lnTo>
                  <a:pt x="849529" y="37737"/>
                </a:lnTo>
                <a:lnTo>
                  <a:pt x="848745" y="37970"/>
                </a:lnTo>
                <a:lnTo>
                  <a:pt x="847971" y="38216"/>
                </a:lnTo>
                <a:lnTo>
                  <a:pt x="847205" y="38474"/>
                </a:lnTo>
                <a:lnTo>
                  <a:pt x="846448" y="38743"/>
                </a:lnTo>
                <a:lnTo>
                  <a:pt x="845700" y="39025"/>
                </a:lnTo>
                <a:lnTo>
                  <a:pt x="844964" y="39319"/>
                </a:lnTo>
                <a:lnTo>
                  <a:pt x="844241" y="39628"/>
                </a:lnTo>
                <a:lnTo>
                  <a:pt x="843531" y="39951"/>
                </a:lnTo>
                <a:lnTo>
                  <a:pt x="842834" y="40287"/>
                </a:lnTo>
                <a:lnTo>
                  <a:pt x="842151" y="40638"/>
                </a:lnTo>
                <a:lnTo>
                  <a:pt x="841481" y="41003"/>
                </a:lnTo>
                <a:lnTo>
                  <a:pt x="840825" y="41382"/>
                </a:lnTo>
                <a:lnTo>
                  <a:pt x="840182" y="41776"/>
                </a:lnTo>
                <a:lnTo>
                  <a:pt x="839552" y="42183"/>
                </a:lnTo>
                <a:lnTo>
                  <a:pt x="838936" y="42604"/>
                </a:lnTo>
                <a:lnTo>
                  <a:pt x="838333" y="43040"/>
                </a:lnTo>
                <a:lnTo>
                  <a:pt x="837743" y="43489"/>
                </a:lnTo>
                <a:lnTo>
                  <a:pt x="837167" y="43953"/>
                </a:lnTo>
                <a:lnTo>
                  <a:pt x="836604" y="44431"/>
                </a:lnTo>
                <a:lnTo>
                  <a:pt x="836054" y="44923"/>
                </a:lnTo>
                <a:lnTo>
                  <a:pt x="835518" y="45429"/>
                </a:lnTo>
                <a:lnTo>
                  <a:pt x="834995" y="45949"/>
                </a:lnTo>
                <a:lnTo>
                  <a:pt x="834485" y="46483"/>
                </a:lnTo>
                <a:lnTo>
                  <a:pt x="833989" y="47031"/>
                </a:lnTo>
                <a:lnTo>
                  <a:pt x="833506" y="47594"/>
                </a:lnTo>
                <a:lnTo>
                  <a:pt x="833036" y="48170"/>
                </a:lnTo>
                <a:lnTo>
                  <a:pt x="832580" y="48761"/>
                </a:lnTo>
                <a:lnTo>
                  <a:pt x="832137" y="49366"/>
                </a:lnTo>
                <a:lnTo>
                  <a:pt x="831708" y="49985"/>
                </a:lnTo>
                <a:lnTo>
                  <a:pt x="831293" y="50618"/>
                </a:lnTo>
                <a:lnTo>
                  <a:pt x="830897" y="51268"/>
                </a:lnTo>
                <a:lnTo>
                  <a:pt x="830518" y="51934"/>
                </a:lnTo>
                <a:lnTo>
                  <a:pt x="830157" y="52617"/>
                </a:lnTo>
                <a:lnTo>
                  <a:pt x="829813" y="53315"/>
                </a:lnTo>
                <a:lnTo>
                  <a:pt x="829487" y="54030"/>
                </a:lnTo>
                <a:lnTo>
                  <a:pt x="829179" y="54761"/>
                </a:lnTo>
                <a:lnTo>
                  <a:pt x="828888" y="55508"/>
                </a:lnTo>
                <a:lnTo>
                  <a:pt x="828615" y="56272"/>
                </a:lnTo>
                <a:lnTo>
                  <a:pt x="828360" y="57051"/>
                </a:lnTo>
                <a:lnTo>
                  <a:pt x="828122" y="57847"/>
                </a:lnTo>
                <a:lnTo>
                  <a:pt x="827901" y="58659"/>
                </a:lnTo>
                <a:lnTo>
                  <a:pt x="827699" y="59487"/>
                </a:lnTo>
                <a:lnTo>
                  <a:pt x="827514" y="60332"/>
                </a:lnTo>
                <a:lnTo>
                  <a:pt x="827346" y="61193"/>
                </a:lnTo>
                <a:lnTo>
                  <a:pt x="827197" y="62069"/>
                </a:lnTo>
                <a:lnTo>
                  <a:pt x="827064" y="62962"/>
                </a:lnTo>
                <a:lnTo>
                  <a:pt x="826950" y="63872"/>
                </a:lnTo>
                <a:lnTo>
                  <a:pt x="826853" y="64797"/>
                </a:lnTo>
                <a:lnTo>
                  <a:pt x="826774" y="65739"/>
                </a:lnTo>
                <a:lnTo>
                  <a:pt x="826712" y="66697"/>
                </a:lnTo>
                <a:lnTo>
                  <a:pt x="826668" y="67671"/>
                </a:lnTo>
                <a:lnTo>
                  <a:pt x="826642" y="68661"/>
                </a:lnTo>
                <a:lnTo>
                  <a:pt x="826633" y="69668"/>
                </a:lnTo>
                <a:lnTo>
                  <a:pt x="842596" y="69668"/>
                </a:lnTo>
                <a:lnTo>
                  <a:pt x="842608" y="68733"/>
                </a:lnTo>
                <a:lnTo>
                  <a:pt x="842643" y="67818"/>
                </a:lnTo>
                <a:lnTo>
                  <a:pt x="842702" y="66925"/>
                </a:lnTo>
                <a:lnTo>
                  <a:pt x="842785" y="66054"/>
                </a:lnTo>
                <a:lnTo>
                  <a:pt x="842891" y="65203"/>
                </a:lnTo>
                <a:lnTo>
                  <a:pt x="843021" y="64373"/>
                </a:lnTo>
                <a:lnTo>
                  <a:pt x="843175" y="63565"/>
                </a:lnTo>
                <a:lnTo>
                  <a:pt x="843352" y="62777"/>
                </a:lnTo>
                <a:lnTo>
                  <a:pt x="843552" y="62011"/>
                </a:lnTo>
                <a:lnTo>
                  <a:pt x="843777" y="61266"/>
                </a:lnTo>
                <a:lnTo>
                  <a:pt x="844025" y="60542"/>
                </a:lnTo>
                <a:lnTo>
                  <a:pt x="844296" y="59839"/>
                </a:lnTo>
                <a:lnTo>
                  <a:pt x="844591" y="59158"/>
                </a:lnTo>
                <a:lnTo>
                  <a:pt x="844910" y="58497"/>
                </a:lnTo>
                <a:lnTo>
                  <a:pt x="845252" y="57858"/>
                </a:lnTo>
                <a:lnTo>
                  <a:pt x="845618" y="57240"/>
                </a:lnTo>
                <a:lnTo>
                  <a:pt x="846008" y="56642"/>
                </a:lnTo>
                <a:lnTo>
                  <a:pt x="846421" y="56067"/>
                </a:lnTo>
                <a:lnTo>
                  <a:pt x="846858" y="55512"/>
                </a:lnTo>
                <a:lnTo>
                  <a:pt x="847318" y="54978"/>
                </a:lnTo>
                <a:lnTo>
                  <a:pt x="847802" y="54465"/>
                </a:lnTo>
                <a:lnTo>
                  <a:pt x="848310" y="53974"/>
                </a:lnTo>
                <a:lnTo>
                  <a:pt x="848841" y="53504"/>
                </a:lnTo>
                <a:lnTo>
                  <a:pt x="849395" y="53055"/>
                </a:lnTo>
                <a:lnTo>
                  <a:pt x="849968" y="52625"/>
                </a:lnTo>
                <a:lnTo>
                  <a:pt x="850551" y="52214"/>
                </a:lnTo>
                <a:lnTo>
                  <a:pt x="851145" y="51821"/>
                </a:lnTo>
                <a:lnTo>
                  <a:pt x="851750" y="51447"/>
                </a:lnTo>
                <a:lnTo>
                  <a:pt x="852365" y="51090"/>
                </a:lnTo>
                <a:lnTo>
                  <a:pt x="852992" y="50752"/>
                </a:lnTo>
                <a:lnTo>
                  <a:pt x="853630" y="50432"/>
                </a:lnTo>
                <a:lnTo>
                  <a:pt x="854279" y="50131"/>
                </a:lnTo>
                <a:lnTo>
                  <a:pt x="854938" y="49848"/>
                </a:lnTo>
                <a:lnTo>
                  <a:pt x="855609" y="49583"/>
                </a:lnTo>
                <a:lnTo>
                  <a:pt x="856291" y="49336"/>
                </a:lnTo>
                <a:lnTo>
                  <a:pt x="856983" y="49108"/>
                </a:lnTo>
                <a:lnTo>
                  <a:pt x="857687" y="48898"/>
                </a:lnTo>
                <a:lnTo>
                  <a:pt x="858401" y="48706"/>
                </a:lnTo>
                <a:lnTo>
                  <a:pt x="859126" y="48532"/>
                </a:lnTo>
                <a:lnTo>
                  <a:pt x="859863" y="48377"/>
                </a:lnTo>
                <a:lnTo>
                  <a:pt x="860610" y="48240"/>
                </a:lnTo>
                <a:lnTo>
                  <a:pt x="861368" y="48121"/>
                </a:lnTo>
                <a:lnTo>
                  <a:pt x="862137" y="48020"/>
                </a:lnTo>
                <a:lnTo>
                  <a:pt x="862917" y="47938"/>
                </a:lnTo>
                <a:lnTo>
                  <a:pt x="863708" y="47874"/>
                </a:lnTo>
                <a:lnTo>
                  <a:pt x="864510" y="47829"/>
                </a:lnTo>
                <a:lnTo>
                  <a:pt x="865323" y="47801"/>
                </a:lnTo>
                <a:lnTo>
                  <a:pt x="866147" y="47792"/>
                </a:lnTo>
                <a:lnTo>
                  <a:pt x="866922" y="47800"/>
                </a:lnTo>
                <a:lnTo>
                  <a:pt x="867685" y="47826"/>
                </a:lnTo>
                <a:lnTo>
                  <a:pt x="868437" y="47867"/>
                </a:lnTo>
                <a:lnTo>
                  <a:pt x="869177" y="47926"/>
                </a:lnTo>
                <a:lnTo>
                  <a:pt x="869907" y="48002"/>
                </a:lnTo>
                <a:lnTo>
                  <a:pt x="870625" y="48094"/>
                </a:lnTo>
                <a:lnTo>
                  <a:pt x="871331" y="48203"/>
                </a:lnTo>
                <a:lnTo>
                  <a:pt x="872027" y="48329"/>
                </a:lnTo>
                <a:lnTo>
                  <a:pt x="872711" y="48471"/>
                </a:lnTo>
                <a:lnTo>
                  <a:pt x="873384" y="48630"/>
                </a:lnTo>
                <a:lnTo>
                  <a:pt x="874045" y="48806"/>
                </a:lnTo>
                <a:lnTo>
                  <a:pt x="874696" y="48999"/>
                </a:lnTo>
                <a:lnTo>
                  <a:pt x="875335" y="49209"/>
                </a:lnTo>
                <a:lnTo>
                  <a:pt x="875962" y="49435"/>
                </a:lnTo>
                <a:lnTo>
                  <a:pt x="876579" y="49678"/>
                </a:lnTo>
                <a:lnTo>
                  <a:pt x="877184" y="49938"/>
                </a:lnTo>
                <a:lnTo>
                  <a:pt x="877778" y="50215"/>
                </a:lnTo>
                <a:lnTo>
                  <a:pt x="878360" y="50508"/>
                </a:lnTo>
                <a:lnTo>
                  <a:pt x="878931" y="50818"/>
                </a:lnTo>
                <a:lnTo>
                  <a:pt x="879491" y="51145"/>
                </a:lnTo>
                <a:lnTo>
                  <a:pt x="880040" y="51489"/>
                </a:lnTo>
                <a:lnTo>
                  <a:pt x="880577" y="51849"/>
                </a:lnTo>
                <a:lnTo>
                  <a:pt x="881103" y="52226"/>
                </a:lnTo>
                <a:lnTo>
                  <a:pt x="881618" y="52620"/>
                </a:lnTo>
                <a:lnTo>
                  <a:pt x="882117" y="53037"/>
                </a:lnTo>
                <a:lnTo>
                  <a:pt x="882594" y="53482"/>
                </a:lnTo>
                <a:lnTo>
                  <a:pt x="883050" y="53955"/>
                </a:lnTo>
                <a:lnTo>
                  <a:pt x="883485" y="54456"/>
                </a:lnTo>
                <a:lnTo>
                  <a:pt x="883899" y="54986"/>
                </a:lnTo>
                <a:lnTo>
                  <a:pt x="884291" y="55544"/>
                </a:lnTo>
                <a:lnTo>
                  <a:pt x="884662" y="56130"/>
                </a:lnTo>
                <a:lnTo>
                  <a:pt x="885012" y="56745"/>
                </a:lnTo>
                <a:lnTo>
                  <a:pt x="885341" y="57388"/>
                </a:lnTo>
                <a:lnTo>
                  <a:pt x="885649" y="58059"/>
                </a:lnTo>
                <a:lnTo>
                  <a:pt x="885935" y="58759"/>
                </a:lnTo>
                <a:lnTo>
                  <a:pt x="886200" y="59487"/>
                </a:lnTo>
                <a:lnTo>
                  <a:pt x="886444" y="60243"/>
                </a:lnTo>
                <a:lnTo>
                  <a:pt x="886667" y="61027"/>
                </a:lnTo>
                <a:lnTo>
                  <a:pt x="886868" y="61840"/>
                </a:lnTo>
                <a:lnTo>
                  <a:pt x="887049" y="62681"/>
                </a:lnTo>
                <a:lnTo>
                  <a:pt x="887208" y="63551"/>
                </a:lnTo>
                <a:lnTo>
                  <a:pt x="887346" y="64448"/>
                </a:lnTo>
                <a:lnTo>
                  <a:pt x="887462" y="65374"/>
                </a:lnTo>
                <a:lnTo>
                  <a:pt x="887558" y="66328"/>
                </a:lnTo>
                <a:lnTo>
                  <a:pt x="887632" y="67311"/>
                </a:lnTo>
                <a:lnTo>
                  <a:pt x="887685" y="68322"/>
                </a:lnTo>
                <a:lnTo>
                  <a:pt x="887717" y="69361"/>
                </a:lnTo>
                <a:lnTo>
                  <a:pt x="887728" y="70429"/>
                </a:lnTo>
                <a:lnTo>
                  <a:pt x="887728" y="77490"/>
                </a:lnTo>
                <a:lnTo>
                  <a:pt x="886086" y="77510"/>
                </a:lnTo>
                <a:lnTo>
                  <a:pt x="884461" y="77539"/>
                </a:lnTo>
                <a:lnTo>
                  <a:pt x="882855" y="77576"/>
                </a:lnTo>
                <a:lnTo>
                  <a:pt x="881265" y="77620"/>
                </a:lnTo>
                <a:lnTo>
                  <a:pt x="879693" y="77673"/>
                </a:lnTo>
                <a:lnTo>
                  <a:pt x="878138" y="77733"/>
                </a:lnTo>
                <a:lnTo>
                  <a:pt x="876601" y="77801"/>
                </a:lnTo>
                <a:lnTo>
                  <a:pt x="875082" y="77877"/>
                </a:lnTo>
                <a:lnTo>
                  <a:pt x="873579" y="77961"/>
                </a:lnTo>
                <a:lnTo>
                  <a:pt x="872095" y="78053"/>
                </a:lnTo>
                <a:lnTo>
                  <a:pt x="870627" y="78153"/>
                </a:lnTo>
                <a:lnTo>
                  <a:pt x="869177" y="78260"/>
                </a:lnTo>
                <a:lnTo>
                  <a:pt x="867745" y="78376"/>
                </a:lnTo>
                <a:lnTo>
                  <a:pt x="866330" y="78499"/>
                </a:lnTo>
                <a:lnTo>
                  <a:pt x="864933" y="78630"/>
                </a:lnTo>
                <a:lnTo>
                  <a:pt x="863552" y="78769"/>
                </a:lnTo>
                <a:lnTo>
                  <a:pt x="862190" y="78916"/>
                </a:lnTo>
                <a:lnTo>
                  <a:pt x="860845" y="79071"/>
                </a:lnTo>
                <a:lnTo>
                  <a:pt x="859517" y="79234"/>
                </a:lnTo>
                <a:lnTo>
                  <a:pt x="858207" y="79404"/>
                </a:lnTo>
                <a:lnTo>
                  <a:pt x="856914" y="79583"/>
                </a:lnTo>
                <a:lnTo>
                  <a:pt x="855638" y="79769"/>
                </a:lnTo>
                <a:lnTo>
                  <a:pt x="854381" y="79963"/>
                </a:lnTo>
                <a:lnTo>
                  <a:pt x="853140" y="80166"/>
                </a:lnTo>
                <a:lnTo>
                  <a:pt x="851920" y="80379"/>
                </a:lnTo>
                <a:lnTo>
                  <a:pt x="850723" y="80608"/>
                </a:lnTo>
                <a:lnTo>
                  <a:pt x="849549" y="80852"/>
                </a:lnTo>
                <a:lnTo>
                  <a:pt x="848399" y="81112"/>
                </a:lnTo>
                <a:lnTo>
                  <a:pt x="847272" y="81386"/>
                </a:lnTo>
                <a:lnTo>
                  <a:pt x="846168" y="81676"/>
                </a:lnTo>
                <a:lnTo>
                  <a:pt x="845088" y="81982"/>
                </a:lnTo>
                <a:lnTo>
                  <a:pt x="844031" y="82302"/>
                </a:lnTo>
                <a:lnTo>
                  <a:pt x="842997" y="82638"/>
                </a:lnTo>
                <a:lnTo>
                  <a:pt x="841986" y="82989"/>
                </a:lnTo>
                <a:lnTo>
                  <a:pt x="840998" y="83355"/>
                </a:lnTo>
                <a:lnTo>
                  <a:pt x="840034" y="83736"/>
                </a:lnTo>
                <a:lnTo>
                  <a:pt x="839093" y="84133"/>
                </a:lnTo>
                <a:lnTo>
                  <a:pt x="838176" y="84545"/>
                </a:lnTo>
                <a:lnTo>
                  <a:pt x="837281" y="84972"/>
                </a:lnTo>
                <a:lnTo>
                  <a:pt x="836410" y="85414"/>
                </a:lnTo>
                <a:lnTo>
                  <a:pt x="835562" y="85872"/>
                </a:lnTo>
                <a:lnTo>
                  <a:pt x="834738" y="86345"/>
                </a:lnTo>
                <a:lnTo>
                  <a:pt x="833936" y="86833"/>
                </a:lnTo>
                <a:lnTo>
                  <a:pt x="833158" y="87336"/>
                </a:lnTo>
                <a:lnTo>
                  <a:pt x="832403" y="87855"/>
                </a:lnTo>
                <a:lnTo>
                  <a:pt x="831672" y="88389"/>
                </a:lnTo>
                <a:lnTo>
                  <a:pt x="830964" y="88938"/>
                </a:lnTo>
                <a:lnTo>
                  <a:pt x="830279" y="89502"/>
                </a:lnTo>
                <a:lnTo>
                  <a:pt x="829619" y="90085"/>
                </a:lnTo>
                <a:lnTo>
                  <a:pt x="828988" y="90690"/>
                </a:lnTo>
                <a:lnTo>
                  <a:pt x="828385" y="91318"/>
                </a:lnTo>
                <a:lnTo>
                  <a:pt x="827810" y="91967"/>
                </a:lnTo>
                <a:lnTo>
                  <a:pt x="827263" y="92638"/>
                </a:lnTo>
                <a:lnTo>
                  <a:pt x="826744" y="93332"/>
                </a:lnTo>
                <a:lnTo>
                  <a:pt x="826253" y="94047"/>
                </a:lnTo>
                <a:lnTo>
                  <a:pt x="825790" y="94785"/>
                </a:lnTo>
                <a:lnTo>
                  <a:pt x="825355" y="95544"/>
                </a:lnTo>
                <a:lnTo>
                  <a:pt x="824948" y="96326"/>
                </a:lnTo>
                <a:lnTo>
                  <a:pt x="824569" y="97130"/>
                </a:lnTo>
                <a:lnTo>
                  <a:pt x="824218" y="97956"/>
                </a:lnTo>
                <a:lnTo>
                  <a:pt x="823896" y="98804"/>
                </a:lnTo>
                <a:lnTo>
                  <a:pt x="823601" y="99674"/>
                </a:lnTo>
                <a:lnTo>
                  <a:pt x="823335" y="100566"/>
                </a:lnTo>
                <a:lnTo>
                  <a:pt x="823096" y="101480"/>
                </a:lnTo>
                <a:lnTo>
                  <a:pt x="822886" y="102417"/>
                </a:lnTo>
                <a:lnTo>
                  <a:pt x="822703" y="103375"/>
                </a:lnTo>
                <a:lnTo>
                  <a:pt x="822549" y="104356"/>
                </a:lnTo>
                <a:lnTo>
                  <a:pt x="822423" y="105358"/>
                </a:lnTo>
                <a:lnTo>
                  <a:pt x="822325" y="106383"/>
                </a:lnTo>
                <a:lnTo>
                  <a:pt x="822255" y="107429"/>
                </a:lnTo>
                <a:lnTo>
                  <a:pt x="822212" y="108498"/>
                </a:lnTo>
                <a:lnTo>
                  <a:pt x="822198" y="109589"/>
                </a:lnTo>
                <a:lnTo>
                  <a:pt x="822205" y="110358"/>
                </a:lnTo>
                <a:lnTo>
                  <a:pt x="822227" y="111116"/>
                </a:lnTo>
                <a:lnTo>
                  <a:pt x="822262" y="111864"/>
                </a:lnTo>
                <a:lnTo>
                  <a:pt x="822312" y="112602"/>
                </a:lnTo>
                <a:lnTo>
                  <a:pt x="822376" y="113330"/>
                </a:lnTo>
                <a:lnTo>
                  <a:pt x="822454" y="114047"/>
                </a:lnTo>
                <a:lnTo>
                  <a:pt x="822546" y="114753"/>
                </a:lnTo>
                <a:lnTo>
                  <a:pt x="822653" y="115450"/>
                </a:lnTo>
                <a:lnTo>
                  <a:pt x="822773" y="116136"/>
                </a:lnTo>
                <a:lnTo>
                  <a:pt x="822908" y="116812"/>
                </a:lnTo>
                <a:lnTo>
                  <a:pt x="823057" y="117477"/>
                </a:lnTo>
                <a:lnTo>
                  <a:pt x="823221" y="118132"/>
                </a:lnTo>
                <a:lnTo>
                  <a:pt x="823398" y="118777"/>
                </a:lnTo>
                <a:lnTo>
                  <a:pt x="823590" y="119411"/>
                </a:lnTo>
                <a:lnTo>
                  <a:pt x="823796" y="120035"/>
                </a:lnTo>
                <a:lnTo>
                  <a:pt x="824016" y="120649"/>
                </a:lnTo>
                <a:lnTo>
                  <a:pt x="824250" y="121252"/>
                </a:lnTo>
                <a:lnTo>
                  <a:pt x="824499" y="121845"/>
                </a:lnTo>
                <a:lnTo>
                  <a:pt x="824761" y="122428"/>
                </a:lnTo>
                <a:lnTo>
                  <a:pt x="825038" y="123000"/>
                </a:lnTo>
                <a:lnTo>
                  <a:pt x="825329" y="123562"/>
                </a:lnTo>
                <a:lnTo>
                  <a:pt x="825635" y="124114"/>
                </a:lnTo>
                <a:lnTo>
                  <a:pt x="825954" y="124655"/>
                </a:lnTo>
                <a:lnTo>
                  <a:pt x="826288" y="125186"/>
                </a:lnTo>
                <a:lnTo>
                  <a:pt x="826633" y="125707"/>
                </a:lnTo>
                <a:lnTo>
                  <a:pt x="826989" y="126216"/>
                </a:lnTo>
                <a:lnTo>
                  <a:pt x="827353" y="126715"/>
                </a:lnTo>
                <a:lnTo>
                  <a:pt x="827728" y="127204"/>
                </a:lnTo>
                <a:lnTo>
                  <a:pt x="828111" y="127681"/>
                </a:lnTo>
                <a:lnTo>
                  <a:pt x="828505" y="128148"/>
                </a:lnTo>
                <a:lnTo>
                  <a:pt x="828908" y="128605"/>
                </a:lnTo>
                <a:lnTo>
                  <a:pt x="829321" y="129050"/>
                </a:lnTo>
                <a:lnTo>
                  <a:pt x="829743" y="129485"/>
                </a:lnTo>
                <a:lnTo>
                  <a:pt x="830175" y="129910"/>
                </a:lnTo>
                <a:lnTo>
                  <a:pt x="830616" y="130323"/>
                </a:lnTo>
                <a:lnTo>
                  <a:pt x="831067" y="130726"/>
                </a:lnTo>
                <a:lnTo>
                  <a:pt x="831528" y="131118"/>
                </a:lnTo>
                <a:lnTo>
                  <a:pt x="831998" y="131500"/>
                </a:lnTo>
                <a:lnTo>
                  <a:pt x="832477" y="131870"/>
                </a:lnTo>
                <a:lnTo>
                  <a:pt x="832967" y="132230"/>
                </a:lnTo>
                <a:lnTo>
                  <a:pt x="833466" y="132580"/>
                </a:lnTo>
                <a:lnTo>
                  <a:pt x="833974" y="132918"/>
                </a:lnTo>
                <a:lnTo>
                  <a:pt x="834492" y="133246"/>
                </a:lnTo>
                <a:lnTo>
                  <a:pt x="835020" y="133564"/>
                </a:lnTo>
                <a:lnTo>
                  <a:pt x="835557" y="133870"/>
                </a:lnTo>
                <a:lnTo>
                  <a:pt x="836104" y="134166"/>
                </a:lnTo>
                <a:lnTo>
                  <a:pt x="836660" y="134452"/>
                </a:lnTo>
                <a:lnTo>
                  <a:pt x="837226" y="134726"/>
                </a:lnTo>
                <a:lnTo>
                  <a:pt x="837799" y="134990"/>
                </a:lnTo>
                <a:lnTo>
                  <a:pt x="838377" y="135242"/>
                </a:lnTo>
                <a:lnTo>
                  <a:pt x="838960" y="135483"/>
                </a:lnTo>
                <a:lnTo>
                  <a:pt x="839548" y="135713"/>
                </a:lnTo>
                <a:lnTo>
                  <a:pt x="840141" y="135932"/>
                </a:lnTo>
                <a:lnTo>
                  <a:pt x="840739" y="136139"/>
                </a:lnTo>
                <a:lnTo>
                  <a:pt x="841342" y="136336"/>
                </a:lnTo>
                <a:lnTo>
                  <a:pt x="841950" y="136521"/>
                </a:lnTo>
                <a:lnTo>
                  <a:pt x="842563" y="136694"/>
                </a:lnTo>
                <a:lnTo>
                  <a:pt x="843181" y="136857"/>
                </a:lnTo>
                <a:lnTo>
                  <a:pt x="843804" y="137009"/>
                </a:lnTo>
                <a:lnTo>
                  <a:pt x="844432" y="137149"/>
                </a:lnTo>
                <a:lnTo>
                  <a:pt x="845064" y="137278"/>
                </a:lnTo>
                <a:lnTo>
                  <a:pt x="845702" y="137395"/>
                </a:lnTo>
                <a:lnTo>
                  <a:pt x="846345" y="137502"/>
                </a:lnTo>
                <a:lnTo>
                  <a:pt x="846992" y="137597"/>
                </a:lnTo>
                <a:lnTo>
                  <a:pt x="847645" y="137682"/>
                </a:lnTo>
                <a:lnTo>
                  <a:pt x="848302" y="137754"/>
                </a:lnTo>
                <a:lnTo>
                  <a:pt x="848965" y="137816"/>
                </a:lnTo>
                <a:lnTo>
                  <a:pt x="849632" y="137867"/>
                </a:lnTo>
                <a:lnTo>
                  <a:pt x="850305" y="137906"/>
                </a:lnTo>
                <a:lnTo>
                  <a:pt x="850982" y="137934"/>
                </a:lnTo>
                <a:lnTo>
                  <a:pt x="851664" y="137951"/>
                </a:lnTo>
                <a:lnTo>
                  <a:pt x="852352" y="137956"/>
                </a:lnTo>
                <a:lnTo>
                  <a:pt x="853316" y="137949"/>
                </a:lnTo>
                <a:lnTo>
                  <a:pt x="854269" y="137925"/>
                </a:lnTo>
                <a:lnTo>
                  <a:pt x="855213" y="137886"/>
                </a:lnTo>
                <a:lnTo>
                  <a:pt x="856147" y="137832"/>
                </a:lnTo>
                <a:lnTo>
                  <a:pt x="857070" y="137762"/>
                </a:lnTo>
                <a:lnTo>
                  <a:pt x="857984" y="137676"/>
                </a:lnTo>
                <a:close/>
                <a:moveTo>
                  <a:pt x="852521" y="125064"/>
                </a:moveTo>
                <a:lnTo>
                  <a:pt x="851879" y="124964"/>
                </a:lnTo>
                <a:lnTo>
                  <a:pt x="851251" y="124848"/>
                </a:lnTo>
                <a:lnTo>
                  <a:pt x="850639" y="124716"/>
                </a:lnTo>
                <a:lnTo>
                  <a:pt x="850041" y="124569"/>
                </a:lnTo>
                <a:lnTo>
                  <a:pt x="849458" y="124406"/>
                </a:lnTo>
                <a:lnTo>
                  <a:pt x="848890" y="124228"/>
                </a:lnTo>
                <a:lnTo>
                  <a:pt x="848337" y="124035"/>
                </a:lnTo>
                <a:lnTo>
                  <a:pt x="847799" y="123826"/>
                </a:lnTo>
                <a:lnTo>
                  <a:pt x="847276" y="123601"/>
                </a:lnTo>
                <a:lnTo>
                  <a:pt x="846768" y="123361"/>
                </a:lnTo>
                <a:lnTo>
                  <a:pt x="846274" y="123106"/>
                </a:lnTo>
                <a:lnTo>
                  <a:pt x="845796" y="122835"/>
                </a:lnTo>
                <a:lnTo>
                  <a:pt x="845332" y="122549"/>
                </a:lnTo>
                <a:lnTo>
                  <a:pt x="844883" y="122247"/>
                </a:lnTo>
                <a:lnTo>
                  <a:pt x="844449" y="121929"/>
                </a:lnTo>
                <a:lnTo>
                  <a:pt x="844030" y="121596"/>
                </a:lnTo>
                <a:lnTo>
                  <a:pt x="843626" y="121248"/>
                </a:lnTo>
                <a:lnTo>
                  <a:pt x="843237" y="120884"/>
                </a:lnTo>
                <a:lnTo>
                  <a:pt x="842863" y="120507"/>
                </a:lnTo>
                <a:lnTo>
                  <a:pt x="842505" y="120120"/>
                </a:lnTo>
                <a:lnTo>
                  <a:pt x="842163" y="119722"/>
                </a:lnTo>
                <a:lnTo>
                  <a:pt x="841837" y="119314"/>
                </a:lnTo>
                <a:lnTo>
                  <a:pt x="841526" y="118895"/>
                </a:lnTo>
                <a:lnTo>
                  <a:pt x="841232" y="118466"/>
                </a:lnTo>
                <a:lnTo>
                  <a:pt x="840954" y="118026"/>
                </a:lnTo>
                <a:lnTo>
                  <a:pt x="840691" y="117576"/>
                </a:lnTo>
                <a:lnTo>
                  <a:pt x="840445" y="117115"/>
                </a:lnTo>
                <a:lnTo>
                  <a:pt x="840214" y="116643"/>
                </a:lnTo>
                <a:lnTo>
                  <a:pt x="839999" y="116162"/>
                </a:lnTo>
                <a:lnTo>
                  <a:pt x="839800" y="115669"/>
                </a:lnTo>
                <a:lnTo>
                  <a:pt x="839617" y="115166"/>
                </a:lnTo>
                <a:lnTo>
                  <a:pt x="839450" y="114653"/>
                </a:lnTo>
                <a:lnTo>
                  <a:pt x="839299" y="114129"/>
                </a:lnTo>
                <a:lnTo>
                  <a:pt x="839164" y="113595"/>
                </a:lnTo>
                <a:lnTo>
                  <a:pt x="839044" y="113050"/>
                </a:lnTo>
                <a:lnTo>
                  <a:pt x="838941" y="112495"/>
                </a:lnTo>
                <a:lnTo>
                  <a:pt x="838853" y="111929"/>
                </a:lnTo>
                <a:lnTo>
                  <a:pt x="838782" y="111353"/>
                </a:lnTo>
                <a:lnTo>
                  <a:pt x="838726" y="110766"/>
                </a:lnTo>
                <a:lnTo>
                  <a:pt x="838686" y="110169"/>
                </a:lnTo>
                <a:lnTo>
                  <a:pt x="838663" y="109561"/>
                </a:lnTo>
                <a:lnTo>
                  <a:pt x="838655" y="108942"/>
                </a:lnTo>
                <a:lnTo>
                  <a:pt x="838674" y="108039"/>
                </a:lnTo>
                <a:lnTo>
                  <a:pt x="838734" y="107157"/>
                </a:lnTo>
                <a:lnTo>
                  <a:pt x="838832" y="106297"/>
                </a:lnTo>
                <a:lnTo>
                  <a:pt x="838971" y="105458"/>
                </a:lnTo>
                <a:lnTo>
                  <a:pt x="839149" y="104640"/>
                </a:lnTo>
                <a:lnTo>
                  <a:pt x="839366" y="103844"/>
                </a:lnTo>
                <a:lnTo>
                  <a:pt x="839623" y="103069"/>
                </a:lnTo>
                <a:lnTo>
                  <a:pt x="839919" y="102315"/>
                </a:lnTo>
                <a:lnTo>
                  <a:pt x="840255" y="101583"/>
                </a:lnTo>
                <a:lnTo>
                  <a:pt x="840631" y="100872"/>
                </a:lnTo>
                <a:lnTo>
                  <a:pt x="841045" y="100182"/>
                </a:lnTo>
                <a:lnTo>
                  <a:pt x="841500" y="99514"/>
                </a:lnTo>
                <a:lnTo>
                  <a:pt x="841994" y="98867"/>
                </a:lnTo>
                <a:lnTo>
                  <a:pt x="842527" y="98242"/>
                </a:lnTo>
                <a:lnTo>
                  <a:pt x="843100" y="97637"/>
                </a:lnTo>
                <a:lnTo>
                  <a:pt x="843713" y="97055"/>
                </a:lnTo>
                <a:lnTo>
                  <a:pt x="844365" y="96493"/>
                </a:lnTo>
                <a:lnTo>
                  <a:pt x="845057" y="95953"/>
                </a:lnTo>
                <a:lnTo>
                  <a:pt x="845788" y="95434"/>
                </a:lnTo>
                <a:lnTo>
                  <a:pt x="846558" y="94937"/>
                </a:lnTo>
                <a:lnTo>
                  <a:pt x="847368" y="94461"/>
                </a:lnTo>
                <a:lnTo>
                  <a:pt x="848218" y="94006"/>
                </a:lnTo>
                <a:lnTo>
                  <a:pt x="849107" y="93573"/>
                </a:lnTo>
                <a:lnTo>
                  <a:pt x="850036" y="93161"/>
                </a:lnTo>
                <a:lnTo>
                  <a:pt x="851010" y="92767"/>
                </a:lnTo>
                <a:lnTo>
                  <a:pt x="852036" y="92389"/>
                </a:lnTo>
                <a:lnTo>
                  <a:pt x="853113" y="92026"/>
                </a:lnTo>
                <a:lnTo>
                  <a:pt x="854242" y="91679"/>
                </a:lnTo>
                <a:lnTo>
                  <a:pt x="855422" y="91348"/>
                </a:lnTo>
                <a:lnTo>
                  <a:pt x="856654" y="91033"/>
                </a:lnTo>
                <a:lnTo>
                  <a:pt x="857937" y="90733"/>
                </a:lnTo>
                <a:lnTo>
                  <a:pt x="859271" y="90449"/>
                </a:lnTo>
                <a:lnTo>
                  <a:pt x="860658" y="90181"/>
                </a:lnTo>
                <a:lnTo>
                  <a:pt x="862095" y="89928"/>
                </a:lnTo>
                <a:lnTo>
                  <a:pt x="863584" y="89691"/>
                </a:lnTo>
                <a:lnTo>
                  <a:pt x="865125" y="89469"/>
                </a:lnTo>
                <a:lnTo>
                  <a:pt x="866717" y="89263"/>
                </a:lnTo>
                <a:lnTo>
                  <a:pt x="868361" y="89073"/>
                </a:lnTo>
                <a:lnTo>
                  <a:pt x="870056" y="88899"/>
                </a:lnTo>
                <a:lnTo>
                  <a:pt x="871802" y="88740"/>
                </a:lnTo>
                <a:lnTo>
                  <a:pt x="873601" y="88597"/>
                </a:lnTo>
                <a:lnTo>
                  <a:pt x="875450" y="88469"/>
                </a:lnTo>
                <a:lnTo>
                  <a:pt x="877351" y="88357"/>
                </a:lnTo>
                <a:lnTo>
                  <a:pt x="879304" y="88261"/>
                </a:lnTo>
                <a:lnTo>
                  <a:pt x="881308" y="88181"/>
                </a:lnTo>
                <a:lnTo>
                  <a:pt x="883363" y="88116"/>
                </a:lnTo>
                <a:lnTo>
                  <a:pt x="885471" y="88067"/>
                </a:lnTo>
                <a:lnTo>
                  <a:pt x="887629" y="88033"/>
                </a:lnTo>
                <a:lnTo>
                  <a:pt x="887629" y="108330"/>
                </a:lnTo>
                <a:lnTo>
                  <a:pt x="887181" y="108940"/>
                </a:lnTo>
                <a:lnTo>
                  <a:pt x="886724" y="109542"/>
                </a:lnTo>
                <a:lnTo>
                  <a:pt x="886259" y="110134"/>
                </a:lnTo>
                <a:lnTo>
                  <a:pt x="885784" y="110718"/>
                </a:lnTo>
                <a:lnTo>
                  <a:pt x="885301" y="111293"/>
                </a:lnTo>
                <a:lnTo>
                  <a:pt x="884808" y="111859"/>
                </a:lnTo>
                <a:lnTo>
                  <a:pt x="884307" y="112416"/>
                </a:lnTo>
                <a:lnTo>
                  <a:pt x="883797" y="112964"/>
                </a:lnTo>
                <a:lnTo>
                  <a:pt x="883278" y="113503"/>
                </a:lnTo>
                <a:lnTo>
                  <a:pt x="882750" y="114034"/>
                </a:lnTo>
                <a:lnTo>
                  <a:pt x="882213" y="114555"/>
                </a:lnTo>
                <a:lnTo>
                  <a:pt x="881667" y="115068"/>
                </a:lnTo>
                <a:lnTo>
                  <a:pt x="881113" y="115572"/>
                </a:lnTo>
                <a:lnTo>
                  <a:pt x="880549" y="116067"/>
                </a:lnTo>
                <a:lnTo>
                  <a:pt x="879977" y="116553"/>
                </a:lnTo>
                <a:lnTo>
                  <a:pt x="879396" y="117030"/>
                </a:lnTo>
                <a:lnTo>
                  <a:pt x="878805" y="117498"/>
                </a:lnTo>
                <a:lnTo>
                  <a:pt x="878206" y="117957"/>
                </a:lnTo>
                <a:lnTo>
                  <a:pt x="877598" y="118408"/>
                </a:lnTo>
                <a:lnTo>
                  <a:pt x="876981" y="118850"/>
                </a:lnTo>
                <a:lnTo>
                  <a:pt x="876355" y="119282"/>
                </a:lnTo>
                <a:lnTo>
                  <a:pt x="875721" y="119706"/>
                </a:lnTo>
                <a:lnTo>
                  <a:pt x="875077" y="120121"/>
                </a:lnTo>
                <a:lnTo>
                  <a:pt x="874425" y="120527"/>
                </a:lnTo>
                <a:lnTo>
                  <a:pt x="873764" y="120920"/>
                </a:lnTo>
                <a:lnTo>
                  <a:pt x="873097" y="121296"/>
                </a:lnTo>
                <a:lnTo>
                  <a:pt x="872423" y="121656"/>
                </a:lnTo>
                <a:lnTo>
                  <a:pt x="871742" y="121999"/>
                </a:lnTo>
                <a:lnTo>
                  <a:pt x="871055" y="122325"/>
                </a:lnTo>
                <a:lnTo>
                  <a:pt x="870360" y="122634"/>
                </a:lnTo>
                <a:lnTo>
                  <a:pt x="869659" y="122927"/>
                </a:lnTo>
                <a:lnTo>
                  <a:pt x="868950" y="123203"/>
                </a:lnTo>
                <a:lnTo>
                  <a:pt x="868235" y="123462"/>
                </a:lnTo>
                <a:lnTo>
                  <a:pt x="867513" y="123704"/>
                </a:lnTo>
                <a:lnTo>
                  <a:pt x="866784" y="123930"/>
                </a:lnTo>
                <a:lnTo>
                  <a:pt x="866049" y="124139"/>
                </a:lnTo>
                <a:lnTo>
                  <a:pt x="865306" y="124331"/>
                </a:lnTo>
                <a:lnTo>
                  <a:pt x="864557" y="124507"/>
                </a:lnTo>
                <a:lnTo>
                  <a:pt x="863801" y="124666"/>
                </a:lnTo>
                <a:lnTo>
                  <a:pt x="863038" y="124808"/>
                </a:lnTo>
                <a:lnTo>
                  <a:pt x="862268" y="124933"/>
                </a:lnTo>
                <a:lnTo>
                  <a:pt x="861491" y="125042"/>
                </a:lnTo>
                <a:lnTo>
                  <a:pt x="860708" y="125134"/>
                </a:lnTo>
                <a:lnTo>
                  <a:pt x="859917" y="125209"/>
                </a:lnTo>
                <a:lnTo>
                  <a:pt x="859120" y="125268"/>
                </a:lnTo>
                <a:lnTo>
                  <a:pt x="858316" y="125310"/>
                </a:lnTo>
                <a:lnTo>
                  <a:pt x="857505" y="125335"/>
                </a:lnTo>
                <a:lnTo>
                  <a:pt x="856687" y="125343"/>
                </a:lnTo>
                <a:lnTo>
                  <a:pt x="855956" y="125335"/>
                </a:lnTo>
                <a:lnTo>
                  <a:pt x="855239" y="125312"/>
                </a:lnTo>
                <a:lnTo>
                  <a:pt x="854537" y="125273"/>
                </a:lnTo>
                <a:lnTo>
                  <a:pt x="853850" y="125219"/>
                </a:lnTo>
                <a:lnTo>
                  <a:pt x="853178" y="125150"/>
                </a:lnTo>
                <a:lnTo>
                  <a:pt x="852521" y="125064"/>
                </a:lnTo>
                <a:close/>
                <a:moveTo>
                  <a:pt x="1333683" y="137690"/>
                </a:moveTo>
                <a:lnTo>
                  <a:pt x="1334802" y="137573"/>
                </a:lnTo>
                <a:lnTo>
                  <a:pt x="1335907" y="137434"/>
                </a:lnTo>
                <a:lnTo>
                  <a:pt x="1336997" y="137274"/>
                </a:lnTo>
                <a:lnTo>
                  <a:pt x="1338072" y="137093"/>
                </a:lnTo>
                <a:lnTo>
                  <a:pt x="1339133" y="136891"/>
                </a:lnTo>
                <a:lnTo>
                  <a:pt x="1340179" y="136667"/>
                </a:lnTo>
                <a:lnTo>
                  <a:pt x="1341211" y="136422"/>
                </a:lnTo>
                <a:lnTo>
                  <a:pt x="1342228" y="136156"/>
                </a:lnTo>
                <a:lnTo>
                  <a:pt x="1343230" y="135868"/>
                </a:lnTo>
                <a:lnTo>
                  <a:pt x="1344218" y="135559"/>
                </a:lnTo>
                <a:lnTo>
                  <a:pt x="1345192" y="135229"/>
                </a:lnTo>
                <a:lnTo>
                  <a:pt x="1346151" y="134877"/>
                </a:lnTo>
                <a:lnTo>
                  <a:pt x="1347095" y="134504"/>
                </a:lnTo>
                <a:lnTo>
                  <a:pt x="1348025" y="134110"/>
                </a:lnTo>
                <a:lnTo>
                  <a:pt x="1348941" y="133694"/>
                </a:lnTo>
                <a:lnTo>
                  <a:pt x="1349841" y="133258"/>
                </a:lnTo>
                <a:lnTo>
                  <a:pt x="1350728" y="132799"/>
                </a:lnTo>
                <a:lnTo>
                  <a:pt x="1351599" y="132320"/>
                </a:lnTo>
                <a:lnTo>
                  <a:pt x="1352456" y="131819"/>
                </a:lnTo>
                <a:lnTo>
                  <a:pt x="1353298" y="131298"/>
                </a:lnTo>
                <a:lnTo>
                  <a:pt x="1354123" y="130759"/>
                </a:lnTo>
                <a:lnTo>
                  <a:pt x="1354932" y="130202"/>
                </a:lnTo>
                <a:lnTo>
                  <a:pt x="1355725" y="129626"/>
                </a:lnTo>
                <a:lnTo>
                  <a:pt x="1356501" y="129032"/>
                </a:lnTo>
                <a:lnTo>
                  <a:pt x="1357260" y="128419"/>
                </a:lnTo>
                <a:lnTo>
                  <a:pt x="1358003" y="127789"/>
                </a:lnTo>
                <a:lnTo>
                  <a:pt x="1358730" y="127139"/>
                </a:lnTo>
                <a:lnTo>
                  <a:pt x="1359441" y="126472"/>
                </a:lnTo>
                <a:lnTo>
                  <a:pt x="1360134" y="125786"/>
                </a:lnTo>
                <a:lnTo>
                  <a:pt x="1360812" y="125082"/>
                </a:lnTo>
                <a:lnTo>
                  <a:pt x="1361473" y="124360"/>
                </a:lnTo>
                <a:lnTo>
                  <a:pt x="1362118" y="123619"/>
                </a:lnTo>
                <a:lnTo>
                  <a:pt x="1362746" y="122860"/>
                </a:lnTo>
                <a:lnTo>
                  <a:pt x="1363357" y="122083"/>
                </a:lnTo>
                <a:lnTo>
                  <a:pt x="1363953" y="121288"/>
                </a:lnTo>
                <a:lnTo>
                  <a:pt x="1364532" y="120474"/>
                </a:lnTo>
                <a:lnTo>
                  <a:pt x="1365094" y="119641"/>
                </a:lnTo>
                <a:lnTo>
                  <a:pt x="1365640" y="118791"/>
                </a:lnTo>
                <a:lnTo>
                  <a:pt x="1366170" y="117922"/>
                </a:lnTo>
                <a:lnTo>
                  <a:pt x="1366683" y="117035"/>
                </a:lnTo>
                <a:lnTo>
                  <a:pt x="1367180" y="116129"/>
                </a:lnTo>
                <a:lnTo>
                  <a:pt x="1367660" y="115206"/>
                </a:lnTo>
                <a:lnTo>
                  <a:pt x="1368124" y="114264"/>
                </a:lnTo>
                <a:lnTo>
                  <a:pt x="1368571" y="113305"/>
                </a:lnTo>
                <a:lnTo>
                  <a:pt x="1368998" y="112331"/>
                </a:lnTo>
                <a:lnTo>
                  <a:pt x="1369406" y="111342"/>
                </a:lnTo>
                <a:lnTo>
                  <a:pt x="1369795" y="110339"/>
                </a:lnTo>
                <a:lnTo>
                  <a:pt x="1370166" y="109320"/>
                </a:lnTo>
                <a:lnTo>
                  <a:pt x="1370517" y="108286"/>
                </a:lnTo>
                <a:lnTo>
                  <a:pt x="1370849" y="107238"/>
                </a:lnTo>
                <a:lnTo>
                  <a:pt x="1371163" y="106174"/>
                </a:lnTo>
                <a:lnTo>
                  <a:pt x="1371457" y="105095"/>
                </a:lnTo>
                <a:lnTo>
                  <a:pt x="1371732" y="104002"/>
                </a:lnTo>
                <a:lnTo>
                  <a:pt x="1371989" y="102893"/>
                </a:lnTo>
                <a:lnTo>
                  <a:pt x="1372226" y="101770"/>
                </a:lnTo>
                <a:lnTo>
                  <a:pt x="1372444" y="100631"/>
                </a:lnTo>
                <a:lnTo>
                  <a:pt x="1372644" y="99478"/>
                </a:lnTo>
                <a:lnTo>
                  <a:pt x="1372824" y="98309"/>
                </a:lnTo>
                <a:lnTo>
                  <a:pt x="1372986" y="97126"/>
                </a:lnTo>
                <a:lnTo>
                  <a:pt x="1373128" y="95927"/>
                </a:lnTo>
                <a:lnTo>
                  <a:pt x="1373252" y="94714"/>
                </a:lnTo>
                <a:lnTo>
                  <a:pt x="1373356" y="93485"/>
                </a:lnTo>
                <a:lnTo>
                  <a:pt x="1373441" y="92242"/>
                </a:lnTo>
                <a:lnTo>
                  <a:pt x="1373508" y="90984"/>
                </a:lnTo>
                <a:lnTo>
                  <a:pt x="1373555" y="89710"/>
                </a:lnTo>
                <a:lnTo>
                  <a:pt x="1373584" y="88422"/>
                </a:lnTo>
                <a:lnTo>
                  <a:pt x="1373593" y="87119"/>
                </a:lnTo>
                <a:lnTo>
                  <a:pt x="1373584" y="85782"/>
                </a:lnTo>
                <a:lnTo>
                  <a:pt x="1373555" y="84462"/>
                </a:lnTo>
                <a:lnTo>
                  <a:pt x="1373508" y="83158"/>
                </a:lnTo>
                <a:lnTo>
                  <a:pt x="1373441" y="81869"/>
                </a:lnTo>
                <a:lnTo>
                  <a:pt x="1373356" y="80597"/>
                </a:lnTo>
                <a:lnTo>
                  <a:pt x="1373252" y="79341"/>
                </a:lnTo>
                <a:lnTo>
                  <a:pt x="1373128" y="78101"/>
                </a:lnTo>
                <a:lnTo>
                  <a:pt x="1372986" y="76876"/>
                </a:lnTo>
                <a:lnTo>
                  <a:pt x="1372824" y="75668"/>
                </a:lnTo>
                <a:lnTo>
                  <a:pt x="1372644" y="74476"/>
                </a:lnTo>
                <a:lnTo>
                  <a:pt x="1372444" y="73300"/>
                </a:lnTo>
                <a:lnTo>
                  <a:pt x="1372226" y="72140"/>
                </a:lnTo>
                <a:lnTo>
                  <a:pt x="1371989" y="70996"/>
                </a:lnTo>
                <a:lnTo>
                  <a:pt x="1371732" y="69868"/>
                </a:lnTo>
                <a:lnTo>
                  <a:pt x="1371457" y="68756"/>
                </a:lnTo>
                <a:lnTo>
                  <a:pt x="1371163" y="67660"/>
                </a:lnTo>
                <a:lnTo>
                  <a:pt x="1370849" y="66580"/>
                </a:lnTo>
                <a:lnTo>
                  <a:pt x="1370517" y="65516"/>
                </a:lnTo>
                <a:lnTo>
                  <a:pt x="1370166" y="64468"/>
                </a:lnTo>
                <a:lnTo>
                  <a:pt x="1369795" y="63436"/>
                </a:lnTo>
                <a:lnTo>
                  <a:pt x="1369406" y="62420"/>
                </a:lnTo>
                <a:lnTo>
                  <a:pt x="1368998" y="61421"/>
                </a:lnTo>
                <a:lnTo>
                  <a:pt x="1368571" y="60437"/>
                </a:lnTo>
                <a:lnTo>
                  <a:pt x="1368124" y="59469"/>
                </a:lnTo>
                <a:lnTo>
                  <a:pt x="1367660" y="58519"/>
                </a:lnTo>
                <a:lnTo>
                  <a:pt x="1367180" y="57587"/>
                </a:lnTo>
                <a:lnTo>
                  <a:pt x="1366683" y="56673"/>
                </a:lnTo>
                <a:lnTo>
                  <a:pt x="1366170" y="55778"/>
                </a:lnTo>
                <a:lnTo>
                  <a:pt x="1365640" y="54902"/>
                </a:lnTo>
                <a:lnTo>
                  <a:pt x="1365094" y="54044"/>
                </a:lnTo>
                <a:lnTo>
                  <a:pt x="1364532" y="53204"/>
                </a:lnTo>
                <a:lnTo>
                  <a:pt x="1363953" y="52383"/>
                </a:lnTo>
                <a:lnTo>
                  <a:pt x="1363357" y="51581"/>
                </a:lnTo>
                <a:lnTo>
                  <a:pt x="1362746" y="50797"/>
                </a:lnTo>
                <a:lnTo>
                  <a:pt x="1362118" y="50031"/>
                </a:lnTo>
                <a:lnTo>
                  <a:pt x="1361473" y="49284"/>
                </a:lnTo>
                <a:lnTo>
                  <a:pt x="1360812" y="48555"/>
                </a:lnTo>
                <a:lnTo>
                  <a:pt x="1360134" y="47845"/>
                </a:lnTo>
                <a:lnTo>
                  <a:pt x="1359441" y="47154"/>
                </a:lnTo>
                <a:lnTo>
                  <a:pt x="1358730" y="46481"/>
                </a:lnTo>
                <a:lnTo>
                  <a:pt x="1358003" y="45826"/>
                </a:lnTo>
                <a:lnTo>
                  <a:pt x="1357260" y="45190"/>
                </a:lnTo>
                <a:lnTo>
                  <a:pt x="1356501" y="44573"/>
                </a:lnTo>
                <a:lnTo>
                  <a:pt x="1355725" y="43974"/>
                </a:lnTo>
                <a:lnTo>
                  <a:pt x="1354932" y="43393"/>
                </a:lnTo>
                <a:lnTo>
                  <a:pt x="1354123" y="42831"/>
                </a:lnTo>
                <a:lnTo>
                  <a:pt x="1353298" y="42288"/>
                </a:lnTo>
                <a:lnTo>
                  <a:pt x="1352456" y="41763"/>
                </a:lnTo>
                <a:lnTo>
                  <a:pt x="1351599" y="41258"/>
                </a:lnTo>
                <a:lnTo>
                  <a:pt x="1350728" y="40774"/>
                </a:lnTo>
                <a:lnTo>
                  <a:pt x="1349841" y="40312"/>
                </a:lnTo>
                <a:lnTo>
                  <a:pt x="1348941" y="39871"/>
                </a:lnTo>
                <a:lnTo>
                  <a:pt x="1348025" y="39452"/>
                </a:lnTo>
                <a:lnTo>
                  <a:pt x="1347095" y="39055"/>
                </a:lnTo>
                <a:lnTo>
                  <a:pt x="1346151" y="38679"/>
                </a:lnTo>
                <a:lnTo>
                  <a:pt x="1345192" y="38324"/>
                </a:lnTo>
                <a:lnTo>
                  <a:pt x="1344218" y="37991"/>
                </a:lnTo>
                <a:lnTo>
                  <a:pt x="1343230" y="37679"/>
                </a:lnTo>
                <a:lnTo>
                  <a:pt x="1342228" y="37389"/>
                </a:lnTo>
                <a:lnTo>
                  <a:pt x="1341211" y="37120"/>
                </a:lnTo>
                <a:lnTo>
                  <a:pt x="1340179" y="36873"/>
                </a:lnTo>
                <a:lnTo>
                  <a:pt x="1339133" y="36648"/>
                </a:lnTo>
                <a:lnTo>
                  <a:pt x="1338072" y="36443"/>
                </a:lnTo>
                <a:lnTo>
                  <a:pt x="1336997" y="36261"/>
                </a:lnTo>
                <a:lnTo>
                  <a:pt x="1335907" y="36100"/>
                </a:lnTo>
                <a:lnTo>
                  <a:pt x="1334802" y="35960"/>
                </a:lnTo>
                <a:lnTo>
                  <a:pt x="1333683" y="35842"/>
                </a:lnTo>
                <a:lnTo>
                  <a:pt x="1332550" y="35745"/>
                </a:lnTo>
                <a:lnTo>
                  <a:pt x="1331402" y="35670"/>
                </a:lnTo>
                <a:lnTo>
                  <a:pt x="1330239" y="35616"/>
                </a:lnTo>
                <a:lnTo>
                  <a:pt x="1329062" y="35584"/>
                </a:lnTo>
                <a:lnTo>
                  <a:pt x="1327871" y="35573"/>
                </a:lnTo>
                <a:lnTo>
                  <a:pt x="1326703" y="35584"/>
                </a:lnTo>
                <a:lnTo>
                  <a:pt x="1325550" y="35616"/>
                </a:lnTo>
                <a:lnTo>
                  <a:pt x="1324411" y="35670"/>
                </a:lnTo>
                <a:lnTo>
                  <a:pt x="1323286" y="35745"/>
                </a:lnTo>
                <a:lnTo>
                  <a:pt x="1322175" y="35842"/>
                </a:lnTo>
                <a:lnTo>
                  <a:pt x="1321078" y="35960"/>
                </a:lnTo>
                <a:lnTo>
                  <a:pt x="1319994" y="36100"/>
                </a:lnTo>
                <a:lnTo>
                  <a:pt x="1318925" y="36261"/>
                </a:lnTo>
                <a:lnTo>
                  <a:pt x="1317870" y="36443"/>
                </a:lnTo>
                <a:lnTo>
                  <a:pt x="1316829" y="36648"/>
                </a:lnTo>
                <a:lnTo>
                  <a:pt x="1315802" y="36873"/>
                </a:lnTo>
                <a:lnTo>
                  <a:pt x="1314789" y="37120"/>
                </a:lnTo>
                <a:lnTo>
                  <a:pt x="1313791" y="37389"/>
                </a:lnTo>
                <a:lnTo>
                  <a:pt x="1312806" y="37679"/>
                </a:lnTo>
                <a:lnTo>
                  <a:pt x="1311835" y="37991"/>
                </a:lnTo>
                <a:lnTo>
                  <a:pt x="1310878" y="38324"/>
                </a:lnTo>
                <a:lnTo>
                  <a:pt x="1309935" y="38679"/>
                </a:lnTo>
                <a:lnTo>
                  <a:pt x="1309006" y="39055"/>
                </a:lnTo>
                <a:lnTo>
                  <a:pt x="1308092" y="39452"/>
                </a:lnTo>
                <a:lnTo>
                  <a:pt x="1307191" y="39871"/>
                </a:lnTo>
                <a:lnTo>
                  <a:pt x="1306304" y="40312"/>
                </a:lnTo>
                <a:lnTo>
                  <a:pt x="1305432" y="40774"/>
                </a:lnTo>
                <a:lnTo>
                  <a:pt x="1304573" y="41258"/>
                </a:lnTo>
                <a:lnTo>
                  <a:pt x="1303728" y="41763"/>
                </a:lnTo>
                <a:lnTo>
                  <a:pt x="1302899" y="42288"/>
                </a:lnTo>
                <a:lnTo>
                  <a:pt x="1302086" y="42831"/>
                </a:lnTo>
                <a:lnTo>
                  <a:pt x="1301290" y="43393"/>
                </a:lnTo>
                <a:lnTo>
                  <a:pt x="1300511" y="43974"/>
                </a:lnTo>
                <a:lnTo>
                  <a:pt x="1299748" y="44573"/>
                </a:lnTo>
                <a:lnTo>
                  <a:pt x="1299001" y="45190"/>
                </a:lnTo>
                <a:lnTo>
                  <a:pt x="1298272" y="45826"/>
                </a:lnTo>
                <a:lnTo>
                  <a:pt x="1297559" y="46481"/>
                </a:lnTo>
                <a:lnTo>
                  <a:pt x="1296862" y="47154"/>
                </a:lnTo>
                <a:lnTo>
                  <a:pt x="1296182" y="47845"/>
                </a:lnTo>
                <a:lnTo>
                  <a:pt x="1295519" y="48555"/>
                </a:lnTo>
                <a:lnTo>
                  <a:pt x="1294872" y="49284"/>
                </a:lnTo>
                <a:lnTo>
                  <a:pt x="1294242" y="50031"/>
                </a:lnTo>
                <a:lnTo>
                  <a:pt x="1293628" y="50797"/>
                </a:lnTo>
                <a:lnTo>
                  <a:pt x="1293031" y="51581"/>
                </a:lnTo>
                <a:lnTo>
                  <a:pt x="1292451" y="52383"/>
                </a:lnTo>
                <a:lnTo>
                  <a:pt x="1291887" y="53204"/>
                </a:lnTo>
                <a:lnTo>
                  <a:pt x="1291340" y="54044"/>
                </a:lnTo>
                <a:lnTo>
                  <a:pt x="1290809" y="54902"/>
                </a:lnTo>
                <a:lnTo>
                  <a:pt x="1290295" y="55778"/>
                </a:lnTo>
                <a:lnTo>
                  <a:pt x="1289798" y="56673"/>
                </a:lnTo>
                <a:lnTo>
                  <a:pt x="1289317" y="57587"/>
                </a:lnTo>
                <a:lnTo>
                  <a:pt x="1288853" y="58519"/>
                </a:lnTo>
                <a:lnTo>
                  <a:pt x="1288405" y="59469"/>
                </a:lnTo>
                <a:lnTo>
                  <a:pt x="1287975" y="60437"/>
                </a:lnTo>
                <a:lnTo>
                  <a:pt x="1287563" y="61421"/>
                </a:lnTo>
                <a:lnTo>
                  <a:pt x="1287170" y="62420"/>
                </a:lnTo>
                <a:lnTo>
                  <a:pt x="1286794" y="63436"/>
                </a:lnTo>
                <a:lnTo>
                  <a:pt x="1286438" y="64468"/>
                </a:lnTo>
                <a:lnTo>
                  <a:pt x="1286099" y="65516"/>
                </a:lnTo>
                <a:lnTo>
                  <a:pt x="1285779" y="66580"/>
                </a:lnTo>
                <a:lnTo>
                  <a:pt x="1285477" y="67660"/>
                </a:lnTo>
                <a:lnTo>
                  <a:pt x="1285193" y="68756"/>
                </a:lnTo>
                <a:lnTo>
                  <a:pt x="1284927" y="69868"/>
                </a:lnTo>
                <a:lnTo>
                  <a:pt x="1284680" y="70996"/>
                </a:lnTo>
                <a:lnTo>
                  <a:pt x="1284451" y="72140"/>
                </a:lnTo>
                <a:lnTo>
                  <a:pt x="1284241" y="73300"/>
                </a:lnTo>
                <a:lnTo>
                  <a:pt x="1284049" y="74476"/>
                </a:lnTo>
                <a:lnTo>
                  <a:pt x="1283875" y="75668"/>
                </a:lnTo>
                <a:lnTo>
                  <a:pt x="1283719" y="76876"/>
                </a:lnTo>
                <a:lnTo>
                  <a:pt x="1283582" y="78101"/>
                </a:lnTo>
                <a:lnTo>
                  <a:pt x="1283463" y="79341"/>
                </a:lnTo>
                <a:lnTo>
                  <a:pt x="1283362" y="80597"/>
                </a:lnTo>
                <a:lnTo>
                  <a:pt x="1283280" y="81869"/>
                </a:lnTo>
                <a:lnTo>
                  <a:pt x="1283216" y="83158"/>
                </a:lnTo>
                <a:lnTo>
                  <a:pt x="1283170" y="84462"/>
                </a:lnTo>
                <a:lnTo>
                  <a:pt x="1283143" y="85782"/>
                </a:lnTo>
                <a:lnTo>
                  <a:pt x="1283133" y="87119"/>
                </a:lnTo>
                <a:lnTo>
                  <a:pt x="1283143" y="88422"/>
                </a:lnTo>
                <a:lnTo>
                  <a:pt x="1283170" y="89710"/>
                </a:lnTo>
                <a:lnTo>
                  <a:pt x="1283216" y="90984"/>
                </a:lnTo>
                <a:lnTo>
                  <a:pt x="1283280" y="92242"/>
                </a:lnTo>
                <a:lnTo>
                  <a:pt x="1283362" y="93485"/>
                </a:lnTo>
                <a:lnTo>
                  <a:pt x="1283463" y="94714"/>
                </a:lnTo>
                <a:lnTo>
                  <a:pt x="1283582" y="95927"/>
                </a:lnTo>
                <a:lnTo>
                  <a:pt x="1283719" y="97126"/>
                </a:lnTo>
                <a:lnTo>
                  <a:pt x="1283875" y="98309"/>
                </a:lnTo>
                <a:lnTo>
                  <a:pt x="1284049" y="99478"/>
                </a:lnTo>
                <a:lnTo>
                  <a:pt x="1284241" y="100631"/>
                </a:lnTo>
                <a:lnTo>
                  <a:pt x="1284451" y="101770"/>
                </a:lnTo>
                <a:lnTo>
                  <a:pt x="1284680" y="102893"/>
                </a:lnTo>
                <a:lnTo>
                  <a:pt x="1284927" y="104002"/>
                </a:lnTo>
                <a:lnTo>
                  <a:pt x="1285193" y="105095"/>
                </a:lnTo>
                <a:lnTo>
                  <a:pt x="1285477" y="106174"/>
                </a:lnTo>
                <a:lnTo>
                  <a:pt x="1285779" y="107238"/>
                </a:lnTo>
                <a:lnTo>
                  <a:pt x="1286099" y="108286"/>
                </a:lnTo>
                <a:lnTo>
                  <a:pt x="1286438" y="109320"/>
                </a:lnTo>
                <a:lnTo>
                  <a:pt x="1286794" y="110339"/>
                </a:lnTo>
                <a:lnTo>
                  <a:pt x="1287170" y="111342"/>
                </a:lnTo>
                <a:lnTo>
                  <a:pt x="1287563" y="112331"/>
                </a:lnTo>
                <a:lnTo>
                  <a:pt x="1287975" y="113305"/>
                </a:lnTo>
                <a:lnTo>
                  <a:pt x="1288405" y="114264"/>
                </a:lnTo>
                <a:lnTo>
                  <a:pt x="1288853" y="115206"/>
                </a:lnTo>
                <a:lnTo>
                  <a:pt x="1289317" y="116129"/>
                </a:lnTo>
                <a:lnTo>
                  <a:pt x="1289798" y="117035"/>
                </a:lnTo>
                <a:lnTo>
                  <a:pt x="1290295" y="117922"/>
                </a:lnTo>
                <a:lnTo>
                  <a:pt x="1290809" y="118791"/>
                </a:lnTo>
                <a:lnTo>
                  <a:pt x="1291340" y="119641"/>
                </a:lnTo>
                <a:lnTo>
                  <a:pt x="1291887" y="120474"/>
                </a:lnTo>
                <a:lnTo>
                  <a:pt x="1292451" y="121288"/>
                </a:lnTo>
                <a:lnTo>
                  <a:pt x="1293031" y="122083"/>
                </a:lnTo>
                <a:lnTo>
                  <a:pt x="1293628" y="122860"/>
                </a:lnTo>
                <a:lnTo>
                  <a:pt x="1294242" y="123619"/>
                </a:lnTo>
                <a:lnTo>
                  <a:pt x="1294872" y="124360"/>
                </a:lnTo>
                <a:lnTo>
                  <a:pt x="1295519" y="125082"/>
                </a:lnTo>
                <a:lnTo>
                  <a:pt x="1296182" y="125786"/>
                </a:lnTo>
                <a:lnTo>
                  <a:pt x="1296862" y="126472"/>
                </a:lnTo>
                <a:lnTo>
                  <a:pt x="1297559" y="127139"/>
                </a:lnTo>
                <a:lnTo>
                  <a:pt x="1298272" y="127789"/>
                </a:lnTo>
                <a:lnTo>
                  <a:pt x="1299001" y="128419"/>
                </a:lnTo>
                <a:lnTo>
                  <a:pt x="1299748" y="129032"/>
                </a:lnTo>
                <a:lnTo>
                  <a:pt x="1300511" y="129626"/>
                </a:lnTo>
                <a:lnTo>
                  <a:pt x="1301290" y="130202"/>
                </a:lnTo>
                <a:lnTo>
                  <a:pt x="1302086" y="130759"/>
                </a:lnTo>
                <a:lnTo>
                  <a:pt x="1302899" y="131298"/>
                </a:lnTo>
                <a:lnTo>
                  <a:pt x="1303728" y="131819"/>
                </a:lnTo>
                <a:lnTo>
                  <a:pt x="1304573" y="132320"/>
                </a:lnTo>
                <a:lnTo>
                  <a:pt x="1305432" y="132799"/>
                </a:lnTo>
                <a:lnTo>
                  <a:pt x="1306304" y="133258"/>
                </a:lnTo>
                <a:lnTo>
                  <a:pt x="1307191" y="133694"/>
                </a:lnTo>
                <a:lnTo>
                  <a:pt x="1308092" y="134110"/>
                </a:lnTo>
                <a:lnTo>
                  <a:pt x="1309006" y="134504"/>
                </a:lnTo>
                <a:lnTo>
                  <a:pt x="1309935" y="134877"/>
                </a:lnTo>
                <a:lnTo>
                  <a:pt x="1310878" y="135229"/>
                </a:lnTo>
                <a:lnTo>
                  <a:pt x="1311835" y="135559"/>
                </a:lnTo>
                <a:lnTo>
                  <a:pt x="1312806" y="135868"/>
                </a:lnTo>
                <a:lnTo>
                  <a:pt x="1313791" y="136156"/>
                </a:lnTo>
                <a:lnTo>
                  <a:pt x="1314789" y="136422"/>
                </a:lnTo>
                <a:lnTo>
                  <a:pt x="1315802" y="136667"/>
                </a:lnTo>
                <a:lnTo>
                  <a:pt x="1316829" y="136891"/>
                </a:lnTo>
                <a:lnTo>
                  <a:pt x="1317870" y="137093"/>
                </a:lnTo>
                <a:lnTo>
                  <a:pt x="1318925" y="137274"/>
                </a:lnTo>
                <a:lnTo>
                  <a:pt x="1319994" y="137434"/>
                </a:lnTo>
                <a:lnTo>
                  <a:pt x="1321078" y="137573"/>
                </a:lnTo>
                <a:lnTo>
                  <a:pt x="1322175" y="137690"/>
                </a:lnTo>
                <a:lnTo>
                  <a:pt x="1323286" y="137786"/>
                </a:lnTo>
                <a:lnTo>
                  <a:pt x="1324411" y="137860"/>
                </a:lnTo>
                <a:lnTo>
                  <a:pt x="1325550" y="137914"/>
                </a:lnTo>
                <a:lnTo>
                  <a:pt x="1326703" y="137946"/>
                </a:lnTo>
                <a:lnTo>
                  <a:pt x="1327871" y="137956"/>
                </a:lnTo>
                <a:lnTo>
                  <a:pt x="1329062" y="137946"/>
                </a:lnTo>
                <a:lnTo>
                  <a:pt x="1330239" y="137914"/>
                </a:lnTo>
                <a:lnTo>
                  <a:pt x="1331402" y="137860"/>
                </a:lnTo>
                <a:lnTo>
                  <a:pt x="1332550" y="137786"/>
                </a:lnTo>
                <a:lnTo>
                  <a:pt x="1333683" y="137690"/>
                </a:lnTo>
                <a:close/>
                <a:moveTo>
                  <a:pt x="1323746" y="124639"/>
                </a:moveTo>
                <a:lnTo>
                  <a:pt x="1322965" y="124546"/>
                </a:lnTo>
                <a:lnTo>
                  <a:pt x="1322200" y="124436"/>
                </a:lnTo>
                <a:lnTo>
                  <a:pt x="1321449" y="124310"/>
                </a:lnTo>
                <a:lnTo>
                  <a:pt x="1320713" y="124166"/>
                </a:lnTo>
                <a:lnTo>
                  <a:pt x="1319993" y="124005"/>
                </a:lnTo>
                <a:lnTo>
                  <a:pt x="1319287" y="123828"/>
                </a:lnTo>
                <a:lnTo>
                  <a:pt x="1318596" y="123633"/>
                </a:lnTo>
                <a:lnTo>
                  <a:pt x="1317919" y="123422"/>
                </a:lnTo>
                <a:lnTo>
                  <a:pt x="1317258" y="123194"/>
                </a:lnTo>
                <a:lnTo>
                  <a:pt x="1316612" y="122949"/>
                </a:lnTo>
                <a:lnTo>
                  <a:pt x="1315980" y="122687"/>
                </a:lnTo>
                <a:lnTo>
                  <a:pt x="1315364" y="122408"/>
                </a:lnTo>
                <a:lnTo>
                  <a:pt x="1314762" y="122112"/>
                </a:lnTo>
                <a:lnTo>
                  <a:pt x="1314175" y="121799"/>
                </a:lnTo>
                <a:lnTo>
                  <a:pt x="1313603" y="121470"/>
                </a:lnTo>
                <a:lnTo>
                  <a:pt x="1313046" y="121123"/>
                </a:lnTo>
                <a:lnTo>
                  <a:pt x="1312504" y="120760"/>
                </a:lnTo>
                <a:lnTo>
                  <a:pt x="1311976" y="120379"/>
                </a:lnTo>
                <a:lnTo>
                  <a:pt x="1311464" y="119982"/>
                </a:lnTo>
                <a:lnTo>
                  <a:pt x="1310965" y="119570"/>
                </a:lnTo>
                <a:lnTo>
                  <a:pt x="1310477" y="119144"/>
                </a:lnTo>
                <a:lnTo>
                  <a:pt x="1310002" y="118706"/>
                </a:lnTo>
                <a:lnTo>
                  <a:pt x="1309538" y="118256"/>
                </a:lnTo>
                <a:lnTo>
                  <a:pt x="1309086" y="117792"/>
                </a:lnTo>
                <a:lnTo>
                  <a:pt x="1308646" y="117316"/>
                </a:lnTo>
                <a:lnTo>
                  <a:pt x="1308218" y="116826"/>
                </a:lnTo>
                <a:lnTo>
                  <a:pt x="1307801" y="116324"/>
                </a:lnTo>
                <a:lnTo>
                  <a:pt x="1307397" y="115809"/>
                </a:lnTo>
                <a:lnTo>
                  <a:pt x="1307004" y="115282"/>
                </a:lnTo>
                <a:lnTo>
                  <a:pt x="1306623" y="114741"/>
                </a:lnTo>
                <a:lnTo>
                  <a:pt x="1306253" y="114188"/>
                </a:lnTo>
                <a:lnTo>
                  <a:pt x="1305896" y="113622"/>
                </a:lnTo>
                <a:lnTo>
                  <a:pt x="1305550" y="113043"/>
                </a:lnTo>
                <a:lnTo>
                  <a:pt x="1305216" y="112451"/>
                </a:lnTo>
                <a:lnTo>
                  <a:pt x="1304894" y="111847"/>
                </a:lnTo>
                <a:lnTo>
                  <a:pt x="1304584" y="111230"/>
                </a:lnTo>
                <a:lnTo>
                  <a:pt x="1304286" y="110599"/>
                </a:lnTo>
                <a:lnTo>
                  <a:pt x="1303999" y="109957"/>
                </a:lnTo>
                <a:lnTo>
                  <a:pt x="1303724" y="109301"/>
                </a:lnTo>
                <a:lnTo>
                  <a:pt x="1303461" y="108632"/>
                </a:lnTo>
                <a:lnTo>
                  <a:pt x="1303210" y="107951"/>
                </a:lnTo>
                <a:lnTo>
                  <a:pt x="1302971" y="107257"/>
                </a:lnTo>
                <a:lnTo>
                  <a:pt x="1302743" y="106550"/>
                </a:lnTo>
                <a:lnTo>
                  <a:pt x="1302526" y="105832"/>
                </a:lnTo>
                <a:lnTo>
                  <a:pt x="1302318" y="105107"/>
                </a:lnTo>
                <a:lnTo>
                  <a:pt x="1302119" y="104374"/>
                </a:lnTo>
                <a:lnTo>
                  <a:pt x="1301930" y="103632"/>
                </a:lnTo>
                <a:lnTo>
                  <a:pt x="1301750" y="102883"/>
                </a:lnTo>
                <a:lnTo>
                  <a:pt x="1301579" y="102125"/>
                </a:lnTo>
                <a:lnTo>
                  <a:pt x="1301417" y="101360"/>
                </a:lnTo>
                <a:lnTo>
                  <a:pt x="1301265" y="100587"/>
                </a:lnTo>
                <a:lnTo>
                  <a:pt x="1301122" y="99805"/>
                </a:lnTo>
                <a:lnTo>
                  <a:pt x="1300988" y="99016"/>
                </a:lnTo>
                <a:lnTo>
                  <a:pt x="1300863" y="98219"/>
                </a:lnTo>
                <a:lnTo>
                  <a:pt x="1300748" y="97413"/>
                </a:lnTo>
                <a:lnTo>
                  <a:pt x="1300641" y="96600"/>
                </a:lnTo>
                <a:lnTo>
                  <a:pt x="1300544" y="95778"/>
                </a:lnTo>
                <a:lnTo>
                  <a:pt x="1300456" y="94949"/>
                </a:lnTo>
                <a:lnTo>
                  <a:pt x="1300378" y="94112"/>
                </a:lnTo>
                <a:lnTo>
                  <a:pt x="1300309" y="93266"/>
                </a:lnTo>
                <a:lnTo>
                  <a:pt x="1300249" y="92413"/>
                </a:lnTo>
                <a:lnTo>
                  <a:pt x="1300198" y="91552"/>
                </a:lnTo>
                <a:lnTo>
                  <a:pt x="1300156" y="90682"/>
                </a:lnTo>
                <a:lnTo>
                  <a:pt x="1300124" y="89805"/>
                </a:lnTo>
                <a:lnTo>
                  <a:pt x="1300101" y="88920"/>
                </a:lnTo>
                <a:lnTo>
                  <a:pt x="1300087" y="88026"/>
                </a:lnTo>
                <a:lnTo>
                  <a:pt x="1300082" y="87125"/>
                </a:lnTo>
                <a:lnTo>
                  <a:pt x="1300087" y="86206"/>
                </a:lnTo>
                <a:lnTo>
                  <a:pt x="1300101" y="85296"/>
                </a:lnTo>
                <a:lnTo>
                  <a:pt x="1300124" y="84393"/>
                </a:lnTo>
                <a:lnTo>
                  <a:pt x="1300156" y="83499"/>
                </a:lnTo>
                <a:lnTo>
                  <a:pt x="1300198" y="82613"/>
                </a:lnTo>
                <a:lnTo>
                  <a:pt x="1300249" y="81736"/>
                </a:lnTo>
                <a:lnTo>
                  <a:pt x="1300309" y="80866"/>
                </a:lnTo>
                <a:lnTo>
                  <a:pt x="1300378" y="80005"/>
                </a:lnTo>
                <a:lnTo>
                  <a:pt x="1300456" y="79152"/>
                </a:lnTo>
                <a:lnTo>
                  <a:pt x="1300544" y="78307"/>
                </a:lnTo>
                <a:lnTo>
                  <a:pt x="1300641" y="77470"/>
                </a:lnTo>
                <a:lnTo>
                  <a:pt x="1300748" y="76641"/>
                </a:lnTo>
                <a:lnTo>
                  <a:pt x="1300863" y="75821"/>
                </a:lnTo>
                <a:lnTo>
                  <a:pt x="1300988" y="75009"/>
                </a:lnTo>
                <a:lnTo>
                  <a:pt x="1301122" y="74205"/>
                </a:lnTo>
                <a:lnTo>
                  <a:pt x="1301265" y="73409"/>
                </a:lnTo>
                <a:lnTo>
                  <a:pt x="1301417" y="72621"/>
                </a:lnTo>
                <a:lnTo>
                  <a:pt x="1301579" y="71842"/>
                </a:lnTo>
                <a:lnTo>
                  <a:pt x="1301750" y="71070"/>
                </a:lnTo>
                <a:lnTo>
                  <a:pt x="1301930" y="70307"/>
                </a:lnTo>
                <a:lnTo>
                  <a:pt x="1302119" y="69552"/>
                </a:lnTo>
                <a:lnTo>
                  <a:pt x="1302318" y="68806"/>
                </a:lnTo>
                <a:lnTo>
                  <a:pt x="1302526" y="68067"/>
                </a:lnTo>
                <a:lnTo>
                  <a:pt x="1302743" y="67337"/>
                </a:lnTo>
                <a:lnTo>
                  <a:pt x="1302971" y="66617"/>
                </a:lnTo>
                <a:lnTo>
                  <a:pt x="1303210" y="65910"/>
                </a:lnTo>
                <a:lnTo>
                  <a:pt x="1303461" y="65217"/>
                </a:lnTo>
                <a:lnTo>
                  <a:pt x="1303724" y="64536"/>
                </a:lnTo>
                <a:lnTo>
                  <a:pt x="1303999" y="63868"/>
                </a:lnTo>
                <a:lnTo>
                  <a:pt x="1304286" y="63214"/>
                </a:lnTo>
                <a:lnTo>
                  <a:pt x="1304584" y="62572"/>
                </a:lnTo>
                <a:lnTo>
                  <a:pt x="1304894" y="61943"/>
                </a:lnTo>
                <a:lnTo>
                  <a:pt x="1305216" y="61327"/>
                </a:lnTo>
                <a:lnTo>
                  <a:pt x="1305550" y="60725"/>
                </a:lnTo>
                <a:lnTo>
                  <a:pt x="1305896" y="60135"/>
                </a:lnTo>
                <a:lnTo>
                  <a:pt x="1306253" y="59558"/>
                </a:lnTo>
                <a:lnTo>
                  <a:pt x="1306623" y="58995"/>
                </a:lnTo>
                <a:lnTo>
                  <a:pt x="1307004" y="58444"/>
                </a:lnTo>
                <a:lnTo>
                  <a:pt x="1307397" y="57906"/>
                </a:lnTo>
                <a:lnTo>
                  <a:pt x="1307801" y="57382"/>
                </a:lnTo>
                <a:lnTo>
                  <a:pt x="1308218" y="56870"/>
                </a:lnTo>
                <a:lnTo>
                  <a:pt x="1308646" y="56371"/>
                </a:lnTo>
                <a:lnTo>
                  <a:pt x="1309086" y="55885"/>
                </a:lnTo>
                <a:lnTo>
                  <a:pt x="1309538" y="55413"/>
                </a:lnTo>
                <a:lnTo>
                  <a:pt x="1310002" y="54953"/>
                </a:lnTo>
                <a:lnTo>
                  <a:pt x="1310477" y="54506"/>
                </a:lnTo>
                <a:lnTo>
                  <a:pt x="1310965" y="54073"/>
                </a:lnTo>
                <a:lnTo>
                  <a:pt x="1311464" y="53652"/>
                </a:lnTo>
                <a:lnTo>
                  <a:pt x="1311976" y="53246"/>
                </a:lnTo>
                <a:lnTo>
                  <a:pt x="1312504" y="52858"/>
                </a:lnTo>
                <a:lnTo>
                  <a:pt x="1313046" y="52486"/>
                </a:lnTo>
                <a:lnTo>
                  <a:pt x="1313603" y="52132"/>
                </a:lnTo>
                <a:lnTo>
                  <a:pt x="1314175" y="51796"/>
                </a:lnTo>
                <a:lnTo>
                  <a:pt x="1314762" y="51476"/>
                </a:lnTo>
                <a:lnTo>
                  <a:pt x="1315364" y="51174"/>
                </a:lnTo>
                <a:lnTo>
                  <a:pt x="1315980" y="50889"/>
                </a:lnTo>
                <a:lnTo>
                  <a:pt x="1316612" y="50622"/>
                </a:lnTo>
                <a:lnTo>
                  <a:pt x="1317258" y="50371"/>
                </a:lnTo>
                <a:lnTo>
                  <a:pt x="1317919" y="50138"/>
                </a:lnTo>
                <a:lnTo>
                  <a:pt x="1318596" y="49922"/>
                </a:lnTo>
                <a:lnTo>
                  <a:pt x="1319287" y="49724"/>
                </a:lnTo>
                <a:lnTo>
                  <a:pt x="1319993" y="49542"/>
                </a:lnTo>
                <a:lnTo>
                  <a:pt x="1320713" y="49378"/>
                </a:lnTo>
                <a:lnTo>
                  <a:pt x="1321449" y="49231"/>
                </a:lnTo>
                <a:lnTo>
                  <a:pt x="1322200" y="49102"/>
                </a:lnTo>
                <a:lnTo>
                  <a:pt x="1322965" y="48990"/>
                </a:lnTo>
                <a:lnTo>
                  <a:pt x="1323746" y="48895"/>
                </a:lnTo>
                <a:lnTo>
                  <a:pt x="1324541" y="48817"/>
                </a:lnTo>
                <a:lnTo>
                  <a:pt x="1325351" y="48757"/>
                </a:lnTo>
                <a:lnTo>
                  <a:pt x="1326176" y="48713"/>
                </a:lnTo>
                <a:lnTo>
                  <a:pt x="1327016" y="48688"/>
                </a:lnTo>
                <a:lnTo>
                  <a:pt x="1327871" y="48679"/>
                </a:lnTo>
                <a:lnTo>
                  <a:pt x="1328750" y="48688"/>
                </a:lnTo>
                <a:lnTo>
                  <a:pt x="1329614" y="48713"/>
                </a:lnTo>
                <a:lnTo>
                  <a:pt x="1330464" y="48757"/>
                </a:lnTo>
                <a:lnTo>
                  <a:pt x="1331298" y="48817"/>
                </a:lnTo>
                <a:lnTo>
                  <a:pt x="1332117" y="48895"/>
                </a:lnTo>
                <a:lnTo>
                  <a:pt x="1332921" y="48990"/>
                </a:lnTo>
                <a:lnTo>
                  <a:pt x="1333710" y="49102"/>
                </a:lnTo>
                <a:lnTo>
                  <a:pt x="1334484" y="49231"/>
                </a:lnTo>
                <a:lnTo>
                  <a:pt x="1335243" y="49378"/>
                </a:lnTo>
                <a:lnTo>
                  <a:pt x="1335987" y="49542"/>
                </a:lnTo>
                <a:lnTo>
                  <a:pt x="1336715" y="49724"/>
                </a:lnTo>
                <a:lnTo>
                  <a:pt x="1337429" y="49922"/>
                </a:lnTo>
                <a:lnTo>
                  <a:pt x="1338128" y="50138"/>
                </a:lnTo>
                <a:lnTo>
                  <a:pt x="1338811" y="50371"/>
                </a:lnTo>
                <a:lnTo>
                  <a:pt x="1339480" y="50622"/>
                </a:lnTo>
                <a:lnTo>
                  <a:pt x="1340133" y="50889"/>
                </a:lnTo>
                <a:lnTo>
                  <a:pt x="1340772" y="51174"/>
                </a:lnTo>
                <a:lnTo>
                  <a:pt x="1341395" y="51476"/>
                </a:lnTo>
                <a:lnTo>
                  <a:pt x="1342004" y="51796"/>
                </a:lnTo>
                <a:lnTo>
                  <a:pt x="1342597" y="52132"/>
                </a:lnTo>
                <a:lnTo>
                  <a:pt x="1343175" y="52486"/>
                </a:lnTo>
                <a:lnTo>
                  <a:pt x="1343738" y="52858"/>
                </a:lnTo>
                <a:lnTo>
                  <a:pt x="1344287" y="53246"/>
                </a:lnTo>
                <a:lnTo>
                  <a:pt x="1344820" y="53652"/>
                </a:lnTo>
                <a:lnTo>
                  <a:pt x="1345339" y="54073"/>
                </a:lnTo>
                <a:lnTo>
                  <a:pt x="1345846" y="54506"/>
                </a:lnTo>
                <a:lnTo>
                  <a:pt x="1346341" y="54953"/>
                </a:lnTo>
                <a:lnTo>
                  <a:pt x="1346823" y="55413"/>
                </a:lnTo>
                <a:lnTo>
                  <a:pt x="1347293" y="55885"/>
                </a:lnTo>
                <a:lnTo>
                  <a:pt x="1347751" y="56371"/>
                </a:lnTo>
                <a:lnTo>
                  <a:pt x="1348197" y="56870"/>
                </a:lnTo>
                <a:lnTo>
                  <a:pt x="1348630" y="57382"/>
                </a:lnTo>
                <a:lnTo>
                  <a:pt x="1349051" y="57906"/>
                </a:lnTo>
                <a:lnTo>
                  <a:pt x="1349459" y="58444"/>
                </a:lnTo>
                <a:lnTo>
                  <a:pt x="1349855" y="58995"/>
                </a:lnTo>
                <a:lnTo>
                  <a:pt x="1350239" y="59558"/>
                </a:lnTo>
                <a:lnTo>
                  <a:pt x="1350611" y="60135"/>
                </a:lnTo>
                <a:lnTo>
                  <a:pt x="1350970" y="60725"/>
                </a:lnTo>
                <a:lnTo>
                  <a:pt x="1351317" y="61327"/>
                </a:lnTo>
                <a:lnTo>
                  <a:pt x="1351652" y="61943"/>
                </a:lnTo>
                <a:lnTo>
                  <a:pt x="1351974" y="62572"/>
                </a:lnTo>
                <a:lnTo>
                  <a:pt x="1352284" y="63214"/>
                </a:lnTo>
                <a:lnTo>
                  <a:pt x="1352582" y="63868"/>
                </a:lnTo>
                <a:lnTo>
                  <a:pt x="1352867" y="64536"/>
                </a:lnTo>
                <a:lnTo>
                  <a:pt x="1353140" y="65217"/>
                </a:lnTo>
                <a:lnTo>
                  <a:pt x="1353401" y="65910"/>
                </a:lnTo>
                <a:lnTo>
                  <a:pt x="1353649" y="66617"/>
                </a:lnTo>
                <a:lnTo>
                  <a:pt x="1353885" y="67337"/>
                </a:lnTo>
                <a:lnTo>
                  <a:pt x="1354110" y="68067"/>
                </a:lnTo>
                <a:lnTo>
                  <a:pt x="1354326" y="68806"/>
                </a:lnTo>
                <a:lnTo>
                  <a:pt x="1354532" y="69552"/>
                </a:lnTo>
                <a:lnTo>
                  <a:pt x="1354728" y="70307"/>
                </a:lnTo>
                <a:lnTo>
                  <a:pt x="1354915" y="71070"/>
                </a:lnTo>
                <a:lnTo>
                  <a:pt x="1355092" y="71842"/>
                </a:lnTo>
                <a:lnTo>
                  <a:pt x="1355260" y="72621"/>
                </a:lnTo>
                <a:lnTo>
                  <a:pt x="1355418" y="73409"/>
                </a:lnTo>
                <a:lnTo>
                  <a:pt x="1355567" y="74205"/>
                </a:lnTo>
                <a:lnTo>
                  <a:pt x="1355706" y="75009"/>
                </a:lnTo>
                <a:lnTo>
                  <a:pt x="1355835" y="75821"/>
                </a:lnTo>
                <a:lnTo>
                  <a:pt x="1355955" y="76641"/>
                </a:lnTo>
                <a:lnTo>
                  <a:pt x="1356065" y="77470"/>
                </a:lnTo>
                <a:lnTo>
                  <a:pt x="1356165" y="78307"/>
                </a:lnTo>
                <a:lnTo>
                  <a:pt x="1356256" y="79152"/>
                </a:lnTo>
                <a:lnTo>
                  <a:pt x="1356338" y="80005"/>
                </a:lnTo>
                <a:lnTo>
                  <a:pt x="1356410" y="80866"/>
                </a:lnTo>
                <a:lnTo>
                  <a:pt x="1356472" y="81736"/>
                </a:lnTo>
                <a:lnTo>
                  <a:pt x="1356525" y="82613"/>
                </a:lnTo>
                <a:lnTo>
                  <a:pt x="1356568" y="83499"/>
                </a:lnTo>
                <a:lnTo>
                  <a:pt x="1356601" y="84393"/>
                </a:lnTo>
                <a:lnTo>
                  <a:pt x="1356625" y="85296"/>
                </a:lnTo>
                <a:lnTo>
                  <a:pt x="1356640" y="86206"/>
                </a:lnTo>
                <a:lnTo>
                  <a:pt x="1356644" y="87125"/>
                </a:lnTo>
                <a:lnTo>
                  <a:pt x="1356640" y="88026"/>
                </a:lnTo>
                <a:lnTo>
                  <a:pt x="1356625" y="88920"/>
                </a:lnTo>
                <a:lnTo>
                  <a:pt x="1356601" y="89805"/>
                </a:lnTo>
                <a:lnTo>
                  <a:pt x="1356568" y="90682"/>
                </a:lnTo>
                <a:lnTo>
                  <a:pt x="1356525" y="91552"/>
                </a:lnTo>
                <a:lnTo>
                  <a:pt x="1356472" y="92413"/>
                </a:lnTo>
                <a:lnTo>
                  <a:pt x="1356410" y="93266"/>
                </a:lnTo>
                <a:lnTo>
                  <a:pt x="1356338" y="94112"/>
                </a:lnTo>
                <a:lnTo>
                  <a:pt x="1356256" y="94949"/>
                </a:lnTo>
                <a:lnTo>
                  <a:pt x="1356165" y="95778"/>
                </a:lnTo>
                <a:lnTo>
                  <a:pt x="1356065" y="96600"/>
                </a:lnTo>
                <a:lnTo>
                  <a:pt x="1355955" y="97413"/>
                </a:lnTo>
                <a:lnTo>
                  <a:pt x="1355835" y="98219"/>
                </a:lnTo>
                <a:lnTo>
                  <a:pt x="1355706" y="99016"/>
                </a:lnTo>
                <a:lnTo>
                  <a:pt x="1355567" y="99805"/>
                </a:lnTo>
                <a:lnTo>
                  <a:pt x="1355418" y="100587"/>
                </a:lnTo>
                <a:lnTo>
                  <a:pt x="1355260" y="101360"/>
                </a:lnTo>
                <a:lnTo>
                  <a:pt x="1355092" y="102125"/>
                </a:lnTo>
                <a:lnTo>
                  <a:pt x="1354915" y="102883"/>
                </a:lnTo>
                <a:lnTo>
                  <a:pt x="1354728" y="103632"/>
                </a:lnTo>
                <a:lnTo>
                  <a:pt x="1354532" y="104374"/>
                </a:lnTo>
                <a:lnTo>
                  <a:pt x="1354326" y="105107"/>
                </a:lnTo>
                <a:lnTo>
                  <a:pt x="1354110" y="105832"/>
                </a:lnTo>
                <a:lnTo>
                  <a:pt x="1353885" y="106550"/>
                </a:lnTo>
                <a:lnTo>
                  <a:pt x="1353649" y="107257"/>
                </a:lnTo>
                <a:lnTo>
                  <a:pt x="1353401" y="107951"/>
                </a:lnTo>
                <a:lnTo>
                  <a:pt x="1353140" y="108632"/>
                </a:lnTo>
                <a:lnTo>
                  <a:pt x="1352867" y="109301"/>
                </a:lnTo>
                <a:lnTo>
                  <a:pt x="1352582" y="109957"/>
                </a:lnTo>
                <a:lnTo>
                  <a:pt x="1352284" y="110599"/>
                </a:lnTo>
                <a:lnTo>
                  <a:pt x="1351974" y="111230"/>
                </a:lnTo>
                <a:lnTo>
                  <a:pt x="1351652" y="111847"/>
                </a:lnTo>
                <a:lnTo>
                  <a:pt x="1351317" y="112451"/>
                </a:lnTo>
                <a:lnTo>
                  <a:pt x="1350970" y="113043"/>
                </a:lnTo>
                <a:lnTo>
                  <a:pt x="1350611" y="113622"/>
                </a:lnTo>
                <a:lnTo>
                  <a:pt x="1350239" y="114188"/>
                </a:lnTo>
                <a:lnTo>
                  <a:pt x="1349855" y="114741"/>
                </a:lnTo>
                <a:lnTo>
                  <a:pt x="1349459" y="115282"/>
                </a:lnTo>
                <a:lnTo>
                  <a:pt x="1349051" y="115809"/>
                </a:lnTo>
                <a:lnTo>
                  <a:pt x="1348630" y="116324"/>
                </a:lnTo>
                <a:lnTo>
                  <a:pt x="1348197" y="116826"/>
                </a:lnTo>
                <a:lnTo>
                  <a:pt x="1347751" y="117316"/>
                </a:lnTo>
                <a:lnTo>
                  <a:pt x="1347293" y="117792"/>
                </a:lnTo>
                <a:lnTo>
                  <a:pt x="1346823" y="118256"/>
                </a:lnTo>
                <a:lnTo>
                  <a:pt x="1346341" y="118706"/>
                </a:lnTo>
                <a:lnTo>
                  <a:pt x="1345846" y="119144"/>
                </a:lnTo>
                <a:lnTo>
                  <a:pt x="1345339" y="119570"/>
                </a:lnTo>
                <a:lnTo>
                  <a:pt x="1344820" y="119982"/>
                </a:lnTo>
                <a:lnTo>
                  <a:pt x="1344287" y="120379"/>
                </a:lnTo>
                <a:lnTo>
                  <a:pt x="1343738" y="120760"/>
                </a:lnTo>
                <a:lnTo>
                  <a:pt x="1343175" y="121123"/>
                </a:lnTo>
                <a:lnTo>
                  <a:pt x="1342597" y="121470"/>
                </a:lnTo>
                <a:lnTo>
                  <a:pt x="1342004" y="121799"/>
                </a:lnTo>
                <a:lnTo>
                  <a:pt x="1341395" y="122112"/>
                </a:lnTo>
                <a:lnTo>
                  <a:pt x="1340772" y="122408"/>
                </a:lnTo>
                <a:lnTo>
                  <a:pt x="1340133" y="122687"/>
                </a:lnTo>
                <a:lnTo>
                  <a:pt x="1339480" y="122949"/>
                </a:lnTo>
                <a:lnTo>
                  <a:pt x="1338811" y="123194"/>
                </a:lnTo>
                <a:lnTo>
                  <a:pt x="1338128" y="123422"/>
                </a:lnTo>
                <a:lnTo>
                  <a:pt x="1337429" y="123633"/>
                </a:lnTo>
                <a:lnTo>
                  <a:pt x="1336715" y="123828"/>
                </a:lnTo>
                <a:lnTo>
                  <a:pt x="1335987" y="124005"/>
                </a:lnTo>
                <a:lnTo>
                  <a:pt x="1335243" y="124166"/>
                </a:lnTo>
                <a:lnTo>
                  <a:pt x="1334484" y="124310"/>
                </a:lnTo>
                <a:lnTo>
                  <a:pt x="1333710" y="124436"/>
                </a:lnTo>
                <a:lnTo>
                  <a:pt x="1332921" y="124546"/>
                </a:lnTo>
                <a:lnTo>
                  <a:pt x="1332117" y="124639"/>
                </a:lnTo>
                <a:lnTo>
                  <a:pt x="1331298" y="124715"/>
                </a:lnTo>
                <a:lnTo>
                  <a:pt x="1330464" y="124774"/>
                </a:lnTo>
                <a:lnTo>
                  <a:pt x="1329614" y="124817"/>
                </a:lnTo>
                <a:lnTo>
                  <a:pt x="1328750" y="124842"/>
                </a:lnTo>
                <a:lnTo>
                  <a:pt x="1327871" y="124850"/>
                </a:lnTo>
                <a:lnTo>
                  <a:pt x="1327016" y="124842"/>
                </a:lnTo>
                <a:lnTo>
                  <a:pt x="1326176" y="124817"/>
                </a:lnTo>
                <a:lnTo>
                  <a:pt x="1325351" y="124774"/>
                </a:lnTo>
                <a:lnTo>
                  <a:pt x="1324541" y="124715"/>
                </a:lnTo>
                <a:lnTo>
                  <a:pt x="1323746" y="124639"/>
                </a:lnTo>
                <a:close/>
                <a:moveTo>
                  <a:pt x="1510762" y="137778"/>
                </a:moveTo>
                <a:lnTo>
                  <a:pt x="1511710" y="137699"/>
                </a:lnTo>
                <a:lnTo>
                  <a:pt x="1512647" y="137606"/>
                </a:lnTo>
                <a:lnTo>
                  <a:pt x="1513572" y="137499"/>
                </a:lnTo>
                <a:lnTo>
                  <a:pt x="1514486" y="137378"/>
                </a:lnTo>
                <a:lnTo>
                  <a:pt x="1515389" y="137242"/>
                </a:lnTo>
                <a:lnTo>
                  <a:pt x="1516281" y="137092"/>
                </a:lnTo>
                <a:lnTo>
                  <a:pt x="1517161" y="136928"/>
                </a:lnTo>
                <a:lnTo>
                  <a:pt x="1518030" y="136749"/>
                </a:lnTo>
                <a:lnTo>
                  <a:pt x="1518887" y="136556"/>
                </a:lnTo>
                <a:lnTo>
                  <a:pt x="1519734" y="136349"/>
                </a:lnTo>
                <a:lnTo>
                  <a:pt x="1520569" y="136128"/>
                </a:lnTo>
                <a:lnTo>
                  <a:pt x="1521392" y="135892"/>
                </a:lnTo>
                <a:lnTo>
                  <a:pt x="1522205" y="135642"/>
                </a:lnTo>
                <a:lnTo>
                  <a:pt x="1523006" y="135378"/>
                </a:lnTo>
                <a:lnTo>
                  <a:pt x="1523796" y="135099"/>
                </a:lnTo>
                <a:lnTo>
                  <a:pt x="1524574" y="134806"/>
                </a:lnTo>
                <a:lnTo>
                  <a:pt x="1525342" y="134499"/>
                </a:lnTo>
                <a:lnTo>
                  <a:pt x="1526098" y="134178"/>
                </a:lnTo>
                <a:lnTo>
                  <a:pt x="1526842" y="133842"/>
                </a:lnTo>
                <a:lnTo>
                  <a:pt x="1527575" y="133493"/>
                </a:lnTo>
                <a:lnTo>
                  <a:pt x="1528293" y="133132"/>
                </a:lnTo>
                <a:lnTo>
                  <a:pt x="1528998" y="132759"/>
                </a:lnTo>
                <a:lnTo>
                  <a:pt x="1529689" y="132374"/>
                </a:lnTo>
                <a:lnTo>
                  <a:pt x="1530367" y="131977"/>
                </a:lnTo>
                <a:lnTo>
                  <a:pt x="1531030" y="131568"/>
                </a:lnTo>
                <a:lnTo>
                  <a:pt x="1531680" y="131147"/>
                </a:lnTo>
                <a:lnTo>
                  <a:pt x="1532317" y="130714"/>
                </a:lnTo>
                <a:lnTo>
                  <a:pt x="1532939" y="130269"/>
                </a:lnTo>
                <a:lnTo>
                  <a:pt x="1533549" y="129811"/>
                </a:lnTo>
                <a:lnTo>
                  <a:pt x="1534144" y="129342"/>
                </a:lnTo>
                <a:lnTo>
                  <a:pt x="1534726" y="128861"/>
                </a:lnTo>
                <a:lnTo>
                  <a:pt x="1535294" y="128368"/>
                </a:lnTo>
                <a:lnTo>
                  <a:pt x="1535848" y="127863"/>
                </a:lnTo>
                <a:lnTo>
                  <a:pt x="1536388" y="127346"/>
                </a:lnTo>
                <a:lnTo>
                  <a:pt x="1536915" y="126817"/>
                </a:lnTo>
                <a:lnTo>
                  <a:pt x="1537429" y="126276"/>
                </a:lnTo>
                <a:lnTo>
                  <a:pt x="1537928" y="125723"/>
                </a:lnTo>
                <a:lnTo>
                  <a:pt x="1538414" y="125158"/>
                </a:lnTo>
                <a:lnTo>
                  <a:pt x="1538886" y="124581"/>
                </a:lnTo>
                <a:lnTo>
                  <a:pt x="1539345" y="123992"/>
                </a:lnTo>
                <a:lnTo>
                  <a:pt x="1539789" y="123391"/>
                </a:lnTo>
                <a:lnTo>
                  <a:pt x="1540221" y="122778"/>
                </a:lnTo>
                <a:lnTo>
                  <a:pt x="1540638" y="122153"/>
                </a:lnTo>
                <a:lnTo>
                  <a:pt x="1541040" y="121517"/>
                </a:lnTo>
                <a:lnTo>
                  <a:pt x="1541427" y="120871"/>
                </a:lnTo>
                <a:lnTo>
                  <a:pt x="1541797" y="120215"/>
                </a:lnTo>
                <a:lnTo>
                  <a:pt x="1542152" y="119548"/>
                </a:lnTo>
                <a:lnTo>
                  <a:pt x="1542490" y="118872"/>
                </a:lnTo>
                <a:lnTo>
                  <a:pt x="1542812" y="118186"/>
                </a:lnTo>
                <a:lnTo>
                  <a:pt x="1543118" y="117490"/>
                </a:lnTo>
                <a:lnTo>
                  <a:pt x="1543408" y="116783"/>
                </a:lnTo>
                <a:lnTo>
                  <a:pt x="1543682" y="116067"/>
                </a:lnTo>
                <a:lnTo>
                  <a:pt x="1543940" y="115340"/>
                </a:lnTo>
                <a:lnTo>
                  <a:pt x="1544181" y="114604"/>
                </a:lnTo>
                <a:lnTo>
                  <a:pt x="1544407" y="113857"/>
                </a:lnTo>
                <a:lnTo>
                  <a:pt x="1544617" y="113100"/>
                </a:lnTo>
                <a:lnTo>
                  <a:pt x="1544810" y="112334"/>
                </a:lnTo>
                <a:lnTo>
                  <a:pt x="1544988" y="111557"/>
                </a:lnTo>
                <a:lnTo>
                  <a:pt x="1545149" y="110770"/>
                </a:lnTo>
                <a:lnTo>
                  <a:pt x="1545294" y="109973"/>
                </a:lnTo>
                <a:lnTo>
                  <a:pt x="1545423" y="109166"/>
                </a:lnTo>
                <a:lnTo>
                  <a:pt x="1545536" y="108349"/>
                </a:lnTo>
                <a:lnTo>
                  <a:pt x="1545633" y="107522"/>
                </a:lnTo>
                <a:lnTo>
                  <a:pt x="1545714" y="106685"/>
                </a:lnTo>
                <a:lnTo>
                  <a:pt x="1545779" y="105838"/>
                </a:lnTo>
                <a:lnTo>
                  <a:pt x="1545828" y="104981"/>
                </a:lnTo>
                <a:lnTo>
                  <a:pt x="1545861" y="104114"/>
                </a:lnTo>
                <a:lnTo>
                  <a:pt x="1529601" y="104114"/>
                </a:lnTo>
                <a:lnTo>
                  <a:pt x="1529567" y="104960"/>
                </a:lnTo>
                <a:lnTo>
                  <a:pt x="1529511" y="105790"/>
                </a:lnTo>
                <a:lnTo>
                  <a:pt x="1529435" y="106602"/>
                </a:lnTo>
                <a:lnTo>
                  <a:pt x="1529339" y="107398"/>
                </a:lnTo>
                <a:lnTo>
                  <a:pt x="1529222" y="108178"/>
                </a:lnTo>
                <a:lnTo>
                  <a:pt x="1529084" y="108940"/>
                </a:lnTo>
                <a:lnTo>
                  <a:pt x="1528926" y="109686"/>
                </a:lnTo>
                <a:lnTo>
                  <a:pt x="1528747" y="110415"/>
                </a:lnTo>
                <a:lnTo>
                  <a:pt x="1528548" y="111127"/>
                </a:lnTo>
                <a:lnTo>
                  <a:pt x="1528329" y="111823"/>
                </a:lnTo>
                <a:lnTo>
                  <a:pt x="1528088" y="112502"/>
                </a:lnTo>
                <a:lnTo>
                  <a:pt x="1527828" y="113164"/>
                </a:lnTo>
                <a:lnTo>
                  <a:pt x="1527546" y="113810"/>
                </a:lnTo>
                <a:lnTo>
                  <a:pt x="1527245" y="114438"/>
                </a:lnTo>
                <a:lnTo>
                  <a:pt x="1526922" y="115051"/>
                </a:lnTo>
                <a:lnTo>
                  <a:pt x="1526580" y="115646"/>
                </a:lnTo>
                <a:lnTo>
                  <a:pt x="1526216" y="116224"/>
                </a:lnTo>
                <a:lnTo>
                  <a:pt x="1525832" y="116786"/>
                </a:lnTo>
                <a:lnTo>
                  <a:pt x="1525428" y="117331"/>
                </a:lnTo>
                <a:lnTo>
                  <a:pt x="1525003" y="117860"/>
                </a:lnTo>
                <a:lnTo>
                  <a:pt x="1524557" y="118372"/>
                </a:lnTo>
                <a:lnTo>
                  <a:pt x="1524091" y="118867"/>
                </a:lnTo>
                <a:lnTo>
                  <a:pt x="1523605" y="119345"/>
                </a:lnTo>
                <a:lnTo>
                  <a:pt x="1523098" y="119806"/>
                </a:lnTo>
                <a:lnTo>
                  <a:pt x="1522572" y="120250"/>
                </a:lnTo>
                <a:lnTo>
                  <a:pt x="1522030" y="120675"/>
                </a:lnTo>
                <a:lnTo>
                  <a:pt x="1521470" y="121081"/>
                </a:lnTo>
                <a:lnTo>
                  <a:pt x="1520894" y="121468"/>
                </a:lnTo>
                <a:lnTo>
                  <a:pt x="1520302" y="121836"/>
                </a:lnTo>
                <a:lnTo>
                  <a:pt x="1519692" y="122186"/>
                </a:lnTo>
                <a:lnTo>
                  <a:pt x="1519066" y="122516"/>
                </a:lnTo>
                <a:lnTo>
                  <a:pt x="1518423" y="122828"/>
                </a:lnTo>
                <a:lnTo>
                  <a:pt x="1517763" y="123120"/>
                </a:lnTo>
                <a:lnTo>
                  <a:pt x="1517086" y="123394"/>
                </a:lnTo>
                <a:lnTo>
                  <a:pt x="1516393" y="123649"/>
                </a:lnTo>
                <a:lnTo>
                  <a:pt x="1515683" y="123885"/>
                </a:lnTo>
                <a:lnTo>
                  <a:pt x="1514956" y="124102"/>
                </a:lnTo>
                <a:lnTo>
                  <a:pt x="1514212" y="124300"/>
                </a:lnTo>
                <a:lnTo>
                  <a:pt x="1513452" y="124480"/>
                </a:lnTo>
                <a:lnTo>
                  <a:pt x="1512674" y="124640"/>
                </a:lnTo>
                <a:lnTo>
                  <a:pt x="1511880" y="124782"/>
                </a:lnTo>
                <a:lnTo>
                  <a:pt x="1511070" y="124905"/>
                </a:lnTo>
                <a:lnTo>
                  <a:pt x="1510242" y="125009"/>
                </a:lnTo>
                <a:lnTo>
                  <a:pt x="1509398" y="125094"/>
                </a:lnTo>
                <a:lnTo>
                  <a:pt x="1508537" y="125160"/>
                </a:lnTo>
                <a:lnTo>
                  <a:pt x="1507659" y="125207"/>
                </a:lnTo>
                <a:lnTo>
                  <a:pt x="1506765" y="125235"/>
                </a:lnTo>
                <a:lnTo>
                  <a:pt x="1505853" y="125245"/>
                </a:lnTo>
                <a:lnTo>
                  <a:pt x="1504998" y="125236"/>
                </a:lnTo>
                <a:lnTo>
                  <a:pt x="1504157" y="125210"/>
                </a:lnTo>
                <a:lnTo>
                  <a:pt x="1503330" y="125168"/>
                </a:lnTo>
                <a:lnTo>
                  <a:pt x="1502517" y="125108"/>
                </a:lnTo>
                <a:lnTo>
                  <a:pt x="1501717" y="125031"/>
                </a:lnTo>
                <a:lnTo>
                  <a:pt x="1500932" y="124936"/>
                </a:lnTo>
                <a:lnTo>
                  <a:pt x="1500161" y="124825"/>
                </a:lnTo>
                <a:lnTo>
                  <a:pt x="1499404" y="124696"/>
                </a:lnTo>
                <a:lnTo>
                  <a:pt x="1498661" y="124551"/>
                </a:lnTo>
                <a:lnTo>
                  <a:pt x="1497932" y="124388"/>
                </a:lnTo>
                <a:lnTo>
                  <a:pt x="1497217" y="124208"/>
                </a:lnTo>
                <a:lnTo>
                  <a:pt x="1496517" y="124011"/>
                </a:lnTo>
                <a:lnTo>
                  <a:pt x="1495830" y="123797"/>
                </a:lnTo>
                <a:lnTo>
                  <a:pt x="1495157" y="123566"/>
                </a:lnTo>
                <a:lnTo>
                  <a:pt x="1494498" y="123318"/>
                </a:lnTo>
                <a:lnTo>
                  <a:pt x="1493853" y="123052"/>
                </a:lnTo>
                <a:lnTo>
                  <a:pt x="1493222" y="122769"/>
                </a:lnTo>
                <a:lnTo>
                  <a:pt x="1492606" y="122470"/>
                </a:lnTo>
                <a:lnTo>
                  <a:pt x="1492003" y="122153"/>
                </a:lnTo>
                <a:lnTo>
                  <a:pt x="1491414" y="121819"/>
                </a:lnTo>
                <a:lnTo>
                  <a:pt x="1490840" y="121468"/>
                </a:lnTo>
                <a:lnTo>
                  <a:pt x="1490279" y="121099"/>
                </a:lnTo>
                <a:lnTo>
                  <a:pt x="1489733" y="120714"/>
                </a:lnTo>
                <a:lnTo>
                  <a:pt x="1489200" y="120311"/>
                </a:lnTo>
                <a:lnTo>
                  <a:pt x="1488680" y="119895"/>
                </a:lnTo>
                <a:lnTo>
                  <a:pt x="1488172" y="119467"/>
                </a:lnTo>
                <a:lnTo>
                  <a:pt x="1487676" y="119028"/>
                </a:lnTo>
                <a:lnTo>
                  <a:pt x="1487192" y="118577"/>
                </a:lnTo>
                <a:lnTo>
                  <a:pt x="1486720" y="118115"/>
                </a:lnTo>
                <a:lnTo>
                  <a:pt x="1486259" y="117643"/>
                </a:lnTo>
                <a:lnTo>
                  <a:pt x="1485810" y="117158"/>
                </a:lnTo>
                <a:lnTo>
                  <a:pt x="1485373" y="116663"/>
                </a:lnTo>
                <a:lnTo>
                  <a:pt x="1484948" y="116156"/>
                </a:lnTo>
                <a:lnTo>
                  <a:pt x="1484535" y="115639"/>
                </a:lnTo>
                <a:lnTo>
                  <a:pt x="1484133" y="115110"/>
                </a:lnTo>
                <a:lnTo>
                  <a:pt x="1483743" y="114569"/>
                </a:lnTo>
                <a:lnTo>
                  <a:pt x="1483365" y="114018"/>
                </a:lnTo>
                <a:lnTo>
                  <a:pt x="1482999" y="113455"/>
                </a:lnTo>
                <a:lnTo>
                  <a:pt x="1482645" y="112881"/>
                </a:lnTo>
                <a:lnTo>
                  <a:pt x="1482302" y="112295"/>
                </a:lnTo>
                <a:lnTo>
                  <a:pt x="1481971" y="111699"/>
                </a:lnTo>
                <a:lnTo>
                  <a:pt x="1481652" y="111091"/>
                </a:lnTo>
                <a:lnTo>
                  <a:pt x="1481345" y="110472"/>
                </a:lnTo>
                <a:lnTo>
                  <a:pt x="1481050" y="109842"/>
                </a:lnTo>
                <a:lnTo>
                  <a:pt x="1480766" y="109201"/>
                </a:lnTo>
                <a:lnTo>
                  <a:pt x="1480495" y="108548"/>
                </a:lnTo>
                <a:lnTo>
                  <a:pt x="1480235" y="107884"/>
                </a:lnTo>
                <a:lnTo>
                  <a:pt x="1479986" y="107209"/>
                </a:lnTo>
                <a:lnTo>
                  <a:pt x="1479749" y="106525"/>
                </a:lnTo>
                <a:lnTo>
                  <a:pt x="1479521" y="105836"/>
                </a:lnTo>
                <a:lnTo>
                  <a:pt x="1479304" y="105141"/>
                </a:lnTo>
                <a:lnTo>
                  <a:pt x="1479095" y="104441"/>
                </a:lnTo>
                <a:lnTo>
                  <a:pt x="1478897" y="103736"/>
                </a:lnTo>
                <a:lnTo>
                  <a:pt x="1478709" y="103024"/>
                </a:lnTo>
                <a:lnTo>
                  <a:pt x="1478530" y="102308"/>
                </a:lnTo>
                <a:lnTo>
                  <a:pt x="1478361" y="101585"/>
                </a:lnTo>
                <a:lnTo>
                  <a:pt x="1478201" y="100858"/>
                </a:lnTo>
                <a:lnTo>
                  <a:pt x="1478052" y="100124"/>
                </a:lnTo>
                <a:lnTo>
                  <a:pt x="1477912" y="99385"/>
                </a:lnTo>
                <a:lnTo>
                  <a:pt x="1477782" y="98641"/>
                </a:lnTo>
                <a:lnTo>
                  <a:pt x="1477661" y="97891"/>
                </a:lnTo>
                <a:lnTo>
                  <a:pt x="1477551" y="97136"/>
                </a:lnTo>
                <a:lnTo>
                  <a:pt x="1477450" y="96375"/>
                </a:lnTo>
                <a:lnTo>
                  <a:pt x="1477359" y="95608"/>
                </a:lnTo>
                <a:lnTo>
                  <a:pt x="1477277" y="94836"/>
                </a:lnTo>
                <a:lnTo>
                  <a:pt x="1477206" y="94059"/>
                </a:lnTo>
                <a:lnTo>
                  <a:pt x="1477144" y="93276"/>
                </a:lnTo>
                <a:lnTo>
                  <a:pt x="1477092" y="92487"/>
                </a:lnTo>
                <a:lnTo>
                  <a:pt x="1477049" y="91693"/>
                </a:lnTo>
                <a:lnTo>
                  <a:pt x="1477017" y="90893"/>
                </a:lnTo>
                <a:lnTo>
                  <a:pt x="1476994" y="90088"/>
                </a:lnTo>
                <a:lnTo>
                  <a:pt x="1476981" y="89277"/>
                </a:lnTo>
                <a:lnTo>
                  <a:pt x="1545368" y="89277"/>
                </a:lnTo>
                <a:lnTo>
                  <a:pt x="1545384" y="89199"/>
                </a:lnTo>
                <a:lnTo>
                  <a:pt x="1545400" y="89117"/>
                </a:lnTo>
                <a:lnTo>
                  <a:pt x="1545416" y="89031"/>
                </a:lnTo>
                <a:lnTo>
                  <a:pt x="1545431" y="88941"/>
                </a:lnTo>
                <a:lnTo>
                  <a:pt x="1545446" y="88847"/>
                </a:lnTo>
                <a:lnTo>
                  <a:pt x="1545460" y="88749"/>
                </a:lnTo>
                <a:lnTo>
                  <a:pt x="1545474" y="88647"/>
                </a:lnTo>
                <a:lnTo>
                  <a:pt x="1545488" y="88540"/>
                </a:lnTo>
                <a:lnTo>
                  <a:pt x="1545502" y="88430"/>
                </a:lnTo>
                <a:lnTo>
                  <a:pt x="1545515" y="88316"/>
                </a:lnTo>
                <a:lnTo>
                  <a:pt x="1545528" y="88197"/>
                </a:lnTo>
                <a:lnTo>
                  <a:pt x="1545540" y="88075"/>
                </a:lnTo>
                <a:lnTo>
                  <a:pt x="1545552" y="87948"/>
                </a:lnTo>
                <a:lnTo>
                  <a:pt x="1545564" y="87818"/>
                </a:lnTo>
                <a:lnTo>
                  <a:pt x="1545576" y="87683"/>
                </a:lnTo>
                <a:lnTo>
                  <a:pt x="1545587" y="87545"/>
                </a:lnTo>
                <a:lnTo>
                  <a:pt x="1545598" y="87402"/>
                </a:lnTo>
                <a:lnTo>
                  <a:pt x="1545608" y="87255"/>
                </a:lnTo>
                <a:lnTo>
                  <a:pt x="1545618" y="87105"/>
                </a:lnTo>
                <a:lnTo>
                  <a:pt x="1545628" y="86950"/>
                </a:lnTo>
                <a:lnTo>
                  <a:pt x="1545637" y="86791"/>
                </a:lnTo>
                <a:lnTo>
                  <a:pt x="1545646" y="86628"/>
                </a:lnTo>
                <a:lnTo>
                  <a:pt x="1545655" y="86461"/>
                </a:lnTo>
                <a:lnTo>
                  <a:pt x="1545663" y="86290"/>
                </a:lnTo>
                <a:lnTo>
                  <a:pt x="1545672" y="86118"/>
                </a:lnTo>
                <a:lnTo>
                  <a:pt x="1545679" y="85948"/>
                </a:lnTo>
                <a:lnTo>
                  <a:pt x="1545687" y="85780"/>
                </a:lnTo>
                <a:lnTo>
                  <a:pt x="1545694" y="85613"/>
                </a:lnTo>
                <a:lnTo>
                  <a:pt x="1545700" y="85449"/>
                </a:lnTo>
                <a:lnTo>
                  <a:pt x="1545707" y="85286"/>
                </a:lnTo>
                <a:lnTo>
                  <a:pt x="1545713" y="85125"/>
                </a:lnTo>
                <a:lnTo>
                  <a:pt x="1545718" y="84967"/>
                </a:lnTo>
                <a:lnTo>
                  <a:pt x="1545724" y="84810"/>
                </a:lnTo>
                <a:lnTo>
                  <a:pt x="1545729" y="84655"/>
                </a:lnTo>
                <a:lnTo>
                  <a:pt x="1545733" y="84502"/>
                </a:lnTo>
                <a:lnTo>
                  <a:pt x="1545737" y="84351"/>
                </a:lnTo>
                <a:lnTo>
                  <a:pt x="1545741" y="84202"/>
                </a:lnTo>
                <a:lnTo>
                  <a:pt x="1545745" y="84055"/>
                </a:lnTo>
                <a:lnTo>
                  <a:pt x="1545748" y="83910"/>
                </a:lnTo>
                <a:lnTo>
                  <a:pt x="1545751" y="83767"/>
                </a:lnTo>
                <a:lnTo>
                  <a:pt x="1545754" y="83625"/>
                </a:lnTo>
                <a:lnTo>
                  <a:pt x="1545756" y="83486"/>
                </a:lnTo>
                <a:lnTo>
                  <a:pt x="1545758" y="83349"/>
                </a:lnTo>
                <a:lnTo>
                  <a:pt x="1545759" y="83213"/>
                </a:lnTo>
                <a:lnTo>
                  <a:pt x="1545761" y="83080"/>
                </a:lnTo>
                <a:lnTo>
                  <a:pt x="1545761" y="82948"/>
                </a:lnTo>
                <a:lnTo>
                  <a:pt x="1545762" y="82818"/>
                </a:lnTo>
                <a:lnTo>
                  <a:pt x="1545762" y="82691"/>
                </a:lnTo>
                <a:lnTo>
                  <a:pt x="1545743" y="80809"/>
                </a:lnTo>
                <a:lnTo>
                  <a:pt x="1545685" y="78965"/>
                </a:lnTo>
                <a:lnTo>
                  <a:pt x="1545588" y="77157"/>
                </a:lnTo>
                <a:lnTo>
                  <a:pt x="1545453" y="75386"/>
                </a:lnTo>
                <a:lnTo>
                  <a:pt x="1545279" y="73653"/>
                </a:lnTo>
                <a:lnTo>
                  <a:pt x="1545066" y="71956"/>
                </a:lnTo>
                <a:lnTo>
                  <a:pt x="1544815" y="70296"/>
                </a:lnTo>
                <a:lnTo>
                  <a:pt x="1544525" y="68673"/>
                </a:lnTo>
                <a:lnTo>
                  <a:pt x="1544196" y="67087"/>
                </a:lnTo>
                <a:lnTo>
                  <a:pt x="1543829" y="65538"/>
                </a:lnTo>
                <a:lnTo>
                  <a:pt x="1543423" y="64027"/>
                </a:lnTo>
                <a:lnTo>
                  <a:pt x="1542978" y="62551"/>
                </a:lnTo>
                <a:lnTo>
                  <a:pt x="1542495" y="61113"/>
                </a:lnTo>
                <a:lnTo>
                  <a:pt x="1541973" y="59712"/>
                </a:lnTo>
                <a:lnTo>
                  <a:pt x="1541412" y="58348"/>
                </a:lnTo>
                <a:lnTo>
                  <a:pt x="1540813" y="57021"/>
                </a:lnTo>
                <a:lnTo>
                  <a:pt x="1540175" y="55731"/>
                </a:lnTo>
                <a:lnTo>
                  <a:pt x="1539499" y="54477"/>
                </a:lnTo>
                <a:lnTo>
                  <a:pt x="1538783" y="53261"/>
                </a:lnTo>
                <a:lnTo>
                  <a:pt x="1538029" y="52082"/>
                </a:lnTo>
                <a:lnTo>
                  <a:pt x="1537237" y="50939"/>
                </a:lnTo>
                <a:lnTo>
                  <a:pt x="1536406" y="49834"/>
                </a:lnTo>
                <a:lnTo>
                  <a:pt x="1535536" y="48765"/>
                </a:lnTo>
                <a:lnTo>
                  <a:pt x="1534627" y="47733"/>
                </a:lnTo>
                <a:lnTo>
                  <a:pt x="1533684" y="46741"/>
                </a:lnTo>
                <a:lnTo>
                  <a:pt x="1532712" y="45791"/>
                </a:lnTo>
                <a:lnTo>
                  <a:pt x="1531711" y="44883"/>
                </a:lnTo>
                <a:lnTo>
                  <a:pt x="1530680" y="44018"/>
                </a:lnTo>
                <a:lnTo>
                  <a:pt x="1529620" y="43194"/>
                </a:lnTo>
                <a:lnTo>
                  <a:pt x="1528530" y="42413"/>
                </a:lnTo>
                <a:lnTo>
                  <a:pt x="1527411" y="41674"/>
                </a:lnTo>
                <a:lnTo>
                  <a:pt x="1526262" y="40978"/>
                </a:lnTo>
                <a:lnTo>
                  <a:pt x="1525084" y="40323"/>
                </a:lnTo>
                <a:lnTo>
                  <a:pt x="1523877" y="39711"/>
                </a:lnTo>
                <a:lnTo>
                  <a:pt x="1522640" y="39141"/>
                </a:lnTo>
                <a:lnTo>
                  <a:pt x="1521373" y="38613"/>
                </a:lnTo>
                <a:lnTo>
                  <a:pt x="1520078" y="38128"/>
                </a:lnTo>
                <a:lnTo>
                  <a:pt x="1518752" y="37684"/>
                </a:lnTo>
                <a:lnTo>
                  <a:pt x="1517398" y="37283"/>
                </a:lnTo>
                <a:lnTo>
                  <a:pt x="1516014" y="36924"/>
                </a:lnTo>
                <a:lnTo>
                  <a:pt x="1514600" y="36608"/>
                </a:lnTo>
                <a:lnTo>
                  <a:pt x="1513158" y="36333"/>
                </a:lnTo>
                <a:lnTo>
                  <a:pt x="1511685" y="36101"/>
                </a:lnTo>
                <a:lnTo>
                  <a:pt x="1510184" y="35911"/>
                </a:lnTo>
                <a:lnTo>
                  <a:pt x="1508652" y="35763"/>
                </a:lnTo>
                <a:lnTo>
                  <a:pt x="1507092" y="35657"/>
                </a:lnTo>
                <a:lnTo>
                  <a:pt x="1505502" y="35594"/>
                </a:lnTo>
                <a:lnTo>
                  <a:pt x="1503882" y="35573"/>
                </a:lnTo>
                <a:lnTo>
                  <a:pt x="1502660" y="35584"/>
                </a:lnTo>
                <a:lnTo>
                  <a:pt x="1501455" y="35618"/>
                </a:lnTo>
                <a:lnTo>
                  <a:pt x="1500268" y="35674"/>
                </a:lnTo>
                <a:lnTo>
                  <a:pt x="1499099" y="35753"/>
                </a:lnTo>
                <a:lnTo>
                  <a:pt x="1497948" y="35855"/>
                </a:lnTo>
                <a:lnTo>
                  <a:pt x="1496815" y="35979"/>
                </a:lnTo>
                <a:lnTo>
                  <a:pt x="1495700" y="36125"/>
                </a:lnTo>
                <a:lnTo>
                  <a:pt x="1494603" y="36295"/>
                </a:lnTo>
                <a:lnTo>
                  <a:pt x="1493524" y="36486"/>
                </a:lnTo>
                <a:lnTo>
                  <a:pt x="1492463" y="36701"/>
                </a:lnTo>
                <a:lnTo>
                  <a:pt x="1491420" y="36937"/>
                </a:lnTo>
                <a:lnTo>
                  <a:pt x="1490395" y="37197"/>
                </a:lnTo>
                <a:lnTo>
                  <a:pt x="1489388" y="37478"/>
                </a:lnTo>
                <a:lnTo>
                  <a:pt x="1488398" y="37783"/>
                </a:lnTo>
                <a:lnTo>
                  <a:pt x="1487427" y="38110"/>
                </a:lnTo>
                <a:lnTo>
                  <a:pt x="1486474" y="38459"/>
                </a:lnTo>
                <a:lnTo>
                  <a:pt x="1485538" y="38832"/>
                </a:lnTo>
                <a:lnTo>
                  <a:pt x="1484621" y="39226"/>
                </a:lnTo>
                <a:lnTo>
                  <a:pt x="1483721" y="39643"/>
                </a:lnTo>
                <a:lnTo>
                  <a:pt x="1482840" y="40083"/>
                </a:lnTo>
                <a:lnTo>
                  <a:pt x="1481976" y="40545"/>
                </a:lnTo>
                <a:lnTo>
                  <a:pt x="1481131" y="41030"/>
                </a:lnTo>
                <a:lnTo>
                  <a:pt x="1480303" y="41538"/>
                </a:lnTo>
                <a:lnTo>
                  <a:pt x="1479494" y="42067"/>
                </a:lnTo>
                <a:lnTo>
                  <a:pt x="1478702" y="42617"/>
                </a:lnTo>
                <a:lnTo>
                  <a:pt x="1477927" y="43185"/>
                </a:lnTo>
                <a:lnTo>
                  <a:pt x="1477169" y="43770"/>
                </a:lnTo>
                <a:lnTo>
                  <a:pt x="1476428" y="44372"/>
                </a:lnTo>
                <a:lnTo>
                  <a:pt x="1475704" y="44991"/>
                </a:lnTo>
                <a:lnTo>
                  <a:pt x="1474998" y="45629"/>
                </a:lnTo>
                <a:lnTo>
                  <a:pt x="1474308" y="46283"/>
                </a:lnTo>
                <a:lnTo>
                  <a:pt x="1473636" y="46955"/>
                </a:lnTo>
                <a:lnTo>
                  <a:pt x="1472981" y="47645"/>
                </a:lnTo>
                <a:lnTo>
                  <a:pt x="1472343" y="48351"/>
                </a:lnTo>
                <a:lnTo>
                  <a:pt x="1471722" y="49076"/>
                </a:lnTo>
                <a:lnTo>
                  <a:pt x="1471118" y="49817"/>
                </a:lnTo>
                <a:lnTo>
                  <a:pt x="1470531" y="50577"/>
                </a:lnTo>
                <a:lnTo>
                  <a:pt x="1469961" y="51353"/>
                </a:lnTo>
                <a:lnTo>
                  <a:pt x="1469409" y="52147"/>
                </a:lnTo>
                <a:lnTo>
                  <a:pt x="1468873" y="52959"/>
                </a:lnTo>
                <a:lnTo>
                  <a:pt x="1468355" y="53788"/>
                </a:lnTo>
                <a:lnTo>
                  <a:pt x="1467854" y="54634"/>
                </a:lnTo>
                <a:lnTo>
                  <a:pt x="1467370" y="55498"/>
                </a:lnTo>
                <a:lnTo>
                  <a:pt x="1466902" y="56379"/>
                </a:lnTo>
                <a:lnTo>
                  <a:pt x="1466453" y="57278"/>
                </a:lnTo>
                <a:lnTo>
                  <a:pt x="1466020" y="58194"/>
                </a:lnTo>
                <a:lnTo>
                  <a:pt x="1465604" y="59128"/>
                </a:lnTo>
                <a:lnTo>
                  <a:pt x="1465205" y="60079"/>
                </a:lnTo>
                <a:lnTo>
                  <a:pt x="1464823" y="61045"/>
                </a:lnTo>
                <a:lnTo>
                  <a:pt x="1464458" y="62023"/>
                </a:lnTo>
                <a:lnTo>
                  <a:pt x="1464108" y="63014"/>
                </a:lnTo>
                <a:lnTo>
                  <a:pt x="1463775" y="64018"/>
                </a:lnTo>
                <a:lnTo>
                  <a:pt x="1463458" y="65034"/>
                </a:lnTo>
                <a:lnTo>
                  <a:pt x="1463158" y="66062"/>
                </a:lnTo>
                <a:lnTo>
                  <a:pt x="1462873" y="67103"/>
                </a:lnTo>
                <a:lnTo>
                  <a:pt x="1462605" y="68157"/>
                </a:lnTo>
                <a:lnTo>
                  <a:pt x="1462353" y="69223"/>
                </a:lnTo>
                <a:lnTo>
                  <a:pt x="1462117" y="70302"/>
                </a:lnTo>
                <a:lnTo>
                  <a:pt x="1461898" y="71393"/>
                </a:lnTo>
                <a:lnTo>
                  <a:pt x="1461695" y="72496"/>
                </a:lnTo>
                <a:lnTo>
                  <a:pt x="1461508" y="73612"/>
                </a:lnTo>
                <a:lnTo>
                  <a:pt x="1461337" y="74741"/>
                </a:lnTo>
                <a:lnTo>
                  <a:pt x="1461183" y="75882"/>
                </a:lnTo>
                <a:lnTo>
                  <a:pt x="1461045" y="77036"/>
                </a:lnTo>
                <a:lnTo>
                  <a:pt x="1460923" y="78202"/>
                </a:lnTo>
                <a:lnTo>
                  <a:pt x="1460817" y="79381"/>
                </a:lnTo>
                <a:lnTo>
                  <a:pt x="1460728" y="80572"/>
                </a:lnTo>
                <a:lnTo>
                  <a:pt x="1460655" y="81776"/>
                </a:lnTo>
                <a:lnTo>
                  <a:pt x="1460598" y="82992"/>
                </a:lnTo>
                <a:lnTo>
                  <a:pt x="1460557" y="84220"/>
                </a:lnTo>
                <a:lnTo>
                  <a:pt x="1460533" y="85462"/>
                </a:lnTo>
                <a:lnTo>
                  <a:pt x="1460525" y="86715"/>
                </a:lnTo>
                <a:lnTo>
                  <a:pt x="1460533" y="87920"/>
                </a:lnTo>
                <a:lnTo>
                  <a:pt x="1460558" y="89114"/>
                </a:lnTo>
                <a:lnTo>
                  <a:pt x="1460600" y="90298"/>
                </a:lnTo>
                <a:lnTo>
                  <a:pt x="1460659" y="91472"/>
                </a:lnTo>
                <a:lnTo>
                  <a:pt x="1460734" y="92636"/>
                </a:lnTo>
                <a:lnTo>
                  <a:pt x="1460827" y="93790"/>
                </a:lnTo>
                <a:lnTo>
                  <a:pt x="1460936" y="94934"/>
                </a:lnTo>
                <a:lnTo>
                  <a:pt x="1461061" y="96067"/>
                </a:lnTo>
                <a:lnTo>
                  <a:pt x="1461204" y="97191"/>
                </a:lnTo>
                <a:lnTo>
                  <a:pt x="1461363" y="98305"/>
                </a:lnTo>
                <a:lnTo>
                  <a:pt x="1461539" y="99409"/>
                </a:lnTo>
                <a:lnTo>
                  <a:pt x="1461732" y="100503"/>
                </a:lnTo>
                <a:lnTo>
                  <a:pt x="1461941" y="101586"/>
                </a:lnTo>
                <a:lnTo>
                  <a:pt x="1462168" y="102660"/>
                </a:lnTo>
                <a:lnTo>
                  <a:pt x="1462411" y="103723"/>
                </a:lnTo>
                <a:lnTo>
                  <a:pt x="1462671" y="104777"/>
                </a:lnTo>
                <a:lnTo>
                  <a:pt x="1462947" y="105821"/>
                </a:lnTo>
                <a:lnTo>
                  <a:pt x="1463241" y="106854"/>
                </a:lnTo>
                <a:lnTo>
                  <a:pt x="1463551" y="107877"/>
                </a:lnTo>
                <a:lnTo>
                  <a:pt x="1463878" y="108891"/>
                </a:lnTo>
                <a:lnTo>
                  <a:pt x="1464222" y="109894"/>
                </a:lnTo>
                <a:lnTo>
                  <a:pt x="1464582" y="110887"/>
                </a:lnTo>
                <a:lnTo>
                  <a:pt x="1464959" y="111871"/>
                </a:lnTo>
                <a:lnTo>
                  <a:pt x="1465353" y="112844"/>
                </a:lnTo>
                <a:lnTo>
                  <a:pt x="1465765" y="113803"/>
                </a:lnTo>
                <a:lnTo>
                  <a:pt x="1466194" y="114746"/>
                </a:lnTo>
                <a:lnTo>
                  <a:pt x="1466641" y="115672"/>
                </a:lnTo>
                <a:lnTo>
                  <a:pt x="1467106" y="116581"/>
                </a:lnTo>
                <a:lnTo>
                  <a:pt x="1467590" y="117473"/>
                </a:lnTo>
                <a:lnTo>
                  <a:pt x="1468091" y="118348"/>
                </a:lnTo>
                <a:lnTo>
                  <a:pt x="1468610" y="119206"/>
                </a:lnTo>
                <a:lnTo>
                  <a:pt x="1469147" y="120047"/>
                </a:lnTo>
                <a:lnTo>
                  <a:pt x="1469702" y="120871"/>
                </a:lnTo>
                <a:lnTo>
                  <a:pt x="1470275" y="121679"/>
                </a:lnTo>
                <a:lnTo>
                  <a:pt x="1470866" y="122469"/>
                </a:lnTo>
                <a:lnTo>
                  <a:pt x="1471475" y="123243"/>
                </a:lnTo>
                <a:lnTo>
                  <a:pt x="1472102" y="124000"/>
                </a:lnTo>
                <a:lnTo>
                  <a:pt x="1472747" y="124740"/>
                </a:lnTo>
                <a:lnTo>
                  <a:pt x="1473410" y="125463"/>
                </a:lnTo>
                <a:lnTo>
                  <a:pt x="1474090" y="126169"/>
                </a:lnTo>
                <a:lnTo>
                  <a:pt x="1474789" y="126858"/>
                </a:lnTo>
                <a:lnTo>
                  <a:pt x="1475506" y="127530"/>
                </a:lnTo>
                <a:lnTo>
                  <a:pt x="1476241" y="128186"/>
                </a:lnTo>
                <a:lnTo>
                  <a:pt x="1476993" y="128824"/>
                </a:lnTo>
                <a:lnTo>
                  <a:pt x="1477764" y="129446"/>
                </a:lnTo>
                <a:lnTo>
                  <a:pt x="1478552" y="130051"/>
                </a:lnTo>
                <a:lnTo>
                  <a:pt x="1479359" y="130638"/>
                </a:lnTo>
                <a:lnTo>
                  <a:pt x="1480184" y="131209"/>
                </a:lnTo>
                <a:lnTo>
                  <a:pt x="1481027" y="131760"/>
                </a:lnTo>
                <a:lnTo>
                  <a:pt x="1481890" y="132287"/>
                </a:lnTo>
                <a:lnTo>
                  <a:pt x="1482773" y="132791"/>
                </a:lnTo>
                <a:lnTo>
                  <a:pt x="1483675" y="133271"/>
                </a:lnTo>
                <a:lnTo>
                  <a:pt x="1484597" y="133728"/>
                </a:lnTo>
                <a:lnTo>
                  <a:pt x="1485539" y="134161"/>
                </a:lnTo>
                <a:lnTo>
                  <a:pt x="1486500" y="134571"/>
                </a:lnTo>
                <a:lnTo>
                  <a:pt x="1487481" y="134958"/>
                </a:lnTo>
                <a:lnTo>
                  <a:pt x="1488482" y="135321"/>
                </a:lnTo>
                <a:lnTo>
                  <a:pt x="1489502" y="135660"/>
                </a:lnTo>
                <a:lnTo>
                  <a:pt x="1490542" y="135977"/>
                </a:lnTo>
                <a:lnTo>
                  <a:pt x="1491602" y="136270"/>
                </a:lnTo>
                <a:lnTo>
                  <a:pt x="1492681" y="136539"/>
                </a:lnTo>
                <a:lnTo>
                  <a:pt x="1493780" y="136785"/>
                </a:lnTo>
                <a:lnTo>
                  <a:pt x="1494899" y="137008"/>
                </a:lnTo>
                <a:lnTo>
                  <a:pt x="1496038" y="137207"/>
                </a:lnTo>
                <a:lnTo>
                  <a:pt x="1497196" y="137382"/>
                </a:lnTo>
                <a:lnTo>
                  <a:pt x="1498373" y="137535"/>
                </a:lnTo>
                <a:lnTo>
                  <a:pt x="1499571" y="137663"/>
                </a:lnTo>
                <a:lnTo>
                  <a:pt x="1500788" y="137769"/>
                </a:lnTo>
                <a:lnTo>
                  <a:pt x="1502025" y="137851"/>
                </a:lnTo>
                <a:lnTo>
                  <a:pt x="1503281" y="137909"/>
                </a:lnTo>
                <a:lnTo>
                  <a:pt x="1504557" y="137945"/>
                </a:lnTo>
                <a:lnTo>
                  <a:pt x="1505853" y="137956"/>
                </a:lnTo>
                <a:lnTo>
                  <a:pt x="1506858" y="137949"/>
                </a:lnTo>
                <a:lnTo>
                  <a:pt x="1507851" y="137928"/>
                </a:lnTo>
                <a:lnTo>
                  <a:pt x="1508833" y="137892"/>
                </a:lnTo>
                <a:lnTo>
                  <a:pt x="1509803" y="137842"/>
                </a:lnTo>
                <a:lnTo>
                  <a:pt x="1510762" y="137778"/>
                </a:lnTo>
                <a:close/>
                <a:moveTo>
                  <a:pt x="1477781" y="71624"/>
                </a:moveTo>
                <a:lnTo>
                  <a:pt x="1477982" y="70569"/>
                </a:lnTo>
                <a:lnTo>
                  <a:pt x="1478202" y="69537"/>
                </a:lnTo>
                <a:lnTo>
                  <a:pt x="1478443" y="68529"/>
                </a:lnTo>
                <a:lnTo>
                  <a:pt x="1478703" y="67544"/>
                </a:lnTo>
                <a:lnTo>
                  <a:pt x="1478984" y="66583"/>
                </a:lnTo>
                <a:lnTo>
                  <a:pt x="1479284" y="65646"/>
                </a:lnTo>
                <a:lnTo>
                  <a:pt x="1479605" y="64732"/>
                </a:lnTo>
                <a:lnTo>
                  <a:pt x="1479945" y="63842"/>
                </a:lnTo>
                <a:lnTo>
                  <a:pt x="1480306" y="62976"/>
                </a:lnTo>
                <a:lnTo>
                  <a:pt x="1480686" y="62133"/>
                </a:lnTo>
                <a:lnTo>
                  <a:pt x="1481087" y="61314"/>
                </a:lnTo>
                <a:lnTo>
                  <a:pt x="1481507" y="60518"/>
                </a:lnTo>
                <a:lnTo>
                  <a:pt x="1481948" y="59746"/>
                </a:lnTo>
                <a:lnTo>
                  <a:pt x="1482409" y="58998"/>
                </a:lnTo>
                <a:lnTo>
                  <a:pt x="1482889" y="58273"/>
                </a:lnTo>
                <a:lnTo>
                  <a:pt x="1483390" y="57572"/>
                </a:lnTo>
                <a:lnTo>
                  <a:pt x="1483911" y="56895"/>
                </a:lnTo>
                <a:lnTo>
                  <a:pt x="1484451" y="56241"/>
                </a:lnTo>
                <a:lnTo>
                  <a:pt x="1485012" y="55611"/>
                </a:lnTo>
                <a:lnTo>
                  <a:pt x="1485592" y="55005"/>
                </a:lnTo>
                <a:lnTo>
                  <a:pt x="1486189" y="54425"/>
                </a:lnTo>
                <a:lnTo>
                  <a:pt x="1486805" y="53870"/>
                </a:lnTo>
                <a:lnTo>
                  <a:pt x="1487439" y="53342"/>
                </a:lnTo>
                <a:lnTo>
                  <a:pt x="1488090" y="52839"/>
                </a:lnTo>
                <a:lnTo>
                  <a:pt x="1488760" y="52362"/>
                </a:lnTo>
                <a:lnTo>
                  <a:pt x="1489447" y="51911"/>
                </a:lnTo>
                <a:lnTo>
                  <a:pt x="1490153" y="51486"/>
                </a:lnTo>
                <a:lnTo>
                  <a:pt x="1490876" y="51086"/>
                </a:lnTo>
                <a:lnTo>
                  <a:pt x="1491617" y="50713"/>
                </a:lnTo>
                <a:lnTo>
                  <a:pt x="1492377" y="50365"/>
                </a:lnTo>
                <a:lnTo>
                  <a:pt x="1493154" y="50042"/>
                </a:lnTo>
                <a:lnTo>
                  <a:pt x="1493949" y="49746"/>
                </a:lnTo>
                <a:lnTo>
                  <a:pt x="1494762" y="49475"/>
                </a:lnTo>
                <a:lnTo>
                  <a:pt x="1495594" y="49230"/>
                </a:lnTo>
                <a:lnTo>
                  <a:pt x="1496443" y="49011"/>
                </a:lnTo>
                <a:lnTo>
                  <a:pt x="1497310" y="48818"/>
                </a:lnTo>
                <a:lnTo>
                  <a:pt x="1498195" y="48650"/>
                </a:lnTo>
                <a:lnTo>
                  <a:pt x="1499098" y="48508"/>
                </a:lnTo>
                <a:lnTo>
                  <a:pt x="1500019" y="48392"/>
                </a:lnTo>
                <a:lnTo>
                  <a:pt x="1500958" y="48302"/>
                </a:lnTo>
                <a:lnTo>
                  <a:pt x="1501915" y="48238"/>
                </a:lnTo>
                <a:lnTo>
                  <a:pt x="1502890" y="48199"/>
                </a:lnTo>
                <a:lnTo>
                  <a:pt x="1503882" y="48186"/>
                </a:lnTo>
                <a:lnTo>
                  <a:pt x="1504867" y="48199"/>
                </a:lnTo>
                <a:lnTo>
                  <a:pt x="1505833" y="48238"/>
                </a:lnTo>
                <a:lnTo>
                  <a:pt x="1506782" y="48303"/>
                </a:lnTo>
                <a:lnTo>
                  <a:pt x="1507712" y="48394"/>
                </a:lnTo>
                <a:lnTo>
                  <a:pt x="1508624" y="48511"/>
                </a:lnTo>
                <a:lnTo>
                  <a:pt x="1509518" y="48653"/>
                </a:lnTo>
                <a:lnTo>
                  <a:pt x="1510393" y="48822"/>
                </a:lnTo>
                <a:lnTo>
                  <a:pt x="1511251" y="49017"/>
                </a:lnTo>
                <a:lnTo>
                  <a:pt x="1512091" y="49238"/>
                </a:lnTo>
                <a:lnTo>
                  <a:pt x="1512912" y="49484"/>
                </a:lnTo>
                <a:lnTo>
                  <a:pt x="1513715" y="49757"/>
                </a:lnTo>
                <a:lnTo>
                  <a:pt x="1514500" y="50055"/>
                </a:lnTo>
                <a:lnTo>
                  <a:pt x="1515267" y="50380"/>
                </a:lnTo>
                <a:lnTo>
                  <a:pt x="1516016" y="50730"/>
                </a:lnTo>
                <a:lnTo>
                  <a:pt x="1516747" y="51107"/>
                </a:lnTo>
                <a:lnTo>
                  <a:pt x="1517459" y="51509"/>
                </a:lnTo>
                <a:lnTo>
                  <a:pt x="1518154" y="51938"/>
                </a:lnTo>
                <a:lnTo>
                  <a:pt x="1518830" y="52392"/>
                </a:lnTo>
                <a:lnTo>
                  <a:pt x="1519488" y="52872"/>
                </a:lnTo>
                <a:lnTo>
                  <a:pt x="1520128" y="53378"/>
                </a:lnTo>
                <a:lnTo>
                  <a:pt x="1520750" y="53911"/>
                </a:lnTo>
                <a:lnTo>
                  <a:pt x="1521353" y="54469"/>
                </a:lnTo>
                <a:lnTo>
                  <a:pt x="1521939" y="55053"/>
                </a:lnTo>
                <a:lnTo>
                  <a:pt x="1522507" y="55663"/>
                </a:lnTo>
                <a:lnTo>
                  <a:pt x="1523054" y="56297"/>
                </a:lnTo>
                <a:lnTo>
                  <a:pt x="1523579" y="56955"/>
                </a:lnTo>
                <a:lnTo>
                  <a:pt x="1524082" y="57635"/>
                </a:lnTo>
                <a:lnTo>
                  <a:pt x="1524562" y="58339"/>
                </a:lnTo>
                <a:lnTo>
                  <a:pt x="1525021" y="59065"/>
                </a:lnTo>
                <a:lnTo>
                  <a:pt x="1525457" y="59815"/>
                </a:lnTo>
                <a:lnTo>
                  <a:pt x="1525870" y="60588"/>
                </a:lnTo>
                <a:lnTo>
                  <a:pt x="1526262" y="61384"/>
                </a:lnTo>
                <a:lnTo>
                  <a:pt x="1526631" y="62203"/>
                </a:lnTo>
                <a:lnTo>
                  <a:pt x="1526978" y="63045"/>
                </a:lnTo>
                <a:lnTo>
                  <a:pt x="1527303" y="63910"/>
                </a:lnTo>
                <a:lnTo>
                  <a:pt x="1527606" y="64798"/>
                </a:lnTo>
                <a:lnTo>
                  <a:pt x="1527886" y="65709"/>
                </a:lnTo>
                <a:lnTo>
                  <a:pt x="1528145" y="66643"/>
                </a:lnTo>
                <a:lnTo>
                  <a:pt x="1528380" y="67601"/>
                </a:lnTo>
                <a:lnTo>
                  <a:pt x="1528594" y="68581"/>
                </a:lnTo>
                <a:lnTo>
                  <a:pt x="1528786" y="69585"/>
                </a:lnTo>
                <a:lnTo>
                  <a:pt x="1528955" y="70611"/>
                </a:lnTo>
                <a:lnTo>
                  <a:pt x="1529102" y="71661"/>
                </a:lnTo>
                <a:lnTo>
                  <a:pt x="1529226" y="72734"/>
                </a:lnTo>
                <a:lnTo>
                  <a:pt x="1529329" y="73830"/>
                </a:lnTo>
                <a:lnTo>
                  <a:pt x="1529409" y="74949"/>
                </a:lnTo>
                <a:lnTo>
                  <a:pt x="1529467" y="76090"/>
                </a:lnTo>
                <a:lnTo>
                  <a:pt x="1529503" y="77256"/>
                </a:lnTo>
                <a:lnTo>
                  <a:pt x="1477080" y="77256"/>
                </a:lnTo>
                <a:lnTo>
                  <a:pt x="1477180" y="76082"/>
                </a:lnTo>
                <a:lnTo>
                  <a:pt x="1477300" y="74932"/>
                </a:lnTo>
                <a:lnTo>
                  <a:pt x="1477441" y="73806"/>
                </a:lnTo>
                <a:lnTo>
                  <a:pt x="1477601" y="72703"/>
                </a:lnTo>
                <a:lnTo>
                  <a:pt x="1477781" y="71624"/>
                </a:lnTo>
                <a:close/>
                <a:moveTo>
                  <a:pt x="1829997" y="137762"/>
                </a:moveTo>
                <a:lnTo>
                  <a:pt x="1830911" y="137676"/>
                </a:lnTo>
                <a:lnTo>
                  <a:pt x="1831814" y="137575"/>
                </a:lnTo>
                <a:lnTo>
                  <a:pt x="1832708" y="137458"/>
                </a:lnTo>
                <a:lnTo>
                  <a:pt x="1833591" y="137326"/>
                </a:lnTo>
                <a:lnTo>
                  <a:pt x="1834464" y="137178"/>
                </a:lnTo>
                <a:lnTo>
                  <a:pt x="1835327" y="137014"/>
                </a:lnTo>
                <a:lnTo>
                  <a:pt x="1836180" y="136835"/>
                </a:lnTo>
                <a:lnTo>
                  <a:pt x="1837023" y="136641"/>
                </a:lnTo>
                <a:lnTo>
                  <a:pt x="1837855" y="136431"/>
                </a:lnTo>
                <a:lnTo>
                  <a:pt x="1838678" y="136205"/>
                </a:lnTo>
                <a:lnTo>
                  <a:pt x="1839490" y="135964"/>
                </a:lnTo>
                <a:lnTo>
                  <a:pt x="1840293" y="135707"/>
                </a:lnTo>
                <a:lnTo>
                  <a:pt x="1841085" y="135434"/>
                </a:lnTo>
                <a:lnTo>
                  <a:pt x="1841867" y="135146"/>
                </a:lnTo>
                <a:lnTo>
                  <a:pt x="1842640" y="134843"/>
                </a:lnTo>
                <a:lnTo>
                  <a:pt x="1843402" y="134524"/>
                </a:lnTo>
                <a:lnTo>
                  <a:pt x="1844154" y="134189"/>
                </a:lnTo>
                <a:lnTo>
                  <a:pt x="1844896" y="133839"/>
                </a:lnTo>
                <a:lnTo>
                  <a:pt x="1845627" y="133473"/>
                </a:lnTo>
                <a:lnTo>
                  <a:pt x="1846350" y="133094"/>
                </a:lnTo>
                <a:lnTo>
                  <a:pt x="1847066" y="132705"/>
                </a:lnTo>
                <a:lnTo>
                  <a:pt x="1847774" y="132306"/>
                </a:lnTo>
                <a:lnTo>
                  <a:pt x="1848475" y="131897"/>
                </a:lnTo>
                <a:lnTo>
                  <a:pt x="1849169" y="131478"/>
                </a:lnTo>
                <a:lnTo>
                  <a:pt x="1849855" y="131049"/>
                </a:lnTo>
                <a:lnTo>
                  <a:pt x="1850534" y="130610"/>
                </a:lnTo>
                <a:lnTo>
                  <a:pt x="1851206" y="130161"/>
                </a:lnTo>
                <a:lnTo>
                  <a:pt x="1851870" y="129701"/>
                </a:lnTo>
                <a:lnTo>
                  <a:pt x="1852527" y="129232"/>
                </a:lnTo>
                <a:lnTo>
                  <a:pt x="1853176" y="128752"/>
                </a:lnTo>
                <a:lnTo>
                  <a:pt x="1853818" y="128262"/>
                </a:lnTo>
                <a:lnTo>
                  <a:pt x="1854453" y="127763"/>
                </a:lnTo>
                <a:lnTo>
                  <a:pt x="1855081" y="127253"/>
                </a:lnTo>
                <a:lnTo>
                  <a:pt x="1855701" y="126733"/>
                </a:lnTo>
                <a:lnTo>
                  <a:pt x="1856313" y="126203"/>
                </a:lnTo>
                <a:lnTo>
                  <a:pt x="1856919" y="125662"/>
                </a:lnTo>
                <a:lnTo>
                  <a:pt x="1857517" y="125112"/>
                </a:lnTo>
                <a:lnTo>
                  <a:pt x="1858107" y="124552"/>
                </a:lnTo>
                <a:lnTo>
                  <a:pt x="1858691" y="123981"/>
                </a:lnTo>
                <a:lnTo>
                  <a:pt x="1859267" y="123401"/>
                </a:lnTo>
                <a:lnTo>
                  <a:pt x="1859835" y="122810"/>
                </a:lnTo>
                <a:lnTo>
                  <a:pt x="1860396" y="122209"/>
                </a:lnTo>
                <a:lnTo>
                  <a:pt x="1860950" y="121599"/>
                </a:lnTo>
                <a:lnTo>
                  <a:pt x="1861640" y="136183"/>
                </a:lnTo>
                <a:lnTo>
                  <a:pt x="1877012" y="136183"/>
                </a:lnTo>
                <a:lnTo>
                  <a:pt x="1877012" y="70090"/>
                </a:lnTo>
                <a:lnTo>
                  <a:pt x="1877007" y="69208"/>
                </a:lnTo>
                <a:lnTo>
                  <a:pt x="1876990" y="68341"/>
                </a:lnTo>
                <a:lnTo>
                  <a:pt x="1876963" y="67486"/>
                </a:lnTo>
                <a:lnTo>
                  <a:pt x="1876925" y="66646"/>
                </a:lnTo>
                <a:lnTo>
                  <a:pt x="1876875" y="65819"/>
                </a:lnTo>
                <a:lnTo>
                  <a:pt x="1876815" y="65005"/>
                </a:lnTo>
                <a:lnTo>
                  <a:pt x="1876744" y="64205"/>
                </a:lnTo>
                <a:lnTo>
                  <a:pt x="1876662" y="63419"/>
                </a:lnTo>
                <a:lnTo>
                  <a:pt x="1876569" y="62646"/>
                </a:lnTo>
                <a:lnTo>
                  <a:pt x="1876465" y="61887"/>
                </a:lnTo>
                <a:lnTo>
                  <a:pt x="1876350" y="61141"/>
                </a:lnTo>
                <a:lnTo>
                  <a:pt x="1876224" y="60409"/>
                </a:lnTo>
                <a:lnTo>
                  <a:pt x="1876087" y="59690"/>
                </a:lnTo>
                <a:lnTo>
                  <a:pt x="1875939" y="58985"/>
                </a:lnTo>
                <a:lnTo>
                  <a:pt x="1875781" y="58294"/>
                </a:lnTo>
                <a:lnTo>
                  <a:pt x="1875611" y="57616"/>
                </a:lnTo>
                <a:lnTo>
                  <a:pt x="1875430" y="56952"/>
                </a:lnTo>
                <a:lnTo>
                  <a:pt x="1875239" y="56301"/>
                </a:lnTo>
                <a:lnTo>
                  <a:pt x="1875036" y="55664"/>
                </a:lnTo>
                <a:lnTo>
                  <a:pt x="1874823" y="55041"/>
                </a:lnTo>
                <a:lnTo>
                  <a:pt x="1874598" y="54431"/>
                </a:lnTo>
                <a:lnTo>
                  <a:pt x="1874363" y="53834"/>
                </a:lnTo>
                <a:lnTo>
                  <a:pt x="1874116" y="53251"/>
                </a:lnTo>
                <a:lnTo>
                  <a:pt x="1873859" y="52682"/>
                </a:lnTo>
                <a:lnTo>
                  <a:pt x="1873592" y="52125"/>
                </a:lnTo>
                <a:lnTo>
                  <a:pt x="1873318" y="51577"/>
                </a:lnTo>
                <a:lnTo>
                  <a:pt x="1873036" y="51041"/>
                </a:lnTo>
                <a:lnTo>
                  <a:pt x="1872746" y="50514"/>
                </a:lnTo>
                <a:lnTo>
                  <a:pt x="1872449" y="49998"/>
                </a:lnTo>
                <a:lnTo>
                  <a:pt x="1872144" y="49493"/>
                </a:lnTo>
                <a:lnTo>
                  <a:pt x="1871831" y="48998"/>
                </a:lnTo>
                <a:lnTo>
                  <a:pt x="1871511" y="48513"/>
                </a:lnTo>
                <a:lnTo>
                  <a:pt x="1871182" y="48039"/>
                </a:lnTo>
                <a:lnTo>
                  <a:pt x="1870846" y="47575"/>
                </a:lnTo>
                <a:lnTo>
                  <a:pt x="1870503" y="47121"/>
                </a:lnTo>
                <a:lnTo>
                  <a:pt x="1870151" y="46678"/>
                </a:lnTo>
                <a:lnTo>
                  <a:pt x="1869792" y="46245"/>
                </a:lnTo>
                <a:lnTo>
                  <a:pt x="1869426" y="45823"/>
                </a:lnTo>
                <a:lnTo>
                  <a:pt x="1869051" y="45411"/>
                </a:lnTo>
                <a:lnTo>
                  <a:pt x="1868669" y="45010"/>
                </a:lnTo>
                <a:lnTo>
                  <a:pt x="1868279" y="44619"/>
                </a:lnTo>
                <a:lnTo>
                  <a:pt x="1867882" y="44238"/>
                </a:lnTo>
                <a:lnTo>
                  <a:pt x="1867477" y="43868"/>
                </a:lnTo>
                <a:lnTo>
                  <a:pt x="1867064" y="43508"/>
                </a:lnTo>
                <a:lnTo>
                  <a:pt x="1866643" y="43158"/>
                </a:lnTo>
                <a:lnTo>
                  <a:pt x="1866215" y="42819"/>
                </a:lnTo>
                <a:lnTo>
                  <a:pt x="1865779" y="42490"/>
                </a:lnTo>
                <a:lnTo>
                  <a:pt x="1865335" y="42172"/>
                </a:lnTo>
                <a:lnTo>
                  <a:pt x="1864885" y="41863"/>
                </a:lnTo>
                <a:lnTo>
                  <a:pt x="1864431" y="41562"/>
                </a:lnTo>
                <a:lnTo>
                  <a:pt x="1863971" y="41269"/>
                </a:lnTo>
                <a:lnTo>
                  <a:pt x="1863507" y="40985"/>
                </a:lnTo>
                <a:lnTo>
                  <a:pt x="1863038" y="40708"/>
                </a:lnTo>
                <a:lnTo>
                  <a:pt x="1862564" y="40440"/>
                </a:lnTo>
                <a:lnTo>
                  <a:pt x="1862085" y="40179"/>
                </a:lnTo>
                <a:lnTo>
                  <a:pt x="1861602" y="39927"/>
                </a:lnTo>
                <a:lnTo>
                  <a:pt x="1861114" y="39683"/>
                </a:lnTo>
                <a:lnTo>
                  <a:pt x="1860620" y="39447"/>
                </a:lnTo>
                <a:lnTo>
                  <a:pt x="1860123" y="39219"/>
                </a:lnTo>
                <a:lnTo>
                  <a:pt x="1859620" y="39000"/>
                </a:lnTo>
                <a:lnTo>
                  <a:pt x="1859113" y="38788"/>
                </a:lnTo>
                <a:lnTo>
                  <a:pt x="1858600" y="38584"/>
                </a:lnTo>
                <a:lnTo>
                  <a:pt x="1858083" y="38389"/>
                </a:lnTo>
                <a:lnTo>
                  <a:pt x="1857562" y="38202"/>
                </a:lnTo>
                <a:lnTo>
                  <a:pt x="1857035" y="38023"/>
                </a:lnTo>
                <a:lnTo>
                  <a:pt x="1856504" y="37852"/>
                </a:lnTo>
                <a:lnTo>
                  <a:pt x="1855968" y="37689"/>
                </a:lnTo>
                <a:lnTo>
                  <a:pt x="1855427" y="37534"/>
                </a:lnTo>
                <a:lnTo>
                  <a:pt x="1854881" y="37387"/>
                </a:lnTo>
                <a:lnTo>
                  <a:pt x="1854330" y="37249"/>
                </a:lnTo>
                <a:lnTo>
                  <a:pt x="1853775" y="37118"/>
                </a:lnTo>
                <a:lnTo>
                  <a:pt x="1853215" y="36996"/>
                </a:lnTo>
                <a:lnTo>
                  <a:pt x="1852651" y="36880"/>
                </a:lnTo>
                <a:lnTo>
                  <a:pt x="1852085" y="36768"/>
                </a:lnTo>
                <a:lnTo>
                  <a:pt x="1851517" y="36662"/>
                </a:lnTo>
                <a:lnTo>
                  <a:pt x="1850947" y="36561"/>
                </a:lnTo>
                <a:lnTo>
                  <a:pt x="1850375" y="36465"/>
                </a:lnTo>
                <a:lnTo>
                  <a:pt x="1849800" y="36373"/>
                </a:lnTo>
                <a:lnTo>
                  <a:pt x="1849223" y="36287"/>
                </a:lnTo>
                <a:lnTo>
                  <a:pt x="1848644" y="36205"/>
                </a:lnTo>
                <a:lnTo>
                  <a:pt x="1848062" y="36129"/>
                </a:lnTo>
                <a:lnTo>
                  <a:pt x="1847479" y="36057"/>
                </a:lnTo>
                <a:lnTo>
                  <a:pt x="1846893" y="35990"/>
                </a:lnTo>
                <a:lnTo>
                  <a:pt x="1846305" y="35929"/>
                </a:lnTo>
                <a:lnTo>
                  <a:pt x="1845714" y="35872"/>
                </a:lnTo>
                <a:lnTo>
                  <a:pt x="1845122" y="35820"/>
                </a:lnTo>
                <a:lnTo>
                  <a:pt x="1844527" y="35773"/>
                </a:lnTo>
                <a:lnTo>
                  <a:pt x="1843930" y="35731"/>
                </a:lnTo>
                <a:lnTo>
                  <a:pt x="1843331" y="35694"/>
                </a:lnTo>
                <a:lnTo>
                  <a:pt x="1842730" y="35662"/>
                </a:lnTo>
                <a:lnTo>
                  <a:pt x="1842126" y="35635"/>
                </a:lnTo>
                <a:lnTo>
                  <a:pt x="1841520" y="35613"/>
                </a:lnTo>
                <a:lnTo>
                  <a:pt x="1840912" y="35595"/>
                </a:lnTo>
                <a:lnTo>
                  <a:pt x="1840302" y="35583"/>
                </a:lnTo>
                <a:lnTo>
                  <a:pt x="1839689" y="35575"/>
                </a:lnTo>
                <a:lnTo>
                  <a:pt x="1839074" y="35573"/>
                </a:lnTo>
                <a:lnTo>
                  <a:pt x="1838118" y="35579"/>
                </a:lnTo>
                <a:lnTo>
                  <a:pt x="1837171" y="35597"/>
                </a:lnTo>
                <a:lnTo>
                  <a:pt x="1836233" y="35627"/>
                </a:lnTo>
                <a:lnTo>
                  <a:pt x="1835304" y="35669"/>
                </a:lnTo>
                <a:lnTo>
                  <a:pt x="1834384" y="35723"/>
                </a:lnTo>
                <a:lnTo>
                  <a:pt x="1833473" y="35789"/>
                </a:lnTo>
                <a:lnTo>
                  <a:pt x="1832571" y="35867"/>
                </a:lnTo>
                <a:lnTo>
                  <a:pt x="1831678" y="35957"/>
                </a:lnTo>
                <a:lnTo>
                  <a:pt x="1830795" y="36058"/>
                </a:lnTo>
                <a:lnTo>
                  <a:pt x="1829920" y="36172"/>
                </a:lnTo>
                <a:lnTo>
                  <a:pt x="1829054" y="36298"/>
                </a:lnTo>
                <a:lnTo>
                  <a:pt x="1828198" y="36436"/>
                </a:lnTo>
                <a:lnTo>
                  <a:pt x="1827351" y="36586"/>
                </a:lnTo>
                <a:lnTo>
                  <a:pt x="1826512" y="36748"/>
                </a:lnTo>
                <a:lnTo>
                  <a:pt x="1825683" y="36921"/>
                </a:lnTo>
                <a:lnTo>
                  <a:pt x="1824863" y="37107"/>
                </a:lnTo>
                <a:lnTo>
                  <a:pt x="1824052" y="37305"/>
                </a:lnTo>
                <a:lnTo>
                  <a:pt x="1823249" y="37515"/>
                </a:lnTo>
                <a:lnTo>
                  <a:pt x="1822456" y="37737"/>
                </a:lnTo>
                <a:lnTo>
                  <a:pt x="1821672" y="37970"/>
                </a:lnTo>
                <a:lnTo>
                  <a:pt x="1820898" y="38216"/>
                </a:lnTo>
                <a:lnTo>
                  <a:pt x="1820132" y="38474"/>
                </a:lnTo>
                <a:lnTo>
                  <a:pt x="1819375" y="38743"/>
                </a:lnTo>
                <a:lnTo>
                  <a:pt x="1818627" y="39025"/>
                </a:lnTo>
                <a:lnTo>
                  <a:pt x="1817891" y="39319"/>
                </a:lnTo>
                <a:lnTo>
                  <a:pt x="1817168" y="39628"/>
                </a:lnTo>
                <a:lnTo>
                  <a:pt x="1816458" y="39951"/>
                </a:lnTo>
                <a:lnTo>
                  <a:pt x="1815761" y="40287"/>
                </a:lnTo>
                <a:lnTo>
                  <a:pt x="1815078" y="40638"/>
                </a:lnTo>
                <a:lnTo>
                  <a:pt x="1814409" y="41003"/>
                </a:lnTo>
                <a:lnTo>
                  <a:pt x="1813752" y="41382"/>
                </a:lnTo>
                <a:lnTo>
                  <a:pt x="1813109" y="41776"/>
                </a:lnTo>
                <a:lnTo>
                  <a:pt x="1812479" y="42183"/>
                </a:lnTo>
                <a:lnTo>
                  <a:pt x="1811863" y="42604"/>
                </a:lnTo>
                <a:lnTo>
                  <a:pt x="1811260" y="43040"/>
                </a:lnTo>
                <a:lnTo>
                  <a:pt x="1810670" y="43489"/>
                </a:lnTo>
                <a:lnTo>
                  <a:pt x="1810094" y="43953"/>
                </a:lnTo>
                <a:lnTo>
                  <a:pt x="1809531" y="44431"/>
                </a:lnTo>
                <a:lnTo>
                  <a:pt x="1808981" y="44923"/>
                </a:lnTo>
                <a:lnTo>
                  <a:pt x="1808445" y="45429"/>
                </a:lnTo>
                <a:lnTo>
                  <a:pt x="1807922" y="45949"/>
                </a:lnTo>
                <a:lnTo>
                  <a:pt x="1807412" y="46483"/>
                </a:lnTo>
                <a:lnTo>
                  <a:pt x="1806916" y="47031"/>
                </a:lnTo>
                <a:lnTo>
                  <a:pt x="1806433" y="47594"/>
                </a:lnTo>
                <a:lnTo>
                  <a:pt x="1805963" y="48170"/>
                </a:lnTo>
                <a:lnTo>
                  <a:pt x="1805507" y="48761"/>
                </a:lnTo>
                <a:lnTo>
                  <a:pt x="1805064" y="49366"/>
                </a:lnTo>
                <a:lnTo>
                  <a:pt x="1804635" y="49985"/>
                </a:lnTo>
                <a:lnTo>
                  <a:pt x="1804220" y="50618"/>
                </a:lnTo>
                <a:lnTo>
                  <a:pt x="1803824" y="51268"/>
                </a:lnTo>
                <a:lnTo>
                  <a:pt x="1803445" y="51934"/>
                </a:lnTo>
                <a:lnTo>
                  <a:pt x="1803084" y="52617"/>
                </a:lnTo>
                <a:lnTo>
                  <a:pt x="1802740" y="53315"/>
                </a:lnTo>
                <a:lnTo>
                  <a:pt x="1802414" y="54030"/>
                </a:lnTo>
                <a:lnTo>
                  <a:pt x="1802106" y="54761"/>
                </a:lnTo>
                <a:lnTo>
                  <a:pt x="1801815" y="55508"/>
                </a:lnTo>
                <a:lnTo>
                  <a:pt x="1801542" y="56272"/>
                </a:lnTo>
                <a:lnTo>
                  <a:pt x="1801287" y="57051"/>
                </a:lnTo>
                <a:lnTo>
                  <a:pt x="1801049" y="57847"/>
                </a:lnTo>
                <a:lnTo>
                  <a:pt x="1800828" y="58659"/>
                </a:lnTo>
                <a:lnTo>
                  <a:pt x="1800626" y="59487"/>
                </a:lnTo>
                <a:lnTo>
                  <a:pt x="1800441" y="60332"/>
                </a:lnTo>
                <a:lnTo>
                  <a:pt x="1800273" y="61193"/>
                </a:lnTo>
                <a:lnTo>
                  <a:pt x="1800124" y="62069"/>
                </a:lnTo>
                <a:lnTo>
                  <a:pt x="1799991" y="62962"/>
                </a:lnTo>
                <a:lnTo>
                  <a:pt x="1799877" y="63872"/>
                </a:lnTo>
                <a:lnTo>
                  <a:pt x="1799780" y="64797"/>
                </a:lnTo>
                <a:lnTo>
                  <a:pt x="1799701" y="65739"/>
                </a:lnTo>
                <a:lnTo>
                  <a:pt x="1799639" y="66697"/>
                </a:lnTo>
                <a:lnTo>
                  <a:pt x="1799595" y="67671"/>
                </a:lnTo>
                <a:lnTo>
                  <a:pt x="1799569" y="68661"/>
                </a:lnTo>
                <a:lnTo>
                  <a:pt x="1799560" y="69668"/>
                </a:lnTo>
                <a:lnTo>
                  <a:pt x="1815523" y="69668"/>
                </a:lnTo>
                <a:lnTo>
                  <a:pt x="1815535" y="68733"/>
                </a:lnTo>
                <a:lnTo>
                  <a:pt x="1815570" y="67818"/>
                </a:lnTo>
                <a:lnTo>
                  <a:pt x="1815629" y="66925"/>
                </a:lnTo>
                <a:lnTo>
                  <a:pt x="1815712" y="66054"/>
                </a:lnTo>
                <a:lnTo>
                  <a:pt x="1815818" y="65203"/>
                </a:lnTo>
                <a:lnTo>
                  <a:pt x="1815948" y="64373"/>
                </a:lnTo>
                <a:lnTo>
                  <a:pt x="1816102" y="63565"/>
                </a:lnTo>
                <a:lnTo>
                  <a:pt x="1816279" y="62777"/>
                </a:lnTo>
                <a:lnTo>
                  <a:pt x="1816479" y="62011"/>
                </a:lnTo>
                <a:lnTo>
                  <a:pt x="1816704" y="61266"/>
                </a:lnTo>
                <a:lnTo>
                  <a:pt x="1816952" y="60542"/>
                </a:lnTo>
                <a:lnTo>
                  <a:pt x="1817223" y="59839"/>
                </a:lnTo>
                <a:lnTo>
                  <a:pt x="1817518" y="59158"/>
                </a:lnTo>
                <a:lnTo>
                  <a:pt x="1817837" y="58497"/>
                </a:lnTo>
                <a:lnTo>
                  <a:pt x="1818179" y="57858"/>
                </a:lnTo>
                <a:lnTo>
                  <a:pt x="1818545" y="57240"/>
                </a:lnTo>
                <a:lnTo>
                  <a:pt x="1818935" y="56642"/>
                </a:lnTo>
                <a:lnTo>
                  <a:pt x="1819348" y="56067"/>
                </a:lnTo>
                <a:lnTo>
                  <a:pt x="1819785" y="55512"/>
                </a:lnTo>
                <a:lnTo>
                  <a:pt x="1820245" y="54978"/>
                </a:lnTo>
                <a:lnTo>
                  <a:pt x="1820729" y="54465"/>
                </a:lnTo>
                <a:lnTo>
                  <a:pt x="1821237" y="53974"/>
                </a:lnTo>
                <a:lnTo>
                  <a:pt x="1821768" y="53504"/>
                </a:lnTo>
                <a:lnTo>
                  <a:pt x="1822323" y="53055"/>
                </a:lnTo>
                <a:lnTo>
                  <a:pt x="1822895" y="52625"/>
                </a:lnTo>
                <a:lnTo>
                  <a:pt x="1823478" y="52214"/>
                </a:lnTo>
                <a:lnTo>
                  <a:pt x="1824072" y="51821"/>
                </a:lnTo>
                <a:lnTo>
                  <a:pt x="1824677" y="51447"/>
                </a:lnTo>
                <a:lnTo>
                  <a:pt x="1825292" y="51090"/>
                </a:lnTo>
                <a:lnTo>
                  <a:pt x="1825919" y="50752"/>
                </a:lnTo>
                <a:lnTo>
                  <a:pt x="1826557" y="50432"/>
                </a:lnTo>
                <a:lnTo>
                  <a:pt x="1827206" y="50131"/>
                </a:lnTo>
                <a:lnTo>
                  <a:pt x="1827865" y="49848"/>
                </a:lnTo>
                <a:lnTo>
                  <a:pt x="1828536" y="49583"/>
                </a:lnTo>
                <a:lnTo>
                  <a:pt x="1829218" y="49336"/>
                </a:lnTo>
                <a:lnTo>
                  <a:pt x="1829910" y="49108"/>
                </a:lnTo>
                <a:lnTo>
                  <a:pt x="1830614" y="48898"/>
                </a:lnTo>
                <a:lnTo>
                  <a:pt x="1831328" y="48706"/>
                </a:lnTo>
                <a:lnTo>
                  <a:pt x="1832053" y="48532"/>
                </a:lnTo>
                <a:lnTo>
                  <a:pt x="1832790" y="48377"/>
                </a:lnTo>
                <a:lnTo>
                  <a:pt x="1833537" y="48240"/>
                </a:lnTo>
                <a:lnTo>
                  <a:pt x="1834295" y="48121"/>
                </a:lnTo>
                <a:lnTo>
                  <a:pt x="1835064" y="48020"/>
                </a:lnTo>
                <a:lnTo>
                  <a:pt x="1835844" y="47938"/>
                </a:lnTo>
                <a:lnTo>
                  <a:pt x="1836635" y="47874"/>
                </a:lnTo>
                <a:lnTo>
                  <a:pt x="1837438" y="47829"/>
                </a:lnTo>
                <a:lnTo>
                  <a:pt x="1838250" y="47801"/>
                </a:lnTo>
                <a:lnTo>
                  <a:pt x="1839074" y="47792"/>
                </a:lnTo>
                <a:lnTo>
                  <a:pt x="1839849" y="47800"/>
                </a:lnTo>
                <a:lnTo>
                  <a:pt x="1840612" y="47826"/>
                </a:lnTo>
                <a:lnTo>
                  <a:pt x="1841364" y="47867"/>
                </a:lnTo>
                <a:lnTo>
                  <a:pt x="1842104" y="47926"/>
                </a:lnTo>
                <a:lnTo>
                  <a:pt x="1842834" y="48002"/>
                </a:lnTo>
                <a:lnTo>
                  <a:pt x="1843552" y="48094"/>
                </a:lnTo>
                <a:lnTo>
                  <a:pt x="1844259" y="48203"/>
                </a:lnTo>
                <a:lnTo>
                  <a:pt x="1844954" y="48329"/>
                </a:lnTo>
                <a:lnTo>
                  <a:pt x="1845638" y="48471"/>
                </a:lnTo>
                <a:lnTo>
                  <a:pt x="1846311" y="48630"/>
                </a:lnTo>
                <a:lnTo>
                  <a:pt x="1846972" y="48806"/>
                </a:lnTo>
                <a:lnTo>
                  <a:pt x="1847623" y="48999"/>
                </a:lnTo>
                <a:lnTo>
                  <a:pt x="1848262" y="49209"/>
                </a:lnTo>
                <a:lnTo>
                  <a:pt x="1848889" y="49435"/>
                </a:lnTo>
                <a:lnTo>
                  <a:pt x="1849506" y="49678"/>
                </a:lnTo>
                <a:lnTo>
                  <a:pt x="1850111" y="49938"/>
                </a:lnTo>
                <a:lnTo>
                  <a:pt x="1850705" y="50215"/>
                </a:lnTo>
                <a:lnTo>
                  <a:pt x="1851287" y="50508"/>
                </a:lnTo>
                <a:lnTo>
                  <a:pt x="1851858" y="50818"/>
                </a:lnTo>
                <a:lnTo>
                  <a:pt x="1852418" y="51145"/>
                </a:lnTo>
                <a:lnTo>
                  <a:pt x="1852967" y="51489"/>
                </a:lnTo>
                <a:lnTo>
                  <a:pt x="1853504" y="51849"/>
                </a:lnTo>
                <a:lnTo>
                  <a:pt x="1854030" y="52226"/>
                </a:lnTo>
                <a:lnTo>
                  <a:pt x="1854545" y="52620"/>
                </a:lnTo>
                <a:lnTo>
                  <a:pt x="1855044" y="53037"/>
                </a:lnTo>
                <a:lnTo>
                  <a:pt x="1855521" y="53482"/>
                </a:lnTo>
                <a:lnTo>
                  <a:pt x="1855977" y="53955"/>
                </a:lnTo>
                <a:lnTo>
                  <a:pt x="1856412" y="54456"/>
                </a:lnTo>
                <a:lnTo>
                  <a:pt x="1856826" y="54986"/>
                </a:lnTo>
                <a:lnTo>
                  <a:pt x="1857218" y="55544"/>
                </a:lnTo>
                <a:lnTo>
                  <a:pt x="1857589" y="56130"/>
                </a:lnTo>
                <a:lnTo>
                  <a:pt x="1857939" y="56745"/>
                </a:lnTo>
                <a:lnTo>
                  <a:pt x="1858268" y="57388"/>
                </a:lnTo>
                <a:lnTo>
                  <a:pt x="1858576" y="58059"/>
                </a:lnTo>
                <a:lnTo>
                  <a:pt x="1858862" y="58759"/>
                </a:lnTo>
                <a:lnTo>
                  <a:pt x="1859127" y="59487"/>
                </a:lnTo>
                <a:lnTo>
                  <a:pt x="1859371" y="60243"/>
                </a:lnTo>
                <a:lnTo>
                  <a:pt x="1859594" y="61027"/>
                </a:lnTo>
                <a:lnTo>
                  <a:pt x="1859796" y="61840"/>
                </a:lnTo>
                <a:lnTo>
                  <a:pt x="1859976" y="62681"/>
                </a:lnTo>
                <a:lnTo>
                  <a:pt x="1860135" y="63551"/>
                </a:lnTo>
                <a:lnTo>
                  <a:pt x="1860273" y="64448"/>
                </a:lnTo>
                <a:lnTo>
                  <a:pt x="1860390" y="65374"/>
                </a:lnTo>
                <a:lnTo>
                  <a:pt x="1860485" y="66328"/>
                </a:lnTo>
                <a:lnTo>
                  <a:pt x="1860559" y="67311"/>
                </a:lnTo>
                <a:lnTo>
                  <a:pt x="1860612" y="68322"/>
                </a:lnTo>
                <a:lnTo>
                  <a:pt x="1860644" y="69361"/>
                </a:lnTo>
                <a:lnTo>
                  <a:pt x="1860655" y="70429"/>
                </a:lnTo>
                <a:lnTo>
                  <a:pt x="1860655" y="77490"/>
                </a:lnTo>
                <a:lnTo>
                  <a:pt x="1859013" y="77510"/>
                </a:lnTo>
                <a:lnTo>
                  <a:pt x="1857388" y="77539"/>
                </a:lnTo>
                <a:lnTo>
                  <a:pt x="1855782" y="77576"/>
                </a:lnTo>
                <a:lnTo>
                  <a:pt x="1854192" y="77620"/>
                </a:lnTo>
                <a:lnTo>
                  <a:pt x="1852620" y="77673"/>
                </a:lnTo>
                <a:lnTo>
                  <a:pt x="1851065" y="77733"/>
                </a:lnTo>
                <a:lnTo>
                  <a:pt x="1849528" y="77801"/>
                </a:lnTo>
                <a:lnTo>
                  <a:pt x="1848009" y="77877"/>
                </a:lnTo>
                <a:lnTo>
                  <a:pt x="1846506" y="77961"/>
                </a:lnTo>
                <a:lnTo>
                  <a:pt x="1845022" y="78053"/>
                </a:lnTo>
                <a:lnTo>
                  <a:pt x="1843554" y="78153"/>
                </a:lnTo>
                <a:lnTo>
                  <a:pt x="1842104" y="78260"/>
                </a:lnTo>
                <a:lnTo>
                  <a:pt x="1840672" y="78376"/>
                </a:lnTo>
                <a:lnTo>
                  <a:pt x="1839257" y="78499"/>
                </a:lnTo>
                <a:lnTo>
                  <a:pt x="1837860" y="78630"/>
                </a:lnTo>
                <a:lnTo>
                  <a:pt x="1836479" y="78769"/>
                </a:lnTo>
                <a:lnTo>
                  <a:pt x="1835117" y="78916"/>
                </a:lnTo>
                <a:lnTo>
                  <a:pt x="1833772" y="79071"/>
                </a:lnTo>
                <a:lnTo>
                  <a:pt x="1832444" y="79234"/>
                </a:lnTo>
                <a:lnTo>
                  <a:pt x="1831134" y="79404"/>
                </a:lnTo>
                <a:lnTo>
                  <a:pt x="1829841" y="79583"/>
                </a:lnTo>
                <a:lnTo>
                  <a:pt x="1828565" y="79769"/>
                </a:lnTo>
                <a:lnTo>
                  <a:pt x="1827308" y="79963"/>
                </a:lnTo>
                <a:lnTo>
                  <a:pt x="1826067" y="80166"/>
                </a:lnTo>
                <a:lnTo>
                  <a:pt x="1824847" y="80379"/>
                </a:lnTo>
                <a:lnTo>
                  <a:pt x="1823650" y="80608"/>
                </a:lnTo>
                <a:lnTo>
                  <a:pt x="1822476" y="80852"/>
                </a:lnTo>
                <a:lnTo>
                  <a:pt x="1821326" y="81112"/>
                </a:lnTo>
                <a:lnTo>
                  <a:pt x="1820199" y="81386"/>
                </a:lnTo>
                <a:lnTo>
                  <a:pt x="1819095" y="81676"/>
                </a:lnTo>
                <a:lnTo>
                  <a:pt x="1818015" y="81982"/>
                </a:lnTo>
                <a:lnTo>
                  <a:pt x="1816958" y="82302"/>
                </a:lnTo>
                <a:lnTo>
                  <a:pt x="1815924" y="82638"/>
                </a:lnTo>
                <a:lnTo>
                  <a:pt x="1814913" y="82989"/>
                </a:lnTo>
                <a:lnTo>
                  <a:pt x="1813925" y="83355"/>
                </a:lnTo>
                <a:lnTo>
                  <a:pt x="1812961" y="83736"/>
                </a:lnTo>
                <a:lnTo>
                  <a:pt x="1812020" y="84133"/>
                </a:lnTo>
                <a:lnTo>
                  <a:pt x="1811103" y="84545"/>
                </a:lnTo>
                <a:lnTo>
                  <a:pt x="1810208" y="84972"/>
                </a:lnTo>
                <a:lnTo>
                  <a:pt x="1809337" y="85414"/>
                </a:lnTo>
                <a:lnTo>
                  <a:pt x="1808489" y="85872"/>
                </a:lnTo>
                <a:lnTo>
                  <a:pt x="1807665" y="86345"/>
                </a:lnTo>
                <a:lnTo>
                  <a:pt x="1806863" y="86833"/>
                </a:lnTo>
                <a:lnTo>
                  <a:pt x="1806085" y="87336"/>
                </a:lnTo>
                <a:lnTo>
                  <a:pt x="1805330" y="87855"/>
                </a:lnTo>
                <a:lnTo>
                  <a:pt x="1804599" y="88389"/>
                </a:lnTo>
                <a:lnTo>
                  <a:pt x="1803891" y="88938"/>
                </a:lnTo>
                <a:lnTo>
                  <a:pt x="1803206" y="89502"/>
                </a:lnTo>
                <a:lnTo>
                  <a:pt x="1802546" y="90085"/>
                </a:lnTo>
                <a:lnTo>
                  <a:pt x="1801915" y="90690"/>
                </a:lnTo>
                <a:lnTo>
                  <a:pt x="1801312" y="91318"/>
                </a:lnTo>
                <a:lnTo>
                  <a:pt x="1800737" y="91967"/>
                </a:lnTo>
                <a:lnTo>
                  <a:pt x="1800190" y="92638"/>
                </a:lnTo>
                <a:lnTo>
                  <a:pt x="1799671" y="93332"/>
                </a:lnTo>
                <a:lnTo>
                  <a:pt x="1799180" y="94047"/>
                </a:lnTo>
                <a:lnTo>
                  <a:pt x="1798717" y="94785"/>
                </a:lnTo>
                <a:lnTo>
                  <a:pt x="1798282" y="95544"/>
                </a:lnTo>
                <a:lnTo>
                  <a:pt x="1797875" y="96326"/>
                </a:lnTo>
                <a:lnTo>
                  <a:pt x="1797496" y="97130"/>
                </a:lnTo>
                <a:lnTo>
                  <a:pt x="1797146" y="97956"/>
                </a:lnTo>
                <a:lnTo>
                  <a:pt x="1796823" y="98804"/>
                </a:lnTo>
                <a:lnTo>
                  <a:pt x="1796528" y="99674"/>
                </a:lnTo>
                <a:lnTo>
                  <a:pt x="1796262" y="100566"/>
                </a:lnTo>
                <a:lnTo>
                  <a:pt x="1796023" y="101480"/>
                </a:lnTo>
                <a:lnTo>
                  <a:pt x="1795813" y="102417"/>
                </a:lnTo>
                <a:lnTo>
                  <a:pt x="1795630" y="103375"/>
                </a:lnTo>
                <a:lnTo>
                  <a:pt x="1795476" y="104356"/>
                </a:lnTo>
                <a:lnTo>
                  <a:pt x="1795350" y="105358"/>
                </a:lnTo>
                <a:lnTo>
                  <a:pt x="1795252" y="106383"/>
                </a:lnTo>
                <a:lnTo>
                  <a:pt x="1795182" y="107429"/>
                </a:lnTo>
                <a:lnTo>
                  <a:pt x="1795139" y="108498"/>
                </a:lnTo>
                <a:lnTo>
                  <a:pt x="1795125" y="109589"/>
                </a:lnTo>
                <a:lnTo>
                  <a:pt x="1795133" y="110358"/>
                </a:lnTo>
                <a:lnTo>
                  <a:pt x="1795154" y="111116"/>
                </a:lnTo>
                <a:lnTo>
                  <a:pt x="1795189" y="111864"/>
                </a:lnTo>
                <a:lnTo>
                  <a:pt x="1795239" y="112602"/>
                </a:lnTo>
                <a:lnTo>
                  <a:pt x="1795303" y="113330"/>
                </a:lnTo>
                <a:lnTo>
                  <a:pt x="1795381" y="114047"/>
                </a:lnTo>
                <a:lnTo>
                  <a:pt x="1795473" y="114753"/>
                </a:lnTo>
                <a:lnTo>
                  <a:pt x="1795580" y="115450"/>
                </a:lnTo>
                <a:lnTo>
                  <a:pt x="1795701" y="116136"/>
                </a:lnTo>
                <a:lnTo>
                  <a:pt x="1795835" y="116812"/>
                </a:lnTo>
                <a:lnTo>
                  <a:pt x="1795984" y="117477"/>
                </a:lnTo>
                <a:lnTo>
                  <a:pt x="1796148" y="118132"/>
                </a:lnTo>
                <a:lnTo>
                  <a:pt x="1796325" y="118777"/>
                </a:lnTo>
                <a:lnTo>
                  <a:pt x="1796517" y="119411"/>
                </a:lnTo>
                <a:lnTo>
                  <a:pt x="1796723" y="120035"/>
                </a:lnTo>
                <a:lnTo>
                  <a:pt x="1796943" y="120649"/>
                </a:lnTo>
                <a:lnTo>
                  <a:pt x="1797177" y="121252"/>
                </a:lnTo>
                <a:lnTo>
                  <a:pt x="1797426" y="121845"/>
                </a:lnTo>
                <a:lnTo>
                  <a:pt x="1797688" y="122428"/>
                </a:lnTo>
                <a:lnTo>
                  <a:pt x="1797965" y="123000"/>
                </a:lnTo>
                <a:lnTo>
                  <a:pt x="1798256" y="123562"/>
                </a:lnTo>
                <a:lnTo>
                  <a:pt x="1798562" y="124114"/>
                </a:lnTo>
                <a:lnTo>
                  <a:pt x="1798881" y="124655"/>
                </a:lnTo>
                <a:lnTo>
                  <a:pt x="1799215" y="125186"/>
                </a:lnTo>
                <a:lnTo>
                  <a:pt x="1799560" y="125707"/>
                </a:lnTo>
                <a:lnTo>
                  <a:pt x="1799916" y="126216"/>
                </a:lnTo>
                <a:lnTo>
                  <a:pt x="1800280" y="126715"/>
                </a:lnTo>
                <a:lnTo>
                  <a:pt x="1800655" y="127204"/>
                </a:lnTo>
                <a:lnTo>
                  <a:pt x="1801039" y="127681"/>
                </a:lnTo>
                <a:lnTo>
                  <a:pt x="1801432" y="128148"/>
                </a:lnTo>
                <a:lnTo>
                  <a:pt x="1801835" y="128605"/>
                </a:lnTo>
                <a:lnTo>
                  <a:pt x="1802248" y="129050"/>
                </a:lnTo>
                <a:lnTo>
                  <a:pt x="1802670" y="129485"/>
                </a:lnTo>
                <a:lnTo>
                  <a:pt x="1803102" y="129910"/>
                </a:lnTo>
                <a:lnTo>
                  <a:pt x="1803543" y="130323"/>
                </a:lnTo>
                <a:lnTo>
                  <a:pt x="1803994" y="130726"/>
                </a:lnTo>
                <a:lnTo>
                  <a:pt x="1804455" y="131118"/>
                </a:lnTo>
                <a:lnTo>
                  <a:pt x="1804925" y="131500"/>
                </a:lnTo>
                <a:lnTo>
                  <a:pt x="1805404" y="131870"/>
                </a:lnTo>
                <a:lnTo>
                  <a:pt x="1805894" y="132230"/>
                </a:lnTo>
                <a:lnTo>
                  <a:pt x="1806393" y="132580"/>
                </a:lnTo>
                <a:lnTo>
                  <a:pt x="1806901" y="132918"/>
                </a:lnTo>
                <a:lnTo>
                  <a:pt x="1807419" y="133246"/>
                </a:lnTo>
                <a:lnTo>
                  <a:pt x="1807947" y="133564"/>
                </a:lnTo>
                <a:lnTo>
                  <a:pt x="1808484" y="133870"/>
                </a:lnTo>
                <a:lnTo>
                  <a:pt x="1809031" y="134166"/>
                </a:lnTo>
                <a:lnTo>
                  <a:pt x="1809587" y="134452"/>
                </a:lnTo>
                <a:lnTo>
                  <a:pt x="1810153" y="134726"/>
                </a:lnTo>
                <a:lnTo>
                  <a:pt x="1810726" y="134990"/>
                </a:lnTo>
                <a:lnTo>
                  <a:pt x="1811304" y="135242"/>
                </a:lnTo>
                <a:lnTo>
                  <a:pt x="1811887" y="135483"/>
                </a:lnTo>
                <a:lnTo>
                  <a:pt x="1812475" y="135713"/>
                </a:lnTo>
                <a:lnTo>
                  <a:pt x="1813068" y="135932"/>
                </a:lnTo>
                <a:lnTo>
                  <a:pt x="1813666" y="136139"/>
                </a:lnTo>
                <a:lnTo>
                  <a:pt x="1814269" y="136336"/>
                </a:lnTo>
                <a:lnTo>
                  <a:pt x="1814877" y="136521"/>
                </a:lnTo>
                <a:lnTo>
                  <a:pt x="1815490" y="136694"/>
                </a:lnTo>
                <a:lnTo>
                  <a:pt x="1816108" y="136857"/>
                </a:lnTo>
                <a:lnTo>
                  <a:pt x="1816731" y="137009"/>
                </a:lnTo>
                <a:lnTo>
                  <a:pt x="1817359" y="137149"/>
                </a:lnTo>
                <a:lnTo>
                  <a:pt x="1817991" y="137278"/>
                </a:lnTo>
                <a:lnTo>
                  <a:pt x="1818629" y="137395"/>
                </a:lnTo>
                <a:lnTo>
                  <a:pt x="1819272" y="137502"/>
                </a:lnTo>
                <a:lnTo>
                  <a:pt x="1819919" y="137597"/>
                </a:lnTo>
                <a:lnTo>
                  <a:pt x="1820572" y="137682"/>
                </a:lnTo>
                <a:lnTo>
                  <a:pt x="1821229" y="137754"/>
                </a:lnTo>
                <a:lnTo>
                  <a:pt x="1821892" y="137816"/>
                </a:lnTo>
                <a:lnTo>
                  <a:pt x="1822559" y="137867"/>
                </a:lnTo>
                <a:lnTo>
                  <a:pt x="1823232" y="137906"/>
                </a:lnTo>
                <a:lnTo>
                  <a:pt x="1823909" y="137934"/>
                </a:lnTo>
                <a:lnTo>
                  <a:pt x="1824591" y="137951"/>
                </a:lnTo>
                <a:lnTo>
                  <a:pt x="1825279" y="137956"/>
                </a:lnTo>
                <a:lnTo>
                  <a:pt x="1826243" y="137949"/>
                </a:lnTo>
                <a:lnTo>
                  <a:pt x="1827197" y="137925"/>
                </a:lnTo>
                <a:lnTo>
                  <a:pt x="1828140" y="137886"/>
                </a:lnTo>
                <a:lnTo>
                  <a:pt x="1829074" y="137832"/>
                </a:lnTo>
                <a:lnTo>
                  <a:pt x="1829997" y="137762"/>
                </a:lnTo>
                <a:close/>
                <a:moveTo>
                  <a:pt x="1826105" y="125150"/>
                </a:moveTo>
                <a:lnTo>
                  <a:pt x="1825448" y="125064"/>
                </a:lnTo>
                <a:lnTo>
                  <a:pt x="1824806" y="124964"/>
                </a:lnTo>
                <a:lnTo>
                  <a:pt x="1824178" y="124848"/>
                </a:lnTo>
                <a:lnTo>
                  <a:pt x="1823566" y="124716"/>
                </a:lnTo>
                <a:lnTo>
                  <a:pt x="1822968" y="124569"/>
                </a:lnTo>
                <a:lnTo>
                  <a:pt x="1822385" y="124406"/>
                </a:lnTo>
                <a:lnTo>
                  <a:pt x="1821818" y="124228"/>
                </a:lnTo>
                <a:lnTo>
                  <a:pt x="1821265" y="124035"/>
                </a:lnTo>
                <a:lnTo>
                  <a:pt x="1820726" y="123826"/>
                </a:lnTo>
                <a:lnTo>
                  <a:pt x="1820203" y="123601"/>
                </a:lnTo>
                <a:lnTo>
                  <a:pt x="1819695" y="123361"/>
                </a:lnTo>
                <a:lnTo>
                  <a:pt x="1819201" y="123106"/>
                </a:lnTo>
                <a:lnTo>
                  <a:pt x="1818723" y="122835"/>
                </a:lnTo>
                <a:lnTo>
                  <a:pt x="1818259" y="122549"/>
                </a:lnTo>
                <a:lnTo>
                  <a:pt x="1817810" y="122247"/>
                </a:lnTo>
                <a:lnTo>
                  <a:pt x="1817376" y="121929"/>
                </a:lnTo>
                <a:lnTo>
                  <a:pt x="1816957" y="121596"/>
                </a:lnTo>
                <a:lnTo>
                  <a:pt x="1816553" y="121248"/>
                </a:lnTo>
                <a:lnTo>
                  <a:pt x="1816164" y="120884"/>
                </a:lnTo>
                <a:lnTo>
                  <a:pt x="1815790" y="120507"/>
                </a:lnTo>
                <a:lnTo>
                  <a:pt x="1815432" y="120120"/>
                </a:lnTo>
                <a:lnTo>
                  <a:pt x="1815090" y="119722"/>
                </a:lnTo>
                <a:lnTo>
                  <a:pt x="1814764" y="119314"/>
                </a:lnTo>
                <a:lnTo>
                  <a:pt x="1814453" y="118895"/>
                </a:lnTo>
                <a:lnTo>
                  <a:pt x="1814159" y="118466"/>
                </a:lnTo>
                <a:lnTo>
                  <a:pt x="1813881" y="118026"/>
                </a:lnTo>
                <a:lnTo>
                  <a:pt x="1813618" y="117576"/>
                </a:lnTo>
                <a:lnTo>
                  <a:pt x="1813372" y="117115"/>
                </a:lnTo>
                <a:lnTo>
                  <a:pt x="1813141" y="116643"/>
                </a:lnTo>
                <a:lnTo>
                  <a:pt x="1812926" y="116162"/>
                </a:lnTo>
                <a:lnTo>
                  <a:pt x="1812727" y="115669"/>
                </a:lnTo>
                <a:lnTo>
                  <a:pt x="1812544" y="115166"/>
                </a:lnTo>
                <a:lnTo>
                  <a:pt x="1812377" y="114653"/>
                </a:lnTo>
                <a:lnTo>
                  <a:pt x="1812226" y="114129"/>
                </a:lnTo>
                <a:lnTo>
                  <a:pt x="1812091" y="113595"/>
                </a:lnTo>
                <a:lnTo>
                  <a:pt x="1811971" y="113050"/>
                </a:lnTo>
                <a:lnTo>
                  <a:pt x="1811868" y="112495"/>
                </a:lnTo>
                <a:lnTo>
                  <a:pt x="1811781" y="111929"/>
                </a:lnTo>
                <a:lnTo>
                  <a:pt x="1811709" y="111353"/>
                </a:lnTo>
                <a:lnTo>
                  <a:pt x="1811653" y="110766"/>
                </a:lnTo>
                <a:lnTo>
                  <a:pt x="1811613" y="110169"/>
                </a:lnTo>
                <a:lnTo>
                  <a:pt x="1811590" y="109561"/>
                </a:lnTo>
                <a:lnTo>
                  <a:pt x="1811582" y="108942"/>
                </a:lnTo>
                <a:lnTo>
                  <a:pt x="1811601" y="108039"/>
                </a:lnTo>
                <a:lnTo>
                  <a:pt x="1811661" y="107157"/>
                </a:lnTo>
                <a:lnTo>
                  <a:pt x="1811759" y="106297"/>
                </a:lnTo>
                <a:lnTo>
                  <a:pt x="1811898" y="105458"/>
                </a:lnTo>
                <a:lnTo>
                  <a:pt x="1812076" y="104640"/>
                </a:lnTo>
                <a:lnTo>
                  <a:pt x="1812293" y="103844"/>
                </a:lnTo>
                <a:lnTo>
                  <a:pt x="1812550" y="103069"/>
                </a:lnTo>
                <a:lnTo>
                  <a:pt x="1812846" y="102315"/>
                </a:lnTo>
                <a:lnTo>
                  <a:pt x="1813182" y="101583"/>
                </a:lnTo>
                <a:lnTo>
                  <a:pt x="1813558" y="100872"/>
                </a:lnTo>
                <a:lnTo>
                  <a:pt x="1813973" y="100182"/>
                </a:lnTo>
                <a:lnTo>
                  <a:pt x="1814427" y="99514"/>
                </a:lnTo>
                <a:lnTo>
                  <a:pt x="1814921" y="98867"/>
                </a:lnTo>
                <a:lnTo>
                  <a:pt x="1815454" y="98242"/>
                </a:lnTo>
                <a:lnTo>
                  <a:pt x="1816028" y="97637"/>
                </a:lnTo>
                <a:lnTo>
                  <a:pt x="1816640" y="97055"/>
                </a:lnTo>
                <a:lnTo>
                  <a:pt x="1817292" y="96493"/>
                </a:lnTo>
                <a:lnTo>
                  <a:pt x="1817984" y="95953"/>
                </a:lnTo>
                <a:lnTo>
                  <a:pt x="1818715" y="95434"/>
                </a:lnTo>
                <a:lnTo>
                  <a:pt x="1819485" y="94937"/>
                </a:lnTo>
                <a:lnTo>
                  <a:pt x="1820296" y="94461"/>
                </a:lnTo>
                <a:lnTo>
                  <a:pt x="1821145" y="94006"/>
                </a:lnTo>
                <a:lnTo>
                  <a:pt x="1822034" y="93573"/>
                </a:lnTo>
                <a:lnTo>
                  <a:pt x="1822963" y="93161"/>
                </a:lnTo>
                <a:lnTo>
                  <a:pt x="1823937" y="92767"/>
                </a:lnTo>
                <a:lnTo>
                  <a:pt x="1824963" y="92389"/>
                </a:lnTo>
                <a:lnTo>
                  <a:pt x="1826040" y="92026"/>
                </a:lnTo>
                <a:lnTo>
                  <a:pt x="1827169" y="91679"/>
                </a:lnTo>
                <a:lnTo>
                  <a:pt x="1828349" y="91348"/>
                </a:lnTo>
                <a:lnTo>
                  <a:pt x="1829581" y="91033"/>
                </a:lnTo>
                <a:lnTo>
                  <a:pt x="1830864" y="90733"/>
                </a:lnTo>
                <a:lnTo>
                  <a:pt x="1832198" y="90449"/>
                </a:lnTo>
                <a:lnTo>
                  <a:pt x="1833585" y="90181"/>
                </a:lnTo>
                <a:lnTo>
                  <a:pt x="1835022" y="89928"/>
                </a:lnTo>
                <a:lnTo>
                  <a:pt x="1836511" y="89691"/>
                </a:lnTo>
                <a:lnTo>
                  <a:pt x="1838052" y="89469"/>
                </a:lnTo>
                <a:lnTo>
                  <a:pt x="1839644" y="89263"/>
                </a:lnTo>
                <a:lnTo>
                  <a:pt x="1841288" y="89073"/>
                </a:lnTo>
                <a:lnTo>
                  <a:pt x="1842983" y="88899"/>
                </a:lnTo>
                <a:lnTo>
                  <a:pt x="1844729" y="88740"/>
                </a:lnTo>
                <a:lnTo>
                  <a:pt x="1846528" y="88597"/>
                </a:lnTo>
                <a:lnTo>
                  <a:pt x="1848377" y="88469"/>
                </a:lnTo>
                <a:lnTo>
                  <a:pt x="1850278" y="88357"/>
                </a:lnTo>
                <a:lnTo>
                  <a:pt x="1852231" y="88261"/>
                </a:lnTo>
                <a:lnTo>
                  <a:pt x="1854235" y="88181"/>
                </a:lnTo>
                <a:lnTo>
                  <a:pt x="1856291" y="88116"/>
                </a:lnTo>
                <a:lnTo>
                  <a:pt x="1858398" y="88067"/>
                </a:lnTo>
                <a:lnTo>
                  <a:pt x="1860556" y="88033"/>
                </a:lnTo>
                <a:lnTo>
                  <a:pt x="1860556" y="108330"/>
                </a:lnTo>
                <a:lnTo>
                  <a:pt x="1860108" y="108940"/>
                </a:lnTo>
                <a:lnTo>
                  <a:pt x="1859651" y="109542"/>
                </a:lnTo>
                <a:lnTo>
                  <a:pt x="1859186" y="110134"/>
                </a:lnTo>
                <a:lnTo>
                  <a:pt x="1858711" y="110718"/>
                </a:lnTo>
                <a:lnTo>
                  <a:pt x="1858228" y="111293"/>
                </a:lnTo>
                <a:lnTo>
                  <a:pt x="1857735" y="111859"/>
                </a:lnTo>
                <a:lnTo>
                  <a:pt x="1857234" y="112416"/>
                </a:lnTo>
                <a:lnTo>
                  <a:pt x="1856724" y="112964"/>
                </a:lnTo>
                <a:lnTo>
                  <a:pt x="1856205" y="113503"/>
                </a:lnTo>
                <a:lnTo>
                  <a:pt x="1855677" y="114034"/>
                </a:lnTo>
                <a:lnTo>
                  <a:pt x="1855140" y="114555"/>
                </a:lnTo>
                <a:lnTo>
                  <a:pt x="1854594" y="115068"/>
                </a:lnTo>
                <a:lnTo>
                  <a:pt x="1854040" y="115572"/>
                </a:lnTo>
                <a:lnTo>
                  <a:pt x="1853476" y="116067"/>
                </a:lnTo>
                <a:lnTo>
                  <a:pt x="1852904" y="116553"/>
                </a:lnTo>
                <a:lnTo>
                  <a:pt x="1852323" y="117030"/>
                </a:lnTo>
                <a:lnTo>
                  <a:pt x="1851732" y="117498"/>
                </a:lnTo>
                <a:lnTo>
                  <a:pt x="1851133" y="117957"/>
                </a:lnTo>
                <a:lnTo>
                  <a:pt x="1850525" y="118408"/>
                </a:lnTo>
                <a:lnTo>
                  <a:pt x="1849908" y="118850"/>
                </a:lnTo>
                <a:lnTo>
                  <a:pt x="1849283" y="119282"/>
                </a:lnTo>
                <a:lnTo>
                  <a:pt x="1848648" y="119706"/>
                </a:lnTo>
                <a:lnTo>
                  <a:pt x="1848004" y="120121"/>
                </a:lnTo>
                <a:lnTo>
                  <a:pt x="1847352" y="120527"/>
                </a:lnTo>
                <a:lnTo>
                  <a:pt x="1846691" y="120920"/>
                </a:lnTo>
                <a:lnTo>
                  <a:pt x="1846024" y="121296"/>
                </a:lnTo>
                <a:lnTo>
                  <a:pt x="1845350" y="121656"/>
                </a:lnTo>
                <a:lnTo>
                  <a:pt x="1844669" y="121999"/>
                </a:lnTo>
                <a:lnTo>
                  <a:pt x="1843982" y="122325"/>
                </a:lnTo>
                <a:lnTo>
                  <a:pt x="1843287" y="122634"/>
                </a:lnTo>
                <a:lnTo>
                  <a:pt x="1842586" y="122927"/>
                </a:lnTo>
                <a:lnTo>
                  <a:pt x="1841877" y="123203"/>
                </a:lnTo>
                <a:lnTo>
                  <a:pt x="1841162" y="123462"/>
                </a:lnTo>
                <a:lnTo>
                  <a:pt x="1840440" y="123704"/>
                </a:lnTo>
                <a:lnTo>
                  <a:pt x="1839711" y="123930"/>
                </a:lnTo>
                <a:lnTo>
                  <a:pt x="1838976" y="124139"/>
                </a:lnTo>
                <a:lnTo>
                  <a:pt x="1838233" y="124331"/>
                </a:lnTo>
                <a:lnTo>
                  <a:pt x="1837484" y="124507"/>
                </a:lnTo>
                <a:lnTo>
                  <a:pt x="1836728" y="124666"/>
                </a:lnTo>
                <a:lnTo>
                  <a:pt x="1835965" y="124808"/>
                </a:lnTo>
                <a:lnTo>
                  <a:pt x="1835195" y="124933"/>
                </a:lnTo>
                <a:lnTo>
                  <a:pt x="1834418" y="125042"/>
                </a:lnTo>
                <a:lnTo>
                  <a:pt x="1833635" y="125134"/>
                </a:lnTo>
                <a:lnTo>
                  <a:pt x="1832844" y="125209"/>
                </a:lnTo>
                <a:lnTo>
                  <a:pt x="1832047" y="125268"/>
                </a:lnTo>
                <a:lnTo>
                  <a:pt x="1831243" y="125310"/>
                </a:lnTo>
                <a:lnTo>
                  <a:pt x="1830432" y="125335"/>
                </a:lnTo>
                <a:lnTo>
                  <a:pt x="1829615" y="125343"/>
                </a:lnTo>
                <a:lnTo>
                  <a:pt x="1828883" y="125335"/>
                </a:lnTo>
                <a:lnTo>
                  <a:pt x="1828166" y="125312"/>
                </a:lnTo>
                <a:lnTo>
                  <a:pt x="1827464" y="125273"/>
                </a:lnTo>
                <a:lnTo>
                  <a:pt x="1826777" y="125219"/>
                </a:lnTo>
                <a:lnTo>
                  <a:pt x="1826105" y="125150"/>
                </a:lnTo>
                <a:close/>
                <a:moveTo>
                  <a:pt x="1193323" y="124964"/>
                </a:moveTo>
                <a:lnTo>
                  <a:pt x="1193757" y="125508"/>
                </a:lnTo>
                <a:lnTo>
                  <a:pt x="1194201" y="126042"/>
                </a:lnTo>
                <a:lnTo>
                  <a:pt x="1194656" y="126566"/>
                </a:lnTo>
                <a:lnTo>
                  <a:pt x="1195122" y="127079"/>
                </a:lnTo>
                <a:lnTo>
                  <a:pt x="1195598" y="127581"/>
                </a:lnTo>
                <a:lnTo>
                  <a:pt x="1196085" y="128073"/>
                </a:lnTo>
                <a:lnTo>
                  <a:pt x="1196582" y="128555"/>
                </a:lnTo>
                <a:lnTo>
                  <a:pt x="1197090" y="129026"/>
                </a:lnTo>
                <a:lnTo>
                  <a:pt x="1197608" y="129487"/>
                </a:lnTo>
                <a:lnTo>
                  <a:pt x="1198137" y="129937"/>
                </a:lnTo>
                <a:lnTo>
                  <a:pt x="1198677" y="130377"/>
                </a:lnTo>
                <a:lnTo>
                  <a:pt x="1199228" y="130807"/>
                </a:lnTo>
                <a:lnTo>
                  <a:pt x="1199788" y="131226"/>
                </a:lnTo>
                <a:lnTo>
                  <a:pt x="1200360" y="131634"/>
                </a:lnTo>
                <a:lnTo>
                  <a:pt x="1200942" y="132033"/>
                </a:lnTo>
                <a:lnTo>
                  <a:pt x="1201535" y="132420"/>
                </a:lnTo>
                <a:lnTo>
                  <a:pt x="1202138" y="132798"/>
                </a:lnTo>
                <a:lnTo>
                  <a:pt x="1202752" y="133164"/>
                </a:lnTo>
                <a:lnTo>
                  <a:pt x="1203377" y="133521"/>
                </a:lnTo>
                <a:lnTo>
                  <a:pt x="1204012" y="133867"/>
                </a:lnTo>
                <a:lnTo>
                  <a:pt x="1204657" y="134201"/>
                </a:lnTo>
                <a:lnTo>
                  <a:pt x="1205311" y="134520"/>
                </a:lnTo>
                <a:lnTo>
                  <a:pt x="1205974" y="134825"/>
                </a:lnTo>
                <a:lnTo>
                  <a:pt x="1206645" y="135116"/>
                </a:lnTo>
                <a:lnTo>
                  <a:pt x="1207326" y="135393"/>
                </a:lnTo>
                <a:lnTo>
                  <a:pt x="1208015" y="135656"/>
                </a:lnTo>
                <a:lnTo>
                  <a:pt x="1208714" y="135904"/>
                </a:lnTo>
                <a:lnTo>
                  <a:pt x="1209421" y="136139"/>
                </a:lnTo>
                <a:lnTo>
                  <a:pt x="1210137" y="136359"/>
                </a:lnTo>
                <a:lnTo>
                  <a:pt x="1210862" y="136565"/>
                </a:lnTo>
                <a:lnTo>
                  <a:pt x="1211596" y="136756"/>
                </a:lnTo>
                <a:lnTo>
                  <a:pt x="1212339" y="136934"/>
                </a:lnTo>
                <a:lnTo>
                  <a:pt x="1213091" y="137097"/>
                </a:lnTo>
                <a:lnTo>
                  <a:pt x="1213851" y="137246"/>
                </a:lnTo>
                <a:lnTo>
                  <a:pt x="1214621" y="137381"/>
                </a:lnTo>
                <a:lnTo>
                  <a:pt x="1215399" y="137502"/>
                </a:lnTo>
                <a:lnTo>
                  <a:pt x="1216186" y="137608"/>
                </a:lnTo>
                <a:lnTo>
                  <a:pt x="1216983" y="137701"/>
                </a:lnTo>
                <a:lnTo>
                  <a:pt x="1217788" y="137779"/>
                </a:lnTo>
                <a:lnTo>
                  <a:pt x="1218602" y="137843"/>
                </a:lnTo>
                <a:lnTo>
                  <a:pt x="1219425" y="137892"/>
                </a:lnTo>
                <a:lnTo>
                  <a:pt x="1220256" y="137928"/>
                </a:lnTo>
                <a:lnTo>
                  <a:pt x="1221097" y="137949"/>
                </a:lnTo>
                <a:lnTo>
                  <a:pt x="1221947" y="137956"/>
                </a:lnTo>
                <a:lnTo>
                  <a:pt x="1222959" y="137946"/>
                </a:lnTo>
                <a:lnTo>
                  <a:pt x="1223961" y="137916"/>
                </a:lnTo>
                <a:lnTo>
                  <a:pt x="1224952" y="137865"/>
                </a:lnTo>
                <a:lnTo>
                  <a:pt x="1225932" y="137794"/>
                </a:lnTo>
                <a:lnTo>
                  <a:pt x="1226901" y="137703"/>
                </a:lnTo>
                <a:lnTo>
                  <a:pt x="1227859" y="137592"/>
                </a:lnTo>
                <a:lnTo>
                  <a:pt x="1228806" y="137460"/>
                </a:lnTo>
                <a:lnTo>
                  <a:pt x="1229742" y="137308"/>
                </a:lnTo>
                <a:lnTo>
                  <a:pt x="1230667" y="137136"/>
                </a:lnTo>
                <a:lnTo>
                  <a:pt x="1231582" y="136944"/>
                </a:lnTo>
                <a:lnTo>
                  <a:pt x="1232485" y="136731"/>
                </a:lnTo>
                <a:lnTo>
                  <a:pt x="1233377" y="136498"/>
                </a:lnTo>
                <a:lnTo>
                  <a:pt x="1234259" y="136245"/>
                </a:lnTo>
                <a:lnTo>
                  <a:pt x="1235129" y="135972"/>
                </a:lnTo>
                <a:lnTo>
                  <a:pt x="1235989" y="135678"/>
                </a:lnTo>
                <a:lnTo>
                  <a:pt x="1236837" y="135364"/>
                </a:lnTo>
                <a:lnTo>
                  <a:pt x="1237675" y="135030"/>
                </a:lnTo>
                <a:lnTo>
                  <a:pt x="1238501" y="134676"/>
                </a:lnTo>
                <a:lnTo>
                  <a:pt x="1239317" y="134301"/>
                </a:lnTo>
                <a:lnTo>
                  <a:pt x="1240122" y="133906"/>
                </a:lnTo>
                <a:lnTo>
                  <a:pt x="1240916" y="133491"/>
                </a:lnTo>
                <a:lnTo>
                  <a:pt x="1241698" y="133056"/>
                </a:lnTo>
                <a:lnTo>
                  <a:pt x="1242470" y="132600"/>
                </a:lnTo>
                <a:lnTo>
                  <a:pt x="1243231" y="132124"/>
                </a:lnTo>
                <a:lnTo>
                  <a:pt x="1243980" y="131628"/>
                </a:lnTo>
                <a:lnTo>
                  <a:pt x="1244714" y="131113"/>
                </a:lnTo>
                <a:lnTo>
                  <a:pt x="1245434" y="130578"/>
                </a:lnTo>
                <a:lnTo>
                  <a:pt x="1246140" y="130024"/>
                </a:lnTo>
                <a:lnTo>
                  <a:pt x="1246831" y="129450"/>
                </a:lnTo>
                <a:lnTo>
                  <a:pt x="1247508" y="128858"/>
                </a:lnTo>
                <a:lnTo>
                  <a:pt x="1248172" y="128245"/>
                </a:lnTo>
                <a:lnTo>
                  <a:pt x="1248821" y="127614"/>
                </a:lnTo>
                <a:lnTo>
                  <a:pt x="1249455" y="126963"/>
                </a:lnTo>
                <a:lnTo>
                  <a:pt x="1250076" y="126292"/>
                </a:lnTo>
                <a:lnTo>
                  <a:pt x="1250682" y="125603"/>
                </a:lnTo>
                <a:lnTo>
                  <a:pt x="1251275" y="124894"/>
                </a:lnTo>
                <a:lnTo>
                  <a:pt x="1251853" y="124165"/>
                </a:lnTo>
                <a:lnTo>
                  <a:pt x="1252416" y="123417"/>
                </a:lnTo>
                <a:lnTo>
                  <a:pt x="1252966" y="122650"/>
                </a:lnTo>
                <a:lnTo>
                  <a:pt x="1253501" y="121863"/>
                </a:lnTo>
                <a:lnTo>
                  <a:pt x="1254022" y="121057"/>
                </a:lnTo>
                <a:lnTo>
                  <a:pt x="1254529" y="120232"/>
                </a:lnTo>
                <a:lnTo>
                  <a:pt x="1255022" y="119387"/>
                </a:lnTo>
                <a:lnTo>
                  <a:pt x="1255501" y="118523"/>
                </a:lnTo>
                <a:lnTo>
                  <a:pt x="1255965" y="117640"/>
                </a:lnTo>
                <a:lnTo>
                  <a:pt x="1256415" y="116737"/>
                </a:lnTo>
                <a:lnTo>
                  <a:pt x="1256851" y="115815"/>
                </a:lnTo>
                <a:lnTo>
                  <a:pt x="1257273" y="114873"/>
                </a:lnTo>
                <a:lnTo>
                  <a:pt x="1257679" y="113913"/>
                </a:lnTo>
                <a:lnTo>
                  <a:pt x="1258068" y="112934"/>
                </a:lnTo>
                <a:lnTo>
                  <a:pt x="1258440" y="111936"/>
                </a:lnTo>
                <a:lnTo>
                  <a:pt x="1258794" y="110920"/>
                </a:lnTo>
                <a:lnTo>
                  <a:pt x="1259131" y="109886"/>
                </a:lnTo>
                <a:lnTo>
                  <a:pt x="1259450" y="108833"/>
                </a:lnTo>
                <a:lnTo>
                  <a:pt x="1259753" y="107761"/>
                </a:lnTo>
                <a:lnTo>
                  <a:pt x="1260038" y="106671"/>
                </a:lnTo>
                <a:lnTo>
                  <a:pt x="1260306" y="105563"/>
                </a:lnTo>
                <a:lnTo>
                  <a:pt x="1260556" y="104436"/>
                </a:lnTo>
                <a:lnTo>
                  <a:pt x="1260789" y="103290"/>
                </a:lnTo>
                <a:lnTo>
                  <a:pt x="1261005" y="102126"/>
                </a:lnTo>
                <a:lnTo>
                  <a:pt x="1261204" y="100944"/>
                </a:lnTo>
                <a:lnTo>
                  <a:pt x="1261386" y="99743"/>
                </a:lnTo>
                <a:lnTo>
                  <a:pt x="1261550" y="98523"/>
                </a:lnTo>
                <a:lnTo>
                  <a:pt x="1261697" y="97285"/>
                </a:lnTo>
                <a:lnTo>
                  <a:pt x="1261826" y="96029"/>
                </a:lnTo>
                <a:lnTo>
                  <a:pt x="1261938" y="94754"/>
                </a:lnTo>
                <a:lnTo>
                  <a:pt x="1262033" y="93460"/>
                </a:lnTo>
                <a:lnTo>
                  <a:pt x="1262111" y="92148"/>
                </a:lnTo>
                <a:lnTo>
                  <a:pt x="1262172" y="90818"/>
                </a:lnTo>
                <a:lnTo>
                  <a:pt x="1262215" y="89469"/>
                </a:lnTo>
                <a:lnTo>
                  <a:pt x="1262241" y="88101"/>
                </a:lnTo>
                <a:lnTo>
                  <a:pt x="1262249" y="86715"/>
                </a:lnTo>
                <a:lnTo>
                  <a:pt x="1262241" y="85313"/>
                </a:lnTo>
                <a:lnTo>
                  <a:pt x="1262217" y="83930"/>
                </a:lnTo>
                <a:lnTo>
                  <a:pt x="1262176" y="82566"/>
                </a:lnTo>
                <a:lnTo>
                  <a:pt x="1262119" y="81222"/>
                </a:lnTo>
                <a:lnTo>
                  <a:pt x="1262046" y="79897"/>
                </a:lnTo>
                <a:lnTo>
                  <a:pt x="1261957" y="78591"/>
                </a:lnTo>
                <a:lnTo>
                  <a:pt x="1261851" y="77305"/>
                </a:lnTo>
                <a:lnTo>
                  <a:pt x="1261729" y="76038"/>
                </a:lnTo>
                <a:lnTo>
                  <a:pt x="1261591" y="74791"/>
                </a:lnTo>
                <a:lnTo>
                  <a:pt x="1261437" y="73563"/>
                </a:lnTo>
                <a:lnTo>
                  <a:pt x="1261266" y="72355"/>
                </a:lnTo>
                <a:lnTo>
                  <a:pt x="1261079" y="71165"/>
                </a:lnTo>
                <a:lnTo>
                  <a:pt x="1260876" y="69995"/>
                </a:lnTo>
                <a:lnTo>
                  <a:pt x="1260657" y="68845"/>
                </a:lnTo>
                <a:lnTo>
                  <a:pt x="1260421" y="67714"/>
                </a:lnTo>
                <a:lnTo>
                  <a:pt x="1260169" y="66602"/>
                </a:lnTo>
                <a:lnTo>
                  <a:pt x="1259901" y="65510"/>
                </a:lnTo>
                <a:lnTo>
                  <a:pt x="1259617" y="64437"/>
                </a:lnTo>
                <a:lnTo>
                  <a:pt x="1259316" y="63384"/>
                </a:lnTo>
                <a:lnTo>
                  <a:pt x="1258999" y="62349"/>
                </a:lnTo>
                <a:lnTo>
                  <a:pt x="1258666" y="61335"/>
                </a:lnTo>
                <a:lnTo>
                  <a:pt x="1258316" y="60339"/>
                </a:lnTo>
                <a:lnTo>
                  <a:pt x="1257951" y="59363"/>
                </a:lnTo>
                <a:lnTo>
                  <a:pt x="1257569" y="58407"/>
                </a:lnTo>
                <a:lnTo>
                  <a:pt x="1257172" y="57469"/>
                </a:lnTo>
                <a:lnTo>
                  <a:pt x="1256762" y="56551"/>
                </a:lnTo>
                <a:lnTo>
                  <a:pt x="1256338" y="55653"/>
                </a:lnTo>
                <a:lnTo>
                  <a:pt x="1255900" y="54774"/>
                </a:lnTo>
                <a:lnTo>
                  <a:pt x="1255450" y="53915"/>
                </a:lnTo>
                <a:lnTo>
                  <a:pt x="1254985" y="53076"/>
                </a:lnTo>
                <a:lnTo>
                  <a:pt x="1254507" y="52256"/>
                </a:lnTo>
                <a:lnTo>
                  <a:pt x="1254016" y="51455"/>
                </a:lnTo>
                <a:lnTo>
                  <a:pt x="1253511" y="50674"/>
                </a:lnTo>
                <a:lnTo>
                  <a:pt x="1252993" y="49913"/>
                </a:lnTo>
                <a:lnTo>
                  <a:pt x="1252461" y="49171"/>
                </a:lnTo>
                <a:lnTo>
                  <a:pt x="1251915" y="48449"/>
                </a:lnTo>
                <a:lnTo>
                  <a:pt x="1251356" y="47746"/>
                </a:lnTo>
                <a:lnTo>
                  <a:pt x="1250784" y="47063"/>
                </a:lnTo>
                <a:lnTo>
                  <a:pt x="1250198" y="46399"/>
                </a:lnTo>
                <a:lnTo>
                  <a:pt x="1249598" y="45755"/>
                </a:lnTo>
                <a:lnTo>
                  <a:pt x="1248985" y="45131"/>
                </a:lnTo>
                <a:lnTo>
                  <a:pt x="1248358" y="44526"/>
                </a:lnTo>
                <a:lnTo>
                  <a:pt x="1247718" y="43940"/>
                </a:lnTo>
                <a:lnTo>
                  <a:pt x="1247065" y="43375"/>
                </a:lnTo>
                <a:lnTo>
                  <a:pt x="1246398" y="42828"/>
                </a:lnTo>
                <a:lnTo>
                  <a:pt x="1245717" y="42302"/>
                </a:lnTo>
                <a:lnTo>
                  <a:pt x="1245023" y="41794"/>
                </a:lnTo>
                <a:lnTo>
                  <a:pt x="1244315" y="41307"/>
                </a:lnTo>
                <a:lnTo>
                  <a:pt x="1243595" y="40839"/>
                </a:lnTo>
                <a:lnTo>
                  <a:pt x="1242864" y="40391"/>
                </a:lnTo>
                <a:lnTo>
                  <a:pt x="1242121" y="39963"/>
                </a:lnTo>
                <a:lnTo>
                  <a:pt x="1241367" y="39555"/>
                </a:lnTo>
                <a:lnTo>
                  <a:pt x="1240602" y="39167"/>
                </a:lnTo>
                <a:lnTo>
                  <a:pt x="1239825" y="38798"/>
                </a:lnTo>
                <a:lnTo>
                  <a:pt x="1239038" y="38450"/>
                </a:lnTo>
                <a:lnTo>
                  <a:pt x="1238239" y="38121"/>
                </a:lnTo>
                <a:lnTo>
                  <a:pt x="1237428" y="37813"/>
                </a:lnTo>
                <a:lnTo>
                  <a:pt x="1236606" y="37524"/>
                </a:lnTo>
                <a:lnTo>
                  <a:pt x="1235773" y="37255"/>
                </a:lnTo>
                <a:lnTo>
                  <a:pt x="1234929" y="37006"/>
                </a:lnTo>
                <a:lnTo>
                  <a:pt x="1234074" y="36778"/>
                </a:lnTo>
                <a:lnTo>
                  <a:pt x="1233207" y="36568"/>
                </a:lnTo>
                <a:lnTo>
                  <a:pt x="1232329" y="36379"/>
                </a:lnTo>
                <a:lnTo>
                  <a:pt x="1231439" y="36210"/>
                </a:lnTo>
                <a:lnTo>
                  <a:pt x="1230539" y="36061"/>
                </a:lnTo>
                <a:lnTo>
                  <a:pt x="1229627" y="35931"/>
                </a:lnTo>
                <a:lnTo>
                  <a:pt x="1228703" y="35822"/>
                </a:lnTo>
                <a:lnTo>
                  <a:pt x="1227769" y="35732"/>
                </a:lnTo>
                <a:lnTo>
                  <a:pt x="1226823" y="35663"/>
                </a:lnTo>
                <a:lnTo>
                  <a:pt x="1225866" y="35613"/>
                </a:lnTo>
                <a:lnTo>
                  <a:pt x="1224897" y="35583"/>
                </a:lnTo>
                <a:lnTo>
                  <a:pt x="1223917" y="35573"/>
                </a:lnTo>
                <a:lnTo>
                  <a:pt x="1223027" y="35581"/>
                </a:lnTo>
                <a:lnTo>
                  <a:pt x="1222145" y="35607"/>
                </a:lnTo>
                <a:lnTo>
                  <a:pt x="1221273" y="35648"/>
                </a:lnTo>
                <a:lnTo>
                  <a:pt x="1220410" y="35707"/>
                </a:lnTo>
                <a:lnTo>
                  <a:pt x="1219555" y="35783"/>
                </a:lnTo>
                <a:lnTo>
                  <a:pt x="1218710" y="35875"/>
                </a:lnTo>
                <a:lnTo>
                  <a:pt x="1217874" y="35984"/>
                </a:lnTo>
                <a:lnTo>
                  <a:pt x="1217047" y="36110"/>
                </a:lnTo>
                <a:lnTo>
                  <a:pt x="1216229" y="36252"/>
                </a:lnTo>
                <a:lnTo>
                  <a:pt x="1215420" y="36411"/>
                </a:lnTo>
                <a:lnTo>
                  <a:pt x="1214620" y="36587"/>
                </a:lnTo>
                <a:lnTo>
                  <a:pt x="1213829" y="36780"/>
                </a:lnTo>
                <a:lnTo>
                  <a:pt x="1213048" y="36990"/>
                </a:lnTo>
                <a:lnTo>
                  <a:pt x="1212275" y="37216"/>
                </a:lnTo>
                <a:lnTo>
                  <a:pt x="1211511" y="37459"/>
                </a:lnTo>
                <a:lnTo>
                  <a:pt x="1210757" y="37719"/>
                </a:lnTo>
                <a:lnTo>
                  <a:pt x="1210011" y="37996"/>
                </a:lnTo>
                <a:lnTo>
                  <a:pt x="1209275" y="38289"/>
                </a:lnTo>
                <a:lnTo>
                  <a:pt x="1208548" y="38599"/>
                </a:lnTo>
                <a:lnTo>
                  <a:pt x="1207829" y="38926"/>
                </a:lnTo>
                <a:lnTo>
                  <a:pt x="1207120" y="39270"/>
                </a:lnTo>
                <a:lnTo>
                  <a:pt x="1206420" y="39630"/>
                </a:lnTo>
                <a:lnTo>
                  <a:pt x="1205729" y="40008"/>
                </a:lnTo>
                <a:lnTo>
                  <a:pt x="1205047" y="40401"/>
                </a:lnTo>
                <a:lnTo>
                  <a:pt x="1204375" y="40809"/>
                </a:lnTo>
                <a:lnTo>
                  <a:pt x="1203713" y="41226"/>
                </a:lnTo>
                <a:lnTo>
                  <a:pt x="1203061" y="41653"/>
                </a:lnTo>
                <a:lnTo>
                  <a:pt x="1202421" y="42090"/>
                </a:lnTo>
                <a:lnTo>
                  <a:pt x="1201790" y="42537"/>
                </a:lnTo>
                <a:lnTo>
                  <a:pt x="1201170" y="42994"/>
                </a:lnTo>
                <a:lnTo>
                  <a:pt x="1200560" y="43461"/>
                </a:lnTo>
                <a:lnTo>
                  <a:pt x="1199961" y="43938"/>
                </a:lnTo>
                <a:lnTo>
                  <a:pt x="1199372" y="44425"/>
                </a:lnTo>
                <a:lnTo>
                  <a:pt x="1198794" y="44921"/>
                </a:lnTo>
                <a:lnTo>
                  <a:pt x="1198226" y="45428"/>
                </a:lnTo>
                <a:lnTo>
                  <a:pt x="1197669" y="45944"/>
                </a:lnTo>
                <a:lnTo>
                  <a:pt x="1197122" y="46471"/>
                </a:lnTo>
                <a:lnTo>
                  <a:pt x="1196585" y="47007"/>
                </a:lnTo>
                <a:lnTo>
                  <a:pt x="1196059" y="47553"/>
                </a:lnTo>
                <a:lnTo>
                  <a:pt x="1195543" y="48110"/>
                </a:lnTo>
                <a:lnTo>
                  <a:pt x="1195038" y="48676"/>
                </a:lnTo>
                <a:lnTo>
                  <a:pt x="1194543" y="49252"/>
                </a:lnTo>
                <a:lnTo>
                  <a:pt x="1194059" y="49838"/>
                </a:lnTo>
                <a:lnTo>
                  <a:pt x="1193585" y="50433"/>
                </a:lnTo>
                <a:lnTo>
                  <a:pt x="1193121" y="51039"/>
                </a:lnTo>
                <a:lnTo>
                  <a:pt x="1192668" y="51655"/>
                </a:lnTo>
                <a:lnTo>
                  <a:pt x="1192225" y="52281"/>
                </a:lnTo>
                <a:lnTo>
                  <a:pt x="1191793" y="52916"/>
                </a:lnTo>
                <a:lnTo>
                  <a:pt x="1191301" y="37248"/>
                </a:lnTo>
                <a:lnTo>
                  <a:pt x="1175337" y="37248"/>
                </a:lnTo>
                <a:lnTo>
                  <a:pt x="1175337" y="171460"/>
                </a:lnTo>
                <a:lnTo>
                  <a:pt x="1191695" y="171460"/>
                </a:lnTo>
                <a:lnTo>
                  <a:pt x="1191695" y="122683"/>
                </a:lnTo>
                <a:lnTo>
                  <a:pt x="1192086" y="123269"/>
                </a:lnTo>
                <a:lnTo>
                  <a:pt x="1192488" y="123844"/>
                </a:lnTo>
                <a:lnTo>
                  <a:pt x="1192900" y="124409"/>
                </a:lnTo>
                <a:lnTo>
                  <a:pt x="1193323" y="124964"/>
                </a:lnTo>
                <a:close/>
                <a:moveTo>
                  <a:pt x="1214205" y="124152"/>
                </a:moveTo>
                <a:lnTo>
                  <a:pt x="1213461" y="124042"/>
                </a:lnTo>
                <a:lnTo>
                  <a:pt x="1212728" y="123915"/>
                </a:lnTo>
                <a:lnTo>
                  <a:pt x="1212005" y="123771"/>
                </a:lnTo>
                <a:lnTo>
                  <a:pt x="1211293" y="123611"/>
                </a:lnTo>
                <a:lnTo>
                  <a:pt x="1210591" y="123433"/>
                </a:lnTo>
                <a:lnTo>
                  <a:pt x="1209900" y="123238"/>
                </a:lnTo>
                <a:lnTo>
                  <a:pt x="1209220" y="123027"/>
                </a:lnTo>
                <a:lnTo>
                  <a:pt x="1208550" y="122799"/>
                </a:lnTo>
                <a:lnTo>
                  <a:pt x="1207891" y="122553"/>
                </a:lnTo>
                <a:lnTo>
                  <a:pt x="1207242" y="122291"/>
                </a:lnTo>
                <a:lnTo>
                  <a:pt x="1206604" y="122012"/>
                </a:lnTo>
                <a:lnTo>
                  <a:pt x="1205977" y="121716"/>
                </a:lnTo>
                <a:lnTo>
                  <a:pt x="1205360" y="121403"/>
                </a:lnTo>
                <a:lnTo>
                  <a:pt x="1204754" y="121073"/>
                </a:lnTo>
                <a:lnTo>
                  <a:pt x="1204158" y="120726"/>
                </a:lnTo>
                <a:lnTo>
                  <a:pt x="1203574" y="120363"/>
                </a:lnTo>
                <a:lnTo>
                  <a:pt x="1202999" y="119982"/>
                </a:lnTo>
                <a:lnTo>
                  <a:pt x="1202436" y="119585"/>
                </a:lnTo>
                <a:lnTo>
                  <a:pt x="1201882" y="119174"/>
                </a:lnTo>
                <a:lnTo>
                  <a:pt x="1201338" y="118752"/>
                </a:lnTo>
                <a:lnTo>
                  <a:pt x="1200803" y="118321"/>
                </a:lnTo>
                <a:lnTo>
                  <a:pt x="1200279" y="117880"/>
                </a:lnTo>
                <a:lnTo>
                  <a:pt x="1199763" y="117428"/>
                </a:lnTo>
                <a:lnTo>
                  <a:pt x="1199258" y="116966"/>
                </a:lnTo>
                <a:lnTo>
                  <a:pt x="1198762" y="116494"/>
                </a:lnTo>
                <a:lnTo>
                  <a:pt x="1198275" y="116012"/>
                </a:lnTo>
                <a:lnTo>
                  <a:pt x="1197798" y="115520"/>
                </a:lnTo>
                <a:lnTo>
                  <a:pt x="1197331" y="115018"/>
                </a:lnTo>
                <a:lnTo>
                  <a:pt x="1196873" y="114505"/>
                </a:lnTo>
                <a:lnTo>
                  <a:pt x="1196425" y="113983"/>
                </a:lnTo>
                <a:lnTo>
                  <a:pt x="1195986" y="113450"/>
                </a:lnTo>
                <a:lnTo>
                  <a:pt x="1195557" y="112907"/>
                </a:lnTo>
                <a:lnTo>
                  <a:pt x="1195137" y="112354"/>
                </a:lnTo>
                <a:lnTo>
                  <a:pt x="1194728" y="111790"/>
                </a:lnTo>
                <a:lnTo>
                  <a:pt x="1194327" y="111217"/>
                </a:lnTo>
                <a:lnTo>
                  <a:pt x="1193936" y="110634"/>
                </a:lnTo>
                <a:lnTo>
                  <a:pt x="1193555" y="110040"/>
                </a:lnTo>
                <a:lnTo>
                  <a:pt x="1193184" y="109436"/>
                </a:lnTo>
                <a:lnTo>
                  <a:pt x="1192822" y="108822"/>
                </a:lnTo>
                <a:lnTo>
                  <a:pt x="1192469" y="108198"/>
                </a:lnTo>
                <a:lnTo>
                  <a:pt x="1192126" y="107564"/>
                </a:lnTo>
                <a:lnTo>
                  <a:pt x="1191793" y="106919"/>
                </a:lnTo>
                <a:lnTo>
                  <a:pt x="1191793" y="68359"/>
                </a:lnTo>
                <a:lnTo>
                  <a:pt x="1192135" y="67713"/>
                </a:lnTo>
                <a:lnTo>
                  <a:pt x="1192489" y="67074"/>
                </a:lnTo>
                <a:lnTo>
                  <a:pt x="1192853" y="66441"/>
                </a:lnTo>
                <a:lnTo>
                  <a:pt x="1193229" y="65815"/>
                </a:lnTo>
                <a:lnTo>
                  <a:pt x="1193616" y="65196"/>
                </a:lnTo>
                <a:lnTo>
                  <a:pt x="1194013" y="64584"/>
                </a:lnTo>
                <a:lnTo>
                  <a:pt x="1194422" y="63979"/>
                </a:lnTo>
                <a:lnTo>
                  <a:pt x="1194842" y="63380"/>
                </a:lnTo>
                <a:lnTo>
                  <a:pt x="1195274" y="62788"/>
                </a:lnTo>
                <a:lnTo>
                  <a:pt x="1195716" y="62203"/>
                </a:lnTo>
                <a:lnTo>
                  <a:pt x="1196169" y="61624"/>
                </a:lnTo>
                <a:lnTo>
                  <a:pt x="1196634" y="61053"/>
                </a:lnTo>
                <a:lnTo>
                  <a:pt x="1197110" y="60488"/>
                </a:lnTo>
                <a:lnTo>
                  <a:pt x="1197596" y="59930"/>
                </a:lnTo>
                <a:lnTo>
                  <a:pt x="1198094" y="59378"/>
                </a:lnTo>
                <a:lnTo>
                  <a:pt x="1198603" y="58834"/>
                </a:lnTo>
                <a:lnTo>
                  <a:pt x="1199124" y="58296"/>
                </a:lnTo>
                <a:lnTo>
                  <a:pt x="1199655" y="57765"/>
                </a:lnTo>
                <a:lnTo>
                  <a:pt x="1200197" y="57240"/>
                </a:lnTo>
                <a:lnTo>
                  <a:pt x="1200751" y="56723"/>
                </a:lnTo>
                <a:lnTo>
                  <a:pt x="1201315" y="56212"/>
                </a:lnTo>
                <a:lnTo>
                  <a:pt x="1201891" y="55708"/>
                </a:lnTo>
                <a:lnTo>
                  <a:pt x="1202478" y="55211"/>
                </a:lnTo>
                <a:lnTo>
                  <a:pt x="1203076" y="54721"/>
                </a:lnTo>
                <a:lnTo>
                  <a:pt x="1203685" y="54244"/>
                </a:lnTo>
                <a:lnTo>
                  <a:pt x="1204306" y="53787"/>
                </a:lnTo>
                <a:lnTo>
                  <a:pt x="1204938" y="53351"/>
                </a:lnTo>
                <a:lnTo>
                  <a:pt x="1205582" y="52935"/>
                </a:lnTo>
                <a:lnTo>
                  <a:pt x="1206237" y="52539"/>
                </a:lnTo>
                <a:lnTo>
                  <a:pt x="1206904" y="52164"/>
                </a:lnTo>
                <a:lnTo>
                  <a:pt x="1207582" y="51808"/>
                </a:lnTo>
                <a:lnTo>
                  <a:pt x="1208271" y="51474"/>
                </a:lnTo>
                <a:lnTo>
                  <a:pt x="1208972" y="51159"/>
                </a:lnTo>
                <a:lnTo>
                  <a:pt x="1209685" y="50865"/>
                </a:lnTo>
                <a:lnTo>
                  <a:pt x="1210409" y="50591"/>
                </a:lnTo>
                <a:lnTo>
                  <a:pt x="1211144" y="50337"/>
                </a:lnTo>
                <a:lnTo>
                  <a:pt x="1211891" y="50104"/>
                </a:lnTo>
                <a:lnTo>
                  <a:pt x="1212649" y="49891"/>
                </a:lnTo>
                <a:lnTo>
                  <a:pt x="1213419" y="49698"/>
                </a:lnTo>
                <a:lnTo>
                  <a:pt x="1214200" y="49525"/>
                </a:lnTo>
                <a:lnTo>
                  <a:pt x="1214993" y="49373"/>
                </a:lnTo>
                <a:lnTo>
                  <a:pt x="1215797" y="49241"/>
                </a:lnTo>
                <a:lnTo>
                  <a:pt x="1216613" y="49130"/>
                </a:lnTo>
                <a:lnTo>
                  <a:pt x="1217440" y="49038"/>
                </a:lnTo>
                <a:lnTo>
                  <a:pt x="1218278" y="48967"/>
                </a:lnTo>
                <a:lnTo>
                  <a:pt x="1219128" y="48917"/>
                </a:lnTo>
                <a:lnTo>
                  <a:pt x="1219990" y="48886"/>
                </a:lnTo>
                <a:lnTo>
                  <a:pt x="1220863" y="48876"/>
                </a:lnTo>
                <a:lnTo>
                  <a:pt x="1221854" y="48893"/>
                </a:lnTo>
                <a:lnTo>
                  <a:pt x="1222826" y="48944"/>
                </a:lnTo>
                <a:lnTo>
                  <a:pt x="1223777" y="49028"/>
                </a:lnTo>
                <a:lnTo>
                  <a:pt x="1224708" y="49147"/>
                </a:lnTo>
                <a:lnTo>
                  <a:pt x="1225619" y="49299"/>
                </a:lnTo>
                <a:lnTo>
                  <a:pt x="1226510" y="49485"/>
                </a:lnTo>
                <a:lnTo>
                  <a:pt x="1227381" y="49705"/>
                </a:lnTo>
                <a:lnTo>
                  <a:pt x="1228231" y="49959"/>
                </a:lnTo>
                <a:lnTo>
                  <a:pt x="1229061" y="50246"/>
                </a:lnTo>
                <a:lnTo>
                  <a:pt x="1229871" y="50567"/>
                </a:lnTo>
                <a:lnTo>
                  <a:pt x="1230661" y="50923"/>
                </a:lnTo>
                <a:lnTo>
                  <a:pt x="1231431" y="51312"/>
                </a:lnTo>
                <a:lnTo>
                  <a:pt x="1232181" y="51735"/>
                </a:lnTo>
                <a:lnTo>
                  <a:pt x="1232910" y="52191"/>
                </a:lnTo>
                <a:lnTo>
                  <a:pt x="1233619" y="52682"/>
                </a:lnTo>
                <a:lnTo>
                  <a:pt x="1234308" y="53206"/>
                </a:lnTo>
                <a:lnTo>
                  <a:pt x="1234977" y="53764"/>
                </a:lnTo>
                <a:lnTo>
                  <a:pt x="1235625" y="54356"/>
                </a:lnTo>
                <a:lnTo>
                  <a:pt x="1236254" y="54982"/>
                </a:lnTo>
                <a:lnTo>
                  <a:pt x="1236862" y="55642"/>
                </a:lnTo>
                <a:lnTo>
                  <a:pt x="1237450" y="56336"/>
                </a:lnTo>
                <a:lnTo>
                  <a:pt x="1238017" y="57063"/>
                </a:lnTo>
                <a:lnTo>
                  <a:pt x="1238565" y="57824"/>
                </a:lnTo>
                <a:lnTo>
                  <a:pt x="1239093" y="58619"/>
                </a:lnTo>
                <a:lnTo>
                  <a:pt x="1239599" y="59446"/>
                </a:lnTo>
                <a:lnTo>
                  <a:pt x="1240084" y="60302"/>
                </a:lnTo>
                <a:lnTo>
                  <a:pt x="1240548" y="61189"/>
                </a:lnTo>
                <a:lnTo>
                  <a:pt x="1240989" y="62105"/>
                </a:lnTo>
                <a:lnTo>
                  <a:pt x="1241410" y="63052"/>
                </a:lnTo>
                <a:lnTo>
                  <a:pt x="1241809" y="64028"/>
                </a:lnTo>
                <a:lnTo>
                  <a:pt x="1242186" y="65034"/>
                </a:lnTo>
                <a:lnTo>
                  <a:pt x="1242541" y="66070"/>
                </a:lnTo>
                <a:lnTo>
                  <a:pt x="1242876" y="67136"/>
                </a:lnTo>
                <a:lnTo>
                  <a:pt x="1243188" y="68232"/>
                </a:lnTo>
                <a:lnTo>
                  <a:pt x="1243479" y="69358"/>
                </a:lnTo>
                <a:lnTo>
                  <a:pt x="1243749" y="70514"/>
                </a:lnTo>
                <a:lnTo>
                  <a:pt x="1243996" y="71700"/>
                </a:lnTo>
                <a:lnTo>
                  <a:pt x="1244223" y="72915"/>
                </a:lnTo>
                <a:lnTo>
                  <a:pt x="1244428" y="74161"/>
                </a:lnTo>
                <a:lnTo>
                  <a:pt x="1244611" y="75437"/>
                </a:lnTo>
                <a:lnTo>
                  <a:pt x="1244772" y="76742"/>
                </a:lnTo>
                <a:lnTo>
                  <a:pt x="1244913" y="78078"/>
                </a:lnTo>
                <a:lnTo>
                  <a:pt x="1245031" y="79443"/>
                </a:lnTo>
                <a:lnTo>
                  <a:pt x="1245128" y="80838"/>
                </a:lnTo>
                <a:lnTo>
                  <a:pt x="1245204" y="82263"/>
                </a:lnTo>
                <a:lnTo>
                  <a:pt x="1245257" y="83718"/>
                </a:lnTo>
                <a:lnTo>
                  <a:pt x="1245290" y="85203"/>
                </a:lnTo>
                <a:lnTo>
                  <a:pt x="1245301" y="86718"/>
                </a:lnTo>
                <a:lnTo>
                  <a:pt x="1245289" y="88216"/>
                </a:lnTo>
                <a:lnTo>
                  <a:pt x="1245254" y="89685"/>
                </a:lnTo>
                <a:lnTo>
                  <a:pt x="1245197" y="91125"/>
                </a:lnTo>
                <a:lnTo>
                  <a:pt x="1245116" y="92536"/>
                </a:lnTo>
                <a:lnTo>
                  <a:pt x="1245012" y="93918"/>
                </a:lnTo>
                <a:lnTo>
                  <a:pt x="1244885" y="95271"/>
                </a:lnTo>
                <a:lnTo>
                  <a:pt x="1244735" y="96595"/>
                </a:lnTo>
                <a:lnTo>
                  <a:pt x="1244562" y="97890"/>
                </a:lnTo>
                <a:lnTo>
                  <a:pt x="1244365" y="99156"/>
                </a:lnTo>
                <a:lnTo>
                  <a:pt x="1244146" y="100393"/>
                </a:lnTo>
                <a:lnTo>
                  <a:pt x="1243903" y="101601"/>
                </a:lnTo>
                <a:lnTo>
                  <a:pt x="1243638" y="102780"/>
                </a:lnTo>
                <a:lnTo>
                  <a:pt x="1243349" y="103930"/>
                </a:lnTo>
                <a:lnTo>
                  <a:pt x="1243037" y="105051"/>
                </a:lnTo>
                <a:lnTo>
                  <a:pt x="1242702" y="106142"/>
                </a:lnTo>
                <a:lnTo>
                  <a:pt x="1242344" y="107205"/>
                </a:lnTo>
                <a:lnTo>
                  <a:pt x="1241963" y="108239"/>
                </a:lnTo>
                <a:lnTo>
                  <a:pt x="1241559" y="109244"/>
                </a:lnTo>
                <a:lnTo>
                  <a:pt x="1241132" y="110220"/>
                </a:lnTo>
                <a:lnTo>
                  <a:pt x="1240681" y="111167"/>
                </a:lnTo>
                <a:lnTo>
                  <a:pt x="1240208" y="112084"/>
                </a:lnTo>
                <a:lnTo>
                  <a:pt x="1239711" y="112973"/>
                </a:lnTo>
                <a:lnTo>
                  <a:pt x="1239192" y="113833"/>
                </a:lnTo>
                <a:lnTo>
                  <a:pt x="1238649" y="114664"/>
                </a:lnTo>
                <a:lnTo>
                  <a:pt x="1238084" y="115463"/>
                </a:lnTo>
                <a:lnTo>
                  <a:pt x="1237496" y="116228"/>
                </a:lnTo>
                <a:lnTo>
                  <a:pt x="1236885" y="116959"/>
                </a:lnTo>
                <a:lnTo>
                  <a:pt x="1236253" y="117656"/>
                </a:lnTo>
                <a:lnTo>
                  <a:pt x="1235598" y="118319"/>
                </a:lnTo>
                <a:lnTo>
                  <a:pt x="1234920" y="118948"/>
                </a:lnTo>
                <a:lnTo>
                  <a:pt x="1234220" y="119543"/>
                </a:lnTo>
                <a:lnTo>
                  <a:pt x="1233498" y="120104"/>
                </a:lnTo>
                <a:lnTo>
                  <a:pt x="1232753" y="120631"/>
                </a:lnTo>
                <a:lnTo>
                  <a:pt x="1231986" y="121124"/>
                </a:lnTo>
                <a:lnTo>
                  <a:pt x="1231196" y="121583"/>
                </a:lnTo>
                <a:lnTo>
                  <a:pt x="1230384" y="122008"/>
                </a:lnTo>
                <a:lnTo>
                  <a:pt x="1229550" y="122399"/>
                </a:lnTo>
                <a:lnTo>
                  <a:pt x="1228693" y="122756"/>
                </a:lnTo>
                <a:lnTo>
                  <a:pt x="1227814" y="123079"/>
                </a:lnTo>
                <a:lnTo>
                  <a:pt x="1226912" y="123368"/>
                </a:lnTo>
                <a:lnTo>
                  <a:pt x="1225988" y="123623"/>
                </a:lnTo>
                <a:lnTo>
                  <a:pt x="1225041" y="123844"/>
                </a:lnTo>
                <a:lnTo>
                  <a:pt x="1224072" y="124031"/>
                </a:lnTo>
                <a:lnTo>
                  <a:pt x="1223081" y="124184"/>
                </a:lnTo>
                <a:lnTo>
                  <a:pt x="1222067" y="124303"/>
                </a:lnTo>
                <a:lnTo>
                  <a:pt x="1221031" y="124388"/>
                </a:lnTo>
                <a:lnTo>
                  <a:pt x="1219973" y="124439"/>
                </a:lnTo>
                <a:lnTo>
                  <a:pt x="1218892" y="124456"/>
                </a:lnTo>
                <a:lnTo>
                  <a:pt x="1218084" y="124448"/>
                </a:lnTo>
                <a:lnTo>
                  <a:pt x="1217287" y="124422"/>
                </a:lnTo>
                <a:lnTo>
                  <a:pt x="1216501" y="124380"/>
                </a:lnTo>
                <a:lnTo>
                  <a:pt x="1215725" y="124321"/>
                </a:lnTo>
                <a:lnTo>
                  <a:pt x="1214960" y="124245"/>
                </a:lnTo>
                <a:lnTo>
                  <a:pt x="1214205" y="124152"/>
                </a:lnTo>
                <a:close/>
                <a:moveTo>
                  <a:pt x="1050224" y="171357"/>
                </a:moveTo>
                <a:lnTo>
                  <a:pt x="1050880" y="171312"/>
                </a:lnTo>
                <a:lnTo>
                  <a:pt x="1051526" y="171259"/>
                </a:lnTo>
                <a:lnTo>
                  <a:pt x="1052160" y="171197"/>
                </a:lnTo>
                <a:lnTo>
                  <a:pt x="1052785" y="171127"/>
                </a:lnTo>
                <a:lnTo>
                  <a:pt x="1053398" y="171049"/>
                </a:lnTo>
                <a:lnTo>
                  <a:pt x="1054001" y="170963"/>
                </a:lnTo>
                <a:lnTo>
                  <a:pt x="1054594" y="170868"/>
                </a:lnTo>
                <a:lnTo>
                  <a:pt x="1055176" y="170765"/>
                </a:lnTo>
                <a:lnTo>
                  <a:pt x="1055747" y="170654"/>
                </a:lnTo>
                <a:lnTo>
                  <a:pt x="1056307" y="170535"/>
                </a:lnTo>
                <a:lnTo>
                  <a:pt x="1056857" y="170408"/>
                </a:lnTo>
                <a:lnTo>
                  <a:pt x="1057397" y="170272"/>
                </a:lnTo>
                <a:lnTo>
                  <a:pt x="1057926" y="170128"/>
                </a:lnTo>
                <a:lnTo>
                  <a:pt x="1058444" y="169976"/>
                </a:lnTo>
                <a:lnTo>
                  <a:pt x="1058951" y="169816"/>
                </a:lnTo>
                <a:lnTo>
                  <a:pt x="1059448" y="169647"/>
                </a:lnTo>
                <a:lnTo>
                  <a:pt x="1059935" y="169470"/>
                </a:lnTo>
                <a:lnTo>
                  <a:pt x="1060411" y="169285"/>
                </a:lnTo>
                <a:lnTo>
                  <a:pt x="1060876" y="169092"/>
                </a:lnTo>
                <a:lnTo>
                  <a:pt x="1061333" y="168889"/>
                </a:lnTo>
                <a:lnTo>
                  <a:pt x="1061783" y="168677"/>
                </a:lnTo>
                <a:lnTo>
                  <a:pt x="1062228" y="168453"/>
                </a:lnTo>
                <a:lnTo>
                  <a:pt x="1062667" y="168220"/>
                </a:lnTo>
                <a:lnTo>
                  <a:pt x="1063100" y="167976"/>
                </a:lnTo>
                <a:lnTo>
                  <a:pt x="1063527" y="167722"/>
                </a:lnTo>
                <a:lnTo>
                  <a:pt x="1063948" y="167458"/>
                </a:lnTo>
                <a:lnTo>
                  <a:pt x="1064363" y="167183"/>
                </a:lnTo>
                <a:lnTo>
                  <a:pt x="1064772" y="166898"/>
                </a:lnTo>
                <a:lnTo>
                  <a:pt x="1065175" y="166603"/>
                </a:lnTo>
                <a:lnTo>
                  <a:pt x="1065572" y="166297"/>
                </a:lnTo>
                <a:lnTo>
                  <a:pt x="1065963" y="165981"/>
                </a:lnTo>
                <a:lnTo>
                  <a:pt x="1066348" y="165655"/>
                </a:lnTo>
                <a:lnTo>
                  <a:pt x="1066727" y="165318"/>
                </a:lnTo>
                <a:lnTo>
                  <a:pt x="1067100" y="164971"/>
                </a:lnTo>
                <a:lnTo>
                  <a:pt x="1067467" y="164614"/>
                </a:lnTo>
                <a:lnTo>
                  <a:pt x="1067828" y="164246"/>
                </a:lnTo>
                <a:lnTo>
                  <a:pt x="1068183" y="163868"/>
                </a:lnTo>
                <a:lnTo>
                  <a:pt x="1068532" y="163480"/>
                </a:lnTo>
                <a:lnTo>
                  <a:pt x="1068875" y="163082"/>
                </a:lnTo>
                <a:lnTo>
                  <a:pt x="1069212" y="162673"/>
                </a:lnTo>
                <a:lnTo>
                  <a:pt x="1069544" y="162254"/>
                </a:lnTo>
                <a:lnTo>
                  <a:pt x="1069869" y="161824"/>
                </a:lnTo>
                <a:lnTo>
                  <a:pt x="1070188" y="161384"/>
                </a:lnTo>
                <a:lnTo>
                  <a:pt x="1070503" y="160933"/>
                </a:lnTo>
                <a:lnTo>
                  <a:pt x="1070817" y="160471"/>
                </a:lnTo>
                <a:lnTo>
                  <a:pt x="1071129" y="159996"/>
                </a:lnTo>
                <a:lnTo>
                  <a:pt x="1071440" y="159509"/>
                </a:lnTo>
                <a:lnTo>
                  <a:pt x="1071749" y="159011"/>
                </a:lnTo>
                <a:lnTo>
                  <a:pt x="1072057" y="158500"/>
                </a:lnTo>
                <a:lnTo>
                  <a:pt x="1072363" y="157978"/>
                </a:lnTo>
                <a:lnTo>
                  <a:pt x="1072668" y="157444"/>
                </a:lnTo>
                <a:lnTo>
                  <a:pt x="1072971" y="156898"/>
                </a:lnTo>
                <a:lnTo>
                  <a:pt x="1073272" y="156340"/>
                </a:lnTo>
                <a:lnTo>
                  <a:pt x="1073572" y="155770"/>
                </a:lnTo>
                <a:lnTo>
                  <a:pt x="1073871" y="155188"/>
                </a:lnTo>
                <a:lnTo>
                  <a:pt x="1074168" y="154594"/>
                </a:lnTo>
                <a:lnTo>
                  <a:pt x="1074463" y="153988"/>
                </a:lnTo>
                <a:lnTo>
                  <a:pt x="1074757" y="153371"/>
                </a:lnTo>
                <a:lnTo>
                  <a:pt x="1075049" y="152741"/>
                </a:lnTo>
                <a:lnTo>
                  <a:pt x="1075340" y="152100"/>
                </a:lnTo>
                <a:lnTo>
                  <a:pt x="1075629" y="151447"/>
                </a:lnTo>
                <a:lnTo>
                  <a:pt x="1075917" y="150782"/>
                </a:lnTo>
                <a:lnTo>
                  <a:pt x="1076203" y="150105"/>
                </a:lnTo>
                <a:lnTo>
                  <a:pt x="1076487" y="149416"/>
                </a:lnTo>
                <a:lnTo>
                  <a:pt x="1076770" y="148715"/>
                </a:lnTo>
                <a:lnTo>
                  <a:pt x="1077052" y="148002"/>
                </a:lnTo>
                <a:lnTo>
                  <a:pt x="1077332" y="147278"/>
                </a:lnTo>
                <a:lnTo>
                  <a:pt x="1081865" y="135388"/>
                </a:lnTo>
                <a:lnTo>
                  <a:pt x="1117931" y="37248"/>
                </a:lnTo>
                <a:lnTo>
                  <a:pt x="1101179" y="37248"/>
                </a:lnTo>
                <a:lnTo>
                  <a:pt x="1073785" y="118205"/>
                </a:lnTo>
                <a:lnTo>
                  <a:pt x="1044124" y="37248"/>
                </a:lnTo>
                <a:lnTo>
                  <a:pt x="1026682" y="37248"/>
                </a:lnTo>
                <a:lnTo>
                  <a:pt x="1065014" y="136183"/>
                </a:lnTo>
                <a:lnTo>
                  <a:pt x="1061270" y="144854"/>
                </a:lnTo>
                <a:lnTo>
                  <a:pt x="1061038" y="145430"/>
                </a:lnTo>
                <a:lnTo>
                  <a:pt x="1060802" y="145992"/>
                </a:lnTo>
                <a:lnTo>
                  <a:pt x="1060562" y="146541"/>
                </a:lnTo>
                <a:lnTo>
                  <a:pt x="1060319" y="147075"/>
                </a:lnTo>
                <a:lnTo>
                  <a:pt x="1060071" y="147596"/>
                </a:lnTo>
                <a:lnTo>
                  <a:pt x="1059820" y="148103"/>
                </a:lnTo>
                <a:lnTo>
                  <a:pt x="1059564" y="148596"/>
                </a:lnTo>
                <a:lnTo>
                  <a:pt x="1059305" y="149075"/>
                </a:lnTo>
                <a:lnTo>
                  <a:pt x="1059041" y="149540"/>
                </a:lnTo>
                <a:lnTo>
                  <a:pt x="1058774" y="149992"/>
                </a:lnTo>
                <a:lnTo>
                  <a:pt x="1058503" y="150429"/>
                </a:lnTo>
                <a:lnTo>
                  <a:pt x="1058227" y="150853"/>
                </a:lnTo>
                <a:lnTo>
                  <a:pt x="1057948" y="151263"/>
                </a:lnTo>
                <a:lnTo>
                  <a:pt x="1057665" y="151659"/>
                </a:lnTo>
                <a:lnTo>
                  <a:pt x="1057378" y="152041"/>
                </a:lnTo>
                <a:lnTo>
                  <a:pt x="1057087" y="152409"/>
                </a:lnTo>
                <a:lnTo>
                  <a:pt x="1056793" y="152763"/>
                </a:lnTo>
                <a:lnTo>
                  <a:pt x="1056494" y="153104"/>
                </a:lnTo>
                <a:lnTo>
                  <a:pt x="1056191" y="153430"/>
                </a:lnTo>
                <a:lnTo>
                  <a:pt x="1055884" y="153743"/>
                </a:lnTo>
                <a:lnTo>
                  <a:pt x="1055574" y="154042"/>
                </a:lnTo>
                <a:lnTo>
                  <a:pt x="1055259" y="154327"/>
                </a:lnTo>
                <a:lnTo>
                  <a:pt x="1054941" y="154599"/>
                </a:lnTo>
                <a:lnTo>
                  <a:pt x="1054618" y="154856"/>
                </a:lnTo>
                <a:lnTo>
                  <a:pt x="1054291" y="155101"/>
                </a:lnTo>
                <a:lnTo>
                  <a:pt x="1053958" y="155336"/>
                </a:lnTo>
                <a:lnTo>
                  <a:pt x="1053618" y="155560"/>
                </a:lnTo>
                <a:lnTo>
                  <a:pt x="1053273" y="155774"/>
                </a:lnTo>
                <a:lnTo>
                  <a:pt x="1052922" y="155978"/>
                </a:lnTo>
                <a:lnTo>
                  <a:pt x="1052564" y="156171"/>
                </a:lnTo>
                <a:lnTo>
                  <a:pt x="1052201" y="156353"/>
                </a:lnTo>
                <a:lnTo>
                  <a:pt x="1051832" y="156526"/>
                </a:lnTo>
                <a:lnTo>
                  <a:pt x="1051457" y="156687"/>
                </a:lnTo>
                <a:lnTo>
                  <a:pt x="1051075" y="156839"/>
                </a:lnTo>
                <a:lnTo>
                  <a:pt x="1050688" y="156980"/>
                </a:lnTo>
                <a:lnTo>
                  <a:pt x="1050295" y="157110"/>
                </a:lnTo>
                <a:lnTo>
                  <a:pt x="1049896" y="157230"/>
                </a:lnTo>
                <a:lnTo>
                  <a:pt x="1049491" y="157340"/>
                </a:lnTo>
                <a:lnTo>
                  <a:pt x="1049079" y="157439"/>
                </a:lnTo>
                <a:lnTo>
                  <a:pt x="1048662" y="157527"/>
                </a:lnTo>
                <a:lnTo>
                  <a:pt x="1048239" y="157606"/>
                </a:lnTo>
                <a:lnTo>
                  <a:pt x="1047810" y="157674"/>
                </a:lnTo>
                <a:lnTo>
                  <a:pt x="1047375" y="157731"/>
                </a:lnTo>
                <a:lnTo>
                  <a:pt x="1046934" y="157778"/>
                </a:lnTo>
                <a:lnTo>
                  <a:pt x="1046487" y="157814"/>
                </a:lnTo>
                <a:lnTo>
                  <a:pt x="1046033" y="157841"/>
                </a:lnTo>
                <a:lnTo>
                  <a:pt x="1045574" y="157856"/>
                </a:lnTo>
                <a:lnTo>
                  <a:pt x="1045109" y="157861"/>
                </a:lnTo>
                <a:lnTo>
                  <a:pt x="1037029" y="157861"/>
                </a:lnTo>
                <a:lnTo>
                  <a:pt x="1037029" y="171460"/>
                </a:lnTo>
                <a:lnTo>
                  <a:pt x="1046784" y="171460"/>
                </a:lnTo>
                <a:lnTo>
                  <a:pt x="1047494" y="171456"/>
                </a:lnTo>
                <a:lnTo>
                  <a:pt x="1048192" y="171444"/>
                </a:lnTo>
                <a:lnTo>
                  <a:pt x="1048880" y="171423"/>
                </a:lnTo>
                <a:lnTo>
                  <a:pt x="1049557" y="171394"/>
                </a:lnTo>
                <a:lnTo>
                  <a:pt x="1050224" y="171357"/>
                </a:lnTo>
                <a:close/>
                <a:moveTo>
                  <a:pt x="2012791" y="18999"/>
                </a:moveTo>
                <a:lnTo>
                  <a:pt x="2013143" y="18947"/>
                </a:lnTo>
                <a:lnTo>
                  <a:pt x="2013489" y="18886"/>
                </a:lnTo>
                <a:lnTo>
                  <a:pt x="2013828" y="18816"/>
                </a:lnTo>
                <a:lnTo>
                  <a:pt x="2014162" y="18736"/>
                </a:lnTo>
                <a:lnTo>
                  <a:pt x="2014489" y="18646"/>
                </a:lnTo>
                <a:lnTo>
                  <a:pt x="2014811" y="18548"/>
                </a:lnTo>
                <a:lnTo>
                  <a:pt x="2015126" y="18439"/>
                </a:lnTo>
                <a:lnTo>
                  <a:pt x="2015435" y="18322"/>
                </a:lnTo>
                <a:lnTo>
                  <a:pt x="2015738" y="18195"/>
                </a:lnTo>
                <a:lnTo>
                  <a:pt x="2016034" y="18058"/>
                </a:lnTo>
                <a:lnTo>
                  <a:pt x="2016325" y="17912"/>
                </a:lnTo>
                <a:lnTo>
                  <a:pt x="2016609" y="17757"/>
                </a:lnTo>
                <a:lnTo>
                  <a:pt x="2016887" y="17593"/>
                </a:lnTo>
                <a:lnTo>
                  <a:pt x="2017159" y="17418"/>
                </a:lnTo>
                <a:lnTo>
                  <a:pt x="2017425" y="17235"/>
                </a:lnTo>
                <a:lnTo>
                  <a:pt x="2017685" y="17042"/>
                </a:lnTo>
                <a:lnTo>
                  <a:pt x="2017938" y="16840"/>
                </a:lnTo>
                <a:lnTo>
                  <a:pt x="2018186" y="16628"/>
                </a:lnTo>
                <a:lnTo>
                  <a:pt x="2018427" y="16407"/>
                </a:lnTo>
                <a:lnTo>
                  <a:pt x="2018660" y="16179"/>
                </a:lnTo>
                <a:lnTo>
                  <a:pt x="2018883" y="15945"/>
                </a:lnTo>
                <a:lnTo>
                  <a:pt x="2019097" y="15707"/>
                </a:lnTo>
                <a:lnTo>
                  <a:pt x="2019300" y="15464"/>
                </a:lnTo>
                <a:lnTo>
                  <a:pt x="2019494" y="15216"/>
                </a:lnTo>
                <a:lnTo>
                  <a:pt x="2019677" y="14963"/>
                </a:lnTo>
                <a:lnTo>
                  <a:pt x="2019851" y="14705"/>
                </a:lnTo>
                <a:lnTo>
                  <a:pt x="2020014" y="14442"/>
                </a:lnTo>
                <a:lnTo>
                  <a:pt x="2020168" y="14174"/>
                </a:lnTo>
                <a:lnTo>
                  <a:pt x="2020312" y="13901"/>
                </a:lnTo>
                <a:lnTo>
                  <a:pt x="2020446" y="13623"/>
                </a:lnTo>
                <a:lnTo>
                  <a:pt x="2020570" y="13340"/>
                </a:lnTo>
                <a:lnTo>
                  <a:pt x="2020684" y="13052"/>
                </a:lnTo>
                <a:lnTo>
                  <a:pt x="2020788" y="12759"/>
                </a:lnTo>
                <a:lnTo>
                  <a:pt x="2020883" y="12461"/>
                </a:lnTo>
                <a:lnTo>
                  <a:pt x="2020967" y="12159"/>
                </a:lnTo>
                <a:lnTo>
                  <a:pt x="2021041" y="11851"/>
                </a:lnTo>
                <a:lnTo>
                  <a:pt x="2021106" y="11538"/>
                </a:lnTo>
                <a:lnTo>
                  <a:pt x="2021161" y="11221"/>
                </a:lnTo>
                <a:lnTo>
                  <a:pt x="2021205" y="10898"/>
                </a:lnTo>
                <a:lnTo>
                  <a:pt x="2021240" y="10571"/>
                </a:lnTo>
                <a:lnTo>
                  <a:pt x="2021265" y="10238"/>
                </a:lnTo>
                <a:lnTo>
                  <a:pt x="2021280" y="9901"/>
                </a:lnTo>
                <a:lnTo>
                  <a:pt x="2021285" y="9558"/>
                </a:lnTo>
                <a:lnTo>
                  <a:pt x="2021280" y="9216"/>
                </a:lnTo>
                <a:lnTo>
                  <a:pt x="2021265" y="8879"/>
                </a:lnTo>
                <a:lnTo>
                  <a:pt x="2021240" y="8546"/>
                </a:lnTo>
                <a:lnTo>
                  <a:pt x="2021205" y="8219"/>
                </a:lnTo>
                <a:lnTo>
                  <a:pt x="2021161" y="7896"/>
                </a:lnTo>
                <a:lnTo>
                  <a:pt x="2021106" y="7578"/>
                </a:lnTo>
                <a:lnTo>
                  <a:pt x="2021041" y="7266"/>
                </a:lnTo>
                <a:lnTo>
                  <a:pt x="2020967" y="6958"/>
                </a:lnTo>
                <a:lnTo>
                  <a:pt x="2020883" y="6655"/>
                </a:lnTo>
                <a:lnTo>
                  <a:pt x="2020788" y="6358"/>
                </a:lnTo>
                <a:lnTo>
                  <a:pt x="2020684" y="6065"/>
                </a:lnTo>
                <a:lnTo>
                  <a:pt x="2020570" y="5777"/>
                </a:lnTo>
                <a:lnTo>
                  <a:pt x="2020446" y="5494"/>
                </a:lnTo>
                <a:lnTo>
                  <a:pt x="2020312" y="5216"/>
                </a:lnTo>
                <a:lnTo>
                  <a:pt x="2020168" y="4943"/>
                </a:lnTo>
                <a:lnTo>
                  <a:pt x="2020014" y="4675"/>
                </a:lnTo>
                <a:lnTo>
                  <a:pt x="2019851" y="4412"/>
                </a:lnTo>
                <a:lnTo>
                  <a:pt x="2019677" y="4154"/>
                </a:lnTo>
                <a:lnTo>
                  <a:pt x="2019494" y="3901"/>
                </a:lnTo>
                <a:lnTo>
                  <a:pt x="2019300" y="3653"/>
                </a:lnTo>
                <a:lnTo>
                  <a:pt x="2019097" y="3410"/>
                </a:lnTo>
                <a:lnTo>
                  <a:pt x="2018883" y="3171"/>
                </a:lnTo>
                <a:lnTo>
                  <a:pt x="2018660" y="2938"/>
                </a:lnTo>
                <a:lnTo>
                  <a:pt x="2018427" y="2710"/>
                </a:lnTo>
                <a:lnTo>
                  <a:pt x="2018186" y="2489"/>
                </a:lnTo>
                <a:lnTo>
                  <a:pt x="2017938" y="2277"/>
                </a:lnTo>
                <a:lnTo>
                  <a:pt x="2017685" y="2075"/>
                </a:lnTo>
                <a:lnTo>
                  <a:pt x="2017425" y="1882"/>
                </a:lnTo>
                <a:lnTo>
                  <a:pt x="2017159" y="1698"/>
                </a:lnTo>
                <a:lnTo>
                  <a:pt x="2016887" y="1524"/>
                </a:lnTo>
                <a:lnTo>
                  <a:pt x="2016609" y="1360"/>
                </a:lnTo>
                <a:lnTo>
                  <a:pt x="2016325" y="1204"/>
                </a:lnTo>
                <a:lnTo>
                  <a:pt x="2016034" y="1059"/>
                </a:lnTo>
                <a:lnTo>
                  <a:pt x="2015738" y="922"/>
                </a:lnTo>
                <a:lnTo>
                  <a:pt x="2015435" y="795"/>
                </a:lnTo>
                <a:lnTo>
                  <a:pt x="2015126" y="677"/>
                </a:lnTo>
                <a:lnTo>
                  <a:pt x="2014811" y="569"/>
                </a:lnTo>
                <a:lnTo>
                  <a:pt x="2014489" y="470"/>
                </a:lnTo>
                <a:lnTo>
                  <a:pt x="2014162" y="381"/>
                </a:lnTo>
                <a:lnTo>
                  <a:pt x="2013828" y="301"/>
                </a:lnTo>
                <a:lnTo>
                  <a:pt x="2013489" y="231"/>
                </a:lnTo>
                <a:lnTo>
                  <a:pt x="2013143" y="169"/>
                </a:lnTo>
                <a:lnTo>
                  <a:pt x="2012791" y="118"/>
                </a:lnTo>
                <a:lnTo>
                  <a:pt x="2012432" y="75"/>
                </a:lnTo>
                <a:lnTo>
                  <a:pt x="2012068" y="42"/>
                </a:lnTo>
                <a:lnTo>
                  <a:pt x="2011697" y="19"/>
                </a:lnTo>
                <a:lnTo>
                  <a:pt x="2011321" y="5"/>
                </a:lnTo>
                <a:lnTo>
                  <a:pt x="2010938" y="0"/>
                </a:lnTo>
                <a:lnTo>
                  <a:pt x="2010555" y="5"/>
                </a:lnTo>
                <a:lnTo>
                  <a:pt x="2010179" y="19"/>
                </a:lnTo>
                <a:lnTo>
                  <a:pt x="2009808" y="42"/>
                </a:lnTo>
                <a:lnTo>
                  <a:pt x="2009445" y="75"/>
                </a:lnTo>
                <a:lnTo>
                  <a:pt x="2009087" y="118"/>
                </a:lnTo>
                <a:lnTo>
                  <a:pt x="2008736" y="169"/>
                </a:lnTo>
                <a:lnTo>
                  <a:pt x="2008391" y="231"/>
                </a:lnTo>
                <a:lnTo>
                  <a:pt x="2008053" y="301"/>
                </a:lnTo>
                <a:lnTo>
                  <a:pt x="2007721" y="381"/>
                </a:lnTo>
                <a:lnTo>
                  <a:pt x="2007395" y="470"/>
                </a:lnTo>
                <a:lnTo>
                  <a:pt x="2007075" y="569"/>
                </a:lnTo>
                <a:lnTo>
                  <a:pt x="2006762" y="677"/>
                </a:lnTo>
                <a:lnTo>
                  <a:pt x="2006455" y="795"/>
                </a:lnTo>
                <a:lnTo>
                  <a:pt x="2006155" y="922"/>
                </a:lnTo>
                <a:lnTo>
                  <a:pt x="2005861" y="1059"/>
                </a:lnTo>
                <a:lnTo>
                  <a:pt x="2005573" y="1204"/>
                </a:lnTo>
                <a:lnTo>
                  <a:pt x="2005291" y="1360"/>
                </a:lnTo>
                <a:lnTo>
                  <a:pt x="2005016" y="1524"/>
                </a:lnTo>
                <a:lnTo>
                  <a:pt x="2004747" y="1698"/>
                </a:lnTo>
                <a:lnTo>
                  <a:pt x="2004485" y="1882"/>
                </a:lnTo>
                <a:lnTo>
                  <a:pt x="2004229" y="2075"/>
                </a:lnTo>
                <a:lnTo>
                  <a:pt x="2003979" y="2277"/>
                </a:lnTo>
                <a:lnTo>
                  <a:pt x="2003735" y="2489"/>
                </a:lnTo>
                <a:lnTo>
                  <a:pt x="2003498" y="2710"/>
                </a:lnTo>
                <a:lnTo>
                  <a:pt x="2003269" y="2938"/>
                </a:lnTo>
                <a:lnTo>
                  <a:pt x="2003049" y="3171"/>
                </a:lnTo>
                <a:lnTo>
                  <a:pt x="2002840" y="3410"/>
                </a:lnTo>
                <a:lnTo>
                  <a:pt x="2002640" y="3653"/>
                </a:lnTo>
                <a:lnTo>
                  <a:pt x="2002450" y="3901"/>
                </a:lnTo>
                <a:lnTo>
                  <a:pt x="2002269" y="4154"/>
                </a:lnTo>
                <a:lnTo>
                  <a:pt x="2002099" y="4412"/>
                </a:lnTo>
                <a:lnTo>
                  <a:pt x="2001938" y="4675"/>
                </a:lnTo>
                <a:lnTo>
                  <a:pt x="2001787" y="4943"/>
                </a:lnTo>
                <a:lnTo>
                  <a:pt x="2001645" y="5216"/>
                </a:lnTo>
                <a:lnTo>
                  <a:pt x="2001514" y="5494"/>
                </a:lnTo>
                <a:lnTo>
                  <a:pt x="2001392" y="5777"/>
                </a:lnTo>
                <a:lnTo>
                  <a:pt x="2001280" y="6065"/>
                </a:lnTo>
                <a:lnTo>
                  <a:pt x="2001177" y="6358"/>
                </a:lnTo>
                <a:lnTo>
                  <a:pt x="2001085" y="6655"/>
                </a:lnTo>
                <a:lnTo>
                  <a:pt x="2001002" y="6958"/>
                </a:lnTo>
                <a:lnTo>
                  <a:pt x="2000929" y="7266"/>
                </a:lnTo>
                <a:lnTo>
                  <a:pt x="2000865" y="7578"/>
                </a:lnTo>
                <a:lnTo>
                  <a:pt x="2000812" y="7896"/>
                </a:lnTo>
                <a:lnTo>
                  <a:pt x="2000768" y="8219"/>
                </a:lnTo>
                <a:lnTo>
                  <a:pt x="2000734" y="8546"/>
                </a:lnTo>
                <a:lnTo>
                  <a:pt x="2000709" y="8879"/>
                </a:lnTo>
                <a:lnTo>
                  <a:pt x="2000695" y="9216"/>
                </a:lnTo>
                <a:lnTo>
                  <a:pt x="2000690" y="9558"/>
                </a:lnTo>
                <a:lnTo>
                  <a:pt x="2000695" y="9901"/>
                </a:lnTo>
                <a:lnTo>
                  <a:pt x="2000709" y="10238"/>
                </a:lnTo>
                <a:lnTo>
                  <a:pt x="2000734" y="10571"/>
                </a:lnTo>
                <a:lnTo>
                  <a:pt x="2000768" y="10898"/>
                </a:lnTo>
                <a:lnTo>
                  <a:pt x="2000812" y="11221"/>
                </a:lnTo>
                <a:lnTo>
                  <a:pt x="2000865" y="11538"/>
                </a:lnTo>
                <a:lnTo>
                  <a:pt x="2000929" y="11851"/>
                </a:lnTo>
                <a:lnTo>
                  <a:pt x="2001002" y="12159"/>
                </a:lnTo>
                <a:lnTo>
                  <a:pt x="2001085" y="12461"/>
                </a:lnTo>
                <a:lnTo>
                  <a:pt x="2001177" y="12759"/>
                </a:lnTo>
                <a:lnTo>
                  <a:pt x="2001280" y="13052"/>
                </a:lnTo>
                <a:lnTo>
                  <a:pt x="2001392" y="13340"/>
                </a:lnTo>
                <a:lnTo>
                  <a:pt x="2001514" y="13623"/>
                </a:lnTo>
                <a:lnTo>
                  <a:pt x="2001645" y="13901"/>
                </a:lnTo>
                <a:lnTo>
                  <a:pt x="2001787" y="14174"/>
                </a:lnTo>
                <a:lnTo>
                  <a:pt x="2001938" y="14442"/>
                </a:lnTo>
                <a:lnTo>
                  <a:pt x="2002099" y="14705"/>
                </a:lnTo>
                <a:lnTo>
                  <a:pt x="2002269" y="14963"/>
                </a:lnTo>
                <a:lnTo>
                  <a:pt x="2002450" y="15216"/>
                </a:lnTo>
                <a:lnTo>
                  <a:pt x="2002640" y="15464"/>
                </a:lnTo>
                <a:lnTo>
                  <a:pt x="2002840" y="15707"/>
                </a:lnTo>
                <a:lnTo>
                  <a:pt x="2003049" y="15945"/>
                </a:lnTo>
                <a:lnTo>
                  <a:pt x="2003269" y="16179"/>
                </a:lnTo>
                <a:lnTo>
                  <a:pt x="2003498" y="16407"/>
                </a:lnTo>
                <a:lnTo>
                  <a:pt x="2003735" y="16628"/>
                </a:lnTo>
                <a:lnTo>
                  <a:pt x="2003979" y="16840"/>
                </a:lnTo>
                <a:lnTo>
                  <a:pt x="2004229" y="17042"/>
                </a:lnTo>
                <a:lnTo>
                  <a:pt x="2004485" y="17235"/>
                </a:lnTo>
                <a:lnTo>
                  <a:pt x="2004747" y="17418"/>
                </a:lnTo>
                <a:lnTo>
                  <a:pt x="2005016" y="17593"/>
                </a:lnTo>
                <a:lnTo>
                  <a:pt x="2005291" y="17757"/>
                </a:lnTo>
                <a:lnTo>
                  <a:pt x="2005573" y="17912"/>
                </a:lnTo>
                <a:lnTo>
                  <a:pt x="2005861" y="18058"/>
                </a:lnTo>
                <a:lnTo>
                  <a:pt x="2006155" y="18195"/>
                </a:lnTo>
                <a:lnTo>
                  <a:pt x="2006455" y="18322"/>
                </a:lnTo>
                <a:lnTo>
                  <a:pt x="2006762" y="18439"/>
                </a:lnTo>
                <a:lnTo>
                  <a:pt x="2007075" y="18548"/>
                </a:lnTo>
                <a:lnTo>
                  <a:pt x="2007395" y="18646"/>
                </a:lnTo>
                <a:lnTo>
                  <a:pt x="2007721" y="18736"/>
                </a:lnTo>
                <a:lnTo>
                  <a:pt x="2008053" y="18816"/>
                </a:lnTo>
                <a:lnTo>
                  <a:pt x="2008391" y="18886"/>
                </a:lnTo>
                <a:lnTo>
                  <a:pt x="2008736" y="18947"/>
                </a:lnTo>
                <a:lnTo>
                  <a:pt x="2009087" y="18999"/>
                </a:lnTo>
                <a:lnTo>
                  <a:pt x="2009445" y="19042"/>
                </a:lnTo>
                <a:lnTo>
                  <a:pt x="2009808" y="19074"/>
                </a:lnTo>
                <a:lnTo>
                  <a:pt x="2010179" y="19098"/>
                </a:lnTo>
                <a:lnTo>
                  <a:pt x="2010555" y="19112"/>
                </a:lnTo>
                <a:lnTo>
                  <a:pt x="2010938" y="19117"/>
                </a:lnTo>
                <a:lnTo>
                  <a:pt x="2011321" y="19112"/>
                </a:lnTo>
                <a:lnTo>
                  <a:pt x="2011697" y="19098"/>
                </a:lnTo>
                <a:lnTo>
                  <a:pt x="2012068" y="19074"/>
                </a:lnTo>
                <a:lnTo>
                  <a:pt x="2012432" y="19042"/>
                </a:lnTo>
                <a:lnTo>
                  <a:pt x="2012791" y="18999"/>
                </a:lnTo>
                <a:close/>
                <a:moveTo>
                  <a:pt x="3104216" y="44458"/>
                </a:moveTo>
                <a:lnTo>
                  <a:pt x="3104582" y="44108"/>
                </a:lnTo>
                <a:lnTo>
                  <a:pt x="3104956" y="43773"/>
                </a:lnTo>
                <a:lnTo>
                  <a:pt x="3105337" y="43453"/>
                </a:lnTo>
                <a:lnTo>
                  <a:pt x="3105726" y="43148"/>
                </a:lnTo>
                <a:lnTo>
                  <a:pt x="3106121" y="42858"/>
                </a:lnTo>
                <a:lnTo>
                  <a:pt x="3106524" y="42583"/>
                </a:lnTo>
                <a:lnTo>
                  <a:pt x="3106935" y="42322"/>
                </a:lnTo>
                <a:lnTo>
                  <a:pt x="3107353" y="42077"/>
                </a:lnTo>
                <a:lnTo>
                  <a:pt x="3107778" y="41846"/>
                </a:lnTo>
                <a:lnTo>
                  <a:pt x="3108211" y="41630"/>
                </a:lnTo>
                <a:lnTo>
                  <a:pt x="3108651" y="41429"/>
                </a:lnTo>
                <a:lnTo>
                  <a:pt x="3109098" y="41243"/>
                </a:lnTo>
                <a:lnTo>
                  <a:pt x="3109552" y="41072"/>
                </a:lnTo>
                <a:lnTo>
                  <a:pt x="3110014" y="40916"/>
                </a:lnTo>
                <a:lnTo>
                  <a:pt x="3110484" y="40774"/>
                </a:lnTo>
                <a:lnTo>
                  <a:pt x="3110960" y="40648"/>
                </a:lnTo>
                <a:lnTo>
                  <a:pt x="3111443" y="40531"/>
                </a:lnTo>
                <a:lnTo>
                  <a:pt x="3111929" y="40420"/>
                </a:lnTo>
                <a:lnTo>
                  <a:pt x="3112419" y="40313"/>
                </a:lnTo>
                <a:lnTo>
                  <a:pt x="3112913" y="40211"/>
                </a:lnTo>
                <a:lnTo>
                  <a:pt x="3113412" y="40115"/>
                </a:lnTo>
                <a:lnTo>
                  <a:pt x="3113914" y="40023"/>
                </a:lnTo>
                <a:lnTo>
                  <a:pt x="3114420" y="39936"/>
                </a:lnTo>
                <a:lnTo>
                  <a:pt x="3114929" y="39854"/>
                </a:lnTo>
                <a:lnTo>
                  <a:pt x="3115443" y="39777"/>
                </a:lnTo>
                <a:lnTo>
                  <a:pt x="3115961" y="39705"/>
                </a:lnTo>
                <a:lnTo>
                  <a:pt x="3116483" y="39638"/>
                </a:lnTo>
                <a:lnTo>
                  <a:pt x="3117008" y="39576"/>
                </a:lnTo>
                <a:lnTo>
                  <a:pt x="3117538" y="39519"/>
                </a:lnTo>
                <a:lnTo>
                  <a:pt x="3118071" y="39467"/>
                </a:lnTo>
                <a:lnTo>
                  <a:pt x="3118609" y="39420"/>
                </a:lnTo>
                <a:lnTo>
                  <a:pt x="3119150" y="39378"/>
                </a:lnTo>
                <a:lnTo>
                  <a:pt x="3119696" y="39341"/>
                </a:lnTo>
                <a:lnTo>
                  <a:pt x="3120245" y="39308"/>
                </a:lnTo>
                <a:lnTo>
                  <a:pt x="3120798" y="39281"/>
                </a:lnTo>
                <a:lnTo>
                  <a:pt x="3121355" y="39259"/>
                </a:lnTo>
                <a:lnTo>
                  <a:pt x="3121916" y="39241"/>
                </a:lnTo>
                <a:lnTo>
                  <a:pt x="3122481" y="39229"/>
                </a:lnTo>
                <a:lnTo>
                  <a:pt x="3123050" y="39221"/>
                </a:lnTo>
                <a:lnTo>
                  <a:pt x="3123623" y="39219"/>
                </a:lnTo>
                <a:lnTo>
                  <a:pt x="3123623" y="25325"/>
                </a:lnTo>
                <a:lnTo>
                  <a:pt x="3122727" y="25355"/>
                </a:lnTo>
                <a:lnTo>
                  <a:pt x="3121844" y="25395"/>
                </a:lnTo>
                <a:lnTo>
                  <a:pt x="3120975" y="25446"/>
                </a:lnTo>
                <a:lnTo>
                  <a:pt x="3120121" y="25508"/>
                </a:lnTo>
                <a:lnTo>
                  <a:pt x="3119280" y="25581"/>
                </a:lnTo>
                <a:lnTo>
                  <a:pt x="3118453" y="25664"/>
                </a:lnTo>
                <a:lnTo>
                  <a:pt x="3117639" y="25757"/>
                </a:lnTo>
                <a:lnTo>
                  <a:pt x="3116840" y="25861"/>
                </a:lnTo>
                <a:lnTo>
                  <a:pt x="3116055" y="25976"/>
                </a:lnTo>
                <a:lnTo>
                  <a:pt x="3115283" y="26102"/>
                </a:lnTo>
                <a:lnTo>
                  <a:pt x="3114525" y="26238"/>
                </a:lnTo>
                <a:lnTo>
                  <a:pt x="3113781" y="26384"/>
                </a:lnTo>
                <a:lnTo>
                  <a:pt x="3113051" y="26541"/>
                </a:lnTo>
                <a:lnTo>
                  <a:pt x="3112335" y="26709"/>
                </a:lnTo>
                <a:lnTo>
                  <a:pt x="3111633" y="26888"/>
                </a:lnTo>
                <a:lnTo>
                  <a:pt x="3110944" y="27077"/>
                </a:lnTo>
                <a:lnTo>
                  <a:pt x="3110269" y="27276"/>
                </a:lnTo>
                <a:lnTo>
                  <a:pt x="3109609" y="27487"/>
                </a:lnTo>
                <a:lnTo>
                  <a:pt x="3108962" y="27707"/>
                </a:lnTo>
                <a:lnTo>
                  <a:pt x="3108329" y="27939"/>
                </a:lnTo>
                <a:lnTo>
                  <a:pt x="3107709" y="28181"/>
                </a:lnTo>
                <a:lnTo>
                  <a:pt x="3107104" y="28434"/>
                </a:lnTo>
                <a:lnTo>
                  <a:pt x="3106513" y="28697"/>
                </a:lnTo>
                <a:lnTo>
                  <a:pt x="3105935" y="28971"/>
                </a:lnTo>
                <a:lnTo>
                  <a:pt x="3105369" y="29260"/>
                </a:lnTo>
                <a:lnTo>
                  <a:pt x="3104812" y="29570"/>
                </a:lnTo>
                <a:lnTo>
                  <a:pt x="3104264" y="29901"/>
                </a:lnTo>
                <a:lnTo>
                  <a:pt x="3103725" y="30252"/>
                </a:lnTo>
                <a:lnTo>
                  <a:pt x="3103195" y="30623"/>
                </a:lnTo>
                <a:lnTo>
                  <a:pt x="3102674" y="31016"/>
                </a:lnTo>
                <a:lnTo>
                  <a:pt x="3102162" y="31428"/>
                </a:lnTo>
                <a:lnTo>
                  <a:pt x="3101659" y="31861"/>
                </a:lnTo>
                <a:lnTo>
                  <a:pt x="3101166" y="32315"/>
                </a:lnTo>
                <a:lnTo>
                  <a:pt x="3100681" y="32789"/>
                </a:lnTo>
                <a:lnTo>
                  <a:pt x="3100206" y="33284"/>
                </a:lnTo>
                <a:lnTo>
                  <a:pt x="3099739" y="33799"/>
                </a:lnTo>
                <a:lnTo>
                  <a:pt x="3099282" y="34335"/>
                </a:lnTo>
                <a:lnTo>
                  <a:pt x="3098834" y="34891"/>
                </a:lnTo>
                <a:lnTo>
                  <a:pt x="3098394" y="35468"/>
                </a:lnTo>
                <a:lnTo>
                  <a:pt x="3097964" y="36066"/>
                </a:lnTo>
                <a:lnTo>
                  <a:pt x="3097543" y="36684"/>
                </a:lnTo>
                <a:lnTo>
                  <a:pt x="3097131" y="37322"/>
                </a:lnTo>
                <a:lnTo>
                  <a:pt x="3096728" y="37981"/>
                </a:lnTo>
                <a:lnTo>
                  <a:pt x="3096334" y="38661"/>
                </a:lnTo>
                <a:lnTo>
                  <a:pt x="3095949" y="39361"/>
                </a:lnTo>
                <a:lnTo>
                  <a:pt x="3095573" y="40081"/>
                </a:lnTo>
                <a:lnTo>
                  <a:pt x="3095291" y="40652"/>
                </a:lnTo>
                <a:lnTo>
                  <a:pt x="3094668" y="40379"/>
                </a:lnTo>
                <a:lnTo>
                  <a:pt x="3093922" y="40074"/>
                </a:lnTo>
                <a:lnTo>
                  <a:pt x="3093162" y="39784"/>
                </a:lnTo>
                <a:lnTo>
                  <a:pt x="3092387" y="39510"/>
                </a:lnTo>
                <a:lnTo>
                  <a:pt x="3091597" y="39252"/>
                </a:lnTo>
                <a:lnTo>
                  <a:pt x="3090794" y="39009"/>
                </a:lnTo>
                <a:lnTo>
                  <a:pt x="3089976" y="38782"/>
                </a:lnTo>
                <a:lnTo>
                  <a:pt x="3089143" y="38571"/>
                </a:lnTo>
                <a:lnTo>
                  <a:pt x="3088296" y="38375"/>
                </a:lnTo>
                <a:lnTo>
                  <a:pt x="3087435" y="38195"/>
                </a:lnTo>
                <a:lnTo>
                  <a:pt x="3086559" y="38031"/>
                </a:lnTo>
                <a:lnTo>
                  <a:pt x="3085670" y="37882"/>
                </a:lnTo>
                <a:lnTo>
                  <a:pt x="3084765" y="37749"/>
                </a:lnTo>
                <a:lnTo>
                  <a:pt x="3083847" y="37632"/>
                </a:lnTo>
                <a:lnTo>
                  <a:pt x="3082913" y="37530"/>
                </a:lnTo>
                <a:lnTo>
                  <a:pt x="3081966" y="37444"/>
                </a:lnTo>
                <a:lnTo>
                  <a:pt x="3081004" y="37373"/>
                </a:lnTo>
                <a:lnTo>
                  <a:pt x="3080028" y="37319"/>
                </a:lnTo>
                <a:lnTo>
                  <a:pt x="3079038" y="37280"/>
                </a:lnTo>
                <a:lnTo>
                  <a:pt x="3078033" y="37256"/>
                </a:lnTo>
                <a:lnTo>
                  <a:pt x="3077013" y="37248"/>
                </a:lnTo>
                <a:lnTo>
                  <a:pt x="3076018" y="37256"/>
                </a:lnTo>
                <a:lnTo>
                  <a:pt x="3075035" y="37280"/>
                </a:lnTo>
                <a:lnTo>
                  <a:pt x="3074066" y="37319"/>
                </a:lnTo>
                <a:lnTo>
                  <a:pt x="3073109" y="37373"/>
                </a:lnTo>
                <a:lnTo>
                  <a:pt x="3072165" y="37444"/>
                </a:lnTo>
                <a:lnTo>
                  <a:pt x="3071233" y="37530"/>
                </a:lnTo>
                <a:lnTo>
                  <a:pt x="3070315" y="37632"/>
                </a:lnTo>
                <a:lnTo>
                  <a:pt x="3069409" y="37749"/>
                </a:lnTo>
                <a:lnTo>
                  <a:pt x="3068517" y="37882"/>
                </a:lnTo>
                <a:lnTo>
                  <a:pt x="3067637" y="38031"/>
                </a:lnTo>
                <a:lnTo>
                  <a:pt x="3066770" y="38195"/>
                </a:lnTo>
                <a:lnTo>
                  <a:pt x="3065915" y="38375"/>
                </a:lnTo>
                <a:lnTo>
                  <a:pt x="3065074" y="38571"/>
                </a:lnTo>
                <a:lnTo>
                  <a:pt x="3064245" y="38782"/>
                </a:lnTo>
                <a:lnTo>
                  <a:pt x="3063429" y="39009"/>
                </a:lnTo>
                <a:lnTo>
                  <a:pt x="3062626" y="39252"/>
                </a:lnTo>
                <a:lnTo>
                  <a:pt x="3061836" y="39510"/>
                </a:lnTo>
                <a:lnTo>
                  <a:pt x="3061059" y="39784"/>
                </a:lnTo>
                <a:lnTo>
                  <a:pt x="3060295" y="40074"/>
                </a:lnTo>
                <a:lnTo>
                  <a:pt x="3059543" y="40379"/>
                </a:lnTo>
                <a:lnTo>
                  <a:pt x="3058804" y="40700"/>
                </a:lnTo>
                <a:lnTo>
                  <a:pt x="3058078" y="41036"/>
                </a:lnTo>
                <a:lnTo>
                  <a:pt x="3057365" y="41389"/>
                </a:lnTo>
                <a:lnTo>
                  <a:pt x="3056665" y="41756"/>
                </a:lnTo>
                <a:lnTo>
                  <a:pt x="3055978" y="42137"/>
                </a:lnTo>
                <a:lnTo>
                  <a:pt x="3055305" y="42529"/>
                </a:lnTo>
                <a:lnTo>
                  <a:pt x="3054646" y="42931"/>
                </a:lnTo>
                <a:lnTo>
                  <a:pt x="3054001" y="43345"/>
                </a:lnTo>
                <a:lnTo>
                  <a:pt x="3053371" y="43769"/>
                </a:lnTo>
                <a:lnTo>
                  <a:pt x="3052754" y="44203"/>
                </a:lnTo>
                <a:lnTo>
                  <a:pt x="3052151" y="44649"/>
                </a:lnTo>
                <a:lnTo>
                  <a:pt x="3051563" y="45105"/>
                </a:lnTo>
                <a:lnTo>
                  <a:pt x="3050988" y="45573"/>
                </a:lnTo>
                <a:lnTo>
                  <a:pt x="3050427" y="46051"/>
                </a:lnTo>
                <a:lnTo>
                  <a:pt x="3049881" y="46539"/>
                </a:lnTo>
                <a:lnTo>
                  <a:pt x="3049348" y="47039"/>
                </a:lnTo>
                <a:lnTo>
                  <a:pt x="3048830" y="47550"/>
                </a:lnTo>
                <a:lnTo>
                  <a:pt x="3048325" y="48071"/>
                </a:lnTo>
                <a:lnTo>
                  <a:pt x="3047835" y="48603"/>
                </a:lnTo>
                <a:lnTo>
                  <a:pt x="3047358" y="49146"/>
                </a:lnTo>
                <a:lnTo>
                  <a:pt x="3046896" y="49699"/>
                </a:lnTo>
                <a:lnTo>
                  <a:pt x="3046447" y="50264"/>
                </a:lnTo>
                <a:lnTo>
                  <a:pt x="3046013" y="50839"/>
                </a:lnTo>
                <a:lnTo>
                  <a:pt x="3045593" y="51425"/>
                </a:lnTo>
                <a:lnTo>
                  <a:pt x="3045186" y="52022"/>
                </a:lnTo>
                <a:lnTo>
                  <a:pt x="3044794" y="52629"/>
                </a:lnTo>
                <a:lnTo>
                  <a:pt x="3044416" y="53248"/>
                </a:lnTo>
                <a:lnTo>
                  <a:pt x="3044052" y="53877"/>
                </a:lnTo>
                <a:lnTo>
                  <a:pt x="3043702" y="54514"/>
                </a:lnTo>
                <a:lnTo>
                  <a:pt x="3043367" y="55157"/>
                </a:lnTo>
                <a:lnTo>
                  <a:pt x="3043047" y="55807"/>
                </a:lnTo>
                <a:lnTo>
                  <a:pt x="3042742" y="56462"/>
                </a:lnTo>
                <a:lnTo>
                  <a:pt x="3042452" y="57123"/>
                </a:lnTo>
                <a:lnTo>
                  <a:pt x="3042176" y="57789"/>
                </a:lnTo>
                <a:lnTo>
                  <a:pt x="3041916" y="58462"/>
                </a:lnTo>
                <a:lnTo>
                  <a:pt x="3041670" y="59141"/>
                </a:lnTo>
                <a:lnTo>
                  <a:pt x="3041440" y="59826"/>
                </a:lnTo>
                <a:lnTo>
                  <a:pt x="3041224" y="60516"/>
                </a:lnTo>
                <a:lnTo>
                  <a:pt x="3041023" y="61212"/>
                </a:lnTo>
                <a:lnTo>
                  <a:pt x="3040837" y="61915"/>
                </a:lnTo>
                <a:lnTo>
                  <a:pt x="3040666" y="62623"/>
                </a:lnTo>
                <a:lnTo>
                  <a:pt x="3040509" y="63337"/>
                </a:lnTo>
                <a:lnTo>
                  <a:pt x="3040368" y="64057"/>
                </a:lnTo>
                <a:lnTo>
                  <a:pt x="3040241" y="64783"/>
                </a:lnTo>
                <a:lnTo>
                  <a:pt x="3040130" y="65515"/>
                </a:lnTo>
                <a:lnTo>
                  <a:pt x="3040033" y="66253"/>
                </a:lnTo>
                <a:lnTo>
                  <a:pt x="3039951" y="66997"/>
                </a:lnTo>
                <a:lnTo>
                  <a:pt x="3039884" y="67746"/>
                </a:lnTo>
                <a:lnTo>
                  <a:pt x="3039832" y="68502"/>
                </a:lnTo>
                <a:lnTo>
                  <a:pt x="3039795" y="69264"/>
                </a:lnTo>
                <a:lnTo>
                  <a:pt x="3039773" y="70031"/>
                </a:lnTo>
                <a:lnTo>
                  <a:pt x="3039765" y="70804"/>
                </a:lnTo>
                <a:lnTo>
                  <a:pt x="3039773" y="71536"/>
                </a:lnTo>
                <a:lnTo>
                  <a:pt x="3039795" y="72264"/>
                </a:lnTo>
                <a:lnTo>
                  <a:pt x="3039831" y="72988"/>
                </a:lnTo>
                <a:lnTo>
                  <a:pt x="3039883" y="73707"/>
                </a:lnTo>
                <a:lnTo>
                  <a:pt x="3039949" y="74422"/>
                </a:lnTo>
                <a:lnTo>
                  <a:pt x="3040030" y="75133"/>
                </a:lnTo>
                <a:lnTo>
                  <a:pt x="3040126" y="75839"/>
                </a:lnTo>
                <a:lnTo>
                  <a:pt x="3040236" y="76541"/>
                </a:lnTo>
                <a:lnTo>
                  <a:pt x="3040361" y="77238"/>
                </a:lnTo>
                <a:lnTo>
                  <a:pt x="3040501" y="77931"/>
                </a:lnTo>
                <a:lnTo>
                  <a:pt x="3040655" y="78620"/>
                </a:lnTo>
                <a:lnTo>
                  <a:pt x="3040824" y="79305"/>
                </a:lnTo>
                <a:lnTo>
                  <a:pt x="3041008" y="79985"/>
                </a:lnTo>
                <a:lnTo>
                  <a:pt x="3041207" y="80661"/>
                </a:lnTo>
                <a:lnTo>
                  <a:pt x="3041420" y="81332"/>
                </a:lnTo>
                <a:lnTo>
                  <a:pt x="3041648" y="81999"/>
                </a:lnTo>
                <a:lnTo>
                  <a:pt x="3041891" y="82662"/>
                </a:lnTo>
                <a:lnTo>
                  <a:pt x="3042149" y="83321"/>
                </a:lnTo>
                <a:lnTo>
                  <a:pt x="3042421" y="83975"/>
                </a:lnTo>
                <a:lnTo>
                  <a:pt x="3042708" y="84625"/>
                </a:lnTo>
                <a:lnTo>
                  <a:pt x="3043009" y="85270"/>
                </a:lnTo>
                <a:lnTo>
                  <a:pt x="3043326" y="85911"/>
                </a:lnTo>
                <a:lnTo>
                  <a:pt x="3043657" y="86548"/>
                </a:lnTo>
                <a:lnTo>
                  <a:pt x="3044002" y="87180"/>
                </a:lnTo>
                <a:lnTo>
                  <a:pt x="3044362" y="87806"/>
                </a:lnTo>
                <a:lnTo>
                  <a:pt x="3044736" y="88421"/>
                </a:lnTo>
                <a:lnTo>
                  <a:pt x="3045124" y="89026"/>
                </a:lnTo>
                <a:lnTo>
                  <a:pt x="3045526" y="89621"/>
                </a:lnTo>
                <a:lnTo>
                  <a:pt x="3045941" y="90206"/>
                </a:lnTo>
                <a:lnTo>
                  <a:pt x="3046370" y="90780"/>
                </a:lnTo>
                <a:lnTo>
                  <a:pt x="3046814" y="91345"/>
                </a:lnTo>
                <a:lnTo>
                  <a:pt x="3047271" y="91900"/>
                </a:lnTo>
                <a:lnTo>
                  <a:pt x="3047742" y="92444"/>
                </a:lnTo>
                <a:lnTo>
                  <a:pt x="3048226" y="92979"/>
                </a:lnTo>
                <a:lnTo>
                  <a:pt x="3048725" y="93503"/>
                </a:lnTo>
                <a:lnTo>
                  <a:pt x="3049237" y="94017"/>
                </a:lnTo>
                <a:lnTo>
                  <a:pt x="3049764" y="94522"/>
                </a:lnTo>
                <a:lnTo>
                  <a:pt x="3050304" y="95016"/>
                </a:lnTo>
                <a:lnTo>
                  <a:pt x="3050858" y="95500"/>
                </a:lnTo>
                <a:lnTo>
                  <a:pt x="3051426" y="95974"/>
                </a:lnTo>
                <a:lnTo>
                  <a:pt x="3052008" y="96438"/>
                </a:lnTo>
                <a:lnTo>
                  <a:pt x="3052603" y="96891"/>
                </a:lnTo>
                <a:lnTo>
                  <a:pt x="3052927" y="97127"/>
                </a:lnTo>
                <a:lnTo>
                  <a:pt x="3052742" y="97198"/>
                </a:lnTo>
                <a:lnTo>
                  <a:pt x="3052098" y="97458"/>
                </a:lnTo>
                <a:lnTo>
                  <a:pt x="3051471" y="97723"/>
                </a:lnTo>
                <a:lnTo>
                  <a:pt x="3050862" y="97994"/>
                </a:lnTo>
                <a:lnTo>
                  <a:pt x="3050270" y="98270"/>
                </a:lnTo>
                <a:lnTo>
                  <a:pt x="3049695" y="98551"/>
                </a:lnTo>
                <a:lnTo>
                  <a:pt x="3049137" y="98837"/>
                </a:lnTo>
                <a:lnTo>
                  <a:pt x="3048597" y="99129"/>
                </a:lnTo>
                <a:lnTo>
                  <a:pt x="3048074" y="99426"/>
                </a:lnTo>
                <a:lnTo>
                  <a:pt x="3047568" y="99729"/>
                </a:lnTo>
                <a:lnTo>
                  <a:pt x="3047079" y="100036"/>
                </a:lnTo>
                <a:lnTo>
                  <a:pt x="3046608" y="100350"/>
                </a:lnTo>
                <a:lnTo>
                  <a:pt x="3046154" y="100668"/>
                </a:lnTo>
                <a:lnTo>
                  <a:pt x="3045718" y="100992"/>
                </a:lnTo>
                <a:lnTo>
                  <a:pt x="3045298" y="101321"/>
                </a:lnTo>
                <a:lnTo>
                  <a:pt x="3044896" y="101655"/>
                </a:lnTo>
                <a:lnTo>
                  <a:pt x="3044511" y="101995"/>
                </a:lnTo>
                <a:lnTo>
                  <a:pt x="3044144" y="102340"/>
                </a:lnTo>
                <a:lnTo>
                  <a:pt x="3043793" y="102690"/>
                </a:lnTo>
                <a:lnTo>
                  <a:pt x="3043460" y="103045"/>
                </a:lnTo>
                <a:lnTo>
                  <a:pt x="3043143" y="103405"/>
                </a:lnTo>
                <a:lnTo>
                  <a:pt x="3042839" y="103766"/>
                </a:lnTo>
                <a:lnTo>
                  <a:pt x="3042548" y="104129"/>
                </a:lnTo>
                <a:lnTo>
                  <a:pt x="3042271" y="104493"/>
                </a:lnTo>
                <a:lnTo>
                  <a:pt x="3042008" y="104860"/>
                </a:lnTo>
                <a:lnTo>
                  <a:pt x="3041758" y="105229"/>
                </a:lnTo>
                <a:lnTo>
                  <a:pt x="3041521" y="105599"/>
                </a:lnTo>
                <a:lnTo>
                  <a:pt x="3041298" y="105971"/>
                </a:lnTo>
                <a:lnTo>
                  <a:pt x="3041089" y="106346"/>
                </a:lnTo>
                <a:lnTo>
                  <a:pt x="3040893" y="106722"/>
                </a:lnTo>
                <a:lnTo>
                  <a:pt x="3040710" y="107100"/>
                </a:lnTo>
                <a:lnTo>
                  <a:pt x="3040541" y="107480"/>
                </a:lnTo>
                <a:lnTo>
                  <a:pt x="3040386" y="107861"/>
                </a:lnTo>
                <a:lnTo>
                  <a:pt x="3040244" y="108245"/>
                </a:lnTo>
                <a:lnTo>
                  <a:pt x="3040115" y="108631"/>
                </a:lnTo>
                <a:lnTo>
                  <a:pt x="3040001" y="109018"/>
                </a:lnTo>
                <a:lnTo>
                  <a:pt x="3039899" y="109407"/>
                </a:lnTo>
                <a:lnTo>
                  <a:pt x="3039811" y="109798"/>
                </a:lnTo>
                <a:lnTo>
                  <a:pt x="3039737" y="110191"/>
                </a:lnTo>
                <a:lnTo>
                  <a:pt x="3039676" y="110586"/>
                </a:lnTo>
                <a:lnTo>
                  <a:pt x="3039629" y="110983"/>
                </a:lnTo>
                <a:lnTo>
                  <a:pt x="3039595" y="111382"/>
                </a:lnTo>
                <a:lnTo>
                  <a:pt x="3039575" y="111783"/>
                </a:lnTo>
                <a:lnTo>
                  <a:pt x="3039568" y="112185"/>
                </a:lnTo>
                <a:lnTo>
                  <a:pt x="3039572" y="112466"/>
                </a:lnTo>
                <a:lnTo>
                  <a:pt x="3039584" y="112747"/>
                </a:lnTo>
                <a:lnTo>
                  <a:pt x="3039603" y="113029"/>
                </a:lnTo>
                <a:lnTo>
                  <a:pt x="3039631" y="113313"/>
                </a:lnTo>
                <a:lnTo>
                  <a:pt x="3039666" y="113597"/>
                </a:lnTo>
                <a:lnTo>
                  <a:pt x="3039710" y="113882"/>
                </a:lnTo>
                <a:lnTo>
                  <a:pt x="3039761" y="114167"/>
                </a:lnTo>
                <a:lnTo>
                  <a:pt x="3039820" y="114454"/>
                </a:lnTo>
                <a:lnTo>
                  <a:pt x="3039887" y="114742"/>
                </a:lnTo>
                <a:lnTo>
                  <a:pt x="3039962" y="115030"/>
                </a:lnTo>
                <a:lnTo>
                  <a:pt x="3040044" y="115319"/>
                </a:lnTo>
                <a:lnTo>
                  <a:pt x="3040135" y="115609"/>
                </a:lnTo>
                <a:lnTo>
                  <a:pt x="3040233" y="115900"/>
                </a:lnTo>
                <a:lnTo>
                  <a:pt x="3040339" y="116192"/>
                </a:lnTo>
                <a:lnTo>
                  <a:pt x="3040453" y="116485"/>
                </a:lnTo>
                <a:lnTo>
                  <a:pt x="3040575" y="116778"/>
                </a:lnTo>
                <a:lnTo>
                  <a:pt x="3040705" y="117072"/>
                </a:lnTo>
                <a:lnTo>
                  <a:pt x="3040843" y="117368"/>
                </a:lnTo>
                <a:lnTo>
                  <a:pt x="3040989" y="117664"/>
                </a:lnTo>
                <a:lnTo>
                  <a:pt x="3041142" y="117961"/>
                </a:lnTo>
                <a:lnTo>
                  <a:pt x="3041303" y="118258"/>
                </a:lnTo>
                <a:lnTo>
                  <a:pt x="3041473" y="118557"/>
                </a:lnTo>
                <a:lnTo>
                  <a:pt x="3041650" y="118856"/>
                </a:lnTo>
                <a:lnTo>
                  <a:pt x="3041835" y="119157"/>
                </a:lnTo>
                <a:lnTo>
                  <a:pt x="3042029" y="119456"/>
                </a:lnTo>
                <a:lnTo>
                  <a:pt x="3042234" y="119753"/>
                </a:lnTo>
                <a:lnTo>
                  <a:pt x="3042450" y="120047"/>
                </a:lnTo>
                <a:lnTo>
                  <a:pt x="3042676" y="120340"/>
                </a:lnTo>
                <a:lnTo>
                  <a:pt x="3042914" y="120629"/>
                </a:lnTo>
                <a:lnTo>
                  <a:pt x="3043162" y="120917"/>
                </a:lnTo>
                <a:lnTo>
                  <a:pt x="3043421" y="121201"/>
                </a:lnTo>
                <a:lnTo>
                  <a:pt x="3043690" y="121484"/>
                </a:lnTo>
                <a:lnTo>
                  <a:pt x="3043971" y="121764"/>
                </a:lnTo>
                <a:lnTo>
                  <a:pt x="3044262" y="122042"/>
                </a:lnTo>
                <a:lnTo>
                  <a:pt x="3044564" y="122317"/>
                </a:lnTo>
                <a:lnTo>
                  <a:pt x="3044877" y="122590"/>
                </a:lnTo>
                <a:lnTo>
                  <a:pt x="3045201" y="122861"/>
                </a:lnTo>
                <a:lnTo>
                  <a:pt x="3045535" y="123129"/>
                </a:lnTo>
                <a:lnTo>
                  <a:pt x="3045880" y="123395"/>
                </a:lnTo>
                <a:lnTo>
                  <a:pt x="3046236" y="123658"/>
                </a:lnTo>
                <a:lnTo>
                  <a:pt x="3046603" y="123919"/>
                </a:lnTo>
                <a:lnTo>
                  <a:pt x="3046980" y="124178"/>
                </a:lnTo>
                <a:lnTo>
                  <a:pt x="3047368" y="124434"/>
                </a:lnTo>
                <a:lnTo>
                  <a:pt x="3047767" y="124688"/>
                </a:lnTo>
                <a:lnTo>
                  <a:pt x="3048177" y="124939"/>
                </a:lnTo>
                <a:lnTo>
                  <a:pt x="3048598" y="125188"/>
                </a:lnTo>
                <a:lnTo>
                  <a:pt x="3049029" y="125435"/>
                </a:lnTo>
                <a:lnTo>
                  <a:pt x="3049471" y="125679"/>
                </a:lnTo>
                <a:lnTo>
                  <a:pt x="3049926" y="125918"/>
                </a:lnTo>
                <a:lnTo>
                  <a:pt x="3050394" y="126151"/>
                </a:lnTo>
                <a:lnTo>
                  <a:pt x="3050876" y="126377"/>
                </a:lnTo>
                <a:lnTo>
                  <a:pt x="3051041" y="126450"/>
                </a:lnTo>
                <a:lnTo>
                  <a:pt x="3050550" y="126664"/>
                </a:lnTo>
                <a:lnTo>
                  <a:pt x="3049673" y="127073"/>
                </a:lnTo>
                <a:lnTo>
                  <a:pt x="3048822" y="127496"/>
                </a:lnTo>
                <a:lnTo>
                  <a:pt x="3047999" y="127932"/>
                </a:lnTo>
                <a:lnTo>
                  <a:pt x="3047202" y="128382"/>
                </a:lnTo>
                <a:lnTo>
                  <a:pt x="3046432" y="128846"/>
                </a:lnTo>
                <a:lnTo>
                  <a:pt x="3045689" y="129323"/>
                </a:lnTo>
                <a:lnTo>
                  <a:pt x="3044973" y="129813"/>
                </a:lnTo>
                <a:lnTo>
                  <a:pt x="3044283" y="130317"/>
                </a:lnTo>
                <a:lnTo>
                  <a:pt x="3043621" y="130835"/>
                </a:lnTo>
                <a:lnTo>
                  <a:pt x="3042985" y="131367"/>
                </a:lnTo>
                <a:lnTo>
                  <a:pt x="3042376" y="131911"/>
                </a:lnTo>
                <a:lnTo>
                  <a:pt x="3041794" y="132466"/>
                </a:lnTo>
                <a:lnTo>
                  <a:pt x="3041235" y="133028"/>
                </a:lnTo>
                <a:lnTo>
                  <a:pt x="3040702" y="133596"/>
                </a:lnTo>
                <a:lnTo>
                  <a:pt x="3040194" y="134170"/>
                </a:lnTo>
                <a:lnTo>
                  <a:pt x="3039710" y="134752"/>
                </a:lnTo>
                <a:lnTo>
                  <a:pt x="3039251" y="135340"/>
                </a:lnTo>
                <a:lnTo>
                  <a:pt x="3038817" y="135934"/>
                </a:lnTo>
                <a:lnTo>
                  <a:pt x="3038408" y="136535"/>
                </a:lnTo>
                <a:lnTo>
                  <a:pt x="3038023" y="137143"/>
                </a:lnTo>
                <a:lnTo>
                  <a:pt x="3037663" y="137758"/>
                </a:lnTo>
                <a:lnTo>
                  <a:pt x="3037328" y="138379"/>
                </a:lnTo>
                <a:lnTo>
                  <a:pt x="3037018" y="139006"/>
                </a:lnTo>
                <a:lnTo>
                  <a:pt x="3036733" y="139641"/>
                </a:lnTo>
                <a:lnTo>
                  <a:pt x="3036473" y="140282"/>
                </a:lnTo>
                <a:lnTo>
                  <a:pt x="3036237" y="140929"/>
                </a:lnTo>
                <a:lnTo>
                  <a:pt x="3036026" y="141583"/>
                </a:lnTo>
                <a:lnTo>
                  <a:pt x="3035840" y="142244"/>
                </a:lnTo>
                <a:lnTo>
                  <a:pt x="3035679" y="142912"/>
                </a:lnTo>
                <a:lnTo>
                  <a:pt x="3035542" y="143586"/>
                </a:lnTo>
                <a:lnTo>
                  <a:pt x="3035431" y="144267"/>
                </a:lnTo>
                <a:lnTo>
                  <a:pt x="3035344" y="144954"/>
                </a:lnTo>
                <a:lnTo>
                  <a:pt x="3035282" y="145648"/>
                </a:lnTo>
                <a:lnTo>
                  <a:pt x="3035245" y="146349"/>
                </a:lnTo>
                <a:lnTo>
                  <a:pt x="3035232" y="147056"/>
                </a:lnTo>
                <a:lnTo>
                  <a:pt x="3035240" y="147639"/>
                </a:lnTo>
                <a:lnTo>
                  <a:pt x="3035261" y="148219"/>
                </a:lnTo>
                <a:lnTo>
                  <a:pt x="3035297" y="148795"/>
                </a:lnTo>
                <a:lnTo>
                  <a:pt x="3035347" y="149367"/>
                </a:lnTo>
                <a:lnTo>
                  <a:pt x="3035412" y="149937"/>
                </a:lnTo>
                <a:lnTo>
                  <a:pt x="3035491" y="150502"/>
                </a:lnTo>
                <a:lnTo>
                  <a:pt x="3035584" y="151065"/>
                </a:lnTo>
                <a:lnTo>
                  <a:pt x="3035692" y="151623"/>
                </a:lnTo>
                <a:lnTo>
                  <a:pt x="3035814" y="152179"/>
                </a:lnTo>
                <a:lnTo>
                  <a:pt x="3035951" y="152730"/>
                </a:lnTo>
                <a:lnTo>
                  <a:pt x="3036102" y="153279"/>
                </a:lnTo>
                <a:lnTo>
                  <a:pt x="3036267" y="153824"/>
                </a:lnTo>
                <a:lnTo>
                  <a:pt x="3036447" y="154365"/>
                </a:lnTo>
                <a:lnTo>
                  <a:pt x="3036641" y="154903"/>
                </a:lnTo>
                <a:lnTo>
                  <a:pt x="3036849" y="155437"/>
                </a:lnTo>
                <a:lnTo>
                  <a:pt x="3037072" y="155968"/>
                </a:lnTo>
                <a:lnTo>
                  <a:pt x="3037309" y="156496"/>
                </a:lnTo>
                <a:lnTo>
                  <a:pt x="3037560" y="157020"/>
                </a:lnTo>
                <a:lnTo>
                  <a:pt x="3037826" y="157540"/>
                </a:lnTo>
                <a:lnTo>
                  <a:pt x="3038106" y="158057"/>
                </a:lnTo>
                <a:lnTo>
                  <a:pt x="3038401" y="158571"/>
                </a:lnTo>
                <a:lnTo>
                  <a:pt x="3038710" y="159081"/>
                </a:lnTo>
                <a:lnTo>
                  <a:pt x="3039033" y="159588"/>
                </a:lnTo>
                <a:lnTo>
                  <a:pt x="3039371" y="160091"/>
                </a:lnTo>
                <a:lnTo>
                  <a:pt x="3039725" y="160588"/>
                </a:lnTo>
                <a:lnTo>
                  <a:pt x="3040097" y="161078"/>
                </a:lnTo>
                <a:lnTo>
                  <a:pt x="3040487" y="161558"/>
                </a:lnTo>
                <a:lnTo>
                  <a:pt x="3040894" y="162031"/>
                </a:lnTo>
                <a:lnTo>
                  <a:pt x="3041320" y="162495"/>
                </a:lnTo>
                <a:lnTo>
                  <a:pt x="3041764" y="162950"/>
                </a:lnTo>
                <a:lnTo>
                  <a:pt x="3042225" y="163398"/>
                </a:lnTo>
                <a:lnTo>
                  <a:pt x="3042705" y="163836"/>
                </a:lnTo>
                <a:lnTo>
                  <a:pt x="3043203" y="164267"/>
                </a:lnTo>
                <a:lnTo>
                  <a:pt x="3043718" y="164689"/>
                </a:lnTo>
                <a:lnTo>
                  <a:pt x="3044252" y="165103"/>
                </a:lnTo>
                <a:lnTo>
                  <a:pt x="3044803" y="165508"/>
                </a:lnTo>
                <a:lnTo>
                  <a:pt x="3045372" y="165905"/>
                </a:lnTo>
                <a:lnTo>
                  <a:pt x="3045960" y="166294"/>
                </a:lnTo>
                <a:lnTo>
                  <a:pt x="3046565" y="166674"/>
                </a:lnTo>
                <a:lnTo>
                  <a:pt x="3047189" y="167046"/>
                </a:lnTo>
                <a:lnTo>
                  <a:pt x="3047830" y="167410"/>
                </a:lnTo>
                <a:lnTo>
                  <a:pt x="3048489" y="167765"/>
                </a:lnTo>
                <a:lnTo>
                  <a:pt x="3049166" y="168112"/>
                </a:lnTo>
                <a:lnTo>
                  <a:pt x="3049861" y="168450"/>
                </a:lnTo>
                <a:lnTo>
                  <a:pt x="3050575" y="168780"/>
                </a:lnTo>
                <a:lnTo>
                  <a:pt x="3051306" y="169102"/>
                </a:lnTo>
                <a:lnTo>
                  <a:pt x="3052055" y="169415"/>
                </a:lnTo>
                <a:lnTo>
                  <a:pt x="3052822" y="169720"/>
                </a:lnTo>
                <a:lnTo>
                  <a:pt x="3053609" y="170015"/>
                </a:lnTo>
                <a:lnTo>
                  <a:pt x="3054417" y="170297"/>
                </a:lnTo>
                <a:lnTo>
                  <a:pt x="3055248" y="170567"/>
                </a:lnTo>
                <a:lnTo>
                  <a:pt x="3056100" y="170824"/>
                </a:lnTo>
                <a:lnTo>
                  <a:pt x="3056973" y="171068"/>
                </a:lnTo>
                <a:lnTo>
                  <a:pt x="3057869" y="171300"/>
                </a:lnTo>
                <a:lnTo>
                  <a:pt x="3058786" y="171520"/>
                </a:lnTo>
                <a:lnTo>
                  <a:pt x="3059725" y="171727"/>
                </a:lnTo>
                <a:lnTo>
                  <a:pt x="3060686" y="171921"/>
                </a:lnTo>
                <a:lnTo>
                  <a:pt x="3061668" y="172103"/>
                </a:lnTo>
                <a:lnTo>
                  <a:pt x="3062672" y="172272"/>
                </a:lnTo>
                <a:lnTo>
                  <a:pt x="3063698" y="172429"/>
                </a:lnTo>
                <a:lnTo>
                  <a:pt x="3064746" y="172573"/>
                </a:lnTo>
                <a:lnTo>
                  <a:pt x="3065815" y="172705"/>
                </a:lnTo>
                <a:lnTo>
                  <a:pt x="3066906" y="172824"/>
                </a:lnTo>
                <a:lnTo>
                  <a:pt x="3068019" y="172931"/>
                </a:lnTo>
                <a:lnTo>
                  <a:pt x="3069153" y="173025"/>
                </a:lnTo>
                <a:lnTo>
                  <a:pt x="3070310" y="173106"/>
                </a:lnTo>
                <a:lnTo>
                  <a:pt x="3071488" y="173175"/>
                </a:lnTo>
                <a:lnTo>
                  <a:pt x="3072687" y="173232"/>
                </a:lnTo>
                <a:lnTo>
                  <a:pt x="3073909" y="173276"/>
                </a:lnTo>
                <a:lnTo>
                  <a:pt x="3075152" y="173307"/>
                </a:lnTo>
                <a:lnTo>
                  <a:pt x="3076417" y="173326"/>
                </a:lnTo>
                <a:lnTo>
                  <a:pt x="3077703" y="173332"/>
                </a:lnTo>
                <a:lnTo>
                  <a:pt x="3079581" y="173318"/>
                </a:lnTo>
                <a:lnTo>
                  <a:pt x="3081419" y="173273"/>
                </a:lnTo>
                <a:lnTo>
                  <a:pt x="3083219" y="173200"/>
                </a:lnTo>
                <a:lnTo>
                  <a:pt x="3084980" y="173097"/>
                </a:lnTo>
                <a:lnTo>
                  <a:pt x="3086702" y="172964"/>
                </a:lnTo>
                <a:lnTo>
                  <a:pt x="3088386" y="172803"/>
                </a:lnTo>
                <a:lnTo>
                  <a:pt x="3090030" y="172611"/>
                </a:lnTo>
                <a:lnTo>
                  <a:pt x="3091636" y="172391"/>
                </a:lnTo>
                <a:lnTo>
                  <a:pt x="3093202" y="172141"/>
                </a:lnTo>
                <a:lnTo>
                  <a:pt x="3094730" y="171861"/>
                </a:lnTo>
                <a:lnTo>
                  <a:pt x="3096220" y="171552"/>
                </a:lnTo>
                <a:lnTo>
                  <a:pt x="3097670" y="171214"/>
                </a:lnTo>
                <a:lnTo>
                  <a:pt x="3099081" y="170846"/>
                </a:lnTo>
                <a:lnTo>
                  <a:pt x="3100454" y="170449"/>
                </a:lnTo>
                <a:lnTo>
                  <a:pt x="3101788" y="170022"/>
                </a:lnTo>
                <a:lnTo>
                  <a:pt x="3103083" y="169566"/>
                </a:lnTo>
                <a:lnTo>
                  <a:pt x="3104339" y="169080"/>
                </a:lnTo>
                <a:lnTo>
                  <a:pt x="3105556" y="168565"/>
                </a:lnTo>
                <a:lnTo>
                  <a:pt x="3106735" y="168021"/>
                </a:lnTo>
                <a:lnTo>
                  <a:pt x="3107874" y="167447"/>
                </a:lnTo>
                <a:lnTo>
                  <a:pt x="3108975" y="166844"/>
                </a:lnTo>
                <a:lnTo>
                  <a:pt x="3110037" y="166211"/>
                </a:lnTo>
                <a:lnTo>
                  <a:pt x="3111060" y="165549"/>
                </a:lnTo>
                <a:lnTo>
                  <a:pt x="3112044" y="164858"/>
                </a:lnTo>
                <a:lnTo>
                  <a:pt x="3112989" y="164143"/>
                </a:lnTo>
                <a:lnTo>
                  <a:pt x="3113894" y="163412"/>
                </a:lnTo>
                <a:lnTo>
                  <a:pt x="3114758" y="162665"/>
                </a:lnTo>
                <a:lnTo>
                  <a:pt x="3115582" y="161901"/>
                </a:lnTo>
                <a:lnTo>
                  <a:pt x="3116366" y="161120"/>
                </a:lnTo>
                <a:lnTo>
                  <a:pt x="3117110" y="160323"/>
                </a:lnTo>
                <a:lnTo>
                  <a:pt x="3117814" y="159509"/>
                </a:lnTo>
                <a:lnTo>
                  <a:pt x="3118477" y="158678"/>
                </a:lnTo>
                <a:lnTo>
                  <a:pt x="3119100" y="157832"/>
                </a:lnTo>
                <a:lnTo>
                  <a:pt x="3119683" y="156968"/>
                </a:lnTo>
                <a:lnTo>
                  <a:pt x="3120226" y="156088"/>
                </a:lnTo>
                <a:lnTo>
                  <a:pt x="3120728" y="155192"/>
                </a:lnTo>
                <a:lnTo>
                  <a:pt x="3121191" y="154279"/>
                </a:lnTo>
                <a:lnTo>
                  <a:pt x="3121613" y="153349"/>
                </a:lnTo>
                <a:lnTo>
                  <a:pt x="3121995" y="152403"/>
                </a:lnTo>
                <a:lnTo>
                  <a:pt x="3122336" y="151440"/>
                </a:lnTo>
                <a:lnTo>
                  <a:pt x="3122638" y="150461"/>
                </a:lnTo>
                <a:lnTo>
                  <a:pt x="3122899" y="149465"/>
                </a:lnTo>
                <a:lnTo>
                  <a:pt x="3123120" y="148452"/>
                </a:lnTo>
                <a:lnTo>
                  <a:pt x="3123301" y="147423"/>
                </a:lnTo>
                <a:lnTo>
                  <a:pt x="3123442" y="146378"/>
                </a:lnTo>
                <a:lnTo>
                  <a:pt x="3123542" y="145316"/>
                </a:lnTo>
                <a:lnTo>
                  <a:pt x="3123603" y="144237"/>
                </a:lnTo>
                <a:lnTo>
                  <a:pt x="3123623" y="143142"/>
                </a:lnTo>
                <a:lnTo>
                  <a:pt x="3123605" y="142042"/>
                </a:lnTo>
                <a:lnTo>
                  <a:pt x="3123552" y="140967"/>
                </a:lnTo>
                <a:lnTo>
                  <a:pt x="3123464" y="139916"/>
                </a:lnTo>
                <a:lnTo>
                  <a:pt x="3123341" y="138889"/>
                </a:lnTo>
                <a:lnTo>
                  <a:pt x="3123182" y="137886"/>
                </a:lnTo>
                <a:lnTo>
                  <a:pt x="3122989" y="136908"/>
                </a:lnTo>
                <a:lnTo>
                  <a:pt x="3122759" y="135953"/>
                </a:lnTo>
                <a:lnTo>
                  <a:pt x="3122495" y="135023"/>
                </a:lnTo>
                <a:lnTo>
                  <a:pt x="3122196" y="134117"/>
                </a:lnTo>
                <a:lnTo>
                  <a:pt x="3121861" y="133236"/>
                </a:lnTo>
                <a:lnTo>
                  <a:pt x="3121491" y="132378"/>
                </a:lnTo>
                <a:lnTo>
                  <a:pt x="3121085" y="131545"/>
                </a:lnTo>
                <a:lnTo>
                  <a:pt x="3120645" y="130736"/>
                </a:lnTo>
                <a:lnTo>
                  <a:pt x="3120169" y="129951"/>
                </a:lnTo>
                <a:lnTo>
                  <a:pt x="3119658" y="129190"/>
                </a:lnTo>
                <a:lnTo>
                  <a:pt x="3119112" y="128454"/>
                </a:lnTo>
                <a:lnTo>
                  <a:pt x="3118530" y="127742"/>
                </a:lnTo>
                <a:lnTo>
                  <a:pt x="3117914" y="127054"/>
                </a:lnTo>
                <a:lnTo>
                  <a:pt x="3117262" y="126390"/>
                </a:lnTo>
                <a:lnTo>
                  <a:pt x="3116575" y="125750"/>
                </a:lnTo>
                <a:lnTo>
                  <a:pt x="3115852" y="125135"/>
                </a:lnTo>
                <a:lnTo>
                  <a:pt x="3115094" y="124544"/>
                </a:lnTo>
                <a:lnTo>
                  <a:pt x="3114301" y="123977"/>
                </a:lnTo>
                <a:lnTo>
                  <a:pt x="3113473" y="123434"/>
                </a:lnTo>
                <a:lnTo>
                  <a:pt x="3112604" y="122914"/>
                </a:lnTo>
                <a:lnTo>
                  <a:pt x="3111688" y="122417"/>
                </a:lnTo>
                <a:lnTo>
                  <a:pt x="3110725" y="121941"/>
                </a:lnTo>
                <a:lnTo>
                  <a:pt x="3109715" y="121488"/>
                </a:lnTo>
                <a:lnTo>
                  <a:pt x="3108658" y="121057"/>
                </a:lnTo>
                <a:lnTo>
                  <a:pt x="3107555" y="120648"/>
                </a:lnTo>
                <a:lnTo>
                  <a:pt x="3106404" y="120261"/>
                </a:lnTo>
                <a:lnTo>
                  <a:pt x="3105207" y="119896"/>
                </a:lnTo>
                <a:lnTo>
                  <a:pt x="3103963" y="119553"/>
                </a:lnTo>
                <a:lnTo>
                  <a:pt x="3102671" y="119233"/>
                </a:lnTo>
                <a:lnTo>
                  <a:pt x="3101333" y="118934"/>
                </a:lnTo>
                <a:lnTo>
                  <a:pt x="3099949" y="118658"/>
                </a:lnTo>
                <a:lnTo>
                  <a:pt x="3098517" y="118404"/>
                </a:lnTo>
                <a:lnTo>
                  <a:pt x="3097038" y="118171"/>
                </a:lnTo>
                <a:lnTo>
                  <a:pt x="3095513" y="117961"/>
                </a:lnTo>
                <a:lnTo>
                  <a:pt x="3093940" y="117773"/>
                </a:lnTo>
                <a:lnTo>
                  <a:pt x="3092321" y="117608"/>
                </a:lnTo>
                <a:lnTo>
                  <a:pt x="3090655" y="117464"/>
                </a:lnTo>
                <a:lnTo>
                  <a:pt x="3088942" y="117342"/>
                </a:lnTo>
                <a:lnTo>
                  <a:pt x="3087182" y="117243"/>
                </a:lnTo>
                <a:lnTo>
                  <a:pt x="3085375" y="117165"/>
                </a:lnTo>
                <a:lnTo>
                  <a:pt x="3083522" y="117110"/>
                </a:lnTo>
                <a:lnTo>
                  <a:pt x="3081621" y="117077"/>
                </a:lnTo>
                <a:lnTo>
                  <a:pt x="3079674" y="117066"/>
                </a:lnTo>
                <a:lnTo>
                  <a:pt x="3073269" y="117066"/>
                </a:lnTo>
                <a:lnTo>
                  <a:pt x="3072626" y="117064"/>
                </a:lnTo>
                <a:lnTo>
                  <a:pt x="3071995" y="117059"/>
                </a:lnTo>
                <a:lnTo>
                  <a:pt x="3071376" y="117051"/>
                </a:lnTo>
                <a:lnTo>
                  <a:pt x="3070768" y="117040"/>
                </a:lnTo>
                <a:lnTo>
                  <a:pt x="3070173" y="117025"/>
                </a:lnTo>
                <a:lnTo>
                  <a:pt x="3069589" y="117007"/>
                </a:lnTo>
                <a:lnTo>
                  <a:pt x="3069017" y="116986"/>
                </a:lnTo>
                <a:lnTo>
                  <a:pt x="3068457" y="116961"/>
                </a:lnTo>
                <a:lnTo>
                  <a:pt x="3067908" y="116933"/>
                </a:lnTo>
                <a:lnTo>
                  <a:pt x="3067372" y="116902"/>
                </a:lnTo>
                <a:lnTo>
                  <a:pt x="3066847" y="116868"/>
                </a:lnTo>
                <a:lnTo>
                  <a:pt x="3066334" y="116830"/>
                </a:lnTo>
                <a:lnTo>
                  <a:pt x="3065833" y="116789"/>
                </a:lnTo>
                <a:lnTo>
                  <a:pt x="3065344" y="116745"/>
                </a:lnTo>
                <a:lnTo>
                  <a:pt x="3064866" y="116698"/>
                </a:lnTo>
                <a:lnTo>
                  <a:pt x="3064400" y="116647"/>
                </a:lnTo>
                <a:lnTo>
                  <a:pt x="3063946" y="116593"/>
                </a:lnTo>
                <a:lnTo>
                  <a:pt x="3063504" y="116536"/>
                </a:lnTo>
                <a:lnTo>
                  <a:pt x="3063074" y="116475"/>
                </a:lnTo>
                <a:lnTo>
                  <a:pt x="3062655" y="116411"/>
                </a:lnTo>
                <a:lnTo>
                  <a:pt x="3062249" y="116344"/>
                </a:lnTo>
                <a:lnTo>
                  <a:pt x="3061854" y="116274"/>
                </a:lnTo>
                <a:lnTo>
                  <a:pt x="3061470" y="116200"/>
                </a:lnTo>
                <a:lnTo>
                  <a:pt x="3061099" y="116123"/>
                </a:lnTo>
                <a:lnTo>
                  <a:pt x="3060738" y="116044"/>
                </a:lnTo>
                <a:lnTo>
                  <a:pt x="3060386" y="115962"/>
                </a:lnTo>
                <a:lnTo>
                  <a:pt x="3060043" y="115879"/>
                </a:lnTo>
                <a:lnTo>
                  <a:pt x="3059709" y="115793"/>
                </a:lnTo>
                <a:lnTo>
                  <a:pt x="3059383" y="115705"/>
                </a:lnTo>
                <a:lnTo>
                  <a:pt x="3059067" y="115615"/>
                </a:lnTo>
                <a:lnTo>
                  <a:pt x="3058759" y="115523"/>
                </a:lnTo>
                <a:lnTo>
                  <a:pt x="3058460" y="115429"/>
                </a:lnTo>
                <a:lnTo>
                  <a:pt x="3058171" y="115333"/>
                </a:lnTo>
                <a:lnTo>
                  <a:pt x="3057890" y="115235"/>
                </a:lnTo>
                <a:lnTo>
                  <a:pt x="3057618" y="115135"/>
                </a:lnTo>
                <a:lnTo>
                  <a:pt x="3057355" y="115033"/>
                </a:lnTo>
                <a:lnTo>
                  <a:pt x="3057100" y="114928"/>
                </a:lnTo>
                <a:lnTo>
                  <a:pt x="3056855" y="114822"/>
                </a:lnTo>
                <a:lnTo>
                  <a:pt x="3056619" y="114713"/>
                </a:lnTo>
                <a:lnTo>
                  <a:pt x="3056391" y="114603"/>
                </a:lnTo>
                <a:lnTo>
                  <a:pt x="3056172" y="114490"/>
                </a:lnTo>
                <a:lnTo>
                  <a:pt x="3055963" y="114376"/>
                </a:lnTo>
                <a:lnTo>
                  <a:pt x="3055762" y="114259"/>
                </a:lnTo>
                <a:lnTo>
                  <a:pt x="3055570" y="114140"/>
                </a:lnTo>
                <a:lnTo>
                  <a:pt x="3055387" y="114019"/>
                </a:lnTo>
                <a:lnTo>
                  <a:pt x="3055213" y="113897"/>
                </a:lnTo>
                <a:lnTo>
                  <a:pt x="3055047" y="113772"/>
                </a:lnTo>
                <a:lnTo>
                  <a:pt x="3054891" y="113645"/>
                </a:lnTo>
                <a:lnTo>
                  <a:pt x="3054742" y="113516"/>
                </a:lnTo>
                <a:lnTo>
                  <a:pt x="3054600" y="113385"/>
                </a:lnTo>
                <a:lnTo>
                  <a:pt x="3054464" y="113253"/>
                </a:lnTo>
                <a:lnTo>
                  <a:pt x="3054334" y="113120"/>
                </a:lnTo>
                <a:lnTo>
                  <a:pt x="3054211" y="112985"/>
                </a:lnTo>
                <a:lnTo>
                  <a:pt x="3054094" y="112848"/>
                </a:lnTo>
                <a:lnTo>
                  <a:pt x="3053983" y="112710"/>
                </a:lnTo>
                <a:lnTo>
                  <a:pt x="3053878" y="112571"/>
                </a:lnTo>
                <a:lnTo>
                  <a:pt x="3053780" y="112429"/>
                </a:lnTo>
                <a:lnTo>
                  <a:pt x="3053688" y="112287"/>
                </a:lnTo>
                <a:lnTo>
                  <a:pt x="3053603" y="112142"/>
                </a:lnTo>
                <a:lnTo>
                  <a:pt x="3053524" y="111996"/>
                </a:lnTo>
                <a:lnTo>
                  <a:pt x="3053451" y="111849"/>
                </a:lnTo>
                <a:lnTo>
                  <a:pt x="3053385" y="111700"/>
                </a:lnTo>
                <a:lnTo>
                  <a:pt x="3053324" y="111549"/>
                </a:lnTo>
                <a:lnTo>
                  <a:pt x="3053271" y="111397"/>
                </a:lnTo>
                <a:lnTo>
                  <a:pt x="3053223" y="111244"/>
                </a:lnTo>
                <a:lnTo>
                  <a:pt x="3053182" y="111089"/>
                </a:lnTo>
                <a:lnTo>
                  <a:pt x="3053147" y="110932"/>
                </a:lnTo>
                <a:lnTo>
                  <a:pt x="3053119" y="110773"/>
                </a:lnTo>
                <a:lnTo>
                  <a:pt x="3053097" y="110614"/>
                </a:lnTo>
                <a:lnTo>
                  <a:pt x="3053081" y="110452"/>
                </a:lnTo>
                <a:lnTo>
                  <a:pt x="3053071" y="110289"/>
                </a:lnTo>
                <a:lnTo>
                  <a:pt x="3053068" y="110125"/>
                </a:lnTo>
                <a:lnTo>
                  <a:pt x="3053073" y="109886"/>
                </a:lnTo>
                <a:lnTo>
                  <a:pt x="3053089" y="109649"/>
                </a:lnTo>
                <a:lnTo>
                  <a:pt x="3053116" y="109414"/>
                </a:lnTo>
                <a:lnTo>
                  <a:pt x="3053153" y="109181"/>
                </a:lnTo>
                <a:lnTo>
                  <a:pt x="3053201" y="108950"/>
                </a:lnTo>
                <a:lnTo>
                  <a:pt x="3053259" y="108721"/>
                </a:lnTo>
                <a:lnTo>
                  <a:pt x="3053328" y="108494"/>
                </a:lnTo>
                <a:lnTo>
                  <a:pt x="3053408" y="108268"/>
                </a:lnTo>
                <a:lnTo>
                  <a:pt x="3053498" y="108045"/>
                </a:lnTo>
                <a:lnTo>
                  <a:pt x="3053598" y="107823"/>
                </a:lnTo>
                <a:lnTo>
                  <a:pt x="3053710" y="107604"/>
                </a:lnTo>
                <a:lnTo>
                  <a:pt x="3053832" y="107386"/>
                </a:lnTo>
                <a:lnTo>
                  <a:pt x="3053964" y="107170"/>
                </a:lnTo>
                <a:lnTo>
                  <a:pt x="3054108" y="106956"/>
                </a:lnTo>
                <a:lnTo>
                  <a:pt x="3054261" y="106744"/>
                </a:lnTo>
                <a:lnTo>
                  <a:pt x="3054426" y="106534"/>
                </a:lnTo>
                <a:lnTo>
                  <a:pt x="3054601" y="106325"/>
                </a:lnTo>
                <a:lnTo>
                  <a:pt x="3054786" y="106119"/>
                </a:lnTo>
                <a:lnTo>
                  <a:pt x="3054983" y="105914"/>
                </a:lnTo>
                <a:lnTo>
                  <a:pt x="3055189" y="105712"/>
                </a:lnTo>
                <a:lnTo>
                  <a:pt x="3055407" y="105511"/>
                </a:lnTo>
                <a:lnTo>
                  <a:pt x="3055635" y="105313"/>
                </a:lnTo>
                <a:lnTo>
                  <a:pt x="3055874" y="105116"/>
                </a:lnTo>
                <a:lnTo>
                  <a:pt x="3056123" y="104921"/>
                </a:lnTo>
                <a:lnTo>
                  <a:pt x="3056381" y="104728"/>
                </a:lnTo>
                <a:lnTo>
                  <a:pt x="3056647" y="104538"/>
                </a:lnTo>
                <a:lnTo>
                  <a:pt x="3056920" y="104351"/>
                </a:lnTo>
                <a:lnTo>
                  <a:pt x="3057201" y="104167"/>
                </a:lnTo>
                <a:lnTo>
                  <a:pt x="3057490" y="103986"/>
                </a:lnTo>
                <a:lnTo>
                  <a:pt x="3057786" y="103808"/>
                </a:lnTo>
                <a:lnTo>
                  <a:pt x="3058089" y="103633"/>
                </a:lnTo>
                <a:lnTo>
                  <a:pt x="3058400" y="103460"/>
                </a:lnTo>
                <a:lnTo>
                  <a:pt x="3058719" y="103291"/>
                </a:lnTo>
                <a:lnTo>
                  <a:pt x="3059045" y="103125"/>
                </a:lnTo>
                <a:lnTo>
                  <a:pt x="3059378" y="102961"/>
                </a:lnTo>
                <a:lnTo>
                  <a:pt x="3059720" y="102801"/>
                </a:lnTo>
                <a:lnTo>
                  <a:pt x="3060068" y="102643"/>
                </a:lnTo>
                <a:lnTo>
                  <a:pt x="3060424" y="102488"/>
                </a:lnTo>
                <a:lnTo>
                  <a:pt x="3060788" y="102336"/>
                </a:lnTo>
                <a:lnTo>
                  <a:pt x="3061159" y="102188"/>
                </a:lnTo>
                <a:lnTo>
                  <a:pt x="3061538" y="102042"/>
                </a:lnTo>
                <a:lnTo>
                  <a:pt x="3061924" y="101899"/>
                </a:lnTo>
                <a:lnTo>
                  <a:pt x="3062005" y="101870"/>
                </a:lnTo>
                <a:lnTo>
                  <a:pt x="3062353" y="101989"/>
                </a:lnTo>
                <a:lnTo>
                  <a:pt x="3063145" y="102240"/>
                </a:lnTo>
                <a:lnTo>
                  <a:pt x="3063949" y="102474"/>
                </a:lnTo>
                <a:lnTo>
                  <a:pt x="3064766" y="102692"/>
                </a:lnTo>
                <a:lnTo>
                  <a:pt x="3065595" y="102894"/>
                </a:lnTo>
                <a:lnTo>
                  <a:pt x="3066437" y="103080"/>
                </a:lnTo>
                <a:lnTo>
                  <a:pt x="3067291" y="103250"/>
                </a:lnTo>
                <a:lnTo>
                  <a:pt x="3068158" y="103404"/>
                </a:lnTo>
                <a:lnTo>
                  <a:pt x="3069037" y="103541"/>
                </a:lnTo>
                <a:lnTo>
                  <a:pt x="3069929" y="103662"/>
                </a:lnTo>
                <a:lnTo>
                  <a:pt x="3070833" y="103767"/>
                </a:lnTo>
                <a:lnTo>
                  <a:pt x="3071750" y="103856"/>
                </a:lnTo>
                <a:lnTo>
                  <a:pt x="3072679" y="103929"/>
                </a:lnTo>
                <a:lnTo>
                  <a:pt x="3073621" y="103986"/>
                </a:lnTo>
                <a:lnTo>
                  <a:pt x="3074575" y="104026"/>
                </a:lnTo>
                <a:lnTo>
                  <a:pt x="3075542" y="104050"/>
                </a:lnTo>
                <a:lnTo>
                  <a:pt x="3076521" y="104058"/>
                </a:lnTo>
                <a:lnTo>
                  <a:pt x="3077556" y="104051"/>
                </a:lnTo>
                <a:lnTo>
                  <a:pt x="3078577" y="104027"/>
                </a:lnTo>
                <a:lnTo>
                  <a:pt x="3079583" y="103987"/>
                </a:lnTo>
                <a:lnTo>
                  <a:pt x="3080575" y="103932"/>
                </a:lnTo>
                <a:lnTo>
                  <a:pt x="3081551" y="103861"/>
                </a:lnTo>
                <a:lnTo>
                  <a:pt x="3082513" y="103774"/>
                </a:lnTo>
                <a:lnTo>
                  <a:pt x="3083460" y="103671"/>
                </a:lnTo>
                <a:lnTo>
                  <a:pt x="3084393" y="103552"/>
                </a:lnTo>
                <a:lnTo>
                  <a:pt x="3085311" y="103418"/>
                </a:lnTo>
                <a:lnTo>
                  <a:pt x="3086214" y="103267"/>
                </a:lnTo>
                <a:lnTo>
                  <a:pt x="3087102" y="103101"/>
                </a:lnTo>
                <a:lnTo>
                  <a:pt x="3087976" y="102919"/>
                </a:lnTo>
                <a:lnTo>
                  <a:pt x="3088835" y="102721"/>
                </a:lnTo>
                <a:lnTo>
                  <a:pt x="3089679" y="102508"/>
                </a:lnTo>
                <a:lnTo>
                  <a:pt x="3090509" y="102278"/>
                </a:lnTo>
                <a:lnTo>
                  <a:pt x="3091324" y="102033"/>
                </a:lnTo>
                <a:lnTo>
                  <a:pt x="3092124" y="101772"/>
                </a:lnTo>
                <a:lnTo>
                  <a:pt x="3092909" y="101495"/>
                </a:lnTo>
                <a:lnTo>
                  <a:pt x="3093680" y="101202"/>
                </a:lnTo>
                <a:lnTo>
                  <a:pt x="3094436" y="100894"/>
                </a:lnTo>
                <a:lnTo>
                  <a:pt x="3095177" y="100569"/>
                </a:lnTo>
                <a:lnTo>
                  <a:pt x="3095904" y="100229"/>
                </a:lnTo>
                <a:lnTo>
                  <a:pt x="3096616" y="99873"/>
                </a:lnTo>
                <a:lnTo>
                  <a:pt x="3097313" y="99501"/>
                </a:lnTo>
                <a:lnTo>
                  <a:pt x="3097995" y="99116"/>
                </a:lnTo>
                <a:lnTo>
                  <a:pt x="3098663" y="98721"/>
                </a:lnTo>
                <a:lnTo>
                  <a:pt x="3099317" y="98315"/>
                </a:lnTo>
                <a:lnTo>
                  <a:pt x="3099955" y="97898"/>
                </a:lnTo>
                <a:lnTo>
                  <a:pt x="3100580" y="97472"/>
                </a:lnTo>
                <a:lnTo>
                  <a:pt x="3101190" y="97034"/>
                </a:lnTo>
                <a:lnTo>
                  <a:pt x="3101785" y="96587"/>
                </a:lnTo>
                <a:lnTo>
                  <a:pt x="3102366" y="96129"/>
                </a:lnTo>
                <a:lnTo>
                  <a:pt x="3102932" y="95660"/>
                </a:lnTo>
                <a:lnTo>
                  <a:pt x="3103483" y="95181"/>
                </a:lnTo>
                <a:lnTo>
                  <a:pt x="3104020" y="94692"/>
                </a:lnTo>
                <a:lnTo>
                  <a:pt x="3104543" y="94192"/>
                </a:lnTo>
                <a:lnTo>
                  <a:pt x="3105051" y="93682"/>
                </a:lnTo>
                <a:lnTo>
                  <a:pt x="3105545" y="93161"/>
                </a:lnTo>
                <a:lnTo>
                  <a:pt x="3106023" y="92630"/>
                </a:lnTo>
                <a:lnTo>
                  <a:pt x="3106488" y="92089"/>
                </a:lnTo>
                <a:lnTo>
                  <a:pt x="3106938" y="91537"/>
                </a:lnTo>
                <a:lnTo>
                  <a:pt x="3107373" y="90974"/>
                </a:lnTo>
                <a:lnTo>
                  <a:pt x="3107794" y="90401"/>
                </a:lnTo>
                <a:lnTo>
                  <a:pt x="3108200" y="89818"/>
                </a:lnTo>
                <a:lnTo>
                  <a:pt x="3108592" y="89224"/>
                </a:lnTo>
                <a:lnTo>
                  <a:pt x="3108969" y="88620"/>
                </a:lnTo>
                <a:lnTo>
                  <a:pt x="3109331" y="88006"/>
                </a:lnTo>
                <a:lnTo>
                  <a:pt x="3109679" y="87381"/>
                </a:lnTo>
                <a:lnTo>
                  <a:pt x="3110013" y="86748"/>
                </a:lnTo>
                <a:lnTo>
                  <a:pt x="3110333" y="86110"/>
                </a:lnTo>
                <a:lnTo>
                  <a:pt x="3110638" y="85467"/>
                </a:lnTo>
                <a:lnTo>
                  <a:pt x="3110929" y="84819"/>
                </a:lnTo>
                <a:lnTo>
                  <a:pt x="3111206" y="84166"/>
                </a:lnTo>
                <a:lnTo>
                  <a:pt x="3111469" y="83508"/>
                </a:lnTo>
                <a:lnTo>
                  <a:pt x="3111717" y="82845"/>
                </a:lnTo>
                <a:lnTo>
                  <a:pt x="3111951" y="82177"/>
                </a:lnTo>
                <a:lnTo>
                  <a:pt x="3112171" y="81504"/>
                </a:lnTo>
                <a:lnTo>
                  <a:pt x="3112377" y="80826"/>
                </a:lnTo>
                <a:lnTo>
                  <a:pt x="3112569" y="80143"/>
                </a:lnTo>
                <a:lnTo>
                  <a:pt x="3112747" y="79455"/>
                </a:lnTo>
                <a:lnTo>
                  <a:pt x="3112910" y="78762"/>
                </a:lnTo>
                <a:lnTo>
                  <a:pt x="3113059" y="78064"/>
                </a:lnTo>
                <a:lnTo>
                  <a:pt x="3113194" y="77360"/>
                </a:lnTo>
                <a:lnTo>
                  <a:pt x="3113314" y="76652"/>
                </a:lnTo>
                <a:lnTo>
                  <a:pt x="3113421" y="75939"/>
                </a:lnTo>
                <a:lnTo>
                  <a:pt x="3113513" y="75220"/>
                </a:lnTo>
                <a:lnTo>
                  <a:pt x="3113591" y="74497"/>
                </a:lnTo>
                <a:lnTo>
                  <a:pt x="3113655" y="73768"/>
                </a:lnTo>
                <a:lnTo>
                  <a:pt x="3113705" y="73035"/>
                </a:lnTo>
                <a:lnTo>
                  <a:pt x="3113740" y="72296"/>
                </a:lnTo>
                <a:lnTo>
                  <a:pt x="3113762" y="71553"/>
                </a:lnTo>
                <a:lnTo>
                  <a:pt x="3113769" y="70804"/>
                </a:lnTo>
                <a:lnTo>
                  <a:pt x="3113762" y="70031"/>
                </a:lnTo>
                <a:lnTo>
                  <a:pt x="3113741" y="69264"/>
                </a:lnTo>
                <a:lnTo>
                  <a:pt x="3113706" y="68502"/>
                </a:lnTo>
                <a:lnTo>
                  <a:pt x="3113657" y="67746"/>
                </a:lnTo>
                <a:lnTo>
                  <a:pt x="3113594" y="66997"/>
                </a:lnTo>
                <a:lnTo>
                  <a:pt x="3113516" y="66253"/>
                </a:lnTo>
                <a:lnTo>
                  <a:pt x="3113425" y="65515"/>
                </a:lnTo>
                <a:lnTo>
                  <a:pt x="3113320" y="64783"/>
                </a:lnTo>
                <a:lnTo>
                  <a:pt x="3113201" y="64057"/>
                </a:lnTo>
                <a:lnTo>
                  <a:pt x="3113067" y="63337"/>
                </a:lnTo>
                <a:lnTo>
                  <a:pt x="3112920" y="62623"/>
                </a:lnTo>
                <a:lnTo>
                  <a:pt x="3112759" y="61915"/>
                </a:lnTo>
                <a:lnTo>
                  <a:pt x="3112583" y="61212"/>
                </a:lnTo>
                <a:lnTo>
                  <a:pt x="3112394" y="60516"/>
                </a:lnTo>
                <a:lnTo>
                  <a:pt x="3112191" y="59826"/>
                </a:lnTo>
                <a:lnTo>
                  <a:pt x="3111973" y="59141"/>
                </a:lnTo>
                <a:lnTo>
                  <a:pt x="3111742" y="58462"/>
                </a:lnTo>
                <a:lnTo>
                  <a:pt x="3111496" y="57789"/>
                </a:lnTo>
                <a:lnTo>
                  <a:pt x="3111237" y="57123"/>
                </a:lnTo>
                <a:lnTo>
                  <a:pt x="3110963" y="56462"/>
                </a:lnTo>
                <a:lnTo>
                  <a:pt x="3110676" y="55807"/>
                </a:lnTo>
                <a:lnTo>
                  <a:pt x="3110374" y="55157"/>
                </a:lnTo>
                <a:lnTo>
                  <a:pt x="3110058" y="54514"/>
                </a:lnTo>
                <a:lnTo>
                  <a:pt x="3109729" y="53877"/>
                </a:lnTo>
                <a:lnTo>
                  <a:pt x="3109385" y="53248"/>
                </a:lnTo>
                <a:lnTo>
                  <a:pt x="3109027" y="52629"/>
                </a:lnTo>
                <a:lnTo>
                  <a:pt x="3108654" y="52022"/>
                </a:lnTo>
                <a:lnTo>
                  <a:pt x="3108267" y="51425"/>
                </a:lnTo>
                <a:lnTo>
                  <a:pt x="3107866" y="50839"/>
                </a:lnTo>
                <a:lnTo>
                  <a:pt x="3107450" y="50264"/>
                </a:lnTo>
                <a:lnTo>
                  <a:pt x="3107020" y="49699"/>
                </a:lnTo>
                <a:lnTo>
                  <a:pt x="3106575" y="49146"/>
                </a:lnTo>
                <a:lnTo>
                  <a:pt x="3106117" y="48603"/>
                </a:lnTo>
                <a:lnTo>
                  <a:pt x="3105643" y="48071"/>
                </a:lnTo>
                <a:lnTo>
                  <a:pt x="3105156" y="47550"/>
                </a:lnTo>
                <a:lnTo>
                  <a:pt x="3104654" y="47039"/>
                </a:lnTo>
                <a:lnTo>
                  <a:pt x="3104138" y="46539"/>
                </a:lnTo>
                <a:lnTo>
                  <a:pt x="3103607" y="46051"/>
                </a:lnTo>
                <a:lnTo>
                  <a:pt x="3103131" y="45633"/>
                </a:lnTo>
                <a:lnTo>
                  <a:pt x="3103161" y="45597"/>
                </a:lnTo>
                <a:lnTo>
                  <a:pt x="3103505" y="45202"/>
                </a:lnTo>
                <a:lnTo>
                  <a:pt x="3103857" y="44823"/>
                </a:lnTo>
                <a:lnTo>
                  <a:pt x="3104216" y="44458"/>
                </a:lnTo>
                <a:close/>
                <a:moveTo>
                  <a:pt x="3072360" y="92481"/>
                </a:moveTo>
                <a:lnTo>
                  <a:pt x="3071708" y="92357"/>
                </a:lnTo>
                <a:lnTo>
                  <a:pt x="3071063" y="92213"/>
                </a:lnTo>
                <a:lnTo>
                  <a:pt x="3070424" y="92051"/>
                </a:lnTo>
                <a:lnTo>
                  <a:pt x="3069793" y="91870"/>
                </a:lnTo>
                <a:lnTo>
                  <a:pt x="3069169" y="91669"/>
                </a:lnTo>
                <a:lnTo>
                  <a:pt x="3068551" y="91449"/>
                </a:lnTo>
                <a:lnTo>
                  <a:pt x="3067941" y="91210"/>
                </a:lnTo>
                <a:lnTo>
                  <a:pt x="3067338" y="90952"/>
                </a:lnTo>
                <a:lnTo>
                  <a:pt x="3066741" y="90675"/>
                </a:lnTo>
                <a:lnTo>
                  <a:pt x="3066152" y="90379"/>
                </a:lnTo>
                <a:lnTo>
                  <a:pt x="3065570" y="90064"/>
                </a:lnTo>
                <a:lnTo>
                  <a:pt x="3064995" y="89730"/>
                </a:lnTo>
                <a:lnTo>
                  <a:pt x="3064426" y="89376"/>
                </a:lnTo>
                <a:lnTo>
                  <a:pt x="3063865" y="89003"/>
                </a:lnTo>
                <a:lnTo>
                  <a:pt x="3063311" y="88612"/>
                </a:lnTo>
                <a:lnTo>
                  <a:pt x="3062764" y="88201"/>
                </a:lnTo>
                <a:lnTo>
                  <a:pt x="3062224" y="87771"/>
                </a:lnTo>
                <a:lnTo>
                  <a:pt x="3061690" y="87322"/>
                </a:lnTo>
                <a:lnTo>
                  <a:pt x="3061172" y="86853"/>
                </a:lnTo>
                <a:lnTo>
                  <a:pt x="3060675" y="86365"/>
                </a:lnTo>
                <a:lnTo>
                  <a:pt x="3060201" y="85858"/>
                </a:lnTo>
                <a:lnTo>
                  <a:pt x="3059748" y="85331"/>
                </a:lnTo>
                <a:lnTo>
                  <a:pt x="3059318" y="84785"/>
                </a:lnTo>
                <a:lnTo>
                  <a:pt x="3058910" y="84219"/>
                </a:lnTo>
                <a:lnTo>
                  <a:pt x="3058523" y="83633"/>
                </a:lnTo>
                <a:lnTo>
                  <a:pt x="3058159" y="83029"/>
                </a:lnTo>
                <a:lnTo>
                  <a:pt x="3057817" y="82404"/>
                </a:lnTo>
                <a:lnTo>
                  <a:pt x="3057497" y="81761"/>
                </a:lnTo>
                <a:lnTo>
                  <a:pt x="3057199" y="81098"/>
                </a:lnTo>
                <a:lnTo>
                  <a:pt x="3056923" y="80415"/>
                </a:lnTo>
                <a:lnTo>
                  <a:pt x="3056670" y="79713"/>
                </a:lnTo>
                <a:lnTo>
                  <a:pt x="3056438" y="78991"/>
                </a:lnTo>
                <a:lnTo>
                  <a:pt x="3056228" y="78250"/>
                </a:lnTo>
                <a:lnTo>
                  <a:pt x="3056041" y="77490"/>
                </a:lnTo>
                <a:lnTo>
                  <a:pt x="3055875" y="76710"/>
                </a:lnTo>
                <a:lnTo>
                  <a:pt x="3055732" y="75911"/>
                </a:lnTo>
                <a:lnTo>
                  <a:pt x="3055610" y="75092"/>
                </a:lnTo>
                <a:lnTo>
                  <a:pt x="3055511" y="74253"/>
                </a:lnTo>
                <a:lnTo>
                  <a:pt x="3055434" y="73396"/>
                </a:lnTo>
                <a:lnTo>
                  <a:pt x="3055379" y="72519"/>
                </a:lnTo>
                <a:lnTo>
                  <a:pt x="3055346" y="71622"/>
                </a:lnTo>
                <a:lnTo>
                  <a:pt x="3055335" y="70706"/>
                </a:lnTo>
                <a:lnTo>
                  <a:pt x="3055345" y="69798"/>
                </a:lnTo>
                <a:lnTo>
                  <a:pt x="3055377" y="68908"/>
                </a:lnTo>
                <a:lnTo>
                  <a:pt x="3055431" y="68037"/>
                </a:lnTo>
                <a:lnTo>
                  <a:pt x="3055506" y="67185"/>
                </a:lnTo>
                <a:lnTo>
                  <a:pt x="3055602" y="66351"/>
                </a:lnTo>
                <a:lnTo>
                  <a:pt x="3055719" y="65536"/>
                </a:lnTo>
                <a:lnTo>
                  <a:pt x="3055858" y="64739"/>
                </a:lnTo>
                <a:lnTo>
                  <a:pt x="3056019" y="63961"/>
                </a:lnTo>
                <a:lnTo>
                  <a:pt x="3056201" y="63202"/>
                </a:lnTo>
                <a:lnTo>
                  <a:pt x="3056404" y="62461"/>
                </a:lnTo>
                <a:lnTo>
                  <a:pt x="3056628" y="61739"/>
                </a:lnTo>
                <a:lnTo>
                  <a:pt x="3056874" y="61035"/>
                </a:lnTo>
                <a:lnTo>
                  <a:pt x="3057142" y="60350"/>
                </a:lnTo>
                <a:lnTo>
                  <a:pt x="3057430" y="59683"/>
                </a:lnTo>
                <a:lnTo>
                  <a:pt x="3057740" y="59035"/>
                </a:lnTo>
                <a:lnTo>
                  <a:pt x="3058072" y="58406"/>
                </a:lnTo>
                <a:lnTo>
                  <a:pt x="3058425" y="57795"/>
                </a:lnTo>
                <a:lnTo>
                  <a:pt x="3058799" y="57203"/>
                </a:lnTo>
                <a:lnTo>
                  <a:pt x="3059194" y="56629"/>
                </a:lnTo>
                <a:lnTo>
                  <a:pt x="3059611" y="56074"/>
                </a:lnTo>
                <a:lnTo>
                  <a:pt x="3060050" y="55538"/>
                </a:lnTo>
                <a:lnTo>
                  <a:pt x="3060510" y="55020"/>
                </a:lnTo>
                <a:lnTo>
                  <a:pt x="3060991" y="54521"/>
                </a:lnTo>
                <a:lnTo>
                  <a:pt x="3061493" y="54040"/>
                </a:lnTo>
                <a:lnTo>
                  <a:pt x="3062012" y="53578"/>
                </a:lnTo>
                <a:lnTo>
                  <a:pt x="3062542" y="53137"/>
                </a:lnTo>
                <a:lnTo>
                  <a:pt x="3063083" y="52714"/>
                </a:lnTo>
                <a:lnTo>
                  <a:pt x="3063635" y="52312"/>
                </a:lnTo>
                <a:lnTo>
                  <a:pt x="3064198" y="51929"/>
                </a:lnTo>
                <a:lnTo>
                  <a:pt x="3064773" y="51565"/>
                </a:lnTo>
                <a:lnTo>
                  <a:pt x="3065358" y="51221"/>
                </a:lnTo>
                <a:lnTo>
                  <a:pt x="3065955" y="50897"/>
                </a:lnTo>
                <a:lnTo>
                  <a:pt x="3066563" y="50593"/>
                </a:lnTo>
                <a:lnTo>
                  <a:pt x="3067182" y="50308"/>
                </a:lnTo>
                <a:lnTo>
                  <a:pt x="3067812" y="50043"/>
                </a:lnTo>
                <a:lnTo>
                  <a:pt x="3068453" y="49797"/>
                </a:lnTo>
                <a:lnTo>
                  <a:pt x="3069105" y="49572"/>
                </a:lnTo>
                <a:lnTo>
                  <a:pt x="3069768" y="49365"/>
                </a:lnTo>
                <a:lnTo>
                  <a:pt x="3070443" y="49179"/>
                </a:lnTo>
                <a:lnTo>
                  <a:pt x="3071128" y="49012"/>
                </a:lnTo>
                <a:lnTo>
                  <a:pt x="3071825" y="48864"/>
                </a:lnTo>
                <a:lnTo>
                  <a:pt x="3072533" y="48737"/>
                </a:lnTo>
                <a:lnTo>
                  <a:pt x="3073252" y="48629"/>
                </a:lnTo>
                <a:lnTo>
                  <a:pt x="3073982" y="48540"/>
                </a:lnTo>
                <a:lnTo>
                  <a:pt x="3074723" y="48472"/>
                </a:lnTo>
                <a:lnTo>
                  <a:pt x="3075475" y="48423"/>
                </a:lnTo>
                <a:lnTo>
                  <a:pt x="3076239" y="48393"/>
                </a:lnTo>
                <a:lnTo>
                  <a:pt x="3077013" y="48383"/>
                </a:lnTo>
                <a:lnTo>
                  <a:pt x="3077803" y="48393"/>
                </a:lnTo>
                <a:lnTo>
                  <a:pt x="3078580" y="48421"/>
                </a:lnTo>
                <a:lnTo>
                  <a:pt x="3079344" y="48469"/>
                </a:lnTo>
                <a:lnTo>
                  <a:pt x="3080095" y="48536"/>
                </a:lnTo>
                <a:lnTo>
                  <a:pt x="3080834" y="48622"/>
                </a:lnTo>
                <a:lnTo>
                  <a:pt x="3081559" y="48727"/>
                </a:lnTo>
                <a:lnTo>
                  <a:pt x="3082271" y="48852"/>
                </a:lnTo>
                <a:lnTo>
                  <a:pt x="3082970" y="48995"/>
                </a:lnTo>
                <a:lnTo>
                  <a:pt x="3083656" y="49158"/>
                </a:lnTo>
                <a:lnTo>
                  <a:pt x="3084329" y="49339"/>
                </a:lnTo>
                <a:lnTo>
                  <a:pt x="3084989" y="49540"/>
                </a:lnTo>
                <a:lnTo>
                  <a:pt x="3085636" y="49760"/>
                </a:lnTo>
                <a:lnTo>
                  <a:pt x="3086270" y="49999"/>
                </a:lnTo>
                <a:lnTo>
                  <a:pt x="3086891" y="50257"/>
                </a:lnTo>
                <a:lnTo>
                  <a:pt x="3087499" y="50534"/>
                </a:lnTo>
                <a:lnTo>
                  <a:pt x="3088094" y="50830"/>
                </a:lnTo>
                <a:lnTo>
                  <a:pt x="3088676" y="51146"/>
                </a:lnTo>
                <a:lnTo>
                  <a:pt x="3089245" y="51480"/>
                </a:lnTo>
                <a:lnTo>
                  <a:pt x="3089801" y="51834"/>
                </a:lnTo>
                <a:lnTo>
                  <a:pt x="3090344" y="52207"/>
                </a:lnTo>
                <a:lnTo>
                  <a:pt x="3090874" y="52599"/>
                </a:lnTo>
                <a:lnTo>
                  <a:pt x="3091391" y="53010"/>
                </a:lnTo>
                <a:lnTo>
                  <a:pt x="3091895" y="53440"/>
                </a:lnTo>
                <a:lnTo>
                  <a:pt x="3092386" y="53889"/>
                </a:lnTo>
                <a:lnTo>
                  <a:pt x="3092860" y="54358"/>
                </a:lnTo>
                <a:lnTo>
                  <a:pt x="3093314" y="54847"/>
                </a:lnTo>
                <a:lnTo>
                  <a:pt x="3093748" y="55357"/>
                </a:lnTo>
                <a:lnTo>
                  <a:pt x="3094162" y="55888"/>
                </a:lnTo>
                <a:lnTo>
                  <a:pt x="3094556" y="56439"/>
                </a:lnTo>
                <a:lnTo>
                  <a:pt x="3094929" y="57010"/>
                </a:lnTo>
                <a:lnTo>
                  <a:pt x="3095282" y="57602"/>
                </a:lnTo>
                <a:lnTo>
                  <a:pt x="3095616" y="58215"/>
                </a:lnTo>
                <a:lnTo>
                  <a:pt x="3095928" y="58848"/>
                </a:lnTo>
                <a:lnTo>
                  <a:pt x="3096221" y="59501"/>
                </a:lnTo>
                <a:lnTo>
                  <a:pt x="3096494" y="60175"/>
                </a:lnTo>
                <a:lnTo>
                  <a:pt x="3096746" y="60870"/>
                </a:lnTo>
                <a:lnTo>
                  <a:pt x="3096978" y="61585"/>
                </a:lnTo>
                <a:lnTo>
                  <a:pt x="3097190" y="62321"/>
                </a:lnTo>
                <a:lnTo>
                  <a:pt x="3097382" y="63077"/>
                </a:lnTo>
                <a:lnTo>
                  <a:pt x="3097554" y="63854"/>
                </a:lnTo>
                <a:lnTo>
                  <a:pt x="3097705" y="64651"/>
                </a:lnTo>
                <a:lnTo>
                  <a:pt x="3097836" y="65469"/>
                </a:lnTo>
                <a:lnTo>
                  <a:pt x="3097947" y="66308"/>
                </a:lnTo>
                <a:lnTo>
                  <a:pt x="3098038" y="67166"/>
                </a:lnTo>
                <a:lnTo>
                  <a:pt x="3098109" y="68046"/>
                </a:lnTo>
                <a:lnTo>
                  <a:pt x="3098159" y="68946"/>
                </a:lnTo>
                <a:lnTo>
                  <a:pt x="3098189" y="69866"/>
                </a:lnTo>
                <a:lnTo>
                  <a:pt x="3098200" y="70807"/>
                </a:lnTo>
                <a:lnTo>
                  <a:pt x="3098189" y="71707"/>
                </a:lnTo>
                <a:lnTo>
                  <a:pt x="3098157" y="72588"/>
                </a:lnTo>
                <a:lnTo>
                  <a:pt x="3098103" y="73450"/>
                </a:lnTo>
                <a:lnTo>
                  <a:pt x="3098028" y="74294"/>
                </a:lnTo>
                <a:lnTo>
                  <a:pt x="3097932" y="75120"/>
                </a:lnTo>
                <a:lnTo>
                  <a:pt x="3097815" y="75926"/>
                </a:lnTo>
                <a:lnTo>
                  <a:pt x="3097676" y="76715"/>
                </a:lnTo>
                <a:lnTo>
                  <a:pt x="3097515" y="77484"/>
                </a:lnTo>
                <a:lnTo>
                  <a:pt x="3097333" y="78235"/>
                </a:lnTo>
                <a:lnTo>
                  <a:pt x="3097130" y="78967"/>
                </a:lnTo>
                <a:lnTo>
                  <a:pt x="3096906" y="79681"/>
                </a:lnTo>
                <a:lnTo>
                  <a:pt x="3096660" y="80376"/>
                </a:lnTo>
                <a:lnTo>
                  <a:pt x="3096393" y="81053"/>
                </a:lnTo>
                <a:lnTo>
                  <a:pt x="3096104" y="81711"/>
                </a:lnTo>
                <a:lnTo>
                  <a:pt x="3095794" y="82351"/>
                </a:lnTo>
                <a:lnTo>
                  <a:pt x="3095462" y="82972"/>
                </a:lnTo>
                <a:lnTo>
                  <a:pt x="3095109" y="83574"/>
                </a:lnTo>
                <a:lnTo>
                  <a:pt x="3094735" y="84158"/>
                </a:lnTo>
                <a:lnTo>
                  <a:pt x="3094340" y="84723"/>
                </a:lnTo>
                <a:lnTo>
                  <a:pt x="3093923" y="85269"/>
                </a:lnTo>
                <a:lnTo>
                  <a:pt x="3093484" y="85797"/>
                </a:lnTo>
                <a:lnTo>
                  <a:pt x="3093024" y="86307"/>
                </a:lnTo>
                <a:lnTo>
                  <a:pt x="3092543" y="86797"/>
                </a:lnTo>
                <a:lnTo>
                  <a:pt x="3092041" y="87270"/>
                </a:lnTo>
                <a:lnTo>
                  <a:pt x="3091522" y="87723"/>
                </a:lnTo>
                <a:lnTo>
                  <a:pt x="3090991" y="88157"/>
                </a:lnTo>
                <a:lnTo>
                  <a:pt x="3090449" y="88572"/>
                </a:lnTo>
                <a:lnTo>
                  <a:pt x="3089896" y="88967"/>
                </a:lnTo>
                <a:lnTo>
                  <a:pt x="3089331" y="89343"/>
                </a:lnTo>
                <a:lnTo>
                  <a:pt x="3088755" y="89700"/>
                </a:lnTo>
                <a:lnTo>
                  <a:pt x="3088167" y="90038"/>
                </a:lnTo>
                <a:lnTo>
                  <a:pt x="3087568" y="90356"/>
                </a:lnTo>
                <a:lnTo>
                  <a:pt x="3086957" y="90655"/>
                </a:lnTo>
                <a:lnTo>
                  <a:pt x="3086335" y="90935"/>
                </a:lnTo>
                <a:lnTo>
                  <a:pt x="3085702" y="91195"/>
                </a:lnTo>
                <a:lnTo>
                  <a:pt x="3085057" y="91436"/>
                </a:lnTo>
                <a:lnTo>
                  <a:pt x="3084400" y="91658"/>
                </a:lnTo>
                <a:lnTo>
                  <a:pt x="3083732" y="91860"/>
                </a:lnTo>
                <a:lnTo>
                  <a:pt x="3083053" y="92044"/>
                </a:lnTo>
                <a:lnTo>
                  <a:pt x="3082362" y="92208"/>
                </a:lnTo>
                <a:lnTo>
                  <a:pt x="3081660" y="92352"/>
                </a:lnTo>
                <a:lnTo>
                  <a:pt x="3080946" y="92478"/>
                </a:lnTo>
                <a:lnTo>
                  <a:pt x="3080220" y="92584"/>
                </a:lnTo>
                <a:lnTo>
                  <a:pt x="3079484" y="92671"/>
                </a:lnTo>
                <a:lnTo>
                  <a:pt x="3078736" y="92738"/>
                </a:lnTo>
                <a:lnTo>
                  <a:pt x="3077976" y="92786"/>
                </a:lnTo>
                <a:lnTo>
                  <a:pt x="3077205" y="92815"/>
                </a:lnTo>
                <a:lnTo>
                  <a:pt x="3076422" y="92825"/>
                </a:lnTo>
                <a:lnTo>
                  <a:pt x="3075728" y="92815"/>
                </a:lnTo>
                <a:lnTo>
                  <a:pt x="3075040" y="92787"/>
                </a:lnTo>
                <a:lnTo>
                  <a:pt x="3074360" y="92739"/>
                </a:lnTo>
                <a:lnTo>
                  <a:pt x="3073686" y="92672"/>
                </a:lnTo>
                <a:lnTo>
                  <a:pt x="3073020" y="92586"/>
                </a:lnTo>
                <a:lnTo>
                  <a:pt x="3072360" y="92481"/>
                </a:lnTo>
                <a:close/>
                <a:moveTo>
                  <a:pt x="3070627" y="161119"/>
                </a:moveTo>
                <a:lnTo>
                  <a:pt x="3069612" y="161015"/>
                </a:lnTo>
                <a:lnTo>
                  <a:pt x="3068627" y="160894"/>
                </a:lnTo>
                <a:lnTo>
                  <a:pt x="3067669" y="160758"/>
                </a:lnTo>
                <a:lnTo>
                  <a:pt x="3066740" y="160605"/>
                </a:lnTo>
                <a:lnTo>
                  <a:pt x="3065839" y="160436"/>
                </a:lnTo>
                <a:lnTo>
                  <a:pt x="3064967" y="160251"/>
                </a:lnTo>
                <a:lnTo>
                  <a:pt x="3064123" y="160050"/>
                </a:lnTo>
                <a:lnTo>
                  <a:pt x="3063307" y="159833"/>
                </a:lnTo>
                <a:lnTo>
                  <a:pt x="3062520" y="159600"/>
                </a:lnTo>
                <a:lnTo>
                  <a:pt x="3061762" y="159350"/>
                </a:lnTo>
                <a:lnTo>
                  <a:pt x="3061031" y="159085"/>
                </a:lnTo>
                <a:lnTo>
                  <a:pt x="3060329" y="158804"/>
                </a:lnTo>
                <a:lnTo>
                  <a:pt x="3059656" y="158506"/>
                </a:lnTo>
                <a:lnTo>
                  <a:pt x="3059011" y="158193"/>
                </a:lnTo>
                <a:lnTo>
                  <a:pt x="3058394" y="157863"/>
                </a:lnTo>
                <a:lnTo>
                  <a:pt x="3057806" y="157517"/>
                </a:lnTo>
                <a:lnTo>
                  <a:pt x="3057246" y="157155"/>
                </a:lnTo>
                <a:lnTo>
                  <a:pt x="3056714" y="156777"/>
                </a:lnTo>
                <a:lnTo>
                  <a:pt x="3056208" y="156389"/>
                </a:lnTo>
                <a:lnTo>
                  <a:pt x="3055723" y="155995"/>
                </a:lnTo>
                <a:lnTo>
                  <a:pt x="3055259" y="155597"/>
                </a:lnTo>
                <a:lnTo>
                  <a:pt x="3054817" y="155193"/>
                </a:lnTo>
                <a:lnTo>
                  <a:pt x="3054397" y="154784"/>
                </a:lnTo>
                <a:lnTo>
                  <a:pt x="3053998" y="154370"/>
                </a:lnTo>
                <a:lnTo>
                  <a:pt x="3053621" y="153950"/>
                </a:lnTo>
                <a:lnTo>
                  <a:pt x="3053265" y="153526"/>
                </a:lnTo>
                <a:lnTo>
                  <a:pt x="3052931" y="153097"/>
                </a:lnTo>
                <a:lnTo>
                  <a:pt x="3052619" y="152662"/>
                </a:lnTo>
                <a:lnTo>
                  <a:pt x="3052328" y="152222"/>
                </a:lnTo>
                <a:lnTo>
                  <a:pt x="3052058" y="151777"/>
                </a:lnTo>
                <a:lnTo>
                  <a:pt x="3051810" y="151327"/>
                </a:lnTo>
                <a:lnTo>
                  <a:pt x="3051584" y="150872"/>
                </a:lnTo>
                <a:lnTo>
                  <a:pt x="3051379" y="150412"/>
                </a:lnTo>
                <a:lnTo>
                  <a:pt x="3051196" y="149947"/>
                </a:lnTo>
                <a:lnTo>
                  <a:pt x="3051034" y="149476"/>
                </a:lnTo>
                <a:lnTo>
                  <a:pt x="3050894" y="149001"/>
                </a:lnTo>
                <a:lnTo>
                  <a:pt x="3050775" y="148520"/>
                </a:lnTo>
                <a:lnTo>
                  <a:pt x="3050678" y="148034"/>
                </a:lnTo>
                <a:lnTo>
                  <a:pt x="3050603" y="147543"/>
                </a:lnTo>
                <a:lnTo>
                  <a:pt x="3050549" y="147047"/>
                </a:lnTo>
                <a:lnTo>
                  <a:pt x="3050517" y="146546"/>
                </a:lnTo>
                <a:lnTo>
                  <a:pt x="3050506" y="146040"/>
                </a:lnTo>
                <a:lnTo>
                  <a:pt x="3050512" y="145584"/>
                </a:lnTo>
                <a:lnTo>
                  <a:pt x="3050531" y="145133"/>
                </a:lnTo>
                <a:lnTo>
                  <a:pt x="3050563" y="144686"/>
                </a:lnTo>
                <a:lnTo>
                  <a:pt x="3050607" y="144244"/>
                </a:lnTo>
                <a:lnTo>
                  <a:pt x="3050664" y="143807"/>
                </a:lnTo>
                <a:lnTo>
                  <a:pt x="3050734" y="143374"/>
                </a:lnTo>
                <a:lnTo>
                  <a:pt x="3050816" y="142946"/>
                </a:lnTo>
                <a:lnTo>
                  <a:pt x="3050911" y="142522"/>
                </a:lnTo>
                <a:lnTo>
                  <a:pt x="3051019" y="142103"/>
                </a:lnTo>
                <a:lnTo>
                  <a:pt x="3051139" y="141689"/>
                </a:lnTo>
                <a:lnTo>
                  <a:pt x="3051272" y="141279"/>
                </a:lnTo>
                <a:lnTo>
                  <a:pt x="3051418" y="140874"/>
                </a:lnTo>
                <a:lnTo>
                  <a:pt x="3051576" y="140473"/>
                </a:lnTo>
                <a:lnTo>
                  <a:pt x="3051747" y="140077"/>
                </a:lnTo>
                <a:lnTo>
                  <a:pt x="3051930" y="139686"/>
                </a:lnTo>
                <a:lnTo>
                  <a:pt x="3052126" y="139299"/>
                </a:lnTo>
                <a:lnTo>
                  <a:pt x="3052335" y="138917"/>
                </a:lnTo>
                <a:lnTo>
                  <a:pt x="3052557" y="138539"/>
                </a:lnTo>
                <a:lnTo>
                  <a:pt x="3052791" y="138166"/>
                </a:lnTo>
                <a:lnTo>
                  <a:pt x="3053038" y="137798"/>
                </a:lnTo>
                <a:lnTo>
                  <a:pt x="3053298" y="137434"/>
                </a:lnTo>
                <a:lnTo>
                  <a:pt x="3053570" y="137075"/>
                </a:lnTo>
                <a:lnTo>
                  <a:pt x="3053855" y="136720"/>
                </a:lnTo>
                <a:lnTo>
                  <a:pt x="3054152" y="136370"/>
                </a:lnTo>
                <a:lnTo>
                  <a:pt x="3054461" y="136027"/>
                </a:lnTo>
                <a:lnTo>
                  <a:pt x="3054781" y="135692"/>
                </a:lnTo>
                <a:lnTo>
                  <a:pt x="3055111" y="135365"/>
                </a:lnTo>
                <a:lnTo>
                  <a:pt x="3055452" y="135047"/>
                </a:lnTo>
                <a:lnTo>
                  <a:pt x="3055804" y="134738"/>
                </a:lnTo>
                <a:lnTo>
                  <a:pt x="3056166" y="134437"/>
                </a:lnTo>
                <a:lnTo>
                  <a:pt x="3056539" y="134144"/>
                </a:lnTo>
                <a:lnTo>
                  <a:pt x="3056922" y="133860"/>
                </a:lnTo>
                <a:lnTo>
                  <a:pt x="3057316" y="133584"/>
                </a:lnTo>
                <a:lnTo>
                  <a:pt x="3057721" y="133317"/>
                </a:lnTo>
                <a:lnTo>
                  <a:pt x="3058136" y="133059"/>
                </a:lnTo>
                <a:lnTo>
                  <a:pt x="3058562" y="132808"/>
                </a:lnTo>
                <a:lnTo>
                  <a:pt x="3058998" y="132567"/>
                </a:lnTo>
                <a:lnTo>
                  <a:pt x="3059445" y="132333"/>
                </a:lnTo>
                <a:lnTo>
                  <a:pt x="3059903" y="132109"/>
                </a:lnTo>
                <a:lnTo>
                  <a:pt x="3060371" y="131892"/>
                </a:lnTo>
                <a:lnTo>
                  <a:pt x="3060850" y="131685"/>
                </a:lnTo>
                <a:lnTo>
                  <a:pt x="3061339" y="131485"/>
                </a:lnTo>
                <a:lnTo>
                  <a:pt x="3061839" y="131294"/>
                </a:lnTo>
                <a:lnTo>
                  <a:pt x="3062350" y="131112"/>
                </a:lnTo>
                <a:lnTo>
                  <a:pt x="3062871" y="130938"/>
                </a:lnTo>
                <a:lnTo>
                  <a:pt x="3063403" y="130773"/>
                </a:lnTo>
                <a:lnTo>
                  <a:pt x="3063946" y="130616"/>
                </a:lnTo>
                <a:lnTo>
                  <a:pt x="3064499" y="130467"/>
                </a:lnTo>
                <a:lnTo>
                  <a:pt x="3079083" y="130467"/>
                </a:lnTo>
                <a:lnTo>
                  <a:pt x="3080034" y="130470"/>
                </a:lnTo>
                <a:lnTo>
                  <a:pt x="3080968" y="130479"/>
                </a:lnTo>
                <a:lnTo>
                  <a:pt x="3081883" y="130494"/>
                </a:lnTo>
                <a:lnTo>
                  <a:pt x="3082779" y="130515"/>
                </a:lnTo>
                <a:lnTo>
                  <a:pt x="3083658" y="130542"/>
                </a:lnTo>
                <a:lnTo>
                  <a:pt x="3084518" y="130575"/>
                </a:lnTo>
                <a:lnTo>
                  <a:pt x="3085360" y="130614"/>
                </a:lnTo>
                <a:lnTo>
                  <a:pt x="3086183" y="130660"/>
                </a:lnTo>
                <a:lnTo>
                  <a:pt x="3086988" y="130711"/>
                </a:lnTo>
                <a:lnTo>
                  <a:pt x="3087775" y="130768"/>
                </a:lnTo>
                <a:lnTo>
                  <a:pt x="3088544" y="130831"/>
                </a:lnTo>
                <a:lnTo>
                  <a:pt x="3089294" y="130900"/>
                </a:lnTo>
                <a:lnTo>
                  <a:pt x="3090026" y="130975"/>
                </a:lnTo>
                <a:lnTo>
                  <a:pt x="3090740" y="131056"/>
                </a:lnTo>
                <a:lnTo>
                  <a:pt x="3091435" y="131143"/>
                </a:lnTo>
                <a:lnTo>
                  <a:pt x="3092112" y="131236"/>
                </a:lnTo>
                <a:lnTo>
                  <a:pt x="3092771" y="131336"/>
                </a:lnTo>
                <a:lnTo>
                  <a:pt x="3093411" y="131441"/>
                </a:lnTo>
                <a:lnTo>
                  <a:pt x="3094033" y="131552"/>
                </a:lnTo>
                <a:lnTo>
                  <a:pt x="3094637" y="131669"/>
                </a:lnTo>
                <a:lnTo>
                  <a:pt x="3095223" y="131792"/>
                </a:lnTo>
                <a:lnTo>
                  <a:pt x="3095790" y="131921"/>
                </a:lnTo>
                <a:lnTo>
                  <a:pt x="3096339" y="132057"/>
                </a:lnTo>
                <a:lnTo>
                  <a:pt x="3096869" y="132198"/>
                </a:lnTo>
                <a:lnTo>
                  <a:pt x="3097384" y="132344"/>
                </a:lnTo>
                <a:lnTo>
                  <a:pt x="3097885" y="132496"/>
                </a:lnTo>
                <a:lnTo>
                  <a:pt x="3098372" y="132652"/>
                </a:lnTo>
                <a:lnTo>
                  <a:pt x="3098846" y="132813"/>
                </a:lnTo>
                <a:lnTo>
                  <a:pt x="3099305" y="132979"/>
                </a:lnTo>
                <a:lnTo>
                  <a:pt x="3099752" y="133149"/>
                </a:lnTo>
                <a:lnTo>
                  <a:pt x="3100184" y="133324"/>
                </a:lnTo>
                <a:lnTo>
                  <a:pt x="3100603" y="133504"/>
                </a:lnTo>
                <a:lnTo>
                  <a:pt x="3101008" y="133689"/>
                </a:lnTo>
                <a:lnTo>
                  <a:pt x="3101399" y="133878"/>
                </a:lnTo>
                <a:lnTo>
                  <a:pt x="3101777" y="134073"/>
                </a:lnTo>
                <a:lnTo>
                  <a:pt x="3102141" y="134272"/>
                </a:lnTo>
                <a:lnTo>
                  <a:pt x="3102491" y="134476"/>
                </a:lnTo>
                <a:lnTo>
                  <a:pt x="3102828" y="134684"/>
                </a:lnTo>
                <a:lnTo>
                  <a:pt x="3103151" y="134898"/>
                </a:lnTo>
                <a:lnTo>
                  <a:pt x="3103460" y="135116"/>
                </a:lnTo>
                <a:lnTo>
                  <a:pt x="3103756" y="135339"/>
                </a:lnTo>
                <a:lnTo>
                  <a:pt x="3104038" y="135566"/>
                </a:lnTo>
                <a:lnTo>
                  <a:pt x="3104306" y="135799"/>
                </a:lnTo>
                <a:lnTo>
                  <a:pt x="3104561" y="136036"/>
                </a:lnTo>
                <a:lnTo>
                  <a:pt x="3104802" y="136278"/>
                </a:lnTo>
                <a:lnTo>
                  <a:pt x="3105029" y="136525"/>
                </a:lnTo>
                <a:lnTo>
                  <a:pt x="3105242" y="136776"/>
                </a:lnTo>
                <a:lnTo>
                  <a:pt x="3105442" y="137032"/>
                </a:lnTo>
                <a:lnTo>
                  <a:pt x="3105631" y="137293"/>
                </a:lnTo>
                <a:lnTo>
                  <a:pt x="3105812" y="137558"/>
                </a:lnTo>
                <a:lnTo>
                  <a:pt x="3105985" y="137827"/>
                </a:lnTo>
                <a:lnTo>
                  <a:pt x="3106150" y="138100"/>
                </a:lnTo>
                <a:lnTo>
                  <a:pt x="3106307" y="138377"/>
                </a:lnTo>
                <a:lnTo>
                  <a:pt x="3106455" y="138658"/>
                </a:lnTo>
                <a:lnTo>
                  <a:pt x="3106596" y="138943"/>
                </a:lnTo>
                <a:lnTo>
                  <a:pt x="3106729" y="139232"/>
                </a:lnTo>
                <a:lnTo>
                  <a:pt x="3106853" y="139525"/>
                </a:lnTo>
                <a:lnTo>
                  <a:pt x="3106970" y="139822"/>
                </a:lnTo>
                <a:lnTo>
                  <a:pt x="3107078" y="140124"/>
                </a:lnTo>
                <a:lnTo>
                  <a:pt x="3107179" y="140429"/>
                </a:lnTo>
                <a:lnTo>
                  <a:pt x="3107271" y="140739"/>
                </a:lnTo>
                <a:lnTo>
                  <a:pt x="3107356" y="141052"/>
                </a:lnTo>
                <a:lnTo>
                  <a:pt x="3107432" y="141370"/>
                </a:lnTo>
                <a:lnTo>
                  <a:pt x="3107501" y="141691"/>
                </a:lnTo>
                <a:lnTo>
                  <a:pt x="3107561" y="142017"/>
                </a:lnTo>
                <a:lnTo>
                  <a:pt x="3107613" y="142347"/>
                </a:lnTo>
                <a:lnTo>
                  <a:pt x="3107657" y="142681"/>
                </a:lnTo>
                <a:lnTo>
                  <a:pt x="3107694" y="143018"/>
                </a:lnTo>
                <a:lnTo>
                  <a:pt x="3107722" y="143360"/>
                </a:lnTo>
                <a:lnTo>
                  <a:pt x="3107742" y="143706"/>
                </a:lnTo>
                <a:lnTo>
                  <a:pt x="3107754" y="144057"/>
                </a:lnTo>
                <a:lnTo>
                  <a:pt x="3107758" y="144411"/>
                </a:lnTo>
                <a:lnTo>
                  <a:pt x="3107746" y="145009"/>
                </a:lnTo>
                <a:lnTo>
                  <a:pt x="3107710" y="145599"/>
                </a:lnTo>
                <a:lnTo>
                  <a:pt x="3107651" y="146181"/>
                </a:lnTo>
                <a:lnTo>
                  <a:pt x="3107568" y="146755"/>
                </a:lnTo>
                <a:lnTo>
                  <a:pt x="3107461" y="147320"/>
                </a:lnTo>
                <a:lnTo>
                  <a:pt x="3107330" y="147878"/>
                </a:lnTo>
                <a:lnTo>
                  <a:pt x="3107175" y="148427"/>
                </a:lnTo>
                <a:lnTo>
                  <a:pt x="3106997" y="148969"/>
                </a:lnTo>
                <a:lnTo>
                  <a:pt x="3106795" y="149502"/>
                </a:lnTo>
                <a:lnTo>
                  <a:pt x="3106569" y="150027"/>
                </a:lnTo>
                <a:lnTo>
                  <a:pt x="3106319" y="150543"/>
                </a:lnTo>
                <a:lnTo>
                  <a:pt x="3106046" y="151052"/>
                </a:lnTo>
                <a:lnTo>
                  <a:pt x="3105749" y="151553"/>
                </a:lnTo>
                <a:lnTo>
                  <a:pt x="3105428" y="152045"/>
                </a:lnTo>
                <a:lnTo>
                  <a:pt x="3105083" y="152529"/>
                </a:lnTo>
                <a:lnTo>
                  <a:pt x="3104714" y="153006"/>
                </a:lnTo>
                <a:lnTo>
                  <a:pt x="3104322" y="153474"/>
                </a:lnTo>
                <a:lnTo>
                  <a:pt x="3103906" y="153933"/>
                </a:lnTo>
                <a:lnTo>
                  <a:pt x="3103466" y="154385"/>
                </a:lnTo>
                <a:lnTo>
                  <a:pt x="3103002" y="154829"/>
                </a:lnTo>
                <a:lnTo>
                  <a:pt x="3102515" y="155264"/>
                </a:lnTo>
                <a:lnTo>
                  <a:pt x="3102003" y="155692"/>
                </a:lnTo>
                <a:lnTo>
                  <a:pt x="3101468" y="156111"/>
                </a:lnTo>
                <a:lnTo>
                  <a:pt x="3100909" y="156522"/>
                </a:lnTo>
                <a:lnTo>
                  <a:pt x="3100321" y="156921"/>
                </a:lnTo>
                <a:lnTo>
                  <a:pt x="3099699" y="157302"/>
                </a:lnTo>
                <a:lnTo>
                  <a:pt x="3099042" y="157667"/>
                </a:lnTo>
                <a:lnTo>
                  <a:pt x="3098351" y="158015"/>
                </a:lnTo>
                <a:lnTo>
                  <a:pt x="3097626" y="158346"/>
                </a:lnTo>
                <a:lnTo>
                  <a:pt x="3096866" y="158660"/>
                </a:lnTo>
                <a:lnTo>
                  <a:pt x="3096072" y="158957"/>
                </a:lnTo>
                <a:lnTo>
                  <a:pt x="3095243" y="159237"/>
                </a:lnTo>
                <a:lnTo>
                  <a:pt x="3094380" y="159500"/>
                </a:lnTo>
                <a:lnTo>
                  <a:pt x="3093483" y="159746"/>
                </a:lnTo>
                <a:lnTo>
                  <a:pt x="3092551" y="159975"/>
                </a:lnTo>
                <a:lnTo>
                  <a:pt x="3091585" y="160187"/>
                </a:lnTo>
                <a:lnTo>
                  <a:pt x="3090584" y="160382"/>
                </a:lnTo>
                <a:lnTo>
                  <a:pt x="3089550" y="160560"/>
                </a:lnTo>
                <a:lnTo>
                  <a:pt x="3088480" y="160722"/>
                </a:lnTo>
                <a:lnTo>
                  <a:pt x="3087377" y="160866"/>
                </a:lnTo>
                <a:lnTo>
                  <a:pt x="3086238" y="160993"/>
                </a:lnTo>
                <a:lnTo>
                  <a:pt x="3085066" y="161103"/>
                </a:lnTo>
                <a:lnTo>
                  <a:pt x="3083859" y="161197"/>
                </a:lnTo>
                <a:lnTo>
                  <a:pt x="3082618" y="161273"/>
                </a:lnTo>
                <a:lnTo>
                  <a:pt x="3081342" y="161333"/>
                </a:lnTo>
                <a:lnTo>
                  <a:pt x="3080032" y="161375"/>
                </a:lnTo>
                <a:lnTo>
                  <a:pt x="3078688" y="161400"/>
                </a:lnTo>
                <a:lnTo>
                  <a:pt x="3077309" y="161409"/>
                </a:lnTo>
                <a:lnTo>
                  <a:pt x="3076124" y="161401"/>
                </a:lnTo>
                <a:lnTo>
                  <a:pt x="3074968" y="161377"/>
                </a:lnTo>
                <a:lnTo>
                  <a:pt x="3073840" y="161337"/>
                </a:lnTo>
                <a:lnTo>
                  <a:pt x="3072741" y="161280"/>
                </a:lnTo>
                <a:lnTo>
                  <a:pt x="3071669" y="161208"/>
                </a:lnTo>
                <a:lnTo>
                  <a:pt x="3070627" y="161119"/>
                </a:lnTo>
                <a:close/>
                <a:moveTo>
                  <a:pt x="1934289" y="122707"/>
                </a:moveTo>
                <a:lnTo>
                  <a:pt x="1933637" y="122650"/>
                </a:lnTo>
                <a:lnTo>
                  <a:pt x="1933007" y="122576"/>
                </a:lnTo>
                <a:lnTo>
                  <a:pt x="1932400" y="122485"/>
                </a:lnTo>
                <a:lnTo>
                  <a:pt x="1931814" y="122379"/>
                </a:lnTo>
                <a:lnTo>
                  <a:pt x="1931252" y="122256"/>
                </a:lnTo>
                <a:lnTo>
                  <a:pt x="1930711" y="122116"/>
                </a:lnTo>
                <a:lnTo>
                  <a:pt x="1930193" y="121960"/>
                </a:lnTo>
                <a:lnTo>
                  <a:pt x="1929698" y="121788"/>
                </a:lnTo>
                <a:lnTo>
                  <a:pt x="1929225" y="121599"/>
                </a:lnTo>
                <a:lnTo>
                  <a:pt x="1928774" y="121393"/>
                </a:lnTo>
                <a:lnTo>
                  <a:pt x="1928346" y="121172"/>
                </a:lnTo>
                <a:lnTo>
                  <a:pt x="1927940" y="120933"/>
                </a:lnTo>
                <a:lnTo>
                  <a:pt x="1927556" y="120679"/>
                </a:lnTo>
                <a:lnTo>
                  <a:pt x="1927195" y="120408"/>
                </a:lnTo>
                <a:lnTo>
                  <a:pt x="1926857" y="120121"/>
                </a:lnTo>
                <a:lnTo>
                  <a:pt x="1926540" y="119817"/>
                </a:lnTo>
                <a:lnTo>
                  <a:pt x="1926247" y="119496"/>
                </a:lnTo>
                <a:lnTo>
                  <a:pt x="1925975" y="119160"/>
                </a:lnTo>
                <a:lnTo>
                  <a:pt x="1925726" y="118807"/>
                </a:lnTo>
                <a:lnTo>
                  <a:pt x="1925500" y="118437"/>
                </a:lnTo>
                <a:lnTo>
                  <a:pt x="1925295" y="118051"/>
                </a:lnTo>
                <a:lnTo>
                  <a:pt x="1925106" y="117650"/>
                </a:lnTo>
                <a:lnTo>
                  <a:pt x="1924926" y="117233"/>
                </a:lnTo>
                <a:lnTo>
                  <a:pt x="1924753" y="116802"/>
                </a:lnTo>
                <a:lnTo>
                  <a:pt x="1924588" y="116357"/>
                </a:lnTo>
                <a:lnTo>
                  <a:pt x="1924431" y="115896"/>
                </a:lnTo>
                <a:lnTo>
                  <a:pt x="1924282" y="115421"/>
                </a:lnTo>
                <a:lnTo>
                  <a:pt x="1924142" y="114932"/>
                </a:lnTo>
                <a:lnTo>
                  <a:pt x="1924009" y="114427"/>
                </a:lnTo>
                <a:lnTo>
                  <a:pt x="1923884" y="113908"/>
                </a:lnTo>
                <a:lnTo>
                  <a:pt x="1923768" y="113374"/>
                </a:lnTo>
                <a:lnTo>
                  <a:pt x="1923659" y="112825"/>
                </a:lnTo>
                <a:lnTo>
                  <a:pt x="1923559" y="112262"/>
                </a:lnTo>
                <a:lnTo>
                  <a:pt x="1923466" y="111684"/>
                </a:lnTo>
                <a:lnTo>
                  <a:pt x="1923382" y="111091"/>
                </a:lnTo>
                <a:lnTo>
                  <a:pt x="1923305" y="110484"/>
                </a:lnTo>
                <a:lnTo>
                  <a:pt x="1923237" y="109861"/>
                </a:lnTo>
                <a:lnTo>
                  <a:pt x="1923177" y="109224"/>
                </a:lnTo>
                <a:lnTo>
                  <a:pt x="1923124" y="108573"/>
                </a:lnTo>
                <a:lnTo>
                  <a:pt x="1923080" y="107907"/>
                </a:lnTo>
                <a:lnTo>
                  <a:pt x="1923044" y="107225"/>
                </a:lnTo>
                <a:lnTo>
                  <a:pt x="1923016" y="106530"/>
                </a:lnTo>
                <a:lnTo>
                  <a:pt x="1922996" y="105819"/>
                </a:lnTo>
                <a:lnTo>
                  <a:pt x="1922984" y="105094"/>
                </a:lnTo>
                <a:lnTo>
                  <a:pt x="1922980" y="104354"/>
                </a:lnTo>
                <a:lnTo>
                  <a:pt x="1922980" y="3547"/>
                </a:lnTo>
                <a:lnTo>
                  <a:pt x="1906622" y="3547"/>
                </a:lnTo>
                <a:lnTo>
                  <a:pt x="1906622" y="105142"/>
                </a:lnTo>
                <a:lnTo>
                  <a:pt x="1906626" y="105950"/>
                </a:lnTo>
                <a:lnTo>
                  <a:pt x="1906638" y="106749"/>
                </a:lnTo>
                <a:lnTo>
                  <a:pt x="1906657" y="107537"/>
                </a:lnTo>
                <a:lnTo>
                  <a:pt x="1906685" y="108316"/>
                </a:lnTo>
                <a:lnTo>
                  <a:pt x="1906720" y="109085"/>
                </a:lnTo>
                <a:lnTo>
                  <a:pt x="1906764" y="109845"/>
                </a:lnTo>
                <a:lnTo>
                  <a:pt x="1906815" y="110594"/>
                </a:lnTo>
                <a:lnTo>
                  <a:pt x="1906874" y="111334"/>
                </a:lnTo>
                <a:lnTo>
                  <a:pt x="1906941" y="112064"/>
                </a:lnTo>
                <a:lnTo>
                  <a:pt x="1907015" y="112784"/>
                </a:lnTo>
                <a:lnTo>
                  <a:pt x="1907098" y="113495"/>
                </a:lnTo>
                <a:lnTo>
                  <a:pt x="1907189" y="114196"/>
                </a:lnTo>
                <a:lnTo>
                  <a:pt x="1907287" y="114887"/>
                </a:lnTo>
                <a:lnTo>
                  <a:pt x="1907393" y="115568"/>
                </a:lnTo>
                <a:lnTo>
                  <a:pt x="1907507" y="116240"/>
                </a:lnTo>
                <a:lnTo>
                  <a:pt x="1907629" y="116902"/>
                </a:lnTo>
                <a:lnTo>
                  <a:pt x="1907759" y="117554"/>
                </a:lnTo>
                <a:lnTo>
                  <a:pt x="1907897" y="118196"/>
                </a:lnTo>
                <a:lnTo>
                  <a:pt x="1908042" y="118828"/>
                </a:lnTo>
                <a:lnTo>
                  <a:pt x="1908196" y="119451"/>
                </a:lnTo>
                <a:lnTo>
                  <a:pt x="1908357" y="120064"/>
                </a:lnTo>
                <a:lnTo>
                  <a:pt x="1908526" y="120668"/>
                </a:lnTo>
                <a:lnTo>
                  <a:pt x="1908704" y="121261"/>
                </a:lnTo>
                <a:lnTo>
                  <a:pt x="1908888" y="121845"/>
                </a:lnTo>
                <a:lnTo>
                  <a:pt x="1909084" y="122418"/>
                </a:lnTo>
                <a:lnTo>
                  <a:pt x="1909294" y="122980"/>
                </a:lnTo>
                <a:lnTo>
                  <a:pt x="1909517" y="123531"/>
                </a:lnTo>
                <a:lnTo>
                  <a:pt x="1909753" y="124070"/>
                </a:lnTo>
                <a:lnTo>
                  <a:pt x="1910004" y="124598"/>
                </a:lnTo>
                <a:lnTo>
                  <a:pt x="1910268" y="125115"/>
                </a:lnTo>
                <a:lnTo>
                  <a:pt x="1910546" y="125621"/>
                </a:lnTo>
                <a:lnTo>
                  <a:pt x="1910837" y="126115"/>
                </a:lnTo>
                <a:lnTo>
                  <a:pt x="1911143" y="126598"/>
                </a:lnTo>
                <a:lnTo>
                  <a:pt x="1911461" y="127070"/>
                </a:lnTo>
                <a:lnTo>
                  <a:pt x="1911794" y="127530"/>
                </a:lnTo>
                <a:lnTo>
                  <a:pt x="1912140" y="127979"/>
                </a:lnTo>
                <a:lnTo>
                  <a:pt x="1912500" y="128417"/>
                </a:lnTo>
                <a:lnTo>
                  <a:pt x="1912874" y="128843"/>
                </a:lnTo>
                <a:lnTo>
                  <a:pt x="1913261" y="129259"/>
                </a:lnTo>
                <a:lnTo>
                  <a:pt x="1913662" y="129663"/>
                </a:lnTo>
                <a:lnTo>
                  <a:pt x="1914077" y="130055"/>
                </a:lnTo>
                <a:lnTo>
                  <a:pt x="1914505" y="130436"/>
                </a:lnTo>
                <a:lnTo>
                  <a:pt x="1914947" y="130806"/>
                </a:lnTo>
                <a:lnTo>
                  <a:pt x="1915403" y="131165"/>
                </a:lnTo>
                <a:lnTo>
                  <a:pt x="1915872" y="131513"/>
                </a:lnTo>
                <a:lnTo>
                  <a:pt x="1916356" y="131849"/>
                </a:lnTo>
                <a:lnTo>
                  <a:pt x="1916852" y="132174"/>
                </a:lnTo>
                <a:lnTo>
                  <a:pt x="1917363" y="132487"/>
                </a:lnTo>
                <a:lnTo>
                  <a:pt x="1917890" y="132789"/>
                </a:lnTo>
                <a:lnTo>
                  <a:pt x="1918436" y="133078"/>
                </a:lnTo>
                <a:lnTo>
                  <a:pt x="1919001" y="133353"/>
                </a:lnTo>
                <a:lnTo>
                  <a:pt x="1919586" y="133616"/>
                </a:lnTo>
                <a:lnTo>
                  <a:pt x="1920189" y="133867"/>
                </a:lnTo>
                <a:lnTo>
                  <a:pt x="1920812" y="134104"/>
                </a:lnTo>
                <a:lnTo>
                  <a:pt x="1921454" y="134329"/>
                </a:lnTo>
                <a:lnTo>
                  <a:pt x="1922115" y="134540"/>
                </a:lnTo>
                <a:lnTo>
                  <a:pt x="1922795" y="134739"/>
                </a:lnTo>
                <a:lnTo>
                  <a:pt x="1923494" y="134925"/>
                </a:lnTo>
                <a:lnTo>
                  <a:pt x="1924213" y="135098"/>
                </a:lnTo>
                <a:lnTo>
                  <a:pt x="1924950" y="135259"/>
                </a:lnTo>
                <a:lnTo>
                  <a:pt x="1925707" y="135406"/>
                </a:lnTo>
                <a:lnTo>
                  <a:pt x="1926483" y="135541"/>
                </a:lnTo>
                <a:lnTo>
                  <a:pt x="1927279" y="135663"/>
                </a:lnTo>
                <a:lnTo>
                  <a:pt x="1928093" y="135772"/>
                </a:lnTo>
                <a:lnTo>
                  <a:pt x="1928926" y="135868"/>
                </a:lnTo>
                <a:lnTo>
                  <a:pt x="1929779" y="135952"/>
                </a:lnTo>
                <a:lnTo>
                  <a:pt x="1930651" y="136022"/>
                </a:lnTo>
                <a:lnTo>
                  <a:pt x="1931542" y="136080"/>
                </a:lnTo>
                <a:lnTo>
                  <a:pt x="1932452" y="136125"/>
                </a:lnTo>
                <a:lnTo>
                  <a:pt x="1933381" y="136157"/>
                </a:lnTo>
                <a:lnTo>
                  <a:pt x="1934330" y="136176"/>
                </a:lnTo>
                <a:lnTo>
                  <a:pt x="1935297" y="136183"/>
                </a:lnTo>
                <a:lnTo>
                  <a:pt x="1940815" y="136183"/>
                </a:lnTo>
                <a:lnTo>
                  <a:pt x="1940815" y="122781"/>
                </a:lnTo>
                <a:lnTo>
                  <a:pt x="1936381" y="122781"/>
                </a:lnTo>
                <a:lnTo>
                  <a:pt x="1935662" y="122773"/>
                </a:lnTo>
                <a:lnTo>
                  <a:pt x="1934964" y="122748"/>
                </a:lnTo>
                <a:lnTo>
                  <a:pt x="1934289" y="122707"/>
                </a:lnTo>
                <a:close/>
                <a:moveTo>
                  <a:pt x="2968330" y="137766"/>
                </a:moveTo>
                <a:lnTo>
                  <a:pt x="2969187" y="137682"/>
                </a:lnTo>
                <a:lnTo>
                  <a:pt x="2970034" y="137583"/>
                </a:lnTo>
                <a:lnTo>
                  <a:pt x="2970871" y="137469"/>
                </a:lnTo>
                <a:lnTo>
                  <a:pt x="2971698" y="137340"/>
                </a:lnTo>
                <a:lnTo>
                  <a:pt x="2972515" y="137195"/>
                </a:lnTo>
                <a:lnTo>
                  <a:pt x="2973322" y="137035"/>
                </a:lnTo>
                <a:lnTo>
                  <a:pt x="2974120" y="136860"/>
                </a:lnTo>
                <a:lnTo>
                  <a:pt x="2974907" y="136670"/>
                </a:lnTo>
                <a:lnTo>
                  <a:pt x="2975685" y="136464"/>
                </a:lnTo>
                <a:lnTo>
                  <a:pt x="2976453" y="136243"/>
                </a:lnTo>
                <a:lnTo>
                  <a:pt x="2977210" y="136007"/>
                </a:lnTo>
                <a:lnTo>
                  <a:pt x="2977958" y="135756"/>
                </a:lnTo>
                <a:lnTo>
                  <a:pt x="2978696" y="135490"/>
                </a:lnTo>
                <a:lnTo>
                  <a:pt x="2979424" y="135208"/>
                </a:lnTo>
                <a:lnTo>
                  <a:pt x="2980142" y="134911"/>
                </a:lnTo>
                <a:lnTo>
                  <a:pt x="2980850" y="134599"/>
                </a:lnTo>
                <a:lnTo>
                  <a:pt x="2981548" y="134272"/>
                </a:lnTo>
                <a:lnTo>
                  <a:pt x="2982236" y="133929"/>
                </a:lnTo>
                <a:lnTo>
                  <a:pt x="2982915" y="133571"/>
                </a:lnTo>
                <a:lnTo>
                  <a:pt x="2983583" y="133201"/>
                </a:lnTo>
                <a:lnTo>
                  <a:pt x="2984241" y="132822"/>
                </a:lnTo>
                <a:lnTo>
                  <a:pt x="2984888" y="132434"/>
                </a:lnTo>
                <a:lnTo>
                  <a:pt x="2985526" y="132037"/>
                </a:lnTo>
                <a:lnTo>
                  <a:pt x="2986153" y="131631"/>
                </a:lnTo>
                <a:lnTo>
                  <a:pt x="2986770" y="131216"/>
                </a:lnTo>
                <a:lnTo>
                  <a:pt x="2987377" y="130791"/>
                </a:lnTo>
                <a:lnTo>
                  <a:pt x="2987973" y="130358"/>
                </a:lnTo>
                <a:lnTo>
                  <a:pt x="2988559" y="129915"/>
                </a:lnTo>
                <a:lnTo>
                  <a:pt x="2989135" y="129464"/>
                </a:lnTo>
                <a:lnTo>
                  <a:pt x="2989701" y="129003"/>
                </a:lnTo>
                <a:lnTo>
                  <a:pt x="2990256" y="128533"/>
                </a:lnTo>
                <a:lnTo>
                  <a:pt x="2990801" y="128055"/>
                </a:lnTo>
                <a:lnTo>
                  <a:pt x="2991336" y="127567"/>
                </a:lnTo>
                <a:lnTo>
                  <a:pt x="2991860" y="127070"/>
                </a:lnTo>
                <a:lnTo>
                  <a:pt x="2992374" y="126564"/>
                </a:lnTo>
                <a:lnTo>
                  <a:pt x="2992878" y="126049"/>
                </a:lnTo>
                <a:lnTo>
                  <a:pt x="2993372" y="125525"/>
                </a:lnTo>
                <a:lnTo>
                  <a:pt x="2993856" y="124992"/>
                </a:lnTo>
                <a:lnTo>
                  <a:pt x="2994329" y="124449"/>
                </a:lnTo>
                <a:lnTo>
                  <a:pt x="2994792" y="123898"/>
                </a:lnTo>
                <a:lnTo>
                  <a:pt x="2995244" y="123338"/>
                </a:lnTo>
                <a:lnTo>
                  <a:pt x="2995687" y="122768"/>
                </a:lnTo>
                <a:lnTo>
                  <a:pt x="2996119" y="122190"/>
                </a:lnTo>
                <a:lnTo>
                  <a:pt x="2997006" y="136183"/>
                </a:lnTo>
                <a:lnTo>
                  <a:pt x="3012575" y="136183"/>
                </a:lnTo>
                <a:lnTo>
                  <a:pt x="3012575" y="3547"/>
                </a:lnTo>
                <a:lnTo>
                  <a:pt x="2996119" y="3547"/>
                </a:lnTo>
                <a:lnTo>
                  <a:pt x="2996119" y="52226"/>
                </a:lnTo>
                <a:lnTo>
                  <a:pt x="2995728" y="51591"/>
                </a:lnTo>
                <a:lnTo>
                  <a:pt x="2995327" y="50968"/>
                </a:lnTo>
                <a:lnTo>
                  <a:pt x="2994915" y="50355"/>
                </a:lnTo>
                <a:lnTo>
                  <a:pt x="2994493" y="49753"/>
                </a:lnTo>
                <a:lnTo>
                  <a:pt x="2994061" y="49163"/>
                </a:lnTo>
                <a:lnTo>
                  <a:pt x="2993619" y="48583"/>
                </a:lnTo>
                <a:lnTo>
                  <a:pt x="2993166" y="48015"/>
                </a:lnTo>
                <a:lnTo>
                  <a:pt x="2992703" y="47458"/>
                </a:lnTo>
                <a:lnTo>
                  <a:pt x="2992230" y="46912"/>
                </a:lnTo>
                <a:lnTo>
                  <a:pt x="2991746" y="46377"/>
                </a:lnTo>
                <a:lnTo>
                  <a:pt x="2991253" y="45853"/>
                </a:lnTo>
                <a:lnTo>
                  <a:pt x="2990749" y="45341"/>
                </a:lnTo>
                <a:lnTo>
                  <a:pt x="2990234" y="44839"/>
                </a:lnTo>
                <a:lnTo>
                  <a:pt x="2989710" y="44349"/>
                </a:lnTo>
                <a:lnTo>
                  <a:pt x="2989175" y="43870"/>
                </a:lnTo>
                <a:lnTo>
                  <a:pt x="2988630" y="43401"/>
                </a:lnTo>
                <a:lnTo>
                  <a:pt x="2988075" y="42944"/>
                </a:lnTo>
                <a:lnTo>
                  <a:pt x="2987509" y="42499"/>
                </a:lnTo>
                <a:lnTo>
                  <a:pt x="2986933" y="42064"/>
                </a:lnTo>
                <a:lnTo>
                  <a:pt x="2986347" y="41640"/>
                </a:lnTo>
                <a:lnTo>
                  <a:pt x="2985751" y="41228"/>
                </a:lnTo>
                <a:lnTo>
                  <a:pt x="2985144" y="40826"/>
                </a:lnTo>
                <a:lnTo>
                  <a:pt x="2984527" y="40436"/>
                </a:lnTo>
                <a:lnTo>
                  <a:pt x="2983900" y="40057"/>
                </a:lnTo>
                <a:lnTo>
                  <a:pt x="2983263" y="39691"/>
                </a:lnTo>
                <a:lnTo>
                  <a:pt x="2982617" y="39340"/>
                </a:lnTo>
                <a:lnTo>
                  <a:pt x="2981962" y="39006"/>
                </a:lnTo>
                <a:lnTo>
                  <a:pt x="2981297" y="38687"/>
                </a:lnTo>
                <a:lnTo>
                  <a:pt x="2980623" y="38383"/>
                </a:lnTo>
                <a:lnTo>
                  <a:pt x="2979940" y="38095"/>
                </a:lnTo>
                <a:lnTo>
                  <a:pt x="2979248" y="37823"/>
                </a:lnTo>
                <a:lnTo>
                  <a:pt x="2978546" y="37566"/>
                </a:lnTo>
                <a:lnTo>
                  <a:pt x="2977835" y="37324"/>
                </a:lnTo>
                <a:lnTo>
                  <a:pt x="2977115" y="37099"/>
                </a:lnTo>
                <a:lnTo>
                  <a:pt x="2976386" y="36889"/>
                </a:lnTo>
                <a:lnTo>
                  <a:pt x="2975647" y="36694"/>
                </a:lnTo>
                <a:lnTo>
                  <a:pt x="2974899" y="36515"/>
                </a:lnTo>
                <a:lnTo>
                  <a:pt x="2974142" y="36351"/>
                </a:lnTo>
                <a:lnTo>
                  <a:pt x="2973376" y="36204"/>
                </a:lnTo>
                <a:lnTo>
                  <a:pt x="2972601" y="36071"/>
                </a:lnTo>
                <a:lnTo>
                  <a:pt x="2971816" y="35954"/>
                </a:lnTo>
                <a:lnTo>
                  <a:pt x="2971022" y="35853"/>
                </a:lnTo>
                <a:lnTo>
                  <a:pt x="2970219" y="35768"/>
                </a:lnTo>
                <a:lnTo>
                  <a:pt x="2969406" y="35698"/>
                </a:lnTo>
                <a:lnTo>
                  <a:pt x="2968585" y="35643"/>
                </a:lnTo>
                <a:lnTo>
                  <a:pt x="2967754" y="35604"/>
                </a:lnTo>
                <a:lnTo>
                  <a:pt x="2966914" y="35581"/>
                </a:lnTo>
                <a:lnTo>
                  <a:pt x="2966064" y="35573"/>
                </a:lnTo>
                <a:lnTo>
                  <a:pt x="2965043" y="35583"/>
                </a:lnTo>
                <a:lnTo>
                  <a:pt x="2964034" y="35613"/>
                </a:lnTo>
                <a:lnTo>
                  <a:pt x="2963036" y="35663"/>
                </a:lnTo>
                <a:lnTo>
                  <a:pt x="2962049" y="35732"/>
                </a:lnTo>
                <a:lnTo>
                  <a:pt x="2961073" y="35822"/>
                </a:lnTo>
                <a:lnTo>
                  <a:pt x="2960109" y="35931"/>
                </a:lnTo>
                <a:lnTo>
                  <a:pt x="2959156" y="36061"/>
                </a:lnTo>
                <a:lnTo>
                  <a:pt x="2958214" y="36210"/>
                </a:lnTo>
                <a:lnTo>
                  <a:pt x="2957283" y="36379"/>
                </a:lnTo>
                <a:lnTo>
                  <a:pt x="2956364" y="36568"/>
                </a:lnTo>
                <a:lnTo>
                  <a:pt x="2955456" y="36778"/>
                </a:lnTo>
                <a:lnTo>
                  <a:pt x="2954560" y="37006"/>
                </a:lnTo>
                <a:lnTo>
                  <a:pt x="2953674" y="37255"/>
                </a:lnTo>
                <a:lnTo>
                  <a:pt x="2952800" y="37524"/>
                </a:lnTo>
                <a:lnTo>
                  <a:pt x="2951938" y="37813"/>
                </a:lnTo>
                <a:lnTo>
                  <a:pt x="2951086" y="38121"/>
                </a:lnTo>
                <a:lnTo>
                  <a:pt x="2950246" y="38450"/>
                </a:lnTo>
                <a:lnTo>
                  <a:pt x="2949417" y="38798"/>
                </a:lnTo>
                <a:lnTo>
                  <a:pt x="2948600" y="39167"/>
                </a:lnTo>
                <a:lnTo>
                  <a:pt x="2947793" y="39555"/>
                </a:lnTo>
                <a:lnTo>
                  <a:pt x="2946998" y="39963"/>
                </a:lnTo>
                <a:lnTo>
                  <a:pt x="2946215" y="40391"/>
                </a:lnTo>
                <a:lnTo>
                  <a:pt x="2945442" y="40839"/>
                </a:lnTo>
                <a:lnTo>
                  <a:pt x="2944681" y="41307"/>
                </a:lnTo>
                <a:lnTo>
                  <a:pt x="2943933" y="41794"/>
                </a:lnTo>
                <a:lnTo>
                  <a:pt x="2943198" y="42301"/>
                </a:lnTo>
                <a:lnTo>
                  <a:pt x="2942478" y="42827"/>
                </a:lnTo>
                <a:lnTo>
                  <a:pt x="2941773" y="43372"/>
                </a:lnTo>
                <a:lnTo>
                  <a:pt x="2941081" y="43936"/>
                </a:lnTo>
                <a:lnTo>
                  <a:pt x="2940404" y="44519"/>
                </a:lnTo>
                <a:lnTo>
                  <a:pt x="2939741" y="45122"/>
                </a:lnTo>
                <a:lnTo>
                  <a:pt x="2939092" y="45744"/>
                </a:lnTo>
                <a:lnTo>
                  <a:pt x="2938457" y="46385"/>
                </a:lnTo>
                <a:lnTo>
                  <a:pt x="2937836" y="47045"/>
                </a:lnTo>
                <a:lnTo>
                  <a:pt x="2937230" y="47725"/>
                </a:lnTo>
                <a:lnTo>
                  <a:pt x="2936638" y="48423"/>
                </a:lnTo>
                <a:lnTo>
                  <a:pt x="2936060" y="49141"/>
                </a:lnTo>
                <a:lnTo>
                  <a:pt x="2935496" y="49878"/>
                </a:lnTo>
                <a:lnTo>
                  <a:pt x="2934946" y="50634"/>
                </a:lnTo>
                <a:lnTo>
                  <a:pt x="2934411" y="51410"/>
                </a:lnTo>
                <a:lnTo>
                  <a:pt x="2933890" y="52205"/>
                </a:lnTo>
                <a:lnTo>
                  <a:pt x="2933383" y="53018"/>
                </a:lnTo>
                <a:lnTo>
                  <a:pt x="2932890" y="53852"/>
                </a:lnTo>
                <a:lnTo>
                  <a:pt x="2932411" y="54704"/>
                </a:lnTo>
                <a:lnTo>
                  <a:pt x="2931947" y="55575"/>
                </a:lnTo>
                <a:lnTo>
                  <a:pt x="2931497" y="56466"/>
                </a:lnTo>
                <a:lnTo>
                  <a:pt x="2931061" y="57376"/>
                </a:lnTo>
                <a:lnTo>
                  <a:pt x="2930639" y="58305"/>
                </a:lnTo>
                <a:lnTo>
                  <a:pt x="2930233" y="59253"/>
                </a:lnTo>
                <a:lnTo>
                  <a:pt x="2929844" y="60221"/>
                </a:lnTo>
                <a:lnTo>
                  <a:pt x="2929473" y="61208"/>
                </a:lnTo>
                <a:lnTo>
                  <a:pt x="2929118" y="62214"/>
                </a:lnTo>
                <a:lnTo>
                  <a:pt x="2928782" y="63240"/>
                </a:lnTo>
                <a:lnTo>
                  <a:pt x="2928462" y="64285"/>
                </a:lnTo>
                <a:lnTo>
                  <a:pt x="2928160" y="65349"/>
                </a:lnTo>
                <a:lnTo>
                  <a:pt x="2927874" y="66433"/>
                </a:lnTo>
                <a:lnTo>
                  <a:pt x="2927607" y="67536"/>
                </a:lnTo>
                <a:lnTo>
                  <a:pt x="2927356" y="68659"/>
                </a:lnTo>
                <a:lnTo>
                  <a:pt x="2927123" y="69801"/>
                </a:lnTo>
                <a:lnTo>
                  <a:pt x="2926907" y="70962"/>
                </a:lnTo>
                <a:lnTo>
                  <a:pt x="2926708" y="72143"/>
                </a:lnTo>
                <a:lnTo>
                  <a:pt x="2926527" y="73343"/>
                </a:lnTo>
                <a:lnTo>
                  <a:pt x="2926363" y="74562"/>
                </a:lnTo>
                <a:lnTo>
                  <a:pt x="2926216" y="75801"/>
                </a:lnTo>
                <a:lnTo>
                  <a:pt x="2926086" y="77060"/>
                </a:lnTo>
                <a:lnTo>
                  <a:pt x="2925974" y="78337"/>
                </a:lnTo>
                <a:lnTo>
                  <a:pt x="2925879" y="79634"/>
                </a:lnTo>
                <a:lnTo>
                  <a:pt x="2925801" y="80951"/>
                </a:lnTo>
                <a:lnTo>
                  <a:pt x="2925740" y="82287"/>
                </a:lnTo>
                <a:lnTo>
                  <a:pt x="2925697" y="83642"/>
                </a:lnTo>
                <a:lnTo>
                  <a:pt x="2925671" y="85017"/>
                </a:lnTo>
                <a:lnTo>
                  <a:pt x="2925663" y="86411"/>
                </a:lnTo>
                <a:lnTo>
                  <a:pt x="2925671" y="87813"/>
                </a:lnTo>
                <a:lnTo>
                  <a:pt x="2925695" y="89197"/>
                </a:lnTo>
                <a:lnTo>
                  <a:pt x="2925736" y="90562"/>
                </a:lnTo>
                <a:lnTo>
                  <a:pt x="2925793" y="91908"/>
                </a:lnTo>
                <a:lnTo>
                  <a:pt x="2925866" y="93236"/>
                </a:lnTo>
                <a:lnTo>
                  <a:pt x="2925955" y="94544"/>
                </a:lnTo>
                <a:lnTo>
                  <a:pt x="2926061" y="95834"/>
                </a:lnTo>
                <a:lnTo>
                  <a:pt x="2926183" y="97105"/>
                </a:lnTo>
                <a:lnTo>
                  <a:pt x="2926321" y="98356"/>
                </a:lnTo>
                <a:lnTo>
                  <a:pt x="2926475" y="99590"/>
                </a:lnTo>
                <a:lnTo>
                  <a:pt x="2926646" y="100804"/>
                </a:lnTo>
                <a:lnTo>
                  <a:pt x="2926833" y="101999"/>
                </a:lnTo>
                <a:lnTo>
                  <a:pt x="2927036" y="103176"/>
                </a:lnTo>
                <a:lnTo>
                  <a:pt x="2927255" y="104333"/>
                </a:lnTo>
                <a:lnTo>
                  <a:pt x="2927491" y="105472"/>
                </a:lnTo>
                <a:lnTo>
                  <a:pt x="2927743" y="106592"/>
                </a:lnTo>
                <a:lnTo>
                  <a:pt x="2928011" y="107693"/>
                </a:lnTo>
                <a:lnTo>
                  <a:pt x="2928296" y="108776"/>
                </a:lnTo>
                <a:lnTo>
                  <a:pt x="2928596" y="109839"/>
                </a:lnTo>
                <a:lnTo>
                  <a:pt x="2928913" y="110883"/>
                </a:lnTo>
                <a:lnTo>
                  <a:pt x="2929246" y="111909"/>
                </a:lnTo>
                <a:lnTo>
                  <a:pt x="2929596" y="112916"/>
                </a:lnTo>
                <a:lnTo>
                  <a:pt x="2929961" y="113904"/>
                </a:lnTo>
                <a:lnTo>
                  <a:pt x="2930343" y="114873"/>
                </a:lnTo>
                <a:lnTo>
                  <a:pt x="2930740" y="115823"/>
                </a:lnTo>
                <a:lnTo>
                  <a:pt x="2931151" y="116753"/>
                </a:lnTo>
                <a:lnTo>
                  <a:pt x="2931574" y="117663"/>
                </a:lnTo>
                <a:lnTo>
                  <a:pt x="2932012" y="118553"/>
                </a:lnTo>
                <a:lnTo>
                  <a:pt x="2932463" y="119423"/>
                </a:lnTo>
                <a:lnTo>
                  <a:pt x="2932927" y="120273"/>
                </a:lnTo>
                <a:lnTo>
                  <a:pt x="2933405" y="121104"/>
                </a:lnTo>
                <a:lnTo>
                  <a:pt x="2933896" y="121914"/>
                </a:lnTo>
                <a:lnTo>
                  <a:pt x="2934401" y="122705"/>
                </a:lnTo>
                <a:lnTo>
                  <a:pt x="2934920" y="123475"/>
                </a:lnTo>
                <a:lnTo>
                  <a:pt x="2935452" y="124226"/>
                </a:lnTo>
                <a:lnTo>
                  <a:pt x="2935997" y="124957"/>
                </a:lnTo>
                <a:lnTo>
                  <a:pt x="2936556" y="125668"/>
                </a:lnTo>
                <a:lnTo>
                  <a:pt x="2937129" y="126359"/>
                </a:lnTo>
                <a:lnTo>
                  <a:pt x="2937715" y="127030"/>
                </a:lnTo>
                <a:lnTo>
                  <a:pt x="2938314" y="127681"/>
                </a:lnTo>
                <a:lnTo>
                  <a:pt x="2938927" y="128312"/>
                </a:lnTo>
                <a:lnTo>
                  <a:pt x="2939554" y="128923"/>
                </a:lnTo>
                <a:lnTo>
                  <a:pt x="2940194" y="129515"/>
                </a:lnTo>
                <a:lnTo>
                  <a:pt x="2940848" y="130086"/>
                </a:lnTo>
                <a:lnTo>
                  <a:pt x="2941515" y="130638"/>
                </a:lnTo>
                <a:lnTo>
                  <a:pt x="2942195" y="131170"/>
                </a:lnTo>
                <a:lnTo>
                  <a:pt x="2942889" y="131681"/>
                </a:lnTo>
                <a:lnTo>
                  <a:pt x="2943597" y="132173"/>
                </a:lnTo>
                <a:lnTo>
                  <a:pt x="2944317" y="132645"/>
                </a:lnTo>
                <a:lnTo>
                  <a:pt x="2945048" y="133097"/>
                </a:lnTo>
                <a:lnTo>
                  <a:pt x="2945790" y="133529"/>
                </a:lnTo>
                <a:lnTo>
                  <a:pt x="2946542" y="133940"/>
                </a:lnTo>
                <a:lnTo>
                  <a:pt x="2947306" y="134332"/>
                </a:lnTo>
                <a:lnTo>
                  <a:pt x="2948081" y="134703"/>
                </a:lnTo>
                <a:lnTo>
                  <a:pt x="2948866" y="135055"/>
                </a:lnTo>
                <a:lnTo>
                  <a:pt x="2949663" y="135386"/>
                </a:lnTo>
                <a:lnTo>
                  <a:pt x="2950470" y="135697"/>
                </a:lnTo>
                <a:lnTo>
                  <a:pt x="2951289" y="135988"/>
                </a:lnTo>
                <a:lnTo>
                  <a:pt x="2952118" y="136260"/>
                </a:lnTo>
                <a:lnTo>
                  <a:pt x="2952958" y="136511"/>
                </a:lnTo>
                <a:lnTo>
                  <a:pt x="2953810" y="136741"/>
                </a:lnTo>
                <a:lnTo>
                  <a:pt x="2954672" y="136952"/>
                </a:lnTo>
                <a:lnTo>
                  <a:pt x="2955545" y="137143"/>
                </a:lnTo>
                <a:lnTo>
                  <a:pt x="2956429" y="137314"/>
                </a:lnTo>
                <a:lnTo>
                  <a:pt x="2957324" y="137464"/>
                </a:lnTo>
                <a:lnTo>
                  <a:pt x="2958230" y="137595"/>
                </a:lnTo>
                <a:lnTo>
                  <a:pt x="2959147" y="137705"/>
                </a:lnTo>
                <a:lnTo>
                  <a:pt x="2960075" y="137796"/>
                </a:lnTo>
                <a:lnTo>
                  <a:pt x="2961014" y="137866"/>
                </a:lnTo>
                <a:lnTo>
                  <a:pt x="2961964" y="137916"/>
                </a:lnTo>
                <a:lnTo>
                  <a:pt x="2962925" y="137946"/>
                </a:lnTo>
                <a:lnTo>
                  <a:pt x="2963896" y="137956"/>
                </a:lnTo>
                <a:lnTo>
                  <a:pt x="2964803" y="137949"/>
                </a:lnTo>
                <a:lnTo>
                  <a:pt x="2965699" y="137926"/>
                </a:lnTo>
                <a:lnTo>
                  <a:pt x="2966586" y="137888"/>
                </a:lnTo>
                <a:lnTo>
                  <a:pt x="2967463" y="137835"/>
                </a:lnTo>
                <a:lnTo>
                  <a:pt x="2968330" y="137766"/>
                </a:lnTo>
                <a:close/>
                <a:moveTo>
                  <a:pt x="2962451" y="124033"/>
                </a:moveTo>
                <a:lnTo>
                  <a:pt x="2961553" y="123847"/>
                </a:lnTo>
                <a:lnTo>
                  <a:pt x="2960675" y="123627"/>
                </a:lnTo>
                <a:lnTo>
                  <a:pt x="2959818" y="123374"/>
                </a:lnTo>
                <a:lnTo>
                  <a:pt x="2958981" y="123086"/>
                </a:lnTo>
                <a:lnTo>
                  <a:pt x="2958164" y="122765"/>
                </a:lnTo>
                <a:lnTo>
                  <a:pt x="2957368" y="122410"/>
                </a:lnTo>
                <a:lnTo>
                  <a:pt x="2956592" y="122021"/>
                </a:lnTo>
                <a:lnTo>
                  <a:pt x="2955836" y="121598"/>
                </a:lnTo>
                <a:lnTo>
                  <a:pt x="2955101" y="121141"/>
                </a:lnTo>
                <a:lnTo>
                  <a:pt x="2954386" y="120650"/>
                </a:lnTo>
                <a:lnTo>
                  <a:pt x="2953692" y="120126"/>
                </a:lnTo>
                <a:lnTo>
                  <a:pt x="2953018" y="119568"/>
                </a:lnTo>
                <a:lnTo>
                  <a:pt x="2952364" y="118976"/>
                </a:lnTo>
                <a:lnTo>
                  <a:pt x="2951731" y="118350"/>
                </a:lnTo>
                <a:lnTo>
                  <a:pt x="2951118" y="117690"/>
                </a:lnTo>
                <a:lnTo>
                  <a:pt x="2950525" y="116997"/>
                </a:lnTo>
                <a:lnTo>
                  <a:pt x="2949953" y="116269"/>
                </a:lnTo>
                <a:lnTo>
                  <a:pt x="2949401" y="115508"/>
                </a:lnTo>
                <a:lnTo>
                  <a:pt x="2948869" y="114713"/>
                </a:lnTo>
                <a:lnTo>
                  <a:pt x="2948358" y="113886"/>
                </a:lnTo>
                <a:lnTo>
                  <a:pt x="2947870" y="113028"/>
                </a:lnTo>
                <a:lnTo>
                  <a:pt x="2947402" y="112140"/>
                </a:lnTo>
                <a:lnTo>
                  <a:pt x="2946957" y="111220"/>
                </a:lnTo>
                <a:lnTo>
                  <a:pt x="2946533" y="110271"/>
                </a:lnTo>
                <a:lnTo>
                  <a:pt x="2946131" y="109290"/>
                </a:lnTo>
                <a:lnTo>
                  <a:pt x="2945751" y="108279"/>
                </a:lnTo>
                <a:lnTo>
                  <a:pt x="2945393" y="107238"/>
                </a:lnTo>
                <a:lnTo>
                  <a:pt x="2945056" y="106166"/>
                </a:lnTo>
                <a:lnTo>
                  <a:pt x="2944741" y="105063"/>
                </a:lnTo>
                <a:lnTo>
                  <a:pt x="2944448" y="103929"/>
                </a:lnTo>
                <a:lnTo>
                  <a:pt x="2944176" y="102765"/>
                </a:lnTo>
                <a:lnTo>
                  <a:pt x="2943926" y="101570"/>
                </a:lnTo>
                <a:lnTo>
                  <a:pt x="2943698" y="100345"/>
                </a:lnTo>
                <a:lnTo>
                  <a:pt x="2943492" y="99089"/>
                </a:lnTo>
                <a:lnTo>
                  <a:pt x="2943307" y="97803"/>
                </a:lnTo>
                <a:lnTo>
                  <a:pt x="2943144" y="96485"/>
                </a:lnTo>
                <a:lnTo>
                  <a:pt x="2943003" y="95138"/>
                </a:lnTo>
                <a:lnTo>
                  <a:pt x="2942883" y="93759"/>
                </a:lnTo>
                <a:lnTo>
                  <a:pt x="2942785" y="92350"/>
                </a:lnTo>
                <a:lnTo>
                  <a:pt x="2942709" y="90910"/>
                </a:lnTo>
                <a:lnTo>
                  <a:pt x="2942655" y="89440"/>
                </a:lnTo>
                <a:lnTo>
                  <a:pt x="2942623" y="87939"/>
                </a:lnTo>
                <a:lnTo>
                  <a:pt x="2942612" y="86407"/>
                </a:lnTo>
                <a:lnTo>
                  <a:pt x="2942623" y="84926"/>
                </a:lnTo>
                <a:lnTo>
                  <a:pt x="2942658" y="83473"/>
                </a:lnTo>
                <a:lnTo>
                  <a:pt x="2942716" y="82049"/>
                </a:lnTo>
                <a:lnTo>
                  <a:pt x="2942796" y="80653"/>
                </a:lnTo>
                <a:lnTo>
                  <a:pt x="2942900" y="79286"/>
                </a:lnTo>
                <a:lnTo>
                  <a:pt x="2943027" y="77947"/>
                </a:lnTo>
                <a:lnTo>
                  <a:pt x="2943177" y="76636"/>
                </a:lnTo>
                <a:lnTo>
                  <a:pt x="2943351" y="75355"/>
                </a:lnTo>
                <a:lnTo>
                  <a:pt x="2943547" y="74101"/>
                </a:lnTo>
                <a:lnTo>
                  <a:pt x="2943766" y="72876"/>
                </a:lnTo>
                <a:lnTo>
                  <a:pt x="2944009" y="71680"/>
                </a:lnTo>
                <a:lnTo>
                  <a:pt x="2944275" y="70512"/>
                </a:lnTo>
                <a:lnTo>
                  <a:pt x="2944563" y="69372"/>
                </a:lnTo>
                <a:lnTo>
                  <a:pt x="2944875" y="68261"/>
                </a:lnTo>
                <a:lnTo>
                  <a:pt x="2945210" y="67179"/>
                </a:lnTo>
                <a:lnTo>
                  <a:pt x="2945568" y="66125"/>
                </a:lnTo>
                <a:lnTo>
                  <a:pt x="2945949" y="65099"/>
                </a:lnTo>
                <a:lnTo>
                  <a:pt x="2946353" y="64102"/>
                </a:lnTo>
                <a:lnTo>
                  <a:pt x="2946780" y="63133"/>
                </a:lnTo>
                <a:lnTo>
                  <a:pt x="2947231" y="62193"/>
                </a:lnTo>
                <a:lnTo>
                  <a:pt x="2947704" y="61282"/>
                </a:lnTo>
                <a:lnTo>
                  <a:pt x="2948201" y="60398"/>
                </a:lnTo>
                <a:lnTo>
                  <a:pt x="2948720" y="59544"/>
                </a:lnTo>
                <a:lnTo>
                  <a:pt x="2949263" y="58718"/>
                </a:lnTo>
                <a:lnTo>
                  <a:pt x="2949829" y="57923"/>
                </a:lnTo>
                <a:lnTo>
                  <a:pt x="2950417" y="57161"/>
                </a:lnTo>
                <a:lnTo>
                  <a:pt x="2951027" y="56434"/>
                </a:lnTo>
                <a:lnTo>
                  <a:pt x="2951660" y="55741"/>
                </a:lnTo>
                <a:lnTo>
                  <a:pt x="2952315" y="55081"/>
                </a:lnTo>
                <a:lnTo>
                  <a:pt x="2952992" y="54455"/>
                </a:lnTo>
                <a:lnTo>
                  <a:pt x="2953692" y="53863"/>
                </a:lnTo>
                <a:lnTo>
                  <a:pt x="2954415" y="53305"/>
                </a:lnTo>
                <a:lnTo>
                  <a:pt x="2955159" y="52780"/>
                </a:lnTo>
                <a:lnTo>
                  <a:pt x="2955927" y="52290"/>
                </a:lnTo>
                <a:lnTo>
                  <a:pt x="2956716" y="51833"/>
                </a:lnTo>
                <a:lnTo>
                  <a:pt x="2957528" y="51410"/>
                </a:lnTo>
                <a:lnTo>
                  <a:pt x="2958363" y="51021"/>
                </a:lnTo>
                <a:lnTo>
                  <a:pt x="2959219" y="50666"/>
                </a:lnTo>
                <a:lnTo>
                  <a:pt x="2960099" y="50345"/>
                </a:lnTo>
                <a:lnTo>
                  <a:pt x="2961000" y="50057"/>
                </a:lnTo>
                <a:lnTo>
                  <a:pt x="2961924" y="49803"/>
                </a:lnTo>
                <a:lnTo>
                  <a:pt x="2962871" y="49583"/>
                </a:lnTo>
                <a:lnTo>
                  <a:pt x="2963840" y="49397"/>
                </a:lnTo>
                <a:lnTo>
                  <a:pt x="2964831" y="49245"/>
                </a:lnTo>
                <a:lnTo>
                  <a:pt x="2965845" y="49127"/>
                </a:lnTo>
                <a:lnTo>
                  <a:pt x="2966881" y="49042"/>
                </a:lnTo>
                <a:lnTo>
                  <a:pt x="2967939" y="48991"/>
                </a:lnTo>
                <a:lnTo>
                  <a:pt x="2969020" y="48974"/>
                </a:lnTo>
                <a:lnTo>
                  <a:pt x="2969844" y="48984"/>
                </a:lnTo>
                <a:lnTo>
                  <a:pt x="2970656" y="49013"/>
                </a:lnTo>
                <a:lnTo>
                  <a:pt x="2971455" y="49060"/>
                </a:lnTo>
                <a:lnTo>
                  <a:pt x="2972244" y="49127"/>
                </a:lnTo>
                <a:lnTo>
                  <a:pt x="2973020" y="49213"/>
                </a:lnTo>
                <a:lnTo>
                  <a:pt x="2973784" y="49317"/>
                </a:lnTo>
                <a:lnTo>
                  <a:pt x="2974537" y="49441"/>
                </a:lnTo>
                <a:lnTo>
                  <a:pt x="2975278" y="49584"/>
                </a:lnTo>
                <a:lnTo>
                  <a:pt x="2976007" y="49746"/>
                </a:lnTo>
                <a:lnTo>
                  <a:pt x="2976724" y="49927"/>
                </a:lnTo>
                <a:lnTo>
                  <a:pt x="2977429" y="50127"/>
                </a:lnTo>
                <a:lnTo>
                  <a:pt x="2978123" y="50346"/>
                </a:lnTo>
                <a:lnTo>
                  <a:pt x="2978805" y="50585"/>
                </a:lnTo>
                <a:lnTo>
                  <a:pt x="2979475" y="50842"/>
                </a:lnTo>
                <a:lnTo>
                  <a:pt x="2980133" y="51118"/>
                </a:lnTo>
                <a:lnTo>
                  <a:pt x="2980780" y="51413"/>
                </a:lnTo>
                <a:lnTo>
                  <a:pt x="2981414" y="51728"/>
                </a:lnTo>
                <a:lnTo>
                  <a:pt x="2982037" y="52061"/>
                </a:lnTo>
                <a:lnTo>
                  <a:pt x="2982648" y="52414"/>
                </a:lnTo>
                <a:lnTo>
                  <a:pt x="2983247" y="52785"/>
                </a:lnTo>
                <a:lnTo>
                  <a:pt x="2983835" y="53176"/>
                </a:lnTo>
                <a:lnTo>
                  <a:pt x="2984410" y="53585"/>
                </a:lnTo>
                <a:lnTo>
                  <a:pt x="2984974" y="54014"/>
                </a:lnTo>
                <a:lnTo>
                  <a:pt x="2985526" y="54462"/>
                </a:lnTo>
                <a:lnTo>
                  <a:pt x="2986068" y="54924"/>
                </a:lnTo>
                <a:lnTo>
                  <a:pt x="2986601" y="55397"/>
                </a:lnTo>
                <a:lnTo>
                  <a:pt x="2987125" y="55879"/>
                </a:lnTo>
                <a:lnTo>
                  <a:pt x="2987640" y="56372"/>
                </a:lnTo>
                <a:lnTo>
                  <a:pt x="2988147" y="56875"/>
                </a:lnTo>
                <a:lnTo>
                  <a:pt x="2988645" y="57388"/>
                </a:lnTo>
                <a:lnTo>
                  <a:pt x="2989135" y="57912"/>
                </a:lnTo>
                <a:lnTo>
                  <a:pt x="2989615" y="58445"/>
                </a:lnTo>
                <a:lnTo>
                  <a:pt x="2990087" y="58988"/>
                </a:lnTo>
                <a:lnTo>
                  <a:pt x="2990550" y="59542"/>
                </a:lnTo>
                <a:lnTo>
                  <a:pt x="2991005" y="60106"/>
                </a:lnTo>
                <a:lnTo>
                  <a:pt x="2991451" y="60680"/>
                </a:lnTo>
                <a:lnTo>
                  <a:pt x="2991888" y="61264"/>
                </a:lnTo>
                <a:lnTo>
                  <a:pt x="2992316" y="61858"/>
                </a:lnTo>
                <a:lnTo>
                  <a:pt x="2992736" y="62463"/>
                </a:lnTo>
                <a:lnTo>
                  <a:pt x="2993146" y="63077"/>
                </a:lnTo>
                <a:lnTo>
                  <a:pt x="2993548" y="63702"/>
                </a:lnTo>
                <a:lnTo>
                  <a:pt x="2993942" y="64337"/>
                </a:lnTo>
                <a:lnTo>
                  <a:pt x="2994327" y="64982"/>
                </a:lnTo>
                <a:lnTo>
                  <a:pt x="2994702" y="65637"/>
                </a:lnTo>
                <a:lnTo>
                  <a:pt x="2995070" y="66302"/>
                </a:lnTo>
                <a:lnTo>
                  <a:pt x="2995428" y="66978"/>
                </a:lnTo>
                <a:lnTo>
                  <a:pt x="2995778" y="67663"/>
                </a:lnTo>
                <a:lnTo>
                  <a:pt x="2996119" y="68359"/>
                </a:lnTo>
                <a:lnTo>
                  <a:pt x="2996119" y="106818"/>
                </a:lnTo>
                <a:lnTo>
                  <a:pt x="2995753" y="107421"/>
                </a:lnTo>
                <a:lnTo>
                  <a:pt x="2995378" y="108016"/>
                </a:lnTo>
                <a:lnTo>
                  <a:pt x="2994993" y="108605"/>
                </a:lnTo>
                <a:lnTo>
                  <a:pt x="2994600" y="109186"/>
                </a:lnTo>
                <a:lnTo>
                  <a:pt x="2994197" y="109760"/>
                </a:lnTo>
                <a:lnTo>
                  <a:pt x="2993785" y="110326"/>
                </a:lnTo>
                <a:lnTo>
                  <a:pt x="2993363" y="110885"/>
                </a:lnTo>
                <a:lnTo>
                  <a:pt x="2992933" y="111437"/>
                </a:lnTo>
                <a:lnTo>
                  <a:pt x="2992493" y="111982"/>
                </a:lnTo>
                <a:lnTo>
                  <a:pt x="2992044" y="112519"/>
                </a:lnTo>
                <a:lnTo>
                  <a:pt x="2991586" y="113049"/>
                </a:lnTo>
                <a:lnTo>
                  <a:pt x="2991118" y="113572"/>
                </a:lnTo>
                <a:lnTo>
                  <a:pt x="2990641" y="114088"/>
                </a:lnTo>
                <a:lnTo>
                  <a:pt x="2990155" y="114596"/>
                </a:lnTo>
                <a:lnTo>
                  <a:pt x="2989660" y="115097"/>
                </a:lnTo>
                <a:lnTo>
                  <a:pt x="2989155" y="115590"/>
                </a:lnTo>
                <a:lnTo>
                  <a:pt x="2988642" y="116077"/>
                </a:lnTo>
                <a:lnTo>
                  <a:pt x="2988119" y="116556"/>
                </a:lnTo>
                <a:lnTo>
                  <a:pt x="2987587" y="117027"/>
                </a:lnTo>
                <a:lnTo>
                  <a:pt x="2987045" y="117492"/>
                </a:lnTo>
                <a:lnTo>
                  <a:pt x="2986494" y="117949"/>
                </a:lnTo>
                <a:lnTo>
                  <a:pt x="2985934" y="118399"/>
                </a:lnTo>
                <a:lnTo>
                  <a:pt x="2985365" y="118842"/>
                </a:lnTo>
                <a:lnTo>
                  <a:pt x="2984787" y="119277"/>
                </a:lnTo>
                <a:lnTo>
                  <a:pt x="2984198" y="119699"/>
                </a:lnTo>
                <a:lnTo>
                  <a:pt x="2983596" y="120104"/>
                </a:lnTo>
                <a:lnTo>
                  <a:pt x="2982982" y="120491"/>
                </a:lnTo>
                <a:lnTo>
                  <a:pt x="2982356" y="120859"/>
                </a:lnTo>
                <a:lnTo>
                  <a:pt x="2981718" y="121210"/>
                </a:lnTo>
                <a:lnTo>
                  <a:pt x="2981067" y="121543"/>
                </a:lnTo>
                <a:lnTo>
                  <a:pt x="2980404" y="121858"/>
                </a:lnTo>
                <a:lnTo>
                  <a:pt x="2979728" y="122154"/>
                </a:lnTo>
                <a:lnTo>
                  <a:pt x="2979041" y="122433"/>
                </a:lnTo>
                <a:lnTo>
                  <a:pt x="2978341" y="122694"/>
                </a:lnTo>
                <a:lnTo>
                  <a:pt x="2977628" y="122937"/>
                </a:lnTo>
                <a:lnTo>
                  <a:pt x="2976904" y="123161"/>
                </a:lnTo>
                <a:lnTo>
                  <a:pt x="2976167" y="123368"/>
                </a:lnTo>
                <a:lnTo>
                  <a:pt x="2975417" y="123557"/>
                </a:lnTo>
                <a:lnTo>
                  <a:pt x="2974656" y="123728"/>
                </a:lnTo>
                <a:lnTo>
                  <a:pt x="2973882" y="123881"/>
                </a:lnTo>
                <a:lnTo>
                  <a:pt x="2973095" y="124016"/>
                </a:lnTo>
                <a:lnTo>
                  <a:pt x="2972297" y="124133"/>
                </a:lnTo>
                <a:lnTo>
                  <a:pt x="2971486" y="124231"/>
                </a:lnTo>
                <a:lnTo>
                  <a:pt x="2970663" y="124312"/>
                </a:lnTo>
                <a:lnTo>
                  <a:pt x="2969827" y="124375"/>
                </a:lnTo>
                <a:lnTo>
                  <a:pt x="2968979" y="124420"/>
                </a:lnTo>
                <a:lnTo>
                  <a:pt x="2968119" y="124447"/>
                </a:lnTo>
                <a:lnTo>
                  <a:pt x="2967247" y="124456"/>
                </a:lnTo>
                <a:lnTo>
                  <a:pt x="2966247" y="124439"/>
                </a:lnTo>
                <a:lnTo>
                  <a:pt x="2965267" y="124389"/>
                </a:lnTo>
                <a:lnTo>
                  <a:pt x="2964308" y="124304"/>
                </a:lnTo>
                <a:lnTo>
                  <a:pt x="2963369" y="124186"/>
                </a:lnTo>
                <a:lnTo>
                  <a:pt x="2962451" y="124033"/>
                </a:lnTo>
                <a:close/>
                <a:moveTo>
                  <a:pt x="2733616" y="64836"/>
                </a:moveTo>
                <a:lnTo>
                  <a:pt x="2733890" y="64472"/>
                </a:lnTo>
                <a:lnTo>
                  <a:pt x="2734166" y="64113"/>
                </a:lnTo>
                <a:lnTo>
                  <a:pt x="2734446" y="63757"/>
                </a:lnTo>
                <a:lnTo>
                  <a:pt x="2734729" y="63405"/>
                </a:lnTo>
                <a:lnTo>
                  <a:pt x="2735015" y="63056"/>
                </a:lnTo>
                <a:lnTo>
                  <a:pt x="2735304" y="62712"/>
                </a:lnTo>
                <a:lnTo>
                  <a:pt x="2735596" y="62371"/>
                </a:lnTo>
                <a:lnTo>
                  <a:pt x="2735891" y="62033"/>
                </a:lnTo>
                <a:lnTo>
                  <a:pt x="2736189" y="61700"/>
                </a:lnTo>
                <a:lnTo>
                  <a:pt x="2736490" y="61370"/>
                </a:lnTo>
                <a:lnTo>
                  <a:pt x="2736795" y="61044"/>
                </a:lnTo>
                <a:lnTo>
                  <a:pt x="2737102" y="60722"/>
                </a:lnTo>
                <a:lnTo>
                  <a:pt x="2737413" y="60404"/>
                </a:lnTo>
                <a:lnTo>
                  <a:pt x="2737726" y="60089"/>
                </a:lnTo>
                <a:lnTo>
                  <a:pt x="2738043" y="59778"/>
                </a:lnTo>
                <a:lnTo>
                  <a:pt x="2738363" y="59471"/>
                </a:lnTo>
                <a:lnTo>
                  <a:pt x="2738685" y="59167"/>
                </a:lnTo>
                <a:lnTo>
                  <a:pt x="2739011" y="58868"/>
                </a:lnTo>
                <a:lnTo>
                  <a:pt x="2739340" y="58572"/>
                </a:lnTo>
                <a:lnTo>
                  <a:pt x="2739672" y="58279"/>
                </a:lnTo>
                <a:lnTo>
                  <a:pt x="2740008" y="57991"/>
                </a:lnTo>
                <a:lnTo>
                  <a:pt x="2740347" y="57707"/>
                </a:lnTo>
                <a:lnTo>
                  <a:pt x="2740690" y="57428"/>
                </a:lnTo>
                <a:lnTo>
                  <a:pt x="2741039" y="57154"/>
                </a:lnTo>
                <a:lnTo>
                  <a:pt x="2741393" y="56886"/>
                </a:lnTo>
                <a:lnTo>
                  <a:pt x="2741751" y="56622"/>
                </a:lnTo>
                <a:lnTo>
                  <a:pt x="2742114" y="56364"/>
                </a:lnTo>
                <a:lnTo>
                  <a:pt x="2742482" y="56111"/>
                </a:lnTo>
                <a:lnTo>
                  <a:pt x="2742854" y="55863"/>
                </a:lnTo>
                <a:lnTo>
                  <a:pt x="2743232" y="55621"/>
                </a:lnTo>
                <a:lnTo>
                  <a:pt x="2743614" y="55383"/>
                </a:lnTo>
                <a:lnTo>
                  <a:pt x="2744001" y="55151"/>
                </a:lnTo>
                <a:lnTo>
                  <a:pt x="2744393" y="54924"/>
                </a:lnTo>
                <a:lnTo>
                  <a:pt x="2744789" y="54702"/>
                </a:lnTo>
                <a:lnTo>
                  <a:pt x="2745190" y="54485"/>
                </a:lnTo>
                <a:lnTo>
                  <a:pt x="2745597" y="54274"/>
                </a:lnTo>
                <a:lnTo>
                  <a:pt x="2746008" y="54067"/>
                </a:lnTo>
                <a:lnTo>
                  <a:pt x="2746423" y="53866"/>
                </a:lnTo>
                <a:lnTo>
                  <a:pt x="2746844" y="53670"/>
                </a:lnTo>
                <a:lnTo>
                  <a:pt x="2747269" y="53479"/>
                </a:lnTo>
                <a:lnTo>
                  <a:pt x="2747699" y="53293"/>
                </a:lnTo>
                <a:lnTo>
                  <a:pt x="2748134" y="53113"/>
                </a:lnTo>
                <a:lnTo>
                  <a:pt x="2748574" y="52937"/>
                </a:lnTo>
                <a:lnTo>
                  <a:pt x="2749018" y="52767"/>
                </a:lnTo>
                <a:lnTo>
                  <a:pt x="2749467" y="52602"/>
                </a:lnTo>
                <a:lnTo>
                  <a:pt x="2749922" y="52443"/>
                </a:lnTo>
                <a:lnTo>
                  <a:pt x="2750383" y="52290"/>
                </a:lnTo>
                <a:lnTo>
                  <a:pt x="2750850" y="52144"/>
                </a:lnTo>
                <a:lnTo>
                  <a:pt x="2751323" y="52005"/>
                </a:lnTo>
                <a:lnTo>
                  <a:pt x="2751803" y="51873"/>
                </a:lnTo>
                <a:lnTo>
                  <a:pt x="2752288" y="51748"/>
                </a:lnTo>
                <a:lnTo>
                  <a:pt x="2752780" y="51629"/>
                </a:lnTo>
                <a:lnTo>
                  <a:pt x="2753278" y="51517"/>
                </a:lnTo>
                <a:lnTo>
                  <a:pt x="2753782" y="51412"/>
                </a:lnTo>
                <a:lnTo>
                  <a:pt x="2754292" y="51314"/>
                </a:lnTo>
                <a:lnTo>
                  <a:pt x="2754808" y="51222"/>
                </a:lnTo>
                <a:lnTo>
                  <a:pt x="2755331" y="51138"/>
                </a:lnTo>
                <a:lnTo>
                  <a:pt x="2755859" y="51060"/>
                </a:lnTo>
                <a:lnTo>
                  <a:pt x="2756394" y="50989"/>
                </a:lnTo>
                <a:lnTo>
                  <a:pt x="2756935" y="50924"/>
                </a:lnTo>
                <a:lnTo>
                  <a:pt x="2757482" y="50867"/>
                </a:lnTo>
                <a:lnTo>
                  <a:pt x="2758035" y="50816"/>
                </a:lnTo>
                <a:lnTo>
                  <a:pt x="2758595" y="50772"/>
                </a:lnTo>
                <a:lnTo>
                  <a:pt x="2759160" y="50734"/>
                </a:lnTo>
                <a:lnTo>
                  <a:pt x="2759732" y="50704"/>
                </a:lnTo>
                <a:lnTo>
                  <a:pt x="2760310" y="50680"/>
                </a:lnTo>
                <a:lnTo>
                  <a:pt x="2760894" y="50663"/>
                </a:lnTo>
                <a:lnTo>
                  <a:pt x="2761484" y="50653"/>
                </a:lnTo>
                <a:lnTo>
                  <a:pt x="2762081" y="50650"/>
                </a:lnTo>
                <a:lnTo>
                  <a:pt x="2764347" y="50650"/>
                </a:lnTo>
                <a:lnTo>
                  <a:pt x="2764347" y="35573"/>
                </a:lnTo>
                <a:lnTo>
                  <a:pt x="2762376" y="35573"/>
                </a:lnTo>
                <a:lnTo>
                  <a:pt x="2761423" y="35582"/>
                </a:lnTo>
                <a:lnTo>
                  <a:pt x="2760485" y="35608"/>
                </a:lnTo>
                <a:lnTo>
                  <a:pt x="2759562" y="35652"/>
                </a:lnTo>
                <a:lnTo>
                  <a:pt x="2758654" y="35713"/>
                </a:lnTo>
                <a:lnTo>
                  <a:pt x="2757761" y="35791"/>
                </a:lnTo>
                <a:lnTo>
                  <a:pt x="2756883" y="35887"/>
                </a:lnTo>
                <a:lnTo>
                  <a:pt x="2756020" y="36001"/>
                </a:lnTo>
                <a:lnTo>
                  <a:pt x="2755172" y="36131"/>
                </a:lnTo>
                <a:lnTo>
                  <a:pt x="2754339" y="36280"/>
                </a:lnTo>
                <a:lnTo>
                  <a:pt x="2753521" y="36446"/>
                </a:lnTo>
                <a:lnTo>
                  <a:pt x="2752719" y="36629"/>
                </a:lnTo>
                <a:lnTo>
                  <a:pt x="2751931" y="36829"/>
                </a:lnTo>
                <a:lnTo>
                  <a:pt x="2751158" y="37048"/>
                </a:lnTo>
                <a:lnTo>
                  <a:pt x="2750401" y="37283"/>
                </a:lnTo>
                <a:lnTo>
                  <a:pt x="2749658" y="37536"/>
                </a:lnTo>
                <a:lnTo>
                  <a:pt x="2748931" y="37807"/>
                </a:lnTo>
                <a:lnTo>
                  <a:pt x="2748219" y="38095"/>
                </a:lnTo>
                <a:lnTo>
                  <a:pt x="2747521" y="38400"/>
                </a:lnTo>
                <a:lnTo>
                  <a:pt x="2746839" y="38723"/>
                </a:lnTo>
                <a:lnTo>
                  <a:pt x="2746172" y="39063"/>
                </a:lnTo>
                <a:lnTo>
                  <a:pt x="2745520" y="39421"/>
                </a:lnTo>
                <a:lnTo>
                  <a:pt x="2744883" y="39796"/>
                </a:lnTo>
                <a:lnTo>
                  <a:pt x="2744261" y="40189"/>
                </a:lnTo>
                <a:lnTo>
                  <a:pt x="2743654" y="40599"/>
                </a:lnTo>
                <a:lnTo>
                  <a:pt x="2743060" y="41022"/>
                </a:lnTo>
                <a:lnTo>
                  <a:pt x="2742477" y="41453"/>
                </a:lnTo>
                <a:lnTo>
                  <a:pt x="2741904" y="41893"/>
                </a:lnTo>
                <a:lnTo>
                  <a:pt x="2741343" y="42342"/>
                </a:lnTo>
                <a:lnTo>
                  <a:pt x="2740793" y="42799"/>
                </a:lnTo>
                <a:lnTo>
                  <a:pt x="2740254" y="43265"/>
                </a:lnTo>
                <a:lnTo>
                  <a:pt x="2739726" y="43740"/>
                </a:lnTo>
                <a:lnTo>
                  <a:pt x="2739208" y="44223"/>
                </a:lnTo>
                <a:lnTo>
                  <a:pt x="2738702" y="44714"/>
                </a:lnTo>
                <a:lnTo>
                  <a:pt x="2738206" y="45214"/>
                </a:lnTo>
                <a:lnTo>
                  <a:pt x="2737722" y="45723"/>
                </a:lnTo>
                <a:lnTo>
                  <a:pt x="2737248" y="46240"/>
                </a:lnTo>
                <a:lnTo>
                  <a:pt x="2736786" y="46766"/>
                </a:lnTo>
                <a:lnTo>
                  <a:pt x="2736334" y="47300"/>
                </a:lnTo>
                <a:lnTo>
                  <a:pt x="2735893" y="47843"/>
                </a:lnTo>
                <a:lnTo>
                  <a:pt x="2735464" y="48394"/>
                </a:lnTo>
                <a:lnTo>
                  <a:pt x="2735045" y="48954"/>
                </a:lnTo>
                <a:lnTo>
                  <a:pt x="2734637" y="49523"/>
                </a:lnTo>
                <a:lnTo>
                  <a:pt x="2734240" y="50100"/>
                </a:lnTo>
                <a:lnTo>
                  <a:pt x="2733854" y="50685"/>
                </a:lnTo>
                <a:lnTo>
                  <a:pt x="2733479" y="51279"/>
                </a:lnTo>
                <a:lnTo>
                  <a:pt x="2733115" y="51882"/>
                </a:lnTo>
                <a:lnTo>
                  <a:pt x="2732762" y="52493"/>
                </a:lnTo>
                <a:lnTo>
                  <a:pt x="2732420" y="53113"/>
                </a:lnTo>
                <a:lnTo>
                  <a:pt x="2731829" y="37248"/>
                </a:lnTo>
                <a:lnTo>
                  <a:pt x="2716358" y="37248"/>
                </a:lnTo>
                <a:lnTo>
                  <a:pt x="2716358" y="136183"/>
                </a:lnTo>
                <a:lnTo>
                  <a:pt x="2732814" y="136183"/>
                </a:lnTo>
                <a:lnTo>
                  <a:pt x="2732814" y="65948"/>
                </a:lnTo>
                <a:lnTo>
                  <a:pt x="2733078" y="65573"/>
                </a:lnTo>
                <a:lnTo>
                  <a:pt x="2733346" y="65203"/>
                </a:lnTo>
                <a:lnTo>
                  <a:pt x="2733616" y="64836"/>
                </a:lnTo>
                <a:close/>
                <a:moveTo>
                  <a:pt x="2019215" y="136183"/>
                </a:moveTo>
                <a:lnTo>
                  <a:pt x="2019215" y="37248"/>
                </a:lnTo>
                <a:lnTo>
                  <a:pt x="2002759" y="37248"/>
                </a:lnTo>
                <a:lnTo>
                  <a:pt x="2002759" y="136183"/>
                </a:lnTo>
                <a:lnTo>
                  <a:pt x="2019215" y="136183"/>
                </a:lnTo>
                <a:close/>
                <a:moveTo>
                  <a:pt x="2085122" y="137849"/>
                </a:moveTo>
                <a:lnTo>
                  <a:pt x="2085770" y="137810"/>
                </a:lnTo>
                <a:lnTo>
                  <a:pt x="2086414" y="137765"/>
                </a:lnTo>
                <a:lnTo>
                  <a:pt x="2087053" y="137714"/>
                </a:lnTo>
                <a:lnTo>
                  <a:pt x="2087689" y="137657"/>
                </a:lnTo>
                <a:lnTo>
                  <a:pt x="2088322" y="137594"/>
                </a:lnTo>
                <a:lnTo>
                  <a:pt x="2088950" y="137525"/>
                </a:lnTo>
                <a:lnTo>
                  <a:pt x="2089574" y="137450"/>
                </a:lnTo>
                <a:lnTo>
                  <a:pt x="2090194" y="137370"/>
                </a:lnTo>
                <a:lnTo>
                  <a:pt x="2090810" y="137283"/>
                </a:lnTo>
                <a:lnTo>
                  <a:pt x="2091423" y="137190"/>
                </a:lnTo>
                <a:lnTo>
                  <a:pt x="2092031" y="137091"/>
                </a:lnTo>
                <a:lnTo>
                  <a:pt x="2092636" y="136986"/>
                </a:lnTo>
                <a:lnTo>
                  <a:pt x="2093236" y="136876"/>
                </a:lnTo>
                <a:lnTo>
                  <a:pt x="2093833" y="136759"/>
                </a:lnTo>
                <a:lnTo>
                  <a:pt x="2094426" y="136636"/>
                </a:lnTo>
                <a:lnTo>
                  <a:pt x="2095014" y="136507"/>
                </a:lnTo>
                <a:lnTo>
                  <a:pt x="2095599" y="136373"/>
                </a:lnTo>
                <a:lnTo>
                  <a:pt x="2096180" y="136232"/>
                </a:lnTo>
                <a:lnTo>
                  <a:pt x="2096756" y="136085"/>
                </a:lnTo>
                <a:lnTo>
                  <a:pt x="2097326" y="135931"/>
                </a:lnTo>
                <a:lnTo>
                  <a:pt x="2097889" y="135771"/>
                </a:lnTo>
                <a:lnTo>
                  <a:pt x="2098446" y="135605"/>
                </a:lnTo>
                <a:lnTo>
                  <a:pt x="2098998" y="135432"/>
                </a:lnTo>
                <a:lnTo>
                  <a:pt x="2099543" y="135252"/>
                </a:lnTo>
                <a:lnTo>
                  <a:pt x="2100082" y="135066"/>
                </a:lnTo>
                <a:lnTo>
                  <a:pt x="2100614" y="134874"/>
                </a:lnTo>
                <a:lnTo>
                  <a:pt x="2101141" y="134674"/>
                </a:lnTo>
                <a:lnTo>
                  <a:pt x="2101661" y="134469"/>
                </a:lnTo>
                <a:lnTo>
                  <a:pt x="2102176" y="134257"/>
                </a:lnTo>
                <a:lnTo>
                  <a:pt x="2102684" y="134038"/>
                </a:lnTo>
                <a:lnTo>
                  <a:pt x="2103186" y="133813"/>
                </a:lnTo>
                <a:lnTo>
                  <a:pt x="2103681" y="133581"/>
                </a:lnTo>
                <a:lnTo>
                  <a:pt x="2104171" y="133343"/>
                </a:lnTo>
                <a:lnTo>
                  <a:pt x="2104654" y="133098"/>
                </a:lnTo>
                <a:lnTo>
                  <a:pt x="2105132" y="132846"/>
                </a:lnTo>
                <a:lnTo>
                  <a:pt x="2105603" y="132589"/>
                </a:lnTo>
                <a:lnTo>
                  <a:pt x="2106068" y="132324"/>
                </a:lnTo>
                <a:lnTo>
                  <a:pt x="2106527" y="132053"/>
                </a:lnTo>
                <a:lnTo>
                  <a:pt x="2106979" y="131776"/>
                </a:lnTo>
                <a:lnTo>
                  <a:pt x="2107426" y="131492"/>
                </a:lnTo>
                <a:lnTo>
                  <a:pt x="2107866" y="131202"/>
                </a:lnTo>
                <a:lnTo>
                  <a:pt x="2108300" y="130905"/>
                </a:lnTo>
                <a:lnTo>
                  <a:pt x="2108728" y="130601"/>
                </a:lnTo>
                <a:lnTo>
                  <a:pt x="2109147" y="130290"/>
                </a:lnTo>
                <a:lnTo>
                  <a:pt x="2109558" y="129972"/>
                </a:lnTo>
                <a:lnTo>
                  <a:pt x="2109962" y="129647"/>
                </a:lnTo>
                <a:lnTo>
                  <a:pt x="2110358" y="129315"/>
                </a:lnTo>
                <a:lnTo>
                  <a:pt x="2110745" y="128976"/>
                </a:lnTo>
                <a:lnTo>
                  <a:pt x="2111125" y="128630"/>
                </a:lnTo>
                <a:lnTo>
                  <a:pt x="2111498" y="128277"/>
                </a:lnTo>
                <a:lnTo>
                  <a:pt x="2111862" y="127917"/>
                </a:lnTo>
                <a:lnTo>
                  <a:pt x="2112218" y="127550"/>
                </a:lnTo>
                <a:lnTo>
                  <a:pt x="2112567" y="127176"/>
                </a:lnTo>
                <a:lnTo>
                  <a:pt x="2112907" y="126794"/>
                </a:lnTo>
                <a:lnTo>
                  <a:pt x="2113240" y="126406"/>
                </a:lnTo>
                <a:lnTo>
                  <a:pt x="2113565" y="126011"/>
                </a:lnTo>
                <a:lnTo>
                  <a:pt x="2113882" y="125608"/>
                </a:lnTo>
                <a:lnTo>
                  <a:pt x="2114191" y="125199"/>
                </a:lnTo>
                <a:lnTo>
                  <a:pt x="2114492" y="124782"/>
                </a:lnTo>
                <a:lnTo>
                  <a:pt x="2114786" y="124359"/>
                </a:lnTo>
                <a:lnTo>
                  <a:pt x="2115071" y="123928"/>
                </a:lnTo>
                <a:lnTo>
                  <a:pt x="2115349" y="123490"/>
                </a:lnTo>
                <a:lnTo>
                  <a:pt x="2115619" y="123046"/>
                </a:lnTo>
                <a:lnTo>
                  <a:pt x="2115881" y="122594"/>
                </a:lnTo>
                <a:lnTo>
                  <a:pt x="2116135" y="122135"/>
                </a:lnTo>
                <a:lnTo>
                  <a:pt x="2116381" y="121669"/>
                </a:lnTo>
                <a:lnTo>
                  <a:pt x="2116618" y="121196"/>
                </a:lnTo>
                <a:lnTo>
                  <a:pt x="2116845" y="120716"/>
                </a:lnTo>
                <a:lnTo>
                  <a:pt x="2117062" y="120229"/>
                </a:lnTo>
                <a:lnTo>
                  <a:pt x="2117269" y="119734"/>
                </a:lnTo>
                <a:lnTo>
                  <a:pt x="2117466" y="119232"/>
                </a:lnTo>
                <a:lnTo>
                  <a:pt x="2117653" y="118723"/>
                </a:lnTo>
                <a:lnTo>
                  <a:pt x="2117829" y="118207"/>
                </a:lnTo>
                <a:lnTo>
                  <a:pt x="2117996" y="117684"/>
                </a:lnTo>
                <a:lnTo>
                  <a:pt x="2118152" y="117153"/>
                </a:lnTo>
                <a:lnTo>
                  <a:pt x="2118299" y="116615"/>
                </a:lnTo>
                <a:lnTo>
                  <a:pt x="2118435" y="116070"/>
                </a:lnTo>
                <a:lnTo>
                  <a:pt x="2118561" y="115518"/>
                </a:lnTo>
                <a:lnTo>
                  <a:pt x="2118677" y="114958"/>
                </a:lnTo>
                <a:lnTo>
                  <a:pt x="2118783" y="114391"/>
                </a:lnTo>
                <a:lnTo>
                  <a:pt x="2118879" y="113817"/>
                </a:lnTo>
                <a:lnTo>
                  <a:pt x="2118965" y="113236"/>
                </a:lnTo>
                <a:lnTo>
                  <a:pt x="2119040" y="112648"/>
                </a:lnTo>
                <a:lnTo>
                  <a:pt x="2119106" y="112052"/>
                </a:lnTo>
                <a:lnTo>
                  <a:pt x="2119162" y="111449"/>
                </a:lnTo>
                <a:lnTo>
                  <a:pt x="2119207" y="110839"/>
                </a:lnTo>
                <a:lnTo>
                  <a:pt x="2119242" y="110222"/>
                </a:lnTo>
                <a:lnTo>
                  <a:pt x="2119268" y="109597"/>
                </a:lnTo>
                <a:lnTo>
                  <a:pt x="2119283" y="108965"/>
                </a:lnTo>
                <a:lnTo>
                  <a:pt x="2119288" y="108326"/>
                </a:lnTo>
                <a:lnTo>
                  <a:pt x="2119281" y="107588"/>
                </a:lnTo>
                <a:lnTo>
                  <a:pt x="2119262" y="106860"/>
                </a:lnTo>
                <a:lnTo>
                  <a:pt x="2119230" y="106144"/>
                </a:lnTo>
                <a:lnTo>
                  <a:pt x="2119185" y="105439"/>
                </a:lnTo>
                <a:lnTo>
                  <a:pt x="2119127" y="104744"/>
                </a:lnTo>
                <a:lnTo>
                  <a:pt x="2119057" y="104061"/>
                </a:lnTo>
                <a:lnTo>
                  <a:pt x="2118973" y="103389"/>
                </a:lnTo>
                <a:lnTo>
                  <a:pt x="2118877" y="102729"/>
                </a:lnTo>
                <a:lnTo>
                  <a:pt x="2118768" y="102079"/>
                </a:lnTo>
                <a:lnTo>
                  <a:pt x="2118646" y="101440"/>
                </a:lnTo>
                <a:lnTo>
                  <a:pt x="2118511" y="100813"/>
                </a:lnTo>
                <a:lnTo>
                  <a:pt x="2118364" y="100196"/>
                </a:lnTo>
                <a:lnTo>
                  <a:pt x="2118203" y="99591"/>
                </a:lnTo>
                <a:lnTo>
                  <a:pt x="2118030" y="98997"/>
                </a:lnTo>
                <a:lnTo>
                  <a:pt x="2117844" y="98414"/>
                </a:lnTo>
                <a:lnTo>
                  <a:pt x="2117645" y="97842"/>
                </a:lnTo>
                <a:lnTo>
                  <a:pt x="2117434" y="97281"/>
                </a:lnTo>
                <a:lnTo>
                  <a:pt x="2117209" y="96731"/>
                </a:lnTo>
                <a:lnTo>
                  <a:pt x="2116972" y="96192"/>
                </a:lnTo>
                <a:lnTo>
                  <a:pt x="2116722" y="95665"/>
                </a:lnTo>
                <a:lnTo>
                  <a:pt x="2116459" y="95148"/>
                </a:lnTo>
                <a:lnTo>
                  <a:pt x="2116183" y="94643"/>
                </a:lnTo>
                <a:lnTo>
                  <a:pt x="2115894" y="94149"/>
                </a:lnTo>
                <a:lnTo>
                  <a:pt x="2115592" y="93666"/>
                </a:lnTo>
                <a:lnTo>
                  <a:pt x="2115278" y="93191"/>
                </a:lnTo>
                <a:lnTo>
                  <a:pt x="2114952" y="92724"/>
                </a:lnTo>
                <a:lnTo>
                  <a:pt x="2114612" y="92265"/>
                </a:lnTo>
                <a:lnTo>
                  <a:pt x="2114261" y="91812"/>
                </a:lnTo>
                <a:lnTo>
                  <a:pt x="2113897" y="91367"/>
                </a:lnTo>
                <a:lnTo>
                  <a:pt x="2113520" y="90929"/>
                </a:lnTo>
                <a:lnTo>
                  <a:pt x="2113131" y="90498"/>
                </a:lnTo>
                <a:lnTo>
                  <a:pt x="2112729" y="90074"/>
                </a:lnTo>
                <a:lnTo>
                  <a:pt x="2112315" y="89658"/>
                </a:lnTo>
                <a:lnTo>
                  <a:pt x="2111889" y="89249"/>
                </a:lnTo>
                <a:lnTo>
                  <a:pt x="2111450" y="88847"/>
                </a:lnTo>
                <a:lnTo>
                  <a:pt x="2110998" y="88452"/>
                </a:lnTo>
                <a:lnTo>
                  <a:pt x="2110534" y="88065"/>
                </a:lnTo>
                <a:lnTo>
                  <a:pt x="2110057" y="87684"/>
                </a:lnTo>
                <a:lnTo>
                  <a:pt x="2109568" y="87311"/>
                </a:lnTo>
                <a:lnTo>
                  <a:pt x="2109067" y="86946"/>
                </a:lnTo>
                <a:lnTo>
                  <a:pt x="2108553" y="86587"/>
                </a:lnTo>
                <a:lnTo>
                  <a:pt x="2108026" y="86236"/>
                </a:lnTo>
                <a:lnTo>
                  <a:pt x="2107487" y="85892"/>
                </a:lnTo>
                <a:lnTo>
                  <a:pt x="2106936" y="85555"/>
                </a:lnTo>
                <a:lnTo>
                  <a:pt x="2106372" y="85225"/>
                </a:lnTo>
                <a:lnTo>
                  <a:pt x="2105796" y="84903"/>
                </a:lnTo>
                <a:lnTo>
                  <a:pt x="2105207" y="84588"/>
                </a:lnTo>
                <a:lnTo>
                  <a:pt x="2104605" y="84280"/>
                </a:lnTo>
                <a:lnTo>
                  <a:pt x="2103992" y="83977"/>
                </a:lnTo>
                <a:lnTo>
                  <a:pt x="2103366" y="83678"/>
                </a:lnTo>
                <a:lnTo>
                  <a:pt x="2102728" y="83382"/>
                </a:lnTo>
                <a:lnTo>
                  <a:pt x="2102079" y="83090"/>
                </a:lnTo>
                <a:lnTo>
                  <a:pt x="2101417" y="82802"/>
                </a:lnTo>
                <a:lnTo>
                  <a:pt x="2100744" y="82517"/>
                </a:lnTo>
                <a:lnTo>
                  <a:pt x="2100058" y="82235"/>
                </a:lnTo>
                <a:lnTo>
                  <a:pt x="2099361" y="81957"/>
                </a:lnTo>
                <a:lnTo>
                  <a:pt x="2098651" y="81683"/>
                </a:lnTo>
                <a:lnTo>
                  <a:pt x="2097930" y="81412"/>
                </a:lnTo>
                <a:lnTo>
                  <a:pt x="2097196" y="81145"/>
                </a:lnTo>
                <a:lnTo>
                  <a:pt x="2096451" y="80881"/>
                </a:lnTo>
                <a:lnTo>
                  <a:pt x="2095694" y="80620"/>
                </a:lnTo>
                <a:lnTo>
                  <a:pt x="2094924" y="80364"/>
                </a:lnTo>
                <a:lnTo>
                  <a:pt x="2094143" y="80110"/>
                </a:lnTo>
                <a:lnTo>
                  <a:pt x="2093350" y="79860"/>
                </a:lnTo>
                <a:lnTo>
                  <a:pt x="2092544" y="79614"/>
                </a:lnTo>
                <a:lnTo>
                  <a:pt x="2091727" y="79371"/>
                </a:lnTo>
                <a:lnTo>
                  <a:pt x="2090898" y="79132"/>
                </a:lnTo>
                <a:lnTo>
                  <a:pt x="2090057" y="78896"/>
                </a:lnTo>
                <a:lnTo>
                  <a:pt x="2089204" y="78664"/>
                </a:lnTo>
                <a:lnTo>
                  <a:pt x="2088339" y="78435"/>
                </a:lnTo>
                <a:lnTo>
                  <a:pt x="2087461" y="78210"/>
                </a:lnTo>
                <a:lnTo>
                  <a:pt x="2086572" y="77988"/>
                </a:lnTo>
                <a:lnTo>
                  <a:pt x="2085758" y="77786"/>
                </a:lnTo>
                <a:lnTo>
                  <a:pt x="2084958" y="77584"/>
                </a:lnTo>
                <a:lnTo>
                  <a:pt x="2084172" y="77383"/>
                </a:lnTo>
                <a:lnTo>
                  <a:pt x="2083400" y="77184"/>
                </a:lnTo>
                <a:lnTo>
                  <a:pt x="2082642" y="76985"/>
                </a:lnTo>
                <a:lnTo>
                  <a:pt x="2081898" y="76787"/>
                </a:lnTo>
                <a:lnTo>
                  <a:pt x="2081168" y="76589"/>
                </a:lnTo>
                <a:lnTo>
                  <a:pt x="2080452" y="76393"/>
                </a:lnTo>
                <a:lnTo>
                  <a:pt x="2079750" y="76198"/>
                </a:lnTo>
                <a:lnTo>
                  <a:pt x="2079062" y="76003"/>
                </a:lnTo>
                <a:lnTo>
                  <a:pt x="2078388" y="75809"/>
                </a:lnTo>
                <a:lnTo>
                  <a:pt x="2077728" y="75617"/>
                </a:lnTo>
                <a:lnTo>
                  <a:pt x="2077083" y="75425"/>
                </a:lnTo>
                <a:lnTo>
                  <a:pt x="2076451" y="75234"/>
                </a:lnTo>
                <a:lnTo>
                  <a:pt x="2075833" y="75044"/>
                </a:lnTo>
                <a:lnTo>
                  <a:pt x="2075229" y="74854"/>
                </a:lnTo>
                <a:lnTo>
                  <a:pt x="2074640" y="74666"/>
                </a:lnTo>
                <a:lnTo>
                  <a:pt x="2074064" y="74479"/>
                </a:lnTo>
                <a:lnTo>
                  <a:pt x="2073502" y="74292"/>
                </a:lnTo>
                <a:lnTo>
                  <a:pt x="2072955" y="74106"/>
                </a:lnTo>
                <a:lnTo>
                  <a:pt x="2072421" y="73921"/>
                </a:lnTo>
                <a:lnTo>
                  <a:pt x="2071901" y="73738"/>
                </a:lnTo>
                <a:lnTo>
                  <a:pt x="2071396" y="73555"/>
                </a:lnTo>
                <a:lnTo>
                  <a:pt x="2070904" y="73372"/>
                </a:lnTo>
                <a:lnTo>
                  <a:pt x="2070426" y="73190"/>
                </a:lnTo>
                <a:lnTo>
                  <a:pt x="2069959" y="73005"/>
                </a:lnTo>
                <a:lnTo>
                  <a:pt x="2069503" y="72818"/>
                </a:lnTo>
                <a:lnTo>
                  <a:pt x="2069060" y="72629"/>
                </a:lnTo>
                <a:lnTo>
                  <a:pt x="2068627" y="72439"/>
                </a:lnTo>
                <a:lnTo>
                  <a:pt x="2068207" y="72246"/>
                </a:lnTo>
                <a:lnTo>
                  <a:pt x="2067798" y="72051"/>
                </a:lnTo>
                <a:lnTo>
                  <a:pt x="2067401" y="71855"/>
                </a:lnTo>
                <a:lnTo>
                  <a:pt x="2067015" y="71657"/>
                </a:lnTo>
                <a:lnTo>
                  <a:pt x="2066641" y="71456"/>
                </a:lnTo>
                <a:lnTo>
                  <a:pt x="2066279" y="71254"/>
                </a:lnTo>
                <a:lnTo>
                  <a:pt x="2065928" y="71050"/>
                </a:lnTo>
                <a:lnTo>
                  <a:pt x="2065589" y="70844"/>
                </a:lnTo>
                <a:lnTo>
                  <a:pt x="2065262" y="70636"/>
                </a:lnTo>
                <a:lnTo>
                  <a:pt x="2064946" y="70426"/>
                </a:lnTo>
                <a:lnTo>
                  <a:pt x="2064642" y="70214"/>
                </a:lnTo>
                <a:lnTo>
                  <a:pt x="2064349" y="70000"/>
                </a:lnTo>
                <a:lnTo>
                  <a:pt x="2064068" y="69784"/>
                </a:lnTo>
                <a:lnTo>
                  <a:pt x="2063799" y="69566"/>
                </a:lnTo>
                <a:lnTo>
                  <a:pt x="2063541" y="69347"/>
                </a:lnTo>
                <a:lnTo>
                  <a:pt x="2063295" y="69125"/>
                </a:lnTo>
                <a:lnTo>
                  <a:pt x="2063061" y="68901"/>
                </a:lnTo>
                <a:lnTo>
                  <a:pt x="2062838" y="68676"/>
                </a:lnTo>
                <a:lnTo>
                  <a:pt x="2062627" y="68449"/>
                </a:lnTo>
                <a:lnTo>
                  <a:pt x="2062426" y="68218"/>
                </a:lnTo>
                <a:lnTo>
                  <a:pt x="2062234" y="67983"/>
                </a:lnTo>
                <a:lnTo>
                  <a:pt x="2062050" y="67744"/>
                </a:lnTo>
                <a:lnTo>
                  <a:pt x="2061874" y="67501"/>
                </a:lnTo>
                <a:lnTo>
                  <a:pt x="2061708" y="67254"/>
                </a:lnTo>
                <a:lnTo>
                  <a:pt x="2061549" y="67002"/>
                </a:lnTo>
                <a:lnTo>
                  <a:pt x="2061400" y="66746"/>
                </a:lnTo>
                <a:lnTo>
                  <a:pt x="2061258" y="66486"/>
                </a:lnTo>
                <a:lnTo>
                  <a:pt x="2061126" y="66222"/>
                </a:lnTo>
                <a:lnTo>
                  <a:pt x="2061002" y="65953"/>
                </a:lnTo>
                <a:lnTo>
                  <a:pt x="2060886" y="65681"/>
                </a:lnTo>
                <a:lnTo>
                  <a:pt x="2060779" y="65404"/>
                </a:lnTo>
                <a:lnTo>
                  <a:pt x="2060681" y="65123"/>
                </a:lnTo>
                <a:lnTo>
                  <a:pt x="2060591" y="64837"/>
                </a:lnTo>
                <a:lnTo>
                  <a:pt x="2060510" y="64548"/>
                </a:lnTo>
                <a:lnTo>
                  <a:pt x="2060437" y="64254"/>
                </a:lnTo>
                <a:lnTo>
                  <a:pt x="2060373" y="63956"/>
                </a:lnTo>
                <a:lnTo>
                  <a:pt x="2060318" y="63653"/>
                </a:lnTo>
                <a:lnTo>
                  <a:pt x="2060270" y="63347"/>
                </a:lnTo>
                <a:lnTo>
                  <a:pt x="2060232" y="63036"/>
                </a:lnTo>
                <a:lnTo>
                  <a:pt x="2060202" y="62721"/>
                </a:lnTo>
                <a:lnTo>
                  <a:pt x="2060181" y="62402"/>
                </a:lnTo>
                <a:lnTo>
                  <a:pt x="2060168" y="62078"/>
                </a:lnTo>
                <a:lnTo>
                  <a:pt x="2060164" y="61751"/>
                </a:lnTo>
                <a:lnTo>
                  <a:pt x="2060173" y="61167"/>
                </a:lnTo>
                <a:lnTo>
                  <a:pt x="2060202" y="60595"/>
                </a:lnTo>
                <a:lnTo>
                  <a:pt x="2060250" y="60037"/>
                </a:lnTo>
                <a:lnTo>
                  <a:pt x="2060317" y="59492"/>
                </a:lnTo>
                <a:lnTo>
                  <a:pt x="2060403" y="58960"/>
                </a:lnTo>
                <a:lnTo>
                  <a:pt x="2060508" y="58441"/>
                </a:lnTo>
                <a:lnTo>
                  <a:pt x="2060633" y="57935"/>
                </a:lnTo>
                <a:lnTo>
                  <a:pt x="2060777" y="57442"/>
                </a:lnTo>
                <a:lnTo>
                  <a:pt x="2060940" y="56962"/>
                </a:lnTo>
                <a:lnTo>
                  <a:pt x="2061122" y="56495"/>
                </a:lnTo>
                <a:lnTo>
                  <a:pt x="2061323" y="56041"/>
                </a:lnTo>
                <a:lnTo>
                  <a:pt x="2061543" y="55601"/>
                </a:lnTo>
                <a:lnTo>
                  <a:pt x="2061783" y="55173"/>
                </a:lnTo>
                <a:lnTo>
                  <a:pt x="2062041" y="54758"/>
                </a:lnTo>
                <a:lnTo>
                  <a:pt x="2062319" y="54356"/>
                </a:lnTo>
                <a:lnTo>
                  <a:pt x="2062616" y="53968"/>
                </a:lnTo>
                <a:lnTo>
                  <a:pt x="2062932" y="53592"/>
                </a:lnTo>
                <a:lnTo>
                  <a:pt x="2063268" y="53229"/>
                </a:lnTo>
                <a:lnTo>
                  <a:pt x="2063622" y="52880"/>
                </a:lnTo>
                <a:lnTo>
                  <a:pt x="2063996" y="52543"/>
                </a:lnTo>
                <a:lnTo>
                  <a:pt x="2064388" y="52220"/>
                </a:lnTo>
                <a:lnTo>
                  <a:pt x="2064800" y="51909"/>
                </a:lnTo>
                <a:lnTo>
                  <a:pt x="2065232" y="51612"/>
                </a:lnTo>
                <a:lnTo>
                  <a:pt x="2065682" y="51327"/>
                </a:lnTo>
                <a:lnTo>
                  <a:pt x="2066147" y="51055"/>
                </a:lnTo>
                <a:lnTo>
                  <a:pt x="2066625" y="50794"/>
                </a:lnTo>
                <a:lnTo>
                  <a:pt x="2067114" y="50545"/>
                </a:lnTo>
                <a:lnTo>
                  <a:pt x="2067614" y="50307"/>
                </a:lnTo>
                <a:lnTo>
                  <a:pt x="2068126" y="50081"/>
                </a:lnTo>
                <a:lnTo>
                  <a:pt x="2068650" y="49867"/>
                </a:lnTo>
                <a:lnTo>
                  <a:pt x="2069186" y="49664"/>
                </a:lnTo>
                <a:lnTo>
                  <a:pt x="2069733" y="49473"/>
                </a:lnTo>
                <a:lnTo>
                  <a:pt x="2070292" y="49293"/>
                </a:lnTo>
                <a:lnTo>
                  <a:pt x="2070862" y="49125"/>
                </a:lnTo>
                <a:lnTo>
                  <a:pt x="2071444" y="48968"/>
                </a:lnTo>
                <a:lnTo>
                  <a:pt x="2072038" y="48824"/>
                </a:lnTo>
                <a:lnTo>
                  <a:pt x="2072643" y="48690"/>
                </a:lnTo>
                <a:lnTo>
                  <a:pt x="2073260" y="48569"/>
                </a:lnTo>
                <a:lnTo>
                  <a:pt x="2073888" y="48459"/>
                </a:lnTo>
                <a:lnTo>
                  <a:pt x="2074529" y="48360"/>
                </a:lnTo>
                <a:lnTo>
                  <a:pt x="2075180" y="48273"/>
                </a:lnTo>
                <a:lnTo>
                  <a:pt x="2075844" y="48198"/>
                </a:lnTo>
                <a:lnTo>
                  <a:pt x="2076519" y="48134"/>
                </a:lnTo>
                <a:lnTo>
                  <a:pt x="2077206" y="48082"/>
                </a:lnTo>
                <a:lnTo>
                  <a:pt x="2077904" y="48041"/>
                </a:lnTo>
                <a:lnTo>
                  <a:pt x="2078614" y="48012"/>
                </a:lnTo>
                <a:lnTo>
                  <a:pt x="2079335" y="47995"/>
                </a:lnTo>
                <a:lnTo>
                  <a:pt x="2080069" y="47989"/>
                </a:lnTo>
                <a:lnTo>
                  <a:pt x="2080795" y="47997"/>
                </a:lnTo>
                <a:lnTo>
                  <a:pt x="2081512" y="48020"/>
                </a:lnTo>
                <a:lnTo>
                  <a:pt x="2082220" y="48059"/>
                </a:lnTo>
                <a:lnTo>
                  <a:pt x="2082918" y="48113"/>
                </a:lnTo>
                <a:lnTo>
                  <a:pt x="2083607" y="48182"/>
                </a:lnTo>
                <a:lnTo>
                  <a:pt x="2084287" y="48267"/>
                </a:lnTo>
                <a:lnTo>
                  <a:pt x="2084958" y="48367"/>
                </a:lnTo>
                <a:lnTo>
                  <a:pt x="2085620" y="48483"/>
                </a:lnTo>
                <a:lnTo>
                  <a:pt x="2086272" y="48614"/>
                </a:lnTo>
                <a:lnTo>
                  <a:pt x="2086915" y="48761"/>
                </a:lnTo>
                <a:lnTo>
                  <a:pt x="2087549" y="48923"/>
                </a:lnTo>
                <a:lnTo>
                  <a:pt x="2088174" y="49101"/>
                </a:lnTo>
                <a:lnTo>
                  <a:pt x="2088789" y="49294"/>
                </a:lnTo>
                <a:lnTo>
                  <a:pt x="2089395" y="49502"/>
                </a:lnTo>
                <a:lnTo>
                  <a:pt x="2089992" y="49726"/>
                </a:lnTo>
                <a:lnTo>
                  <a:pt x="2090580" y="49965"/>
                </a:lnTo>
                <a:lnTo>
                  <a:pt x="2091158" y="50220"/>
                </a:lnTo>
                <a:lnTo>
                  <a:pt x="2091727" y="50490"/>
                </a:lnTo>
                <a:lnTo>
                  <a:pt x="2092287" y="50776"/>
                </a:lnTo>
                <a:lnTo>
                  <a:pt x="2092838" y="51077"/>
                </a:lnTo>
                <a:lnTo>
                  <a:pt x="2093379" y="51394"/>
                </a:lnTo>
                <a:lnTo>
                  <a:pt x="2093912" y="51725"/>
                </a:lnTo>
                <a:lnTo>
                  <a:pt x="2094435" y="52073"/>
                </a:lnTo>
                <a:lnTo>
                  <a:pt x="2094948" y="52436"/>
                </a:lnTo>
                <a:lnTo>
                  <a:pt x="2095447" y="52817"/>
                </a:lnTo>
                <a:lnTo>
                  <a:pt x="2095924" y="53221"/>
                </a:lnTo>
                <a:lnTo>
                  <a:pt x="2096380" y="53646"/>
                </a:lnTo>
                <a:lnTo>
                  <a:pt x="2096815" y="54093"/>
                </a:lnTo>
                <a:lnTo>
                  <a:pt x="2097229" y="54562"/>
                </a:lnTo>
                <a:lnTo>
                  <a:pt x="2097621" y="55053"/>
                </a:lnTo>
                <a:lnTo>
                  <a:pt x="2097992" y="55566"/>
                </a:lnTo>
                <a:lnTo>
                  <a:pt x="2098342" y="56101"/>
                </a:lnTo>
                <a:lnTo>
                  <a:pt x="2098671" y="56658"/>
                </a:lnTo>
                <a:lnTo>
                  <a:pt x="2098979" y="57237"/>
                </a:lnTo>
                <a:lnTo>
                  <a:pt x="2099265" y="57837"/>
                </a:lnTo>
                <a:lnTo>
                  <a:pt x="2099530" y="58460"/>
                </a:lnTo>
                <a:lnTo>
                  <a:pt x="2099774" y="59104"/>
                </a:lnTo>
                <a:lnTo>
                  <a:pt x="2099997" y="59770"/>
                </a:lnTo>
                <a:lnTo>
                  <a:pt x="2100199" y="60459"/>
                </a:lnTo>
                <a:lnTo>
                  <a:pt x="2100379" y="61169"/>
                </a:lnTo>
                <a:lnTo>
                  <a:pt x="2100538" y="61901"/>
                </a:lnTo>
                <a:lnTo>
                  <a:pt x="2100676" y="62655"/>
                </a:lnTo>
                <a:lnTo>
                  <a:pt x="2100793" y="63431"/>
                </a:lnTo>
                <a:lnTo>
                  <a:pt x="2100888" y="64228"/>
                </a:lnTo>
                <a:lnTo>
                  <a:pt x="2100962" y="65048"/>
                </a:lnTo>
                <a:lnTo>
                  <a:pt x="2101015" y="65890"/>
                </a:lnTo>
                <a:lnTo>
                  <a:pt x="2101047" y="66753"/>
                </a:lnTo>
                <a:lnTo>
                  <a:pt x="2101058" y="67639"/>
                </a:lnTo>
                <a:lnTo>
                  <a:pt x="2117021" y="67639"/>
                </a:lnTo>
                <a:lnTo>
                  <a:pt x="2117016" y="66933"/>
                </a:lnTo>
                <a:lnTo>
                  <a:pt x="2117001" y="66235"/>
                </a:lnTo>
                <a:lnTo>
                  <a:pt x="2116975" y="65546"/>
                </a:lnTo>
                <a:lnTo>
                  <a:pt x="2116939" y="64865"/>
                </a:lnTo>
                <a:lnTo>
                  <a:pt x="2116893" y="64193"/>
                </a:lnTo>
                <a:lnTo>
                  <a:pt x="2116837" y="63529"/>
                </a:lnTo>
                <a:lnTo>
                  <a:pt x="2116770" y="62874"/>
                </a:lnTo>
                <a:lnTo>
                  <a:pt x="2116693" y="62227"/>
                </a:lnTo>
                <a:lnTo>
                  <a:pt x="2116606" y="61588"/>
                </a:lnTo>
                <a:lnTo>
                  <a:pt x="2116508" y="60958"/>
                </a:lnTo>
                <a:lnTo>
                  <a:pt x="2116400" y="60337"/>
                </a:lnTo>
                <a:lnTo>
                  <a:pt x="2116282" y="59724"/>
                </a:lnTo>
                <a:lnTo>
                  <a:pt x="2116154" y="59119"/>
                </a:lnTo>
                <a:lnTo>
                  <a:pt x="2116015" y="58523"/>
                </a:lnTo>
                <a:lnTo>
                  <a:pt x="2115866" y="57935"/>
                </a:lnTo>
                <a:lnTo>
                  <a:pt x="2115707" y="57356"/>
                </a:lnTo>
                <a:lnTo>
                  <a:pt x="2115538" y="56785"/>
                </a:lnTo>
                <a:lnTo>
                  <a:pt x="2115358" y="56223"/>
                </a:lnTo>
                <a:lnTo>
                  <a:pt x="2115169" y="55669"/>
                </a:lnTo>
                <a:lnTo>
                  <a:pt x="2114968" y="55124"/>
                </a:lnTo>
                <a:lnTo>
                  <a:pt x="2114758" y="54587"/>
                </a:lnTo>
                <a:lnTo>
                  <a:pt x="2114537" y="54059"/>
                </a:lnTo>
                <a:lnTo>
                  <a:pt x="2114306" y="53539"/>
                </a:lnTo>
                <a:lnTo>
                  <a:pt x="2114065" y="53027"/>
                </a:lnTo>
                <a:lnTo>
                  <a:pt x="2113815" y="52524"/>
                </a:lnTo>
                <a:lnTo>
                  <a:pt x="2113558" y="52028"/>
                </a:lnTo>
                <a:lnTo>
                  <a:pt x="2113293" y="51540"/>
                </a:lnTo>
                <a:lnTo>
                  <a:pt x="2113021" y="51060"/>
                </a:lnTo>
                <a:lnTo>
                  <a:pt x="2112741" y="50587"/>
                </a:lnTo>
                <a:lnTo>
                  <a:pt x="2112455" y="50123"/>
                </a:lnTo>
                <a:lnTo>
                  <a:pt x="2112160" y="49666"/>
                </a:lnTo>
                <a:lnTo>
                  <a:pt x="2111859" y="49216"/>
                </a:lnTo>
                <a:lnTo>
                  <a:pt x="2111550" y="48775"/>
                </a:lnTo>
                <a:lnTo>
                  <a:pt x="2111234" y="48341"/>
                </a:lnTo>
                <a:lnTo>
                  <a:pt x="2110910" y="47915"/>
                </a:lnTo>
                <a:lnTo>
                  <a:pt x="2110579" y="47497"/>
                </a:lnTo>
                <a:lnTo>
                  <a:pt x="2110241" y="47087"/>
                </a:lnTo>
                <a:lnTo>
                  <a:pt x="2109895" y="46684"/>
                </a:lnTo>
                <a:lnTo>
                  <a:pt x="2109542" y="46289"/>
                </a:lnTo>
                <a:lnTo>
                  <a:pt x="2109182" y="45902"/>
                </a:lnTo>
                <a:lnTo>
                  <a:pt x="2108814" y="45523"/>
                </a:lnTo>
                <a:lnTo>
                  <a:pt x="2108439" y="45151"/>
                </a:lnTo>
                <a:lnTo>
                  <a:pt x="2108057" y="44787"/>
                </a:lnTo>
                <a:lnTo>
                  <a:pt x="2107667" y="44431"/>
                </a:lnTo>
                <a:lnTo>
                  <a:pt x="2107270" y="44082"/>
                </a:lnTo>
                <a:lnTo>
                  <a:pt x="2106865" y="43742"/>
                </a:lnTo>
                <a:lnTo>
                  <a:pt x="2106453" y="43409"/>
                </a:lnTo>
                <a:lnTo>
                  <a:pt x="2106034" y="43084"/>
                </a:lnTo>
                <a:lnTo>
                  <a:pt x="2105608" y="42766"/>
                </a:lnTo>
                <a:lnTo>
                  <a:pt x="2105177" y="42455"/>
                </a:lnTo>
                <a:lnTo>
                  <a:pt x="2104741" y="42151"/>
                </a:lnTo>
                <a:lnTo>
                  <a:pt x="2104299" y="41854"/>
                </a:lnTo>
                <a:lnTo>
                  <a:pt x="2103851" y="41564"/>
                </a:lnTo>
                <a:lnTo>
                  <a:pt x="2103398" y="41281"/>
                </a:lnTo>
                <a:lnTo>
                  <a:pt x="2102940" y="41006"/>
                </a:lnTo>
                <a:lnTo>
                  <a:pt x="2102476" y="40737"/>
                </a:lnTo>
                <a:lnTo>
                  <a:pt x="2102006" y="40476"/>
                </a:lnTo>
                <a:lnTo>
                  <a:pt x="2101531" y="40221"/>
                </a:lnTo>
                <a:lnTo>
                  <a:pt x="2101051" y="39974"/>
                </a:lnTo>
                <a:lnTo>
                  <a:pt x="2100565" y="39733"/>
                </a:lnTo>
                <a:lnTo>
                  <a:pt x="2100074" y="39500"/>
                </a:lnTo>
                <a:lnTo>
                  <a:pt x="2099577" y="39274"/>
                </a:lnTo>
                <a:lnTo>
                  <a:pt x="2099075" y="39054"/>
                </a:lnTo>
                <a:lnTo>
                  <a:pt x="2098567" y="38842"/>
                </a:lnTo>
                <a:lnTo>
                  <a:pt x="2098054" y="38637"/>
                </a:lnTo>
                <a:lnTo>
                  <a:pt x="2097535" y="38439"/>
                </a:lnTo>
                <a:lnTo>
                  <a:pt x="2097011" y="38248"/>
                </a:lnTo>
                <a:lnTo>
                  <a:pt x="2096481" y="38064"/>
                </a:lnTo>
                <a:lnTo>
                  <a:pt x="2095946" y="37887"/>
                </a:lnTo>
                <a:lnTo>
                  <a:pt x="2095405" y="37718"/>
                </a:lnTo>
                <a:lnTo>
                  <a:pt x="2094859" y="37555"/>
                </a:lnTo>
                <a:lnTo>
                  <a:pt x="2094308" y="37399"/>
                </a:lnTo>
                <a:lnTo>
                  <a:pt x="2093752" y="37250"/>
                </a:lnTo>
                <a:lnTo>
                  <a:pt x="2093193" y="37107"/>
                </a:lnTo>
                <a:lnTo>
                  <a:pt x="2092630" y="36971"/>
                </a:lnTo>
                <a:lnTo>
                  <a:pt x="2092065" y="36841"/>
                </a:lnTo>
                <a:lnTo>
                  <a:pt x="2091496" y="36717"/>
                </a:lnTo>
                <a:lnTo>
                  <a:pt x="2090924" y="36600"/>
                </a:lnTo>
                <a:lnTo>
                  <a:pt x="2090348" y="36489"/>
                </a:lnTo>
                <a:lnTo>
                  <a:pt x="2089769" y="36385"/>
                </a:lnTo>
                <a:lnTo>
                  <a:pt x="2089187" y="36286"/>
                </a:lnTo>
                <a:lnTo>
                  <a:pt x="2088602" y="36194"/>
                </a:lnTo>
                <a:lnTo>
                  <a:pt x="2088014" y="36109"/>
                </a:lnTo>
                <a:lnTo>
                  <a:pt x="2087422" y="36030"/>
                </a:lnTo>
                <a:lnTo>
                  <a:pt x="2086827" y="35957"/>
                </a:lnTo>
                <a:lnTo>
                  <a:pt x="2086229" y="35890"/>
                </a:lnTo>
                <a:lnTo>
                  <a:pt x="2085628" y="35830"/>
                </a:lnTo>
                <a:lnTo>
                  <a:pt x="2085023" y="35776"/>
                </a:lnTo>
                <a:lnTo>
                  <a:pt x="2084415" y="35728"/>
                </a:lnTo>
                <a:lnTo>
                  <a:pt x="2083804" y="35687"/>
                </a:lnTo>
                <a:lnTo>
                  <a:pt x="2083190" y="35652"/>
                </a:lnTo>
                <a:lnTo>
                  <a:pt x="2082572" y="35624"/>
                </a:lnTo>
                <a:lnTo>
                  <a:pt x="2081951" y="35602"/>
                </a:lnTo>
                <a:lnTo>
                  <a:pt x="2081327" y="35586"/>
                </a:lnTo>
                <a:lnTo>
                  <a:pt x="2080699" y="35576"/>
                </a:lnTo>
                <a:lnTo>
                  <a:pt x="2080069" y="35573"/>
                </a:lnTo>
                <a:lnTo>
                  <a:pt x="2079430" y="35576"/>
                </a:lnTo>
                <a:lnTo>
                  <a:pt x="2078795" y="35585"/>
                </a:lnTo>
                <a:lnTo>
                  <a:pt x="2078164" y="35599"/>
                </a:lnTo>
                <a:lnTo>
                  <a:pt x="2077537" y="35620"/>
                </a:lnTo>
                <a:lnTo>
                  <a:pt x="2076913" y="35646"/>
                </a:lnTo>
                <a:lnTo>
                  <a:pt x="2076293" y="35678"/>
                </a:lnTo>
                <a:lnTo>
                  <a:pt x="2075677" y="35716"/>
                </a:lnTo>
                <a:lnTo>
                  <a:pt x="2075065" y="35759"/>
                </a:lnTo>
                <a:lnTo>
                  <a:pt x="2074457" y="35809"/>
                </a:lnTo>
                <a:lnTo>
                  <a:pt x="2073852" y="35864"/>
                </a:lnTo>
                <a:lnTo>
                  <a:pt x="2073251" y="35925"/>
                </a:lnTo>
                <a:lnTo>
                  <a:pt x="2072654" y="35992"/>
                </a:lnTo>
                <a:lnTo>
                  <a:pt x="2072060" y="36065"/>
                </a:lnTo>
                <a:lnTo>
                  <a:pt x="2071470" y="36143"/>
                </a:lnTo>
                <a:lnTo>
                  <a:pt x="2070884" y="36227"/>
                </a:lnTo>
                <a:lnTo>
                  <a:pt x="2070302" y="36318"/>
                </a:lnTo>
                <a:lnTo>
                  <a:pt x="2069724" y="36414"/>
                </a:lnTo>
                <a:lnTo>
                  <a:pt x="2069149" y="36515"/>
                </a:lnTo>
                <a:lnTo>
                  <a:pt x="2068578" y="36623"/>
                </a:lnTo>
                <a:lnTo>
                  <a:pt x="2068011" y="36736"/>
                </a:lnTo>
                <a:lnTo>
                  <a:pt x="2067448" y="36856"/>
                </a:lnTo>
                <a:lnTo>
                  <a:pt x="2066888" y="36981"/>
                </a:lnTo>
                <a:lnTo>
                  <a:pt x="2066332" y="37112"/>
                </a:lnTo>
                <a:lnTo>
                  <a:pt x="2065780" y="37248"/>
                </a:lnTo>
                <a:lnTo>
                  <a:pt x="2065233" y="37390"/>
                </a:lnTo>
                <a:lnTo>
                  <a:pt x="2064692" y="37539"/>
                </a:lnTo>
                <a:lnTo>
                  <a:pt x="2064157" y="37692"/>
                </a:lnTo>
                <a:lnTo>
                  <a:pt x="2063628" y="37852"/>
                </a:lnTo>
                <a:lnTo>
                  <a:pt x="2063104" y="38018"/>
                </a:lnTo>
                <a:lnTo>
                  <a:pt x="2062587" y="38189"/>
                </a:lnTo>
                <a:lnTo>
                  <a:pt x="2062076" y="38366"/>
                </a:lnTo>
                <a:lnTo>
                  <a:pt x="2061570" y="38549"/>
                </a:lnTo>
                <a:lnTo>
                  <a:pt x="2061071" y="38738"/>
                </a:lnTo>
                <a:lnTo>
                  <a:pt x="2060578" y="38933"/>
                </a:lnTo>
                <a:lnTo>
                  <a:pt x="2060091" y="39134"/>
                </a:lnTo>
                <a:lnTo>
                  <a:pt x="2059609" y="39340"/>
                </a:lnTo>
                <a:lnTo>
                  <a:pt x="2059134" y="39552"/>
                </a:lnTo>
                <a:lnTo>
                  <a:pt x="2058665" y="39770"/>
                </a:lnTo>
                <a:lnTo>
                  <a:pt x="2058201" y="39994"/>
                </a:lnTo>
                <a:lnTo>
                  <a:pt x="2057744" y="40224"/>
                </a:lnTo>
                <a:lnTo>
                  <a:pt x="2057292" y="40459"/>
                </a:lnTo>
                <a:lnTo>
                  <a:pt x="2056847" y="40700"/>
                </a:lnTo>
                <a:lnTo>
                  <a:pt x="2056408" y="40948"/>
                </a:lnTo>
                <a:lnTo>
                  <a:pt x="2055974" y="41201"/>
                </a:lnTo>
                <a:lnTo>
                  <a:pt x="2055547" y="41459"/>
                </a:lnTo>
                <a:lnTo>
                  <a:pt x="2055125" y="41724"/>
                </a:lnTo>
                <a:lnTo>
                  <a:pt x="2054710" y="41994"/>
                </a:lnTo>
                <a:lnTo>
                  <a:pt x="2054300" y="42271"/>
                </a:lnTo>
                <a:lnTo>
                  <a:pt x="2053898" y="42553"/>
                </a:lnTo>
                <a:lnTo>
                  <a:pt x="2053503" y="42840"/>
                </a:lnTo>
                <a:lnTo>
                  <a:pt x="2053115" y="43134"/>
                </a:lnTo>
                <a:lnTo>
                  <a:pt x="2052735" y="43433"/>
                </a:lnTo>
                <a:lnTo>
                  <a:pt x="2052362" y="43738"/>
                </a:lnTo>
                <a:lnTo>
                  <a:pt x="2051997" y="44049"/>
                </a:lnTo>
                <a:lnTo>
                  <a:pt x="2051639" y="44366"/>
                </a:lnTo>
                <a:lnTo>
                  <a:pt x="2051289" y="44688"/>
                </a:lnTo>
                <a:lnTo>
                  <a:pt x="2050947" y="45017"/>
                </a:lnTo>
                <a:lnTo>
                  <a:pt x="2050612" y="45351"/>
                </a:lnTo>
                <a:lnTo>
                  <a:pt x="2050285" y="45691"/>
                </a:lnTo>
                <a:lnTo>
                  <a:pt x="2049965" y="46037"/>
                </a:lnTo>
                <a:lnTo>
                  <a:pt x="2049652" y="46388"/>
                </a:lnTo>
                <a:lnTo>
                  <a:pt x="2049347" y="46746"/>
                </a:lnTo>
                <a:lnTo>
                  <a:pt x="2049050" y="47109"/>
                </a:lnTo>
                <a:lnTo>
                  <a:pt x="2048760" y="47478"/>
                </a:lnTo>
                <a:lnTo>
                  <a:pt x="2048478" y="47853"/>
                </a:lnTo>
                <a:lnTo>
                  <a:pt x="2048203" y="48234"/>
                </a:lnTo>
                <a:lnTo>
                  <a:pt x="2047936" y="48620"/>
                </a:lnTo>
                <a:lnTo>
                  <a:pt x="2047676" y="49013"/>
                </a:lnTo>
                <a:lnTo>
                  <a:pt x="2047424" y="49411"/>
                </a:lnTo>
                <a:lnTo>
                  <a:pt x="2047180" y="49815"/>
                </a:lnTo>
                <a:lnTo>
                  <a:pt x="2046942" y="50225"/>
                </a:lnTo>
                <a:lnTo>
                  <a:pt x="2046713" y="50640"/>
                </a:lnTo>
                <a:lnTo>
                  <a:pt x="2046492" y="51062"/>
                </a:lnTo>
                <a:lnTo>
                  <a:pt x="2046280" y="51488"/>
                </a:lnTo>
                <a:lnTo>
                  <a:pt x="2046078" y="51921"/>
                </a:lnTo>
                <a:lnTo>
                  <a:pt x="2045885" y="52358"/>
                </a:lnTo>
                <a:lnTo>
                  <a:pt x="2045701" y="52801"/>
                </a:lnTo>
                <a:lnTo>
                  <a:pt x="2045527" y="53250"/>
                </a:lnTo>
                <a:lnTo>
                  <a:pt x="2045363" y="53704"/>
                </a:lnTo>
                <a:lnTo>
                  <a:pt x="2045207" y="54164"/>
                </a:lnTo>
                <a:lnTo>
                  <a:pt x="2045061" y="54629"/>
                </a:lnTo>
                <a:lnTo>
                  <a:pt x="2044925" y="55099"/>
                </a:lnTo>
                <a:lnTo>
                  <a:pt x="2044798" y="55575"/>
                </a:lnTo>
                <a:lnTo>
                  <a:pt x="2044680" y="56056"/>
                </a:lnTo>
                <a:lnTo>
                  <a:pt x="2044572" y="56543"/>
                </a:lnTo>
                <a:lnTo>
                  <a:pt x="2044473" y="57035"/>
                </a:lnTo>
                <a:lnTo>
                  <a:pt x="2044384" y="57533"/>
                </a:lnTo>
                <a:lnTo>
                  <a:pt x="2044304" y="58036"/>
                </a:lnTo>
                <a:lnTo>
                  <a:pt x="2044233" y="58545"/>
                </a:lnTo>
                <a:lnTo>
                  <a:pt x="2044172" y="59059"/>
                </a:lnTo>
                <a:lnTo>
                  <a:pt x="2044121" y="59579"/>
                </a:lnTo>
                <a:lnTo>
                  <a:pt x="2044078" y="60104"/>
                </a:lnTo>
                <a:lnTo>
                  <a:pt x="2044045" y="60635"/>
                </a:lnTo>
                <a:lnTo>
                  <a:pt x="2044022" y="61171"/>
                </a:lnTo>
                <a:lnTo>
                  <a:pt x="2044008" y="61712"/>
                </a:lnTo>
                <a:lnTo>
                  <a:pt x="2044003" y="62259"/>
                </a:lnTo>
                <a:lnTo>
                  <a:pt x="2044010" y="62956"/>
                </a:lnTo>
                <a:lnTo>
                  <a:pt x="2044030" y="63643"/>
                </a:lnTo>
                <a:lnTo>
                  <a:pt x="2044063" y="64319"/>
                </a:lnTo>
                <a:lnTo>
                  <a:pt x="2044110" y="64986"/>
                </a:lnTo>
                <a:lnTo>
                  <a:pt x="2044170" y="65643"/>
                </a:lnTo>
                <a:lnTo>
                  <a:pt x="2044243" y="66289"/>
                </a:lnTo>
                <a:lnTo>
                  <a:pt x="2044330" y="66926"/>
                </a:lnTo>
                <a:lnTo>
                  <a:pt x="2044430" y="67552"/>
                </a:lnTo>
                <a:lnTo>
                  <a:pt x="2044543" y="68169"/>
                </a:lnTo>
                <a:lnTo>
                  <a:pt x="2044670" y="68775"/>
                </a:lnTo>
                <a:lnTo>
                  <a:pt x="2044810" y="69372"/>
                </a:lnTo>
                <a:lnTo>
                  <a:pt x="2044964" y="69958"/>
                </a:lnTo>
                <a:lnTo>
                  <a:pt x="2045131" y="70535"/>
                </a:lnTo>
                <a:lnTo>
                  <a:pt x="2045311" y="71101"/>
                </a:lnTo>
                <a:lnTo>
                  <a:pt x="2045504" y="71657"/>
                </a:lnTo>
                <a:lnTo>
                  <a:pt x="2045711" y="72203"/>
                </a:lnTo>
                <a:lnTo>
                  <a:pt x="2045931" y="72739"/>
                </a:lnTo>
                <a:lnTo>
                  <a:pt x="2046165" y="73266"/>
                </a:lnTo>
                <a:lnTo>
                  <a:pt x="2046412" y="73782"/>
                </a:lnTo>
                <a:lnTo>
                  <a:pt x="2046672" y="74288"/>
                </a:lnTo>
                <a:lnTo>
                  <a:pt x="2046945" y="74784"/>
                </a:lnTo>
                <a:lnTo>
                  <a:pt x="2047232" y="75270"/>
                </a:lnTo>
                <a:lnTo>
                  <a:pt x="2047532" y="75746"/>
                </a:lnTo>
                <a:lnTo>
                  <a:pt x="2047846" y="76212"/>
                </a:lnTo>
                <a:lnTo>
                  <a:pt x="2048173" y="76669"/>
                </a:lnTo>
                <a:lnTo>
                  <a:pt x="2048513" y="77120"/>
                </a:lnTo>
                <a:lnTo>
                  <a:pt x="2048867" y="77564"/>
                </a:lnTo>
                <a:lnTo>
                  <a:pt x="2049234" y="78002"/>
                </a:lnTo>
                <a:lnTo>
                  <a:pt x="2049614" y="78432"/>
                </a:lnTo>
                <a:lnTo>
                  <a:pt x="2050008" y="78856"/>
                </a:lnTo>
                <a:lnTo>
                  <a:pt x="2050415" y="79274"/>
                </a:lnTo>
                <a:lnTo>
                  <a:pt x="2050835" y="79684"/>
                </a:lnTo>
                <a:lnTo>
                  <a:pt x="2051269" y="80088"/>
                </a:lnTo>
                <a:lnTo>
                  <a:pt x="2051716" y="80486"/>
                </a:lnTo>
                <a:lnTo>
                  <a:pt x="2052176" y="80876"/>
                </a:lnTo>
                <a:lnTo>
                  <a:pt x="2052650" y="81260"/>
                </a:lnTo>
                <a:lnTo>
                  <a:pt x="2053137" y="81637"/>
                </a:lnTo>
                <a:lnTo>
                  <a:pt x="2053637" y="82008"/>
                </a:lnTo>
                <a:lnTo>
                  <a:pt x="2054151" y="82372"/>
                </a:lnTo>
                <a:lnTo>
                  <a:pt x="2054678" y="82729"/>
                </a:lnTo>
                <a:lnTo>
                  <a:pt x="2055219" y="83079"/>
                </a:lnTo>
                <a:lnTo>
                  <a:pt x="2055772" y="83423"/>
                </a:lnTo>
                <a:lnTo>
                  <a:pt x="2056339" y="83760"/>
                </a:lnTo>
                <a:lnTo>
                  <a:pt x="2056920" y="84091"/>
                </a:lnTo>
                <a:lnTo>
                  <a:pt x="2057514" y="84414"/>
                </a:lnTo>
                <a:lnTo>
                  <a:pt x="2058121" y="84731"/>
                </a:lnTo>
                <a:lnTo>
                  <a:pt x="2058741" y="85041"/>
                </a:lnTo>
                <a:lnTo>
                  <a:pt x="2059375" y="85345"/>
                </a:lnTo>
                <a:lnTo>
                  <a:pt x="2060022" y="85644"/>
                </a:lnTo>
                <a:lnTo>
                  <a:pt x="2060681" y="85939"/>
                </a:lnTo>
                <a:lnTo>
                  <a:pt x="2061352" y="86232"/>
                </a:lnTo>
                <a:lnTo>
                  <a:pt x="2062036" y="86521"/>
                </a:lnTo>
                <a:lnTo>
                  <a:pt x="2062732" y="86808"/>
                </a:lnTo>
                <a:lnTo>
                  <a:pt x="2063440" y="87091"/>
                </a:lnTo>
                <a:lnTo>
                  <a:pt x="2064161" y="87372"/>
                </a:lnTo>
                <a:lnTo>
                  <a:pt x="2064893" y="87649"/>
                </a:lnTo>
                <a:lnTo>
                  <a:pt x="2065639" y="87924"/>
                </a:lnTo>
                <a:lnTo>
                  <a:pt x="2066396" y="88196"/>
                </a:lnTo>
                <a:lnTo>
                  <a:pt x="2067166" y="88464"/>
                </a:lnTo>
                <a:lnTo>
                  <a:pt x="2067948" y="88730"/>
                </a:lnTo>
                <a:lnTo>
                  <a:pt x="2068743" y="88993"/>
                </a:lnTo>
                <a:lnTo>
                  <a:pt x="2069550" y="89252"/>
                </a:lnTo>
                <a:lnTo>
                  <a:pt x="2070369" y="89509"/>
                </a:lnTo>
                <a:lnTo>
                  <a:pt x="2071200" y="89763"/>
                </a:lnTo>
                <a:lnTo>
                  <a:pt x="2072044" y="90014"/>
                </a:lnTo>
                <a:lnTo>
                  <a:pt x="2072900" y="90261"/>
                </a:lnTo>
                <a:lnTo>
                  <a:pt x="2073768" y="90506"/>
                </a:lnTo>
                <a:lnTo>
                  <a:pt x="2074649" y="90748"/>
                </a:lnTo>
                <a:lnTo>
                  <a:pt x="2075542" y="90987"/>
                </a:lnTo>
                <a:lnTo>
                  <a:pt x="2076447" y="91223"/>
                </a:lnTo>
                <a:lnTo>
                  <a:pt x="2077365" y="91456"/>
                </a:lnTo>
                <a:lnTo>
                  <a:pt x="2078295" y="91686"/>
                </a:lnTo>
                <a:lnTo>
                  <a:pt x="2079430" y="91965"/>
                </a:lnTo>
                <a:lnTo>
                  <a:pt x="2080536" y="92245"/>
                </a:lnTo>
                <a:lnTo>
                  <a:pt x="2081614" y="92526"/>
                </a:lnTo>
                <a:lnTo>
                  <a:pt x="2082662" y="92807"/>
                </a:lnTo>
                <a:lnTo>
                  <a:pt x="2083682" y="93089"/>
                </a:lnTo>
                <a:lnTo>
                  <a:pt x="2084672" y="93372"/>
                </a:lnTo>
                <a:lnTo>
                  <a:pt x="2085634" y="93656"/>
                </a:lnTo>
                <a:lnTo>
                  <a:pt x="2086567" y="93940"/>
                </a:lnTo>
                <a:lnTo>
                  <a:pt x="2087471" y="94225"/>
                </a:lnTo>
                <a:lnTo>
                  <a:pt x="2088346" y="94511"/>
                </a:lnTo>
                <a:lnTo>
                  <a:pt x="2089192" y="94797"/>
                </a:lnTo>
                <a:lnTo>
                  <a:pt x="2090009" y="95084"/>
                </a:lnTo>
                <a:lnTo>
                  <a:pt x="2090797" y="95372"/>
                </a:lnTo>
                <a:lnTo>
                  <a:pt x="2091556" y="95661"/>
                </a:lnTo>
                <a:lnTo>
                  <a:pt x="2092287" y="95950"/>
                </a:lnTo>
                <a:lnTo>
                  <a:pt x="2092988" y="96240"/>
                </a:lnTo>
                <a:lnTo>
                  <a:pt x="2093661" y="96531"/>
                </a:lnTo>
                <a:lnTo>
                  <a:pt x="2094305" y="96823"/>
                </a:lnTo>
                <a:lnTo>
                  <a:pt x="2094919" y="97115"/>
                </a:lnTo>
                <a:lnTo>
                  <a:pt x="2095505" y="97408"/>
                </a:lnTo>
                <a:lnTo>
                  <a:pt x="2096062" y="97701"/>
                </a:lnTo>
                <a:lnTo>
                  <a:pt x="2096590" y="97996"/>
                </a:lnTo>
                <a:lnTo>
                  <a:pt x="2097089" y="98291"/>
                </a:lnTo>
                <a:lnTo>
                  <a:pt x="2097560" y="98586"/>
                </a:lnTo>
                <a:lnTo>
                  <a:pt x="2098006" y="98889"/>
                </a:lnTo>
                <a:lnTo>
                  <a:pt x="2098433" y="99204"/>
                </a:lnTo>
                <a:lnTo>
                  <a:pt x="2098841" y="99533"/>
                </a:lnTo>
                <a:lnTo>
                  <a:pt x="2099231" y="99874"/>
                </a:lnTo>
                <a:lnTo>
                  <a:pt x="2099601" y="100229"/>
                </a:lnTo>
                <a:lnTo>
                  <a:pt x="2099952" y="100596"/>
                </a:lnTo>
                <a:lnTo>
                  <a:pt x="2100285" y="100977"/>
                </a:lnTo>
                <a:lnTo>
                  <a:pt x="2100598" y="101371"/>
                </a:lnTo>
                <a:lnTo>
                  <a:pt x="2100892" y="101778"/>
                </a:lnTo>
                <a:lnTo>
                  <a:pt x="2101168" y="102197"/>
                </a:lnTo>
                <a:lnTo>
                  <a:pt x="2101424" y="102630"/>
                </a:lnTo>
                <a:lnTo>
                  <a:pt x="2101661" y="103076"/>
                </a:lnTo>
                <a:lnTo>
                  <a:pt x="2101880" y="103535"/>
                </a:lnTo>
                <a:lnTo>
                  <a:pt x="2102079" y="104007"/>
                </a:lnTo>
                <a:lnTo>
                  <a:pt x="2102259" y="104492"/>
                </a:lnTo>
                <a:lnTo>
                  <a:pt x="2102421" y="104990"/>
                </a:lnTo>
                <a:lnTo>
                  <a:pt x="2102563" y="105501"/>
                </a:lnTo>
                <a:lnTo>
                  <a:pt x="2102687" y="106025"/>
                </a:lnTo>
                <a:lnTo>
                  <a:pt x="2102791" y="106563"/>
                </a:lnTo>
                <a:lnTo>
                  <a:pt x="2102877" y="107113"/>
                </a:lnTo>
                <a:lnTo>
                  <a:pt x="2102943" y="107676"/>
                </a:lnTo>
                <a:lnTo>
                  <a:pt x="2102991" y="108253"/>
                </a:lnTo>
                <a:lnTo>
                  <a:pt x="2103019" y="108842"/>
                </a:lnTo>
                <a:lnTo>
                  <a:pt x="2103029" y="109444"/>
                </a:lnTo>
                <a:lnTo>
                  <a:pt x="2103018" y="110162"/>
                </a:lnTo>
                <a:lnTo>
                  <a:pt x="2102986" y="110863"/>
                </a:lnTo>
                <a:lnTo>
                  <a:pt x="2102934" y="111547"/>
                </a:lnTo>
                <a:lnTo>
                  <a:pt x="2102860" y="112213"/>
                </a:lnTo>
                <a:lnTo>
                  <a:pt x="2102766" y="112863"/>
                </a:lnTo>
                <a:lnTo>
                  <a:pt x="2102650" y="113495"/>
                </a:lnTo>
                <a:lnTo>
                  <a:pt x="2102513" y="114110"/>
                </a:lnTo>
                <a:lnTo>
                  <a:pt x="2102355" y="114708"/>
                </a:lnTo>
                <a:lnTo>
                  <a:pt x="2102176" y="115289"/>
                </a:lnTo>
                <a:lnTo>
                  <a:pt x="2101976" y="115853"/>
                </a:lnTo>
                <a:lnTo>
                  <a:pt x="2101755" y="116400"/>
                </a:lnTo>
                <a:lnTo>
                  <a:pt x="2101513" y="116930"/>
                </a:lnTo>
                <a:lnTo>
                  <a:pt x="2101250" y="117442"/>
                </a:lnTo>
                <a:lnTo>
                  <a:pt x="2100966" y="117937"/>
                </a:lnTo>
                <a:lnTo>
                  <a:pt x="2100661" y="118416"/>
                </a:lnTo>
                <a:lnTo>
                  <a:pt x="2100335" y="118877"/>
                </a:lnTo>
                <a:lnTo>
                  <a:pt x="2099988" y="119321"/>
                </a:lnTo>
                <a:lnTo>
                  <a:pt x="2099620" y="119748"/>
                </a:lnTo>
                <a:lnTo>
                  <a:pt x="2099230" y="120158"/>
                </a:lnTo>
                <a:lnTo>
                  <a:pt x="2098820" y="120550"/>
                </a:lnTo>
                <a:lnTo>
                  <a:pt x="2098389" y="120926"/>
                </a:lnTo>
                <a:lnTo>
                  <a:pt x="2097936" y="121284"/>
                </a:lnTo>
                <a:lnTo>
                  <a:pt x="2097463" y="121625"/>
                </a:lnTo>
                <a:lnTo>
                  <a:pt x="2096968" y="121950"/>
                </a:lnTo>
                <a:lnTo>
                  <a:pt x="2096458" y="122259"/>
                </a:lnTo>
                <a:lnTo>
                  <a:pt x="2095935" y="122555"/>
                </a:lnTo>
                <a:lnTo>
                  <a:pt x="2095402" y="122837"/>
                </a:lnTo>
                <a:lnTo>
                  <a:pt x="2094857" y="123107"/>
                </a:lnTo>
                <a:lnTo>
                  <a:pt x="2094300" y="123363"/>
                </a:lnTo>
                <a:lnTo>
                  <a:pt x="2093732" y="123607"/>
                </a:lnTo>
                <a:lnTo>
                  <a:pt x="2093152" y="123837"/>
                </a:lnTo>
                <a:lnTo>
                  <a:pt x="2092561" y="124054"/>
                </a:lnTo>
                <a:lnTo>
                  <a:pt x="2091959" y="124258"/>
                </a:lnTo>
                <a:lnTo>
                  <a:pt x="2091345" y="124448"/>
                </a:lnTo>
                <a:lnTo>
                  <a:pt x="2090720" y="124626"/>
                </a:lnTo>
                <a:lnTo>
                  <a:pt x="2090083" y="124790"/>
                </a:lnTo>
                <a:lnTo>
                  <a:pt x="2089435" y="124942"/>
                </a:lnTo>
                <a:lnTo>
                  <a:pt x="2088775" y="125080"/>
                </a:lnTo>
                <a:lnTo>
                  <a:pt x="2088104" y="125205"/>
                </a:lnTo>
                <a:lnTo>
                  <a:pt x="2087421" y="125316"/>
                </a:lnTo>
                <a:lnTo>
                  <a:pt x="2086727" y="125415"/>
                </a:lnTo>
                <a:lnTo>
                  <a:pt x="2086021" y="125501"/>
                </a:lnTo>
                <a:lnTo>
                  <a:pt x="2085304" y="125573"/>
                </a:lnTo>
                <a:lnTo>
                  <a:pt x="2084576" y="125632"/>
                </a:lnTo>
                <a:lnTo>
                  <a:pt x="2083836" y="125678"/>
                </a:lnTo>
                <a:lnTo>
                  <a:pt x="2083084" y="125711"/>
                </a:lnTo>
                <a:lnTo>
                  <a:pt x="2082321" y="125731"/>
                </a:lnTo>
                <a:lnTo>
                  <a:pt x="2081547" y="125737"/>
                </a:lnTo>
                <a:lnTo>
                  <a:pt x="2080682" y="125729"/>
                </a:lnTo>
                <a:lnTo>
                  <a:pt x="2079830" y="125704"/>
                </a:lnTo>
                <a:lnTo>
                  <a:pt x="2078990" y="125662"/>
                </a:lnTo>
                <a:lnTo>
                  <a:pt x="2078162" y="125604"/>
                </a:lnTo>
                <a:lnTo>
                  <a:pt x="2077346" y="125529"/>
                </a:lnTo>
                <a:lnTo>
                  <a:pt x="2076543" y="125437"/>
                </a:lnTo>
                <a:lnTo>
                  <a:pt x="2075751" y="125329"/>
                </a:lnTo>
                <a:lnTo>
                  <a:pt x="2074972" y="125204"/>
                </a:lnTo>
                <a:lnTo>
                  <a:pt x="2074205" y="125062"/>
                </a:lnTo>
                <a:lnTo>
                  <a:pt x="2073450" y="124904"/>
                </a:lnTo>
                <a:lnTo>
                  <a:pt x="2072707" y="124729"/>
                </a:lnTo>
                <a:lnTo>
                  <a:pt x="2071976" y="124537"/>
                </a:lnTo>
                <a:lnTo>
                  <a:pt x="2071257" y="124329"/>
                </a:lnTo>
                <a:lnTo>
                  <a:pt x="2070551" y="124104"/>
                </a:lnTo>
                <a:lnTo>
                  <a:pt x="2069857" y="123862"/>
                </a:lnTo>
                <a:lnTo>
                  <a:pt x="2069175" y="123604"/>
                </a:lnTo>
                <a:lnTo>
                  <a:pt x="2068504" y="123329"/>
                </a:lnTo>
                <a:lnTo>
                  <a:pt x="2067847" y="123037"/>
                </a:lnTo>
                <a:lnTo>
                  <a:pt x="2067201" y="122729"/>
                </a:lnTo>
                <a:lnTo>
                  <a:pt x="2066567" y="122403"/>
                </a:lnTo>
                <a:lnTo>
                  <a:pt x="2065946" y="122062"/>
                </a:lnTo>
                <a:lnTo>
                  <a:pt x="2065337" y="121703"/>
                </a:lnTo>
                <a:lnTo>
                  <a:pt x="2064739" y="121328"/>
                </a:lnTo>
                <a:lnTo>
                  <a:pt x="2064154" y="120937"/>
                </a:lnTo>
                <a:lnTo>
                  <a:pt x="2063588" y="120524"/>
                </a:lnTo>
                <a:lnTo>
                  <a:pt x="2063045" y="120088"/>
                </a:lnTo>
                <a:lnTo>
                  <a:pt x="2062526" y="119628"/>
                </a:lnTo>
                <a:lnTo>
                  <a:pt x="2062032" y="119143"/>
                </a:lnTo>
                <a:lnTo>
                  <a:pt x="2061561" y="118634"/>
                </a:lnTo>
                <a:lnTo>
                  <a:pt x="2061115" y="118101"/>
                </a:lnTo>
                <a:lnTo>
                  <a:pt x="2060693" y="117544"/>
                </a:lnTo>
                <a:lnTo>
                  <a:pt x="2060295" y="116962"/>
                </a:lnTo>
                <a:lnTo>
                  <a:pt x="2059921" y="116356"/>
                </a:lnTo>
                <a:lnTo>
                  <a:pt x="2059571" y="115727"/>
                </a:lnTo>
                <a:lnTo>
                  <a:pt x="2059246" y="115073"/>
                </a:lnTo>
                <a:lnTo>
                  <a:pt x="2058944" y="114394"/>
                </a:lnTo>
                <a:lnTo>
                  <a:pt x="2058667" y="113692"/>
                </a:lnTo>
                <a:lnTo>
                  <a:pt x="2058413" y="112965"/>
                </a:lnTo>
                <a:lnTo>
                  <a:pt x="2058184" y="112215"/>
                </a:lnTo>
                <a:lnTo>
                  <a:pt x="2057979" y="111440"/>
                </a:lnTo>
                <a:lnTo>
                  <a:pt x="2057798" y="110641"/>
                </a:lnTo>
                <a:lnTo>
                  <a:pt x="2057642" y="109817"/>
                </a:lnTo>
                <a:lnTo>
                  <a:pt x="2057509" y="108970"/>
                </a:lnTo>
                <a:lnTo>
                  <a:pt x="2057400" y="108098"/>
                </a:lnTo>
                <a:lnTo>
                  <a:pt x="2057316" y="107202"/>
                </a:lnTo>
                <a:lnTo>
                  <a:pt x="2057256" y="106282"/>
                </a:lnTo>
                <a:lnTo>
                  <a:pt x="2057219" y="105338"/>
                </a:lnTo>
                <a:lnTo>
                  <a:pt x="2057207" y="104369"/>
                </a:lnTo>
                <a:lnTo>
                  <a:pt x="2041342" y="104369"/>
                </a:lnTo>
                <a:lnTo>
                  <a:pt x="2041348" y="105126"/>
                </a:lnTo>
                <a:lnTo>
                  <a:pt x="2041364" y="105873"/>
                </a:lnTo>
                <a:lnTo>
                  <a:pt x="2041391" y="106611"/>
                </a:lnTo>
                <a:lnTo>
                  <a:pt x="2041429" y="107339"/>
                </a:lnTo>
                <a:lnTo>
                  <a:pt x="2041477" y="108058"/>
                </a:lnTo>
                <a:lnTo>
                  <a:pt x="2041536" y="108768"/>
                </a:lnTo>
                <a:lnTo>
                  <a:pt x="2041606" y="109469"/>
                </a:lnTo>
                <a:lnTo>
                  <a:pt x="2041687" y="110160"/>
                </a:lnTo>
                <a:lnTo>
                  <a:pt x="2041779" y="110842"/>
                </a:lnTo>
                <a:lnTo>
                  <a:pt x="2041881" y="111514"/>
                </a:lnTo>
                <a:lnTo>
                  <a:pt x="2041994" y="112177"/>
                </a:lnTo>
                <a:lnTo>
                  <a:pt x="2042118" y="112831"/>
                </a:lnTo>
                <a:lnTo>
                  <a:pt x="2042253" y="113475"/>
                </a:lnTo>
                <a:lnTo>
                  <a:pt x="2042399" y="114110"/>
                </a:lnTo>
                <a:lnTo>
                  <a:pt x="2042555" y="114736"/>
                </a:lnTo>
                <a:lnTo>
                  <a:pt x="2042722" y="115353"/>
                </a:lnTo>
                <a:lnTo>
                  <a:pt x="2042900" y="115960"/>
                </a:lnTo>
                <a:lnTo>
                  <a:pt x="2043088" y="116557"/>
                </a:lnTo>
                <a:lnTo>
                  <a:pt x="2043288" y="117146"/>
                </a:lnTo>
                <a:lnTo>
                  <a:pt x="2043498" y="117725"/>
                </a:lnTo>
                <a:lnTo>
                  <a:pt x="2043719" y="118295"/>
                </a:lnTo>
                <a:lnTo>
                  <a:pt x="2043951" y="118855"/>
                </a:lnTo>
                <a:lnTo>
                  <a:pt x="2044193" y="119406"/>
                </a:lnTo>
                <a:lnTo>
                  <a:pt x="2044446" y="119948"/>
                </a:lnTo>
                <a:lnTo>
                  <a:pt x="2044709" y="120481"/>
                </a:lnTo>
                <a:lnTo>
                  <a:pt x="2044980" y="121005"/>
                </a:lnTo>
                <a:lnTo>
                  <a:pt x="2045260" y="121520"/>
                </a:lnTo>
                <a:lnTo>
                  <a:pt x="2045548" y="122026"/>
                </a:lnTo>
                <a:lnTo>
                  <a:pt x="2045845" y="122524"/>
                </a:lnTo>
                <a:lnTo>
                  <a:pt x="2046149" y="123014"/>
                </a:lnTo>
                <a:lnTo>
                  <a:pt x="2046462" y="123495"/>
                </a:lnTo>
                <a:lnTo>
                  <a:pt x="2046784" y="123967"/>
                </a:lnTo>
                <a:lnTo>
                  <a:pt x="2047114" y="124430"/>
                </a:lnTo>
                <a:lnTo>
                  <a:pt x="2047452" y="124885"/>
                </a:lnTo>
                <a:lnTo>
                  <a:pt x="2047799" y="125331"/>
                </a:lnTo>
                <a:lnTo>
                  <a:pt x="2048154" y="125769"/>
                </a:lnTo>
                <a:lnTo>
                  <a:pt x="2048517" y="126198"/>
                </a:lnTo>
                <a:lnTo>
                  <a:pt x="2048889" y="126618"/>
                </a:lnTo>
                <a:lnTo>
                  <a:pt x="2049269" y="127030"/>
                </a:lnTo>
                <a:lnTo>
                  <a:pt x="2049658" y="127433"/>
                </a:lnTo>
                <a:lnTo>
                  <a:pt x="2050055" y="127827"/>
                </a:lnTo>
                <a:lnTo>
                  <a:pt x="2050460" y="128213"/>
                </a:lnTo>
                <a:lnTo>
                  <a:pt x="2050874" y="128591"/>
                </a:lnTo>
                <a:lnTo>
                  <a:pt x="2051296" y="128959"/>
                </a:lnTo>
                <a:lnTo>
                  <a:pt x="2051727" y="129319"/>
                </a:lnTo>
                <a:lnTo>
                  <a:pt x="2052166" y="129670"/>
                </a:lnTo>
                <a:lnTo>
                  <a:pt x="2052613" y="130013"/>
                </a:lnTo>
                <a:lnTo>
                  <a:pt x="2053069" y="130347"/>
                </a:lnTo>
                <a:lnTo>
                  <a:pt x="2053532" y="130673"/>
                </a:lnTo>
                <a:lnTo>
                  <a:pt x="2054000" y="130992"/>
                </a:lnTo>
                <a:lnTo>
                  <a:pt x="2054475" y="131303"/>
                </a:lnTo>
                <a:lnTo>
                  <a:pt x="2054956" y="131607"/>
                </a:lnTo>
                <a:lnTo>
                  <a:pt x="2055443" y="131903"/>
                </a:lnTo>
                <a:lnTo>
                  <a:pt x="2055936" y="132192"/>
                </a:lnTo>
                <a:lnTo>
                  <a:pt x="2056434" y="132474"/>
                </a:lnTo>
                <a:lnTo>
                  <a:pt x="2056939" y="132748"/>
                </a:lnTo>
                <a:lnTo>
                  <a:pt x="2057450" y="133015"/>
                </a:lnTo>
                <a:lnTo>
                  <a:pt x="2057967" y="133275"/>
                </a:lnTo>
                <a:lnTo>
                  <a:pt x="2058489" y="133527"/>
                </a:lnTo>
                <a:lnTo>
                  <a:pt x="2059018" y="133771"/>
                </a:lnTo>
                <a:lnTo>
                  <a:pt x="2059553" y="134009"/>
                </a:lnTo>
                <a:lnTo>
                  <a:pt x="2060093" y="134239"/>
                </a:lnTo>
                <a:lnTo>
                  <a:pt x="2060640" y="134461"/>
                </a:lnTo>
                <a:lnTo>
                  <a:pt x="2061193" y="134676"/>
                </a:lnTo>
                <a:lnTo>
                  <a:pt x="2061751" y="134884"/>
                </a:lnTo>
                <a:lnTo>
                  <a:pt x="2062316" y="135084"/>
                </a:lnTo>
                <a:lnTo>
                  <a:pt x="2062887" y="135277"/>
                </a:lnTo>
                <a:lnTo>
                  <a:pt x="2063463" y="135462"/>
                </a:lnTo>
                <a:lnTo>
                  <a:pt x="2064046" y="135640"/>
                </a:lnTo>
                <a:lnTo>
                  <a:pt x="2064634" y="135811"/>
                </a:lnTo>
                <a:lnTo>
                  <a:pt x="2065229" y="135974"/>
                </a:lnTo>
                <a:lnTo>
                  <a:pt x="2065830" y="136130"/>
                </a:lnTo>
                <a:lnTo>
                  <a:pt x="2066435" y="136279"/>
                </a:lnTo>
                <a:lnTo>
                  <a:pt x="2067043" y="136422"/>
                </a:lnTo>
                <a:lnTo>
                  <a:pt x="2067653" y="136558"/>
                </a:lnTo>
                <a:lnTo>
                  <a:pt x="2068267" y="136688"/>
                </a:lnTo>
                <a:lnTo>
                  <a:pt x="2068884" y="136812"/>
                </a:lnTo>
                <a:lnTo>
                  <a:pt x="2069503" y="136929"/>
                </a:lnTo>
                <a:lnTo>
                  <a:pt x="2070126" y="137040"/>
                </a:lnTo>
                <a:lnTo>
                  <a:pt x="2070751" y="137145"/>
                </a:lnTo>
                <a:lnTo>
                  <a:pt x="2071379" y="137243"/>
                </a:lnTo>
                <a:lnTo>
                  <a:pt x="2072011" y="137335"/>
                </a:lnTo>
                <a:lnTo>
                  <a:pt x="2072645" y="137421"/>
                </a:lnTo>
                <a:lnTo>
                  <a:pt x="2073282" y="137500"/>
                </a:lnTo>
                <a:lnTo>
                  <a:pt x="2073922" y="137573"/>
                </a:lnTo>
                <a:lnTo>
                  <a:pt x="2074564" y="137639"/>
                </a:lnTo>
                <a:lnTo>
                  <a:pt x="2075210" y="137700"/>
                </a:lnTo>
                <a:lnTo>
                  <a:pt x="2075859" y="137753"/>
                </a:lnTo>
                <a:lnTo>
                  <a:pt x="2076510" y="137801"/>
                </a:lnTo>
                <a:lnTo>
                  <a:pt x="2077165" y="137842"/>
                </a:lnTo>
                <a:lnTo>
                  <a:pt x="2077822" y="137877"/>
                </a:lnTo>
                <a:lnTo>
                  <a:pt x="2078482" y="137906"/>
                </a:lnTo>
                <a:lnTo>
                  <a:pt x="2079146" y="137928"/>
                </a:lnTo>
                <a:lnTo>
                  <a:pt x="2079812" y="137944"/>
                </a:lnTo>
                <a:lnTo>
                  <a:pt x="2080481" y="137953"/>
                </a:lnTo>
                <a:lnTo>
                  <a:pt x="2081153" y="137956"/>
                </a:lnTo>
                <a:lnTo>
                  <a:pt x="2081824" y="137953"/>
                </a:lnTo>
                <a:lnTo>
                  <a:pt x="2082491" y="137944"/>
                </a:lnTo>
                <a:lnTo>
                  <a:pt x="2083155" y="137929"/>
                </a:lnTo>
                <a:lnTo>
                  <a:pt x="2083815" y="137908"/>
                </a:lnTo>
                <a:lnTo>
                  <a:pt x="2084470" y="137881"/>
                </a:lnTo>
                <a:lnTo>
                  <a:pt x="2085122" y="137849"/>
                </a:lnTo>
                <a:close/>
                <a:moveTo>
                  <a:pt x="2186027" y="137849"/>
                </a:moveTo>
                <a:lnTo>
                  <a:pt x="2186675" y="137810"/>
                </a:lnTo>
                <a:lnTo>
                  <a:pt x="2187319" y="137765"/>
                </a:lnTo>
                <a:lnTo>
                  <a:pt x="2187959" y="137714"/>
                </a:lnTo>
                <a:lnTo>
                  <a:pt x="2188595" y="137657"/>
                </a:lnTo>
                <a:lnTo>
                  <a:pt x="2189227" y="137594"/>
                </a:lnTo>
                <a:lnTo>
                  <a:pt x="2189855" y="137525"/>
                </a:lnTo>
                <a:lnTo>
                  <a:pt x="2190479" y="137450"/>
                </a:lnTo>
                <a:lnTo>
                  <a:pt x="2191100" y="137370"/>
                </a:lnTo>
                <a:lnTo>
                  <a:pt x="2191716" y="137283"/>
                </a:lnTo>
                <a:lnTo>
                  <a:pt x="2192328" y="137190"/>
                </a:lnTo>
                <a:lnTo>
                  <a:pt x="2192937" y="137091"/>
                </a:lnTo>
                <a:lnTo>
                  <a:pt x="2193541" y="136986"/>
                </a:lnTo>
                <a:lnTo>
                  <a:pt x="2194142" y="136876"/>
                </a:lnTo>
                <a:lnTo>
                  <a:pt x="2194738" y="136759"/>
                </a:lnTo>
                <a:lnTo>
                  <a:pt x="2195331" y="136636"/>
                </a:lnTo>
                <a:lnTo>
                  <a:pt x="2195920" y="136507"/>
                </a:lnTo>
                <a:lnTo>
                  <a:pt x="2196505" y="136373"/>
                </a:lnTo>
                <a:lnTo>
                  <a:pt x="2197085" y="136232"/>
                </a:lnTo>
                <a:lnTo>
                  <a:pt x="2197661" y="136085"/>
                </a:lnTo>
                <a:lnTo>
                  <a:pt x="2198231" y="135931"/>
                </a:lnTo>
                <a:lnTo>
                  <a:pt x="2198795" y="135771"/>
                </a:lnTo>
                <a:lnTo>
                  <a:pt x="2199352" y="135605"/>
                </a:lnTo>
                <a:lnTo>
                  <a:pt x="2199903" y="135432"/>
                </a:lnTo>
                <a:lnTo>
                  <a:pt x="2200448" y="135252"/>
                </a:lnTo>
                <a:lnTo>
                  <a:pt x="2200987" y="135066"/>
                </a:lnTo>
                <a:lnTo>
                  <a:pt x="2201520" y="134874"/>
                </a:lnTo>
                <a:lnTo>
                  <a:pt x="2202046" y="134674"/>
                </a:lnTo>
                <a:lnTo>
                  <a:pt x="2202567" y="134469"/>
                </a:lnTo>
                <a:lnTo>
                  <a:pt x="2203081" y="134257"/>
                </a:lnTo>
                <a:lnTo>
                  <a:pt x="2203589" y="134038"/>
                </a:lnTo>
                <a:lnTo>
                  <a:pt x="2204091" y="133813"/>
                </a:lnTo>
                <a:lnTo>
                  <a:pt x="2204587" y="133581"/>
                </a:lnTo>
                <a:lnTo>
                  <a:pt x="2205076" y="133343"/>
                </a:lnTo>
                <a:lnTo>
                  <a:pt x="2205560" y="133098"/>
                </a:lnTo>
                <a:lnTo>
                  <a:pt x="2206037" y="132846"/>
                </a:lnTo>
                <a:lnTo>
                  <a:pt x="2206508" y="132589"/>
                </a:lnTo>
                <a:lnTo>
                  <a:pt x="2206973" y="132324"/>
                </a:lnTo>
                <a:lnTo>
                  <a:pt x="2207432" y="132053"/>
                </a:lnTo>
                <a:lnTo>
                  <a:pt x="2207885" y="131776"/>
                </a:lnTo>
                <a:lnTo>
                  <a:pt x="2208331" y="131492"/>
                </a:lnTo>
                <a:lnTo>
                  <a:pt x="2208772" y="131202"/>
                </a:lnTo>
                <a:lnTo>
                  <a:pt x="2209206" y="130905"/>
                </a:lnTo>
                <a:lnTo>
                  <a:pt x="2209633" y="130601"/>
                </a:lnTo>
                <a:lnTo>
                  <a:pt x="2210052" y="130290"/>
                </a:lnTo>
                <a:lnTo>
                  <a:pt x="2210464" y="129972"/>
                </a:lnTo>
                <a:lnTo>
                  <a:pt x="2210867" y="129647"/>
                </a:lnTo>
                <a:lnTo>
                  <a:pt x="2211263" y="129315"/>
                </a:lnTo>
                <a:lnTo>
                  <a:pt x="2211651" y="128976"/>
                </a:lnTo>
                <a:lnTo>
                  <a:pt x="2212031" y="128630"/>
                </a:lnTo>
                <a:lnTo>
                  <a:pt x="2212403" y="128277"/>
                </a:lnTo>
                <a:lnTo>
                  <a:pt x="2212767" y="127917"/>
                </a:lnTo>
                <a:lnTo>
                  <a:pt x="2213124" y="127550"/>
                </a:lnTo>
                <a:lnTo>
                  <a:pt x="2213472" y="127176"/>
                </a:lnTo>
                <a:lnTo>
                  <a:pt x="2213813" y="126794"/>
                </a:lnTo>
                <a:lnTo>
                  <a:pt x="2214145" y="126406"/>
                </a:lnTo>
                <a:lnTo>
                  <a:pt x="2214470" y="126011"/>
                </a:lnTo>
                <a:lnTo>
                  <a:pt x="2214787" y="125608"/>
                </a:lnTo>
                <a:lnTo>
                  <a:pt x="2215096" y="125199"/>
                </a:lnTo>
                <a:lnTo>
                  <a:pt x="2215398" y="124782"/>
                </a:lnTo>
                <a:lnTo>
                  <a:pt x="2215691" y="124359"/>
                </a:lnTo>
                <a:lnTo>
                  <a:pt x="2215977" y="123928"/>
                </a:lnTo>
                <a:lnTo>
                  <a:pt x="2216254" y="123490"/>
                </a:lnTo>
                <a:lnTo>
                  <a:pt x="2216524" y="123046"/>
                </a:lnTo>
                <a:lnTo>
                  <a:pt x="2216786" y="122594"/>
                </a:lnTo>
                <a:lnTo>
                  <a:pt x="2217040" y="122135"/>
                </a:lnTo>
                <a:lnTo>
                  <a:pt x="2217286" y="121669"/>
                </a:lnTo>
                <a:lnTo>
                  <a:pt x="2217523" y="121196"/>
                </a:lnTo>
                <a:lnTo>
                  <a:pt x="2217751" y="120716"/>
                </a:lnTo>
                <a:lnTo>
                  <a:pt x="2217968" y="120229"/>
                </a:lnTo>
                <a:lnTo>
                  <a:pt x="2218174" y="119734"/>
                </a:lnTo>
                <a:lnTo>
                  <a:pt x="2218371" y="119232"/>
                </a:lnTo>
                <a:lnTo>
                  <a:pt x="2218558" y="118723"/>
                </a:lnTo>
                <a:lnTo>
                  <a:pt x="2218735" y="118207"/>
                </a:lnTo>
                <a:lnTo>
                  <a:pt x="2218901" y="117684"/>
                </a:lnTo>
                <a:lnTo>
                  <a:pt x="2219058" y="117153"/>
                </a:lnTo>
                <a:lnTo>
                  <a:pt x="2219204" y="116615"/>
                </a:lnTo>
                <a:lnTo>
                  <a:pt x="2219340" y="116070"/>
                </a:lnTo>
                <a:lnTo>
                  <a:pt x="2219466" y="115518"/>
                </a:lnTo>
                <a:lnTo>
                  <a:pt x="2219583" y="114958"/>
                </a:lnTo>
                <a:lnTo>
                  <a:pt x="2219688" y="114391"/>
                </a:lnTo>
                <a:lnTo>
                  <a:pt x="2219784" y="113817"/>
                </a:lnTo>
                <a:lnTo>
                  <a:pt x="2219870" y="113236"/>
                </a:lnTo>
                <a:lnTo>
                  <a:pt x="2219946" y="112648"/>
                </a:lnTo>
                <a:lnTo>
                  <a:pt x="2220011" y="112052"/>
                </a:lnTo>
                <a:lnTo>
                  <a:pt x="2220067" y="111449"/>
                </a:lnTo>
                <a:lnTo>
                  <a:pt x="2220112" y="110839"/>
                </a:lnTo>
                <a:lnTo>
                  <a:pt x="2220148" y="110222"/>
                </a:lnTo>
                <a:lnTo>
                  <a:pt x="2220173" y="109597"/>
                </a:lnTo>
                <a:lnTo>
                  <a:pt x="2220188" y="108965"/>
                </a:lnTo>
                <a:lnTo>
                  <a:pt x="2220193" y="108326"/>
                </a:lnTo>
                <a:lnTo>
                  <a:pt x="2220187" y="107588"/>
                </a:lnTo>
                <a:lnTo>
                  <a:pt x="2220167" y="106860"/>
                </a:lnTo>
                <a:lnTo>
                  <a:pt x="2220135" y="106144"/>
                </a:lnTo>
                <a:lnTo>
                  <a:pt x="2220091" y="105439"/>
                </a:lnTo>
                <a:lnTo>
                  <a:pt x="2220033" y="104744"/>
                </a:lnTo>
                <a:lnTo>
                  <a:pt x="2219962" y="104061"/>
                </a:lnTo>
                <a:lnTo>
                  <a:pt x="2219879" y="103389"/>
                </a:lnTo>
                <a:lnTo>
                  <a:pt x="2219783" y="102729"/>
                </a:lnTo>
                <a:lnTo>
                  <a:pt x="2219674" y="102079"/>
                </a:lnTo>
                <a:lnTo>
                  <a:pt x="2219552" y="101440"/>
                </a:lnTo>
                <a:lnTo>
                  <a:pt x="2219417" y="100813"/>
                </a:lnTo>
                <a:lnTo>
                  <a:pt x="2219269" y="100196"/>
                </a:lnTo>
                <a:lnTo>
                  <a:pt x="2219109" y="99591"/>
                </a:lnTo>
                <a:lnTo>
                  <a:pt x="2218936" y="98997"/>
                </a:lnTo>
                <a:lnTo>
                  <a:pt x="2218750" y="98414"/>
                </a:lnTo>
                <a:lnTo>
                  <a:pt x="2218551" y="97842"/>
                </a:lnTo>
                <a:lnTo>
                  <a:pt x="2218339" y="97281"/>
                </a:lnTo>
                <a:lnTo>
                  <a:pt x="2218115" y="96731"/>
                </a:lnTo>
                <a:lnTo>
                  <a:pt x="2217877" y="96192"/>
                </a:lnTo>
                <a:lnTo>
                  <a:pt x="2217627" y="95665"/>
                </a:lnTo>
                <a:lnTo>
                  <a:pt x="2217364" y="95148"/>
                </a:lnTo>
                <a:lnTo>
                  <a:pt x="2217088" y="94643"/>
                </a:lnTo>
                <a:lnTo>
                  <a:pt x="2216799" y="94149"/>
                </a:lnTo>
                <a:lnTo>
                  <a:pt x="2216498" y="93666"/>
                </a:lnTo>
                <a:lnTo>
                  <a:pt x="2216184" y="93191"/>
                </a:lnTo>
                <a:lnTo>
                  <a:pt x="2215857" y="92724"/>
                </a:lnTo>
                <a:lnTo>
                  <a:pt x="2215518" y="92265"/>
                </a:lnTo>
                <a:lnTo>
                  <a:pt x="2215166" y="91812"/>
                </a:lnTo>
                <a:lnTo>
                  <a:pt x="2214802" y="91367"/>
                </a:lnTo>
                <a:lnTo>
                  <a:pt x="2214425" y="90929"/>
                </a:lnTo>
                <a:lnTo>
                  <a:pt x="2214036" y="90498"/>
                </a:lnTo>
                <a:lnTo>
                  <a:pt x="2213635" y="90074"/>
                </a:lnTo>
                <a:lnTo>
                  <a:pt x="2213221" y="89658"/>
                </a:lnTo>
                <a:lnTo>
                  <a:pt x="2212794" y="89249"/>
                </a:lnTo>
                <a:lnTo>
                  <a:pt x="2212355" y="88847"/>
                </a:lnTo>
                <a:lnTo>
                  <a:pt x="2211903" y="88452"/>
                </a:lnTo>
                <a:lnTo>
                  <a:pt x="2211439" y="88065"/>
                </a:lnTo>
                <a:lnTo>
                  <a:pt x="2210963" y="87684"/>
                </a:lnTo>
                <a:lnTo>
                  <a:pt x="2210474" y="87311"/>
                </a:lnTo>
                <a:lnTo>
                  <a:pt x="2209972" y="86946"/>
                </a:lnTo>
                <a:lnTo>
                  <a:pt x="2209458" y="86587"/>
                </a:lnTo>
                <a:lnTo>
                  <a:pt x="2208932" y="86236"/>
                </a:lnTo>
                <a:lnTo>
                  <a:pt x="2208393" y="85892"/>
                </a:lnTo>
                <a:lnTo>
                  <a:pt x="2207841" y="85555"/>
                </a:lnTo>
                <a:lnTo>
                  <a:pt x="2207277" y="85225"/>
                </a:lnTo>
                <a:lnTo>
                  <a:pt x="2206701" y="84903"/>
                </a:lnTo>
                <a:lnTo>
                  <a:pt x="2206112" y="84588"/>
                </a:lnTo>
                <a:lnTo>
                  <a:pt x="2205511" y="84280"/>
                </a:lnTo>
                <a:lnTo>
                  <a:pt x="2204897" y="83977"/>
                </a:lnTo>
                <a:lnTo>
                  <a:pt x="2204271" y="83678"/>
                </a:lnTo>
                <a:lnTo>
                  <a:pt x="2203634" y="83382"/>
                </a:lnTo>
                <a:lnTo>
                  <a:pt x="2202984" y="83090"/>
                </a:lnTo>
                <a:lnTo>
                  <a:pt x="2202323" y="82802"/>
                </a:lnTo>
                <a:lnTo>
                  <a:pt x="2201649" y="82517"/>
                </a:lnTo>
                <a:lnTo>
                  <a:pt x="2200964" y="82235"/>
                </a:lnTo>
                <a:lnTo>
                  <a:pt x="2200266" y="81957"/>
                </a:lnTo>
                <a:lnTo>
                  <a:pt x="2199557" y="81683"/>
                </a:lnTo>
                <a:lnTo>
                  <a:pt x="2198835" y="81412"/>
                </a:lnTo>
                <a:lnTo>
                  <a:pt x="2198102" y="81145"/>
                </a:lnTo>
                <a:lnTo>
                  <a:pt x="2197356" y="80881"/>
                </a:lnTo>
                <a:lnTo>
                  <a:pt x="2196599" y="80620"/>
                </a:lnTo>
                <a:lnTo>
                  <a:pt x="2195830" y="80364"/>
                </a:lnTo>
                <a:lnTo>
                  <a:pt x="2195048" y="80110"/>
                </a:lnTo>
                <a:lnTo>
                  <a:pt x="2194255" y="79860"/>
                </a:lnTo>
                <a:lnTo>
                  <a:pt x="2193450" y="79614"/>
                </a:lnTo>
                <a:lnTo>
                  <a:pt x="2192633" y="79371"/>
                </a:lnTo>
                <a:lnTo>
                  <a:pt x="2191803" y="79132"/>
                </a:lnTo>
                <a:lnTo>
                  <a:pt x="2190962" y="78896"/>
                </a:lnTo>
                <a:lnTo>
                  <a:pt x="2190109" y="78664"/>
                </a:lnTo>
                <a:lnTo>
                  <a:pt x="2189244" y="78435"/>
                </a:lnTo>
                <a:lnTo>
                  <a:pt x="2188367" y="78210"/>
                </a:lnTo>
                <a:lnTo>
                  <a:pt x="2187478" y="77988"/>
                </a:lnTo>
                <a:lnTo>
                  <a:pt x="2186664" y="77786"/>
                </a:lnTo>
                <a:lnTo>
                  <a:pt x="2185864" y="77584"/>
                </a:lnTo>
                <a:lnTo>
                  <a:pt x="2185077" y="77383"/>
                </a:lnTo>
                <a:lnTo>
                  <a:pt x="2184305" y="77184"/>
                </a:lnTo>
                <a:lnTo>
                  <a:pt x="2183547" y="76985"/>
                </a:lnTo>
                <a:lnTo>
                  <a:pt x="2182803" y="76787"/>
                </a:lnTo>
                <a:lnTo>
                  <a:pt x="2182073" y="76589"/>
                </a:lnTo>
                <a:lnTo>
                  <a:pt x="2181357" y="76393"/>
                </a:lnTo>
                <a:lnTo>
                  <a:pt x="2180655" y="76198"/>
                </a:lnTo>
                <a:lnTo>
                  <a:pt x="2179968" y="76003"/>
                </a:lnTo>
                <a:lnTo>
                  <a:pt x="2179294" y="75809"/>
                </a:lnTo>
                <a:lnTo>
                  <a:pt x="2178634" y="75617"/>
                </a:lnTo>
                <a:lnTo>
                  <a:pt x="2177988" y="75425"/>
                </a:lnTo>
                <a:lnTo>
                  <a:pt x="2177356" y="75234"/>
                </a:lnTo>
                <a:lnTo>
                  <a:pt x="2176738" y="75044"/>
                </a:lnTo>
                <a:lnTo>
                  <a:pt x="2176135" y="74854"/>
                </a:lnTo>
                <a:lnTo>
                  <a:pt x="2175545" y="74666"/>
                </a:lnTo>
                <a:lnTo>
                  <a:pt x="2174969" y="74479"/>
                </a:lnTo>
                <a:lnTo>
                  <a:pt x="2174408" y="74292"/>
                </a:lnTo>
                <a:lnTo>
                  <a:pt x="2173860" y="74106"/>
                </a:lnTo>
                <a:lnTo>
                  <a:pt x="2173327" y="73921"/>
                </a:lnTo>
                <a:lnTo>
                  <a:pt x="2172807" y="73738"/>
                </a:lnTo>
                <a:lnTo>
                  <a:pt x="2172301" y="73555"/>
                </a:lnTo>
                <a:lnTo>
                  <a:pt x="2171810" y="73372"/>
                </a:lnTo>
                <a:lnTo>
                  <a:pt x="2171331" y="73190"/>
                </a:lnTo>
                <a:lnTo>
                  <a:pt x="2170864" y="73005"/>
                </a:lnTo>
                <a:lnTo>
                  <a:pt x="2170409" y="72818"/>
                </a:lnTo>
                <a:lnTo>
                  <a:pt x="2169965" y="72629"/>
                </a:lnTo>
                <a:lnTo>
                  <a:pt x="2169533" y="72439"/>
                </a:lnTo>
                <a:lnTo>
                  <a:pt x="2169112" y="72246"/>
                </a:lnTo>
                <a:lnTo>
                  <a:pt x="2168703" y="72051"/>
                </a:lnTo>
                <a:lnTo>
                  <a:pt x="2168306" y="71855"/>
                </a:lnTo>
                <a:lnTo>
                  <a:pt x="2167921" y="71657"/>
                </a:lnTo>
                <a:lnTo>
                  <a:pt x="2167547" y="71456"/>
                </a:lnTo>
                <a:lnTo>
                  <a:pt x="2167184" y="71254"/>
                </a:lnTo>
                <a:lnTo>
                  <a:pt x="2166834" y="71050"/>
                </a:lnTo>
                <a:lnTo>
                  <a:pt x="2166495" y="70844"/>
                </a:lnTo>
                <a:lnTo>
                  <a:pt x="2166167" y="70636"/>
                </a:lnTo>
                <a:lnTo>
                  <a:pt x="2165851" y="70426"/>
                </a:lnTo>
                <a:lnTo>
                  <a:pt x="2165547" y="70214"/>
                </a:lnTo>
                <a:lnTo>
                  <a:pt x="2165255" y="70000"/>
                </a:lnTo>
                <a:lnTo>
                  <a:pt x="2164974" y="69784"/>
                </a:lnTo>
                <a:lnTo>
                  <a:pt x="2164704" y="69566"/>
                </a:lnTo>
                <a:lnTo>
                  <a:pt x="2164447" y="69347"/>
                </a:lnTo>
                <a:lnTo>
                  <a:pt x="2164201" y="69125"/>
                </a:lnTo>
                <a:lnTo>
                  <a:pt x="2163966" y="68901"/>
                </a:lnTo>
                <a:lnTo>
                  <a:pt x="2163744" y="68676"/>
                </a:lnTo>
                <a:lnTo>
                  <a:pt x="2163533" y="68449"/>
                </a:lnTo>
                <a:lnTo>
                  <a:pt x="2163332" y="68218"/>
                </a:lnTo>
                <a:lnTo>
                  <a:pt x="2163139" y="67983"/>
                </a:lnTo>
                <a:lnTo>
                  <a:pt x="2162955" y="67744"/>
                </a:lnTo>
                <a:lnTo>
                  <a:pt x="2162780" y="67501"/>
                </a:lnTo>
                <a:lnTo>
                  <a:pt x="2162613" y="67254"/>
                </a:lnTo>
                <a:lnTo>
                  <a:pt x="2162455" y="67002"/>
                </a:lnTo>
                <a:lnTo>
                  <a:pt x="2162305" y="66746"/>
                </a:lnTo>
                <a:lnTo>
                  <a:pt x="2162164" y="66486"/>
                </a:lnTo>
                <a:lnTo>
                  <a:pt x="2162031" y="66222"/>
                </a:lnTo>
                <a:lnTo>
                  <a:pt x="2161907" y="65953"/>
                </a:lnTo>
                <a:lnTo>
                  <a:pt x="2161792" y="65681"/>
                </a:lnTo>
                <a:lnTo>
                  <a:pt x="2161685" y="65404"/>
                </a:lnTo>
                <a:lnTo>
                  <a:pt x="2161587" y="65123"/>
                </a:lnTo>
                <a:lnTo>
                  <a:pt x="2161497" y="64837"/>
                </a:lnTo>
                <a:lnTo>
                  <a:pt x="2161415" y="64548"/>
                </a:lnTo>
                <a:lnTo>
                  <a:pt x="2161343" y="64254"/>
                </a:lnTo>
                <a:lnTo>
                  <a:pt x="2161279" y="63956"/>
                </a:lnTo>
                <a:lnTo>
                  <a:pt x="2161223" y="63653"/>
                </a:lnTo>
                <a:lnTo>
                  <a:pt x="2161176" y="63347"/>
                </a:lnTo>
                <a:lnTo>
                  <a:pt x="2161137" y="63036"/>
                </a:lnTo>
                <a:lnTo>
                  <a:pt x="2161108" y="62721"/>
                </a:lnTo>
                <a:lnTo>
                  <a:pt x="2161086" y="62402"/>
                </a:lnTo>
                <a:lnTo>
                  <a:pt x="2161073" y="62078"/>
                </a:lnTo>
                <a:lnTo>
                  <a:pt x="2161069" y="61751"/>
                </a:lnTo>
                <a:lnTo>
                  <a:pt x="2161079" y="61167"/>
                </a:lnTo>
                <a:lnTo>
                  <a:pt x="2161107" y="60595"/>
                </a:lnTo>
                <a:lnTo>
                  <a:pt x="2161155" y="60037"/>
                </a:lnTo>
                <a:lnTo>
                  <a:pt x="2161222" y="59492"/>
                </a:lnTo>
                <a:lnTo>
                  <a:pt x="2161309" y="58960"/>
                </a:lnTo>
                <a:lnTo>
                  <a:pt x="2161414" y="58441"/>
                </a:lnTo>
                <a:lnTo>
                  <a:pt x="2161538" y="57935"/>
                </a:lnTo>
                <a:lnTo>
                  <a:pt x="2161682" y="57442"/>
                </a:lnTo>
                <a:lnTo>
                  <a:pt x="2161845" y="56962"/>
                </a:lnTo>
                <a:lnTo>
                  <a:pt x="2162027" y="56495"/>
                </a:lnTo>
                <a:lnTo>
                  <a:pt x="2162228" y="56041"/>
                </a:lnTo>
                <a:lnTo>
                  <a:pt x="2162449" y="55601"/>
                </a:lnTo>
                <a:lnTo>
                  <a:pt x="2162688" y="55173"/>
                </a:lnTo>
                <a:lnTo>
                  <a:pt x="2162947" y="54758"/>
                </a:lnTo>
                <a:lnTo>
                  <a:pt x="2163225" y="54356"/>
                </a:lnTo>
                <a:lnTo>
                  <a:pt x="2163522" y="53968"/>
                </a:lnTo>
                <a:lnTo>
                  <a:pt x="2163838" y="53592"/>
                </a:lnTo>
                <a:lnTo>
                  <a:pt x="2164173" y="53229"/>
                </a:lnTo>
                <a:lnTo>
                  <a:pt x="2164528" y="52880"/>
                </a:lnTo>
                <a:lnTo>
                  <a:pt x="2164901" y="52543"/>
                </a:lnTo>
                <a:lnTo>
                  <a:pt x="2165294" y="52220"/>
                </a:lnTo>
                <a:lnTo>
                  <a:pt x="2165706" y="51909"/>
                </a:lnTo>
                <a:lnTo>
                  <a:pt x="2166137" y="51612"/>
                </a:lnTo>
                <a:lnTo>
                  <a:pt x="2166587" y="51327"/>
                </a:lnTo>
                <a:lnTo>
                  <a:pt x="2167053" y="51055"/>
                </a:lnTo>
                <a:lnTo>
                  <a:pt x="2167530" y="50794"/>
                </a:lnTo>
                <a:lnTo>
                  <a:pt x="2168019" y="50545"/>
                </a:lnTo>
                <a:lnTo>
                  <a:pt x="2168520" y="50307"/>
                </a:lnTo>
                <a:lnTo>
                  <a:pt x="2169032" y="50081"/>
                </a:lnTo>
                <a:lnTo>
                  <a:pt x="2169556" y="49867"/>
                </a:lnTo>
                <a:lnTo>
                  <a:pt x="2170091" y="49664"/>
                </a:lnTo>
                <a:lnTo>
                  <a:pt x="2170638" y="49473"/>
                </a:lnTo>
                <a:lnTo>
                  <a:pt x="2171197" y="49293"/>
                </a:lnTo>
                <a:lnTo>
                  <a:pt x="2171767" y="49125"/>
                </a:lnTo>
                <a:lnTo>
                  <a:pt x="2172349" y="48968"/>
                </a:lnTo>
                <a:lnTo>
                  <a:pt x="2172943" y="48824"/>
                </a:lnTo>
                <a:lnTo>
                  <a:pt x="2173548" y="48690"/>
                </a:lnTo>
                <a:lnTo>
                  <a:pt x="2174165" y="48569"/>
                </a:lnTo>
                <a:lnTo>
                  <a:pt x="2174794" y="48459"/>
                </a:lnTo>
                <a:lnTo>
                  <a:pt x="2175434" y="48360"/>
                </a:lnTo>
                <a:lnTo>
                  <a:pt x="2176086" y="48273"/>
                </a:lnTo>
                <a:lnTo>
                  <a:pt x="2176749" y="48198"/>
                </a:lnTo>
                <a:lnTo>
                  <a:pt x="2177424" y="48134"/>
                </a:lnTo>
                <a:lnTo>
                  <a:pt x="2178111" y="48082"/>
                </a:lnTo>
                <a:lnTo>
                  <a:pt x="2178809" y="48041"/>
                </a:lnTo>
                <a:lnTo>
                  <a:pt x="2179519" y="48012"/>
                </a:lnTo>
                <a:lnTo>
                  <a:pt x="2180241" y="47995"/>
                </a:lnTo>
                <a:lnTo>
                  <a:pt x="2180974" y="47989"/>
                </a:lnTo>
                <a:lnTo>
                  <a:pt x="2181700" y="47997"/>
                </a:lnTo>
                <a:lnTo>
                  <a:pt x="2182417" y="48020"/>
                </a:lnTo>
                <a:lnTo>
                  <a:pt x="2183125" y="48059"/>
                </a:lnTo>
                <a:lnTo>
                  <a:pt x="2183824" y="48113"/>
                </a:lnTo>
                <a:lnTo>
                  <a:pt x="2184513" y="48182"/>
                </a:lnTo>
                <a:lnTo>
                  <a:pt x="2185193" y="48267"/>
                </a:lnTo>
                <a:lnTo>
                  <a:pt x="2185864" y="48367"/>
                </a:lnTo>
                <a:lnTo>
                  <a:pt x="2186525" y="48483"/>
                </a:lnTo>
                <a:lnTo>
                  <a:pt x="2187178" y="48614"/>
                </a:lnTo>
                <a:lnTo>
                  <a:pt x="2187821" y="48761"/>
                </a:lnTo>
                <a:lnTo>
                  <a:pt x="2188454" y="48923"/>
                </a:lnTo>
                <a:lnTo>
                  <a:pt x="2189079" y="49101"/>
                </a:lnTo>
                <a:lnTo>
                  <a:pt x="2189694" y="49294"/>
                </a:lnTo>
                <a:lnTo>
                  <a:pt x="2190301" y="49502"/>
                </a:lnTo>
                <a:lnTo>
                  <a:pt x="2190897" y="49726"/>
                </a:lnTo>
                <a:lnTo>
                  <a:pt x="2191485" y="49965"/>
                </a:lnTo>
                <a:lnTo>
                  <a:pt x="2192064" y="50220"/>
                </a:lnTo>
                <a:lnTo>
                  <a:pt x="2192633" y="50490"/>
                </a:lnTo>
                <a:lnTo>
                  <a:pt x="2193193" y="50776"/>
                </a:lnTo>
                <a:lnTo>
                  <a:pt x="2193743" y="51077"/>
                </a:lnTo>
                <a:lnTo>
                  <a:pt x="2194285" y="51394"/>
                </a:lnTo>
                <a:lnTo>
                  <a:pt x="2194817" y="51725"/>
                </a:lnTo>
                <a:lnTo>
                  <a:pt x="2195340" y="52073"/>
                </a:lnTo>
                <a:lnTo>
                  <a:pt x="2195854" y="52436"/>
                </a:lnTo>
                <a:lnTo>
                  <a:pt x="2196352" y="52817"/>
                </a:lnTo>
                <a:lnTo>
                  <a:pt x="2196830" y="53221"/>
                </a:lnTo>
                <a:lnTo>
                  <a:pt x="2197286" y="53646"/>
                </a:lnTo>
                <a:lnTo>
                  <a:pt x="2197721" y="54093"/>
                </a:lnTo>
                <a:lnTo>
                  <a:pt x="2198134" y="54562"/>
                </a:lnTo>
                <a:lnTo>
                  <a:pt x="2198527" y="55053"/>
                </a:lnTo>
                <a:lnTo>
                  <a:pt x="2198898" y="55566"/>
                </a:lnTo>
                <a:lnTo>
                  <a:pt x="2199248" y="56101"/>
                </a:lnTo>
                <a:lnTo>
                  <a:pt x="2199577" y="56658"/>
                </a:lnTo>
                <a:lnTo>
                  <a:pt x="2199884" y="57237"/>
                </a:lnTo>
                <a:lnTo>
                  <a:pt x="2200171" y="57837"/>
                </a:lnTo>
                <a:lnTo>
                  <a:pt x="2200436" y="58460"/>
                </a:lnTo>
                <a:lnTo>
                  <a:pt x="2200680" y="59104"/>
                </a:lnTo>
                <a:lnTo>
                  <a:pt x="2200903" y="59770"/>
                </a:lnTo>
                <a:lnTo>
                  <a:pt x="2201104" y="60459"/>
                </a:lnTo>
                <a:lnTo>
                  <a:pt x="2201284" y="61169"/>
                </a:lnTo>
                <a:lnTo>
                  <a:pt x="2201443" y="61901"/>
                </a:lnTo>
                <a:lnTo>
                  <a:pt x="2201581" y="62655"/>
                </a:lnTo>
                <a:lnTo>
                  <a:pt x="2201698" y="63431"/>
                </a:lnTo>
                <a:lnTo>
                  <a:pt x="2201794" y="64228"/>
                </a:lnTo>
                <a:lnTo>
                  <a:pt x="2201868" y="65048"/>
                </a:lnTo>
                <a:lnTo>
                  <a:pt x="2201921" y="65890"/>
                </a:lnTo>
                <a:lnTo>
                  <a:pt x="2201953" y="66753"/>
                </a:lnTo>
                <a:lnTo>
                  <a:pt x="2201963" y="67639"/>
                </a:lnTo>
                <a:lnTo>
                  <a:pt x="2217927" y="67639"/>
                </a:lnTo>
                <a:lnTo>
                  <a:pt x="2217922" y="66933"/>
                </a:lnTo>
                <a:lnTo>
                  <a:pt x="2217906" y="66235"/>
                </a:lnTo>
                <a:lnTo>
                  <a:pt x="2217881" y="65546"/>
                </a:lnTo>
                <a:lnTo>
                  <a:pt x="2217845" y="64865"/>
                </a:lnTo>
                <a:lnTo>
                  <a:pt x="2217798" y="64193"/>
                </a:lnTo>
                <a:lnTo>
                  <a:pt x="2217742" y="63529"/>
                </a:lnTo>
                <a:lnTo>
                  <a:pt x="2217675" y="62874"/>
                </a:lnTo>
                <a:lnTo>
                  <a:pt x="2217598" y="62227"/>
                </a:lnTo>
                <a:lnTo>
                  <a:pt x="2217511" y="61588"/>
                </a:lnTo>
                <a:lnTo>
                  <a:pt x="2217414" y="60958"/>
                </a:lnTo>
                <a:lnTo>
                  <a:pt x="2217306" y="60337"/>
                </a:lnTo>
                <a:lnTo>
                  <a:pt x="2217188" y="59724"/>
                </a:lnTo>
                <a:lnTo>
                  <a:pt x="2217059" y="59119"/>
                </a:lnTo>
                <a:lnTo>
                  <a:pt x="2216921" y="58523"/>
                </a:lnTo>
                <a:lnTo>
                  <a:pt x="2216772" y="57935"/>
                </a:lnTo>
                <a:lnTo>
                  <a:pt x="2216613" y="57356"/>
                </a:lnTo>
                <a:lnTo>
                  <a:pt x="2216443" y="56785"/>
                </a:lnTo>
                <a:lnTo>
                  <a:pt x="2216264" y="56223"/>
                </a:lnTo>
                <a:lnTo>
                  <a:pt x="2216074" y="55669"/>
                </a:lnTo>
                <a:lnTo>
                  <a:pt x="2215874" y="55124"/>
                </a:lnTo>
                <a:lnTo>
                  <a:pt x="2215663" y="54587"/>
                </a:lnTo>
                <a:lnTo>
                  <a:pt x="2215443" y="54059"/>
                </a:lnTo>
                <a:lnTo>
                  <a:pt x="2215212" y="53539"/>
                </a:lnTo>
                <a:lnTo>
                  <a:pt x="2214971" y="53027"/>
                </a:lnTo>
                <a:lnTo>
                  <a:pt x="2214720" y="52524"/>
                </a:lnTo>
                <a:lnTo>
                  <a:pt x="2214463" y="52028"/>
                </a:lnTo>
                <a:lnTo>
                  <a:pt x="2214198" y="51540"/>
                </a:lnTo>
                <a:lnTo>
                  <a:pt x="2213926" y="51060"/>
                </a:lnTo>
                <a:lnTo>
                  <a:pt x="2213647" y="50587"/>
                </a:lnTo>
                <a:lnTo>
                  <a:pt x="2213360" y="50123"/>
                </a:lnTo>
                <a:lnTo>
                  <a:pt x="2213066" y="49666"/>
                </a:lnTo>
                <a:lnTo>
                  <a:pt x="2212764" y="49216"/>
                </a:lnTo>
                <a:lnTo>
                  <a:pt x="2212455" y="48775"/>
                </a:lnTo>
                <a:lnTo>
                  <a:pt x="2212139" y="48341"/>
                </a:lnTo>
                <a:lnTo>
                  <a:pt x="2211816" y="47915"/>
                </a:lnTo>
                <a:lnTo>
                  <a:pt x="2211485" y="47497"/>
                </a:lnTo>
                <a:lnTo>
                  <a:pt x="2211146" y="47087"/>
                </a:lnTo>
                <a:lnTo>
                  <a:pt x="2210801" y="46684"/>
                </a:lnTo>
                <a:lnTo>
                  <a:pt x="2210448" y="46289"/>
                </a:lnTo>
                <a:lnTo>
                  <a:pt x="2210087" y="45902"/>
                </a:lnTo>
                <a:lnTo>
                  <a:pt x="2209720" y="45523"/>
                </a:lnTo>
                <a:lnTo>
                  <a:pt x="2209344" y="45151"/>
                </a:lnTo>
                <a:lnTo>
                  <a:pt x="2208962" y="44787"/>
                </a:lnTo>
                <a:lnTo>
                  <a:pt x="2208572" y="44431"/>
                </a:lnTo>
                <a:lnTo>
                  <a:pt x="2208175" y="44082"/>
                </a:lnTo>
                <a:lnTo>
                  <a:pt x="2207771" y="43742"/>
                </a:lnTo>
                <a:lnTo>
                  <a:pt x="2207359" y="43409"/>
                </a:lnTo>
                <a:lnTo>
                  <a:pt x="2206939" y="43084"/>
                </a:lnTo>
                <a:lnTo>
                  <a:pt x="2206514" y="42766"/>
                </a:lnTo>
                <a:lnTo>
                  <a:pt x="2206083" y="42455"/>
                </a:lnTo>
                <a:lnTo>
                  <a:pt x="2205646" y="42151"/>
                </a:lnTo>
                <a:lnTo>
                  <a:pt x="2205204" y="41854"/>
                </a:lnTo>
                <a:lnTo>
                  <a:pt x="2204757" y="41564"/>
                </a:lnTo>
                <a:lnTo>
                  <a:pt x="2204304" y="41281"/>
                </a:lnTo>
                <a:lnTo>
                  <a:pt x="2203845" y="41006"/>
                </a:lnTo>
                <a:lnTo>
                  <a:pt x="2203381" y="40737"/>
                </a:lnTo>
                <a:lnTo>
                  <a:pt x="2202912" y="40476"/>
                </a:lnTo>
                <a:lnTo>
                  <a:pt x="2202437" y="40221"/>
                </a:lnTo>
                <a:lnTo>
                  <a:pt x="2201956" y="39974"/>
                </a:lnTo>
                <a:lnTo>
                  <a:pt x="2201471" y="39733"/>
                </a:lnTo>
                <a:lnTo>
                  <a:pt x="2200979" y="39500"/>
                </a:lnTo>
                <a:lnTo>
                  <a:pt x="2200482" y="39274"/>
                </a:lnTo>
                <a:lnTo>
                  <a:pt x="2199980" y="39054"/>
                </a:lnTo>
                <a:lnTo>
                  <a:pt x="2199472" y="38842"/>
                </a:lnTo>
                <a:lnTo>
                  <a:pt x="2198959" y="38637"/>
                </a:lnTo>
                <a:lnTo>
                  <a:pt x="2198440" y="38439"/>
                </a:lnTo>
                <a:lnTo>
                  <a:pt x="2197916" y="38248"/>
                </a:lnTo>
                <a:lnTo>
                  <a:pt x="2197387" y="38064"/>
                </a:lnTo>
                <a:lnTo>
                  <a:pt x="2196851" y="37887"/>
                </a:lnTo>
                <a:lnTo>
                  <a:pt x="2196311" y="37718"/>
                </a:lnTo>
                <a:lnTo>
                  <a:pt x="2195765" y="37555"/>
                </a:lnTo>
                <a:lnTo>
                  <a:pt x="2195213" y="37399"/>
                </a:lnTo>
                <a:lnTo>
                  <a:pt x="2194657" y="37250"/>
                </a:lnTo>
                <a:lnTo>
                  <a:pt x="2194098" y="37107"/>
                </a:lnTo>
                <a:lnTo>
                  <a:pt x="2193536" y="36971"/>
                </a:lnTo>
                <a:lnTo>
                  <a:pt x="2192970" y="36841"/>
                </a:lnTo>
                <a:lnTo>
                  <a:pt x="2192401" y="36717"/>
                </a:lnTo>
                <a:lnTo>
                  <a:pt x="2191829" y="36600"/>
                </a:lnTo>
                <a:lnTo>
                  <a:pt x="2191254" y="36489"/>
                </a:lnTo>
                <a:lnTo>
                  <a:pt x="2190675" y="36385"/>
                </a:lnTo>
                <a:lnTo>
                  <a:pt x="2190093" y="36286"/>
                </a:lnTo>
                <a:lnTo>
                  <a:pt x="2189508" y="36194"/>
                </a:lnTo>
                <a:lnTo>
                  <a:pt x="2188919" y="36109"/>
                </a:lnTo>
                <a:lnTo>
                  <a:pt x="2188328" y="36030"/>
                </a:lnTo>
                <a:lnTo>
                  <a:pt x="2187733" y="35957"/>
                </a:lnTo>
                <a:lnTo>
                  <a:pt x="2187135" y="35890"/>
                </a:lnTo>
                <a:lnTo>
                  <a:pt x="2186533" y="35830"/>
                </a:lnTo>
                <a:lnTo>
                  <a:pt x="2185929" y="35776"/>
                </a:lnTo>
                <a:lnTo>
                  <a:pt x="2185321" y="35728"/>
                </a:lnTo>
                <a:lnTo>
                  <a:pt x="2184709" y="35687"/>
                </a:lnTo>
                <a:lnTo>
                  <a:pt x="2184095" y="35652"/>
                </a:lnTo>
                <a:lnTo>
                  <a:pt x="2183477" y="35624"/>
                </a:lnTo>
                <a:lnTo>
                  <a:pt x="2182856" y="35602"/>
                </a:lnTo>
                <a:lnTo>
                  <a:pt x="2182232" y="35586"/>
                </a:lnTo>
                <a:lnTo>
                  <a:pt x="2181605" y="35576"/>
                </a:lnTo>
                <a:lnTo>
                  <a:pt x="2180974" y="35573"/>
                </a:lnTo>
                <a:lnTo>
                  <a:pt x="2180336" y="35576"/>
                </a:lnTo>
                <a:lnTo>
                  <a:pt x="2179701" y="35585"/>
                </a:lnTo>
                <a:lnTo>
                  <a:pt x="2179070" y="35599"/>
                </a:lnTo>
                <a:lnTo>
                  <a:pt x="2178442" y="35620"/>
                </a:lnTo>
                <a:lnTo>
                  <a:pt x="2177819" y="35646"/>
                </a:lnTo>
                <a:lnTo>
                  <a:pt x="2177199" y="35678"/>
                </a:lnTo>
                <a:lnTo>
                  <a:pt x="2176583" y="35716"/>
                </a:lnTo>
                <a:lnTo>
                  <a:pt x="2175970" y="35759"/>
                </a:lnTo>
                <a:lnTo>
                  <a:pt x="2175362" y="35809"/>
                </a:lnTo>
                <a:lnTo>
                  <a:pt x="2174757" y="35864"/>
                </a:lnTo>
                <a:lnTo>
                  <a:pt x="2174156" y="35925"/>
                </a:lnTo>
                <a:lnTo>
                  <a:pt x="2173559" y="35992"/>
                </a:lnTo>
                <a:lnTo>
                  <a:pt x="2172966" y="36065"/>
                </a:lnTo>
                <a:lnTo>
                  <a:pt x="2172376" y="36143"/>
                </a:lnTo>
                <a:lnTo>
                  <a:pt x="2171790" y="36227"/>
                </a:lnTo>
                <a:lnTo>
                  <a:pt x="2171208" y="36318"/>
                </a:lnTo>
                <a:lnTo>
                  <a:pt x="2170629" y="36414"/>
                </a:lnTo>
                <a:lnTo>
                  <a:pt x="2170055" y="36515"/>
                </a:lnTo>
                <a:lnTo>
                  <a:pt x="2169484" y="36623"/>
                </a:lnTo>
                <a:lnTo>
                  <a:pt x="2168917" y="36736"/>
                </a:lnTo>
                <a:lnTo>
                  <a:pt x="2168353" y="36856"/>
                </a:lnTo>
                <a:lnTo>
                  <a:pt x="2167794" y="36981"/>
                </a:lnTo>
                <a:lnTo>
                  <a:pt x="2167238" y="37112"/>
                </a:lnTo>
                <a:lnTo>
                  <a:pt x="2166686" y="37248"/>
                </a:lnTo>
                <a:lnTo>
                  <a:pt x="2166139" y="37390"/>
                </a:lnTo>
                <a:lnTo>
                  <a:pt x="2165597" y="37539"/>
                </a:lnTo>
                <a:lnTo>
                  <a:pt x="2165062" y="37692"/>
                </a:lnTo>
                <a:lnTo>
                  <a:pt x="2164533" y="37852"/>
                </a:lnTo>
                <a:lnTo>
                  <a:pt x="2164010" y="38018"/>
                </a:lnTo>
                <a:lnTo>
                  <a:pt x="2163492" y="38189"/>
                </a:lnTo>
                <a:lnTo>
                  <a:pt x="2162981" y="38366"/>
                </a:lnTo>
                <a:lnTo>
                  <a:pt x="2162476" y="38549"/>
                </a:lnTo>
                <a:lnTo>
                  <a:pt x="2161977" y="38738"/>
                </a:lnTo>
                <a:lnTo>
                  <a:pt x="2161483" y="38933"/>
                </a:lnTo>
                <a:lnTo>
                  <a:pt x="2160996" y="39134"/>
                </a:lnTo>
                <a:lnTo>
                  <a:pt x="2160515" y="39340"/>
                </a:lnTo>
                <a:lnTo>
                  <a:pt x="2160039" y="39552"/>
                </a:lnTo>
                <a:lnTo>
                  <a:pt x="2159570" y="39770"/>
                </a:lnTo>
                <a:lnTo>
                  <a:pt x="2159107" y="39994"/>
                </a:lnTo>
                <a:lnTo>
                  <a:pt x="2158649" y="40224"/>
                </a:lnTo>
                <a:lnTo>
                  <a:pt x="2158198" y="40459"/>
                </a:lnTo>
                <a:lnTo>
                  <a:pt x="2157753" y="40700"/>
                </a:lnTo>
                <a:lnTo>
                  <a:pt x="2157313" y="40948"/>
                </a:lnTo>
                <a:lnTo>
                  <a:pt x="2156880" y="41201"/>
                </a:lnTo>
                <a:lnTo>
                  <a:pt x="2156452" y="41459"/>
                </a:lnTo>
                <a:lnTo>
                  <a:pt x="2156031" y="41724"/>
                </a:lnTo>
                <a:lnTo>
                  <a:pt x="2155615" y="41994"/>
                </a:lnTo>
                <a:lnTo>
                  <a:pt x="2155206" y="42271"/>
                </a:lnTo>
                <a:lnTo>
                  <a:pt x="2154803" y="42553"/>
                </a:lnTo>
                <a:lnTo>
                  <a:pt x="2154408" y="42840"/>
                </a:lnTo>
                <a:lnTo>
                  <a:pt x="2154020" y="43134"/>
                </a:lnTo>
                <a:lnTo>
                  <a:pt x="2153640" y="43433"/>
                </a:lnTo>
                <a:lnTo>
                  <a:pt x="2153268" y="43738"/>
                </a:lnTo>
                <a:lnTo>
                  <a:pt x="2152903" y="44049"/>
                </a:lnTo>
                <a:lnTo>
                  <a:pt x="2152545" y="44366"/>
                </a:lnTo>
                <a:lnTo>
                  <a:pt x="2152195" y="44688"/>
                </a:lnTo>
                <a:lnTo>
                  <a:pt x="2151852" y="45017"/>
                </a:lnTo>
                <a:lnTo>
                  <a:pt x="2151517" y="45351"/>
                </a:lnTo>
                <a:lnTo>
                  <a:pt x="2151190" y="45691"/>
                </a:lnTo>
                <a:lnTo>
                  <a:pt x="2150870" y="46037"/>
                </a:lnTo>
                <a:lnTo>
                  <a:pt x="2150558" y="46388"/>
                </a:lnTo>
                <a:lnTo>
                  <a:pt x="2150253" y="46746"/>
                </a:lnTo>
                <a:lnTo>
                  <a:pt x="2149956" y="47109"/>
                </a:lnTo>
                <a:lnTo>
                  <a:pt x="2149666" y="47478"/>
                </a:lnTo>
                <a:lnTo>
                  <a:pt x="2149383" y="47853"/>
                </a:lnTo>
                <a:lnTo>
                  <a:pt x="2149109" y="48234"/>
                </a:lnTo>
                <a:lnTo>
                  <a:pt x="2148841" y="48620"/>
                </a:lnTo>
                <a:lnTo>
                  <a:pt x="2148582" y="49013"/>
                </a:lnTo>
                <a:lnTo>
                  <a:pt x="2148330" y="49411"/>
                </a:lnTo>
                <a:lnTo>
                  <a:pt x="2148085" y="49815"/>
                </a:lnTo>
                <a:lnTo>
                  <a:pt x="2147848" y="50225"/>
                </a:lnTo>
                <a:lnTo>
                  <a:pt x="2147618" y="50640"/>
                </a:lnTo>
                <a:lnTo>
                  <a:pt x="2147397" y="51062"/>
                </a:lnTo>
                <a:lnTo>
                  <a:pt x="2147185" y="51488"/>
                </a:lnTo>
                <a:lnTo>
                  <a:pt x="2146983" y="51921"/>
                </a:lnTo>
                <a:lnTo>
                  <a:pt x="2146790" y="52358"/>
                </a:lnTo>
                <a:lnTo>
                  <a:pt x="2146607" y="52801"/>
                </a:lnTo>
                <a:lnTo>
                  <a:pt x="2146433" y="53250"/>
                </a:lnTo>
                <a:lnTo>
                  <a:pt x="2146268" y="53704"/>
                </a:lnTo>
                <a:lnTo>
                  <a:pt x="2146113" y="54164"/>
                </a:lnTo>
                <a:lnTo>
                  <a:pt x="2145967" y="54629"/>
                </a:lnTo>
                <a:lnTo>
                  <a:pt x="2145831" y="55099"/>
                </a:lnTo>
                <a:lnTo>
                  <a:pt x="2145704" y="55575"/>
                </a:lnTo>
                <a:lnTo>
                  <a:pt x="2145586" y="56056"/>
                </a:lnTo>
                <a:lnTo>
                  <a:pt x="2145478" y="56543"/>
                </a:lnTo>
                <a:lnTo>
                  <a:pt x="2145379" y="57035"/>
                </a:lnTo>
                <a:lnTo>
                  <a:pt x="2145290" y="57533"/>
                </a:lnTo>
                <a:lnTo>
                  <a:pt x="2145210" y="58036"/>
                </a:lnTo>
                <a:lnTo>
                  <a:pt x="2145139" y="58545"/>
                </a:lnTo>
                <a:lnTo>
                  <a:pt x="2145078" y="59059"/>
                </a:lnTo>
                <a:lnTo>
                  <a:pt x="2145026" y="59579"/>
                </a:lnTo>
                <a:lnTo>
                  <a:pt x="2144984" y="60104"/>
                </a:lnTo>
                <a:lnTo>
                  <a:pt x="2144951" y="60635"/>
                </a:lnTo>
                <a:lnTo>
                  <a:pt x="2144927" y="61171"/>
                </a:lnTo>
                <a:lnTo>
                  <a:pt x="2144913" y="61712"/>
                </a:lnTo>
                <a:lnTo>
                  <a:pt x="2144908" y="62259"/>
                </a:lnTo>
                <a:lnTo>
                  <a:pt x="2144915" y="62956"/>
                </a:lnTo>
                <a:lnTo>
                  <a:pt x="2144935" y="63643"/>
                </a:lnTo>
                <a:lnTo>
                  <a:pt x="2144968" y="64319"/>
                </a:lnTo>
                <a:lnTo>
                  <a:pt x="2145015" y="64986"/>
                </a:lnTo>
                <a:lnTo>
                  <a:pt x="2145075" y="65643"/>
                </a:lnTo>
                <a:lnTo>
                  <a:pt x="2145149" y="66289"/>
                </a:lnTo>
                <a:lnTo>
                  <a:pt x="2145235" y="66926"/>
                </a:lnTo>
                <a:lnTo>
                  <a:pt x="2145335" y="67552"/>
                </a:lnTo>
                <a:lnTo>
                  <a:pt x="2145449" y="68169"/>
                </a:lnTo>
                <a:lnTo>
                  <a:pt x="2145576" y="68775"/>
                </a:lnTo>
                <a:lnTo>
                  <a:pt x="2145716" y="69372"/>
                </a:lnTo>
                <a:lnTo>
                  <a:pt x="2145869" y="69958"/>
                </a:lnTo>
                <a:lnTo>
                  <a:pt x="2146036" y="70535"/>
                </a:lnTo>
                <a:lnTo>
                  <a:pt x="2146216" y="71101"/>
                </a:lnTo>
                <a:lnTo>
                  <a:pt x="2146410" y="71657"/>
                </a:lnTo>
                <a:lnTo>
                  <a:pt x="2146616" y="72203"/>
                </a:lnTo>
                <a:lnTo>
                  <a:pt x="2146837" y="72739"/>
                </a:lnTo>
                <a:lnTo>
                  <a:pt x="2147070" y="73266"/>
                </a:lnTo>
                <a:lnTo>
                  <a:pt x="2147317" y="73782"/>
                </a:lnTo>
                <a:lnTo>
                  <a:pt x="2147577" y="74288"/>
                </a:lnTo>
                <a:lnTo>
                  <a:pt x="2147851" y="74784"/>
                </a:lnTo>
                <a:lnTo>
                  <a:pt x="2148138" y="75270"/>
                </a:lnTo>
                <a:lnTo>
                  <a:pt x="2148438" y="75746"/>
                </a:lnTo>
                <a:lnTo>
                  <a:pt x="2148751" y="76212"/>
                </a:lnTo>
                <a:lnTo>
                  <a:pt x="2149078" y="76669"/>
                </a:lnTo>
                <a:lnTo>
                  <a:pt x="2149419" y="77120"/>
                </a:lnTo>
                <a:lnTo>
                  <a:pt x="2149772" y="77564"/>
                </a:lnTo>
                <a:lnTo>
                  <a:pt x="2150139" y="78002"/>
                </a:lnTo>
                <a:lnTo>
                  <a:pt x="2150520" y="78432"/>
                </a:lnTo>
                <a:lnTo>
                  <a:pt x="2150913" y="78856"/>
                </a:lnTo>
                <a:lnTo>
                  <a:pt x="2151320" y="79274"/>
                </a:lnTo>
                <a:lnTo>
                  <a:pt x="2151741" y="79684"/>
                </a:lnTo>
                <a:lnTo>
                  <a:pt x="2152174" y="80088"/>
                </a:lnTo>
                <a:lnTo>
                  <a:pt x="2152621" y="80486"/>
                </a:lnTo>
                <a:lnTo>
                  <a:pt x="2153082" y="80876"/>
                </a:lnTo>
                <a:lnTo>
                  <a:pt x="2153555" y="81260"/>
                </a:lnTo>
                <a:lnTo>
                  <a:pt x="2154042" y="81637"/>
                </a:lnTo>
                <a:lnTo>
                  <a:pt x="2154543" y="82008"/>
                </a:lnTo>
                <a:lnTo>
                  <a:pt x="2155057" y="82372"/>
                </a:lnTo>
                <a:lnTo>
                  <a:pt x="2155584" y="82729"/>
                </a:lnTo>
                <a:lnTo>
                  <a:pt x="2156124" y="83079"/>
                </a:lnTo>
                <a:lnTo>
                  <a:pt x="2156678" y="83423"/>
                </a:lnTo>
                <a:lnTo>
                  <a:pt x="2157245" y="83760"/>
                </a:lnTo>
                <a:lnTo>
                  <a:pt x="2157825" y="84091"/>
                </a:lnTo>
                <a:lnTo>
                  <a:pt x="2158419" y="84414"/>
                </a:lnTo>
                <a:lnTo>
                  <a:pt x="2159026" y="84731"/>
                </a:lnTo>
                <a:lnTo>
                  <a:pt x="2159647" y="85041"/>
                </a:lnTo>
                <a:lnTo>
                  <a:pt x="2160281" y="85345"/>
                </a:lnTo>
                <a:lnTo>
                  <a:pt x="2160927" y="85644"/>
                </a:lnTo>
                <a:lnTo>
                  <a:pt x="2161586" y="85939"/>
                </a:lnTo>
                <a:lnTo>
                  <a:pt x="2162258" y="86232"/>
                </a:lnTo>
                <a:lnTo>
                  <a:pt x="2162941" y="86521"/>
                </a:lnTo>
                <a:lnTo>
                  <a:pt x="2163637" y="86808"/>
                </a:lnTo>
                <a:lnTo>
                  <a:pt x="2164345" y="87091"/>
                </a:lnTo>
                <a:lnTo>
                  <a:pt x="2165066" y="87372"/>
                </a:lnTo>
                <a:lnTo>
                  <a:pt x="2165799" y="87649"/>
                </a:lnTo>
                <a:lnTo>
                  <a:pt x="2166544" y="87924"/>
                </a:lnTo>
                <a:lnTo>
                  <a:pt x="2167302" y="88196"/>
                </a:lnTo>
                <a:lnTo>
                  <a:pt x="2168072" y="88464"/>
                </a:lnTo>
                <a:lnTo>
                  <a:pt x="2168854" y="88730"/>
                </a:lnTo>
                <a:lnTo>
                  <a:pt x="2169648" y="88993"/>
                </a:lnTo>
                <a:lnTo>
                  <a:pt x="2170455" y="89252"/>
                </a:lnTo>
                <a:lnTo>
                  <a:pt x="2171274" y="89509"/>
                </a:lnTo>
                <a:lnTo>
                  <a:pt x="2172106" y="89763"/>
                </a:lnTo>
                <a:lnTo>
                  <a:pt x="2172949" y="90014"/>
                </a:lnTo>
                <a:lnTo>
                  <a:pt x="2173805" y="90261"/>
                </a:lnTo>
                <a:lnTo>
                  <a:pt x="2174674" y="90506"/>
                </a:lnTo>
                <a:lnTo>
                  <a:pt x="2175554" y="90748"/>
                </a:lnTo>
                <a:lnTo>
                  <a:pt x="2176447" y="90987"/>
                </a:lnTo>
                <a:lnTo>
                  <a:pt x="2177353" y="91223"/>
                </a:lnTo>
                <a:lnTo>
                  <a:pt x="2178270" y="91456"/>
                </a:lnTo>
                <a:lnTo>
                  <a:pt x="2179200" y="91686"/>
                </a:lnTo>
                <a:lnTo>
                  <a:pt x="2180336" y="91965"/>
                </a:lnTo>
                <a:lnTo>
                  <a:pt x="2181442" y="92245"/>
                </a:lnTo>
                <a:lnTo>
                  <a:pt x="2182519" y="92526"/>
                </a:lnTo>
                <a:lnTo>
                  <a:pt x="2183568" y="92807"/>
                </a:lnTo>
                <a:lnTo>
                  <a:pt x="2184587" y="93089"/>
                </a:lnTo>
                <a:lnTo>
                  <a:pt x="2185578" y="93372"/>
                </a:lnTo>
                <a:lnTo>
                  <a:pt x="2186540" y="93656"/>
                </a:lnTo>
                <a:lnTo>
                  <a:pt x="2187472" y="93940"/>
                </a:lnTo>
                <a:lnTo>
                  <a:pt x="2188376" y="94225"/>
                </a:lnTo>
                <a:lnTo>
                  <a:pt x="2189251" y="94511"/>
                </a:lnTo>
                <a:lnTo>
                  <a:pt x="2190097" y="94797"/>
                </a:lnTo>
                <a:lnTo>
                  <a:pt x="2190914" y="95084"/>
                </a:lnTo>
                <a:lnTo>
                  <a:pt x="2191703" y="95372"/>
                </a:lnTo>
                <a:lnTo>
                  <a:pt x="2192462" y="95661"/>
                </a:lnTo>
                <a:lnTo>
                  <a:pt x="2193192" y="95950"/>
                </a:lnTo>
                <a:lnTo>
                  <a:pt x="2193894" y="96240"/>
                </a:lnTo>
                <a:lnTo>
                  <a:pt x="2194566" y="96531"/>
                </a:lnTo>
                <a:lnTo>
                  <a:pt x="2195210" y="96823"/>
                </a:lnTo>
                <a:lnTo>
                  <a:pt x="2195825" y="97115"/>
                </a:lnTo>
                <a:lnTo>
                  <a:pt x="2196411" y="97408"/>
                </a:lnTo>
                <a:lnTo>
                  <a:pt x="2196968" y="97701"/>
                </a:lnTo>
                <a:lnTo>
                  <a:pt x="2197496" y="97996"/>
                </a:lnTo>
                <a:lnTo>
                  <a:pt x="2197995" y="98291"/>
                </a:lnTo>
                <a:lnTo>
                  <a:pt x="2198465" y="98586"/>
                </a:lnTo>
                <a:lnTo>
                  <a:pt x="2198911" y="98889"/>
                </a:lnTo>
                <a:lnTo>
                  <a:pt x="2199339" y="99204"/>
                </a:lnTo>
                <a:lnTo>
                  <a:pt x="2199747" y="99533"/>
                </a:lnTo>
                <a:lnTo>
                  <a:pt x="2200136" y="99874"/>
                </a:lnTo>
                <a:lnTo>
                  <a:pt x="2200506" y="100229"/>
                </a:lnTo>
                <a:lnTo>
                  <a:pt x="2200858" y="100596"/>
                </a:lnTo>
                <a:lnTo>
                  <a:pt x="2201190" y="100977"/>
                </a:lnTo>
                <a:lnTo>
                  <a:pt x="2201503" y="101371"/>
                </a:lnTo>
                <a:lnTo>
                  <a:pt x="2201798" y="101778"/>
                </a:lnTo>
                <a:lnTo>
                  <a:pt x="2202073" y="102197"/>
                </a:lnTo>
                <a:lnTo>
                  <a:pt x="2202329" y="102630"/>
                </a:lnTo>
                <a:lnTo>
                  <a:pt x="2202567" y="103076"/>
                </a:lnTo>
                <a:lnTo>
                  <a:pt x="2202785" y="103535"/>
                </a:lnTo>
                <a:lnTo>
                  <a:pt x="2202985" y="104007"/>
                </a:lnTo>
                <a:lnTo>
                  <a:pt x="2203165" y="104492"/>
                </a:lnTo>
                <a:lnTo>
                  <a:pt x="2203326" y="104990"/>
                </a:lnTo>
                <a:lnTo>
                  <a:pt x="2203469" y="105501"/>
                </a:lnTo>
                <a:lnTo>
                  <a:pt x="2203592" y="106025"/>
                </a:lnTo>
                <a:lnTo>
                  <a:pt x="2203697" y="106563"/>
                </a:lnTo>
                <a:lnTo>
                  <a:pt x="2203782" y="107113"/>
                </a:lnTo>
                <a:lnTo>
                  <a:pt x="2203849" y="107676"/>
                </a:lnTo>
                <a:lnTo>
                  <a:pt x="2203896" y="108253"/>
                </a:lnTo>
                <a:lnTo>
                  <a:pt x="2203925" y="108842"/>
                </a:lnTo>
                <a:lnTo>
                  <a:pt x="2203934" y="109444"/>
                </a:lnTo>
                <a:lnTo>
                  <a:pt x="2203924" y="110162"/>
                </a:lnTo>
                <a:lnTo>
                  <a:pt x="2203892" y="110863"/>
                </a:lnTo>
                <a:lnTo>
                  <a:pt x="2203839" y="111547"/>
                </a:lnTo>
                <a:lnTo>
                  <a:pt x="2203766" y="112213"/>
                </a:lnTo>
                <a:lnTo>
                  <a:pt x="2203671" y="112863"/>
                </a:lnTo>
                <a:lnTo>
                  <a:pt x="2203555" y="113495"/>
                </a:lnTo>
                <a:lnTo>
                  <a:pt x="2203418" y="114110"/>
                </a:lnTo>
                <a:lnTo>
                  <a:pt x="2203261" y="114708"/>
                </a:lnTo>
                <a:lnTo>
                  <a:pt x="2203082" y="115289"/>
                </a:lnTo>
                <a:lnTo>
                  <a:pt x="2202882" y="115853"/>
                </a:lnTo>
                <a:lnTo>
                  <a:pt x="2202661" y="116400"/>
                </a:lnTo>
                <a:lnTo>
                  <a:pt x="2202419" y="116930"/>
                </a:lnTo>
                <a:lnTo>
                  <a:pt x="2202156" y="117442"/>
                </a:lnTo>
                <a:lnTo>
                  <a:pt x="2201872" y="117937"/>
                </a:lnTo>
                <a:lnTo>
                  <a:pt x="2201567" y="118416"/>
                </a:lnTo>
                <a:lnTo>
                  <a:pt x="2201241" y="118877"/>
                </a:lnTo>
                <a:lnTo>
                  <a:pt x="2200893" y="119321"/>
                </a:lnTo>
                <a:lnTo>
                  <a:pt x="2200525" y="119748"/>
                </a:lnTo>
                <a:lnTo>
                  <a:pt x="2200136" y="120158"/>
                </a:lnTo>
                <a:lnTo>
                  <a:pt x="2199726" y="120550"/>
                </a:lnTo>
                <a:lnTo>
                  <a:pt x="2199294" y="120926"/>
                </a:lnTo>
                <a:lnTo>
                  <a:pt x="2198842" y="121284"/>
                </a:lnTo>
                <a:lnTo>
                  <a:pt x="2198368" y="121625"/>
                </a:lnTo>
                <a:lnTo>
                  <a:pt x="2197874" y="121950"/>
                </a:lnTo>
                <a:lnTo>
                  <a:pt x="2197363" y="122259"/>
                </a:lnTo>
                <a:lnTo>
                  <a:pt x="2196841" y="122555"/>
                </a:lnTo>
                <a:lnTo>
                  <a:pt x="2196307" y="122837"/>
                </a:lnTo>
                <a:lnTo>
                  <a:pt x="2195762" y="123107"/>
                </a:lnTo>
                <a:lnTo>
                  <a:pt x="2195205" y="123363"/>
                </a:lnTo>
                <a:lnTo>
                  <a:pt x="2194637" y="123607"/>
                </a:lnTo>
                <a:lnTo>
                  <a:pt x="2194058" y="123837"/>
                </a:lnTo>
                <a:lnTo>
                  <a:pt x="2193467" y="124054"/>
                </a:lnTo>
                <a:lnTo>
                  <a:pt x="2192864" y="124258"/>
                </a:lnTo>
                <a:lnTo>
                  <a:pt x="2192251" y="124448"/>
                </a:lnTo>
                <a:lnTo>
                  <a:pt x="2191625" y="124626"/>
                </a:lnTo>
                <a:lnTo>
                  <a:pt x="2190988" y="124790"/>
                </a:lnTo>
                <a:lnTo>
                  <a:pt x="2190340" y="124942"/>
                </a:lnTo>
                <a:lnTo>
                  <a:pt x="2189680" y="125080"/>
                </a:lnTo>
                <a:lnTo>
                  <a:pt x="2189009" y="125205"/>
                </a:lnTo>
                <a:lnTo>
                  <a:pt x="2188326" y="125316"/>
                </a:lnTo>
                <a:lnTo>
                  <a:pt x="2187632" y="125415"/>
                </a:lnTo>
                <a:lnTo>
                  <a:pt x="2186927" y="125501"/>
                </a:lnTo>
                <a:lnTo>
                  <a:pt x="2186210" y="125573"/>
                </a:lnTo>
                <a:lnTo>
                  <a:pt x="2185481" y="125632"/>
                </a:lnTo>
                <a:lnTo>
                  <a:pt x="2184741" y="125678"/>
                </a:lnTo>
                <a:lnTo>
                  <a:pt x="2183990" y="125711"/>
                </a:lnTo>
                <a:lnTo>
                  <a:pt x="2183227" y="125731"/>
                </a:lnTo>
                <a:lnTo>
                  <a:pt x="2182452" y="125737"/>
                </a:lnTo>
                <a:lnTo>
                  <a:pt x="2181588" y="125729"/>
                </a:lnTo>
                <a:lnTo>
                  <a:pt x="2180736" y="125704"/>
                </a:lnTo>
                <a:lnTo>
                  <a:pt x="2179896" y="125662"/>
                </a:lnTo>
                <a:lnTo>
                  <a:pt x="2179068" y="125604"/>
                </a:lnTo>
                <a:lnTo>
                  <a:pt x="2178252" y="125529"/>
                </a:lnTo>
                <a:lnTo>
                  <a:pt x="2177448" y="125437"/>
                </a:lnTo>
                <a:lnTo>
                  <a:pt x="2176657" y="125329"/>
                </a:lnTo>
                <a:lnTo>
                  <a:pt x="2175877" y="125204"/>
                </a:lnTo>
                <a:lnTo>
                  <a:pt x="2175110" y="125062"/>
                </a:lnTo>
                <a:lnTo>
                  <a:pt x="2174355" y="124904"/>
                </a:lnTo>
                <a:lnTo>
                  <a:pt x="2173612" y="124729"/>
                </a:lnTo>
                <a:lnTo>
                  <a:pt x="2172882" y="124537"/>
                </a:lnTo>
                <a:lnTo>
                  <a:pt x="2172163" y="124329"/>
                </a:lnTo>
                <a:lnTo>
                  <a:pt x="2171456" y="124104"/>
                </a:lnTo>
                <a:lnTo>
                  <a:pt x="2170762" y="123862"/>
                </a:lnTo>
                <a:lnTo>
                  <a:pt x="2170080" y="123604"/>
                </a:lnTo>
                <a:lnTo>
                  <a:pt x="2169410" y="123329"/>
                </a:lnTo>
                <a:lnTo>
                  <a:pt x="2168752" y="123037"/>
                </a:lnTo>
                <a:lnTo>
                  <a:pt x="2168106" y="122729"/>
                </a:lnTo>
                <a:lnTo>
                  <a:pt x="2167473" y="122403"/>
                </a:lnTo>
                <a:lnTo>
                  <a:pt x="2166851" y="122062"/>
                </a:lnTo>
                <a:lnTo>
                  <a:pt x="2166242" y="121703"/>
                </a:lnTo>
                <a:lnTo>
                  <a:pt x="2165645" y="121328"/>
                </a:lnTo>
                <a:lnTo>
                  <a:pt x="2165060" y="120937"/>
                </a:lnTo>
                <a:lnTo>
                  <a:pt x="2164493" y="120524"/>
                </a:lnTo>
                <a:lnTo>
                  <a:pt x="2163950" y="120088"/>
                </a:lnTo>
                <a:lnTo>
                  <a:pt x="2163432" y="119628"/>
                </a:lnTo>
                <a:lnTo>
                  <a:pt x="2162937" y="119143"/>
                </a:lnTo>
                <a:lnTo>
                  <a:pt x="2162467" y="118634"/>
                </a:lnTo>
                <a:lnTo>
                  <a:pt x="2162021" y="118101"/>
                </a:lnTo>
                <a:lnTo>
                  <a:pt x="2161598" y="117544"/>
                </a:lnTo>
                <a:lnTo>
                  <a:pt x="2161200" y="116962"/>
                </a:lnTo>
                <a:lnTo>
                  <a:pt x="2160827" y="116356"/>
                </a:lnTo>
                <a:lnTo>
                  <a:pt x="2160477" y="115727"/>
                </a:lnTo>
                <a:lnTo>
                  <a:pt x="2160151" y="115073"/>
                </a:lnTo>
                <a:lnTo>
                  <a:pt x="2159850" y="114394"/>
                </a:lnTo>
                <a:lnTo>
                  <a:pt x="2159572" y="113692"/>
                </a:lnTo>
                <a:lnTo>
                  <a:pt x="2159319" y="112965"/>
                </a:lnTo>
                <a:lnTo>
                  <a:pt x="2159090" y="112215"/>
                </a:lnTo>
                <a:lnTo>
                  <a:pt x="2158885" y="111440"/>
                </a:lnTo>
                <a:lnTo>
                  <a:pt x="2158704" y="110641"/>
                </a:lnTo>
                <a:lnTo>
                  <a:pt x="2158547" y="109817"/>
                </a:lnTo>
                <a:lnTo>
                  <a:pt x="2158414" y="108970"/>
                </a:lnTo>
                <a:lnTo>
                  <a:pt x="2158306" y="108098"/>
                </a:lnTo>
                <a:lnTo>
                  <a:pt x="2158221" y="107202"/>
                </a:lnTo>
                <a:lnTo>
                  <a:pt x="2158161" y="106282"/>
                </a:lnTo>
                <a:lnTo>
                  <a:pt x="2158125" y="105338"/>
                </a:lnTo>
                <a:lnTo>
                  <a:pt x="2158113" y="104369"/>
                </a:lnTo>
                <a:lnTo>
                  <a:pt x="2142248" y="104369"/>
                </a:lnTo>
                <a:lnTo>
                  <a:pt x="2142253" y="105126"/>
                </a:lnTo>
                <a:lnTo>
                  <a:pt x="2142269" y="105873"/>
                </a:lnTo>
                <a:lnTo>
                  <a:pt x="2142296" y="106611"/>
                </a:lnTo>
                <a:lnTo>
                  <a:pt x="2142334" y="107339"/>
                </a:lnTo>
                <a:lnTo>
                  <a:pt x="2142383" y="108058"/>
                </a:lnTo>
                <a:lnTo>
                  <a:pt x="2142442" y="108768"/>
                </a:lnTo>
                <a:lnTo>
                  <a:pt x="2142512" y="109469"/>
                </a:lnTo>
                <a:lnTo>
                  <a:pt x="2142593" y="110160"/>
                </a:lnTo>
                <a:lnTo>
                  <a:pt x="2142684" y="110842"/>
                </a:lnTo>
                <a:lnTo>
                  <a:pt x="2142787" y="111514"/>
                </a:lnTo>
                <a:lnTo>
                  <a:pt x="2142900" y="112177"/>
                </a:lnTo>
                <a:lnTo>
                  <a:pt x="2143024" y="112831"/>
                </a:lnTo>
                <a:lnTo>
                  <a:pt x="2143159" y="113475"/>
                </a:lnTo>
                <a:lnTo>
                  <a:pt x="2143304" y="114110"/>
                </a:lnTo>
                <a:lnTo>
                  <a:pt x="2143460" y="114736"/>
                </a:lnTo>
                <a:lnTo>
                  <a:pt x="2143627" y="115353"/>
                </a:lnTo>
                <a:lnTo>
                  <a:pt x="2143805" y="115960"/>
                </a:lnTo>
                <a:lnTo>
                  <a:pt x="2143994" y="116557"/>
                </a:lnTo>
                <a:lnTo>
                  <a:pt x="2144193" y="117146"/>
                </a:lnTo>
                <a:lnTo>
                  <a:pt x="2144403" y="117725"/>
                </a:lnTo>
                <a:lnTo>
                  <a:pt x="2144624" y="118295"/>
                </a:lnTo>
                <a:lnTo>
                  <a:pt x="2144856" y="118855"/>
                </a:lnTo>
                <a:lnTo>
                  <a:pt x="2145099" y="119406"/>
                </a:lnTo>
                <a:lnTo>
                  <a:pt x="2145352" y="119948"/>
                </a:lnTo>
                <a:lnTo>
                  <a:pt x="2145615" y="120481"/>
                </a:lnTo>
                <a:lnTo>
                  <a:pt x="2145886" y="121005"/>
                </a:lnTo>
                <a:lnTo>
                  <a:pt x="2146166" y="121520"/>
                </a:lnTo>
                <a:lnTo>
                  <a:pt x="2146454" y="122026"/>
                </a:lnTo>
                <a:lnTo>
                  <a:pt x="2146750" y="122524"/>
                </a:lnTo>
                <a:lnTo>
                  <a:pt x="2147055" y="123014"/>
                </a:lnTo>
                <a:lnTo>
                  <a:pt x="2147368" y="123495"/>
                </a:lnTo>
                <a:lnTo>
                  <a:pt x="2147689" y="123967"/>
                </a:lnTo>
                <a:lnTo>
                  <a:pt x="2148019" y="124430"/>
                </a:lnTo>
                <a:lnTo>
                  <a:pt x="2148358" y="124885"/>
                </a:lnTo>
                <a:lnTo>
                  <a:pt x="2148704" y="125331"/>
                </a:lnTo>
                <a:lnTo>
                  <a:pt x="2149059" y="125769"/>
                </a:lnTo>
                <a:lnTo>
                  <a:pt x="2149423" y="126198"/>
                </a:lnTo>
                <a:lnTo>
                  <a:pt x="2149795" y="126618"/>
                </a:lnTo>
                <a:lnTo>
                  <a:pt x="2150175" y="127030"/>
                </a:lnTo>
                <a:lnTo>
                  <a:pt x="2150564" y="127433"/>
                </a:lnTo>
                <a:lnTo>
                  <a:pt x="2150961" y="127827"/>
                </a:lnTo>
                <a:lnTo>
                  <a:pt x="2151366" y="128213"/>
                </a:lnTo>
                <a:lnTo>
                  <a:pt x="2151780" y="128591"/>
                </a:lnTo>
                <a:lnTo>
                  <a:pt x="2152202" y="128959"/>
                </a:lnTo>
                <a:lnTo>
                  <a:pt x="2152632" y="129319"/>
                </a:lnTo>
                <a:lnTo>
                  <a:pt x="2153071" y="129670"/>
                </a:lnTo>
                <a:lnTo>
                  <a:pt x="2153518" y="130013"/>
                </a:lnTo>
                <a:lnTo>
                  <a:pt x="2153974" y="130347"/>
                </a:lnTo>
                <a:lnTo>
                  <a:pt x="2154437" y="130673"/>
                </a:lnTo>
                <a:lnTo>
                  <a:pt x="2154906" y="130992"/>
                </a:lnTo>
                <a:lnTo>
                  <a:pt x="2155381" y="131303"/>
                </a:lnTo>
                <a:lnTo>
                  <a:pt x="2155861" y="131607"/>
                </a:lnTo>
                <a:lnTo>
                  <a:pt x="2156348" y="131903"/>
                </a:lnTo>
                <a:lnTo>
                  <a:pt x="2156841" y="132192"/>
                </a:lnTo>
                <a:lnTo>
                  <a:pt x="2157340" y="132474"/>
                </a:lnTo>
                <a:lnTo>
                  <a:pt x="2157845" y="132748"/>
                </a:lnTo>
                <a:lnTo>
                  <a:pt x="2158355" y="133015"/>
                </a:lnTo>
                <a:lnTo>
                  <a:pt x="2158872" y="133275"/>
                </a:lnTo>
                <a:lnTo>
                  <a:pt x="2159395" y="133527"/>
                </a:lnTo>
                <a:lnTo>
                  <a:pt x="2159923" y="133771"/>
                </a:lnTo>
                <a:lnTo>
                  <a:pt x="2160458" y="134009"/>
                </a:lnTo>
                <a:lnTo>
                  <a:pt x="2160999" y="134239"/>
                </a:lnTo>
                <a:lnTo>
                  <a:pt x="2161546" y="134461"/>
                </a:lnTo>
                <a:lnTo>
                  <a:pt x="2162098" y="134676"/>
                </a:lnTo>
                <a:lnTo>
                  <a:pt x="2162657" y="134884"/>
                </a:lnTo>
                <a:lnTo>
                  <a:pt x="2163222" y="135084"/>
                </a:lnTo>
                <a:lnTo>
                  <a:pt x="2163792" y="135277"/>
                </a:lnTo>
                <a:lnTo>
                  <a:pt x="2164369" y="135462"/>
                </a:lnTo>
                <a:lnTo>
                  <a:pt x="2164951" y="135640"/>
                </a:lnTo>
                <a:lnTo>
                  <a:pt x="2165540" y="135811"/>
                </a:lnTo>
                <a:lnTo>
                  <a:pt x="2166135" y="135974"/>
                </a:lnTo>
                <a:lnTo>
                  <a:pt x="2166735" y="136130"/>
                </a:lnTo>
                <a:lnTo>
                  <a:pt x="2167340" y="136279"/>
                </a:lnTo>
                <a:lnTo>
                  <a:pt x="2167948" y="136422"/>
                </a:lnTo>
                <a:lnTo>
                  <a:pt x="2168559" y="136558"/>
                </a:lnTo>
                <a:lnTo>
                  <a:pt x="2169173" y="136688"/>
                </a:lnTo>
                <a:lnTo>
                  <a:pt x="2169789" y="136812"/>
                </a:lnTo>
                <a:lnTo>
                  <a:pt x="2170409" y="136929"/>
                </a:lnTo>
                <a:lnTo>
                  <a:pt x="2171031" y="137040"/>
                </a:lnTo>
                <a:lnTo>
                  <a:pt x="2171657" y="137145"/>
                </a:lnTo>
                <a:lnTo>
                  <a:pt x="2172285" y="137243"/>
                </a:lnTo>
                <a:lnTo>
                  <a:pt x="2172916" y="137335"/>
                </a:lnTo>
                <a:lnTo>
                  <a:pt x="2173550" y="137421"/>
                </a:lnTo>
                <a:lnTo>
                  <a:pt x="2174187" y="137500"/>
                </a:lnTo>
                <a:lnTo>
                  <a:pt x="2174827" y="137573"/>
                </a:lnTo>
                <a:lnTo>
                  <a:pt x="2175470" y="137639"/>
                </a:lnTo>
                <a:lnTo>
                  <a:pt x="2176116" y="137700"/>
                </a:lnTo>
                <a:lnTo>
                  <a:pt x="2176764" y="137753"/>
                </a:lnTo>
                <a:lnTo>
                  <a:pt x="2177416" y="137801"/>
                </a:lnTo>
                <a:lnTo>
                  <a:pt x="2178070" y="137842"/>
                </a:lnTo>
                <a:lnTo>
                  <a:pt x="2178728" y="137877"/>
                </a:lnTo>
                <a:lnTo>
                  <a:pt x="2179388" y="137906"/>
                </a:lnTo>
                <a:lnTo>
                  <a:pt x="2180051" y="137928"/>
                </a:lnTo>
                <a:lnTo>
                  <a:pt x="2180717" y="137944"/>
                </a:lnTo>
                <a:lnTo>
                  <a:pt x="2181386" y="137953"/>
                </a:lnTo>
                <a:lnTo>
                  <a:pt x="2182058" y="137956"/>
                </a:lnTo>
                <a:lnTo>
                  <a:pt x="2182729" y="137953"/>
                </a:lnTo>
                <a:lnTo>
                  <a:pt x="2183397" y="137944"/>
                </a:lnTo>
                <a:lnTo>
                  <a:pt x="2184060" y="137929"/>
                </a:lnTo>
                <a:lnTo>
                  <a:pt x="2184720" y="137908"/>
                </a:lnTo>
                <a:lnTo>
                  <a:pt x="2185376" y="137881"/>
                </a:lnTo>
                <a:lnTo>
                  <a:pt x="2186027" y="137849"/>
                </a:lnTo>
                <a:close/>
                <a:moveTo>
                  <a:pt x="2401348" y="137778"/>
                </a:moveTo>
                <a:lnTo>
                  <a:pt x="2402296" y="137699"/>
                </a:lnTo>
                <a:lnTo>
                  <a:pt x="2403233" y="137606"/>
                </a:lnTo>
                <a:lnTo>
                  <a:pt x="2404158" y="137499"/>
                </a:lnTo>
                <a:lnTo>
                  <a:pt x="2405072" y="137378"/>
                </a:lnTo>
                <a:lnTo>
                  <a:pt x="2405975" y="137242"/>
                </a:lnTo>
                <a:lnTo>
                  <a:pt x="2406867" y="137092"/>
                </a:lnTo>
                <a:lnTo>
                  <a:pt x="2407747" y="136928"/>
                </a:lnTo>
                <a:lnTo>
                  <a:pt x="2408616" y="136749"/>
                </a:lnTo>
                <a:lnTo>
                  <a:pt x="2409473" y="136556"/>
                </a:lnTo>
                <a:lnTo>
                  <a:pt x="2410320" y="136349"/>
                </a:lnTo>
                <a:lnTo>
                  <a:pt x="2411155" y="136128"/>
                </a:lnTo>
                <a:lnTo>
                  <a:pt x="2411978" y="135892"/>
                </a:lnTo>
                <a:lnTo>
                  <a:pt x="2412791" y="135642"/>
                </a:lnTo>
                <a:lnTo>
                  <a:pt x="2413592" y="135378"/>
                </a:lnTo>
                <a:lnTo>
                  <a:pt x="2414382" y="135099"/>
                </a:lnTo>
                <a:lnTo>
                  <a:pt x="2415161" y="134806"/>
                </a:lnTo>
                <a:lnTo>
                  <a:pt x="2415928" y="134499"/>
                </a:lnTo>
                <a:lnTo>
                  <a:pt x="2416684" y="134178"/>
                </a:lnTo>
                <a:lnTo>
                  <a:pt x="2417428" y="133842"/>
                </a:lnTo>
                <a:lnTo>
                  <a:pt x="2418161" y="133493"/>
                </a:lnTo>
                <a:lnTo>
                  <a:pt x="2418879" y="133132"/>
                </a:lnTo>
                <a:lnTo>
                  <a:pt x="2419584" y="132759"/>
                </a:lnTo>
                <a:lnTo>
                  <a:pt x="2420275" y="132374"/>
                </a:lnTo>
                <a:lnTo>
                  <a:pt x="2420953" y="131977"/>
                </a:lnTo>
                <a:lnTo>
                  <a:pt x="2421616" y="131568"/>
                </a:lnTo>
                <a:lnTo>
                  <a:pt x="2422267" y="131147"/>
                </a:lnTo>
                <a:lnTo>
                  <a:pt x="2422903" y="130714"/>
                </a:lnTo>
                <a:lnTo>
                  <a:pt x="2423526" y="130269"/>
                </a:lnTo>
                <a:lnTo>
                  <a:pt x="2424135" y="129811"/>
                </a:lnTo>
                <a:lnTo>
                  <a:pt x="2424730" y="129342"/>
                </a:lnTo>
                <a:lnTo>
                  <a:pt x="2425312" y="128861"/>
                </a:lnTo>
                <a:lnTo>
                  <a:pt x="2425880" y="128368"/>
                </a:lnTo>
                <a:lnTo>
                  <a:pt x="2426434" y="127863"/>
                </a:lnTo>
                <a:lnTo>
                  <a:pt x="2426975" y="127346"/>
                </a:lnTo>
                <a:lnTo>
                  <a:pt x="2427501" y="126817"/>
                </a:lnTo>
                <a:lnTo>
                  <a:pt x="2428015" y="126276"/>
                </a:lnTo>
                <a:lnTo>
                  <a:pt x="2428514" y="125723"/>
                </a:lnTo>
                <a:lnTo>
                  <a:pt x="2429000" y="125158"/>
                </a:lnTo>
                <a:lnTo>
                  <a:pt x="2429472" y="124581"/>
                </a:lnTo>
                <a:lnTo>
                  <a:pt x="2429931" y="123992"/>
                </a:lnTo>
                <a:lnTo>
                  <a:pt x="2430376" y="123391"/>
                </a:lnTo>
                <a:lnTo>
                  <a:pt x="2430807" y="122778"/>
                </a:lnTo>
                <a:lnTo>
                  <a:pt x="2431224" y="122153"/>
                </a:lnTo>
                <a:lnTo>
                  <a:pt x="2431627" y="121517"/>
                </a:lnTo>
                <a:lnTo>
                  <a:pt x="2432013" y="120871"/>
                </a:lnTo>
                <a:lnTo>
                  <a:pt x="2432384" y="120215"/>
                </a:lnTo>
                <a:lnTo>
                  <a:pt x="2432738" y="119548"/>
                </a:lnTo>
                <a:lnTo>
                  <a:pt x="2433076" y="118872"/>
                </a:lnTo>
                <a:lnTo>
                  <a:pt x="2433398" y="118186"/>
                </a:lnTo>
                <a:lnTo>
                  <a:pt x="2433704" y="117490"/>
                </a:lnTo>
                <a:lnTo>
                  <a:pt x="2433994" y="116783"/>
                </a:lnTo>
                <a:lnTo>
                  <a:pt x="2434268" y="116067"/>
                </a:lnTo>
                <a:lnTo>
                  <a:pt x="2434526" y="115340"/>
                </a:lnTo>
                <a:lnTo>
                  <a:pt x="2434768" y="114604"/>
                </a:lnTo>
                <a:lnTo>
                  <a:pt x="2434993" y="113857"/>
                </a:lnTo>
                <a:lnTo>
                  <a:pt x="2435203" y="113100"/>
                </a:lnTo>
                <a:lnTo>
                  <a:pt x="2435396" y="112334"/>
                </a:lnTo>
                <a:lnTo>
                  <a:pt x="2435574" y="111557"/>
                </a:lnTo>
                <a:lnTo>
                  <a:pt x="2435735" y="110770"/>
                </a:lnTo>
                <a:lnTo>
                  <a:pt x="2435880" y="109973"/>
                </a:lnTo>
                <a:lnTo>
                  <a:pt x="2436009" y="109166"/>
                </a:lnTo>
                <a:lnTo>
                  <a:pt x="2436123" y="108349"/>
                </a:lnTo>
                <a:lnTo>
                  <a:pt x="2436220" y="107522"/>
                </a:lnTo>
                <a:lnTo>
                  <a:pt x="2436300" y="106685"/>
                </a:lnTo>
                <a:lnTo>
                  <a:pt x="2436365" y="105838"/>
                </a:lnTo>
                <a:lnTo>
                  <a:pt x="2436414" y="104981"/>
                </a:lnTo>
                <a:lnTo>
                  <a:pt x="2436447" y="104114"/>
                </a:lnTo>
                <a:lnTo>
                  <a:pt x="2420188" y="104114"/>
                </a:lnTo>
                <a:lnTo>
                  <a:pt x="2420153" y="104960"/>
                </a:lnTo>
                <a:lnTo>
                  <a:pt x="2420097" y="105790"/>
                </a:lnTo>
                <a:lnTo>
                  <a:pt x="2420021" y="106602"/>
                </a:lnTo>
                <a:lnTo>
                  <a:pt x="2419925" y="107398"/>
                </a:lnTo>
                <a:lnTo>
                  <a:pt x="2419808" y="108178"/>
                </a:lnTo>
                <a:lnTo>
                  <a:pt x="2419670" y="108940"/>
                </a:lnTo>
                <a:lnTo>
                  <a:pt x="2419512" y="109686"/>
                </a:lnTo>
                <a:lnTo>
                  <a:pt x="2419334" y="110415"/>
                </a:lnTo>
                <a:lnTo>
                  <a:pt x="2419134" y="111127"/>
                </a:lnTo>
                <a:lnTo>
                  <a:pt x="2418915" y="111823"/>
                </a:lnTo>
                <a:lnTo>
                  <a:pt x="2418675" y="112502"/>
                </a:lnTo>
                <a:lnTo>
                  <a:pt x="2418414" y="113164"/>
                </a:lnTo>
                <a:lnTo>
                  <a:pt x="2418133" y="113810"/>
                </a:lnTo>
                <a:lnTo>
                  <a:pt x="2417831" y="114438"/>
                </a:lnTo>
                <a:lnTo>
                  <a:pt x="2417509" y="115051"/>
                </a:lnTo>
                <a:lnTo>
                  <a:pt x="2417166" y="115646"/>
                </a:lnTo>
                <a:lnTo>
                  <a:pt x="2416802" y="116224"/>
                </a:lnTo>
                <a:lnTo>
                  <a:pt x="2416418" y="116786"/>
                </a:lnTo>
                <a:lnTo>
                  <a:pt x="2416014" y="117331"/>
                </a:lnTo>
                <a:lnTo>
                  <a:pt x="2415589" y="117860"/>
                </a:lnTo>
                <a:lnTo>
                  <a:pt x="2415144" y="118372"/>
                </a:lnTo>
                <a:lnTo>
                  <a:pt x="2414678" y="118867"/>
                </a:lnTo>
                <a:lnTo>
                  <a:pt x="2414191" y="119345"/>
                </a:lnTo>
                <a:lnTo>
                  <a:pt x="2413684" y="119806"/>
                </a:lnTo>
                <a:lnTo>
                  <a:pt x="2413158" y="120250"/>
                </a:lnTo>
                <a:lnTo>
                  <a:pt x="2412616" y="120675"/>
                </a:lnTo>
                <a:lnTo>
                  <a:pt x="2412057" y="121081"/>
                </a:lnTo>
                <a:lnTo>
                  <a:pt x="2411480" y="121468"/>
                </a:lnTo>
                <a:lnTo>
                  <a:pt x="2410888" y="121836"/>
                </a:lnTo>
                <a:lnTo>
                  <a:pt x="2410278" y="122186"/>
                </a:lnTo>
                <a:lnTo>
                  <a:pt x="2409652" y="122516"/>
                </a:lnTo>
                <a:lnTo>
                  <a:pt x="2409009" y="122828"/>
                </a:lnTo>
                <a:lnTo>
                  <a:pt x="2408349" y="123120"/>
                </a:lnTo>
                <a:lnTo>
                  <a:pt x="2407672" y="123394"/>
                </a:lnTo>
                <a:lnTo>
                  <a:pt x="2406979" y="123649"/>
                </a:lnTo>
                <a:lnTo>
                  <a:pt x="2406269" y="123885"/>
                </a:lnTo>
                <a:lnTo>
                  <a:pt x="2405542" y="124102"/>
                </a:lnTo>
                <a:lnTo>
                  <a:pt x="2404798" y="124300"/>
                </a:lnTo>
                <a:lnTo>
                  <a:pt x="2404038" y="124480"/>
                </a:lnTo>
                <a:lnTo>
                  <a:pt x="2403261" y="124640"/>
                </a:lnTo>
                <a:lnTo>
                  <a:pt x="2402467" y="124782"/>
                </a:lnTo>
                <a:lnTo>
                  <a:pt x="2401656" y="124905"/>
                </a:lnTo>
                <a:lnTo>
                  <a:pt x="2400828" y="125009"/>
                </a:lnTo>
                <a:lnTo>
                  <a:pt x="2399984" y="125094"/>
                </a:lnTo>
                <a:lnTo>
                  <a:pt x="2399123" y="125160"/>
                </a:lnTo>
                <a:lnTo>
                  <a:pt x="2398245" y="125207"/>
                </a:lnTo>
                <a:lnTo>
                  <a:pt x="2397351" y="125235"/>
                </a:lnTo>
                <a:lnTo>
                  <a:pt x="2396439" y="125245"/>
                </a:lnTo>
                <a:lnTo>
                  <a:pt x="2395584" y="125236"/>
                </a:lnTo>
                <a:lnTo>
                  <a:pt x="2394743" y="125210"/>
                </a:lnTo>
                <a:lnTo>
                  <a:pt x="2393916" y="125168"/>
                </a:lnTo>
                <a:lnTo>
                  <a:pt x="2393103" y="125108"/>
                </a:lnTo>
                <a:lnTo>
                  <a:pt x="2392304" y="125031"/>
                </a:lnTo>
                <a:lnTo>
                  <a:pt x="2391519" y="124936"/>
                </a:lnTo>
                <a:lnTo>
                  <a:pt x="2390748" y="124825"/>
                </a:lnTo>
                <a:lnTo>
                  <a:pt x="2389991" y="124696"/>
                </a:lnTo>
                <a:lnTo>
                  <a:pt x="2389248" y="124551"/>
                </a:lnTo>
                <a:lnTo>
                  <a:pt x="2388519" y="124388"/>
                </a:lnTo>
                <a:lnTo>
                  <a:pt x="2387804" y="124208"/>
                </a:lnTo>
                <a:lnTo>
                  <a:pt x="2387103" y="124011"/>
                </a:lnTo>
                <a:lnTo>
                  <a:pt x="2386416" y="123797"/>
                </a:lnTo>
                <a:lnTo>
                  <a:pt x="2385743" y="123566"/>
                </a:lnTo>
                <a:lnTo>
                  <a:pt x="2385084" y="123318"/>
                </a:lnTo>
                <a:lnTo>
                  <a:pt x="2384439" y="123052"/>
                </a:lnTo>
                <a:lnTo>
                  <a:pt x="2383809" y="122769"/>
                </a:lnTo>
                <a:lnTo>
                  <a:pt x="2383192" y="122470"/>
                </a:lnTo>
                <a:lnTo>
                  <a:pt x="2382589" y="122153"/>
                </a:lnTo>
                <a:lnTo>
                  <a:pt x="2382001" y="121819"/>
                </a:lnTo>
                <a:lnTo>
                  <a:pt x="2381426" y="121468"/>
                </a:lnTo>
                <a:lnTo>
                  <a:pt x="2380865" y="121099"/>
                </a:lnTo>
                <a:lnTo>
                  <a:pt x="2380319" y="120714"/>
                </a:lnTo>
                <a:lnTo>
                  <a:pt x="2379786" y="120311"/>
                </a:lnTo>
                <a:lnTo>
                  <a:pt x="2379266" y="119895"/>
                </a:lnTo>
                <a:lnTo>
                  <a:pt x="2378759" y="119467"/>
                </a:lnTo>
                <a:lnTo>
                  <a:pt x="2378263" y="119028"/>
                </a:lnTo>
                <a:lnTo>
                  <a:pt x="2377778" y="118577"/>
                </a:lnTo>
                <a:lnTo>
                  <a:pt x="2377306" y="118115"/>
                </a:lnTo>
                <a:lnTo>
                  <a:pt x="2376845" y="117643"/>
                </a:lnTo>
                <a:lnTo>
                  <a:pt x="2376396" y="117158"/>
                </a:lnTo>
                <a:lnTo>
                  <a:pt x="2375959" y="116663"/>
                </a:lnTo>
                <a:lnTo>
                  <a:pt x="2375534" y="116156"/>
                </a:lnTo>
                <a:lnTo>
                  <a:pt x="2375121" y="115639"/>
                </a:lnTo>
                <a:lnTo>
                  <a:pt x="2374719" y="115110"/>
                </a:lnTo>
                <a:lnTo>
                  <a:pt x="2374329" y="114569"/>
                </a:lnTo>
                <a:lnTo>
                  <a:pt x="2373951" y="114018"/>
                </a:lnTo>
                <a:lnTo>
                  <a:pt x="2373585" y="113455"/>
                </a:lnTo>
                <a:lnTo>
                  <a:pt x="2373231" y="112881"/>
                </a:lnTo>
                <a:lnTo>
                  <a:pt x="2372888" y="112295"/>
                </a:lnTo>
                <a:lnTo>
                  <a:pt x="2372558" y="111699"/>
                </a:lnTo>
                <a:lnTo>
                  <a:pt x="2372239" y="111091"/>
                </a:lnTo>
                <a:lnTo>
                  <a:pt x="2371931" y="110472"/>
                </a:lnTo>
                <a:lnTo>
                  <a:pt x="2371636" y="109842"/>
                </a:lnTo>
                <a:lnTo>
                  <a:pt x="2371352" y="109201"/>
                </a:lnTo>
                <a:lnTo>
                  <a:pt x="2371081" y="108548"/>
                </a:lnTo>
                <a:lnTo>
                  <a:pt x="2370821" y="107884"/>
                </a:lnTo>
                <a:lnTo>
                  <a:pt x="2370573" y="107209"/>
                </a:lnTo>
                <a:lnTo>
                  <a:pt x="2370335" y="106525"/>
                </a:lnTo>
                <a:lnTo>
                  <a:pt x="2370108" y="105836"/>
                </a:lnTo>
                <a:lnTo>
                  <a:pt x="2369890" y="105141"/>
                </a:lnTo>
                <a:lnTo>
                  <a:pt x="2369682" y="104441"/>
                </a:lnTo>
                <a:lnTo>
                  <a:pt x="2369483" y="103736"/>
                </a:lnTo>
                <a:lnTo>
                  <a:pt x="2369295" y="103024"/>
                </a:lnTo>
                <a:lnTo>
                  <a:pt x="2369116" y="102308"/>
                </a:lnTo>
                <a:lnTo>
                  <a:pt x="2368947" y="101585"/>
                </a:lnTo>
                <a:lnTo>
                  <a:pt x="2368787" y="100858"/>
                </a:lnTo>
                <a:lnTo>
                  <a:pt x="2368638" y="100124"/>
                </a:lnTo>
                <a:lnTo>
                  <a:pt x="2368498" y="99385"/>
                </a:lnTo>
                <a:lnTo>
                  <a:pt x="2368368" y="98641"/>
                </a:lnTo>
                <a:lnTo>
                  <a:pt x="2368247" y="97891"/>
                </a:lnTo>
                <a:lnTo>
                  <a:pt x="2368137" y="97136"/>
                </a:lnTo>
                <a:lnTo>
                  <a:pt x="2368036" y="96375"/>
                </a:lnTo>
                <a:lnTo>
                  <a:pt x="2367945" y="95608"/>
                </a:lnTo>
                <a:lnTo>
                  <a:pt x="2367864" y="94836"/>
                </a:lnTo>
                <a:lnTo>
                  <a:pt x="2367792" y="94059"/>
                </a:lnTo>
                <a:lnTo>
                  <a:pt x="2367730" y="93276"/>
                </a:lnTo>
                <a:lnTo>
                  <a:pt x="2367678" y="92487"/>
                </a:lnTo>
                <a:lnTo>
                  <a:pt x="2367636" y="91693"/>
                </a:lnTo>
                <a:lnTo>
                  <a:pt x="2367603" y="90893"/>
                </a:lnTo>
                <a:lnTo>
                  <a:pt x="2367580" y="90088"/>
                </a:lnTo>
                <a:lnTo>
                  <a:pt x="2367567" y="89277"/>
                </a:lnTo>
                <a:lnTo>
                  <a:pt x="2435954" y="89277"/>
                </a:lnTo>
                <a:lnTo>
                  <a:pt x="2435970" y="89199"/>
                </a:lnTo>
                <a:lnTo>
                  <a:pt x="2435986" y="89117"/>
                </a:lnTo>
                <a:lnTo>
                  <a:pt x="2436002" y="89031"/>
                </a:lnTo>
                <a:lnTo>
                  <a:pt x="2436017" y="88941"/>
                </a:lnTo>
                <a:lnTo>
                  <a:pt x="2436032" y="88847"/>
                </a:lnTo>
                <a:lnTo>
                  <a:pt x="2436046" y="88749"/>
                </a:lnTo>
                <a:lnTo>
                  <a:pt x="2436061" y="88647"/>
                </a:lnTo>
                <a:lnTo>
                  <a:pt x="2436074" y="88540"/>
                </a:lnTo>
                <a:lnTo>
                  <a:pt x="2436088" y="88430"/>
                </a:lnTo>
                <a:lnTo>
                  <a:pt x="2436101" y="88316"/>
                </a:lnTo>
                <a:lnTo>
                  <a:pt x="2436114" y="88197"/>
                </a:lnTo>
                <a:lnTo>
                  <a:pt x="2436126" y="88075"/>
                </a:lnTo>
                <a:lnTo>
                  <a:pt x="2436139" y="87948"/>
                </a:lnTo>
                <a:lnTo>
                  <a:pt x="2436150" y="87818"/>
                </a:lnTo>
                <a:lnTo>
                  <a:pt x="2436162" y="87683"/>
                </a:lnTo>
                <a:lnTo>
                  <a:pt x="2436173" y="87545"/>
                </a:lnTo>
                <a:lnTo>
                  <a:pt x="2436184" y="87402"/>
                </a:lnTo>
                <a:lnTo>
                  <a:pt x="2436194" y="87255"/>
                </a:lnTo>
                <a:lnTo>
                  <a:pt x="2436204" y="87105"/>
                </a:lnTo>
                <a:lnTo>
                  <a:pt x="2436214" y="86950"/>
                </a:lnTo>
                <a:lnTo>
                  <a:pt x="2436223" y="86791"/>
                </a:lnTo>
                <a:lnTo>
                  <a:pt x="2436233" y="86628"/>
                </a:lnTo>
                <a:lnTo>
                  <a:pt x="2436241" y="86461"/>
                </a:lnTo>
                <a:lnTo>
                  <a:pt x="2436250" y="86290"/>
                </a:lnTo>
                <a:lnTo>
                  <a:pt x="2436258" y="86118"/>
                </a:lnTo>
                <a:lnTo>
                  <a:pt x="2436265" y="85948"/>
                </a:lnTo>
                <a:lnTo>
                  <a:pt x="2436273" y="85780"/>
                </a:lnTo>
                <a:lnTo>
                  <a:pt x="2436280" y="85613"/>
                </a:lnTo>
                <a:lnTo>
                  <a:pt x="2436286" y="85449"/>
                </a:lnTo>
                <a:lnTo>
                  <a:pt x="2436293" y="85286"/>
                </a:lnTo>
                <a:lnTo>
                  <a:pt x="2436299" y="85125"/>
                </a:lnTo>
                <a:lnTo>
                  <a:pt x="2436304" y="84967"/>
                </a:lnTo>
                <a:lnTo>
                  <a:pt x="2436310" y="84810"/>
                </a:lnTo>
                <a:lnTo>
                  <a:pt x="2436315" y="84655"/>
                </a:lnTo>
                <a:lnTo>
                  <a:pt x="2436319" y="84502"/>
                </a:lnTo>
                <a:lnTo>
                  <a:pt x="2436324" y="84351"/>
                </a:lnTo>
                <a:lnTo>
                  <a:pt x="2436328" y="84202"/>
                </a:lnTo>
                <a:lnTo>
                  <a:pt x="2436331" y="84055"/>
                </a:lnTo>
                <a:lnTo>
                  <a:pt x="2436334" y="83910"/>
                </a:lnTo>
                <a:lnTo>
                  <a:pt x="2436337" y="83767"/>
                </a:lnTo>
                <a:lnTo>
                  <a:pt x="2436340" y="83625"/>
                </a:lnTo>
                <a:lnTo>
                  <a:pt x="2436342" y="83486"/>
                </a:lnTo>
                <a:lnTo>
                  <a:pt x="2436344" y="83349"/>
                </a:lnTo>
                <a:lnTo>
                  <a:pt x="2436345" y="83213"/>
                </a:lnTo>
                <a:lnTo>
                  <a:pt x="2436347" y="83080"/>
                </a:lnTo>
                <a:lnTo>
                  <a:pt x="2436348" y="82948"/>
                </a:lnTo>
                <a:lnTo>
                  <a:pt x="2436348" y="82818"/>
                </a:lnTo>
                <a:lnTo>
                  <a:pt x="2436348" y="82691"/>
                </a:lnTo>
                <a:lnTo>
                  <a:pt x="2436329" y="80809"/>
                </a:lnTo>
                <a:lnTo>
                  <a:pt x="2436271" y="78965"/>
                </a:lnTo>
                <a:lnTo>
                  <a:pt x="2436174" y="77157"/>
                </a:lnTo>
                <a:lnTo>
                  <a:pt x="2436039" y="75386"/>
                </a:lnTo>
                <a:lnTo>
                  <a:pt x="2435865" y="73653"/>
                </a:lnTo>
                <a:lnTo>
                  <a:pt x="2435652" y="71956"/>
                </a:lnTo>
                <a:lnTo>
                  <a:pt x="2435401" y="70296"/>
                </a:lnTo>
                <a:lnTo>
                  <a:pt x="2435111" y="68673"/>
                </a:lnTo>
                <a:lnTo>
                  <a:pt x="2434782" y="67087"/>
                </a:lnTo>
                <a:lnTo>
                  <a:pt x="2434415" y="65538"/>
                </a:lnTo>
                <a:lnTo>
                  <a:pt x="2434009" y="64027"/>
                </a:lnTo>
                <a:lnTo>
                  <a:pt x="2433564" y="62551"/>
                </a:lnTo>
                <a:lnTo>
                  <a:pt x="2433081" y="61113"/>
                </a:lnTo>
                <a:lnTo>
                  <a:pt x="2432559" y="59712"/>
                </a:lnTo>
                <a:lnTo>
                  <a:pt x="2431999" y="58348"/>
                </a:lnTo>
                <a:lnTo>
                  <a:pt x="2431399" y="57021"/>
                </a:lnTo>
                <a:lnTo>
                  <a:pt x="2430761" y="55731"/>
                </a:lnTo>
                <a:lnTo>
                  <a:pt x="2430085" y="54477"/>
                </a:lnTo>
                <a:lnTo>
                  <a:pt x="2429369" y="53261"/>
                </a:lnTo>
                <a:lnTo>
                  <a:pt x="2428616" y="52082"/>
                </a:lnTo>
                <a:lnTo>
                  <a:pt x="2427823" y="50939"/>
                </a:lnTo>
                <a:lnTo>
                  <a:pt x="2426992" y="49834"/>
                </a:lnTo>
                <a:lnTo>
                  <a:pt x="2426122" y="48765"/>
                </a:lnTo>
                <a:lnTo>
                  <a:pt x="2425213" y="47733"/>
                </a:lnTo>
                <a:lnTo>
                  <a:pt x="2424271" y="46741"/>
                </a:lnTo>
                <a:lnTo>
                  <a:pt x="2423298" y="45791"/>
                </a:lnTo>
                <a:lnTo>
                  <a:pt x="2422297" y="44883"/>
                </a:lnTo>
                <a:lnTo>
                  <a:pt x="2421266" y="44018"/>
                </a:lnTo>
                <a:lnTo>
                  <a:pt x="2420206" y="43194"/>
                </a:lnTo>
                <a:lnTo>
                  <a:pt x="2419116" y="42413"/>
                </a:lnTo>
                <a:lnTo>
                  <a:pt x="2417997" y="41674"/>
                </a:lnTo>
                <a:lnTo>
                  <a:pt x="2416848" y="40978"/>
                </a:lnTo>
                <a:lnTo>
                  <a:pt x="2415670" y="40323"/>
                </a:lnTo>
                <a:lnTo>
                  <a:pt x="2414463" y="39711"/>
                </a:lnTo>
                <a:lnTo>
                  <a:pt x="2413226" y="39141"/>
                </a:lnTo>
                <a:lnTo>
                  <a:pt x="2411960" y="38613"/>
                </a:lnTo>
                <a:lnTo>
                  <a:pt x="2410664" y="38128"/>
                </a:lnTo>
                <a:lnTo>
                  <a:pt x="2409339" y="37684"/>
                </a:lnTo>
                <a:lnTo>
                  <a:pt x="2407984" y="37283"/>
                </a:lnTo>
                <a:lnTo>
                  <a:pt x="2406600" y="36924"/>
                </a:lnTo>
                <a:lnTo>
                  <a:pt x="2405187" y="36608"/>
                </a:lnTo>
                <a:lnTo>
                  <a:pt x="2403744" y="36333"/>
                </a:lnTo>
                <a:lnTo>
                  <a:pt x="2402271" y="36101"/>
                </a:lnTo>
                <a:lnTo>
                  <a:pt x="2400770" y="35911"/>
                </a:lnTo>
                <a:lnTo>
                  <a:pt x="2399239" y="35763"/>
                </a:lnTo>
                <a:lnTo>
                  <a:pt x="2397678" y="35657"/>
                </a:lnTo>
                <a:lnTo>
                  <a:pt x="2396088" y="35594"/>
                </a:lnTo>
                <a:lnTo>
                  <a:pt x="2394469" y="35573"/>
                </a:lnTo>
                <a:lnTo>
                  <a:pt x="2393246" y="35584"/>
                </a:lnTo>
                <a:lnTo>
                  <a:pt x="2392041" y="35618"/>
                </a:lnTo>
                <a:lnTo>
                  <a:pt x="2390854" y="35674"/>
                </a:lnTo>
                <a:lnTo>
                  <a:pt x="2389685" y="35753"/>
                </a:lnTo>
                <a:lnTo>
                  <a:pt x="2388534" y="35855"/>
                </a:lnTo>
                <a:lnTo>
                  <a:pt x="2387401" y="35979"/>
                </a:lnTo>
                <a:lnTo>
                  <a:pt x="2386286" y="36125"/>
                </a:lnTo>
                <a:lnTo>
                  <a:pt x="2385189" y="36295"/>
                </a:lnTo>
                <a:lnTo>
                  <a:pt x="2384110" y="36486"/>
                </a:lnTo>
                <a:lnTo>
                  <a:pt x="2383049" y="36701"/>
                </a:lnTo>
                <a:lnTo>
                  <a:pt x="2382006" y="36937"/>
                </a:lnTo>
                <a:lnTo>
                  <a:pt x="2380981" y="37197"/>
                </a:lnTo>
                <a:lnTo>
                  <a:pt x="2379974" y="37478"/>
                </a:lnTo>
                <a:lnTo>
                  <a:pt x="2378984" y="37783"/>
                </a:lnTo>
                <a:lnTo>
                  <a:pt x="2378013" y="38110"/>
                </a:lnTo>
                <a:lnTo>
                  <a:pt x="2377060" y="38459"/>
                </a:lnTo>
                <a:lnTo>
                  <a:pt x="2376124" y="38832"/>
                </a:lnTo>
                <a:lnTo>
                  <a:pt x="2375207" y="39226"/>
                </a:lnTo>
                <a:lnTo>
                  <a:pt x="2374308" y="39643"/>
                </a:lnTo>
                <a:lnTo>
                  <a:pt x="2373426" y="40083"/>
                </a:lnTo>
                <a:lnTo>
                  <a:pt x="2372563" y="40545"/>
                </a:lnTo>
                <a:lnTo>
                  <a:pt x="2371717" y="41030"/>
                </a:lnTo>
                <a:lnTo>
                  <a:pt x="2370890" y="41538"/>
                </a:lnTo>
                <a:lnTo>
                  <a:pt x="2370080" y="42067"/>
                </a:lnTo>
                <a:lnTo>
                  <a:pt x="2369288" y="42617"/>
                </a:lnTo>
                <a:lnTo>
                  <a:pt x="2368513" y="43185"/>
                </a:lnTo>
                <a:lnTo>
                  <a:pt x="2367755" y="43770"/>
                </a:lnTo>
                <a:lnTo>
                  <a:pt x="2367014" y="44372"/>
                </a:lnTo>
                <a:lnTo>
                  <a:pt x="2366291" y="44991"/>
                </a:lnTo>
                <a:lnTo>
                  <a:pt x="2365584" y="45629"/>
                </a:lnTo>
                <a:lnTo>
                  <a:pt x="2364895" y="46283"/>
                </a:lnTo>
                <a:lnTo>
                  <a:pt x="2364222" y="46955"/>
                </a:lnTo>
                <a:lnTo>
                  <a:pt x="2363567" y="47645"/>
                </a:lnTo>
                <a:lnTo>
                  <a:pt x="2362929" y="48351"/>
                </a:lnTo>
                <a:lnTo>
                  <a:pt x="2362308" y="49076"/>
                </a:lnTo>
                <a:lnTo>
                  <a:pt x="2361704" y="49817"/>
                </a:lnTo>
                <a:lnTo>
                  <a:pt x="2361117" y="50577"/>
                </a:lnTo>
                <a:lnTo>
                  <a:pt x="2360548" y="51353"/>
                </a:lnTo>
                <a:lnTo>
                  <a:pt x="2359995" y="52147"/>
                </a:lnTo>
                <a:lnTo>
                  <a:pt x="2359459" y="52959"/>
                </a:lnTo>
                <a:lnTo>
                  <a:pt x="2358941" y="53788"/>
                </a:lnTo>
                <a:lnTo>
                  <a:pt x="2358440" y="54634"/>
                </a:lnTo>
                <a:lnTo>
                  <a:pt x="2357956" y="55498"/>
                </a:lnTo>
                <a:lnTo>
                  <a:pt x="2357489" y="56379"/>
                </a:lnTo>
                <a:lnTo>
                  <a:pt x="2357039" y="57278"/>
                </a:lnTo>
                <a:lnTo>
                  <a:pt x="2356606" y="58194"/>
                </a:lnTo>
                <a:lnTo>
                  <a:pt x="2356190" y="59128"/>
                </a:lnTo>
                <a:lnTo>
                  <a:pt x="2355792" y="60079"/>
                </a:lnTo>
                <a:lnTo>
                  <a:pt x="2355410" y="61045"/>
                </a:lnTo>
                <a:lnTo>
                  <a:pt x="2355044" y="62023"/>
                </a:lnTo>
                <a:lnTo>
                  <a:pt x="2354695" y="63014"/>
                </a:lnTo>
                <a:lnTo>
                  <a:pt x="2354361" y="64018"/>
                </a:lnTo>
                <a:lnTo>
                  <a:pt x="2354044" y="65034"/>
                </a:lnTo>
                <a:lnTo>
                  <a:pt x="2353744" y="66062"/>
                </a:lnTo>
                <a:lnTo>
                  <a:pt x="2353459" y="67103"/>
                </a:lnTo>
                <a:lnTo>
                  <a:pt x="2353191" y="68157"/>
                </a:lnTo>
                <a:lnTo>
                  <a:pt x="2352939" y="69223"/>
                </a:lnTo>
                <a:lnTo>
                  <a:pt x="2352704" y="70302"/>
                </a:lnTo>
                <a:lnTo>
                  <a:pt x="2352484" y="71393"/>
                </a:lnTo>
                <a:lnTo>
                  <a:pt x="2352281" y="72496"/>
                </a:lnTo>
                <a:lnTo>
                  <a:pt x="2352094" y="73612"/>
                </a:lnTo>
                <a:lnTo>
                  <a:pt x="2351924" y="74741"/>
                </a:lnTo>
                <a:lnTo>
                  <a:pt x="2351769" y="75882"/>
                </a:lnTo>
                <a:lnTo>
                  <a:pt x="2351631" y="77036"/>
                </a:lnTo>
                <a:lnTo>
                  <a:pt x="2351509" y="78202"/>
                </a:lnTo>
                <a:lnTo>
                  <a:pt x="2351403" y="79381"/>
                </a:lnTo>
                <a:lnTo>
                  <a:pt x="2351314" y="80572"/>
                </a:lnTo>
                <a:lnTo>
                  <a:pt x="2351241" y="81776"/>
                </a:lnTo>
                <a:lnTo>
                  <a:pt x="2351184" y="82992"/>
                </a:lnTo>
                <a:lnTo>
                  <a:pt x="2351143" y="84220"/>
                </a:lnTo>
                <a:lnTo>
                  <a:pt x="2351119" y="85462"/>
                </a:lnTo>
                <a:lnTo>
                  <a:pt x="2351111" y="86715"/>
                </a:lnTo>
                <a:lnTo>
                  <a:pt x="2351119" y="87920"/>
                </a:lnTo>
                <a:lnTo>
                  <a:pt x="2351144" y="89114"/>
                </a:lnTo>
                <a:lnTo>
                  <a:pt x="2351186" y="90298"/>
                </a:lnTo>
                <a:lnTo>
                  <a:pt x="2351245" y="91472"/>
                </a:lnTo>
                <a:lnTo>
                  <a:pt x="2351320" y="92636"/>
                </a:lnTo>
                <a:lnTo>
                  <a:pt x="2351413" y="93790"/>
                </a:lnTo>
                <a:lnTo>
                  <a:pt x="2351522" y="94934"/>
                </a:lnTo>
                <a:lnTo>
                  <a:pt x="2351647" y="96067"/>
                </a:lnTo>
                <a:lnTo>
                  <a:pt x="2351790" y="97191"/>
                </a:lnTo>
                <a:lnTo>
                  <a:pt x="2351949" y="98305"/>
                </a:lnTo>
                <a:lnTo>
                  <a:pt x="2352125" y="99409"/>
                </a:lnTo>
                <a:lnTo>
                  <a:pt x="2352318" y="100503"/>
                </a:lnTo>
                <a:lnTo>
                  <a:pt x="2352528" y="101586"/>
                </a:lnTo>
                <a:lnTo>
                  <a:pt x="2352754" y="102660"/>
                </a:lnTo>
                <a:lnTo>
                  <a:pt x="2352997" y="103723"/>
                </a:lnTo>
                <a:lnTo>
                  <a:pt x="2353257" y="104777"/>
                </a:lnTo>
                <a:lnTo>
                  <a:pt x="2353534" y="105821"/>
                </a:lnTo>
                <a:lnTo>
                  <a:pt x="2353827" y="106854"/>
                </a:lnTo>
                <a:lnTo>
                  <a:pt x="2354137" y="107877"/>
                </a:lnTo>
                <a:lnTo>
                  <a:pt x="2354464" y="108891"/>
                </a:lnTo>
                <a:lnTo>
                  <a:pt x="2354808" y="109894"/>
                </a:lnTo>
                <a:lnTo>
                  <a:pt x="2355168" y="110887"/>
                </a:lnTo>
                <a:lnTo>
                  <a:pt x="2355545" y="111871"/>
                </a:lnTo>
                <a:lnTo>
                  <a:pt x="2355939" y="112844"/>
                </a:lnTo>
                <a:lnTo>
                  <a:pt x="2356351" y="113803"/>
                </a:lnTo>
                <a:lnTo>
                  <a:pt x="2356780" y="114746"/>
                </a:lnTo>
                <a:lnTo>
                  <a:pt x="2357227" y="115672"/>
                </a:lnTo>
                <a:lnTo>
                  <a:pt x="2357693" y="116581"/>
                </a:lnTo>
                <a:lnTo>
                  <a:pt x="2358176" y="117473"/>
                </a:lnTo>
                <a:lnTo>
                  <a:pt x="2358677" y="118348"/>
                </a:lnTo>
                <a:lnTo>
                  <a:pt x="2359196" y="119206"/>
                </a:lnTo>
                <a:lnTo>
                  <a:pt x="2359733" y="120047"/>
                </a:lnTo>
                <a:lnTo>
                  <a:pt x="2360288" y="120871"/>
                </a:lnTo>
                <a:lnTo>
                  <a:pt x="2360861" y="121679"/>
                </a:lnTo>
                <a:lnTo>
                  <a:pt x="2361452" y="122469"/>
                </a:lnTo>
                <a:lnTo>
                  <a:pt x="2362061" y="123243"/>
                </a:lnTo>
                <a:lnTo>
                  <a:pt x="2362688" y="124000"/>
                </a:lnTo>
                <a:lnTo>
                  <a:pt x="2363333" y="124740"/>
                </a:lnTo>
                <a:lnTo>
                  <a:pt x="2363996" y="125463"/>
                </a:lnTo>
                <a:lnTo>
                  <a:pt x="2364677" y="126169"/>
                </a:lnTo>
                <a:lnTo>
                  <a:pt x="2365375" y="126858"/>
                </a:lnTo>
                <a:lnTo>
                  <a:pt x="2366092" y="127530"/>
                </a:lnTo>
                <a:lnTo>
                  <a:pt x="2366827" y="128186"/>
                </a:lnTo>
                <a:lnTo>
                  <a:pt x="2367579" y="128824"/>
                </a:lnTo>
                <a:lnTo>
                  <a:pt x="2368350" y="129446"/>
                </a:lnTo>
                <a:lnTo>
                  <a:pt x="2369139" y="130051"/>
                </a:lnTo>
                <a:lnTo>
                  <a:pt x="2369945" y="130638"/>
                </a:lnTo>
                <a:lnTo>
                  <a:pt x="2370770" y="131209"/>
                </a:lnTo>
                <a:lnTo>
                  <a:pt x="2371613" y="131760"/>
                </a:lnTo>
                <a:lnTo>
                  <a:pt x="2372476" y="132287"/>
                </a:lnTo>
                <a:lnTo>
                  <a:pt x="2373359" y="132791"/>
                </a:lnTo>
                <a:lnTo>
                  <a:pt x="2374261" y="133271"/>
                </a:lnTo>
                <a:lnTo>
                  <a:pt x="2375183" y="133728"/>
                </a:lnTo>
                <a:lnTo>
                  <a:pt x="2376125" y="134161"/>
                </a:lnTo>
                <a:lnTo>
                  <a:pt x="2377086" y="134571"/>
                </a:lnTo>
                <a:lnTo>
                  <a:pt x="2378067" y="134958"/>
                </a:lnTo>
                <a:lnTo>
                  <a:pt x="2379068" y="135321"/>
                </a:lnTo>
                <a:lnTo>
                  <a:pt x="2380088" y="135660"/>
                </a:lnTo>
                <a:lnTo>
                  <a:pt x="2381128" y="135977"/>
                </a:lnTo>
                <a:lnTo>
                  <a:pt x="2382188" y="136270"/>
                </a:lnTo>
                <a:lnTo>
                  <a:pt x="2383267" y="136539"/>
                </a:lnTo>
                <a:lnTo>
                  <a:pt x="2384367" y="136785"/>
                </a:lnTo>
                <a:lnTo>
                  <a:pt x="2385485" y="137008"/>
                </a:lnTo>
                <a:lnTo>
                  <a:pt x="2386624" y="137207"/>
                </a:lnTo>
                <a:lnTo>
                  <a:pt x="2387782" y="137382"/>
                </a:lnTo>
                <a:lnTo>
                  <a:pt x="2388960" y="137535"/>
                </a:lnTo>
                <a:lnTo>
                  <a:pt x="2390157" y="137663"/>
                </a:lnTo>
                <a:lnTo>
                  <a:pt x="2391374" y="137769"/>
                </a:lnTo>
                <a:lnTo>
                  <a:pt x="2392611" y="137851"/>
                </a:lnTo>
                <a:lnTo>
                  <a:pt x="2393867" y="137909"/>
                </a:lnTo>
                <a:lnTo>
                  <a:pt x="2395144" y="137945"/>
                </a:lnTo>
                <a:lnTo>
                  <a:pt x="2396439" y="137956"/>
                </a:lnTo>
                <a:lnTo>
                  <a:pt x="2397444" y="137949"/>
                </a:lnTo>
                <a:lnTo>
                  <a:pt x="2398437" y="137928"/>
                </a:lnTo>
                <a:lnTo>
                  <a:pt x="2399419" y="137892"/>
                </a:lnTo>
                <a:lnTo>
                  <a:pt x="2400389" y="137842"/>
                </a:lnTo>
                <a:lnTo>
                  <a:pt x="2401348" y="137778"/>
                </a:lnTo>
                <a:close/>
                <a:moveTo>
                  <a:pt x="2368368" y="71624"/>
                </a:moveTo>
                <a:lnTo>
                  <a:pt x="2368568" y="70569"/>
                </a:lnTo>
                <a:lnTo>
                  <a:pt x="2368788" y="69537"/>
                </a:lnTo>
                <a:lnTo>
                  <a:pt x="2369029" y="68529"/>
                </a:lnTo>
                <a:lnTo>
                  <a:pt x="2369289" y="67544"/>
                </a:lnTo>
                <a:lnTo>
                  <a:pt x="2369570" y="66583"/>
                </a:lnTo>
                <a:lnTo>
                  <a:pt x="2369870" y="65646"/>
                </a:lnTo>
                <a:lnTo>
                  <a:pt x="2370191" y="64732"/>
                </a:lnTo>
                <a:lnTo>
                  <a:pt x="2370531" y="63842"/>
                </a:lnTo>
                <a:lnTo>
                  <a:pt x="2370892" y="62976"/>
                </a:lnTo>
                <a:lnTo>
                  <a:pt x="2371272" y="62133"/>
                </a:lnTo>
                <a:lnTo>
                  <a:pt x="2371673" y="61314"/>
                </a:lnTo>
                <a:lnTo>
                  <a:pt x="2372094" y="60518"/>
                </a:lnTo>
                <a:lnTo>
                  <a:pt x="2372534" y="59746"/>
                </a:lnTo>
                <a:lnTo>
                  <a:pt x="2372995" y="58998"/>
                </a:lnTo>
                <a:lnTo>
                  <a:pt x="2373475" y="58273"/>
                </a:lnTo>
                <a:lnTo>
                  <a:pt x="2373976" y="57572"/>
                </a:lnTo>
                <a:lnTo>
                  <a:pt x="2374497" y="56895"/>
                </a:lnTo>
                <a:lnTo>
                  <a:pt x="2375037" y="56241"/>
                </a:lnTo>
                <a:lnTo>
                  <a:pt x="2375598" y="55611"/>
                </a:lnTo>
                <a:lnTo>
                  <a:pt x="2376178" y="55005"/>
                </a:lnTo>
                <a:lnTo>
                  <a:pt x="2376776" y="54425"/>
                </a:lnTo>
                <a:lnTo>
                  <a:pt x="2377391" y="53870"/>
                </a:lnTo>
                <a:lnTo>
                  <a:pt x="2378025" y="53342"/>
                </a:lnTo>
                <a:lnTo>
                  <a:pt x="2378676" y="52839"/>
                </a:lnTo>
                <a:lnTo>
                  <a:pt x="2379346" y="52362"/>
                </a:lnTo>
                <a:lnTo>
                  <a:pt x="2380033" y="51911"/>
                </a:lnTo>
                <a:lnTo>
                  <a:pt x="2380739" y="51486"/>
                </a:lnTo>
                <a:lnTo>
                  <a:pt x="2381462" y="51086"/>
                </a:lnTo>
                <a:lnTo>
                  <a:pt x="2382203" y="50713"/>
                </a:lnTo>
                <a:lnTo>
                  <a:pt x="2382963" y="50365"/>
                </a:lnTo>
                <a:lnTo>
                  <a:pt x="2383740" y="50042"/>
                </a:lnTo>
                <a:lnTo>
                  <a:pt x="2384535" y="49746"/>
                </a:lnTo>
                <a:lnTo>
                  <a:pt x="2385349" y="49475"/>
                </a:lnTo>
                <a:lnTo>
                  <a:pt x="2386180" y="49230"/>
                </a:lnTo>
                <a:lnTo>
                  <a:pt x="2387029" y="49011"/>
                </a:lnTo>
                <a:lnTo>
                  <a:pt x="2387896" y="48818"/>
                </a:lnTo>
                <a:lnTo>
                  <a:pt x="2388781" y="48650"/>
                </a:lnTo>
                <a:lnTo>
                  <a:pt x="2389684" y="48508"/>
                </a:lnTo>
                <a:lnTo>
                  <a:pt x="2390605" y="48392"/>
                </a:lnTo>
                <a:lnTo>
                  <a:pt x="2391544" y="48302"/>
                </a:lnTo>
                <a:lnTo>
                  <a:pt x="2392501" y="48238"/>
                </a:lnTo>
                <a:lnTo>
                  <a:pt x="2393476" y="48199"/>
                </a:lnTo>
                <a:lnTo>
                  <a:pt x="2394469" y="48186"/>
                </a:lnTo>
                <a:lnTo>
                  <a:pt x="2395453" y="48199"/>
                </a:lnTo>
                <a:lnTo>
                  <a:pt x="2396420" y="48238"/>
                </a:lnTo>
                <a:lnTo>
                  <a:pt x="2397368" y="48303"/>
                </a:lnTo>
                <a:lnTo>
                  <a:pt x="2398298" y="48394"/>
                </a:lnTo>
                <a:lnTo>
                  <a:pt x="2399210" y="48511"/>
                </a:lnTo>
                <a:lnTo>
                  <a:pt x="2400104" y="48653"/>
                </a:lnTo>
                <a:lnTo>
                  <a:pt x="2400980" y="48822"/>
                </a:lnTo>
                <a:lnTo>
                  <a:pt x="2401837" y="49017"/>
                </a:lnTo>
                <a:lnTo>
                  <a:pt x="2402677" y="49238"/>
                </a:lnTo>
                <a:lnTo>
                  <a:pt x="2403498" y="49484"/>
                </a:lnTo>
                <a:lnTo>
                  <a:pt x="2404301" y="49757"/>
                </a:lnTo>
                <a:lnTo>
                  <a:pt x="2405086" y="50055"/>
                </a:lnTo>
                <a:lnTo>
                  <a:pt x="2405853" y="50380"/>
                </a:lnTo>
                <a:lnTo>
                  <a:pt x="2406602" y="50730"/>
                </a:lnTo>
                <a:lnTo>
                  <a:pt x="2407333" y="51107"/>
                </a:lnTo>
                <a:lnTo>
                  <a:pt x="2408045" y="51509"/>
                </a:lnTo>
                <a:lnTo>
                  <a:pt x="2408740" y="51938"/>
                </a:lnTo>
                <a:lnTo>
                  <a:pt x="2409416" y="52392"/>
                </a:lnTo>
                <a:lnTo>
                  <a:pt x="2410074" y="52872"/>
                </a:lnTo>
                <a:lnTo>
                  <a:pt x="2410714" y="53378"/>
                </a:lnTo>
                <a:lnTo>
                  <a:pt x="2411336" y="53911"/>
                </a:lnTo>
                <a:lnTo>
                  <a:pt x="2411940" y="54469"/>
                </a:lnTo>
                <a:lnTo>
                  <a:pt x="2412525" y="55053"/>
                </a:lnTo>
                <a:lnTo>
                  <a:pt x="2413093" y="55663"/>
                </a:lnTo>
                <a:lnTo>
                  <a:pt x="2413640" y="56297"/>
                </a:lnTo>
                <a:lnTo>
                  <a:pt x="2414165" y="56955"/>
                </a:lnTo>
                <a:lnTo>
                  <a:pt x="2414668" y="57635"/>
                </a:lnTo>
                <a:lnTo>
                  <a:pt x="2415148" y="58339"/>
                </a:lnTo>
                <a:lnTo>
                  <a:pt x="2415607" y="59065"/>
                </a:lnTo>
                <a:lnTo>
                  <a:pt x="2416043" y="59815"/>
                </a:lnTo>
                <a:lnTo>
                  <a:pt x="2416457" y="60588"/>
                </a:lnTo>
                <a:lnTo>
                  <a:pt x="2416848" y="61384"/>
                </a:lnTo>
                <a:lnTo>
                  <a:pt x="2417218" y="62203"/>
                </a:lnTo>
                <a:lnTo>
                  <a:pt x="2417565" y="63045"/>
                </a:lnTo>
                <a:lnTo>
                  <a:pt x="2417890" y="63910"/>
                </a:lnTo>
                <a:lnTo>
                  <a:pt x="2418192" y="64798"/>
                </a:lnTo>
                <a:lnTo>
                  <a:pt x="2418473" y="65709"/>
                </a:lnTo>
                <a:lnTo>
                  <a:pt x="2418731" y="66643"/>
                </a:lnTo>
                <a:lnTo>
                  <a:pt x="2418967" y="67601"/>
                </a:lnTo>
                <a:lnTo>
                  <a:pt x="2419180" y="68581"/>
                </a:lnTo>
                <a:lnTo>
                  <a:pt x="2419372" y="69585"/>
                </a:lnTo>
                <a:lnTo>
                  <a:pt x="2419541" y="70611"/>
                </a:lnTo>
                <a:lnTo>
                  <a:pt x="2419688" y="71661"/>
                </a:lnTo>
                <a:lnTo>
                  <a:pt x="2419813" y="72734"/>
                </a:lnTo>
                <a:lnTo>
                  <a:pt x="2419915" y="73830"/>
                </a:lnTo>
                <a:lnTo>
                  <a:pt x="2419995" y="74949"/>
                </a:lnTo>
                <a:lnTo>
                  <a:pt x="2420053" y="76090"/>
                </a:lnTo>
                <a:lnTo>
                  <a:pt x="2420089" y="77256"/>
                </a:lnTo>
                <a:lnTo>
                  <a:pt x="2367666" y="77256"/>
                </a:lnTo>
                <a:lnTo>
                  <a:pt x="2367766" y="76082"/>
                </a:lnTo>
                <a:lnTo>
                  <a:pt x="2367886" y="74932"/>
                </a:lnTo>
                <a:lnTo>
                  <a:pt x="2368027" y="73806"/>
                </a:lnTo>
                <a:lnTo>
                  <a:pt x="2368187" y="72703"/>
                </a:lnTo>
                <a:lnTo>
                  <a:pt x="2368368" y="71624"/>
                </a:lnTo>
                <a:close/>
                <a:moveTo>
                  <a:pt x="2501005" y="137881"/>
                </a:moveTo>
                <a:lnTo>
                  <a:pt x="2501657" y="137849"/>
                </a:lnTo>
                <a:lnTo>
                  <a:pt x="2502305" y="137810"/>
                </a:lnTo>
                <a:lnTo>
                  <a:pt x="2502948" y="137765"/>
                </a:lnTo>
                <a:lnTo>
                  <a:pt x="2503588" y="137714"/>
                </a:lnTo>
                <a:lnTo>
                  <a:pt x="2504224" y="137657"/>
                </a:lnTo>
                <a:lnTo>
                  <a:pt x="2504856" y="137594"/>
                </a:lnTo>
                <a:lnTo>
                  <a:pt x="2505485" y="137525"/>
                </a:lnTo>
                <a:lnTo>
                  <a:pt x="2506109" y="137450"/>
                </a:lnTo>
                <a:lnTo>
                  <a:pt x="2506729" y="137370"/>
                </a:lnTo>
                <a:lnTo>
                  <a:pt x="2507345" y="137283"/>
                </a:lnTo>
                <a:lnTo>
                  <a:pt x="2507958" y="137190"/>
                </a:lnTo>
                <a:lnTo>
                  <a:pt x="2508566" y="137091"/>
                </a:lnTo>
                <a:lnTo>
                  <a:pt x="2509171" y="136986"/>
                </a:lnTo>
                <a:lnTo>
                  <a:pt x="2509771" y="136876"/>
                </a:lnTo>
                <a:lnTo>
                  <a:pt x="2510368" y="136759"/>
                </a:lnTo>
                <a:lnTo>
                  <a:pt x="2510960" y="136636"/>
                </a:lnTo>
                <a:lnTo>
                  <a:pt x="2511549" y="136507"/>
                </a:lnTo>
                <a:lnTo>
                  <a:pt x="2512134" y="136373"/>
                </a:lnTo>
                <a:lnTo>
                  <a:pt x="2512715" y="136232"/>
                </a:lnTo>
                <a:lnTo>
                  <a:pt x="2513291" y="136085"/>
                </a:lnTo>
                <a:lnTo>
                  <a:pt x="2513860" y="135931"/>
                </a:lnTo>
                <a:lnTo>
                  <a:pt x="2514424" y="135771"/>
                </a:lnTo>
                <a:lnTo>
                  <a:pt x="2514981" y="135605"/>
                </a:lnTo>
                <a:lnTo>
                  <a:pt x="2515533" y="135432"/>
                </a:lnTo>
                <a:lnTo>
                  <a:pt x="2516078" y="135252"/>
                </a:lnTo>
                <a:lnTo>
                  <a:pt x="2516617" y="135066"/>
                </a:lnTo>
                <a:lnTo>
                  <a:pt x="2517149" y="134874"/>
                </a:lnTo>
                <a:lnTo>
                  <a:pt x="2517676" y="134674"/>
                </a:lnTo>
                <a:lnTo>
                  <a:pt x="2518196" y="134469"/>
                </a:lnTo>
                <a:lnTo>
                  <a:pt x="2518710" y="134257"/>
                </a:lnTo>
                <a:lnTo>
                  <a:pt x="2519219" y="134038"/>
                </a:lnTo>
                <a:lnTo>
                  <a:pt x="2519721" y="133813"/>
                </a:lnTo>
                <a:lnTo>
                  <a:pt x="2520216" y="133581"/>
                </a:lnTo>
                <a:lnTo>
                  <a:pt x="2520706" y="133343"/>
                </a:lnTo>
                <a:lnTo>
                  <a:pt x="2521189" y="133098"/>
                </a:lnTo>
                <a:lnTo>
                  <a:pt x="2521667" y="132846"/>
                </a:lnTo>
                <a:lnTo>
                  <a:pt x="2522138" y="132589"/>
                </a:lnTo>
                <a:lnTo>
                  <a:pt x="2522603" y="132324"/>
                </a:lnTo>
                <a:lnTo>
                  <a:pt x="2523062" y="132053"/>
                </a:lnTo>
                <a:lnTo>
                  <a:pt x="2523514" y="131776"/>
                </a:lnTo>
                <a:lnTo>
                  <a:pt x="2523961" y="131492"/>
                </a:lnTo>
                <a:lnTo>
                  <a:pt x="2524401" y="131202"/>
                </a:lnTo>
                <a:lnTo>
                  <a:pt x="2524835" y="130905"/>
                </a:lnTo>
                <a:lnTo>
                  <a:pt x="2525263" y="130601"/>
                </a:lnTo>
                <a:lnTo>
                  <a:pt x="2525682" y="130290"/>
                </a:lnTo>
                <a:lnTo>
                  <a:pt x="2526093" y="129972"/>
                </a:lnTo>
                <a:lnTo>
                  <a:pt x="2526497" y="129647"/>
                </a:lnTo>
                <a:lnTo>
                  <a:pt x="2526893" y="129315"/>
                </a:lnTo>
                <a:lnTo>
                  <a:pt x="2527280" y="128976"/>
                </a:lnTo>
                <a:lnTo>
                  <a:pt x="2527660" y="128630"/>
                </a:lnTo>
                <a:lnTo>
                  <a:pt x="2528032" y="128277"/>
                </a:lnTo>
                <a:lnTo>
                  <a:pt x="2528397" y="127917"/>
                </a:lnTo>
                <a:lnTo>
                  <a:pt x="2528753" y="127550"/>
                </a:lnTo>
                <a:lnTo>
                  <a:pt x="2529102" y="127176"/>
                </a:lnTo>
                <a:lnTo>
                  <a:pt x="2529442" y="126794"/>
                </a:lnTo>
                <a:lnTo>
                  <a:pt x="2529775" y="126406"/>
                </a:lnTo>
                <a:lnTo>
                  <a:pt x="2530100" y="126011"/>
                </a:lnTo>
                <a:lnTo>
                  <a:pt x="2530417" y="125608"/>
                </a:lnTo>
                <a:lnTo>
                  <a:pt x="2530726" y="125199"/>
                </a:lnTo>
                <a:lnTo>
                  <a:pt x="2531027" y="124782"/>
                </a:lnTo>
                <a:lnTo>
                  <a:pt x="2531321" y="124359"/>
                </a:lnTo>
                <a:lnTo>
                  <a:pt x="2531606" y="123928"/>
                </a:lnTo>
                <a:lnTo>
                  <a:pt x="2531884" y="123490"/>
                </a:lnTo>
                <a:lnTo>
                  <a:pt x="2532154" y="123046"/>
                </a:lnTo>
                <a:lnTo>
                  <a:pt x="2532415" y="122594"/>
                </a:lnTo>
                <a:lnTo>
                  <a:pt x="2532669" y="122135"/>
                </a:lnTo>
                <a:lnTo>
                  <a:pt x="2532916" y="121669"/>
                </a:lnTo>
                <a:lnTo>
                  <a:pt x="2533153" y="121196"/>
                </a:lnTo>
                <a:lnTo>
                  <a:pt x="2533380" y="120716"/>
                </a:lnTo>
                <a:lnTo>
                  <a:pt x="2533597" y="120229"/>
                </a:lnTo>
                <a:lnTo>
                  <a:pt x="2533804" y="119734"/>
                </a:lnTo>
                <a:lnTo>
                  <a:pt x="2534001" y="119232"/>
                </a:lnTo>
                <a:lnTo>
                  <a:pt x="2534187" y="118723"/>
                </a:lnTo>
                <a:lnTo>
                  <a:pt x="2534364" y="118207"/>
                </a:lnTo>
                <a:lnTo>
                  <a:pt x="2534531" y="117684"/>
                </a:lnTo>
                <a:lnTo>
                  <a:pt x="2534687" y="117153"/>
                </a:lnTo>
                <a:lnTo>
                  <a:pt x="2534833" y="116615"/>
                </a:lnTo>
                <a:lnTo>
                  <a:pt x="2534970" y="116070"/>
                </a:lnTo>
                <a:lnTo>
                  <a:pt x="2535096" y="115518"/>
                </a:lnTo>
                <a:lnTo>
                  <a:pt x="2535212" y="114958"/>
                </a:lnTo>
                <a:lnTo>
                  <a:pt x="2535318" y="114391"/>
                </a:lnTo>
                <a:lnTo>
                  <a:pt x="2535414" y="113817"/>
                </a:lnTo>
                <a:lnTo>
                  <a:pt x="2535500" y="113236"/>
                </a:lnTo>
                <a:lnTo>
                  <a:pt x="2535575" y="112648"/>
                </a:lnTo>
                <a:lnTo>
                  <a:pt x="2535641" y="112052"/>
                </a:lnTo>
                <a:lnTo>
                  <a:pt x="2535696" y="111449"/>
                </a:lnTo>
                <a:lnTo>
                  <a:pt x="2535742" y="110839"/>
                </a:lnTo>
                <a:lnTo>
                  <a:pt x="2535777" y="110222"/>
                </a:lnTo>
                <a:lnTo>
                  <a:pt x="2535802" y="109597"/>
                </a:lnTo>
                <a:lnTo>
                  <a:pt x="2535818" y="108965"/>
                </a:lnTo>
                <a:lnTo>
                  <a:pt x="2535823" y="108326"/>
                </a:lnTo>
                <a:lnTo>
                  <a:pt x="2535816" y="107588"/>
                </a:lnTo>
                <a:lnTo>
                  <a:pt x="2535797" y="106860"/>
                </a:lnTo>
                <a:lnTo>
                  <a:pt x="2535765" y="106144"/>
                </a:lnTo>
                <a:lnTo>
                  <a:pt x="2535720" y="105439"/>
                </a:lnTo>
                <a:lnTo>
                  <a:pt x="2535662" y="104744"/>
                </a:lnTo>
                <a:lnTo>
                  <a:pt x="2535592" y="104061"/>
                </a:lnTo>
                <a:lnTo>
                  <a:pt x="2535508" y="103389"/>
                </a:lnTo>
                <a:lnTo>
                  <a:pt x="2535412" y="102729"/>
                </a:lnTo>
                <a:lnTo>
                  <a:pt x="2535303" y="102079"/>
                </a:lnTo>
                <a:lnTo>
                  <a:pt x="2535181" y="101440"/>
                </a:lnTo>
                <a:lnTo>
                  <a:pt x="2535046" y="100813"/>
                </a:lnTo>
                <a:lnTo>
                  <a:pt x="2534899" y="100196"/>
                </a:lnTo>
                <a:lnTo>
                  <a:pt x="2534738" y="99591"/>
                </a:lnTo>
                <a:lnTo>
                  <a:pt x="2534565" y="98997"/>
                </a:lnTo>
                <a:lnTo>
                  <a:pt x="2534379" y="98414"/>
                </a:lnTo>
                <a:lnTo>
                  <a:pt x="2534180" y="97842"/>
                </a:lnTo>
                <a:lnTo>
                  <a:pt x="2533969" y="97281"/>
                </a:lnTo>
                <a:lnTo>
                  <a:pt x="2533744" y="96731"/>
                </a:lnTo>
                <a:lnTo>
                  <a:pt x="2533507" y="96192"/>
                </a:lnTo>
                <a:lnTo>
                  <a:pt x="2533256" y="95665"/>
                </a:lnTo>
                <a:lnTo>
                  <a:pt x="2532993" y="95148"/>
                </a:lnTo>
                <a:lnTo>
                  <a:pt x="2532718" y="94643"/>
                </a:lnTo>
                <a:lnTo>
                  <a:pt x="2532429" y="94149"/>
                </a:lnTo>
                <a:lnTo>
                  <a:pt x="2532127" y="93666"/>
                </a:lnTo>
                <a:lnTo>
                  <a:pt x="2531813" y="93191"/>
                </a:lnTo>
                <a:lnTo>
                  <a:pt x="2531486" y="92724"/>
                </a:lnTo>
                <a:lnTo>
                  <a:pt x="2531147" y="92265"/>
                </a:lnTo>
                <a:lnTo>
                  <a:pt x="2530796" y="91812"/>
                </a:lnTo>
                <a:lnTo>
                  <a:pt x="2530432" y="91367"/>
                </a:lnTo>
                <a:lnTo>
                  <a:pt x="2530055" y="90929"/>
                </a:lnTo>
                <a:lnTo>
                  <a:pt x="2529666" y="90498"/>
                </a:lnTo>
                <a:lnTo>
                  <a:pt x="2529264" y="90074"/>
                </a:lnTo>
                <a:lnTo>
                  <a:pt x="2528850" y="89658"/>
                </a:lnTo>
                <a:lnTo>
                  <a:pt x="2528424" y="89249"/>
                </a:lnTo>
                <a:lnTo>
                  <a:pt x="2527984" y="88847"/>
                </a:lnTo>
                <a:lnTo>
                  <a:pt x="2527533" y="88452"/>
                </a:lnTo>
                <a:lnTo>
                  <a:pt x="2527069" y="88065"/>
                </a:lnTo>
                <a:lnTo>
                  <a:pt x="2526592" y="87684"/>
                </a:lnTo>
                <a:lnTo>
                  <a:pt x="2526103" y="87311"/>
                </a:lnTo>
                <a:lnTo>
                  <a:pt x="2525602" y="86946"/>
                </a:lnTo>
                <a:lnTo>
                  <a:pt x="2525088" y="86587"/>
                </a:lnTo>
                <a:lnTo>
                  <a:pt x="2524561" y="86236"/>
                </a:lnTo>
                <a:lnTo>
                  <a:pt x="2524022" y="85892"/>
                </a:lnTo>
                <a:lnTo>
                  <a:pt x="2523471" y="85555"/>
                </a:lnTo>
                <a:lnTo>
                  <a:pt x="2522907" y="85225"/>
                </a:lnTo>
                <a:lnTo>
                  <a:pt x="2522330" y="84903"/>
                </a:lnTo>
                <a:lnTo>
                  <a:pt x="2521742" y="84588"/>
                </a:lnTo>
                <a:lnTo>
                  <a:pt x="2521140" y="84280"/>
                </a:lnTo>
                <a:lnTo>
                  <a:pt x="2520526" y="83977"/>
                </a:lnTo>
                <a:lnTo>
                  <a:pt x="2519901" y="83678"/>
                </a:lnTo>
                <a:lnTo>
                  <a:pt x="2519263" y="83382"/>
                </a:lnTo>
                <a:lnTo>
                  <a:pt x="2518614" y="83090"/>
                </a:lnTo>
                <a:lnTo>
                  <a:pt x="2517952" y="82802"/>
                </a:lnTo>
                <a:lnTo>
                  <a:pt x="2517279" y="82517"/>
                </a:lnTo>
                <a:lnTo>
                  <a:pt x="2516593" y="82235"/>
                </a:lnTo>
                <a:lnTo>
                  <a:pt x="2515896" y="81957"/>
                </a:lnTo>
                <a:lnTo>
                  <a:pt x="2515186" y="81683"/>
                </a:lnTo>
                <a:lnTo>
                  <a:pt x="2514465" y="81412"/>
                </a:lnTo>
                <a:lnTo>
                  <a:pt x="2513731" y="81145"/>
                </a:lnTo>
                <a:lnTo>
                  <a:pt x="2512986" y="80881"/>
                </a:lnTo>
                <a:lnTo>
                  <a:pt x="2512229" y="80620"/>
                </a:lnTo>
                <a:lnTo>
                  <a:pt x="2511459" y="80364"/>
                </a:lnTo>
                <a:lnTo>
                  <a:pt x="2510678" y="80110"/>
                </a:lnTo>
                <a:lnTo>
                  <a:pt x="2509885" y="79860"/>
                </a:lnTo>
                <a:lnTo>
                  <a:pt x="2509079" y="79614"/>
                </a:lnTo>
                <a:lnTo>
                  <a:pt x="2508262" y="79371"/>
                </a:lnTo>
                <a:lnTo>
                  <a:pt x="2507433" y="79132"/>
                </a:lnTo>
                <a:lnTo>
                  <a:pt x="2506592" y="78896"/>
                </a:lnTo>
                <a:lnTo>
                  <a:pt x="2505739" y="78664"/>
                </a:lnTo>
                <a:lnTo>
                  <a:pt x="2504873" y="78435"/>
                </a:lnTo>
                <a:lnTo>
                  <a:pt x="2503996" y="78210"/>
                </a:lnTo>
                <a:lnTo>
                  <a:pt x="2503107" y="77988"/>
                </a:lnTo>
                <a:lnTo>
                  <a:pt x="2502293" y="77786"/>
                </a:lnTo>
                <a:lnTo>
                  <a:pt x="2501493" y="77584"/>
                </a:lnTo>
                <a:lnTo>
                  <a:pt x="2500707" y="77383"/>
                </a:lnTo>
                <a:lnTo>
                  <a:pt x="2499935" y="77184"/>
                </a:lnTo>
                <a:lnTo>
                  <a:pt x="2499177" y="76985"/>
                </a:lnTo>
                <a:lnTo>
                  <a:pt x="2498433" y="76787"/>
                </a:lnTo>
                <a:lnTo>
                  <a:pt x="2497703" y="76589"/>
                </a:lnTo>
                <a:lnTo>
                  <a:pt x="2496987" y="76393"/>
                </a:lnTo>
                <a:lnTo>
                  <a:pt x="2496285" y="76198"/>
                </a:lnTo>
                <a:lnTo>
                  <a:pt x="2495597" y="76003"/>
                </a:lnTo>
                <a:lnTo>
                  <a:pt x="2494923" y="75809"/>
                </a:lnTo>
                <a:lnTo>
                  <a:pt x="2494263" y="75617"/>
                </a:lnTo>
                <a:lnTo>
                  <a:pt x="2493617" y="75425"/>
                </a:lnTo>
                <a:lnTo>
                  <a:pt x="2492986" y="75234"/>
                </a:lnTo>
                <a:lnTo>
                  <a:pt x="2492368" y="75044"/>
                </a:lnTo>
                <a:lnTo>
                  <a:pt x="2491764" y="74854"/>
                </a:lnTo>
                <a:lnTo>
                  <a:pt x="2491174" y="74666"/>
                </a:lnTo>
                <a:lnTo>
                  <a:pt x="2490599" y="74479"/>
                </a:lnTo>
                <a:lnTo>
                  <a:pt x="2490037" y="74292"/>
                </a:lnTo>
                <a:lnTo>
                  <a:pt x="2489490" y="74106"/>
                </a:lnTo>
                <a:lnTo>
                  <a:pt x="2488956" y="73921"/>
                </a:lnTo>
                <a:lnTo>
                  <a:pt x="2488436" y="73738"/>
                </a:lnTo>
                <a:lnTo>
                  <a:pt x="2487931" y="73555"/>
                </a:lnTo>
                <a:lnTo>
                  <a:pt x="2487439" y="73372"/>
                </a:lnTo>
                <a:lnTo>
                  <a:pt x="2486961" y="73190"/>
                </a:lnTo>
                <a:lnTo>
                  <a:pt x="2486494" y="73005"/>
                </a:lnTo>
                <a:lnTo>
                  <a:pt x="2486038" y="72818"/>
                </a:lnTo>
                <a:lnTo>
                  <a:pt x="2485594" y="72629"/>
                </a:lnTo>
                <a:lnTo>
                  <a:pt x="2485162" y="72439"/>
                </a:lnTo>
                <a:lnTo>
                  <a:pt x="2484742" y="72246"/>
                </a:lnTo>
                <a:lnTo>
                  <a:pt x="2484333" y="72051"/>
                </a:lnTo>
                <a:lnTo>
                  <a:pt x="2483936" y="71855"/>
                </a:lnTo>
                <a:lnTo>
                  <a:pt x="2483550" y="71657"/>
                </a:lnTo>
                <a:lnTo>
                  <a:pt x="2483176" y="71456"/>
                </a:lnTo>
                <a:lnTo>
                  <a:pt x="2482814" y="71254"/>
                </a:lnTo>
                <a:lnTo>
                  <a:pt x="2482463" y="71050"/>
                </a:lnTo>
                <a:lnTo>
                  <a:pt x="2482124" y="70844"/>
                </a:lnTo>
                <a:lnTo>
                  <a:pt x="2481797" y="70636"/>
                </a:lnTo>
                <a:lnTo>
                  <a:pt x="2481481" y="70426"/>
                </a:lnTo>
                <a:lnTo>
                  <a:pt x="2481177" y="70214"/>
                </a:lnTo>
                <a:lnTo>
                  <a:pt x="2480884" y="70000"/>
                </a:lnTo>
                <a:lnTo>
                  <a:pt x="2480603" y="69784"/>
                </a:lnTo>
                <a:lnTo>
                  <a:pt x="2480334" y="69566"/>
                </a:lnTo>
                <a:lnTo>
                  <a:pt x="2480076" y="69347"/>
                </a:lnTo>
                <a:lnTo>
                  <a:pt x="2479830" y="69125"/>
                </a:lnTo>
                <a:lnTo>
                  <a:pt x="2479596" y="68901"/>
                </a:lnTo>
                <a:lnTo>
                  <a:pt x="2479373" y="68676"/>
                </a:lnTo>
                <a:lnTo>
                  <a:pt x="2479162" y="68449"/>
                </a:lnTo>
                <a:lnTo>
                  <a:pt x="2478961" y="68218"/>
                </a:lnTo>
                <a:lnTo>
                  <a:pt x="2478769" y="67983"/>
                </a:lnTo>
                <a:lnTo>
                  <a:pt x="2478585" y="67744"/>
                </a:lnTo>
                <a:lnTo>
                  <a:pt x="2478409" y="67501"/>
                </a:lnTo>
                <a:lnTo>
                  <a:pt x="2478242" y="67254"/>
                </a:lnTo>
                <a:lnTo>
                  <a:pt x="2478084" y="67002"/>
                </a:lnTo>
                <a:lnTo>
                  <a:pt x="2477935" y="66746"/>
                </a:lnTo>
                <a:lnTo>
                  <a:pt x="2477793" y="66486"/>
                </a:lnTo>
                <a:lnTo>
                  <a:pt x="2477661" y="66222"/>
                </a:lnTo>
                <a:lnTo>
                  <a:pt x="2477537" y="65953"/>
                </a:lnTo>
                <a:lnTo>
                  <a:pt x="2477421" y="65681"/>
                </a:lnTo>
                <a:lnTo>
                  <a:pt x="2477314" y="65404"/>
                </a:lnTo>
                <a:lnTo>
                  <a:pt x="2477216" y="65123"/>
                </a:lnTo>
                <a:lnTo>
                  <a:pt x="2477126" y="64837"/>
                </a:lnTo>
                <a:lnTo>
                  <a:pt x="2477045" y="64548"/>
                </a:lnTo>
                <a:lnTo>
                  <a:pt x="2476972" y="64254"/>
                </a:lnTo>
                <a:lnTo>
                  <a:pt x="2476908" y="63956"/>
                </a:lnTo>
                <a:lnTo>
                  <a:pt x="2476852" y="63653"/>
                </a:lnTo>
                <a:lnTo>
                  <a:pt x="2476805" y="63347"/>
                </a:lnTo>
                <a:lnTo>
                  <a:pt x="2476767" y="63036"/>
                </a:lnTo>
                <a:lnTo>
                  <a:pt x="2476737" y="62721"/>
                </a:lnTo>
                <a:lnTo>
                  <a:pt x="2476716" y="62402"/>
                </a:lnTo>
                <a:lnTo>
                  <a:pt x="2476703" y="62078"/>
                </a:lnTo>
                <a:lnTo>
                  <a:pt x="2476698" y="61751"/>
                </a:lnTo>
                <a:lnTo>
                  <a:pt x="2476708" y="61167"/>
                </a:lnTo>
                <a:lnTo>
                  <a:pt x="2476737" y="60595"/>
                </a:lnTo>
                <a:lnTo>
                  <a:pt x="2476785" y="60037"/>
                </a:lnTo>
                <a:lnTo>
                  <a:pt x="2476852" y="59492"/>
                </a:lnTo>
                <a:lnTo>
                  <a:pt x="2476938" y="58960"/>
                </a:lnTo>
                <a:lnTo>
                  <a:pt x="2477043" y="58441"/>
                </a:lnTo>
                <a:lnTo>
                  <a:pt x="2477168" y="57935"/>
                </a:lnTo>
                <a:lnTo>
                  <a:pt x="2477312" y="57442"/>
                </a:lnTo>
                <a:lnTo>
                  <a:pt x="2477474" y="56962"/>
                </a:lnTo>
                <a:lnTo>
                  <a:pt x="2477657" y="56495"/>
                </a:lnTo>
                <a:lnTo>
                  <a:pt x="2477858" y="56041"/>
                </a:lnTo>
                <a:lnTo>
                  <a:pt x="2478078" y="55601"/>
                </a:lnTo>
                <a:lnTo>
                  <a:pt x="2478318" y="55173"/>
                </a:lnTo>
                <a:lnTo>
                  <a:pt x="2478576" y="54758"/>
                </a:lnTo>
                <a:lnTo>
                  <a:pt x="2478854" y="54356"/>
                </a:lnTo>
                <a:lnTo>
                  <a:pt x="2479151" y="53968"/>
                </a:lnTo>
                <a:lnTo>
                  <a:pt x="2479467" y="53592"/>
                </a:lnTo>
                <a:lnTo>
                  <a:pt x="2479802" y="53229"/>
                </a:lnTo>
                <a:lnTo>
                  <a:pt x="2480157" y="52880"/>
                </a:lnTo>
                <a:lnTo>
                  <a:pt x="2480531" y="52543"/>
                </a:lnTo>
                <a:lnTo>
                  <a:pt x="2480923" y="52220"/>
                </a:lnTo>
                <a:lnTo>
                  <a:pt x="2481335" y="51909"/>
                </a:lnTo>
                <a:lnTo>
                  <a:pt x="2481766" y="51612"/>
                </a:lnTo>
                <a:lnTo>
                  <a:pt x="2482217" y="51327"/>
                </a:lnTo>
                <a:lnTo>
                  <a:pt x="2482682" y="51055"/>
                </a:lnTo>
                <a:lnTo>
                  <a:pt x="2483160" y="50794"/>
                </a:lnTo>
                <a:lnTo>
                  <a:pt x="2483649" y="50545"/>
                </a:lnTo>
                <a:lnTo>
                  <a:pt x="2484149" y="50307"/>
                </a:lnTo>
                <a:lnTo>
                  <a:pt x="2484661" y="50081"/>
                </a:lnTo>
                <a:lnTo>
                  <a:pt x="2485185" y="49867"/>
                </a:lnTo>
                <a:lnTo>
                  <a:pt x="2485721" y="49664"/>
                </a:lnTo>
                <a:lnTo>
                  <a:pt x="2486268" y="49473"/>
                </a:lnTo>
                <a:lnTo>
                  <a:pt x="2486827" y="49293"/>
                </a:lnTo>
                <a:lnTo>
                  <a:pt x="2487397" y="49125"/>
                </a:lnTo>
                <a:lnTo>
                  <a:pt x="2487979" y="48968"/>
                </a:lnTo>
                <a:lnTo>
                  <a:pt x="2488573" y="48824"/>
                </a:lnTo>
                <a:lnTo>
                  <a:pt x="2489178" y="48690"/>
                </a:lnTo>
                <a:lnTo>
                  <a:pt x="2489795" y="48569"/>
                </a:lnTo>
                <a:lnTo>
                  <a:pt x="2490423" y="48459"/>
                </a:lnTo>
                <a:lnTo>
                  <a:pt x="2491063" y="48360"/>
                </a:lnTo>
                <a:lnTo>
                  <a:pt x="2491715" y="48273"/>
                </a:lnTo>
                <a:lnTo>
                  <a:pt x="2492379" y="48198"/>
                </a:lnTo>
                <a:lnTo>
                  <a:pt x="2493054" y="48134"/>
                </a:lnTo>
                <a:lnTo>
                  <a:pt x="2493740" y="48082"/>
                </a:lnTo>
                <a:lnTo>
                  <a:pt x="2494439" y="48041"/>
                </a:lnTo>
                <a:lnTo>
                  <a:pt x="2495149" y="48012"/>
                </a:lnTo>
                <a:lnTo>
                  <a:pt x="2495870" y="47995"/>
                </a:lnTo>
                <a:lnTo>
                  <a:pt x="2496604" y="47989"/>
                </a:lnTo>
                <a:lnTo>
                  <a:pt x="2497330" y="47997"/>
                </a:lnTo>
                <a:lnTo>
                  <a:pt x="2498047" y="48020"/>
                </a:lnTo>
                <a:lnTo>
                  <a:pt x="2498755" y="48059"/>
                </a:lnTo>
                <a:lnTo>
                  <a:pt x="2499453" y="48113"/>
                </a:lnTo>
                <a:lnTo>
                  <a:pt x="2500142" y="48182"/>
                </a:lnTo>
                <a:lnTo>
                  <a:pt x="2500822" y="48267"/>
                </a:lnTo>
                <a:lnTo>
                  <a:pt x="2501493" y="48367"/>
                </a:lnTo>
                <a:lnTo>
                  <a:pt x="2502155" y="48483"/>
                </a:lnTo>
                <a:lnTo>
                  <a:pt x="2502807" y="48614"/>
                </a:lnTo>
                <a:lnTo>
                  <a:pt x="2503450" y="48761"/>
                </a:lnTo>
                <a:lnTo>
                  <a:pt x="2504084" y="48923"/>
                </a:lnTo>
                <a:lnTo>
                  <a:pt x="2504709" y="49101"/>
                </a:lnTo>
                <a:lnTo>
                  <a:pt x="2505324" y="49294"/>
                </a:lnTo>
                <a:lnTo>
                  <a:pt x="2505930" y="49502"/>
                </a:lnTo>
                <a:lnTo>
                  <a:pt x="2506527" y="49726"/>
                </a:lnTo>
                <a:lnTo>
                  <a:pt x="2507115" y="49965"/>
                </a:lnTo>
                <a:lnTo>
                  <a:pt x="2507693" y="50220"/>
                </a:lnTo>
                <a:lnTo>
                  <a:pt x="2508262" y="50490"/>
                </a:lnTo>
                <a:lnTo>
                  <a:pt x="2508822" y="50776"/>
                </a:lnTo>
                <a:lnTo>
                  <a:pt x="2509373" y="51077"/>
                </a:lnTo>
                <a:lnTo>
                  <a:pt x="2509914" y="51394"/>
                </a:lnTo>
                <a:lnTo>
                  <a:pt x="2510446" y="51725"/>
                </a:lnTo>
                <a:lnTo>
                  <a:pt x="2510969" y="52073"/>
                </a:lnTo>
                <a:lnTo>
                  <a:pt x="2511483" y="52436"/>
                </a:lnTo>
                <a:lnTo>
                  <a:pt x="2511982" y="52817"/>
                </a:lnTo>
                <a:lnTo>
                  <a:pt x="2512459" y="53221"/>
                </a:lnTo>
                <a:lnTo>
                  <a:pt x="2512915" y="53646"/>
                </a:lnTo>
                <a:lnTo>
                  <a:pt x="2513350" y="54093"/>
                </a:lnTo>
                <a:lnTo>
                  <a:pt x="2513764" y="54562"/>
                </a:lnTo>
                <a:lnTo>
                  <a:pt x="2514156" y="55053"/>
                </a:lnTo>
                <a:lnTo>
                  <a:pt x="2514527" y="55566"/>
                </a:lnTo>
                <a:lnTo>
                  <a:pt x="2514877" y="56101"/>
                </a:lnTo>
                <a:lnTo>
                  <a:pt x="2515206" y="56658"/>
                </a:lnTo>
                <a:lnTo>
                  <a:pt x="2515514" y="57237"/>
                </a:lnTo>
                <a:lnTo>
                  <a:pt x="2515800" y="57837"/>
                </a:lnTo>
                <a:lnTo>
                  <a:pt x="2516065" y="58460"/>
                </a:lnTo>
                <a:lnTo>
                  <a:pt x="2516309" y="59104"/>
                </a:lnTo>
                <a:lnTo>
                  <a:pt x="2516532" y="59770"/>
                </a:lnTo>
                <a:lnTo>
                  <a:pt x="2516734" y="60459"/>
                </a:lnTo>
                <a:lnTo>
                  <a:pt x="2516914" y="61169"/>
                </a:lnTo>
                <a:lnTo>
                  <a:pt x="2517073" y="61901"/>
                </a:lnTo>
                <a:lnTo>
                  <a:pt x="2517211" y="62655"/>
                </a:lnTo>
                <a:lnTo>
                  <a:pt x="2517327" y="63431"/>
                </a:lnTo>
                <a:lnTo>
                  <a:pt x="2517423" y="64228"/>
                </a:lnTo>
                <a:lnTo>
                  <a:pt x="2517497" y="65048"/>
                </a:lnTo>
                <a:lnTo>
                  <a:pt x="2517550" y="65890"/>
                </a:lnTo>
                <a:lnTo>
                  <a:pt x="2517582" y="66753"/>
                </a:lnTo>
                <a:lnTo>
                  <a:pt x="2517593" y="67639"/>
                </a:lnTo>
                <a:lnTo>
                  <a:pt x="2533556" y="67639"/>
                </a:lnTo>
                <a:lnTo>
                  <a:pt x="2533551" y="66933"/>
                </a:lnTo>
                <a:lnTo>
                  <a:pt x="2533536" y="66235"/>
                </a:lnTo>
                <a:lnTo>
                  <a:pt x="2533510" y="65546"/>
                </a:lnTo>
                <a:lnTo>
                  <a:pt x="2533474" y="64865"/>
                </a:lnTo>
                <a:lnTo>
                  <a:pt x="2533428" y="64193"/>
                </a:lnTo>
                <a:lnTo>
                  <a:pt x="2533371" y="63529"/>
                </a:lnTo>
                <a:lnTo>
                  <a:pt x="2533305" y="62874"/>
                </a:lnTo>
                <a:lnTo>
                  <a:pt x="2533228" y="62227"/>
                </a:lnTo>
                <a:lnTo>
                  <a:pt x="2533140" y="61588"/>
                </a:lnTo>
                <a:lnTo>
                  <a:pt x="2533043" y="60958"/>
                </a:lnTo>
                <a:lnTo>
                  <a:pt x="2532935" y="60337"/>
                </a:lnTo>
                <a:lnTo>
                  <a:pt x="2532817" y="59724"/>
                </a:lnTo>
                <a:lnTo>
                  <a:pt x="2532689" y="59119"/>
                </a:lnTo>
                <a:lnTo>
                  <a:pt x="2532550" y="58523"/>
                </a:lnTo>
                <a:lnTo>
                  <a:pt x="2532401" y="57935"/>
                </a:lnTo>
                <a:lnTo>
                  <a:pt x="2532242" y="57356"/>
                </a:lnTo>
                <a:lnTo>
                  <a:pt x="2532073" y="56785"/>
                </a:lnTo>
                <a:lnTo>
                  <a:pt x="2531893" y="56223"/>
                </a:lnTo>
                <a:lnTo>
                  <a:pt x="2531703" y="55669"/>
                </a:lnTo>
                <a:lnTo>
                  <a:pt x="2531503" y="55124"/>
                </a:lnTo>
                <a:lnTo>
                  <a:pt x="2531293" y="54587"/>
                </a:lnTo>
                <a:lnTo>
                  <a:pt x="2531072" y="54059"/>
                </a:lnTo>
                <a:lnTo>
                  <a:pt x="2530841" y="53539"/>
                </a:lnTo>
                <a:lnTo>
                  <a:pt x="2530600" y="53027"/>
                </a:lnTo>
                <a:lnTo>
                  <a:pt x="2530350" y="52524"/>
                </a:lnTo>
                <a:lnTo>
                  <a:pt x="2530093" y="52028"/>
                </a:lnTo>
                <a:lnTo>
                  <a:pt x="2529828" y="51540"/>
                </a:lnTo>
                <a:lnTo>
                  <a:pt x="2529556" y="51060"/>
                </a:lnTo>
                <a:lnTo>
                  <a:pt x="2529276" y="50587"/>
                </a:lnTo>
                <a:lnTo>
                  <a:pt x="2528989" y="50123"/>
                </a:lnTo>
                <a:lnTo>
                  <a:pt x="2528695" y="49666"/>
                </a:lnTo>
                <a:lnTo>
                  <a:pt x="2528394" y="49216"/>
                </a:lnTo>
                <a:lnTo>
                  <a:pt x="2528085" y="48775"/>
                </a:lnTo>
                <a:lnTo>
                  <a:pt x="2527769" y="48341"/>
                </a:lnTo>
                <a:lnTo>
                  <a:pt x="2527445" y="47915"/>
                </a:lnTo>
                <a:lnTo>
                  <a:pt x="2527114" y="47497"/>
                </a:lnTo>
                <a:lnTo>
                  <a:pt x="2526776" y="47087"/>
                </a:lnTo>
                <a:lnTo>
                  <a:pt x="2526430" y="46684"/>
                </a:lnTo>
                <a:lnTo>
                  <a:pt x="2526077" y="46289"/>
                </a:lnTo>
                <a:lnTo>
                  <a:pt x="2525717" y="45902"/>
                </a:lnTo>
                <a:lnTo>
                  <a:pt x="2525349" y="45523"/>
                </a:lnTo>
                <a:lnTo>
                  <a:pt x="2524974" y="45151"/>
                </a:lnTo>
                <a:lnTo>
                  <a:pt x="2524592" y="44787"/>
                </a:lnTo>
                <a:lnTo>
                  <a:pt x="2524202" y="44431"/>
                </a:lnTo>
                <a:lnTo>
                  <a:pt x="2523805" y="44082"/>
                </a:lnTo>
                <a:lnTo>
                  <a:pt x="2523400" y="43742"/>
                </a:lnTo>
                <a:lnTo>
                  <a:pt x="2522988" y="43409"/>
                </a:lnTo>
                <a:lnTo>
                  <a:pt x="2522569" y="43084"/>
                </a:lnTo>
                <a:lnTo>
                  <a:pt x="2522143" y="42766"/>
                </a:lnTo>
                <a:lnTo>
                  <a:pt x="2521712" y="42455"/>
                </a:lnTo>
                <a:lnTo>
                  <a:pt x="2521276" y="42151"/>
                </a:lnTo>
                <a:lnTo>
                  <a:pt x="2520834" y="41854"/>
                </a:lnTo>
                <a:lnTo>
                  <a:pt x="2520386" y="41564"/>
                </a:lnTo>
                <a:lnTo>
                  <a:pt x="2519933" y="41281"/>
                </a:lnTo>
                <a:lnTo>
                  <a:pt x="2519475" y="41006"/>
                </a:lnTo>
                <a:lnTo>
                  <a:pt x="2519011" y="40737"/>
                </a:lnTo>
                <a:lnTo>
                  <a:pt x="2518541" y="40476"/>
                </a:lnTo>
                <a:lnTo>
                  <a:pt x="2518066" y="40221"/>
                </a:lnTo>
                <a:lnTo>
                  <a:pt x="2517586" y="39974"/>
                </a:lnTo>
                <a:lnTo>
                  <a:pt x="2517100" y="39733"/>
                </a:lnTo>
                <a:lnTo>
                  <a:pt x="2516609" y="39500"/>
                </a:lnTo>
                <a:lnTo>
                  <a:pt x="2516112" y="39274"/>
                </a:lnTo>
                <a:lnTo>
                  <a:pt x="2515610" y="39054"/>
                </a:lnTo>
                <a:lnTo>
                  <a:pt x="2515102" y="38842"/>
                </a:lnTo>
                <a:lnTo>
                  <a:pt x="2514589" y="38637"/>
                </a:lnTo>
                <a:lnTo>
                  <a:pt x="2514070" y="38439"/>
                </a:lnTo>
                <a:lnTo>
                  <a:pt x="2513546" y="38248"/>
                </a:lnTo>
                <a:lnTo>
                  <a:pt x="2513016" y="38064"/>
                </a:lnTo>
                <a:lnTo>
                  <a:pt x="2512481" y="37887"/>
                </a:lnTo>
                <a:lnTo>
                  <a:pt x="2511940" y="37718"/>
                </a:lnTo>
                <a:lnTo>
                  <a:pt x="2511394" y="37555"/>
                </a:lnTo>
                <a:lnTo>
                  <a:pt x="2510843" y="37399"/>
                </a:lnTo>
                <a:lnTo>
                  <a:pt x="2510287" y="37250"/>
                </a:lnTo>
                <a:lnTo>
                  <a:pt x="2509728" y="37107"/>
                </a:lnTo>
                <a:lnTo>
                  <a:pt x="2509165" y="36971"/>
                </a:lnTo>
                <a:lnTo>
                  <a:pt x="2508600" y="36841"/>
                </a:lnTo>
                <a:lnTo>
                  <a:pt x="2508031" y="36717"/>
                </a:lnTo>
                <a:lnTo>
                  <a:pt x="2507458" y="36600"/>
                </a:lnTo>
                <a:lnTo>
                  <a:pt x="2506883" y="36489"/>
                </a:lnTo>
                <a:lnTo>
                  <a:pt x="2506304" y="36385"/>
                </a:lnTo>
                <a:lnTo>
                  <a:pt x="2505722" y="36286"/>
                </a:lnTo>
                <a:lnTo>
                  <a:pt x="2505137" y="36194"/>
                </a:lnTo>
                <a:lnTo>
                  <a:pt x="2504549" y="36109"/>
                </a:lnTo>
                <a:lnTo>
                  <a:pt x="2503957" y="36030"/>
                </a:lnTo>
                <a:lnTo>
                  <a:pt x="2503362" y="35957"/>
                </a:lnTo>
                <a:lnTo>
                  <a:pt x="2502764" y="35890"/>
                </a:lnTo>
                <a:lnTo>
                  <a:pt x="2502163" y="35830"/>
                </a:lnTo>
                <a:lnTo>
                  <a:pt x="2501558" y="35776"/>
                </a:lnTo>
                <a:lnTo>
                  <a:pt x="2500950" y="35728"/>
                </a:lnTo>
                <a:lnTo>
                  <a:pt x="2500339" y="35687"/>
                </a:lnTo>
                <a:lnTo>
                  <a:pt x="2499724" y="35652"/>
                </a:lnTo>
                <a:lnTo>
                  <a:pt x="2499107" y="35624"/>
                </a:lnTo>
                <a:lnTo>
                  <a:pt x="2498486" y="35602"/>
                </a:lnTo>
                <a:lnTo>
                  <a:pt x="2497862" y="35586"/>
                </a:lnTo>
                <a:lnTo>
                  <a:pt x="2497234" y="35576"/>
                </a:lnTo>
                <a:lnTo>
                  <a:pt x="2496604" y="35573"/>
                </a:lnTo>
                <a:lnTo>
                  <a:pt x="2495965" y="35576"/>
                </a:lnTo>
                <a:lnTo>
                  <a:pt x="2495330" y="35585"/>
                </a:lnTo>
                <a:lnTo>
                  <a:pt x="2494699" y="35599"/>
                </a:lnTo>
                <a:lnTo>
                  <a:pt x="2494072" y="35620"/>
                </a:lnTo>
                <a:lnTo>
                  <a:pt x="2493448" y="35646"/>
                </a:lnTo>
                <a:lnTo>
                  <a:pt x="2492828" y="35678"/>
                </a:lnTo>
                <a:lnTo>
                  <a:pt x="2492212" y="35716"/>
                </a:lnTo>
                <a:lnTo>
                  <a:pt x="2491600" y="35759"/>
                </a:lnTo>
                <a:lnTo>
                  <a:pt x="2490991" y="35809"/>
                </a:lnTo>
                <a:lnTo>
                  <a:pt x="2490387" y="35864"/>
                </a:lnTo>
                <a:lnTo>
                  <a:pt x="2489786" y="35925"/>
                </a:lnTo>
                <a:lnTo>
                  <a:pt x="2489188" y="35992"/>
                </a:lnTo>
                <a:lnTo>
                  <a:pt x="2488595" y="36065"/>
                </a:lnTo>
                <a:lnTo>
                  <a:pt x="2488005" y="36143"/>
                </a:lnTo>
                <a:lnTo>
                  <a:pt x="2487419" y="36227"/>
                </a:lnTo>
                <a:lnTo>
                  <a:pt x="2486837" y="36318"/>
                </a:lnTo>
                <a:lnTo>
                  <a:pt x="2486259" y="36414"/>
                </a:lnTo>
                <a:lnTo>
                  <a:pt x="2485684" y="36515"/>
                </a:lnTo>
                <a:lnTo>
                  <a:pt x="2485113" y="36623"/>
                </a:lnTo>
                <a:lnTo>
                  <a:pt x="2484546" y="36736"/>
                </a:lnTo>
                <a:lnTo>
                  <a:pt x="2483983" y="36856"/>
                </a:lnTo>
                <a:lnTo>
                  <a:pt x="2483423" y="36981"/>
                </a:lnTo>
                <a:lnTo>
                  <a:pt x="2482867" y="37112"/>
                </a:lnTo>
                <a:lnTo>
                  <a:pt x="2482315" y="37248"/>
                </a:lnTo>
                <a:lnTo>
                  <a:pt x="2481768" y="37390"/>
                </a:lnTo>
                <a:lnTo>
                  <a:pt x="2481227" y="37539"/>
                </a:lnTo>
                <a:lnTo>
                  <a:pt x="2480692" y="37692"/>
                </a:lnTo>
                <a:lnTo>
                  <a:pt x="2480162" y="37852"/>
                </a:lnTo>
                <a:lnTo>
                  <a:pt x="2479639" y="38018"/>
                </a:lnTo>
                <a:lnTo>
                  <a:pt x="2479122" y="38189"/>
                </a:lnTo>
                <a:lnTo>
                  <a:pt x="2478611" y="38366"/>
                </a:lnTo>
                <a:lnTo>
                  <a:pt x="2478105" y="38549"/>
                </a:lnTo>
                <a:lnTo>
                  <a:pt x="2477606" y="38738"/>
                </a:lnTo>
                <a:lnTo>
                  <a:pt x="2477113" y="38933"/>
                </a:lnTo>
                <a:lnTo>
                  <a:pt x="2476626" y="39134"/>
                </a:lnTo>
                <a:lnTo>
                  <a:pt x="2476144" y="39340"/>
                </a:lnTo>
                <a:lnTo>
                  <a:pt x="2475669" y="39552"/>
                </a:lnTo>
                <a:lnTo>
                  <a:pt x="2475200" y="39770"/>
                </a:lnTo>
                <a:lnTo>
                  <a:pt x="2474736" y="39994"/>
                </a:lnTo>
                <a:lnTo>
                  <a:pt x="2474279" y="40224"/>
                </a:lnTo>
                <a:lnTo>
                  <a:pt x="2473827" y="40459"/>
                </a:lnTo>
                <a:lnTo>
                  <a:pt x="2473382" y="40700"/>
                </a:lnTo>
                <a:lnTo>
                  <a:pt x="2472943" y="40948"/>
                </a:lnTo>
                <a:lnTo>
                  <a:pt x="2472509" y="41201"/>
                </a:lnTo>
                <a:lnTo>
                  <a:pt x="2472082" y="41459"/>
                </a:lnTo>
                <a:lnTo>
                  <a:pt x="2471660" y="41724"/>
                </a:lnTo>
                <a:lnTo>
                  <a:pt x="2471245" y="41994"/>
                </a:lnTo>
                <a:lnTo>
                  <a:pt x="2470835" y="42271"/>
                </a:lnTo>
                <a:lnTo>
                  <a:pt x="2470433" y="42553"/>
                </a:lnTo>
                <a:lnTo>
                  <a:pt x="2470037" y="42840"/>
                </a:lnTo>
                <a:lnTo>
                  <a:pt x="2469650" y="43134"/>
                </a:lnTo>
                <a:lnTo>
                  <a:pt x="2469270" y="43433"/>
                </a:lnTo>
                <a:lnTo>
                  <a:pt x="2468897" y="43738"/>
                </a:lnTo>
                <a:lnTo>
                  <a:pt x="2468532" y="44049"/>
                </a:lnTo>
                <a:lnTo>
                  <a:pt x="2468174" y="44366"/>
                </a:lnTo>
                <a:lnTo>
                  <a:pt x="2467824" y="44688"/>
                </a:lnTo>
                <a:lnTo>
                  <a:pt x="2467482" y="45017"/>
                </a:lnTo>
                <a:lnTo>
                  <a:pt x="2467147" y="45351"/>
                </a:lnTo>
                <a:lnTo>
                  <a:pt x="2466819" y="45691"/>
                </a:lnTo>
                <a:lnTo>
                  <a:pt x="2466500" y="46037"/>
                </a:lnTo>
                <a:lnTo>
                  <a:pt x="2466187" y="46388"/>
                </a:lnTo>
                <a:lnTo>
                  <a:pt x="2465882" y="46746"/>
                </a:lnTo>
                <a:lnTo>
                  <a:pt x="2465585" y="47109"/>
                </a:lnTo>
                <a:lnTo>
                  <a:pt x="2465295" y="47478"/>
                </a:lnTo>
                <a:lnTo>
                  <a:pt x="2465013" y="47853"/>
                </a:lnTo>
                <a:lnTo>
                  <a:pt x="2464738" y="48234"/>
                </a:lnTo>
                <a:lnTo>
                  <a:pt x="2464471" y="48620"/>
                </a:lnTo>
                <a:lnTo>
                  <a:pt x="2464211" y="49013"/>
                </a:lnTo>
                <a:lnTo>
                  <a:pt x="2463959" y="49411"/>
                </a:lnTo>
                <a:lnTo>
                  <a:pt x="2463714" y="49815"/>
                </a:lnTo>
                <a:lnTo>
                  <a:pt x="2463477" y="50225"/>
                </a:lnTo>
                <a:lnTo>
                  <a:pt x="2463248" y="50640"/>
                </a:lnTo>
                <a:lnTo>
                  <a:pt x="2463027" y="51062"/>
                </a:lnTo>
                <a:lnTo>
                  <a:pt x="2462815" y="51488"/>
                </a:lnTo>
                <a:lnTo>
                  <a:pt x="2462613" y="51921"/>
                </a:lnTo>
                <a:lnTo>
                  <a:pt x="2462420" y="52358"/>
                </a:lnTo>
                <a:lnTo>
                  <a:pt x="2462236" y="52801"/>
                </a:lnTo>
                <a:lnTo>
                  <a:pt x="2462062" y="53250"/>
                </a:lnTo>
                <a:lnTo>
                  <a:pt x="2461898" y="53704"/>
                </a:lnTo>
                <a:lnTo>
                  <a:pt x="2461742" y="54164"/>
                </a:lnTo>
                <a:lnTo>
                  <a:pt x="2461596" y="54629"/>
                </a:lnTo>
                <a:lnTo>
                  <a:pt x="2461460" y="55099"/>
                </a:lnTo>
                <a:lnTo>
                  <a:pt x="2461333" y="55575"/>
                </a:lnTo>
                <a:lnTo>
                  <a:pt x="2461215" y="56056"/>
                </a:lnTo>
                <a:lnTo>
                  <a:pt x="2461107" y="56543"/>
                </a:lnTo>
                <a:lnTo>
                  <a:pt x="2461008" y="57035"/>
                </a:lnTo>
                <a:lnTo>
                  <a:pt x="2460919" y="57533"/>
                </a:lnTo>
                <a:lnTo>
                  <a:pt x="2460839" y="58036"/>
                </a:lnTo>
                <a:lnTo>
                  <a:pt x="2460768" y="58545"/>
                </a:lnTo>
                <a:lnTo>
                  <a:pt x="2460707" y="59059"/>
                </a:lnTo>
                <a:lnTo>
                  <a:pt x="2460655" y="59579"/>
                </a:lnTo>
                <a:lnTo>
                  <a:pt x="2460613" y="60104"/>
                </a:lnTo>
                <a:lnTo>
                  <a:pt x="2460580" y="60635"/>
                </a:lnTo>
                <a:lnTo>
                  <a:pt x="2460557" y="61171"/>
                </a:lnTo>
                <a:lnTo>
                  <a:pt x="2460543" y="61712"/>
                </a:lnTo>
                <a:lnTo>
                  <a:pt x="2460538" y="62259"/>
                </a:lnTo>
                <a:lnTo>
                  <a:pt x="2460545" y="62956"/>
                </a:lnTo>
                <a:lnTo>
                  <a:pt x="2460565" y="63643"/>
                </a:lnTo>
                <a:lnTo>
                  <a:pt x="2460598" y="64319"/>
                </a:lnTo>
                <a:lnTo>
                  <a:pt x="2460645" y="64986"/>
                </a:lnTo>
                <a:lnTo>
                  <a:pt x="2460705" y="65643"/>
                </a:lnTo>
                <a:lnTo>
                  <a:pt x="2460778" y="66289"/>
                </a:lnTo>
                <a:lnTo>
                  <a:pt x="2460865" y="66926"/>
                </a:lnTo>
                <a:lnTo>
                  <a:pt x="2460965" y="67552"/>
                </a:lnTo>
                <a:lnTo>
                  <a:pt x="2461078" y="68169"/>
                </a:lnTo>
                <a:lnTo>
                  <a:pt x="2461205" y="68775"/>
                </a:lnTo>
                <a:lnTo>
                  <a:pt x="2461345" y="69372"/>
                </a:lnTo>
                <a:lnTo>
                  <a:pt x="2461499" y="69958"/>
                </a:lnTo>
                <a:lnTo>
                  <a:pt x="2461665" y="70535"/>
                </a:lnTo>
                <a:lnTo>
                  <a:pt x="2461846" y="71101"/>
                </a:lnTo>
                <a:lnTo>
                  <a:pt x="2462039" y="71657"/>
                </a:lnTo>
                <a:lnTo>
                  <a:pt x="2462246" y="72203"/>
                </a:lnTo>
                <a:lnTo>
                  <a:pt x="2462466" y="72739"/>
                </a:lnTo>
                <a:lnTo>
                  <a:pt x="2462700" y="73266"/>
                </a:lnTo>
                <a:lnTo>
                  <a:pt x="2462946" y="73782"/>
                </a:lnTo>
                <a:lnTo>
                  <a:pt x="2463207" y="74288"/>
                </a:lnTo>
                <a:lnTo>
                  <a:pt x="2463480" y="74784"/>
                </a:lnTo>
                <a:lnTo>
                  <a:pt x="2463767" y="75270"/>
                </a:lnTo>
                <a:lnTo>
                  <a:pt x="2464067" y="75746"/>
                </a:lnTo>
                <a:lnTo>
                  <a:pt x="2464381" y="76212"/>
                </a:lnTo>
                <a:lnTo>
                  <a:pt x="2464708" y="76669"/>
                </a:lnTo>
                <a:lnTo>
                  <a:pt x="2465048" y="77120"/>
                </a:lnTo>
                <a:lnTo>
                  <a:pt x="2465402" y="77564"/>
                </a:lnTo>
                <a:lnTo>
                  <a:pt x="2465769" y="78002"/>
                </a:lnTo>
                <a:lnTo>
                  <a:pt x="2466149" y="78432"/>
                </a:lnTo>
                <a:lnTo>
                  <a:pt x="2466543" y="78856"/>
                </a:lnTo>
                <a:lnTo>
                  <a:pt x="2466950" y="79274"/>
                </a:lnTo>
                <a:lnTo>
                  <a:pt x="2467370" y="79684"/>
                </a:lnTo>
                <a:lnTo>
                  <a:pt x="2467804" y="80088"/>
                </a:lnTo>
                <a:lnTo>
                  <a:pt x="2468251" y="80486"/>
                </a:lnTo>
                <a:lnTo>
                  <a:pt x="2468711" y="80876"/>
                </a:lnTo>
                <a:lnTo>
                  <a:pt x="2469185" y="81260"/>
                </a:lnTo>
                <a:lnTo>
                  <a:pt x="2469672" y="81637"/>
                </a:lnTo>
                <a:lnTo>
                  <a:pt x="2470172" y="82008"/>
                </a:lnTo>
                <a:lnTo>
                  <a:pt x="2470686" y="82372"/>
                </a:lnTo>
                <a:lnTo>
                  <a:pt x="2471213" y="82729"/>
                </a:lnTo>
                <a:lnTo>
                  <a:pt x="2471753" y="83079"/>
                </a:lnTo>
                <a:lnTo>
                  <a:pt x="2472307" y="83423"/>
                </a:lnTo>
                <a:lnTo>
                  <a:pt x="2472874" y="83760"/>
                </a:lnTo>
                <a:lnTo>
                  <a:pt x="2473455" y="84091"/>
                </a:lnTo>
                <a:lnTo>
                  <a:pt x="2474049" y="84414"/>
                </a:lnTo>
                <a:lnTo>
                  <a:pt x="2474656" y="84731"/>
                </a:lnTo>
                <a:lnTo>
                  <a:pt x="2475276" y="85041"/>
                </a:lnTo>
                <a:lnTo>
                  <a:pt x="2475910" y="85345"/>
                </a:lnTo>
                <a:lnTo>
                  <a:pt x="2476557" y="85644"/>
                </a:lnTo>
                <a:lnTo>
                  <a:pt x="2477216" y="85939"/>
                </a:lnTo>
                <a:lnTo>
                  <a:pt x="2477887" y="86232"/>
                </a:lnTo>
                <a:lnTo>
                  <a:pt x="2478571" y="86521"/>
                </a:lnTo>
                <a:lnTo>
                  <a:pt x="2479267" y="86808"/>
                </a:lnTo>
                <a:lnTo>
                  <a:pt x="2479975" y="87091"/>
                </a:lnTo>
                <a:lnTo>
                  <a:pt x="2480696" y="87372"/>
                </a:lnTo>
                <a:lnTo>
                  <a:pt x="2481428" y="87649"/>
                </a:lnTo>
                <a:lnTo>
                  <a:pt x="2482174" y="87924"/>
                </a:lnTo>
                <a:lnTo>
                  <a:pt x="2482931" y="88196"/>
                </a:lnTo>
                <a:lnTo>
                  <a:pt x="2483701" y="88464"/>
                </a:lnTo>
                <a:lnTo>
                  <a:pt x="2484483" y="88730"/>
                </a:lnTo>
                <a:lnTo>
                  <a:pt x="2485278" y="88993"/>
                </a:lnTo>
                <a:lnTo>
                  <a:pt x="2486084" y="89252"/>
                </a:lnTo>
                <a:lnTo>
                  <a:pt x="2486904" y="89509"/>
                </a:lnTo>
                <a:lnTo>
                  <a:pt x="2487735" y="89763"/>
                </a:lnTo>
                <a:lnTo>
                  <a:pt x="2488579" y="90014"/>
                </a:lnTo>
                <a:lnTo>
                  <a:pt x="2489435" y="90261"/>
                </a:lnTo>
                <a:lnTo>
                  <a:pt x="2490303" y="90506"/>
                </a:lnTo>
                <a:lnTo>
                  <a:pt x="2491184" y="90748"/>
                </a:lnTo>
                <a:lnTo>
                  <a:pt x="2492077" y="90987"/>
                </a:lnTo>
                <a:lnTo>
                  <a:pt x="2492982" y="91223"/>
                </a:lnTo>
                <a:lnTo>
                  <a:pt x="2493900" y="91456"/>
                </a:lnTo>
                <a:lnTo>
                  <a:pt x="2494830" y="91686"/>
                </a:lnTo>
                <a:lnTo>
                  <a:pt x="2495965" y="91965"/>
                </a:lnTo>
                <a:lnTo>
                  <a:pt x="2497071" y="92245"/>
                </a:lnTo>
                <a:lnTo>
                  <a:pt x="2498149" y="92526"/>
                </a:lnTo>
                <a:lnTo>
                  <a:pt x="2499197" y="92807"/>
                </a:lnTo>
                <a:lnTo>
                  <a:pt x="2500217" y="93089"/>
                </a:lnTo>
                <a:lnTo>
                  <a:pt x="2501207" y="93372"/>
                </a:lnTo>
                <a:lnTo>
                  <a:pt x="2502169" y="93656"/>
                </a:lnTo>
                <a:lnTo>
                  <a:pt x="2503102" y="93940"/>
                </a:lnTo>
                <a:lnTo>
                  <a:pt x="2504006" y="94225"/>
                </a:lnTo>
                <a:lnTo>
                  <a:pt x="2504881" y="94511"/>
                </a:lnTo>
                <a:lnTo>
                  <a:pt x="2505727" y="94797"/>
                </a:lnTo>
                <a:lnTo>
                  <a:pt x="2506544" y="95084"/>
                </a:lnTo>
                <a:lnTo>
                  <a:pt x="2507332" y="95372"/>
                </a:lnTo>
                <a:lnTo>
                  <a:pt x="2508091" y="95661"/>
                </a:lnTo>
                <a:lnTo>
                  <a:pt x="2508822" y="95950"/>
                </a:lnTo>
                <a:lnTo>
                  <a:pt x="2509523" y="96240"/>
                </a:lnTo>
                <a:lnTo>
                  <a:pt x="2510196" y="96531"/>
                </a:lnTo>
                <a:lnTo>
                  <a:pt x="2510840" y="96823"/>
                </a:lnTo>
                <a:lnTo>
                  <a:pt x="2511454" y="97115"/>
                </a:lnTo>
                <a:lnTo>
                  <a:pt x="2512040" y="97408"/>
                </a:lnTo>
                <a:lnTo>
                  <a:pt x="2512597" y="97701"/>
                </a:lnTo>
                <a:lnTo>
                  <a:pt x="2513125" y="97996"/>
                </a:lnTo>
                <a:lnTo>
                  <a:pt x="2513624" y="98291"/>
                </a:lnTo>
                <a:lnTo>
                  <a:pt x="2514094" y="98586"/>
                </a:lnTo>
                <a:lnTo>
                  <a:pt x="2514541" y="98889"/>
                </a:lnTo>
                <a:lnTo>
                  <a:pt x="2514968" y="99204"/>
                </a:lnTo>
                <a:lnTo>
                  <a:pt x="2515376" y="99533"/>
                </a:lnTo>
                <a:lnTo>
                  <a:pt x="2515766" y="99874"/>
                </a:lnTo>
                <a:lnTo>
                  <a:pt x="2516136" y="100229"/>
                </a:lnTo>
                <a:lnTo>
                  <a:pt x="2516487" y="100596"/>
                </a:lnTo>
                <a:lnTo>
                  <a:pt x="2516819" y="100977"/>
                </a:lnTo>
                <a:lnTo>
                  <a:pt x="2517133" y="101371"/>
                </a:lnTo>
                <a:lnTo>
                  <a:pt x="2517427" y="101778"/>
                </a:lnTo>
                <a:lnTo>
                  <a:pt x="2517702" y="102197"/>
                </a:lnTo>
                <a:lnTo>
                  <a:pt x="2517959" y="102630"/>
                </a:lnTo>
                <a:lnTo>
                  <a:pt x="2518196" y="103076"/>
                </a:lnTo>
                <a:lnTo>
                  <a:pt x="2518415" y="103535"/>
                </a:lnTo>
                <a:lnTo>
                  <a:pt x="2518614" y="104007"/>
                </a:lnTo>
                <a:lnTo>
                  <a:pt x="2518794" y="104492"/>
                </a:lnTo>
                <a:lnTo>
                  <a:pt x="2518956" y="104990"/>
                </a:lnTo>
                <a:lnTo>
                  <a:pt x="2519098" y="105501"/>
                </a:lnTo>
                <a:lnTo>
                  <a:pt x="2519222" y="106025"/>
                </a:lnTo>
                <a:lnTo>
                  <a:pt x="2519326" y="106563"/>
                </a:lnTo>
                <a:lnTo>
                  <a:pt x="2519412" y="107113"/>
                </a:lnTo>
                <a:lnTo>
                  <a:pt x="2519478" y="107676"/>
                </a:lnTo>
                <a:lnTo>
                  <a:pt x="2519525" y="108253"/>
                </a:lnTo>
                <a:lnTo>
                  <a:pt x="2519554" y="108842"/>
                </a:lnTo>
                <a:lnTo>
                  <a:pt x="2519563" y="109444"/>
                </a:lnTo>
                <a:lnTo>
                  <a:pt x="2519553" y="110162"/>
                </a:lnTo>
                <a:lnTo>
                  <a:pt x="2519521" y="110863"/>
                </a:lnTo>
                <a:lnTo>
                  <a:pt x="2519469" y="111547"/>
                </a:lnTo>
                <a:lnTo>
                  <a:pt x="2519395" y="112213"/>
                </a:lnTo>
                <a:lnTo>
                  <a:pt x="2519300" y="112863"/>
                </a:lnTo>
                <a:lnTo>
                  <a:pt x="2519185" y="113495"/>
                </a:lnTo>
                <a:lnTo>
                  <a:pt x="2519048" y="114110"/>
                </a:lnTo>
                <a:lnTo>
                  <a:pt x="2518890" y="114708"/>
                </a:lnTo>
                <a:lnTo>
                  <a:pt x="2518711" y="115289"/>
                </a:lnTo>
                <a:lnTo>
                  <a:pt x="2518511" y="115853"/>
                </a:lnTo>
                <a:lnTo>
                  <a:pt x="2518290" y="116400"/>
                </a:lnTo>
                <a:lnTo>
                  <a:pt x="2518048" y="116930"/>
                </a:lnTo>
                <a:lnTo>
                  <a:pt x="2517785" y="117442"/>
                </a:lnTo>
                <a:lnTo>
                  <a:pt x="2517501" y="117937"/>
                </a:lnTo>
                <a:lnTo>
                  <a:pt x="2517196" y="118416"/>
                </a:lnTo>
                <a:lnTo>
                  <a:pt x="2516870" y="118877"/>
                </a:lnTo>
                <a:lnTo>
                  <a:pt x="2516523" y="119321"/>
                </a:lnTo>
                <a:lnTo>
                  <a:pt x="2516155" y="119748"/>
                </a:lnTo>
                <a:lnTo>
                  <a:pt x="2515765" y="120158"/>
                </a:lnTo>
                <a:lnTo>
                  <a:pt x="2515355" y="120550"/>
                </a:lnTo>
                <a:lnTo>
                  <a:pt x="2514924" y="120926"/>
                </a:lnTo>
                <a:lnTo>
                  <a:pt x="2514471" y="121284"/>
                </a:lnTo>
                <a:lnTo>
                  <a:pt x="2513998" y="121625"/>
                </a:lnTo>
                <a:lnTo>
                  <a:pt x="2513503" y="121950"/>
                </a:lnTo>
                <a:lnTo>
                  <a:pt x="2512992" y="122259"/>
                </a:lnTo>
                <a:lnTo>
                  <a:pt x="2512470" y="122555"/>
                </a:lnTo>
                <a:lnTo>
                  <a:pt x="2511937" y="122837"/>
                </a:lnTo>
                <a:lnTo>
                  <a:pt x="2511391" y="123107"/>
                </a:lnTo>
                <a:lnTo>
                  <a:pt x="2510835" y="123363"/>
                </a:lnTo>
                <a:lnTo>
                  <a:pt x="2510267" y="123607"/>
                </a:lnTo>
                <a:lnTo>
                  <a:pt x="2509687" y="123837"/>
                </a:lnTo>
                <a:lnTo>
                  <a:pt x="2509096" y="124054"/>
                </a:lnTo>
                <a:lnTo>
                  <a:pt x="2508494" y="124258"/>
                </a:lnTo>
                <a:lnTo>
                  <a:pt x="2507880" y="124448"/>
                </a:lnTo>
                <a:lnTo>
                  <a:pt x="2507255" y="124626"/>
                </a:lnTo>
                <a:lnTo>
                  <a:pt x="2506618" y="124790"/>
                </a:lnTo>
                <a:lnTo>
                  <a:pt x="2505969" y="124942"/>
                </a:lnTo>
                <a:lnTo>
                  <a:pt x="2505310" y="125080"/>
                </a:lnTo>
                <a:lnTo>
                  <a:pt x="2504638" y="125205"/>
                </a:lnTo>
                <a:lnTo>
                  <a:pt x="2503956" y="125316"/>
                </a:lnTo>
                <a:lnTo>
                  <a:pt x="2503262" y="125415"/>
                </a:lnTo>
                <a:lnTo>
                  <a:pt x="2502556" y="125501"/>
                </a:lnTo>
                <a:lnTo>
                  <a:pt x="2501839" y="125573"/>
                </a:lnTo>
                <a:lnTo>
                  <a:pt x="2501110" y="125632"/>
                </a:lnTo>
                <a:lnTo>
                  <a:pt x="2500370" y="125678"/>
                </a:lnTo>
                <a:lnTo>
                  <a:pt x="2499619" y="125711"/>
                </a:lnTo>
                <a:lnTo>
                  <a:pt x="2498856" y="125731"/>
                </a:lnTo>
                <a:lnTo>
                  <a:pt x="2498082" y="125737"/>
                </a:lnTo>
                <a:lnTo>
                  <a:pt x="2497217" y="125729"/>
                </a:lnTo>
                <a:lnTo>
                  <a:pt x="2496365" y="125704"/>
                </a:lnTo>
                <a:lnTo>
                  <a:pt x="2495525" y="125662"/>
                </a:lnTo>
                <a:lnTo>
                  <a:pt x="2494697" y="125604"/>
                </a:lnTo>
                <a:lnTo>
                  <a:pt x="2493881" y="125529"/>
                </a:lnTo>
                <a:lnTo>
                  <a:pt x="2493078" y="125437"/>
                </a:lnTo>
                <a:lnTo>
                  <a:pt x="2492286" y="125329"/>
                </a:lnTo>
                <a:lnTo>
                  <a:pt x="2491507" y="125204"/>
                </a:lnTo>
                <a:lnTo>
                  <a:pt x="2490740" y="125062"/>
                </a:lnTo>
                <a:lnTo>
                  <a:pt x="2489985" y="124904"/>
                </a:lnTo>
                <a:lnTo>
                  <a:pt x="2489242" y="124729"/>
                </a:lnTo>
                <a:lnTo>
                  <a:pt x="2488511" y="124537"/>
                </a:lnTo>
                <a:lnTo>
                  <a:pt x="2487792" y="124329"/>
                </a:lnTo>
                <a:lnTo>
                  <a:pt x="2487086" y="124104"/>
                </a:lnTo>
                <a:lnTo>
                  <a:pt x="2486392" y="123862"/>
                </a:lnTo>
                <a:lnTo>
                  <a:pt x="2485709" y="123604"/>
                </a:lnTo>
                <a:lnTo>
                  <a:pt x="2485039" y="123329"/>
                </a:lnTo>
                <a:lnTo>
                  <a:pt x="2484382" y="123037"/>
                </a:lnTo>
                <a:lnTo>
                  <a:pt x="2483736" y="122729"/>
                </a:lnTo>
                <a:lnTo>
                  <a:pt x="2483102" y="122403"/>
                </a:lnTo>
                <a:lnTo>
                  <a:pt x="2482481" y="122062"/>
                </a:lnTo>
                <a:lnTo>
                  <a:pt x="2481871" y="121703"/>
                </a:lnTo>
                <a:lnTo>
                  <a:pt x="2481274" y="121328"/>
                </a:lnTo>
                <a:lnTo>
                  <a:pt x="2480689" y="120937"/>
                </a:lnTo>
                <a:lnTo>
                  <a:pt x="2480122" y="120524"/>
                </a:lnTo>
                <a:lnTo>
                  <a:pt x="2479580" y="120088"/>
                </a:lnTo>
                <a:lnTo>
                  <a:pt x="2479061" y="119628"/>
                </a:lnTo>
                <a:lnTo>
                  <a:pt x="2478567" y="119143"/>
                </a:lnTo>
                <a:lnTo>
                  <a:pt x="2478096" y="118634"/>
                </a:lnTo>
                <a:lnTo>
                  <a:pt x="2477650" y="118101"/>
                </a:lnTo>
                <a:lnTo>
                  <a:pt x="2477228" y="117544"/>
                </a:lnTo>
                <a:lnTo>
                  <a:pt x="2476830" y="116962"/>
                </a:lnTo>
                <a:lnTo>
                  <a:pt x="2476456" y="116356"/>
                </a:lnTo>
                <a:lnTo>
                  <a:pt x="2476106" y="115727"/>
                </a:lnTo>
                <a:lnTo>
                  <a:pt x="2475781" y="115073"/>
                </a:lnTo>
                <a:lnTo>
                  <a:pt x="2475479" y="114394"/>
                </a:lnTo>
                <a:lnTo>
                  <a:pt x="2475202" y="113692"/>
                </a:lnTo>
                <a:lnTo>
                  <a:pt x="2474948" y="112965"/>
                </a:lnTo>
                <a:lnTo>
                  <a:pt x="2474719" y="112215"/>
                </a:lnTo>
                <a:lnTo>
                  <a:pt x="2474514" y="111440"/>
                </a:lnTo>
                <a:lnTo>
                  <a:pt x="2474333" y="110641"/>
                </a:lnTo>
                <a:lnTo>
                  <a:pt x="2474176" y="109817"/>
                </a:lnTo>
                <a:lnTo>
                  <a:pt x="2474044" y="108970"/>
                </a:lnTo>
                <a:lnTo>
                  <a:pt x="2473935" y="108098"/>
                </a:lnTo>
                <a:lnTo>
                  <a:pt x="2473851" y="107202"/>
                </a:lnTo>
                <a:lnTo>
                  <a:pt x="2473791" y="106282"/>
                </a:lnTo>
                <a:lnTo>
                  <a:pt x="2473754" y="105338"/>
                </a:lnTo>
                <a:lnTo>
                  <a:pt x="2473742" y="104369"/>
                </a:lnTo>
                <a:lnTo>
                  <a:pt x="2457877" y="104369"/>
                </a:lnTo>
                <a:lnTo>
                  <a:pt x="2457883" y="105126"/>
                </a:lnTo>
                <a:lnTo>
                  <a:pt x="2457899" y="105873"/>
                </a:lnTo>
                <a:lnTo>
                  <a:pt x="2457926" y="106611"/>
                </a:lnTo>
                <a:lnTo>
                  <a:pt x="2457964" y="107339"/>
                </a:lnTo>
                <a:lnTo>
                  <a:pt x="2458012" y="108058"/>
                </a:lnTo>
                <a:lnTo>
                  <a:pt x="2458071" y="108768"/>
                </a:lnTo>
                <a:lnTo>
                  <a:pt x="2458141" y="109469"/>
                </a:lnTo>
                <a:lnTo>
                  <a:pt x="2458222" y="110160"/>
                </a:lnTo>
                <a:lnTo>
                  <a:pt x="2458314" y="110842"/>
                </a:lnTo>
                <a:lnTo>
                  <a:pt x="2458416" y="111514"/>
                </a:lnTo>
                <a:lnTo>
                  <a:pt x="2458529" y="112177"/>
                </a:lnTo>
                <a:lnTo>
                  <a:pt x="2458653" y="112831"/>
                </a:lnTo>
                <a:lnTo>
                  <a:pt x="2458788" y="113475"/>
                </a:lnTo>
                <a:lnTo>
                  <a:pt x="2458934" y="114110"/>
                </a:lnTo>
                <a:lnTo>
                  <a:pt x="2459090" y="114736"/>
                </a:lnTo>
                <a:lnTo>
                  <a:pt x="2459257" y="115353"/>
                </a:lnTo>
                <a:lnTo>
                  <a:pt x="2459435" y="115960"/>
                </a:lnTo>
                <a:lnTo>
                  <a:pt x="2459623" y="116557"/>
                </a:lnTo>
                <a:lnTo>
                  <a:pt x="2459823" y="117146"/>
                </a:lnTo>
                <a:lnTo>
                  <a:pt x="2460033" y="117725"/>
                </a:lnTo>
                <a:lnTo>
                  <a:pt x="2460254" y="118295"/>
                </a:lnTo>
                <a:lnTo>
                  <a:pt x="2460486" y="118855"/>
                </a:lnTo>
                <a:lnTo>
                  <a:pt x="2460728" y="119406"/>
                </a:lnTo>
                <a:lnTo>
                  <a:pt x="2460981" y="119948"/>
                </a:lnTo>
                <a:lnTo>
                  <a:pt x="2461244" y="120481"/>
                </a:lnTo>
                <a:lnTo>
                  <a:pt x="2461515" y="121005"/>
                </a:lnTo>
                <a:lnTo>
                  <a:pt x="2461795" y="121520"/>
                </a:lnTo>
                <a:lnTo>
                  <a:pt x="2462083" y="122026"/>
                </a:lnTo>
                <a:lnTo>
                  <a:pt x="2462379" y="122524"/>
                </a:lnTo>
                <a:lnTo>
                  <a:pt x="2462684" y="123014"/>
                </a:lnTo>
                <a:lnTo>
                  <a:pt x="2462997" y="123495"/>
                </a:lnTo>
                <a:lnTo>
                  <a:pt x="2463319" y="123967"/>
                </a:lnTo>
                <a:lnTo>
                  <a:pt x="2463649" y="124430"/>
                </a:lnTo>
                <a:lnTo>
                  <a:pt x="2463987" y="124885"/>
                </a:lnTo>
                <a:lnTo>
                  <a:pt x="2464334" y="125331"/>
                </a:lnTo>
                <a:lnTo>
                  <a:pt x="2464689" y="125769"/>
                </a:lnTo>
                <a:lnTo>
                  <a:pt x="2465052" y="126198"/>
                </a:lnTo>
                <a:lnTo>
                  <a:pt x="2465424" y="126618"/>
                </a:lnTo>
                <a:lnTo>
                  <a:pt x="2465804" y="127030"/>
                </a:lnTo>
                <a:lnTo>
                  <a:pt x="2466193" y="127433"/>
                </a:lnTo>
                <a:lnTo>
                  <a:pt x="2466590" y="127827"/>
                </a:lnTo>
                <a:lnTo>
                  <a:pt x="2466995" y="128213"/>
                </a:lnTo>
                <a:lnTo>
                  <a:pt x="2467409" y="128591"/>
                </a:lnTo>
                <a:lnTo>
                  <a:pt x="2467831" y="128959"/>
                </a:lnTo>
                <a:lnTo>
                  <a:pt x="2468262" y="129319"/>
                </a:lnTo>
                <a:lnTo>
                  <a:pt x="2468701" y="129670"/>
                </a:lnTo>
                <a:lnTo>
                  <a:pt x="2469148" y="130013"/>
                </a:lnTo>
                <a:lnTo>
                  <a:pt x="2469604" y="130347"/>
                </a:lnTo>
                <a:lnTo>
                  <a:pt x="2470066" y="130673"/>
                </a:lnTo>
                <a:lnTo>
                  <a:pt x="2470535" y="130992"/>
                </a:lnTo>
                <a:lnTo>
                  <a:pt x="2471010" y="131303"/>
                </a:lnTo>
                <a:lnTo>
                  <a:pt x="2471491" y="131607"/>
                </a:lnTo>
                <a:lnTo>
                  <a:pt x="2471978" y="131903"/>
                </a:lnTo>
                <a:lnTo>
                  <a:pt x="2472470" y="132192"/>
                </a:lnTo>
                <a:lnTo>
                  <a:pt x="2472969" y="132474"/>
                </a:lnTo>
                <a:lnTo>
                  <a:pt x="2473474" y="132748"/>
                </a:lnTo>
                <a:lnTo>
                  <a:pt x="2473985" y="133015"/>
                </a:lnTo>
                <a:lnTo>
                  <a:pt x="2474502" y="133275"/>
                </a:lnTo>
                <a:lnTo>
                  <a:pt x="2475024" y="133527"/>
                </a:lnTo>
                <a:lnTo>
                  <a:pt x="2475553" y="133771"/>
                </a:lnTo>
                <a:lnTo>
                  <a:pt x="2476088" y="134009"/>
                </a:lnTo>
                <a:lnTo>
                  <a:pt x="2476628" y="134239"/>
                </a:lnTo>
                <a:lnTo>
                  <a:pt x="2477175" y="134461"/>
                </a:lnTo>
                <a:lnTo>
                  <a:pt x="2477728" y="134676"/>
                </a:lnTo>
                <a:lnTo>
                  <a:pt x="2478286" y="134884"/>
                </a:lnTo>
                <a:lnTo>
                  <a:pt x="2478851" y="135084"/>
                </a:lnTo>
                <a:lnTo>
                  <a:pt x="2479422" y="135277"/>
                </a:lnTo>
                <a:lnTo>
                  <a:pt x="2479998" y="135462"/>
                </a:lnTo>
                <a:lnTo>
                  <a:pt x="2480581" y="135640"/>
                </a:lnTo>
                <a:lnTo>
                  <a:pt x="2481169" y="135811"/>
                </a:lnTo>
                <a:lnTo>
                  <a:pt x="2481764" y="135974"/>
                </a:lnTo>
                <a:lnTo>
                  <a:pt x="2482365" y="136130"/>
                </a:lnTo>
                <a:lnTo>
                  <a:pt x="2482970" y="136279"/>
                </a:lnTo>
                <a:lnTo>
                  <a:pt x="2483577" y="136422"/>
                </a:lnTo>
                <a:lnTo>
                  <a:pt x="2484188" y="136558"/>
                </a:lnTo>
                <a:lnTo>
                  <a:pt x="2484802" y="136688"/>
                </a:lnTo>
                <a:lnTo>
                  <a:pt x="2485419" y="136812"/>
                </a:lnTo>
                <a:lnTo>
                  <a:pt x="2486038" y="136929"/>
                </a:lnTo>
                <a:lnTo>
                  <a:pt x="2486661" y="137040"/>
                </a:lnTo>
                <a:lnTo>
                  <a:pt x="2487286" y="137145"/>
                </a:lnTo>
                <a:lnTo>
                  <a:pt x="2487914" y="137243"/>
                </a:lnTo>
                <a:lnTo>
                  <a:pt x="2488546" y="137335"/>
                </a:lnTo>
                <a:lnTo>
                  <a:pt x="2489180" y="137421"/>
                </a:lnTo>
                <a:lnTo>
                  <a:pt x="2489817" y="137500"/>
                </a:lnTo>
                <a:lnTo>
                  <a:pt x="2490457" y="137573"/>
                </a:lnTo>
                <a:lnTo>
                  <a:pt x="2491099" y="137639"/>
                </a:lnTo>
                <a:lnTo>
                  <a:pt x="2491745" y="137700"/>
                </a:lnTo>
                <a:lnTo>
                  <a:pt x="2492394" y="137753"/>
                </a:lnTo>
                <a:lnTo>
                  <a:pt x="2493045" y="137801"/>
                </a:lnTo>
                <a:lnTo>
                  <a:pt x="2493700" y="137842"/>
                </a:lnTo>
                <a:lnTo>
                  <a:pt x="2494357" y="137877"/>
                </a:lnTo>
                <a:lnTo>
                  <a:pt x="2495017" y="137906"/>
                </a:lnTo>
                <a:lnTo>
                  <a:pt x="2495681" y="137928"/>
                </a:lnTo>
                <a:lnTo>
                  <a:pt x="2496347" y="137944"/>
                </a:lnTo>
                <a:lnTo>
                  <a:pt x="2497016" y="137953"/>
                </a:lnTo>
                <a:lnTo>
                  <a:pt x="2497688" y="137956"/>
                </a:lnTo>
                <a:lnTo>
                  <a:pt x="2498359" y="137953"/>
                </a:lnTo>
                <a:lnTo>
                  <a:pt x="2499026" y="137944"/>
                </a:lnTo>
                <a:lnTo>
                  <a:pt x="2499690" y="137929"/>
                </a:lnTo>
                <a:lnTo>
                  <a:pt x="2500349" y="137908"/>
                </a:lnTo>
                <a:lnTo>
                  <a:pt x="2501005" y="137881"/>
                </a:lnTo>
                <a:close/>
                <a:moveTo>
                  <a:pt x="2647867" y="137690"/>
                </a:moveTo>
                <a:lnTo>
                  <a:pt x="2648986" y="137573"/>
                </a:lnTo>
                <a:lnTo>
                  <a:pt x="2650091" y="137434"/>
                </a:lnTo>
                <a:lnTo>
                  <a:pt x="2651181" y="137274"/>
                </a:lnTo>
                <a:lnTo>
                  <a:pt x="2652256" y="137093"/>
                </a:lnTo>
                <a:lnTo>
                  <a:pt x="2653317" y="136891"/>
                </a:lnTo>
                <a:lnTo>
                  <a:pt x="2654363" y="136667"/>
                </a:lnTo>
                <a:lnTo>
                  <a:pt x="2655395" y="136422"/>
                </a:lnTo>
                <a:lnTo>
                  <a:pt x="2656412" y="136156"/>
                </a:lnTo>
                <a:lnTo>
                  <a:pt x="2657414" y="135868"/>
                </a:lnTo>
                <a:lnTo>
                  <a:pt x="2658402" y="135559"/>
                </a:lnTo>
                <a:lnTo>
                  <a:pt x="2659376" y="135229"/>
                </a:lnTo>
                <a:lnTo>
                  <a:pt x="2660335" y="134877"/>
                </a:lnTo>
                <a:lnTo>
                  <a:pt x="2661279" y="134504"/>
                </a:lnTo>
                <a:lnTo>
                  <a:pt x="2662209" y="134110"/>
                </a:lnTo>
                <a:lnTo>
                  <a:pt x="2663124" y="133694"/>
                </a:lnTo>
                <a:lnTo>
                  <a:pt x="2664025" y="133258"/>
                </a:lnTo>
                <a:lnTo>
                  <a:pt x="2664912" y="132799"/>
                </a:lnTo>
                <a:lnTo>
                  <a:pt x="2665783" y="132320"/>
                </a:lnTo>
                <a:lnTo>
                  <a:pt x="2666640" y="131819"/>
                </a:lnTo>
                <a:lnTo>
                  <a:pt x="2667482" y="131298"/>
                </a:lnTo>
                <a:lnTo>
                  <a:pt x="2668307" y="130759"/>
                </a:lnTo>
                <a:lnTo>
                  <a:pt x="2669116" y="130202"/>
                </a:lnTo>
                <a:lnTo>
                  <a:pt x="2669909" y="129626"/>
                </a:lnTo>
                <a:lnTo>
                  <a:pt x="2670685" y="129032"/>
                </a:lnTo>
                <a:lnTo>
                  <a:pt x="2671444" y="128419"/>
                </a:lnTo>
                <a:lnTo>
                  <a:pt x="2672187" y="127789"/>
                </a:lnTo>
                <a:lnTo>
                  <a:pt x="2672914" y="127139"/>
                </a:lnTo>
                <a:lnTo>
                  <a:pt x="2673624" y="126472"/>
                </a:lnTo>
                <a:lnTo>
                  <a:pt x="2674318" y="125786"/>
                </a:lnTo>
                <a:lnTo>
                  <a:pt x="2674996" y="125082"/>
                </a:lnTo>
                <a:lnTo>
                  <a:pt x="2675657" y="124360"/>
                </a:lnTo>
                <a:lnTo>
                  <a:pt x="2676301" y="123619"/>
                </a:lnTo>
                <a:lnTo>
                  <a:pt x="2676930" y="122860"/>
                </a:lnTo>
                <a:lnTo>
                  <a:pt x="2677541" y="122083"/>
                </a:lnTo>
                <a:lnTo>
                  <a:pt x="2678137" y="121288"/>
                </a:lnTo>
                <a:lnTo>
                  <a:pt x="2678716" y="120474"/>
                </a:lnTo>
                <a:lnTo>
                  <a:pt x="2679278" y="119641"/>
                </a:lnTo>
                <a:lnTo>
                  <a:pt x="2679824" y="118791"/>
                </a:lnTo>
                <a:lnTo>
                  <a:pt x="2680354" y="117922"/>
                </a:lnTo>
                <a:lnTo>
                  <a:pt x="2680867" y="117035"/>
                </a:lnTo>
                <a:lnTo>
                  <a:pt x="2681364" y="116129"/>
                </a:lnTo>
                <a:lnTo>
                  <a:pt x="2681844" y="115206"/>
                </a:lnTo>
                <a:lnTo>
                  <a:pt x="2682308" y="114264"/>
                </a:lnTo>
                <a:lnTo>
                  <a:pt x="2682755" y="113305"/>
                </a:lnTo>
                <a:lnTo>
                  <a:pt x="2683182" y="112331"/>
                </a:lnTo>
                <a:lnTo>
                  <a:pt x="2683590" y="111342"/>
                </a:lnTo>
                <a:lnTo>
                  <a:pt x="2683979" y="110339"/>
                </a:lnTo>
                <a:lnTo>
                  <a:pt x="2684350" y="109320"/>
                </a:lnTo>
                <a:lnTo>
                  <a:pt x="2684701" y="108286"/>
                </a:lnTo>
                <a:lnTo>
                  <a:pt x="2685033" y="107238"/>
                </a:lnTo>
                <a:lnTo>
                  <a:pt x="2685347" y="106174"/>
                </a:lnTo>
                <a:lnTo>
                  <a:pt x="2685641" y="105095"/>
                </a:lnTo>
                <a:lnTo>
                  <a:pt x="2685916" y="104002"/>
                </a:lnTo>
                <a:lnTo>
                  <a:pt x="2686173" y="102893"/>
                </a:lnTo>
                <a:lnTo>
                  <a:pt x="2686410" y="101770"/>
                </a:lnTo>
                <a:lnTo>
                  <a:pt x="2686628" y="100631"/>
                </a:lnTo>
                <a:lnTo>
                  <a:pt x="2686828" y="99478"/>
                </a:lnTo>
                <a:lnTo>
                  <a:pt x="2687008" y="98309"/>
                </a:lnTo>
                <a:lnTo>
                  <a:pt x="2687170" y="97126"/>
                </a:lnTo>
                <a:lnTo>
                  <a:pt x="2687312" y="95927"/>
                </a:lnTo>
                <a:lnTo>
                  <a:pt x="2687436" y="94714"/>
                </a:lnTo>
                <a:lnTo>
                  <a:pt x="2687540" y="93485"/>
                </a:lnTo>
                <a:lnTo>
                  <a:pt x="2687625" y="92242"/>
                </a:lnTo>
                <a:lnTo>
                  <a:pt x="2687692" y="90984"/>
                </a:lnTo>
                <a:lnTo>
                  <a:pt x="2687739" y="89710"/>
                </a:lnTo>
                <a:lnTo>
                  <a:pt x="2687768" y="88422"/>
                </a:lnTo>
                <a:lnTo>
                  <a:pt x="2687777" y="87119"/>
                </a:lnTo>
                <a:lnTo>
                  <a:pt x="2687768" y="85782"/>
                </a:lnTo>
                <a:lnTo>
                  <a:pt x="2687739" y="84462"/>
                </a:lnTo>
                <a:lnTo>
                  <a:pt x="2687692" y="83158"/>
                </a:lnTo>
                <a:lnTo>
                  <a:pt x="2687625" y="81869"/>
                </a:lnTo>
                <a:lnTo>
                  <a:pt x="2687540" y="80597"/>
                </a:lnTo>
                <a:lnTo>
                  <a:pt x="2687436" y="79341"/>
                </a:lnTo>
                <a:lnTo>
                  <a:pt x="2687312" y="78101"/>
                </a:lnTo>
                <a:lnTo>
                  <a:pt x="2687170" y="76876"/>
                </a:lnTo>
                <a:lnTo>
                  <a:pt x="2687008" y="75668"/>
                </a:lnTo>
                <a:lnTo>
                  <a:pt x="2686828" y="74476"/>
                </a:lnTo>
                <a:lnTo>
                  <a:pt x="2686628" y="73300"/>
                </a:lnTo>
                <a:lnTo>
                  <a:pt x="2686410" y="72140"/>
                </a:lnTo>
                <a:lnTo>
                  <a:pt x="2686173" y="70996"/>
                </a:lnTo>
                <a:lnTo>
                  <a:pt x="2685916" y="69868"/>
                </a:lnTo>
                <a:lnTo>
                  <a:pt x="2685641" y="68756"/>
                </a:lnTo>
                <a:lnTo>
                  <a:pt x="2685347" y="67660"/>
                </a:lnTo>
                <a:lnTo>
                  <a:pt x="2685033" y="66580"/>
                </a:lnTo>
                <a:lnTo>
                  <a:pt x="2684701" y="65516"/>
                </a:lnTo>
                <a:lnTo>
                  <a:pt x="2684350" y="64468"/>
                </a:lnTo>
                <a:lnTo>
                  <a:pt x="2683979" y="63436"/>
                </a:lnTo>
                <a:lnTo>
                  <a:pt x="2683590" y="62420"/>
                </a:lnTo>
                <a:lnTo>
                  <a:pt x="2683182" y="61421"/>
                </a:lnTo>
                <a:lnTo>
                  <a:pt x="2682755" y="60437"/>
                </a:lnTo>
                <a:lnTo>
                  <a:pt x="2682308" y="59469"/>
                </a:lnTo>
                <a:lnTo>
                  <a:pt x="2681844" y="58519"/>
                </a:lnTo>
                <a:lnTo>
                  <a:pt x="2681364" y="57587"/>
                </a:lnTo>
                <a:lnTo>
                  <a:pt x="2680867" y="56673"/>
                </a:lnTo>
                <a:lnTo>
                  <a:pt x="2680354" y="55778"/>
                </a:lnTo>
                <a:lnTo>
                  <a:pt x="2679824" y="54902"/>
                </a:lnTo>
                <a:lnTo>
                  <a:pt x="2679278" y="54044"/>
                </a:lnTo>
                <a:lnTo>
                  <a:pt x="2678716" y="53204"/>
                </a:lnTo>
                <a:lnTo>
                  <a:pt x="2678137" y="52383"/>
                </a:lnTo>
                <a:lnTo>
                  <a:pt x="2677541" y="51581"/>
                </a:lnTo>
                <a:lnTo>
                  <a:pt x="2676930" y="50797"/>
                </a:lnTo>
                <a:lnTo>
                  <a:pt x="2676301" y="50031"/>
                </a:lnTo>
                <a:lnTo>
                  <a:pt x="2675657" y="49284"/>
                </a:lnTo>
                <a:lnTo>
                  <a:pt x="2674996" y="48555"/>
                </a:lnTo>
                <a:lnTo>
                  <a:pt x="2674318" y="47845"/>
                </a:lnTo>
                <a:lnTo>
                  <a:pt x="2673624" y="47154"/>
                </a:lnTo>
                <a:lnTo>
                  <a:pt x="2672914" y="46481"/>
                </a:lnTo>
                <a:lnTo>
                  <a:pt x="2672187" y="45826"/>
                </a:lnTo>
                <a:lnTo>
                  <a:pt x="2671444" y="45190"/>
                </a:lnTo>
                <a:lnTo>
                  <a:pt x="2670685" y="44573"/>
                </a:lnTo>
                <a:lnTo>
                  <a:pt x="2669909" y="43974"/>
                </a:lnTo>
                <a:lnTo>
                  <a:pt x="2669116" y="43393"/>
                </a:lnTo>
                <a:lnTo>
                  <a:pt x="2668307" y="42831"/>
                </a:lnTo>
                <a:lnTo>
                  <a:pt x="2667482" y="42288"/>
                </a:lnTo>
                <a:lnTo>
                  <a:pt x="2666640" y="41763"/>
                </a:lnTo>
                <a:lnTo>
                  <a:pt x="2665783" y="41258"/>
                </a:lnTo>
                <a:lnTo>
                  <a:pt x="2664912" y="40774"/>
                </a:lnTo>
                <a:lnTo>
                  <a:pt x="2664025" y="40312"/>
                </a:lnTo>
                <a:lnTo>
                  <a:pt x="2663124" y="39871"/>
                </a:lnTo>
                <a:lnTo>
                  <a:pt x="2662209" y="39452"/>
                </a:lnTo>
                <a:lnTo>
                  <a:pt x="2661279" y="39055"/>
                </a:lnTo>
                <a:lnTo>
                  <a:pt x="2660335" y="38679"/>
                </a:lnTo>
                <a:lnTo>
                  <a:pt x="2659376" y="38324"/>
                </a:lnTo>
                <a:lnTo>
                  <a:pt x="2658402" y="37991"/>
                </a:lnTo>
                <a:lnTo>
                  <a:pt x="2657414" y="37679"/>
                </a:lnTo>
                <a:lnTo>
                  <a:pt x="2656412" y="37389"/>
                </a:lnTo>
                <a:lnTo>
                  <a:pt x="2655395" y="37120"/>
                </a:lnTo>
                <a:lnTo>
                  <a:pt x="2654363" y="36873"/>
                </a:lnTo>
                <a:lnTo>
                  <a:pt x="2653317" y="36648"/>
                </a:lnTo>
                <a:lnTo>
                  <a:pt x="2652256" y="36443"/>
                </a:lnTo>
                <a:lnTo>
                  <a:pt x="2651181" y="36261"/>
                </a:lnTo>
                <a:lnTo>
                  <a:pt x="2650091" y="36100"/>
                </a:lnTo>
                <a:lnTo>
                  <a:pt x="2648986" y="35960"/>
                </a:lnTo>
                <a:lnTo>
                  <a:pt x="2647867" y="35842"/>
                </a:lnTo>
                <a:lnTo>
                  <a:pt x="2646734" y="35745"/>
                </a:lnTo>
                <a:lnTo>
                  <a:pt x="2645586" y="35670"/>
                </a:lnTo>
                <a:lnTo>
                  <a:pt x="2644423" y="35616"/>
                </a:lnTo>
                <a:lnTo>
                  <a:pt x="2643246" y="35584"/>
                </a:lnTo>
                <a:lnTo>
                  <a:pt x="2642055" y="35573"/>
                </a:lnTo>
                <a:lnTo>
                  <a:pt x="2640887" y="35584"/>
                </a:lnTo>
                <a:lnTo>
                  <a:pt x="2639734" y="35616"/>
                </a:lnTo>
                <a:lnTo>
                  <a:pt x="2638595" y="35670"/>
                </a:lnTo>
                <a:lnTo>
                  <a:pt x="2637470" y="35745"/>
                </a:lnTo>
                <a:lnTo>
                  <a:pt x="2636359" y="35842"/>
                </a:lnTo>
                <a:lnTo>
                  <a:pt x="2635262" y="35960"/>
                </a:lnTo>
                <a:lnTo>
                  <a:pt x="2634178" y="36100"/>
                </a:lnTo>
                <a:lnTo>
                  <a:pt x="2633109" y="36261"/>
                </a:lnTo>
                <a:lnTo>
                  <a:pt x="2632054" y="36443"/>
                </a:lnTo>
                <a:lnTo>
                  <a:pt x="2631013" y="36648"/>
                </a:lnTo>
                <a:lnTo>
                  <a:pt x="2629986" y="36873"/>
                </a:lnTo>
                <a:lnTo>
                  <a:pt x="2628973" y="37120"/>
                </a:lnTo>
                <a:lnTo>
                  <a:pt x="2627975" y="37389"/>
                </a:lnTo>
                <a:lnTo>
                  <a:pt x="2626990" y="37679"/>
                </a:lnTo>
                <a:lnTo>
                  <a:pt x="2626019" y="37991"/>
                </a:lnTo>
                <a:lnTo>
                  <a:pt x="2625062" y="38324"/>
                </a:lnTo>
                <a:lnTo>
                  <a:pt x="2624119" y="38679"/>
                </a:lnTo>
                <a:lnTo>
                  <a:pt x="2623190" y="39055"/>
                </a:lnTo>
                <a:lnTo>
                  <a:pt x="2622276" y="39452"/>
                </a:lnTo>
                <a:lnTo>
                  <a:pt x="2621375" y="39871"/>
                </a:lnTo>
                <a:lnTo>
                  <a:pt x="2620488" y="40312"/>
                </a:lnTo>
                <a:lnTo>
                  <a:pt x="2619616" y="40774"/>
                </a:lnTo>
                <a:lnTo>
                  <a:pt x="2618757" y="41258"/>
                </a:lnTo>
                <a:lnTo>
                  <a:pt x="2617912" y="41763"/>
                </a:lnTo>
                <a:lnTo>
                  <a:pt x="2617083" y="42288"/>
                </a:lnTo>
                <a:lnTo>
                  <a:pt x="2616270" y="42831"/>
                </a:lnTo>
                <a:lnTo>
                  <a:pt x="2615474" y="43393"/>
                </a:lnTo>
                <a:lnTo>
                  <a:pt x="2614695" y="43974"/>
                </a:lnTo>
                <a:lnTo>
                  <a:pt x="2613932" y="44573"/>
                </a:lnTo>
                <a:lnTo>
                  <a:pt x="2613185" y="45190"/>
                </a:lnTo>
                <a:lnTo>
                  <a:pt x="2612456" y="45826"/>
                </a:lnTo>
                <a:lnTo>
                  <a:pt x="2611743" y="46481"/>
                </a:lnTo>
                <a:lnTo>
                  <a:pt x="2611046" y="47154"/>
                </a:lnTo>
                <a:lnTo>
                  <a:pt x="2610366" y="47845"/>
                </a:lnTo>
                <a:lnTo>
                  <a:pt x="2609703" y="48555"/>
                </a:lnTo>
                <a:lnTo>
                  <a:pt x="2609056" y="49284"/>
                </a:lnTo>
                <a:lnTo>
                  <a:pt x="2608426" y="50031"/>
                </a:lnTo>
                <a:lnTo>
                  <a:pt x="2607812" y="50797"/>
                </a:lnTo>
                <a:lnTo>
                  <a:pt x="2607215" y="51581"/>
                </a:lnTo>
                <a:lnTo>
                  <a:pt x="2606635" y="52383"/>
                </a:lnTo>
                <a:lnTo>
                  <a:pt x="2606071" y="53204"/>
                </a:lnTo>
                <a:lnTo>
                  <a:pt x="2605524" y="54044"/>
                </a:lnTo>
                <a:lnTo>
                  <a:pt x="2604993" y="54902"/>
                </a:lnTo>
                <a:lnTo>
                  <a:pt x="2604479" y="55778"/>
                </a:lnTo>
                <a:lnTo>
                  <a:pt x="2603982" y="56673"/>
                </a:lnTo>
                <a:lnTo>
                  <a:pt x="2603501" y="57587"/>
                </a:lnTo>
                <a:lnTo>
                  <a:pt x="2603037" y="58519"/>
                </a:lnTo>
                <a:lnTo>
                  <a:pt x="2602589" y="59469"/>
                </a:lnTo>
                <a:lnTo>
                  <a:pt x="2602159" y="60437"/>
                </a:lnTo>
                <a:lnTo>
                  <a:pt x="2601747" y="61421"/>
                </a:lnTo>
                <a:lnTo>
                  <a:pt x="2601354" y="62420"/>
                </a:lnTo>
                <a:lnTo>
                  <a:pt x="2600978" y="63436"/>
                </a:lnTo>
                <a:lnTo>
                  <a:pt x="2600621" y="64468"/>
                </a:lnTo>
                <a:lnTo>
                  <a:pt x="2600283" y="65516"/>
                </a:lnTo>
                <a:lnTo>
                  <a:pt x="2599963" y="66580"/>
                </a:lnTo>
                <a:lnTo>
                  <a:pt x="2599660" y="67660"/>
                </a:lnTo>
                <a:lnTo>
                  <a:pt x="2599377" y="68756"/>
                </a:lnTo>
                <a:lnTo>
                  <a:pt x="2599111" y="69868"/>
                </a:lnTo>
                <a:lnTo>
                  <a:pt x="2598864" y="70996"/>
                </a:lnTo>
                <a:lnTo>
                  <a:pt x="2598635" y="72140"/>
                </a:lnTo>
                <a:lnTo>
                  <a:pt x="2598425" y="73300"/>
                </a:lnTo>
                <a:lnTo>
                  <a:pt x="2598233" y="74476"/>
                </a:lnTo>
                <a:lnTo>
                  <a:pt x="2598059" y="75668"/>
                </a:lnTo>
                <a:lnTo>
                  <a:pt x="2597903" y="76876"/>
                </a:lnTo>
                <a:lnTo>
                  <a:pt x="2597766" y="78101"/>
                </a:lnTo>
                <a:lnTo>
                  <a:pt x="2597647" y="79341"/>
                </a:lnTo>
                <a:lnTo>
                  <a:pt x="2597546" y="80597"/>
                </a:lnTo>
                <a:lnTo>
                  <a:pt x="2597464" y="81869"/>
                </a:lnTo>
                <a:lnTo>
                  <a:pt x="2597400" y="83158"/>
                </a:lnTo>
                <a:lnTo>
                  <a:pt x="2597354" y="84462"/>
                </a:lnTo>
                <a:lnTo>
                  <a:pt x="2597327" y="85782"/>
                </a:lnTo>
                <a:lnTo>
                  <a:pt x="2597317" y="87119"/>
                </a:lnTo>
                <a:lnTo>
                  <a:pt x="2597327" y="88422"/>
                </a:lnTo>
                <a:lnTo>
                  <a:pt x="2597354" y="89710"/>
                </a:lnTo>
                <a:lnTo>
                  <a:pt x="2597400" y="90984"/>
                </a:lnTo>
                <a:lnTo>
                  <a:pt x="2597464" y="92242"/>
                </a:lnTo>
                <a:lnTo>
                  <a:pt x="2597546" y="93485"/>
                </a:lnTo>
                <a:lnTo>
                  <a:pt x="2597647" y="94714"/>
                </a:lnTo>
                <a:lnTo>
                  <a:pt x="2597766" y="95927"/>
                </a:lnTo>
                <a:lnTo>
                  <a:pt x="2597903" y="97126"/>
                </a:lnTo>
                <a:lnTo>
                  <a:pt x="2598059" y="98309"/>
                </a:lnTo>
                <a:lnTo>
                  <a:pt x="2598233" y="99478"/>
                </a:lnTo>
                <a:lnTo>
                  <a:pt x="2598425" y="100631"/>
                </a:lnTo>
                <a:lnTo>
                  <a:pt x="2598635" y="101770"/>
                </a:lnTo>
                <a:lnTo>
                  <a:pt x="2598864" y="102893"/>
                </a:lnTo>
                <a:lnTo>
                  <a:pt x="2599111" y="104002"/>
                </a:lnTo>
                <a:lnTo>
                  <a:pt x="2599377" y="105095"/>
                </a:lnTo>
                <a:lnTo>
                  <a:pt x="2599660" y="106174"/>
                </a:lnTo>
                <a:lnTo>
                  <a:pt x="2599963" y="107238"/>
                </a:lnTo>
                <a:lnTo>
                  <a:pt x="2600283" y="108286"/>
                </a:lnTo>
                <a:lnTo>
                  <a:pt x="2600621" y="109320"/>
                </a:lnTo>
                <a:lnTo>
                  <a:pt x="2600978" y="110339"/>
                </a:lnTo>
                <a:lnTo>
                  <a:pt x="2601354" y="111342"/>
                </a:lnTo>
                <a:lnTo>
                  <a:pt x="2601747" y="112331"/>
                </a:lnTo>
                <a:lnTo>
                  <a:pt x="2602159" y="113305"/>
                </a:lnTo>
                <a:lnTo>
                  <a:pt x="2602589" y="114264"/>
                </a:lnTo>
                <a:lnTo>
                  <a:pt x="2603037" y="115206"/>
                </a:lnTo>
                <a:lnTo>
                  <a:pt x="2603501" y="116129"/>
                </a:lnTo>
                <a:lnTo>
                  <a:pt x="2603982" y="117035"/>
                </a:lnTo>
                <a:lnTo>
                  <a:pt x="2604479" y="117922"/>
                </a:lnTo>
                <a:lnTo>
                  <a:pt x="2604993" y="118791"/>
                </a:lnTo>
                <a:lnTo>
                  <a:pt x="2605524" y="119641"/>
                </a:lnTo>
                <a:lnTo>
                  <a:pt x="2606071" y="120474"/>
                </a:lnTo>
                <a:lnTo>
                  <a:pt x="2606635" y="121288"/>
                </a:lnTo>
                <a:lnTo>
                  <a:pt x="2607215" y="122083"/>
                </a:lnTo>
                <a:lnTo>
                  <a:pt x="2607812" y="122860"/>
                </a:lnTo>
                <a:lnTo>
                  <a:pt x="2608426" y="123619"/>
                </a:lnTo>
                <a:lnTo>
                  <a:pt x="2609056" y="124360"/>
                </a:lnTo>
                <a:lnTo>
                  <a:pt x="2609703" y="125082"/>
                </a:lnTo>
                <a:lnTo>
                  <a:pt x="2610366" y="125786"/>
                </a:lnTo>
                <a:lnTo>
                  <a:pt x="2611046" y="126472"/>
                </a:lnTo>
                <a:lnTo>
                  <a:pt x="2611743" y="127139"/>
                </a:lnTo>
                <a:lnTo>
                  <a:pt x="2612456" y="127789"/>
                </a:lnTo>
                <a:lnTo>
                  <a:pt x="2613185" y="128419"/>
                </a:lnTo>
                <a:lnTo>
                  <a:pt x="2613932" y="129032"/>
                </a:lnTo>
                <a:lnTo>
                  <a:pt x="2614695" y="129626"/>
                </a:lnTo>
                <a:lnTo>
                  <a:pt x="2615474" y="130202"/>
                </a:lnTo>
                <a:lnTo>
                  <a:pt x="2616270" y="130759"/>
                </a:lnTo>
                <a:lnTo>
                  <a:pt x="2617083" y="131298"/>
                </a:lnTo>
                <a:lnTo>
                  <a:pt x="2617912" y="131819"/>
                </a:lnTo>
                <a:lnTo>
                  <a:pt x="2618757" y="132320"/>
                </a:lnTo>
                <a:lnTo>
                  <a:pt x="2619616" y="132799"/>
                </a:lnTo>
                <a:lnTo>
                  <a:pt x="2620488" y="133258"/>
                </a:lnTo>
                <a:lnTo>
                  <a:pt x="2621375" y="133694"/>
                </a:lnTo>
                <a:lnTo>
                  <a:pt x="2622276" y="134110"/>
                </a:lnTo>
                <a:lnTo>
                  <a:pt x="2623190" y="134504"/>
                </a:lnTo>
                <a:lnTo>
                  <a:pt x="2624119" y="134877"/>
                </a:lnTo>
                <a:lnTo>
                  <a:pt x="2625062" y="135229"/>
                </a:lnTo>
                <a:lnTo>
                  <a:pt x="2626019" y="135559"/>
                </a:lnTo>
                <a:lnTo>
                  <a:pt x="2626990" y="135868"/>
                </a:lnTo>
                <a:lnTo>
                  <a:pt x="2627975" y="136156"/>
                </a:lnTo>
                <a:lnTo>
                  <a:pt x="2628973" y="136422"/>
                </a:lnTo>
                <a:lnTo>
                  <a:pt x="2629986" y="136667"/>
                </a:lnTo>
                <a:lnTo>
                  <a:pt x="2631013" y="136891"/>
                </a:lnTo>
                <a:lnTo>
                  <a:pt x="2632054" y="137093"/>
                </a:lnTo>
                <a:lnTo>
                  <a:pt x="2633109" y="137274"/>
                </a:lnTo>
                <a:lnTo>
                  <a:pt x="2634178" y="137434"/>
                </a:lnTo>
                <a:lnTo>
                  <a:pt x="2635262" y="137573"/>
                </a:lnTo>
                <a:lnTo>
                  <a:pt x="2636359" y="137690"/>
                </a:lnTo>
                <a:lnTo>
                  <a:pt x="2637470" y="137786"/>
                </a:lnTo>
                <a:lnTo>
                  <a:pt x="2638595" y="137860"/>
                </a:lnTo>
                <a:lnTo>
                  <a:pt x="2639734" y="137914"/>
                </a:lnTo>
                <a:lnTo>
                  <a:pt x="2640887" y="137946"/>
                </a:lnTo>
                <a:lnTo>
                  <a:pt x="2642055" y="137956"/>
                </a:lnTo>
                <a:lnTo>
                  <a:pt x="2643246" y="137946"/>
                </a:lnTo>
                <a:lnTo>
                  <a:pt x="2644423" y="137914"/>
                </a:lnTo>
                <a:lnTo>
                  <a:pt x="2645586" y="137860"/>
                </a:lnTo>
                <a:lnTo>
                  <a:pt x="2646734" y="137786"/>
                </a:lnTo>
                <a:lnTo>
                  <a:pt x="2647867" y="137690"/>
                </a:lnTo>
                <a:close/>
                <a:moveTo>
                  <a:pt x="2637930" y="124639"/>
                </a:moveTo>
                <a:lnTo>
                  <a:pt x="2637149" y="124546"/>
                </a:lnTo>
                <a:lnTo>
                  <a:pt x="2636384" y="124436"/>
                </a:lnTo>
                <a:lnTo>
                  <a:pt x="2635633" y="124310"/>
                </a:lnTo>
                <a:lnTo>
                  <a:pt x="2634897" y="124166"/>
                </a:lnTo>
                <a:lnTo>
                  <a:pt x="2634177" y="124005"/>
                </a:lnTo>
                <a:lnTo>
                  <a:pt x="2633471" y="123828"/>
                </a:lnTo>
                <a:lnTo>
                  <a:pt x="2632780" y="123633"/>
                </a:lnTo>
                <a:lnTo>
                  <a:pt x="2632103" y="123422"/>
                </a:lnTo>
                <a:lnTo>
                  <a:pt x="2631442" y="123194"/>
                </a:lnTo>
                <a:lnTo>
                  <a:pt x="2630796" y="122949"/>
                </a:lnTo>
                <a:lnTo>
                  <a:pt x="2630164" y="122687"/>
                </a:lnTo>
                <a:lnTo>
                  <a:pt x="2629547" y="122408"/>
                </a:lnTo>
                <a:lnTo>
                  <a:pt x="2628946" y="122112"/>
                </a:lnTo>
                <a:lnTo>
                  <a:pt x="2628359" y="121799"/>
                </a:lnTo>
                <a:lnTo>
                  <a:pt x="2627787" y="121470"/>
                </a:lnTo>
                <a:lnTo>
                  <a:pt x="2627230" y="121123"/>
                </a:lnTo>
                <a:lnTo>
                  <a:pt x="2626688" y="120760"/>
                </a:lnTo>
                <a:lnTo>
                  <a:pt x="2626160" y="120379"/>
                </a:lnTo>
                <a:lnTo>
                  <a:pt x="2625648" y="119982"/>
                </a:lnTo>
                <a:lnTo>
                  <a:pt x="2625149" y="119570"/>
                </a:lnTo>
                <a:lnTo>
                  <a:pt x="2624661" y="119144"/>
                </a:lnTo>
                <a:lnTo>
                  <a:pt x="2624186" y="118706"/>
                </a:lnTo>
                <a:lnTo>
                  <a:pt x="2623722" y="118256"/>
                </a:lnTo>
                <a:lnTo>
                  <a:pt x="2623270" y="117792"/>
                </a:lnTo>
                <a:lnTo>
                  <a:pt x="2622830" y="117316"/>
                </a:lnTo>
                <a:lnTo>
                  <a:pt x="2622402" y="116826"/>
                </a:lnTo>
                <a:lnTo>
                  <a:pt x="2621985" y="116324"/>
                </a:lnTo>
                <a:lnTo>
                  <a:pt x="2621581" y="115809"/>
                </a:lnTo>
                <a:lnTo>
                  <a:pt x="2621188" y="115282"/>
                </a:lnTo>
                <a:lnTo>
                  <a:pt x="2620807" y="114741"/>
                </a:lnTo>
                <a:lnTo>
                  <a:pt x="2620437" y="114188"/>
                </a:lnTo>
                <a:lnTo>
                  <a:pt x="2620080" y="113622"/>
                </a:lnTo>
                <a:lnTo>
                  <a:pt x="2619734" y="113043"/>
                </a:lnTo>
                <a:lnTo>
                  <a:pt x="2619400" y="112451"/>
                </a:lnTo>
                <a:lnTo>
                  <a:pt x="2619078" y="111847"/>
                </a:lnTo>
                <a:lnTo>
                  <a:pt x="2618768" y="111230"/>
                </a:lnTo>
                <a:lnTo>
                  <a:pt x="2618470" y="110599"/>
                </a:lnTo>
                <a:lnTo>
                  <a:pt x="2618183" y="109957"/>
                </a:lnTo>
                <a:lnTo>
                  <a:pt x="2617908" y="109301"/>
                </a:lnTo>
                <a:lnTo>
                  <a:pt x="2617645" y="108632"/>
                </a:lnTo>
                <a:lnTo>
                  <a:pt x="2617394" y="107951"/>
                </a:lnTo>
                <a:lnTo>
                  <a:pt x="2617155" y="107257"/>
                </a:lnTo>
                <a:lnTo>
                  <a:pt x="2616927" y="106550"/>
                </a:lnTo>
                <a:lnTo>
                  <a:pt x="2616710" y="105832"/>
                </a:lnTo>
                <a:lnTo>
                  <a:pt x="2616502" y="105107"/>
                </a:lnTo>
                <a:lnTo>
                  <a:pt x="2616303" y="104374"/>
                </a:lnTo>
                <a:lnTo>
                  <a:pt x="2616114" y="103632"/>
                </a:lnTo>
                <a:lnTo>
                  <a:pt x="2615934" y="102883"/>
                </a:lnTo>
                <a:lnTo>
                  <a:pt x="2615763" y="102125"/>
                </a:lnTo>
                <a:lnTo>
                  <a:pt x="2615601" y="101360"/>
                </a:lnTo>
                <a:lnTo>
                  <a:pt x="2615449" y="100587"/>
                </a:lnTo>
                <a:lnTo>
                  <a:pt x="2615306" y="99805"/>
                </a:lnTo>
                <a:lnTo>
                  <a:pt x="2615172" y="99016"/>
                </a:lnTo>
                <a:lnTo>
                  <a:pt x="2615047" y="98219"/>
                </a:lnTo>
                <a:lnTo>
                  <a:pt x="2614931" y="97413"/>
                </a:lnTo>
                <a:lnTo>
                  <a:pt x="2614825" y="96600"/>
                </a:lnTo>
                <a:lnTo>
                  <a:pt x="2614728" y="95778"/>
                </a:lnTo>
                <a:lnTo>
                  <a:pt x="2614640" y="94949"/>
                </a:lnTo>
                <a:lnTo>
                  <a:pt x="2614562" y="94112"/>
                </a:lnTo>
                <a:lnTo>
                  <a:pt x="2614493" y="93266"/>
                </a:lnTo>
                <a:lnTo>
                  <a:pt x="2614433" y="92413"/>
                </a:lnTo>
                <a:lnTo>
                  <a:pt x="2614382" y="91552"/>
                </a:lnTo>
                <a:lnTo>
                  <a:pt x="2614340" y="90682"/>
                </a:lnTo>
                <a:lnTo>
                  <a:pt x="2614308" y="89805"/>
                </a:lnTo>
                <a:lnTo>
                  <a:pt x="2614285" y="88920"/>
                </a:lnTo>
                <a:lnTo>
                  <a:pt x="2614271" y="88026"/>
                </a:lnTo>
                <a:lnTo>
                  <a:pt x="2614266" y="87125"/>
                </a:lnTo>
                <a:lnTo>
                  <a:pt x="2614271" y="86206"/>
                </a:lnTo>
                <a:lnTo>
                  <a:pt x="2614285" y="85296"/>
                </a:lnTo>
                <a:lnTo>
                  <a:pt x="2614308" y="84393"/>
                </a:lnTo>
                <a:lnTo>
                  <a:pt x="2614340" y="83499"/>
                </a:lnTo>
                <a:lnTo>
                  <a:pt x="2614382" y="82613"/>
                </a:lnTo>
                <a:lnTo>
                  <a:pt x="2614433" y="81736"/>
                </a:lnTo>
                <a:lnTo>
                  <a:pt x="2614493" y="80866"/>
                </a:lnTo>
                <a:lnTo>
                  <a:pt x="2614562" y="80005"/>
                </a:lnTo>
                <a:lnTo>
                  <a:pt x="2614640" y="79152"/>
                </a:lnTo>
                <a:lnTo>
                  <a:pt x="2614728" y="78307"/>
                </a:lnTo>
                <a:lnTo>
                  <a:pt x="2614825" y="77470"/>
                </a:lnTo>
                <a:lnTo>
                  <a:pt x="2614931" y="76641"/>
                </a:lnTo>
                <a:lnTo>
                  <a:pt x="2615047" y="75821"/>
                </a:lnTo>
                <a:lnTo>
                  <a:pt x="2615172" y="75009"/>
                </a:lnTo>
                <a:lnTo>
                  <a:pt x="2615306" y="74205"/>
                </a:lnTo>
                <a:lnTo>
                  <a:pt x="2615449" y="73409"/>
                </a:lnTo>
                <a:lnTo>
                  <a:pt x="2615601" y="72621"/>
                </a:lnTo>
                <a:lnTo>
                  <a:pt x="2615763" y="71842"/>
                </a:lnTo>
                <a:lnTo>
                  <a:pt x="2615934" y="71070"/>
                </a:lnTo>
                <a:lnTo>
                  <a:pt x="2616114" y="70307"/>
                </a:lnTo>
                <a:lnTo>
                  <a:pt x="2616303" y="69552"/>
                </a:lnTo>
                <a:lnTo>
                  <a:pt x="2616502" y="68806"/>
                </a:lnTo>
                <a:lnTo>
                  <a:pt x="2616710" y="68067"/>
                </a:lnTo>
                <a:lnTo>
                  <a:pt x="2616927" y="67337"/>
                </a:lnTo>
                <a:lnTo>
                  <a:pt x="2617155" y="66617"/>
                </a:lnTo>
                <a:lnTo>
                  <a:pt x="2617394" y="65910"/>
                </a:lnTo>
                <a:lnTo>
                  <a:pt x="2617645" y="65217"/>
                </a:lnTo>
                <a:lnTo>
                  <a:pt x="2617908" y="64536"/>
                </a:lnTo>
                <a:lnTo>
                  <a:pt x="2618183" y="63868"/>
                </a:lnTo>
                <a:lnTo>
                  <a:pt x="2618470" y="63214"/>
                </a:lnTo>
                <a:lnTo>
                  <a:pt x="2618768" y="62572"/>
                </a:lnTo>
                <a:lnTo>
                  <a:pt x="2619078" y="61943"/>
                </a:lnTo>
                <a:lnTo>
                  <a:pt x="2619400" y="61327"/>
                </a:lnTo>
                <a:lnTo>
                  <a:pt x="2619734" y="60725"/>
                </a:lnTo>
                <a:lnTo>
                  <a:pt x="2620080" y="60135"/>
                </a:lnTo>
                <a:lnTo>
                  <a:pt x="2620437" y="59558"/>
                </a:lnTo>
                <a:lnTo>
                  <a:pt x="2620807" y="58995"/>
                </a:lnTo>
                <a:lnTo>
                  <a:pt x="2621188" y="58444"/>
                </a:lnTo>
                <a:lnTo>
                  <a:pt x="2621581" y="57906"/>
                </a:lnTo>
                <a:lnTo>
                  <a:pt x="2621985" y="57382"/>
                </a:lnTo>
                <a:lnTo>
                  <a:pt x="2622402" y="56870"/>
                </a:lnTo>
                <a:lnTo>
                  <a:pt x="2622830" y="56371"/>
                </a:lnTo>
                <a:lnTo>
                  <a:pt x="2623270" y="55885"/>
                </a:lnTo>
                <a:lnTo>
                  <a:pt x="2623722" y="55413"/>
                </a:lnTo>
                <a:lnTo>
                  <a:pt x="2624186" y="54953"/>
                </a:lnTo>
                <a:lnTo>
                  <a:pt x="2624661" y="54506"/>
                </a:lnTo>
                <a:lnTo>
                  <a:pt x="2625149" y="54073"/>
                </a:lnTo>
                <a:lnTo>
                  <a:pt x="2625648" y="53652"/>
                </a:lnTo>
                <a:lnTo>
                  <a:pt x="2626160" y="53246"/>
                </a:lnTo>
                <a:lnTo>
                  <a:pt x="2626688" y="52858"/>
                </a:lnTo>
                <a:lnTo>
                  <a:pt x="2627230" y="52486"/>
                </a:lnTo>
                <a:lnTo>
                  <a:pt x="2627787" y="52132"/>
                </a:lnTo>
                <a:lnTo>
                  <a:pt x="2628359" y="51796"/>
                </a:lnTo>
                <a:lnTo>
                  <a:pt x="2628946" y="51476"/>
                </a:lnTo>
                <a:lnTo>
                  <a:pt x="2629547" y="51174"/>
                </a:lnTo>
                <a:lnTo>
                  <a:pt x="2630164" y="50889"/>
                </a:lnTo>
                <a:lnTo>
                  <a:pt x="2630796" y="50622"/>
                </a:lnTo>
                <a:lnTo>
                  <a:pt x="2631442" y="50371"/>
                </a:lnTo>
                <a:lnTo>
                  <a:pt x="2632103" y="50138"/>
                </a:lnTo>
                <a:lnTo>
                  <a:pt x="2632780" y="49922"/>
                </a:lnTo>
                <a:lnTo>
                  <a:pt x="2633471" y="49724"/>
                </a:lnTo>
                <a:lnTo>
                  <a:pt x="2634177" y="49542"/>
                </a:lnTo>
                <a:lnTo>
                  <a:pt x="2634897" y="49378"/>
                </a:lnTo>
                <a:lnTo>
                  <a:pt x="2635633" y="49231"/>
                </a:lnTo>
                <a:lnTo>
                  <a:pt x="2636384" y="49102"/>
                </a:lnTo>
                <a:lnTo>
                  <a:pt x="2637149" y="48990"/>
                </a:lnTo>
                <a:lnTo>
                  <a:pt x="2637930" y="48895"/>
                </a:lnTo>
                <a:lnTo>
                  <a:pt x="2638725" y="48817"/>
                </a:lnTo>
                <a:lnTo>
                  <a:pt x="2639535" y="48757"/>
                </a:lnTo>
                <a:lnTo>
                  <a:pt x="2640360" y="48713"/>
                </a:lnTo>
                <a:lnTo>
                  <a:pt x="2641200" y="48688"/>
                </a:lnTo>
                <a:lnTo>
                  <a:pt x="2642055" y="48679"/>
                </a:lnTo>
                <a:lnTo>
                  <a:pt x="2642934" y="48688"/>
                </a:lnTo>
                <a:lnTo>
                  <a:pt x="2643798" y="48713"/>
                </a:lnTo>
                <a:lnTo>
                  <a:pt x="2644648" y="48757"/>
                </a:lnTo>
                <a:lnTo>
                  <a:pt x="2645482" y="48817"/>
                </a:lnTo>
                <a:lnTo>
                  <a:pt x="2646301" y="48895"/>
                </a:lnTo>
                <a:lnTo>
                  <a:pt x="2647105" y="48990"/>
                </a:lnTo>
                <a:lnTo>
                  <a:pt x="2647894" y="49102"/>
                </a:lnTo>
                <a:lnTo>
                  <a:pt x="2648668" y="49231"/>
                </a:lnTo>
                <a:lnTo>
                  <a:pt x="2649427" y="49378"/>
                </a:lnTo>
                <a:lnTo>
                  <a:pt x="2650171" y="49542"/>
                </a:lnTo>
                <a:lnTo>
                  <a:pt x="2650899" y="49724"/>
                </a:lnTo>
                <a:lnTo>
                  <a:pt x="2651613" y="49922"/>
                </a:lnTo>
                <a:lnTo>
                  <a:pt x="2652312" y="50138"/>
                </a:lnTo>
                <a:lnTo>
                  <a:pt x="2652995" y="50371"/>
                </a:lnTo>
                <a:lnTo>
                  <a:pt x="2653664" y="50622"/>
                </a:lnTo>
                <a:lnTo>
                  <a:pt x="2654317" y="50889"/>
                </a:lnTo>
                <a:lnTo>
                  <a:pt x="2654956" y="51174"/>
                </a:lnTo>
                <a:lnTo>
                  <a:pt x="2655579" y="51476"/>
                </a:lnTo>
                <a:lnTo>
                  <a:pt x="2656188" y="51796"/>
                </a:lnTo>
                <a:lnTo>
                  <a:pt x="2656781" y="52132"/>
                </a:lnTo>
                <a:lnTo>
                  <a:pt x="2657359" y="52486"/>
                </a:lnTo>
                <a:lnTo>
                  <a:pt x="2657922" y="52858"/>
                </a:lnTo>
                <a:lnTo>
                  <a:pt x="2658471" y="53246"/>
                </a:lnTo>
                <a:lnTo>
                  <a:pt x="2659004" y="53652"/>
                </a:lnTo>
                <a:lnTo>
                  <a:pt x="2659523" y="54073"/>
                </a:lnTo>
                <a:lnTo>
                  <a:pt x="2660030" y="54506"/>
                </a:lnTo>
                <a:lnTo>
                  <a:pt x="2660525" y="54953"/>
                </a:lnTo>
                <a:lnTo>
                  <a:pt x="2661007" y="55413"/>
                </a:lnTo>
                <a:lnTo>
                  <a:pt x="2661477" y="55885"/>
                </a:lnTo>
                <a:lnTo>
                  <a:pt x="2661935" y="56371"/>
                </a:lnTo>
                <a:lnTo>
                  <a:pt x="2662381" y="56870"/>
                </a:lnTo>
                <a:lnTo>
                  <a:pt x="2662814" y="57382"/>
                </a:lnTo>
                <a:lnTo>
                  <a:pt x="2663235" y="57906"/>
                </a:lnTo>
                <a:lnTo>
                  <a:pt x="2663643" y="58444"/>
                </a:lnTo>
                <a:lnTo>
                  <a:pt x="2664039" y="58995"/>
                </a:lnTo>
                <a:lnTo>
                  <a:pt x="2664423" y="59558"/>
                </a:lnTo>
                <a:lnTo>
                  <a:pt x="2664795" y="60135"/>
                </a:lnTo>
                <a:lnTo>
                  <a:pt x="2665154" y="60725"/>
                </a:lnTo>
                <a:lnTo>
                  <a:pt x="2665501" y="61327"/>
                </a:lnTo>
                <a:lnTo>
                  <a:pt x="2665836" y="61943"/>
                </a:lnTo>
                <a:lnTo>
                  <a:pt x="2666158" y="62572"/>
                </a:lnTo>
                <a:lnTo>
                  <a:pt x="2666468" y="63214"/>
                </a:lnTo>
                <a:lnTo>
                  <a:pt x="2666766" y="63868"/>
                </a:lnTo>
                <a:lnTo>
                  <a:pt x="2667051" y="64536"/>
                </a:lnTo>
                <a:lnTo>
                  <a:pt x="2667324" y="65217"/>
                </a:lnTo>
                <a:lnTo>
                  <a:pt x="2667585" y="65910"/>
                </a:lnTo>
                <a:lnTo>
                  <a:pt x="2667833" y="66617"/>
                </a:lnTo>
                <a:lnTo>
                  <a:pt x="2668069" y="67337"/>
                </a:lnTo>
                <a:lnTo>
                  <a:pt x="2668294" y="68067"/>
                </a:lnTo>
                <a:lnTo>
                  <a:pt x="2668510" y="68806"/>
                </a:lnTo>
                <a:lnTo>
                  <a:pt x="2668716" y="69552"/>
                </a:lnTo>
                <a:lnTo>
                  <a:pt x="2668912" y="70307"/>
                </a:lnTo>
                <a:lnTo>
                  <a:pt x="2669099" y="71070"/>
                </a:lnTo>
                <a:lnTo>
                  <a:pt x="2669276" y="71842"/>
                </a:lnTo>
                <a:lnTo>
                  <a:pt x="2669444" y="72621"/>
                </a:lnTo>
                <a:lnTo>
                  <a:pt x="2669602" y="73409"/>
                </a:lnTo>
                <a:lnTo>
                  <a:pt x="2669751" y="74205"/>
                </a:lnTo>
                <a:lnTo>
                  <a:pt x="2669890" y="75009"/>
                </a:lnTo>
                <a:lnTo>
                  <a:pt x="2670019" y="75821"/>
                </a:lnTo>
                <a:lnTo>
                  <a:pt x="2670139" y="76641"/>
                </a:lnTo>
                <a:lnTo>
                  <a:pt x="2670249" y="77470"/>
                </a:lnTo>
                <a:lnTo>
                  <a:pt x="2670349" y="78307"/>
                </a:lnTo>
                <a:lnTo>
                  <a:pt x="2670440" y="79152"/>
                </a:lnTo>
                <a:lnTo>
                  <a:pt x="2670522" y="80005"/>
                </a:lnTo>
                <a:lnTo>
                  <a:pt x="2670594" y="80866"/>
                </a:lnTo>
                <a:lnTo>
                  <a:pt x="2670656" y="81736"/>
                </a:lnTo>
                <a:lnTo>
                  <a:pt x="2670709" y="82613"/>
                </a:lnTo>
                <a:lnTo>
                  <a:pt x="2670752" y="83499"/>
                </a:lnTo>
                <a:lnTo>
                  <a:pt x="2670785" y="84393"/>
                </a:lnTo>
                <a:lnTo>
                  <a:pt x="2670809" y="85296"/>
                </a:lnTo>
                <a:lnTo>
                  <a:pt x="2670824" y="86206"/>
                </a:lnTo>
                <a:lnTo>
                  <a:pt x="2670828" y="87125"/>
                </a:lnTo>
                <a:lnTo>
                  <a:pt x="2670824" y="88026"/>
                </a:lnTo>
                <a:lnTo>
                  <a:pt x="2670809" y="88920"/>
                </a:lnTo>
                <a:lnTo>
                  <a:pt x="2670785" y="89805"/>
                </a:lnTo>
                <a:lnTo>
                  <a:pt x="2670752" y="90682"/>
                </a:lnTo>
                <a:lnTo>
                  <a:pt x="2670709" y="91552"/>
                </a:lnTo>
                <a:lnTo>
                  <a:pt x="2670656" y="92413"/>
                </a:lnTo>
                <a:lnTo>
                  <a:pt x="2670594" y="93266"/>
                </a:lnTo>
                <a:lnTo>
                  <a:pt x="2670522" y="94112"/>
                </a:lnTo>
                <a:lnTo>
                  <a:pt x="2670440" y="94949"/>
                </a:lnTo>
                <a:lnTo>
                  <a:pt x="2670349" y="95778"/>
                </a:lnTo>
                <a:lnTo>
                  <a:pt x="2670249" y="96600"/>
                </a:lnTo>
                <a:lnTo>
                  <a:pt x="2670139" y="97413"/>
                </a:lnTo>
                <a:lnTo>
                  <a:pt x="2670019" y="98219"/>
                </a:lnTo>
                <a:lnTo>
                  <a:pt x="2669890" y="99016"/>
                </a:lnTo>
                <a:lnTo>
                  <a:pt x="2669751" y="99805"/>
                </a:lnTo>
                <a:lnTo>
                  <a:pt x="2669602" y="100587"/>
                </a:lnTo>
                <a:lnTo>
                  <a:pt x="2669444" y="101360"/>
                </a:lnTo>
                <a:lnTo>
                  <a:pt x="2669276" y="102125"/>
                </a:lnTo>
                <a:lnTo>
                  <a:pt x="2669099" y="102883"/>
                </a:lnTo>
                <a:lnTo>
                  <a:pt x="2668912" y="103632"/>
                </a:lnTo>
                <a:lnTo>
                  <a:pt x="2668716" y="104374"/>
                </a:lnTo>
                <a:lnTo>
                  <a:pt x="2668510" y="105107"/>
                </a:lnTo>
                <a:lnTo>
                  <a:pt x="2668294" y="105832"/>
                </a:lnTo>
                <a:lnTo>
                  <a:pt x="2668069" y="106550"/>
                </a:lnTo>
                <a:lnTo>
                  <a:pt x="2667833" y="107257"/>
                </a:lnTo>
                <a:lnTo>
                  <a:pt x="2667585" y="107951"/>
                </a:lnTo>
                <a:lnTo>
                  <a:pt x="2667324" y="108632"/>
                </a:lnTo>
                <a:lnTo>
                  <a:pt x="2667051" y="109301"/>
                </a:lnTo>
                <a:lnTo>
                  <a:pt x="2666766" y="109957"/>
                </a:lnTo>
                <a:lnTo>
                  <a:pt x="2666468" y="110599"/>
                </a:lnTo>
                <a:lnTo>
                  <a:pt x="2666158" y="111230"/>
                </a:lnTo>
                <a:lnTo>
                  <a:pt x="2665836" y="111847"/>
                </a:lnTo>
                <a:lnTo>
                  <a:pt x="2665501" y="112451"/>
                </a:lnTo>
                <a:lnTo>
                  <a:pt x="2665154" y="113043"/>
                </a:lnTo>
                <a:lnTo>
                  <a:pt x="2664795" y="113622"/>
                </a:lnTo>
                <a:lnTo>
                  <a:pt x="2664423" y="114188"/>
                </a:lnTo>
                <a:lnTo>
                  <a:pt x="2664039" y="114741"/>
                </a:lnTo>
                <a:lnTo>
                  <a:pt x="2663643" y="115282"/>
                </a:lnTo>
                <a:lnTo>
                  <a:pt x="2663235" y="115809"/>
                </a:lnTo>
                <a:lnTo>
                  <a:pt x="2662814" y="116324"/>
                </a:lnTo>
                <a:lnTo>
                  <a:pt x="2662381" y="116826"/>
                </a:lnTo>
                <a:lnTo>
                  <a:pt x="2661935" y="117316"/>
                </a:lnTo>
                <a:lnTo>
                  <a:pt x="2661477" y="117792"/>
                </a:lnTo>
                <a:lnTo>
                  <a:pt x="2661007" y="118256"/>
                </a:lnTo>
                <a:lnTo>
                  <a:pt x="2660525" y="118706"/>
                </a:lnTo>
                <a:lnTo>
                  <a:pt x="2660030" y="119144"/>
                </a:lnTo>
                <a:lnTo>
                  <a:pt x="2659523" y="119570"/>
                </a:lnTo>
                <a:lnTo>
                  <a:pt x="2659004" y="119982"/>
                </a:lnTo>
                <a:lnTo>
                  <a:pt x="2658471" y="120379"/>
                </a:lnTo>
                <a:lnTo>
                  <a:pt x="2657922" y="120760"/>
                </a:lnTo>
                <a:lnTo>
                  <a:pt x="2657359" y="121123"/>
                </a:lnTo>
                <a:lnTo>
                  <a:pt x="2656781" y="121470"/>
                </a:lnTo>
                <a:lnTo>
                  <a:pt x="2656188" y="121799"/>
                </a:lnTo>
                <a:lnTo>
                  <a:pt x="2655579" y="122112"/>
                </a:lnTo>
                <a:lnTo>
                  <a:pt x="2654956" y="122408"/>
                </a:lnTo>
                <a:lnTo>
                  <a:pt x="2654317" y="122687"/>
                </a:lnTo>
                <a:lnTo>
                  <a:pt x="2653664" y="122949"/>
                </a:lnTo>
                <a:lnTo>
                  <a:pt x="2652995" y="123194"/>
                </a:lnTo>
                <a:lnTo>
                  <a:pt x="2652312" y="123422"/>
                </a:lnTo>
                <a:lnTo>
                  <a:pt x="2651613" y="123633"/>
                </a:lnTo>
                <a:lnTo>
                  <a:pt x="2650899" y="123828"/>
                </a:lnTo>
                <a:lnTo>
                  <a:pt x="2650171" y="124005"/>
                </a:lnTo>
                <a:lnTo>
                  <a:pt x="2649427" y="124166"/>
                </a:lnTo>
                <a:lnTo>
                  <a:pt x="2648668" y="124310"/>
                </a:lnTo>
                <a:lnTo>
                  <a:pt x="2647894" y="124436"/>
                </a:lnTo>
                <a:lnTo>
                  <a:pt x="2647105" y="124546"/>
                </a:lnTo>
                <a:lnTo>
                  <a:pt x="2646301" y="124639"/>
                </a:lnTo>
                <a:lnTo>
                  <a:pt x="2645482" y="124715"/>
                </a:lnTo>
                <a:lnTo>
                  <a:pt x="2644648" y="124774"/>
                </a:lnTo>
                <a:lnTo>
                  <a:pt x="2643798" y="124817"/>
                </a:lnTo>
                <a:lnTo>
                  <a:pt x="2642934" y="124842"/>
                </a:lnTo>
                <a:lnTo>
                  <a:pt x="2642055" y="124850"/>
                </a:lnTo>
                <a:lnTo>
                  <a:pt x="2641200" y="124842"/>
                </a:lnTo>
                <a:lnTo>
                  <a:pt x="2640360" y="124817"/>
                </a:lnTo>
                <a:lnTo>
                  <a:pt x="2639535" y="124774"/>
                </a:lnTo>
                <a:lnTo>
                  <a:pt x="2638725" y="124715"/>
                </a:lnTo>
                <a:lnTo>
                  <a:pt x="2637930" y="124639"/>
                </a:lnTo>
                <a:close/>
                <a:moveTo>
                  <a:pt x="2869688" y="137699"/>
                </a:moveTo>
                <a:lnTo>
                  <a:pt x="2870625" y="137606"/>
                </a:lnTo>
                <a:lnTo>
                  <a:pt x="2871550" y="137499"/>
                </a:lnTo>
                <a:lnTo>
                  <a:pt x="2872464" y="137378"/>
                </a:lnTo>
                <a:lnTo>
                  <a:pt x="2873367" y="137242"/>
                </a:lnTo>
                <a:lnTo>
                  <a:pt x="2874258" y="137092"/>
                </a:lnTo>
                <a:lnTo>
                  <a:pt x="2875138" y="136928"/>
                </a:lnTo>
                <a:lnTo>
                  <a:pt x="2876007" y="136749"/>
                </a:lnTo>
                <a:lnTo>
                  <a:pt x="2876865" y="136556"/>
                </a:lnTo>
                <a:lnTo>
                  <a:pt x="2877711" y="136349"/>
                </a:lnTo>
                <a:lnTo>
                  <a:pt x="2878546" y="136128"/>
                </a:lnTo>
                <a:lnTo>
                  <a:pt x="2879370" y="135892"/>
                </a:lnTo>
                <a:lnTo>
                  <a:pt x="2880182" y="135642"/>
                </a:lnTo>
                <a:lnTo>
                  <a:pt x="2880984" y="135378"/>
                </a:lnTo>
                <a:lnTo>
                  <a:pt x="2881774" y="135099"/>
                </a:lnTo>
                <a:lnTo>
                  <a:pt x="2882552" y="134806"/>
                </a:lnTo>
                <a:lnTo>
                  <a:pt x="2883319" y="134499"/>
                </a:lnTo>
                <a:lnTo>
                  <a:pt x="2884075" y="134178"/>
                </a:lnTo>
                <a:lnTo>
                  <a:pt x="2884820" y="133842"/>
                </a:lnTo>
                <a:lnTo>
                  <a:pt x="2885552" y="133493"/>
                </a:lnTo>
                <a:lnTo>
                  <a:pt x="2886271" y="133132"/>
                </a:lnTo>
                <a:lnTo>
                  <a:pt x="2886976" y="132759"/>
                </a:lnTo>
                <a:lnTo>
                  <a:pt x="2887667" y="132374"/>
                </a:lnTo>
                <a:lnTo>
                  <a:pt x="2888344" y="131977"/>
                </a:lnTo>
                <a:lnTo>
                  <a:pt x="2889008" y="131568"/>
                </a:lnTo>
                <a:lnTo>
                  <a:pt x="2889658" y="131147"/>
                </a:lnTo>
                <a:lnTo>
                  <a:pt x="2890295" y="130714"/>
                </a:lnTo>
                <a:lnTo>
                  <a:pt x="2890917" y="130269"/>
                </a:lnTo>
                <a:lnTo>
                  <a:pt x="2891526" y="129811"/>
                </a:lnTo>
                <a:lnTo>
                  <a:pt x="2892122" y="129342"/>
                </a:lnTo>
                <a:lnTo>
                  <a:pt x="2892703" y="128861"/>
                </a:lnTo>
                <a:lnTo>
                  <a:pt x="2893271" y="128368"/>
                </a:lnTo>
                <a:lnTo>
                  <a:pt x="2893826" y="127863"/>
                </a:lnTo>
                <a:lnTo>
                  <a:pt x="2894366" y="127346"/>
                </a:lnTo>
                <a:lnTo>
                  <a:pt x="2894893" y="126817"/>
                </a:lnTo>
                <a:lnTo>
                  <a:pt x="2895406" y="126276"/>
                </a:lnTo>
                <a:lnTo>
                  <a:pt x="2895906" y="125723"/>
                </a:lnTo>
                <a:lnTo>
                  <a:pt x="2896392" y="125158"/>
                </a:lnTo>
                <a:lnTo>
                  <a:pt x="2896864" y="124581"/>
                </a:lnTo>
                <a:lnTo>
                  <a:pt x="2897322" y="123992"/>
                </a:lnTo>
                <a:lnTo>
                  <a:pt x="2897767" y="123391"/>
                </a:lnTo>
                <a:lnTo>
                  <a:pt x="2898198" y="122778"/>
                </a:lnTo>
                <a:lnTo>
                  <a:pt x="2898616" y="122153"/>
                </a:lnTo>
                <a:lnTo>
                  <a:pt x="2899018" y="121517"/>
                </a:lnTo>
                <a:lnTo>
                  <a:pt x="2899405" y="120871"/>
                </a:lnTo>
                <a:lnTo>
                  <a:pt x="2899775" y="120215"/>
                </a:lnTo>
                <a:lnTo>
                  <a:pt x="2900129" y="119548"/>
                </a:lnTo>
                <a:lnTo>
                  <a:pt x="2900468" y="118872"/>
                </a:lnTo>
                <a:lnTo>
                  <a:pt x="2900790" y="118186"/>
                </a:lnTo>
                <a:lnTo>
                  <a:pt x="2901096" y="117490"/>
                </a:lnTo>
                <a:lnTo>
                  <a:pt x="2901386" y="116783"/>
                </a:lnTo>
                <a:lnTo>
                  <a:pt x="2901660" y="116067"/>
                </a:lnTo>
                <a:lnTo>
                  <a:pt x="2901917" y="115340"/>
                </a:lnTo>
                <a:lnTo>
                  <a:pt x="2902159" y="114604"/>
                </a:lnTo>
                <a:lnTo>
                  <a:pt x="2902385" y="113857"/>
                </a:lnTo>
                <a:lnTo>
                  <a:pt x="2902594" y="113100"/>
                </a:lnTo>
                <a:lnTo>
                  <a:pt x="2902788" y="112334"/>
                </a:lnTo>
                <a:lnTo>
                  <a:pt x="2902965" y="111557"/>
                </a:lnTo>
                <a:lnTo>
                  <a:pt x="2903127" y="110770"/>
                </a:lnTo>
                <a:lnTo>
                  <a:pt x="2903272" y="109973"/>
                </a:lnTo>
                <a:lnTo>
                  <a:pt x="2903401" y="109166"/>
                </a:lnTo>
                <a:lnTo>
                  <a:pt x="2903514" y="108349"/>
                </a:lnTo>
                <a:lnTo>
                  <a:pt x="2903611" y="107522"/>
                </a:lnTo>
                <a:lnTo>
                  <a:pt x="2903692" y="106685"/>
                </a:lnTo>
                <a:lnTo>
                  <a:pt x="2903757" y="105838"/>
                </a:lnTo>
                <a:lnTo>
                  <a:pt x="2903806" y="104981"/>
                </a:lnTo>
                <a:lnTo>
                  <a:pt x="2903838" y="104114"/>
                </a:lnTo>
                <a:lnTo>
                  <a:pt x="2887579" y="104114"/>
                </a:lnTo>
                <a:lnTo>
                  <a:pt x="2887544" y="104960"/>
                </a:lnTo>
                <a:lnTo>
                  <a:pt x="2887489" y="105790"/>
                </a:lnTo>
                <a:lnTo>
                  <a:pt x="2887413" y="106602"/>
                </a:lnTo>
                <a:lnTo>
                  <a:pt x="2887316" y="107398"/>
                </a:lnTo>
                <a:lnTo>
                  <a:pt x="2887199" y="108178"/>
                </a:lnTo>
                <a:lnTo>
                  <a:pt x="2887062" y="108940"/>
                </a:lnTo>
                <a:lnTo>
                  <a:pt x="2886904" y="109686"/>
                </a:lnTo>
                <a:lnTo>
                  <a:pt x="2886725" y="110415"/>
                </a:lnTo>
                <a:lnTo>
                  <a:pt x="2886526" y="111127"/>
                </a:lnTo>
                <a:lnTo>
                  <a:pt x="2886306" y="111823"/>
                </a:lnTo>
                <a:lnTo>
                  <a:pt x="2886066" y="112502"/>
                </a:lnTo>
                <a:lnTo>
                  <a:pt x="2885805" y="113164"/>
                </a:lnTo>
                <a:lnTo>
                  <a:pt x="2885524" y="113810"/>
                </a:lnTo>
                <a:lnTo>
                  <a:pt x="2885222" y="114438"/>
                </a:lnTo>
                <a:lnTo>
                  <a:pt x="2884900" y="115051"/>
                </a:lnTo>
                <a:lnTo>
                  <a:pt x="2884557" y="115646"/>
                </a:lnTo>
                <a:lnTo>
                  <a:pt x="2884194" y="116224"/>
                </a:lnTo>
                <a:lnTo>
                  <a:pt x="2883810" y="116786"/>
                </a:lnTo>
                <a:lnTo>
                  <a:pt x="2883406" y="117331"/>
                </a:lnTo>
                <a:lnTo>
                  <a:pt x="2882981" y="117860"/>
                </a:lnTo>
                <a:lnTo>
                  <a:pt x="2882535" y="118372"/>
                </a:lnTo>
                <a:lnTo>
                  <a:pt x="2882069" y="118867"/>
                </a:lnTo>
                <a:lnTo>
                  <a:pt x="2881583" y="119345"/>
                </a:lnTo>
                <a:lnTo>
                  <a:pt x="2881076" y="119806"/>
                </a:lnTo>
                <a:lnTo>
                  <a:pt x="2880550" y="120250"/>
                </a:lnTo>
                <a:lnTo>
                  <a:pt x="2880007" y="120675"/>
                </a:lnTo>
                <a:lnTo>
                  <a:pt x="2879448" y="121081"/>
                </a:lnTo>
                <a:lnTo>
                  <a:pt x="2878872" y="121468"/>
                </a:lnTo>
                <a:lnTo>
                  <a:pt x="2878279" y="121836"/>
                </a:lnTo>
                <a:lnTo>
                  <a:pt x="2877670" y="122186"/>
                </a:lnTo>
                <a:lnTo>
                  <a:pt x="2877043" y="122516"/>
                </a:lnTo>
                <a:lnTo>
                  <a:pt x="2876400" y="122828"/>
                </a:lnTo>
                <a:lnTo>
                  <a:pt x="2875740" y="123120"/>
                </a:lnTo>
                <a:lnTo>
                  <a:pt x="2875064" y="123394"/>
                </a:lnTo>
                <a:lnTo>
                  <a:pt x="2874371" y="123649"/>
                </a:lnTo>
                <a:lnTo>
                  <a:pt x="2873660" y="123885"/>
                </a:lnTo>
                <a:lnTo>
                  <a:pt x="2872933" y="124102"/>
                </a:lnTo>
                <a:lnTo>
                  <a:pt x="2872190" y="124300"/>
                </a:lnTo>
                <a:lnTo>
                  <a:pt x="2871429" y="124480"/>
                </a:lnTo>
                <a:lnTo>
                  <a:pt x="2870652" y="124640"/>
                </a:lnTo>
                <a:lnTo>
                  <a:pt x="2869858" y="124782"/>
                </a:lnTo>
                <a:lnTo>
                  <a:pt x="2869047" y="124905"/>
                </a:lnTo>
                <a:lnTo>
                  <a:pt x="2868220" y="125009"/>
                </a:lnTo>
                <a:lnTo>
                  <a:pt x="2867376" y="125094"/>
                </a:lnTo>
                <a:lnTo>
                  <a:pt x="2866515" y="125160"/>
                </a:lnTo>
                <a:lnTo>
                  <a:pt x="2865637" y="125207"/>
                </a:lnTo>
                <a:lnTo>
                  <a:pt x="2864742" y="125235"/>
                </a:lnTo>
                <a:lnTo>
                  <a:pt x="2863831" y="125245"/>
                </a:lnTo>
                <a:lnTo>
                  <a:pt x="2862976" y="125236"/>
                </a:lnTo>
                <a:lnTo>
                  <a:pt x="2862135" y="125210"/>
                </a:lnTo>
                <a:lnTo>
                  <a:pt x="2861307" y="125168"/>
                </a:lnTo>
                <a:lnTo>
                  <a:pt x="2860494" y="125108"/>
                </a:lnTo>
                <a:lnTo>
                  <a:pt x="2859695" y="125031"/>
                </a:lnTo>
                <a:lnTo>
                  <a:pt x="2858910" y="124936"/>
                </a:lnTo>
                <a:lnTo>
                  <a:pt x="2858139" y="124825"/>
                </a:lnTo>
                <a:lnTo>
                  <a:pt x="2857382" y="124696"/>
                </a:lnTo>
                <a:lnTo>
                  <a:pt x="2856639" y="124551"/>
                </a:lnTo>
                <a:lnTo>
                  <a:pt x="2855910" y="124388"/>
                </a:lnTo>
                <a:lnTo>
                  <a:pt x="2855195" y="124208"/>
                </a:lnTo>
                <a:lnTo>
                  <a:pt x="2854494" y="124011"/>
                </a:lnTo>
                <a:lnTo>
                  <a:pt x="2853807" y="123797"/>
                </a:lnTo>
                <a:lnTo>
                  <a:pt x="2853135" y="123566"/>
                </a:lnTo>
                <a:lnTo>
                  <a:pt x="2852476" y="123318"/>
                </a:lnTo>
                <a:lnTo>
                  <a:pt x="2851831" y="123052"/>
                </a:lnTo>
                <a:lnTo>
                  <a:pt x="2851200" y="122769"/>
                </a:lnTo>
                <a:lnTo>
                  <a:pt x="2850583" y="122470"/>
                </a:lnTo>
                <a:lnTo>
                  <a:pt x="2849981" y="122153"/>
                </a:lnTo>
                <a:lnTo>
                  <a:pt x="2849392" y="121819"/>
                </a:lnTo>
                <a:lnTo>
                  <a:pt x="2848817" y="121468"/>
                </a:lnTo>
                <a:lnTo>
                  <a:pt x="2848257" y="121099"/>
                </a:lnTo>
                <a:lnTo>
                  <a:pt x="2847710" y="120714"/>
                </a:lnTo>
                <a:lnTo>
                  <a:pt x="2847178" y="120311"/>
                </a:lnTo>
                <a:lnTo>
                  <a:pt x="2846658" y="119895"/>
                </a:lnTo>
                <a:lnTo>
                  <a:pt x="2846150" y="119467"/>
                </a:lnTo>
                <a:lnTo>
                  <a:pt x="2845654" y="119028"/>
                </a:lnTo>
                <a:lnTo>
                  <a:pt x="2845170" y="118577"/>
                </a:lnTo>
                <a:lnTo>
                  <a:pt x="2844697" y="118115"/>
                </a:lnTo>
                <a:lnTo>
                  <a:pt x="2844237" y="117643"/>
                </a:lnTo>
                <a:lnTo>
                  <a:pt x="2843788" y="117158"/>
                </a:lnTo>
                <a:lnTo>
                  <a:pt x="2843351" y="116663"/>
                </a:lnTo>
                <a:lnTo>
                  <a:pt x="2842926" y="116156"/>
                </a:lnTo>
                <a:lnTo>
                  <a:pt x="2842512" y="115639"/>
                </a:lnTo>
                <a:lnTo>
                  <a:pt x="2842111" y="115110"/>
                </a:lnTo>
                <a:lnTo>
                  <a:pt x="2841721" y="114569"/>
                </a:lnTo>
                <a:lnTo>
                  <a:pt x="2841343" y="114018"/>
                </a:lnTo>
                <a:lnTo>
                  <a:pt x="2840977" y="113455"/>
                </a:lnTo>
                <a:lnTo>
                  <a:pt x="2840622" y="112881"/>
                </a:lnTo>
                <a:lnTo>
                  <a:pt x="2840280" y="112295"/>
                </a:lnTo>
                <a:lnTo>
                  <a:pt x="2839949" y="111699"/>
                </a:lnTo>
                <a:lnTo>
                  <a:pt x="2839630" y="111091"/>
                </a:lnTo>
                <a:lnTo>
                  <a:pt x="2839323" y="110472"/>
                </a:lnTo>
                <a:lnTo>
                  <a:pt x="2839028" y="109842"/>
                </a:lnTo>
                <a:lnTo>
                  <a:pt x="2838744" y="109201"/>
                </a:lnTo>
                <a:lnTo>
                  <a:pt x="2838472" y="108548"/>
                </a:lnTo>
                <a:lnTo>
                  <a:pt x="2838212" y="107884"/>
                </a:lnTo>
                <a:lnTo>
                  <a:pt x="2837964" y="107209"/>
                </a:lnTo>
                <a:lnTo>
                  <a:pt x="2837727" y="106525"/>
                </a:lnTo>
                <a:lnTo>
                  <a:pt x="2837499" y="105836"/>
                </a:lnTo>
                <a:lnTo>
                  <a:pt x="2837281" y="105141"/>
                </a:lnTo>
                <a:lnTo>
                  <a:pt x="2837073" y="104441"/>
                </a:lnTo>
                <a:lnTo>
                  <a:pt x="2836875" y="103736"/>
                </a:lnTo>
                <a:lnTo>
                  <a:pt x="2836686" y="103024"/>
                </a:lnTo>
                <a:lnTo>
                  <a:pt x="2836507" y="102308"/>
                </a:lnTo>
                <a:lnTo>
                  <a:pt x="2836338" y="101585"/>
                </a:lnTo>
                <a:lnTo>
                  <a:pt x="2836179" y="100858"/>
                </a:lnTo>
                <a:lnTo>
                  <a:pt x="2836029" y="100124"/>
                </a:lnTo>
                <a:lnTo>
                  <a:pt x="2835889" y="99385"/>
                </a:lnTo>
                <a:lnTo>
                  <a:pt x="2835759" y="98641"/>
                </a:lnTo>
                <a:lnTo>
                  <a:pt x="2835639" y="97891"/>
                </a:lnTo>
                <a:lnTo>
                  <a:pt x="2835528" y="97136"/>
                </a:lnTo>
                <a:lnTo>
                  <a:pt x="2835428" y="96375"/>
                </a:lnTo>
                <a:lnTo>
                  <a:pt x="2835336" y="95608"/>
                </a:lnTo>
                <a:lnTo>
                  <a:pt x="2835255" y="94836"/>
                </a:lnTo>
                <a:lnTo>
                  <a:pt x="2835183" y="94059"/>
                </a:lnTo>
                <a:lnTo>
                  <a:pt x="2835122" y="93276"/>
                </a:lnTo>
                <a:lnTo>
                  <a:pt x="2835070" y="92487"/>
                </a:lnTo>
                <a:lnTo>
                  <a:pt x="2835027" y="91693"/>
                </a:lnTo>
                <a:lnTo>
                  <a:pt x="2834995" y="90893"/>
                </a:lnTo>
                <a:lnTo>
                  <a:pt x="2834972" y="90088"/>
                </a:lnTo>
                <a:lnTo>
                  <a:pt x="2834959" y="89277"/>
                </a:lnTo>
                <a:lnTo>
                  <a:pt x="2903346" y="89277"/>
                </a:lnTo>
                <a:lnTo>
                  <a:pt x="2903362" y="89199"/>
                </a:lnTo>
                <a:lnTo>
                  <a:pt x="2903378" y="89117"/>
                </a:lnTo>
                <a:lnTo>
                  <a:pt x="2903393" y="89031"/>
                </a:lnTo>
                <a:lnTo>
                  <a:pt x="2903409" y="88941"/>
                </a:lnTo>
                <a:lnTo>
                  <a:pt x="2903423" y="88847"/>
                </a:lnTo>
                <a:lnTo>
                  <a:pt x="2903438" y="88749"/>
                </a:lnTo>
                <a:lnTo>
                  <a:pt x="2903452" y="88647"/>
                </a:lnTo>
                <a:lnTo>
                  <a:pt x="2903466" y="88540"/>
                </a:lnTo>
                <a:lnTo>
                  <a:pt x="2903480" y="88430"/>
                </a:lnTo>
                <a:lnTo>
                  <a:pt x="2903493" y="88316"/>
                </a:lnTo>
                <a:lnTo>
                  <a:pt x="2903506" y="88197"/>
                </a:lnTo>
                <a:lnTo>
                  <a:pt x="2903518" y="88075"/>
                </a:lnTo>
                <a:lnTo>
                  <a:pt x="2903530" y="87948"/>
                </a:lnTo>
                <a:lnTo>
                  <a:pt x="2903542" y="87818"/>
                </a:lnTo>
                <a:lnTo>
                  <a:pt x="2903553" y="87683"/>
                </a:lnTo>
                <a:lnTo>
                  <a:pt x="2903565" y="87545"/>
                </a:lnTo>
                <a:lnTo>
                  <a:pt x="2903575" y="87402"/>
                </a:lnTo>
                <a:lnTo>
                  <a:pt x="2903586" y="87255"/>
                </a:lnTo>
                <a:lnTo>
                  <a:pt x="2903596" y="87105"/>
                </a:lnTo>
                <a:lnTo>
                  <a:pt x="2903606" y="86950"/>
                </a:lnTo>
                <a:lnTo>
                  <a:pt x="2903615" y="86791"/>
                </a:lnTo>
                <a:lnTo>
                  <a:pt x="2903624" y="86628"/>
                </a:lnTo>
                <a:lnTo>
                  <a:pt x="2903633" y="86461"/>
                </a:lnTo>
                <a:lnTo>
                  <a:pt x="2903641" y="86290"/>
                </a:lnTo>
                <a:lnTo>
                  <a:pt x="2903649" y="86118"/>
                </a:lnTo>
                <a:lnTo>
                  <a:pt x="2903657" y="85948"/>
                </a:lnTo>
                <a:lnTo>
                  <a:pt x="2903664" y="85780"/>
                </a:lnTo>
                <a:lnTo>
                  <a:pt x="2903671" y="85613"/>
                </a:lnTo>
                <a:lnTo>
                  <a:pt x="2903678" y="85449"/>
                </a:lnTo>
                <a:lnTo>
                  <a:pt x="2903684" y="85286"/>
                </a:lnTo>
                <a:lnTo>
                  <a:pt x="2903690" y="85125"/>
                </a:lnTo>
                <a:lnTo>
                  <a:pt x="2903696" y="84967"/>
                </a:lnTo>
                <a:lnTo>
                  <a:pt x="2903701" y="84810"/>
                </a:lnTo>
                <a:lnTo>
                  <a:pt x="2903706" y="84655"/>
                </a:lnTo>
                <a:lnTo>
                  <a:pt x="2903711" y="84502"/>
                </a:lnTo>
                <a:lnTo>
                  <a:pt x="2903715" y="84351"/>
                </a:lnTo>
                <a:lnTo>
                  <a:pt x="2903719" y="84202"/>
                </a:lnTo>
                <a:lnTo>
                  <a:pt x="2903723" y="84055"/>
                </a:lnTo>
                <a:lnTo>
                  <a:pt x="2903726" y="83910"/>
                </a:lnTo>
                <a:lnTo>
                  <a:pt x="2903729" y="83767"/>
                </a:lnTo>
                <a:lnTo>
                  <a:pt x="2903731" y="83625"/>
                </a:lnTo>
                <a:lnTo>
                  <a:pt x="2903734" y="83486"/>
                </a:lnTo>
                <a:lnTo>
                  <a:pt x="2903735" y="83349"/>
                </a:lnTo>
                <a:lnTo>
                  <a:pt x="2903737" y="83213"/>
                </a:lnTo>
                <a:lnTo>
                  <a:pt x="2903738" y="83080"/>
                </a:lnTo>
                <a:lnTo>
                  <a:pt x="2903739" y="82948"/>
                </a:lnTo>
                <a:lnTo>
                  <a:pt x="2903740" y="82818"/>
                </a:lnTo>
                <a:lnTo>
                  <a:pt x="2903740" y="82691"/>
                </a:lnTo>
                <a:lnTo>
                  <a:pt x="2903720" y="80809"/>
                </a:lnTo>
                <a:lnTo>
                  <a:pt x="2903662" y="78965"/>
                </a:lnTo>
                <a:lnTo>
                  <a:pt x="2903566" y="77157"/>
                </a:lnTo>
                <a:lnTo>
                  <a:pt x="2903430" y="75386"/>
                </a:lnTo>
                <a:lnTo>
                  <a:pt x="2903256" y="73653"/>
                </a:lnTo>
                <a:lnTo>
                  <a:pt x="2903044" y="71956"/>
                </a:lnTo>
                <a:lnTo>
                  <a:pt x="2902793" y="70296"/>
                </a:lnTo>
                <a:lnTo>
                  <a:pt x="2902503" y="68673"/>
                </a:lnTo>
                <a:lnTo>
                  <a:pt x="2902174" y="67087"/>
                </a:lnTo>
                <a:lnTo>
                  <a:pt x="2901807" y="65538"/>
                </a:lnTo>
                <a:lnTo>
                  <a:pt x="2901401" y="64027"/>
                </a:lnTo>
                <a:lnTo>
                  <a:pt x="2900956" y="62551"/>
                </a:lnTo>
                <a:lnTo>
                  <a:pt x="2900473" y="61113"/>
                </a:lnTo>
                <a:lnTo>
                  <a:pt x="2899951" y="59712"/>
                </a:lnTo>
                <a:lnTo>
                  <a:pt x="2899390" y="58348"/>
                </a:lnTo>
                <a:lnTo>
                  <a:pt x="2898791" y="57021"/>
                </a:lnTo>
                <a:lnTo>
                  <a:pt x="2898153" y="55731"/>
                </a:lnTo>
                <a:lnTo>
                  <a:pt x="2897476" y="54477"/>
                </a:lnTo>
                <a:lnTo>
                  <a:pt x="2896761" y="53261"/>
                </a:lnTo>
                <a:lnTo>
                  <a:pt x="2896007" y="52082"/>
                </a:lnTo>
                <a:lnTo>
                  <a:pt x="2895214" y="50939"/>
                </a:lnTo>
                <a:lnTo>
                  <a:pt x="2894383" y="49834"/>
                </a:lnTo>
                <a:lnTo>
                  <a:pt x="2893513" y="48765"/>
                </a:lnTo>
                <a:lnTo>
                  <a:pt x="2892605" y="47733"/>
                </a:lnTo>
                <a:lnTo>
                  <a:pt x="2891662" y="46741"/>
                </a:lnTo>
                <a:lnTo>
                  <a:pt x="2890690" y="45791"/>
                </a:lnTo>
                <a:lnTo>
                  <a:pt x="2889689" y="44883"/>
                </a:lnTo>
                <a:lnTo>
                  <a:pt x="2888658" y="44018"/>
                </a:lnTo>
                <a:lnTo>
                  <a:pt x="2887597" y="43194"/>
                </a:lnTo>
                <a:lnTo>
                  <a:pt x="2886508" y="42413"/>
                </a:lnTo>
                <a:lnTo>
                  <a:pt x="2885388" y="41674"/>
                </a:lnTo>
                <a:lnTo>
                  <a:pt x="2884240" y="40978"/>
                </a:lnTo>
                <a:lnTo>
                  <a:pt x="2883062" y="40323"/>
                </a:lnTo>
                <a:lnTo>
                  <a:pt x="2881854" y="39711"/>
                </a:lnTo>
                <a:lnTo>
                  <a:pt x="2880617" y="39141"/>
                </a:lnTo>
                <a:lnTo>
                  <a:pt x="2879351" y="38613"/>
                </a:lnTo>
                <a:lnTo>
                  <a:pt x="2878055" y="38128"/>
                </a:lnTo>
                <a:lnTo>
                  <a:pt x="2876730" y="37684"/>
                </a:lnTo>
                <a:lnTo>
                  <a:pt x="2875376" y="37283"/>
                </a:lnTo>
                <a:lnTo>
                  <a:pt x="2873992" y="36924"/>
                </a:lnTo>
                <a:lnTo>
                  <a:pt x="2872578" y="36608"/>
                </a:lnTo>
                <a:lnTo>
                  <a:pt x="2871135" y="36333"/>
                </a:lnTo>
                <a:lnTo>
                  <a:pt x="2869663" y="36101"/>
                </a:lnTo>
                <a:lnTo>
                  <a:pt x="2868161" y="35911"/>
                </a:lnTo>
                <a:lnTo>
                  <a:pt x="2866630" y="35763"/>
                </a:lnTo>
                <a:lnTo>
                  <a:pt x="2865070" y="35657"/>
                </a:lnTo>
                <a:lnTo>
                  <a:pt x="2863480" y="35594"/>
                </a:lnTo>
                <a:lnTo>
                  <a:pt x="2861860" y="35573"/>
                </a:lnTo>
                <a:lnTo>
                  <a:pt x="2860637" y="35584"/>
                </a:lnTo>
                <a:lnTo>
                  <a:pt x="2859433" y="35618"/>
                </a:lnTo>
                <a:lnTo>
                  <a:pt x="2858246" y="35674"/>
                </a:lnTo>
                <a:lnTo>
                  <a:pt x="2857077" y="35753"/>
                </a:lnTo>
                <a:lnTo>
                  <a:pt x="2855926" y="35855"/>
                </a:lnTo>
                <a:lnTo>
                  <a:pt x="2854793" y="35979"/>
                </a:lnTo>
                <a:lnTo>
                  <a:pt x="2853678" y="36125"/>
                </a:lnTo>
                <a:lnTo>
                  <a:pt x="2852581" y="36295"/>
                </a:lnTo>
                <a:lnTo>
                  <a:pt x="2851502" y="36486"/>
                </a:lnTo>
                <a:lnTo>
                  <a:pt x="2850441" y="36701"/>
                </a:lnTo>
                <a:lnTo>
                  <a:pt x="2849398" y="36937"/>
                </a:lnTo>
                <a:lnTo>
                  <a:pt x="2848372" y="37197"/>
                </a:lnTo>
                <a:lnTo>
                  <a:pt x="2847365" y="37478"/>
                </a:lnTo>
                <a:lnTo>
                  <a:pt x="2846376" y="37783"/>
                </a:lnTo>
                <a:lnTo>
                  <a:pt x="2845405" y="38110"/>
                </a:lnTo>
                <a:lnTo>
                  <a:pt x="2844451" y="38459"/>
                </a:lnTo>
                <a:lnTo>
                  <a:pt x="2843516" y="38832"/>
                </a:lnTo>
                <a:lnTo>
                  <a:pt x="2842599" y="39226"/>
                </a:lnTo>
                <a:lnTo>
                  <a:pt x="2841699" y="39643"/>
                </a:lnTo>
                <a:lnTo>
                  <a:pt x="2840818" y="40083"/>
                </a:lnTo>
                <a:lnTo>
                  <a:pt x="2839954" y="40545"/>
                </a:lnTo>
                <a:lnTo>
                  <a:pt x="2839109" y="41030"/>
                </a:lnTo>
                <a:lnTo>
                  <a:pt x="2838281" y="41538"/>
                </a:lnTo>
                <a:lnTo>
                  <a:pt x="2837471" y="42067"/>
                </a:lnTo>
                <a:lnTo>
                  <a:pt x="2836679" y="42617"/>
                </a:lnTo>
                <a:lnTo>
                  <a:pt x="2835904" y="43185"/>
                </a:lnTo>
                <a:lnTo>
                  <a:pt x="2835147" y="43770"/>
                </a:lnTo>
                <a:lnTo>
                  <a:pt x="2834406" y="44372"/>
                </a:lnTo>
                <a:lnTo>
                  <a:pt x="2833682" y="44991"/>
                </a:lnTo>
                <a:lnTo>
                  <a:pt x="2832976" y="45629"/>
                </a:lnTo>
                <a:lnTo>
                  <a:pt x="2832286" y="46283"/>
                </a:lnTo>
                <a:lnTo>
                  <a:pt x="2831614" y="46955"/>
                </a:lnTo>
                <a:lnTo>
                  <a:pt x="2830959" y="47645"/>
                </a:lnTo>
                <a:lnTo>
                  <a:pt x="2830320" y="48351"/>
                </a:lnTo>
                <a:lnTo>
                  <a:pt x="2829699" y="49076"/>
                </a:lnTo>
                <a:lnTo>
                  <a:pt x="2829096" y="49817"/>
                </a:lnTo>
                <a:lnTo>
                  <a:pt x="2828509" y="50577"/>
                </a:lnTo>
                <a:lnTo>
                  <a:pt x="2827939" y="51353"/>
                </a:lnTo>
                <a:lnTo>
                  <a:pt x="2827386" y="52147"/>
                </a:lnTo>
                <a:lnTo>
                  <a:pt x="2826851" y="52959"/>
                </a:lnTo>
                <a:lnTo>
                  <a:pt x="2826333" y="53788"/>
                </a:lnTo>
                <a:lnTo>
                  <a:pt x="2825831" y="54634"/>
                </a:lnTo>
                <a:lnTo>
                  <a:pt x="2825347" y="55498"/>
                </a:lnTo>
                <a:lnTo>
                  <a:pt x="2824880" y="56379"/>
                </a:lnTo>
                <a:lnTo>
                  <a:pt x="2824430" y="57278"/>
                </a:lnTo>
                <a:lnTo>
                  <a:pt x="2823997" y="58194"/>
                </a:lnTo>
                <a:lnTo>
                  <a:pt x="2823582" y="59128"/>
                </a:lnTo>
                <a:lnTo>
                  <a:pt x="2823183" y="60079"/>
                </a:lnTo>
                <a:lnTo>
                  <a:pt x="2822801" y="61045"/>
                </a:lnTo>
                <a:lnTo>
                  <a:pt x="2822436" y="62023"/>
                </a:lnTo>
                <a:lnTo>
                  <a:pt x="2822086" y="63014"/>
                </a:lnTo>
                <a:lnTo>
                  <a:pt x="2821753" y="64018"/>
                </a:lnTo>
                <a:lnTo>
                  <a:pt x="2821436" y="65034"/>
                </a:lnTo>
                <a:lnTo>
                  <a:pt x="2821135" y="66062"/>
                </a:lnTo>
                <a:lnTo>
                  <a:pt x="2820851" y="67103"/>
                </a:lnTo>
                <a:lnTo>
                  <a:pt x="2820583" y="68157"/>
                </a:lnTo>
                <a:lnTo>
                  <a:pt x="2820331" y="69223"/>
                </a:lnTo>
                <a:lnTo>
                  <a:pt x="2820095" y="70302"/>
                </a:lnTo>
                <a:lnTo>
                  <a:pt x="2819876" y="71393"/>
                </a:lnTo>
                <a:lnTo>
                  <a:pt x="2819673" y="72496"/>
                </a:lnTo>
                <a:lnTo>
                  <a:pt x="2819486" y="73612"/>
                </a:lnTo>
                <a:lnTo>
                  <a:pt x="2819315" y="74741"/>
                </a:lnTo>
                <a:lnTo>
                  <a:pt x="2819161" y="75882"/>
                </a:lnTo>
                <a:lnTo>
                  <a:pt x="2819023" y="77036"/>
                </a:lnTo>
                <a:lnTo>
                  <a:pt x="2818901" y="78202"/>
                </a:lnTo>
                <a:lnTo>
                  <a:pt x="2818795" y="79381"/>
                </a:lnTo>
                <a:lnTo>
                  <a:pt x="2818706" y="80572"/>
                </a:lnTo>
                <a:lnTo>
                  <a:pt x="2818632" y="81776"/>
                </a:lnTo>
                <a:lnTo>
                  <a:pt x="2818576" y="82992"/>
                </a:lnTo>
                <a:lnTo>
                  <a:pt x="2818535" y="84220"/>
                </a:lnTo>
                <a:lnTo>
                  <a:pt x="2818511" y="85462"/>
                </a:lnTo>
                <a:lnTo>
                  <a:pt x="2818502" y="86715"/>
                </a:lnTo>
                <a:lnTo>
                  <a:pt x="2818511" y="87920"/>
                </a:lnTo>
                <a:lnTo>
                  <a:pt x="2818536" y="89114"/>
                </a:lnTo>
                <a:lnTo>
                  <a:pt x="2818578" y="90298"/>
                </a:lnTo>
                <a:lnTo>
                  <a:pt x="2818637" y="91472"/>
                </a:lnTo>
                <a:lnTo>
                  <a:pt x="2818712" y="92636"/>
                </a:lnTo>
                <a:lnTo>
                  <a:pt x="2818804" y="93790"/>
                </a:lnTo>
                <a:lnTo>
                  <a:pt x="2818913" y="94934"/>
                </a:lnTo>
                <a:lnTo>
                  <a:pt x="2819039" y="96067"/>
                </a:lnTo>
                <a:lnTo>
                  <a:pt x="2819181" y="97191"/>
                </a:lnTo>
                <a:lnTo>
                  <a:pt x="2819341" y="98305"/>
                </a:lnTo>
                <a:lnTo>
                  <a:pt x="2819517" y="99409"/>
                </a:lnTo>
                <a:lnTo>
                  <a:pt x="2819710" y="100503"/>
                </a:lnTo>
                <a:lnTo>
                  <a:pt x="2819919" y="101586"/>
                </a:lnTo>
                <a:lnTo>
                  <a:pt x="2820145" y="102660"/>
                </a:lnTo>
                <a:lnTo>
                  <a:pt x="2820389" y="103723"/>
                </a:lnTo>
                <a:lnTo>
                  <a:pt x="2820648" y="104777"/>
                </a:lnTo>
                <a:lnTo>
                  <a:pt x="2820925" y="105821"/>
                </a:lnTo>
                <a:lnTo>
                  <a:pt x="2821218" y="106854"/>
                </a:lnTo>
                <a:lnTo>
                  <a:pt x="2821529" y="107877"/>
                </a:lnTo>
                <a:lnTo>
                  <a:pt x="2821856" y="108891"/>
                </a:lnTo>
                <a:lnTo>
                  <a:pt x="2822199" y="109894"/>
                </a:lnTo>
                <a:lnTo>
                  <a:pt x="2822560" y="110887"/>
                </a:lnTo>
                <a:lnTo>
                  <a:pt x="2822937" y="111871"/>
                </a:lnTo>
                <a:lnTo>
                  <a:pt x="2823331" y="112844"/>
                </a:lnTo>
                <a:lnTo>
                  <a:pt x="2823742" y="113803"/>
                </a:lnTo>
                <a:lnTo>
                  <a:pt x="2824172" y="114746"/>
                </a:lnTo>
                <a:lnTo>
                  <a:pt x="2824619" y="115672"/>
                </a:lnTo>
                <a:lnTo>
                  <a:pt x="2825084" y="116581"/>
                </a:lnTo>
                <a:lnTo>
                  <a:pt x="2825567" y="117473"/>
                </a:lnTo>
                <a:lnTo>
                  <a:pt x="2826069" y="118348"/>
                </a:lnTo>
                <a:lnTo>
                  <a:pt x="2826588" y="119206"/>
                </a:lnTo>
                <a:lnTo>
                  <a:pt x="2827125" y="120047"/>
                </a:lnTo>
                <a:lnTo>
                  <a:pt x="2827680" y="120871"/>
                </a:lnTo>
                <a:lnTo>
                  <a:pt x="2828253" y="121679"/>
                </a:lnTo>
                <a:lnTo>
                  <a:pt x="2828844" y="122469"/>
                </a:lnTo>
                <a:lnTo>
                  <a:pt x="2829453" y="123243"/>
                </a:lnTo>
                <a:lnTo>
                  <a:pt x="2830080" y="124000"/>
                </a:lnTo>
                <a:lnTo>
                  <a:pt x="2830725" y="124740"/>
                </a:lnTo>
                <a:lnTo>
                  <a:pt x="2831387" y="125463"/>
                </a:lnTo>
                <a:lnTo>
                  <a:pt x="2832068" y="126169"/>
                </a:lnTo>
                <a:lnTo>
                  <a:pt x="2832767" y="126858"/>
                </a:lnTo>
                <a:lnTo>
                  <a:pt x="2833484" y="127530"/>
                </a:lnTo>
                <a:lnTo>
                  <a:pt x="2834218" y="128186"/>
                </a:lnTo>
                <a:lnTo>
                  <a:pt x="2834971" y="128824"/>
                </a:lnTo>
                <a:lnTo>
                  <a:pt x="2835742" y="129446"/>
                </a:lnTo>
                <a:lnTo>
                  <a:pt x="2836530" y="130051"/>
                </a:lnTo>
                <a:lnTo>
                  <a:pt x="2837337" y="130638"/>
                </a:lnTo>
                <a:lnTo>
                  <a:pt x="2838161" y="131209"/>
                </a:lnTo>
                <a:lnTo>
                  <a:pt x="2839005" y="131760"/>
                </a:lnTo>
                <a:lnTo>
                  <a:pt x="2839868" y="132287"/>
                </a:lnTo>
                <a:lnTo>
                  <a:pt x="2840750" y="132791"/>
                </a:lnTo>
                <a:lnTo>
                  <a:pt x="2841653" y="133271"/>
                </a:lnTo>
                <a:lnTo>
                  <a:pt x="2842575" y="133728"/>
                </a:lnTo>
                <a:lnTo>
                  <a:pt x="2843516" y="134161"/>
                </a:lnTo>
                <a:lnTo>
                  <a:pt x="2844478" y="134571"/>
                </a:lnTo>
                <a:lnTo>
                  <a:pt x="2845459" y="134958"/>
                </a:lnTo>
                <a:lnTo>
                  <a:pt x="2846459" y="135321"/>
                </a:lnTo>
                <a:lnTo>
                  <a:pt x="2847480" y="135660"/>
                </a:lnTo>
                <a:lnTo>
                  <a:pt x="2848520" y="135977"/>
                </a:lnTo>
                <a:lnTo>
                  <a:pt x="2849580" y="136270"/>
                </a:lnTo>
                <a:lnTo>
                  <a:pt x="2850659" y="136539"/>
                </a:lnTo>
                <a:lnTo>
                  <a:pt x="2851758" y="136785"/>
                </a:lnTo>
                <a:lnTo>
                  <a:pt x="2852877" y="137008"/>
                </a:lnTo>
                <a:lnTo>
                  <a:pt x="2854015" y="137207"/>
                </a:lnTo>
                <a:lnTo>
                  <a:pt x="2855173" y="137382"/>
                </a:lnTo>
                <a:lnTo>
                  <a:pt x="2856351" y="137535"/>
                </a:lnTo>
                <a:lnTo>
                  <a:pt x="2857549" y="137663"/>
                </a:lnTo>
                <a:lnTo>
                  <a:pt x="2858766" y="137769"/>
                </a:lnTo>
                <a:lnTo>
                  <a:pt x="2860003" y="137851"/>
                </a:lnTo>
                <a:lnTo>
                  <a:pt x="2861259" y="137909"/>
                </a:lnTo>
                <a:lnTo>
                  <a:pt x="2862535" y="137945"/>
                </a:lnTo>
                <a:lnTo>
                  <a:pt x="2863831" y="137956"/>
                </a:lnTo>
                <a:lnTo>
                  <a:pt x="2864835" y="137949"/>
                </a:lnTo>
                <a:lnTo>
                  <a:pt x="2865828" y="137928"/>
                </a:lnTo>
                <a:lnTo>
                  <a:pt x="2866810" y="137892"/>
                </a:lnTo>
                <a:lnTo>
                  <a:pt x="2867781" y="137842"/>
                </a:lnTo>
                <a:lnTo>
                  <a:pt x="2868740" y="137778"/>
                </a:lnTo>
                <a:lnTo>
                  <a:pt x="2869688" y="137699"/>
                </a:lnTo>
                <a:close/>
                <a:moveTo>
                  <a:pt x="2835959" y="70569"/>
                </a:moveTo>
                <a:lnTo>
                  <a:pt x="2836180" y="69537"/>
                </a:lnTo>
                <a:lnTo>
                  <a:pt x="2836420" y="68529"/>
                </a:lnTo>
                <a:lnTo>
                  <a:pt x="2836681" y="67544"/>
                </a:lnTo>
                <a:lnTo>
                  <a:pt x="2836961" y="66583"/>
                </a:lnTo>
                <a:lnTo>
                  <a:pt x="2837262" y="65646"/>
                </a:lnTo>
                <a:lnTo>
                  <a:pt x="2837582" y="64732"/>
                </a:lnTo>
                <a:lnTo>
                  <a:pt x="2837923" y="63842"/>
                </a:lnTo>
                <a:lnTo>
                  <a:pt x="2838283" y="62976"/>
                </a:lnTo>
                <a:lnTo>
                  <a:pt x="2838664" y="62133"/>
                </a:lnTo>
                <a:lnTo>
                  <a:pt x="2839065" y="61314"/>
                </a:lnTo>
                <a:lnTo>
                  <a:pt x="2839485" y="60518"/>
                </a:lnTo>
                <a:lnTo>
                  <a:pt x="2839926" y="59746"/>
                </a:lnTo>
                <a:lnTo>
                  <a:pt x="2840386" y="58998"/>
                </a:lnTo>
                <a:lnTo>
                  <a:pt x="2840867" y="58273"/>
                </a:lnTo>
                <a:lnTo>
                  <a:pt x="2841368" y="57572"/>
                </a:lnTo>
                <a:lnTo>
                  <a:pt x="2841888" y="56895"/>
                </a:lnTo>
                <a:lnTo>
                  <a:pt x="2842429" y="56241"/>
                </a:lnTo>
                <a:lnTo>
                  <a:pt x="2842990" y="55611"/>
                </a:lnTo>
                <a:lnTo>
                  <a:pt x="2843569" y="55005"/>
                </a:lnTo>
                <a:lnTo>
                  <a:pt x="2844167" y="54425"/>
                </a:lnTo>
                <a:lnTo>
                  <a:pt x="2844783" y="53870"/>
                </a:lnTo>
                <a:lnTo>
                  <a:pt x="2845416" y="53342"/>
                </a:lnTo>
                <a:lnTo>
                  <a:pt x="2846068" y="52839"/>
                </a:lnTo>
                <a:lnTo>
                  <a:pt x="2846737" y="52362"/>
                </a:lnTo>
                <a:lnTo>
                  <a:pt x="2847425" y="51911"/>
                </a:lnTo>
                <a:lnTo>
                  <a:pt x="2848130" y="51486"/>
                </a:lnTo>
                <a:lnTo>
                  <a:pt x="2848854" y="51086"/>
                </a:lnTo>
                <a:lnTo>
                  <a:pt x="2849595" y="50713"/>
                </a:lnTo>
                <a:lnTo>
                  <a:pt x="2850354" y="50365"/>
                </a:lnTo>
                <a:lnTo>
                  <a:pt x="2851132" y="50042"/>
                </a:lnTo>
                <a:lnTo>
                  <a:pt x="2851927" y="49746"/>
                </a:lnTo>
                <a:lnTo>
                  <a:pt x="2852740" y="49475"/>
                </a:lnTo>
                <a:lnTo>
                  <a:pt x="2853571" y="49230"/>
                </a:lnTo>
                <a:lnTo>
                  <a:pt x="2854420" y="49011"/>
                </a:lnTo>
                <a:lnTo>
                  <a:pt x="2855287" y="48818"/>
                </a:lnTo>
                <a:lnTo>
                  <a:pt x="2856173" y="48650"/>
                </a:lnTo>
                <a:lnTo>
                  <a:pt x="2857076" y="48508"/>
                </a:lnTo>
                <a:lnTo>
                  <a:pt x="2857997" y="48392"/>
                </a:lnTo>
                <a:lnTo>
                  <a:pt x="2858936" y="48302"/>
                </a:lnTo>
                <a:lnTo>
                  <a:pt x="2859892" y="48238"/>
                </a:lnTo>
                <a:lnTo>
                  <a:pt x="2860867" y="48199"/>
                </a:lnTo>
                <a:lnTo>
                  <a:pt x="2861860" y="48186"/>
                </a:lnTo>
                <a:lnTo>
                  <a:pt x="2862845" y="48199"/>
                </a:lnTo>
                <a:lnTo>
                  <a:pt x="2863811" y="48238"/>
                </a:lnTo>
                <a:lnTo>
                  <a:pt x="2864759" y="48303"/>
                </a:lnTo>
                <a:lnTo>
                  <a:pt x="2865690" y="48394"/>
                </a:lnTo>
                <a:lnTo>
                  <a:pt x="2866602" y="48511"/>
                </a:lnTo>
                <a:lnTo>
                  <a:pt x="2867495" y="48653"/>
                </a:lnTo>
                <a:lnTo>
                  <a:pt x="2868371" y="48822"/>
                </a:lnTo>
                <a:lnTo>
                  <a:pt x="2869229" y="49017"/>
                </a:lnTo>
                <a:lnTo>
                  <a:pt x="2870068" y="49238"/>
                </a:lnTo>
                <a:lnTo>
                  <a:pt x="2870890" y="49484"/>
                </a:lnTo>
                <a:lnTo>
                  <a:pt x="2871693" y="49757"/>
                </a:lnTo>
                <a:lnTo>
                  <a:pt x="2872478" y="50055"/>
                </a:lnTo>
                <a:lnTo>
                  <a:pt x="2873245" y="50380"/>
                </a:lnTo>
                <a:lnTo>
                  <a:pt x="2873994" y="50730"/>
                </a:lnTo>
                <a:lnTo>
                  <a:pt x="2874724" y="51107"/>
                </a:lnTo>
                <a:lnTo>
                  <a:pt x="2875437" y="51509"/>
                </a:lnTo>
                <a:lnTo>
                  <a:pt x="2876131" y="51938"/>
                </a:lnTo>
                <a:lnTo>
                  <a:pt x="2876807" y="52392"/>
                </a:lnTo>
                <a:lnTo>
                  <a:pt x="2877466" y="52872"/>
                </a:lnTo>
                <a:lnTo>
                  <a:pt x="2878106" y="53378"/>
                </a:lnTo>
                <a:lnTo>
                  <a:pt x="2878727" y="53911"/>
                </a:lnTo>
                <a:lnTo>
                  <a:pt x="2879331" y="54469"/>
                </a:lnTo>
                <a:lnTo>
                  <a:pt x="2879917" y="55053"/>
                </a:lnTo>
                <a:lnTo>
                  <a:pt x="2880484" y="55663"/>
                </a:lnTo>
                <a:lnTo>
                  <a:pt x="2881032" y="56297"/>
                </a:lnTo>
                <a:lnTo>
                  <a:pt x="2881557" y="56955"/>
                </a:lnTo>
                <a:lnTo>
                  <a:pt x="2882059" y="57635"/>
                </a:lnTo>
                <a:lnTo>
                  <a:pt x="2882540" y="58339"/>
                </a:lnTo>
                <a:lnTo>
                  <a:pt x="2882998" y="59065"/>
                </a:lnTo>
                <a:lnTo>
                  <a:pt x="2883434" y="59815"/>
                </a:lnTo>
                <a:lnTo>
                  <a:pt x="2883848" y="60588"/>
                </a:lnTo>
                <a:lnTo>
                  <a:pt x="2884240" y="61384"/>
                </a:lnTo>
                <a:lnTo>
                  <a:pt x="2884609" y="62203"/>
                </a:lnTo>
                <a:lnTo>
                  <a:pt x="2884956" y="63045"/>
                </a:lnTo>
                <a:lnTo>
                  <a:pt x="2885281" y="63910"/>
                </a:lnTo>
                <a:lnTo>
                  <a:pt x="2885584" y="64798"/>
                </a:lnTo>
                <a:lnTo>
                  <a:pt x="2885864" y="65709"/>
                </a:lnTo>
                <a:lnTo>
                  <a:pt x="2886122" y="66643"/>
                </a:lnTo>
                <a:lnTo>
                  <a:pt x="2886358" y="67601"/>
                </a:lnTo>
                <a:lnTo>
                  <a:pt x="2886572" y="68581"/>
                </a:lnTo>
                <a:lnTo>
                  <a:pt x="2886763" y="69585"/>
                </a:lnTo>
                <a:lnTo>
                  <a:pt x="2886933" y="70611"/>
                </a:lnTo>
                <a:lnTo>
                  <a:pt x="2887079" y="71661"/>
                </a:lnTo>
                <a:lnTo>
                  <a:pt x="2887204" y="72734"/>
                </a:lnTo>
                <a:lnTo>
                  <a:pt x="2887307" y="73830"/>
                </a:lnTo>
                <a:lnTo>
                  <a:pt x="2887387" y="74949"/>
                </a:lnTo>
                <a:lnTo>
                  <a:pt x="2887445" y="76090"/>
                </a:lnTo>
                <a:lnTo>
                  <a:pt x="2887481" y="77256"/>
                </a:lnTo>
                <a:lnTo>
                  <a:pt x="2835057" y="77256"/>
                </a:lnTo>
                <a:lnTo>
                  <a:pt x="2835158" y="76082"/>
                </a:lnTo>
                <a:lnTo>
                  <a:pt x="2835278" y="74932"/>
                </a:lnTo>
                <a:lnTo>
                  <a:pt x="2835418" y="73806"/>
                </a:lnTo>
                <a:lnTo>
                  <a:pt x="2835579" y="72703"/>
                </a:lnTo>
                <a:lnTo>
                  <a:pt x="2835759" y="71624"/>
                </a:lnTo>
                <a:lnTo>
                  <a:pt x="2835959" y="70569"/>
                </a:lnTo>
                <a:close/>
                <a:moveTo>
                  <a:pt x="3185318" y="137699"/>
                </a:moveTo>
                <a:lnTo>
                  <a:pt x="3186255" y="137606"/>
                </a:lnTo>
                <a:lnTo>
                  <a:pt x="3187180" y="137499"/>
                </a:lnTo>
                <a:lnTo>
                  <a:pt x="3188094" y="137378"/>
                </a:lnTo>
                <a:lnTo>
                  <a:pt x="3188997" y="137242"/>
                </a:lnTo>
                <a:lnTo>
                  <a:pt x="3189889" y="137092"/>
                </a:lnTo>
                <a:lnTo>
                  <a:pt x="3190769" y="136928"/>
                </a:lnTo>
                <a:lnTo>
                  <a:pt x="3191638" y="136749"/>
                </a:lnTo>
                <a:lnTo>
                  <a:pt x="3192495" y="136556"/>
                </a:lnTo>
                <a:lnTo>
                  <a:pt x="3193342" y="136349"/>
                </a:lnTo>
                <a:lnTo>
                  <a:pt x="3194177" y="136128"/>
                </a:lnTo>
                <a:lnTo>
                  <a:pt x="3195000" y="135892"/>
                </a:lnTo>
                <a:lnTo>
                  <a:pt x="3195813" y="135642"/>
                </a:lnTo>
                <a:lnTo>
                  <a:pt x="3196614" y="135378"/>
                </a:lnTo>
                <a:lnTo>
                  <a:pt x="3197404" y="135099"/>
                </a:lnTo>
                <a:lnTo>
                  <a:pt x="3198182" y="134806"/>
                </a:lnTo>
                <a:lnTo>
                  <a:pt x="3198950" y="134499"/>
                </a:lnTo>
                <a:lnTo>
                  <a:pt x="3199706" y="134178"/>
                </a:lnTo>
                <a:lnTo>
                  <a:pt x="3200450" y="133842"/>
                </a:lnTo>
                <a:lnTo>
                  <a:pt x="3201183" y="133493"/>
                </a:lnTo>
                <a:lnTo>
                  <a:pt x="3201901" y="133132"/>
                </a:lnTo>
                <a:lnTo>
                  <a:pt x="3202606" y="132759"/>
                </a:lnTo>
                <a:lnTo>
                  <a:pt x="3203297" y="132374"/>
                </a:lnTo>
                <a:lnTo>
                  <a:pt x="3203975" y="131977"/>
                </a:lnTo>
                <a:lnTo>
                  <a:pt x="3204638" y="131568"/>
                </a:lnTo>
                <a:lnTo>
                  <a:pt x="3205288" y="131147"/>
                </a:lnTo>
                <a:lnTo>
                  <a:pt x="3205925" y="130714"/>
                </a:lnTo>
                <a:lnTo>
                  <a:pt x="3206548" y="130269"/>
                </a:lnTo>
                <a:lnTo>
                  <a:pt x="3207157" y="129811"/>
                </a:lnTo>
                <a:lnTo>
                  <a:pt x="3207752" y="129342"/>
                </a:lnTo>
                <a:lnTo>
                  <a:pt x="3208334" y="128861"/>
                </a:lnTo>
                <a:lnTo>
                  <a:pt x="3208902" y="128368"/>
                </a:lnTo>
                <a:lnTo>
                  <a:pt x="3209456" y="127863"/>
                </a:lnTo>
                <a:lnTo>
                  <a:pt x="3209996" y="127346"/>
                </a:lnTo>
                <a:lnTo>
                  <a:pt x="3210523" y="126817"/>
                </a:lnTo>
                <a:lnTo>
                  <a:pt x="3211037" y="126276"/>
                </a:lnTo>
                <a:lnTo>
                  <a:pt x="3211536" y="125723"/>
                </a:lnTo>
                <a:lnTo>
                  <a:pt x="3212022" y="125158"/>
                </a:lnTo>
                <a:lnTo>
                  <a:pt x="3212494" y="124581"/>
                </a:lnTo>
                <a:lnTo>
                  <a:pt x="3212953" y="123992"/>
                </a:lnTo>
                <a:lnTo>
                  <a:pt x="3213397" y="123391"/>
                </a:lnTo>
                <a:lnTo>
                  <a:pt x="3213829" y="122778"/>
                </a:lnTo>
                <a:lnTo>
                  <a:pt x="3214246" y="122153"/>
                </a:lnTo>
                <a:lnTo>
                  <a:pt x="3214649" y="121517"/>
                </a:lnTo>
                <a:lnTo>
                  <a:pt x="3215035" y="120871"/>
                </a:lnTo>
                <a:lnTo>
                  <a:pt x="3215405" y="120215"/>
                </a:lnTo>
                <a:lnTo>
                  <a:pt x="3215760" y="119548"/>
                </a:lnTo>
                <a:lnTo>
                  <a:pt x="3216098" y="118872"/>
                </a:lnTo>
                <a:lnTo>
                  <a:pt x="3216420" y="118186"/>
                </a:lnTo>
                <a:lnTo>
                  <a:pt x="3216726" y="117490"/>
                </a:lnTo>
                <a:lnTo>
                  <a:pt x="3217016" y="116783"/>
                </a:lnTo>
                <a:lnTo>
                  <a:pt x="3217290" y="116067"/>
                </a:lnTo>
                <a:lnTo>
                  <a:pt x="3217548" y="115340"/>
                </a:lnTo>
                <a:lnTo>
                  <a:pt x="3217789" y="114604"/>
                </a:lnTo>
                <a:lnTo>
                  <a:pt x="3218015" y="113857"/>
                </a:lnTo>
                <a:lnTo>
                  <a:pt x="3218225" y="113100"/>
                </a:lnTo>
                <a:lnTo>
                  <a:pt x="3218418" y="112334"/>
                </a:lnTo>
                <a:lnTo>
                  <a:pt x="3218596" y="111557"/>
                </a:lnTo>
                <a:lnTo>
                  <a:pt x="3218757" y="110770"/>
                </a:lnTo>
                <a:lnTo>
                  <a:pt x="3218902" y="109973"/>
                </a:lnTo>
                <a:lnTo>
                  <a:pt x="3219031" y="109166"/>
                </a:lnTo>
                <a:lnTo>
                  <a:pt x="3219144" y="108349"/>
                </a:lnTo>
                <a:lnTo>
                  <a:pt x="3219241" y="107522"/>
                </a:lnTo>
                <a:lnTo>
                  <a:pt x="3219322" y="106685"/>
                </a:lnTo>
                <a:lnTo>
                  <a:pt x="3219387" y="105838"/>
                </a:lnTo>
                <a:lnTo>
                  <a:pt x="3219436" y="104981"/>
                </a:lnTo>
                <a:lnTo>
                  <a:pt x="3219469" y="104114"/>
                </a:lnTo>
                <a:lnTo>
                  <a:pt x="3203209" y="104114"/>
                </a:lnTo>
                <a:lnTo>
                  <a:pt x="3203175" y="104960"/>
                </a:lnTo>
                <a:lnTo>
                  <a:pt x="3203119" y="105790"/>
                </a:lnTo>
                <a:lnTo>
                  <a:pt x="3203043" y="106602"/>
                </a:lnTo>
                <a:lnTo>
                  <a:pt x="3202947" y="107398"/>
                </a:lnTo>
                <a:lnTo>
                  <a:pt x="3202830" y="108178"/>
                </a:lnTo>
                <a:lnTo>
                  <a:pt x="3202692" y="108940"/>
                </a:lnTo>
                <a:lnTo>
                  <a:pt x="3202534" y="109686"/>
                </a:lnTo>
                <a:lnTo>
                  <a:pt x="3202355" y="110415"/>
                </a:lnTo>
                <a:lnTo>
                  <a:pt x="3202156" y="111127"/>
                </a:lnTo>
                <a:lnTo>
                  <a:pt x="3201937" y="111823"/>
                </a:lnTo>
                <a:lnTo>
                  <a:pt x="3201696" y="112502"/>
                </a:lnTo>
                <a:lnTo>
                  <a:pt x="3201436" y="113164"/>
                </a:lnTo>
                <a:lnTo>
                  <a:pt x="3201155" y="113810"/>
                </a:lnTo>
                <a:lnTo>
                  <a:pt x="3200853" y="114438"/>
                </a:lnTo>
                <a:lnTo>
                  <a:pt x="3200530" y="115051"/>
                </a:lnTo>
                <a:lnTo>
                  <a:pt x="3200188" y="115646"/>
                </a:lnTo>
                <a:lnTo>
                  <a:pt x="3199824" y="116224"/>
                </a:lnTo>
                <a:lnTo>
                  <a:pt x="3199440" y="116786"/>
                </a:lnTo>
                <a:lnTo>
                  <a:pt x="3199036" y="117331"/>
                </a:lnTo>
                <a:lnTo>
                  <a:pt x="3198611" y="117860"/>
                </a:lnTo>
                <a:lnTo>
                  <a:pt x="3198165" y="118372"/>
                </a:lnTo>
                <a:lnTo>
                  <a:pt x="3197699" y="118867"/>
                </a:lnTo>
                <a:lnTo>
                  <a:pt x="3197213" y="119345"/>
                </a:lnTo>
                <a:lnTo>
                  <a:pt x="3196706" y="119806"/>
                </a:lnTo>
                <a:lnTo>
                  <a:pt x="3196180" y="120250"/>
                </a:lnTo>
                <a:lnTo>
                  <a:pt x="3195638" y="120675"/>
                </a:lnTo>
                <a:lnTo>
                  <a:pt x="3195078" y="121081"/>
                </a:lnTo>
                <a:lnTo>
                  <a:pt x="3194502" y="121468"/>
                </a:lnTo>
                <a:lnTo>
                  <a:pt x="3193910" y="121836"/>
                </a:lnTo>
                <a:lnTo>
                  <a:pt x="3193300" y="122186"/>
                </a:lnTo>
                <a:lnTo>
                  <a:pt x="3192674" y="122516"/>
                </a:lnTo>
                <a:lnTo>
                  <a:pt x="3192031" y="122828"/>
                </a:lnTo>
                <a:lnTo>
                  <a:pt x="3191371" y="123120"/>
                </a:lnTo>
                <a:lnTo>
                  <a:pt x="3190694" y="123394"/>
                </a:lnTo>
                <a:lnTo>
                  <a:pt x="3190001" y="123649"/>
                </a:lnTo>
                <a:lnTo>
                  <a:pt x="3189291" y="123885"/>
                </a:lnTo>
                <a:lnTo>
                  <a:pt x="3188564" y="124102"/>
                </a:lnTo>
                <a:lnTo>
                  <a:pt x="3187820" y="124300"/>
                </a:lnTo>
                <a:lnTo>
                  <a:pt x="3187060" y="124480"/>
                </a:lnTo>
                <a:lnTo>
                  <a:pt x="3186282" y="124640"/>
                </a:lnTo>
                <a:lnTo>
                  <a:pt x="3185488" y="124782"/>
                </a:lnTo>
                <a:lnTo>
                  <a:pt x="3184678" y="124905"/>
                </a:lnTo>
                <a:lnTo>
                  <a:pt x="3183850" y="125009"/>
                </a:lnTo>
                <a:lnTo>
                  <a:pt x="3183006" y="125094"/>
                </a:lnTo>
                <a:lnTo>
                  <a:pt x="3182145" y="125160"/>
                </a:lnTo>
                <a:lnTo>
                  <a:pt x="3181267" y="125207"/>
                </a:lnTo>
                <a:lnTo>
                  <a:pt x="3180373" y="125235"/>
                </a:lnTo>
                <a:lnTo>
                  <a:pt x="3179461" y="125245"/>
                </a:lnTo>
                <a:lnTo>
                  <a:pt x="3178606" y="125236"/>
                </a:lnTo>
                <a:lnTo>
                  <a:pt x="3177765" y="125210"/>
                </a:lnTo>
                <a:lnTo>
                  <a:pt x="3176938" y="125168"/>
                </a:lnTo>
                <a:lnTo>
                  <a:pt x="3176125" y="125108"/>
                </a:lnTo>
                <a:lnTo>
                  <a:pt x="3175326" y="125031"/>
                </a:lnTo>
                <a:lnTo>
                  <a:pt x="3174540" y="124936"/>
                </a:lnTo>
                <a:lnTo>
                  <a:pt x="3173769" y="124825"/>
                </a:lnTo>
                <a:lnTo>
                  <a:pt x="3173012" y="124696"/>
                </a:lnTo>
                <a:lnTo>
                  <a:pt x="3172269" y="124551"/>
                </a:lnTo>
                <a:lnTo>
                  <a:pt x="3171540" y="124388"/>
                </a:lnTo>
                <a:lnTo>
                  <a:pt x="3170825" y="124208"/>
                </a:lnTo>
                <a:lnTo>
                  <a:pt x="3170125" y="124011"/>
                </a:lnTo>
                <a:lnTo>
                  <a:pt x="3169438" y="123797"/>
                </a:lnTo>
                <a:lnTo>
                  <a:pt x="3168765" y="123566"/>
                </a:lnTo>
                <a:lnTo>
                  <a:pt x="3168106" y="123318"/>
                </a:lnTo>
                <a:lnTo>
                  <a:pt x="3167461" y="123052"/>
                </a:lnTo>
                <a:lnTo>
                  <a:pt x="3166831" y="122769"/>
                </a:lnTo>
                <a:lnTo>
                  <a:pt x="3166214" y="122470"/>
                </a:lnTo>
                <a:lnTo>
                  <a:pt x="3165611" y="122153"/>
                </a:lnTo>
                <a:lnTo>
                  <a:pt x="3165022" y="121819"/>
                </a:lnTo>
                <a:lnTo>
                  <a:pt x="3164448" y="121468"/>
                </a:lnTo>
                <a:lnTo>
                  <a:pt x="3163887" y="121099"/>
                </a:lnTo>
                <a:lnTo>
                  <a:pt x="3163341" y="120714"/>
                </a:lnTo>
                <a:lnTo>
                  <a:pt x="3162808" y="120311"/>
                </a:lnTo>
                <a:lnTo>
                  <a:pt x="3162288" y="119895"/>
                </a:lnTo>
                <a:lnTo>
                  <a:pt x="3161780" y="119467"/>
                </a:lnTo>
                <a:lnTo>
                  <a:pt x="3161284" y="119028"/>
                </a:lnTo>
                <a:lnTo>
                  <a:pt x="3160800" y="118577"/>
                </a:lnTo>
                <a:lnTo>
                  <a:pt x="3160328" y="118115"/>
                </a:lnTo>
                <a:lnTo>
                  <a:pt x="3159867" y="117643"/>
                </a:lnTo>
                <a:lnTo>
                  <a:pt x="3159418" y="117158"/>
                </a:lnTo>
                <a:lnTo>
                  <a:pt x="3158981" y="116663"/>
                </a:lnTo>
                <a:lnTo>
                  <a:pt x="3158556" y="116156"/>
                </a:lnTo>
                <a:lnTo>
                  <a:pt x="3158143" y="115639"/>
                </a:lnTo>
                <a:lnTo>
                  <a:pt x="3157741" y="115110"/>
                </a:lnTo>
                <a:lnTo>
                  <a:pt x="3157351" y="114569"/>
                </a:lnTo>
                <a:lnTo>
                  <a:pt x="3156973" y="114018"/>
                </a:lnTo>
                <a:lnTo>
                  <a:pt x="3156607" y="113455"/>
                </a:lnTo>
                <a:lnTo>
                  <a:pt x="3156253" y="112881"/>
                </a:lnTo>
                <a:lnTo>
                  <a:pt x="3155910" y="112295"/>
                </a:lnTo>
                <a:lnTo>
                  <a:pt x="3155579" y="111699"/>
                </a:lnTo>
                <a:lnTo>
                  <a:pt x="3155260" y="111091"/>
                </a:lnTo>
                <a:lnTo>
                  <a:pt x="3154953" y="110472"/>
                </a:lnTo>
                <a:lnTo>
                  <a:pt x="3154658" y="109842"/>
                </a:lnTo>
                <a:lnTo>
                  <a:pt x="3154374" y="109201"/>
                </a:lnTo>
                <a:lnTo>
                  <a:pt x="3154103" y="108548"/>
                </a:lnTo>
                <a:lnTo>
                  <a:pt x="3153843" y="107884"/>
                </a:lnTo>
                <a:lnTo>
                  <a:pt x="3153594" y="107209"/>
                </a:lnTo>
                <a:lnTo>
                  <a:pt x="3153357" y="106525"/>
                </a:lnTo>
                <a:lnTo>
                  <a:pt x="3153129" y="105836"/>
                </a:lnTo>
                <a:lnTo>
                  <a:pt x="3152912" y="105141"/>
                </a:lnTo>
                <a:lnTo>
                  <a:pt x="3152704" y="104441"/>
                </a:lnTo>
                <a:lnTo>
                  <a:pt x="3152505" y="103736"/>
                </a:lnTo>
                <a:lnTo>
                  <a:pt x="3152317" y="103024"/>
                </a:lnTo>
                <a:lnTo>
                  <a:pt x="3152138" y="102308"/>
                </a:lnTo>
                <a:lnTo>
                  <a:pt x="3151969" y="101585"/>
                </a:lnTo>
                <a:lnTo>
                  <a:pt x="3151809" y="100858"/>
                </a:lnTo>
                <a:lnTo>
                  <a:pt x="3151660" y="100124"/>
                </a:lnTo>
                <a:lnTo>
                  <a:pt x="3151520" y="99385"/>
                </a:lnTo>
                <a:lnTo>
                  <a:pt x="3151390" y="98641"/>
                </a:lnTo>
                <a:lnTo>
                  <a:pt x="3151269" y="97891"/>
                </a:lnTo>
                <a:lnTo>
                  <a:pt x="3151159" y="97136"/>
                </a:lnTo>
                <a:lnTo>
                  <a:pt x="3151058" y="96375"/>
                </a:lnTo>
                <a:lnTo>
                  <a:pt x="3150967" y="95608"/>
                </a:lnTo>
                <a:lnTo>
                  <a:pt x="3150885" y="94836"/>
                </a:lnTo>
                <a:lnTo>
                  <a:pt x="3150814" y="94059"/>
                </a:lnTo>
                <a:lnTo>
                  <a:pt x="3150752" y="93276"/>
                </a:lnTo>
                <a:lnTo>
                  <a:pt x="3150700" y="92487"/>
                </a:lnTo>
                <a:lnTo>
                  <a:pt x="3150658" y="91693"/>
                </a:lnTo>
                <a:lnTo>
                  <a:pt x="3150625" y="90893"/>
                </a:lnTo>
                <a:lnTo>
                  <a:pt x="3150602" y="90088"/>
                </a:lnTo>
                <a:lnTo>
                  <a:pt x="3150589" y="89277"/>
                </a:lnTo>
                <a:lnTo>
                  <a:pt x="3218976" y="89277"/>
                </a:lnTo>
                <a:lnTo>
                  <a:pt x="3218992" y="89199"/>
                </a:lnTo>
                <a:lnTo>
                  <a:pt x="3219008" y="89117"/>
                </a:lnTo>
                <a:lnTo>
                  <a:pt x="3219024" y="89031"/>
                </a:lnTo>
                <a:lnTo>
                  <a:pt x="3219039" y="88941"/>
                </a:lnTo>
                <a:lnTo>
                  <a:pt x="3219054" y="88847"/>
                </a:lnTo>
                <a:lnTo>
                  <a:pt x="3219068" y="88749"/>
                </a:lnTo>
                <a:lnTo>
                  <a:pt x="3219082" y="88647"/>
                </a:lnTo>
                <a:lnTo>
                  <a:pt x="3219096" y="88540"/>
                </a:lnTo>
                <a:lnTo>
                  <a:pt x="3219110" y="88430"/>
                </a:lnTo>
                <a:lnTo>
                  <a:pt x="3219123" y="88316"/>
                </a:lnTo>
                <a:lnTo>
                  <a:pt x="3219136" y="88197"/>
                </a:lnTo>
                <a:lnTo>
                  <a:pt x="3219148" y="88075"/>
                </a:lnTo>
                <a:lnTo>
                  <a:pt x="3219161" y="87948"/>
                </a:lnTo>
                <a:lnTo>
                  <a:pt x="3219172" y="87818"/>
                </a:lnTo>
                <a:lnTo>
                  <a:pt x="3219184" y="87683"/>
                </a:lnTo>
                <a:lnTo>
                  <a:pt x="3219195" y="87545"/>
                </a:lnTo>
                <a:lnTo>
                  <a:pt x="3219206" y="87402"/>
                </a:lnTo>
                <a:lnTo>
                  <a:pt x="3219216" y="87255"/>
                </a:lnTo>
                <a:lnTo>
                  <a:pt x="3219226" y="87105"/>
                </a:lnTo>
                <a:lnTo>
                  <a:pt x="3219236" y="86950"/>
                </a:lnTo>
                <a:lnTo>
                  <a:pt x="3219245" y="86791"/>
                </a:lnTo>
                <a:lnTo>
                  <a:pt x="3219254" y="86628"/>
                </a:lnTo>
                <a:lnTo>
                  <a:pt x="3219263" y="86461"/>
                </a:lnTo>
                <a:lnTo>
                  <a:pt x="3219272" y="86290"/>
                </a:lnTo>
                <a:lnTo>
                  <a:pt x="3219280" y="86118"/>
                </a:lnTo>
                <a:lnTo>
                  <a:pt x="3219287" y="85948"/>
                </a:lnTo>
                <a:lnTo>
                  <a:pt x="3219295" y="85780"/>
                </a:lnTo>
                <a:lnTo>
                  <a:pt x="3219302" y="85613"/>
                </a:lnTo>
                <a:lnTo>
                  <a:pt x="3219308" y="85449"/>
                </a:lnTo>
                <a:lnTo>
                  <a:pt x="3219315" y="85286"/>
                </a:lnTo>
                <a:lnTo>
                  <a:pt x="3219321" y="85125"/>
                </a:lnTo>
                <a:lnTo>
                  <a:pt x="3219326" y="84967"/>
                </a:lnTo>
                <a:lnTo>
                  <a:pt x="3219332" y="84810"/>
                </a:lnTo>
                <a:lnTo>
                  <a:pt x="3219337" y="84655"/>
                </a:lnTo>
                <a:lnTo>
                  <a:pt x="3219341" y="84502"/>
                </a:lnTo>
                <a:lnTo>
                  <a:pt x="3219345" y="84351"/>
                </a:lnTo>
                <a:lnTo>
                  <a:pt x="3219349" y="84202"/>
                </a:lnTo>
                <a:lnTo>
                  <a:pt x="3219353" y="84055"/>
                </a:lnTo>
                <a:lnTo>
                  <a:pt x="3219356" y="83910"/>
                </a:lnTo>
                <a:lnTo>
                  <a:pt x="3219359" y="83767"/>
                </a:lnTo>
                <a:lnTo>
                  <a:pt x="3219362" y="83625"/>
                </a:lnTo>
                <a:lnTo>
                  <a:pt x="3219364" y="83486"/>
                </a:lnTo>
                <a:lnTo>
                  <a:pt x="3219366" y="83349"/>
                </a:lnTo>
                <a:lnTo>
                  <a:pt x="3219367" y="83213"/>
                </a:lnTo>
                <a:lnTo>
                  <a:pt x="3219369" y="83080"/>
                </a:lnTo>
                <a:lnTo>
                  <a:pt x="3219369" y="82948"/>
                </a:lnTo>
                <a:lnTo>
                  <a:pt x="3219370" y="82818"/>
                </a:lnTo>
                <a:lnTo>
                  <a:pt x="3219370" y="82691"/>
                </a:lnTo>
                <a:lnTo>
                  <a:pt x="3219351" y="80809"/>
                </a:lnTo>
                <a:lnTo>
                  <a:pt x="3219293" y="78965"/>
                </a:lnTo>
                <a:lnTo>
                  <a:pt x="3219196" y="77157"/>
                </a:lnTo>
                <a:lnTo>
                  <a:pt x="3219061" y="75386"/>
                </a:lnTo>
                <a:lnTo>
                  <a:pt x="3218887" y="73653"/>
                </a:lnTo>
                <a:lnTo>
                  <a:pt x="3218674" y="71956"/>
                </a:lnTo>
                <a:lnTo>
                  <a:pt x="3218423" y="70296"/>
                </a:lnTo>
                <a:lnTo>
                  <a:pt x="3218133" y="68673"/>
                </a:lnTo>
                <a:lnTo>
                  <a:pt x="3217804" y="67087"/>
                </a:lnTo>
                <a:lnTo>
                  <a:pt x="3217437" y="65538"/>
                </a:lnTo>
                <a:lnTo>
                  <a:pt x="3217031" y="64027"/>
                </a:lnTo>
                <a:lnTo>
                  <a:pt x="3216586" y="62551"/>
                </a:lnTo>
                <a:lnTo>
                  <a:pt x="3216103" y="61113"/>
                </a:lnTo>
                <a:lnTo>
                  <a:pt x="3215581" y="59712"/>
                </a:lnTo>
                <a:lnTo>
                  <a:pt x="3215020" y="58348"/>
                </a:lnTo>
                <a:lnTo>
                  <a:pt x="3214421" y="57021"/>
                </a:lnTo>
                <a:lnTo>
                  <a:pt x="3213783" y="55731"/>
                </a:lnTo>
                <a:lnTo>
                  <a:pt x="3213107" y="54477"/>
                </a:lnTo>
                <a:lnTo>
                  <a:pt x="3212391" y="53261"/>
                </a:lnTo>
                <a:lnTo>
                  <a:pt x="3211637" y="52082"/>
                </a:lnTo>
                <a:lnTo>
                  <a:pt x="3210845" y="50939"/>
                </a:lnTo>
                <a:lnTo>
                  <a:pt x="3210014" y="49834"/>
                </a:lnTo>
                <a:lnTo>
                  <a:pt x="3209144" y="48765"/>
                </a:lnTo>
                <a:lnTo>
                  <a:pt x="3208235" y="47733"/>
                </a:lnTo>
                <a:lnTo>
                  <a:pt x="3207292" y="46741"/>
                </a:lnTo>
                <a:lnTo>
                  <a:pt x="3206320" y="45791"/>
                </a:lnTo>
                <a:lnTo>
                  <a:pt x="3205319" y="44883"/>
                </a:lnTo>
                <a:lnTo>
                  <a:pt x="3204288" y="44018"/>
                </a:lnTo>
                <a:lnTo>
                  <a:pt x="3203228" y="43194"/>
                </a:lnTo>
                <a:lnTo>
                  <a:pt x="3202138" y="42413"/>
                </a:lnTo>
                <a:lnTo>
                  <a:pt x="3201019" y="41674"/>
                </a:lnTo>
                <a:lnTo>
                  <a:pt x="3199870" y="40978"/>
                </a:lnTo>
                <a:lnTo>
                  <a:pt x="3198692" y="40323"/>
                </a:lnTo>
                <a:lnTo>
                  <a:pt x="3197485" y="39711"/>
                </a:lnTo>
                <a:lnTo>
                  <a:pt x="3196248" y="39141"/>
                </a:lnTo>
                <a:lnTo>
                  <a:pt x="3194981" y="38613"/>
                </a:lnTo>
                <a:lnTo>
                  <a:pt x="3193686" y="38128"/>
                </a:lnTo>
                <a:lnTo>
                  <a:pt x="3192360" y="37684"/>
                </a:lnTo>
                <a:lnTo>
                  <a:pt x="3191006" y="37283"/>
                </a:lnTo>
                <a:lnTo>
                  <a:pt x="3189622" y="36924"/>
                </a:lnTo>
                <a:lnTo>
                  <a:pt x="3188208" y="36608"/>
                </a:lnTo>
                <a:lnTo>
                  <a:pt x="3186766" y="36333"/>
                </a:lnTo>
                <a:lnTo>
                  <a:pt x="3185293" y="36101"/>
                </a:lnTo>
                <a:lnTo>
                  <a:pt x="3183792" y="35911"/>
                </a:lnTo>
                <a:lnTo>
                  <a:pt x="3182260" y="35763"/>
                </a:lnTo>
                <a:lnTo>
                  <a:pt x="3180700" y="35657"/>
                </a:lnTo>
                <a:lnTo>
                  <a:pt x="3179110" y="35594"/>
                </a:lnTo>
                <a:lnTo>
                  <a:pt x="3177490" y="35573"/>
                </a:lnTo>
                <a:lnTo>
                  <a:pt x="3176268" y="35584"/>
                </a:lnTo>
                <a:lnTo>
                  <a:pt x="3175063" y="35618"/>
                </a:lnTo>
                <a:lnTo>
                  <a:pt x="3173876" y="35674"/>
                </a:lnTo>
                <a:lnTo>
                  <a:pt x="3172707" y="35753"/>
                </a:lnTo>
                <a:lnTo>
                  <a:pt x="3171556" y="35855"/>
                </a:lnTo>
                <a:lnTo>
                  <a:pt x="3170423" y="35979"/>
                </a:lnTo>
                <a:lnTo>
                  <a:pt x="3169308" y="36125"/>
                </a:lnTo>
                <a:lnTo>
                  <a:pt x="3168211" y="36295"/>
                </a:lnTo>
                <a:lnTo>
                  <a:pt x="3167132" y="36486"/>
                </a:lnTo>
                <a:lnTo>
                  <a:pt x="3166071" y="36701"/>
                </a:lnTo>
                <a:lnTo>
                  <a:pt x="3165028" y="36937"/>
                </a:lnTo>
                <a:lnTo>
                  <a:pt x="3164003" y="37197"/>
                </a:lnTo>
                <a:lnTo>
                  <a:pt x="3162996" y="37478"/>
                </a:lnTo>
                <a:lnTo>
                  <a:pt x="3162006" y="37783"/>
                </a:lnTo>
                <a:lnTo>
                  <a:pt x="3161035" y="38110"/>
                </a:lnTo>
                <a:lnTo>
                  <a:pt x="3160082" y="38459"/>
                </a:lnTo>
                <a:lnTo>
                  <a:pt x="3159146" y="38832"/>
                </a:lnTo>
                <a:lnTo>
                  <a:pt x="3158229" y="39226"/>
                </a:lnTo>
                <a:lnTo>
                  <a:pt x="3157330" y="39643"/>
                </a:lnTo>
                <a:lnTo>
                  <a:pt x="3156448" y="40083"/>
                </a:lnTo>
                <a:lnTo>
                  <a:pt x="3155585" y="40545"/>
                </a:lnTo>
                <a:lnTo>
                  <a:pt x="3154739" y="41030"/>
                </a:lnTo>
                <a:lnTo>
                  <a:pt x="3153911" y="41538"/>
                </a:lnTo>
                <a:lnTo>
                  <a:pt x="3153102" y="42067"/>
                </a:lnTo>
                <a:lnTo>
                  <a:pt x="3152310" y="42617"/>
                </a:lnTo>
                <a:lnTo>
                  <a:pt x="3151535" y="43185"/>
                </a:lnTo>
                <a:lnTo>
                  <a:pt x="3150777" y="43770"/>
                </a:lnTo>
                <a:lnTo>
                  <a:pt x="3150036" y="44372"/>
                </a:lnTo>
                <a:lnTo>
                  <a:pt x="3149312" y="44991"/>
                </a:lnTo>
                <a:lnTo>
                  <a:pt x="3148606" y="45629"/>
                </a:lnTo>
                <a:lnTo>
                  <a:pt x="3147916" y="46283"/>
                </a:lnTo>
                <a:lnTo>
                  <a:pt x="3147244" y="46955"/>
                </a:lnTo>
                <a:lnTo>
                  <a:pt x="3146589" y="47645"/>
                </a:lnTo>
                <a:lnTo>
                  <a:pt x="3145951" y="48351"/>
                </a:lnTo>
                <a:lnTo>
                  <a:pt x="3145330" y="49076"/>
                </a:lnTo>
                <a:lnTo>
                  <a:pt x="3144726" y="49817"/>
                </a:lnTo>
                <a:lnTo>
                  <a:pt x="3144139" y="50577"/>
                </a:lnTo>
                <a:lnTo>
                  <a:pt x="3143569" y="51353"/>
                </a:lnTo>
                <a:lnTo>
                  <a:pt x="3143017" y="52147"/>
                </a:lnTo>
                <a:lnTo>
                  <a:pt x="3142481" y="52959"/>
                </a:lnTo>
                <a:lnTo>
                  <a:pt x="3141963" y="53788"/>
                </a:lnTo>
                <a:lnTo>
                  <a:pt x="3141462" y="54634"/>
                </a:lnTo>
                <a:lnTo>
                  <a:pt x="3140978" y="55498"/>
                </a:lnTo>
                <a:lnTo>
                  <a:pt x="3140511" y="56379"/>
                </a:lnTo>
                <a:lnTo>
                  <a:pt x="3140061" y="57278"/>
                </a:lnTo>
                <a:lnTo>
                  <a:pt x="3139628" y="58194"/>
                </a:lnTo>
                <a:lnTo>
                  <a:pt x="3139212" y="59128"/>
                </a:lnTo>
                <a:lnTo>
                  <a:pt x="3138813" y="60079"/>
                </a:lnTo>
                <a:lnTo>
                  <a:pt x="3138432" y="61045"/>
                </a:lnTo>
                <a:lnTo>
                  <a:pt x="3138066" y="62023"/>
                </a:lnTo>
                <a:lnTo>
                  <a:pt x="3137716" y="63014"/>
                </a:lnTo>
                <a:lnTo>
                  <a:pt x="3137383" y="64018"/>
                </a:lnTo>
                <a:lnTo>
                  <a:pt x="3137066" y="65034"/>
                </a:lnTo>
                <a:lnTo>
                  <a:pt x="3136766" y="66062"/>
                </a:lnTo>
                <a:lnTo>
                  <a:pt x="3136481" y="67103"/>
                </a:lnTo>
                <a:lnTo>
                  <a:pt x="3136213" y="68157"/>
                </a:lnTo>
                <a:lnTo>
                  <a:pt x="3135961" y="69223"/>
                </a:lnTo>
                <a:lnTo>
                  <a:pt x="3135726" y="70302"/>
                </a:lnTo>
                <a:lnTo>
                  <a:pt x="3135506" y="71393"/>
                </a:lnTo>
                <a:lnTo>
                  <a:pt x="3135303" y="72496"/>
                </a:lnTo>
                <a:lnTo>
                  <a:pt x="3135116" y="73612"/>
                </a:lnTo>
                <a:lnTo>
                  <a:pt x="3134945" y="74741"/>
                </a:lnTo>
                <a:lnTo>
                  <a:pt x="3134791" y="75882"/>
                </a:lnTo>
                <a:lnTo>
                  <a:pt x="3134653" y="77036"/>
                </a:lnTo>
                <a:lnTo>
                  <a:pt x="3134531" y="78202"/>
                </a:lnTo>
                <a:lnTo>
                  <a:pt x="3134425" y="79381"/>
                </a:lnTo>
                <a:lnTo>
                  <a:pt x="3134336" y="80572"/>
                </a:lnTo>
                <a:lnTo>
                  <a:pt x="3134263" y="81776"/>
                </a:lnTo>
                <a:lnTo>
                  <a:pt x="3134206" y="82992"/>
                </a:lnTo>
                <a:lnTo>
                  <a:pt x="3134165" y="84220"/>
                </a:lnTo>
                <a:lnTo>
                  <a:pt x="3134141" y="85462"/>
                </a:lnTo>
                <a:lnTo>
                  <a:pt x="3134133" y="86715"/>
                </a:lnTo>
                <a:lnTo>
                  <a:pt x="3134141" y="87920"/>
                </a:lnTo>
                <a:lnTo>
                  <a:pt x="3134166" y="89114"/>
                </a:lnTo>
                <a:lnTo>
                  <a:pt x="3134208" y="90298"/>
                </a:lnTo>
                <a:lnTo>
                  <a:pt x="3134267" y="91472"/>
                </a:lnTo>
                <a:lnTo>
                  <a:pt x="3134342" y="92636"/>
                </a:lnTo>
                <a:lnTo>
                  <a:pt x="3134435" y="93790"/>
                </a:lnTo>
                <a:lnTo>
                  <a:pt x="3134544" y="94934"/>
                </a:lnTo>
                <a:lnTo>
                  <a:pt x="3134669" y="96067"/>
                </a:lnTo>
                <a:lnTo>
                  <a:pt x="3134812" y="97191"/>
                </a:lnTo>
                <a:lnTo>
                  <a:pt x="3134971" y="98305"/>
                </a:lnTo>
                <a:lnTo>
                  <a:pt x="3135147" y="99409"/>
                </a:lnTo>
                <a:lnTo>
                  <a:pt x="3135340" y="100503"/>
                </a:lnTo>
                <a:lnTo>
                  <a:pt x="3135549" y="101586"/>
                </a:lnTo>
                <a:lnTo>
                  <a:pt x="3135776" y="102660"/>
                </a:lnTo>
                <a:lnTo>
                  <a:pt x="3136019" y="103723"/>
                </a:lnTo>
                <a:lnTo>
                  <a:pt x="3136279" y="104777"/>
                </a:lnTo>
                <a:lnTo>
                  <a:pt x="3136555" y="105821"/>
                </a:lnTo>
                <a:lnTo>
                  <a:pt x="3136849" y="106854"/>
                </a:lnTo>
                <a:lnTo>
                  <a:pt x="3137159" y="107877"/>
                </a:lnTo>
                <a:lnTo>
                  <a:pt x="3137486" y="108891"/>
                </a:lnTo>
                <a:lnTo>
                  <a:pt x="3137830" y="109894"/>
                </a:lnTo>
                <a:lnTo>
                  <a:pt x="3138190" y="110887"/>
                </a:lnTo>
                <a:lnTo>
                  <a:pt x="3138567" y="111871"/>
                </a:lnTo>
                <a:lnTo>
                  <a:pt x="3138961" y="112844"/>
                </a:lnTo>
                <a:lnTo>
                  <a:pt x="3139373" y="113803"/>
                </a:lnTo>
                <a:lnTo>
                  <a:pt x="3139802" y="114746"/>
                </a:lnTo>
                <a:lnTo>
                  <a:pt x="3140249" y="115672"/>
                </a:lnTo>
                <a:lnTo>
                  <a:pt x="3140714" y="116581"/>
                </a:lnTo>
                <a:lnTo>
                  <a:pt x="3141198" y="117473"/>
                </a:lnTo>
                <a:lnTo>
                  <a:pt x="3141699" y="118348"/>
                </a:lnTo>
                <a:lnTo>
                  <a:pt x="3142218" y="119206"/>
                </a:lnTo>
                <a:lnTo>
                  <a:pt x="3142755" y="120047"/>
                </a:lnTo>
                <a:lnTo>
                  <a:pt x="3143310" y="120871"/>
                </a:lnTo>
                <a:lnTo>
                  <a:pt x="3143883" y="121679"/>
                </a:lnTo>
                <a:lnTo>
                  <a:pt x="3144474" y="122469"/>
                </a:lnTo>
                <a:lnTo>
                  <a:pt x="3145083" y="123243"/>
                </a:lnTo>
                <a:lnTo>
                  <a:pt x="3145710" y="124000"/>
                </a:lnTo>
                <a:lnTo>
                  <a:pt x="3146355" y="124740"/>
                </a:lnTo>
                <a:lnTo>
                  <a:pt x="3147018" y="125463"/>
                </a:lnTo>
                <a:lnTo>
                  <a:pt x="3147698" y="126169"/>
                </a:lnTo>
                <a:lnTo>
                  <a:pt x="3148397" y="126858"/>
                </a:lnTo>
                <a:lnTo>
                  <a:pt x="3149114" y="127530"/>
                </a:lnTo>
                <a:lnTo>
                  <a:pt x="3149849" y="128186"/>
                </a:lnTo>
                <a:lnTo>
                  <a:pt x="3150601" y="128824"/>
                </a:lnTo>
                <a:lnTo>
                  <a:pt x="3151372" y="129446"/>
                </a:lnTo>
                <a:lnTo>
                  <a:pt x="3152161" y="130051"/>
                </a:lnTo>
                <a:lnTo>
                  <a:pt x="3152967" y="130638"/>
                </a:lnTo>
                <a:lnTo>
                  <a:pt x="3153792" y="131209"/>
                </a:lnTo>
                <a:lnTo>
                  <a:pt x="3154635" y="131760"/>
                </a:lnTo>
                <a:lnTo>
                  <a:pt x="3155498" y="132287"/>
                </a:lnTo>
                <a:lnTo>
                  <a:pt x="3156381" y="132791"/>
                </a:lnTo>
                <a:lnTo>
                  <a:pt x="3157283" y="133271"/>
                </a:lnTo>
                <a:lnTo>
                  <a:pt x="3158205" y="133728"/>
                </a:lnTo>
                <a:lnTo>
                  <a:pt x="3159147" y="134161"/>
                </a:lnTo>
                <a:lnTo>
                  <a:pt x="3160108" y="134571"/>
                </a:lnTo>
                <a:lnTo>
                  <a:pt x="3161089" y="134958"/>
                </a:lnTo>
                <a:lnTo>
                  <a:pt x="3162090" y="135321"/>
                </a:lnTo>
                <a:lnTo>
                  <a:pt x="3163110" y="135660"/>
                </a:lnTo>
                <a:lnTo>
                  <a:pt x="3164150" y="135977"/>
                </a:lnTo>
                <a:lnTo>
                  <a:pt x="3165210" y="136270"/>
                </a:lnTo>
                <a:lnTo>
                  <a:pt x="3166289" y="136539"/>
                </a:lnTo>
                <a:lnTo>
                  <a:pt x="3167388" y="136785"/>
                </a:lnTo>
                <a:lnTo>
                  <a:pt x="3168507" y="137008"/>
                </a:lnTo>
                <a:lnTo>
                  <a:pt x="3169646" y="137207"/>
                </a:lnTo>
                <a:lnTo>
                  <a:pt x="3170804" y="137382"/>
                </a:lnTo>
                <a:lnTo>
                  <a:pt x="3171981" y="137535"/>
                </a:lnTo>
                <a:lnTo>
                  <a:pt x="3173179" y="137663"/>
                </a:lnTo>
                <a:lnTo>
                  <a:pt x="3174396" y="137769"/>
                </a:lnTo>
                <a:lnTo>
                  <a:pt x="3175633" y="137851"/>
                </a:lnTo>
                <a:lnTo>
                  <a:pt x="3176889" y="137909"/>
                </a:lnTo>
                <a:lnTo>
                  <a:pt x="3178165" y="137945"/>
                </a:lnTo>
                <a:lnTo>
                  <a:pt x="3179461" y="137956"/>
                </a:lnTo>
                <a:lnTo>
                  <a:pt x="3180466" y="137949"/>
                </a:lnTo>
                <a:lnTo>
                  <a:pt x="3181459" y="137928"/>
                </a:lnTo>
                <a:lnTo>
                  <a:pt x="3182441" y="137892"/>
                </a:lnTo>
                <a:lnTo>
                  <a:pt x="3183411" y="137842"/>
                </a:lnTo>
                <a:lnTo>
                  <a:pt x="3184370" y="137778"/>
                </a:lnTo>
                <a:lnTo>
                  <a:pt x="3185318" y="137699"/>
                </a:lnTo>
                <a:close/>
                <a:moveTo>
                  <a:pt x="3151590" y="70569"/>
                </a:moveTo>
                <a:lnTo>
                  <a:pt x="3151810" y="69537"/>
                </a:lnTo>
                <a:lnTo>
                  <a:pt x="3152051" y="68529"/>
                </a:lnTo>
                <a:lnTo>
                  <a:pt x="3152311" y="67544"/>
                </a:lnTo>
                <a:lnTo>
                  <a:pt x="3152592" y="66583"/>
                </a:lnTo>
                <a:lnTo>
                  <a:pt x="3152892" y="65646"/>
                </a:lnTo>
                <a:lnTo>
                  <a:pt x="3153213" y="64732"/>
                </a:lnTo>
                <a:lnTo>
                  <a:pt x="3153553" y="63842"/>
                </a:lnTo>
                <a:lnTo>
                  <a:pt x="3153914" y="62976"/>
                </a:lnTo>
                <a:lnTo>
                  <a:pt x="3154294" y="62133"/>
                </a:lnTo>
                <a:lnTo>
                  <a:pt x="3154695" y="61314"/>
                </a:lnTo>
                <a:lnTo>
                  <a:pt x="3155115" y="60518"/>
                </a:lnTo>
                <a:lnTo>
                  <a:pt x="3155556" y="59746"/>
                </a:lnTo>
                <a:lnTo>
                  <a:pt x="3156017" y="58998"/>
                </a:lnTo>
                <a:lnTo>
                  <a:pt x="3156497" y="58273"/>
                </a:lnTo>
                <a:lnTo>
                  <a:pt x="3156998" y="57572"/>
                </a:lnTo>
                <a:lnTo>
                  <a:pt x="3157519" y="56895"/>
                </a:lnTo>
                <a:lnTo>
                  <a:pt x="3158059" y="56241"/>
                </a:lnTo>
                <a:lnTo>
                  <a:pt x="3158620" y="55611"/>
                </a:lnTo>
                <a:lnTo>
                  <a:pt x="3159200" y="55005"/>
                </a:lnTo>
                <a:lnTo>
                  <a:pt x="3159797" y="54425"/>
                </a:lnTo>
                <a:lnTo>
                  <a:pt x="3160413" y="53870"/>
                </a:lnTo>
                <a:lnTo>
                  <a:pt x="3161047" y="53342"/>
                </a:lnTo>
                <a:lnTo>
                  <a:pt x="3161698" y="52839"/>
                </a:lnTo>
                <a:lnTo>
                  <a:pt x="3162368" y="52362"/>
                </a:lnTo>
                <a:lnTo>
                  <a:pt x="3163055" y="51911"/>
                </a:lnTo>
                <a:lnTo>
                  <a:pt x="3163761" y="51486"/>
                </a:lnTo>
                <a:lnTo>
                  <a:pt x="3164484" y="51086"/>
                </a:lnTo>
                <a:lnTo>
                  <a:pt x="3165225" y="50713"/>
                </a:lnTo>
                <a:lnTo>
                  <a:pt x="3165985" y="50365"/>
                </a:lnTo>
                <a:lnTo>
                  <a:pt x="3166762" y="50042"/>
                </a:lnTo>
                <a:lnTo>
                  <a:pt x="3167557" y="49746"/>
                </a:lnTo>
                <a:lnTo>
                  <a:pt x="3168370" y="49475"/>
                </a:lnTo>
                <a:lnTo>
                  <a:pt x="3169202" y="49230"/>
                </a:lnTo>
                <a:lnTo>
                  <a:pt x="3170051" y="49011"/>
                </a:lnTo>
                <a:lnTo>
                  <a:pt x="3170918" y="48818"/>
                </a:lnTo>
                <a:lnTo>
                  <a:pt x="3171803" y="48650"/>
                </a:lnTo>
                <a:lnTo>
                  <a:pt x="3172706" y="48508"/>
                </a:lnTo>
                <a:lnTo>
                  <a:pt x="3173627" y="48392"/>
                </a:lnTo>
                <a:lnTo>
                  <a:pt x="3174566" y="48302"/>
                </a:lnTo>
                <a:lnTo>
                  <a:pt x="3175523" y="48238"/>
                </a:lnTo>
                <a:lnTo>
                  <a:pt x="3176498" y="48199"/>
                </a:lnTo>
                <a:lnTo>
                  <a:pt x="3177490" y="48186"/>
                </a:lnTo>
                <a:lnTo>
                  <a:pt x="3178475" y="48199"/>
                </a:lnTo>
                <a:lnTo>
                  <a:pt x="3179441" y="48238"/>
                </a:lnTo>
                <a:lnTo>
                  <a:pt x="3180390" y="48303"/>
                </a:lnTo>
                <a:lnTo>
                  <a:pt x="3181320" y="48394"/>
                </a:lnTo>
                <a:lnTo>
                  <a:pt x="3182232" y="48511"/>
                </a:lnTo>
                <a:lnTo>
                  <a:pt x="3183126" y="48653"/>
                </a:lnTo>
                <a:lnTo>
                  <a:pt x="3184001" y="48822"/>
                </a:lnTo>
                <a:lnTo>
                  <a:pt x="3184859" y="49017"/>
                </a:lnTo>
                <a:lnTo>
                  <a:pt x="3185699" y="49238"/>
                </a:lnTo>
                <a:lnTo>
                  <a:pt x="3186520" y="49484"/>
                </a:lnTo>
                <a:lnTo>
                  <a:pt x="3187323" y="49757"/>
                </a:lnTo>
                <a:lnTo>
                  <a:pt x="3188108" y="50055"/>
                </a:lnTo>
                <a:lnTo>
                  <a:pt x="3188875" y="50380"/>
                </a:lnTo>
                <a:lnTo>
                  <a:pt x="3189624" y="50730"/>
                </a:lnTo>
                <a:lnTo>
                  <a:pt x="3190355" y="51107"/>
                </a:lnTo>
                <a:lnTo>
                  <a:pt x="3191067" y="51509"/>
                </a:lnTo>
                <a:lnTo>
                  <a:pt x="3191762" y="51938"/>
                </a:lnTo>
                <a:lnTo>
                  <a:pt x="3192438" y="52392"/>
                </a:lnTo>
                <a:lnTo>
                  <a:pt x="3193096" y="52872"/>
                </a:lnTo>
                <a:lnTo>
                  <a:pt x="3193736" y="53378"/>
                </a:lnTo>
                <a:lnTo>
                  <a:pt x="3194358" y="53911"/>
                </a:lnTo>
                <a:lnTo>
                  <a:pt x="3194962" y="54469"/>
                </a:lnTo>
                <a:lnTo>
                  <a:pt x="3195547" y="55053"/>
                </a:lnTo>
                <a:lnTo>
                  <a:pt x="3196115" y="55663"/>
                </a:lnTo>
                <a:lnTo>
                  <a:pt x="3196662" y="56297"/>
                </a:lnTo>
                <a:lnTo>
                  <a:pt x="3197187" y="56955"/>
                </a:lnTo>
                <a:lnTo>
                  <a:pt x="3197690" y="57635"/>
                </a:lnTo>
                <a:lnTo>
                  <a:pt x="3198170" y="58339"/>
                </a:lnTo>
                <a:lnTo>
                  <a:pt x="3198629" y="59065"/>
                </a:lnTo>
                <a:lnTo>
                  <a:pt x="3199065" y="59815"/>
                </a:lnTo>
                <a:lnTo>
                  <a:pt x="3199478" y="60588"/>
                </a:lnTo>
                <a:lnTo>
                  <a:pt x="3199870" y="61384"/>
                </a:lnTo>
                <a:lnTo>
                  <a:pt x="3200239" y="62203"/>
                </a:lnTo>
                <a:lnTo>
                  <a:pt x="3200587" y="63045"/>
                </a:lnTo>
                <a:lnTo>
                  <a:pt x="3200911" y="63910"/>
                </a:lnTo>
                <a:lnTo>
                  <a:pt x="3201214" y="64798"/>
                </a:lnTo>
                <a:lnTo>
                  <a:pt x="3201494" y="65709"/>
                </a:lnTo>
                <a:lnTo>
                  <a:pt x="3201753" y="66643"/>
                </a:lnTo>
                <a:lnTo>
                  <a:pt x="3201989" y="67601"/>
                </a:lnTo>
                <a:lnTo>
                  <a:pt x="3202202" y="68581"/>
                </a:lnTo>
                <a:lnTo>
                  <a:pt x="3202394" y="69585"/>
                </a:lnTo>
                <a:lnTo>
                  <a:pt x="3202563" y="70611"/>
                </a:lnTo>
                <a:lnTo>
                  <a:pt x="3202710" y="71661"/>
                </a:lnTo>
                <a:lnTo>
                  <a:pt x="3202834" y="72734"/>
                </a:lnTo>
                <a:lnTo>
                  <a:pt x="3202937" y="73830"/>
                </a:lnTo>
                <a:lnTo>
                  <a:pt x="3203017" y="74949"/>
                </a:lnTo>
                <a:lnTo>
                  <a:pt x="3203075" y="76090"/>
                </a:lnTo>
                <a:lnTo>
                  <a:pt x="3203111" y="77256"/>
                </a:lnTo>
                <a:lnTo>
                  <a:pt x="3150688" y="77256"/>
                </a:lnTo>
                <a:lnTo>
                  <a:pt x="3150788" y="76082"/>
                </a:lnTo>
                <a:lnTo>
                  <a:pt x="3150908" y="74932"/>
                </a:lnTo>
                <a:lnTo>
                  <a:pt x="3151049" y="73806"/>
                </a:lnTo>
                <a:lnTo>
                  <a:pt x="3151209" y="72703"/>
                </a:lnTo>
                <a:lnTo>
                  <a:pt x="3151389" y="71624"/>
                </a:lnTo>
                <a:lnTo>
                  <a:pt x="3151590" y="70569"/>
                </a:lnTo>
                <a:close/>
                <a:moveTo>
                  <a:pt x="2278471" y="137727"/>
                </a:moveTo>
                <a:lnTo>
                  <a:pt x="2279449" y="137627"/>
                </a:lnTo>
                <a:lnTo>
                  <a:pt x="2280411" y="137508"/>
                </a:lnTo>
                <a:lnTo>
                  <a:pt x="2281359" y="137371"/>
                </a:lnTo>
                <a:lnTo>
                  <a:pt x="2282292" y="137215"/>
                </a:lnTo>
                <a:lnTo>
                  <a:pt x="2283210" y="137041"/>
                </a:lnTo>
                <a:lnTo>
                  <a:pt x="2284113" y="136849"/>
                </a:lnTo>
                <a:lnTo>
                  <a:pt x="2285001" y="136638"/>
                </a:lnTo>
                <a:lnTo>
                  <a:pt x="2285874" y="136410"/>
                </a:lnTo>
                <a:lnTo>
                  <a:pt x="2286732" y="136162"/>
                </a:lnTo>
                <a:lnTo>
                  <a:pt x="2287576" y="135897"/>
                </a:lnTo>
                <a:lnTo>
                  <a:pt x="2288405" y="135613"/>
                </a:lnTo>
                <a:lnTo>
                  <a:pt x="2289218" y="135311"/>
                </a:lnTo>
                <a:lnTo>
                  <a:pt x="2290017" y="134991"/>
                </a:lnTo>
                <a:lnTo>
                  <a:pt x="2290801" y="134652"/>
                </a:lnTo>
                <a:lnTo>
                  <a:pt x="2291570" y="134295"/>
                </a:lnTo>
                <a:lnTo>
                  <a:pt x="2292324" y="133920"/>
                </a:lnTo>
                <a:lnTo>
                  <a:pt x="2293064" y="133526"/>
                </a:lnTo>
                <a:lnTo>
                  <a:pt x="2293788" y="133115"/>
                </a:lnTo>
                <a:lnTo>
                  <a:pt x="2294498" y="132684"/>
                </a:lnTo>
                <a:lnTo>
                  <a:pt x="2295193" y="132244"/>
                </a:lnTo>
                <a:lnTo>
                  <a:pt x="2295876" y="131803"/>
                </a:lnTo>
                <a:lnTo>
                  <a:pt x="2296545" y="131360"/>
                </a:lnTo>
                <a:lnTo>
                  <a:pt x="2297201" y="130915"/>
                </a:lnTo>
                <a:lnTo>
                  <a:pt x="2297843" y="130469"/>
                </a:lnTo>
                <a:lnTo>
                  <a:pt x="2298473" y="130021"/>
                </a:lnTo>
                <a:lnTo>
                  <a:pt x="2299090" y="129571"/>
                </a:lnTo>
                <a:lnTo>
                  <a:pt x="2299693" y="129121"/>
                </a:lnTo>
                <a:lnTo>
                  <a:pt x="2300283" y="128668"/>
                </a:lnTo>
                <a:lnTo>
                  <a:pt x="2300860" y="128214"/>
                </a:lnTo>
                <a:lnTo>
                  <a:pt x="2301424" y="127759"/>
                </a:lnTo>
                <a:lnTo>
                  <a:pt x="2301974" y="127302"/>
                </a:lnTo>
                <a:lnTo>
                  <a:pt x="2302512" y="126843"/>
                </a:lnTo>
                <a:lnTo>
                  <a:pt x="2303036" y="126383"/>
                </a:lnTo>
                <a:lnTo>
                  <a:pt x="2303547" y="125921"/>
                </a:lnTo>
                <a:lnTo>
                  <a:pt x="2304045" y="125458"/>
                </a:lnTo>
                <a:lnTo>
                  <a:pt x="2304530" y="124993"/>
                </a:lnTo>
                <a:lnTo>
                  <a:pt x="2305001" y="124527"/>
                </a:lnTo>
                <a:lnTo>
                  <a:pt x="2305460" y="124059"/>
                </a:lnTo>
                <a:lnTo>
                  <a:pt x="2305905" y="123590"/>
                </a:lnTo>
                <a:lnTo>
                  <a:pt x="2306337" y="123119"/>
                </a:lnTo>
                <a:lnTo>
                  <a:pt x="2306756" y="122647"/>
                </a:lnTo>
                <a:lnTo>
                  <a:pt x="2307162" y="122173"/>
                </a:lnTo>
                <a:lnTo>
                  <a:pt x="2307554" y="121697"/>
                </a:lnTo>
                <a:lnTo>
                  <a:pt x="2308047" y="136183"/>
                </a:lnTo>
                <a:lnTo>
                  <a:pt x="2323912" y="136183"/>
                </a:lnTo>
                <a:lnTo>
                  <a:pt x="2323912" y="37248"/>
                </a:lnTo>
                <a:lnTo>
                  <a:pt x="2307357" y="37248"/>
                </a:lnTo>
                <a:lnTo>
                  <a:pt x="2307357" y="107908"/>
                </a:lnTo>
                <a:lnTo>
                  <a:pt x="2306983" y="108417"/>
                </a:lnTo>
                <a:lnTo>
                  <a:pt x="2306598" y="108922"/>
                </a:lnTo>
                <a:lnTo>
                  <a:pt x="2306204" y="109421"/>
                </a:lnTo>
                <a:lnTo>
                  <a:pt x="2305800" y="109915"/>
                </a:lnTo>
                <a:lnTo>
                  <a:pt x="2305386" y="110404"/>
                </a:lnTo>
                <a:lnTo>
                  <a:pt x="2304961" y="110888"/>
                </a:lnTo>
                <a:lnTo>
                  <a:pt x="2304527" y="111367"/>
                </a:lnTo>
                <a:lnTo>
                  <a:pt x="2304083" y="111840"/>
                </a:lnTo>
                <a:lnTo>
                  <a:pt x="2303630" y="112308"/>
                </a:lnTo>
                <a:lnTo>
                  <a:pt x="2303166" y="112772"/>
                </a:lnTo>
                <a:lnTo>
                  <a:pt x="2302692" y="113229"/>
                </a:lnTo>
                <a:lnTo>
                  <a:pt x="2302208" y="113682"/>
                </a:lnTo>
                <a:lnTo>
                  <a:pt x="2301715" y="114130"/>
                </a:lnTo>
                <a:lnTo>
                  <a:pt x="2301211" y="114572"/>
                </a:lnTo>
                <a:lnTo>
                  <a:pt x="2300698" y="115010"/>
                </a:lnTo>
                <a:lnTo>
                  <a:pt x="2300175" y="115442"/>
                </a:lnTo>
                <a:lnTo>
                  <a:pt x="2299641" y="115869"/>
                </a:lnTo>
                <a:lnTo>
                  <a:pt x="2299098" y="116291"/>
                </a:lnTo>
                <a:lnTo>
                  <a:pt x="2298545" y="116707"/>
                </a:lnTo>
                <a:lnTo>
                  <a:pt x="2297982" y="117119"/>
                </a:lnTo>
                <a:lnTo>
                  <a:pt x="2297409" y="117525"/>
                </a:lnTo>
                <a:lnTo>
                  <a:pt x="2296826" y="117926"/>
                </a:lnTo>
                <a:lnTo>
                  <a:pt x="2296234" y="118322"/>
                </a:lnTo>
                <a:lnTo>
                  <a:pt x="2295631" y="118713"/>
                </a:lnTo>
                <a:lnTo>
                  <a:pt x="2295017" y="119093"/>
                </a:lnTo>
                <a:lnTo>
                  <a:pt x="2294391" y="119457"/>
                </a:lnTo>
                <a:lnTo>
                  <a:pt x="2293752" y="119805"/>
                </a:lnTo>
                <a:lnTo>
                  <a:pt x="2293102" y="120137"/>
                </a:lnTo>
                <a:lnTo>
                  <a:pt x="2292439" y="120452"/>
                </a:lnTo>
                <a:lnTo>
                  <a:pt x="2291763" y="120752"/>
                </a:lnTo>
                <a:lnTo>
                  <a:pt x="2291075" y="121035"/>
                </a:lnTo>
                <a:lnTo>
                  <a:pt x="2290375" y="121302"/>
                </a:lnTo>
                <a:lnTo>
                  <a:pt x="2289663" y="121552"/>
                </a:lnTo>
                <a:lnTo>
                  <a:pt x="2288938" y="121787"/>
                </a:lnTo>
                <a:lnTo>
                  <a:pt x="2288201" y="122005"/>
                </a:lnTo>
                <a:lnTo>
                  <a:pt x="2287452" y="122208"/>
                </a:lnTo>
                <a:lnTo>
                  <a:pt x="2286690" y="122394"/>
                </a:lnTo>
                <a:lnTo>
                  <a:pt x="2285916" y="122563"/>
                </a:lnTo>
                <a:lnTo>
                  <a:pt x="2285130" y="122717"/>
                </a:lnTo>
                <a:lnTo>
                  <a:pt x="2284332" y="122855"/>
                </a:lnTo>
                <a:lnTo>
                  <a:pt x="2283521" y="122976"/>
                </a:lnTo>
                <a:lnTo>
                  <a:pt x="2282697" y="123081"/>
                </a:lnTo>
                <a:lnTo>
                  <a:pt x="2281862" y="123170"/>
                </a:lnTo>
                <a:lnTo>
                  <a:pt x="2281014" y="123243"/>
                </a:lnTo>
                <a:lnTo>
                  <a:pt x="2280154" y="123300"/>
                </a:lnTo>
                <a:lnTo>
                  <a:pt x="2279281" y="123340"/>
                </a:lnTo>
                <a:lnTo>
                  <a:pt x="2278397" y="123364"/>
                </a:lnTo>
                <a:lnTo>
                  <a:pt x="2277499" y="123372"/>
                </a:lnTo>
                <a:lnTo>
                  <a:pt x="2276857" y="123367"/>
                </a:lnTo>
                <a:lnTo>
                  <a:pt x="2276227" y="123352"/>
                </a:lnTo>
                <a:lnTo>
                  <a:pt x="2275610" y="123326"/>
                </a:lnTo>
                <a:lnTo>
                  <a:pt x="2275006" y="123290"/>
                </a:lnTo>
                <a:lnTo>
                  <a:pt x="2274414" y="123244"/>
                </a:lnTo>
                <a:lnTo>
                  <a:pt x="2273835" y="123187"/>
                </a:lnTo>
                <a:lnTo>
                  <a:pt x="2273269" y="123120"/>
                </a:lnTo>
                <a:lnTo>
                  <a:pt x="2272715" y="123043"/>
                </a:lnTo>
                <a:lnTo>
                  <a:pt x="2272174" y="122955"/>
                </a:lnTo>
                <a:lnTo>
                  <a:pt x="2271645" y="122857"/>
                </a:lnTo>
                <a:lnTo>
                  <a:pt x="2271129" y="122749"/>
                </a:lnTo>
                <a:lnTo>
                  <a:pt x="2270626" y="122630"/>
                </a:lnTo>
                <a:lnTo>
                  <a:pt x="2270136" y="122501"/>
                </a:lnTo>
                <a:lnTo>
                  <a:pt x="2269658" y="122362"/>
                </a:lnTo>
                <a:lnTo>
                  <a:pt x="2269193" y="122213"/>
                </a:lnTo>
                <a:lnTo>
                  <a:pt x="2268740" y="122053"/>
                </a:lnTo>
                <a:lnTo>
                  <a:pt x="2268301" y="121883"/>
                </a:lnTo>
                <a:lnTo>
                  <a:pt x="2267873" y="121703"/>
                </a:lnTo>
                <a:lnTo>
                  <a:pt x="2267459" y="121512"/>
                </a:lnTo>
                <a:lnTo>
                  <a:pt x="2267057" y="121311"/>
                </a:lnTo>
                <a:lnTo>
                  <a:pt x="2266668" y="121100"/>
                </a:lnTo>
                <a:lnTo>
                  <a:pt x="2266291" y="120878"/>
                </a:lnTo>
                <a:lnTo>
                  <a:pt x="2265927" y="120646"/>
                </a:lnTo>
                <a:lnTo>
                  <a:pt x="2265576" y="120404"/>
                </a:lnTo>
                <a:lnTo>
                  <a:pt x="2265236" y="120152"/>
                </a:lnTo>
                <a:lnTo>
                  <a:pt x="2264905" y="119892"/>
                </a:lnTo>
                <a:lnTo>
                  <a:pt x="2264583" y="119624"/>
                </a:lnTo>
                <a:lnTo>
                  <a:pt x="2264270" y="119348"/>
                </a:lnTo>
                <a:lnTo>
                  <a:pt x="2263967" y="119064"/>
                </a:lnTo>
                <a:lnTo>
                  <a:pt x="2263673" y="118771"/>
                </a:lnTo>
                <a:lnTo>
                  <a:pt x="2263388" y="118470"/>
                </a:lnTo>
                <a:lnTo>
                  <a:pt x="2263113" y="118161"/>
                </a:lnTo>
                <a:lnTo>
                  <a:pt x="2262846" y="117844"/>
                </a:lnTo>
                <a:lnTo>
                  <a:pt x="2262589" y="117519"/>
                </a:lnTo>
                <a:lnTo>
                  <a:pt x="2262341" y="117186"/>
                </a:lnTo>
                <a:lnTo>
                  <a:pt x="2262103" y="116844"/>
                </a:lnTo>
                <a:lnTo>
                  <a:pt x="2261873" y="116494"/>
                </a:lnTo>
                <a:lnTo>
                  <a:pt x="2261653" y="116136"/>
                </a:lnTo>
                <a:lnTo>
                  <a:pt x="2261442" y="115770"/>
                </a:lnTo>
                <a:lnTo>
                  <a:pt x="2261240" y="115396"/>
                </a:lnTo>
                <a:lnTo>
                  <a:pt x="2261048" y="115014"/>
                </a:lnTo>
                <a:lnTo>
                  <a:pt x="2260865" y="114623"/>
                </a:lnTo>
                <a:lnTo>
                  <a:pt x="2260691" y="114224"/>
                </a:lnTo>
                <a:lnTo>
                  <a:pt x="2260526" y="113817"/>
                </a:lnTo>
                <a:lnTo>
                  <a:pt x="2260370" y="113402"/>
                </a:lnTo>
                <a:lnTo>
                  <a:pt x="2260224" y="112979"/>
                </a:lnTo>
                <a:lnTo>
                  <a:pt x="2260087" y="112548"/>
                </a:lnTo>
                <a:lnTo>
                  <a:pt x="2259959" y="112108"/>
                </a:lnTo>
                <a:lnTo>
                  <a:pt x="2259839" y="111662"/>
                </a:lnTo>
                <a:lnTo>
                  <a:pt x="2259723" y="111211"/>
                </a:lnTo>
                <a:lnTo>
                  <a:pt x="2259613" y="110754"/>
                </a:lnTo>
                <a:lnTo>
                  <a:pt x="2259508" y="110293"/>
                </a:lnTo>
                <a:lnTo>
                  <a:pt x="2259408" y="109827"/>
                </a:lnTo>
                <a:lnTo>
                  <a:pt x="2259313" y="109356"/>
                </a:lnTo>
                <a:lnTo>
                  <a:pt x="2259223" y="108880"/>
                </a:lnTo>
                <a:lnTo>
                  <a:pt x="2259138" y="108399"/>
                </a:lnTo>
                <a:lnTo>
                  <a:pt x="2259059" y="107913"/>
                </a:lnTo>
                <a:lnTo>
                  <a:pt x="2258984" y="107422"/>
                </a:lnTo>
                <a:lnTo>
                  <a:pt x="2258915" y="106926"/>
                </a:lnTo>
                <a:lnTo>
                  <a:pt x="2258851" y="106425"/>
                </a:lnTo>
                <a:lnTo>
                  <a:pt x="2258792" y="105919"/>
                </a:lnTo>
                <a:lnTo>
                  <a:pt x="2258738" y="105408"/>
                </a:lnTo>
                <a:lnTo>
                  <a:pt x="2258689" y="104892"/>
                </a:lnTo>
                <a:lnTo>
                  <a:pt x="2258645" y="104371"/>
                </a:lnTo>
                <a:lnTo>
                  <a:pt x="2258607" y="103845"/>
                </a:lnTo>
                <a:lnTo>
                  <a:pt x="2258574" y="103314"/>
                </a:lnTo>
                <a:lnTo>
                  <a:pt x="2258545" y="102779"/>
                </a:lnTo>
                <a:lnTo>
                  <a:pt x="2258522" y="102238"/>
                </a:lnTo>
                <a:lnTo>
                  <a:pt x="2258504" y="101692"/>
                </a:lnTo>
                <a:lnTo>
                  <a:pt x="2258491" y="101141"/>
                </a:lnTo>
                <a:lnTo>
                  <a:pt x="2258484" y="100585"/>
                </a:lnTo>
                <a:lnTo>
                  <a:pt x="2258481" y="100024"/>
                </a:lnTo>
                <a:lnTo>
                  <a:pt x="2258481" y="37248"/>
                </a:lnTo>
                <a:lnTo>
                  <a:pt x="2241926" y="37248"/>
                </a:lnTo>
                <a:lnTo>
                  <a:pt x="2241926" y="102011"/>
                </a:lnTo>
                <a:lnTo>
                  <a:pt x="2241939" y="103398"/>
                </a:lnTo>
                <a:lnTo>
                  <a:pt x="2241978" y="104761"/>
                </a:lnTo>
                <a:lnTo>
                  <a:pt x="2242042" y="106098"/>
                </a:lnTo>
                <a:lnTo>
                  <a:pt x="2242132" y="107410"/>
                </a:lnTo>
                <a:lnTo>
                  <a:pt x="2242247" y="108697"/>
                </a:lnTo>
                <a:lnTo>
                  <a:pt x="2242388" y="109960"/>
                </a:lnTo>
                <a:lnTo>
                  <a:pt x="2242555" y="111197"/>
                </a:lnTo>
                <a:lnTo>
                  <a:pt x="2242748" y="112408"/>
                </a:lnTo>
                <a:lnTo>
                  <a:pt x="2242966" y="113595"/>
                </a:lnTo>
                <a:lnTo>
                  <a:pt x="2243210" y="114757"/>
                </a:lnTo>
                <a:lnTo>
                  <a:pt x="2243479" y="115893"/>
                </a:lnTo>
                <a:lnTo>
                  <a:pt x="2243774" y="117005"/>
                </a:lnTo>
                <a:lnTo>
                  <a:pt x="2244095" y="118091"/>
                </a:lnTo>
                <a:lnTo>
                  <a:pt x="2244441" y="119153"/>
                </a:lnTo>
                <a:lnTo>
                  <a:pt x="2244813" y="120189"/>
                </a:lnTo>
                <a:lnTo>
                  <a:pt x="2245211" y="121200"/>
                </a:lnTo>
                <a:lnTo>
                  <a:pt x="2245635" y="122186"/>
                </a:lnTo>
                <a:lnTo>
                  <a:pt x="2246084" y="123147"/>
                </a:lnTo>
                <a:lnTo>
                  <a:pt x="2246558" y="124083"/>
                </a:lnTo>
                <a:lnTo>
                  <a:pt x="2247059" y="124994"/>
                </a:lnTo>
                <a:lnTo>
                  <a:pt x="2247585" y="125879"/>
                </a:lnTo>
                <a:lnTo>
                  <a:pt x="2248137" y="126740"/>
                </a:lnTo>
                <a:lnTo>
                  <a:pt x="2248714" y="127575"/>
                </a:lnTo>
                <a:lnTo>
                  <a:pt x="2249317" y="128386"/>
                </a:lnTo>
                <a:lnTo>
                  <a:pt x="2249949" y="129167"/>
                </a:lnTo>
                <a:lnTo>
                  <a:pt x="2250613" y="129914"/>
                </a:lnTo>
                <a:lnTo>
                  <a:pt x="2251309" y="130629"/>
                </a:lnTo>
                <a:lnTo>
                  <a:pt x="2252038" y="131310"/>
                </a:lnTo>
                <a:lnTo>
                  <a:pt x="2252798" y="131958"/>
                </a:lnTo>
                <a:lnTo>
                  <a:pt x="2253591" y="132573"/>
                </a:lnTo>
                <a:lnTo>
                  <a:pt x="2254416" y="133154"/>
                </a:lnTo>
                <a:lnTo>
                  <a:pt x="2255273" y="133703"/>
                </a:lnTo>
                <a:lnTo>
                  <a:pt x="2256162" y="134218"/>
                </a:lnTo>
                <a:lnTo>
                  <a:pt x="2257084" y="134700"/>
                </a:lnTo>
                <a:lnTo>
                  <a:pt x="2258037" y="135148"/>
                </a:lnTo>
                <a:lnTo>
                  <a:pt x="2259023" y="135564"/>
                </a:lnTo>
                <a:lnTo>
                  <a:pt x="2260041" y="135946"/>
                </a:lnTo>
                <a:lnTo>
                  <a:pt x="2261091" y="136295"/>
                </a:lnTo>
                <a:lnTo>
                  <a:pt x="2262173" y="136610"/>
                </a:lnTo>
                <a:lnTo>
                  <a:pt x="2263288" y="136893"/>
                </a:lnTo>
                <a:lnTo>
                  <a:pt x="2264434" y="137142"/>
                </a:lnTo>
                <a:lnTo>
                  <a:pt x="2265613" y="137358"/>
                </a:lnTo>
                <a:lnTo>
                  <a:pt x="2266824" y="137541"/>
                </a:lnTo>
                <a:lnTo>
                  <a:pt x="2268067" y="137690"/>
                </a:lnTo>
                <a:lnTo>
                  <a:pt x="2269342" y="137807"/>
                </a:lnTo>
                <a:lnTo>
                  <a:pt x="2270650" y="137890"/>
                </a:lnTo>
                <a:lnTo>
                  <a:pt x="2271989" y="137940"/>
                </a:lnTo>
                <a:lnTo>
                  <a:pt x="2273361" y="137956"/>
                </a:lnTo>
                <a:lnTo>
                  <a:pt x="2274413" y="137947"/>
                </a:lnTo>
                <a:lnTo>
                  <a:pt x="2275450" y="137920"/>
                </a:lnTo>
                <a:lnTo>
                  <a:pt x="2276472" y="137874"/>
                </a:lnTo>
                <a:lnTo>
                  <a:pt x="2277479" y="137810"/>
                </a:lnTo>
                <a:lnTo>
                  <a:pt x="2278471" y="13772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" name="Text casesthatthisdoesn'thandle…">
            <a:extLst xmlns:a="http://schemas.openxmlformats.org/drawingml/2006/main">
              <a:ext uri="{FF2B5EF4-FFF2-40B4-BE49-F238E27FC236}">
                <a16:creationId xmlns:a16="http://schemas.microsoft.com/office/drawing/2014/main" id="{4B4DA887-6EB8-4390-89A8-F36486A32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6255" y="7643029"/>
            <a:ext cx="2741189" cy="137956"/>
          </a:xfrm>
          <a:custGeom xmlns:a="http://schemas.openxmlformats.org/drawingml/2006/main">
            <a:pathLst>
              <a:path w="2741189" h="137956">
                <a:moveTo>
                  <a:pt x="44442" y="137956"/>
                </a:moveTo>
                <a:cubicBezTo>
                  <a:pt x="35770" y="137956"/>
                  <a:pt x="28084" y="136078"/>
                  <a:pt x="21383" y="132321"/>
                </a:cubicBezTo>
                <a:cubicBezTo>
                  <a:pt x="14682" y="128562"/>
                  <a:pt x="9443" y="122907"/>
                  <a:pt x="5666" y="115357"/>
                </a:cubicBezTo>
                <a:cubicBezTo>
                  <a:pt x="1889" y="107806"/>
                  <a:pt x="0" y="98343"/>
                  <a:pt x="0" y="86968"/>
                </a:cubicBezTo>
                <a:cubicBezTo>
                  <a:pt x="0" y="75593"/>
                  <a:pt x="1856" y="66096"/>
                  <a:pt x="5568" y="58477"/>
                </a:cubicBezTo>
                <a:cubicBezTo>
                  <a:pt x="9279" y="50859"/>
                  <a:pt x="14469" y="45138"/>
                  <a:pt x="21137" y="41313"/>
                </a:cubicBezTo>
                <a:cubicBezTo>
                  <a:pt x="27805" y="37486"/>
                  <a:pt x="35573" y="35573"/>
                  <a:pt x="44442" y="35573"/>
                </a:cubicBezTo>
                <a:cubicBezTo>
                  <a:pt x="51865" y="35573"/>
                  <a:pt x="58549" y="36824"/>
                  <a:pt x="64495" y="39327"/>
                </a:cubicBezTo>
                <a:cubicBezTo>
                  <a:pt x="70440" y="41829"/>
                  <a:pt x="75186" y="45601"/>
                  <a:pt x="78734" y="50640"/>
                </a:cubicBezTo>
                <a:cubicBezTo>
                  <a:pt x="82281" y="55680"/>
                  <a:pt x="84153" y="62056"/>
                  <a:pt x="84350" y="69766"/>
                </a:cubicBezTo>
                <a:lnTo>
                  <a:pt x="68091" y="69766"/>
                </a:lnTo>
                <a:cubicBezTo>
                  <a:pt x="67697" y="63285"/>
                  <a:pt x="65464" y="58184"/>
                  <a:pt x="61391" y="54462"/>
                </a:cubicBezTo>
                <a:cubicBezTo>
                  <a:pt x="57318" y="50738"/>
                  <a:pt x="51766" y="48876"/>
                  <a:pt x="44737" y="48876"/>
                </a:cubicBezTo>
                <a:cubicBezTo>
                  <a:pt x="35409" y="48876"/>
                  <a:pt x="28445" y="52213"/>
                  <a:pt x="23847" y="58887"/>
                </a:cubicBezTo>
                <a:cubicBezTo>
                  <a:pt x="19248" y="65561"/>
                  <a:pt x="16949" y="74922"/>
                  <a:pt x="16949" y="86971"/>
                </a:cubicBezTo>
                <a:cubicBezTo>
                  <a:pt x="16949" y="94979"/>
                  <a:pt x="17967" y="101774"/>
                  <a:pt x="20004" y="107353"/>
                </a:cubicBezTo>
                <a:cubicBezTo>
                  <a:pt x="22040" y="112931"/>
                  <a:pt x="25128" y="117209"/>
                  <a:pt x="29266" y="120188"/>
                </a:cubicBezTo>
                <a:cubicBezTo>
                  <a:pt x="33405" y="123165"/>
                  <a:pt x="38562" y="124653"/>
                  <a:pt x="44737" y="124653"/>
                </a:cubicBezTo>
                <a:cubicBezTo>
                  <a:pt x="51766" y="124653"/>
                  <a:pt x="57482" y="122739"/>
                  <a:pt x="61883" y="118910"/>
                </a:cubicBezTo>
                <a:cubicBezTo>
                  <a:pt x="66285" y="115080"/>
                  <a:pt x="68584" y="109472"/>
                  <a:pt x="68781" y="102088"/>
                </a:cubicBezTo>
                <a:lnTo>
                  <a:pt x="85040" y="102088"/>
                </a:lnTo>
                <a:cubicBezTo>
                  <a:pt x="84843" y="110082"/>
                  <a:pt x="82954" y="116737"/>
                  <a:pt x="79374" y="122054"/>
                </a:cubicBezTo>
                <a:cubicBezTo>
                  <a:pt x="75794" y="127371"/>
                  <a:pt x="70965" y="131351"/>
                  <a:pt x="64889" y="133993"/>
                </a:cubicBezTo>
                <a:cubicBezTo>
                  <a:pt x="58812" y="136635"/>
                  <a:pt x="51996" y="137956"/>
                  <a:pt x="44442" y="137956"/>
                </a:cubicBezTo>
                <a:close/>
                <a:moveTo>
                  <a:pt x="137315" y="137956"/>
                </a:moveTo>
                <a:cubicBezTo>
                  <a:pt x="131797" y="137956"/>
                  <a:pt x="126755" y="136880"/>
                  <a:pt x="122189" y="134726"/>
                </a:cubicBezTo>
                <a:cubicBezTo>
                  <a:pt x="117623" y="132573"/>
                  <a:pt x="113977" y="129393"/>
                  <a:pt x="111251" y="125186"/>
                </a:cubicBezTo>
                <a:cubicBezTo>
                  <a:pt x="108525" y="120980"/>
                  <a:pt x="107162" y="115781"/>
                  <a:pt x="107162" y="109589"/>
                </a:cubicBezTo>
                <a:cubicBezTo>
                  <a:pt x="107162" y="100774"/>
                  <a:pt x="109855" y="94078"/>
                  <a:pt x="115242" y="89502"/>
                </a:cubicBezTo>
                <a:cubicBezTo>
                  <a:pt x="120629" y="84926"/>
                  <a:pt x="128249" y="81814"/>
                  <a:pt x="138103" y="80166"/>
                </a:cubicBezTo>
                <a:cubicBezTo>
                  <a:pt x="147957" y="78517"/>
                  <a:pt x="159487" y="77625"/>
                  <a:pt x="172691" y="77490"/>
                </a:cubicBezTo>
                <a:lnTo>
                  <a:pt x="172691" y="70429"/>
                </a:lnTo>
                <a:cubicBezTo>
                  <a:pt x="172691" y="61775"/>
                  <a:pt x="170654" y="55839"/>
                  <a:pt x="166581" y="52620"/>
                </a:cubicBezTo>
                <a:cubicBezTo>
                  <a:pt x="162508" y="49401"/>
                  <a:pt x="157351" y="47792"/>
                  <a:pt x="151111" y="47792"/>
                </a:cubicBezTo>
                <a:cubicBezTo>
                  <a:pt x="144476" y="47792"/>
                  <a:pt x="138892" y="49546"/>
                  <a:pt x="134359" y="53055"/>
                </a:cubicBezTo>
                <a:cubicBezTo>
                  <a:pt x="129826" y="56563"/>
                  <a:pt x="127560" y="62101"/>
                  <a:pt x="127560" y="69668"/>
                </a:cubicBezTo>
                <a:lnTo>
                  <a:pt x="111596" y="69668"/>
                </a:lnTo>
                <a:cubicBezTo>
                  <a:pt x="111596" y="61551"/>
                  <a:pt x="113288" y="54990"/>
                  <a:pt x="116671" y="49985"/>
                </a:cubicBezTo>
                <a:cubicBezTo>
                  <a:pt x="120054" y="44977"/>
                  <a:pt x="124718" y="41324"/>
                  <a:pt x="130664" y="39025"/>
                </a:cubicBezTo>
                <a:cubicBezTo>
                  <a:pt x="136609" y="36724"/>
                  <a:pt x="143424" y="35573"/>
                  <a:pt x="151111" y="35573"/>
                </a:cubicBezTo>
                <a:cubicBezTo>
                  <a:pt x="156038" y="35573"/>
                  <a:pt x="160751" y="36047"/>
                  <a:pt x="165251" y="36996"/>
                </a:cubicBezTo>
                <a:cubicBezTo>
                  <a:pt x="169751" y="37942"/>
                  <a:pt x="173791" y="39668"/>
                  <a:pt x="177372" y="42172"/>
                </a:cubicBezTo>
                <a:cubicBezTo>
                  <a:pt x="180952" y="44677"/>
                  <a:pt x="183793" y="48180"/>
                  <a:pt x="185895" y="52682"/>
                </a:cubicBezTo>
                <a:cubicBezTo>
                  <a:pt x="187998" y="57182"/>
                  <a:pt x="189049" y="62985"/>
                  <a:pt x="189049" y="70090"/>
                </a:cubicBezTo>
                <a:lnTo>
                  <a:pt x="189049" y="136183"/>
                </a:lnTo>
                <a:lnTo>
                  <a:pt x="173676" y="136183"/>
                </a:lnTo>
                <a:lnTo>
                  <a:pt x="172987" y="121599"/>
                </a:lnTo>
                <a:cubicBezTo>
                  <a:pt x="168585" y="126526"/>
                  <a:pt x="163477" y="130484"/>
                  <a:pt x="157664" y="133473"/>
                </a:cubicBezTo>
                <a:cubicBezTo>
                  <a:pt x="151850" y="136462"/>
                  <a:pt x="145067" y="137956"/>
                  <a:pt x="137315" y="137956"/>
                </a:cubicBezTo>
                <a:moveTo>
                  <a:pt x="141651" y="125343"/>
                </a:moveTo>
                <a:cubicBezTo>
                  <a:pt x="148220" y="125343"/>
                  <a:pt x="154133" y="123738"/>
                  <a:pt x="159388" y="120527"/>
                </a:cubicBezTo>
                <a:cubicBezTo>
                  <a:pt x="164643" y="117314"/>
                  <a:pt x="169045" y="113248"/>
                  <a:pt x="172592" y="108330"/>
                </a:cubicBezTo>
                <a:lnTo>
                  <a:pt x="172592" y="88033"/>
                </a:lnTo>
                <a:cubicBezTo>
                  <a:pt x="155118" y="88239"/>
                  <a:pt x="142587" y="89948"/>
                  <a:pt x="134999" y="93161"/>
                </a:cubicBezTo>
                <a:cubicBezTo>
                  <a:pt x="127412" y="96371"/>
                  <a:pt x="123618" y="101632"/>
                  <a:pt x="123618" y="108942"/>
                </a:cubicBezTo>
                <a:cubicBezTo>
                  <a:pt x="123618" y="113931"/>
                  <a:pt x="125145" y="117912"/>
                  <a:pt x="128200" y="120884"/>
                </a:cubicBezTo>
                <a:cubicBezTo>
                  <a:pt x="131255" y="123857"/>
                  <a:pt x="135738" y="125343"/>
                  <a:pt x="141651" y="125343"/>
                </a:cubicBezTo>
                <a:close/>
                <a:moveTo>
                  <a:pt x="253739" y="137956"/>
                </a:moveTo>
                <a:cubicBezTo>
                  <a:pt x="248352" y="137956"/>
                  <a:pt x="243245" y="137348"/>
                  <a:pt x="238416" y="136130"/>
                </a:cubicBezTo>
                <a:cubicBezTo>
                  <a:pt x="233588" y="134913"/>
                  <a:pt x="229334" y="132985"/>
                  <a:pt x="225655" y="130347"/>
                </a:cubicBezTo>
                <a:cubicBezTo>
                  <a:pt x="221976" y="127709"/>
                  <a:pt x="219102" y="124243"/>
                  <a:pt x="217033" y="119948"/>
                </a:cubicBezTo>
                <a:cubicBezTo>
                  <a:pt x="214964" y="115651"/>
                  <a:pt x="213929" y="110458"/>
                  <a:pt x="213929" y="104369"/>
                </a:cubicBezTo>
                <a:lnTo>
                  <a:pt x="229794" y="104369"/>
                </a:lnTo>
                <a:cubicBezTo>
                  <a:pt x="229794" y="112214"/>
                  <a:pt x="232110" y="117736"/>
                  <a:pt x="236741" y="120937"/>
                </a:cubicBezTo>
                <a:cubicBezTo>
                  <a:pt x="241372" y="124137"/>
                  <a:pt x="247170" y="125737"/>
                  <a:pt x="254133" y="125737"/>
                </a:cubicBezTo>
                <a:cubicBezTo>
                  <a:pt x="260374" y="125737"/>
                  <a:pt x="265515" y="124475"/>
                  <a:pt x="269555" y="121950"/>
                </a:cubicBezTo>
                <a:cubicBezTo>
                  <a:pt x="273595" y="119425"/>
                  <a:pt x="275615" y="115256"/>
                  <a:pt x="275615" y="109444"/>
                </a:cubicBezTo>
                <a:cubicBezTo>
                  <a:pt x="275615" y="104573"/>
                  <a:pt x="273792" y="100953"/>
                  <a:pt x="270146" y="98586"/>
                </a:cubicBezTo>
                <a:cubicBezTo>
                  <a:pt x="266500" y="96217"/>
                  <a:pt x="260079" y="93917"/>
                  <a:pt x="250881" y="91686"/>
                </a:cubicBezTo>
                <a:cubicBezTo>
                  <a:pt x="243392" y="89858"/>
                  <a:pt x="237086" y="87745"/>
                  <a:pt x="231962" y="85345"/>
                </a:cubicBezTo>
                <a:cubicBezTo>
                  <a:pt x="226838" y="82943"/>
                  <a:pt x="222995" y="79899"/>
                  <a:pt x="220433" y="76212"/>
                </a:cubicBezTo>
                <a:cubicBezTo>
                  <a:pt x="217871" y="72525"/>
                  <a:pt x="216589" y="67874"/>
                  <a:pt x="216589" y="62259"/>
                </a:cubicBezTo>
                <a:cubicBezTo>
                  <a:pt x="216589" y="57862"/>
                  <a:pt x="217493" y="53989"/>
                  <a:pt x="219299" y="50640"/>
                </a:cubicBezTo>
                <a:cubicBezTo>
                  <a:pt x="221106" y="47292"/>
                  <a:pt x="223635" y="44502"/>
                  <a:pt x="226887" y="42271"/>
                </a:cubicBezTo>
                <a:cubicBezTo>
                  <a:pt x="230139" y="40037"/>
                  <a:pt x="233965" y="38363"/>
                  <a:pt x="238367" y="37248"/>
                </a:cubicBezTo>
                <a:cubicBezTo>
                  <a:pt x="242768" y="36131"/>
                  <a:pt x="247531" y="35573"/>
                  <a:pt x="252655" y="35573"/>
                </a:cubicBezTo>
                <a:cubicBezTo>
                  <a:pt x="257714" y="35573"/>
                  <a:pt x="262460" y="36182"/>
                  <a:pt x="266894" y="37399"/>
                </a:cubicBezTo>
                <a:cubicBezTo>
                  <a:pt x="271329" y="38616"/>
                  <a:pt x="275237" y="40511"/>
                  <a:pt x="278621" y="43084"/>
                </a:cubicBezTo>
                <a:cubicBezTo>
                  <a:pt x="282004" y="45654"/>
                  <a:pt x="284681" y="48968"/>
                  <a:pt x="286652" y="53027"/>
                </a:cubicBezTo>
                <a:cubicBezTo>
                  <a:pt x="288622" y="57086"/>
                  <a:pt x="289608" y="61956"/>
                  <a:pt x="289608" y="67639"/>
                </a:cubicBezTo>
                <a:lnTo>
                  <a:pt x="273644" y="67639"/>
                </a:lnTo>
                <a:cubicBezTo>
                  <a:pt x="273644" y="60468"/>
                  <a:pt x="271608" y="55400"/>
                  <a:pt x="267535" y="52436"/>
                </a:cubicBezTo>
                <a:cubicBezTo>
                  <a:pt x="263462" y="49471"/>
                  <a:pt x="258502" y="47989"/>
                  <a:pt x="252655" y="47989"/>
                </a:cubicBezTo>
                <a:cubicBezTo>
                  <a:pt x="246743" y="47989"/>
                  <a:pt x="241947" y="49102"/>
                  <a:pt x="238268" y="51327"/>
                </a:cubicBezTo>
                <a:cubicBezTo>
                  <a:pt x="234590" y="53550"/>
                  <a:pt x="232750" y="57025"/>
                  <a:pt x="232750" y="61751"/>
                </a:cubicBezTo>
                <a:cubicBezTo>
                  <a:pt x="232750" y="64389"/>
                  <a:pt x="233571" y="66621"/>
                  <a:pt x="235214" y="68449"/>
                </a:cubicBezTo>
                <a:cubicBezTo>
                  <a:pt x="236856" y="70276"/>
                  <a:pt x="239615" y="71917"/>
                  <a:pt x="243491" y="73372"/>
                </a:cubicBezTo>
                <a:cubicBezTo>
                  <a:pt x="247367" y="74826"/>
                  <a:pt x="252590" y="76365"/>
                  <a:pt x="259159" y="77988"/>
                </a:cubicBezTo>
                <a:cubicBezTo>
                  <a:pt x="266319" y="79748"/>
                  <a:pt x="272330" y="81845"/>
                  <a:pt x="277192" y="84280"/>
                </a:cubicBezTo>
                <a:cubicBezTo>
                  <a:pt x="282053" y="86714"/>
                  <a:pt x="285715" y="89843"/>
                  <a:pt x="288179" y="93666"/>
                </a:cubicBezTo>
                <a:cubicBezTo>
                  <a:pt x="290642" y="97486"/>
                  <a:pt x="291874" y="102373"/>
                  <a:pt x="291874" y="108326"/>
                </a:cubicBezTo>
                <a:cubicBezTo>
                  <a:pt x="291874" y="113467"/>
                  <a:pt x="290905" y="117915"/>
                  <a:pt x="288967" y="121669"/>
                </a:cubicBezTo>
                <a:cubicBezTo>
                  <a:pt x="287029" y="125424"/>
                  <a:pt x="284336" y="128503"/>
                  <a:pt x="280887" y="130905"/>
                </a:cubicBezTo>
                <a:cubicBezTo>
                  <a:pt x="277438" y="133306"/>
                  <a:pt x="273398" y="135082"/>
                  <a:pt x="268767" y="136232"/>
                </a:cubicBezTo>
                <a:cubicBezTo>
                  <a:pt x="264135" y="137381"/>
                  <a:pt x="259126" y="137956"/>
                  <a:pt x="253739" y="137956"/>
                </a:cubicBezTo>
                <a:close/>
                <a:moveTo>
                  <a:pt x="354704" y="137956"/>
                </a:moveTo>
                <a:cubicBezTo>
                  <a:pt x="344259" y="137956"/>
                  <a:pt x="335702" y="135707"/>
                  <a:pt x="329034" y="131209"/>
                </a:cubicBezTo>
                <a:cubicBezTo>
                  <a:pt x="322366" y="126709"/>
                  <a:pt x="317423" y="120588"/>
                  <a:pt x="314204" y="112844"/>
                </a:cubicBezTo>
                <a:cubicBezTo>
                  <a:pt x="310985" y="105098"/>
                  <a:pt x="309376" y="96389"/>
                  <a:pt x="309376" y="86715"/>
                </a:cubicBezTo>
                <a:cubicBezTo>
                  <a:pt x="309376" y="76636"/>
                  <a:pt x="310936" y="67757"/>
                  <a:pt x="314056" y="60079"/>
                </a:cubicBezTo>
                <a:cubicBezTo>
                  <a:pt x="317177" y="52401"/>
                  <a:pt x="321939" y="46397"/>
                  <a:pt x="328345" y="42067"/>
                </a:cubicBezTo>
                <a:cubicBezTo>
                  <a:pt x="334750" y="37738"/>
                  <a:pt x="342879" y="35573"/>
                  <a:pt x="352733" y="35573"/>
                </a:cubicBezTo>
                <a:cubicBezTo>
                  <a:pt x="365806" y="35573"/>
                  <a:pt x="376054" y="39627"/>
                  <a:pt x="383478" y="47733"/>
                </a:cubicBezTo>
                <a:cubicBezTo>
                  <a:pt x="390901" y="55838"/>
                  <a:pt x="394613" y="67491"/>
                  <a:pt x="394613" y="82691"/>
                </a:cubicBezTo>
                <a:cubicBezTo>
                  <a:pt x="394613" y="83705"/>
                  <a:pt x="394580" y="84905"/>
                  <a:pt x="394514" y="86290"/>
                </a:cubicBezTo>
                <a:cubicBezTo>
                  <a:pt x="394449" y="87674"/>
                  <a:pt x="394350" y="88670"/>
                  <a:pt x="394219" y="89277"/>
                </a:cubicBezTo>
                <a:lnTo>
                  <a:pt x="325832" y="89277"/>
                </a:lnTo>
                <a:cubicBezTo>
                  <a:pt x="325897" y="95785"/>
                  <a:pt x="326899" y="101762"/>
                  <a:pt x="328837" y="107209"/>
                </a:cubicBezTo>
                <a:cubicBezTo>
                  <a:pt x="330775" y="112655"/>
                  <a:pt x="333846" y="117023"/>
                  <a:pt x="338051" y="120311"/>
                </a:cubicBezTo>
                <a:cubicBezTo>
                  <a:pt x="342255" y="123600"/>
                  <a:pt x="347806" y="125245"/>
                  <a:pt x="354704" y="125245"/>
                </a:cubicBezTo>
                <a:cubicBezTo>
                  <a:pt x="362062" y="125245"/>
                  <a:pt x="367810" y="123432"/>
                  <a:pt x="371949" y="119806"/>
                </a:cubicBezTo>
                <a:cubicBezTo>
                  <a:pt x="376087" y="116181"/>
                  <a:pt x="378255" y="110950"/>
                  <a:pt x="378452" y="104114"/>
                </a:cubicBezTo>
                <a:lnTo>
                  <a:pt x="394711" y="104114"/>
                </a:lnTo>
                <a:cubicBezTo>
                  <a:pt x="394514" y="111092"/>
                  <a:pt x="392773" y="117105"/>
                  <a:pt x="389489" y="122153"/>
                </a:cubicBezTo>
                <a:cubicBezTo>
                  <a:pt x="386204" y="127201"/>
                  <a:pt x="381606" y="131097"/>
                  <a:pt x="375693" y="133842"/>
                </a:cubicBezTo>
                <a:cubicBezTo>
                  <a:pt x="369781" y="136585"/>
                  <a:pt x="362784" y="137956"/>
                  <a:pt x="354704" y="137956"/>
                </a:cubicBezTo>
                <a:moveTo>
                  <a:pt x="325930" y="77256"/>
                </a:moveTo>
                <a:lnTo>
                  <a:pt x="378354" y="77256"/>
                </a:lnTo>
                <a:cubicBezTo>
                  <a:pt x="378157" y="67843"/>
                  <a:pt x="375824" y="60645"/>
                  <a:pt x="371357" y="55663"/>
                </a:cubicBezTo>
                <a:cubicBezTo>
                  <a:pt x="366890" y="50678"/>
                  <a:pt x="360682" y="48186"/>
                  <a:pt x="352733" y="48186"/>
                </a:cubicBezTo>
                <a:cubicBezTo>
                  <a:pt x="344719" y="48186"/>
                  <a:pt x="338428" y="50661"/>
                  <a:pt x="333863" y="55611"/>
                </a:cubicBezTo>
                <a:cubicBezTo>
                  <a:pt x="329297" y="60558"/>
                  <a:pt x="326653" y="67773"/>
                  <a:pt x="325930" y="77256"/>
                </a:cubicBezTo>
                <a:close/>
                <a:moveTo>
                  <a:pt x="455951" y="137956"/>
                </a:moveTo>
                <a:cubicBezTo>
                  <a:pt x="450564" y="137956"/>
                  <a:pt x="445457" y="137348"/>
                  <a:pt x="440628" y="136130"/>
                </a:cubicBezTo>
                <a:cubicBezTo>
                  <a:pt x="435800" y="134913"/>
                  <a:pt x="431546" y="132985"/>
                  <a:pt x="427867" y="130347"/>
                </a:cubicBezTo>
                <a:cubicBezTo>
                  <a:pt x="424188" y="127709"/>
                  <a:pt x="421314" y="124243"/>
                  <a:pt x="419245" y="119948"/>
                </a:cubicBezTo>
                <a:cubicBezTo>
                  <a:pt x="417176" y="115651"/>
                  <a:pt x="416141" y="110458"/>
                  <a:pt x="416141" y="104369"/>
                </a:cubicBezTo>
                <a:lnTo>
                  <a:pt x="432006" y="104369"/>
                </a:lnTo>
                <a:cubicBezTo>
                  <a:pt x="432006" y="112214"/>
                  <a:pt x="434322" y="117736"/>
                  <a:pt x="438953" y="120937"/>
                </a:cubicBezTo>
                <a:cubicBezTo>
                  <a:pt x="443584" y="124137"/>
                  <a:pt x="449382" y="125737"/>
                  <a:pt x="456345" y="125737"/>
                </a:cubicBezTo>
                <a:cubicBezTo>
                  <a:pt x="462586" y="125737"/>
                  <a:pt x="467727" y="124475"/>
                  <a:pt x="471767" y="121950"/>
                </a:cubicBezTo>
                <a:cubicBezTo>
                  <a:pt x="475807" y="119425"/>
                  <a:pt x="477827" y="115256"/>
                  <a:pt x="477827" y="109444"/>
                </a:cubicBezTo>
                <a:cubicBezTo>
                  <a:pt x="477827" y="104573"/>
                  <a:pt x="476004" y="100953"/>
                  <a:pt x="472358" y="98586"/>
                </a:cubicBezTo>
                <a:cubicBezTo>
                  <a:pt x="468712" y="96217"/>
                  <a:pt x="462291" y="93917"/>
                  <a:pt x="453094" y="91686"/>
                </a:cubicBezTo>
                <a:cubicBezTo>
                  <a:pt x="445605" y="89858"/>
                  <a:pt x="439298" y="87745"/>
                  <a:pt x="434174" y="85345"/>
                </a:cubicBezTo>
                <a:cubicBezTo>
                  <a:pt x="429050" y="82943"/>
                  <a:pt x="425207" y="79899"/>
                  <a:pt x="422645" y="76212"/>
                </a:cubicBezTo>
                <a:cubicBezTo>
                  <a:pt x="420083" y="72525"/>
                  <a:pt x="418802" y="67874"/>
                  <a:pt x="418802" y="62259"/>
                </a:cubicBezTo>
                <a:cubicBezTo>
                  <a:pt x="418802" y="57862"/>
                  <a:pt x="419705" y="53989"/>
                  <a:pt x="421511" y="50640"/>
                </a:cubicBezTo>
                <a:cubicBezTo>
                  <a:pt x="423318" y="47292"/>
                  <a:pt x="425847" y="44502"/>
                  <a:pt x="429099" y="42271"/>
                </a:cubicBezTo>
                <a:cubicBezTo>
                  <a:pt x="432351" y="40037"/>
                  <a:pt x="436178" y="38363"/>
                  <a:pt x="440579" y="37248"/>
                </a:cubicBezTo>
                <a:cubicBezTo>
                  <a:pt x="444980" y="36131"/>
                  <a:pt x="449743" y="35573"/>
                  <a:pt x="454867" y="35573"/>
                </a:cubicBezTo>
                <a:cubicBezTo>
                  <a:pt x="459926" y="35573"/>
                  <a:pt x="464672" y="36182"/>
                  <a:pt x="469106" y="37399"/>
                </a:cubicBezTo>
                <a:cubicBezTo>
                  <a:pt x="473541" y="38616"/>
                  <a:pt x="477449" y="40511"/>
                  <a:pt x="480833" y="43084"/>
                </a:cubicBezTo>
                <a:cubicBezTo>
                  <a:pt x="484216" y="45654"/>
                  <a:pt x="486893" y="48968"/>
                  <a:pt x="488864" y="53027"/>
                </a:cubicBezTo>
                <a:cubicBezTo>
                  <a:pt x="490835" y="57086"/>
                  <a:pt x="491820" y="61956"/>
                  <a:pt x="491820" y="67639"/>
                </a:cubicBezTo>
                <a:lnTo>
                  <a:pt x="475856" y="67639"/>
                </a:lnTo>
                <a:cubicBezTo>
                  <a:pt x="475856" y="60468"/>
                  <a:pt x="473820" y="55400"/>
                  <a:pt x="469747" y="52436"/>
                </a:cubicBezTo>
                <a:cubicBezTo>
                  <a:pt x="465674" y="49471"/>
                  <a:pt x="460714" y="47989"/>
                  <a:pt x="454867" y="47989"/>
                </a:cubicBezTo>
                <a:cubicBezTo>
                  <a:pt x="448955" y="47989"/>
                  <a:pt x="444159" y="49102"/>
                  <a:pt x="440480" y="51327"/>
                </a:cubicBezTo>
                <a:cubicBezTo>
                  <a:pt x="436802" y="53550"/>
                  <a:pt x="434962" y="57025"/>
                  <a:pt x="434962" y="61751"/>
                </a:cubicBezTo>
                <a:cubicBezTo>
                  <a:pt x="434962" y="64389"/>
                  <a:pt x="435783" y="66621"/>
                  <a:pt x="437426" y="68449"/>
                </a:cubicBezTo>
                <a:cubicBezTo>
                  <a:pt x="439068" y="70276"/>
                  <a:pt x="441827" y="71917"/>
                  <a:pt x="445703" y="73372"/>
                </a:cubicBezTo>
                <a:cubicBezTo>
                  <a:pt x="449579" y="74826"/>
                  <a:pt x="454802" y="76365"/>
                  <a:pt x="461371" y="77988"/>
                </a:cubicBezTo>
                <a:cubicBezTo>
                  <a:pt x="468532" y="79748"/>
                  <a:pt x="474543" y="81845"/>
                  <a:pt x="479404" y="84280"/>
                </a:cubicBezTo>
                <a:cubicBezTo>
                  <a:pt x="484265" y="86714"/>
                  <a:pt x="487928" y="89843"/>
                  <a:pt x="490391" y="93666"/>
                </a:cubicBezTo>
                <a:cubicBezTo>
                  <a:pt x="492855" y="97486"/>
                  <a:pt x="494086" y="102373"/>
                  <a:pt x="494086" y="108326"/>
                </a:cubicBezTo>
                <a:cubicBezTo>
                  <a:pt x="494086" y="113467"/>
                  <a:pt x="493117" y="117915"/>
                  <a:pt x="491179" y="121669"/>
                </a:cubicBezTo>
                <a:cubicBezTo>
                  <a:pt x="489241" y="125424"/>
                  <a:pt x="486548" y="128503"/>
                  <a:pt x="483099" y="130905"/>
                </a:cubicBezTo>
                <a:cubicBezTo>
                  <a:pt x="479650" y="133306"/>
                  <a:pt x="475610" y="135082"/>
                  <a:pt x="470979" y="136232"/>
                </a:cubicBezTo>
                <a:cubicBezTo>
                  <a:pt x="466347" y="137381"/>
                  <a:pt x="461338" y="137956"/>
                  <a:pt x="455951" y="137956"/>
                </a:cubicBezTo>
                <a:close/>
                <a:moveTo>
                  <a:pt x="593027" y="136183"/>
                </a:moveTo>
                <a:cubicBezTo>
                  <a:pt x="585275" y="136183"/>
                  <a:pt x="579330" y="134907"/>
                  <a:pt x="575192" y="132355"/>
                </a:cubicBezTo>
                <a:cubicBezTo>
                  <a:pt x="571053" y="129803"/>
                  <a:pt x="568212" y="126129"/>
                  <a:pt x="566668" y="121334"/>
                </a:cubicBezTo>
                <a:cubicBezTo>
                  <a:pt x="565124" y="116536"/>
                  <a:pt x="564352" y="110769"/>
                  <a:pt x="564352" y="104034"/>
                </a:cubicBezTo>
                <a:lnTo>
                  <a:pt x="564352" y="50551"/>
                </a:lnTo>
                <a:lnTo>
                  <a:pt x="548290" y="50551"/>
                </a:lnTo>
                <a:lnTo>
                  <a:pt x="548290" y="37248"/>
                </a:lnTo>
                <a:lnTo>
                  <a:pt x="564352" y="37248"/>
                </a:lnTo>
                <a:lnTo>
                  <a:pt x="564352" y="15274"/>
                </a:lnTo>
                <a:lnTo>
                  <a:pt x="580710" y="15274"/>
                </a:lnTo>
                <a:lnTo>
                  <a:pt x="580710" y="37248"/>
                </a:lnTo>
                <a:lnTo>
                  <a:pt x="604359" y="37248"/>
                </a:lnTo>
                <a:lnTo>
                  <a:pt x="604359" y="50551"/>
                </a:lnTo>
                <a:lnTo>
                  <a:pt x="580710" y="50551"/>
                </a:lnTo>
                <a:lnTo>
                  <a:pt x="580710" y="103566"/>
                </a:lnTo>
                <a:cubicBezTo>
                  <a:pt x="580710" y="109798"/>
                  <a:pt x="581482" y="114576"/>
                  <a:pt x="583025" y="117897"/>
                </a:cubicBezTo>
                <a:cubicBezTo>
                  <a:pt x="584569" y="121219"/>
                  <a:pt x="588265" y="122880"/>
                  <a:pt x="594111" y="122880"/>
                </a:cubicBezTo>
                <a:lnTo>
                  <a:pt x="604556" y="122880"/>
                </a:lnTo>
                <a:lnTo>
                  <a:pt x="604556" y="136183"/>
                </a:lnTo>
                <a:lnTo>
                  <a:pt x="593027" y="136183"/>
                </a:lnTo>
                <a:close/>
                <a:moveTo>
                  <a:pt x="624370" y="136183"/>
                </a:moveTo>
                <a:lnTo>
                  <a:pt x="624370" y="3547"/>
                </a:lnTo>
                <a:lnTo>
                  <a:pt x="640728" y="3547"/>
                </a:lnTo>
                <a:lnTo>
                  <a:pt x="640728" y="51734"/>
                </a:lnTo>
                <a:cubicBezTo>
                  <a:pt x="643684" y="47858"/>
                  <a:pt x="647921" y="44195"/>
                  <a:pt x="653440" y="40746"/>
                </a:cubicBezTo>
                <a:cubicBezTo>
                  <a:pt x="658958" y="37297"/>
                  <a:pt x="665987" y="35573"/>
                  <a:pt x="674527" y="35573"/>
                </a:cubicBezTo>
                <a:cubicBezTo>
                  <a:pt x="685301" y="35573"/>
                  <a:pt x="693036" y="38764"/>
                  <a:pt x="697733" y="45147"/>
                </a:cubicBezTo>
                <a:cubicBezTo>
                  <a:pt x="702430" y="51527"/>
                  <a:pt x="704779" y="60556"/>
                  <a:pt x="704779" y="72233"/>
                </a:cubicBezTo>
                <a:lnTo>
                  <a:pt x="704779" y="136183"/>
                </a:lnTo>
                <a:lnTo>
                  <a:pt x="688323" y="136183"/>
                </a:lnTo>
                <a:lnTo>
                  <a:pt x="688323" y="74247"/>
                </a:lnTo>
                <a:cubicBezTo>
                  <a:pt x="688323" y="69468"/>
                  <a:pt x="687847" y="65202"/>
                  <a:pt x="686894" y="61449"/>
                </a:cubicBezTo>
                <a:cubicBezTo>
                  <a:pt x="685941" y="57694"/>
                  <a:pt x="684184" y="54742"/>
                  <a:pt x="681622" y="52593"/>
                </a:cubicBezTo>
                <a:cubicBezTo>
                  <a:pt x="679060" y="50443"/>
                  <a:pt x="675381" y="49369"/>
                  <a:pt x="670586" y="49369"/>
                </a:cubicBezTo>
                <a:cubicBezTo>
                  <a:pt x="663425" y="49369"/>
                  <a:pt x="657414" y="51058"/>
                  <a:pt x="652553" y="54437"/>
                </a:cubicBezTo>
                <a:cubicBezTo>
                  <a:pt x="647691" y="57814"/>
                  <a:pt x="643783" y="61517"/>
                  <a:pt x="640826" y="65545"/>
                </a:cubicBezTo>
                <a:lnTo>
                  <a:pt x="640826" y="136183"/>
                </a:lnTo>
                <a:lnTo>
                  <a:pt x="624370" y="136183"/>
                </a:lnTo>
                <a:close/>
                <a:moveTo>
                  <a:pt x="762722" y="137956"/>
                </a:moveTo>
                <a:cubicBezTo>
                  <a:pt x="757204" y="137956"/>
                  <a:pt x="752162" y="136880"/>
                  <a:pt x="747596" y="134726"/>
                </a:cubicBezTo>
                <a:cubicBezTo>
                  <a:pt x="743031" y="132573"/>
                  <a:pt x="739385" y="129393"/>
                  <a:pt x="736658" y="125186"/>
                </a:cubicBezTo>
                <a:cubicBezTo>
                  <a:pt x="733932" y="120980"/>
                  <a:pt x="732569" y="115781"/>
                  <a:pt x="732569" y="109589"/>
                </a:cubicBezTo>
                <a:cubicBezTo>
                  <a:pt x="732569" y="100774"/>
                  <a:pt x="735262" y="94078"/>
                  <a:pt x="740649" y="89502"/>
                </a:cubicBezTo>
                <a:cubicBezTo>
                  <a:pt x="746036" y="84926"/>
                  <a:pt x="753657" y="81814"/>
                  <a:pt x="763511" y="80166"/>
                </a:cubicBezTo>
                <a:cubicBezTo>
                  <a:pt x="773365" y="78517"/>
                  <a:pt x="784894" y="77625"/>
                  <a:pt x="798098" y="77490"/>
                </a:cubicBezTo>
                <a:lnTo>
                  <a:pt x="798098" y="70429"/>
                </a:lnTo>
                <a:cubicBezTo>
                  <a:pt x="798098" y="61775"/>
                  <a:pt x="796062" y="55839"/>
                  <a:pt x="791989" y="52620"/>
                </a:cubicBezTo>
                <a:cubicBezTo>
                  <a:pt x="787916" y="49401"/>
                  <a:pt x="782759" y="47792"/>
                  <a:pt x="776518" y="47792"/>
                </a:cubicBezTo>
                <a:cubicBezTo>
                  <a:pt x="769883" y="47792"/>
                  <a:pt x="764299" y="49546"/>
                  <a:pt x="759766" y="53055"/>
                </a:cubicBezTo>
                <a:cubicBezTo>
                  <a:pt x="755233" y="56563"/>
                  <a:pt x="752967" y="62101"/>
                  <a:pt x="752967" y="69668"/>
                </a:cubicBezTo>
                <a:lnTo>
                  <a:pt x="737003" y="69668"/>
                </a:lnTo>
                <a:cubicBezTo>
                  <a:pt x="737003" y="61551"/>
                  <a:pt x="738695" y="54990"/>
                  <a:pt x="742078" y="49985"/>
                </a:cubicBezTo>
                <a:cubicBezTo>
                  <a:pt x="745461" y="44977"/>
                  <a:pt x="750126" y="41324"/>
                  <a:pt x="756071" y="39025"/>
                </a:cubicBezTo>
                <a:cubicBezTo>
                  <a:pt x="762016" y="36724"/>
                  <a:pt x="768832" y="35573"/>
                  <a:pt x="776518" y="35573"/>
                </a:cubicBezTo>
                <a:cubicBezTo>
                  <a:pt x="781445" y="35573"/>
                  <a:pt x="786158" y="36047"/>
                  <a:pt x="790658" y="36996"/>
                </a:cubicBezTo>
                <a:cubicBezTo>
                  <a:pt x="795158" y="37942"/>
                  <a:pt x="799199" y="39668"/>
                  <a:pt x="802779" y="42172"/>
                </a:cubicBezTo>
                <a:cubicBezTo>
                  <a:pt x="806359" y="44677"/>
                  <a:pt x="809200" y="48180"/>
                  <a:pt x="811303" y="52682"/>
                </a:cubicBezTo>
                <a:cubicBezTo>
                  <a:pt x="813405" y="57182"/>
                  <a:pt x="814456" y="62985"/>
                  <a:pt x="814456" y="70090"/>
                </a:cubicBezTo>
                <a:lnTo>
                  <a:pt x="814456" y="136183"/>
                </a:lnTo>
                <a:lnTo>
                  <a:pt x="799084" y="136183"/>
                </a:lnTo>
                <a:lnTo>
                  <a:pt x="798394" y="121599"/>
                </a:lnTo>
                <a:cubicBezTo>
                  <a:pt x="793992" y="126526"/>
                  <a:pt x="788885" y="130484"/>
                  <a:pt x="783071" y="133473"/>
                </a:cubicBezTo>
                <a:cubicBezTo>
                  <a:pt x="777257" y="136462"/>
                  <a:pt x="770474" y="137956"/>
                  <a:pt x="762722" y="137956"/>
                </a:cubicBezTo>
                <a:moveTo>
                  <a:pt x="767058" y="125343"/>
                </a:moveTo>
                <a:cubicBezTo>
                  <a:pt x="773627" y="125343"/>
                  <a:pt x="779540" y="123738"/>
                  <a:pt x="784795" y="120527"/>
                </a:cubicBezTo>
                <a:cubicBezTo>
                  <a:pt x="790051" y="117314"/>
                  <a:pt x="794452" y="113248"/>
                  <a:pt x="798000" y="108330"/>
                </a:cubicBezTo>
                <a:lnTo>
                  <a:pt x="798000" y="88033"/>
                </a:lnTo>
                <a:cubicBezTo>
                  <a:pt x="780525" y="88239"/>
                  <a:pt x="767994" y="89948"/>
                  <a:pt x="760407" y="93161"/>
                </a:cubicBezTo>
                <a:cubicBezTo>
                  <a:pt x="752819" y="96371"/>
                  <a:pt x="749025" y="101632"/>
                  <a:pt x="749025" y="108942"/>
                </a:cubicBezTo>
                <a:cubicBezTo>
                  <a:pt x="749025" y="113931"/>
                  <a:pt x="750553" y="117912"/>
                  <a:pt x="753607" y="120884"/>
                </a:cubicBezTo>
                <a:cubicBezTo>
                  <a:pt x="756662" y="123857"/>
                  <a:pt x="761146" y="125343"/>
                  <a:pt x="767058" y="125343"/>
                </a:cubicBezTo>
                <a:close/>
                <a:moveTo>
                  <a:pt x="877176" y="136183"/>
                </a:moveTo>
                <a:cubicBezTo>
                  <a:pt x="869424" y="136183"/>
                  <a:pt x="863479" y="134907"/>
                  <a:pt x="859340" y="132355"/>
                </a:cubicBezTo>
                <a:cubicBezTo>
                  <a:pt x="855202" y="129803"/>
                  <a:pt x="852361" y="126129"/>
                  <a:pt x="850817" y="121334"/>
                </a:cubicBezTo>
                <a:cubicBezTo>
                  <a:pt x="849273" y="116536"/>
                  <a:pt x="848501" y="110769"/>
                  <a:pt x="848501" y="104034"/>
                </a:cubicBezTo>
                <a:lnTo>
                  <a:pt x="848501" y="50551"/>
                </a:lnTo>
                <a:lnTo>
                  <a:pt x="832439" y="50551"/>
                </a:lnTo>
                <a:lnTo>
                  <a:pt x="832439" y="37248"/>
                </a:lnTo>
                <a:lnTo>
                  <a:pt x="848501" y="37248"/>
                </a:lnTo>
                <a:lnTo>
                  <a:pt x="848501" y="15274"/>
                </a:lnTo>
                <a:lnTo>
                  <a:pt x="864859" y="15274"/>
                </a:lnTo>
                <a:lnTo>
                  <a:pt x="864859" y="37248"/>
                </a:lnTo>
                <a:lnTo>
                  <a:pt x="888508" y="37248"/>
                </a:lnTo>
                <a:lnTo>
                  <a:pt x="888508" y="50551"/>
                </a:lnTo>
                <a:lnTo>
                  <a:pt x="864859" y="50551"/>
                </a:lnTo>
                <a:lnTo>
                  <a:pt x="864859" y="103566"/>
                </a:lnTo>
                <a:cubicBezTo>
                  <a:pt x="864859" y="109798"/>
                  <a:pt x="865631" y="114576"/>
                  <a:pt x="867174" y="117897"/>
                </a:cubicBezTo>
                <a:cubicBezTo>
                  <a:pt x="868718" y="121219"/>
                  <a:pt x="872413" y="122880"/>
                  <a:pt x="878260" y="122880"/>
                </a:cubicBezTo>
                <a:lnTo>
                  <a:pt x="888705" y="122880"/>
                </a:lnTo>
                <a:lnTo>
                  <a:pt x="888705" y="136183"/>
                </a:lnTo>
                <a:lnTo>
                  <a:pt x="877176" y="136183"/>
                </a:lnTo>
                <a:close/>
                <a:moveTo>
                  <a:pt x="984942" y="136183"/>
                </a:moveTo>
                <a:cubicBezTo>
                  <a:pt x="977190" y="136183"/>
                  <a:pt x="971245" y="134907"/>
                  <a:pt x="967106" y="132355"/>
                </a:cubicBezTo>
                <a:cubicBezTo>
                  <a:pt x="962968" y="129803"/>
                  <a:pt x="960126" y="126129"/>
                  <a:pt x="958582" y="121334"/>
                </a:cubicBezTo>
                <a:cubicBezTo>
                  <a:pt x="957039" y="116536"/>
                  <a:pt x="956267" y="110769"/>
                  <a:pt x="956267" y="104034"/>
                </a:cubicBezTo>
                <a:lnTo>
                  <a:pt x="956267" y="50551"/>
                </a:lnTo>
                <a:lnTo>
                  <a:pt x="940205" y="50551"/>
                </a:lnTo>
                <a:lnTo>
                  <a:pt x="940205" y="37248"/>
                </a:lnTo>
                <a:lnTo>
                  <a:pt x="956267" y="37248"/>
                </a:lnTo>
                <a:lnTo>
                  <a:pt x="956267" y="15274"/>
                </a:lnTo>
                <a:lnTo>
                  <a:pt x="972624" y="15274"/>
                </a:lnTo>
                <a:lnTo>
                  <a:pt x="972624" y="37248"/>
                </a:lnTo>
                <a:lnTo>
                  <a:pt x="996274" y="37248"/>
                </a:lnTo>
                <a:lnTo>
                  <a:pt x="996274" y="50551"/>
                </a:lnTo>
                <a:lnTo>
                  <a:pt x="972624" y="50551"/>
                </a:lnTo>
                <a:lnTo>
                  <a:pt x="972624" y="103566"/>
                </a:lnTo>
                <a:cubicBezTo>
                  <a:pt x="972624" y="109798"/>
                  <a:pt x="973396" y="114576"/>
                  <a:pt x="974940" y="117897"/>
                </a:cubicBezTo>
                <a:cubicBezTo>
                  <a:pt x="976484" y="121219"/>
                  <a:pt x="980179" y="122880"/>
                  <a:pt x="986026" y="122880"/>
                </a:cubicBezTo>
                <a:lnTo>
                  <a:pt x="996471" y="122880"/>
                </a:lnTo>
                <a:lnTo>
                  <a:pt x="996471" y="136183"/>
                </a:lnTo>
                <a:lnTo>
                  <a:pt x="984942" y="136183"/>
                </a:lnTo>
                <a:close/>
                <a:moveTo>
                  <a:pt x="1016285" y="136183"/>
                </a:moveTo>
                <a:lnTo>
                  <a:pt x="1016285" y="3547"/>
                </a:lnTo>
                <a:lnTo>
                  <a:pt x="1032643" y="3547"/>
                </a:lnTo>
                <a:lnTo>
                  <a:pt x="1032643" y="51734"/>
                </a:lnTo>
                <a:cubicBezTo>
                  <a:pt x="1035599" y="47858"/>
                  <a:pt x="1039836" y="44195"/>
                  <a:pt x="1045354" y="40746"/>
                </a:cubicBezTo>
                <a:cubicBezTo>
                  <a:pt x="1050873" y="37297"/>
                  <a:pt x="1057902" y="35573"/>
                  <a:pt x="1066442" y="35573"/>
                </a:cubicBezTo>
                <a:cubicBezTo>
                  <a:pt x="1077216" y="35573"/>
                  <a:pt x="1084951" y="38764"/>
                  <a:pt x="1089648" y="45147"/>
                </a:cubicBezTo>
                <a:cubicBezTo>
                  <a:pt x="1094345" y="51527"/>
                  <a:pt x="1096694" y="60556"/>
                  <a:pt x="1096694" y="72233"/>
                </a:cubicBezTo>
                <a:lnTo>
                  <a:pt x="1096694" y="136183"/>
                </a:lnTo>
                <a:lnTo>
                  <a:pt x="1080238" y="136183"/>
                </a:lnTo>
                <a:lnTo>
                  <a:pt x="1080238" y="74247"/>
                </a:lnTo>
                <a:cubicBezTo>
                  <a:pt x="1080238" y="69468"/>
                  <a:pt x="1079761" y="65202"/>
                  <a:pt x="1078809" y="61449"/>
                </a:cubicBezTo>
                <a:cubicBezTo>
                  <a:pt x="1077856" y="57694"/>
                  <a:pt x="1076099" y="54742"/>
                  <a:pt x="1073537" y="52593"/>
                </a:cubicBezTo>
                <a:cubicBezTo>
                  <a:pt x="1070975" y="50443"/>
                  <a:pt x="1067296" y="49369"/>
                  <a:pt x="1062500" y="49369"/>
                </a:cubicBezTo>
                <a:cubicBezTo>
                  <a:pt x="1055340" y="49369"/>
                  <a:pt x="1049329" y="51058"/>
                  <a:pt x="1044467" y="54437"/>
                </a:cubicBezTo>
                <a:cubicBezTo>
                  <a:pt x="1039606" y="57814"/>
                  <a:pt x="1035697" y="61517"/>
                  <a:pt x="1032741" y="65545"/>
                </a:cubicBezTo>
                <a:lnTo>
                  <a:pt x="1032741" y="136183"/>
                </a:lnTo>
                <a:lnTo>
                  <a:pt x="1016285" y="136183"/>
                </a:lnTo>
                <a:close/>
                <a:moveTo>
                  <a:pt x="1129903" y="136183"/>
                </a:moveTo>
                <a:lnTo>
                  <a:pt x="1129903" y="37248"/>
                </a:lnTo>
                <a:lnTo>
                  <a:pt x="1146360" y="37248"/>
                </a:lnTo>
                <a:lnTo>
                  <a:pt x="1146360" y="136183"/>
                </a:lnTo>
                <a:lnTo>
                  <a:pt x="1129903" y="136183"/>
                </a:lnTo>
                <a:moveTo>
                  <a:pt x="1138082" y="19117"/>
                </a:moveTo>
                <a:cubicBezTo>
                  <a:pt x="1134995" y="19117"/>
                  <a:pt x="1132515" y="18214"/>
                  <a:pt x="1130642" y="16407"/>
                </a:cubicBezTo>
                <a:cubicBezTo>
                  <a:pt x="1128770" y="14600"/>
                  <a:pt x="1127834" y="12318"/>
                  <a:pt x="1127834" y="9558"/>
                </a:cubicBezTo>
                <a:cubicBezTo>
                  <a:pt x="1127834" y="6799"/>
                  <a:pt x="1128770" y="4516"/>
                  <a:pt x="1130642" y="2710"/>
                </a:cubicBezTo>
                <a:cubicBezTo>
                  <a:pt x="1132515" y="903"/>
                  <a:pt x="1134995" y="0"/>
                  <a:pt x="1138082" y="0"/>
                </a:cubicBezTo>
                <a:cubicBezTo>
                  <a:pt x="1141170" y="0"/>
                  <a:pt x="1143666" y="903"/>
                  <a:pt x="1145571" y="2710"/>
                </a:cubicBezTo>
                <a:cubicBezTo>
                  <a:pt x="1147476" y="4516"/>
                  <a:pt x="1148429" y="6799"/>
                  <a:pt x="1148429" y="9558"/>
                </a:cubicBezTo>
                <a:cubicBezTo>
                  <a:pt x="1148429" y="12318"/>
                  <a:pt x="1147476" y="14600"/>
                  <a:pt x="1145571" y="16407"/>
                </a:cubicBezTo>
                <a:cubicBezTo>
                  <a:pt x="1143666" y="18214"/>
                  <a:pt x="1141170" y="19117"/>
                  <a:pt x="1138082" y="19117"/>
                </a:cubicBezTo>
                <a:close/>
                <a:moveTo>
                  <a:pt x="1208298" y="137956"/>
                </a:moveTo>
                <a:cubicBezTo>
                  <a:pt x="1202912" y="137956"/>
                  <a:pt x="1197804" y="137348"/>
                  <a:pt x="1192975" y="136130"/>
                </a:cubicBezTo>
                <a:cubicBezTo>
                  <a:pt x="1188147" y="134913"/>
                  <a:pt x="1183893" y="132985"/>
                  <a:pt x="1180215" y="130347"/>
                </a:cubicBezTo>
                <a:cubicBezTo>
                  <a:pt x="1176536" y="127709"/>
                  <a:pt x="1173662" y="124243"/>
                  <a:pt x="1171592" y="119948"/>
                </a:cubicBezTo>
                <a:cubicBezTo>
                  <a:pt x="1169523" y="115651"/>
                  <a:pt x="1168488" y="110458"/>
                  <a:pt x="1168488" y="104369"/>
                </a:cubicBezTo>
                <a:lnTo>
                  <a:pt x="1184353" y="104369"/>
                </a:lnTo>
                <a:cubicBezTo>
                  <a:pt x="1184353" y="112214"/>
                  <a:pt x="1186669" y="117736"/>
                  <a:pt x="1191300" y="120937"/>
                </a:cubicBezTo>
                <a:cubicBezTo>
                  <a:pt x="1195932" y="124137"/>
                  <a:pt x="1201729" y="125737"/>
                  <a:pt x="1208693" y="125737"/>
                </a:cubicBezTo>
                <a:cubicBezTo>
                  <a:pt x="1214934" y="125737"/>
                  <a:pt x="1220074" y="124475"/>
                  <a:pt x="1224114" y="121950"/>
                </a:cubicBezTo>
                <a:cubicBezTo>
                  <a:pt x="1228154" y="119425"/>
                  <a:pt x="1230174" y="115256"/>
                  <a:pt x="1230174" y="109444"/>
                </a:cubicBezTo>
                <a:cubicBezTo>
                  <a:pt x="1230174" y="104573"/>
                  <a:pt x="1228351" y="100953"/>
                  <a:pt x="1224705" y="98586"/>
                </a:cubicBezTo>
                <a:cubicBezTo>
                  <a:pt x="1221059" y="96217"/>
                  <a:pt x="1214638" y="93917"/>
                  <a:pt x="1205441" y="91686"/>
                </a:cubicBezTo>
                <a:cubicBezTo>
                  <a:pt x="1197952" y="89858"/>
                  <a:pt x="1191645" y="87745"/>
                  <a:pt x="1186521" y="85345"/>
                </a:cubicBezTo>
                <a:cubicBezTo>
                  <a:pt x="1181397" y="82943"/>
                  <a:pt x="1177554" y="79899"/>
                  <a:pt x="1174992" y="76212"/>
                </a:cubicBezTo>
                <a:cubicBezTo>
                  <a:pt x="1172430" y="72525"/>
                  <a:pt x="1171149" y="67874"/>
                  <a:pt x="1171149" y="62259"/>
                </a:cubicBezTo>
                <a:cubicBezTo>
                  <a:pt x="1171149" y="57862"/>
                  <a:pt x="1172052" y="53989"/>
                  <a:pt x="1173859" y="50640"/>
                </a:cubicBezTo>
                <a:cubicBezTo>
                  <a:pt x="1175665" y="47292"/>
                  <a:pt x="1178194" y="44502"/>
                  <a:pt x="1181446" y="42271"/>
                </a:cubicBezTo>
                <a:cubicBezTo>
                  <a:pt x="1184698" y="40037"/>
                  <a:pt x="1188525" y="38363"/>
                  <a:pt x="1192926" y="37248"/>
                </a:cubicBezTo>
                <a:cubicBezTo>
                  <a:pt x="1197328" y="36131"/>
                  <a:pt x="1202090" y="35573"/>
                  <a:pt x="1207215" y="35573"/>
                </a:cubicBezTo>
                <a:cubicBezTo>
                  <a:pt x="1212273" y="35573"/>
                  <a:pt x="1217019" y="36182"/>
                  <a:pt x="1221454" y="37399"/>
                </a:cubicBezTo>
                <a:cubicBezTo>
                  <a:pt x="1225888" y="38616"/>
                  <a:pt x="1229797" y="40511"/>
                  <a:pt x="1233180" y="43084"/>
                </a:cubicBezTo>
                <a:cubicBezTo>
                  <a:pt x="1236563" y="45654"/>
                  <a:pt x="1239240" y="48968"/>
                  <a:pt x="1241211" y="53027"/>
                </a:cubicBezTo>
                <a:cubicBezTo>
                  <a:pt x="1243182" y="57086"/>
                  <a:pt x="1244167" y="61956"/>
                  <a:pt x="1244167" y="67639"/>
                </a:cubicBezTo>
                <a:lnTo>
                  <a:pt x="1228204" y="67639"/>
                </a:lnTo>
                <a:cubicBezTo>
                  <a:pt x="1228204" y="60468"/>
                  <a:pt x="1226167" y="55400"/>
                  <a:pt x="1222094" y="52436"/>
                </a:cubicBezTo>
                <a:cubicBezTo>
                  <a:pt x="1218021" y="49471"/>
                  <a:pt x="1213061" y="47989"/>
                  <a:pt x="1207215" y="47989"/>
                </a:cubicBezTo>
                <a:cubicBezTo>
                  <a:pt x="1201302" y="47989"/>
                  <a:pt x="1196506" y="49102"/>
                  <a:pt x="1192828" y="51327"/>
                </a:cubicBezTo>
                <a:cubicBezTo>
                  <a:pt x="1189149" y="53550"/>
                  <a:pt x="1187309" y="57025"/>
                  <a:pt x="1187309" y="61751"/>
                </a:cubicBezTo>
                <a:cubicBezTo>
                  <a:pt x="1187309" y="64389"/>
                  <a:pt x="1188131" y="66621"/>
                  <a:pt x="1189773" y="68449"/>
                </a:cubicBezTo>
                <a:cubicBezTo>
                  <a:pt x="1191415" y="70276"/>
                  <a:pt x="1194174" y="71917"/>
                  <a:pt x="1198050" y="73372"/>
                </a:cubicBezTo>
                <a:cubicBezTo>
                  <a:pt x="1201926" y="74826"/>
                  <a:pt x="1207149" y="76365"/>
                  <a:pt x="1213718" y="77988"/>
                </a:cubicBezTo>
                <a:cubicBezTo>
                  <a:pt x="1220879" y="79748"/>
                  <a:pt x="1226890" y="81845"/>
                  <a:pt x="1231751" y="84280"/>
                </a:cubicBezTo>
                <a:cubicBezTo>
                  <a:pt x="1236612" y="86714"/>
                  <a:pt x="1240275" y="89843"/>
                  <a:pt x="1242738" y="93666"/>
                </a:cubicBezTo>
                <a:cubicBezTo>
                  <a:pt x="1245202" y="97486"/>
                  <a:pt x="1246434" y="102373"/>
                  <a:pt x="1246434" y="108326"/>
                </a:cubicBezTo>
                <a:cubicBezTo>
                  <a:pt x="1246434" y="113467"/>
                  <a:pt x="1245465" y="117915"/>
                  <a:pt x="1243527" y="121669"/>
                </a:cubicBezTo>
                <a:cubicBezTo>
                  <a:pt x="1241589" y="125424"/>
                  <a:pt x="1238895" y="128503"/>
                  <a:pt x="1235446" y="130905"/>
                </a:cubicBezTo>
                <a:cubicBezTo>
                  <a:pt x="1231997" y="133306"/>
                  <a:pt x="1227957" y="135082"/>
                  <a:pt x="1223326" y="136232"/>
                </a:cubicBezTo>
                <a:cubicBezTo>
                  <a:pt x="1218694" y="137381"/>
                  <a:pt x="1213685" y="137956"/>
                  <a:pt x="1208298" y="137956"/>
                </a:cubicBezTo>
                <a:close/>
                <a:moveTo>
                  <a:pt x="1346162" y="137956"/>
                </a:moveTo>
                <a:cubicBezTo>
                  <a:pt x="1338344" y="137956"/>
                  <a:pt x="1331578" y="136029"/>
                  <a:pt x="1325862" y="132173"/>
                </a:cubicBezTo>
                <a:cubicBezTo>
                  <a:pt x="1320147" y="128318"/>
                  <a:pt x="1315729" y="122551"/>
                  <a:pt x="1312609" y="114873"/>
                </a:cubicBezTo>
                <a:cubicBezTo>
                  <a:pt x="1309488" y="107195"/>
                  <a:pt x="1307928" y="97708"/>
                  <a:pt x="1307928" y="86411"/>
                </a:cubicBezTo>
                <a:cubicBezTo>
                  <a:pt x="1307928" y="75181"/>
                  <a:pt x="1309587" y="65813"/>
                  <a:pt x="1312904" y="58305"/>
                </a:cubicBezTo>
                <a:cubicBezTo>
                  <a:pt x="1316222" y="50795"/>
                  <a:pt x="1320903" y="45129"/>
                  <a:pt x="1326946" y="41307"/>
                </a:cubicBezTo>
                <a:cubicBezTo>
                  <a:pt x="1332990" y="37484"/>
                  <a:pt x="1340118" y="35573"/>
                  <a:pt x="1348330" y="35573"/>
                </a:cubicBezTo>
                <a:cubicBezTo>
                  <a:pt x="1355162" y="35573"/>
                  <a:pt x="1361107" y="37068"/>
                  <a:pt x="1366165" y="40057"/>
                </a:cubicBezTo>
                <a:cubicBezTo>
                  <a:pt x="1371224" y="43046"/>
                  <a:pt x="1375297" y="47102"/>
                  <a:pt x="1378384" y="52226"/>
                </a:cubicBezTo>
                <a:lnTo>
                  <a:pt x="1378384" y="3547"/>
                </a:lnTo>
                <a:lnTo>
                  <a:pt x="1394841" y="3547"/>
                </a:lnTo>
                <a:lnTo>
                  <a:pt x="1394841" y="136183"/>
                </a:lnTo>
                <a:lnTo>
                  <a:pt x="1379271" y="136183"/>
                </a:lnTo>
                <a:lnTo>
                  <a:pt x="1378384" y="122190"/>
                </a:lnTo>
                <a:cubicBezTo>
                  <a:pt x="1374968" y="126854"/>
                  <a:pt x="1370567" y="130648"/>
                  <a:pt x="1365180" y="133571"/>
                </a:cubicBezTo>
                <a:cubicBezTo>
                  <a:pt x="1359793" y="136495"/>
                  <a:pt x="1353454" y="137956"/>
                  <a:pt x="1346162" y="137956"/>
                </a:cubicBezTo>
                <a:moveTo>
                  <a:pt x="1349512" y="124456"/>
                </a:moveTo>
                <a:cubicBezTo>
                  <a:pt x="1356541" y="124456"/>
                  <a:pt x="1362388" y="122730"/>
                  <a:pt x="1367052" y="119277"/>
                </a:cubicBezTo>
                <a:cubicBezTo>
                  <a:pt x="1371716" y="115824"/>
                  <a:pt x="1375494" y="111671"/>
                  <a:pt x="1378384" y="106818"/>
                </a:cubicBezTo>
                <a:lnTo>
                  <a:pt x="1378384" y="68359"/>
                </a:lnTo>
                <a:cubicBezTo>
                  <a:pt x="1375691" y="62753"/>
                  <a:pt x="1372160" y="58120"/>
                  <a:pt x="1367791" y="54462"/>
                </a:cubicBezTo>
                <a:cubicBezTo>
                  <a:pt x="1363423" y="50804"/>
                  <a:pt x="1357921" y="48974"/>
                  <a:pt x="1351286" y="48974"/>
                </a:cubicBezTo>
                <a:cubicBezTo>
                  <a:pt x="1342549" y="48974"/>
                  <a:pt x="1335963" y="52222"/>
                  <a:pt x="1331528" y="58718"/>
                </a:cubicBezTo>
                <a:cubicBezTo>
                  <a:pt x="1327094" y="65213"/>
                  <a:pt x="1324877" y="74443"/>
                  <a:pt x="1324877" y="86407"/>
                </a:cubicBezTo>
                <a:cubicBezTo>
                  <a:pt x="1324877" y="98782"/>
                  <a:pt x="1326963" y="108218"/>
                  <a:pt x="1331134" y="114713"/>
                </a:cubicBezTo>
                <a:cubicBezTo>
                  <a:pt x="1335306" y="121209"/>
                  <a:pt x="1341432" y="124456"/>
                  <a:pt x="1349512" y="124456"/>
                </a:cubicBezTo>
                <a:close/>
                <a:moveTo>
                  <a:pt x="1465881" y="137956"/>
                </a:moveTo>
                <a:cubicBezTo>
                  <a:pt x="1456487" y="137956"/>
                  <a:pt x="1448439" y="135911"/>
                  <a:pt x="1441739" y="131819"/>
                </a:cubicBezTo>
                <a:cubicBezTo>
                  <a:pt x="1435038" y="127726"/>
                  <a:pt x="1429930" y="121874"/>
                  <a:pt x="1426416" y="114264"/>
                </a:cubicBezTo>
                <a:cubicBezTo>
                  <a:pt x="1422901" y="106653"/>
                  <a:pt x="1421144" y="97605"/>
                  <a:pt x="1421144" y="87119"/>
                </a:cubicBezTo>
                <a:cubicBezTo>
                  <a:pt x="1421144" y="76364"/>
                  <a:pt x="1422901" y="67147"/>
                  <a:pt x="1426416" y="59469"/>
                </a:cubicBezTo>
                <a:cubicBezTo>
                  <a:pt x="1429930" y="51791"/>
                  <a:pt x="1435038" y="45889"/>
                  <a:pt x="1441739" y="41763"/>
                </a:cubicBezTo>
                <a:cubicBezTo>
                  <a:pt x="1448439" y="37636"/>
                  <a:pt x="1456487" y="35573"/>
                  <a:pt x="1465881" y="35573"/>
                </a:cubicBezTo>
                <a:cubicBezTo>
                  <a:pt x="1475472" y="35573"/>
                  <a:pt x="1483667" y="37636"/>
                  <a:pt x="1490467" y="41763"/>
                </a:cubicBezTo>
                <a:cubicBezTo>
                  <a:pt x="1497266" y="45889"/>
                  <a:pt x="1502489" y="51791"/>
                  <a:pt x="1506135" y="59469"/>
                </a:cubicBezTo>
                <a:cubicBezTo>
                  <a:pt x="1509781" y="67147"/>
                  <a:pt x="1511604" y="76364"/>
                  <a:pt x="1511604" y="87119"/>
                </a:cubicBezTo>
                <a:cubicBezTo>
                  <a:pt x="1511604" y="97605"/>
                  <a:pt x="1509781" y="106653"/>
                  <a:pt x="1506135" y="114264"/>
                </a:cubicBezTo>
                <a:cubicBezTo>
                  <a:pt x="1502489" y="121874"/>
                  <a:pt x="1497266" y="127726"/>
                  <a:pt x="1490467" y="131819"/>
                </a:cubicBezTo>
                <a:cubicBezTo>
                  <a:pt x="1483667" y="135911"/>
                  <a:pt x="1475472" y="137956"/>
                  <a:pt x="1465881" y="137956"/>
                </a:cubicBezTo>
                <a:moveTo>
                  <a:pt x="1465881" y="124850"/>
                </a:moveTo>
                <a:cubicBezTo>
                  <a:pt x="1472976" y="124850"/>
                  <a:pt x="1478625" y="123228"/>
                  <a:pt x="1482830" y="119982"/>
                </a:cubicBezTo>
                <a:cubicBezTo>
                  <a:pt x="1487034" y="116734"/>
                  <a:pt x="1490056" y="112257"/>
                  <a:pt x="1491895" y="106550"/>
                </a:cubicBezTo>
                <a:cubicBezTo>
                  <a:pt x="1493735" y="100843"/>
                  <a:pt x="1494655" y="94368"/>
                  <a:pt x="1494655" y="87125"/>
                </a:cubicBezTo>
                <a:cubicBezTo>
                  <a:pt x="1494655" y="79743"/>
                  <a:pt x="1493735" y="73147"/>
                  <a:pt x="1491895" y="67337"/>
                </a:cubicBezTo>
                <a:cubicBezTo>
                  <a:pt x="1490056" y="61527"/>
                  <a:pt x="1487034" y="56965"/>
                  <a:pt x="1482830" y="53652"/>
                </a:cubicBezTo>
                <a:cubicBezTo>
                  <a:pt x="1478625" y="50337"/>
                  <a:pt x="1472976" y="48679"/>
                  <a:pt x="1465881" y="48679"/>
                </a:cubicBezTo>
                <a:cubicBezTo>
                  <a:pt x="1458983" y="48679"/>
                  <a:pt x="1453514" y="50337"/>
                  <a:pt x="1449474" y="53652"/>
                </a:cubicBezTo>
                <a:cubicBezTo>
                  <a:pt x="1445434" y="56965"/>
                  <a:pt x="1442527" y="61527"/>
                  <a:pt x="1440753" y="67337"/>
                </a:cubicBezTo>
                <a:cubicBezTo>
                  <a:pt x="1438979" y="73147"/>
                  <a:pt x="1438093" y="79743"/>
                  <a:pt x="1438093" y="87125"/>
                </a:cubicBezTo>
                <a:cubicBezTo>
                  <a:pt x="1438093" y="94368"/>
                  <a:pt x="1438979" y="100843"/>
                  <a:pt x="1440753" y="106550"/>
                </a:cubicBezTo>
                <a:cubicBezTo>
                  <a:pt x="1442527" y="112257"/>
                  <a:pt x="1445434" y="116734"/>
                  <a:pt x="1449474" y="119982"/>
                </a:cubicBezTo>
                <a:cubicBezTo>
                  <a:pt x="1453514" y="123228"/>
                  <a:pt x="1458983" y="124850"/>
                  <a:pt x="1465881" y="124850"/>
                </a:cubicBezTo>
                <a:close/>
                <a:moveTo>
                  <a:pt x="1580495" y="137956"/>
                </a:moveTo>
                <a:cubicBezTo>
                  <a:pt x="1570050" y="137956"/>
                  <a:pt x="1561493" y="135707"/>
                  <a:pt x="1554825" y="131209"/>
                </a:cubicBezTo>
                <a:cubicBezTo>
                  <a:pt x="1548157" y="126709"/>
                  <a:pt x="1543214" y="120588"/>
                  <a:pt x="1539995" y="112844"/>
                </a:cubicBezTo>
                <a:cubicBezTo>
                  <a:pt x="1536776" y="105098"/>
                  <a:pt x="1535166" y="96389"/>
                  <a:pt x="1535166" y="86715"/>
                </a:cubicBezTo>
                <a:cubicBezTo>
                  <a:pt x="1535166" y="76636"/>
                  <a:pt x="1536727" y="67757"/>
                  <a:pt x="1539847" y="60079"/>
                </a:cubicBezTo>
                <a:cubicBezTo>
                  <a:pt x="1542968" y="52401"/>
                  <a:pt x="1547730" y="46397"/>
                  <a:pt x="1554135" y="42067"/>
                </a:cubicBezTo>
                <a:cubicBezTo>
                  <a:pt x="1560541" y="37738"/>
                  <a:pt x="1568670" y="35573"/>
                  <a:pt x="1578524" y="35573"/>
                </a:cubicBezTo>
                <a:cubicBezTo>
                  <a:pt x="1591597" y="35573"/>
                  <a:pt x="1601845" y="39627"/>
                  <a:pt x="1609269" y="47733"/>
                </a:cubicBezTo>
                <a:cubicBezTo>
                  <a:pt x="1616692" y="55838"/>
                  <a:pt x="1620404" y="67491"/>
                  <a:pt x="1620404" y="82691"/>
                </a:cubicBezTo>
                <a:cubicBezTo>
                  <a:pt x="1620404" y="83705"/>
                  <a:pt x="1620371" y="84905"/>
                  <a:pt x="1620305" y="86290"/>
                </a:cubicBezTo>
                <a:cubicBezTo>
                  <a:pt x="1620239" y="87674"/>
                  <a:pt x="1620141" y="88670"/>
                  <a:pt x="1620010" y="89277"/>
                </a:cubicBezTo>
                <a:lnTo>
                  <a:pt x="1551623" y="89277"/>
                </a:lnTo>
                <a:cubicBezTo>
                  <a:pt x="1551688" y="95785"/>
                  <a:pt x="1552690" y="101762"/>
                  <a:pt x="1554628" y="107209"/>
                </a:cubicBezTo>
                <a:cubicBezTo>
                  <a:pt x="1556566" y="112655"/>
                  <a:pt x="1559637" y="117023"/>
                  <a:pt x="1563842" y="120311"/>
                </a:cubicBezTo>
                <a:cubicBezTo>
                  <a:pt x="1568046" y="123600"/>
                  <a:pt x="1573597" y="125245"/>
                  <a:pt x="1580495" y="125245"/>
                </a:cubicBezTo>
                <a:cubicBezTo>
                  <a:pt x="1587853" y="125245"/>
                  <a:pt x="1593601" y="123432"/>
                  <a:pt x="1597739" y="119806"/>
                </a:cubicBezTo>
                <a:cubicBezTo>
                  <a:pt x="1601878" y="116181"/>
                  <a:pt x="1604046" y="110950"/>
                  <a:pt x="1604243" y="104114"/>
                </a:cubicBezTo>
                <a:lnTo>
                  <a:pt x="1620502" y="104114"/>
                </a:lnTo>
                <a:cubicBezTo>
                  <a:pt x="1620305" y="111092"/>
                  <a:pt x="1618564" y="117105"/>
                  <a:pt x="1615280" y="122153"/>
                </a:cubicBezTo>
                <a:cubicBezTo>
                  <a:pt x="1611995" y="127201"/>
                  <a:pt x="1607396" y="131097"/>
                  <a:pt x="1601484" y="133842"/>
                </a:cubicBezTo>
                <a:cubicBezTo>
                  <a:pt x="1595572" y="136585"/>
                  <a:pt x="1588575" y="137956"/>
                  <a:pt x="1580495" y="137956"/>
                </a:cubicBezTo>
                <a:moveTo>
                  <a:pt x="1551721" y="77256"/>
                </a:moveTo>
                <a:lnTo>
                  <a:pt x="1604145" y="77256"/>
                </a:lnTo>
                <a:cubicBezTo>
                  <a:pt x="1603948" y="67843"/>
                  <a:pt x="1601615" y="60645"/>
                  <a:pt x="1597148" y="55663"/>
                </a:cubicBezTo>
                <a:cubicBezTo>
                  <a:pt x="1592681" y="50678"/>
                  <a:pt x="1586473" y="48186"/>
                  <a:pt x="1578524" y="48186"/>
                </a:cubicBezTo>
                <a:cubicBezTo>
                  <a:pt x="1570510" y="48186"/>
                  <a:pt x="1564219" y="50661"/>
                  <a:pt x="1559654" y="55611"/>
                </a:cubicBezTo>
                <a:cubicBezTo>
                  <a:pt x="1555088" y="60558"/>
                  <a:pt x="1552444" y="67773"/>
                  <a:pt x="1551721" y="77256"/>
                </a:cubicBezTo>
                <a:close/>
                <a:moveTo>
                  <a:pt x="1681744" y="137956"/>
                </a:moveTo>
                <a:cubicBezTo>
                  <a:pt x="1676357" y="137956"/>
                  <a:pt x="1671249" y="137348"/>
                  <a:pt x="1666421" y="136130"/>
                </a:cubicBezTo>
                <a:cubicBezTo>
                  <a:pt x="1661592" y="134913"/>
                  <a:pt x="1657339" y="132985"/>
                  <a:pt x="1653660" y="130347"/>
                </a:cubicBezTo>
                <a:cubicBezTo>
                  <a:pt x="1649981" y="127709"/>
                  <a:pt x="1647107" y="124243"/>
                  <a:pt x="1645037" y="119948"/>
                </a:cubicBezTo>
                <a:cubicBezTo>
                  <a:pt x="1642968" y="115651"/>
                  <a:pt x="1641933" y="110458"/>
                  <a:pt x="1641933" y="104369"/>
                </a:cubicBezTo>
                <a:lnTo>
                  <a:pt x="1657798" y="104369"/>
                </a:lnTo>
                <a:cubicBezTo>
                  <a:pt x="1657798" y="112214"/>
                  <a:pt x="1660114" y="117736"/>
                  <a:pt x="1664745" y="120937"/>
                </a:cubicBezTo>
                <a:cubicBezTo>
                  <a:pt x="1669377" y="124137"/>
                  <a:pt x="1675174" y="125737"/>
                  <a:pt x="1682138" y="125737"/>
                </a:cubicBezTo>
                <a:cubicBezTo>
                  <a:pt x="1688379" y="125737"/>
                  <a:pt x="1693519" y="124475"/>
                  <a:pt x="1697559" y="121950"/>
                </a:cubicBezTo>
                <a:cubicBezTo>
                  <a:pt x="1701599" y="119425"/>
                  <a:pt x="1703620" y="115256"/>
                  <a:pt x="1703620" y="109444"/>
                </a:cubicBezTo>
                <a:cubicBezTo>
                  <a:pt x="1703620" y="104573"/>
                  <a:pt x="1701797" y="100953"/>
                  <a:pt x="1698151" y="98586"/>
                </a:cubicBezTo>
                <a:cubicBezTo>
                  <a:pt x="1694505" y="96217"/>
                  <a:pt x="1688083" y="93917"/>
                  <a:pt x="1678886" y="91686"/>
                </a:cubicBezTo>
                <a:cubicBezTo>
                  <a:pt x="1671397" y="89858"/>
                  <a:pt x="1665090" y="87745"/>
                  <a:pt x="1659966" y="85345"/>
                </a:cubicBezTo>
                <a:cubicBezTo>
                  <a:pt x="1654842" y="82943"/>
                  <a:pt x="1650999" y="79899"/>
                  <a:pt x="1648437" y="76212"/>
                </a:cubicBezTo>
                <a:cubicBezTo>
                  <a:pt x="1645875" y="72525"/>
                  <a:pt x="1644594" y="67874"/>
                  <a:pt x="1644594" y="62259"/>
                </a:cubicBezTo>
                <a:cubicBezTo>
                  <a:pt x="1644594" y="57862"/>
                  <a:pt x="1645497" y="53989"/>
                  <a:pt x="1647304" y="50640"/>
                </a:cubicBezTo>
                <a:cubicBezTo>
                  <a:pt x="1649110" y="47292"/>
                  <a:pt x="1651640" y="44502"/>
                  <a:pt x="1654891" y="42271"/>
                </a:cubicBezTo>
                <a:cubicBezTo>
                  <a:pt x="1658143" y="40037"/>
                  <a:pt x="1661970" y="38363"/>
                  <a:pt x="1666371" y="37248"/>
                </a:cubicBezTo>
                <a:cubicBezTo>
                  <a:pt x="1670773" y="36131"/>
                  <a:pt x="1675536" y="35573"/>
                  <a:pt x="1680660" y="35573"/>
                </a:cubicBezTo>
                <a:cubicBezTo>
                  <a:pt x="1685718" y="35573"/>
                  <a:pt x="1690464" y="36182"/>
                  <a:pt x="1694899" y="37399"/>
                </a:cubicBezTo>
                <a:cubicBezTo>
                  <a:pt x="1699333" y="38616"/>
                  <a:pt x="1703242" y="40511"/>
                  <a:pt x="1706625" y="43084"/>
                </a:cubicBezTo>
                <a:cubicBezTo>
                  <a:pt x="1710008" y="45654"/>
                  <a:pt x="1712685" y="48968"/>
                  <a:pt x="1714656" y="53027"/>
                </a:cubicBezTo>
                <a:cubicBezTo>
                  <a:pt x="1716627" y="57086"/>
                  <a:pt x="1717612" y="61956"/>
                  <a:pt x="1717612" y="67639"/>
                </a:cubicBezTo>
                <a:lnTo>
                  <a:pt x="1701649" y="67639"/>
                </a:lnTo>
                <a:cubicBezTo>
                  <a:pt x="1701649" y="60468"/>
                  <a:pt x="1699612" y="55400"/>
                  <a:pt x="1695539" y="52436"/>
                </a:cubicBezTo>
                <a:cubicBezTo>
                  <a:pt x="1691466" y="49471"/>
                  <a:pt x="1686506" y="47989"/>
                  <a:pt x="1680660" y="47989"/>
                </a:cubicBezTo>
                <a:cubicBezTo>
                  <a:pt x="1674747" y="47989"/>
                  <a:pt x="1669952" y="49102"/>
                  <a:pt x="1666273" y="51327"/>
                </a:cubicBezTo>
                <a:cubicBezTo>
                  <a:pt x="1662594" y="53550"/>
                  <a:pt x="1660755" y="57025"/>
                  <a:pt x="1660755" y="61751"/>
                </a:cubicBezTo>
                <a:cubicBezTo>
                  <a:pt x="1660755" y="64389"/>
                  <a:pt x="1661576" y="66621"/>
                  <a:pt x="1663218" y="68449"/>
                </a:cubicBezTo>
                <a:cubicBezTo>
                  <a:pt x="1664860" y="70276"/>
                  <a:pt x="1667620" y="71917"/>
                  <a:pt x="1671495" y="73372"/>
                </a:cubicBezTo>
                <a:cubicBezTo>
                  <a:pt x="1675371" y="74826"/>
                  <a:pt x="1680594" y="76365"/>
                  <a:pt x="1687163" y="77988"/>
                </a:cubicBezTo>
                <a:cubicBezTo>
                  <a:pt x="1694324" y="79748"/>
                  <a:pt x="1700335" y="81845"/>
                  <a:pt x="1705196" y="84280"/>
                </a:cubicBezTo>
                <a:cubicBezTo>
                  <a:pt x="1710058" y="86714"/>
                  <a:pt x="1713720" y="89843"/>
                  <a:pt x="1716183" y="93666"/>
                </a:cubicBezTo>
                <a:cubicBezTo>
                  <a:pt x="1718647" y="97486"/>
                  <a:pt x="1719879" y="102373"/>
                  <a:pt x="1719879" y="108326"/>
                </a:cubicBezTo>
                <a:cubicBezTo>
                  <a:pt x="1719879" y="113467"/>
                  <a:pt x="1718910" y="117915"/>
                  <a:pt x="1716972" y="121669"/>
                </a:cubicBezTo>
                <a:cubicBezTo>
                  <a:pt x="1715034" y="125424"/>
                  <a:pt x="1712340" y="128503"/>
                  <a:pt x="1708891" y="130905"/>
                </a:cubicBezTo>
                <a:cubicBezTo>
                  <a:pt x="1705443" y="133306"/>
                  <a:pt x="1701402" y="135082"/>
                  <a:pt x="1696771" y="136232"/>
                </a:cubicBezTo>
                <a:cubicBezTo>
                  <a:pt x="1692140" y="137381"/>
                  <a:pt x="1687131" y="137956"/>
                  <a:pt x="1681744" y="137956"/>
                </a:cubicBezTo>
                <a:close/>
                <a:moveTo>
                  <a:pt x="1742597" y="136183"/>
                </a:moveTo>
                <a:lnTo>
                  <a:pt x="1742597" y="37248"/>
                </a:lnTo>
                <a:lnTo>
                  <a:pt x="1758364" y="37248"/>
                </a:lnTo>
                <a:lnTo>
                  <a:pt x="1758955" y="51734"/>
                </a:lnTo>
                <a:cubicBezTo>
                  <a:pt x="1761911" y="47858"/>
                  <a:pt x="1766148" y="44195"/>
                  <a:pt x="1771666" y="40746"/>
                </a:cubicBezTo>
                <a:cubicBezTo>
                  <a:pt x="1777185" y="37297"/>
                  <a:pt x="1784247" y="35573"/>
                  <a:pt x="1792853" y="35573"/>
                </a:cubicBezTo>
                <a:cubicBezTo>
                  <a:pt x="1803364" y="35573"/>
                  <a:pt x="1811017" y="38781"/>
                  <a:pt x="1815813" y="45196"/>
                </a:cubicBezTo>
                <a:cubicBezTo>
                  <a:pt x="1820608" y="51611"/>
                  <a:pt x="1823006" y="60624"/>
                  <a:pt x="1823006" y="72233"/>
                </a:cubicBezTo>
                <a:lnTo>
                  <a:pt x="1823006" y="136183"/>
                </a:lnTo>
                <a:lnTo>
                  <a:pt x="1806550" y="136183"/>
                </a:lnTo>
                <a:lnTo>
                  <a:pt x="1806550" y="74349"/>
                </a:lnTo>
                <a:cubicBezTo>
                  <a:pt x="1806550" y="69502"/>
                  <a:pt x="1806057" y="65202"/>
                  <a:pt x="1805072" y="61449"/>
                </a:cubicBezTo>
                <a:cubicBezTo>
                  <a:pt x="1804086" y="57694"/>
                  <a:pt x="1802329" y="54742"/>
                  <a:pt x="1799800" y="52593"/>
                </a:cubicBezTo>
                <a:cubicBezTo>
                  <a:pt x="1797271" y="50443"/>
                  <a:pt x="1793608" y="49369"/>
                  <a:pt x="1788812" y="49369"/>
                </a:cubicBezTo>
                <a:cubicBezTo>
                  <a:pt x="1781652" y="49369"/>
                  <a:pt x="1775641" y="51058"/>
                  <a:pt x="1770780" y="54437"/>
                </a:cubicBezTo>
                <a:cubicBezTo>
                  <a:pt x="1765918" y="57814"/>
                  <a:pt x="1762010" y="61517"/>
                  <a:pt x="1759053" y="65545"/>
                </a:cubicBezTo>
                <a:lnTo>
                  <a:pt x="1759053" y="136183"/>
                </a:lnTo>
                <a:lnTo>
                  <a:pt x="1742597" y="136183"/>
                </a:lnTo>
                <a:close/>
                <a:moveTo>
                  <a:pt x="1856315" y="50058"/>
                </a:moveTo>
                <a:cubicBezTo>
                  <a:pt x="1855526" y="43818"/>
                  <a:pt x="1854869" y="37790"/>
                  <a:pt x="1854344" y="31976"/>
                </a:cubicBezTo>
                <a:cubicBezTo>
                  <a:pt x="1853818" y="26162"/>
                  <a:pt x="1853556" y="19741"/>
                  <a:pt x="1853556" y="12712"/>
                </a:cubicBezTo>
                <a:lnTo>
                  <a:pt x="1853556" y="3547"/>
                </a:lnTo>
                <a:lnTo>
                  <a:pt x="1869618" y="3547"/>
                </a:lnTo>
                <a:lnTo>
                  <a:pt x="1869618" y="12712"/>
                </a:lnTo>
                <a:cubicBezTo>
                  <a:pt x="1869618" y="19872"/>
                  <a:pt x="1869355" y="26277"/>
                  <a:pt x="1868829" y="31927"/>
                </a:cubicBezTo>
                <a:cubicBezTo>
                  <a:pt x="1868304" y="37577"/>
                  <a:pt x="1867680" y="43620"/>
                  <a:pt x="1866957" y="50058"/>
                </a:cubicBezTo>
                <a:lnTo>
                  <a:pt x="1856315" y="50058"/>
                </a:lnTo>
                <a:close/>
                <a:moveTo>
                  <a:pt x="1932438" y="136183"/>
                </a:moveTo>
                <a:cubicBezTo>
                  <a:pt x="1924687" y="136183"/>
                  <a:pt x="1918741" y="134907"/>
                  <a:pt x="1914603" y="132355"/>
                </a:cubicBezTo>
                <a:cubicBezTo>
                  <a:pt x="1910464" y="129803"/>
                  <a:pt x="1907623" y="126129"/>
                  <a:pt x="1906079" y="121334"/>
                </a:cubicBezTo>
                <a:cubicBezTo>
                  <a:pt x="1904535" y="116536"/>
                  <a:pt x="1903763" y="110769"/>
                  <a:pt x="1903763" y="104034"/>
                </a:cubicBezTo>
                <a:lnTo>
                  <a:pt x="1903763" y="50551"/>
                </a:lnTo>
                <a:lnTo>
                  <a:pt x="1887701" y="50551"/>
                </a:lnTo>
                <a:lnTo>
                  <a:pt x="1887701" y="37248"/>
                </a:lnTo>
                <a:lnTo>
                  <a:pt x="1903763" y="37248"/>
                </a:lnTo>
                <a:lnTo>
                  <a:pt x="1903763" y="15274"/>
                </a:lnTo>
                <a:lnTo>
                  <a:pt x="1920121" y="15274"/>
                </a:lnTo>
                <a:lnTo>
                  <a:pt x="1920121" y="37248"/>
                </a:lnTo>
                <a:lnTo>
                  <a:pt x="1943771" y="37248"/>
                </a:lnTo>
                <a:lnTo>
                  <a:pt x="1943771" y="50551"/>
                </a:lnTo>
                <a:lnTo>
                  <a:pt x="1920121" y="50551"/>
                </a:lnTo>
                <a:lnTo>
                  <a:pt x="1920121" y="103566"/>
                </a:lnTo>
                <a:cubicBezTo>
                  <a:pt x="1920121" y="109798"/>
                  <a:pt x="1920893" y="114576"/>
                  <a:pt x="1922437" y="117897"/>
                </a:cubicBezTo>
                <a:cubicBezTo>
                  <a:pt x="1923980" y="121219"/>
                  <a:pt x="1927676" y="122880"/>
                  <a:pt x="1933522" y="122880"/>
                </a:cubicBezTo>
                <a:lnTo>
                  <a:pt x="1943968" y="122880"/>
                </a:lnTo>
                <a:lnTo>
                  <a:pt x="1943968" y="136183"/>
                </a:lnTo>
                <a:lnTo>
                  <a:pt x="1932438" y="136183"/>
                </a:lnTo>
                <a:close/>
                <a:moveTo>
                  <a:pt x="2001923" y="136183"/>
                </a:moveTo>
                <a:lnTo>
                  <a:pt x="2001923" y="3547"/>
                </a:lnTo>
                <a:lnTo>
                  <a:pt x="2018280" y="3547"/>
                </a:lnTo>
                <a:lnTo>
                  <a:pt x="2018280" y="51734"/>
                </a:lnTo>
                <a:cubicBezTo>
                  <a:pt x="2021237" y="47858"/>
                  <a:pt x="2025474" y="44195"/>
                  <a:pt x="2030992" y="40746"/>
                </a:cubicBezTo>
                <a:cubicBezTo>
                  <a:pt x="2036510" y="37297"/>
                  <a:pt x="2043539" y="35573"/>
                  <a:pt x="2052080" y="35573"/>
                </a:cubicBezTo>
                <a:cubicBezTo>
                  <a:pt x="2062853" y="35573"/>
                  <a:pt x="2070589" y="38764"/>
                  <a:pt x="2075286" y="45147"/>
                </a:cubicBezTo>
                <a:cubicBezTo>
                  <a:pt x="2079983" y="51527"/>
                  <a:pt x="2082331" y="60556"/>
                  <a:pt x="2082331" y="72233"/>
                </a:cubicBezTo>
                <a:lnTo>
                  <a:pt x="2082331" y="136183"/>
                </a:lnTo>
                <a:lnTo>
                  <a:pt x="2065875" y="136183"/>
                </a:lnTo>
                <a:lnTo>
                  <a:pt x="2065875" y="74247"/>
                </a:lnTo>
                <a:cubicBezTo>
                  <a:pt x="2065875" y="69468"/>
                  <a:pt x="2065399" y="65202"/>
                  <a:pt x="2064446" y="61449"/>
                </a:cubicBezTo>
                <a:cubicBezTo>
                  <a:pt x="2063494" y="57694"/>
                  <a:pt x="2061737" y="54742"/>
                  <a:pt x="2059175" y="52593"/>
                </a:cubicBezTo>
                <a:cubicBezTo>
                  <a:pt x="2056612" y="50443"/>
                  <a:pt x="2052934" y="49369"/>
                  <a:pt x="2048138" y="49369"/>
                </a:cubicBezTo>
                <a:cubicBezTo>
                  <a:pt x="2040977" y="49369"/>
                  <a:pt x="2034966" y="51058"/>
                  <a:pt x="2030105" y="54437"/>
                </a:cubicBezTo>
                <a:cubicBezTo>
                  <a:pt x="2025244" y="57814"/>
                  <a:pt x="2021335" y="61517"/>
                  <a:pt x="2018379" y="65545"/>
                </a:cubicBezTo>
                <a:lnTo>
                  <a:pt x="2018379" y="136183"/>
                </a:lnTo>
                <a:lnTo>
                  <a:pt x="2001923" y="136183"/>
                </a:lnTo>
                <a:close/>
                <a:moveTo>
                  <a:pt x="2140275" y="137956"/>
                </a:moveTo>
                <a:cubicBezTo>
                  <a:pt x="2134757" y="137956"/>
                  <a:pt x="2129715" y="136880"/>
                  <a:pt x="2125149" y="134726"/>
                </a:cubicBezTo>
                <a:cubicBezTo>
                  <a:pt x="2120584" y="132573"/>
                  <a:pt x="2116938" y="129393"/>
                  <a:pt x="2114211" y="125186"/>
                </a:cubicBezTo>
                <a:cubicBezTo>
                  <a:pt x="2111485" y="120980"/>
                  <a:pt x="2110122" y="115781"/>
                  <a:pt x="2110122" y="109589"/>
                </a:cubicBezTo>
                <a:cubicBezTo>
                  <a:pt x="2110122" y="100774"/>
                  <a:pt x="2112815" y="94078"/>
                  <a:pt x="2118202" y="89502"/>
                </a:cubicBezTo>
                <a:cubicBezTo>
                  <a:pt x="2123589" y="84926"/>
                  <a:pt x="2131210" y="81814"/>
                  <a:pt x="2141064" y="80166"/>
                </a:cubicBezTo>
                <a:cubicBezTo>
                  <a:pt x="2150918" y="78517"/>
                  <a:pt x="2162447" y="77625"/>
                  <a:pt x="2175651" y="77490"/>
                </a:cubicBezTo>
                <a:lnTo>
                  <a:pt x="2175651" y="70429"/>
                </a:lnTo>
                <a:cubicBezTo>
                  <a:pt x="2175651" y="61775"/>
                  <a:pt x="2173615" y="55839"/>
                  <a:pt x="2169542" y="52620"/>
                </a:cubicBezTo>
                <a:cubicBezTo>
                  <a:pt x="2165469" y="49401"/>
                  <a:pt x="2160312" y="47792"/>
                  <a:pt x="2154071" y="47792"/>
                </a:cubicBezTo>
                <a:cubicBezTo>
                  <a:pt x="2147436" y="47792"/>
                  <a:pt x="2141852" y="49546"/>
                  <a:pt x="2137319" y="53055"/>
                </a:cubicBezTo>
                <a:cubicBezTo>
                  <a:pt x="2132786" y="56563"/>
                  <a:pt x="2130520" y="62101"/>
                  <a:pt x="2130520" y="69668"/>
                </a:cubicBezTo>
                <a:lnTo>
                  <a:pt x="2114556" y="69668"/>
                </a:lnTo>
                <a:cubicBezTo>
                  <a:pt x="2114556" y="61551"/>
                  <a:pt x="2116248" y="54990"/>
                  <a:pt x="2119631" y="49985"/>
                </a:cubicBezTo>
                <a:cubicBezTo>
                  <a:pt x="2123014" y="44977"/>
                  <a:pt x="2127679" y="41324"/>
                  <a:pt x="2133624" y="39025"/>
                </a:cubicBezTo>
                <a:cubicBezTo>
                  <a:pt x="2139569" y="36724"/>
                  <a:pt x="2146385" y="35573"/>
                  <a:pt x="2154071" y="35573"/>
                </a:cubicBezTo>
                <a:cubicBezTo>
                  <a:pt x="2158998" y="35573"/>
                  <a:pt x="2163711" y="36047"/>
                  <a:pt x="2168211" y="36996"/>
                </a:cubicBezTo>
                <a:cubicBezTo>
                  <a:pt x="2172711" y="37942"/>
                  <a:pt x="2176752" y="39668"/>
                  <a:pt x="2180332" y="42172"/>
                </a:cubicBezTo>
                <a:cubicBezTo>
                  <a:pt x="2183912" y="44677"/>
                  <a:pt x="2186753" y="48180"/>
                  <a:pt x="2188856" y="52682"/>
                </a:cubicBezTo>
                <a:cubicBezTo>
                  <a:pt x="2190958" y="57182"/>
                  <a:pt x="2192009" y="62985"/>
                  <a:pt x="2192009" y="70090"/>
                </a:cubicBezTo>
                <a:lnTo>
                  <a:pt x="2192009" y="136183"/>
                </a:lnTo>
                <a:lnTo>
                  <a:pt x="2176637" y="136183"/>
                </a:lnTo>
                <a:lnTo>
                  <a:pt x="2175947" y="121599"/>
                </a:lnTo>
                <a:cubicBezTo>
                  <a:pt x="2171545" y="126526"/>
                  <a:pt x="2166438" y="130484"/>
                  <a:pt x="2160624" y="133473"/>
                </a:cubicBezTo>
                <a:cubicBezTo>
                  <a:pt x="2154810" y="136462"/>
                  <a:pt x="2148027" y="137956"/>
                  <a:pt x="2140275" y="137956"/>
                </a:cubicBezTo>
                <a:moveTo>
                  <a:pt x="2144611" y="125343"/>
                </a:moveTo>
                <a:cubicBezTo>
                  <a:pt x="2151180" y="125343"/>
                  <a:pt x="2157093" y="123738"/>
                  <a:pt x="2162348" y="120527"/>
                </a:cubicBezTo>
                <a:cubicBezTo>
                  <a:pt x="2167604" y="117314"/>
                  <a:pt x="2172005" y="113248"/>
                  <a:pt x="2175553" y="108330"/>
                </a:cubicBezTo>
                <a:lnTo>
                  <a:pt x="2175553" y="88033"/>
                </a:lnTo>
                <a:cubicBezTo>
                  <a:pt x="2158078" y="88239"/>
                  <a:pt x="2145547" y="89948"/>
                  <a:pt x="2137960" y="93161"/>
                </a:cubicBezTo>
                <a:cubicBezTo>
                  <a:pt x="2130372" y="96371"/>
                  <a:pt x="2126578" y="101632"/>
                  <a:pt x="2126578" y="108942"/>
                </a:cubicBezTo>
                <a:cubicBezTo>
                  <a:pt x="2126578" y="113931"/>
                  <a:pt x="2128106" y="117912"/>
                  <a:pt x="2131160" y="120884"/>
                </a:cubicBezTo>
                <a:cubicBezTo>
                  <a:pt x="2134215" y="123857"/>
                  <a:pt x="2138699" y="125343"/>
                  <a:pt x="2144611" y="125343"/>
                </a:cubicBezTo>
                <a:close/>
                <a:moveTo>
                  <a:pt x="2222703" y="136183"/>
                </a:moveTo>
                <a:lnTo>
                  <a:pt x="2222703" y="37248"/>
                </a:lnTo>
                <a:lnTo>
                  <a:pt x="2238469" y="37248"/>
                </a:lnTo>
                <a:lnTo>
                  <a:pt x="2239061" y="51734"/>
                </a:lnTo>
                <a:cubicBezTo>
                  <a:pt x="2242017" y="47858"/>
                  <a:pt x="2246254" y="44195"/>
                  <a:pt x="2251772" y="40746"/>
                </a:cubicBezTo>
                <a:cubicBezTo>
                  <a:pt x="2257290" y="37297"/>
                  <a:pt x="2264353" y="35573"/>
                  <a:pt x="2272958" y="35573"/>
                </a:cubicBezTo>
                <a:cubicBezTo>
                  <a:pt x="2283469" y="35573"/>
                  <a:pt x="2291123" y="38781"/>
                  <a:pt x="2295918" y="45196"/>
                </a:cubicBezTo>
                <a:cubicBezTo>
                  <a:pt x="2300714" y="51611"/>
                  <a:pt x="2303112" y="60624"/>
                  <a:pt x="2303112" y="72233"/>
                </a:cubicBezTo>
                <a:lnTo>
                  <a:pt x="2303112" y="136183"/>
                </a:lnTo>
                <a:lnTo>
                  <a:pt x="2286655" y="136183"/>
                </a:lnTo>
                <a:lnTo>
                  <a:pt x="2286655" y="74349"/>
                </a:lnTo>
                <a:cubicBezTo>
                  <a:pt x="2286655" y="69502"/>
                  <a:pt x="2286163" y="65202"/>
                  <a:pt x="2285177" y="61449"/>
                </a:cubicBezTo>
                <a:cubicBezTo>
                  <a:pt x="2284192" y="57694"/>
                  <a:pt x="2282435" y="54742"/>
                  <a:pt x="2279905" y="52593"/>
                </a:cubicBezTo>
                <a:cubicBezTo>
                  <a:pt x="2277376" y="50443"/>
                  <a:pt x="2273714" y="49369"/>
                  <a:pt x="2268918" y="49369"/>
                </a:cubicBezTo>
                <a:cubicBezTo>
                  <a:pt x="2261758" y="49369"/>
                  <a:pt x="2255747" y="51058"/>
                  <a:pt x="2250885" y="54437"/>
                </a:cubicBezTo>
                <a:cubicBezTo>
                  <a:pt x="2246024" y="57814"/>
                  <a:pt x="2242115" y="61517"/>
                  <a:pt x="2239159" y="65545"/>
                </a:cubicBezTo>
                <a:lnTo>
                  <a:pt x="2239159" y="136183"/>
                </a:lnTo>
                <a:lnTo>
                  <a:pt x="2222703" y="136183"/>
                </a:lnTo>
                <a:close/>
                <a:moveTo>
                  <a:pt x="2369338" y="137956"/>
                </a:moveTo>
                <a:cubicBezTo>
                  <a:pt x="2361521" y="137956"/>
                  <a:pt x="2354754" y="136029"/>
                  <a:pt x="2349039" y="132173"/>
                </a:cubicBezTo>
                <a:cubicBezTo>
                  <a:pt x="2343323" y="128318"/>
                  <a:pt x="2338906" y="122551"/>
                  <a:pt x="2335785" y="114873"/>
                </a:cubicBezTo>
                <a:cubicBezTo>
                  <a:pt x="2332665" y="107195"/>
                  <a:pt x="2331104" y="97708"/>
                  <a:pt x="2331104" y="86411"/>
                </a:cubicBezTo>
                <a:cubicBezTo>
                  <a:pt x="2331104" y="75181"/>
                  <a:pt x="2332763" y="65813"/>
                  <a:pt x="2336081" y="58305"/>
                </a:cubicBezTo>
                <a:cubicBezTo>
                  <a:pt x="2339398" y="50795"/>
                  <a:pt x="2344079" y="45129"/>
                  <a:pt x="2350123" y="41307"/>
                </a:cubicBezTo>
                <a:cubicBezTo>
                  <a:pt x="2356167" y="37484"/>
                  <a:pt x="2363294" y="35573"/>
                  <a:pt x="2371506" y="35573"/>
                </a:cubicBezTo>
                <a:cubicBezTo>
                  <a:pt x="2378338" y="35573"/>
                  <a:pt x="2384283" y="37068"/>
                  <a:pt x="2389342" y="40057"/>
                </a:cubicBezTo>
                <a:cubicBezTo>
                  <a:pt x="2394400" y="43046"/>
                  <a:pt x="2398473" y="47102"/>
                  <a:pt x="2401561" y="52226"/>
                </a:cubicBezTo>
                <a:lnTo>
                  <a:pt x="2401561" y="3547"/>
                </a:lnTo>
                <a:lnTo>
                  <a:pt x="2418017" y="3547"/>
                </a:lnTo>
                <a:lnTo>
                  <a:pt x="2418017" y="136183"/>
                </a:lnTo>
                <a:lnTo>
                  <a:pt x="2402448" y="136183"/>
                </a:lnTo>
                <a:lnTo>
                  <a:pt x="2401561" y="122190"/>
                </a:lnTo>
                <a:cubicBezTo>
                  <a:pt x="2398145" y="126854"/>
                  <a:pt x="2393743" y="130648"/>
                  <a:pt x="2388356" y="133571"/>
                </a:cubicBezTo>
                <a:cubicBezTo>
                  <a:pt x="2382969" y="136495"/>
                  <a:pt x="2376630" y="137956"/>
                  <a:pt x="2369338" y="137956"/>
                </a:cubicBezTo>
                <a:moveTo>
                  <a:pt x="2372688" y="124456"/>
                </a:moveTo>
                <a:cubicBezTo>
                  <a:pt x="2379718" y="124456"/>
                  <a:pt x="2385564" y="122730"/>
                  <a:pt x="2390229" y="119277"/>
                </a:cubicBezTo>
                <a:cubicBezTo>
                  <a:pt x="2394893" y="115824"/>
                  <a:pt x="2398670" y="111671"/>
                  <a:pt x="2401561" y="106818"/>
                </a:cubicBezTo>
                <a:lnTo>
                  <a:pt x="2401561" y="68359"/>
                </a:lnTo>
                <a:cubicBezTo>
                  <a:pt x="2398867" y="62753"/>
                  <a:pt x="2395336" y="58120"/>
                  <a:pt x="2390968" y="54462"/>
                </a:cubicBezTo>
                <a:cubicBezTo>
                  <a:pt x="2386599" y="50804"/>
                  <a:pt x="2381097" y="48974"/>
                  <a:pt x="2374462" y="48974"/>
                </a:cubicBezTo>
                <a:cubicBezTo>
                  <a:pt x="2365725" y="48974"/>
                  <a:pt x="2359139" y="52222"/>
                  <a:pt x="2354705" y="58718"/>
                </a:cubicBezTo>
                <a:cubicBezTo>
                  <a:pt x="2350271" y="65213"/>
                  <a:pt x="2348053" y="74443"/>
                  <a:pt x="2348053" y="86407"/>
                </a:cubicBezTo>
                <a:cubicBezTo>
                  <a:pt x="2348053" y="98782"/>
                  <a:pt x="2350139" y="108218"/>
                  <a:pt x="2354311" y="114713"/>
                </a:cubicBezTo>
                <a:cubicBezTo>
                  <a:pt x="2358482" y="121209"/>
                  <a:pt x="2364608" y="124456"/>
                  <a:pt x="2372688" y="124456"/>
                </a:cubicBezTo>
                <a:close/>
                <a:moveTo>
                  <a:pt x="2477331" y="136183"/>
                </a:moveTo>
                <a:cubicBezTo>
                  <a:pt x="2469513" y="136183"/>
                  <a:pt x="2463535" y="134951"/>
                  <a:pt x="2459396" y="132487"/>
                </a:cubicBezTo>
                <a:cubicBezTo>
                  <a:pt x="2455258" y="130024"/>
                  <a:pt x="2452433" y="126476"/>
                  <a:pt x="2450922" y="121845"/>
                </a:cubicBezTo>
                <a:cubicBezTo>
                  <a:pt x="2449411" y="117214"/>
                  <a:pt x="2448656" y="111646"/>
                  <a:pt x="2448656" y="105142"/>
                </a:cubicBezTo>
                <a:lnTo>
                  <a:pt x="2448656" y="3547"/>
                </a:lnTo>
                <a:lnTo>
                  <a:pt x="2465013" y="3547"/>
                </a:lnTo>
                <a:lnTo>
                  <a:pt x="2465013" y="104354"/>
                </a:lnTo>
                <a:cubicBezTo>
                  <a:pt x="2465013" y="110332"/>
                  <a:pt x="2465785" y="114898"/>
                  <a:pt x="2467329" y="118051"/>
                </a:cubicBezTo>
                <a:cubicBezTo>
                  <a:pt x="2468873" y="121204"/>
                  <a:pt x="2472568" y="122781"/>
                  <a:pt x="2478415" y="122781"/>
                </a:cubicBezTo>
                <a:lnTo>
                  <a:pt x="2482849" y="122781"/>
                </a:lnTo>
                <a:lnTo>
                  <a:pt x="2482849" y="136183"/>
                </a:lnTo>
                <a:lnTo>
                  <a:pt x="2477331" y="136183"/>
                </a:lnTo>
                <a:close/>
                <a:moveTo>
                  <a:pt x="2540908" y="137956"/>
                </a:moveTo>
                <a:cubicBezTo>
                  <a:pt x="2530462" y="137956"/>
                  <a:pt x="2521906" y="135707"/>
                  <a:pt x="2515238" y="131209"/>
                </a:cubicBezTo>
                <a:cubicBezTo>
                  <a:pt x="2508570" y="126709"/>
                  <a:pt x="2503627" y="120588"/>
                  <a:pt x="2500408" y="112844"/>
                </a:cubicBezTo>
                <a:cubicBezTo>
                  <a:pt x="2497189" y="105098"/>
                  <a:pt x="2495579" y="96389"/>
                  <a:pt x="2495579" y="86715"/>
                </a:cubicBezTo>
                <a:cubicBezTo>
                  <a:pt x="2495579" y="76636"/>
                  <a:pt x="2497139" y="67757"/>
                  <a:pt x="2500260" y="60079"/>
                </a:cubicBezTo>
                <a:cubicBezTo>
                  <a:pt x="2503380" y="52401"/>
                  <a:pt x="2508143" y="46397"/>
                  <a:pt x="2514548" y="42067"/>
                </a:cubicBezTo>
                <a:cubicBezTo>
                  <a:pt x="2520953" y="37738"/>
                  <a:pt x="2529083" y="35573"/>
                  <a:pt x="2538937" y="35573"/>
                </a:cubicBezTo>
                <a:cubicBezTo>
                  <a:pt x="2552010" y="35573"/>
                  <a:pt x="2562258" y="39627"/>
                  <a:pt x="2569681" y="47733"/>
                </a:cubicBezTo>
                <a:cubicBezTo>
                  <a:pt x="2577105" y="55838"/>
                  <a:pt x="2580816" y="67491"/>
                  <a:pt x="2580816" y="82691"/>
                </a:cubicBezTo>
                <a:cubicBezTo>
                  <a:pt x="2580816" y="83705"/>
                  <a:pt x="2580783" y="84905"/>
                  <a:pt x="2580718" y="86290"/>
                </a:cubicBezTo>
                <a:cubicBezTo>
                  <a:pt x="2580652" y="87674"/>
                  <a:pt x="2580554" y="88670"/>
                  <a:pt x="2580422" y="89277"/>
                </a:cubicBezTo>
                <a:lnTo>
                  <a:pt x="2512035" y="89277"/>
                </a:lnTo>
                <a:cubicBezTo>
                  <a:pt x="2512101" y="95785"/>
                  <a:pt x="2513103" y="101762"/>
                  <a:pt x="2515041" y="107209"/>
                </a:cubicBezTo>
                <a:cubicBezTo>
                  <a:pt x="2516979" y="112655"/>
                  <a:pt x="2520050" y="117023"/>
                  <a:pt x="2524254" y="120311"/>
                </a:cubicBezTo>
                <a:cubicBezTo>
                  <a:pt x="2528459" y="123600"/>
                  <a:pt x="2534010" y="125245"/>
                  <a:pt x="2540908" y="125245"/>
                </a:cubicBezTo>
                <a:cubicBezTo>
                  <a:pt x="2548265" y="125245"/>
                  <a:pt x="2554013" y="123432"/>
                  <a:pt x="2558152" y="119806"/>
                </a:cubicBezTo>
                <a:cubicBezTo>
                  <a:pt x="2562291" y="116181"/>
                  <a:pt x="2564459" y="110950"/>
                  <a:pt x="2564656" y="104114"/>
                </a:cubicBezTo>
                <a:lnTo>
                  <a:pt x="2580915" y="104114"/>
                </a:lnTo>
                <a:cubicBezTo>
                  <a:pt x="2580718" y="111092"/>
                  <a:pt x="2578977" y="117105"/>
                  <a:pt x="2575692" y="122153"/>
                </a:cubicBezTo>
                <a:cubicBezTo>
                  <a:pt x="2572408" y="127201"/>
                  <a:pt x="2567809" y="131097"/>
                  <a:pt x="2561897" y="133842"/>
                </a:cubicBezTo>
                <a:cubicBezTo>
                  <a:pt x="2555984" y="136585"/>
                  <a:pt x="2548988" y="137956"/>
                  <a:pt x="2540908" y="137956"/>
                </a:cubicBezTo>
                <a:moveTo>
                  <a:pt x="2512134" y="77256"/>
                </a:moveTo>
                <a:lnTo>
                  <a:pt x="2564557" y="77256"/>
                </a:lnTo>
                <a:cubicBezTo>
                  <a:pt x="2564360" y="67843"/>
                  <a:pt x="2562028" y="60645"/>
                  <a:pt x="2557561" y="55663"/>
                </a:cubicBezTo>
                <a:cubicBezTo>
                  <a:pt x="2553094" y="50678"/>
                  <a:pt x="2546886" y="48186"/>
                  <a:pt x="2538937" y="48186"/>
                </a:cubicBezTo>
                <a:cubicBezTo>
                  <a:pt x="2530922" y="48186"/>
                  <a:pt x="2524632" y="50661"/>
                  <a:pt x="2520066" y="55611"/>
                </a:cubicBezTo>
                <a:cubicBezTo>
                  <a:pt x="2515501" y="60558"/>
                  <a:pt x="2512856" y="67773"/>
                  <a:pt x="2512134" y="77256"/>
                </a:cubicBezTo>
                <a:close/>
                <a:moveTo>
                  <a:pt x="2675068" y="136183"/>
                </a:moveTo>
                <a:cubicBezTo>
                  <a:pt x="2671390" y="136183"/>
                  <a:pt x="2668335" y="134984"/>
                  <a:pt x="2665904" y="132586"/>
                </a:cubicBezTo>
                <a:cubicBezTo>
                  <a:pt x="2663473" y="130188"/>
                  <a:pt x="2662258" y="127248"/>
                  <a:pt x="2662258" y="123767"/>
                </a:cubicBezTo>
                <a:cubicBezTo>
                  <a:pt x="2662258" y="120153"/>
                  <a:pt x="2663473" y="117181"/>
                  <a:pt x="2665904" y="114849"/>
                </a:cubicBezTo>
                <a:cubicBezTo>
                  <a:pt x="2668335" y="112517"/>
                  <a:pt x="2671390" y="111350"/>
                  <a:pt x="2675068" y="111350"/>
                </a:cubicBezTo>
                <a:cubicBezTo>
                  <a:pt x="2678682" y="111350"/>
                  <a:pt x="2681671" y="112517"/>
                  <a:pt x="2684036" y="114849"/>
                </a:cubicBezTo>
                <a:cubicBezTo>
                  <a:pt x="2686401" y="117181"/>
                  <a:pt x="2687583" y="120153"/>
                  <a:pt x="2687583" y="123767"/>
                </a:cubicBezTo>
                <a:cubicBezTo>
                  <a:pt x="2687583" y="127248"/>
                  <a:pt x="2686401" y="130188"/>
                  <a:pt x="2684036" y="132586"/>
                </a:cubicBezTo>
                <a:cubicBezTo>
                  <a:pt x="2681671" y="134984"/>
                  <a:pt x="2678682" y="136183"/>
                  <a:pt x="2675068" y="136183"/>
                </a:cubicBezTo>
                <a:moveTo>
                  <a:pt x="2621265" y="136183"/>
                </a:moveTo>
                <a:cubicBezTo>
                  <a:pt x="2617587" y="136183"/>
                  <a:pt x="2614532" y="134984"/>
                  <a:pt x="2612101" y="132586"/>
                </a:cubicBezTo>
                <a:cubicBezTo>
                  <a:pt x="2609671" y="130188"/>
                  <a:pt x="2608455" y="127248"/>
                  <a:pt x="2608455" y="123767"/>
                </a:cubicBezTo>
                <a:cubicBezTo>
                  <a:pt x="2608455" y="120153"/>
                  <a:pt x="2609671" y="117181"/>
                  <a:pt x="2612101" y="114849"/>
                </a:cubicBezTo>
                <a:cubicBezTo>
                  <a:pt x="2614532" y="112517"/>
                  <a:pt x="2617587" y="111350"/>
                  <a:pt x="2621265" y="111350"/>
                </a:cubicBezTo>
                <a:cubicBezTo>
                  <a:pt x="2624879" y="111350"/>
                  <a:pt x="2627868" y="112517"/>
                  <a:pt x="2630233" y="114849"/>
                </a:cubicBezTo>
                <a:cubicBezTo>
                  <a:pt x="2632598" y="117181"/>
                  <a:pt x="2633780" y="120153"/>
                  <a:pt x="2633780" y="123767"/>
                </a:cubicBezTo>
                <a:cubicBezTo>
                  <a:pt x="2633780" y="127248"/>
                  <a:pt x="2632598" y="130188"/>
                  <a:pt x="2630233" y="132586"/>
                </a:cubicBezTo>
                <a:cubicBezTo>
                  <a:pt x="2627868" y="134984"/>
                  <a:pt x="2624879" y="136183"/>
                  <a:pt x="2621265" y="136183"/>
                </a:cubicBezTo>
                <a:moveTo>
                  <a:pt x="2728674" y="136183"/>
                </a:moveTo>
                <a:cubicBezTo>
                  <a:pt x="2724995" y="136183"/>
                  <a:pt x="2721941" y="134984"/>
                  <a:pt x="2719510" y="132586"/>
                </a:cubicBezTo>
                <a:cubicBezTo>
                  <a:pt x="2717079" y="130188"/>
                  <a:pt x="2715864" y="127248"/>
                  <a:pt x="2715864" y="123767"/>
                </a:cubicBezTo>
                <a:cubicBezTo>
                  <a:pt x="2715864" y="120153"/>
                  <a:pt x="2717079" y="117181"/>
                  <a:pt x="2719510" y="114849"/>
                </a:cubicBezTo>
                <a:cubicBezTo>
                  <a:pt x="2721941" y="112517"/>
                  <a:pt x="2724995" y="111350"/>
                  <a:pt x="2728674" y="111350"/>
                </a:cubicBezTo>
                <a:cubicBezTo>
                  <a:pt x="2732287" y="111350"/>
                  <a:pt x="2735276" y="112517"/>
                  <a:pt x="2737641" y="114849"/>
                </a:cubicBezTo>
                <a:cubicBezTo>
                  <a:pt x="2740006" y="117181"/>
                  <a:pt x="2741189" y="120153"/>
                  <a:pt x="2741189" y="123767"/>
                </a:cubicBezTo>
                <a:cubicBezTo>
                  <a:pt x="2741189" y="127248"/>
                  <a:pt x="2740006" y="130188"/>
                  <a:pt x="2737641" y="132586"/>
                </a:cubicBezTo>
                <a:cubicBezTo>
                  <a:pt x="2735276" y="134984"/>
                  <a:pt x="2732287" y="136183"/>
                  <a:pt x="2728674" y="13618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834D69-CEFA-4CBD-8F45-B4FC09810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5241" y="5430559"/>
            <a:ext cx="240827" cy="1136949"/>
          </a:xfrm>
          <a:custGeom xmlns:a="http://schemas.openxmlformats.org/drawingml/2006/main">
            <a:pathLst>
              <a:path w="240827" h="1136949">
                <a:moveTo>
                  <a:pt x="109903" y="510917"/>
                </a:moveTo>
                <a:lnTo>
                  <a:pt x="130924" y="510917"/>
                </a:lnTo>
                <a:lnTo>
                  <a:pt x="130924" y="426829"/>
                </a:lnTo>
                <a:lnTo>
                  <a:pt x="109903" y="426829"/>
                </a:lnTo>
                <a:lnTo>
                  <a:pt x="109903" y="510917"/>
                </a:lnTo>
                <a:close/>
                <a:moveTo>
                  <a:pt x="109903" y="658070"/>
                </a:moveTo>
                <a:lnTo>
                  <a:pt x="130924" y="658070"/>
                </a:lnTo>
                <a:lnTo>
                  <a:pt x="130924" y="573982"/>
                </a:lnTo>
                <a:lnTo>
                  <a:pt x="109903" y="573982"/>
                </a:lnTo>
                <a:lnTo>
                  <a:pt x="109903" y="658070"/>
                </a:lnTo>
                <a:close/>
                <a:moveTo>
                  <a:pt x="109903" y="805307"/>
                </a:moveTo>
                <a:lnTo>
                  <a:pt x="130924" y="805307"/>
                </a:lnTo>
                <a:lnTo>
                  <a:pt x="130924" y="721136"/>
                </a:lnTo>
                <a:lnTo>
                  <a:pt x="109903" y="721136"/>
                </a:lnTo>
                <a:lnTo>
                  <a:pt x="109903" y="805307"/>
                </a:lnTo>
                <a:close/>
                <a:moveTo>
                  <a:pt x="130924" y="952461"/>
                </a:moveTo>
                <a:lnTo>
                  <a:pt x="130924" y="868373"/>
                </a:lnTo>
                <a:lnTo>
                  <a:pt x="109903" y="868373"/>
                </a:lnTo>
                <a:lnTo>
                  <a:pt x="109903" y="952461"/>
                </a:lnTo>
                <a:lnTo>
                  <a:pt x="130924" y="952461"/>
                </a:lnTo>
                <a:close/>
                <a:moveTo>
                  <a:pt x="130924" y="1099614"/>
                </a:moveTo>
                <a:lnTo>
                  <a:pt x="130924" y="1015527"/>
                </a:lnTo>
                <a:lnTo>
                  <a:pt x="109903" y="1015527"/>
                </a:lnTo>
                <a:lnTo>
                  <a:pt x="109903" y="1099614"/>
                </a:lnTo>
                <a:lnTo>
                  <a:pt x="130924" y="1099614"/>
                </a:lnTo>
                <a:close/>
                <a:moveTo>
                  <a:pt x="0" y="1115927"/>
                </a:moveTo>
                <a:lnTo>
                  <a:pt x="0" y="1136949"/>
                </a:lnTo>
                <a:lnTo>
                  <a:pt x="84172" y="1136949"/>
                </a:lnTo>
                <a:lnTo>
                  <a:pt x="84172" y="1115927"/>
                </a:lnTo>
                <a:lnTo>
                  <a:pt x="0" y="1115927"/>
                </a:lnTo>
                <a:close/>
                <a:moveTo>
                  <a:pt x="240827" y="31533"/>
                </a:moveTo>
                <a:lnTo>
                  <a:pt x="177761" y="0"/>
                </a:lnTo>
                <a:lnTo>
                  <a:pt x="177761" y="63066"/>
                </a:lnTo>
                <a:lnTo>
                  <a:pt x="240827" y="31533"/>
                </a:lnTo>
                <a:close/>
                <a:moveTo>
                  <a:pt x="166746" y="21022"/>
                </a:moveTo>
                <a:lnTo>
                  <a:pt x="109903" y="21022"/>
                </a:lnTo>
                <a:lnTo>
                  <a:pt x="109903" y="69372"/>
                </a:lnTo>
                <a:lnTo>
                  <a:pt x="130924" y="69372"/>
                </a:lnTo>
                <a:lnTo>
                  <a:pt x="130924" y="42044"/>
                </a:lnTo>
                <a:lnTo>
                  <a:pt x="166746" y="42044"/>
                </a:lnTo>
                <a:lnTo>
                  <a:pt x="166746" y="21022"/>
                </a:lnTo>
                <a:close/>
                <a:moveTo>
                  <a:pt x="130924" y="216526"/>
                </a:moveTo>
                <a:lnTo>
                  <a:pt x="130924" y="132438"/>
                </a:lnTo>
                <a:lnTo>
                  <a:pt x="109903" y="132438"/>
                </a:lnTo>
                <a:lnTo>
                  <a:pt x="109903" y="216526"/>
                </a:lnTo>
                <a:lnTo>
                  <a:pt x="130924" y="216526"/>
                </a:lnTo>
                <a:close/>
                <a:moveTo>
                  <a:pt x="130924" y="363763"/>
                </a:moveTo>
                <a:lnTo>
                  <a:pt x="130924" y="279591"/>
                </a:lnTo>
                <a:lnTo>
                  <a:pt x="109903" y="279591"/>
                </a:lnTo>
                <a:lnTo>
                  <a:pt x="109903" y="363763"/>
                </a:lnTo>
                <a:lnTo>
                  <a:pt x="130924" y="363763"/>
                </a:lnTo>
                <a:close/>
              </a:path>
            </a:pathLst>
          </a:custGeom>
          <a:solidFill xmlns:a="http://schemas.openxmlformats.org/drawingml/2006/main">
            <a:srgbClr val="215F9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" name="Text FinalSolution">
            <a:extLst xmlns:a="http://schemas.openxmlformats.org/drawingml/2006/main">
              <a:ext uri="{FF2B5EF4-FFF2-40B4-BE49-F238E27FC236}">
                <a16:creationId xmlns:a16="http://schemas.microsoft.com/office/drawing/2014/main" id="{51E73F48-6AB0-4AB0-9D8F-239033D2F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87287" y="8486871"/>
            <a:ext cx="1348543" cy="159656"/>
          </a:xfrm>
          <a:custGeom xmlns:a="http://schemas.openxmlformats.org/drawingml/2006/main">
            <a:pathLst>
              <a:path w="1348543" h="159656">
                <a:moveTo>
                  <a:pt x="0" y="157603"/>
                </a:moveTo>
                <a:lnTo>
                  <a:pt x="0" y="4105"/>
                </a:lnTo>
                <a:lnTo>
                  <a:pt x="95565" y="4105"/>
                </a:lnTo>
                <a:lnTo>
                  <a:pt x="95565" y="21211"/>
                </a:lnTo>
                <a:lnTo>
                  <a:pt x="20527" y="21211"/>
                </a:lnTo>
                <a:lnTo>
                  <a:pt x="20527" y="70134"/>
                </a:lnTo>
                <a:lnTo>
                  <a:pt x="88495" y="70134"/>
                </a:lnTo>
                <a:lnTo>
                  <a:pt x="88495" y="86898"/>
                </a:lnTo>
                <a:lnTo>
                  <a:pt x="20527" y="86898"/>
                </a:lnTo>
                <a:lnTo>
                  <a:pt x="20527" y="157603"/>
                </a:lnTo>
                <a:lnTo>
                  <a:pt x="0" y="157603"/>
                </a:lnTo>
                <a:close/>
                <a:moveTo>
                  <a:pt x="118102" y="157603"/>
                </a:moveTo>
                <a:lnTo>
                  <a:pt x="118102" y="43107"/>
                </a:lnTo>
                <a:lnTo>
                  <a:pt x="137146" y="43107"/>
                </a:lnTo>
                <a:lnTo>
                  <a:pt x="137146" y="157603"/>
                </a:lnTo>
                <a:lnTo>
                  <a:pt x="118102" y="157603"/>
                </a:lnTo>
                <a:moveTo>
                  <a:pt x="127567" y="22124"/>
                </a:moveTo>
                <a:cubicBezTo>
                  <a:pt x="123994" y="22124"/>
                  <a:pt x="121124" y="21078"/>
                  <a:pt x="118957" y="18988"/>
                </a:cubicBezTo>
                <a:cubicBezTo>
                  <a:pt x="116790" y="16897"/>
                  <a:pt x="115707" y="14255"/>
                  <a:pt x="115707" y="11062"/>
                </a:cubicBezTo>
                <a:cubicBezTo>
                  <a:pt x="115707" y="7869"/>
                  <a:pt x="116790" y="5227"/>
                  <a:pt x="118957" y="3136"/>
                </a:cubicBezTo>
                <a:cubicBezTo>
                  <a:pt x="121124" y="1045"/>
                  <a:pt x="123994" y="0"/>
                  <a:pt x="127567" y="0"/>
                </a:cubicBezTo>
                <a:cubicBezTo>
                  <a:pt x="131140" y="0"/>
                  <a:pt x="134029" y="1045"/>
                  <a:pt x="136234" y="3136"/>
                </a:cubicBezTo>
                <a:cubicBezTo>
                  <a:pt x="138439" y="5227"/>
                  <a:pt x="139541" y="7869"/>
                  <a:pt x="139541" y="11062"/>
                </a:cubicBezTo>
                <a:cubicBezTo>
                  <a:pt x="139541" y="14255"/>
                  <a:pt x="138439" y="16897"/>
                  <a:pt x="136234" y="18988"/>
                </a:cubicBezTo>
                <a:cubicBezTo>
                  <a:pt x="134029" y="21078"/>
                  <a:pt x="131140" y="22124"/>
                  <a:pt x="127567" y="22124"/>
                </a:cubicBezTo>
                <a:close/>
                <a:moveTo>
                  <a:pt x="174622" y="157603"/>
                </a:moveTo>
                <a:lnTo>
                  <a:pt x="174622" y="43107"/>
                </a:lnTo>
                <a:lnTo>
                  <a:pt x="192868" y="43107"/>
                </a:lnTo>
                <a:lnTo>
                  <a:pt x="193553" y="59871"/>
                </a:lnTo>
                <a:cubicBezTo>
                  <a:pt x="196974" y="55385"/>
                  <a:pt x="201878" y="51147"/>
                  <a:pt x="208264" y="47155"/>
                </a:cubicBezTo>
                <a:cubicBezTo>
                  <a:pt x="214650" y="43164"/>
                  <a:pt x="222823" y="41168"/>
                  <a:pt x="232782" y="41168"/>
                </a:cubicBezTo>
                <a:cubicBezTo>
                  <a:pt x="244947" y="41168"/>
                  <a:pt x="253804" y="44881"/>
                  <a:pt x="259354" y="52305"/>
                </a:cubicBezTo>
                <a:cubicBezTo>
                  <a:pt x="264904" y="59730"/>
                  <a:pt x="267678" y="70159"/>
                  <a:pt x="267678" y="83595"/>
                </a:cubicBezTo>
                <a:lnTo>
                  <a:pt x="267678" y="157603"/>
                </a:lnTo>
                <a:lnTo>
                  <a:pt x="248634" y="157603"/>
                </a:lnTo>
                <a:lnTo>
                  <a:pt x="248634" y="86043"/>
                </a:lnTo>
                <a:cubicBezTo>
                  <a:pt x="248634" y="80434"/>
                  <a:pt x="248064" y="75458"/>
                  <a:pt x="246923" y="71114"/>
                </a:cubicBezTo>
                <a:cubicBezTo>
                  <a:pt x="245783" y="66769"/>
                  <a:pt x="243749" y="63353"/>
                  <a:pt x="240822" y="60865"/>
                </a:cubicBezTo>
                <a:cubicBezTo>
                  <a:pt x="237895" y="58378"/>
                  <a:pt x="233657" y="57134"/>
                  <a:pt x="228107" y="57134"/>
                </a:cubicBezTo>
                <a:cubicBezTo>
                  <a:pt x="219820" y="57134"/>
                  <a:pt x="212863" y="59089"/>
                  <a:pt x="207237" y="63000"/>
                </a:cubicBezTo>
                <a:cubicBezTo>
                  <a:pt x="201611" y="66908"/>
                  <a:pt x="197088" y="71193"/>
                  <a:pt x="193667" y="75854"/>
                </a:cubicBezTo>
                <a:lnTo>
                  <a:pt x="193667" y="157603"/>
                </a:lnTo>
                <a:lnTo>
                  <a:pt x="174622" y="157603"/>
                </a:lnTo>
                <a:close/>
                <a:moveTo>
                  <a:pt x="329365" y="159656"/>
                </a:moveTo>
                <a:cubicBezTo>
                  <a:pt x="322978" y="159656"/>
                  <a:pt x="317143" y="158410"/>
                  <a:pt x="311860" y="155917"/>
                </a:cubicBezTo>
                <a:cubicBezTo>
                  <a:pt x="306576" y="153425"/>
                  <a:pt x="302356" y="149745"/>
                  <a:pt x="299201" y="144877"/>
                </a:cubicBezTo>
                <a:cubicBezTo>
                  <a:pt x="296046" y="140009"/>
                  <a:pt x="294468" y="133992"/>
                  <a:pt x="294468" y="126826"/>
                </a:cubicBezTo>
                <a:cubicBezTo>
                  <a:pt x="294468" y="116625"/>
                  <a:pt x="297586" y="108876"/>
                  <a:pt x="303820" y="103580"/>
                </a:cubicBezTo>
                <a:cubicBezTo>
                  <a:pt x="310054" y="98284"/>
                  <a:pt x="318873" y="94683"/>
                  <a:pt x="330277" y="92775"/>
                </a:cubicBezTo>
                <a:cubicBezTo>
                  <a:pt x="341681" y="90867"/>
                  <a:pt x="355024" y="89835"/>
                  <a:pt x="370305" y="89678"/>
                </a:cubicBezTo>
                <a:lnTo>
                  <a:pt x="370305" y="81506"/>
                </a:lnTo>
                <a:cubicBezTo>
                  <a:pt x="370305" y="71492"/>
                  <a:pt x="367948" y="64623"/>
                  <a:pt x="363234" y="60897"/>
                </a:cubicBezTo>
                <a:cubicBezTo>
                  <a:pt x="358521" y="57172"/>
                  <a:pt x="352553" y="55309"/>
                  <a:pt x="345330" y="55309"/>
                </a:cubicBezTo>
                <a:cubicBezTo>
                  <a:pt x="337652" y="55309"/>
                  <a:pt x="331189" y="57339"/>
                  <a:pt x="325943" y="61400"/>
                </a:cubicBezTo>
                <a:cubicBezTo>
                  <a:pt x="320698" y="65460"/>
                  <a:pt x="318075" y="71869"/>
                  <a:pt x="318075" y="80626"/>
                </a:cubicBezTo>
                <a:lnTo>
                  <a:pt x="299600" y="80626"/>
                </a:lnTo>
                <a:cubicBezTo>
                  <a:pt x="299600" y="71232"/>
                  <a:pt x="301558" y="63639"/>
                  <a:pt x="305473" y="57847"/>
                </a:cubicBezTo>
                <a:cubicBezTo>
                  <a:pt x="309389" y="52052"/>
                  <a:pt x="314787" y="47824"/>
                  <a:pt x="321667" y="45163"/>
                </a:cubicBezTo>
                <a:cubicBezTo>
                  <a:pt x="328547" y="42500"/>
                  <a:pt x="336435" y="41168"/>
                  <a:pt x="345330" y="41168"/>
                </a:cubicBezTo>
                <a:cubicBezTo>
                  <a:pt x="351032" y="41168"/>
                  <a:pt x="356487" y="41717"/>
                  <a:pt x="361695" y="42815"/>
                </a:cubicBezTo>
                <a:cubicBezTo>
                  <a:pt x="366903" y="43910"/>
                  <a:pt x="371578" y="45907"/>
                  <a:pt x="375722" y="48805"/>
                </a:cubicBezTo>
                <a:cubicBezTo>
                  <a:pt x="379865" y="51704"/>
                  <a:pt x="383153" y="55758"/>
                  <a:pt x="385586" y="60969"/>
                </a:cubicBezTo>
                <a:cubicBezTo>
                  <a:pt x="388019" y="66176"/>
                  <a:pt x="389235" y="72892"/>
                  <a:pt x="389235" y="81114"/>
                </a:cubicBezTo>
                <a:lnTo>
                  <a:pt x="389235" y="157603"/>
                </a:lnTo>
                <a:lnTo>
                  <a:pt x="371445" y="157603"/>
                </a:lnTo>
                <a:lnTo>
                  <a:pt x="370647" y="140725"/>
                </a:lnTo>
                <a:cubicBezTo>
                  <a:pt x="365553" y="146427"/>
                  <a:pt x="359642" y="151008"/>
                  <a:pt x="352914" y="154467"/>
                </a:cubicBezTo>
                <a:cubicBezTo>
                  <a:pt x="346185" y="157926"/>
                  <a:pt x="338336" y="159656"/>
                  <a:pt x="329365" y="159656"/>
                </a:cubicBezTo>
                <a:moveTo>
                  <a:pt x="334382" y="145059"/>
                </a:moveTo>
                <a:cubicBezTo>
                  <a:pt x="341985" y="145059"/>
                  <a:pt x="348827" y="143201"/>
                  <a:pt x="354910" y="139485"/>
                </a:cubicBezTo>
                <a:cubicBezTo>
                  <a:pt x="360992" y="135767"/>
                  <a:pt x="366085" y="131061"/>
                  <a:pt x="370191" y="125369"/>
                </a:cubicBezTo>
                <a:lnTo>
                  <a:pt x="370191" y="101880"/>
                </a:lnTo>
                <a:cubicBezTo>
                  <a:pt x="349968" y="102118"/>
                  <a:pt x="335466" y="104096"/>
                  <a:pt x="326685" y="107814"/>
                </a:cubicBezTo>
                <a:cubicBezTo>
                  <a:pt x="317904" y="111530"/>
                  <a:pt x="313513" y="117618"/>
                  <a:pt x="313513" y="126078"/>
                </a:cubicBezTo>
                <a:cubicBezTo>
                  <a:pt x="313513" y="131851"/>
                  <a:pt x="315281" y="136458"/>
                  <a:pt x="318816" y="139898"/>
                </a:cubicBezTo>
                <a:cubicBezTo>
                  <a:pt x="322351" y="143338"/>
                  <a:pt x="327540" y="145059"/>
                  <a:pt x="334382" y="145059"/>
                </a:cubicBezTo>
                <a:close/>
                <a:moveTo>
                  <a:pt x="458557" y="157603"/>
                </a:moveTo>
                <a:cubicBezTo>
                  <a:pt x="449510" y="157603"/>
                  <a:pt x="442591" y="156177"/>
                  <a:pt x="437802" y="153326"/>
                </a:cubicBezTo>
                <a:cubicBezTo>
                  <a:pt x="433012" y="150475"/>
                  <a:pt x="429743" y="146370"/>
                  <a:pt x="427994" y="141010"/>
                </a:cubicBezTo>
                <a:cubicBezTo>
                  <a:pt x="426246" y="135650"/>
                  <a:pt x="425371" y="129207"/>
                  <a:pt x="425371" y="121680"/>
                </a:cubicBezTo>
                <a:lnTo>
                  <a:pt x="425371" y="4105"/>
                </a:lnTo>
                <a:lnTo>
                  <a:pt x="444302" y="4105"/>
                </a:lnTo>
                <a:lnTo>
                  <a:pt x="444302" y="120768"/>
                </a:lnTo>
                <a:cubicBezTo>
                  <a:pt x="444302" y="127687"/>
                  <a:pt x="445195" y="132970"/>
                  <a:pt x="446982" y="136620"/>
                </a:cubicBezTo>
                <a:cubicBezTo>
                  <a:pt x="448769" y="140269"/>
                  <a:pt x="453045" y="142094"/>
                  <a:pt x="459811" y="142094"/>
                </a:cubicBezTo>
                <a:lnTo>
                  <a:pt x="464943" y="142094"/>
                </a:lnTo>
                <a:lnTo>
                  <a:pt x="464943" y="157603"/>
                </a:lnTo>
                <a:lnTo>
                  <a:pt x="458557" y="157603"/>
                </a:lnTo>
                <a:close/>
                <a:moveTo>
                  <a:pt x="586352" y="159656"/>
                </a:moveTo>
                <a:cubicBezTo>
                  <a:pt x="575404" y="159656"/>
                  <a:pt x="565521" y="157983"/>
                  <a:pt x="556702" y="154638"/>
                </a:cubicBezTo>
                <a:cubicBezTo>
                  <a:pt x="547883" y="151293"/>
                  <a:pt x="540869" y="146047"/>
                  <a:pt x="535661" y="138900"/>
                </a:cubicBezTo>
                <a:cubicBezTo>
                  <a:pt x="530454" y="131754"/>
                  <a:pt x="527850" y="122479"/>
                  <a:pt x="527850" y="111075"/>
                </a:cubicBezTo>
                <a:lnTo>
                  <a:pt x="548491" y="111075"/>
                </a:lnTo>
                <a:cubicBezTo>
                  <a:pt x="548491" y="119210"/>
                  <a:pt x="550259" y="125596"/>
                  <a:pt x="553794" y="130233"/>
                </a:cubicBezTo>
                <a:cubicBezTo>
                  <a:pt x="557329" y="134871"/>
                  <a:pt x="562024" y="138140"/>
                  <a:pt x="567878" y="140041"/>
                </a:cubicBezTo>
                <a:cubicBezTo>
                  <a:pt x="573732" y="141942"/>
                  <a:pt x="580156" y="142892"/>
                  <a:pt x="587150" y="142892"/>
                </a:cubicBezTo>
                <a:cubicBezTo>
                  <a:pt x="593613" y="142892"/>
                  <a:pt x="599524" y="141922"/>
                  <a:pt x="604884" y="139984"/>
                </a:cubicBezTo>
                <a:cubicBezTo>
                  <a:pt x="610243" y="138045"/>
                  <a:pt x="614520" y="135118"/>
                  <a:pt x="617713" y="131203"/>
                </a:cubicBezTo>
                <a:cubicBezTo>
                  <a:pt x="620906" y="127287"/>
                  <a:pt x="622503" y="122251"/>
                  <a:pt x="622503" y="116092"/>
                </a:cubicBezTo>
                <a:cubicBezTo>
                  <a:pt x="622503" y="110771"/>
                  <a:pt x="621248" y="106399"/>
                  <a:pt x="618739" y="102978"/>
                </a:cubicBezTo>
                <a:cubicBezTo>
                  <a:pt x="616231" y="99557"/>
                  <a:pt x="612068" y="96573"/>
                  <a:pt x="606252" y="94026"/>
                </a:cubicBezTo>
                <a:cubicBezTo>
                  <a:pt x="600436" y="91479"/>
                  <a:pt x="592624" y="88951"/>
                  <a:pt x="582817" y="86442"/>
                </a:cubicBezTo>
                <a:cubicBezTo>
                  <a:pt x="571261" y="83401"/>
                  <a:pt x="561758" y="80075"/>
                  <a:pt x="554307" y="76464"/>
                </a:cubicBezTo>
                <a:cubicBezTo>
                  <a:pt x="546856" y="72852"/>
                  <a:pt x="541325" y="68348"/>
                  <a:pt x="537714" y="62950"/>
                </a:cubicBezTo>
                <a:cubicBezTo>
                  <a:pt x="534103" y="57552"/>
                  <a:pt x="532297" y="50710"/>
                  <a:pt x="532297" y="42423"/>
                </a:cubicBezTo>
                <a:cubicBezTo>
                  <a:pt x="532297" y="33680"/>
                  <a:pt x="534350" y="26324"/>
                  <a:pt x="538455" y="20356"/>
                </a:cubicBezTo>
                <a:cubicBezTo>
                  <a:pt x="542561" y="14388"/>
                  <a:pt x="548453" y="9845"/>
                  <a:pt x="556132" y="6728"/>
                </a:cubicBezTo>
                <a:cubicBezTo>
                  <a:pt x="563810" y="3611"/>
                  <a:pt x="572933" y="2053"/>
                  <a:pt x="583501" y="2053"/>
                </a:cubicBezTo>
                <a:cubicBezTo>
                  <a:pt x="593385" y="2053"/>
                  <a:pt x="602432" y="3649"/>
                  <a:pt x="610643" y="6842"/>
                </a:cubicBezTo>
                <a:cubicBezTo>
                  <a:pt x="618853" y="10035"/>
                  <a:pt x="625411" y="14825"/>
                  <a:pt x="630314" y="21211"/>
                </a:cubicBezTo>
                <a:cubicBezTo>
                  <a:pt x="635218" y="27598"/>
                  <a:pt x="637670" y="35542"/>
                  <a:pt x="637670" y="45046"/>
                </a:cubicBezTo>
                <a:lnTo>
                  <a:pt x="617143" y="45046"/>
                </a:lnTo>
                <a:cubicBezTo>
                  <a:pt x="617219" y="36379"/>
                  <a:pt x="614026" y="29821"/>
                  <a:pt x="607564" y="25374"/>
                </a:cubicBezTo>
                <a:cubicBezTo>
                  <a:pt x="601101" y="20926"/>
                  <a:pt x="593118" y="18703"/>
                  <a:pt x="583615" y="18703"/>
                </a:cubicBezTo>
                <a:cubicBezTo>
                  <a:pt x="573808" y="18703"/>
                  <a:pt x="566186" y="20660"/>
                  <a:pt x="560750" y="24576"/>
                </a:cubicBezTo>
                <a:cubicBezTo>
                  <a:pt x="555314" y="28491"/>
                  <a:pt x="552596" y="34212"/>
                  <a:pt x="552596" y="41739"/>
                </a:cubicBezTo>
                <a:cubicBezTo>
                  <a:pt x="552596" y="46224"/>
                  <a:pt x="553775" y="49968"/>
                  <a:pt x="556132" y="52971"/>
                </a:cubicBezTo>
                <a:cubicBezTo>
                  <a:pt x="558488" y="55975"/>
                  <a:pt x="562537" y="58692"/>
                  <a:pt x="568277" y="61125"/>
                </a:cubicBezTo>
                <a:cubicBezTo>
                  <a:pt x="574017" y="63558"/>
                  <a:pt x="582019" y="66105"/>
                  <a:pt x="592282" y="68766"/>
                </a:cubicBezTo>
                <a:cubicBezTo>
                  <a:pt x="604142" y="71959"/>
                  <a:pt x="613779" y="75380"/>
                  <a:pt x="621191" y="79030"/>
                </a:cubicBezTo>
                <a:cubicBezTo>
                  <a:pt x="628604" y="82679"/>
                  <a:pt x="634059" y="87354"/>
                  <a:pt x="637556" y="93056"/>
                </a:cubicBezTo>
                <a:cubicBezTo>
                  <a:pt x="641053" y="98758"/>
                  <a:pt x="642802" y="106247"/>
                  <a:pt x="642802" y="115522"/>
                </a:cubicBezTo>
                <a:cubicBezTo>
                  <a:pt x="642802" y="125406"/>
                  <a:pt x="640331" y="133598"/>
                  <a:pt x="635389" y="140098"/>
                </a:cubicBezTo>
                <a:cubicBezTo>
                  <a:pt x="630447" y="146598"/>
                  <a:pt x="623719" y="151483"/>
                  <a:pt x="615204" y="154752"/>
                </a:cubicBezTo>
                <a:cubicBezTo>
                  <a:pt x="606689" y="158021"/>
                  <a:pt x="597072" y="159656"/>
                  <a:pt x="586352" y="159656"/>
                </a:cubicBezTo>
                <a:close/>
                <a:moveTo>
                  <a:pt x="715236" y="159656"/>
                </a:moveTo>
                <a:cubicBezTo>
                  <a:pt x="704365" y="159656"/>
                  <a:pt x="695051" y="157288"/>
                  <a:pt x="687297" y="152553"/>
                </a:cubicBezTo>
                <a:cubicBezTo>
                  <a:pt x="679542" y="147816"/>
                  <a:pt x="673631" y="141043"/>
                  <a:pt x="669563" y="132236"/>
                </a:cubicBezTo>
                <a:cubicBezTo>
                  <a:pt x="665496" y="123429"/>
                  <a:pt x="663462" y="112958"/>
                  <a:pt x="663462" y="100822"/>
                </a:cubicBezTo>
                <a:cubicBezTo>
                  <a:pt x="663462" y="88375"/>
                  <a:pt x="665496" y="77709"/>
                  <a:pt x="669563" y="68823"/>
                </a:cubicBezTo>
                <a:cubicBezTo>
                  <a:pt x="673631" y="59937"/>
                  <a:pt x="679542" y="53107"/>
                  <a:pt x="687297" y="48331"/>
                </a:cubicBezTo>
                <a:cubicBezTo>
                  <a:pt x="695051" y="43556"/>
                  <a:pt x="704365" y="41168"/>
                  <a:pt x="715236" y="41168"/>
                </a:cubicBezTo>
                <a:cubicBezTo>
                  <a:pt x="726336" y="41168"/>
                  <a:pt x="735821" y="43556"/>
                  <a:pt x="743689" y="48331"/>
                </a:cubicBezTo>
                <a:cubicBezTo>
                  <a:pt x="751558" y="53107"/>
                  <a:pt x="757602" y="59937"/>
                  <a:pt x="761822" y="68823"/>
                </a:cubicBezTo>
                <a:cubicBezTo>
                  <a:pt x="766041" y="77709"/>
                  <a:pt x="768151" y="88375"/>
                  <a:pt x="768151" y="100822"/>
                </a:cubicBezTo>
                <a:cubicBezTo>
                  <a:pt x="768151" y="112958"/>
                  <a:pt x="766041" y="123429"/>
                  <a:pt x="761822" y="132236"/>
                </a:cubicBezTo>
                <a:cubicBezTo>
                  <a:pt x="757602" y="141043"/>
                  <a:pt x="751558" y="147816"/>
                  <a:pt x="743689" y="152553"/>
                </a:cubicBezTo>
                <a:cubicBezTo>
                  <a:pt x="735821" y="157288"/>
                  <a:pt x="726336" y="159656"/>
                  <a:pt x="715236" y="159656"/>
                </a:cubicBezTo>
                <a:moveTo>
                  <a:pt x="715236" y="144488"/>
                </a:moveTo>
                <a:cubicBezTo>
                  <a:pt x="723447" y="144488"/>
                  <a:pt x="729985" y="142610"/>
                  <a:pt x="734851" y="138854"/>
                </a:cubicBezTo>
                <a:cubicBezTo>
                  <a:pt x="739717" y="135096"/>
                  <a:pt x="743214" y="129914"/>
                  <a:pt x="745343" y="123309"/>
                </a:cubicBezTo>
                <a:cubicBezTo>
                  <a:pt x="747472" y="116704"/>
                  <a:pt x="748536" y="109211"/>
                  <a:pt x="748536" y="100829"/>
                </a:cubicBezTo>
                <a:cubicBezTo>
                  <a:pt x="748536" y="92285"/>
                  <a:pt x="747472" y="84652"/>
                  <a:pt x="745343" y="77928"/>
                </a:cubicBezTo>
                <a:cubicBezTo>
                  <a:pt x="743214" y="71205"/>
                  <a:pt x="739717" y="65926"/>
                  <a:pt x="734851" y="62091"/>
                </a:cubicBezTo>
                <a:cubicBezTo>
                  <a:pt x="729985" y="58254"/>
                  <a:pt x="723447" y="56336"/>
                  <a:pt x="715236" y="56336"/>
                </a:cubicBezTo>
                <a:cubicBezTo>
                  <a:pt x="707254" y="56336"/>
                  <a:pt x="700924" y="58254"/>
                  <a:pt x="696249" y="62091"/>
                </a:cubicBezTo>
                <a:cubicBezTo>
                  <a:pt x="691573" y="65926"/>
                  <a:pt x="688209" y="71205"/>
                  <a:pt x="686156" y="77928"/>
                </a:cubicBezTo>
                <a:cubicBezTo>
                  <a:pt x="684103" y="84652"/>
                  <a:pt x="683077" y="92285"/>
                  <a:pt x="683077" y="100829"/>
                </a:cubicBezTo>
                <a:cubicBezTo>
                  <a:pt x="683077" y="109211"/>
                  <a:pt x="684103" y="116704"/>
                  <a:pt x="686156" y="123309"/>
                </a:cubicBezTo>
                <a:cubicBezTo>
                  <a:pt x="688209" y="129914"/>
                  <a:pt x="691573" y="135096"/>
                  <a:pt x="696249" y="138854"/>
                </a:cubicBezTo>
                <a:cubicBezTo>
                  <a:pt x="700924" y="142610"/>
                  <a:pt x="707254" y="144488"/>
                  <a:pt x="715236" y="144488"/>
                </a:cubicBezTo>
                <a:close/>
                <a:moveTo>
                  <a:pt x="834091" y="157603"/>
                </a:moveTo>
                <a:cubicBezTo>
                  <a:pt x="825044" y="157603"/>
                  <a:pt x="818125" y="156177"/>
                  <a:pt x="813335" y="153326"/>
                </a:cubicBezTo>
                <a:cubicBezTo>
                  <a:pt x="808546" y="150475"/>
                  <a:pt x="805277" y="146370"/>
                  <a:pt x="803528" y="141010"/>
                </a:cubicBezTo>
                <a:cubicBezTo>
                  <a:pt x="801779" y="135650"/>
                  <a:pt x="800905" y="129207"/>
                  <a:pt x="800905" y="121680"/>
                </a:cubicBezTo>
                <a:lnTo>
                  <a:pt x="800905" y="4105"/>
                </a:lnTo>
                <a:lnTo>
                  <a:pt x="819836" y="4105"/>
                </a:lnTo>
                <a:lnTo>
                  <a:pt x="819836" y="120768"/>
                </a:lnTo>
                <a:cubicBezTo>
                  <a:pt x="819836" y="127687"/>
                  <a:pt x="820729" y="132970"/>
                  <a:pt x="822516" y="136620"/>
                </a:cubicBezTo>
                <a:cubicBezTo>
                  <a:pt x="824302" y="140269"/>
                  <a:pt x="828579" y="142094"/>
                  <a:pt x="835345" y="142094"/>
                </a:cubicBezTo>
                <a:lnTo>
                  <a:pt x="840477" y="142094"/>
                </a:lnTo>
                <a:lnTo>
                  <a:pt x="840477" y="157603"/>
                </a:lnTo>
                <a:lnTo>
                  <a:pt x="834091" y="157603"/>
                </a:lnTo>
                <a:close/>
                <a:moveTo>
                  <a:pt x="900225" y="159656"/>
                </a:moveTo>
                <a:cubicBezTo>
                  <a:pt x="887376" y="159656"/>
                  <a:pt x="878101" y="155964"/>
                  <a:pt x="872399" y="148580"/>
                </a:cubicBezTo>
                <a:cubicBezTo>
                  <a:pt x="866697" y="141193"/>
                  <a:pt x="863846" y="131019"/>
                  <a:pt x="863846" y="118056"/>
                </a:cubicBezTo>
                <a:lnTo>
                  <a:pt x="863846" y="43107"/>
                </a:lnTo>
                <a:lnTo>
                  <a:pt x="883005" y="43107"/>
                </a:lnTo>
                <a:lnTo>
                  <a:pt x="883005" y="115757"/>
                </a:lnTo>
                <a:cubicBezTo>
                  <a:pt x="883005" y="120972"/>
                  <a:pt x="883575" y="125634"/>
                  <a:pt x="884715" y="129742"/>
                </a:cubicBezTo>
                <a:cubicBezTo>
                  <a:pt x="885856" y="133849"/>
                  <a:pt x="888022" y="137050"/>
                  <a:pt x="891215" y="139342"/>
                </a:cubicBezTo>
                <a:cubicBezTo>
                  <a:pt x="894409" y="141633"/>
                  <a:pt x="899008" y="142778"/>
                  <a:pt x="905014" y="142778"/>
                </a:cubicBezTo>
                <a:cubicBezTo>
                  <a:pt x="913377" y="142778"/>
                  <a:pt x="920372" y="140980"/>
                  <a:pt x="925998" y="137386"/>
                </a:cubicBezTo>
                <a:cubicBezTo>
                  <a:pt x="931624" y="133791"/>
                  <a:pt x="936147" y="129623"/>
                  <a:pt x="939568" y="124881"/>
                </a:cubicBezTo>
                <a:lnTo>
                  <a:pt x="939568" y="43107"/>
                </a:lnTo>
                <a:lnTo>
                  <a:pt x="958727" y="43107"/>
                </a:lnTo>
                <a:lnTo>
                  <a:pt x="958727" y="157603"/>
                </a:lnTo>
                <a:lnTo>
                  <a:pt x="940367" y="157603"/>
                </a:lnTo>
                <a:lnTo>
                  <a:pt x="939796" y="140839"/>
                </a:lnTo>
                <a:cubicBezTo>
                  <a:pt x="936223" y="145249"/>
                  <a:pt x="931186" y="149487"/>
                  <a:pt x="924686" y="153555"/>
                </a:cubicBezTo>
                <a:cubicBezTo>
                  <a:pt x="918186" y="157622"/>
                  <a:pt x="910032" y="159656"/>
                  <a:pt x="900225" y="159656"/>
                </a:cubicBezTo>
                <a:close/>
                <a:moveTo>
                  <a:pt x="1028169" y="157603"/>
                </a:moveTo>
                <a:cubicBezTo>
                  <a:pt x="1019198" y="157603"/>
                  <a:pt x="1012317" y="156126"/>
                  <a:pt x="1007528" y="153173"/>
                </a:cubicBezTo>
                <a:cubicBezTo>
                  <a:pt x="1002738" y="150220"/>
                  <a:pt x="999450" y="145969"/>
                  <a:pt x="997663" y="140419"/>
                </a:cubicBezTo>
                <a:cubicBezTo>
                  <a:pt x="995876" y="134866"/>
                  <a:pt x="994983" y="128193"/>
                  <a:pt x="994983" y="120397"/>
                </a:cubicBezTo>
                <a:lnTo>
                  <a:pt x="994983" y="58502"/>
                </a:lnTo>
                <a:lnTo>
                  <a:pt x="976395" y="58502"/>
                </a:lnTo>
                <a:lnTo>
                  <a:pt x="976395" y="43107"/>
                </a:lnTo>
                <a:lnTo>
                  <a:pt x="994983" y="43107"/>
                </a:lnTo>
                <a:lnTo>
                  <a:pt x="994983" y="17676"/>
                </a:lnTo>
                <a:lnTo>
                  <a:pt x="1013914" y="17676"/>
                </a:lnTo>
                <a:lnTo>
                  <a:pt x="1013914" y="43107"/>
                </a:lnTo>
                <a:lnTo>
                  <a:pt x="1041283" y="43107"/>
                </a:lnTo>
                <a:lnTo>
                  <a:pt x="1041283" y="58502"/>
                </a:lnTo>
                <a:lnTo>
                  <a:pt x="1013914" y="58502"/>
                </a:lnTo>
                <a:lnTo>
                  <a:pt x="1013914" y="119856"/>
                </a:lnTo>
                <a:cubicBezTo>
                  <a:pt x="1013914" y="127069"/>
                  <a:pt x="1014807" y="132597"/>
                  <a:pt x="1016594" y="136441"/>
                </a:cubicBezTo>
                <a:cubicBezTo>
                  <a:pt x="1018380" y="140286"/>
                  <a:pt x="1022657" y="142208"/>
                  <a:pt x="1029423" y="142208"/>
                </a:cubicBezTo>
                <a:lnTo>
                  <a:pt x="1041511" y="142208"/>
                </a:lnTo>
                <a:lnTo>
                  <a:pt x="1041511" y="157603"/>
                </a:lnTo>
                <a:lnTo>
                  <a:pt x="1028169" y="157603"/>
                </a:lnTo>
                <a:close/>
                <a:moveTo>
                  <a:pt x="1066543" y="157603"/>
                </a:moveTo>
                <a:lnTo>
                  <a:pt x="1066543" y="43107"/>
                </a:lnTo>
                <a:lnTo>
                  <a:pt x="1085588" y="43107"/>
                </a:lnTo>
                <a:lnTo>
                  <a:pt x="1085588" y="157603"/>
                </a:lnTo>
                <a:lnTo>
                  <a:pt x="1066543" y="157603"/>
                </a:lnTo>
                <a:moveTo>
                  <a:pt x="1076009" y="22124"/>
                </a:moveTo>
                <a:cubicBezTo>
                  <a:pt x="1072436" y="22124"/>
                  <a:pt x="1069566" y="21078"/>
                  <a:pt x="1067399" y="18988"/>
                </a:cubicBezTo>
                <a:cubicBezTo>
                  <a:pt x="1065232" y="16897"/>
                  <a:pt x="1064149" y="14255"/>
                  <a:pt x="1064149" y="11062"/>
                </a:cubicBezTo>
                <a:cubicBezTo>
                  <a:pt x="1064149" y="7869"/>
                  <a:pt x="1065232" y="5227"/>
                  <a:pt x="1067399" y="3136"/>
                </a:cubicBezTo>
                <a:cubicBezTo>
                  <a:pt x="1069566" y="1045"/>
                  <a:pt x="1072436" y="0"/>
                  <a:pt x="1076009" y="0"/>
                </a:cubicBezTo>
                <a:cubicBezTo>
                  <a:pt x="1079582" y="0"/>
                  <a:pt x="1082471" y="1045"/>
                  <a:pt x="1084676" y="3136"/>
                </a:cubicBezTo>
                <a:cubicBezTo>
                  <a:pt x="1086881" y="5227"/>
                  <a:pt x="1087983" y="7869"/>
                  <a:pt x="1087983" y="11062"/>
                </a:cubicBezTo>
                <a:cubicBezTo>
                  <a:pt x="1087983" y="14255"/>
                  <a:pt x="1086881" y="16897"/>
                  <a:pt x="1084676" y="18988"/>
                </a:cubicBezTo>
                <a:cubicBezTo>
                  <a:pt x="1082471" y="21078"/>
                  <a:pt x="1079582" y="22124"/>
                  <a:pt x="1076009" y="22124"/>
                </a:cubicBezTo>
                <a:close/>
                <a:moveTo>
                  <a:pt x="1168798" y="159656"/>
                </a:moveTo>
                <a:cubicBezTo>
                  <a:pt x="1157926" y="159656"/>
                  <a:pt x="1148613" y="157288"/>
                  <a:pt x="1140858" y="152553"/>
                </a:cubicBezTo>
                <a:cubicBezTo>
                  <a:pt x="1133103" y="147816"/>
                  <a:pt x="1127192" y="141043"/>
                  <a:pt x="1123125" y="132236"/>
                </a:cubicBezTo>
                <a:cubicBezTo>
                  <a:pt x="1119057" y="123429"/>
                  <a:pt x="1117024" y="112958"/>
                  <a:pt x="1117024" y="100822"/>
                </a:cubicBezTo>
                <a:cubicBezTo>
                  <a:pt x="1117024" y="88375"/>
                  <a:pt x="1119057" y="77709"/>
                  <a:pt x="1123125" y="68823"/>
                </a:cubicBezTo>
                <a:cubicBezTo>
                  <a:pt x="1127192" y="59937"/>
                  <a:pt x="1133103" y="53107"/>
                  <a:pt x="1140858" y="48331"/>
                </a:cubicBezTo>
                <a:cubicBezTo>
                  <a:pt x="1148613" y="43556"/>
                  <a:pt x="1157926" y="41168"/>
                  <a:pt x="1168798" y="41168"/>
                </a:cubicBezTo>
                <a:cubicBezTo>
                  <a:pt x="1179897" y="41168"/>
                  <a:pt x="1189382" y="43556"/>
                  <a:pt x="1197251" y="48331"/>
                </a:cubicBezTo>
                <a:cubicBezTo>
                  <a:pt x="1205119" y="53107"/>
                  <a:pt x="1211163" y="59937"/>
                  <a:pt x="1215383" y="68823"/>
                </a:cubicBezTo>
                <a:cubicBezTo>
                  <a:pt x="1219602" y="77709"/>
                  <a:pt x="1221712" y="88375"/>
                  <a:pt x="1221712" y="100822"/>
                </a:cubicBezTo>
                <a:cubicBezTo>
                  <a:pt x="1221712" y="112958"/>
                  <a:pt x="1219602" y="123429"/>
                  <a:pt x="1215383" y="132236"/>
                </a:cubicBezTo>
                <a:cubicBezTo>
                  <a:pt x="1211163" y="141043"/>
                  <a:pt x="1205119" y="147816"/>
                  <a:pt x="1197251" y="152553"/>
                </a:cubicBezTo>
                <a:cubicBezTo>
                  <a:pt x="1189382" y="157288"/>
                  <a:pt x="1179897" y="159656"/>
                  <a:pt x="1168798" y="159656"/>
                </a:cubicBezTo>
                <a:moveTo>
                  <a:pt x="1168798" y="144488"/>
                </a:moveTo>
                <a:cubicBezTo>
                  <a:pt x="1177008" y="144488"/>
                  <a:pt x="1183547" y="142610"/>
                  <a:pt x="1188412" y="138854"/>
                </a:cubicBezTo>
                <a:cubicBezTo>
                  <a:pt x="1193278" y="135096"/>
                  <a:pt x="1196775" y="129914"/>
                  <a:pt x="1198904" y="123309"/>
                </a:cubicBezTo>
                <a:cubicBezTo>
                  <a:pt x="1201033" y="116704"/>
                  <a:pt x="1202097" y="109211"/>
                  <a:pt x="1202097" y="100829"/>
                </a:cubicBezTo>
                <a:cubicBezTo>
                  <a:pt x="1202097" y="92285"/>
                  <a:pt x="1201033" y="84652"/>
                  <a:pt x="1198904" y="77928"/>
                </a:cubicBezTo>
                <a:cubicBezTo>
                  <a:pt x="1196775" y="71205"/>
                  <a:pt x="1193278" y="65926"/>
                  <a:pt x="1188412" y="62091"/>
                </a:cubicBezTo>
                <a:cubicBezTo>
                  <a:pt x="1183547" y="58254"/>
                  <a:pt x="1177008" y="56336"/>
                  <a:pt x="1168798" y="56336"/>
                </a:cubicBezTo>
                <a:cubicBezTo>
                  <a:pt x="1160815" y="56336"/>
                  <a:pt x="1154486" y="58254"/>
                  <a:pt x="1149810" y="62091"/>
                </a:cubicBezTo>
                <a:cubicBezTo>
                  <a:pt x="1145134" y="65926"/>
                  <a:pt x="1141770" y="71205"/>
                  <a:pt x="1139717" y="77928"/>
                </a:cubicBezTo>
                <a:cubicBezTo>
                  <a:pt x="1137665" y="84652"/>
                  <a:pt x="1136638" y="92285"/>
                  <a:pt x="1136638" y="100829"/>
                </a:cubicBezTo>
                <a:cubicBezTo>
                  <a:pt x="1136638" y="109211"/>
                  <a:pt x="1137665" y="116704"/>
                  <a:pt x="1139717" y="123309"/>
                </a:cubicBezTo>
                <a:cubicBezTo>
                  <a:pt x="1141770" y="129914"/>
                  <a:pt x="1145134" y="135096"/>
                  <a:pt x="1149810" y="138854"/>
                </a:cubicBezTo>
                <a:cubicBezTo>
                  <a:pt x="1154486" y="142610"/>
                  <a:pt x="1160815" y="144488"/>
                  <a:pt x="1168798" y="144488"/>
                </a:cubicBezTo>
                <a:close/>
                <a:moveTo>
                  <a:pt x="1255487" y="157603"/>
                </a:moveTo>
                <a:lnTo>
                  <a:pt x="1255487" y="43107"/>
                </a:lnTo>
                <a:lnTo>
                  <a:pt x="1273733" y="43107"/>
                </a:lnTo>
                <a:lnTo>
                  <a:pt x="1274417" y="59871"/>
                </a:lnTo>
                <a:cubicBezTo>
                  <a:pt x="1277838" y="55385"/>
                  <a:pt x="1282742" y="51147"/>
                  <a:pt x="1289128" y="47155"/>
                </a:cubicBezTo>
                <a:cubicBezTo>
                  <a:pt x="1295514" y="43164"/>
                  <a:pt x="1303687" y="41168"/>
                  <a:pt x="1313647" y="41168"/>
                </a:cubicBezTo>
                <a:cubicBezTo>
                  <a:pt x="1325811" y="41168"/>
                  <a:pt x="1334668" y="44881"/>
                  <a:pt x="1340218" y="52305"/>
                </a:cubicBezTo>
                <a:cubicBezTo>
                  <a:pt x="1345768" y="59730"/>
                  <a:pt x="1348543" y="70159"/>
                  <a:pt x="1348543" y="83595"/>
                </a:cubicBezTo>
                <a:lnTo>
                  <a:pt x="1348543" y="157603"/>
                </a:lnTo>
                <a:lnTo>
                  <a:pt x="1329498" y="157603"/>
                </a:lnTo>
                <a:lnTo>
                  <a:pt x="1329498" y="86043"/>
                </a:lnTo>
                <a:cubicBezTo>
                  <a:pt x="1329498" y="80434"/>
                  <a:pt x="1328928" y="75458"/>
                  <a:pt x="1327788" y="71114"/>
                </a:cubicBezTo>
                <a:cubicBezTo>
                  <a:pt x="1326647" y="66769"/>
                  <a:pt x="1324614" y="63353"/>
                  <a:pt x="1321687" y="60865"/>
                </a:cubicBezTo>
                <a:cubicBezTo>
                  <a:pt x="1318760" y="58378"/>
                  <a:pt x="1314521" y="57134"/>
                  <a:pt x="1308971" y="57134"/>
                </a:cubicBezTo>
                <a:cubicBezTo>
                  <a:pt x="1300684" y="57134"/>
                  <a:pt x="1293728" y="59089"/>
                  <a:pt x="1288102" y="63000"/>
                </a:cubicBezTo>
                <a:cubicBezTo>
                  <a:pt x="1282476" y="66908"/>
                  <a:pt x="1277952" y="71193"/>
                  <a:pt x="1274531" y="75854"/>
                </a:cubicBezTo>
                <a:lnTo>
                  <a:pt x="1274531" y="157603"/>
                </a:lnTo>
                <a:lnTo>
                  <a:pt x="1255487" y="15760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ED175-C8B8-47F6-82B0-9B5D6BAB6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8201" y="930608"/>
            <a:ext cx="173305" cy="50453"/>
          </a:xfrm>
          <a:custGeom xmlns:a="http://schemas.openxmlformats.org/drawingml/2006/main">
            <a:pathLst>
              <a:path w="173305" h="50453">
                <a:moveTo>
                  <a:pt x="50453" y="31533"/>
                </a:moveTo>
                <a:lnTo>
                  <a:pt x="50453" y="18920"/>
                </a:lnTo>
                <a:lnTo>
                  <a:pt x="0" y="18920"/>
                </a:lnTo>
                <a:lnTo>
                  <a:pt x="0" y="31533"/>
                </a:lnTo>
                <a:lnTo>
                  <a:pt x="50453" y="31533"/>
                </a:lnTo>
                <a:close/>
                <a:moveTo>
                  <a:pt x="88292" y="31533"/>
                </a:moveTo>
                <a:lnTo>
                  <a:pt x="122852" y="31533"/>
                </a:lnTo>
                <a:lnTo>
                  <a:pt x="122852" y="50453"/>
                </a:lnTo>
                <a:lnTo>
                  <a:pt x="173305" y="25226"/>
                </a:lnTo>
                <a:lnTo>
                  <a:pt x="122852" y="0"/>
                </a:lnTo>
                <a:lnTo>
                  <a:pt x="122852" y="18920"/>
                </a:lnTo>
                <a:lnTo>
                  <a:pt x="88292" y="18920"/>
                </a:lnTo>
                <a:lnTo>
                  <a:pt x="88292" y="31533"/>
                </a:lnTo>
                <a:close/>
              </a:path>
            </a:pathLst>
          </a:custGeom>
          <a:solidFill xmlns:a="http://schemas.openxmlformats.org/drawingml/2006/main">
            <a:srgbClr val="D45D3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509B2-EDDA-4F8C-B403-89570DE1D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83444" y="943221"/>
            <a:ext cx="173305" cy="50453"/>
          </a:xfrm>
          <a:custGeom xmlns:a="http://schemas.openxmlformats.org/drawingml/2006/main">
            <a:pathLst>
              <a:path w="173305" h="50453">
                <a:moveTo>
                  <a:pt x="50453" y="31533"/>
                </a:moveTo>
                <a:lnTo>
                  <a:pt x="50453" y="18920"/>
                </a:lnTo>
                <a:lnTo>
                  <a:pt x="0" y="18920"/>
                </a:lnTo>
                <a:lnTo>
                  <a:pt x="0" y="31533"/>
                </a:lnTo>
                <a:lnTo>
                  <a:pt x="50453" y="31533"/>
                </a:lnTo>
                <a:close/>
                <a:moveTo>
                  <a:pt x="88292" y="31533"/>
                </a:moveTo>
                <a:lnTo>
                  <a:pt x="122852" y="31533"/>
                </a:lnTo>
                <a:lnTo>
                  <a:pt x="122852" y="50453"/>
                </a:lnTo>
                <a:lnTo>
                  <a:pt x="173305" y="25226"/>
                </a:lnTo>
                <a:lnTo>
                  <a:pt x="122852" y="0"/>
                </a:lnTo>
                <a:lnTo>
                  <a:pt x="122852" y="18920"/>
                </a:lnTo>
                <a:lnTo>
                  <a:pt x="88292" y="18920"/>
                </a:lnTo>
                <a:lnTo>
                  <a:pt x="88292" y="31533"/>
                </a:lnTo>
                <a:close/>
              </a:path>
            </a:pathLst>
          </a:custGeom>
          <a:solidFill xmlns:a="http://schemas.openxmlformats.org/drawingml/2006/main">
            <a:srgbClr val="D45D3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F14A0-7C2A-4362-B1C6-2C3C3BB27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3021" y="8265490"/>
            <a:ext cx="50453" cy="179948"/>
          </a:xfrm>
          <a:custGeom xmlns:a="http://schemas.openxmlformats.org/drawingml/2006/main">
            <a:pathLst>
              <a:path w="50453" h="179948">
                <a:moveTo>
                  <a:pt x="31533" y="50453"/>
                </a:moveTo>
                <a:lnTo>
                  <a:pt x="31533" y="0"/>
                </a:lnTo>
                <a:lnTo>
                  <a:pt x="18920" y="0"/>
                </a:lnTo>
                <a:lnTo>
                  <a:pt x="18920" y="50453"/>
                </a:lnTo>
                <a:lnTo>
                  <a:pt x="31533" y="50453"/>
                </a:lnTo>
                <a:close/>
                <a:moveTo>
                  <a:pt x="31533" y="88376"/>
                </a:moveTo>
                <a:lnTo>
                  <a:pt x="18920" y="88376"/>
                </a:lnTo>
                <a:lnTo>
                  <a:pt x="18920" y="129411"/>
                </a:lnTo>
                <a:lnTo>
                  <a:pt x="0" y="129411"/>
                </a:lnTo>
                <a:lnTo>
                  <a:pt x="25226" y="179948"/>
                </a:lnTo>
                <a:lnTo>
                  <a:pt x="50453" y="129411"/>
                </a:lnTo>
                <a:lnTo>
                  <a:pt x="31533" y="129411"/>
                </a:lnTo>
                <a:lnTo>
                  <a:pt x="31533" y="88376"/>
                </a:lnTo>
                <a:close/>
              </a:path>
            </a:pathLst>
          </a:custGeom>
          <a:solidFill xmlns:a="http://schemas.openxmlformats.org/drawingml/2006/main">
            <a:srgbClr val="215F9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43826-9015-4296-AE43-8A8F01663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62744" y="1946051"/>
            <a:ext cx="2055943" cy="744176"/>
          </a:xfrm>
          <a:custGeom xmlns:a="http://schemas.openxmlformats.org/drawingml/2006/main">
            <a:pathLst>
              <a:path w="2055943" h="744176" fill="none">
                <a:moveTo>
                  <a:pt x="2055943" y="90310"/>
                </a:moveTo>
                <a:lnTo>
                  <a:pt x="2055943" y="653866"/>
                </a:lnTo>
                <a:cubicBezTo>
                  <a:pt x="2055943" y="703730"/>
                  <a:pt x="2015497" y="744176"/>
                  <a:pt x="1965633" y="744176"/>
                </a:cubicBezTo>
                <a:lnTo>
                  <a:pt x="0" y="744176"/>
                </a:lnTo>
                <a:lnTo>
                  <a:pt x="0" y="0"/>
                </a:lnTo>
                <a:lnTo>
                  <a:pt x="1965633" y="0"/>
                </a:lnTo>
                <a:cubicBezTo>
                  <a:pt x="2015497" y="0"/>
                  <a:pt x="2055943" y="40446"/>
                  <a:pt x="2055943" y="9031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12616" cap="flat">
            <a:solidFill>
              <a:srgbClr val="042433"/>
            </a:solidFill>
            <a:miter/>
          </a:ln>
        </p:spPr>
      </p:sp>
      <p:sp>
        <p:nvSpPr>
          <p:cNvPr id="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6BAAF6-F239-4D36-BF9A-12156073C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6685" y="1946051"/>
            <a:ext cx="536059" cy="744176"/>
          </a:xfrm>
          <a:custGeom xmlns:a="http://schemas.openxmlformats.org/drawingml/2006/main">
            <a:pathLst>
              <a:path w="536059" h="744176">
                <a:moveTo>
                  <a:pt x="0" y="654791"/>
                </a:moveTo>
                <a:lnTo>
                  <a:pt x="0" y="89301"/>
                </a:lnTo>
                <a:cubicBezTo>
                  <a:pt x="0" y="39942"/>
                  <a:pt x="40026" y="0"/>
                  <a:pt x="89385" y="0"/>
                </a:cubicBezTo>
                <a:lnTo>
                  <a:pt x="536059" y="0"/>
                </a:lnTo>
                <a:lnTo>
                  <a:pt x="536059" y="744176"/>
                </a:lnTo>
                <a:lnTo>
                  <a:pt x="89385" y="744176"/>
                </a:lnTo>
                <a:cubicBezTo>
                  <a:pt x="40026" y="744176"/>
                  <a:pt x="0" y="704150"/>
                  <a:pt x="0" y="654791"/>
                </a:cubicBezTo>
                <a:close/>
              </a:path>
            </a:pathLst>
          </a:custGeom>
          <a:solidFill xmlns:a="http://schemas.openxmlformats.org/drawingml/2006/main">
            <a:srgbClr val="D1D1D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30980B-8BBA-4FA5-9F39-6C2C62A0F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6685" y="1946051"/>
            <a:ext cx="536059" cy="744176"/>
          </a:xfrm>
          <a:custGeom xmlns:a="http://schemas.openxmlformats.org/drawingml/2006/main">
            <a:pathLst>
              <a:path w="536059" h="744176" fill="none">
                <a:moveTo>
                  <a:pt x="0" y="654791"/>
                </a:moveTo>
                <a:lnTo>
                  <a:pt x="0" y="89301"/>
                </a:lnTo>
                <a:cubicBezTo>
                  <a:pt x="0" y="39942"/>
                  <a:pt x="40026" y="0"/>
                  <a:pt x="89385" y="0"/>
                </a:cubicBezTo>
                <a:lnTo>
                  <a:pt x="536059" y="0"/>
                </a:lnTo>
                <a:lnTo>
                  <a:pt x="536059" y="744176"/>
                </a:lnTo>
                <a:lnTo>
                  <a:pt x="89385" y="744176"/>
                </a:lnTo>
                <a:cubicBezTo>
                  <a:pt x="40026" y="744176"/>
                  <a:pt x="0" y="704150"/>
                  <a:pt x="0" y="654791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12616" cap="flat">
            <a:solidFill>
              <a:srgbClr val="042433"/>
            </a:solidFill>
            <a:miter/>
          </a:ln>
        </p:spPr>
      </p:sp>
      <p:pic>
        <p:nvPicPr>
          <p:cNvPr id="285" name=""/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5740d6647384f22"/>
          <a:stretch xmlns:a="http://schemas.openxmlformats.org/drawingml/2006/main"/>
        </p:blipFill>
        <p:spPr>
          <a:xfrm xmlns:a="http://schemas.openxmlformats.org/drawingml/2006/main">
            <a:off x="8846005" y="2103690"/>
            <a:ext cx="528952" cy="523470"/>
          </a:xfrm>
          <a:prstGeom xmlns:a="http://schemas.openxmlformats.org/drawingml/2006/main" prst="rect">
            <a:avLst/>
          </a:prstGeom>
        </p:spPr>
      </p:pic>
      <p:sp>
        <p:nvSpPr>
          <p:cNvPr id="138" name="Text #LeetCodeProblem">
            <a:extLst xmlns:a="http://schemas.openxmlformats.org/drawingml/2006/main">
              <a:ext uri="{FF2B5EF4-FFF2-40B4-BE49-F238E27FC236}">
                <a16:creationId xmlns:a16="http://schemas.microsoft.com/office/drawing/2014/main" id="{FC3120C2-5685-49E7-AED4-B74779AC4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0192" y="2018498"/>
            <a:ext cx="1753665" cy="136183"/>
          </a:xfrm>
          <a:custGeom xmlns:a="http://schemas.openxmlformats.org/drawingml/2006/main">
            <a:pathLst>
              <a:path w="1753665" h="136183">
                <a:moveTo>
                  <a:pt x="179113" y="1774"/>
                </a:moveTo>
                <a:lnTo>
                  <a:pt x="161376" y="1774"/>
                </a:lnTo>
                <a:lnTo>
                  <a:pt x="161376" y="134409"/>
                </a:lnTo>
                <a:lnTo>
                  <a:pt x="241095" y="134409"/>
                </a:lnTo>
                <a:lnTo>
                  <a:pt x="241095" y="119135"/>
                </a:lnTo>
                <a:lnTo>
                  <a:pt x="179113" y="119135"/>
                </a:lnTo>
                <a:lnTo>
                  <a:pt x="179113" y="1774"/>
                </a:lnTo>
                <a:close/>
                <a:moveTo>
                  <a:pt x="601241" y="136040"/>
                </a:moveTo>
                <a:lnTo>
                  <a:pt x="602443" y="135960"/>
                </a:lnTo>
                <a:lnTo>
                  <a:pt x="603635" y="135862"/>
                </a:lnTo>
                <a:lnTo>
                  <a:pt x="604817" y="135747"/>
                </a:lnTo>
                <a:lnTo>
                  <a:pt x="605988" y="135613"/>
                </a:lnTo>
                <a:lnTo>
                  <a:pt x="607149" y="135462"/>
                </a:lnTo>
                <a:lnTo>
                  <a:pt x="608299" y="135293"/>
                </a:lnTo>
                <a:lnTo>
                  <a:pt x="609440" y="135106"/>
                </a:lnTo>
                <a:lnTo>
                  <a:pt x="610570" y="134902"/>
                </a:lnTo>
                <a:lnTo>
                  <a:pt x="611690" y="134679"/>
                </a:lnTo>
                <a:lnTo>
                  <a:pt x="612799" y="134439"/>
                </a:lnTo>
                <a:lnTo>
                  <a:pt x="613899" y="134181"/>
                </a:lnTo>
                <a:lnTo>
                  <a:pt x="614988" y="133905"/>
                </a:lnTo>
                <a:lnTo>
                  <a:pt x="616067" y="133612"/>
                </a:lnTo>
                <a:lnTo>
                  <a:pt x="617135" y="133300"/>
                </a:lnTo>
                <a:lnTo>
                  <a:pt x="618193" y="132971"/>
                </a:lnTo>
                <a:lnTo>
                  <a:pt x="619241" y="132624"/>
                </a:lnTo>
                <a:lnTo>
                  <a:pt x="620279" y="132259"/>
                </a:lnTo>
                <a:lnTo>
                  <a:pt x="621307" y="131877"/>
                </a:lnTo>
                <a:lnTo>
                  <a:pt x="622324" y="131477"/>
                </a:lnTo>
                <a:lnTo>
                  <a:pt x="623331" y="131058"/>
                </a:lnTo>
                <a:lnTo>
                  <a:pt x="624325" y="130622"/>
                </a:lnTo>
                <a:lnTo>
                  <a:pt x="625304" y="130169"/>
                </a:lnTo>
                <a:lnTo>
                  <a:pt x="626267" y="129697"/>
                </a:lnTo>
                <a:lnTo>
                  <a:pt x="627215" y="129207"/>
                </a:lnTo>
                <a:lnTo>
                  <a:pt x="628147" y="128699"/>
                </a:lnTo>
                <a:lnTo>
                  <a:pt x="629065" y="128173"/>
                </a:lnTo>
                <a:lnTo>
                  <a:pt x="629966" y="127629"/>
                </a:lnTo>
                <a:lnTo>
                  <a:pt x="630853" y="127068"/>
                </a:lnTo>
                <a:lnTo>
                  <a:pt x="631724" y="126488"/>
                </a:lnTo>
                <a:lnTo>
                  <a:pt x="632579" y="125890"/>
                </a:lnTo>
                <a:lnTo>
                  <a:pt x="633419" y="125275"/>
                </a:lnTo>
                <a:lnTo>
                  <a:pt x="634244" y="124641"/>
                </a:lnTo>
                <a:lnTo>
                  <a:pt x="635053" y="123990"/>
                </a:lnTo>
                <a:lnTo>
                  <a:pt x="635847" y="123320"/>
                </a:lnTo>
                <a:lnTo>
                  <a:pt x="636626" y="122633"/>
                </a:lnTo>
                <a:lnTo>
                  <a:pt x="637389" y="121927"/>
                </a:lnTo>
                <a:lnTo>
                  <a:pt x="638137" y="121204"/>
                </a:lnTo>
                <a:lnTo>
                  <a:pt x="638869" y="120462"/>
                </a:lnTo>
                <a:lnTo>
                  <a:pt x="639586" y="119703"/>
                </a:lnTo>
                <a:lnTo>
                  <a:pt x="640288" y="118926"/>
                </a:lnTo>
                <a:lnTo>
                  <a:pt x="640974" y="118130"/>
                </a:lnTo>
                <a:lnTo>
                  <a:pt x="641645" y="117317"/>
                </a:lnTo>
                <a:lnTo>
                  <a:pt x="642300" y="116486"/>
                </a:lnTo>
                <a:lnTo>
                  <a:pt x="642940" y="115637"/>
                </a:lnTo>
                <a:lnTo>
                  <a:pt x="643562" y="114769"/>
                </a:lnTo>
                <a:lnTo>
                  <a:pt x="644163" y="113883"/>
                </a:lnTo>
                <a:lnTo>
                  <a:pt x="644743" y="112979"/>
                </a:lnTo>
                <a:lnTo>
                  <a:pt x="645303" y="112055"/>
                </a:lnTo>
                <a:lnTo>
                  <a:pt x="645841" y="111113"/>
                </a:lnTo>
                <a:lnTo>
                  <a:pt x="646358" y="110153"/>
                </a:lnTo>
                <a:lnTo>
                  <a:pt x="646855" y="109173"/>
                </a:lnTo>
                <a:lnTo>
                  <a:pt x="647331" y="108175"/>
                </a:lnTo>
                <a:lnTo>
                  <a:pt x="647786" y="107159"/>
                </a:lnTo>
                <a:lnTo>
                  <a:pt x="648220" y="106123"/>
                </a:lnTo>
                <a:lnTo>
                  <a:pt x="648633" y="105069"/>
                </a:lnTo>
                <a:lnTo>
                  <a:pt x="649025" y="103997"/>
                </a:lnTo>
                <a:lnTo>
                  <a:pt x="649397" y="102906"/>
                </a:lnTo>
                <a:lnTo>
                  <a:pt x="649747" y="101796"/>
                </a:lnTo>
                <a:lnTo>
                  <a:pt x="650077" y="100667"/>
                </a:lnTo>
                <a:lnTo>
                  <a:pt x="650386" y="99520"/>
                </a:lnTo>
                <a:lnTo>
                  <a:pt x="650673" y="98354"/>
                </a:lnTo>
                <a:lnTo>
                  <a:pt x="650941" y="97170"/>
                </a:lnTo>
                <a:lnTo>
                  <a:pt x="651187" y="95967"/>
                </a:lnTo>
                <a:lnTo>
                  <a:pt x="651412" y="94745"/>
                </a:lnTo>
                <a:lnTo>
                  <a:pt x="651616" y="93505"/>
                </a:lnTo>
                <a:lnTo>
                  <a:pt x="651800" y="92246"/>
                </a:lnTo>
                <a:lnTo>
                  <a:pt x="651963" y="90968"/>
                </a:lnTo>
                <a:lnTo>
                  <a:pt x="652105" y="89672"/>
                </a:lnTo>
                <a:lnTo>
                  <a:pt x="634170" y="89672"/>
                </a:lnTo>
                <a:lnTo>
                  <a:pt x="634024" y="90980"/>
                </a:lnTo>
                <a:lnTo>
                  <a:pt x="633849" y="92261"/>
                </a:lnTo>
                <a:lnTo>
                  <a:pt x="633644" y="93515"/>
                </a:lnTo>
                <a:lnTo>
                  <a:pt x="633409" y="94741"/>
                </a:lnTo>
                <a:lnTo>
                  <a:pt x="633145" y="95940"/>
                </a:lnTo>
                <a:lnTo>
                  <a:pt x="632852" y="97111"/>
                </a:lnTo>
                <a:lnTo>
                  <a:pt x="632530" y="98256"/>
                </a:lnTo>
                <a:lnTo>
                  <a:pt x="632178" y="99372"/>
                </a:lnTo>
                <a:lnTo>
                  <a:pt x="631796" y="100462"/>
                </a:lnTo>
                <a:lnTo>
                  <a:pt x="631385" y="101524"/>
                </a:lnTo>
                <a:lnTo>
                  <a:pt x="630945" y="102558"/>
                </a:lnTo>
                <a:lnTo>
                  <a:pt x="630475" y="103566"/>
                </a:lnTo>
                <a:lnTo>
                  <a:pt x="629976" y="104546"/>
                </a:lnTo>
                <a:lnTo>
                  <a:pt x="629447" y="105498"/>
                </a:lnTo>
                <a:lnTo>
                  <a:pt x="628889" y="106423"/>
                </a:lnTo>
                <a:lnTo>
                  <a:pt x="628302" y="107321"/>
                </a:lnTo>
                <a:lnTo>
                  <a:pt x="627685" y="108192"/>
                </a:lnTo>
                <a:lnTo>
                  <a:pt x="627038" y="109035"/>
                </a:lnTo>
                <a:lnTo>
                  <a:pt x="626363" y="109850"/>
                </a:lnTo>
                <a:lnTo>
                  <a:pt x="625657" y="110639"/>
                </a:lnTo>
                <a:lnTo>
                  <a:pt x="624923" y="111400"/>
                </a:lnTo>
                <a:lnTo>
                  <a:pt x="624159" y="112133"/>
                </a:lnTo>
                <a:lnTo>
                  <a:pt x="623365" y="112839"/>
                </a:lnTo>
                <a:lnTo>
                  <a:pt x="622542" y="113518"/>
                </a:lnTo>
                <a:lnTo>
                  <a:pt x="621694" y="114170"/>
                </a:lnTo>
                <a:lnTo>
                  <a:pt x="620825" y="114793"/>
                </a:lnTo>
                <a:lnTo>
                  <a:pt x="619934" y="115389"/>
                </a:lnTo>
                <a:lnTo>
                  <a:pt x="619022" y="115957"/>
                </a:lnTo>
                <a:lnTo>
                  <a:pt x="618089" y="116498"/>
                </a:lnTo>
                <a:lnTo>
                  <a:pt x="617135" y="117010"/>
                </a:lnTo>
                <a:lnTo>
                  <a:pt x="616160" y="117495"/>
                </a:lnTo>
                <a:lnTo>
                  <a:pt x="615163" y="117953"/>
                </a:lnTo>
                <a:lnTo>
                  <a:pt x="614145" y="118382"/>
                </a:lnTo>
                <a:lnTo>
                  <a:pt x="613106" y="118784"/>
                </a:lnTo>
                <a:lnTo>
                  <a:pt x="612046" y="119158"/>
                </a:lnTo>
                <a:lnTo>
                  <a:pt x="610964" y="119505"/>
                </a:lnTo>
                <a:lnTo>
                  <a:pt x="609861" y="119823"/>
                </a:lnTo>
                <a:lnTo>
                  <a:pt x="608737" y="120114"/>
                </a:lnTo>
                <a:lnTo>
                  <a:pt x="607592" y="120378"/>
                </a:lnTo>
                <a:lnTo>
                  <a:pt x="606426" y="120613"/>
                </a:lnTo>
                <a:lnTo>
                  <a:pt x="605238" y="120821"/>
                </a:lnTo>
                <a:lnTo>
                  <a:pt x="604029" y="121001"/>
                </a:lnTo>
                <a:lnTo>
                  <a:pt x="602799" y="121154"/>
                </a:lnTo>
                <a:lnTo>
                  <a:pt x="601548" y="121278"/>
                </a:lnTo>
                <a:lnTo>
                  <a:pt x="600275" y="121375"/>
                </a:lnTo>
                <a:lnTo>
                  <a:pt x="598982" y="121445"/>
                </a:lnTo>
                <a:lnTo>
                  <a:pt x="597667" y="121486"/>
                </a:lnTo>
                <a:lnTo>
                  <a:pt x="596331" y="121500"/>
                </a:lnTo>
                <a:lnTo>
                  <a:pt x="595011" y="121488"/>
                </a:lnTo>
                <a:lnTo>
                  <a:pt x="593712" y="121450"/>
                </a:lnTo>
                <a:lnTo>
                  <a:pt x="592435" y="121388"/>
                </a:lnTo>
                <a:lnTo>
                  <a:pt x="591178" y="121302"/>
                </a:lnTo>
                <a:lnTo>
                  <a:pt x="589942" y="121190"/>
                </a:lnTo>
                <a:lnTo>
                  <a:pt x="588728" y="121054"/>
                </a:lnTo>
                <a:lnTo>
                  <a:pt x="587534" y="120892"/>
                </a:lnTo>
                <a:lnTo>
                  <a:pt x="586362" y="120706"/>
                </a:lnTo>
                <a:lnTo>
                  <a:pt x="585210" y="120495"/>
                </a:lnTo>
                <a:lnTo>
                  <a:pt x="584080" y="120260"/>
                </a:lnTo>
                <a:lnTo>
                  <a:pt x="582971" y="119999"/>
                </a:lnTo>
                <a:lnTo>
                  <a:pt x="581882" y="119714"/>
                </a:lnTo>
                <a:lnTo>
                  <a:pt x="580815" y="119404"/>
                </a:lnTo>
                <a:lnTo>
                  <a:pt x="579769" y="119069"/>
                </a:lnTo>
                <a:lnTo>
                  <a:pt x="578744" y="118709"/>
                </a:lnTo>
                <a:lnTo>
                  <a:pt x="577740" y="118325"/>
                </a:lnTo>
                <a:lnTo>
                  <a:pt x="576756" y="117916"/>
                </a:lnTo>
                <a:lnTo>
                  <a:pt x="575794" y="117481"/>
                </a:lnTo>
                <a:lnTo>
                  <a:pt x="574853" y="117023"/>
                </a:lnTo>
                <a:lnTo>
                  <a:pt x="573933" y="116539"/>
                </a:lnTo>
                <a:lnTo>
                  <a:pt x="573034" y="116030"/>
                </a:lnTo>
                <a:lnTo>
                  <a:pt x="572157" y="115497"/>
                </a:lnTo>
                <a:lnTo>
                  <a:pt x="571300" y="114939"/>
                </a:lnTo>
                <a:lnTo>
                  <a:pt x="570464" y="114356"/>
                </a:lnTo>
                <a:lnTo>
                  <a:pt x="569648" y="113752"/>
                </a:lnTo>
                <a:lnTo>
                  <a:pt x="568851" y="113131"/>
                </a:lnTo>
                <a:lnTo>
                  <a:pt x="568072" y="112492"/>
                </a:lnTo>
                <a:lnTo>
                  <a:pt x="567312" y="111836"/>
                </a:lnTo>
                <a:lnTo>
                  <a:pt x="566571" y="111163"/>
                </a:lnTo>
                <a:lnTo>
                  <a:pt x="565848" y="110473"/>
                </a:lnTo>
                <a:lnTo>
                  <a:pt x="565144" y="109765"/>
                </a:lnTo>
                <a:lnTo>
                  <a:pt x="564458" y="109040"/>
                </a:lnTo>
                <a:lnTo>
                  <a:pt x="563792" y="108298"/>
                </a:lnTo>
                <a:lnTo>
                  <a:pt x="563144" y="107539"/>
                </a:lnTo>
                <a:lnTo>
                  <a:pt x="562514" y="106762"/>
                </a:lnTo>
                <a:lnTo>
                  <a:pt x="561903" y="105968"/>
                </a:lnTo>
                <a:lnTo>
                  <a:pt x="561311" y="105156"/>
                </a:lnTo>
                <a:lnTo>
                  <a:pt x="560738" y="104328"/>
                </a:lnTo>
                <a:lnTo>
                  <a:pt x="560183" y="103482"/>
                </a:lnTo>
                <a:lnTo>
                  <a:pt x="559646" y="102619"/>
                </a:lnTo>
                <a:lnTo>
                  <a:pt x="559129" y="101738"/>
                </a:lnTo>
                <a:lnTo>
                  <a:pt x="558630" y="100841"/>
                </a:lnTo>
                <a:lnTo>
                  <a:pt x="558150" y="99926"/>
                </a:lnTo>
                <a:lnTo>
                  <a:pt x="557688" y="98993"/>
                </a:lnTo>
                <a:lnTo>
                  <a:pt x="557245" y="98044"/>
                </a:lnTo>
                <a:lnTo>
                  <a:pt x="556821" y="97077"/>
                </a:lnTo>
                <a:lnTo>
                  <a:pt x="556415" y="96093"/>
                </a:lnTo>
                <a:lnTo>
                  <a:pt x="556028" y="95091"/>
                </a:lnTo>
                <a:lnTo>
                  <a:pt x="555658" y="94077"/>
                </a:lnTo>
                <a:lnTo>
                  <a:pt x="555304" y="93053"/>
                </a:lnTo>
                <a:lnTo>
                  <a:pt x="554965" y="92020"/>
                </a:lnTo>
                <a:lnTo>
                  <a:pt x="554643" y="90977"/>
                </a:lnTo>
                <a:lnTo>
                  <a:pt x="554336" y="89926"/>
                </a:lnTo>
                <a:lnTo>
                  <a:pt x="554045" y="88865"/>
                </a:lnTo>
                <a:lnTo>
                  <a:pt x="553769" y="87795"/>
                </a:lnTo>
                <a:lnTo>
                  <a:pt x="553510" y="86715"/>
                </a:lnTo>
                <a:lnTo>
                  <a:pt x="553266" y="85627"/>
                </a:lnTo>
                <a:lnTo>
                  <a:pt x="553037" y="84529"/>
                </a:lnTo>
                <a:lnTo>
                  <a:pt x="552825" y="83422"/>
                </a:lnTo>
                <a:lnTo>
                  <a:pt x="552628" y="82306"/>
                </a:lnTo>
                <a:lnTo>
                  <a:pt x="552447" y="81180"/>
                </a:lnTo>
                <a:lnTo>
                  <a:pt x="552282" y="80045"/>
                </a:lnTo>
                <a:lnTo>
                  <a:pt x="552132" y="78901"/>
                </a:lnTo>
                <a:lnTo>
                  <a:pt x="551999" y="77748"/>
                </a:lnTo>
                <a:lnTo>
                  <a:pt x="551881" y="76586"/>
                </a:lnTo>
                <a:lnTo>
                  <a:pt x="551778" y="75414"/>
                </a:lnTo>
                <a:lnTo>
                  <a:pt x="551692" y="74233"/>
                </a:lnTo>
                <a:lnTo>
                  <a:pt x="551621" y="73043"/>
                </a:lnTo>
                <a:lnTo>
                  <a:pt x="551566" y="71844"/>
                </a:lnTo>
                <a:lnTo>
                  <a:pt x="551526" y="70635"/>
                </a:lnTo>
                <a:lnTo>
                  <a:pt x="551503" y="69417"/>
                </a:lnTo>
                <a:lnTo>
                  <a:pt x="551495" y="68190"/>
                </a:lnTo>
                <a:lnTo>
                  <a:pt x="551503" y="66955"/>
                </a:lnTo>
                <a:lnTo>
                  <a:pt x="551526" y="65729"/>
                </a:lnTo>
                <a:lnTo>
                  <a:pt x="551566" y="64513"/>
                </a:lnTo>
                <a:lnTo>
                  <a:pt x="551621" y="63307"/>
                </a:lnTo>
                <a:lnTo>
                  <a:pt x="551692" y="62110"/>
                </a:lnTo>
                <a:lnTo>
                  <a:pt x="551778" y="60922"/>
                </a:lnTo>
                <a:lnTo>
                  <a:pt x="551881" y="59745"/>
                </a:lnTo>
                <a:lnTo>
                  <a:pt x="551999" y="58577"/>
                </a:lnTo>
                <a:lnTo>
                  <a:pt x="552132" y="57418"/>
                </a:lnTo>
                <a:lnTo>
                  <a:pt x="552282" y="56269"/>
                </a:lnTo>
                <a:lnTo>
                  <a:pt x="552447" y="55130"/>
                </a:lnTo>
                <a:lnTo>
                  <a:pt x="552628" y="54000"/>
                </a:lnTo>
                <a:lnTo>
                  <a:pt x="552825" y="52880"/>
                </a:lnTo>
                <a:lnTo>
                  <a:pt x="553037" y="51769"/>
                </a:lnTo>
                <a:lnTo>
                  <a:pt x="553266" y="50668"/>
                </a:lnTo>
                <a:lnTo>
                  <a:pt x="553510" y="49577"/>
                </a:lnTo>
                <a:lnTo>
                  <a:pt x="553769" y="48495"/>
                </a:lnTo>
                <a:lnTo>
                  <a:pt x="554045" y="47422"/>
                </a:lnTo>
                <a:lnTo>
                  <a:pt x="554336" y="46360"/>
                </a:lnTo>
                <a:lnTo>
                  <a:pt x="554643" y="45307"/>
                </a:lnTo>
                <a:lnTo>
                  <a:pt x="554965" y="44263"/>
                </a:lnTo>
                <a:lnTo>
                  <a:pt x="555304" y="43229"/>
                </a:lnTo>
                <a:lnTo>
                  <a:pt x="555658" y="42205"/>
                </a:lnTo>
                <a:lnTo>
                  <a:pt x="556028" y="41190"/>
                </a:lnTo>
                <a:lnTo>
                  <a:pt x="556415" y="40188"/>
                </a:lnTo>
                <a:lnTo>
                  <a:pt x="556821" y="39203"/>
                </a:lnTo>
                <a:lnTo>
                  <a:pt x="557245" y="38235"/>
                </a:lnTo>
                <a:lnTo>
                  <a:pt x="557688" y="37284"/>
                </a:lnTo>
                <a:lnTo>
                  <a:pt x="558150" y="36349"/>
                </a:lnTo>
                <a:lnTo>
                  <a:pt x="558630" y="35431"/>
                </a:lnTo>
                <a:lnTo>
                  <a:pt x="559129" y="34530"/>
                </a:lnTo>
                <a:lnTo>
                  <a:pt x="559646" y="33646"/>
                </a:lnTo>
                <a:lnTo>
                  <a:pt x="560183" y="32778"/>
                </a:lnTo>
                <a:lnTo>
                  <a:pt x="560738" y="31928"/>
                </a:lnTo>
                <a:lnTo>
                  <a:pt x="561311" y="31094"/>
                </a:lnTo>
                <a:lnTo>
                  <a:pt x="561903" y="30276"/>
                </a:lnTo>
                <a:lnTo>
                  <a:pt x="562514" y="29476"/>
                </a:lnTo>
                <a:lnTo>
                  <a:pt x="563144" y="28692"/>
                </a:lnTo>
                <a:lnTo>
                  <a:pt x="563792" y="27925"/>
                </a:lnTo>
                <a:lnTo>
                  <a:pt x="564458" y="27175"/>
                </a:lnTo>
                <a:lnTo>
                  <a:pt x="565144" y="26442"/>
                </a:lnTo>
                <a:lnTo>
                  <a:pt x="565848" y="25725"/>
                </a:lnTo>
                <a:lnTo>
                  <a:pt x="566571" y="25025"/>
                </a:lnTo>
                <a:lnTo>
                  <a:pt x="567312" y="24342"/>
                </a:lnTo>
                <a:lnTo>
                  <a:pt x="568072" y="23676"/>
                </a:lnTo>
                <a:lnTo>
                  <a:pt x="568851" y="23026"/>
                </a:lnTo>
                <a:lnTo>
                  <a:pt x="569648" y="22393"/>
                </a:lnTo>
                <a:lnTo>
                  <a:pt x="570464" y="21777"/>
                </a:lnTo>
                <a:lnTo>
                  <a:pt x="571300" y="21182"/>
                </a:lnTo>
                <a:lnTo>
                  <a:pt x="572157" y="20613"/>
                </a:lnTo>
                <a:lnTo>
                  <a:pt x="573034" y="20068"/>
                </a:lnTo>
                <a:lnTo>
                  <a:pt x="573933" y="19549"/>
                </a:lnTo>
                <a:lnTo>
                  <a:pt x="574853" y="19056"/>
                </a:lnTo>
                <a:lnTo>
                  <a:pt x="575794" y="18587"/>
                </a:lnTo>
                <a:lnTo>
                  <a:pt x="576756" y="18144"/>
                </a:lnTo>
                <a:lnTo>
                  <a:pt x="577740" y="17726"/>
                </a:lnTo>
                <a:lnTo>
                  <a:pt x="578744" y="17334"/>
                </a:lnTo>
                <a:lnTo>
                  <a:pt x="579769" y="16967"/>
                </a:lnTo>
                <a:lnTo>
                  <a:pt x="580815" y="16625"/>
                </a:lnTo>
                <a:lnTo>
                  <a:pt x="581882" y="16308"/>
                </a:lnTo>
                <a:lnTo>
                  <a:pt x="582971" y="16017"/>
                </a:lnTo>
                <a:lnTo>
                  <a:pt x="584080" y="15751"/>
                </a:lnTo>
                <a:lnTo>
                  <a:pt x="585210" y="15511"/>
                </a:lnTo>
                <a:lnTo>
                  <a:pt x="586362" y="15296"/>
                </a:lnTo>
                <a:lnTo>
                  <a:pt x="587534" y="15106"/>
                </a:lnTo>
                <a:lnTo>
                  <a:pt x="588728" y="14941"/>
                </a:lnTo>
                <a:lnTo>
                  <a:pt x="589942" y="14802"/>
                </a:lnTo>
                <a:lnTo>
                  <a:pt x="591178" y="14688"/>
                </a:lnTo>
                <a:lnTo>
                  <a:pt x="592435" y="14599"/>
                </a:lnTo>
                <a:lnTo>
                  <a:pt x="593712" y="14536"/>
                </a:lnTo>
                <a:lnTo>
                  <a:pt x="595011" y="14498"/>
                </a:lnTo>
                <a:lnTo>
                  <a:pt x="596331" y="14485"/>
                </a:lnTo>
                <a:lnTo>
                  <a:pt x="597092" y="14491"/>
                </a:lnTo>
                <a:lnTo>
                  <a:pt x="597850" y="14507"/>
                </a:lnTo>
                <a:lnTo>
                  <a:pt x="598604" y="14535"/>
                </a:lnTo>
                <a:lnTo>
                  <a:pt x="599354" y="14573"/>
                </a:lnTo>
                <a:lnTo>
                  <a:pt x="600100" y="14622"/>
                </a:lnTo>
                <a:lnTo>
                  <a:pt x="600842" y="14682"/>
                </a:lnTo>
                <a:lnTo>
                  <a:pt x="601580" y="14754"/>
                </a:lnTo>
                <a:lnTo>
                  <a:pt x="602314" y="14836"/>
                </a:lnTo>
                <a:lnTo>
                  <a:pt x="603045" y="14929"/>
                </a:lnTo>
                <a:lnTo>
                  <a:pt x="603771" y="15033"/>
                </a:lnTo>
                <a:lnTo>
                  <a:pt x="604493" y="15148"/>
                </a:lnTo>
                <a:lnTo>
                  <a:pt x="605212" y="15274"/>
                </a:lnTo>
                <a:lnTo>
                  <a:pt x="605926" y="15411"/>
                </a:lnTo>
                <a:lnTo>
                  <a:pt x="606637" y="15558"/>
                </a:lnTo>
                <a:lnTo>
                  <a:pt x="607343" y="15717"/>
                </a:lnTo>
                <a:lnTo>
                  <a:pt x="608046" y="15887"/>
                </a:lnTo>
                <a:lnTo>
                  <a:pt x="608745" y="16068"/>
                </a:lnTo>
                <a:lnTo>
                  <a:pt x="609440" y="16259"/>
                </a:lnTo>
                <a:lnTo>
                  <a:pt x="610131" y="16462"/>
                </a:lnTo>
                <a:lnTo>
                  <a:pt x="610818" y="16675"/>
                </a:lnTo>
                <a:lnTo>
                  <a:pt x="611501" y="16900"/>
                </a:lnTo>
                <a:lnTo>
                  <a:pt x="612180" y="17135"/>
                </a:lnTo>
                <a:lnTo>
                  <a:pt x="612855" y="17381"/>
                </a:lnTo>
                <a:lnTo>
                  <a:pt x="613526" y="17639"/>
                </a:lnTo>
                <a:lnTo>
                  <a:pt x="614191" y="17907"/>
                </a:lnTo>
                <a:lnTo>
                  <a:pt x="614847" y="18187"/>
                </a:lnTo>
                <a:lnTo>
                  <a:pt x="615494" y="18479"/>
                </a:lnTo>
                <a:lnTo>
                  <a:pt x="616132" y="18781"/>
                </a:lnTo>
                <a:lnTo>
                  <a:pt x="616761" y="19096"/>
                </a:lnTo>
                <a:lnTo>
                  <a:pt x="617381" y="19422"/>
                </a:lnTo>
                <a:lnTo>
                  <a:pt x="617993" y="19759"/>
                </a:lnTo>
                <a:lnTo>
                  <a:pt x="618595" y="20108"/>
                </a:lnTo>
                <a:lnTo>
                  <a:pt x="619189" y="20468"/>
                </a:lnTo>
                <a:lnTo>
                  <a:pt x="619774" y="20840"/>
                </a:lnTo>
                <a:lnTo>
                  <a:pt x="620350" y="21223"/>
                </a:lnTo>
                <a:lnTo>
                  <a:pt x="620917" y="21617"/>
                </a:lnTo>
                <a:lnTo>
                  <a:pt x="621475" y="22023"/>
                </a:lnTo>
                <a:lnTo>
                  <a:pt x="622024" y="22441"/>
                </a:lnTo>
                <a:lnTo>
                  <a:pt x="622564" y="22870"/>
                </a:lnTo>
                <a:lnTo>
                  <a:pt x="623095" y="23310"/>
                </a:lnTo>
                <a:lnTo>
                  <a:pt x="623618" y="23762"/>
                </a:lnTo>
                <a:lnTo>
                  <a:pt x="624131" y="24225"/>
                </a:lnTo>
                <a:lnTo>
                  <a:pt x="624636" y="24700"/>
                </a:lnTo>
                <a:lnTo>
                  <a:pt x="625132" y="25187"/>
                </a:lnTo>
                <a:lnTo>
                  <a:pt x="625619" y="25684"/>
                </a:lnTo>
                <a:lnTo>
                  <a:pt x="626097" y="26194"/>
                </a:lnTo>
                <a:lnTo>
                  <a:pt x="626566" y="26714"/>
                </a:lnTo>
                <a:lnTo>
                  <a:pt x="627026" y="27246"/>
                </a:lnTo>
                <a:lnTo>
                  <a:pt x="627474" y="27790"/>
                </a:lnTo>
                <a:lnTo>
                  <a:pt x="627908" y="28346"/>
                </a:lnTo>
                <a:lnTo>
                  <a:pt x="628326" y="28915"/>
                </a:lnTo>
                <a:lnTo>
                  <a:pt x="628730" y="29495"/>
                </a:lnTo>
                <a:lnTo>
                  <a:pt x="629119" y="30088"/>
                </a:lnTo>
                <a:lnTo>
                  <a:pt x="629493" y="30692"/>
                </a:lnTo>
                <a:lnTo>
                  <a:pt x="629852" y="31309"/>
                </a:lnTo>
                <a:lnTo>
                  <a:pt x="630196" y="31938"/>
                </a:lnTo>
                <a:lnTo>
                  <a:pt x="630525" y="32579"/>
                </a:lnTo>
                <a:lnTo>
                  <a:pt x="630839" y="33232"/>
                </a:lnTo>
                <a:lnTo>
                  <a:pt x="631139" y="33898"/>
                </a:lnTo>
                <a:lnTo>
                  <a:pt x="631423" y="34575"/>
                </a:lnTo>
                <a:lnTo>
                  <a:pt x="631693" y="35265"/>
                </a:lnTo>
                <a:lnTo>
                  <a:pt x="631948" y="35967"/>
                </a:lnTo>
                <a:lnTo>
                  <a:pt x="632188" y="36681"/>
                </a:lnTo>
                <a:lnTo>
                  <a:pt x="632413" y="37407"/>
                </a:lnTo>
                <a:lnTo>
                  <a:pt x="632623" y="38145"/>
                </a:lnTo>
                <a:lnTo>
                  <a:pt x="632818" y="38896"/>
                </a:lnTo>
                <a:lnTo>
                  <a:pt x="632999" y="39658"/>
                </a:lnTo>
                <a:lnTo>
                  <a:pt x="633164" y="40433"/>
                </a:lnTo>
                <a:lnTo>
                  <a:pt x="633315" y="41220"/>
                </a:lnTo>
                <a:lnTo>
                  <a:pt x="633451" y="42019"/>
                </a:lnTo>
                <a:lnTo>
                  <a:pt x="633572" y="42830"/>
                </a:lnTo>
                <a:lnTo>
                  <a:pt x="633678" y="43653"/>
                </a:lnTo>
                <a:lnTo>
                  <a:pt x="651513" y="43653"/>
                </a:lnTo>
                <a:lnTo>
                  <a:pt x="651387" y="42430"/>
                </a:lnTo>
                <a:lnTo>
                  <a:pt x="651237" y="41225"/>
                </a:lnTo>
                <a:lnTo>
                  <a:pt x="651064" y="40037"/>
                </a:lnTo>
                <a:lnTo>
                  <a:pt x="650869" y="38867"/>
                </a:lnTo>
                <a:lnTo>
                  <a:pt x="650650" y="37715"/>
                </a:lnTo>
                <a:lnTo>
                  <a:pt x="650408" y="36580"/>
                </a:lnTo>
                <a:lnTo>
                  <a:pt x="650143" y="35463"/>
                </a:lnTo>
                <a:lnTo>
                  <a:pt x="649855" y="34363"/>
                </a:lnTo>
                <a:lnTo>
                  <a:pt x="649543" y="33281"/>
                </a:lnTo>
                <a:lnTo>
                  <a:pt x="649209" y="32217"/>
                </a:lnTo>
                <a:lnTo>
                  <a:pt x="648851" y="31170"/>
                </a:lnTo>
                <a:lnTo>
                  <a:pt x="648471" y="30141"/>
                </a:lnTo>
                <a:lnTo>
                  <a:pt x="648067" y="29129"/>
                </a:lnTo>
                <a:lnTo>
                  <a:pt x="647640" y="28136"/>
                </a:lnTo>
                <a:lnTo>
                  <a:pt x="647191" y="27159"/>
                </a:lnTo>
                <a:lnTo>
                  <a:pt x="646718" y="26201"/>
                </a:lnTo>
                <a:lnTo>
                  <a:pt x="646222" y="25260"/>
                </a:lnTo>
                <a:lnTo>
                  <a:pt x="645702" y="24336"/>
                </a:lnTo>
                <a:lnTo>
                  <a:pt x="645160" y="23431"/>
                </a:lnTo>
                <a:lnTo>
                  <a:pt x="644595" y="22542"/>
                </a:lnTo>
                <a:lnTo>
                  <a:pt x="644007" y="21672"/>
                </a:lnTo>
                <a:lnTo>
                  <a:pt x="643395" y="20819"/>
                </a:lnTo>
                <a:lnTo>
                  <a:pt x="642760" y="19984"/>
                </a:lnTo>
                <a:lnTo>
                  <a:pt x="642103" y="19166"/>
                </a:lnTo>
                <a:lnTo>
                  <a:pt x="641426" y="18366"/>
                </a:lnTo>
                <a:lnTo>
                  <a:pt x="640736" y="17583"/>
                </a:lnTo>
                <a:lnTo>
                  <a:pt x="640032" y="16817"/>
                </a:lnTo>
                <a:lnTo>
                  <a:pt x="639313" y="16069"/>
                </a:lnTo>
                <a:lnTo>
                  <a:pt x="638581" y="15338"/>
                </a:lnTo>
                <a:lnTo>
                  <a:pt x="637835" y="14624"/>
                </a:lnTo>
                <a:lnTo>
                  <a:pt x="637074" y="13927"/>
                </a:lnTo>
                <a:lnTo>
                  <a:pt x="636300" y="13248"/>
                </a:lnTo>
                <a:lnTo>
                  <a:pt x="635511" y="12586"/>
                </a:lnTo>
                <a:lnTo>
                  <a:pt x="634709" y="11942"/>
                </a:lnTo>
                <a:lnTo>
                  <a:pt x="633892" y="11314"/>
                </a:lnTo>
                <a:lnTo>
                  <a:pt x="633062" y="10704"/>
                </a:lnTo>
                <a:lnTo>
                  <a:pt x="632217" y="10111"/>
                </a:lnTo>
                <a:lnTo>
                  <a:pt x="631358" y="9535"/>
                </a:lnTo>
                <a:lnTo>
                  <a:pt x="630486" y="8977"/>
                </a:lnTo>
                <a:lnTo>
                  <a:pt x="629599" y="8436"/>
                </a:lnTo>
                <a:lnTo>
                  <a:pt x="628698" y="7912"/>
                </a:lnTo>
                <a:lnTo>
                  <a:pt x="627784" y="7406"/>
                </a:lnTo>
                <a:lnTo>
                  <a:pt x="626855" y="6917"/>
                </a:lnTo>
                <a:lnTo>
                  <a:pt x="625912" y="6445"/>
                </a:lnTo>
                <a:lnTo>
                  <a:pt x="624955" y="5990"/>
                </a:lnTo>
                <a:lnTo>
                  <a:pt x="623984" y="5553"/>
                </a:lnTo>
                <a:lnTo>
                  <a:pt x="622999" y="5133"/>
                </a:lnTo>
                <a:lnTo>
                  <a:pt x="622000" y="4730"/>
                </a:lnTo>
                <a:lnTo>
                  <a:pt x="620992" y="4344"/>
                </a:lnTo>
                <a:lnTo>
                  <a:pt x="619978" y="3974"/>
                </a:lnTo>
                <a:lnTo>
                  <a:pt x="618959" y="3621"/>
                </a:lnTo>
                <a:lnTo>
                  <a:pt x="617934" y="3285"/>
                </a:lnTo>
                <a:lnTo>
                  <a:pt x="616905" y="2964"/>
                </a:lnTo>
                <a:lnTo>
                  <a:pt x="615869" y="2661"/>
                </a:lnTo>
                <a:lnTo>
                  <a:pt x="614829" y="2373"/>
                </a:lnTo>
                <a:lnTo>
                  <a:pt x="613783" y="2102"/>
                </a:lnTo>
                <a:lnTo>
                  <a:pt x="612732" y="1848"/>
                </a:lnTo>
                <a:lnTo>
                  <a:pt x="611676" y="1609"/>
                </a:lnTo>
                <a:lnTo>
                  <a:pt x="610614" y="1388"/>
                </a:lnTo>
                <a:lnTo>
                  <a:pt x="609547" y="1182"/>
                </a:lnTo>
                <a:lnTo>
                  <a:pt x="608475" y="994"/>
                </a:lnTo>
                <a:lnTo>
                  <a:pt x="607398" y="821"/>
                </a:lnTo>
                <a:lnTo>
                  <a:pt x="606315" y="665"/>
                </a:lnTo>
                <a:lnTo>
                  <a:pt x="605227" y="526"/>
                </a:lnTo>
                <a:lnTo>
                  <a:pt x="604133" y="402"/>
                </a:lnTo>
                <a:lnTo>
                  <a:pt x="603035" y="296"/>
                </a:lnTo>
                <a:lnTo>
                  <a:pt x="601931" y="205"/>
                </a:lnTo>
                <a:lnTo>
                  <a:pt x="600821" y="131"/>
                </a:lnTo>
                <a:lnTo>
                  <a:pt x="599707" y="74"/>
                </a:lnTo>
                <a:lnTo>
                  <a:pt x="598587" y="33"/>
                </a:lnTo>
                <a:lnTo>
                  <a:pt x="597461" y="8"/>
                </a:lnTo>
                <a:lnTo>
                  <a:pt x="596331" y="0"/>
                </a:lnTo>
                <a:lnTo>
                  <a:pt x="594626" y="15"/>
                </a:lnTo>
                <a:lnTo>
                  <a:pt x="592943" y="60"/>
                </a:lnTo>
                <a:lnTo>
                  <a:pt x="591284" y="135"/>
                </a:lnTo>
                <a:lnTo>
                  <a:pt x="589646" y="241"/>
                </a:lnTo>
                <a:lnTo>
                  <a:pt x="588032" y="376"/>
                </a:lnTo>
                <a:lnTo>
                  <a:pt x="586440" y="542"/>
                </a:lnTo>
                <a:lnTo>
                  <a:pt x="584870" y="738"/>
                </a:lnTo>
                <a:lnTo>
                  <a:pt x="583323" y="964"/>
                </a:lnTo>
                <a:lnTo>
                  <a:pt x="581799" y="1219"/>
                </a:lnTo>
                <a:lnTo>
                  <a:pt x="580297" y="1505"/>
                </a:lnTo>
                <a:lnTo>
                  <a:pt x="578818" y="1822"/>
                </a:lnTo>
                <a:lnTo>
                  <a:pt x="577362" y="2168"/>
                </a:lnTo>
                <a:lnTo>
                  <a:pt x="575928" y="2544"/>
                </a:lnTo>
                <a:lnTo>
                  <a:pt x="574516" y="2951"/>
                </a:lnTo>
                <a:lnTo>
                  <a:pt x="573128" y="3387"/>
                </a:lnTo>
                <a:lnTo>
                  <a:pt x="571761" y="3854"/>
                </a:lnTo>
                <a:lnTo>
                  <a:pt x="570418" y="4351"/>
                </a:lnTo>
                <a:lnTo>
                  <a:pt x="569097" y="4878"/>
                </a:lnTo>
                <a:lnTo>
                  <a:pt x="567798" y="5435"/>
                </a:lnTo>
                <a:lnTo>
                  <a:pt x="566522" y="6022"/>
                </a:lnTo>
                <a:lnTo>
                  <a:pt x="565269" y="6639"/>
                </a:lnTo>
                <a:lnTo>
                  <a:pt x="564038" y="7286"/>
                </a:lnTo>
                <a:lnTo>
                  <a:pt x="562830" y="7964"/>
                </a:lnTo>
                <a:lnTo>
                  <a:pt x="561645" y="8672"/>
                </a:lnTo>
                <a:lnTo>
                  <a:pt x="560482" y="9406"/>
                </a:lnTo>
                <a:lnTo>
                  <a:pt x="559344" y="10163"/>
                </a:lnTo>
                <a:lnTo>
                  <a:pt x="558229" y="10944"/>
                </a:lnTo>
                <a:lnTo>
                  <a:pt x="557138" y="11748"/>
                </a:lnTo>
                <a:lnTo>
                  <a:pt x="556071" y="12575"/>
                </a:lnTo>
                <a:lnTo>
                  <a:pt x="555027" y="13426"/>
                </a:lnTo>
                <a:lnTo>
                  <a:pt x="554007" y="14300"/>
                </a:lnTo>
                <a:lnTo>
                  <a:pt x="553011" y="15197"/>
                </a:lnTo>
                <a:lnTo>
                  <a:pt x="552039" y="16117"/>
                </a:lnTo>
                <a:lnTo>
                  <a:pt x="551091" y="17061"/>
                </a:lnTo>
                <a:lnTo>
                  <a:pt x="550166" y="18028"/>
                </a:lnTo>
                <a:lnTo>
                  <a:pt x="549265" y="19018"/>
                </a:lnTo>
                <a:lnTo>
                  <a:pt x="548388" y="20032"/>
                </a:lnTo>
                <a:lnTo>
                  <a:pt x="547535" y="21068"/>
                </a:lnTo>
                <a:lnTo>
                  <a:pt x="546706" y="22128"/>
                </a:lnTo>
                <a:lnTo>
                  <a:pt x="545900" y="23212"/>
                </a:lnTo>
                <a:lnTo>
                  <a:pt x="545118" y="24318"/>
                </a:lnTo>
                <a:lnTo>
                  <a:pt x="544360" y="25448"/>
                </a:lnTo>
                <a:lnTo>
                  <a:pt x="543626" y="26601"/>
                </a:lnTo>
                <a:lnTo>
                  <a:pt x="542915" y="27777"/>
                </a:lnTo>
                <a:lnTo>
                  <a:pt x="542228" y="28977"/>
                </a:lnTo>
                <a:lnTo>
                  <a:pt x="541565" y="30200"/>
                </a:lnTo>
                <a:lnTo>
                  <a:pt x="540926" y="31446"/>
                </a:lnTo>
                <a:lnTo>
                  <a:pt x="540311" y="32715"/>
                </a:lnTo>
                <a:lnTo>
                  <a:pt x="539720" y="34005"/>
                </a:lnTo>
                <a:lnTo>
                  <a:pt x="539154" y="35310"/>
                </a:lnTo>
                <a:lnTo>
                  <a:pt x="538613" y="36632"/>
                </a:lnTo>
                <a:lnTo>
                  <a:pt x="538098" y="37971"/>
                </a:lnTo>
                <a:lnTo>
                  <a:pt x="537607" y="39326"/>
                </a:lnTo>
                <a:lnTo>
                  <a:pt x="537142" y="40697"/>
                </a:lnTo>
                <a:lnTo>
                  <a:pt x="536702" y="42085"/>
                </a:lnTo>
                <a:lnTo>
                  <a:pt x="536287" y="43489"/>
                </a:lnTo>
                <a:lnTo>
                  <a:pt x="535897" y="44910"/>
                </a:lnTo>
                <a:lnTo>
                  <a:pt x="535532" y="46347"/>
                </a:lnTo>
                <a:lnTo>
                  <a:pt x="535193" y="47800"/>
                </a:lnTo>
                <a:lnTo>
                  <a:pt x="534879" y="49270"/>
                </a:lnTo>
                <a:lnTo>
                  <a:pt x="534589" y="50756"/>
                </a:lnTo>
                <a:lnTo>
                  <a:pt x="534325" y="52259"/>
                </a:lnTo>
                <a:lnTo>
                  <a:pt x="534086" y="53778"/>
                </a:lnTo>
                <a:lnTo>
                  <a:pt x="533873" y="55314"/>
                </a:lnTo>
                <a:lnTo>
                  <a:pt x="533684" y="56866"/>
                </a:lnTo>
                <a:lnTo>
                  <a:pt x="533521" y="58434"/>
                </a:lnTo>
                <a:lnTo>
                  <a:pt x="533382" y="60019"/>
                </a:lnTo>
                <a:lnTo>
                  <a:pt x="533269" y="61620"/>
                </a:lnTo>
                <a:lnTo>
                  <a:pt x="533181" y="63238"/>
                </a:lnTo>
                <a:lnTo>
                  <a:pt x="533118" y="64872"/>
                </a:lnTo>
                <a:lnTo>
                  <a:pt x="533081" y="66523"/>
                </a:lnTo>
                <a:lnTo>
                  <a:pt x="533068" y="68190"/>
                </a:lnTo>
                <a:lnTo>
                  <a:pt x="533081" y="69857"/>
                </a:lnTo>
                <a:lnTo>
                  <a:pt x="533118" y="71507"/>
                </a:lnTo>
                <a:lnTo>
                  <a:pt x="533181" y="73140"/>
                </a:lnTo>
                <a:lnTo>
                  <a:pt x="533269" y="74756"/>
                </a:lnTo>
                <a:lnTo>
                  <a:pt x="533382" y="76356"/>
                </a:lnTo>
                <a:lnTo>
                  <a:pt x="533521" y="77939"/>
                </a:lnTo>
                <a:lnTo>
                  <a:pt x="533684" y="79505"/>
                </a:lnTo>
                <a:lnTo>
                  <a:pt x="533873" y="81055"/>
                </a:lnTo>
                <a:lnTo>
                  <a:pt x="534086" y="82587"/>
                </a:lnTo>
                <a:lnTo>
                  <a:pt x="534325" y="84103"/>
                </a:lnTo>
                <a:lnTo>
                  <a:pt x="534589" y="85603"/>
                </a:lnTo>
                <a:lnTo>
                  <a:pt x="534879" y="87085"/>
                </a:lnTo>
                <a:lnTo>
                  <a:pt x="535193" y="88551"/>
                </a:lnTo>
                <a:lnTo>
                  <a:pt x="535532" y="89999"/>
                </a:lnTo>
                <a:lnTo>
                  <a:pt x="535897" y="91431"/>
                </a:lnTo>
                <a:lnTo>
                  <a:pt x="536287" y="92847"/>
                </a:lnTo>
                <a:lnTo>
                  <a:pt x="536702" y="94245"/>
                </a:lnTo>
                <a:lnTo>
                  <a:pt x="537142" y="95627"/>
                </a:lnTo>
                <a:lnTo>
                  <a:pt x="537607" y="96992"/>
                </a:lnTo>
                <a:lnTo>
                  <a:pt x="538098" y="98340"/>
                </a:lnTo>
                <a:lnTo>
                  <a:pt x="538613" y="99672"/>
                </a:lnTo>
                <a:lnTo>
                  <a:pt x="539154" y="100987"/>
                </a:lnTo>
                <a:lnTo>
                  <a:pt x="539720" y="102285"/>
                </a:lnTo>
                <a:lnTo>
                  <a:pt x="540311" y="103566"/>
                </a:lnTo>
                <a:lnTo>
                  <a:pt x="540926" y="104827"/>
                </a:lnTo>
                <a:lnTo>
                  <a:pt x="541565" y="106066"/>
                </a:lnTo>
                <a:lnTo>
                  <a:pt x="542228" y="107281"/>
                </a:lnTo>
                <a:lnTo>
                  <a:pt x="542915" y="108474"/>
                </a:lnTo>
                <a:lnTo>
                  <a:pt x="543626" y="109643"/>
                </a:lnTo>
                <a:lnTo>
                  <a:pt x="544360" y="110790"/>
                </a:lnTo>
                <a:lnTo>
                  <a:pt x="545118" y="111914"/>
                </a:lnTo>
                <a:lnTo>
                  <a:pt x="545900" y="113015"/>
                </a:lnTo>
                <a:lnTo>
                  <a:pt x="546706" y="114093"/>
                </a:lnTo>
                <a:lnTo>
                  <a:pt x="547535" y="115148"/>
                </a:lnTo>
                <a:lnTo>
                  <a:pt x="548388" y="116180"/>
                </a:lnTo>
                <a:lnTo>
                  <a:pt x="549265" y="117189"/>
                </a:lnTo>
                <a:lnTo>
                  <a:pt x="550166" y="118175"/>
                </a:lnTo>
                <a:lnTo>
                  <a:pt x="551091" y="119139"/>
                </a:lnTo>
                <a:lnTo>
                  <a:pt x="552039" y="120079"/>
                </a:lnTo>
                <a:lnTo>
                  <a:pt x="553011" y="120996"/>
                </a:lnTo>
                <a:lnTo>
                  <a:pt x="554007" y="121891"/>
                </a:lnTo>
                <a:lnTo>
                  <a:pt x="555027" y="122763"/>
                </a:lnTo>
                <a:lnTo>
                  <a:pt x="556071" y="123611"/>
                </a:lnTo>
                <a:lnTo>
                  <a:pt x="557138" y="124437"/>
                </a:lnTo>
                <a:lnTo>
                  <a:pt x="558229" y="125240"/>
                </a:lnTo>
                <a:lnTo>
                  <a:pt x="559344" y="126020"/>
                </a:lnTo>
                <a:lnTo>
                  <a:pt x="560482" y="126777"/>
                </a:lnTo>
                <a:lnTo>
                  <a:pt x="561645" y="127511"/>
                </a:lnTo>
                <a:lnTo>
                  <a:pt x="562830" y="128219"/>
                </a:lnTo>
                <a:lnTo>
                  <a:pt x="564038" y="128896"/>
                </a:lnTo>
                <a:lnTo>
                  <a:pt x="565269" y="129543"/>
                </a:lnTo>
                <a:lnTo>
                  <a:pt x="566522" y="130161"/>
                </a:lnTo>
                <a:lnTo>
                  <a:pt x="567798" y="130748"/>
                </a:lnTo>
                <a:lnTo>
                  <a:pt x="569097" y="131305"/>
                </a:lnTo>
                <a:lnTo>
                  <a:pt x="570418" y="131832"/>
                </a:lnTo>
                <a:lnTo>
                  <a:pt x="571761" y="132329"/>
                </a:lnTo>
                <a:lnTo>
                  <a:pt x="573128" y="132795"/>
                </a:lnTo>
                <a:lnTo>
                  <a:pt x="574516" y="133232"/>
                </a:lnTo>
                <a:lnTo>
                  <a:pt x="575928" y="133638"/>
                </a:lnTo>
                <a:lnTo>
                  <a:pt x="577362" y="134015"/>
                </a:lnTo>
                <a:lnTo>
                  <a:pt x="578818" y="134361"/>
                </a:lnTo>
                <a:lnTo>
                  <a:pt x="580297" y="134677"/>
                </a:lnTo>
                <a:lnTo>
                  <a:pt x="581799" y="134963"/>
                </a:lnTo>
                <a:lnTo>
                  <a:pt x="583323" y="135219"/>
                </a:lnTo>
                <a:lnTo>
                  <a:pt x="584870" y="135445"/>
                </a:lnTo>
                <a:lnTo>
                  <a:pt x="586440" y="135641"/>
                </a:lnTo>
                <a:lnTo>
                  <a:pt x="588032" y="135806"/>
                </a:lnTo>
                <a:lnTo>
                  <a:pt x="589646" y="135942"/>
                </a:lnTo>
                <a:lnTo>
                  <a:pt x="591284" y="136047"/>
                </a:lnTo>
                <a:lnTo>
                  <a:pt x="592943" y="136122"/>
                </a:lnTo>
                <a:lnTo>
                  <a:pt x="594626" y="136168"/>
                </a:lnTo>
                <a:lnTo>
                  <a:pt x="596331" y="136183"/>
                </a:lnTo>
                <a:lnTo>
                  <a:pt x="597574" y="136174"/>
                </a:lnTo>
                <a:lnTo>
                  <a:pt x="598807" y="136147"/>
                </a:lnTo>
                <a:lnTo>
                  <a:pt x="600029" y="136103"/>
                </a:lnTo>
                <a:lnTo>
                  <a:pt x="601241" y="136040"/>
                </a:lnTo>
                <a:close/>
                <a:moveTo>
                  <a:pt x="827338" y="136061"/>
                </a:moveTo>
                <a:lnTo>
                  <a:pt x="828205" y="135992"/>
                </a:lnTo>
                <a:lnTo>
                  <a:pt x="829062" y="135909"/>
                </a:lnTo>
                <a:lnTo>
                  <a:pt x="829909" y="135810"/>
                </a:lnTo>
                <a:lnTo>
                  <a:pt x="830746" y="135695"/>
                </a:lnTo>
                <a:lnTo>
                  <a:pt x="831573" y="135566"/>
                </a:lnTo>
                <a:lnTo>
                  <a:pt x="832391" y="135421"/>
                </a:lnTo>
                <a:lnTo>
                  <a:pt x="833198" y="135261"/>
                </a:lnTo>
                <a:lnTo>
                  <a:pt x="833995" y="135086"/>
                </a:lnTo>
                <a:lnTo>
                  <a:pt x="834783" y="134896"/>
                </a:lnTo>
                <a:lnTo>
                  <a:pt x="835560" y="134690"/>
                </a:lnTo>
                <a:lnTo>
                  <a:pt x="836328" y="134470"/>
                </a:lnTo>
                <a:lnTo>
                  <a:pt x="837086" y="134234"/>
                </a:lnTo>
                <a:lnTo>
                  <a:pt x="837833" y="133982"/>
                </a:lnTo>
                <a:lnTo>
                  <a:pt x="838571" y="133716"/>
                </a:lnTo>
                <a:lnTo>
                  <a:pt x="839299" y="133434"/>
                </a:lnTo>
                <a:lnTo>
                  <a:pt x="840017" y="133137"/>
                </a:lnTo>
                <a:lnTo>
                  <a:pt x="840725" y="132825"/>
                </a:lnTo>
                <a:lnTo>
                  <a:pt x="841423" y="132498"/>
                </a:lnTo>
                <a:lnTo>
                  <a:pt x="842112" y="132155"/>
                </a:lnTo>
                <a:lnTo>
                  <a:pt x="842790" y="131798"/>
                </a:lnTo>
                <a:lnTo>
                  <a:pt x="843458" y="131428"/>
                </a:lnTo>
                <a:lnTo>
                  <a:pt x="844116" y="131049"/>
                </a:lnTo>
                <a:lnTo>
                  <a:pt x="844764" y="130660"/>
                </a:lnTo>
                <a:lnTo>
                  <a:pt x="845401" y="130263"/>
                </a:lnTo>
                <a:lnTo>
                  <a:pt x="846029" y="129857"/>
                </a:lnTo>
                <a:lnTo>
                  <a:pt x="846645" y="129442"/>
                </a:lnTo>
                <a:lnTo>
                  <a:pt x="847252" y="129017"/>
                </a:lnTo>
                <a:lnTo>
                  <a:pt x="847848" y="128584"/>
                </a:lnTo>
                <a:lnTo>
                  <a:pt x="848435" y="128142"/>
                </a:lnTo>
                <a:lnTo>
                  <a:pt x="849010" y="127690"/>
                </a:lnTo>
                <a:lnTo>
                  <a:pt x="849576" y="127229"/>
                </a:lnTo>
                <a:lnTo>
                  <a:pt x="850131" y="126760"/>
                </a:lnTo>
                <a:lnTo>
                  <a:pt x="850676" y="126281"/>
                </a:lnTo>
                <a:lnTo>
                  <a:pt x="851211" y="125793"/>
                </a:lnTo>
                <a:lnTo>
                  <a:pt x="851736" y="125296"/>
                </a:lnTo>
                <a:lnTo>
                  <a:pt x="852250" y="124790"/>
                </a:lnTo>
                <a:lnTo>
                  <a:pt x="852754" y="124275"/>
                </a:lnTo>
                <a:lnTo>
                  <a:pt x="853248" y="123751"/>
                </a:lnTo>
                <a:lnTo>
                  <a:pt x="853731" y="123218"/>
                </a:lnTo>
                <a:lnTo>
                  <a:pt x="854204" y="122676"/>
                </a:lnTo>
                <a:lnTo>
                  <a:pt x="854667" y="122124"/>
                </a:lnTo>
                <a:lnTo>
                  <a:pt x="855120" y="121564"/>
                </a:lnTo>
                <a:lnTo>
                  <a:pt x="855562" y="120995"/>
                </a:lnTo>
                <a:lnTo>
                  <a:pt x="855994" y="120416"/>
                </a:lnTo>
                <a:lnTo>
                  <a:pt x="856881" y="134409"/>
                </a:lnTo>
                <a:lnTo>
                  <a:pt x="872451" y="134409"/>
                </a:lnTo>
                <a:lnTo>
                  <a:pt x="872451" y="1774"/>
                </a:lnTo>
                <a:lnTo>
                  <a:pt x="855994" y="1774"/>
                </a:lnTo>
                <a:lnTo>
                  <a:pt x="855994" y="50453"/>
                </a:lnTo>
                <a:lnTo>
                  <a:pt x="855603" y="49818"/>
                </a:lnTo>
                <a:lnTo>
                  <a:pt x="855202" y="49194"/>
                </a:lnTo>
                <a:lnTo>
                  <a:pt x="854790" y="48581"/>
                </a:lnTo>
                <a:lnTo>
                  <a:pt x="854369" y="47979"/>
                </a:lnTo>
                <a:lnTo>
                  <a:pt x="853936" y="47389"/>
                </a:lnTo>
                <a:lnTo>
                  <a:pt x="853494" y="46810"/>
                </a:lnTo>
                <a:lnTo>
                  <a:pt x="853041" y="46241"/>
                </a:lnTo>
                <a:lnTo>
                  <a:pt x="852578" y="45684"/>
                </a:lnTo>
                <a:lnTo>
                  <a:pt x="852105" y="45138"/>
                </a:lnTo>
                <a:lnTo>
                  <a:pt x="851622" y="44603"/>
                </a:lnTo>
                <a:lnTo>
                  <a:pt x="851128" y="44080"/>
                </a:lnTo>
                <a:lnTo>
                  <a:pt x="850624" y="43567"/>
                </a:lnTo>
                <a:lnTo>
                  <a:pt x="850110" y="43066"/>
                </a:lnTo>
                <a:lnTo>
                  <a:pt x="849585" y="42575"/>
                </a:lnTo>
                <a:lnTo>
                  <a:pt x="849050" y="42096"/>
                </a:lnTo>
                <a:lnTo>
                  <a:pt x="848505" y="41628"/>
                </a:lnTo>
                <a:lnTo>
                  <a:pt x="847950" y="41171"/>
                </a:lnTo>
                <a:lnTo>
                  <a:pt x="847384" y="40725"/>
                </a:lnTo>
                <a:lnTo>
                  <a:pt x="846809" y="40290"/>
                </a:lnTo>
                <a:lnTo>
                  <a:pt x="846223" y="39866"/>
                </a:lnTo>
                <a:lnTo>
                  <a:pt x="845626" y="39454"/>
                </a:lnTo>
                <a:lnTo>
                  <a:pt x="845019" y="39052"/>
                </a:lnTo>
                <a:lnTo>
                  <a:pt x="844403" y="38662"/>
                </a:lnTo>
                <a:lnTo>
                  <a:pt x="843775" y="38283"/>
                </a:lnTo>
                <a:lnTo>
                  <a:pt x="843139" y="37917"/>
                </a:lnTo>
                <a:lnTo>
                  <a:pt x="842492" y="37567"/>
                </a:lnTo>
                <a:lnTo>
                  <a:pt x="841837" y="37232"/>
                </a:lnTo>
                <a:lnTo>
                  <a:pt x="841172" y="36913"/>
                </a:lnTo>
                <a:lnTo>
                  <a:pt x="840498" y="36609"/>
                </a:lnTo>
                <a:lnTo>
                  <a:pt x="839815" y="36321"/>
                </a:lnTo>
                <a:lnTo>
                  <a:pt x="839123" y="36049"/>
                </a:lnTo>
                <a:lnTo>
                  <a:pt x="838421" y="35792"/>
                </a:lnTo>
                <a:lnTo>
                  <a:pt x="837711" y="35551"/>
                </a:lnTo>
                <a:lnTo>
                  <a:pt x="836991" y="35325"/>
                </a:lnTo>
                <a:lnTo>
                  <a:pt x="836261" y="35115"/>
                </a:lnTo>
                <a:lnTo>
                  <a:pt x="835523" y="34920"/>
                </a:lnTo>
                <a:lnTo>
                  <a:pt x="834775" y="34741"/>
                </a:lnTo>
                <a:lnTo>
                  <a:pt x="834018" y="34578"/>
                </a:lnTo>
                <a:lnTo>
                  <a:pt x="833252" y="34430"/>
                </a:lnTo>
                <a:lnTo>
                  <a:pt x="832476" y="34297"/>
                </a:lnTo>
                <a:lnTo>
                  <a:pt x="831691" y="34181"/>
                </a:lnTo>
                <a:lnTo>
                  <a:pt x="830897" y="34080"/>
                </a:lnTo>
                <a:lnTo>
                  <a:pt x="830094" y="33994"/>
                </a:lnTo>
                <a:lnTo>
                  <a:pt x="829282" y="33924"/>
                </a:lnTo>
                <a:lnTo>
                  <a:pt x="828460" y="33869"/>
                </a:lnTo>
                <a:lnTo>
                  <a:pt x="827629" y="33830"/>
                </a:lnTo>
                <a:lnTo>
                  <a:pt x="826789" y="33807"/>
                </a:lnTo>
                <a:lnTo>
                  <a:pt x="825940" y="33799"/>
                </a:lnTo>
                <a:lnTo>
                  <a:pt x="824919" y="33809"/>
                </a:lnTo>
                <a:lnTo>
                  <a:pt x="823909" y="33839"/>
                </a:lnTo>
                <a:lnTo>
                  <a:pt x="822911" y="33889"/>
                </a:lnTo>
                <a:lnTo>
                  <a:pt x="821924" y="33959"/>
                </a:lnTo>
                <a:lnTo>
                  <a:pt x="820948" y="34048"/>
                </a:lnTo>
                <a:lnTo>
                  <a:pt x="819984" y="34158"/>
                </a:lnTo>
                <a:lnTo>
                  <a:pt x="819031" y="34287"/>
                </a:lnTo>
                <a:lnTo>
                  <a:pt x="818089" y="34436"/>
                </a:lnTo>
                <a:lnTo>
                  <a:pt x="817159" y="34606"/>
                </a:lnTo>
                <a:lnTo>
                  <a:pt x="816240" y="34795"/>
                </a:lnTo>
                <a:lnTo>
                  <a:pt x="815332" y="35004"/>
                </a:lnTo>
                <a:lnTo>
                  <a:pt x="814435" y="35233"/>
                </a:lnTo>
                <a:lnTo>
                  <a:pt x="813550" y="35482"/>
                </a:lnTo>
                <a:lnTo>
                  <a:pt x="812676" y="35750"/>
                </a:lnTo>
                <a:lnTo>
                  <a:pt x="811813" y="36039"/>
                </a:lnTo>
                <a:lnTo>
                  <a:pt x="810962" y="36348"/>
                </a:lnTo>
                <a:lnTo>
                  <a:pt x="810121" y="36676"/>
                </a:lnTo>
                <a:lnTo>
                  <a:pt x="809293" y="37025"/>
                </a:lnTo>
                <a:lnTo>
                  <a:pt x="808475" y="37393"/>
                </a:lnTo>
                <a:lnTo>
                  <a:pt x="807669" y="37781"/>
                </a:lnTo>
                <a:lnTo>
                  <a:pt x="806874" y="38189"/>
                </a:lnTo>
                <a:lnTo>
                  <a:pt x="806090" y="38617"/>
                </a:lnTo>
                <a:lnTo>
                  <a:pt x="805318" y="39065"/>
                </a:lnTo>
                <a:lnTo>
                  <a:pt x="804556" y="39533"/>
                </a:lnTo>
                <a:lnTo>
                  <a:pt x="803808" y="40021"/>
                </a:lnTo>
                <a:lnTo>
                  <a:pt x="803074" y="40527"/>
                </a:lnTo>
                <a:lnTo>
                  <a:pt x="802354" y="41053"/>
                </a:lnTo>
                <a:lnTo>
                  <a:pt x="801648" y="41598"/>
                </a:lnTo>
                <a:lnTo>
                  <a:pt x="800957" y="42162"/>
                </a:lnTo>
                <a:lnTo>
                  <a:pt x="800279" y="42746"/>
                </a:lnTo>
                <a:lnTo>
                  <a:pt x="799616" y="43348"/>
                </a:lnTo>
                <a:lnTo>
                  <a:pt x="798967" y="43970"/>
                </a:lnTo>
                <a:lnTo>
                  <a:pt x="798332" y="44611"/>
                </a:lnTo>
                <a:lnTo>
                  <a:pt x="797712" y="45271"/>
                </a:lnTo>
                <a:lnTo>
                  <a:pt x="797105" y="45951"/>
                </a:lnTo>
                <a:lnTo>
                  <a:pt x="796513" y="46650"/>
                </a:lnTo>
                <a:lnTo>
                  <a:pt x="795935" y="47367"/>
                </a:lnTo>
                <a:lnTo>
                  <a:pt x="795371" y="48104"/>
                </a:lnTo>
                <a:lnTo>
                  <a:pt x="794822" y="48861"/>
                </a:lnTo>
                <a:lnTo>
                  <a:pt x="794286" y="49636"/>
                </a:lnTo>
                <a:lnTo>
                  <a:pt x="793765" y="50431"/>
                </a:lnTo>
                <a:lnTo>
                  <a:pt x="793258" y="51245"/>
                </a:lnTo>
                <a:lnTo>
                  <a:pt x="792765" y="52078"/>
                </a:lnTo>
                <a:lnTo>
                  <a:pt x="792287" y="52930"/>
                </a:lnTo>
                <a:lnTo>
                  <a:pt x="791822" y="53802"/>
                </a:lnTo>
                <a:lnTo>
                  <a:pt x="791372" y="54692"/>
                </a:lnTo>
                <a:lnTo>
                  <a:pt x="790936" y="55602"/>
                </a:lnTo>
                <a:lnTo>
                  <a:pt x="790514" y="56531"/>
                </a:lnTo>
                <a:lnTo>
                  <a:pt x="790108" y="57479"/>
                </a:lnTo>
                <a:lnTo>
                  <a:pt x="789720" y="58447"/>
                </a:lnTo>
                <a:lnTo>
                  <a:pt x="789348" y="59434"/>
                </a:lnTo>
                <a:lnTo>
                  <a:pt x="788994" y="60440"/>
                </a:lnTo>
                <a:lnTo>
                  <a:pt x="788657" y="61466"/>
                </a:lnTo>
                <a:lnTo>
                  <a:pt x="788337" y="62511"/>
                </a:lnTo>
                <a:lnTo>
                  <a:pt x="788035" y="63575"/>
                </a:lnTo>
                <a:lnTo>
                  <a:pt x="787750" y="64659"/>
                </a:lnTo>
                <a:lnTo>
                  <a:pt x="787482" y="65762"/>
                </a:lnTo>
                <a:lnTo>
                  <a:pt x="787231" y="66885"/>
                </a:lnTo>
                <a:lnTo>
                  <a:pt x="786998" y="68027"/>
                </a:lnTo>
                <a:lnTo>
                  <a:pt x="786782" y="69188"/>
                </a:lnTo>
                <a:lnTo>
                  <a:pt x="786584" y="70369"/>
                </a:lnTo>
                <a:lnTo>
                  <a:pt x="786402" y="71569"/>
                </a:lnTo>
                <a:lnTo>
                  <a:pt x="786238" y="72789"/>
                </a:lnTo>
                <a:lnTo>
                  <a:pt x="786091" y="74028"/>
                </a:lnTo>
                <a:lnTo>
                  <a:pt x="785961" y="75286"/>
                </a:lnTo>
                <a:lnTo>
                  <a:pt x="785849" y="76564"/>
                </a:lnTo>
                <a:lnTo>
                  <a:pt x="785754" y="77861"/>
                </a:lnTo>
                <a:lnTo>
                  <a:pt x="785676" y="79177"/>
                </a:lnTo>
                <a:lnTo>
                  <a:pt x="785616" y="80513"/>
                </a:lnTo>
                <a:lnTo>
                  <a:pt x="785573" y="81868"/>
                </a:lnTo>
                <a:lnTo>
                  <a:pt x="785547" y="83243"/>
                </a:lnTo>
                <a:lnTo>
                  <a:pt x="785538" y="84637"/>
                </a:lnTo>
                <a:lnTo>
                  <a:pt x="785546" y="86040"/>
                </a:lnTo>
                <a:lnTo>
                  <a:pt x="785571" y="87423"/>
                </a:lnTo>
                <a:lnTo>
                  <a:pt x="785611" y="88788"/>
                </a:lnTo>
                <a:lnTo>
                  <a:pt x="785668" y="90135"/>
                </a:lnTo>
                <a:lnTo>
                  <a:pt x="785741" y="91462"/>
                </a:lnTo>
                <a:lnTo>
                  <a:pt x="785831" y="92770"/>
                </a:lnTo>
                <a:lnTo>
                  <a:pt x="785936" y="94060"/>
                </a:lnTo>
                <a:lnTo>
                  <a:pt x="786058" y="95331"/>
                </a:lnTo>
                <a:lnTo>
                  <a:pt x="786196" y="96583"/>
                </a:lnTo>
                <a:lnTo>
                  <a:pt x="786351" y="97816"/>
                </a:lnTo>
                <a:lnTo>
                  <a:pt x="786521" y="99030"/>
                </a:lnTo>
                <a:lnTo>
                  <a:pt x="786708" y="100225"/>
                </a:lnTo>
                <a:lnTo>
                  <a:pt x="786911" y="101402"/>
                </a:lnTo>
                <a:lnTo>
                  <a:pt x="787131" y="102560"/>
                </a:lnTo>
                <a:lnTo>
                  <a:pt x="787367" y="103698"/>
                </a:lnTo>
                <a:lnTo>
                  <a:pt x="787618" y="104818"/>
                </a:lnTo>
                <a:lnTo>
                  <a:pt x="787887" y="105920"/>
                </a:lnTo>
                <a:lnTo>
                  <a:pt x="788171" y="107002"/>
                </a:lnTo>
                <a:lnTo>
                  <a:pt x="788472" y="108065"/>
                </a:lnTo>
                <a:lnTo>
                  <a:pt x="788789" y="109110"/>
                </a:lnTo>
                <a:lnTo>
                  <a:pt x="789122" y="110135"/>
                </a:lnTo>
                <a:lnTo>
                  <a:pt x="789471" y="111142"/>
                </a:lnTo>
                <a:lnTo>
                  <a:pt x="789837" y="112130"/>
                </a:lnTo>
                <a:lnTo>
                  <a:pt x="790219" y="113100"/>
                </a:lnTo>
                <a:lnTo>
                  <a:pt x="790616" y="114049"/>
                </a:lnTo>
                <a:lnTo>
                  <a:pt x="791026" y="114979"/>
                </a:lnTo>
                <a:lnTo>
                  <a:pt x="791450" y="115889"/>
                </a:lnTo>
                <a:lnTo>
                  <a:pt x="791887" y="116779"/>
                </a:lnTo>
                <a:lnTo>
                  <a:pt x="792338" y="117649"/>
                </a:lnTo>
                <a:lnTo>
                  <a:pt x="792802" y="118500"/>
                </a:lnTo>
                <a:lnTo>
                  <a:pt x="793280" y="119330"/>
                </a:lnTo>
                <a:lnTo>
                  <a:pt x="793772" y="120140"/>
                </a:lnTo>
                <a:lnTo>
                  <a:pt x="794277" y="120931"/>
                </a:lnTo>
                <a:lnTo>
                  <a:pt x="794795" y="121701"/>
                </a:lnTo>
                <a:lnTo>
                  <a:pt x="795327" y="122452"/>
                </a:lnTo>
                <a:lnTo>
                  <a:pt x="795873" y="123183"/>
                </a:lnTo>
                <a:lnTo>
                  <a:pt x="796432" y="123894"/>
                </a:lnTo>
                <a:lnTo>
                  <a:pt x="797004" y="124585"/>
                </a:lnTo>
                <a:lnTo>
                  <a:pt x="797590" y="125256"/>
                </a:lnTo>
                <a:lnTo>
                  <a:pt x="798190" y="125907"/>
                </a:lnTo>
                <a:lnTo>
                  <a:pt x="798803" y="126538"/>
                </a:lnTo>
                <a:lnTo>
                  <a:pt x="799429" y="127150"/>
                </a:lnTo>
                <a:lnTo>
                  <a:pt x="800069" y="127741"/>
                </a:lnTo>
                <a:lnTo>
                  <a:pt x="800723" y="128313"/>
                </a:lnTo>
                <a:lnTo>
                  <a:pt x="801390" y="128864"/>
                </a:lnTo>
                <a:lnTo>
                  <a:pt x="802071" y="129396"/>
                </a:lnTo>
                <a:lnTo>
                  <a:pt x="802765" y="129908"/>
                </a:lnTo>
                <a:lnTo>
                  <a:pt x="803472" y="130399"/>
                </a:lnTo>
                <a:lnTo>
                  <a:pt x="804192" y="130871"/>
                </a:lnTo>
                <a:lnTo>
                  <a:pt x="804923" y="131323"/>
                </a:lnTo>
                <a:lnTo>
                  <a:pt x="805665" y="131755"/>
                </a:lnTo>
                <a:lnTo>
                  <a:pt x="806418" y="132167"/>
                </a:lnTo>
                <a:lnTo>
                  <a:pt x="807181" y="132558"/>
                </a:lnTo>
                <a:lnTo>
                  <a:pt x="807956" y="132930"/>
                </a:lnTo>
                <a:lnTo>
                  <a:pt x="808742" y="133281"/>
                </a:lnTo>
                <a:lnTo>
                  <a:pt x="809538" y="133612"/>
                </a:lnTo>
                <a:lnTo>
                  <a:pt x="810346" y="133924"/>
                </a:lnTo>
                <a:lnTo>
                  <a:pt x="811164" y="134215"/>
                </a:lnTo>
                <a:lnTo>
                  <a:pt x="811993" y="134486"/>
                </a:lnTo>
                <a:lnTo>
                  <a:pt x="812834" y="134737"/>
                </a:lnTo>
                <a:lnTo>
                  <a:pt x="813685" y="134968"/>
                </a:lnTo>
                <a:lnTo>
                  <a:pt x="814547" y="135179"/>
                </a:lnTo>
                <a:lnTo>
                  <a:pt x="815420" y="135369"/>
                </a:lnTo>
                <a:lnTo>
                  <a:pt x="816305" y="135540"/>
                </a:lnTo>
                <a:lnTo>
                  <a:pt x="817200" y="135691"/>
                </a:lnTo>
                <a:lnTo>
                  <a:pt x="818106" y="135821"/>
                </a:lnTo>
                <a:lnTo>
                  <a:pt x="819023" y="135932"/>
                </a:lnTo>
                <a:lnTo>
                  <a:pt x="819951" y="136022"/>
                </a:lnTo>
                <a:lnTo>
                  <a:pt x="820889" y="136092"/>
                </a:lnTo>
                <a:lnTo>
                  <a:pt x="821839" y="136142"/>
                </a:lnTo>
                <a:lnTo>
                  <a:pt x="822800" y="136173"/>
                </a:lnTo>
                <a:lnTo>
                  <a:pt x="823772" y="136183"/>
                </a:lnTo>
                <a:lnTo>
                  <a:pt x="824678" y="136175"/>
                </a:lnTo>
                <a:lnTo>
                  <a:pt x="825575" y="136152"/>
                </a:lnTo>
                <a:lnTo>
                  <a:pt x="826462" y="136114"/>
                </a:lnTo>
                <a:lnTo>
                  <a:pt x="827338" y="136061"/>
                </a:lnTo>
                <a:close/>
                <a:moveTo>
                  <a:pt x="823245" y="122412"/>
                </a:moveTo>
                <a:lnTo>
                  <a:pt x="822326" y="122260"/>
                </a:lnTo>
                <a:lnTo>
                  <a:pt x="821428" y="122074"/>
                </a:lnTo>
                <a:lnTo>
                  <a:pt x="820551" y="121854"/>
                </a:lnTo>
                <a:lnTo>
                  <a:pt x="819693" y="121600"/>
                </a:lnTo>
                <a:lnTo>
                  <a:pt x="818856" y="121312"/>
                </a:lnTo>
                <a:lnTo>
                  <a:pt x="818040" y="120991"/>
                </a:lnTo>
                <a:lnTo>
                  <a:pt x="817243" y="120636"/>
                </a:lnTo>
                <a:lnTo>
                  <a:pt x="816467" y="120247"/>
                </a:lnTo>
                <a:lnTo>
                  <a:pt x="815712" y="119824"/>
                </a:lnTo>
                <a:lnTo>
                  <a:pt x="814977" y="119367"/>
                </a:lnTo>
                <a:lnTo>
                  <a:pt x="814262" y="118877"/>
                </a:lnTo>
                <a:lnTo>
                  <a:pt x="813567" y="118352"/>
                </a:lnTo>
                <a:lnTo>
                  <a:pt x="812893" y="117794"/>
                </a:lnTo>
                <a:lnTo>
                  <a:pt x="812239" y="117202"/>
                </a:lnTo>
                <a:lnTo>
                  <a:pt x="811606" y="116576"/>
                </a:lnTo>
                <a:lnTo>
                  <a:pt x="810993" y="115916"/>
                </a:lnTo>
                <a:lnTo>
                  <a:pt x="810400" y="115223"/>
                </a:lnTo>
                <a:lnTo>
                  <a:pt x="809828" y="114496"/>
                </a:lnTo>
                <a:lnTo>
                  <a:pt x="809276" y="113734"/>
                </a:lnTo>
                <a:lnTo>
                  <a:pt x="808744" y="112939"/>
                </a:lnTo>
                <a:lnTo>
                  <a:pt x="808234" y="112112"/>
                </a:lnTo>
                <a:lnTo>
                  <a:pt x="807745" y="111254"/>
                </a:lnTo>
                <a:lnTo>
                  <a:pt x="807278" y="110366"/>
                </a:lnTo>
                <a:lnTo>
                  <a:pt x="806832" y="109447"/>
                </a:lnTo>
                <a:lnTo>
                  <a:pt x="806409" y="108497"/>
                </a:lnTo>
                <a:lnTo>
                  <a:pt x="806007" y="107517"/>
                </a:lnTo>
                <a:lnTo>
                  <a:pt x="805627" y="106506"/>
                </a:lnTo>
                <a:lnTo>
                  <a:pt x="805268" y="105464"/>
                </a:lnTo>
                <a:lnTo>
                  <a:pt x="804931" y="104392"/>
                </a:lnTo>
                <a:lnTo>
                  <a:pt x="804616" y="103289"/>
                </a:lnTo>
                <a:lnTo>
                  <a:pt x="804323" y="102155"/>
                </a:lnTo>
                <a:lnTo>
                  <a:pt x="804051" y="100991"/>
                </a:lnTo>
                <a:lnTo>
                  <a:pt x="803802" y="99797"/>
                </a:lnTo>
                <a:lnTo>
                  <a:pt x="803573" y="98571"/>
                </a:lnTo>
                <a:lnTo>
                  <a:pt x="803367" y="97315"/>
                </a:lnTo>
                <a:lnTo>
                  <a:pt x="803182" y="96029"/>
                </a:lnTo>
                <a:lnTo>
                  <a:pt x="803019" y="94712"/>
                </a:lnTo>
                <a:lnTo>
                  <a:pt x="802878" y="93364"/>
                </a:lnTo>
                <a:lnTo>
                  <a:pt x="802759" y="91985"/>
                </a:lnTo>
                <a:lnTo>
                  <a:pt x="802661" y="90576"/>
                </a:lnTo>
                <a:lnTo>
                  <a:pt x="802585" y="89137"/>
                </a:lnTo>
                <a:lnTo>
                  <a:pt x="802531" y="87666"/>
                </a:lnTo>
                <a:lnTo>
                  <a:pt x="802498" y="86165"/>
                </a:lnTo>
                <a:lnTo>
                  <a:pt x="802487" y="84634"/>
                </a:lnTo>
                <a:lnTo>
                  <a:pt x="802499" y="83152"/>
                </a:lnTo>
                <a:lnTo>
                  <a:pt x="802533" y="81700"/>
                </a:lnTo>
                <a:lnTo>
                  <a:pt x="802591" y="80275"/>
                </a:lnTo>
                <a:lnTo>
                  <a:pt x="802672" y="78879"/>
                </a:lnTo>
                <a:lnTo>
                  <a:pt x="802776" y="77512"/>
                </a:lnTo>
                <a:lnTo>
                  <a:pt x="802903" y="76173"/>
                </a:lnTo>
                <a:lnTo>
                  <a:pt x="803053" y="74863"/>
                </a:lnTo>
                <a:lnTo>
                  <a:pt x="803226" y="73581"/>
                </a:lnTo>
                <a:lnTo>
                  <a:pt x="803422" y="72327"/>
                </a:lnTo>
                <a:lnTo>
                  <a:pt x="803642" y="71102"/>
                </a:lnTo>
                <a:lnTo>
                  <a:pt x="803884" y="69906"/>
                </a:lnTo>
                <a:lnTo>
                  <a:pt x="804150" y="68738"/>
                </a:lnTo>
                <a:lnTo>
                  <a:pt x="804439" y="67598"/>
                </a:lnTo>
                <a:lnTo>
                  <a:pt x="804750" y="66487"/>
                </a:lnTo>
                <a:lnTo>
                  <a:pt x="805085" y="65405"/>
                </a:lnTo>
                <a:lnTo>
                  <a:pt x="805443" y="64351"/>
                </a:lnTo>
                <a:lnTo>
                  <a:pt x="805824" y="63325"/>
                </a:lnTo>
                <a:lnTo>
                  <a:pt x="806229" y="62328"/>
                </a:lnTo>
                <a:lnTo>
                  <a:pt x="806656" y="61360"/>
                </a:lnTo>
                <a:lnTo>
                  <a:pt x="807106" y="60420"/>
                </a:lnTo>
                <a:lnTo>
                  <a:pt x="807580" y="59508"/>
                </a:lnTo>
                <a:lnTo>
                  <a:pt x="808076" y="58625"/>
                </a:lnTo>
                <a:lnTo>
                  <a:pt x="808596" y="57770"/>
                </a:lnTo>
                <a:lnTo>
                  <a:pt x="809139" y="56944"/>
                </a:lnTo>
                <a:lnTo>
                  <a:pt x="809704" y="56149"/>
                </a:lnTo>
                <a:lnTo>
                  <a:pt x="810292" y="55388"/>
                </a:lnTo>
                <a:lnTo>
                  <a:pt x="810902" y="54660"/>
                </a:lnTo>
                <a:lnTo>
                  <a:pt x="811535" y="53967"/>
                </a:lnTo>
                <a:lnTo>
                  <a:pt x="812190" y="53307"/>
                </a:lnTo>
                <a:lnTo>
                  <a:pt x="812868" y="52681"/>
                </a:lnTo>
                <a:lnTo>
                  <a:pt x="813568" y="52089"/>
                </a:lnTo>
                <a:lnTo>
                  <a:pt x="814290" y="51531"/>
                </a:lnTo>
                <a:lnTo>
                  <a:pt x="815035" y="51007"/>
                </a:lnTo>
                <a:lnTo>
                  <a:pt x="815802" y="50516"/>
                </a:lnTo>
                <a:lnTo>
                  <a:pt x="816592" y="50059"/>
                </a:lnTo>
                <a:lnTo>
                  <a:pt x="817404" y="49637"/>
                </a:lnTo>
                <a:lnTo>
                  <a:pt x="818238" y="49247"/>
                </a:lnTo>
                <a:lnTo>
                  <a:pt x="819095" y="48892"/>
                </a:lnTo>
                <a:lnTo>
                  <a:pt x="819974" y="48571"/>
                </a:lnTo>
                <a:lnTo>
                  <a:pt x="820876" y="48283"/>
                </a:lnTo>
                <a:lnTo>
                  <a:pt x="821800" y="48030"/>
                </a:lnTo>
                <a:lnTo>
                  <a:pt x="822746" y="47810"/>
                </a:lnTo>
                <a:lnTo>
                  <a:pt x="823715" y="47624"/>
                </a:lnTo>
                <a:lnTo>
                  <a:pt x="824707" y="47471"/>
                </a:lnTo>
                <a:lnTo>
                  <a:pt x="825720" y="47353"/>
                </a:lnTo>
                <a:lnTo>
                  <a:pt x="826756" y="47268"/>
                </a:lnTo>
                <a:lnTo>
                  <a:pt x="827815" y="47218"/>
                </a:lnTo>
                <a:lnTo>
                  <a:pt x="828896" y="47201"/>
                </a:lnTo>
                <a:lnTo>
                  <a:pt x="829719" y="47210"/>
                </a:lnTo>
                <a:lnTo>
                  <a:pt x="830531" y="47239"/>
                </a:lnTo>
                <a:lnTo>
                  <a:pt x="831331" y="47287"/>
                </a:lnTo>
                <a:lnTo>
                  <a:pt x="832119" y="47353"/>
                </a:lnTo>
                <a:lnTo>
                  <a:pt x="832895" y="47439"/>
                </a:lnTo>
                <a:lnTo>
                  <a:pt x="833660" y="47544"/>
                </a:lnTo>
                <a:lnTo>
                  <a:pt x="834412" y="47668"/>
                </a:lnTo>
                <a:lnTo>
                  <a:pt x="835153" y="47810"/>
                </a:lnTo>
                <a:lnTo>
                  <a:pt x="835882" y="47972"/>
                </a:lnTo>
                <a:lnTo>
                  <a:pt x="836599" y="48153"/>
                </a:lnTo>
                <a:lnTo>
                  <a:pt x="837305" y="48354"/>
                </a:lnTo>
                <a:lnTo>
                  <a:pt x="837999" y="48573"/>
                </a:lnTo>
                <a:lnTo>
                  <a:pt x="838680" y="48811"/>
                </a:lnTo>
                <a:lnTo>
                  <a:pt x="839350" y="49068"/>
                </a:lnTo>
                <a:lnTo>
                  <a:pt x="840009" y="49344"/>
                </a:lnTo>
                <a:lnTo>
                  <a:pt x="840655" y="49640"/>
                </a:lnTo>
                <a:lnTo>
                  <a:pt x="841290" y="49954"/>
                </a:lnTo>
                <a:lnTo>
                  <a:pt x="841912" y="50287"/>
                </a:lnTo>
                <a:lnTo>
                  <a:pt x="842523" y="50640"/>
                </a:lnTo>
                <a:lnTo>
                  <a:pt x="843123" y="51011"/>
                </a:lnTo>
                <a:lnTo>
                  <a:pt x="843710" y="51402"/>
                </a:lnTo>
                <a:lnTo>
                  <a:pt x="844286" y="51812"/>
                </a:lnTo>
                <a:lnTo>
                  <a:pt x="844849" y="52240"/>
                </a:lnTo>
                <a:lnTo>
                  <a:pt x="845401" y="52688"/>
                </a:lnTo>
                <a:lnTo>
                  <a:pt x="845943" y="53151"/>
                </a:lnTo>
                <a:lnTo>
                  <a:pt x="846476" y="53623"/>
                </a:lnTo>
                <a:lnTo>
                  <a:pt x="847000" y="54106"/>
                </a:lnTo>
                <a:lnTo>
                  <a:pt x="847516" y="54599"/>
                </a:lnTo>
                <a:lnTo>
                  <a:pt x="848023" y="55101"/>
                </a:lnTo>
                <a:lnTo>
                  <a:pt x="848521" y="55615"/>
                </a:lnTo>
                <a:lnTo>
                  <a:pt x="849010" y="56138"/>
                </a:lnTo>
                <a:lnTo>
                  <a:pt x="849491" y="56671"/>
                </a:lnTo>
                <a:lnTo>
                  <a:pt x="849963" y="57215"/>
                </a:lnTo>
                <a:lnTo>
                  <a:pt x="850426" y="57768"/>
                </a:lnTo>
                <a:lnTo>
                  <a:pt x="850880" y="58332"/>
                </a:lnTo>
                <a:lnTo>
                  <a:pt x="851326" y="58906"/>
                </a:lnTo>
                <a:lnTo>
                  <a:pt x="851763" y="59490"/>
                </a:lnTo>
                <a:lnTo>
                  <a:pt x="852191" y="60085"/>
                </a:lnTo>
                <a:lnTo>
                  <a:pt x="852611" y="60689"/>
                </a:lnTo>
                <a:lnTo>
                  <a:pt x="853022" y="61304"/>
                </a:lnTo>
                <a:lnTo>
                  <a:pt x="853424" y="61928"/>
                </a:lnTo>
                <a:lnTo>
                  <a:pt x="853817" y="62563"/>
                </a:lnTo>
                <a:lnTo>
                  <a:pt x="854202" y="63208"/>
                </a:lnTo>
                <a:lnTo>
                  <a:pt x="854578" y="63863"/>
                </a:lnTo>
                <a:lnTo>
                  <a:pt x="854945" y="64529"/>
                </a:lnTo>
                <a:lnTo>
                  <a:pt x="855304" y="65204"/>
                </a:lnTo>
                <a:lnTo>
                  <a:pt x="855653" y="65890"/>
                </a:lnTo>
                <a:lnTo>
                  <a:pt x="855994" y="66585"/>
                </a:lnTo>
                <a:lnTo>
                  <a:pt x="855994" y="105044"/>
                </a:lnTo>
                <a:lnTo>
                  <a:pt x="855628" y="105647"/>
                </a:lnTo>
                <a:lnTo>
                  <a:pt x="855253" y="106243"/>
                </a:lnTo>
                <a:lnTo>
                  <a:pt x="854869" y="106831"/>
                </a:lnTo>
                <a:lnTo>
                  <a:pt x="854475" y="107412"/>
                </a:lnTo>
                <a:lnTo>
                  <a:pt x="854072" y="107986"/>
                </a:lnTo>
                <a:lnTo>
                  <a:pt x="853660" y="108552"/>
                </a:lnTo>
                <a:lnTo>
                  <a:pt x="853239" y="109112"/>
                </a:lnTo>
                <a:lnTo>
                  <a:pt x="852808" y="109664"/>
                </a:lnTo>
                <a:lnTo>
                  <a:pt x="852368" y="110208"/>
                </a:lnTo>
                <a:lnTo>
                  <a:pt x="851919" y="110746"/>
                </a:lnTo>
                <a:lnTo>
                  <a:pt x="851461" y="111276"/>
                </a:lnTo>
                <a:lnTo>
                  <a:pt x="850993" y="111798"/>
                </a:lnTo>
                <a:lnTo>
                  <a:pt x="850517" y="112314"/>
                </a:lnTo>
                <a:lnTo>
                  <a:pt x="850031" y="112822"/>
                </a:lnTo>
                <a:lnTo>
                  <a:pt x="849535" y="113323"/>
                </a:lnTo>
                <a:lnTo>
                  <a:pt x="849031" y="113817"/>
                </a:lnTo>
                <a:lnTo>
                  <a:pt x="848517" y="114303"/>
                </a:lnTo>
                <a:lnTo>
                  <a:pt x="847994" y="114782"/>
                </a:lnTo>
                <a:lnTo>
                  <a:pt x="847462" y="115254"/>
                </a:lnTo>
                <a:lnTo>
                  <a:pt x="846921" y="115718"/>
                </a:lnTo>
                <a:lnTo>
                  <a:pt x="846370" y="116175"/>
                </a:lnTo>
                <a:lnTo>
                  <a:pt x="845810" y="116625"/>
                </a:lnTo>
                <a:lnTo>
                  <a:pt x="845241" y="117068"/>
                </a:lnTo>
                <a:lnTo>
                  <a:pt x="844662" y="117503"/>
                </a:lnTo>
                <a:lnTo>
                  <a:pt x="844073" y="117926"/>
                </a:lnTo>
                <a:lnTo>
                  <a:pt x="843472" y="118330"/>
                </a:lnTo>
                <a:lnTo>
                  <a:pt x="842858" y="118717"/>
                </a:lnTo>
                <a:lnTo>
                  <a:pt x="842232" y="119086"/>
                </a:lnTo>
                <a:lnTo>
                  <a:pt x="841593" y="119436"/>
                </a:lnTo>
                <a:lnTo>
                  <a:pt x="840942" y="119769"/>
                </a:lnTo>
                <a:lnTo>
                  <a:pt x="840279" y="120084"/>
                </a:lnTo>
                <a:lnTo>
                  <a:pt x="839604" y="120381"/>
                </a:lnTo>
                <a:lnTo>
                  <a:pt x="838916" y="120659"/>
                </a:lnTo>
                <a:lnTo>
                  <a:pt x="838216" y="120920"/>
                </a:lnTo>
                <a:lnTo>
                  <a:pt x="837504" y="121163"/>
                </a:lnTo>
                <a:lnTo>
                  <a:pt x="836779" y="121388"/>
                </a:lnTo>
                <a:lnTo>
                  <a:pt x="836042" y="121595"/>
                </a:lnTo>
                <a:lnTo>
                  <a:pt x="835293" y="121783"/>
                </a:lnTo>
                <a:lnTo>
                  <a:pt x="834531" y="121954"/>
                </a:lnTo>
                <a:lnTo>
                  <a:pt x="833757" y="122107"/>
                </a:lnTo>
                <a:lnTo>
                  <a:pt x="832971" y="122242"/>
                </a:lnTo>
                <a:lnTo>
                  <a:pt x="832172" y="122359"/>
                </a:lnTo>
                <a:lnTo>
                  <a:pt x="831361" y="122458"/>
                </a:lnTo>
                <a:lnTo>
                  <a:pt x="830538" y="122539"/>
                </a:lnTo>
                <a:lnTo>
                  <a:pt x="829703" y="122602"/>
                </a:lnTo>
                <a:lnTo>
                  <a:pt x="828855" y="122647"/>
                </a:lnTo>
                <a:lnTo>
                  <a:pt x="827995" y="122674"/>
                </a:lnTo>
                <a:lnTo>
                  <a:pt x="827122" y="122683"/>
                </a:lnTo>
                <a:lnTo>
                  <a:pt x="826122" y="122666"/>
                </a:lnTo>
                <a:lnTo>
                  <a:pt x="825143" y="122615"/>
                </a:lnTo>
                <a:lnTo>
                  <a:pt x="824184" y="122530"/>
                </a:lnTo>
                <a:lnTo>
                  <a:pt x="823245" y="122412"/>
                </a:lnTo>
                <a:close/>
                <a:moveTo>
                  <a:pt x="54296" y="134409"/>
                </a:moveTo>
                <a:lnTo>
                  <a:pt x="66416" y="134409"/>
                </a:lnTo>
                <a:lnTo>
                  <a:pt x="71934" y="94500"/>
                </a:lnTo>
                <a:lnTo>
                  <a:pt x="92529" y="94500"/>
                </a:lnTo>
                <a:lnTo>
                  <a:pt x="92529" y="83365"/>
                </a:lnTo>
                <a:lnTo>
                  <a:pt x="73511" y="83365"/>
                </a:lnTo>
                <a:lnTo>
                  <a:pt x="77157" y="56365"/>
                </a:lnTo>
                <a:lnTo>
                  <a:pt x="97850" y="56365"/>
                </a:lnTo>
                <a:lnTo>
                  <a:pt x="97850" y="45427"/>
                </a:lnTo>
                <a:lnTo>
                  <a:pt x="78635" y="45427"/>
                </a:lnTo>
                <a:lnTo>
                  <a:pt x="84252" y="5814"/>
                </a:lnTo>
                <a:lnTo>
                  <a:pt x="72033" y="5814"/>
                </a:lnTo>
                <a:lnTo>
                  <a:pt x="66515" y="45427"/>
                </a:lnTo>
                <a:lnTo>
                  <a:pt x="38825" y="45427"/>
                </a:lnTo>
                <a:lnTo>
                  <a:pt x="44442" y="5814"/>
                </a:lnTo>
                <a:lnTo>
                  <a:pt x="32321" y="5814"/>
                </a:lnTo>
                <a:lnTo>
                  <a:pt x="26606" y="45427"/>
                </a:lnTo>
                <a:lnTo>
                  <a:pt x="5124" y="45427"/>
                </a:lnTo>
                <a:lnTo>
                  <a:pt x="5124" y="56365"/>
                </a:lnTo>
                <a:lnTo>
                  <a:pt x="25226" y="56365"/>
                </a:lnTo>
                <a:lnTo>
                  <a:pt x="21285" y="83365"/>
                </a:lnTo>
                <a:lnTo>
                  <a:pt x="0" y="83365"/>
                </a:lnTo>
                <a:lnTo>
                  <a:pt x="0" y="94500"/>
                </a:lnTo>
                <a:lnTo>
                  <a:pt x="19905" y="94500"/>
                </a:lnTo>
                <a:lnTo>
                  <a:pt x="14190" y="134409"/>
                </a:lnTo>
                <a:lnTo>
                  <a:pt x="26409" y="134409"/>
                </a:lnTo>
                <a:lnTo>
                  <a:pt x="32026" y="94500"/>
                </a:lnTo>
                <a:lnTo>
                  <a:pt x="59715" y="94500"/>
                </a:lnTo>
                <a:lnTo>
                  <a:pt x="54296" y="134409"/>
                </a:lnTo>
                <a:close/>
                <a:moveTo>
                  <a:pt x="33504" y="83365"/>
                </a:moveTo>
                <a:lnTo>
                  <a:pt x="37347" y="56365"/>
                </a:lnTo>
                <a:lnTo>
                  <a:pt x="65037" y="56365"/>
                </a:lnTo>
                <a:lnTo>
                  <a:pt x="61391" y="83365"/>
                </a:lnTo>
                <a:lnTo>
                  <a:pt x="33504" y="83365"/>
                </a:lnTo>
                <a:close/>
                <a:moveTo>
                  <a:pt x="507716" y="121097"/>
                </a:moveTo>
                <a:lnTo>
                  <a:pt x="507019" y="121071"/>
                </a:lnTo>
                <a:lnTo>
                  <a:pt x="506344" y="121028"/>
                </a:lnTo>
                <a:lnTo>
                  <a:pt x="505692" y="120968"/>
                </a:lnTo>
                <a:lnTo>
                  <a:pt x="505062" y="120890"/>
                </a:lnTo>
                <a:lnTo>
                  <a:pt x="504454" y="120795"/>
                </a:lnTo>
                <a:lnTo>
                  <a:pt x="503869" y="120682"/>
                </a:lnTo>
                <a:lnTo>
                  <a:pt x="503306" y="120552"/>
                </a:lnTo>
                <a:lnTo>
                  <a:pt x="502766" y="120405"/>
                </a:lnTo>
                <a:lnTo>
                  <a:pt x="502248" y="120241"/>
                </a:lnTo>
                <a:lnTo>
                  <a:pt x="501752" y="120059"/>
                </a:lnTo>
                <a:lnTo>
                  <a:pt x="501279" y="119860"/>
                </a:lnTo>
                <a:lnTo>
                  <a:pt x="500828" y="119644"/>
                </a:lnTo>
                <a:lnTo>
                  <a:pt x="500400" y="119411"/>
                </a:lnTo>
                <a:lnTo>
                  <a:pt x="499994" y="119160"/>
                </a:lnTo>
                <a:lnTo>
                  <a:pt x="499611" y="118892"/>
                </a:lnTo>
                <a:lnTo>
                  <a:pt x="499250" y="118606"/>
                </a:lnTo>
                <a:lnTo>
                  <a:pt x="498911" y="118303"/>
                </a:lnTo>
                <a:lnTo>
                  <a:pt x="498595" y="117983"/>
                </a:lnTo>
                <a:lnTo>
                  <a:pt x="498301" y="117646"/>
                </a:lnTo>
                <a:lnTo>
                  <a:pt x="498030" y="117291"/>
                </a:lnTo>
                <a:lnTo>
                  <a:pt x="497781" y="116919"/>
                </a:lnTo>
                <a:lnTo>
                  <a:pt x="497554" y="116530"/>
                </a:lnTo>
                <a:lnTo>
                  <a:pt x="497350" y="116123"/>
                </a:lnTo>
                <a:lnTo>
                  <a:pt x="497161" y="115701"/>
                </a:lnTo>
                <a:lnTo>
                  <a:pt x="496980" y="115263"/>
                </a:lnTo>
                <a:lnTo>
                  <a:pt x="496807" y="114810"/>
                </a:lnTo>
                <a:lnTo>
                  <a:pt x="496642" y="114341"/>
                </a:lnTo>
                <a:lnTo>
                  <a:pt x="496486" y="113858"/>
                </a:lnTo>
                <a:lnTo>
                  <a:pt x="496337" y="113359"/>
                </a:lnTo>
                <a:lnTo>
                  <a:pt x="496196" y="112846"/>
                </a:lnTo>
                <a:lnTo>
                  <a:pt x="496063" y="112317"/>
                </a:lnTo>
                <a:lnTo>
                  <a:pt x="495939" y="111773"/>
                </a:lnTo>
                <a:lnTo>
                  <a:pt x="495822" y="111213"/>
                </a:lnTo>
                <a:lnTo>
                  <a:pt x="495714" y="110639"/>
                </a:lnTo>
                <a:lnTo>
                  <a:pt x="495613" y="110049"/>
                </a:lnTo>
                <a:lnTo>
                  <a:pt x="495521" y="109445"/>
                </a:lnTo>
                <a:lnTo>
                  <a:pt x="495436" y="108825"/>
                </a:lnTo>
                <a:lnTo>
                  <a:pt x="495360" y="108190"/>
                </a:lnTo>
                <a:lnTo>
                  <a:pt x="495291" y="107540"/>
                </a:lnTo>
                <a:lnTo>
                  <a:pt x="495231" y="106874"/>
                </a:lnTo>
                <a:lnTo>
                  <a:pt x="495179" y="106194"/>
                </a:lnTo>
                <a:lnTo>
                  <a:pt x="495135" y="105498"/>
                </a:lnTo>
                <a:lnTo>
                  <a:pt x="495099" y="104787"/>
                </a:lnTo>
                <a:lnTo>
                  <a:pt x="495070" y="104061"/>
                </a:lnTo>
                <a:lnTo>
                  <a:pt x="495050" y="103320"/>
                </a:lnTo>
                <a:lnTo>
                  <a:pt x="495038" y="102564"/>
                </a:lnTo>
                <a:lnTo>
                  <a:pt x="495034" y="101792"/>
                </a:lnTo>
                <a:lnTo>
                  <a:pt x="495034" y="48777"/>
                </a:lnTo>
                <a:lnTo>
                  <a:pt x="518684" y="48777"/>
                </a:lnTo>
                <a:lnTo>
                  <a:pt x="518684" y="35474"/>
                </a:lnTo>
                <a:lnTo>
                  <a:pt x="495034" y="35474"/>
                </a:lnTo>
                <a:lnTo>
                  <a:pt x="495034" y="13500"/>
                </a:lnTo>
                <a:lnTo>
                  <a:pt x="478677" y="13500"/>
                </a:lnTo>
                <a:lnTo>
                  <a:pt x="478677" y="35474"/>
                </a:lnTo>
                <a:lnTo>
                  <a:pt x="462614" y="35474"/>
                </a:lnTo>
                <a:lnTo>
                  <a:pt x="462614" y="48777"/>
                </a:lnTo>
                <a:lnTo>
                  <a:pt x="478677" y="48777"/>
                </a:lnTo>
                <a:lnTo>
                  <a:pt x="478677" y="102260"/>
                </a:lnTo>
                <a:lnTo>
                  <a:pt x="478681" y="103097"/>
                </a:lnTo>
                <a:lnTo>
                  <a:pt x="478693" y="103924"/>
                </a:lnTo>
                <a:lnTo>
                  <a:pt x="478713" y="104741"/>
                </a:lnTo>
                <a:lnTo>
                  <a:pt x="478741" y="105547"/>
                </a:lnTo>
                <a:lnTo>
                  <a:pt x="478777" y="106344"/>
                </a:lnTo>
                <a:lnTo>
                  <a:pt x="478821" y="107130"/>
                </a:lnTo>
                <a:lnTo>
                  <a:pt x="478873" y="107906"/>
                </a:lnTo>
                <a:lnTo>
                  <a:pt x="478934" y="108673"/>
                </a:lnTo>
                <a:lnTo>
                  <a:pt x="479002" y="109429"/>
                </a:lnTo>
                <a:lnTo>
                  <a:pt x="479079" y="110175"/>
                </a:lnTo>
                <a:lnTo>
                  <a:pt x="479163" y="110911"/>
                </a:lnTo>
                <a:lnTo>
                  <a:pt x="479255" y="111637"/>
                </a:lnTo>
                <a:lnTo>
                  <a:pt x="479356" y="112353"/>
                </a:lnTo>
                <a:lnTo>
                  <a:pt x="479464" y="113058"/>
                </a:lnTo>
                <a:lnTo>
                  <a:pt x="479581" y="113754"/>
                </a:lnTo>
                <a:lnTo>
                  <a:pt x="479706" y="114439"/>
                </a:lnTo>
                <a:lnTo>
                  <a:pt x="479838" y="115115"/>
                </a:lnTo>
                <a:lnTo>
                  <a:pt x="479979" y="115780"/>
                </a:lnTo>
                <a:lnTo>
                  <a:pt x="480128" y="116435"/>
                </a:lnTo>
                <a:lnTo>
                  <a:pt x="480285" y="117080"/>
                </a:lnTo>
                <a:lnTo>
                  <a:pt x="480449" y="117716"/>
                </a:lnTo>
                <a:lnTo>
                  <a:pt x="480622" y="118340"/>
                </a:lnTo>
                <a:lnTo>
                  <a:pt x="480803" y="118955"/>
                </a:lnTo>
                <a:lnTo>
                  <a:pt x="480992" y="119560"/>
                </a:lnTo>
                <a:lnTo>
                  <a:pt x="481192" y="120154"/>
                </a:lnTo>
                <a:lnTo>
                  <a:pt x="481405" y="120736"/>
                </a:lnTo>
                <a:lnTo>
                  <a:pt x="481632" y="121306"/>
                </a:lnTo>
                <a:lnTo>
                  <a:pt x="481872" y="121864"/>
                </a:lnTo>
                <a:lnTo>
                  <a:pt x="482126" y="122411"/>
                </a:lnTo>
                <a:lnTo>
                  <a:pt x="482393" y="122946"/>
                </a:lnTo>
                <a:lnTo>
                  <a:pt x="482674" y="123470"/>
                </a:lnTo>
                <a:lnTo>
                  <a:pt x="482968" y="123982"/>
                </a:lnTo>
                <a:lnTo>
                  <a:pt x="483276" y="124482"/>
                </a:lnTo>
                <a:lnTo>
                  <a:pt x="483598" y="124970"/>
                </a:lnTo>
                <a:lnTo>
                  <a:pt x="483933" y="125447"/>
                </a:lnTo>
                <a:lnTo>
                  <a:pt x="484281" y="125912"/>
                </a:lnTo>
                <a:lnTo>
                  <a:pt x="484643" y="126365"/>
                </a:lnTo>
                <a:lnTo>
                  <a:pt x="485018" y="126807"/>
                </a:lnTo>
                <a:lnTo>
                  <a:pt x="485407" y="127237"/>
                </a:lnTo>
                <a:lnTo>
                  <a:pt x="485810" y="127655"/>
                </a:lnTo>
                <a:lnTo>
                  <a:pt x="486226" y="128062"/>
                </a:lnTo>
                <a:lnTo>
                  <a:pt x="486655" y="128457"/>
                </a:lnTo>
                <a:lnTo>
                  <a:pt x="487098" y="128840"/>
                </a:lnTo>
                <a:lnTo>
                  <a:pt x="487555" y="129212"/>
                </a:lnTo>
                <a:lnTo>
                  <a:pt x="488025" y="129572"/>
                </a:lnTo>
                <a:lnTo>
                  <a:pt x="488508" y="129920"/>
                </a:lnTo>
                <a:lnTo>
                  <a:pt x="489005" y="130256"/>
                </a:lnTo>
                <a:lnTo>
                  <a:pt x="489516" y="130581"/>
                </a:lnTo>
                <a:lnTo>
                  <a:pt x="490043" y="130894"/>
                </a:lnTo>
                <a:lnTo>
                  <a:pt x="490588" y="131193"/>
                </a:lnTo>
                <a:lnTo>
                  <a:pt x="491153" y="131478"/>
                </a:lnTo>
                <a:lnTo>
                  <a:pt x="491736" y="131751"/>
                </a:lnTo>
                <a:lnTo>
                  <a:pt x="492338" y="132010"/>
                </a:lnTo>
                <a:lnTo>
                  <a:pt x="492959" y="132256"/>
                </a:lnTo>
                <a:lnTo>
                  <a:pt x="493598" y="132488"/>
                </a:lnTo>
                <a:lnTo>
                  <a:pt x="494257" y="132708"/>
                </a:lnTo>
                <a:lnTo>
                  <a:pt x="494934" y="132914"/>
                </a:lnTo>
                <a:lnTo>
                  <a:pt x="495630" y="133106"/>
                </a:lnTo>
                <a:lnTo>
                  <a:pt x="496345" y="133286"/>
                </a:lnTo>
                <a:lnTo>
                  <a:pt x="497079" y="133452"/>
                </a:lnTo>
                <a:lnTo>
                  <a:pt x="497831" y="133605"/>
                </a:lnTo>
                <a:lnTo>
                  <a:pt x="498603" y="133744"/>
                </a:lnTo>
                <a:lnTo>
                  <a:pt x="499393" y="133871"/>
                </a:lnTo>
                <a:lnTo>
                  <a:pt x="500202" y="133984"/>
                </a:lnTo>
                <a:lnTo>
                  <a:pt x="501030" y="134083"/>
                </a:lnTo>
                <a:lnTo>
                  <a:pt x="501877" y="134170"/>
                </a:lnTo>
                <a:lnTo>
                  <a:pt x="502742" y="134243"/>
                </a:lnTo>
                <a:lnTo>
                  <a:pt x="503626" y="134303"/>
                </a:lnTo>
                <a:lnTo>
                  <a:pt x="504529" y="134349"/>
                </a:lnTo>
                <a:lnTo>
                  <a:pt x="505451" y="134382"/>
                </a:lnTo>
                <a:lnTo>
                  <a:pt x="506392" y="134402"/>
                </a:lnTo>
                <a:lnTo>
                  <a:pt x="507352" y="134409"/>
                </a:lnTo>
                <a:lnTo>
                  <a:pt x="518881" y="134409"/>
                </a:lnTo>
                <a:lnTo>
                  <a:pt x="518881" y="121106"/>
                </a:lnTo>
                <a:lnTo>
                  <a:pt x="508436" y="121106"/>
                </a:lnTo>
                <a:lnTo>
                  <a:pt x="507716" y="121097"/>
                </a:lnTo>
                <a:close/>
                <a:moveTo>
                  <a:pt x="304662" y="136068"/>
                </a:moveTo>
                <a:lnTo>
                  <a:pt x="305621" y="136004"/>
                </a:lnTo>
                <a:lnTo>
                  <a:pt x="306569" y="135925"/>
                </a:lnTo>
                <a:lnTo>
                  <a:pt x="307505" y="135833"/>
                </a:lnTo>
                <a:lnTo>
                  <a:pt x="308431" y="135725"/>
                </a:lnTo>
                <a:lnTo>
                  <a:pt x="309345" y="135604"/>
                </a:lnTo>
                <a:lnTo>
                  <a:pt x="310248" y="135468"/>
                </a:lnTo>
                <a:lnTo>
                  <a:pt x="311139" y="135318"/>
                </a:lnTo>
                <a:lnTo>
                  <a:pt x="312019" y="135154"/>
                </a:lnTo>
                <a:lnTo>
                  <a:pt x="312888" y="134976"/>
                </a:lnTo>
                <a:lnTo>
                  <a:pt x="313746" y="134783"/>
                </a:lnTo>
                <a:lnTo>
                  <a:pt x="314592" y="134576"/>
                </a:lnTo>
                <a:lnTo>
                  <a:pt x="315427" y="134354"/>
                </a:lnTo>
                <a:lnTo>
                  <a:pt x="316251" y="134118"/>
                </a:lnTo>
                <a:lnTo>
                  <a:pt x="317063" y="133868"/>
                </a:lnTo>
                <a:lnTo>
                  <a:pt x="317864" y="133604"/>
                </a:lnTo>
                <a:lnTo>
                  <a:pt x="318654" y="133326"/>
                </a:lnTo>
                <a:lnTo>
                  <a:pt x="319433" y="133033"/>
                </a:lnTo>
                <a:lnTo>
                  <a:pt x="320200" y="132726"/>
                </a:lnTo>
                <a:lnTo>
                  <a:pt x="320956" y="132404"/>
                </a:lnTo>
                <a:lnTo>
                  <a:pt x="321701" y="132069"/>
                </a:lnTo>
                <a:lnTo>
                  <a:pt x="322433" y="131719"/>
                </a:lnTo>
                <a:lnTo>
                  <a:pt x="323152" y="131358"/>
                </a:lnTo>
                <a:lnTo>
                  <a:pt x="323856" y="130985"/>
                </a:lnTo>
                <a:lnTo>
                  <a:pt x="324548" y="130600"/>
                </a:lnTo>
                <a:lnTo>
                  <a:pt x="325225" y="130203"/>
                </a:lnTo>
                <a:lnTo>
                  <a:pt x="325889" y="129794"/>
                </a:lnTo>
                <a:lnTo>
                  <a:pt x="326539" y="129373"/>
                </a:lnTo>
                <a:lnTo>
                  <a:pt x="327175" y="128940"/>
                </a:lnTo>
                <a:lnTo>
                  <a:pt x="327798" y="128495"/>
                </a:lnTo>
                <a:lnTo>
                  <a:pt x="328407" y="128038"/>
                </a:lnTo>
                <a:lnTo>
                  <a:pt x="329002" y="127569"/>
                </a:lnTo>
                <a:lnTo>
                  <a:pt x="329584" y="127088"/>
                </a:lnTo>
                <a:lnTo>
                  <a:pt x="330152" y="126595"/>
                </a:lnTo>
                <a:lnTo>
                  <a:pt x="330706" y="126090"/>
                </a:lnTo>
                <a:lnTo>
                  <a:pt x="331247" y="125572"/>
                </a:lnTo>
                <a:lnTo>
                  <a:pt x="331774" y="125043"/>
                </a:lnTo>
                <a:lnTo>
                  <a:pt x="332287" y="124502"/>
                </a:lnTo>
                <a:lnTo>
                  <a:pt x="332787" y="123949"/>
                </a:lnTo>
                <a:lnTo>
                  <a:pt x="333273" y="123384"/>
                </a:lnTo>
                <a:lnTo>
                  <a:pt x="333745" y="122807"/>
                </a:lnTo>
                <a:lnTo>
                  <a:pt x="334203" y="122218"/>
                </a:lnTo>
                <a:lnTo>
                  <a:pt x="334648" y="121617"/>
                </a:lnTo>
                <a:lnTo>
                  <a:pt x="335079" y="121004"/>
                </a:lnTo>
                <a:lnTo>
                  <a:pt x="335497" y="120379"/>
                </a:lnTo>
                <a:lnTo>
                  <a:pt x="335899" y="119743"/>
                </a:lnTo>
                <a:lnTo>
                  <a:pt x="336286" y="119097"/>
                </a:lnTo>
                <a:lnTo>
                  <a:pt x="336656" y="118441"/>
                </a:lnTo>
                <a:lnTo>
                  <a:pt x="337010" y="117775"/>
                </a:lnTo>
                <a:lnTo>
                  <a:pt x="337348" y="117098"/>
                </a:lnTo>
                <a:lnTo>
                  <a:pt x="337671" y="116412"/>
                </a:lnTo>
                <a:lnTo>
                  <a:pt x="337977" y="115716"/>
                </a:lnTo>
                <a:lnTo>
                  <a:pt x="338267" y="115009"/>
                </a:lnTo>
                <a:lnTo>
                  <a:pt x="338540" y="114293"/>
                </a:lnTo>
                <a:lnTo>
                  <a:pt x="338798" y="113566"/>
                </a:lnTo>
                <a:lnTo>
                  <a:pt x="339040" y="112830"/>
                </a:lnTo>
                <a:lnTo>
                  <a:pt x="339266" y="112083"/>
                </a:lnTo>
                <a:lnTo>
                  <a:pt x="339475" y="111327"/>
                </a:lnTo>
                <a:lnTo>
                  <a:pt x="339669" y="110560"/>
                </a:lnTo>
                <a:lnTo>
                  <a:pt x="339846" y="109783"/>
                </a:lnTo>
                <a:lnTo>
                  <a:pt x="340007" y="108996"/>
                </a:lnTo>
                <a:lnTo>
                  <a:pt x="340153" y="108200"/>
                </a:lnTo>
                <a:lnTo>
                  <a:pt x="340282" y="107393"/>
                </a:lnTo>
                <a:lnTo>
                  <a:pt x="340395" y="106576"/>
                </a:lnTo>
                <a:lnTo>
                  <a:pt x="340492" y="105749"/>
                </a:lnTo>
                <a:lnTo>
                  <a:pt x="340573" y="104912"/>
                </a:lnTo>
                <a:lnTo>
                  <a:pt x="340638" y="104065"/>
                </a:lnTo>
                <a:lnTo>
                  <a:pt x="340686" y="103207"/>
                </a:lnTo>
                <a:lnTo>
                  <a:pt x="340719" y="102340"/>
                </a:lnTo>
                <a:lnTo>
                  <a:pt x="324460" y="102340"/>
                </a:lnTo>
                <a:lnTo>
                  <a:pt x="324425" y="103186"/>
                </a:lnTo>
                <a:lnTo>
                  <a:pt x="324370" y="104016"/>
                </a:lnTo>
                <a:lnTo>
                  <a:pt x="324294" y="104829"/>
                </a:lnTo>
                <a:lnTo>
                  <a:pt x="324197" y="105625"/>
                </a:lnTo>
                <a:lnTo>
                  <a:pt x="324080" y="106404"/>
                </a:lnTo>
                <a:lnTo>
                  <a:pt x="323943" y="107166"/>
                </a:lnTo>
                <a:lnTo>
                  <a:pt x="323785" y="107912"/>
                </a:lnTo>
                <a:lnTo>
                  <a:pt x="323606" y="108641"/>
                </a:lnTo>
                <a:lnTo>
                  <a:pt x="323407" y="109354"/>
                </a:lnTo>
                <a:lnTo>
                  <a:pt x="323187" y="110049"/>
                </a:lnTo>
                <a:lnTo>
                  <a:pt x="322947" y="110728"/>
                </a:lnTo>
                <a:lnTo>
                  <a:pt x="322686" y="111390"/>
                </a:lnTo>
                <a:lnTo>
                  <a:pt x="322405" y="112036"/>
                </a:lnTo>
                <a:lnTo>
                  <a:pt x="322103" y="112665"/>
                </a:lnTo>
                <a:lnTo>
                  <a:pt x="321781" y="113277"/>
                </a:lnTo>
                <a:lnTo>
                  <a:pt x="321438" y="113872"/>
                </a:lnTo>
                <a:lnTo>
                  <a:pt x="321075" y="114451"/>
                </a:lnTo>
                <a:lnTo>
                  <a:pt x="320691" y="115013"/>
                </a:lnTo>
                <a:lnTo>
                  <a:pt x="320286" y="115558"/>
                </a:lnTo>
                <a:lnTo>
                  <a:pt x="319861" y="116086"/>
                </a:lnTo>
                <a:lnTo>
                  <a:pt x="319416" y="116598"/>
                </a:lnTo>
                <a:lnTo>
                  <a:pt x="318950" y="117093"/>
                </a:lnTo>
                <a:lnTo>
                  <a:pt x="318463" y="117571"/>
                </a:lnTo>
                <a:lnTo>
                  <a:pt x="317956" y="118033"/>
                </a:lnTo>
                <a:lnTo>
                  <a:pt x="317431" y="118476"/>
                </a:lnTo>
                <a:lnTo>
                  <a:pt x="316888" y="118901"/>
                </a:lnTo>
                <a:lnTo>
                  <a:pt x="316329" y="119307"/>
                </a:lnTo>
                <a:lnTo>
                  <a:pt x="315753" y="119694"/>
                </a:lnTo>
                <a:lnTo>
                  <a:pt x="315160" y="120063"/>
                </a:lnTo>
                <a:lnTo>
                  <a:pt x="314551" y="120412"/>
                </a:lnTo>
                <a:lnTo>
                  <a:pt x="313924" y="120742"/>
                </a:lnTo>
                <a:lnTo>
                  <a:pt x="313281" y="121054"/>
                </a:lnTo>
                <a:lnTo>
                  <a:pt x="312621" y="121347"/>
                </a:lnTo>
                <a:lnTo>
                  <a:pt x="311945" y="121620"/>
                </a:lnTo>
                <a:lnTo>
                  <a:pt x="311251" y="121875"/>
                </a:lnTo>
                <a:lnTo>
                  <a:pt x="310541" y="122111"/>
                </a:lnTo>
                <a:lnTo>
                  <a:pt x="309814" y="122328"/>
                </a:lnTo>
                <a:lnTo>
                  <a:pt x="309071" y="122527"/>
                </a:lnTo>
                <a:lnTo>
                  <a:pt x="308310" y="122706"/>
                </a:lnTo>
                <a:lnTo>
                  <a:pt x="307533" y="122867"/>
                </a:lnTo>
                <a:lnTo>
                  <a:pt x="306739" y="123008"/>
                </a:lnTo>
                <a:lnTo>
                  <a:pt x="305928" y="123131"/>
                </a:lnTo>
                <a:lnTo>
                  <a:pt x="305101" y="123235"/>
                </a:lnTo>
                <a:lnTo>
                  <a:pt x="304257" y="123320"/>
                </a:lnTo>
                <a:lnTo>
                  <a:pt x="303396" y="123386"/>
                </a:lnTo>
                <a:lnTo>
                  <a:pt x="302518" y="123433"/>
                </a:lnTo>
                <a:lnTo>
                  <a:pt x="301623" y="123461"/>
                </a:lnTo>
                <a:lnTo>
                  <a:pt x="300712" y="123471"/>
                </a:lnTo>
                <a:lnTo>
                  <a:pt x="299857" y="123462"/>
                </a:lnTo>
                <a:lnTo>
                  <a:pt x="299015" y="123437"/>
                </a:lnTo>
                <a:lnTo>
                  <a:pt x="298188" y="123394"/>
                </a:lnTo>
                <a:lnTo>
                  <a:pt x="297375" y="123334"/>
                </a:lnTo>
                <a:lnTo>
                  <a:pt x="296576" y="123257"/>
                </a:lnTo>
                <a:lnTo>
                  <a:pt x="295791" y="123163"/>
                </a:lnTo>
                <a:lnTo>
                  <a:pt x="295020" y="123051"/>
                </a:lnTo>
                <a:lnTo>
                  <a:pt x="294263" y="122923"/>
                </a:lnTo>
                <a:lnTo>
                  <a:pt x="293520" y="122777"/>
                </a:lnTo>
                <a:lnTo>
                  <a:pt x="292791" y="122614"/>
                </a:lnTo>
                <a:lnTo>
                  <a:pt x="292076" y="122435"/>
                </a:lnTo>
                <a:lnTo>
                  <a:pt x="291375" y="122238"/>
                </a:lnTo>
                <a:lnTo>
                  <a:pt x="290688" y="122023"/>
                </a:lnTo>
                <a:lnTo>
                  <a:pt x="290015" y="121792"/>
                </a:lnTo>
                <a:lnTo>
                  <a:pt x="289357" y="121544"/>
                </a:lnTo>
                <a:lnTo>
                  <a:pt x="288712" y="121278"/>
                </a:lnTo>
                <a:lnTo>
                  <a:pt x="288081" y="120996"/>
                </a:lnTo>
                <a:lnTo>
                  <a:pt x="287464" y="120696"/>
                </a:lnTo>
                <a:lnTo>
                  <a:pt x="286862" y="120379"/>
                </a:lnTo>
                <a:lnTo>
                  <a:pt x="286273" y="120045"/>
                </a:lnTo>
                <a:lnTo>
                  <a:pt x="285698" y="119694"/>
                </a:lnTo>
                <a:lnTo>
                  <a:pt x="285138" y="119326"/>
                </a:lnTo>
                <a:lnTo>
                  <a:pt x="284591" y="118940"/>
                </a:lnTo>
                <a:lnTo>
                  <a:pt x="284059" y="118538"/>
                </a:lnTo>
                <a:lnTo>
                  <a:pt x="283539" y="118121"/>
                </a:lnTo>
                <a:lnTo>
                  <a:pt x="283031" y="117693"/>
                </a:lnTo>
                <a:lnTo>
                  <a:pt x="282535" y="117254"/>
                </a:lnTo>
                <a:lnTo>
                  <a:pt x="282051" y="116803"/>
                </a:lnTo>
                <a:lnTo>
                  <a:pt x="281578" y="116342"/>
                </a:lnTo>
                <a:lnTo>
                  <a:pt x="281118" y="115869"/>
                </a:lnTo>
                <a:lnTo>
                  <a:pt x="280669" y="115385"/>
                </a:lnTo>
                <a:lnTo>
                  <a:pt x="280232" y="114889"/>
                </a:lnTo>
                <a:lnTo>
                  <a:pt x="279807" y="114383"/>
                </a:lnTo>
                <a:lnTo>
                  <a:pt x="279393" y="113865"/>
                </a:lnTo>
                <a:lnTo>
                  <a:pt x="278992" y="113336"/>
                </a:lnTo>
                <a:lnTo>
                  <a:pt x="278602" y="112795"/>
                </a:lnTo>
                <a:lnTo>
                  <a:pt x="278224" y="112244"/>
                </a:lnTo>
                <a:lnTo>
                  <a:pt x="277858" y="111681"/>
                </a:lnTo>
                <a:lnTo>
                  <a:pt x="277503" y="111107"/>
                </a:lnTo>
                <a:lnTo>
                  <a:pt x="277161" y="110522"/>
                </a:lnTo>
                <a:lnTo>
                  <a:pt x="276830" y="109925"/>
                </a:lnTo>
                <a:lnTo>
                  <a:pt x="276511" y="109317"/>
                </a:lnTo>
                <a:lnTo>
                  <a:pt x="276204" y="108698"/>
                </a:lnTo>
                <a:lnTo>
                  <a:pt x="275908" y="108068"/>
                </a:lnTo>
                <a:lnTo>
                  <a:pt x="275625" y="107427"/>
                </a:lnTo>
                <a:lnTo>
                  <a:pt x="275353" y="106774"/>
                </a:lnTo>
                <a:lnTo>
                  <a:pt x="275093" y="106110"/>
                </a:lnTo>
                <a:lnTo>
                  <a:pt x="274845" y="105435"/>
                </a:lnTo>
                <a:lnTo>
                  <a:pt x="274608" y="104751"/>
                </a:lnTo>
                <a:lnTo>
                  <a:pt x="274380" y="104062"/>
                </a:lnTo>
                <a:lnTo>
                  <a:pt x="274162" y="103368"/>
                </a:lnTo>
                <a:lnTo>
                  <a:pt x="273954" y="102668"/>
                </a:lnTo>
                <a:lnTo>
                  <a:pt x="273756" y="101962"/>
                </a:lnTo>
                <a:lnTo>
                  <a:pt x="273567" y="101251"/>
                </a:lnTo>
                <a:lnTo>
                  <a:pt x="273388" y="100534"/>
                </a:lnTo>
                <a:lnTo>
                  <a:pt x="273219" y="99812"/>
                </a:lnTo>
                <a:lnTo>
                  <a:pt x="273060" y="99084"/>
                </a:lnTo>
                <a:lnTo>
                  <a:pt x="272910" y="98351"/>
                </a:lnTo>
                <a:lnTo>
                  <a:pt x="272770" y="97612"/>
                </a:lnTo>
                <a:lnTo>
                  <a:pt x="272640" y="96867"/>
                </a:lnTo>
                <a:lnTo>
                  <a:pt x="272520" y="96117"/>
                </a:lnTo>
                <a:lnTo>
                  <a:pt x="272409" y="95362"/>
                </a:lnTo>
                <a:lnTo>
                  <a:pt x="272308" y="94601"/>
                </a:lnTo>
                <a:lnTo>
                  <a:pt x="272217" y="93835"/>
                </a:lnTo>
                <a:lnTo>
                  <a:pt x="272136" y="93063"/>
                </a:lnTo>
                <a:lnTo>
                  <a:pt x="272064" y="92285"/>
                </a:lnTo>
                <a:lnTo>
                  <a:pt x="272002" y="91502"/>
                </a:lnTo>
                <a:lnTo>
                  <a:pt x="271950" y="90713"/>
                </a:lnTo>
                <a:lnTo>
                  <a:pt x="271908" y="89919"/>
                </a:lnTo>
                <a:lnTo>
                  <a:pt x="271875" y="89120"/>
                </a:lnTo>
                <a:lnTo>
                  <a:pt x="271853" y="88314"/>
                </a:lnTo>
                <a:lnTo>
                  <a:pt x="271840" y="87504"/>
                </a:lnTo>
                <a:lnTo>
                  <a:pt x="340226" y="87504"/>
                </a:lnTo>
                <a:lnTo>
                  <a:pt x="340243" y="87426"/>
                </a:lnTo>
                <a:lnTo>
                  <a:pt x="340259" y="87344"/>
                </a:lnTo>
                <a:lnTo>
                  <a:pt x="340274" y="87258"/>
                </a:lnTo>
                <a:lnTo>
                  <a:pt x="340289" y="87168"/>
                </a:lnTo>
                <a:lnTo>
                  <a:pt x="340304" y="87073"/>
                </a:lnTo>
                <a:lnTo>
                  <a:pt x="340319" y="86975"/>
                </a:lnTo>
                <a:lnTo>
                  <a:pt x="340333" y="86873"/>
                </a:lnTo>
                <a:lnTo>
                  <a:pt x="340347" y="86767"/>
                </a:lnTo>
                <a:lnTo>
                  <a:pt x="340360" y="86656"/>
                </a:lnTo>
                <a:lnTo>
                  <a:pt x="340374" y="86542"/>
                </a:lnTo>
                <a:lnTo>
                  <a:pt x="340386" y="86424"/>
                </a:lnTo>
                <a:lnTo>
                  <a:pt x="340399" y="86301"/>
                </a:lnTo>
                <a:lnTo>
                  <a:pt x="340411" y="86175"/>
                </a:lnTo>
                <a:lnTo>
                  <a:pt x="340423" y="86044"/>
                </a:lnTo>
                <a:lnTo>
                  <a:pt x="340434" y="85910"/>
                </a:lnTo>
                <a:lnTo>
                  <a:pt x="340445" y="85771"/>
                </a:lnTo>
                <a:lnTo>
                  <a:pt x="340456" y="85628"/>
                </a:lnTo>
                <a:lnTo>
                  <a:pt x="340467" y="85482"/>
                </a:lnTo>
                <a:lnTo>
                  <a:pt x="340477" y="85331"/>
                </a:lnTo>
                <a:lnTo>
                  <a:pt x="340486" y="85176"/>
                </a:lnTo>
                <a:lnTo>
                  <a:pt x="340496" y="85017"/>
                </a:lnTo>
                <a:lnTo>
                  <a:pt x="340505" y="84855"/>
                </a:lnTo>
                <a:lnTo>
                  <a:pt x="340514" y="84688"/>
                </a:lnTo>
                <a:lnTo>
                  <a:pt x="340522" y="84517"/>
                </a:lnTo>
                <a:lnTo>
                  <a:pt x="340530" y="84344"/>
                </a:lnTo>
                <a:lnTo>
                  <a:pt x="340538" y="84174"/>
                </a:lnTo>
                <a:lnTo>
                  <a:pt x="340545" y="84006"/>
                </a:lnTo>
                <a:lnTo>
                  <a:pt x="340552" y="83839"/>
                </a:lnTo>
                <a:lnTo>
                  <a:pt x="340559" y="83675"/>
                </a:lnTo>
                <a:lnTo>
                  <a:pt x="340565" y="83512"/>
                </a:lnTo>
                <a:lnTo>
                  <a:pt x="340571" y="83352"/>
                </a:lnTo>
                <a:lnTo>
                  <a:pt x="340577" y="83193"/>
                </a:lnTo>
                <a:lnTo>
                  <a:pt x="340582" y="83036"/>
                </a:lnTo>
                <a:lnTo>
                  <a:pt x="340587" y="82881"/>
                </a:lnTo>
                <a:lnTo>
                  <a:pt x="340592" y="82728"/>
                </a:lnTo>
                <a:lnTo>
                  <a:pt x="340596" y="82577"/>
                </a:lnTo>
                <a:lnTo>
                  <a:pt x="340600" y="82428"/>
                </a:lnTo>
                <a:lnTo>
                  <a:pt x="340604" y="82281"/>
                </a:lnTo>
                <a:lnTo>
                  <a:pt x="340607" y="82136"/>
                </a:lnTo>
                <a:lnTo>
                  <a:pt x="340610" y="81993"/>
                </a:lnTo>
                <a:lnTo>
                  <a:pt x="340612" y="81852"/>
                </a:lnTo>
                <a:lnTo>
                  <a:pt x="340614" y="81712"/>
                </a:lnTo>
                <a:lnTo>
                  <a:pt x="340616" y="81575"/>
                </a:lnTo>
                <a:lnTo>
                  <a:pt x="340618" y="81439"/>
                </a:lnTo>
                <a:lnTo>
                  <a:pt x="340619" y="81306"/>
                </a:lnTo>
                <a:lnTo>
                  <a:pt x="340620" y="81174"/>
                </a:lnTo>
                <a:lnTo>
                  <a:pt x="340620" y="81045"/>
                </a:lnTo>
                <a:lnTo>
                  <a:pt x="340621" y="80917"/>
                </a:lnTo>
                <a:lnTo>
                  <a:pt x="340601" y="79035"/>
                </a:lnTo>
                <a:lnTo>
                  <a:pt x="340543" y="77191"/>
                </a:lnTo>
                <a:lnTo>
                  <a:pt x="340447" y="75383"/>
                </a:lnTo>
                <a:lnTo>
                  <a:pt x="340311" y="73613"/>
                </a:lnTo>
                <a:lnTo>
                  <a:pt x="340137" y="71879"/>
                </a:lnTo>
                <a:lnTo>
                  <a:pt x="339925" y="70182"/>
                </a:lnTo>
                <a:lnTo>
                  <a:pt x="339673" y="68522"/>
                </a:lnTo>
                <a:lnTo>
                  <a:pt x="339383" y="66900"/>
                </a:lnTo>
                <a:lnTo>
                  <a:pt x="339055" y="65314"/>
                </a:lnTo>
                <a:lnTo>
                  <a:pt x="338687" y="63765"/>
                </a:lnTo>
                <a:lnTo>
                  <a:pt x="338281" y="62253"/>
                </a:lnTo>
                <a:lnTo>
                  <a:pt x="337837" y="60778"/>
                </a:lnTo>
                <a:lnTo>
                  <a:pt x="337354" y="59340"/>
                </a:lnTo>
                <a:lnTo>
                  <a:pt x="336832" y="57939"/>
                </a:lnTo>
                <a:lnTo>
                  <a:pt x="336271" y="56574"/>
                </a:lnTo>
                <a:lnTo>
                  <a:pt x="335672" y="55247"/>
                </a:lnTo>
                <a:lnTo>
                  <a:pt x="335034" y="53957"/>
                </a:lnTo>
                <a:lnTo>
                  <a:pt x="334357" y="52704"/>
                </a:lnTo>
                <a:lnTo>
                  <a:pt x="333642" y="51487"/>
                </a:lnTo>
                <a:lnTo>
                  <a:pt x="332888" y="50308"/>
                </a:lnTo>
                <a:lnTo>
                  <a:pt x="332095" y="49165"/>
                </a:lnTo>
                <a:lnTo>
                  <a:pt x="331264" y="48060"/>
                </a:lnTo>
                <a:lnTo>
                  <a:pt x="330394" y="46991"/>
                </a:lnTo>
                <a:lnTo>
                  <a:pt x="329486" y="45960"/>
                </a:lnTo>
                <a:lnTo>
                  <a:pt x="328543" y="44968"/>
                </a:lnTo>
                <a:lnTo>
                  <a:pt x="327571" y="44017"/>
                </a:lnTo>
                <a:lnTo>
                  <a:pt x="326569" y="43110"/>
                </a:lnTo>
                <a:lnTo>
                  <a:pt x="325538" y="42244"/>
                </a:lnTo>
                <a:lnTo>
                  <a:pt x="324478" y="41421"/>
                </a:lnTo>
                <a:lnTo>
                  <a:pt x="323388" y="40640"/>
                </a:lnTo>
                <a:lnTo>
                  <a:pt x="322269" y="39901"/>
                </a:lnTo>
                <a:lnTo>
                  <a:pt x="321121" y="39204"/>
                </a:lnTo>
                <a:lnTo>
                  <a:pt x="319943" y="38549"/>
                </a:lnTo>
                <a:lnTo>
                  <a:pt x="318735" y="37937"/>
                </a:lnTo>
                <a:lnTo>
                  <a:pt x="317498" y="37367"/>
                </a:lnTo>
                <a:lnTo>
                  <a:pt x="316232" y="36839"/>
                </a:lnTo>
                <a:lnTo>
                  <a:pt x="314936" y="36354"/>
                </a:lnTo>
                <a:lnTo>
                  <a:pt x="313611" y="35910"/>
                </a:lnTo>
                <a:lnTo>
                  <a:pt x="312256" y="35509"/>
                </a:lnTo>
                <a:lnTo>
                  <a:pt x="310872" y="35150"/>
                </a:lnTo>
                <a:lnTo>
                  <a:pt x="309459" y="34834"/>
                </a:lnTo>
                <a:lnTo>
                  <a:pt x="308016" y="34559"/>
                </a:lnTo>
                <a:lnTo>
                  <a:pt x="306544" y="34327"/>
                </a:lnTo>
                <a:lnTo>
                  <a:pt x="305042" y="34137"/>
                </a:lnTo>
                <a:lnTo>
                  <a:pt x="303511" y="33989"/>
                </a:lnTo>
                <a:lnTo>
                  <a:pt x="301950" y="33884"/>
                </a:lnTo>
                <a:lnTo>
                  <a:pt x="300360" y="33820"/>
                </a:lnTo>
                <a:lnTo>
                  <a:pt x="298741" y="33799"/>
                </a:lnTo>
                <a:lnTo>
                  <a:pt x="297518" y="33811"/>
                </a:lnTo>
                <a:lnTo>
                  <a:pt x="296313" y="33844"/>
                </a:lnTo>
                <a:lnTo>
                  <a:pt x="295127" y="33901"/>
                </a:lnTo>
                <a:lnTo>
                  <a:pt x="293958" y="33980"/>
                </a:lnTo>
                <a:lnTo>
                  <a:pt x="292807" y="34081"/>
                </a:lnTo>
                <a:lnTo>
                  <a:pt x="291674" y="34205"/>
                </a:lnTo>
                <a:lnTo>
                  <a:pt x="290559" y="34352"/>
                </a:lnTo>
                <a:lnTo>
                  <a:pt x="289462" y="34521"/>
                </a:lnTo>
                <a:lnTo>
                  <a:pt x="288383" y="34713"/>
                </a:lnTo>
                <a:lnTo>
                  <a:pt x="287322" y="34927"/>
                </a:lnTo>
                <a:lnTo>
                  <a:pt x="286279" y="35164"/>
                </a:lnTo>
                <a:lnTo>
                  <a:pt x="285253" y="35423"/>
                </a:lnTo>
                <a:lnTo>
                  <a:pt x="284246" y="35705"/>
                </a:lnTo>
                <a:lnTo>
                  <a:pt x="283257" y="36009"/>
                </a:lnTo>
                <a:lnTo>
                  <a:pt x="282286" y="36336"/>
                </a:lnTo>
                <a:lnTo>
                  <a:pt x="281332" y="36686"/>
                </a:lnTo>
                <a:lnTo>
                  <a:pt x="280397" y="37058"/>
                </a:lnTo>
                <a:lnTo>
                  <a:pt x="279479" y="37452"/>
                </a:lnTo>
                <a:lnTo>
                  <a:pt x="278580" y="37870"/>
                </a:lnTo>
                <a:lnTo>
                  <a:pt x="277699" y="38309"/>
                </a:lnTo>
                <a:lnTo>
                  <a:pt x="276835" y="38772"/>
                </a:lnTo>
                <a:lnTo>
                  <a:pt x="275990" y="39256"/>
                </a:lnTo>
                <a:lnTo>
                  <a:pt x="275162" y="39764"/>
                </a:lnTo>
                <a:lnTo>
                  <a:pt x="274352" y="40294"/>
                </a:lnTo>
                <a:lnTo>
                  <a:pt x="273560" y="40844"/>
                </a:lnTo>
                <a:lnTo>
                  <a:pt x="272785" y="41411"/>
                </a:lnTo>
                <a:lnTo>
                  <a:pt x="272027" y="41996"/>
                </a:lnTo>
                <a:lnTo>
                  <a:pt x="271287" y="42598"/>
                </a:lnTo>
                <a:lnTo>
                  <a:pt x="270563" y="43218"/>
                </a:lnTo>
                <a:lnTo>
                  <a:pt x="269856" y="43855"/>
                </a:lnTo>
                <a:lnTo>
                  <a:pt x="269167" y="44509"/>
                </a:lnTo>
                <a:lnTo>
                  <a:pt x="268495" y="45181"/>
                </a:lnTo>
                <a:lnTo>
                  <a:pt x="267839" y="45871"/>
                </a:lnTo>
                <a:lnTo>
                  <a:pt x="267201" y="46578"/>
                </a:lnTo>
                <a:lnTo>
                  <a:pt x="266580" y="47302"/>
                </a:lnTo>
                <a:lnTo>
                  <a:pt x="265976" y="48044"/>
                </a:lnTo>
                <a:lnTo>
                  <a:pt x="265390" y="48803"/>
                </a:lnTo>
                <a:lnTo>
                  <a:pt x="264820" y="49580"/>
                </a:lnTo>
                <a:lnTo>
                  <a:pt x="264267" y="50374"/>
                </a:lnTo>
                <a:lnTo>
                  <a:pt x="263732" y="51185"/>
                </a:lnTo>
                <a:lnTo>
                  <a:pt x="263214" y="52014"/>
                </a:lnTo>
                <a:lnTo>
                  <a:pt x="262712" y="52860"/>
                </a:lnTo>
                <a:lnTo>
                  <a:pt x="262228" y="53724"/>
                </a:lnTo>
                <a:lnTo>
                  <a:pt x="261761" y="54606"/>
                </a:lnTo>
                <a:lnTo>
                  <a:pt x="261311" y="55504"/>
                </a:lnTo>
                <a:lnTo>
                  <a:pt x="260878" y="56420"/>
                </a:lnTo>
                <a:lnTo>
                  <a:pt x="260463" y="57354"/>
                </a:lnTo>
                <a:lnTo>
                  <a:pt x="260064" y="58305"/>
                </a:lnTo>
                <a:lnTo>
                  <a:pt x="259682" y="59271"/>
                </a:lnTo>
                <a:lnTo>
                  <a:pt x="259316" y="60250"/>
                </a:lnTo>
                <a:lnTo>
                  <a:pt x="258967" y="61241"/>
                </a:lnTo>
                <a:lnTo>
                  <a:pt x="258634" y="62244"/>
                </a:lnTo>
                <a:lnTo>
                  <a:pt x="258317" y="63260"/>
                </a:lnTo>
                <a:lnTo>
                  <a:pt x="258016" y="64289"/>
                </a:lnTo>
                <a:lnTo>
                  <a:pt x="257732" y="65330"/>
                </a:lnTo>
                <a:lnTo>
                  <a:pt x="257464" y="66383"/>
                </a:lnTo>
                <a:lnTo>
                  <a:pt x="257212" y="67449"/>
                </a:lnTo>
                <a:lnTo>
                  <a:pt x="256976" y="68528"/>
                </a:lnTo>
                <a:lnTo>
                  <a:pt x="256757" y="69619"/>
                </a:lnTo>
                <a:lnTo>
                  <a:pt x="256553" y="70723"/>
                </a:lnTo>
                <a:lnTo>
                  <a:pt x="256367" y="71839"/>
                </a:lnTo>
                <a:lnTo>
                  <a:pt x="256196" y="72967"/>
                </a:lnTo>
                <a:lnTo>
                  <a:pt x="256042" y="74108"/>
                </a:lnTo>
                <a:lnTo>
                  <a:pt x="255903" y="75262"/>
                </a:lnTo>
                <a:lnTo>
                  <a:pt x="255782" y="76428"/>
                </a:lnTo>
                <a:lnTo>
                  <a:pt x="255676" y="77607"/>
                </a:lnTo>
                <a:lnTo>
                  <a:pt x="255586" y="78798"/>
                </a:lnTo>
                <a:lnTo>
                  <a:pt x="255513" y="80002"/>
                </a:lnTo>
                <a:lnTo>
                  <a:pt x="255456" y="81218"/>
                </a:lnTo>
                <a:lnTo>
                  <a:pt x="255416" y="82447"/>
                </a:lnTo>
                <a:lnTo>
                  <a:pt x="255391" y="83688"/>
                </a:lnTo>
                <a:lnTo>
                  <a:pt x="255383" y="84942"/>
                </a:lnTo>
                <a:lnTo>
                  <a:pt x="255392" y="86146"/>
                </a:lnTo>
                <a:lnTo>
                  <a:pt x="255417" y="87340"/>
                </a:lnTo>
                <a:lnTo>
                  <a:pt x="255459" y="88524"/>
                </a:lnTo>
                <a:lnTo>
                  <a:pt x="255517" y="89698"/>
                </a:lnTo>
                <a:lnTo>
                  <a:pt x="255593" y="90862"/>
                </a:lnTo>
                <a:lnTo>
                  <a:pt x="255685" y="92016"/>
                </a:lnTo>
                <a:lnTo>
                  <a:pt x="255794" y="93160"/>
                </a:lnTo>
                <a:lnTo>
                  <a:pt x="255920" y="94294"/>
                </a:lnTo>
                <a:lnTo>
                  <a:pt x="256062" y="95418"/>
                </a:lnTo>
                <a:lnTo>
                  <a:pt x="256222" y="96531"/>
                </a:lnTo>
                <a:lnTo>
                  <a:pt x="256398" y="97635"/>
                </a:lnTo>
                <a:lnTo>
                  <a:pt x="256590" y="98729"/>
                </a:lnTo>
                <a:lnTo>
                  <a:pt x="256800" y="99812"/>
                </a:lnTo>
                <a:lnTo>
                  <a:pt x="257026" y="100886"/>
                </a:lnTo>
                <a:lnTo>
                  <a:pt x="257269" y="101950"/>
                </a:lnTo>
                <a:lnTo>
                  <a:pt x="257529" y="103003"/>
                </a:lnTo>
                <a:lnTo>
                  <a:pt x="257806" y="104047"/>
                </a:lnTo>
                <a:lnTo>
                  <a:pt x="258099" y="105080"/>
                </a:lnTo>
                <a:lnTo>
                  <a:pt x="258410" y="106104"/>
                </a:lnTo>
                <a:lnTo>
                  <a:pt x="258736" y="107117"/>
                </a:lnTo>
                <a:lnTo>
                  <a:pt x="259080" y="108120"/>
                </a:lnTo>
                <a:lnTo>
                  <a:pt x="259441" y="109114"/>
                </a:lnTo>
                <a:lnTo>
                  <a:pt x="259818" y="110097"/>
                </a:lnTo>
                <a:lnTo>
                  <a:pt x="260212" y="111070"/>
                </a:lnTo>
                <a:lnTo>
                  <a:pt x="260623" y="112030"/>
                </a:lnTo>
                <a:lnTo>
                  <a:pt x="261052" y="112972"/>
                </a:lnTo>
                <a:lnTo>
                  <a:pt x="261500" y="113898"/>
                </a:lnTo>
                <a:lnTo>
                  <a:pt x="261965" y="114807"/>
                </a:lnTo>
                <a:lnTo>
                  <a:pt x="262448" y="115699"/>
                </a:lnTo>
                <a:lnTo>
                  <a:pt x="262949" y="116574"/>
                </a:lnTo>
                <a:lnTo>
                  <a:pt x="263469" y="117432"/>
                </a:lnTo>
                <a:lnTo>
                  <a:pt x="264006" y="118273"/>
                </a:lnTo>
                <a:lnTo>
                  <a:pt x="264561" y="119098"/>
                </a:lnTo>
                <a:lnTo>
                  <a:pt x="265134" y="119905"/>
                </a:lnTo>
                <a:lnTo>
                  <a:pt x="265725" y="120696"/>
                </a:lnTo>
                <a:lnTo>
                  <a:pt x="266334" y="121469"/>
                </a:lnTo>
                <a:lnTo>
                  <a:pt x="266961" y="122226"/>
                </a:lnTo>
                <a:lnTo>
                  <a:pt x="267605" y="122966"/>
                </a:lnTo>
                <a:lnTo>
                  <a:pt x="268268" y="123689"/>
                </a:lnTo>
                <a:lnTo>
                  <a:pt x="268949" y="124395"/>
                </a:lnTo>
                <a:lnTo>
                  <a:pt x="269648" y="125084"/>
                </a:lnTo>
                <a:lnTo>
                  <a:pt x="270365" y="125757"/>
                </a:lnTo>
                <a:lnTo>
                  <a:pt x="271099" y="126412"/>
                </a:lnTo>
                <a:lnTo>
                  <a:pt x="271852" y="127050"/>
                </a:lnTo>
                <a:lnTo>
                  <a:pt x="272622" y="127672"/>
                </a:lnTo>
                <a:lnTo>
                  <a:pt x="273411" y="128277"/>
                </a:lnTo>
                <a:lnTo>
                  <a:pt x="274218" y="128865"/>
                </a:lnTo>
                <a:lnTo>
                  <a:pt x="275042" y="129436"/>
                </a:lnTo>
                <a:lnTo>
                  <a:pt x="275885" y="129986"/>
                </a:lnTo>
                <a:lnTo>
                  <a:pt x="276748" y="130513"/>
                </a:lnTo>
                <a:lnTo>
                  <a:pt x="277631" y="131017"/>
                </a:lnTo>
                <a:lnTo>
                  <a:pt x="278533" y="131497"/>
                </a:lnTo>
                <a:lnTo>
                  <a:pt x="279455" y="131954"/>
                </a:lnTo>
                <a:lnTo>
                  <a:pt x="280397" y="132387"/>
                </a:lnTo>
                <a:lnTo>
                  <a:pt x="281359" y="132797"/>
                </a:lnTo>
                <a:lnTo>
                  <a:pt x="282340" y="133184"/>
                </a:lnTo>
                <a:lnTo>
                  <a:pt x="283340" y="133547"/>
                </a:lnTo>
                <a:lnTo>
                  <a:pt x="284361" y="133887"/>
                </a:lnTo>
                <a:lnTo>
                  <a:pt x="285401" y="134203"/>
                </a:lnTo>
                <a:lnTo>
                  <a:pt x="286460" y="134496"/>
                </a:lnTo>
                <a:lnTo>
                  <a:pt x="287540" y="134765"/>
                </a:lnTo>
                <a:lnTo>
                  <a:pt x="288639" y="135011"/>
                </a:lnTo>
                <a:lnTo>
                  <a:pt x="289758" y="135234"/>
                </a:lnTo>
                <a:lnTo>
                  <a:pt x="290896" y="135433"/>
                </a:lnTo>
                <a:lnTo>
                  <a:pt x="292054" y="135609"/>
                </a:lnTo>
                <a:lnTo>
                  <a:pt x="293232" y="135761"/>
                </a:lnTo>
                <a:lnTo>
                  <a:pt x="294429" y="135890"/>
                </a:lnTo>
                <a:lnTo>
                  <a:pt x="295647" y="135995"/>
                </a:lnTo>
                <a:lnTo>
                  <a:pt x="296883" y="136077"/>
                </a:lnTo>
                <a:lnTo>
                  <a:pt x="298140" y="136136"/>
                </a:lnTo>
                <a:lnTo>
                  <a:pt x="299416" y="136171"/>
                </a:lnTo>
                <a:lnTo>
                  <a:pt x="300712" y="136183"/>
                </a:lnTo>
                <a:lnTo>
                  <a:pt x="301716" y="136175"/>
                </a:lnTo>
                <a:lnTo>
                  <a:pt x="302709" y="136154"/>
                </a:lnTo>
                <a:lnTo>
                  <a:pt x="303691" y="136118"/>
                </a:lnTo>
                <a:lnTo>
                  <a:pt x="304662" y="136068"/>
                </a:lnTo>
                <a:close/>
                <a:moveTo>
                  <a:pt x="272460" y="70930"/>
                </a:moveTo>
                <a:lnTo>
                  <a:pt x="272640" y="69851"/>
                </a:lnTo>
                <a:lnTo>
                  <a:pt x="272840" y="68795"/>
                </a:lnTo>
                <a:lnTo>
                  <a:pt x="273061" y="67763"/>
                </a:lnTo>
                <a:lnTo>
                  <a:pt x="273301" y="66755"/>
                </a:lnTo>
                <a:lnTo>
                  <a:pt x="273562" y="65771"/>
                </a:lnTo>
                <a:lnTo>
                  <a:pt x="273842" y="64810"/>
                </a:lnTo>
                <a:lnTo>
                  <a:pt x="274143" y="63872"/>
                </a:lnTo>
                <a:lnTo>
                  <a:pt x="274463" y="62959"/>
                </a:lnTo>
                <a:lnTo>
                  <a:pt x="274804" y="62069"/>
                </a:lnTo>
                <a:lnTo>
                  <a:pt x="275164" y="61202"/>
                </a:lnTo>
                <a:lnTo>
                  <a:pt x="275545" y="60359"/>
                </a:lnTo>
                <a:lnTo>
                  <a:pt x="275945" y="59540"/>
                </a:lnTo>
                <a:lnTo>
                  <a:pt x="276366" y="58745"/>
                </a:lnTo>
                <a:lnTo>
                  <a:pt x="276807" y="57973"/>
                </a:lnTo>
                <a:lnTo>
                  <a:pt x="277267" y="57224"/>
                </a:lnTo>
                <a:lnTo>
                  <a:pt x="277748" y="56500"/>
                </a:lnTo>
                <a:lnTo>
                  <a:pt x="278249" y="55798"/>
                </a:lnTo>
                <a:lnTo>
                  <a:pt x="278769" y="55121"/>
                </a:lnTo>
                <a:lnTo>
                  <a:pt x="279310" y="54467"/>
                </a:lnTo>
                <a:lnTo>
                  <a:pt x="279871" y="53837"/>
                </a:lnTo>
                <a:lnTo>
                  <a:pt x="280450" y="53231"/>
                </a:lnTo>
                <a:lnTo>
                  <a:pt x="281048" y="52651"/>
                </a:lnTo>
                <a:lnTo>
                  <a:pt x="281664" y="52097"/>
                </a:lnTo>
                <a:lnTo>
                  <a:pt x="282297" y="51568"/>
                </a:lnTo>
                <a:lnTo>
                  <a:pt x="282949" y="51066"/>
                </a:lnTo>
                <a:lnTo>
                  <a:pt x="283618" y="50589"/>
                </a:lnTo>
                <a:lnTo>
                  <a:pt x="284306" y="50138"/>
                </a:lnTo>
                <a:lnTo>
                  <a:pt x="285011" y="49712"/>
                </a:lnTo>
                <a:lnTo>
                  <a:pt x="285734" y="49313"/>
                </a:lnTo>
                <a:lnTo>
                  <a:pt x="286476" y="48939"/>
                </a:lnTo>
                <a:lnTo>
                  <a:pt x="287235" y="48591"/>
                </a:lnTo>
                <a:lnTo>
                  <a:pt x="288012" y="48269"/>
                </a:lnTo>
                <a:lnTo>
                  <a:pt x="288808" y="47972"/>
                </a:lnTo>
                <a:lnTo>
                  <a:pt x="289621" y="47701"/>
                </a:lnTo>
                <a:lnTo>
                  <a:pt x="290452" y="47456"/>
                </a:lnTo>
                <a:lnTo>
                  <a:pt x="291301" y="47237"/>
                </a:lnTo>
                <a:lnTo>
                  <a:pt x="292168" y="47044"/>
                </a:lnTo>
                <a:lnTo>
                  <a:pt x="293053" y="46876"/>
                </a:lnTo>
                <a:lnTo>
                  <a:pt x="293956" y="46735"/>
                </a:lnTo>
                <a:lnTo>
                  <a:pt x="294877" y="46619"/>
                </a:lnTo>
                <a:lnTo>
                  <a:pt x="295816" y="46528"/>
                </a:lnTo>
                <a:lnTo>
                  <a:pt x="296773" y="46464"/>
                </a:lnTo>
                <a:lnTo>
                  <a:pt x="297748" y="46425"/>
                </a:lnTo>
                <a:lnTo>
                  <a:pt x="298741" y="46412"/>
                </a:lnTo>
                <a:lnTo>
                  <a:pt x="299726" y="46425"/>
                </a:lnTo>
                <a:lnTo>
                  <a:pt x="300692" y="46464"/>
                </a:lnTo>
                <a:lnTo>
                  <a:pt x="301640" y="46529"/>
                </a:lnTo>
                <a:lnTo>
                  <a:pt x="302570" y="46620"/>
                </a:lnTo>
                <a:lnTo>
                  <a:pt x="303482" y="46737"/>
                </a:lnTo>
                <a:lnTo>
                  <a:pt x="304376" y="46880"/>
                </a:lnTo>
                <a:lnTo>
                  <a:pt x="305252" y="47048"/>
                </a:lnTo>
                <a:lnTo>
                  <a:pt x="306110" y="47243"/>
                </a:lnTo>
                <a:lnTo>
                  <a:pt x="306949" y="47464"/>
                </a:lnTo>
                <a:lnTo>
                  <a:pt x="307770" y="47710"/>
                </a:lnTo>
                <a:lnTo>
                  <a:pt x="308574" y="47983"/>
                </a:lnTo>
                <a:lnTo>
                  <a:pt x="309359" y="48282"/>
                </a:lnTo>
                <a:lnTo>
                  <a:pt x="310126" y="48606"/>
                </a:lnTo>
                <a:lnTo>
                  <a:pt x="310874" y="48957"/>
                </a:lnTo>
                <a:lnTo>
                  <a:pt x="311605" y="49333"/>
                </a:lnTo>
                <a:lnTo>
                  <a:pt x="312318" y="49735"/>
                </a:lnTo>
                <a:lnTo>
                  <a:pt x="313012" y="50164"/>
                </a:lnTo>
                <a:lnTo>
                  <a:pt x="313688" y="50618"/>
                </a:lnTo>
                <a:lnTo>
                  <a:pt x="314346" y="51098"/>
                </a:lnTo>
                <a:lnTo>
                  <a:pt x="314986" y="51605"/>
                </a:lnTo>
                <a:lnTo>
                  <a:pt x="315608" y="52137"/>
                </a:lnTo>
                <a:lnTo>
                  <a:pt x="316212" y="52695"/>
                </a:lnTo>
                <a:lnTo>
                  <a:pt x="316798" y="53279"/>
                </a:lnTo>
                <a:lnTo>
                  <a:pt x="317365" y="53889"/>
                </a:lnTo>
                <a:lnTo>
                  <a:pt x="317912" y="54524"/>
                </a:lnTo>
                <a:lnTo>
                  <a:pt x="318437" y="55181"/>
                </a:lnTo>
                <a:lnTo>
                  <a:pt x="318940" y="55861"/>
                </a:lnTo>
                <a:lnTo>
                  <a:pt x="319421" y="56565"/>
                </a:lnTo>
                <a:lnTo>
                  <a:pt x="319879" y="57292"/>
                </a:lnTo>
                <a:lnTo>
                  <a:pt x="320315" y="58041"/>
                </a:lnTo>
                <a:lnTo>
                  <a:pt x="320729" y="58814"/>
                </a:lnTo>
                <a:lnTo>
                  <a:pt x="321121" y="59610"/>
                </a:lnTo>
                <a:lnTo>
                  <a:pt x="321490" y="60429"/>
                </a:lnTo>
                <a:lnTo>
                  <a:pt x="321837" y="61271"/>
                </a:lnTo>
                <a:lnTo>
                  <a:pt x="322162" y="62136"/>
                </a:lnTo>
                <a:lnTo>
                  <a:pt x="322465" y="63024"/>
                </a:lnTo>
                <a:lnTo>
                  <a:pt x="322745" y="63935"/>
                </a:lnTo>
                <a:lnTo>
                  <a:pt x="323003" y="64870"/>
                </a:lnTo>
                <a:lnTo>
                  <a:pt x="323239" y="65827"/>
                </a:lnTo>
                <a:lnTo>
                  <a:pt x="323453" y="66808"/>
                </a:lnTo>
                <a:lnTo>
                  <a:pt x="323644" y="67811"/>
                </a:lnTo>
                <a:lnTo>
                  <a:pt x="323813" y="68838"/>
                </a:lnTo>
                <a:lnTo>
                  <a:pt x="323960" y="69887"/>
                </a:lnTo>
                <a:lnTo>
                  <a:pt x="324085" y="70960"/>
                </a:lnTo>
                <a:lnTo>
                  <a:pt x="324187" y="72056"/>
                </a:lnTo>
                <a:lnTo>
                  <a:pt x="324268" y="73175"/>
                </a:lnTo>
                <a:lnTo>
                  <a:pt x="324326" y="74317"/>
                </a:lnTo>
                <a:lnTo>
                  <a:pt x="324361" y="75482"/>
                </a:lnTo>
                <a:lnTo>
                  <a:pt x="271938" y="75482"/>
                </a:lnTo>
                <a:lnTo>
                  <a:pt x="272038" y="74308"/>
                </a:lnTo>
                <a:lnTo>
                  <a:pt x="272159" y="73158"/>
                </a:lnTo>
                <a:lnTo>
                  <a:pt x="272299" y="72032"/>
                </a:lnTo>
                <a:lnTo>
                  <a:pt x="272460" y="70930"/>
                </a:lnTo>
                <a:close/>
                <a:moveTo>
                  <a:pt x="412024" y="136068"/>
                </a:moveTo>
                <a:lnTo>
                  <a:pt x="412984" y="136004"/>
                </a:lnTo>
                <a:lnTo>
                  <a:pt x="413932" y="135925"/>
                </a:lnTo>
                <a:lnTo>
                  <a:pt x="414868" y="135833"/>
                </a:lnTo>
                <a:lnTo>
                  <a:pt x="415794" y="135725"/>
                </a:lnTo>
                <a:lnTo>
                  <a:pt x="416708" y="135604"/>
                </a:lnTo>
                <a:lnTo>
                  <a:pt x="417610" y="135468"/>
                </a:lnTo>
                <a:lnTo>
                  <a:pt x="418502" y="135318"/>
                </a:lnTo>
                <a:lnTo>
                  <a:pt x="419382" y="135154"/>
                </a:lnTo>
                <a:lnTo>
                  <a:pt x="420251" y="134976"/>
                </a:lnTo>
                <a:lnTo>
                  <a:pt x="421109" y="134783"/>
                </a:lnTo>
                <a:lnTo>
                  <a:pt x="421955" y="134576"/>
                </a:lnTo>
                <a:lnTo>
                  <a:pt x="422790" y="134354"/>
                </a:lnTo>
                <a:lnTo>
                  <a:pt x="423614" y="134118"/>
                </a:lnTo>
                <a:lnTo>
                  <a:pt x="424426" y="133868"/>
                </a:lnTo>
                <a:lnTo>
                  <a:pt x="425227" y="133604"/>
                </a:lnTo>
                <a:lnTo>
                  <a:pt x="426017" y="133326"/>
                </a:lnTo>
                <a:lnTo>
                  <a:pt x="426796" y="133033"/>
                </a:lnTo>
                <a:lnTo>
                  <a:pt x="427563" y="132726"/>
                </a:lnTo>
                <a:lnTo>
                  <a:pt x="428319" y="132404"/>
                </a:lnTo>
                <a:lnTo>
                  <a:pt x="429064" y="132069"/>
                </a:lnTo>
                <a:lnTo>
                  <a:pt x="429796" y="131719"/>
                </a:lnTo>
                <a:lnTo>
                  <a:pt x="430514" y="131358"/>
                </a:lnTo>
                <a:lnTo>
                  <a:pt x="431219" y="130985"/>
                </a:lnTo>
                <a:lnTo>
                  <a:pt x="431910" y="130600"/>
                </a:lnTo>
                <a:lnTo>
                  <a:pt x="432588" y="130203"/>
                </a:lnTo>
                <a:lnTo>
                  <a:pt x="433252" y="129794"/>
                </a:lnTo>
                <a:lnTo>
                  <a:pt x="433902" y="129373"/>
                </a:lnTo>
                <a:lnTo>
                  <a:pt x="434538" y="128940"/>
                </a:lnTo>
                <a:lnTo>
                  <a:pt x="435161" y="128495"/>
                </a:lnTo>
                <a:lnTo>
                  <a:pt x="435770" y="128038"/>
                </a:lnTo>
                <a:lnTo>
                  <a:pt x="436365" y="127569"/>
                </a:lnTo>
                <a:lnTo>
                  <a:pt x="436947" y="127088"/>
                </a:lnTo>
                <a:lnTo>
                  <a:pt x="437515" y="126595"/>
                </a:lnTo>
                <a:lnTo>
                  <a:pt x="438069" y="126090"/>
                </a:lnTo>
                <a:lnTo>
                  <a:pt x="438610" y="125572"/>
                </a:lnTo>
                <a:lnTo>
                  <a:pt x="439137" y="125043"/>
                </a:lnTo>
                <a:lnTo>
                  <a:pt x="439650" y="124502"/>
                </a:lnTo>
                <a:lnTo>
                  <a:pt x="440150" y="123949"/>
                </a:lnTo>
                <a:lnTo>
                  <a:pt x="440635" y="123384"/>
                </a:lnTo>
                <a:lnTo>
                  <a:pt x="441108" y="122807"/>
                </a:lnTo>
                <a:lnTo>
                  <a:pt x="441566" y="122218"/>
                </a:lnTo>
                <a:lnTo>
                  <a:pt x="442011" y="121617"/>
                </a:lnTo>
                <a:lnTo>
                  <a:pt x="442442" y="121004"/>
                </a:lnTo>
                <a:lnTo>
                  <a:pt x="442859" y="120379"/>
                </a:lnTo>
                <a:lnTo>
                  <a:pt x="443262" y="119743"/>
                </a:lnTo>
                <a:lnTo>
                  <a:pt x="443648" y="119097"/>
                </a:lnTo>
                <a:lnTo>
                  <a:pt x="444019" y="118441"/>
                </a:lnTo>
                <a:lnTo>
                  <a:pt x="444373" y="117775"/>
                </a:lnTo>
                <a:lnTo>
                  <a:pt x="444711" y="117098"/>
                </a:lnTo>
                <a:lnTo>
                  <a:pt x="445033" y="116412"/>
                </a:lnTo>
                <a:lnTo>
                  <a:pt x="445339" y="115716"/>
                </a:lnTo>
                <a:lnTo>
                  <a:pt x="445629" y="115009"/>
                </a:lnTo>
                <a:lnTo>
                  <a:pt x="445903" y="114293"/>
                </a:lnTo>
                <a:lnTo>
                  <a:pt x="446161" y="113566"/>
                </a:lnTo>
                <a:lnTo>
                  <a:pt x="446403" y="112830"/>
                </a:lnTo>
                <a:lnTo>
                  <a:pt x="446629" y="112083"/>
                </a:lnTo>
                <a:lnTo>
                  <a:pt x="446838" y="111327"/>
                </a:lnTo>
                <a:lnTo>
                  <a:pt x="447032" y="110560"/>
                </a:lnTo>
                <a:lnTo>
                  <a:pt x="447209" y="109783"/>
                </a:lnTo>
                <a:lnTo>
                  <a:pt x="447370" y="108996"/>
                </a:lnTo>
                <a:lnTo>
                  <a:pt x="447516" y="108200"/>
                </a:lnTo>
                <a:lnTo>
                  <a:pt x="447645" y="107393"/>
                </a:lnTo>
                <a:lnTo>
                  <a:pt x="447758" y="106576"/>
                </a:lnTo>
                <a:lnTo>
                  <a:pt x="447855" y="105749"/>
                </a:lnTo>
                <a:lnTo>
                  <a:pt x="447936" y="104912"/>
                </a:lnTo>
                <a:lnTo>
                  <a:pt x="448001" y="104065"/>
                </a:lnTo>
                <a:lnTo>
                  <a:pt x="448049" y="103207"/>
                </a:lnTo>
                <a:lnTo>
                  <a:pt x="448082" y="102340"/>
                </a:lnTo>
                <a:lnTo>
                  <a:pt x="431823" y="102340"/>
                </a:lnTo>
                <a:lnTo>
                  <a:pt x="431788" y="103186"/>
                </a:lnTo>
                <a:lnTo>
                  <a:pt x="431733" y="104016"/>
                </a:lnTo>
                <a:lnTo>
                  <a:pt x="431657" y="104829"/>
                </a:lnTo>
                <a:lnTo>
                  <a:pt x="431560" y="105625"/>
                </a:lnTo>
                <a:lnTo>
                  <a:pt x="431443" y="106404"/>
                </a:lnTo>
                <a:lnTo>
                  <a:pt x="431306" y="107166"/>
                </a:lnTo>
                <a:lnTo>
                  <a:pt x="431147" y="107912"/>
                </a:lnTo>
                <a:lnTo>
                  <a:pt x="430969" y="108641"/>
                </a:lnTo>
                <a:lnTo>
                  <a:pt x="430770" y="109354"/>
                </a:lnTo>
                <a:lnTo>
                  <a:pt x="430550" y="110049"/>
                </a:lnTo>
                <a:lnTo>
                  <a:pt x="430310" y="110728"/>
                </a:lnTo>
                <a:lnTo>
                  <a:pt x="430049" y="111390"/>
                </a:lnTo>
                <a:lnTo>
                  <a:pt x="429768" y="112036"/>
                </a:lnTo>
                <a:lnTo>
                  <a:pt x="429466" y="112665"/>
                </a:lnTo>
                <a:lnTo>
                  <a:pt x="429144" y="113277"/>
                </a:lnTo>
                <a:lnTo>
                  <a:pt x="428801" y="113872"/>
                </a:lnTo>
                <a:lnTo>
                  <a:pt x="428438" y="114451"/>
                </a:lnTo>
                <a:lnTo>
                  <a:pt x="428054" y="115013"/>
                </a:lnTo>
                <a:lnTo>
                  <a:pt x="427649" y="115558"/>
                </a:lnTo>
                <a:lnTo>
                  <a:pt x="427224" y="116086"/>
                </a:lnTo>
                <a:lnTo>
                  <a:pt x="426779" y="116598"/>
                </a:lnTo>
                <a:lnTo>
                  <a:pt x="426313" y="117093"/>
                </a:lnTo>
                <a:lnTo>
                  <a:pt x="425826" y="117571"/>
                </a:lnTo>
                <a:lnTo>
                  <a:pt x="425319" y="118033"/>
                </a:lnTo>
                <a:lnTo>
                  <a:pt x="424793" y="118476"/>
                </a:lnTo>
                <a:lnTo>
                  <a:pt x="424251" y="118901"/>
                </a:lnTo>
                <a:lnTo>
                  <a:pt x="423692" y="119307"/>
                </a:lnTo>
                <a:lnTo>
                  <a:pt x="423116" y="119694"/>
                </a:lnTo>
                <a:lnTo>
                  <a:pt x="422523" y="120063"/>
                </a:lnTo>
                <a:lnTo>
                  <a:pt x="421913" y="120412"/>
                </a:lnTo>
                <a:lnTo>
                  <a:pt x="421287" y="120742"/>
                </a:lnTo>
                <a:lnTo>
                  <a:pt x="420644" y="121054"/>
                </a:lnTo>
                <a:lnTo>
                  <a:pt x="419984" y="121347"/>
                </a:lnTo>
                <a:lnTo>
                  <a:pt x="419308" y="121620"/>
                </a:lnTo>
                <a:lnTo>
                  <a:pt x="418614" y="121875"/>
                </a:lnTo>
                <a:lnTo>
                  <a:pt x="417904" y="122111"/>
                </a:lnTo>
                <a:lnTo>
                  <a:pt x="417177" y="122328"/>
                </a:lnTo>
                <a:lnTo>
                  <a:pt x="416433" y="122527"/>
                </a:lnTo>
                <a:lnTo>
                  <a:pt x="415673" y="122706"/>
                </a:lnTo>
                <a:lnTo>
                  <a:pt x="414896" y="122867"/>
                </a:lnTo>
                <a:lnTo>
                  <a:pt x="414102" y="123008"/>
                </a:lnTo>
                <a:lnTo>
                  <a:pt x="413291" y="123131"/>
                </a:lnTo>
                <a:lnTo>
                  <a:pt x="412464" y="123235"/>
                </a:lnTo>
                <a:lnTo>
                  <a:pt x="411619" y="123320"/>
                </a:lnTo>
                <a:lnTo>
                  <a:pt x="410758" y="123386"/>
                </a:lnTo>
                <a:lnTo>
                  <a:pt x="409881" y="123433"/>
                </a:lnTo>
                <a:lnTo>
                  <a:pt x="408986" y="123461"/>
                </a:lnTo>
                <a:lnTo>
                  <a:pt x="408075" y="123471"/>
                </a:lnTo>
                <a:lnTo>
                  <a:pt x="407219" y="123462"/>
                </a:lnTo>
                <a:lnTo>
                  <a:pt x="406378" y="123437"/>
                </a:lnTo>
                <a:lnTo>
                  <a:pt x="405551" y="123394"/>
                </a:lnTo>
                <a:lnTo>
                  <a:pt x="404738" y="123334"/>
                </a:lnTo>
                <a:lnTo>
                  <a:pt x="403939" y="123257"/>
                </a:lnTo>
                <a:lnTo>
                  <a:pt x="403154" y="123163"/>
                </a:lnTo>
                <a:lnTo>
                  <a:pt x="402383" y="123051"/>
                </a:lnTo>
                <a:lnTo>
                  <a:pt x="401626" y="122923"/>
                </a:lnTo>
                <a:lnTo>
                  <a:pt x="400883" y="122777"/>
                </a:lnTo>
                <a:lnTo>
                  <a:pt x="400154" y="122614"/>
                </a:lnTo>
                <a:lnTo>
                  <a:pt x="399439" y="122435"/>
                </a:lnTo>
                <a:lnTo>
                  <a:pt x="398738" y="122238"/>
                </a:lnTo>
                <a:lnTo>
                  <a:pt x="398051" y="122023"/>
                </a:lnTo>
                <a:lnTo>
                  <a:pt x="397378" y="121792"/>
                </a:lnTo>
                <a:lnTo>
                  <a:pt x="396719" y="121544"/>
                </a:lnTo>
                <a:lnTo>
                  <a:pt x="396075" y="121278"/>
                </a:lnTo>
                <a:lnTo>
                  <a:pt x="395444" y="120996"/>
                </a:lnTo>
                <a:lnTo>
                  <a:pt x="394827" y="120696"/>
                </a:lnTo>
                <a:lnTo>
                  <a:pt x="394224" y="120379"/>
                </a:lnTo>
                <a:lnTo>
                  <a:pt x="393636" y="120045"/>
                </a:lnTo>
                <a:lnTo>
                  <a:pt x="393061" y="119694"/>
                </a:lnTo>
                <a:lnTo>
                  <a:pt x="392501" y="119326"/>
                </a:lnTo>
                <a:lnTo>
                  <a:pt x="391954" y="118940"/>
                </a:lnTo>
                <a:lnTo>
                  <a:pt x="391421" y="118538"/>
                </a:lnTo>
                <a:lnTo>
                  <a:pt x="390902" y="118121"/>
                </a:lnTo>
                <a:lnTo>
                  <a:pt x="390394" y="117693"/>
                </a:lnTo>
                <a:lnTo>
                  <a:pt x="389898" y="117254"/>
                </a:lnTo>
                <a:lnTo>
                  <a:pt x="389414" y="116803"/>
                </a:lnTo>
                <a:lnTo>
                  <a:pt x="388941" y="116342"/>
                </a:lnTo>
                <a:lnTo>
                  <a:pt x="388481" y="115869"/>
                </a:lnTo>
                <a:lnTo>
                  <a:pt x="388032" y="115385"/>
                </a:lnTo>
                <a:lnTo>
                  <a:pt x="387595" y="114889"/>
                </a:lnTo>
                <a:lnTo>
                  <a:pt x="387170" y="114383"/>
                </a:lnTo>
                <a:lnTo>
                  <a:pt x="386756" y="113865"/>
                </a:lnTo>
                <a:lnTo>
                  <a:pt x="386355" y="113336"/>
                </a:lnTo>
                <a:lnTo>
                  <a:pt x="385965" y="112795"/>
                </a:lnTo>
                <a:lnTo>
                  <a:pt x="385587" y="112244"/>
                </a:lnTo>
                <a:lnTo>
                  <a:pt x="385221" y="111681"/>
                </a:lnTo>
                <a:lnTo>
                  <a:pt x="384866" y="111107"/>
                </a:lnTo>
                <a:lnTo>
                  <a:pt x="384524" y="110522"/>
                </a:lnTo>
                <a:lnTo>
                  <a:pt x="384193" y="109925"/>
                </a:lnTo>
                <a:lnTo>
                  <a:pt x="383874" y="109317"/>
                </a:lnTo>
                <a:lnTo>
                  <a:pt x="383567" y="108698"/>
                </a:lnTo>
                <a:lnTo>
                  <a:pt x="383271" y="108068"/>
                </a:lnTo>
                <a:lnTo>
                  <a:pt x="382988" y="107427"/>
                </a:lnTo>
                <a:lnTo>
                  <a:pt x="382716" y="106774"/>
                </a:lnTo>
                <a:lnTo>
                  <a:pt x="382456" y="106110"/>
                </a:lnTo>
                <a:lnTo>
                  <a:pt x="382208" y="105435"/>
                </a:lnTo>
                <a:lnTo>
                  <a:pt x="381970" y="104751"/>
                </a:lnTo>
                <a:lnTo>
                  <a:pt x="381743" y="104062"/>
                </a:lnTo>
                <a:lnTo>
                  <a:pt x="381525" y="103368"/>
                </a:lnTo>
                <a:lnTo>
                  <a:pt x="381317" y="102668"/>
                </a:lnTo>
                <a:lnTo>
                  <a:pt x="381119" y="101962"/>
                </a:lnTo>
                <a:lnTo>
                  <a:pt x="380930" y="101251"/>
                </a:lnTo>
                <a:lnTo>
                  <a:pt x="380751" y="100534"/>
                </a:lnTo>
                <a:lnTo>
                  <a:pt x="380582" y="99812"/>
                </a:lnTo>
                <a:lnTo>
                  <a:pt x="380423" y="99084"/>
                </a:lnTo>
                <a:lnTo>
                  <a:pt x="380273" y="98351"/>
                </a:lnTo>
                <a:lnTo>
                  <a:pt x="380133" y="97612"/>
                </a:lnTo>
                <a:lnTo>
                  <a:pt x="380003" y="96867"/>
                </a:lnTo>
                <a:lnTo>
                  <a:pt x="379883" y="96117"/>
                </a:lnTo>
                <a:lnTo>
                  <a:pt x="379772" y="95362"/>
                </a:lnTo>
                <a:lnTo>
                  <a:pt x="379671" y="94601"/>
                </a:lnTo>
                <a:lnTo>
                  <a:pt x="379580" y="93835"/>
                </a:lnTo>
                <a:lnTo>
                  <a:pt x="379499" y="93063"/>
                </a:lnTo>
                <a:lnTo>
                  <a:pt x="379427" y="92285"/>
                </a:lnTo>
                <a:lnTo>
                  <a:pt x="379365" y="91502"/>
                </a:lnTo>
                <a:lnTo>
                  <a:pt x="379313" y="90713"/>
                </a:lnTo>
                <a:lnTo>
                  <a:pt x="379271" y="89919"/>
                </a:lnTo>
                <a:lnTo>
                  <a:pt x="379238" y="89120"/>
                </a:lnTo>
                <a:lnTo>
                  <a:pt x="379215" y="88314"/>
                </a:lnTo>
                <a:lnTo>
                  <a:pt x="379202" y="87504"/>
                </a:lnTo>
                <a:lnTo>
                  <a:pt x="447589" y="87504"/>
                </a:lnTo>
                <a:lnTo>
                  <a:pt x="447606" y="87426"/>
                </a:lnTo>
                <a:lnTo>
                  <a:pt x="447621" y="87344"/>
                </a:lnTo>
                <a:lnTo>
                  <a:pt x="447637" y="87258"/>
                </a:lnTo>
                <a:lnTo>
                  <a:pt x="447652" y="87168"/>
                </a:lnTo>
                <a:lnTo>
                  <a:pt x="447667" y="87073"/>
                </a:lnTo>
                <a:lnTo>
                  <a:pt x="447682" y="86975"/>
                </a:lnTo>
                <a:lnTo>
                  <a:pt x="447696" y="86873"/>
                </a:lnTo>
                <a:lnTo>
                  <a:pt x="447710" y="86767"/>
                </a:lnTo>
                <a:lnTo>
                  <a:pt x="447723" y="86656"/>
                </a:lnTo>
                <a:lnTo>
                  <a:pt x="447736" y="86542"/>
                </a:lnTo>
                <a:lnTo>
                  <a:pt x="447749" y="86424"/>
                </a:lnTo>
                <a:lnTo>
                  <a:pt x="447762" y="86301"/>
                </a:lnTo>
                <a:lnTo>
                  <a:pt x="447774" y="86175"/>
                </a:lnTo>
                <a:lnTo>
                  <a:pt x="447786" y="86044"/>
                </a:lnTo>
                <a:lnTo>
                  <a:pt x="447797" y="85910"/>
                </a:lnTo>
                <a:lnTo>
                  <a:pt x="447808" y="85771"/>
                </a:lnTo>
                <a:lnTo>
                  <a:pt x="447819" y="85628"/>
                </a:lnTo>
                <a:lnTo>
                  <a:pt x="447829" y="85482"/>
                </a:lnTo>
                <a:lnTo>
                  <a:pt x="447840" y="85331"/>
                </a:lnTo>
                <a:lnTo>
                  <a:pt x="447849" y="85176"/>
                </a:lnTo>
                <a:lnTo>
                  <a:pt x="447859" y="85017"/>
                </a:lnTo>
                <a:lnTo>
                  <a:pt x="447868" y="84855"/>
                </a:lnTo>
                <a:lnTo>
                  <a:pt x="447877" y="84688"/>
                </a:lnTo>
                <a:lnTo>
                  <a:pt x="447885" y="84517"/>
                </a:lnTo>
                <a:lnTo>
                  <a:pt x="447893" y="84344"/>
                </a:lnTo>
                <a:lnTo>
                  <a:pt x="447901" y="84174"/>
                </a:lnTo>
                <a:lnTo>
                  <a:pt x="447908" y="84006"/>
                </a:lnTo>
                <a:lnTo>
                  <a:pt x="447915" y="83839"/>
                </a:lnTo>
                <a:lnTo>
                  <a:pt x="447922" y="83675"/>
                </a:lnTo>
                <a:lnTo>
                  <a:pt x="447928" y="83512"/>
                </a:lnTo>
                <a:lnTo>
                  <a:pt x="447934" y="83352"/>
                </a:lnTo>
                <a:lnTo>
                  <a:pt x="447940" y="83193"/>
                </a:lnTo>
                <a:lnTo>
                  <a:pt x="447945" y="83036"/>
                </a:lnTo>
                <a:lnTo>
                  <a:pt x="447950" y="82881"/>
                </a:lnTo>
                <a:lnTo>
                  <a:pt x="447955" y="82728"/>
                </a:lnTo>
                <a:lnTo>
                  <a:pt x="447959" y="82577"/>
                </a:lnTo>
                <a:lnTo>
                  <a:pt x="447963" y="82428"/>
                </a:lnTo>
                <a:lnTo>
                  <a:pt x="447966" y="82281"/>
                </a:lnTo>
                <a:lnTo>
                  <a:pt x="447970" y="82136"/>
                </a:lnTo>
                <a:lnTo>
                  <a:pt x="447973" y="81993"/>
                </a:lnTo>
                <a:lnTo>
                  <a:pt x="447975" y="81852"/>
                </a:lnTo>
                <a:lnTo>
                  <a:pt x="447977" y="81712"/>
                </a:lnTo>
                <a:lnTo>
                  <a:pt x="447979" y="81575"/>
                </a:lnTo>
                <a:lnTo>
                  <a:pt x="447981" y="81439"/>
                </a:lnTo>
                <a:lnTo>
                  <a:pt x="447982" y="81306"/>
                </a:lnTo>
                <a:lnTo>
                  <a:pt x="447983" y="81174"/>
                </a:lnTo>
                <a:lnTo>
                  <a:pt x="447983" y="81045"/>
                </a:lnTo>
                <a:lnTo>
                  <a:pt x="447983" y="80917"/>
                </a:lnTo>
                <a:lnTo>
                  <a:pt x="447964" y="79035"/>
                </a:lnTo>
                <a:lnTo>
                  <a:pt x="447906" y="77191"/>
                </a:lnTo>
                <a:lnTo>
                  <a:pt x="447809" y="75383"/>
                </a:lnTo>
                <a:lnTo>
                  <a:pt x="447674" y="73613"/>
                </a:lnTo>
                <a:lnTo>
                  <a:pt x="447500" y="71879"/>
                </a:lnTo>
                <a:lnTo>
                  <a:pt x="447288" y="70182"/>
                </a:lnTo>
                <a:lnTo>
                  <a:pt x="447036" y="68522"/>
                </a:lnTo>
                <a:lnTo>
                  <a:pt x="446746" y="66900"/>
                </a:lnTo>
                <a:lnTo>
                  <a:pt x="446418" y="65314"/>
                </a:lnTo>
                <a:lnTo>
                  <a:pt x="446050" y="63765"/>
                </a:lnTo>
                <a:lnTo>
                  <a:pt x="445644" y="62253"/>
                </a:lnTo>
                <a:lnTo>
                  <a:pt x="445200" y="60778"/>
                </a:lnTo>
                <a:lnTo>
                  <a:pt x="444716" y="59340"/>
                </a:lnTo>
                <a:lnTo>
                  <a:pt x="444194" y="57939"/>
                </a:lnTo>
                <a:lnTo>
                  <a:pt x="443634" y="56574"/>
                </a:lnTo>
                <a:lnTo>
                  <a:pt x="443035" y="55247"/>
                </a:lnTo>
                <a:lnTo>
                  <a:pt x="442397" y="53957"/>
                </a:lnTo>
                <a:lnTo>
                  <a:pt x="441720" y="52704"/>
                </a:lnTo>
                <a:lnTo>
                  <a:pt x="441005" y="51487"/>
                </a:lnTo>
                <a:lnTo>
                  <a:pt x="440251" y="50308"/>
                </a:lnTo>
                <a:lnTo>
                  <a:pt x="439458" y="49165"/>
                </a:lnTo>
                <a:lnTo>
                  <a:pt x="438627" y="48060"/>
                </a:lnTo>
                <a:lnTo>
                  <a:pt x="437757" y="46991"/>
                </a:lnTo>
                <a:lnTo>
                  <a:pt x="436848" y="45960"/>
                </a:lnTo>
                <a:lnTo>
                  <a:pt x="435906" y="44968"/>
                </a:lnTo>
                <a:lnTo>
                  <a:pt x="434934" y="44017"/>
                </a:lnTo>
                <a:lnTo>
                  <a:pt x="433932" y="43110"/>
                </a:lnTo>
                <a:lnTo>
                  <a:pt x="432901" y="42244"/>
                </a:lnTo>
                <a:lnTo>
                  <a:pt x="431841" y="41421"/>
                </a:lnTo>
                <a:lnTo>
                  <a:pt x="430751" y="40640"/>
                </a:lnTo>
                <a:lnTo>
                  <a:pt x="429632" y="39901"/>
                </a:lnTo>
                <a:lnTo>
                  <a:pt x="428483" y="39204"/>
                </a:lnTo>
                <a:lnTo>
                  <a:pt x="427305" y="38549"/>
                </a:lnTo>
                <a:lnTo>
                  <a:pt x="426098" y="37937"/>
                </a:lnTo>
                <a:lnTo>
                  <a:pt x="424861" y="37367"/>
                </a:lnTo>
                <a:lnTo>
                  <a:pt x="423595" y="36839"/>
                </a:lnTo>
                <a:lnTo>
                  <a:pt x="422299" y="36354"/>
                </a:lnTo>
                <a:lnTo>
                  <a:pt x="420974" y="35910"/>
                </a:lnTo>
                <a:lnTo>
                  <a:pt x="419619" y="35509"/>
                </a:lnTo>
                <a:lnTo>
                  <a:pt x="418235" y="35150"/>
                </a:lnTo>
                <a:lnTo>
                  <a:pt x="416822" y="34834"/>
                </a:lnTo>
                <a:lnTo>
                  <a:pt x="415379" y="34559"/>
                </a:lnTo>
                <a:lnTo>
                  <a:pt x="413907" y="34327"/>
                </a:lnTo>
                <a:lnTo>
                  <a:pt x="412405" y="34137"/>
                </a:lnTo>
                <a:lnTo>
                  <a:pt x="410874" y="33989"/>
                </a:lnTo>
                <a:lnTo>
                  <a:pt x="409313" y="33884"/>
                </a:lnTo>
                <a:lnTo>
                  <a:pt x="407723" y="33820"/>
                </a:lnTo>
                <a:lnTo>
                  <a:pt x="406104" y="33799"/>
                </a:lnTo>
                <a:lnTo>
                  <a:pt x="404881" y="33811"/>
                </a:lnTo>
                <a:lnTo>
                  <a:pt x="403676" y="33844"/>
                </a:lnTo>
                <a:lnTo>
                  <a:pt x="402489" y="33901"/>
                </a:lnTo>
                <a:lnTo>
                  <a:pt x="401321" y="33980"/>
                </a:lnTo>
                <a:lnTo>
                  <a:pt x="400170" y="34081"/>
                </a:lnTo>
                <a:lnTo>
                  <a:pt x="399037" y="34205"/>
                </a:lnTo>
                <a:lnTo>
                  <a:pt x="397922" y="34352"/>
                </a:lnTo>
                <a:lnTo>
                  <a:pt x="396825" y="34521"/>
                </a:lnTo>
                <a:lnTo>
                  <a:pt x="395746" y="34713"/>
                </a:lnTo>
                <a:lnTo>
                  <a:pt x="394684" y="34927"/>
                </a:lnTo>
                <a:lnTo>
                  <a:pt x="393641" y="35164"/>
                </a:lnTo>
                <a:lnTo>
                  <a:pt x="392616" y="35423"/>
                </a:lnTo>
                <a:lnTo>
                  <a:pt x="391609" y="35705"/>
                </a:lnTo>
                <a:lnTo>
                  <a:pt x="390620" y="36009"/>
                </a:lnTo>
                <a:lnTo>
                  <a:pt x="389648" y="36336"/>
                </a:lnTo>
                <a:lnTo>
                  <a:pt x="388695" y="36686"/>
                </a:lnTo>
                <a:lnTo>
                  <a:pt x="387760" y="37058"/>
                </a:lnTo>
                <a:lnTo>
                  <a:pt x="386842" y="37452"/>
                </a:lnTo>
                <a:lnTo>
                  <a:pt x="385943" y="37870"/>
                </a:lnTo>
                <a:lnTo>
                  <a:pt x="385061" y="38309"/>
                </a:lnTo>
                <a:lnTo>
                  <a:pt x="384198" y="38772"/>
                </a:lnTo>
                <a:lnTo>
                  <a:pt x="383352" y="39256"/>
                </a:lnTo>
                <a:lnTo>
                  <a:pt x="382525" y="39764"/>
                </a:lnTo>
                <a:lnTo>
                  <a:pt x="381715" y="40294"/>
                </a:lnTo>
                <a:lnTo>
                  <a:pt x="380923" y="40844"/>
                </a:lnTo>
                <a:lnTo>
                  <a:pt x="380148" y="41411"/>
                </a:lnTo>
                <a:lnTo>
                  <a:pt x="379390" y="41996"/>
                </a:lnTo>
                <a:lnTo>
                  <a:pt x="378649" y="42598"/>
                </a:lnTo>
                <a:lnTo>
                  <a:pt x="377926" y="43218"/>
                </a:lnTo>
                <a:lnTo>
                  <a:pt x="377219" y="43855"/>
                </a:lnTo>
                <a:lnTo>
                  <a:pt x="376530" y="44509"/>
                </a:lnTo>
                <a:lnTo>
                  <a:pt x="375857" y="45181"/>
                </a:lnTo>
                <a:lnTo>
                  <a:pt x="375202" y="45871"/>
                </a:lnTo>
                <a:lnTo>
                  <a:pt x="374564" y="46578"/>
                </a:lnTo>
                <a:lnTo>
                  <a:pt x="373943" y="47302"/>
                </a:lnTo>
                <a:lnTo>
                  <a:pt x="373339" y="48044"/>
                </a:lnTo>
                <a:lnTo>
                  <a:pt x="372752" y="48803"/>
                </a:lnTo>
                <a:lnTo>
                  <a:pt x="372183" y="49580"/>
                </a:lnTo>
                <a:lnTo>
                  <a:pt x="371630" y="50374"/>
                </a:lnTo>
                <a:lnTo>
                  <a:pt x="371095" y="51185"/>
                </a:lnTo>
                <a:lnTo>
                  <a:pt x="370576" y="52014"/>
                </a:lnTo>
                <a:lnTo>
                  <a:pt x="370075" y="52860"/>
                </a:lnTo>
                <a:lnTo>
                  <a:pt x="369591" y="53724"/>
                </a:lnTo>
                <a:lnTo>
                  <a:pt x="369124" y="54606"/>
                </a:lnTo>
                <a:lnTo>
                  <a:pt x="368674" y="55504"/>
                </a:lnTo>
                <a:lnTo>
                  <a:pt x="368241" y="56420"/>
                </a:lnTo>
                <a:lnTo>
                  <a:pt x="367825" y="57354"/>
                </a:lnTo>
                <a:lnTo>
                  <a:pt x="367427" y="58305"/>
                </a:lnTo>
                <a:lnTo>
                  <a:pt x="367045" y="59271"/>
                </a:lnTo>
                <a:lnTo>
                  <a:pt x="366679" y="60250"/>
                </a:lnTo>
                <a:lnTo>
                  <a:pt x="366330" y="61241"/>
                </a:lnTo>
                <a:lnTo>
                  <a:pt x="365997" y="62244"/>
                </a:lnTo>
                <a:lnTo>
                  <a:pt x="365680" y="63260"/>
                </a:lnTo>
                <a:lnTo>
                  <a:pt x="365379" y="64289"/>
                </a:lnTo>
                <a:lnTo>
                  <a:pt x="365095" y="65330"/>
                </a:lnTo>
                <a:lnTo>
                  <a:pt x="364826" y="66383"/>
                </a:lnTo>
                <a:lnTo>
                  <a:pt x="364575" y="67449"/>
                </a:lnTo>
                <a:lnTo>
                  <a:pt x="364339" y="68528"/>
                </a:lnTo>
                <a:lnTo>
                  <a:pt x="364119" y="69619"/>
                </a:lnTo>
                <a:lnTo>
                  <a:pt x="363916" y="70723"/>
                </a:lnTo>
                <a:lnTo>
                  <a:pt x="363729" y="71839"/>
                </a:lnTo>
                <a:lnTo>
                  <a:pt x="363559" y="72967"/>
                </a:lnTo>
                <a:lnTo>
                  <a:pt x="363404" y="74108"/>
                </a:lnTo>
                <a:lnTo>
                  <a:pt x="363266" y="75262"/>
                </a:lnTo>
                <a:lnTo>
                  <a:pt x="363144" y="76428"/>
                </a:lnTo>
                <a:lnTo>
                  <a:pt x="363039" y="77607"/>
                </a:lnTo>
                <a:lnTo>
                  <a:pt x="362949" y="78798"/>
                </a:lnTo>
                <a:lnTo>
                  <a:pt x="362876" y="80002"/>
                </a:lnTo>
                <a:lnTo>
                  <a:pt x="362819" y="81218"/>
                </a:lnTo>
                <a:lnTo>
                  <a:pt x="362779" y="82447"/>
                </a:lnTo>
                <a:lnTo>
                  <a:pt x="362754" y="83688"/>
                </a:lnTo>
                <a:lnTo>
                  <a:pt x="362746" y="84942"/>
                </a:lnTo>
                <a:lnTo>
                  <a:pt x="362755" y="86146"/>
                </a:lnTo>
                <a:lnTo>
                  <a:pt x="362780" y="87340"/>
                </a:lnTo>
                <a:lnTo>
                  <a:pt x="362822" y="88524"/>
                </a:lnTo>
                <a:lnTo>
                  <a:pt x="362880" y="89698"/>
                </a:lnTo>
                <a:lnTo>
                  <a:pt x="362956" y="90862"/>
                </a:lnTo>
                <a:lnTo>
                  <a:pt x="363048" y="92016"/>
                </a:lnTo>
                <a:lnTo>
                  <a:pt x="363157" y="93160"/>
                </a:lnTo>
                <a:lnTo>
                  <a:pt x="363283" y="94294"/>
                </a:lnTo>
                <a:lnTo>
                  <a:pt x="363425" y="95418"/>
                </a:lnTo>
                <a:lnTo>
                  <a:pt x="363584" y="96531"/>
                </a:lnTo>
                <a:lnTo>
                  <a:pt x="363760" y="97635"/>
                </a:lnTo>
                <a:lnTo>
                  <a:pt x="363953" y="98729"/>
                </a:lnTo>
                <a:lnTo>
                  <a:pt x="364163" y="99812"/>
                </a:lnTo>
                <a:lnTo>
                  <a:pt x="364389" y="100886"/>
                </a:lnTo>
                <a:lnTo>
                  <a:pt x="364632" y="101950"/>
                </a:lnTo>
                <a:lnTo>
                  <a:pt x="364892" y="103003"/>
                </a:lnTo>
                <a:lnTo>
                  <a:pt x="365169" y="104047"/>
                </a:lnTo>
                <a:lnTo>
                  <a:pt x="365462" y="105080"/>
                </a:lnTo>
                <a:lnTo>
                  <a:pt x="365772" y="106104"/>
                </a:lnTo>
                <a:lnTo>
                  <a:pt x="366099" y="107117"/>
                </a:lnTo>
                <a:lnTo>
                  <a:pt x="366443" y="108120"/>
                </a:lnTo>
                <a:lnTo>
                  <a:pt x="366803" y="109114"/>
                </a:lnTo>
                <a:lnTo>
                  <a:pt x="367181" y="110097"/>
                </a:lnTo>
                <a:lnTo>
                  <a:pt x="367575" y="111070"/>
                </a:lnTo>
                <a:lnTo>
                  <a:pt x="367986" y="112030"/>
                </a:lnTo>
                <a:lnTo>
                  <a:pt x="368415" y="112972"/>
                </a:lnTo>
                <a:lnTo>
                  <a:pt x="368863" y="113898"/>
                </a:lnTo>
                <a:lnTo>
                  <a:pt x="369328" y="114807"/>
                </a:lnTo>
                <a:lnTo>
                  <a:pt x="369811" y="115699"/>
                </a:lnTo>
                <a:lnTo>
                  <a:pt x="370312" y="116574"/>
                </a:lnTo>
                <a:lnTo>
                  <a:pt x="370831" y="117432"/>
                </a:lnTo>
                <a:lnTo>
                  <a:pt x="371368" y="118273"/>
                </a:lnTo>
                <a:lnTo>
                  <a:pt x="371924" y="119098"/>
                </a:lnTo>
                <a:lnTo>
                  <a:pt x="372497" y="119905"/>
                </a:lnTo>
                <a:lnTo>
                  <a:pt x="373088" y="120696"/>
                </a:lnTo>
                <a:lnTo>
                  <a:pt x="373696" y="121469"/>
                </a:lnTo>
                <a:lnTo>
                  <a:pt x="374323" y="122226"/>
                </a:lnTo>
                <a:lnTo>
                  <a:pt x="374968" y="122966"/>
                </a:lnTo>
                <a:lnTo>
                  <a:pt x="375631" y="123689"/>
                </a:lnTo>
                <a:lnTo>
                  <a:pt x="376312" y="124395"/>
                </a:lnTo>
                <a:lnTo>
                  <a:pt x="377011" y="125084"/>
                </a:lnTo>
                <a:lnTo>
                  <a:pt x="377727" y="125757"/>
                </a:lnTo>
                <a:lnTo>
                  <a:pt x="378462" y="126412"/>
                </a:lnTo>
                <a:lnTo>
                  <a:pt x="379215" y="127050"/>
                </a:lnTo>
                <a:lnTo>
                  <a:pt x="379985" y="127672"/>
                </a:lnTo>
                <a:lnTo>
                  <a:pt x="380774" y="128277"/>
                </a:lnTo>
                <a:lnTo>
                  <a:pt x="381580" y="128865"/>
                </a:lnTo>
                <a:lnTo>
                  <a:pt x="382405" y="129436"/>
                </a:lnTo>
                <a:lnTo>
                  <a:pt x="383248" y="129986"/>
                </a:lnTo>
                <a:lnTo>
                  <a:pt x="384111" y="130513"/>
                </a:lnTo>
                <a:lnTo>
                  <a:pt x="384994" y="131017"/>
                </a:lnTo>
                <a:lnTo>
                  <a:pt x="385896" y="131497"/>
                </a:lnTo>
                <a:lnTo>
                  <a:pt x="386818" y="131954"/>
                </a:lnTo>
                <a:lnTo>
                  <a:pt x="387760" y="132387"/>
                </a:lnTo>
                <a:lnTo>
                  <a:pt x="388721" y="132797"/>
                </a:lnTo>
                <a:lnTo>
                  <a:pt x="389702" y="133184"/>
                </a:lnTo>
                <a:lnTo>
                  <a:pt x="390703" y="133547"/>
                </a:lnTo>
                <a:lnTo>
                  <a:pt x="391723" y="133887"/>
                </a:lnTo>
                <a:lnTo>
                  <a:pt x="392764" y="134203"/>
                </a:lnTo>
                <a:lnTo>
                  <a:pt x="393823" y="134496"/>
                </a:lnTo>
                <a:lnTo>
                  <a:pt x="394903" y="134765"/>
                </a:lnTo>
                <a:lnTo>
                  <a:pt x="396002" y="135011"/>
                </a:lnTo>
                <a:lnTo>
                  <a:pt x="397121" y="135234"/>
                </a:lnTo>
                <a:lnTo>
                  <a:pt x="398259" y="135433"/>
                </a:lnTo>
                <a:lnTo>
                  <a:pt x="399417" y="135609"/>
                </a:lnTo>
                <a:lnTo>
                  <a:pt x="400595" y="135761"/>
                </a:lnTo>
                <a:lnTo>
                  <a:pt x="401792" y="135890"/>
                </a:lnTo>
                <a:lnTo>
                  <a:pt x="403009" y="135995"/>
                </a:lnTo>
                <a:lnTo>
                  <a:pt x="404246" y="136077"/>
                </a:lnTo>
                <a:lnTo>
                  <a:pt x="405503" y="136136"/>
                </a:lnTo>
                <a:lnTo>
                  <a:pt x="406779" y="136171"/>
                </a:lnTo>
                <a:lnTo>
                  <a:pt x="408075" y="136183"/>
                </a:lnTo>
                <a:lnTo>
                  <a:pt x="409079" y="136175"/>
                </a:lnTo>
                <a:lnTo>
                  <a:pt x="410072" y="136154"/>
                </a:lnTo>
                <a:lnTo>
                  <a:pt x="411054" y="136118"/>
                </a:lnTo>
                <a:lnTo>
                  <a:pt x="412024" y="136068"/>
                </a:lnTo>
                <a:close/>
                <a:moveTo>
                  <a:pt x="379822" y="70930"/>
                </a:moveTo>
                <a:lnTo>
                  <a:pt x="380003" y="69851"/>
                </a:lnTo>
                <a:lnTo>
                  <a:pt x="380203" y="68795"/>
                </a:lnTo>
                <a:lnTo>
                  <a:pt x="380424" y="67763"/>
                </a:lnTo>
                <a:lnTo>
                  <a:pt x="380664" y="66755"/>
                </a:lnTo>
                <a:lnTo>
                  <a:pt x="380925" y="65771"/>
                </a:lnTo>
                <a:lnTo>
                  <a:pt x="381205" y="64810"/>
                </a:lnTo>
                <a:lnTo>
                  <a:pt x="381506" y="63872"/>
                </a:lnTo>
                <a:lnTo>
                  <a:pt x="381826" y="62959"/>
                </a:lnTo>
                <a:lnTo>
                  <a:pt x="382167" y="62069"/>
                </a:lnTo>
                <a:lnTo>
                  <a:pt x="382527" y="61202"/>
                </a:lnTo>
                <a:lnTo>
                  <a:pt x="382908" y="60359"/>
                </a:lnTo>
                <a:lnTo>
                  <a:pt x="383308" y="59540"/>
                </a:lnTo>
                <a:lnTo>
                  <a:pt x="383729" y="58745"/>
                </a:lnTo>
                <a:lnTo>
                  <a:pt x="384169" y="57973"/>
                </a:lnTo>
                <a:lnTo>
                  <a:pt x="384630" y="57224"/>
                </a:lnTo>
                <a:lnTo>
                  <a:pt x="385111" y="56500"/>
                </a:lnTo>
                <a:lnTo>
                  <a:pt x="385611" y="55798"/>
                </a:lnTo>
                <a:lnTo>
                  <a:pt x="386132" y="55121"/>
                </a:lnTo>
                <a:lnTo>
                  <a:pt x="386673" y="54467"/>
                </a:lnTo>
                <a:lnTo>
                  <a:pt x="387233" y="53837"/>
                </a:lnTo>
                <a:lnTo>
                  <a:pt x="387813" y="53231"/>
                </a:lnTo>
                <a:lnTo>
                  <a:pt x="388411" y="52651"/>
                </a:lnTo>
                <a:lnTo>
                  <a:pt x="389026" y="52097"/>
                </a:lnTo>
                <a:lnTo>
                  <a:pt x="389660" y="51568"/>
                </a:lnTo>
                <a:lnTo>
                  <a:pt x="390312" y="51066"/>
                </a:lnTo>
                <a:lnTo>
                  <a:pt x="390981" y="50589"/>
                </a:lnTo>
                <a:lnTo>
                  <a:pt x="391668" y="50138"/>
                </a:lnTo>
                <a:lnTo>
                  <a:pt x="392374" y="49712"/>
                </a:lnTo>
                <a:lnTo>
                  <a:pt x="393097" y="49313"/>
                </a:lnTo>
                <a:lnTo>
                  <a:pt x="393839" y="48939"/>
                </a:lnTo>
                <a:lnTo>
                  <a:pt x="394598" y="48591"/>
                </a:lnTo>
                <a:lnTo>
                  <a:pt x="395375" y="48269"/>
                </a:lnTo>
                <a:lnTo>
                  <a:pt x="396171" y="47972"/>
                </a:lnTo>
                <a:lnTo>
                  <a:pt x="396984" y="47701"/>
                </a:lnTo>
                <a:lnTo>
                  <a:pt x="397815" y="47456"/>
                </a:lnTo>
                <a:lnTo>
                  <a:pt x="398664" y="47237"/>
                </a:lnTo>
                <a:lnTo>
                  <a:pt x="399531" y="47044"/>
                </a:lnTo>
                <a:lnTo>
                  <a:pt x="400416" y="46876"/>
                </a:lnTo>
                <a:lnTo>
                  <a:pt x="401319" y="46735"/>
                </a:lnTo>
                <a:lnTo>
                  <a:pt x="402240" y="46619"/>
                </a:lnTo>
                <a:lnTo>
                  <a:pt x="403179" y="46528"/>
                </a:lnTo>
                <a:lnTo>
                  <a:pt x="404136" y="46464"/>
                </a:lnTo>
                <a:lnTo>
                  <a:pt x="405111" y="46425"/>
                </a:lnTo>
                <a:lnTo>
                  <a:pt x="406104" y="46412"/>
                </a:lnTo>
                <a:lnTo>
                  <a:pt x="407088" y="46425"/>
                </a:lnTo>
                <a:lnTo>
                  <a:pt x="408055" y="46464"/>
                </a:lnTo>
                <a:lnTo>
                  <a:pt x="409003" y="46529"/>
                </a:lnTo>
                <a:lnTo>
                  <a:pt x="409933" y="46620"/>
                </a:lnTo>
                <a:lnTo>
                  <a:pt x="410845" y="46737"/>
                </a:lnTo>
                <a:lnTo>
                  <a:pt x="411739" y="46880"/>
                </a:lnTo>
                <a:lnTo>
                  <a:pt x="412615" y="47048"/>
                </a:lnTo>
                <a:lnTo>
                  <a:pt x="413472" y="47243"/>
                </a:lnTo>
                <a:lnTo>
                  <a:pt x="414312" y="47464"/>
                </a:lnTo>
                <a:lnTo>
                  <a:pt x="415133" y="47710"/>
                </a:lnTo>
                <a:lnTo>
                  <a:pt x="415937" y="47983"/>
                </a:lnTo>
                <a:lnTo>
                  <a:pt x="416722" y="48282"/>
                </a:lnTo>
                <a:lnTo>
                  <a:pt x="417489" y="48606"/>
                </a:lnTo>
                <a:lnTo>
                  <a:pt x="418237" y="48957"/>
                </a:lnTo>
                <a:lnTo>
                  <a:pt x="418968" y="49333"/>
                </a:lnTo>
                <a:lnTo>
                  <a:pt x="419681" y="49735"/>
                </a:lnTo>
                <a:lnTo>
                  <a:pt x="420375" y="50164"/>
                </a:lnTo>
                <a:lnTo>
                  <a:pt x="421051" y="50618"/>
                </a:lnTo>
                <a:lnTo>
                  <a:pt x="421709" y="51098"/>
                </a:lnTo>
                <a:lnTo>
                  <a:pt x="422349" y="51605"/>
                </a:lnTo>
                <a:lnTo>
                  <a:pt x="422971" y="52137"/>
                </a:lnTo>
                <a:lnTo>
                  <a:pt x="423575" y="52695"/>
                </a:lnTo>
                <a:lnTo>
                  <a:pt x="424161" y="53279"/>
                </a:lnTo>
                <a:lnTo>
                  <a:pt x="424728" y="53889"/>
                </a:lnTo>
                <a:lnTo>
                  <a:pt x="425275" y="54524"/>
                </a:lnTo>
                <a:lnTo>
                  <a:pt x="425800" y="55181"/>
                </a:lnTo>
                <a:lnTo>
                  <a:pt x="426303" y="55861"/>
                </a:lnTo>
                <a:lnTo>
                  <a:pt x="426784" y="56565"/>
                </a:lnTo>
                <a:lnTo>
                  <a:pt x="427242" y="57292"/>
                </a:lnTo>
                <a:lnTo>
                  <a:pt x="427678" y="58041"/>
                </a:lnTo>
                <a:lnTo>
                  <a:pt x="428092" y="58814"/>
                </a:lnTo>
                <a:lnTo>
                  <a:pt x="428483" y="59610"/>
                </a:lnTo>
                <a:lnTo>
                  <a:pt x="428853" y="60429"/>
                </a:lnTo>
                <a:lnTo>
                  <a:pt x="429200" y="61271"/>
                </a:lnTo>
                <a:lnTo>
                  <a:pt x="429525" y="62136"/>
                </a:lnTo>
                <a:lnTo>
                  <a:pt x="429827" y="63024"/>
                </a:lnTo>
                <a:lnTo>
                  <a:pt x="430108" y="63935"/>
                </a:lnTo>
                <a:lnTo>
                  <a:pt x="430366" y="64870"/>
                </a:lnTo>
                <a:lnTo>
                  <a:pt x="430602" y="65827"/>
                </a:lnTo>
                <a:lnTo>
                  <a:pt x="430816" y="66808"/>
                </a:lnTo>
                <a:lnTo>
                  <a:pt x="431007" y="67811"/>
                </a:lnTo>
                <a:lnTo>
                  <a:pt x="431176" y="68838"/>
                </a:lnTo>
                <a:lnTo>
                  <a:pt x="431323" y="69887"/>
                </a:lnTo>
                <a:lnTo>
                  <a:pt x="431448" y="70960"/>
                </a:lnTo>
                <a:lnTo>
                  <a:pt x="431550" y="72056"/>
                </a:lnTo>
                <a:lnTo>
                  <a:pt x="431631" y="73175"/>
                </a:lnTo>
                <a:lnTo>
                  <a:pt x="431689" y="74317"/>
                </a:lnTo>
                <a:lnTo>
                  <a:pt x="431724" y="75482"/>
                </a:lnTo>
                <a:lnTo>
                  <a:pt x="379301" y="75482"/>
                </a:lnTo>
                <a:lnTo>
                  <a:pt x="379401" y="74308"/>
                </a:lnTo>
                <a:lnTo>
                  <a:pt x="379522" y="73158"/>
                </a:lnTo>
                <a:lnTo>
                  <a:pt x="379662" y="72032"/>
                </a:lnTo>
                <a:lnTo>
                  <a:pt x="379822" y="70930"/>
                </a:lnTo>
                <a:close/>
                <a:moveTo>
                  <a:pt x="722468" y="135916"/>
                </a:moveTo>
                <a:lnTo>
                  <a:pt x="723587" y="135799"/>
                </a:lnTo>
                <a:lnTo>
                  <a:pt x="724692" y="135660"/>
                </a:lnTo>
                <a:lnTo>
                  <a:pt x="725781" y="135501"/>
                </a:lnTo>
                <a:lnTo>
                  <a:pt x="726857" y="135320"/>
                </a:lnTo>
                <a:lnTo>
                  <a:pt x="727917" y="135117"/>
                </a:lnTo>
                <a:lnTo>
                  <a:pt x="728964" y="134893"/>
                </a:lnTo>
                <a:lnTo>
                  <a:pt x="729995" y="134648"/>
                </a:lnTo>
                <a:lnTo>
                  <a:pt x="731013" y="134382"/>
                </a:lnTo>
                <a:lnTo>
                  <a:pt x="732015" y="134094"/>
                </a:lnTo>
                <a:lnTo>
                  <a:pt x="733003" y="133785"/>
                </a:lnTo>
                <a:lnTo>
                  <a:pt x="733977" y="133455"/>
                </a:lnTo>
                <a:lnTo>
                  <a:pt x="734936" y="133103"/>
                </a:lnTo>
                <a:lnTo>
                  <a:pt x="735880" y="132730"/>
                </a:lnTo>
                <a:lnTo>
                  <a:pt x="736810" y="132336"/>
                </a:lnTo>
                <a:lnTo>
                  <a:pt x="737725" y="131921"/>
                </a:lnTo>
                <a:lnTo>
                  <a:pt x="738626" y="131484"/>
                </a:lnTo>
                <a:lnTo>
                  <a:pt x="739512" y="131026"/>
                </a:lnTo>
                <a:lnTo>
                  <a:pt x="740384" y="130546"/>
                </a:lnTo>
                <a:lnTo>
                  <a:pt x="741241" y="130045"/>
                </a:lnTo>
                <a:lnTo>
                  <a:pt x="742083" y="129525"/>
                </a:lnTo>
                <a:lnTo>
                  <a:pt x="742908" y="128985"/>
                </a:lnTo>
                <a:lnTo>
                  <a:pt x="743717" y="128428"/>
                </a:lnTo>
                <a:lnTo>
                  <a:pt x="744510" y="127852"/>
                </a:lnTo>
                <a:lnTo>
                  <a:pt x="745286" y="127258"/>
                </a:lnTo>
                <a:lnTo>
                  <a:pt x="746045" y="126646"/>
                </a:lnTo>
                <a:lnTo>
                  <a:pt x="746788" y="126015"/>
                </a:lnTo>
                <a:lnTo>
                  <a:pt x="747515" y="125366"/>
                </a:lnTo>
                <a:lnTo>
                  <a:pt x="748225" y="124698"/>
                </a:lnTo>
                <a:lnTo>
                  <a:pt x="748919" y="124013"/>
                </a:lnTo>
                <a:lnTo>
                  <a:pt x="749597" y="123309"/>
                </a:lnTo>
                <a:lnTo>
                  <a:pt x="750258" y="122586"/>
                </a:lnTo>
                <a:lnTo>
                  <a:pt x="750902" y="121846"/>
                </a:lnTo>
                <a:lnTo>
                  <a:pt x="751531" y="121087"/>
                </a:lnTo>
                <a:lnTo>
                  <a:pt x="752142" y="120309"/>
                </a:lnTo>
                <a:lnTo>
                  <a:pt x="752738" y="119514"/>
                </a:lnTo>
                <a:lnTo>
                  <a:pt x="753317" y="118700"/>
                </a:lnTo>
                <a:lnTo>
                  <a:pt x="753879" y="117868"/>
                </a:lnTo>
                <a:lnTo>
                  <a:pt x="754425" y="117017"/>
                </a:lnTo>
                <a:lnTo>
                  <a:pt x="754955" y="116148"/>
                </a:lnTo>
                <a:lnTo>
                  <a:pt x="755468" y="115261"/>
                </a:lnTo>
                <a:lnTo>
                  <a:pt x="755965" y="114356"/>
                </a:lnTo>
                <a:lnTo>
                  <a:pt x="756445" y="113432"/>
                </a:lnTo>
                <a:lnTo>
                  <a:pt x="756909" y="112490"/>
                </a:lnTo>
                <a:lnTo>
                  <a:pt x="757355" y="111531"/>
                </a:lnTo>
                <a:lnTo>
                  <a:pt x="757783" y="110557"/>
                </a:lnTo>
                <a:lnTo>
                  <a:pt x="758191" y="109569"/>
                </a:lnTo>
                <a:lnTo>
                  <a:pt x="758580" y="108565"/>
                </a:lnTo>
                <a:lnTo>
                  <a:pt x="758951" y="107546"/>
                </a:lnTo>
                <a:lnTo>
                  <a:pt x="759302" y="106513"/>
                </a:lnTo>
                <a:lnTo>
                  <a:pt x="759634" y="105464"/>
                </a:lnTo>
                <a:lnTo>
                  <a:pt x="759948" y="104400"/>
                </a:lnTo>
                <a:lnTo>
                  <a:pt x="760242" y="103322"/>
                </a:lnTo>
                <a:lnTo>
                  <a:pt x="760517" y="102228"/>
                </a:lnTo>
                <a:lnTo>
                  <a:pt x="760774" y="101120"/>
                </a:lnTo>
                <a:lnTo>
                  <a:pt x="761011" y="99996"/>
                </a:lnTo>
                <a:lnTo>
                  <a:pt x="761229" y="98857"/>
                </a:lnTo>
                <a:lnTo>
                  <a:pt x="761429" y="97704"/>
                </a:lnTo>
                <a:lnTo>
                  <a:pt x="761609" y="96535"/>
                </a:lnTo>
                <a:lnTo>
                  <a:pt x="761770" y="95352"/>
                </a:lnTo>
                <a:lnTo>
                  <a:pt x="761913" y="94154"/>
                </a:lnTo>
                <a:lnTo>
                  <a:pt x="762036" y="92940"/>
                </a:lnTo>
                <a:lnTo>
                  <a:pt x="762141" y="91712"/>
                </a:lnTo>
                <a:lnTo>
                  <a:pt x="762226" y="90468"/>
                </a:lnTo>
                <a:lnTo>
                  <a:pt x="762293" y="89210"/>
                </a:lnTo>
                <a:lnTo>
                  <a:pt x="762340" y="87937"/>
                </a:lnTo>
                <a:lnTo>
                  <a:pt x="762369" y="86648"/>
                </a:lnTo>
                <a:lnTo>
                  <a:pt x="762378" y="85345"/>
                </a:lnTo>
                <a:lnTo>
                  <a:pt x="762369" y="84009"/>
                </a:lnTo>
                <a:lnTo>
                  <a:pt x="762340" y="82688"/>
                </a:lnTo>
                <a:lnTo>
                  <a:pt x="762293" y="81384"/>
                </a:lnTo>
                <a:lnTo>
                  <a:pt x="762226" y="80096"/>
                </a:lnTo>
                <a:lnTo>
                  <a:pt x="762141" y="78823"/>
                </a:lnTo>
                <a:lnTo>
                  <a:pt x="762036" y="77567"/>
                </a:lnTo>
                <a:lnTo>
                  <a:pt x="761913" y="76327"/>
                </a:lnTo>
                <a:lnTo>
                  <a:pt x="761770" y="75103"/>
                </a:lnTo>
                <a:lnTo>
                  <a:pt x="761609" y="73895"/>
                </a:lnTo>
                <a:lnTo>
                  <a:pt x="761429" y="72702"/>
                </a:lnTo>
                <a:lnTo>
                  <a:pt x="761229" y="71526"/>
                </a:lnTo>
                <a:lnTo>
                  <a:pt x="761011" y="70366"/>
                </a:lnTo>
                <a:lnTo>
                  <a:pt x="760774" y="69222"/>
                </a:lnTo>
                <a:lnTo>
                  <a:pt x="760517" y="68094"/>
                </a:lnTo>
                <a:lnTo>
                  <a:pt x="760242" y="66982"/>
                </a:lnTo>
                <a:lnTo>
                  <a:pt x="759948" y="65886"/>
                </a:lnTo>
                <a:lnTo>
                  <a:pt x="759634" y="64806"/>
                </a:lnTo>
                <a:lnTo>
                  <a:pt x="759302" y="63742"/>
                </a:lnTo>
                <a:lnTo>
                  <a:pt x="758951" y="62694"/>
                </a:lnTo>
                <a:lnTo>
                  <a:pt x="758580" y="61662"/>
                </a:lnTo>
                <a:lnTo>
                  <a:pt x="758191" y="60647"/>
                </a:lnTo>
                <a:lnTo>
                  <a:pt x="757783" y="59647"/>
                </a:lnTo>
                <a:lnTo>
                  <a:pt x="757355" y="58663"/>
                </a:lnTo>
                <a:lnTo>
                  <a:pt x="756909" y="57695"/>
                </a:lnTo>
                <a:lnTo>
                  <a:pt x="756445" y="56745"/>
                </a:lnTo>
                <a:lnTo>
                  <a:pt x="755965" y="55813"/>
                </a:lnTo>
                <a:lnTo>
                  <a:pt x="755468" y="54899"/>
                </a:lnTo>
                <a:lnTo>
                  <a:pt x="754955" y="54004"/>
                </a:lnTo>
                <a:lnTo>
                  <a:pt x="754425" y="53128"/>
                </a:lnTo>
                <a:lnTo>
                  <a:pt x="753879" y="52270"/>
                </a:lnTo>
                <a:lnTo>
                  <a:pt x="753317" y="51430"/>
                </a:lnTo>
                <a:lnTo>
                  <a:pt x="752738" y="50609"/>
                </a:lnTo>
                <a:lnTo>
                  <a:pt x="752142" y="49807"/>
                </a:lnTo>
                <a:lnTo>
                  <a:pt x="751531" y="49023"/>
                </a:lnTo>
                <a:lnTo>
                  <a:pt x="750902" y="48257"/>
                </a:lnTo>
                <a:lnTo>
                  <a:pt x="750258" y="47510"/>
                </a:lnTo>
                <a:lnTo>
                  <a:pt x="749597" y="46782"/>
                </a:lnTo>
                <a:lnTo>
                  <a:pt x="748919" y="46072"/>
                </a:lnTo>
                <a:lnTo>
                  <a:pt x="748225" y="45380"/>
                </a:lnTo>
                <a:lnTo>
                  <a:pt x="747515" y="44707"/>
                </a:lnTo>
                <a:lnTo>
                  <a:pt x="746788" y="44053"/>
                </a:lnTo>
                <a:lnTo>
                  <a:pt x="746045" y="43417"/>
                </a:lnTo>
                <a:lnTo>
                  <a:pt x="745286" y="42799"/>
                </a:lnTo>
                <a:lnTo>
                  <a:pt x="744510" y="42200"/>
                </a:lnTo>
                <a:lnTo>
                  <a:pt x="743717" y="41619"/>
                </a:lnTo>
                <a:lnTo>
                  <a:pt x="742908" y="41057"/>
                </a:lnTo>
                <a:lnTo>
                  <a:pt x="742083" y="40514"/>
                </a:lnTo>
                <a:lnTo>
                  <a:pt x="741241" y="39989"/>
                </a:lnTo>
                <a:lnTo>
                  <a:pt x="740384" y="39484"/>
                </a:lnTo>
                <a:lnTo>
                  <a:pt x="739512" y="39000"/>
                </a:lnTo>
                <a:lnTo>
                  <a:pt x="738626" y="38538"/>
                </a:lnTo>
                <a:lnTo>
                  <a:pt x="737725" y="38098"/>
                </a:lnTo>
                <a:lnTo>
                  <a:pt x="736810" y="37679"/>
                </a:lnTo>
                <a:lnTo>
                  <a:pt x="735880" y="37281"/>
                </a:lnTo>
                <a:lnTo>
                  <a:pt x="734936" y="36905"/>
                </a:lnTo>
                <a:lnTo>
                  <a:pt x="733977" y="36550"/>
                </a:lnTo>
                <a:lnTo>
                  <a:pt x="733003" y="36217"/>
                </a:lnTo>
                <a:lnTo>
                  <a:pt x="732015" y="35905"/>
                </a:lnTo>
                <a:lnTo>
                  <a:pt x="731013" y="35615"/>
                </a:lnTo>
                <a:lnTo>
                  <a:pt x="729995" y="35347"/>
                </a:lnTo>
                <a:lnTo>
                  <a:pt x="728964" y="35100"/>
                </a:lnTo>
                <a:lnTo>
                  <a:pt x="727917" y="34874"/>
                </a:lnTo>
                <a:lnTo>
                  <a:pt x="726857" y="34670"/>
                </a:lnTo>
                <a:lnTo>
                  <a:pt x="725781" y="34487"/>
                </a:lnTo>
                <a:lnTo>
                  <a:pt x="724692" y="34326"/>
                </a:lnTo>
                <a:lnTo>
                  <a:pt x="723587" y="34186"/>
                </a:lnTo>
                <a:lnTo>
                  <a:pt x="722468" y="34068"/>
                </a:lnTo>
                <a:lnTo>
                  <a:pt x="721335" y="33971"/>
                </a:lnTo>
                <a:lnTo>
                  <a:pt x="720187" y="33896"/>
                </a:lnTo>
                <a:lnTo>
                  <a:pt x="719024" y="33842"/>
                </a:lnTo>
                <a:lnTo>
                  <a:pt x="717847" y="33810"/>
                </a:lnTo>
                <a:lnTo>
                  <a:pt x="716656" y="33799"/>
                </a:lnTo>
                <a:lnTo>
                  <a:pt x="715488" y="33810"/>
                </a:lnTo>
                <a:lnTo>
                  <a:pt x="714335" y="33842"/>
                </a:lnTo>
                <a:lnTo>
                  <a:pt x="713196" y="33896"/>
                </a:lnTo>
                <a:lnTo>
                  <a:pt x="712071" y="33971"/>
                </a:lnTo>
                <a:lnTo>
                  <a:pt x="710960" y="34068"/>
                </a:lnTo>
                <a:lnTo>
                  <a:pt x="709862" y="34186"/>
                </a:lnTo>
                <a:lnTo>
                  <a:pt x="708779" y="34326"/>
                </a:lnTo>
                <a:lnTo>
                  <a:pt x="707710" y="34487"/>
                </a:lnTo>
                <a:lnTo>
                  <a:pt x="706655" y="34670"/>
                </a:lnTo>
                <a:lnTo>
                  <a:pt x="705614" y="34874"/>
                </a:lnTo>
                <a:lnTo>
                  <a:pt x="704587" y="35100"/>
                </a:lnTo>
                <a:lnTo>
                  <a:pt x="703574" y="35347"/>
                </a:lnTo>
                <a:lnTo>
                  <a:pt x="702575" y="35615"/>
                </a:lnTo>
                <a:lnTo>
                  <a:pt x="701590" y="35905"/>
                </a:lnTo>
                <a:lnTo>
                  <a:pt x="700620" y="36217"/>
                </a:lnTo>
                <a:lnTo>
                  <a:pt x="699663" y="36550"/>
                </a:lnTo>
                <a:lnTo>
                  <a:pt x="698720" y="36905"/>
                </a:lnTo>
                <a:lnTo>
                  <a:pt x="697791" y="37281"/>
                </a:lnTo>
                <a:lnTo>
                  <a:pt x="696876" y="37679"/>
                </a:lnTo>
                <a:lnTo>
                  <a:pt x="695976" y="38098"/>
                </a:lnTo>
                <a:lnTo>
                  <a:pt x="695089" y="38538"/>
                </a:lnTo>
                <a:lnTo>
                  <a:pt x="694216" y="39000"/>
                </a:lnTo>
                <a:lnTo>
                  <a:pt x="693358" y="39484"/>
                </a:lnTo>
                <a:lnTo>
                  <a:pt x="692513" y="39989"/>
                </a:lnTo>
                <a:lnTo>
                  <a:pt x="691684" y="40514"/>
                </a:lnTo>
                <a:lnTo>
                  <a:pt x="690871" y="41057"/>
                </a:lnTo>
                <a:lnTo>
                  <a:pt x="690075" y="41619"/>
                </a:lnTo>
                <a:lnTo>
                  <a:pt x="689296" y="42200"/>
                </a:lnTo>
                <a:lnTo>
                  <a:pt x="688533" y="42799"/>
                </a:lnTo>
                <a:lnTo>
                  <a:pt x="687786" y="43417"/>
                </a:lnTo>
                <a:lnTo>
                  <a:pt x="687057" y="44053"/>
                </a:lnTo>
                <a:lnTo>
                  <a:pt x="686343" y="44707"/>
                </a:lnTo>
                <a:lnTo>
                  <a:pt x="685647" y="45380"/>
                </a:lnTo>
                <a:lnTo>
                  <a:pt x="684967" y="46072"/>
                </a:lnTo>
                <a:lnTo>
                  <a:pt x="684304" y="46782"/>
                </a:lnTo>
                <a:lnTo>
                  <a:pt x="683657" y="47510"/>
                </a:lnTo>
                <a:lnTo>
                  <a:pt x="683027" y="48257"/>
                </a:lnTo>
                <a:lnTo>
                  <a:pt x="682413" y="49023"/>
                </a:lnTo>
                <a:lnTo>
                  <a:pt x="681816" y="49807"/>
                </a:lnTo>
                <a:lnTo>
                  <a:pt x="681236" y="50609"/>
                </a:lnTo>
                <a:lnTo>
                  <a:pt x="680672" y="51430"/>
                </a:lnTo>
                <a:lnTo>
                  <a:pt x="680125" y="52270"/>
                </a:lnTo>
                <a:lnTo>
                  <a:pt x="679594" y="53128"/>
                </a:lnTo>
                <a:lnTo>
                  <a:pt x="679080" y="54004"/>
                </a:lnTo>
                <a:lnTo>
                  <a:pt x="678583" y="54899"/>
                </a:lnTo>
                <a:lnTo>
                  <a:pt x="678102" y="55813"/>
                </a:lnTo>
                <a:lnTo>
                  <a:pt x="677638" y="56745"/>
                </a:lnTo>
                <a:lnTo>
                  <a:pt x="677190" y="57695"/>
                </a:lnTo>
                <a:lnTo>
                  <a:pt x="676760" y="58663"/>
                </a:lnTo>
                <a:lnTo>
                  <a:pt x="676348" y="59647"/>
                </a:lnTo>
                <a:lnTo>
                  <a:pt x="675955" y="60647"/>
                </a:lnTo>
                <a:lnTo>
                  <a:pt x="675579" y="61662"/>
                </a:lnTo>
                <a:lnTo>
                  <a:pt x="675222" y="62694"/>
                </a:lnTo>
                <a:lnTo>
                  <a:pt x="674884" y="63742"/>
                </a:lnTo>
                <a:lnTo>
                  <a:pt x="674563" y="64806"/>
                </a:lnTo>
                <a:lnTo>
                  <a:pt x="674261" y="65886"/>
                </a:lnTo>
                <a:lnTo>
                  <a:pt x="673978" y="66982"/>
                </a:lnTo>
                <a:lnTo>
                  <a:pt x="673712" y="68094"/>
                </a:lnTo>
                <a:lnTo>
                  <a:pt x="673465" y="69222"/>
                </a:lnTo>
                <a:lnTo>
                  <a:pt x="673236" y="70366"/>
                </a:lnTo>
                <a:lnTo>
                  <a:pt x="673026" y="71526"/>
                </a:lnTo>
                <a:lnTo>
                  <a:pt x="672834" y="72702"/>
                </a:lnTo>
                <a:lnTo>
                  <a:pt x="672660" y="73895"/>
                </a:lnTo>
                <a:lnTo>
                  <a:pt x="672504" y="75103"/>
                </a:lnTo>
                <a:lnTo>
                  <a:pt x="672367" y="76327"/>
                </a:lnTo>
                <a:lnTo>
                  <a:pt x="672248" y="77567"/>
                </a:lnTo>
                <a:lnTo>
                  <a:pt x="672147" y="78823"/>
                </a:lnTo>
                <a:lnTo>
                  <a:pt x="672065" y="80096"/>
                </a:lnTo>
                <a:lnTo>
                  <a:pt x="672001" y="81384"/>
                </a:lnTo>
                <a:lnTo>
                  <a:pt x="671955" y="82688"/>
                </a:lnTo>
                <a:lnTo>
                  <a:pt x="671927" y="84009"/>
                </a:lnTo>
                <a:lnTo>
                  <a:pt x="671918" y="85345"/>
                </a:lnTo>
                <a:lnTo>
                  <a:pt x="671927" y="86648"/>
                </a:lnTo>
                <a:lnTo>
                  <a:pt x="671955" y="87937"/>
                </a:lnTo>
                <a:lnTo>
                  <a:pt x="672001" y="89210"/>
                </a:lnTo>
                <a:lnTo>
                  <a:pt x="672065" y="90468"/>
                </a:lnTo>
                <a:lnTo>
                  <a:pt x="672147" y="91712"/>
                </a:lnTo>
                <a:lnTo>
                  <a:pt x="672248" y="92940"/>
                </a:lnTo>
                <a:lnTo>
                  <a:pt x="672367" y="94154"/>
                </a:lnTo>
                <a:lnTo>
                  <a:pt x="672504" y="95352"/>
                </a:lnTo>
                <a:lnTo>
                  <a:pt x="672660" y="96535"/>
                </a:lnTo>
                <a:lnTo>
                  <a:pt x="672834" y="97704"/>
                </a:lnTo>
                <a:lnTo>
                  <a:pt x="673026" y="98857"/>
                </a:lnTo>
                <a:lnTo>
                  <a:pt x="673236" y="99996"/>
                </a:lnTo>
                <a:lnTo>
                  <a:pt x="673465" y="101120"/>
                </a:lnTo>
                <a:lnTo>
                  <a:pt x="673712" y="102228"/>
                </a:lnTo>
                <a:lnTo>
                  <a:pt x="673978" y="103322"/>
                </a:lnTo>
                <a:lnTo>
                  <a:pt x="674261" y="104400"/>
                </a:lnTo>
                <a:lnTo>
                  <a:pt x="674563" y="105464"/>
                </a:lnTo>
                <a:lnTo>
                  <a:pt x="674884" y="106513"/>
                </a:lnTo>
                <a:lnTo>
                  <a:pt x="675222" y="107546"/>
                </a:lnTo>
                <a:lnTo>
                  <a:pt x="675579" y="108565"/>
                </a:lnTo>
                <a:lnTo>
                  <a:pt x="675955" y="109569"/>
                </a:lnTo>
                <a:lnTo>
                  <a:pt x="676348" y="110557"/>
                </a:lnTo>
                <a:lnTo>
                  <a:pt x="676760" y="111531"/>
                </a:lnTo>
                <a:lnTo>
                  <a:pt x="677190" y="112490"/>
                </a:lnTo>
                <a:lnTo>
                  <a:pt x="677638" y="113432"/>
                </a:lnTo>
                <a:lnTo>
                  <a:pt x="678102" y="114356"/>
                </a:lnTo>
                <a:lnTo>
                  <a:pt x="678583" y="115261"/>
                </a:lnTo>
                <a:lnTo>
                  <a:pt x="679080" y="116148"/>
                </a:lnTo>
                <a:lnTo>
                  <a:pt x="679594" y="117017"/>
                </a:lnTo>
                <a:lnTo>
                  <a:pt x="680125" y="117868"/>
                </a:lnTo>
                <a:lnTo>
                  <a:pt x="680672" y="118700"/>
                </a:lnTo>
                <a:lnTo>
                  <a:pt x="681236" y="119514"/>
                </a:lnTo>
                <a:lnTo>
                  <a:pt x="681816" y="120309"/>
                </a:lnTo>
                <a:lnTo>
                  <a:pt x="682413" y="121087"/>
                </a:lnTo>
                <a:lnTo>
                  <a:pt x="683027" y="121846"/>
                </a:lnTo>
                <a:lnTo>
                  <a:pt x="683657" y="122586"/>
                </a:lnTo>
                <a:lnTo>
                  <a:pt x="684304" y="123309"/>
                </a:lnTo>
                <a:lnTo>
                  <a:pt x="684967" y="124013"/>
                </a:lnTo>
                <a:lnTo>
                  <a:pt x="685647" y="124698"/>
                </a:lnTo>
                <a:lnTo>
                  <a:pt x="686343" y="125366"/>
                </a:lnTo>
                <a:lnTo>
                  <a:pt x="687057" y="126015"/>
                </a:lnTo>
                <a:lnTo>
                  <a:pt x="687786" y="126646"/>
                </a:lnTo>
                <a:lnTo>
                  <a:pt x="688533" y="127258"/>
                </a:lnTo>
                <a:lnTo>
                  <a:pt x="689296" y="127852"/>
                </a:lnTo>
                <a:lnTo>
                  <a:pt x="690075" y="128428"/>
                </a:lnTo>
                <a:lnTo>
                  <a:pt x="690871" y="128985"/>
                </a:lnTo>
                <a:lnTo>
                  <a:pt x="691684" y="129525"/>
                </a:lnTo>
                <a:lnTo>
                  <a:pt x="692513" y="130045"/>
                </a:lnTo>
                <a:lnTo>
                  <a:pt x="693358" y="130546"/>
                </a:lnTo>
                <a:lnTo>
                  <a:pt x="694216" y="131026"/>
                </a:lnTo>
                <a:lnTo>
                  <a:pt x="695089" y="131484"/>
                </a:lnTo>
                <a:lnTo>
                  <a:pt x="695976" y="131921"/>
                </a:lnTo>
                <a:lnTo>
                  <a:pt x="696876" y="132336"/>
                </a:lnTo>
                <a:lnTo>
                  <a:pt x="697791" y="132730"/>
                </a:lnTo>
                <a:lnTo>
                  <a:pt x="698720" y="133103"/>
                </a:lnTo>
                <a:lnTo>
                  <a:pt x="699663" y="133455"/>
                </a:lnTo>
                <a:lnTo>
                  <a:pt x="700620" y="133785"/>
                </a:lnTo>
                <a:lnTo>
                  <a:pt x="701590" y="134094"/>
                </a:lnTo>
                <a:lnTo>
                  <a:pt x="702575" y="134382"/>
                </a:lnTo>
                <a:lnTo>
                  <a:pt x="703574" y="134648"/>
                </a:lnTo>
                <a:lnTo>
                  <a:pt x="704587" y="134893"/>
                </a:lnTo>
                <a:lnTo>
                  <a:pt x="705614" y="135117"/>
                </a:lnTo>
                <a:lnTo>
                  <a:pt x="706655" y="135320"/>
                </a:lnTo>
                <a:lnTo>
                  <a:pt x="707710" y="135501"/>
                </a:lnTo>
                <a:lnTo>
                  <a:pt x="708779" y="135660"/>
                </a:lnTo>
                <a:lnTo>
                  <a:pt x="709862" y="135799"/>
                </a:lnTo>
                <a:lnTo>
                  <a:pt x="710960" y="135916"/>
                </a:lnTo>
                <a:lnTo>
                  <a:pt x="712071" y="136012"/>
                </a:lnTo>
                <a:lnTo>
                  <a:pt x="713196" y="136087"/>
                </a:lnTo>
                <a:lnTo>
                  <a:pt x="714335" y="136140"/>
                </a:lnTo>
                <a:lnTo>
                  <a:pt x="715488" y="136172"/>
                </a:lnTo>
                <a:lnTo>
                  <a:pt x="716656" y="136183"/>
                </a:lnTo>
                <a:lnTo>
                  <a:pt x="717847" y="136172"/>
                </a:lnTo>
                <a:lnTo>
                  <a:pt x="719024" y="136140"/>
                </a:lnTo>
                <a:lnTo>
                  <a:pt x="720187" y="136087"/>
                </a:lnTo>
                <a:lnTo>
                  <a:pt x="721335" y="136012"/>
                </a:lnTo>
                <a:lnTo>
                  <a:pt x="722468" y="135916"/>
                </a:lnTo>
                <a:close/>
                <a:moveTo>
                  <a:pt x="712530" y="122865"/>
                </a:moveTo>
                <a:lnTo>
                  <a:pt x="711750" y="122772"/>
                </a:lnTo>
                <a:lnTo>
                  <a:pt x="710985" y="122663"/>
                </a:lnTo>
                <a:lnTo>
                  <a:pt x="710234" y="122536"/>
                </a:lnTo>
                <a:lnTo>
                  <a:pt x="709498" y="122392"/>
                </a:lnTo>
                <a:lnTo>
                  <a:pt x="708777" y="122232"/>
                </a:lnTo>
                <a:lnTo>
                  <a:pt x="708071" y="122054"/>
                </a:lnTo>
                <a:lnTo>
                  <a:pt x="707380" y="121860"/>
                </a:lnTo>
                <a:lnTo>
                  <a:pt x="706704" y="121648"/>
                </a:lnTo>
                <a:lnTo>
                  <a:pt x="706043" y="121420"/>
                </a:lnTo>
                <a:lnTo>
                  <a:pt x="705397" y="121175"/>
                </a:lnTo>
                <a:lnTo>
                  <a:pt x="704765" y="120913"/>
                </a:lnTo>
                <a:lnTo>
                  <a:pt x="704148" y="120634"/>
                </a:lnTo>
                <a:lnTo>
                  <a:pt x="703547" y="120338"/>
                </a:lnTo>
                <a:lnTo>
                  <a:pt x="702960" y="120025"/>
                </a:lnTo>
                <a:lnTo>
                  <a:pt x="702388" y="119696"/>
                </a:lnTo>
                <a:lnTo>
                  <a:pt x="701831" y="119349"/>
                </a:lnTo>
                <a:lnTo>
                  <a:pt x="701288" y="118986"/>
                </a:lnTo>
                <a:lnTo>
                  <a:pt x="700761" y="118605"/>
                </a:lnTo>
                <a:lnTo>
                  <a:pt x="700249" y="118208"/>
                </a:lnTo>
                <a:lnTo>
                  <a:pt x="699749" y="117796"/>
                </a:lnTo>
                <a:lnTo>
                  <a:pt x="699262" y="117371"/>
                </a:lnTo>
                <a:lnTo>
                  <a:pt x="698787" y="116933"/>
                </a:lnTo>
                <a:lnTo>
                  <a:pt x="698323" y="116482"/>
                </a:lnTo>
                <a:lnTo>
                  <a:pt x="697871" y="116018"/>
                </a:lnTo>
                <a:lnTo>
                  <a:pt x="697431" y="115542"/>
                </a:lnTo>
                <a:lnTo>
                  <a:pt x="697003" y="115053"/>
                </a:lnTo>
                <a:lnTo>
                  <a:pt x="696586" y="114551"/>
                </a:lnTo>
                <a:lnTo>
                  <a:pt x="696181" y="114036"/>
                </a:lnTo>
                <a:lnTo>
                  <a:pt x="695789" y="113508"/>
                </a:lnTo>
                <a:lnTo>
                  <a:pt x="695408" y="112968"/>
                </a:lnTo>
                <a:lnTo>
                  <a:pt x="695038" y="112414"/>
                </a:lnTo>
                <a:lnTo>
                  <a:pt x="694681" y="111848"/>
                </a:lnTo>
                <a:lnTo>
                  <a:pt x="694335" y="111269"/>
                </a:lnTo>
                <a:lnTo>
                  <a:pt x="694001" y="110678"/>
                </a:lnTo>
                <a:lnTo>
                  <a:pt x="693679" y="110073"/>
                </a:lnTo>
                <a:lnTo>
                  <a:pt x="693369" y="109456"/>
                </a:lnTo>
                <a:lnTo>
                  <a:pt x="693071" y="108826"/>
                </a:lnTo>
                <a:lnTo>
                  <a:pt x="692784" y="108183"/>
                </a:lnTo>
                <a:lnTo>
                  <a:pt x="692509" y="107527"/>
                </a:lnTo>
                <a:lnTo>
                  <a:pt x="692246" y="106858"/>
                </a:lnTo>
                <a:lnTo>
                  <a:pt x="691995" y="106177"/>
                </a:lnTo>
                <a:lnTo>
                  <a:pt x="691755" y="105483"/>
                </a:lnTo>
                <a:lnTo>
                  <a:pt x="691528" y="104776"/>
                </a:lnTo>
                <a:lnTo>
                  <a:pt x="691311" y="104059"/>
                </a:lnTo>
                <a:lnTo>
                  <a:pt x="691103" y="103333"/>
                </a:lnTo>
                <a:lnTo>
                  <a:pt x="690904" y="102600"/>
                </a:lnTo>
                <a:lnTo>
                  <a:pt x="690715" y="101858"/>
                </a:lnTo>
                <a:lnTo>
                  <a:pt x="690535" y="101109"/>
                </a:lnTo>
                <a:lnTo>
                  <a:pt x="690364" y="100352"/>
                </a:lnTo>
                <a:lnTo>
                  <a:pt x="690202" y="99586"/>
                </a:lnTo>
                <a:lnTo>
                  <a:pt x="690050" y="98813"/>
                </a:lnTo>
                <a:lnTo>
                  <a:pt x="689906" y="98032"/>
                </a:lnTo>
                <a:lnTo>
                  <a:pt x="689772" y="97242"/>
                </a:lnTo>
                <a:lnTo>
                  <a:pt x="689648" y="96445"/>
                </a:lnTo>
                <a:lnTo>
                  <a:pt x="689532" y="95639"/>
                </a:lnTo>
                <a:lnTo>
                  <a:pt x="689426" y="94826"/>
                </a:lnTo>
                <a:lnTo>
                  <a:pt x="689329" y="94005"/>
                </a:lnTo>
                <a:lnTo>
                  <a:pt x="689241" y="93175"/>
                </a:lnTo>
                <a:lnTo>
                  <a:pt x="689163" y="92338"/>
                </a:lnTo>
                <a:lnTo>
                  <a:pt x="689093" y="91493"/>
                </a:lnTo>
                <a:lnTo>
                  <a:pt x="689033" y="90639"/>
                </a:lnTo>
                <a:lnTo>
                  <a:pt x="688983" y="89778"/>
                </a:lnTo>
                <a:lnTo>
                  <a:pt x="688941" y="88909"/>
                </a:lnTo>
                <a:lnTo>
                  <a:pt x="688909" y="88031"/>
                </a:lnTo>
                <a:lnTo>
                  <a:pt x="688886" y="87146"/>
                </a:lnTo>
                <a:lnTo>
                  <a:pt x="688872" y="86253"/>
                </a:lnTo>
                <a:lnTo>
                  <a:pt x="688867" y="85351"/>
                </a:lnTo>
                <a:lnTo>
                  <a:pt x="688872" y="84433"/>
                </a:lnTo>
                <a:lnTo>
                  <a:pt x="688886" y="83522"/>
                </a:lnTo>
                <a:lnTo>
                  <a:pt x="688909" y="82620"/>
                </a:lnTo>
                <a:lnTo>
                  <a:pt x="688941" y="81726"/>
                </a:lnTo>
                <a:lnTo>
                  <a:pt x="688983" y="80840"/>
                </a:lnTo>
                <a:lnTo>
                  <a:pt x="689033" y="79962"/>
                </a:lnTo>
                <a:lnTo>
                  <a:pt x="689093" y="79092"/>
                </a:lnTo>
                <a:lnTo>
                  <a:pt x="689163" y="78231"/>
                </a:lnTo>
                <a:lnTo>
                  <a:pt x="689241" y="77378"/>
                </a:lnTo>
                <a:lnTo>
                  <a:pt x="689329" y="76533"/>
                </a:lnTo>
                <a:lnTo>
                  <a:pt x="689426" y="75696"/>
                </a:lnTo>
                <a:lnTo>
                  <a:pt x="689532" y="74867"/>
                </a:lnTo>
                <a:lnTo>
                  <a:pt x="689648" y="74047"/>
                </a:lnTo>
                <a:lnTo>
                  <a:pt x="689772" y="73235"/>
                </a:lnTo>
                <a:lnTo>
                  <a:pt x="689906" y="72431"/>
                </a:lnTo>
                <a:lnTo>
                  <a:pt x="690050" y="71635"/>
                </a:lnTo>
                <a:lnTo>
                  <a:pt x="690202" y="70847"/>
                </a:lnTo>
                <a:lnTo>
                  <a:pt x="690364" y="70068"/>
                </a:lnTo>
                <a:lnTo>
                  <a:pt x="690535" y="69297"/>
                </a:lnTo>
                <a:lnTo>
                  <a:pt x="690715" y="68534"/>
                </a:lnTo>
                <a:lnTo>
                  <a:pt x="690904" y="67779"/>
                </a:lnTo>
                <a:lnTo>
                  <a:pt x="691103" y="67032"/>
                </a:lnTo>
                <a:lnTo>
                  <a:pt x="691311" y="66293"/>
                </a:lnTo>
                <a:lnTo>
                  <a:pt x="691528" y="65563"/>
                </a:lnTo>
                <a:lnTo>
                  <a:pt x="691755" y="64843"/>
                </a:lnTo>
                <a:lnTo>
                  <a:pt x="691995" y="64137"/>
                </a:lnTo>
                <a:lnTo>
                  <a:pt x="692246" y="63443"/>
                </a:lnTo>
                <a:lnTo>
                  <a:pt x="692509" y="62762"/>
                </a:lnTo>
                <a:lnTo>
                  <a:pt x="692784" y="62095"/>
                </a:lnTo>
                <a:lnTo>
                  <a:pt x="693071" y="61440"/>
                </a:lnTo>
                <a:lnTo>
                  <a:pt x="693369" y="60798"/>
                </a:lnTo>
                <a:lnTo>
                  <a:pt x="693679" y="60169"/>
                </a:lnTo>
                <a:lnTo>
                  <a:pt x="694001" y="59554"/>
                </a:lnTo>
                <a:lnTo>
                  <a:pt x="694335" y="58951"/>
                </a:lnTo>
                <a:lnTo>
                  <a:pt x="694681" y="58361"/>
                </a:lnTo>
                <a:lnTo>
                  <a:pt x="695038" y="57785"/>
                </a:lnTo>
                <a:lnTo>
                  <a:pt x="695408" y="57221"/>
                </a:lnTo>
                <a:lnTo>
                  <a:pt x="695789" y="56670"/>
                </a:lnTo>
                <a:lnTo>
                  <a:pt x="696181" y="56133"/>
                </a:lnTo>
                <a:lnTo>
                  <a:pt x="696586" y="55608"/>
                </a:lnTo>
                <a:lnTo>
                  <a:pt x="697003" y="55096"/>
                </a:lnTo>
                <a:lnTo>
                  <a:pt x="697431" y="54597"/>
                </a:lnTo>
                <a:lnTo>
                  <a:pt x="697871" y="54112"/>
                </a:lnTo>
                <a:lnTo>
                  <a:pt x="698323" y="53639"/>
                </a:lnTo>
                <a:lnTo>
                  <a:pt x="698787" y="53179"/>
                </a:lnTo>
                <a:lnTo>
                  <a:pt x="699262" y="52733"/>
                </a:lnTo>
                <a:lnTo>
                  <a:pt x="699749" y="52299"/>
                </a:lnTo>
                <a:lnTo>
                  <a:pt x="700249" y="51878"/>
                </a:lnTo>
                <a:lnTo>
                  <a:pt x="700761" y="51473"/>
                </a:lnTo>
                <a:lnTo>
                  <a:pt x="701288" y="51084"/>
                </a:lnTo>
                <a:lnTo>
                  <a:pt x="701831" y="50713"/>
                </a:lnTo>
                <a:lnTo>
                  <a:pt x="702388" y="50359"/>
                </a:lnTo>
                <a:lnTo>
                  <a:pt x="702960" y="50022"/>
                </a:lnTo>
                <a:lnTo>
                  <a:pt x="703547" y="49703"/>
                </a:lnTo>
                <a:lnTo>
                  <a:pt x="704148" y="49400"/>
                </a:lnTo>
                <a:lnTo>
                  <a:pt x="704765" y="49115"/>
                </a:lnTo>
                <a:lnTo>
                  <a:pt x="705397" y="48848"/>
                </a:lnTo>
                <a:lnTo>
                  <a:pt x="706043" y="48597"/>
                </a:lnTo>
                <a:lnTo>
                  <a:pt x="706704" y="48364"/>
                </a:lnTo>
                <a:lnTo>
                  <a:pt x="707380" y="48148"/>
                </a:lnTo>
                <a:lnTo>
                  <a:pt x="708071" y="47950"/>
                </a:lnTo>
                <a:lnTo>
                  <a:pt x="708777" y="47769"/>
                </a:lnTo>
                <a:lnTo>
                  <a:pt x="709498" y="47604"/>
                </a:lnTo>
                <a:lnTo>
                  <a:pt x="710234" y="47458"/>
                </a:lnTo>
                <a:lnTo>
                  <a:pt x="710985" y="47328"/>
                </a:lnTo>
                <a:lnTo>
                  <a:pt x="711750" y="47216"/>
                </a:lnTo>
                <a:lnTo>
                  <a:pt x="712530" y="47121"/>
                </a:lnTo>
                <a:lnTo>
                  <a:pt x="713326" y="47043"/>
                </a:lnTo>
                <a:lnTo>
                  <a:pt x="714136" y="46983"/>
                </a:lnTo>
                <a:lnTo>
                  <a:pt x="714961" y="46940"/>
                </a:lnTo>
                <a:lnTo>
                  <a:pt x="715801" y="46914"/>
                </a:lnTo>
                <a:lnTo>
                  <a:pt x="716656" y="46905"/>
                </a:lnTo>
                <a:lnTo>
                  <a:pt x="717535" y="46914"/>
                </a:lnTo>
                <a:lnTo>
                  <a:pt x="718399" y="46940"/>
                </a:lnTo>
                <a:lnTo>
                  <a:pt x="719248" y="46983"/>
                </a:lnTo>
                <a:lnTo>
                  <a:pt x="720083" y="47043"/>
                </a:lnTo>
                <a:lnTo>
                  <a:pt x="720902" y="47121"/>
                </a:lnTo>
                <a:lnTo>
                  <a:pt x="721706" y="47216"/>
                </a:lnTo>
                <a:lnTo>
                  <a:pt x="722495" y="47328"/>
                </a:lnTo>
                <a:lnTo>
                  <a:pt x="723269" y="47458"/>
                </a:lnTo>
                <a:lnTo>
                  <a:pt x="724028" y="47604"/>
                </a:lnTo>
                <a:lnTo>
                  <a:pt x="724771" y="47769"/>
                </a:lnTo>
                <a:lnTo>
                  <a:pt x="725500" y="47950"/>
                </a:lnTo>
                <a:lnTo>
                  <a:pt x="726214" y="48148"/>
                </a:lnTo>
                <a:lnTo>
                  <a:pt x="726913" y="48364"/>
                </a:lnTo>
                <a:lnTo>
                  <a:pt x="727596" y="48597"/>
                </a:lnTo>
                <a:lnTo>
                  <a:pt x="728265" y="48848"/>
                </a:lnTo>
                <a:lnTo>
                  <a:pt x="728918" y="49115"/>
                </a:lnTo>
                <a:lnTo>
                  <a:pt x="729557" y="49400"/>
                </a:lnTo>
                <a:lnTo>
                  <a:pt x="730180" y="49703"/>
                </a:lnTo>
                <a:lnTo>
                  <a:pt x="730788" y="50022"/>
                </a:lnTo>
                <a:lnTo>
                  <a:pt x="731382" y="50359"/>
                </a:lnTo>
                <a:lnTo>
                  <a:pt x="731960" y="50713"/>
                </a:lnTo>
                <a:lnTo>
                  <a:pt x="732523" y="51084"/>
                </a:lnTo>
                <a:lnTo>
                  <a:pt x="733071" y="51473"/>
                </a:lnTo>
                <a:lnTo>
                  <a:pt x="733604" y="51878"/>
                </a:lnTo>
                <a:lnTo>
                  <a:pt x="734124" y="52299"/>
                </a:lnTo>
                <a:lnTo>
                  <a:pt x="734631" y="52733"/>
                </a:lnTo>
                <a:lnTo>
                  <a:pt x="735126" y="53179"/>
                </a:lnTo>
                <a:lnTo>
                  <a:pt x="735608" y="53639"/>
                </a:lnTo>
                <a:lnTo>
                  <a:pt x="736078" y="54112"/>
                </a:lnTo>
                <a:lnTo>
                  <a:pt x="736536" y="54597"/>
                </a:lnTo>
                <a:lnTo>
                  <a:pt x="736981" y="55096"/>
                </a:lnTo>
                <a:lnTo>
                  <a:pt x="737415" y="55608"/>
                </a:lnTo>
                <a:lnTo>
                  <a:pt x="737835" y="56133"/>
                </a:lnTo>
                <a:lnTo>
                  <a:pt x="738244" y="56670"/>
                </a:lnTo>
                <a:lnTo>
                  <a:pt x="738640" y="57221"/>
                </a:lnTo>
                <a:lnTo>
                  <a:pt x="739024" y="57785"/>
                </a:lnTo>
                <a:lnTo>
                  <a:pt x="739396" y="58361"/>
                </a:lnTo>
                <a:lnTo>
                  <a:pt x="739755" y="58951"/>
                </a:lnTo>
                <a:lnTo>
                  <a:pt x="740102" y="59554"/>
                </a:lnTo>
                <a:lnTo>
                  <a:pt x="740437" y="60169"/>
                </a:lnTo>
                <a:lnTo>
                  <a:pt x="740759" y="60798"/>
                </a:lnTo>
                <a:lnTo>
                  <a:pt x="741069" y="61440"/>
                </a:lnTo>
                <a:lnTo>
                  <a:pt x="741367" y="62095"/>
                </a:lnTo>
                <a:lnTo>
                  <a:pt x="741652" y="62762"/>
                </a:lnTo>
                <a:lnTo>
                  <a:pt x="741925" y="63443"/>
                </a:lnTo>
                <a:lnTo>
                  <a:pt x="742186" y="64137"/>
                </a:lnTo>
                <a:lnTo>
                  <a:pt x="742434" y="64843"/>
                </a:lnTo>
                <a:lnTo>
                  <a:pt x="742670" y="65563"/>
                </a:lnTo>
                <a:lnTo>
                  <a:pt x="742895" y="66293"/>
                </a:lnTo>
                <a:lnTo>
                  <a:pt x="743111" y="67032"/>
                </a:lnTo>
                <a:lnTo>
                  <a:pt x="743317" y="67779"/>
                </a:lnTo>
                <a:lnTo>
                  <a:pt x="743513" y="68534"/>
                </a:lnTo>
                <a:lnTo>
                  <a:pt x="743700" y="69297"/>
                </a:lnTo>
                <a:lnTo>
                  <a:pt x="743877" y="70068"/>
                </a:lnTo>
                <a:lnTo>
                  <a:pt x="744045" y="70847"/>
                </a:lnTo>
                <a:lnTo>
                  <a:pt x="744203" y="71635"/>
                </a:lnTo>
                <a:lnTo>
                  <a:pt x="744351" y="72431"/>
                </a:lnTo>
                <a:lnTo>
                  <a:pt x="744490" y="73235"/>
                </a:lnTo>
                <a:lnTo>
                  <a:pt x="744620" y="74047"/>
                </a:lnTo>
                <a:lnTo>
                  <a:pt x="744739" y="74867"/>
                </a:lnTo>
                <a:lnTo>
                  <a:pt x="744850" y="75696"/>
                </a:lnTo>
                <a:lnTo>
                  <a:pt x="744950" y="76533"/>
                </a:lnTo>
                <a:lnTo>
                  <a:pt x="745041" y="77378"/>
                </a:lnTo>
                <a:lnTo>
                  <a:pt x="745123" y="78231"/>
                </a:lnTo>
                <a:lnTo>
                  <a:pt x="745195" y="79092"/>
                </a:lnTo>
                <a:lnTo>
                  <a:pt x="745257" y="79962"/>
                </a:lnTo>
                <a:lnTo>
                  <a:pt x="745309" y="80840"/>
                </a:lnTo>
                <a:lnTo>
                  <a:pt x="745353" y="81726"/>
                </a:lnTo>
                <a:lnTo>
                  <a:pt x="745386" y="82620"/>
                </a:lnTo>
                <a:lnTo>
                  <a:pt x="745410" y="83522"/>
                </a:lnTo>
                <a:lnTo>
                  <a:pt x="745424" y="84433"/>
                </a:lnTo>
                <a:lnTo>
                  <a:pt x="745429" y="85351"/>
                </a:lnTo>
                <a:lnTo>
                  <a:pt x="745424" y="86253"/>
                </a:lnTo>
                <a:lnTo>
                  <a:pt x="745410" y="87146"/>
                </a:lnTo>
                <a:lnTo>
                  <a:pt x="745386" y="88031"/>
                </a:lnTo>
                <a:lnTo>
                  <a:pt x="745353" y="88909"/>
                </a:lnTo>
                <a:lnTo>
                  <a:pt x="745309" y="89778"/>
                </a:lnTo>
                <a:lnTo>
                  <a:pt x="745257" y="90639"/>
                </a:lnTo>
                <a:lnTo>
                  <a:pt x="745195" y="91493"/>
                </a:lnTo>
                <a:lnTo>
                  <a:pt x="745123" y="92338"/>
                </a:lnTo>
                <a:lnTo>
                  <a:pt x="745041" y="93175"/>
                </a:lnTo>
                <a:lnTo>
                  <a:pt x="744950" y="94005"/>
                </a:lnTo>
                <a:lnTo>
                  <a:pt x="744850" y="94826"/>
                </a:lnTo>
                <a:lnTo>
                  <a:pt x="744739" y="95639"/>
                </a:lnTo>
                <a:lnTo>
                  <a:pt x="744620" y="96445"/>
                </a:lnTo>
                <a:lnTo>
                  <a:pt x="744490" y="97242"/>
                </a:lnTo>
                <a:lnTo>
                  <a:pt x="744351" y="98032"/>
                </a:lnTo>
                <a:lnTo>
                  <a:pt x="744203" y="98813"/>
                </a:lnTo>
                <a:lnTo>
                  <a:pt x="744045" y="99586"/>
                </a:lnTo>
                <a:lnTo>
                  <a:pt x="743877" y="100352"/>
                </a:lnTo>
                <a:lnTo>
                  <a:pt x="743700" y="101109"/>
                </a:lnTo>
                <a:lnTo>
                  <a:pt x="743513" y="101858"/>
                </a:lnTo>
                <a:lnTo>
                  <a:pt x="743317" y="102600"/>
                </a:lnTo>
                <a:lnTo>
                  <a:pt x="743111" y="103333"/>
                </a:lnTo>
                <a:lnTo>
                  <a:pt x="742895" y="104059"/>
                </a:lnTo>
                <a:lnTo>
                  <a:pt x="742670" y="104776"/>
                </a:lnTo>
                <a:lnTo>
                  <a:pt x="742434" y="105483"/>
                </a:lnTo>
                <a:lnTo>
                  <a:pt x="742186" y="106177"/>
                </a:lnTo>
                <a:lnTo>
                  <a:pt x="741925" y="106858"/>
                </a:lnTo>
                <a:lnTo>
                  <a:pt x="741652" y="107527"/>
                </a:lnTo>
                <a:lnTo>
                  <a:pt x="741367" y="108183"/>
                </a:lnTo>
                <a:lnTo>
                  <a:pt x="741069" y="108826"/>
                </a:lnTo>
                <a:lnTo>
                  <a:pt x="740759" y="109456"/>
                </a:lnTo>
                <a:lnTo>
                  <a:pt x="740437" y="110073"/>
                </a:lnTo>
                <a:lnTo>
                  <a:pt x="740102" y="110678"/>
                </a:lnTo>
                <a:lnTo>
                  <a:pt x="739755" y="111269"/>
                </a:lnTo>
                <a:lnTo>
                  <a:pt x="739396" y="111848"/>
                </a:lnTo>
                <a:lnTo>
                  <a:pt x="739024" y="112414"/>
                </a:lnTo>
                <a:lnTo>
                  <a:pt x="738640" y="112968"/>
                </a:lnTo>
                <a:lnTo>
                  <a:pt x="738244" y="113508"/>
                </a:lnTo>
                <a:lnTo>
                  <a:pt x="737835" y="114036"/>
                </a:lnTo>
                <a:lnTo>
                  <a:pt x="737415" y="114551"/>
                </a:lnTo>
                <a:lnTo>
                  <a:pt x="736981" y="115053"/>
                </a:lnTo>
                <a:lnTo>
                  <a:pt x="736536" y="115542"/>
                </a:lnTo>
                <a:lnTo>
                  <a:pt x="736078" y="116018"/>
                </a:lnTo>
                <a:lnTo>
                  <a:pt x="735608" y="116482"/>
                </a:lnTo>
                <a:lnTo>
                  <a:pt x="735126" y="116933"/>
                </a:lnTo>
                <a:lnTo>
                  <a:pt x="734631" y="117371"/>
                </a:lnTo>
                <a:lnTo>
                  <a:pt x="734124" y="117796"/>
                </a:lnTo>
                <a:lnTo>
                  <a:pt x="733604" y="118208"/>
                </a:lnTo>
                <a:lnTo>
                  <a:pt x="733071" y="118605"/>
                </a:lnTo>
                <a:lnTo>
                  <a:pt x="732523" y="118986"/>
                </a:lnTo>
                <a:lnTo>
                  <a:pt x="731960" y="119349"/>
                </a:lnTo>
                <a:lnTo>
                  <a:pt x="731382" y="119696"/>
                </a:lnTo>
                <a:lnTo>
                  <a:pt x="730788" y="120025"/>
                </a:lnTo>
                <a:lnTo>
                  <a:pt x="730180" y="120338"/>
                </a:lnTo>
                <a:lnTo>
                  <a:pt x="729557" y="120634"/>
                </a:lnTo>
                <a:lnTo>
                  <a:pt x="728918" y="120913"/>
                </a:lnTo>
                <a:lnTo>
                  <a:pt x="728265" y="121175"/>
                </a:lnTo>
                <a:lnTo>
                  <a:pt x="727596" y="121420"/>
                </a:lnTo>
                <a:lnTo>
                  <a:pt x="726913" y="121648"/>
                </a:lnTo>
                <a:lnTo>
                  <a:pt x="726214" y="121860"/>
                </a:lnTo>
                <a:lnTo>
                  <a:pt x="725500" y="122054"/>
                </a:lnTo>
                <a:lnTo>
                  <a:pt x="724771" y="122232"/>
                </a:lnTo>
                <a:lnTo>
                  <a:pt x="724028" y="122392"/>
                </a:lnTo>
                <a:lnTo>
                  <a:pt x="723269" y="122536"/>
                </a:lnTo>
                <a:lnTo>
                  <a:pt x="722495" y="122663"/>
                </a:lnTo>
                <a:lnTo>
                  <a:pt x="721706" y="122772"/>
                </a:lnTo>
                <a:lnTo>
                  <a:pt x="720902" y="122865"/>
                </a:lnTo>
                <a:lnTo>
                  <a:pt x="720083" y="122941"/>
                </a:lnTo>
                <a:lnTo>
                  <a:pt x="719248" y="123001"/>
                </a:lnTo>
                <a:lnTo>
                  <a:pt x="718399" y="123043"/>
                </a:lnTo>
                <a:lnTo>
                  <a:pt x="717535" y="123068"/>
                </a:lnTo>
                <a:lnTo>
                  <a:pt x="716656" y="123077"/>
                </a:lnTo>
                <a:lnTo>
                  <a:pt x="715801" y="123068"/>
                </a:lnTo>
                <a:lnTo>
                  <a:pt x="714961" y="123043"/>
                </a:lnTo>
                <a:lnTo>
                  <a:pt x="714136" y="123001"/>
                </a:lnTo>
                <a:lnTo>
                  <a:pt x="713326" y="122941"/>
                </a:lnTo>
                <a:lnTo>
                  <a:pt x="712530" y="122865"/>
                </a:lnTo>
                <a:close/>
                <a:moveTo>
                  <a:pt x="948991" y="136004"/>
                </a:moveTo>
                <a:lnTo>
                  <a:pt x="949939" y="135925"/>
                </a:lnTo>
                <a:lnTo>
                  <a:pt x="950876" y="135833"/>
                </a:lnTo>
                <a:lnTo>
                  <a:pt x="951801" y="135725"/>
                </a:lnTo>
                <a:lnTo>
                  <a:pt x="952715" y="135604"/>
                </a:lnTo>
                <a:lnTo>
                  <a:pt x="953618" y="135468"/>
                </a:lnTo>
                <a:lnTo>
                  <a:pt x="954509" y="135318"/>
                </a:lnTo>
                <a:lnTo>
                  <a:pt x="955389" y="135154"/>
                </a:lnTo>
                <a:lnTo>
                  <a:pt x="956258" y="134976"/>
                </a:lnTo>
                <a:lnTo>
                  <a:pt x="957116" y="134783"/>
                </a:lnTo>
                <a:lnTo>
                  <a:pt x="957962" y="134576"/>
                </a:lnTo>
                <a:lnTo>
                  <a:pt x="958797" y="134354"/>
                </a:lnTo>
                <a:lnTo>
                  <a:pt x="959621" y="134118"/>
                </a:lnTo>
                <a:lnTo>
                  <a:pt x="960433" y="133868"/>
                </a:lnTo>
                <a:lnTo>
                  <a:pt x="961235" y="133604"/>
                </a:lnTo>
                <a:lnTo>
                  <a:pt x="962024" y="133326"/>
                </a:lnTo>
                <a:lnTo>
                  <a:pt x="962803" y="133033"/>
                </a:lnTo>
                <a:lnTo>
                  <a:pt x="963570" y="132726"/>
                </a:lnTo>
                <a:lnTo>
                  <a:pt x="964326" y="132404"/>
                </a:lnTo>
                <a:lnTo>
                  <a:pt x="965071" y="132069"/>
                </a:lnTo>
                <a:lnTo>
                  <a:pt x="965803" y="131719"/>
                </a:lnTo>
                <a:lnTo>
                  <a:pt x="966522" y="131358"/>
                </a:lnTo>
                <a:lnTo>
                  <a:pt x="967227" y="130985"/>
                </a:lnTo>
                <a:lnTo>
                  <a:pt x="967918" y="130600"/>
                </a:lnTo>
                <a:lnTo>
                  <a:pt x="968595" y="130203"/>
                </a:lnTo>
                <a:lnTo>
                  <a:pt x="969259" y="129794"/>
                </a:lnTo>
                <a:lnTo>
                  <a:pt x="969909" y="129373"/>
                </a:lnTo>
                <a:lnTo>
                  <a:pt x="970545" y="128940"/>
                </a:lnTo>
                <a:lnTo>
                  <a:pt x="971168" y="128495"/>
                </a:lnTo>
                <a:lnTo>
                  <a:pt x="971777" y="128038"/>
                </a:lnTo>
                <a:lnTo>
                  <a:pt x="972373" y="127569"/>
                </a:lnTo>
                <a:lnTo>
                  <a:pt x="972954" y="127088"/>
                </a:lnTo>
                <a:lnTo>
                  <a:pt x="973522" y="126595"/>
                </a:lnTo>
                <a:lnTo>
                  <a:pt x="974077" y="126090"/>
                </a:lnTo>
                <a:lnTo>
                  <a:pt x="974617" y="125572"/>
                </a:lnTo>
                <a:lnTo>
                  <a:pt x="975144" y="125043"/>
                </a:lnTo>
                <a:lnTo>
                  <a:pt x="975657" y="124502"/>
                </a:lnTo>
                <a:lnTo>
                  <a:pt x="976157" y="123949"/>
                </a:lnTo>
                <a:lnTo>
                  <a:pt x="976643" y="123384"/>
                </a:lnTo>
                <a:lnTo>
                  <a:pt x="977115" y="122807"/>
                </a:lnTo>
                <a:lnTo>
                  <a:pt x="977573" y="122218"/>
                </a:lnTo>
                <a:lnTo>
                  <a:pt x="978018" y="121617"/>
                </a:lnTo>
                <a:lnTo>
                  <a:pt x="978449" y="121004"/>
                </a:lnTo>
                <a:lnTo>
                  <a:pt x="978867" y="120379"/>
                </a:lnTo>
                <a:lnTo>
                  <a:pt x="979269" y="119743"/>
                </a:lnTo>
                <a:lnTo>
                  <a:pt x="979656" y="119097"/>
                </a:lnTo>
                <a:lnTo>
                  <a:pt x="980026" y="118441"/>
                </a:lnTo>
                <a:lnTo>
                  <a:pt x="980380" y="117775"/>
                </a:lnTo>
                <a:lnTo>
                  <a:pt x="980719" y="117098"/>
                </a:lnTo>
                <a:lnTo>
                  <a:pt x="981041" y="116412"/>
                </a:lnTo>
                <a:lnTo>
                  <a:pt x="981347" y="115716"/>
                </a:lnTo>
                <a:lnTo>
                  <a:pt x="981637" y="115009"/>
                </a:lnTo>
                <a:lnTo>
                  <a:pt x="981911" y="114293"/>
                </a:lnTo>
                <a:lnTo>
                  <a:pt x="982168" y="113566"/>
                </a:lnTo>
                <a:lnTo>
                  <a:pt x="982410" y="112830"/>
                </a:lnTo>
                <a:lnTo>
                  <a:pt x="982636" y="112083"/>
                </a:lnTo>
                <a:lnTo>
                  <a:pt x="982845" y="111327"/>
                </a:lnTo>
                <a:lnTo>
                  <a:pt x="983039" y="110560"/>
                </a:lnTo>
                <a:lnTo>
                  <a:pt x="983216" y="109783"/>
                </a:lnTo>
                <a:lnTo>
                  <a:pt x="983378" y="108996"/>
                </a:lnTo>
                <a:lnTo>
                  <a:pt x="983523" y="108200"/>
                </a:lnTo>
                <a:lnTo>
                  <a:pt x="983652" y="107393"/>
                </a:lnTo>
                <a:lnTo>
                  <a:pt x="983765" y="106576"/>
                </a:lnTo>
                <a:lnTo>
                  <a:pt x="983862" y="105749"/>
                </a:lnTo>
                <a:lnTo>
                  <a:pt x="983943" y="104912"/>
                </a:lnTo>
                <a:lnTo>
                  <a:pt x="984008" y="104065"/>
                </a:lnTo>
                <a:lnTo>
                  <a:pt x="984057" y="103207"/>
                </a:lnTo>
                <a:lnTo>
                  <a:pt x="984089" y="102340"/>
                </a:lnTo>
                <a:lnTo>
                  <a:pt x="967830" y="102340"/>
                </a:lnTo>
                <a:lnTo>
                  <a:pt x="967795" y="103186"/>
                </a:lnTo>
                <a:lnTo>
                  <a:pt x="967740" y="104016"/>
                </a:lnTo>
                <a:lnTo>
                  <a:pt x="967664" y="104829"/>
                </a:lnTo>
                <a:lnTo>
                  <a:pt x="967567" y="105625"/>
                </a:lnTo>
                <a:lnTo>
                  <a:pt x="967450" y="106404"/>
                </a:lnTo>
                <a:lnTo>
                  <a:pt x="967313" y="107166"/>
                </a:lnTo>
                <a:lnTo>
                  <a:pt x="967155" y="107912"/>
                </a:lnTo>
                <a:lnTo>
                  <a:pt x="966976" y="108641"/>
                </a:lnTo>
                <a:lnTo>
                  <a:pt x="966777" y="109354"/>
                </a:lnTo>
                <a:lnTo>
                  <a:pt x="966557" y="110049"/>
                </a:lnTo>
                <a:lnTo>
                  <a:pt x="966317" y="110728"/>
                </a:lnTo>
                <a:lnTo>
                  <a:pt x="966056" y="111390"/>
                </a:lnTo>
                <a:lnTo>
                  <a:pt x="965775" y="112036"/>
                </a:lnTo>
                <a:lnTo>
                  <a:pt x="965473" y="112665"/>
                </a:lnTo>
                <a:lnTo>
                  <a:pt x="965151" y="113277"/>
                </a:lnTo>
                <a:lnTo>
                  <a:pt x="964808" y="113872"/>
                </a:lnTo>
                <a:lnTo>
                  <a:pt x="964445" y="114451"/>
                </a:lnTo>
                <a:lnTo>
                  <a:pt x="964061" y="115013"/>
                </a:lnTo>
                <a:lnTo>
                  <a:pt x="963657" y="115558"/>
                </a:lnTo>
                <a:lnTo>
                  <a:pt x="963232" y="116086"/>
                </a:lnTo>
                <a:lnTo>
                  <a:pt x="962786" y="116598"/>
                </a:lnTo>
                <a:lnTo>
                  <a:pt x="962320" y="117093"/>
                </a:lnTo>
                <a:lnTo>
                  <a:pt x="961834" y="117571"/>
                </a:lnTo>
                <a:lnTo>
                  <a:pt x="961326" y="118033"/>
                </a:lnTo>
                <a:lnTo>
                  <a:pt x="960801" y="118476"/>
                </a:lnTo>
                <a:lnTo>
                  <a:pt x="960258" y="118901"/>
                </a:lnTo>
                <a:lnTo>
                  <a:pt x="959699" y="119307"/>
                </a:lnTo>
                <a:lnTo>
                  <a:pt x="959123" y="119694"/>
                </a:lnTo>
                <a:lnTo>
                  <a:pt x="958530" y="120063"/>
                </a:lnTo>
                <a:lnTo>
                  <a:pt x="957921" y="120412"/>
                </a:lnTo>
                <a:lnTo>
                  <a:pt x="957294" y="120742"/>
                </a:lnTo>
                <a:lnTo>
                  <a:pt x="956651" y="121054"/>
                </a:lnTo>
                <a:lnTo>
                  <a:pt x="955991" y="121347"/>
                </a:lnTo>
                <a:lnTo>
                  <a:pt x="955315" y="121620"/>
                </a:lnTo>
                <a:lnTo>
                  <a:pt x="954621" y="121875"/>
                </a:lnTo>
                <a:lnTo>
                  <a:pt x="953911" y="122111"/>
                </a:lnTo>
                <a:lnTo>
                  <a:pt x="953184" y="122328"/>
                </a:lnTo>
                <a:lnTo>
                  <a:pt x="952441" y="122527"/>
                </a:lnTo>
                <a:lnTo>
                  <a:pt x="951680" y="122706"/>
                </a:lnTo>
                <a:lnTo>
                  <a:pt x="950903" y="122867"/>
                </a:lnTo>
                <a:lnTo>
                  <a:pt x="950109" y="123008"/>
                </a:lnTo>
                <a:lnTo>
                  <a:pt x="949298" y="123131"/>
                </a:lnTo>
                <a:lnTo>
                  <a:pt x="948471" y="123235"/>
                </a:lnTo>
                <a:lnTo>
                  <a:pt x="947627" y="123320"/>
                </a:lnTo>
                <a:lnTo>
                  <a:pt x="946766" y="123386"/>
                </a:lnTo>
                <a:lnTo>
                  <a:pt x="945888" y="123433"/>
                </a:lnTo>
                <a:lnTo>
                  <a:pt x="944993" y="123461"/>
                </a:lnTo>
                <a:lnTo>
                  <a:pt x="944082" y="123471"/>
                </a:lnTo>
                <a:lnTo>
                  <a:pt x="943227" y="123462"/>
                </a:lnTo>
                <a:lnTo>
                  <a:pt x="942386" y="123437"/>
                </a:lnTo>
                <a:lnTo>
                  <a:pt x="941558" y="123394"/>
                </a:lnTo>
                <a:lnTo>
                  <a:pt x="940745" y="123334"/>
                </a:lnTo>
                <a:lnTo>
                  <a:pt x="939946" y="123257"/>
                </a:lnTo>
                <a:lnTo>
                  <a:pt x="939161" y="123163"/>
                </a:lnTo>
                <a:lnTo>
                  <a:pt x="938390" y="123051"/>
                </a:lnTo>
                <a:lnTo>
                  <a:pt x="937633" y="122923"/>
                </a:lnTo>
                <a:lnTo>
                  <a:pt x="936890" y="122777"/>
                </a:lnTo>
                <a:lnTo>
                  <a:pt x="936161" y="122614"/>
                </a:lnTo>
                <a:lnTo>
                  <a:pt x="935446" y="122435"/>
                </a:lnTo>
                <a:lnTo>
                  <a:pt x="934745" y="122238"/>
                </a:lnTo>
                <a:lnTo>
                  <a:pt x="934058" y="122023"/>
                </a:lnTo>
                <a:lnTo>
                  <a:pt x="933386" y="121792"/>
                </a:lnTo>
                <a:lnTo>
                  <a:pt x="932727" y="121544"/>
                </a:lnTo>
                <a:lnTo>
                  <a:pt x="932082" y="121278"/>
                </a:lnTo>
                <a:lnTo>
                  <a:pt x="931451" y="120996"/>
                </a:lnTo>
                <a:lnTo>
                  <a:pt x="930834" y="120696"/>
                </a:lnTo>
                <a:lnTo>
                  <a:pt x="930232" y="120379"/>
                </a:lnTo>
                <a:lnTo>
                  <a:pt x="929643" y="120045"/>
                </a:lnTo>
                <a:lnTo>
                  <a:pt x="929068" y="119694"/>
                </a:lnTo>
                <a:lnTo>
                  <a:pt x="928508" y="119326"/>
                </a:lnTo>
                <a:lnTo>
                  <a:pt x="927961" y="118940"/>
                </a:lnTo>
                <a:lnTo>
                  <a:pt x="927429" y="118538"/>
                </a:lnTo>
                <a:lnTo>
                  <a:pt x="926909" y="118121"/>
                </a:lnTo>
                <a:lnTo>
                  <a:pt x="926401" y="117693"/>
                </a:lnTo>
                <a:lnTo>
                  <a:pt x="925905" y="117254"/>
                </a:lnTo>
                <a:lnTo>
                  <a:pt x="925421" y="116803"/>
                </a:lnTo>
                <a:lnTo>
                  <a:pt x="924948" y="116342"/>
                </a:lnTo>
                <a:lnTo>
                  <a:pt x="924488" y="115869"/>
                </a:lnTo>
                <a:lnTo>
                  <a:pt x="924039" y="115385"/>
                </a:lnTo>
                <a:lnTo>
                  <a:pt x="923602" y="114889"/>
                </a:lnTo>
                <a:lnTo>
                  <a:pt x="923177" y="114383"/>
                </a:lnTo>
                <a:lnTo>
                  <a:pt x="922763" y="113865"/>
                </a:lnTo>
                <a:lnTo>
                  <a:pt x="922362" y="113336"/>
                </a:lnTo>
                <a:lnTo>
                  <a:pt x="921972" y="112795"/>
                </a:lnTo>
                <a:lnTo>
                  <a:pt x="921594" y="112244"/>
                </a:lnTo>
                <a:lnTo>
                  <a:pt x="921228" y="111681"/>
                </a:lnTo>
                <a:lnTo>
                  <a:pt x="920873" y="111107"/>
                </a:lnTo>
                <a:lnTo>
                  <a:pt x="920531" y="110522"/>
                </a:lnTo>
                <a:lnTo>
                  <a:pt x="920200" y="109925"/>
                </a:lnTo>
                <a:lnTo>
                  <a:pt x="919881" y="109317"/>
                </a:lnTo>
                <a:lnTo>
                  <a:pt x="919574" y="108698"/>
                </a:lnTo>
                <a:lnTo>
                  <a:pt x="919279" y="108068"/>
                </a:lnTo>
                <a:lnTo>
                  <a:pt x="918995" y="107427"/>
                </a:lnTo>
                <a:lnTo>
                  <a:pt x="918723" y="106774"/>
                </a:lnTo>
                <a:lnTo>
                  <a:pt x="918463" y="106110"/>
                </a:lnTo>
                <a:lnTo>
                  <a:pt x="918215" y="105435"/>
                </a:lnTo>
                <a:lnTo>
                  <a:pt x="917978" y="104751"/>
                </a:lnTo>
                <a:lnTo>
                  <a:pt x="917750" y="104062"/>
                </a:lnTo>
                <a:lnTo>
                  <a:pt x="917532" y="103368"/>
                </a:lnTo>
                <a:lnTo>
                  <a:pt x="917324" y="102668"/>
                </a:lnTo>
                <a:lnTo>
                  <a:pt x="917126" y="101962"/>
                </a:lnTo>
                <a:lnTo>
                  <a:pt x="916937" y="101251"/>
                </a:lnTo>
                <a:lnTo>
                  <a:pt x="916758" y="100534"/>
                </a:lnTo>
                <a:lnTo>
                  <a:pt x="916589" y="99812"/>
                </a:lnTo>
                <a:lnTo>
                  <a:pt x="916430" y="99084"/>
                </a:lnTo>
                <a:lnTo>
                  <a:pt x="916280" y="98351"/>
                </a:lnTo>
                <a:lnTo>
                  <a:pt x="916140" y="97612"/>
                </a:lnTo>
                <a:lnTo>
                  <a:pt x="916010" y="96867"/>
                </a:lnTo>
                <a:lnTo>
                  <a:pt x="915890" y="96117"/>
                </a:lnTo>
                <a:lnTo>
                  <a:pt x="915779" y="95362"/>
                </a:lnTo>
                <a:lnTo>
                  <a:pt x="915679" y="94601"/>
                </a:lnTo>
                <a:lnTo>
                  <a:pt x="915587" y="93835"/>
                </a:lnTo>
                <a:lnTo>
                  <a:pt x="915506" y="93063"/>
                </a:lnTo>
                <a:lnTo>
                  <a:pt x="915434" y="92285"/>
                </a:lnTo>
                <a:lnTo>
                  <a:pt x="915373" y="91502"/>
                </a:lnTo>
                <a:lnTo>
                  <a:pt x="915321" y="90713"/>
                </a:lnTo>
                <a:lnTo>
                  <a:pt x="915278" y="89919"/>
                </a:lnTo>
                <a:lnTo>
                  <a:pt x="915246" y="89120"/>
                </a:lnTo>
                <a:lnTo>
                  <a:pt x="915223" y="88314"/>
                </a:lnTo>
                <a:lnTo>
                  <a:pt x="915210" y="87504"/>
                </a:lnTo>
                <a:lnTo>
                  <a:pt x="983597" y="87504"/>
                </a:lnTo>
                <a:lnTo>
                  <a:pt x="983613" y="87426"/>
                </a:lnTo>
                <a:lnTo>
                  <a:pt x="983629" y="87344"/>
                </a:lnTo>
                <a:lnTo>
                  <a:pt x="983644" y="87258"/>
                </a:lnTo>
                <a:lnTo>
                  <a:pt x="983660" y="87168"/>
                </a:lnTo>
                <a:lnTo>
                  <a:pt x="983674" y="87073"/>
                </a:lnTo>
                <a:lnTo>
                  <a:pt x="983689" y="86975"/>
                </a:lnTo>
                <a:lnTo>
                  <a:pt x="983703" y="86873"/>
                </a:lnTo>
                <a:lnTo>
                  <a:pt x="983717" y="86767"/>
                </a:lnTo>
                <a:lnTo>
                  <a:pt x="983731" y="86656"/>
                </a:lnTo>
                <a:lnTo>
                  <a:pt x="983744" y="86542"/>
                </a:lnTo>
                <a:lnTo>
                  <a:pt x="983757" y="86424"/>
                </a:lnTo>
                <a:lnTo>
                  <a:pt x="983769" y="86301"/>
                </a:lnTo>
                <a:lnTo>
                  <a:pt x="983781" y="86175"/>
                </a:lnTo>
                <a:lnTo>
                  <a:pt x="983793" y="86044"/>
                </a:lnTo>
                <a:lnTo>
                  <a:pt x="983804" y="85910"/>
                </a:lnTo>
                <a:lnTo>
                  <a:pt x="983816" y="85771"/>
                </a:lnTo>
                <a:lnTo>
                  <a:pt x="983826" y="85628"/>
                </a:lnTo>
                <a:lnTo>
                  <a:pt x="983837" y="85482"/>
                </a:lnTo>
                <a:lnTo>
                  <a:pt x="983847" y="85331"/>
                </a:lnTo>
                <a:lnTo>
                  <a:pt x="983857" y="85176"/>
                </a:lnTo>
                <a:lnTo>
                  <a:pt x="983866" y="85017"/>
                </a:lnTo>
                <a:lnTo>
                  <a:pt x="983875" y="84855"/>
                </a:lnTo>
                <a:lnTo>
                  <a:pt x="983884" y="84688"/>
                </a:lnTo>
                <a:lnTo>
                  <a:pt x="983892" y="84517"/>
                </a:lnTo>
                <a:lnTo>
                  <a:pt x="983900" y="84344"/>
                </a:lnTo>
                <a:lnTo>
                  <a:pt x="983908" y="84174"/>
                </a:lnTo>
                <a:lnTo>
                  <a:pt x="983915" y="84006"/>
                </a:lnTo>
                <a:lnTo>
                  <a:pt x="983922" y="83839"/>
                </a:lnTo>
                <a:lnTo>
                  <a:pt x="983929" y="83675"/>
                </a:lnTo>
                <a:lnTo>
                  <a:pt x="983935" y="83512"/>
                </a:lnTo>
                <a:lnTo>
                  <a:pt x="983941" y="83352"/>
                </a:lnTo>
                <a:lnTo>
                  <a:pt x="983947" y="83193"/>
                </a:lnTo>
                <a:lnTo>
                  <a:pt x="983952" y="83036"/>
                </a:lnTo>
                <a:lnTo>
                  <a:pt x="983957" y="82881"/>
                </a:lnTo>
                <a:lnTo>
                  <a:pt x="983962" y="82728"/>
                </a:lnTo>
                <a:lnTo>
                  <a:pt x="983966" y="82577"/>
                </a:lnTo>
                <a:lnTo>
                  <a:pt x="983970" y="82428"/>
                </a:lnTo>
                <a:lnTo>
                  <a:pt x="983974" y="82281"/>
                </a:lnTo>
                <a:lnTo>
                  <a:pt x="983977" y="82136"/>
                </a:lnTo>
                <a:lnTo>
                  <a:pt x="983980" y="81993"/>
                </a:lnTo>
                <a:lnTo>
                  <a:pt x="983982" y="81852"/>
                </a:lnTo>
                <a:lnTo>
                  <a:pt x="983985" y="81712"/>
                </a:lnTo>
                <a:lnTo>
                  <a:pt x="983986" y="81575"/>
                </a:lnTo>
                <a:lnTo>
                  <a:pt x="983988" y="81439"/>
                </a:lnTo>
                <a:lnTo>
                  <a:pt x="983989" y="81306"/>
                </a:lnTo>
                <a:lnTo>
                  <a:pt x="983990" y="81174"/>
                </a:lnTo>
                <a:lnTo>
                  <a:pt x="983991" y="81045"/>
                </a:lnTo>
                <a:lnTo>
                  <a:pt x="983991" y="80917"/>
                </a:lnTo>
                <a:lnTo>
                  <a:pt x="983971" y="79035"/>
                </a:lnTo>
                <a:lnTo>
                  <a:pt x="983913" y="77191"/>
                </a:lnTo>
                <a:lnTo>
                  <a:pt x="983817" y="75383"/>
                </a:lnTo>
                <a:lnTo>
                  <a:pt x="983681" y="73613"/>
                </a:lnTo>
                <a:lnTo>
                  <a:pt x="983507" y="71879"/>
                </a:lnTo>
                <a:lnTo>
                  <a:pt x="983295" y="70182"/>
                </a:lnTo>
                <a:lnTo>
                  <a:pt x="983043" y="68522"/>
                </a:lnTo>
                <a:lnTo>
                  <a:pt x="982754" y="66900"/>
                </a:lnTo>
                <a:lnTo>
                  <a:pt x="982425" y="65314"/>
                </a:lnTo>
                <a:lnTo>
                  <a:pt x="982058" y="63765"/>
                </a:lnTo>
                <a:lnTo>
                  <a:pt x="981652" y="62253"/>
                </a:lnTo>
                <a:lnTo>
                  <a:pt x="981207" y="60778"/>
                </a:lnTo>
                <a:lnTo>
                  <a:pt x="980724" y="59340"/>
                </a:lnTo>
                <a:lnTo>
                  <a:pt x="980202" y="57939"/>
                </a:lnTo>
                <a:lnTo>
                  <a:pt x="979641" y="56574"/>
                </a:lnTo>
                <a:lnTo>
                  <a:pt x="979042" y="55247"/>
                </a:lnTo>
                <a:lnTo>
                  <a:pt x="978404" y="53957"/>
                </a:lnTo>
                <a:lnTo>
                  <a:pt x="977727" y="52704"/>
                </a:lnTo>
                <a:lnTo>
                  <a:pt x="977012" y="51487"/>
                </a:lnTo>
                <a:lnTo>
                  <a:pt x="976258" y="50308"/>
                </a:lnTo>
                <a:lnTo>
                  <a:pt x="975465" y="49165"/>
                </a:lnTo>
                <a:lnTo>
                  <a:pt x="974634" y="48060"/>
                </a:lnTo>
                <a:lnTo>
                  <a:pt x="973764" y="46991"/>
                </a:lnTo>
                <a:lnTo>
                  <a:pt x="972856" y="45960"/>
                </a:lnTo>
                <a:lnTo>
                  <a:pt x="971913" y="44968"/>
                </a:lnTo>
                <a:lnTo>
                  <a:pt x="970941" y="44017"/>
                </a:lnTo>
                <a:lnTo>
                  <a:pt x="969940" y="43110"/>
                </a:lnTo>
                <a:lnTo>
                  <a:pt x="968909" y="42244"/>
                </a:lnTo>
                <a:lnTo>
                  <a:pt x="967848" y="41421"/>
                </a:lnTo>
                <a:lnTo>
                  <a:pt x="966759" y="40640"/>
                </a:lnTo>
                <a:lnTo>
                  <a:pt x="965639" y="39901"/>
                </a:lnTo>
                <a:lnTo>
                  <a:pt x="964491" y="39204"/>
                </a:lnTo>
                <a:lnTo>
                  <a:pt x="963313" y="38549"/>
                </a:lnTo>
                <a:lnTo>
                  <a:pt x="962105" y="37937"/>
                </a:lnTo>
                <a:lnTo>
                  <a:pt x="960868" y="37367"/>
                </a:lnTo>
                <a:lnTo>
                  <a:pt x="959602" y="36839"/>
                </a:lnTo>
                <a:lnTo>
                  <a:pt x="958306" y="36354"/>
                </a:lnTo>
                <a:lnTo>
                  <a:pt x="956981" y="35910"/>
                </a:lnTo>
                <a:lnTo>
                  <a:pt x="955627" y="35509"/>
                </a:lnTo>
                <a:lnTo>
                  <a:pt x="954243" y="35150"/>
                </a:lnTo>
                <a:lnTo>
                  <a:pt x="952829" y="34834"/>
                </a:lnTo>
                <a:lnTo>
                  <a:pt x="951386" y="34559"/>
                </a:lnTo>
                <a:lnTo>
                  <a:pt x="949914" y="34327"/>
                </a:lnTo>
                <a:lnTo>
                  <a:pt x="948412" y="34137"/>
                </a:lnTo>
                <a:lnTo>
                  <a:pt x="946881" y="33989"/>
                </a:lnTo>
                <a:lnTo>
                  <a:pt x="945321" y="33884"/>
                </a:lnTo>
                <a:lnTo>
                  <a:pt x="943731" y="33820"/>
                </a:lnTo>
                <a:lnTo>
                  <a:pt x="942111" y="33799"/>
                </a:lnTo>
                <a:lnTo>
                  <a:pt x="940888" y="33811"/>
                </a:lnTo>
                <a:lnTo>
                  <a:pt x="939684" y="33844"/>
                </a:lnTo>
                <a:lnTo>
                  <a:pt x="938497" y="33901"/>
                </a:lnTo>
                <a:lnTo>
                  <a:pt x="937328" y="33980"/>
                </a:lnTo>
                <a:lnTo>
                  <a:pt x="936177" y="34081"/>
                </a:lnTo>
                <a:lnTo>
                  <a:pt x="935044" y="34205"/>
                </a:lnTo>
                <a:lnTo>
                  <a:pt x="933929" y="34352"/>
                </a:lnTo>
                <a:lnTo>
                  <a:pt x="932832" y="34521"/>
                </a:lnTo>
                <a:lnTo>
                  <a:pt x="931753" y="34713"/>
                </a:lnTo>
                <a:lnTo>
                  <a:pt x="930692" y="34927"/>
                </a:lnTo>
                <a:lnTo>
                  <a:pt x="929649" y="35164"/>
                </a:lnTo>
                <a:lnTo>
                  <a:pt x="928623" y="35423"/>
                </a:lnTo>
                <a:lnTo>
                  <a:pt x="927616" y="35705"/>
                </a:lnTo>
                <a:lnTo>
                  <a:pt x="926627" y="36009"/>
                </a:lnTo>
                <a:lnTo>
                  <a:pt x="925656" y="36336"/>
                </a:lnTo>
                <a:lnTo>
                  <a:pt x="924702" y="36686"/>
                </a:lnTo>
                <a:lnTo>
                  <a:pt x="923767" y="37058"/>
                </a:lnTo>
                <a:lnTo>
                  <a:pt x="922850" y="37452"/>
                </a:lnTo>
                <a:lnTo>
                  <a:pt x="921950" y="37870"/>
                </a:lnTo>
                <a:lnTo>
                  <a:pt x="921069" y="38309"/>
                </a:lnTo>
                <a:lnTo>
                  <a:pt x="920205" y="38772"/>
                </a:lnTo>
                <a:lnTo>
                  <a:pt x="919360" y="39256"/>
                </a:lnTo>
                <a:lnTo>
                  <a:pt x="918532" y="39764"/>
                </a:lnTo>
                <a:lnTo>
                  <a:pt x="917722" y="40294"/>
                </a:lnTo>
                <a:lnTo>
                  <a:pt x="916930" y="40844"/>
                </a:lnTo>
                <a:lnTo>
                  <a:pt x="916155" y="41411"/>
                </a:lnTo>
                <a:lnTo>
                  <a:pt x="915398" y="41996"/>
                </a:lnTo>
                <a:lnTo>
                  <a:pt x="914657" y="42598"/>
                </a:lnTo>
                <a:lnTo>
                  <a:pt x="913933" y="43218"/>
                </a:lnTo>
                <a:lnTo>
                  <a:pt x="913227" y="43855"/>
                </a:lnTo>
                <a:lnTo>
                  <a:pt x="912537" y="44509"/>
                </a:lnTo>
                <a:lnTo>
                  <a:pt x="911865" y="45181"/>
                </a:lnTo>
                <a:lnTo>
                  <a:pt x="911210" y="45871"/>
                </a:lnTo>
                <a:lnTo>
                  <a:pt x="910571" y="46578"/>
                </a:lnTo>
                <a:lnTo>
                  <a:pt x="909950" y="47302"/>
                </a:lnTo>
                <a:lnTo>
                  <a:pt x="909347" y="48044"/>
                </a:lnTo>
                <a:lnTo>
                  <a:pt x="908760" y="48803"/>
                </a:lnTo>
                <a:lnTo>
                  <a:pt x="908190" y="49580"/>
                </a:lnTo>
                <a:lnTo>
                  <a:pt x="907637" y="50374"/>
                </a:lnTo>
                <a:lnTo>
                  <a:pt x="907102" y="51185"/>
                </a:lnTo>
                <a:lnTo>
                  <a:pt x="906584" y="52014"/>
                </a:lnTo>
                <a:lnTo>
                  <a:pt x="906082" y="52860"/>
                </a:lnTo>
                <a:lnTo>
                  <a:pt x="905598" y="53724"/>
                </a:lnTo>
                <a:lnTo>
                  <a:pt x="905131" y="54606"/>
                </a:lnTo>
                <a:lnTo>
                  <a:pt x="904681" y="55504"/>
                </a:lnTo>
                <a:lnTo>
                  <a:pt x="904248" y="56420"/>
                </a:lnTo>
                <a:lnTo>
                  <a:pt x="903833" y="57354"/>
                </a:lnTo>
                <a:lnTo>
                  <a:pt x="903434" y="58305"/>
                </a:lnTo>
                <a:lnTo>
                  <a:pt x="903052" y="59271"/>
                </a:lnTo>
                <a:lnTo>
                  <a:pt x="902687" y="60250"/>
                </a:lnTo>
                <a:lnTo>
                  <a:pt x="902337" y="61241"/>
                </a:lnTo>
                <a:lnTo>
                  <a:pt x="902004" y="62244"/>
                </a:lnTo>
                <a:lnTo>
                  <a:pt x="901687" y="63260"/>
                </a:lnTo>
                <a:lnTo>
                  <a:pt x="901386" y="64289"/>
                </a:lnTo>
                <a:lnTo>
                  <a:pt x="901102" y="65330"/>
                </a:lnTo>
                <a:lnTo>
                  <a:pt x="900834" y="66383"/>
                </a:lnTo>
                <a:lnTo>
                  <a:pt x="900582" y="67449"/>
                </a:lnTo>
                <a:lnTo>
                  <a:pt x="900346" y="68528"/>
                </a:lnTo>
                <a:lnTo>
                  <a:pt x="900127" y="69619"/>
                </a:lnTo>
                <a:lnTo>
                  <a:pt x="899924" y="70723"/>
                </a:lnTo>
                <a:lnTo>
                  <a:pt x="899737" y="71839"/>
                </a:lnTo>
                <a:lnTo>
                  <a:pt x="899566" y="72967"/>
                </a:lnTo>
                <a:lnTo>
                  <a:pt x="899412" y="74108"/>
                </a:lnTo>
                <a:lnTo>
                  <a:pt x="899274" y="75262"/>
                </a:lnTo>
                <a:lnTo>
                  <a:pt x="899152" y="76428"/>
                </a:lnTo>
                <a:lnTo>
                  <a:pt x="899046" y="77607"/>
                </a:lnTo>
                <a:lnTo>
                  <a:pt x="898957" y="78798"/>
                </a:lnTo>
                <a:lnTo>
                  <a:pt x="898883" y="80002"/>
                </a:lnTo>
                <a:lnTo>
                  <a:pt x="898827" y="81218"/>
                </a:lnTo>
                <a:lnTo>
                  <a:pt x="898786" y="82447"/>
                </a:lnTo>
                <a:lnTo>
                  <a:pt x="898762" y="83688"/>
                </a:lnTo>
                <a:lnTo>
                  <a:pt x="898753" y="84942"/>
                </a:lnTo>
                <a:lnTo>
                  <a:pt x="898762" y="86146"/>
                </a:lnTo>
                <a:lnTo>
                  <a:pt x="898787" y="87340"/>
                </a:lnTo>
                <a:lnTo>
                  <a:pt x="898829" y="88524"/>
                </a:lnTo>
                <a:lnTo>
                  <a:pt x="898888" y="89698"/>
                </a:lnTo>
                <a:lnTo>
                  <a:pt x="898963" y="90862"/>
                </a:lnTo>
                <a:lnTo>
                  <a:pt x="899055" y="92016"/>
                </a:lnTo>
                <a:lnTo>
                  <a:pt x="899164" y="93160"/>
                </a:lnTo>
                <a:lnTo>
                  <a:pt x="899290" y="94294"/>
                </a:lnTo>
                <a:lnTo>
                  <a:pt x="899432" y="95418"/>
                </a:lnTo>
                <a:lnTo>
                  <a:pt x="899592" y="96531"/>
                </a:lnTo>
                <a:lnTo>
                  <a:pt x="899768" y="97635"/>
                </a:lnTo>
                <a:lnTo>
                  <a:pt x="899961" y="98729"/>
                </a:lnTo>
                <a:lnTo>
                  <a:pt x="900170" y="99812"/>
                </a:lnTo>
                <a:lnTo>
                  <a:pt x="900396" y="100886"/>
                </a:lnTo>
                <a:lnTo>
                  <a:pt x="900640" y="101950"/>
                </a:lnTo>
                <a:lnTo>
                  <a:pt x="900899" y="103003"/>
                </a:lnTo>
                <a:lnTo>
                  <a:pt x="901176" y="104047"/>
                </a:lnTo>
                <a:lnTo>
                  <a:pt x="901469" y="105080"/>
                </a:lnTo>
                <a:lnTo>
                  <a:pt x="901780" y="106104"/>
                </a:lnTo>
                <a:lnTo>
                  <a:pt x="902107" y="107117"/>
                </a:lnTo>
                <a:lnTo>
                  <a:pt x="902450" y="108120"/>
                </a:lnTo>
                <a:lnTo>
                  <a:pt x="902811" y="109114"/>
                </a:lnTo>
                <a:lnTo>
                  <a:pt x="903188" y="110097"/>
                </a:lnTo>
                <a:lnTo>
                  <a:pt x="903582" y="111070"/>
                </a:lnTo>
                <a:lnTo>
                  <a:pt x="903993" y="112030"/>
                </a:lnTo>
                <a:lnTo>
                  <a:pt x="904423" y="112972"/>
                </a:lnTo>
                <a:lnTo>
                  <a:pt x="904870" y="113898"/>
                </a:lnTo>
                <a:lnTo>
                  <a:pt x="905335" y="114807"/>
                </a:lnTo>
                <a:lnTo>
                  <a:pt x="905818" y="115699"/>
                </a:lnTo>
                <a:lnTo>
                  <a:pt x="906319" y="116574"/>
                </a:lnTo>
                <a:lnTo>
                  <a:pt x="906839" y="117432"/>
                </a:lnTo>
                <a:lnTo>
                  <a:pt x="907376" y="118273"/>
                </a:lnTo>
                <a:lnTo>
                  <a:pt x="907931" y="119098"/>
                </a:lnTo>
                <a:lnTo>
                  <a:pt x="908504" y="119905"/>
                </a:lnTo>
                <a:lnTo>
                  <a:pt x="909095" y="120696"/>
                </a:lnTo>
                <a:lnTo>
                  <a:pt x="909704" y="121469"/>
                </a:lnTo>
                <a:lnTo>
                  <a:pt x="910331" y="122226"/>
                </a:lnTo>
                <a:lnTo>
                  <a:pt x="910976" y="122966"/>
                </a:lnTo>
                <a:lnTo>
                  <a:pt x="911638" y="123689"/>
                </a:lnTo>
                <a:lnTo>
                  <a:pt x="912319" y="124395"/>
                </a:lnTo>
                <a:lnTo>
                  <a:pt x="913018" y="125084"/>
                </a:lnTo>
                <a:lnTo>
                  <a:pt x="913735" y="125757"/>
                </a:lnTo>
                <a:lnTo>
                  <a:pt x="914469" y="126412"/>
                </a:lnTo>
                <a:lnTo>
                  <a:pt x="915222" y="127050"/>
                </a:lnTo>
                <a:lnTo>
                  <a:pt x="915993" y="127672"/>
                </a:lnTo>
                <a:lnTo>
                  <a:pt x="916781" y="128277"/>
                </a:lnTo>
                <a:lnTo>
                  <a:pt x="917588" y="128865"/>
                </a:lnTo>
                <a:lnTo>
                  <a:pt x="918412" y="129436"/>
                </a:lnTo>
                <a:lnTo>
                  <a:pt x="919256" y="129986"/>
                </a:lnTo>
                <a:lnTo>
                  <a:pt x="920119" y="130513"/>
                </a:lnTo>
                <a:lnTo>
                  <a:pt x="921001" y="131017"/>
                </a:lnTo>
                <a:lnTo>
                  <a:pt x="921904" y="131497"/>
                </a:lnTo>
                <a:lnTo>
                  <a:pt x="922826" y="131954"/>
                </a:lnTo>
                <a:lnTo>
                  <a:pt x="923767" y="132387"/>
                </a:lnTo>
                <a:lnTo>
                  <a:pt x="924729" y="132797"/>
                </a:lnTo>
                <a:lnTo>
                  <a:pt x="925710" y="133184"/>
                </a:lnTo>
                <a:lnTo>
                  <a:pt x="926710" y="133547"/>
                </a:lnTo>
                <a:lnTo>
                  <a:pt x="927731" y="133887"/>
                </a:lnTo>
                <a:lnTo>
                  <a:pt x="928771" y="134203"/>
                </a:lnTo>
                <a:lnTo>
                  <a:pt x="929831" y="134496"/>
                </a:lnTo>
                <a:lnTo>
                  <a:pt x="930910" y="134765"/>
                </a:lnTo>
                <a:lnTo>
                  <a:pt x="932009" y="135011"/>
                </a:lnTo>
                <a:lnTo>
                  <a:pt x="933128" y="135234"/>
                </a:lnTo>
                <a:lnTo>
                  <a:pt x="934266" y="135433"/>
                </a:lnTo>
                <a:lnTo>
                  <a:pt x="935424" y="135609"/>
                </a:lnTo>
                <a:lnTo>
                  <a:pt x="936602" y="135761"/>
                </a:lnTo>
                <a:lnTo>
                  <a:pt x="937800" y="135890"/>
                </a:lnTo>
                <a:lnTo>
                  <a:pt x="939017" y="135995"/>
                </a:lnTo>
                <a:lnTo>
                  <a:pt x="940254" y="136077"/>
                </a:lnTo>
                <a:lnTo>
                  <a:pt x="941510" y="136136"/>
                </a:lnTo>
                <a:lnTo>
                  <a:pt x="942786" y="136171"/>
                </a:lnTo>
                <a:lnTo>
                  <a:pt x="944082" y="136183"/>
                </a:lnTo>
                <a:lnTo>
                  <a:pt x="945086" y="136175"/>
                </a:lnTo>
                <a:lnTo>
                  <a:pt x="946079" y="136154"/>
                </a:lnTo>
                <a:lnTo>
                  <a:pt x="947061" y="136118"/>
                </a:lnTo>
                <a:lnTo>
                  <a:pt x="948032" y="136068"/>
                </a:lnTo>
                <a:lnTo>
                  <a:pt x="948991" y="136004"/>
                </a:lnTo>
                <a:close/>
                <a:moveTo>
                  <a:pt x="916010" y="69851"/>
                </a:moveTo>
                <a:lnTo>
                  <a:pt x="916210" y="68795"/>
                </a:lnTo>
                <a:lnTo>
                  <a:pt x="916431" y="67763"/>
                </a:lnTo>
                <a:lnTo>
                  <a:pt x="916671" y="66755"/>
                </a:lnTo>
                <a:lnTo>
                  <a:pt x="916932" y="65771"/>
                </a:lnTo>
                <a:lnTo>
                  <a:pt x="917212" y="64810"/>
                </a:lnTo>
                <a:lnTo>
                  <a:pt x="917513" y="63872"/>
                </a:lnTo>
                <a:lnTo>
                  <a:pt x="917833" y="62959"/>
                </a:lnTo>
                <a:lnTo>
                  <a:pt x="918174" y="62069"/>
                </a:lnTo>
                <a:lnTo>
                  <a:pt x="918534" y="61202"/>
                </a:lnTo>
                <a:lnTo>
                  <a:pt x="918915" y="60359"/>
                </a:lnTo>
                <a:lnTo>
                  <a:pt x="919316" y="59540"/>
                </a:lnTo>
                <a:lnTo>
                  <a:pt x="919736" y="58745"/>
                </a:lnTo>
                <a:lnTo>
                  <a:pt x="920177" y="57973"/>
                </a:lnTo>
                <a:lnTo>
                  <a:pt x="920637" y="57224"/>
                </a:lnTo>
                <a:lnTo>
                  <a:pt x="921118" y="56500"/>
                </a:lnTo>
                <a:lnTo>
                  <a:pt x="921619" y="55798"/>
                </a:lnTo>
                <a:lnTo>
                  <a:pt x="922139" y="55121"/>
                </a:lnTo>
                <a:lnTo>
                  <a:pt x="922680" y="54467"/>
                </a:lnTo>
                <a:lnTo>
                  <a:pt x="923241" y="53837"/>
                </a:lnTo>
                <a:lnTo>
                  <a:pt x="923820" y="53231"/>
                </a:lnTo>
                <a:lnTo>
                  <a:pt x="924418" y="52651"/>
                </a:lnTo>
                <a:lnTo>
                  <a:pt x="925034" y="52097"/>
                </a:lnTo>
                <a:lnTo>
                  <a:pt x="925667" y="51568"/>
                </a:lnTo>
                <a:lnTo>
                  <a:pt x="926319" y="51066"/>
                </a:lnTo>
                <a:lnTo>
                  <a:pt x="926988" y="50589"/>
                </a:lnTo>
                <a:lnTo>
                  <a:pt x="927676" y="50138"/>
                </a:lnTo>
                <a:lnTo>
                  <a:pt x="928381" y="49712"/>
                </a:lnTo>
                <a:lnTo>
                  <a:pt x="929105" y="49313"/>
                </a:lnTo>
                <a:lnTo>
                  <a:pt x="929846" y="48939"/>
                </a:lnTo>
                <a:lnTo>
                  <a:pt x="930605" y="48591"/>
                </a:lnTo>
                <a:lnTo>
                  <a:pt x="931383" y="48269"/>
                </a:lnTo>
                <a:lnTo>
                  <a:pt x="932178" y="47972"/>
                </a:lnTo>
                <a:lnTo>
                  <a:pt x="932991" y="47701"/>
                </a:lnTo>
                <a:lnTo>
                  <a:pt x="933822" y="47456"/>
                </a:lnTo>
                <a:lnTo>
                  <a:pt x="934671" y="47237"/>
                </a:lnTo>
                <a:lnTo>
                  <a:pt x="935538" y="47044"/>
                </a:lnTo>
                <a:lnTo>
                  <a:pt x="936424" y="46876"/>
                </a:lnTo>
                <a:lnTo>
                  <a:pt x="937327" y="46735"/>
                </a:lnTo>
                <a:lnTo>
                  <a:pt x="938248" y="46619"/>
                </a:lnTo>
                <a:lnTo>
                  <a:pt x="939187" y="46528"/>
                </a:lnTo>
                <a:lnTo>
                  <a:pt x="940143" y="46464"/>
                </a:lnTo>
                <a:lnTo>
                  <a:pt x="941118" y="46425"/>
                </a:lnTo>
                <a:lnTo>
                  <a:pt x="942111" y="46412"/>
                </a:lnTo>
                <a:lnTo>
                  <a:pt x="943096" y="46425"/>
                </a:lnTo>
                <a:lnTo>
                  <a:pt x="944062" y="46464"/>
                </a:lnTo>
                <a:lnTo>
                  <a:pt x="945010" y="46529"/>
                </a:lnTo>
                <a:lnTo>
                  <a:pt x="945941" y="46620"/>
                </a:lnTo>
                <a:lnTo>
                  <a:pt x="946853" y="46737"/>
                </a:lnTo>
                <a:lnTo>
                  <a:pt x="947746" y="46880"/>
                </a:lnTo>
                <a:lnTo>
                  <a:pt x="948622" y="47048"/>
                </a:lnTo>
                <a:lnTo>
                  <a:pt x="949480" y="47243"/>
                </a:lnTo>
                <a:lnTo>
                  <a:pt x="950319" y="47464"/>
                </a:lnTo>
                <a:lnTo>
                  <a:pt x="951141" y="47710"/>
                </a:lnTo>
                <a:lnTo>
                  <a:pt x="951944" y="47983"/>
                </a:lnTo>
                <a:lnTo>
                  <a:pt x="952729" y="48282"/>
                </a:lnTo>
                <a:lnTo>
                  <a:pt x="953496" y="48606"/>
                </a:lnTo>
                <a:lnTo>
                  <a:pt x="954245" y="48957"/>
                </a:lnTo>
                <a:lnTo>
                  <a:pt x="954975" y="49333"/>
                </a:lnTo>
                <a:lnTo>
                  <a:pt x="955688" y="49735"/>
                </a:lnTo>
                <a:lnTo>
                  <a:pt x="956382" y="50164"/>
                </a:lnTo>
                <a:lnTo>
                  <a:pt x="957058" y="50618"/>
                </a:lnTo>
                <a:lnTo>
                  <a:pt x="957717" y="51098"/>
                </a:lnTo>
                <a:lnTo>
                  <a:pt x="958357" y="51605"/>
                </a:lnTo>
                <a:lnTo>
                  <a:pt x="958978" y="52137"/>
                </a:lnTo>
                <a:lnTo>
                  <a:pt x="959582" y="52695"/>
                </a:lnTo>
                <a:lnTo>
                  <a:pt x="960168" y="53279"/>
                </a:lnTo>
                <a:lnTo>
                  <a:pt x="960735" y="53889"/>
                </a:lnTo>
                <a:lnTo>
                  <a:pt x="961283" y="54524"/>
                </a:lnTo>
                <a:lnTo>
                  <a:pt x="961808" y="55181"/>
                </a:lnTo>
                <a:lnTo>
                  <a:pt x="962310" y="55861"/>
                </a:lnTo>
                <a:lnTo>
                  <a:pt x="962791" y="56565"/>
                </a:lnTo>
                <a:lnTo>
                  <a:pt x="963249" y="57292"/>
                </a:lnTo>
                <a:lnTo>
                  <a:pt x="963685" y="58041"/>
                </a:lnTo>
                <a:lnTo>
                  <a:pt x="964099" y="58814"/>
                </a:lnTo>
                <a:lnTo>
                  <a:pt x="964491" y="59610"/>
                </a:lnTo>
                <a:lnTo>
                  <a:pt x="964860" y="60429"/>
                </a:lnTo>
                <a:lnTo>
                  <a:pt x="965207" y="61271"/>
                </a:lnTo>
                <a:lnTo>
                  <a:pt x="965532" y="62136"/>
                </a:lnTo>
                <a:lnTo>
                  <a:pt x="965835" y="63024"/>
                </a:lnTo>
                <a:lnTo>
                  <a:pt x="966115" y="63935"/>
                </a:lnTo>
                <a:lnTo>
                  <a:pt x="966373" y="64870"/>
                </a:lnTo>
                <a:lnTo>
                  <a:pt x="966609" y="65827"/>
                </a:lnTo>
                <a:lnTo>
                  <a:pt x="966823" y="66808"/>
                </a:lnTo>
                <a:lnTo>
                  <a:pt x="967014" y="67811"/>
                </a:lnTo>
                <a:lnTo>
                  <a:pt x="967183" y="68838"/>
                </a:lnTo>
                <a:lnTo>
                  <a:pt x="967330" y="69887"/>
                </a:lnTo>
                <a:lnTo>
                  <a:pt x="967455" y="70960"/>
                </a:lnTo>
                <a:lnTo>
                  <a:pt x="967558" y="72056"/>
                </a:lnTo>
                <a:lnTo>
                  <a:pt x="967638" y="73175"/>
                </a:lnTo>
                <a:lnTo>
                  <a:pt x="967696" y="74317"/>
                </a:lnTo>
                <a:lnTo>
                  <a:pt x="967732" y="75482"/>
                </a:lnTo>
                <a:lnTo>
                  <a:pt x="915308" y="75482"/>
                </a:lnTo>
                <a:lnTo>
                  <a:pt x="915409" y="74308"/>
                </a:lnTo>
                <a:lnTo>
                  <a:pt x="915529" y="73158"/>
                </a:lnTo>
                <a:lnTo>
                  <a:pt x="915669" y="72032"/>
                </a:lnTo>
                <a:lnTo>
                  <a:pt x="915830" y="70930"/>
                </a:lnTo>
                <a:lnTo>
                  <a:pt x="916010" y="69851"/>
                </a:lnTo>
                <a:close/>
                <a:moveTo>
                  <a:pt x="1101618" y="81978"/>
                </a:moveTo>
                <a:lnTo>
                  <a:pt x="1102631" y="81954"/>
                </a:lnTo>
                <a:lnTo>
                  <a:pt x="1103636" y="81915"/>
                </a:lnTo>
                <a:lnTo>
                  <a:pt x="1104633" y="81860"/>
                </a:lnTo>
                <a:lnTo>
                  <a:pt x="1105621" y="81789"/>
                </a:lnTo>
                <a:lnTo>
                  <a:pt x="1106600" y="81703"/>
                </a:lnTo>
                <a:lnTo>
                  <a:pt x="1107571" y="81600"/>
                </a:lnTo>
                <a:lnTo>
                  <a:pt x="1108533" y="81482"/>
                </a:lnTo>
                <a:lnTo>
                  <a:pt x="1109487" y="81349"/>
                </a:lnTo>
                <a:lnTo>
                  <a:pt x="1110432" y="81200"/>
                </a:lnTo>
                <a:lnTo>
                  <a:pt x="1111369" y="81035"/>
                </a:lnTo>
                <a:lnTo>
                  <a:pt x="1112297" y="80854"/>
                </a:lnTo>
                <a:lnTo>
                  <a:pt x="1113217" y="80657"/>
                </a:lnTo>
                <a:lnTo>
                  <a:pt x="1114128" y="80445"/>
                </a:lnTo>
                <a:lnTo>
                  <a:pt x="1115030" y="80217"/>
                </a:lnTo>
                <a:lnTo>
                  <a:pt x="1115924" y="79974"/>
                </a:lnTo>
                <a:lnTo>
                  <a:pt x="1116809" y="79714"/>
                </a:lnTo>
                <a:lnTo>
                  <a:pt x="1117686" y="79439"/>
                </a:lnTo>
                <a:lnTo>
                  <a:pt x="1118554" y="79148"/>
                </a:lnTo>
                <a:lnTo>
                  <a:pt x="1119414" y="78842"/>
                </a:lnTo>
                <a:lnTo>
                  <a:pt x="1120265" y="78520"/>
                </a:lnTo>
                <a:lnTo>
                  <a:pt x="1121107" y="78182"/>
                </a:lnTo>
                <a:lnTo>
                  <a:pt x="1121941" y="77828"/>
                </a:lnTo>
                <a:lnTo>
                  <a:pt x="1122767" y="77459"/>
                </a:lnTo>
                <a:lnTo>
                  <a:pt x="1123581" y="77074"/>
                </a:lnTo>
                <a:lnTo>
                  <a:pt x="1124380" y="76675"/>
                </a:lnTo>
                <a:lnTo>
                  <a:pt x="1125166" y="76261"/>
                </a:lnTo>
                <a:lnTo>
                  <a:pt x="1125937" y="75832"/>
                </a:lnTo>
                <a:lnTo>
                  <a:pt x="1126693" y="75389"/>
                </a:lnTo>
                <a:lnTo>
                  <a:pt x="1127435" y="74931"/>
                </a:lnTo>
                <a:lnTo>
                  <a:pt x="1128163" y="74458"/>
                </a:lnTo>
                <a:lnTo>
                  <a:pt x="1128876" y="73971"/>
                </a:lnTo>
                <a:lnTo>
                  <a:pt x="1129575" y="73469"/>
                </a:lnTo>
                <a:lnTo>
                  <a:pt x="1130260" y="72952"/>
                </a:lnTo>
                <a:lnTo>
                  <a:pt x="1130930" y="72420"/>
                </a:lnTo>
                <a:lnTo>
                  <a:pt x="1131586" y="71874"/>
                </a:lnTo>
                <a:lnTo>
                  <a:pt x="1132228" y="71313"/>
                </a:lnTo>
                <a:lnTo>
                  <a:pt x="1132855" y="70738"/>
                </a:lnTo>
                <a:lnTo>
                  <a:pt x="1133468" y="70148"/>
                </a:lnTo>
                <a:lnTo>
                  <a:pt x="1134066" y="69543"/>
                </a:lnTo>
                <a:lnTo>
                  <a:pt x="1134650" y="68923"/>
                </a:lnTo>
                <a:lnTo>
                  <a:pt x="1135220" y="68289"/>
                </a:lnTo>
                <a:lnTo>
                  <a:pt x="1135775" y="67640"/>
                </a:lnTo>
                <a:lnTo>
                  <a:pt x="1136316" y="66976"/>
                </a:lnTo>
                <a:lnTo>
                  <a:pt x="1136843" y="66298"/>
                </a:lnTo>
                <a:lnTo>
                  <a:pt x="1137355" y="65605"/>
                </a:lnTo>
                <a:lnTo>
                  <a:pt x="1137853" y="64897"/>
                </a:lnTo>
                <a:lnTo>
                  <a:pt x="1138336" y="64174"/>
                </a:lnTo>
                <a:lnTo>
                  <a:pt x="1138803" y="63437"/>
                </a:lnTo>
                <a:lnTo>
                  <a:pt x="1139249" y="62685"/>
                </a:lnTo>
                <a:lnTo>
                  <a:pt x="1139676" y="61920"/>
                </a:lnTo>
                <a:lnTo>
                  <a:pt x="1140083" y="61139"/>
                </a:lnTo>
                <a:lnTo>
                  <a:pt x="1140470" y="60345"/>
                </a:lnTo>
                <a:lnTo>
                  <a:pt x="1140837" y="59536"/>
                </a:lnTo>
                <a:lnTo>
                  <a:pt x="1141184" y="58712"/>
                </a:lnTo>
                <a:lnTo>
                  <a:pt x="1141511" y="57875"/>
                </a:lnTo>
                <a:lnTo>
                  <a:pt x="1141819" y="57023"/>
                </a:lnTo>
                <a:lnTo>
                  <a:pt x="1142107" y="56156"/>
                </a:lnTo>
                <a:lnTo>
                  <a:pt x="1142375" y="55275"/>
                </a:lnTo>
                <a:lnTo>
                  <a:pt x="1142623" y="54380"/>
                </a:lnTo>
                <a:lnTo>
                  <a:pt x="1142851" y="53471"/>
                </a:lnTo>
                <a:lnTo>
                  <a:pt x="1143059" y="52547"/>
                </a:lnTo>
                <a:lnTo>
                  <a:pt x="1143248" y="51609"/>
                </a:lnTo>
                <a:lnTo>
                  <a:pt x="1143417" y="50657"/>
                </a:lnTo>
                <a:lnTo>
                  <a:pt x="1143565" y="49690"/>
                </a:lnTo>
                <a:lnTo>
                  <a:pt x="1143694" y="48709"/>
                </a:lnTo>
                <a:lnTo>
                  <a:pt x="1143804" y="47713"/>
                </a:lnTo>
                <a:lnTo>
                  <a:pt x="1143893" y="46703"/>
                </a:lnTo>
                <a:lnTo>
                  <a:pt x="1143962" y="45679"/>
                </a:lnTo>
                <a:lnTo>
                  <a:pt x="1144012" y="44640"/>
                </a:lnTo>
                <a:lnTo>
                  <a:pt x="1144042" y="43587"/>
                </a:lnTo>
                <a:lnTo>
                  <a:pt x="1144052" y="42520"/>
                </a:lnTo>
                <a:lnTo>
                  <a:pt x="1144042" y="41428"/>
                </a:lnTo>
                <a:lnTo>
                  <a:pt x="1144012" y="40350"/>
                </a:lnTo>
                <a:lnTo>
                  <a:pt x="1143962" y="39287"/>
                </a:lnTo>
                <a:lnTo>
                  <a:pt x="1143893" y="38237"/>
                </a:lnTo>
                <a:lnTo>
                  <a:pt x="1143804" y="37202"/>
                </a:lnTo>
                <a:lnTo>
                  <a:pt x="1143694" y="36181"/>
                </a:lnTo>
                <a:lnTo>
                  <a:pt x="1143565" y="35174"/>
                </a:lnTo>
                <a:lnTo>
                  <a:pt x="1143417" y="34181"/>
                </a:lnTo>
                <a:lnTo>
                  <a:pt x="1143248" y="33203"/>
                </a:lnTo>
                <a:lnTo>
                  <a:pt x="1143059" y="32239"/>
                </a:lnTo>
                <a:lnTo>
                  <a:pt x="1142851" y="31289"/>
                </a:lnTo>
                <a:lnTo>
                  <a:pt x="1142623" y="30353"/>
                </a:lnTo>
                <a:lnTo>
                  <a:pt x="1142375" y="29431"/>
                </a:lnTo>
                <a:lnTo>
                  <a:pt x="1142107" y="28523"/>
                </a:lnTo>
                <a:lnTo>
                  <a:pt x="1141819" y="27630"/>
                </a:lnTo>
                <a:lnTo>
                  <a:pt x="1141511" y="26751"/>
                </a:lnTo>
                <a:lnTo>
                  <a:pt x="1141184" y="25886"/>
                </a:lnTo>
                <a:lnTo>
                  <a:pt x="1140837" y="25035"/>
                </a:lnTo>
                <a:lnTo>
                  <a:pt x="1140470" y="24199"/>
                </a:lnTo>
                <a:lnTo>
                  <a:pt x="1140083" y="23376"/>
                </a:lnTo>
                <a:lnTo>
                  <a:pt x="1139676" y="22568"/>
                </a:lnTo>
                <a:lnTo>
                  <a:pt x="1139249" y="21774"/>
                </a:lnTo>
                <a:lnTo>
                  <a:pt x="1138803" y="20994"/>
                </a:lnTo>
                <a:lnTo>
                  <a:pt x="1138336" y="20228"/>
                </a:lnTo>
                <a:lnTo>
                  <a:pt x="1137853" y="19477"/>
                </a:lnTo>
                <a:lnTo>
                  <a:pt x="1137355" y="18742"/>
                </a:lnTo>
                <a:lnTo>
                  <a:pt x="1136843" y="18021"/>
                </a:lnTo>
                <a:lnTo>
                  <a:pt x="1136316" y="17316"/>
                </a:lnTo>
                <a:lnTo>
                  <a:pt x="1135775" y="16627"/>
                </a:lnTo>
                <a:lnTo>
                  <a:pt x="1135220" y="15953"/>
                </a:lnTo>
                <a:lnTo>
                  <a:pt x="1134650" y="15294"/>
                </a:lnTo>
                <a:lnTo>
                  <a:pt x="1134066" y="14650"/>
                </a:lnTo>
                <a:lnTo>
                  <a:pt x="1133468" y="14022"/>
                </a:lnTo>
                <a:lnTo>
                  <a:pt x="1132855" y="13410"/>
                </a:lnTo>
                <a:lnTo>
                  <a:pt x="1132228" y="12812"/>
                </a:lnTo>
                <a:lnTo>
                  <a:pt x="1131586" y="12231"/>
                </a:lnTo>
                <a:lnTo>
                  <a:pt x="1130930" y="11664"/>
                </a:lnTo>
                <a:lnTo>
                  <a:pt x="1130260" y="11113"/>
                </a:lnTo>
                <a:lnTo>
                  <a:pt x="1129575" y="10577"/>
                </a:lnTo>
                <a:lnTo>
                  <a:pt x="1128876" y="10057"/>
                </a:lnTo>
                <a:lnTo>
                  <a:pt x="1128163" y="9552"/>
                </a:lnTo>
                <a:lnTo>
                  <a:pt x="1127435" y="9062"/>
                </a:lnTo>
                <a:lnTo>
                  <a:pt x="1126693" y="8588"/>
                </a:lnTo>
                <a:lnTo>
                  <a:pt x="1125937" y="8129"/>
                </a:lnTo>
                <a:lnTo>
                  <a:pt x="1125166" y="7686"/>
                </a:lnTo>
                <a:lnTo>
                  <a:pt x="1124380" y="7258"/>
                </a:lnTo>
                <a:lnTo>
                  <a:pt x="1123581" y="6845"/>
                </a:lnTo>
                <a:lnTo>
                  <a:pt x="1122767" y="6448"/>
                </a:lnTo>
                <a:lnTo>
                  <a:pt x="1121941" y="6067"/>
                </a:lnTo>
                <a:lnTo>
                  <a:pt x="1121107" y="5702"/>
                </a:lnTo>
                <a:lnTo>
                  <a:pt x="1120265" y="5353"/>
                </a:lnTo>
                <a:lnTo>
                  <a:pt x="1119414" y="5020"/>
                </a:lnTo>
                <a:lnTo>
                  <a:pt x="1118554" y="4703"/>
                </a:lnTo>
                <a:lnTo>
                  <a:pt x="1117686" y="4403"/>
                </a:lnTo>
                <a:lnTo>
                  <a:pt x="1116809" y="4119"/>
                </a:lnTo>
                <a:lnTo>
                  <a:pt x="1115924" y="3851"/>
                </a:lnTo>
                <a:lnTo>
                  <a:pt x="1115030" y="3600"/>
                </a:lnTo>
                <a:lnTo>
                  <a:pt x="1114128" y="3364"/>
                </a:lnTo>
                <a:lnTo>
                  <a:pt x="1113217" y="3145"/>
                </a:lnTo>
                <a:lnTo>
                  <a:pt x="1112297" y="2942"/>
                </a:lnTo>
                <a:lnTo>
                  <a:pt x="1111369" y="2756"/>
                </a:lnTo>
                <a:lnTo>
                  <a:pt x="1110432" y="2585"/>
                </a:lnTo>
                <a:lnTo>
                  <a:pt x="1109487" y="2431"/>
                </a:lnTo>
                <a:lnTo>
                  <a:pt x="1108533" y="2293"/>
                </a:lnTo>
                <a:lnTo>
                  <a:pt x="1107571" y="2171"/>
                </a:lnTo>
                <a:lnTo>
                  <a:pt x="1106600" y="2066"/>
                </a:lnTo>
                <a:lnTo>
                  <a:pt x="1105621" y="1977"/>
                </a:lnTo>
                <a:lnTo>
                  <a:pt x="1104633" y="1904"/>
                </a:lnTo>
                <a:lnTo>
                  <a:pt x="1103636" y="1847"/>
                </a:lnTo>
                <a:lnTo>
                  <a:pt x="1102631" y="1806"/>
                </a:lnTo>
                <a:lnTo>
                  <a:pt x="1101618" y="1782"/>
                </a:lnTo>
                <a:lnTo>
                  <a:pt x="1100595" y="1774"/>
                </a:lnTo>
                <a:lnTo>
                  <a:pt x="1052705" y="1774"/>
                </a:lnTo>
                <a:lnTo>
                  <a:pt x="1052705" y="134409"/>
                </a:lnTo>
                <a:lnTo>
                  <a:pt x="1070442" y="134409"/>
                </a:lnTo>
                <a:lnTo>
                  <a:pt x="1070442" y="81985"/>
                </a:lnTo>
                <a:lnTo>
                  <a:pt x="1100595" y="81985"/>
                </a:lnTo>
                <a:lnTo>
                  <a:pt x="1101618" y="81978"/>
                </a:lnTo>
                <a:close/>
                <a:moveTo>
                  <a:pt x="1101172" y="16402"/>
                </a:moveTo>
                <a:lnTo>
                  <a:pt x="1102127" y="16458"/>
                </a:lnTo>
                <a:lnTo>
                  <a:pt x="1103067" y="16535"/>
                </a:lnTo>
                <a:lnTo>
                  <a:pt x="1103991" y="16635"/>
                </a:lnTo>
                <a:lnTo>
                  <a:pt x="1104900" y="16757"/>
                </a:lnTo>
                <a:lnTo>
                  <a:pt x="1105794" y="16901"/>
                </a:lnTo>
                <a:lnTo>
                  <a:pt x="1106672" y="17068"/>
                </a:lnTo>
                <a:lnTo>
                  <a:pt x="1107535" y="17257"/>
                </a:lnTo>
                <a:lnTo>
                  <a:pt x="1108382" y="17468"/>
                </a:lnTo>
                <a:lnTo>
                  <a:pt x="1109214" y="17701"/>
                </a:lnTo>
                <a:lnTo>
                  <a:pt x="1110031" y="17956"/>
                </a:lnTo>
                <a:lnTo>
                  <a:pt x="1110832" y="18233"/>
                </a:lnTo>
                <a:lnTo>
                  <a:pt x="1111617" y="18533"/>
                </a:lnTo>
                <a:lnTo>
                  <a:pt x="1112388" y="18855"/>
                </a:lnTo>
                <a:lnTo>
                  <a:pt x="1113143" y="19199"/>
                </a:lnTo>
                <a:lnTo>
                  <a:pt x="1113882" y="19565"/>
                </a:lnTo>
                <a:lnTo>
                  <a:pt x="1114607" y="19954"/>
                </a:lnTo>
                <a:lnTo>
                  <a:pt x="1115315" y="20364"/>
                </a:lnTo>
                <a:lnTo>
                  <a:pt x="1116009" y="20797"/>
                </a:lnTo>
                <a:lnTo>
                  <a:pt x="1116687" y="21252"/>
                </a:lnTo>
                <a:lnTo>
                  <a:pt x="1117349" y="21729"/>
                </a:lnTo>
                <a:lnTo>
                  <a:pt x="1117996" y="22229"/>
                </a:lnTo>
                <a:lnTo>
                  <a:pt x="1118628" y="22750"/>
                </a:lnTo>
                <a:lnTo>
                  <a:pt x="1119239" y="23295"/>
                </a:lnTo>
                <a:lnTo>
                  <a:pt x="1119824" y="23864"/>
                </a:lnTo>
                <a:lnTo>
                  <a:pt x="1120383" y="24458"/>
                </a:lnTo>
                <a:lnTo>
                  <a:pt x="1120917" y="25075"/>
                </a:lnTo>
                <a:lnTo>
                  <a:pt x="1121424" y="25717"/>
                </a:lnTo>
                <a:lnTo>
                  <a:pt x="1121905" y="26383"/>
                </a:lnTo>
                <a:lnTo>
                  <a:pt x="1122360" y="27074"/>
                </a:lnTo>
                <a:lnTo>
                  <a:pt x="1122789" y="27788"/>
                </a:lnTo>
                <a:lnTo>
                  <a:pt x="1123192" y="28527"/>
                </a:lnTo>
                <a:lnTo>
                  <a:pt x="1123569" y="29290"/>
                </a:lnTo>
                <a:lnTo>
                  <a:pt x="1123920" y="30078"/>
                </a:lnTo>
                <a:lnTo>
                  <a:pt x="1124245" y="30889"/>
                </a:lnTo>
                <a:lnTo>
                  <a:pt x="1124544" y="31725"/>
                </a:lnTo>
                <a:lnTo>
                  <a:pt x="1124817" y="32585"/>
                </a:lnTo>
                <a:lnTo>
                  <a:pt x="1125064" y="33470"/>
                </a:lnTo>
                <a:lnTo>
                  <a:pt x="1125285" y="34378"/>
                </a:lnTo>
                <a:lnTo>
                  <a:pt x="1125480" y="35311"/>
                </a:lnTo>
                <a:lnTo>
                  <a:pt x="1125649" y="36268"/>
                </a:lnTo>
                <a:lnTo>
                  <a:pt x="1125792" y="37250"/>
                </a:lnTo>
                <a:lnTo>
                  <a:pt x="1125909" y="38255"/>
                </a:lnTo>
                <a:lnTo>
                  <a:pt x="1126000" y="39285"/>
                </a:lnTo>
                <a:lnTo>
                  <a:pt x="1126065" y="40339"/>
                </a:lnTo>
                <a:lnTo>
                  <a:pt x="1126104" y="41417"/>
                </a:lnTo>
                <a:lnTo>
                  <a:pt x="1126117" y="42520"/>
                </a:lnTo>
                <a:lnTo>
                  <a:pt x="1126104" y="43550"/>
                </a:lnTo>
                <a:lnTo>
                  <a:pt x="1126066" y="44558"/>
                </a:lnTo>
                <a:lnTo>
                  <a:pt x="1126001" y="45543"/>
                </a:lnTo>
                <a:lnTo>
                  <a:pt x="1125911" y="46507"/>
                </a:lnTo>
                <a:lnTo>
                  <a:pt x="1125794" y="47449"/>
                </a:lnTo>
                <a:lnTo>
                  <a:pt x="1125652" y="48369"/>
                </a:lnTo>
                <a:lnTo>
                  <a:pt x="1125484" y="49266"/>
                </a:lnTo>
                <a:lnTo>
                  <a:pt x="1125291" y="50142"/>
                </a:lnTo>
                <a:lnTo>
                  <a:pt x="1125071" y="50996"/>
                </a:lnTo>
                <a:lnTo>
                  <a:pt x="1124826" y="51827"/>
                </a:lnTo>
                <a:lnTo>
                  <a:pt x="1124554" y="52637"/>
                </a:lnTo>
                <a:lnTo>
                  <a:pt x="1124257" y="53424"/>
                </a:lnTo>
                <a:lnTo>
                  <a:pt x="1123934" y="54190"/>
                </a:lnTo>
                <a:lnTo>
                  <a:pt x="1123586" y="54933"/>
                </a:lnTo>
                <a:lnTo>
                  <a:pt x="1123211" y="55655"/>
                </a:lnTo>
                <a:lnTo>
                  <a:pt x="1122811" y="56354"/>
                </a:lnTo>
                <a:lnTo>
                  <a:pt x="1122384" y="57031"/>
                </a:lnTo>
                <a:lnTo>
                  <a:pt x="1121932" y="57687"/>
                </a:lnTo>
                <a:lnTo>
                  <a:pt x="1121454" y="58320"/>
                </a:lnTo>
                <a:lnTo>
                  <a:pt x="1120951" y="58931"/>
                </a:lnTo>
                <a:lnTo>
                  <a:pt x="1120421" y="59521"/>
                </a:lnTo>
                <a:lnTo>
                  <a:pt x="1119866" y="60088"/>
                </a:lnTo>
                <a:lnTo>
                  <a:pt x="1119285" y="60633"/>
                </a:lnTo>
                <a:lnTo>
                  <a:pt x="1118677" y="61157"/>
                </a:lnTo>
                <a:lnTo>
                  <a:pt x="1118050" y="61658"/>
                </a:lnTo>
                <a:lnTo>
                  <a:pt x="1117406" y="62138"/>
                </a:lnTo>
                <a:lnTo>
                  <a:pt x="1116746" y="62597"/>
                </a:lnTo>
                <a:lnTo>
                  <a:pt x="1116070" y="63035"/>
                </a:lnTo>
                <a:lnTo>
                  <a:pt x="1115379" y="63451"/>
                </a:lnTo>
                <a:lnTo>
                  <a:pt x="1114671" y="63846"/>
                </a:lnTo>
                <a:lnTo>
                  <a:pt x="1113948" y="64219"/>
                </a:lnTo>
                <a:lnTo>
                  <a:pt x="1113208" y="64571"/>
                </a:lnTo>
                <a:lnTo>
                  <a:pt x="1112453" y="64902"/>
                </a:lnTo>
                <a:lnTo>
                  <a:pt x="1111682" y="65211"/>
                </a:lnTo>
                <a:lnTo>
                  <a:pt x="1110895" y="65500"/>
                </a:lnTo>
                <a:lnTo>
                  <a:pt x="1110092" y="65766"/>
                </a:lnTo>
                <a:lnTo>
                  <a:pt x="1109273" y="66012"/>
                </a:lnTo>
                <a:lnTo>
                  <a:pt x="1108439" y="66236"/>
                </a:lnTo>
                <a:lnTo>
                  <a:pt x="1107588" y="66439"/>
                </a:lnTo>
                <a:lnTo>
                  <a:pt x="1106721" y="66620"/>
                </a:lnTo>
                <a:lnTo>
                  <a:pt x="1105839" y="66780"/>
                </a:lnTo>
                <a:lnTo>
                  <a:pt x="1104940" y="66919"/>
                </a:lnTo>
                <a:lnTo>
                  <a:pt x="1104026" y="67036"/>
                </a:lnTo>
                <a:lnTo>
                  <a:pt x="1103096" y="67132"/>
                </a:lnTo>
                <a:lnTo>
                  <a:pt x="1102150" y="67207"/>
                </a:lnTo>
                <a:lnTo>
                  <a:pt x="1101188" y="67260"/>
                </a:lnTo>
                <a:lnTo>
                  <a:pt x="1100210" y="67292"/>
                </a:lnTo>
                <a:lnTo>
                  <a:pt x="1099216" y="67303"/>
                </a:lnTo>
                <a:lnTo>
                  <a:pt x="1070442" y="67303"/>
                </a:lnTo>
                <a:lnTo>
                  <a:pt x="1070442" y="16358"/>
                </a:lnTo>
                <a:lnTo>
                  <a:pt x="1099216" y="16358"/>
                </a:lnTo>
                <a:lnTo>
                  <a:pt x="1100202" y="16369"/>
                </a:lnTo>
                <a:lnTo>
                  <a:pt x="1101172" y="16402"/>
                </a:lnTo>
                <a:close/>
                <a:moveTo>
                  <a:pt x="1482400" y="120999"/>
                </a:moveTo>
                <a:lnTo>
                  <a:pt x="1481703" y="120975"/>
                </a:lnTo>
                <a:lnTo>
                  <a:pt x="1481028" y="120933"/>
                </a:lnTo>
                <a:lnTo>
                  <a:pt x="1480375" y="120876"/>
                </a:lnTo>
                <a:lnTo>
                  <a:pt x="1479745" y="120802"/>
                </a:lnTo>
                <a:lnTo>
                  <a:pt x="1479138" y="120712"/>
                </a:lnTo>
                <a:lnTo>
                  <a:pt x="1478553" y="120605"/>
                </a:lnTo>
                <a:lnTo>
                  <a:pt x="1477990" y="120482"/>
                </a:lnTo>
                <a:lnTo>
                  <a:pt x="1477450" y="120342"/>
                </a:lnTo>
                <a:lnTo>
                  <a:pt x="1476932" y="120186"/>
                </a:lnTo>
                <a:lnTo>
                  <a:pt x="1476436" y="120014"/>
                </a:lnTo>
                <a:lnTo>
                  <a:pt x="1475963" y="119825"/>
                </a:lnTo>
                <a:lnTo>
                  <a:pt x="1475512" y="119620"/>
                </a:lnTo>
                <a:lnTo>
                  <a:pt x="1475084" y="119398"/>
                </a:lnTo>
                <a:lnTo>
                  <a:pt x="1474678" y="119160"/>
                </a:lnTo>
                <a:lnTo>
                  <a:pt x="1474295" y="118905"/>
                </a:lnTo>
                <a:lnTo>
                  <a:pt x="1473934" y="118634"/>
                </a:lnTo>
                <a:lnTo>
                  <a:pt x="1473595" y="118347"/>
                </a:lnTo>
                <a:lnTo>
                  <a:pt x="1473279" y="118043"/>
                </a:lnTo>
                <a:lnTo>
                  <a:pt x="1472985" y="117723"/>
                </a:lnTo>
                <a:lnTo>
                  <a:pt x="1472713" y="117386"/>
                </a:lnTo>
                <a:lnTo>
                  <a:pt x="1472464" y="117033"/>
                </a:lnTo>
                <a:lnTo>
                  <a:pt x="1472238" y="116663"/>
                </a:lnTo>
                <a:lnTo>
                  <a:pt x="1472034" y="116277"/>
                </a:lnTo>
                <a:lnTo>
                  <a:pt x="1471845" y="115876"/>
                </a:lnTo>
                <a:lnTo>
                  <a:pt x="1471664" y="115460"/>
                </a:lnTo>
                <a:lnTo>
                  <a:pt x="1471491" y="115029"/>
                </a:lnTo>
                <a:lnTo>
                  <a:pt x="1471326" y="114583"/>
                </a:lnTo>
                <a:lnTo>
                  <a:pt x="1471169" y="114123"/>
                </a:lnTo>
                <a:lnTo>
                  <a:pt x="1471021" y="113648"/>
                </a:lnTo>
                <a:lnTo>
                  <a:pt x="1470880" y="113158"/>
                </a:lnTo>
                <a:lnTo>
                  <a:pt x="1470747" y="112653"/>
                </a:lnTo>
                <a:lnTo>
                  <a:pt x="1470623" y="112134"/>
                </a:lnTo>
                <a:lnTo>
                  <a:pt x="1470506" y="111600"/>
                </a:lnTo>
                <a:lnTo>
                  <a:pt x="1470397" y="111052"/>
                </a:lnTo>
                <a:lnTo>
                  <a:pt x="1470297" y="110488"/>
                </a:lnTo>
                <a:lnTo>
                  <a:pt x="1470204" y="109910"/>
                </a:lnTo>
                <a:lnTo>
                  <a:pt x="1470120" y="109317"/>
                </a:lnTo>
                <a:lnTo>
                  <a:pt x="1470044" y="108710"/>
                </a:lnTo>
                <a:lnTo>
                  <a:pt x="1469975" y="108088"/>
                </a:lnTo>
                <a:lnTo>
                  <a:pt x="1469915" y="107451"/>
                </a:lnTo>
                <a:lnTo>
                  <a:pt x="1469863" y="106799"/>
                </a:lnTo>
                <a:lnTo>
                  <a:pt x="1469818" y="106133"/>
                </a:lnTo>
                <a:lnTo>
                  <a:pt x="1469782" y="105452"/>
                </a:lnTo>
                <a:lnTo>
                  <a:pt x="1469754" y="104756"/>
                </a:lnTo>
                <a:lnTo>
                  <a:pt x="1469734" y="104045"/>
                </a:lnTo>
                <a:lnTo>
                  <a:pt x="1469722" y="103320"/>
                </a:lnTo>
                <a:lnTo>
                  <a:pt x="1469718" y="102580"/>
                </a:lnTo>
                <a:lnTo>
                  <a:pt x="1469718" y="1774"/>
                </a:lnTo>
                <a:lnTo>
                  <a:pt x="1453360" y="1774"/>
                </a:lnTo>
                <a:lnTo>
                  <a:pt x="1453360" y="103369"/>
                </a:lnTo>
                <a:lnTo>
                  <a:pt x="1453364" y="104177"/>
                </a:lnTo>
                <a:lnTo>
                  <a:pt x="1453376" y="104975"/>
                </a:lnTo>
                <a:lnTo>
                  <a:pt x="1453396" y="105764"/>
                </a:lnTo>
                <a:lnTo>
                  <a:pt x="1453423" y="106542"/>
                </a:lnTo>
                <a:lnTo>
                  <a:pt x="1453459" y="107312"/>
                </a:lnTo>
                <a:lnTo>
                  <a:pt x="1453502" y="108071"/>
                </a:lnTo>
                <a:lnTo>
                  <a:pt x="1453553" y="108820"/>
                </a:lnTo>
                <a:lnTo>
                  <a:pt x="1453612" y="109560"/>
                </a:lnTo>
                <a:lnTo>
                  <a:pt x="1453679" y="110290"/>
                </a:lnTo>
                <a:lnTo>
                  <a:pt x="1453754" y="111011"/>
                </a:lnTo>
                <a:lnTo>
                  <a:pt x="1453836" y="111721"/>
                </a:lnTo>
                <a:lnTo>
                  <a:pt x="1453927" y="112422"/>
                </a:lnTo>
                <a:lnTo>
                  <a:pt x="1454025" y="113113"/>
                </a:lnTo>
                <a:lnTo>
                  <a:pt x="1454131" y="113794"/>
                </a:lnTo>
                <a:lnTo>
                  <a:pt x="1454246" y="114466"/>
                </a:lnTo>
                <a:lnTo>
                  <a:pt x="1454368" y="115128"/>
                </a:lnTo>
                <a:lnTo>
                  <a:pt x="1454497" y="115780"/>
                </a:lnTo>
                <a:lnTo>
                  <a:pt x="1454635" y="116422"/>
                </a:lnTo>
                <a:lnTo>
                  <a:pt x="1454781" y="117055"/>
                </a:lnTo>
                <a:lnTo>
                  <a:pt x="1454934" y="117678"/>
                </a:lnTo>
                <a:lnTo>
                  <a:pt x="1455096" y="118291"/>
                </a:lnTo>
                <a:lnTo>
                  <a:pt x="1455265" y="118894"/>
                </a:lnTo>
                <a:lnTo>
                  <a:pt x="1455442" y="119487"/>
                </a:lnTo>
                <a:lnTo>
                  <a:pt x="1455627" y="120071"/>
                </a:lnTo>
                <a:lnTo>
                  <a:pt x="1455822" y="120645"/>
                </a:lnTo>
                <a:lnTo>
                  <a:pt x="1456032" y="121207"/>
                </a:lnTo>
                <a:lnTo>
                  <a:pt x="1456255" y="121757"/>
                </a:lnTo>
                <a:lnTo>
                  <a:pt x="1456492" y="122297"/>
                </a:lnTo>
                <a:lnTo>
                  <a:pt x="1456742" y="122825"/>
                </a:lnTo>
                <a:lnTo>
                  <a:pt x="1457006" y="123342"/>
                </a:lnTo>
                <a:lnTo>
                  <a:pt x="1457284" y="123847"/>
                </a:lnTo>
                <a:lnTo>
                  <a:pt x="1457576" y="124341"/>
                </a:lnTo>
                <a:lnTo>
                  <a:pt x="1457881" y="124824"/>
                </a:lnTo>
                <a:lnTo>
                  <a:pt x="1458200" y="125296"/>
                </a:lnTo>
                <a:lnTo>
                  <a:pt x="1458532" y="125756"/>
                </a:lnTo>
                <a:lnTo>
                  <a:pt x="1458879" y="126205"/>
                </a:lnTo>
                <a:lnTo>
                  <a:pt x="1459238" y="126643"/>
                </a:lnTo>
                <a:lnTo>
                  <a:pt x="1459612" y="127070"/>
                </a:lnTo>
                <a:lnTo>
                  <a:pt x="1459999" y="127485"/>
                </a:lnTo>
                <a:lnTo>
                  <a:pt x="1460400" y="127889"/>
                </a:lnTo>
                <a:lnTo>
                  <a:pt x="1460815" y="128281"/>
                </a:lnTo>
                <a:lnTo>
                  <a:pt x="1461243" y="128663"/>
                </a:lnTo>
                <a:lnTo>
                  <a:pt x="1461686" y="129033"/>
                </a:lnTo>
                <a:lnTo>
                  <a:pt x="1462141" y="129392"/>
                </a:lnTo>
                <a:lnTo>
                  <a:pt x="1462611" y="129739"/>
                </a:lnTo>
                <a:lnTo>
                  <a:pt x="1463094" y="130075"/>
                </a:lnTo>
                <a:lnTo>
                  <a:pt x="1463591" y="130400"/>
                </a:lnTo>
                <a:lnTo>
                  <a:pt x="1464101" y="130714"/>
                </a:lnTo>
                <a:lnTo>
                  <a:pt x="1464628" y="131015"/>
                </a:lnTo>
                <a:lnTo>
                  <a:pt x="1465174" y="131304"/>
                </a:lnTo>
                <a:lnTo>
                  <a:pt x="1465739" y="131580"/>
                </a:lnTo>
                <a:lnTo>
                  <a:pt x="1466324" y="131843"/>
                </a:lnTo>
                <a:lnTo>
                  <a:pt x="1466927" y="132093"/>
                </a:lnTo>
                <a:lnTo>
                  <a:pt x="1467550" y="132330"/>
                </a:lnTo>
                <a:lnTo>
                  <a:pt x="1468192" y="132555"/>
                </a:lnTo>
                <a:lnTo>
                  <a:pt x="1468853" y="132767"/>
                </a:lnTo>
                <a:lnTo>
                  <a:pt x="1469533" y="132965"/>
                </a:lnTo>
                <a:lnTo>
                  <a:pt x="1470233" y="133151"/>
                </a:lnTo>
                <a:lnTo>
                  <a:pt x="1470951" y="133325"/>
                </a:lnTo>
                <a:lnTo>
                  <a:pt x="1471689" y="133485"/>
                </a:lnTo>
                <a:lnTo>
                  <a:pt x="1472446" y="133633"/>
                </a:lnTo>
                <a:lnTo>
                  <a:pt x="1473222" y="133767"/>
                </a:lnTo>
                <a:lnTo>
                  <a:pt x="1474017" y="133889"/>
                </a:lnTo>
                <a:lnTo>
                  <a:pt x="1474831" y="133998"/>
                </a:lnTo>
                <a:lnTo>
                  <a:pt x="1475665" y="134094"/>
                </a:lnTo>
                <a:lnTo>
                  <a:pt x="1476517" y="134178"/>
                </a:lnTo>
                <a:lnTo>
                  <a:pt x="1477389" y="134248"/>
                </a:lnTo>
                <a:lnTo>
                  <a:pt x="1478280" y="134306"/>
                </a:lnTo>
                <a:lnTo>
                  <a:pt x="1479190" y="134351"/>
                </a:lnTo>
                <a:lnTo>
                  <a:pt x="1480119" y="134383"/>
                </a:lnTo>
                <a:lnTo>
                  <a:pt x="1481068" y="134402"/>
                </a:lnTo>
                <a:lnTo>
                  <a:pt x="1482035" y="134409"/>
                </a:lnTo>
                <a:lnTo>
                  <a:pt x="1487554" y="134409"/>
                </a:lnTo>
                <a:lnTo>
                  <a:pt x="1487554" y="121007"/>
                </a:lnTo>
                <a:lnTo>
                  <a:pt x="1483119" y="121007"/>
                </a:lnTo>
                <a:lnTo>
                  <a:pt x="1482400" y="120999"/>
                </a:lnTo>
                <a:close/>
                <a:moveTo>
                  <a:pt x="1391824" y="136022"/>
                </a:moveTo>
                <a:lnTo>
                  <a:pt x="1392793" y="135932"/>
                </a:lnTo>
                <a:lnTo>
                  <a:pt x="1393751" y="135821"/>
                </a:lnTo>
                <a:lnTo>
                  <a:pt x="1394698" y="135691"/>
                </a:lnTo>
                <a:lnTo>
                  <a:pt x="1395634" y="135540"/>
                </a:lnTo>
                <a:lnTo>
                  <a:pt x="1396559" y="135369"/>
                </a:lnTo>
                <a:lnTo>
                  <a:pt x="1397473" y="135179"/>
                </a:lnTo>
                <a:lnTo>
                  <a:pt x="1398376" y="134968"/>
                </a:lnTo>
                <a:lnTo>
                  <a:pt x="1399269" y="134737"/>
                </a:lnTo>
                <a:lnTo>
                  <a:pt x="1400150" y="134486"/>
                </a:lnTo>
                <a:lnTo>
                  <a:pt x="1401021" y="134215"/>
                </a:lnTo>
                <a:lnTo>
                  <a:pt x="1401880" y="133924"/>
                </a:lnTo>
                <a:lnTo>
                  <a:pt x="1402729" y="133612"/>
                </a:lnTo>
                <a:lnTo>
                  <a:pt x="1403566" y="133281"/>
                </a:lnTo>
                <a:lnTo>
                  <a:pt x="1404393" y="132930"/>
                </a:lnTo>
                <a:lnTo>
                  <a:pt x="1405209" y="132558"/>
                </a:lnTo>
                <a:lnTo>
                  <a:pt x="1406013" y="132167"/>
                </a:lnTo>
                <a:lnTo>
                  <a:pt x="1406807" y="131755"/>
                </a:lnTo>
                <a:lnTo>
                  <a:pt x="1407590" y="131323"/>
                </a:lnTo>
                <a:lnTo>
                  <a:pt x="1408362" y="130871"/>
                </a:lnTo>
                <a:lnTo>
                  <a:pt x="1409123" y="130399"/>
                </a:lnTo>
                <a:lnTo>
                  <a:pt x="1409871" y="129908"/>
                </a:lnTo>
                <a:lnTo>
                  <a:pt x="1410605" y="129397"/>
                </a:lnTo>
                <a:lnTo>
                  <a:pt x="1411325" y="128866"/>
                </a:lnTo>
                <a:lnTo>
                  <a:pt x="1412031" y="128315"/>
                </a:lnTo>
                <a:lnTo>
                  <a:pt x="1412723" y="127745"/>
                </a:lnTo>
                <a:lnTo>
                  <a:pt x="1413400" y="127156"/>
                </a:lnTo>
                <a:lnTo>
                  <a:pt x="1414063" y="126547"/>
                </a:lnTo>
                <a:lnTo>
                  <a:pt x="1414712" y="125918"/>
                </a:lnTo>
                <a:lnTo>
                  <a:pt x="1415347" y="125270"/>
                </a:lnTo>
                <a:lnTo>
                  <a:pt x="1415968" y="124602"/>
                </a:lnTo>
                <a:lnTo>
                  <a:pt x="1416574" y="123915"/>
                </a:lnTo>
                <a:lnTo>
                  <a:pt x="1417166" y="123208"/>
                </a:lnTo>
                <a:lnTo>
                  <a:pt x="1417744" y="122482"/>
                </a:lnTo>
                <a:lnTo>
                  <a:pt x="1418308" y="121736"/>
                </a:lnTo>
                <a:lnTo>
                  <a:pt x="1418858" y="120971"/>
                </a:lnTo>
                <a:lnTo>
                  <a:pt x="1419393" y="120186"/>
                </a:lnTo>
                <a:lnTo>
                  <a:pt x="1419914" y="119381"/>
                </a:lnTo>
                <a:lnTo>
                  <a:pt x="1420421" y="118557"/>
                </a:lnTo>
                <a:lnTo>
                  <a:pt x="1420914" y="117713"/>
                </a:lnTo>
                <a:lnTo>
                  <a:pt x="1421392" y="116850"/>
                </a:lnTo>
                <a:lnTo>
                  <a:pt x="1421857" y="115967"/>
                </a:lnTo>
                <a:lnTo>
                  <a:pt x="1422307" y="115065"/>
                </a:lnTo>
                <a:lnTo>
                  <a:pt x="1422743" y="114143"/>
                </a:lnTo>
                <a:lnTo>
                  <a:pt x="1423165" y="113201"/>
                </a:lnTo>
                <a:lnTo>
                  <a:pt x="1423571" y="112240"/>
                </a:lnTo>
                <a:lnTo>
                  <a:pt x="1423960" y="111260"/>
                </a:lnTo>
                <a:lnTo>
                  <a:pt x="1424331" y="110262"/>
                </a:lnTo>
                <a:lnTo>
                  <a:pt x="1424685" y="109244"/>
                </a:lnTo>
                <a:lnTo>
                  <a:pt x="1425022" y="108208"/>
                </a:lnTo>
                <a:lnTo>
                  <a:pt x="1425342" y="107153"/>
                </a:lnTo>
                <a:lnTo>
                  <a:pt x="1425644" y="106079"/>
                </a:lnTo>
                <a:lnTo>
                  <a:pt x="1425929" y="104986"/>
                </a:lnTo>
                <a:lnTo>
                  <a:pt x="1426197" y="103875"/>
                </a:lnTo>
                <a:lnTo>
                  <a:pt x="1426448" y="102744"/>
                </a:lnTo>
                <a:lnTo>
                  <a:pt x="1426681" y="101595"/>
                </a:lnTo>
                <a:lnTo>
                  <a:pt x="1426897" y="100427"/>
                </a:lnTo>
                <a:lnTo>
                  <a:pt x="1427096" y="99240"/>
                </a:lnTo>
                <a:lnTo>
                  <a:pt x="1427277" y="98034"/>
                </a:lnTo>
                <a:lnTo>
                  <a:pt x="1427441" y="96810"/>
                </a:lnTo>
                <a:lnTo>
                  <a:pt x="1427588" y="95567"/>
                </a:lnTo>
                <a:lnTo>
                  <a:pt x="1427718" y="94304"/>
                </a:lnTo>
                <a:lnTo>
                  <a:pt x="1427830" y="93023"/>
                </a:lnTo>
                <a:lnTo>
                  <a:pt x="1427925" y="91723"/>
                </a:lnTo>
                <a:lnTo>
                  <a:pt x="1428003" y="90405"/>
                </a:lnTo>
                <a:lnTo>
                  <a:pt x="1428063" y="89067"/>
                </a:lnTo>
                <a:lnTo>
                  <a:pt x="1428107" y="87711"/>
                </a:lnTo>
                <a:lnTo>
                  <a:pt x="1428132" y="86336"/>
                </a:lnTo>
                <a:lnTo>
                  <a:pt x="1428141" y="84942"/>
                </a:lnTo>
                <a:lnTo>
                  <a:pt x="1428133" y="83539"/>
                </a:lnTo>
                <a:lnTo>
                  <a:pt x="1428109" y="82156"/>
                </a:lnTo>
                <a:lnTo>
                  <a:pt x="1428068" y="80792"/>
                </a:lnTo>
                <a:lnTo>
                  <a:pt x="1428011" y="79448"/>
                </a:lnTo>
                <a:lnTo>
                  <a:pt x="1427938" y="78123"/>
                </a:lnTo>
                <a:lnTo>
                  <a:pt x="1427849" y="76818"/>
                </a:lnTo>
                <a:lnTo>
                  <a:pt x="1427743" y="75532"/>
                </a:lnTo>
                <a:lnTo>
                  <a:pt x="1427621" y="74265"/>
                </a:lnTo>
                <a:lnTo>
                  <a:pt x="1427483" y="73017"/>
                </a:lnTo>
                <a:lnTo>
                  <a:pt x="1427329" y="71789"/>
                </a:lnTo>
                <a:lnTo>
                  <a:pt x="1427158" y="70581"/>
                </a:lnTo>
                <a:lnTo>
                  <a:pt x="1426971" y="69392"/>
                </a:lnTo>
                <a:lnTo>
                  <a:pt x="1426768" y="68222"/>
                </a:lnTo>
                <a:lnTo>
                  <a:pt x="1426548" y="67071"/>
                </a:lnTo>
                <a:lnTo>
                  <a:pt x="1426313" y="65940"/>
                </a:lnTo>
                <a:lnTo>
                  <a:pt x="1426061" y="64829"/>
                </a:lnTo>
                <a:lnTo>
                  <a:pt x="1425793" y="63736"/>
                </a:lnTo>
                <a:lnTo>
                  <a:pt x="1425508" y="62663"/>
                </a:lnTo>
                <a:lnTo>
                  <a:pt x="1425208" y="61610"/>
                </a:lnTo>
                <a:lnTo>
                  <a:pt x="1424891" y="60576"/>
                </a:lnTo>
                <a:lnTo>
                  <a:pt x="1424557" y="59561"/>
                </a:lnTo>
                <a:lnTo>
                  <a:pt x="1424208" y="58565"/>
                </a:lnTo>
                <a:lnTo>
                  <a:pt x="1423842" y="57590"/>
                </a:lnTo>
                <a:lnTo>
                  <a:pt x="1423460" y="56633"/>
                </a:lnTo>
                <a:lnTo>
                  <a:pt x="1423064" y="55696"/>
                </a:lnTo>
                <a:lnTo>
                  <a:pt x="1422653" y="54778"/>
                </a:lnTo>
                <a:lnTo>
                  <a:pt x="1422229" y="53879"/>
                </a:lnTo>
                <a:lnTo>
                  <a:pt x="1421792" y="53001"/>
                </a:lnTo>
                <a:lnTo>
                  <a:pt x="1421341" y="52142"/>
                </a:lnTo>
                <a:lnTo>
                  <a:pt x="1420877" y="51302"/>
                </a:lnTo>
                <a:lnTo>
                  <a:pt x="1420399" y="50482"/>
                </a:lnTo>
                <a:lnTo>
                  <a:pt x="1419908" y="49681"/>
                </a:lnTo>
                <a:lnTo>
                  <a:pt x="1419403" y="48900"/>
                </a:lnTo>
                <a:lnTo>
                  <a:pt x="1418884" y="48139"/>
                </a:lnTo>
                <a:lnTo>
                  <a:pt x="1418352" y="47397"/>
                </a:lnTo>
                <a:lnTo>
                  <a:pt x="1417807" y="46675"/>
                </a:lnTo>
                <a:lnTo>
                  <a:pt x="1417248" y="45972"/>
                </a:lnTo>
                <a:lnTo>
                  <a:pt x="1416675" y="45289"/>
                </a:lnTo>
                <a:lnTo>
                  <a:pt x="1416089" y="44625"/>
                </a:lnTo>
                <a:lnTo>
                  <a:pt x="1415490" y="43981"/>
                </a:lnTo>
                <a:lnTo>
                  <a:pt x="1414877" y="43357"/>
                </a:lnTo>
                <a:lnTo>
                  <a:pt x="1414250" y="42752"/>
                </a:lnTo>
                <a:lnTo>
                  <a:pt x="1413610" y="42167"/>
                </a:lnTo>
                <a:lnTo>
                  <a:pt x="1412956" y="41601"/>
                </a:lnTo>
                <a:lnTo>
                  <a:pt x="1412289" y="41055"/>
                </a:lnTo>
                <a:lnTo>
                  <a:pt x="1411609" y="40528"/>
                </a:lnTo>
                <a:lnTo>
                  <a:pt x="1410914" y="40021"/>
                </a:lnTo>
                <a:lnTo>
                  <a:pt x="1410207" y="39533"/>
                </a:lnTo>
                <a:lnTo>
                  <a:pt x="1409487" y="39065"/>
                </a:lnTo>
                <a:lnTo>
                  <a:pt x="1408756" y="38617"/>
                </a:lnTo>
                <a:lnTo>
                  <a:pt x="1408014" y="38189"/>
                </a:lnTo>
                <a:lnTo>
                  <a:pt x="1407262" y="37781"/>
                </a:lnTo>
                <a:lnTo>
                  <a:pt x="1406498" y="37393"/>
                </a:lnTo>
                <a:lnTo>
                  <a:pt x="1405723" y="37025"/>
                </a:lnTo>
                <a:lnTo>
                  <a:pt x="1404938" y="36676"/>
                </a:lnTo>
                <a:lnTo>
                  <a:pt x="1404141" y="36348"/>
                </a:lnTo>
                <a:lnTo>
                  <a:pt x="1403334" y="36039"/>
                </a:lnTo>
                <a:lnTo>
                  <a:pt x="1402515" y="35750"/>
                </a:lnTo>
                <a:lnTo>
                  <a:pt x="1401686" y="35482"/>
                </a:lnTo>
                <a:lnTo>
                  <a:pt x="1400845" y="35233"/>
                </a:lnTo>
                <a:lnTo>
                  <a:pt x="1399994" y="35004"/>
                </a:lnTo>
                <a:lnTo>
                  <a:pt x="1399132" y="34795"/>
                </a:lnTo>
                <a:lnTo>
                  <a:pt x="1398259" y="34606"/>
                </a:lnTo>
                <a:lnTo>
                  <a:pt x="1397375" y="34436"/>
                </a:lnTo>
                <a:lnTo>
                  <a:pt x="1396480" y="34287"/>
                </a:lnTo>
                <a:lnTo>
                  <a:pt x="1395574" y="34158"/>
                </a:lnTo>
                <a:lnTo>
                  <a:pt x="1394657" y="34048"/>
                </a:lnTo>
                <a:lnTo>
                  <a:pt x="1393729" y="33959"/>
                </a:lnTo>
                <a:lnTo>
                  <a:pt x="1392790" y="33889"/>
                </a:lnTo>
                <a:lnTo>
                  <a:pt x="1391840" y="33839"/>
                </a:lnTo>
                <a:lnTo>
                  <a:pt x="1390879" y="33809"/>
                </a:lnTo>
                <a:lnTo>
                  <a:pt x="1389908" y="33799"/>
                </a:lnTo>
                <a:lnTo>
                  <a:pt x="1389001" y="33807"/>
                </a:lnTo>
                <a:lnTo>
                  <a:pt x="1388104" y="33832"/>
                </a:lnTo>
                <a:lnTo>
                  <a:pt x="1387217" y="33873"/>
                </a:lnTo>
                <a:lnTo>
                  <a:pt x="1386340" y="33931"/>
                </a:lnTo>
                <a:lnTo>
                  <a:pt x="1385472" y="34005"/>
                </a:lnTo>
                <a:lnTo>
                  <a:pt x="1384614" y="34095"/>
                </a:lnTo>
                <a:lnTo>
                  <a:pt x="1383766" y="34202"/>
                </a:lnTo>
                <a:lnTo>
                  <a:pt x="1382928" y="34325"/>
                </a:lnTo>
                <a:lnTo>
                  <a:pt x="1382099" y="34464"/>
                </a:lnTo>
                <a:lnTo>
                  <a:pt x="1381280" y="34620"/>
                </a:lnTo>
                <a:lnTo>
                  <a:pt x="1380471" y="34793"/>
                </a:lnTo>
                <a:lnTo>
                  <a:pt x="1379672" y="34982"/>
                </a:lnTo>
                <a:lnTo>
                  <a:pt x="1378882" y="35187"/>
                </a:lnTo>
                <a:lnTo>
                  <a:pt x="1378102" y="35409"/>
                </a:lnTo>
                <a:lnTo>
                  <a:pt x="1377332" y="35647"/>
                </a:lnTo>
                <a:lnTo>
                  <a:pt x="1376572" y="35901"/>
                </a:lnTo>
                <a:lnTo>
                  <a:pt x="1375821" y="36172"/>
                </a:lnTo>
                <a:lnTo>
                  <a:pt x="1375080" y="36460"/>
                </a:lnTo>
                <a:lnTo>
                  <a:pt x="1374349" y="36764"/>
                </a:lnTo>
                <a:lnTo>
                  <a:pt x="1373628" y="37084"/>
                </a:lnTo>
                <a:lnTo>
                  <a:pt x="1372916" y="37421"/>
                </a:lnTo>
                <a:lnTo>
                  <a:pt x="1372214" y="37774"/>
                </a:lnTo>
                <a:lnTo>
                  <a:pt x="1371522" y="38143"/>
                </a:lnTo>
                <a:lnTo>
                  <a:pt x="1370840" y="38529"/>
                </a:lnTo>
                <a:lnTo>
                  <a:pt x="1370168" y="38928"/>
                </a:lnTo>
                <a:lnTo>
                  <a:pt x="1369507" y="39337"/>
                </a:lnTo>
                <a:lnTo>
                  <a:pt x="1368856" y="39756"/>
                </a:lnTo>
                <a:lnTo>
                  <a:pt x="1368216" y="40185"/>
                </a:lnTo>
                <a:lnTo>
                  <a:pt x="1367587" y="40624"/>
                </a:lnTo>
                <a:lnTo>
                  <a:pt x="1366969" y="41073"/>
                </a:lnTo>
                <a:lnTo>
                  <a:pt x="1366362" y="41531"/>
                </a:lnTo>
                <a:lnTo>
                  <a:pt x="1365765" y="42000"/>
                </a:lnTo>
                <a:lnTo>
                  <a:pt x="1365179" y="42479"/>
                </a:lnTo>
                <a:lnTo>
                  <a:pt x="1364604" y="42967"/>
                </a:lnTo>
                <a:lnTo>
                  <a:pt x="1364040" y="43465"/>
                </a:lnTo>
                <a:lnTo>
                  <a:pt x="1363486" y="43974"/>
                </a:lnTo>
                <a:lnTo>
                  <a:pt x="1362944" y="44492"/>
                </a:lnTo>
                <a:lnTo>
                  <a:pt x="1362412" y="45020"/>
                </a:lnTo>
                <a:lnTo>
                  <a:pt x="1361891" y="45558"/>
                </a:lnTo>
                <a:lnTo>
                  <a:pt x="1361380" y="46106"/>
                </a:lnTo>
                <a:lnTo>
                  <a:pt x="1360880" y="46664"/>
                </a:lnTo>
                <a:lnTo>
                  <a:pt x="1360392" y="47232"/>
                </a:lnTo>
                <a:lnTo>
                  <a:pt x="1359914" y="47809"/>
                </a:lnTo>
                <a:lnTo>
                  <a:pt x="1359446" y="48397"/>
                </a:lnTo>
                <a:lnTo>
                  <a:pt x="1358990" y="48994"/>
                </a:lnTo>
                <a:lnTo>
                  <a:pt x="1358544" y="49602"/>
                </a:lnTo>
                <a:lnTo>
                  <a:pt x="1358109" y="50219"/>
                </a:lnTo>
                <a:lnTo>
                  <a:pt x="1357685" y="50847"/>
                </a:lnTo>
                <a:lnTo>
                  <a:pt x="1357685" y="1774"/>
                </a:lnTo>
                <a:lnTo>
                  <a:pt x="1341229" y="1774"/>
                </a:lnTo>
                <a:lnTo>
                  <a:pt x="1341229" y="134409"/>
                </a:lnTo>
                <a:lnTo>
                  <a:pt x="1356601" y="134409"/>
                </a:lnTo>
                <a:lnTo>
                  <a:pt x="1357488" y="120810"/>
                </a:lnTo>
                <a:lnTo>
                  <a:pt x="1357887" y="121404"/>
                </a:lnTo>
                <a:lnTo>
                  <a:pt x="1358295" y="121988"/>
                </a:lnTo>
                <a:lnTo>
                  <a:pt x="1358713" y="122560"/>
                </a:lnTo>
                <a:lnTo>
                  <a:pt x="1359141" y="123122"/>
                </a:lnTo>
                <a:lnTo>
                  <a:pt x="1359578" y="123673"/>
                </a:lnTo>
                <a:lnTo>
                  <a:pt x="1360025" y="124213"/>
                </a:lnTo>
                <a:lnTo>
                  <a:pt x="1360482" y="124742"/>
                </a:lnTo>
                <a:lnTo>
                  <a:pt x="1360948" y="125261"/>
                </a:lnTo>
                <a:lnTo>
                  <a:pt x="1361423" y="125769"/>
                </a:lnTo>
                <a:lnTo>
                  <a:pt x="1361908" y="126266"/>
                </a:lnTo>
                <a:lnTo>
                  <a:pt x="1362403" y="126752"/>
                </a:lnTo>
                <a:lnTo>
                  <a:pt x="1362907" y="127228"/>
                </a:lnTo>
                <a:lnTo>
                  <a:pt x="1363421" y="127692"/>
                </a:lnTo>
                <a:lnTo>
                  <a:pt x="1363945" y="128146"/>
                </a:lnTo>
                <a:lnTo>
                  <a:pt x="1364478" y="128590"/>
                </a:lnTo>
                <a:lnTo>
                  <a:pt x="1365021" y="129022"/>
                </a:lnTo>
                <a:lnTo>
                  <a:pt x="1365573" y="129444"/>
                </a:lnTo>
                <a:lnTo>
                  <a:pt x="1366135" y="129854"/>
                </a:lnTo>
                <a:lnTo>
                  <a:pt x="1366706" y="130255"/>
                </a:lnTo>
                <a:lnTo>
                  <a:pt x="1367287" y="130644"/>
                </a:lnTo>
                <a:lnTo>
                  <a:pt x="1367878" y="131022"/>
                </a:lnTo>
                <a:lnTo>
                  <a:pt x="1368478" y="131390"/>
                </a:lnTo>
                <a:lnTo>
                  <a:pt x="1369087" y="131747"/>
                </a:lnTo>
                <a:lnTo>
                  <a:pt x="1369707" y="132093"/>
                </a:lnTo>
                <a:lnTo>
                  <a:pt x="1370336" y="132427"/>
                </a:lnTo>
                <a:lnTo>
                  <a:pt x="1370977" y="132746"/>
                </a:lnTo>
                <a:lnTo>
                  <a:pt x="1371628" y="133052"/>
                </a:lnTo>
                <a:lnTo>
                  <a:pt x="1372291" y="133343"/>
                </a:lnTo>
                <a:lnTo>
                  <a:pt x="1372964" y="133620"/>
                </a:lnTo>
                <a:lnTo>
                  <a:pt x="1373648" y="133882"/>
                </a:lnTo>
                <a:lnTo>
                  <a:pt x="1374344" y="134131"/>
                </a:lnTo>
                <a:lnTo>
                  <a:pt x="1375050" y="134365"/>
                </a:lnTo>
                <a:lnTo>
                  <a:pt x="1375767" y="134585"/>
                </a:lnTo>
                <a:lnTo>
                  <a:pt x="1376495" y="134791"/>
                </a:lnTo>
                <a:lnTo>
                  <a:pt x="1377234" y="134983"/>
                </a:lnTo>
                <a:lnTo>
                  <a:pt x="1377984" y="135160"/>
                </a:lnTo>
                <a:lnTo>
                  <a:pt x="1378745" y="135324"/>
                </a:lnTo>
                <a:lnTo>
                  <a:pt x="1379517" y="135473"/>
                </a:lnTo>
                <a:lnTo>
                  <a:pt x="1380300" y="135608"/>
                </a:lnTo>
                <a:lnTo>
                  <a:pt x="1381094" y="135728"/>
                </a:lnTo>
                <a:lnTo>
                  <a:pt x="1381898" y="135835"/>
                </a:lnTo>
                <a:lnTo>
                  <a:pt x="1382714" y="135927"/>
                </a:lnTo>
                <a:lnTo>
                  <a:pt x="1383541" y="136005"/>
                </a:lnTo>
                <a:lnTo>
                  <a:pt x="1384378" y="136069"/>
                </a:lnTo>
                <a:lnTo>
                  <a:pt x="1385227" y="136119"/>
                </a:lnTo>
                <a:lnTo>
                  <a:pt x="1386086" y="136154"/>
                </a:lnTo>
                <a:lnTo>
                  <a:pt x="1386957" y="136175"/>
                </a:lnTo>
                <a:lnTo>
                  <a:pt x="1387838" y="136183"/>
                </a:lnTo>
                <a:lnTo>
                  <a:pt x="1388851" y="136173"/>
                </a:lnTo>
                <a:lnTo>
                  <a:pt x="1389853" y="136142"/>
                </a:lnTo>
                <a:lnTo>
                  <a:pt x="1390844" y="136092"/>
                </a:lnTo>
                <a:lnTo>
                  <a:pt x="1391824" y="136022"/>
                </a:lnTo>
                <a:close/>
                <a:moveTo>
                  <a:pt x="1381586" y="122544"/>
                </a:moveTo>
                <a:lnTo>
                  <a:pt x="1380814" y="122467"/>
                </a:lnTo>
                <a:lnTo>
                  <a:pt x="1380053" y="122372"/>
                </a:lnTo>
                <a:lnTo>
                  <a:pt x="1379303" y="122259"/>
                </a:lnTo>
                <a:lnTo>
                  <a:pt x="1378564" y="122130"/>
                </a:lnTo>
                <a:lnTo>
                  <a:pt x="1377836" y="121983"/>
                </a:lnTo>
                <a:lnTo>
                  <a:pt x="1377119" y="121819"/>
                </a:lnTo>
                <a:lnTo>
                  <a:pt x="1376413" y="121638"/>
                </a:lnTo>
                <a:lnTo>
                  <a:pt x="1375718" y="121439"/>
                </a:lnTo>
                <a:lnTo>
                  <a:pt x="1375033" y="121223"/>
                </a:lnTo>
                <a:lnTo>
                  <a:pt x="1374360" y="120990"/>
                </a:lnTo>
                <a:lnTo>
                  <a:pt x="1373698" y="120740"/>
                </a:lnTo>
                <a:lnTo>
                  <a:pt x="1373046" y="120472"/>
                </a:lnTo>
                <a:lnTo>
                  <a:pt x="1372406" y="120187"/>
                </a:lnTo>
                <a:lnTo>
                  <a:pt x="1371776" y="119885"/>
                </a:lnTo>
                <a:lnTo>
                  <a:pt x="1371158" y="119566"/>
                </a:lnTo>
                <a:lnTo>
                  <a:pt x="1370550" y="119229"/>
                </a:lnTo>
                <a:lnTo>
                  <a:pt x="1369953" y="118875"/>
                </a:lnTo>
                <a:lnTo>
                  <a:pt x="1369367" y="118504"/>
                </a:lnTo>
                <a:lnTo>
                  <a:pt x="1368793" y="118115"/>
                </a:lnTo>
                <a:lnTo>
                  <a:pt x="1368229" y="117709"/>
                </a:lnTo>
                <a:lnTo>
                  <a:pt x="1367675" y="117290"/>
                </a:lnTo>
                <a:lnTo>
                  <a:pt x="1367132" y="116862"/>
                </a:lnTo>
                <a:lnTo>
                  <a:pt x="1366598" y="116425"/>
                </a:lnTo>
                <a:lnTo>
                  <a:pt x="1366074" y="115979"/>
                </a:lnTo>
                <a:lnTo>
                  <a:pt x="1365561" y="115524"/>
                </a:lnTo>
                <a:lnTo>
                  <a:pt x="1365057" y="115059"/>
                </a:lnTo>
                <a:lnTo>
                  <a:pt x="1364563" y="114586"/>
                </a:lnTo>
                <a:lnTo>
                  <a:pt x="1364079" y="114103"/>
                </a:lnTo>
                <a:lnTo>
                  <a:pt x="1363605" y="113612"/>
                </a:lnTo>
                <a:lnTo>
                  <a:pt x="1363141" y="113111"/>
                </a:lnTo>
                <a:lnTo>
                  <a:pt x="1362687" y="112601"/>
                </a:lnTo>
                <a:lnTo>
                  <a:pt x="1362242" y="112083"/>
                </a:lnTo>
                <a:lnTo>
                  <a:pt x="1361808" y="111555"/>
                </a:lnTo>
                <a:lnTo>
                  <a:pt x="1361384" y="111018"/>
                </a:lnTo>
                <a:lnTo>
                  <a:pt x="1360969" y="110472"/>
                </a:lnTo>
                <a:lnTo>
                  <a:pt x="1360564" y="109916"/>
                </a:lnTo>
                <a:lnTo>
                  <a:pt x="1360170" y="109352"/>
                </a:lnTo>
                <a:lnTo>
                  <a:pt x="1359785" y="108779"/>
                </a:lnTo>
                <a:lnTo>
                  <a:pt x="1359410" y="108197"/>
                </a:lnTo>
                <a:lnTo>
                  <a:pt x="1359045" y="107605"/>
                </a:lnTo>
                <a:lnTo>
                  <a:pt x="1358690" y="107005"/>
                </a:lnTo>
                <a:lnTo>
                  <a:pt x="1358345" y="106395"/>
                </a:lnTo>
                <a:lnTo>
                  <a:pt x="1358010" y="105776"/>
                </a:lnTo>
                <a:lnTo>
                  <a:pt x="1357685" y="105149"/>
                </a:lnTo>
                <a:lnTo>
                  <a:pt x="1357685" y="66693"/>
                </a:lnTo>
                <a:lnTo>
                  <a:pt x="1358035" y="66014"/>
                </a:lnTo>
                <a:lnTo>
                  <a:pt x="1358396" y="65343"/>
                </a:lnTo>
                <a:lnTo>
                  <a:pt x="1358766" y="64681"/>
                </a:lnTo>
                <a:lnTo>
                  <a:pt x="1359148" y="64027"/>
                </a:lnTo>
                <a:lnTo>
                  <a:pt x="1359540" y="63382"/>
                </a:lnTo>
                <a:lnTo>
                  <a:pt x="1359942" y="62745"/>
                </a:lnTo>
                <a:lnTo>
                  <a:pt x="1360355" y="62117"/>
                </a:lnTo>
                <a:lnTo>
                  <a:pt x="1360778" y="61498"/>
                </a:lnTo>
                <a:lnTo>
                  <a:pt x="1361212" y="60887"/>
                </a:lnTo>
                <a:lnTo>
                  <a:pt x="1361656" y="60284"/>
                </a:lnTo>
                <a:lnTo>
                  <a:pt x="1362110" y="59690"/>
                </a:lnTo>
                <a:lnTo>
                  <a:pt x="1362575" y="59105"/>
                </a:lnTo>
                <a:lnTo>
                  <a:pt x="1363050" y="58528"/>
                </a:lnTo>
                <a:lnTo>
                  <a:pt x="1363536" y="57960"/>
                </a:lnTo>
                <a:lnTo>
                  <a:pt x="1364032" y="57400"/>
                </a:lnTo>
                <a:lnTo>
                  <a:pt x="1364539" y="56849"/>
                </a:lnTo>
                <a:lnTo>
                  <a:pt x="1365056" y="56306"/>
                </a:lnTo>
                <a:lnTo>
                  <a:pt x="1365583" y="55772"/>
                </a:lnTo>
                <a:lnTo>
                  <a:pt x="1366121" y="55246"/>
                </a:lnTo>
                <a:lnTo>
                  <a:pt x="1366670" y="54729"/>
                </a:lnTo>
                <a:lnTo>
                  <a:pt x="1367229" y="54221"/>
                </a:lnTo>
                <a:lnTo>
                  <a:pt x="1367798" y="53721"/>
                </a:lnTo>
                <a:lnTo>
                  <a:pt x="1368378" y="53230"/>
                </a:lnTo>
                <a:lnTo>
                  <a:pt x="1368968" y="52747"/>
                </a:lnTo>
                <a:lnTo>
                  <a:pt x="1369569" y="52278"/>
                </a:lnTo>
                <a:lnTo>
                  <a:pt x="1370181" y="51829"/>
                </a:lnTo>
                <a:lnTo>
                  <a:pt x="1370804" y="51401"/>
                </a:lnTo>
                <a:lnTo>
                  <a:pt x="1371438" y="50992"/>
                </a:lnTo>
                <a:lnTo>
                  <a:pt x="1372083" y="50603"/>
                </a:lnTo>
                <a:lnTo>
                  <a:pt x="1372740" y="50234"/>
                </a:lnTo>
                <a:lnTo>
                  <a:pt x="1373408" y="49885"/>
                </a:lnTo>
                <a:lnTo>
                  <a:pt x="1374086" y="49556"/>
                </a:lnTo>
                <a:lnTo>
                  <a:pt x="1374776" y="49247"/>
                </a:lnTo>
                <a:lnTo>
                  <a:pt x="1375477" y="48958"/>
                </a:lnTo>
                <a:lnTo>
                  <a:pt x="1376189" y="48689"/>
                </a:lnTo>
                <a:lnTo>
                  <a:pt x="1376913" y="48439"/>
                </a:lnTo>
                <a:lnTo>
                  <a:pt x="1377647" y="48210"/>
                </a:lnTo>
                <a:lnTo>
                  <a:pt x="1378392" y="48001"/>
                </a:lnTo>
                <a:lnTo>
                  <a:pt x="1379149" y="47811"/>
                </a:lnTo>
                <a:lnTo>
                  <a:pt x="1379917" y="47642"/>
                </a:lnTo>
                <a:lnTo>
                  <a:pt x="1380695" y="47492"/>
                </a:lnTo>
                <a:lnTo>
                  <a:pt x="1381485" y="47363"/>
                </a:lnTo>
                <a:lnTo>
                  <a:pt x="1382286" y="47253"/>
                </a:lnTo>
                <a:lnTo>
                  <a:pt x="1383099" y="47163"/>
                </a:lnTo>
                <a:lnTo>
                  <a:pt x="1383922" y="47093"/>
                </a:lnTo>
                <a:lnTo>
                  <a:pt x="1384756" y="47044"/>
                </a:lnTo>
                <a:lnTo>
                  <a:pt x="1385602" y="47014"/>
                </a:lnTo>
                <a:lnTo>
                  <a:pt x="1386459" y="47004"/>
                </a:lnTo>
                <a:lnTo>
                  <a:pt x="1387467" y="47021"/>
                </a:lnTo>
                <a:lnTo>
                  <a:pt x="1388454" y="47072"/>
                </a:lnTo>
                <a:lnTo>
                  <a:pt x="1389420" y="47158"/>
                </a:lnTo>
                <a:lnTo>
                  <a:pt x="1390366" y="47277"/>
                </a:lnTo>
                <a:lnTo>
                  <a:pt x="1391291" y="47431"/>
                </a:lnTo>
                <a:lnTo>
                  <a:pt x="1392195" y="47619"/>
                </a:lnTo>
                <a:lnTo>
                  <a:pt x="1393079" y="47841"/>
                </a:lnTo>
                <a:lnTo>
                  <a:pt x="1393942" y="48098"/>
                </a:lnTo>
                <a:lnTo>
                  <a:pt x="1394784" y="48388"/>
                </a:lnTo>
                <a:lnTo>
                  <a:pt x="1395606" y="48713"/>
                </a:lnTo>
                <a:lnTo>
                  <a:pt x="1396407" y="49072"/>
                </a:lnTo>
                <a:lnTo>
                  <a:pt x="1397187" y="49465"/>
                </a:lnTo>
                <a:lnTo>
                  <a:pt x="1397947" y="49892"/>
                </a:lnTo>
                <a:lnTo>
                  <a:pt x="1398685" y="50354"/>
                </a:lnTo>
                <a:lnTo>
                  <a:pt x="1399404" y="50849"/>
                </a:lnTo>
                <a:lnTo>
                  <a:pt x="1400101" y="51379"/>
                </a:lnTo>
                <a:lnTo>
                  <a:pt x="1400778" y="51943"/>
                </a:lnTo>
                <a:lnTo>
                  <a:pt x="1401434" y="52541"/>
                </a:lnTo>
                <a:lnTo>
                  <a:pt x="1402069" y="53174"/>
                </a:lnTo>
                <a:lnTo>
                  <a:pt x="1402684" y="53840"/>
                </a:lnTo>
                <a:lnTo>
                  <a:pt x="1403277" y="54541"/>
                </a:lnTo>
                <a:lnTo>
                  <a:pt x="1403851" y="55276"/>
                </a:lnTo>
                <a:lnTo>
                  <a:pt x="1404403" y="56045"/>
                </a:lnTo>
                <a:lnTo>
                  <a:pt x="1404935" y="56848"/>
                </a:lnTo>
                <a:lnTo>
                  <a:pt x="1405445" y="57684"/>
                </a:lnTo>
                <a:lnTo>
                  <a:pt x="1405934" y="58549"/>
                </a:lnTo>
                <a:lnTo>
                  <a:pt x="1406401" y="59444"/>
                </a:lnTo>
                <a:lnTo>
                  <a:pt x="1406847" y="60369"/>
                </a:lnTo>
                <a:lnTo>
                  <a:pt x="1407271" y="61324"/>
                </a:lnTo>
                <a:lnTo>
                  <a:pt x="1407672" y="62309"/>
                </a:lnTo>
                <a:lnTo>
                  <a:pt x="1408053" y="63324"/>
                </a:lnTo>
                <a:lnTo>
                  <a:pt x="1408411" y="64369"/>
                </a:lnTo>
                <a:lnTo>
                  <a:pt x="1408748" y="65443"/>
                </a:lnTo>
                <a:lnTo>
                  <a:pt x="1409063" y="66548"/>
                </a:lnTo>
                <a:lnTo>
                  <a:pt x="1409356" y="67682"/>
                </a:lnTo>
                <a:lnTo>
                  <a:pt x="1409628" y="68847"/>
                </a:lnTo>
                <a:lnTo>
                  <a:pt x="1409878" y="70041"/>
                </a:lnTo>
                <a:lnTo>
                  <a:pt x="1410106" y="71265"/>
                </a:lnTo>
                <a:lnTo>
                  <a:pt x="1410312" y="72519"/>
                </a:lnTo>
                <a:lnTo>
                  <a:pt x="1410497" y="73803"/>
                </a:lnTo>
                <a:lnTo>
                  <a:pt x="1410660" y="75117"/>
                </a:lnTo>
                <a:lnTo>
                  <a:pt x="1410801" y="76460"/>
                </a:lnTo>
                <a:lnTo>
                  <a:pt x="1410921" y="77834"/>
                </a:lnTo>
                <a:lnTo>
                  <a:pt x="1411018" y="79238"/>
                </a:lnTo>
                <a:lnTo>
                  <a:pt x="1411094" y="80671"/>
                </a:lnTo>
                <a:lnTo>
                  <a:pt x="1411149" y="82135"/>
                </a:lnTo>
                <a:lnTo>
                  <a:pt x="1411181" y="83628"/>
                </a:lnTo>
                <a:lnTo>
                  <a:pt x="1411192" y="85151"/>
                </a:lnTo>
                <a:lnTo>
                  <a:pt x="1411181" y="86632"/>
                </a:lnTo>
                <a:lnTo>
                  <a:pt x="1411146" y="88086"/>
                </a:lnTo>
                <a:lnTo>
                  <a:pt x="1411088" y="89510"/>
                </a:lnTo>
                <a:lnTo>
                  <a:pt x="1411006" y="90907"/>
                </a:lnTo>
                <a:lnTo>
                  <a:pt x="1410901" y="92275"/>
                </a:lnTo>
                <a:lnTo>
                  <a:pt x="1410773" y="93615"/>
                </a:lnTo>
                <a:lnTo>
                  <a:pt x="1410622" y="94926"/>
                </a:lnTo>
                <a:lnTo>
                  <a:pt x="1410448" y="96209"/>
                </a:lnTo>
                <a:lnTo>
                  <a:pt x="1410250" y="97464"/>
                </a:lnTo>
                <a:lnTo>
                  <a:pt x="1410029" y="98691"/>
                </a:lnTo>
                <a:lnTo>
                  <a:pt x="1409785" y="99889"/>
                </a:lnTo>
                <a:lnTo>
                  <a:pt x="1409517" y="101059"/>
                </a:lnTo>
                <a:lnTo>
                  <a:pt x="1409226" y="102201"/>
                </a:lnTo>
                <a:lnTo>
                  <a:pt x="1408912" y="103314"/>
                </a:lnTo>
                <a:lnTo>
                  <a:pt x="1408575" y="104399"/>
                </a:lnTo>
                <a:lnTo>
                  <a:pt x="1408214" y="105456"/>
                </a:lnTo>
                <a:lnTo>
                  <a:pt x="1407830" y="106484"/>
                </a:lnTo>
                <a:lnTo>
                  <a:pt x="1407423" y="107484"/>
                </a:lnTo>
                <a:lnTo>
                  <a:pt x="1406993" y="108456"/>
                </a:lnTo>
                <a:lnTo>
                  <a:pt x="1406539" y="109399"/>
                </a:lnTo>
                <a:lnTo>
                  <a:pt x="1406062" y="110315"/>
                </a:lnTo>
                <a:lnTo>
                  <a:pt x="1405562" y="111201"/>
                </a:lnTo>
                <a:lnTo>
                  <a:pt x="1405038" y="112060"/>
                </a:lnTo>
                <a:lnTo>
                  <a:pt x="1404491" y="112890"/>
                </a:lnTo>
                <a:lnTo>
                  <a:pt x="1403922" y="113689"/>
                </a:lnTo>
                <a:lnTo>
                  <a:pt x="1403331" y="114454"/>
                </a:lnTo>
                <a:lnTo>
                  <a:pt x="1402718" y="115185"/>
                </a:lnTo>
                <a:lnTo>
                  <a:pt x="1402083" y="115882"/>
                </a:lnTo>
                <a:lnTo>
                  <a:pt x="1401426" y="116545"/>
                </a:lnTo>
                <a:lnTo>
                  <a:pt x="1400747" y="117174"/>
                </a:lnTo>
                <a:lnTo>
                  <a:pt x="1400046" y="117769"/>
                </a:lnTo>
                <a:lnTo>
                  <a:pt x="1399324" y="118330"/>
                </a:lnTo>
                <a:lnTo>
                  <a:pt x="1398579" y="118857"/>
                </a:lnTo>
                <a:lnTo>
                  <a:pt x="1397813" y="119350"/>
                </a:lnTo>
                <a:lnTo>
                  <a:pt x="1397024" y="119809"/>
                </a:lnTo>
                <a:lnTo>
                  <a:pt x="1396214" y="120234"/>
                </a:lnTo>
                <a:lnTo>
                  <a:pt x="1395382" y="120625"/>
                </a:lnTo>
                <a:lnTo>
                  <a:pt x="1394528" y="120982"/>
                </a:lnTo>
                <a:lnTo>
                  <a:pt x="1393652" y="121306"/>
                </a:lnTo>
                <a:lnTo>
                  <a:pt x="1392754" y="121595"/>
                </a:lnTo>
                <a:lnTo>
                  <a:pt x="1391835" y="121850"/>
                </a:lnTo>
                <a:lnTo>
                  <a:pt x="1390893" y="122071"/>
                </a:lnTo>
                <a:lnTo>
                  <a:pt x="1389929" y="122258"/>
                </a:lnTo>
                <a:lnTo>
                  <a:pt x="1388944" y="122411"/>
                </a:lnTo>
                <a:lnTo>
                  <a:pt x="1387937" y="122530"/>
                </a:lnTo>
                <a:lnTo>
                  <a:pt x="1386908" y="122615"/>
                </a:lnTo>
                <a:lnTo>
                  <a:pt x="1385856" y="122666"/>
                </a:lnTo>
                <a:lnTo>
                  <a:pt x="1384783" y="122683"/>
                </a:lnTo>
                <a:lnTo>
                  <a:pt x="1383968" y="122674"/>
                </a:lnTo>
                <a:lnTo>
                  <a:pt x="1383163" y="122648"/>
                </a:lnTo>
                <a:lnTo>
                  <a:pt x="1382369" y="122605"/>
                </a:lnTo>
                <a:lnTo>
                  <a:pt x="1381586" y="122544"/>
                </a:lnTo>
                <a:close/>
                <a:moveTo>
                  <a:pt x="1181633" y="63429"/>
                </a:moveTo>
                <a:lnTo>
                  <a:pt x="1181904" y="63062"/>
                </a:lnTo>
                <a:lnTo>
                  <a:pt x="1182177" y="62698"/>
                </a:lnTo>
                <a:lnTo>
                  <a:pt x="1182454" y="62339"/>
                </a:lnTo>
                <a:lnTo>
                  <a:pt x="1182733" y="61983"/>
                </a:lnTo>
                <a:lnTo>
                  <a:pt x="1183016" y="61631"/>
                </a:lnTo>
                <a:lnTo>
                  <a:pt x="1183302" y="61282"/>
                </a:lnTo>
                <a:lnTo>
                  <a:pt x="1183591" y="60938"/>
                </a:lnTo>
                <a:lnTo>
                  <a:pt x="1183883" y="60597"/>
                </a:lnTo>
                <a:lnTo>
                  <a:pt x="1184178" y="60260"/>
                </a:lnTo>
                <a:lnTo>
                  <a:pt x="1184476" y="59926"/>
                </a:lnTo>
                <a:lnTo>
                  <a:pt x="1184778" y="59597"/>
                </a:lnTo>
                <a:lnTo>
                  <a:pt x="1185082" y="59271"/>
                </a:lnTo>
                <a:lnTo>
                  <a:pt x="1185389" y="58949"/>
                </a:lnTo>
                <a:lnTo>
                  <a:pt x="1185700" y="58630"/>
                </a:lnTo>
                <a:lnTo>
                  <a:pt x="1186013" y="58315"/>
                </a:lnTo>
                <a:lnTo>
                  <a:pt x="1186330" y="58004"/>
                </a:lnTo>
                <a:lnTo>
                  <a:pt x="1186650" y="57697"/>
                </a:lnTo>
                <a:lnTo>
                  <a:pt x="1186973" y="57394"/>
                </a:lnTo>
                <a:lnTo>
                  <a:pt x="1187299" y="57094"/>
                </a:lnTo>
                <a:lnTo>
                  <a:pt x="1187628" y="56798"/>
                </a:lnTo>
                <a:lnTo>
                  <a:pt x="1187960" y="56506"/>
                </a:lnTo>
                <a:lnTo>
                  <a:pt x="1188295" y="56217"/>
                </a:lnTo>
                <a:lnTo>
                  <a:pt x="1188634" y="55933"/>
                </a:lnTo>
                <a:lnTo>
                  <a:pt x="1188978" y="55654"/>
                </a:lnTo>
                <a:lnTo>
                  <a:pt x="1189326" y="55381"/>
                </a:lnTo>
                <a:lnTo>
                  <a:pt x="1189680" y="55112"/>
                </a:lnTo>
                <a:lnTo>
                  <a:pt x="1190038" y="54849"/>
                </a:lnTo>
                <a:lnTo>
                  <a:pt x="1190401" y="54591"/>
                </a:lnTo>
                <a:lnTo>
                  <a:pt x="1190769" y="54338"/>
                </a:lnTo>
                <a:lnTo>
                  <a:pt x="1191142" y="54090"/>
                </a:lnTo>
                <a:lnTo>
                  <a:pt x="1191519" y="53847"/>
                </a:lnTo>
                <a:lnTo>
                  <a:pt x="1191901" y="53610"/>
                </a:lnTo>
                <a:lnTo>
                  <a:pt x="1192288" y="53377"/>
                </a:lnTo>
                <a:lnTo>
                  <a:pt x="1192680" y="53150"/>
                </a:lnTo>
                <a:lnTo>
                  <a:pt x="1193076" y="52928"/>
                </a:lnTo>
                <a:lnTo>
                  <a:pt x="1193478" y="52711"/>
                </a:lnTo>
                <a:lnTo>
                  <a:pt x="1193884" y="52500"/>
                </a:lnTo>
                <a:lnTo>
                  <a:pt x="1194295" y="52293"/>
                </a:lnTo>
                <a:lnTo>
                  <a:pt x="1194711" y="52092"/>
                </a:lnTo>
                <a:lnTo>
                  <a:pt x="1195131" y="51896"/>
                </a:lnTo>
                <a:lnTo>
                  <a:pt x="1195556" y="51705"/>
                </a:lnTo>
                <a:lnTo>
                  <a:pt x="1195986" y="51519"/>
                </a:lnTo>
                <a:lnTo>
                  <a:pt x="1196421" y="51339"/>
                </a:lnTo>
                <a:lnTo>
                  <a:pt x="1196861" y="51163"/>
                </a:lnTo>
                <a:lnTo>
                  <a:pt x="1197305" y="50993"/>
                </a:lnTo>
                <a:lnTo>
                  <a:pt x="1197755" y="50828"/>
                </a:lnTo>
                <a:lnTo>
                  <a:pt x="1198209" y="50669"/>
                </a:lnTo>
                <a:lnTo>
                  <a:pt x="1198670" y="50516"/>
                </a:lnTo>
                <a:lnTo>
                  <a:pt x="1199137" y="50371"/>
                </a:lnTo>
                <a:lnTo>
                  <a:pt x="1199611" y="50232"/>
                </a:lnTo>
                <a:lnTo>
                  <a:pt x="1200090" y="50100"/>
                </a:lnTo>
                <a:lnTo>
                  <a:pt x="1200575" y="49974"/>
                </a:lnTo>
                <a:lnTo>
                  <a:pt x="1201067" y="49855"/>
                </a:lnTo>
                <a:lnTo>
                  <a:pt x="1201565" y="49744"/>
                </a:lnTo>
                <a:lnTo>
                  <a:pt x="1202069" y="49639"/>
                </a:lnTo>
                <a:lnTo>
                  <a:pt x="1202579" y="49540"/>
                </a:lnTo>
                <a:lnTo>
                  <a:pt x="1203095" y="49449"/>
                </a:lnTo>
                <a:lnTo>
                  <a:pt x="1203618" y="49364"/>
                </a:lnTo>
                <a:lnTo>
                  <a:pt x="1204146" y="49286"/>
                </a:lnTo>
                <a:lnTo>
                  <a:pt x="1204681" y="49215"/>
                </a:lnTo>
                <a:lnTo>
                  <a:pt x="1205222" y="49150"/>
                </a:lnTo>
                <a:lnTo>
                  <a:pt x="1205769" y="49093"/>
                </a:lnTo>
                <a:lnTo>
                  <a:pt x="1206323" y="49042"/>
                </a:lnTo>
                <a:lnTo>
                  <a:pt x="1206882" y="48998"/>
                </a:lnTo>
                <a:lnTo>
                  <a:pt x="1207448" y="48961"/>
                </a:lnTo>
                <a:lnTo>
                  <a:pt x="1208019" y="48930"/>
                </a:lnTo>
                <a:lnTo>
                  <a:pt x="1208597" y="48906"/>
                </a:lnTo>
                <a:lnTo>
                  <a:pt x="1209181" y="48889"/>
                </a:lnTo>
                <a:lnTo>
                  <a:pt x="1209771" y="48879"/>
                </a:lnTo>
                <a:lnTo>
                  <a:pt x="1210368" y="48876"/>
                </a:lnTo>
                <a:lnTo>
                  <a:pt x="1212634" y="48876"/>
                </a:lnTo>
                <a:lnTo>
                  <a:pt x="1212634" y="33799"/>
                </a:lnTo>
                <a:lnTo>
                  <a:pt x="1210663" y="33799"/>
                </a:lnTo>
                <a:lnTo>
                  <a:pt x="1209710" y="33808"/>
                </a:lnTo>
                <a:lnTo>
                  <a:pt x="1208772" y="33834"/>
                </a:lnTo>
                <a:lnTo>
                  <a:pt x="1207849" y="33878"/>
                </a:lnTo>
                <a:lnTo>
                  <a:pt x="1206941" y="33939"/>
                </a:lnTo>
                <a:lnTo>
                  <a:pt x="1206048" y="34017"/>
                </a:lnTo>
                <a:lnTo>
                  <a:pt x="1205170" y="34113"/>
                </a:lnTo>
                <a:lnTo>
                  <a:pt x="1204307" y="34227"/>
                </a:lnTo>
                <a:lnTo>
                  <a:pt x="1203459" y="34358"/>
                </a:lnTo>
                <a:lnTo>
                  <a:pt x="1202626" y="34506"/>
                </a:lnTo>
                <a:lnTo>
                  <a:pt x="1201808" y="34672"/>
                </a:lnTo>
                <a:lnTo>
                  <a:pt x="1201006" y="34855"/>
                </a:lnTo>
                <a:lnTo>
                  <a:pt x="1200218" y="35056"/>
                </a:lnTo>
                <a:lnTo>
                  <a:pt x="1199446" y="35274"/>
                </a:lnTo>
                <a:lnTo>
                  <a:pt x="1198688" y="35509"/>
                </a:lnTo>
                <a:lnTo>
                  <a:pt x="1197946" y="35762"/>
                </a:lnTo>
                <a:lnTo>
                  <a:pt x="1197218" y="36033"/>
                </a:lnTo>
                <a:lnTo>
                  <a:pt x="1196506" y="36321"/>
                </a:lnTo>
                <a:lnTo>
                  <a:pt x="1195808" y="36626"/>
                </a:lnTo>
                <a:lnTo>
                  <a:pt x="1195126" y="36949"/>
                </a:lnTo>
                <a:lnTo>
                  <a:pt x="1194459" y="37289"/>
                </a:lnTo>
                <a:lnTo>
                  <a:pt x="1193807" y="37647"/>
                </a:lnTo>
                <a:lnTo>
                  <a:pt x="1193170" y="38022"/>
                </a:lnTo>
                <a:lnTo>
                  <a:pt x="1192548" y="38415"/>
                </a:lnTo>
                <a:lnTo>
                  <a:pt x="1191941" y="38825"/>
                </a:lnTo>
                <a:lnTo>
                  <a:pt x="1191347" y="39248"/>
                </a:lnTo>
                <a:lnTo>
                  <a:pt x="1190764" y="39680"/>
                </a:lnTo>
                <a:lnTo>
                  <a:pt x="1190192" y="40120"/>
                </a:lnTo>
                <a:lnTo>
                  <a:pt x="1189631" y="40568"/>
                </a:lnTo>
                <a:lnTo>
                  <a:pt x="1189080" y="41026"/>
                </a:lnTo>
                <a:lnTo>
                  <a:pt x="1188541" y="41492"/>
                </a:lnTo>
                <a:lnTo>
                  <a:pt x="1188013" y="41966"/>
                </a:lnTo>
                <a:lnTo>
                  <a:pt x="1187496" y="42449"/>
                </a:lnTo>
                <a:lnTo>
                  <a:pt x="1186989" y="42940"/>
                </a:lnTo>
                <a:lnTo>
                  <a:pt x="1186494" y="43440"/>
                </a:lnTo>
                <a:lnTo>
                  <a:pt x="1186009" y="43949"/>
                </a:lnTo>
                <a:lnTo>
                  <a:pt x="1185536" y="44466"/>
                </a:lnTo>
                <a:lnTo>
                  <a:pt x="1185073" y="44992"/>
                </a:lnTo>
                <a:lnTo>
                  <a:pt x="1184621" y="45526"/>
                </a:lnTo>
                <a:lnTo>
                  <a:pt x="1184181" y="46069"/>
                </a:lnTo>
                <a:lnTo>
                  <a:pt x="1183751" y="46620"/>
                </a:lnTo>
                <a:lnTo>
                  <a:pt x="1183332" y="47180"/>
                </a:lnTo>
                <a:lnTo>
                  <a:pt x="1182924" y="47749"/>
                </a:lnTo>
                <a:lnTo>
                  <a:pt x="1182527" y="48326"/>
                </a:lnTo>
                <a:lnTo>
                  <a:pt x="1182142" y="48912"/>
                </a:lnTo>
                <a:lnTo>
                  <a:pt x="1181767" y="49506"/>
                </a:lnTo>
                <a:lnTo>
                  <a:pt x="1181402" y="50108"/>
                </a:lnTo>
                <a:lnTo>
                  <a:pt x="1181049" y="50720"/>
                </a:lnTo>
                <a:lnTo>
                  <a:pt x="1180707" y="51339"/>
                </a:lnTo>
                <a:lnTo>
                  <a:pt x="1180116" y="35474"/>
                </a:lnTo>
                <a:lnTo>
                  <a:pt x="1164645" y="35474"/>
                </a:lnTo>
                <a:lnTo>
                  <a:pt x="1164645" y="134409"/>
                </a:lnTo>
                <a:lnTo>
                  <a:pt x="1181101" y="134409"/>
                </a:lnTo>
                <a:lnTo>
                  <a:pt x="1181101" y="64174"/>
                </a:lnTo>
                <a:lnTo>
                  <a:pt x="1181366" y="63800"/>
                </a:lnTo>
                <a:lnTo>
                  <a:pt x="1181633" y="63429"/>
                </a:lnTo>
                <a:close/>
                <a:moveTo>
                  <a:pt x="1687003" y="47836"/>
                </a:moveTo>
                <a:lnTo>
                  <a:pt x="1686529" y="46911"/>
                </a:lnTo>
                <a:lnTo>
                  <a:pt x="1686031" y="46012"/>
                </a:lnTo>
                <a:lnTo>
                  <a:pt x="1685509" y="45140"/>
                </a:lnTo>
                <a:lnTo>
                  <a:pt x="1684962" y="44294"/>
                </a:lnTo>
                <a:lnTo>
                  <a:pt x="1684391" y="43475"/>
                </a:lnTo>
                <a:lnTo>
                  <a:pt x="1683793" y="42685"/>
                </a:lnTo>
                <a:lnTo>
                  <a:pt x="1683163" y="41929"/>
                </a:lnTo>
                <a:lnTo>
                  <a:pt x="1682502" y="41207"/>
                </a:lnTo>
                <a:lnTo>
                  <a:pt x="1681810" y="40518"/>
                </a:lnTo>
                <a:lnTo>
                  <a:pt x="1681087" y="39863"/>
                </a:lnTo>
                <a:lnTo>
                  <a:pt x="1680332" y="39242"/>
                </a:lnTo>
                <a:lnTo>
                  <a:pt x="1679547" y="38654"/>
                </a:lnTo>
                <a:lnTo>
                  <a:pt x="1678731" y="38099"/>
                </a:lnTo>
                <a:lnTo>
                  <a:pt x="1677883" y="37579"/>
                </a:lnTo>
                <a:lnTo>
                  <a:pt x="1677004" y="37092"/>
                </a:lnTo>
                <a:lnTo>
                  <a:pt x="1676094" y="36638"/>
                </a:lnTo>
                <a:lnTo>
                  <a:pt x="1675153" y="36218"/>
                </a:lnTo>
                <a:lnTo>
                  <a:pt x="1674181" y="35832"/>
                </a:lnTo>
                <a:lnTo>
                  <a:pt x="1673177" y="35479"/>
                </a:lnTo>
                <a:lnTo>
                  <a:pt x="1672143" y="35160"/>
                </a:lnTo>
                <a:lnTo>
                  <a:pt x="1671077" y="34874"/>
                </a:lnTo>
                <a:lnTo>
                  <a:pt x="1669980" y="34622"/>
                </a:lnTo>
                <a:lnTo>
                  <a:pt x="1668853" y="34404"/>
                </a:lnTo>
                <a:lnTo>
                  <a:pt x="1667693" y="34219"/>
                </a:lnTo>
                <a:lnTo>
                  <a:pt x="1666503" y="34068"/>
                </a:lnTo>
                <a:lnTo>
                  <a:pt x="1665282" y="33950"/>
                </a:lnTo>
                <a:lnTo>
                  <a:pt x="1664030" y="33866"/>
                </a:lnTo>
                <a:lnTo>
                  <a:pt x="1662746" y="33816"/>
                </a:lnTo>
                <a:lnTo>
                  <a:pt x="1661431" y="33799"/>
                </a:lnTo>
                <a:lnTo>
                  <a:pt x="1660420" y="33808"/>
                </a:lnTo>
                <a:lnTo>
                  <a:pt x="1659423" y="33835"/>
                </a:lnTo>
                <a:lnTo>
                  <a:pt x="1658440" y="33880"/>
                </a:lnTo>
                <a:lnTo>
                  <a:pt x="1657470" y="33943"/>
                </a:lnTo>
                <a:lnTo>
                  <a:pt x="1656515" y="34024"/>
                </a:lnTo>
                <a:lnTo>
                  <a:pt x="1655574" y="34123"/>
                </a:lnTo>
                <a:lnTo>
                  <a:pt x="1654647" y="34239"/>
                </a:lnTo>
                <a:lnTo>
                  <a:pt x="1653734" y="34374"/>
                </a:lnTo>
                <a:lnTo>
                  <a:pt x="1652835" y="34527"/>
                </a:lnTo>
                <a:lnTo>
                  <a:pt x="1651950" y="34697"/>
                </a:lnTo>
                <a:lnTo>
                  <a:pt x="1651079" y="34886"/>
                </a:lnTo>
                <a:lnTo>
                  <a:pt x="1650222" y="35093"/>
                </a:lnTo>
                <a:lnTo>
                  <a:pt x="1649379" y="35317"/>
                </a:lnTo>
                <a:lnTo>
                  <a:pt x="1648551" y="35560"/>
                </a:lnTo>
                <a:lnTo>
                  <a:pt x="1647736" y="35820"/>
                </a:lnTo>
                <a:lnTo>
                  <a:pt x="1646935" y="36099"/>
                </a:lnTo>
                <a:lnTo>
                  <a:pt x="1646148" y="36395"/>
                </a:lnTo>
                <a:lnTo>
                  <a:pt x="1645375" y="36709"/>
                </a:lnTo>
                <a:lnTo>
                  <a:pt x="1644617" y="37042"/>
                </a:lnTo>
                <a:lnTo>
                  <a:pt x="1643872" y="37392"/>
                </a:lnTo>
                <a:lnTo>
                  <a:pt x="1643141" y="37760"/>
                </a:lnTo>
                <a:lnTo>
                  <a:pt x="1642425" y="38146"/>
                </a:lnTo>
                <a:lnTo>
                  <a:pt x="1641722" y="38551"/>
                </a:lnTo>
                <a:lnTo>
                  <a:pt x="1641033" y="38973"/>
                </a:lnTo>
                <a:lnTo>
                  <a:pt x="1640359" y="39405"/>
                </a:lnTo>
                <a:lnTo>
                  <a:pt x="1639698" y="39839"/>
                </a:lnTo>
                <a:lnTo>
                  <a:pt x="1639050" y="40276"/>
                </a:lnTo>
                <a:lnTo>
                  <a:pt x="1638417" y="40715"/>
                </a:lnTo>
                <a:lnTo>
                  <a:pt x="1637797" y="41156"/>
                </a:lnTo>
                <a:lnTo>
                  <a:pt x="1637190" y="41599"/>
                </a:lnTo>
                <a:lnTo>
                  <a:pt x="1636598" y="42045"/>
                </a:lnTo>
                <a:lnTo>
                  <a:pt x="1636019" y="42493"/>
                </a:lnTo>
                <a:lnTo>
                  <a:pt x="1635454" y="42943"/>
                </a:lnTo>
                <a:lnTo>
                  <a:pt x="1634902" y="43395"/>
                </a:lnTo>
                <a:lnTo>
                  <a:pt x="1634364" y="43849"/>
                </a:lnTo>
                <a:lnTo>
                  <a:pt x="1633840" y="44306"/>
                </a:lnTo>
                <a:lnTo>
                  <a:pt x="1633329" y="44765"/>
                </a:lnTo>
                <a:lnTo>
                  <a:pt x="1632833" y="45226"/>
                </a:lnTo>
                <a:lnTo>
                  <a:pt x="1632350" y="45690"/>
                </a:lnTo>
                <a:lnTo>
                  <a:pt x="1631880" y="46155"/>
                </a:lnTo>
                <a:lnTo>
                  <a:pt x="1631424" y="46623"/>
                </a:lnTo>
                <a:lnTo>
                  <a:pt x="1630982" y="47093"/>
                </a:lnTo>
                <a:lnTo>
                  <a:pt x="1630554" y="47565"/>
                </a:lnTo>
                <a:lnTo>
                  <a:pt x="1630139" y="48040"/>
                </a:lnTo>
                <a:lnTo>
                  <a:pt x="1629738" y="48516"/>
                </a:lnTo>
                <a:lnTo>
                  <a:pt x="1629351" y="48995"/>
                </a:lnTo>
                <a:lnTo>
                  <a:pt x="1628977" y="49477"/>
                </a:lnTo>
                <a:lnTo>
                  <a:pt x="1628617" y="49960"/>
                </a:lnTo>
                <a:lnTo>
                  <a:pt x="1628026" y="35474"/>
                </a:lnTo>
                <a:lnTo>
                  <a:pt x="1612260" y="35474"/>
                </a:lnTo>
                <a:lnTo>
                  <a:pt x="1612260" y="134409"/>
                </a:lnTo>
                <a:lnTo>
                  <a:pt x="1628716" y="134409"/>
                </a:lnTo>
                <a:lnTo>
                  <a:pt x="1628716" y="63771"/>
                </a:lnTo>
                <a:lnTo>
                  <a:pt x="1629074" y="63269"/>
                </a:lnTo>
                <a:lnTo>
                  <a:pt x="1629441" y="62771"/>
                </a:lnTo>
                <a:lnTo>
                  <a:pt x="1629818" y="62276"/>
                </a:lnTo>
                <a:lnTo>
                  <a:pt x="1630205" y="61784"/>
                </a:lnTo>
                <a:lnTo>
                  <a:pt x="1630601" y="61296"/>
                </a:lnTo>
                <a:lnTo>
                  <a:pt x="1631007" y="60811"/>
                </a:lnTo>
                <a:lnTo>
                  <a:pt x="1631422" y="60330"/>
                </a:lnTo>
                <a:lnTo>
                  <a:pt x="1631847" y="59852"/>
                </a:lnTo>
                <a:lnTo>
                  <a:pt x="1632282" y="59377"/>
                </a:lnTo>
                <a:lnTo>
                  <a:pt x="1632726" y="58906"/>
                </a:lnTo>
                <a:lnTo>
                  <a:pt x="1633180" y="58438"/>
                </a:lnTo>
                <a:lnTo>
                  <a:pt x="1633643" y="57973"/>
                </a:lnTo>
                <a:lnTo>
                  <a:pt x="1634116" y="57512"/>
                </a:lnTo>
                <a:lnTo>
                  <a:pt x="1634598" y="57054"/>
                </a:lnTo>
                <a:lnTo>
                  <a:pt x="1635090" y="56600"/>
                </a:lnTo>
                <a:lnTo>
                  <a:pt x="1635592" y="56149"/>
                </a:lnTo>
                <a:lnTo>
                  <a:pt x="1636103" y="55702"/>
                </a:lnTo>
                <a:lnTo>
                  <a:pt x="1636624" y="55257"/>
                </a:lnTo>
                <a:lnTo>
                  <a:pt x="1637154" y="54817"/>
                </a:lnTo>
                <a:lnTo>
                  <a:pt x="1637694" y="54379"/>
                </a:lnTo>
                <a:lnTo>
                  <a:pt x="1638243" y="53945"/>
                </a:lnTo>
                <a:lnTo>
                  <a:pt x="1638803" y="53515"/>
                </a:lnTo>
                <a:lnTo>
                  <a:pt x="1639371" y="53087"/>
                </a:lnTo>
                <a:lnTo>
                  <a:pt x="1639949" y="52664"/>
                </a:lnTo>
                <a:lnTo>
                  <a:pt x="1640538" y="52250"/>
                </a:lnTo>
                <a:lnTo>
                  <a:pt x="1641137" y="51854"/>
                </a:lnTo>
                <a:lnTo>
                  <a:pt x="1641748" y="51476"/>
                </a:lnTo>
                <a:lnTo>
                  <a:pt x="1642369" y="51115"/>
                </a:lnTo>
                <a:lnTo>
                  <a:pt x="1643001" y="50772"/>
                </a:lnTo>
                <a:lnTo>
                  <a:pt x="1643645" y="50446"/>
                </a:lnTo>
                <a:lnTo>
                  <a:pt x="1644299" y="50138"/>
                </a:lnTo>
                <a:lnTo>
                  <a:pt x="1644964" y="49848"/>
                </a:lnTo>
                <a:lnTo>
                  <a:pt x="1645640" y="49575"/>
                </a:lnTo>
                <a:lnTo>
                  <a:pt x="1646327" y="49320"/>
                </a:lnTo>
                <a:lnTo>
                  <a:pt x="1647025" y="49082"/>
                </a:lnTo>
                <a:lnTo>
                  <a:pt x="1647734" y="48862"/>
                </a:lnTo>
                <a:lnTo>
                  <a:pt x="1648454" y="48660"/>
                </a:lnTo>
                <a:lnTo>
                  <a:pt x="1649185" y="48475"/>
                </a:lnTo>
                <a:lnTo>
                  <a:pt x="1649927" y="48308"/>
                </a:lnTo>
                <a:lnTo>
                  <a:pt x="1650679" y="48158"/>
                </a:lnTo>
                <a:lnTo>
                  <a:pt x="1651443" y="48026"/>
                </a:lnTo>
                <a:lnTo>
                  <a:pt x="1652218" y="47912"/>
                </a:lnTo>
                <a:lnTo>
                  <a:pt x="1653003" y="47815"/>
                </a:lnTo>
                <a:lnTo>
                  <a:pt x="1653800" y="47736"/>
                </a:lnTo>
                <a:lnTo>
                  <a:pt x="1654607" y="47674"/>
                </a:lnTo>
                <a:lnTo>
                  <a:pt x="1655426" y="47630"/>
                </a:lnTo>
                <a:lnTo>
                  <a:pt x="1656255" y="47604"/>
                </a:lnTo>
                <a:lnTo>
                  <a:pt x="1657095" y="47595"/>
                </a:lnTo>
                <a:lnTo>
                  <a:pt x="1657689" y="47601"/>
                </a:lnTo>
                <a:lnTo>
                  <a:pt x="1658271" y="47617"/>
                </a:lnTo>
                <a:lnTo>
                  <a:pt x="1658841" y="47645"/>
                </a:lnTo>
                <a:lnTo>
                  <a:pt x="1659400" y="47684"/>
                </a:lnTo>
                <a:lnTo>
                  <a:pt x="1659947" y="47735"/>
                </a:lnTo>
                <a:lnTo>
                  <a:pt x="1660483" y="47796"/>
                </a:lnTo>
                <a:lnTo>
                  <a:pt x="1661007" y="47869"/>
                </a:lnTo>
                <a:lnTo>
                  <a:pt x="1661519" y="47953"/>
                </a:lnTo>
                <a:lnTo>
                  <a:pt x="1662019" y="48048"/>
                </a:lnTo>
                <a:lnTo>
                  <a:pt x="1662508" y="48155"/>
                </a:lnTo>
                <a:lnTo>
                  <a:pt x="1662986" y="48272"/>
                </a:lnTo>
                <a:lnTo>
                  <a:pt x="1663451" y="48401"/>
                </a:lnTo>
                <a:lnTo>
                  <a:pt x="1663905" y="48541"/>
                </a:lnTo>
                <a:lnTo>
                  <a:pt x="1664348" y="48692"/>
                </a:lnTo>
                <a:lnTo>
                  <a:pt x="1664779" y="48854"/>
                </a:lnTo>
                <a:lnTo>
                  <a:pt x="1665198" y="49028"/>
                </a:lnTo>
                <a:lnTo>
                  <a:pt x="1665605" y="49213"/>
                </a:lnTo>
                <a:lnTo>
                  <a:pt x="1666001" y="49408"/>
                </a:lnTo>
                <a:lnTo>
                  <a:pt x="1666385" y="49616"/>
                </a:lnTo>
                <a:lnTo>
                  <a:pt x="1666758" y="49834"/>
                </a:lnTo>
                <a:lnTo>
                  <a:pt x="1667119" y="50063"/>
                </a:lnTo>
                <a:lnTo>
                  <a:pt x="1667468" y="50304"/>
                </a:lnTo>
                <a:lnTo>
                  <a:pt x="1667806" y="50556"/>
                </a:lnTo>
                <a:lnTo>
                  <a:pt x="1668132" y="50819"/>
                </a:lnTo>
                <a:lnTo>
                  <a:pt x="1668448" y="51092"/>
                </a:lnTo>
                <a:lnTo>
                  <a:pt x="1668756" y="51373"/>
                </a:lnTo>
                <a:lnTo>
                  <a:pt x="1669055" y="51663"/>
                </a:lnTo>
                <a:lnTo>
                  <a:pt x="1669346" y="51961"/>
                </a:lnTo>
                <a:lnTo>
                  <a:pt x="1669628" y="52267"/>
                </a:lnTo>
                <a:lnTo>
                  <a:pt x="1669903" y="52582"/>
                </a:lnTo>
                <a:lnTo>
                  <a:pt x="1670168" y="52905"/>
                </a:lnTo>
                <a:lnTo>
                  <a:pt x="1670426" y="53236"/>
                </a:lnTo>
                <a:lnTo>
                  <a:pt x="1670675" y="53576"/>
                </a:lnTo>
                <a:lnTo>
                  <a:pt x="1670915" y="53924"/>
                </a:lnTo>
                <a:lnTo>
                  <a:pt x="1671148" y="54280"/>
                </a:lnTo>
                <a:lnTo>
                  <a:pt x="1671371" y="54645"/>
                </a:lnTo>
                <a:lnTo>
                  <a:pt x="1671587" y="55018"/>
                </a:lnTo>
                <a:lnTo>
                  <a:pt x="1671794" y="55400"/>
                </a:lnTo>
                <a:lnTo>
                  <a:pt x="1671993" y="55790"/>
                </a:lnTo>
                <a:lnTo>
                  <a:pt x="1672183" y="56188"/>
                </a:lnTo>
                <a:lnTo>
                  <a:pt x="1672365" y="56595"/>
                </a:lnTo>
                <a:lnTo>
                  <a:pt x="1672539" y="57010"/>
                </a:lnTo>
                <a:lnTo>
                  <a:pt x="1672704" y="57433"/>
                </a:lnTo>
                <a:lnTo>
                  <a:pt x="1672861" y="57865"/>
                </a:lnTo>
                <a:lnTo>
                  <a:pt x="1673009" y="58305"/>
                </a:lnTo>
                <a:lnTo>
                  <a:pt x="1673149" y="58753"/>
                </a:lnTo>
                <a:lnTo>
                  <a:pt x="1673281" y="59210"/>
                </a:lnTo>
                <a:lnTo>
                  <a:pt x="1673404" y="59675"/>
                </a:lnTo>
                <a:lnTo>
                  <a:pt x="1673520" y="60147"/>
                </a:lnTo>
                <a:lnTo>
                  <a:pt x="1673632" y="60625"/>
                </a:lnTo>
                <a:lnTo>
                  <a:pt x="1673739" y="61108"/>
                </a:lnTo>
                <a:lnTo>
                  <a:pt x="1673840" y="61597"/>
                </a:lnTo>
                <a:lnTo>
                  <a:pt x="1673937" y="62092"/>
                </a:lnTo>
                <a:lnTo>
                  <a:pt x="1674029" y="62592"/>
                </a:lnTo>
                <a:lnTo>
                  <a:pt x="1674116" y="63099"/>
                </a:lnTo>
                <a:lnTo>
                  <a:pt x="1674198" y="63610"/>
                </a:lnTo>
                <a:lnTo>
                  <a:pt x="1674275" y="64128"/>
                </a:lnTo>
                <a:lnTo>
                  <a:pt x="1674347" y="64651"/>
                </a:lnTo>
                <a:lnTo>
                  <a:pt x="1674413" y="65180"/>
                </a:lnTo>
                <a:lnTo>
                  <a:pt x="1674475" y="65715"/>
                </a:lnTo>
                <a:lnTo>
                  <a:pt x="1674533" y="66255"/>
                </a:lnTo>
                <a:lnTo>
                  <a:pt x="1674585" y="66801"/>
                </a:lnTo>
                <a:lnTo>
                  <a:pt x="1674632" y="67353"/>
                </a:lnTo>
                <a:lnTo>
                  <a:pt x="1674674" y="67910"/>
                </a:lnTo>
                <a:lnTo>
                  <a:pt x="1674711" y="68473"/>
                </a:lnTo>
                <a:lnTo>
                  <a:pt x="1674743" y="69042"/>
                </a:lnTo>
                <a:lnTo>
                  <a:pt x="1674771" y="69617"/>
                </a:lnTo>
                <a:lnTo>
                  <a:pt x="1674793" y="70197"/>
                </a:lnTo>
                <a:lnTo>
                  <a:pt x="1674810" y="70783"/>
                </a:lnTo>
                <a:lnTo>
                  <a:pt x="1674823" y="71375"/>
                </a:lnTo>
                <a:lnTo>
                  <a:pt x="1674830" y="71972"/>
                </a:lnTo>
                <a:lnTo>
                  <a:pt x="1674833" y="72575"/>
                </a:lnTo>
                <a:lnTo>
                  <a:pt x="1674833" y="134409"/>
                </a:lnTo>
                <a:lnTo>
                  <a:pt x="1691387" y="134409"/>
                </a:lnTo>
                <a:lnTo>
                  <a:pt x="1691387" y="70459"/>
                </a:lnTo>
                <a:lnTo>
                  <a:pt x="1691375" y="69030"/>
                </a:lnTo>
                <a:lnTo>
                  <a:pt x="1691339" y="67627"/>
                </a:lnTo>
                <a:lnTo>
                  <a:pt x="1691278" y="66251"/>
                </a:lnTo>
                <a:lnTo>
                  <a:pt x="1691193" y="64901"/>
                </a:lnTo>
                <a:lnTo>
                  <a:pt x="1691084" y="63577"/>
                </a:lnTo>
                <a:lnTo>
                  <a:pt x="1690995" y="62716"/>
                </a:lnTo>
                <a:lnTo>
                  <a:pt x="1691178" y="62485"/>
                </a:lnTo>
                <a:lnTo>
                  <a:pt x="1691569" y="62005"/>
                </a:lnTo>
                <a:lnTo>
                  <a:pt x="1691968" y="61530"/>
                </a:lnTo>
                <a:lnTo>
                  <a:pt x="1692376" y="61058"/>
                </a:lnTo>
                <a:lnTo>
                  <a:pt x="1692792" y="60590"/>
                </a:lnTo>
                <a:lnTo>
                  <a:pt x="1693217" y="60125"/>
                </a:lnTo>
                <a:lnTo>
                  <a:pt x="1693650" y="59664"/>
                </a:lnTo>
                <a:lnTo>
                  <a:pt x="1694092" y="59206"/>
                </a:lnTo>
                <a:lnTo>
                  <a:pt x="1694542" y="58752"/>
                </a:lnTo>
                <a:lnTo>
                  <a:pt x="1695001" y="58302"/>
                </a:lnTo>
                <a:lnTo>
                  <a:pt x="1695469" y="57855"/>
                </a:lnTo>
                <a:lnTo>
                  <a:pt x="1695945" y="57412"/>
                </a:lnTo>
                <a:lnTo>
                  <a:pt x="1696430" y="56972"/>
                </a:lnTo>
                <a:lnTo>
                  <a:pt x="1696923" y="56536"/>
                </a:lnTo>
                <a:lnTo>
                  <a:pt x="1697425" y="56104"/>
                </a:lnTo>
                <a:lnTo>
                  <a:pt x="1697935" y="55675"/>
                </a:lnTo>
                <a:lnTo>
                  <a:pt x="1698454" y="55250"/>
                </a:lnTo>
                <a:lnTo>
                  <a:pt x="1698981" y="54828"/>
                </a:lnTo>
                <a:lnTo>
                  <a:pt x="1699517" y="54410"/>
                </a:lnTo>
                <a:lnTo>
                  <a:pt x="1700062" y="53996"/>
                </a:lnTo>
                <a:lnTo>
                  <a:pt x="1700615" y="53585"/>
                </a:lnTo>
                <a:lnTo>
                  <a:pt x="1701176" y="53178"/>
                </a:lnTo>
                <a:lnTo>
                  <a:pt x="1701747" y="52774"/>
                </a:lnTo>
                <a:lnTo>
                  <a:pt x="1702325" y="52374"/>
                </a:lnTo>
                <a:lnTo>
                  <a:pt x="1702914" y="51984"/>
                </a:lnTo>
                <a:lnTo>
                  <a:pt x="1703514" y="51611"/>
                </a:lnTo>
                <a:lnTo>
                  <a:pt x="1704125" y="51254"/>
                </a:lnTo>
                <a:lnTo>
                  <a:pt x="1704748" y="50914"/>
                </a:lnTo>
                <a:lnTo>
                  <a:pt x="1705382" y="50590"/>
                </a:lnTo>
                <a:lnTo>
                  <a:pt x="1706027" y="50283"/>
                </a:lnTo>
                <a:lnTo>
                  <a:pt x="1706683" y="49993"/>
                </a:lnTo>
                <a:lnTo>
                  <a:pt x="1707351" y="49719"/>
                </a:lnTo>
                <a:lnTo>
                  <a:pt x="1708030" y="49462"/>
                </a:lnTo>
                <a:lnTo>
                  <a:pt x="1708720" y="49221"/>
                </a:lnTo>
                <a:lnTo>
                  <a:pt x="1709422" y="48997"/>
                </a:lnTo>
                <a:lnTo>
                  <a:pt x="1710135" y="48790"/>
                </a:lnTo>
                <a:lnTo>
                  <a:pt x="1710859" y="48599"/>
                </a:lnTo>
                <a:lnTo>
                  <a:pt x="1711594" y="48425"/>
                </a:lnTo>
                <a:lnTo>
                  <a:pt x="1712341" y="48267"/>
                </a:lnTo>
                <a:lnTo>
                  <a:pt x="1713099" y="48126"/>
                </a:lnTo>
                <a:lnTo>
                  <a:pt x="1713868" y="48001"/>
                </a:lnTo>
                <a:lnTo>
                  <a:pt x="1714649" y="47894"/>
                </a:lnTo>
                <a:lnTo>
                  <a:pt x="1715441" y="47802"/>
                </a:lnTo>
                <a:lnTo>
                  <a:pt x="1716244" y="47728"/>
                </a:lnTo>
                <a:lnTo>
                  <a:pt x="1717059" y="47670"/>
                </a:lnTo>
                <a:lnTo>
                  <a:pt x="1717885" y="47628"/>
                </a:lnTo>
                <a:lnTo>
                  <a:pt x="1718722" y="47603"/>
                </a:lnTo>
                <a:lnTo>
                  <a:pt x="1719570" y="47595"/>
                </a:lnTo>
                <a:lnTo>
                  <a:pt x="1720156" y="47601"/>
                </a:lnTo>
                <a:lnTo>
                  <a:pt x="1720730" y="47617"/>
                </a:lnTo>
                <a:lnTo>
                  <a:pt x="1721293" y="47645"/>
                </a:lnTo>
                <a:lnTo>
                  <a:pt x="1721845" y="47684"/>
                </a:lnTo>
                <a:lnTo>
                  <a:pt x="1722385" y="47735"/>
                </a:lnTo>
                <a:lnTo>
                  <a:pt x="1722914" y="47796"/>
                </a:lnTo>
                <a:lnTo>
                  <a:pt x="1723432" y="47869"/>
                </a:lnTo>
                <a:lnTo>
                  <a:pt x="1723939" y="47953"/>
                </a:lnTo>
                <a:lnTo>
                  <a:pt x="1724434" y="48048"/>
                </a:lnTo>
                <a:lnTo>
                  <a:pt x="1724918" y="48155"/>
                </a:lnTo>
                <a:lnTo>
                  <a:pt x="1725391" y="48272"/>
                </a:lnTo>
                <a:lnTo>
                  <a:pt x="1725852" y="48401"/>
                </a:lnTo>
                <a:lnTo>
                  <a:pt x="1726302" y="48541"/>
                </a:lnTo>
                <a:lnTo>
                  <a:pt x="1726741" y="48692"/>
                </a:lnTo>
                <a:lnTo>
                  <a:pt x="1727168" y="48854"/>
                </a:lnTo>
                <a:lnTo>
                  <a:pt x="1727585" y="49028"/>
                </a:lnTo>
                <a:lnTo>
                  <a:pt x="1727990" y="49213"/>
                </a:lnTo>
                <a:lnTo>
                  <a:pt x="1728383" y="49408"/>
                </a:lnTo>
                <a:lnTo>
                  <a:pt x="1728766" y="49616"/>
                </a:lnTo>
                <a:lnTo>
                  <a:pt x="1729137" y="49834"/>
                </a:lnTo>
                <a:lnTo>
                  <a:pt x="1729496" y="50063"/>
                </a:lnTo>
                <a:lnTo>
                  <a:pt x="1729845" y="50304"/>
                </a:lnTo>
                <a:lnTo>
                  <a:pt x="1730182" y="50556"/>
                </a:lnTo>
                <a:lnTo>
                  <a:pt x="1730508" y="50819"/>
                </a:lnTo>
                <a:lnTo>
                  <a:pt x="1730824" y="51092"/>
                </a:lnTo>
                <a:lnTo>
                  <a:pt x="1731132" y="51373"/>
                </a:lnTo>
                <a:lnTo>
                  <a:pt x="1731431" y="51663"/>
                </a:lnTo>
                <a:lnTo>
                  <a:pt x="1731722" y="51961"/>
                </a:lnTo>
                <a:lnTo>
                  <a:pt x="1732004" y="52267"/>
                </a:lnTo>
                <a:lnTo>
                  <a:pt x="1732279" y="52582"/>
                </a:lnTo>
                <a:lnTo>
                  <a:pt x="1732544" y="52905"/>
                </a:lnTo>
                <a:lnTo>
                  <a:pt x="1732802" y="53236"/>
                </a:lnTo>
                <a:lnTo>
                  <a:pt x="1733051" y="53576"/>
                </a:lnTo>
                <a:lnTo>
                  <a:pt x="1733291" y="53924"/>
                </a:lnTo>
                <a:lnTo>
                  <a:pt x="1733524" y="54280"/>
                </a:lnTo>
                <a:lnTo>
                  <a:pt x="1733747" y="54645"/>
                </a:lnTo>
                <a:lnTo>
                  <a:pt x="1733963" y="55018"/>
                </a:lnTo>
                <a:lnTo>
                  <a:pt x="1734170" y="55400"/>
                </a:lnTo>
                <a:lnTo>
                  <a:pt x="1734369" y="55790"/>
                </a:lnTo>
                <a:lnTo>
                  <a:pt x="1734559" y="56188"/>
                </a:lnTo>
                <a:lnTo>
                  <a:pt x="1734741" y="56595"/>
                </a:lnTo>
                <a:lnTo>
                  <a:pt x="1734915" y="57010"/>
                </a:lnTo>
                <a:lnTo>
                  <a:pt x="1735080" y="57433"/>
                </a:lnTo>
                <a:lnTo>
                  <a:pt x="1735236" y="57865"/>
                </a:lnTo>
                <a:lnTo>
                  <a:pt x="1735385" y="58305"/>
                </a:lnTo>
                <a:lnTo>
                  <a:pt x="1735525" y="58753"/>
                </a:lnTo>
                <a:lnTo>
                  <a:pt x="1735657" y="59210"/>
                </a:lnTo>
                <a:lnTo>
                  <a:pt x="1735780" y="59675"/>
                </a:lnTo>
                <a:lnTo>
                  <a:pt x="1735896" y="60147"/>
                </a:lnTo>
                <a:lnTo>
                  <a:pt x="1736008" y="60625"/>
                </a:lnTo>
                <a:lnTo>
                  <a:pt x="1736115" y="61108"/>
                </a:lnTo>
                <a:lnTo>
                  <a:pt x="1736216" y="61597"/>
                </a:lnTo>
                <a:lnTo>
                  <a:pt x="1736313" y="62092"/>
                </a:lnTo>
                <a:lnTo>
                  <a:pt x="1736405" y="62592"/>
                </a:lnTo>
                <a:lnTo>
                  <a:pt x="1736492" y="63099"/>
                </a:lnTo>
                <a:lnTo>
                  <a:pt x="1736574" y="63610"/>
                </a:lnTo>
                <a:lnTo>
                  <a:pt x="1736651" y="64128"/>
                </a:lnTo>
                <a:lnTo>
                  <a:pt x="1736722" y="64651"/>
                </a:lnTo>
                <a:lnTo>
                  <a:pt x="1736789" y="65180"/>
                </a:lnTo>
                <a:lnTo>
                  <a:pt x="1736851" y="65715"/>
                </a:lnTo>
                <a:lnTo>
                  <a:pt x="1736909" y="66255"/>
                </a:lnTo>
                <a:lnTo>
                  <a:pt x="1736961" y="66801"/>
                </a:lnTo>
                <a:lnTo>
                  <a:pt x="1737008" y="67353"/>
                </a:lnTo>
                <a:lnTo>
                  <a:pt x="1737050" y="67910"/>
                </a:lnTo>
                <a:lnTo>
                  <a:pt x="1737087" y="68473"/>
                </a:lnTo>
                <a:lnTo>
                  <a:pt x="1737119" y="69042"/>
                </a:lnTo>
                <a:lnTo>
                  <a:pt x="1737147" y="69617"/>
                </a:lnTo>
                <a:lnTo>
                  <a:pt x="1737169" y="70197"/>
                </a:lnTo>
                <a:lnTo>
                  <a:pt x="1737186" y="70783"/>
                </a:lnTo>
                <a:lnTo>
                  <a:pt x="1737199" y="71375"/>
                </a:lnTo>
                <a:lnTo>
                  <a:pt x="1737206" y="71972"/>
                </a:lnTo>
                <a:lnTo>
                  <a:pt x="1737209" y="72575"/>
                </a:lnTo>
                <a:lnTo>
                  <a:pt x="1737209" y="134409"/>
                </a:lnTo>
                <a:lnTo>
                  <a:pt x="1753665" y="134409"/>
                </a:lnTo>
                <a:lnTo>
                  <a:pt x="1753665" y="70459"/>
                </a:lnTo>
                <a:lnTo>
                  <a:pt x="1753653" y="69030"/>
                </a:lnTo>
                <a:lnTo>
                  <a:pt x="1753616" y="67627"/>
                </a:lnTo>
                <a:lnTo>
                  <a:pt x="1753556" y="66251"/>
                </a:lnTo>
                <a:lnTo>
                  <a:pt x="1753471" y="64901"/>
                </a:lnTo>
                <a:lnTo>
                  <a:pt x="1753361" y="63577"/>
                </a:lnTo>
                <a:lnTo>
                  <a:pt x="1753228" y="62281"/>
                </a:lnTo>
                <a:lnTo>
                  <a:pt x="1753070" y="61010"/>
                </a:lnTo>
                <a:lnTo>
                  <a:pt x="1752888" y="59767"/>
                </a:lnTo>
                <a:lnTo>
                  <a:pt x="1752681" y="58549"/>
                </a:lnTo>
                <a:lnTo>
                  <a:pt x="1752450" y="57359"/>
                </a:lnTo>
                <a:lnTo>
                  <a:pt x="1752195" y="56195"/>
                </a:lnTo>
                <a:lnTo>
                  <a:pt x="1751916" y="55057"/>
                </a:lnTo>
                <a:lnTo>
                  <a:pt x="1751612" y="53946"/>
                </a:lnTo>
                <a:lnTo>
                  <a:pt x="1751284" y="52861"/>
                </a:lnTo>
                <a:lnTo>
                  <a:pt x="1750932" y="51803"/>
                </a:lnTo>
                <a:lnTo>
                  <a:pt x="1750555" y="50772"/>
                </a:lnTo>
                <a:lnTo>
                  <a:pt x="1750155" y="49767"/>
                </a:lnTo>
                <a:lnTo>
                  <a:pt x="1749729" y="48788"/>
                </a:lnTo>
                <a:lnTo>
                  <a:pt x="1749280" y="47836"/>
                </a:lnTo>
                <a:lnTo>
                  <a:pt x="1748806" y="46911"/>
                </a:lnTo>
                <a:lnTo>
                  <a:pt x="1748308" y="46012"/>
                </a:lnTo>
                <a:lnTo>
                  <a:pt x="1747786" y="45140"/>
                </a:lnTo>
                <a:lnTo>
                  <a:pt x="1747239" y="44294"/>
                </a:lnTo>
                <a:lnTo>
                  <a:pt x="1746669" y="43475"/>
                </a:lnTo>
                <a:lnTo>
                  <a:pt x="1746070" y="42685"/>
                </a:lnTo>
                <a:lnTo>
                  <a:pt x="1745440" y="41929"/>
                </a:lnTo>
                <a:lnTo>
                  <a:pt x="1744779" y="41207"/>
                </a:lnTo>
                <a:lnTo>
                  <a:pt x="1744087" y="40518"/>
                </a:lnTo>
                <a:lnTo>
                  <a:pt x="1743364" y="39863"/>
                </a:lnTo>
                <a:lnTo>
                  <a:pt x="1742610" y="39242"/>
                </a:lnTo>
                <a:lnTo>
                  <a:pt x="1741824" y="38654"/>
                </a:lnTo>
                <a:lnTo>
                  <a:pt x="1741008" y="38099"/>
                </a:lnTo>
                <a:lnTo>
                  <a:pt x="1740160" y="37579"/>
                </a:lnTo>
                <a:lnTo>
                  <a:pt x="1739281" y="37092"/>
                </a:lnTo>
                <a:lnTo>
                  <a:pt x="1738371" y="36638"/>
                </a:lnTo>
                <a:lnTo>
                  <a:pt x="1737430" y="36218"/>
                </a:lnTo>
                <a:lnTo>
                  <a:pt x="1736458" y="35832"/>
                </a:lnTo>
                <a:lnTo>
                  <a:pt x="1735455" y="35479"/>
                </a:lnTo>
                <a:lnTo>
                  <a:pt x="1734420" y="35160"/>
                </a:lnTo>
                <a:lnTo>
                  <a:pt x="1733355" y="34874"/>
                </a:lnTo>
                <a:lnTo>
                  <a:pt x="1732258" y="34622"/>
                </a:lnTo>
                <a:lnTo>
                  <a:pt x="1731130" y="34404"/>
                </a:lnTo>
                <a:lnTo>
                  <a:pt x="1729971" y="34219"/>
                </a:lnTo>
                <a:lnTo>
                  <a:pt x="1728781" y="34068"/>
                </a:lnTo>
                <a:lnTo>
                  <a:pt x="1727559" y="33950"/>
                </a:lnTo>
                <a:lnTo>
                  <a:pt x="1726307" y="33866"/>
                </a:lnTo>
                <a:lnTo>
                  <a:pt x="1725023" y="33816"/>
                </a:lnTo>
                <a:lnTo>
                  <a:pt x="1723709" y="33799"/>
                </a:lnTo>
                <a:lnTo>
                  <a:pt x="1722696" y="33809"/>
                </a:lnTo>
                <a:lnTo>
                  <a:pt x="1721696" y="33837"/>
                </a:lnTo>
                <a:lnTo>
                  <a:pt x="1720709" y="33884"/>
                </a:lnTo>
                <a:lnTo>
                  <a:pt x="1719733" y="33950"/>
                </a:lnTo>
                <a:lnTo>
                  <a:pt x="1718769" y="34035"/>
                </a:lnTo>
                <a:lnTo>
                  <a:pt x="1717818" y="34138"/>
                </a:lnTo>
                <a:lnTo>
                  <a:pt x="1716878" y="34260"/>
                </a:lnTo>
                <a:lnTo>
                  <a:pt x="1715951" y="34401"/>
                </a:lnTo>
                <a:lnTo>
                  <a:pt x="1715036" y="34561"/>
                </a:lnTo>
                <a:lnTo>
                  <a:pt x="1714133" y="34740"/>
                </a:lnTo>
                <a:lnTo>
                  <a:pt x="1713243" y="34938"/>
                </a:lnTo>
                <a:lnTo>
                  <a:pt x="1712364" y="35154"/>
                </a:lnTo>
                <a:lnTo>
                  <a:pt x="1711498" y="35389"/>
                </a:lnTo>
                <a:lnTo>
                  <a:pt x="1710644" y="35643"/>
                </a:lnTo>
                <a:lnTo>
                  <a:pt x="1709801" y="35916"/>
                </a:lnTo>
                <a:lnTo>
                  <a:pt x="1708971" y="36208"/>
                </a:lnTo>
                <a:lnTo>
                  <a:pt x="1708154" y="36519"/>
                </a:lnTo>
                <a:lnTo>
                  <a:pt x="1707348" y="36848"/>
                </a:lnTo>
                <a:lnTo>
                  <a:pt x="1706554" y="37196"/>
                </a:lnTo>
                <a:lnTo>
                  <a:pt x="1705773" y="37563"/>
                </a:lnTo>
                <a:lnTo>
                  <a:pt x="1705004" y="37949"/>
                </a:lnTo>
                <a:lnTo>
                  <a:pt x="1704247" y="38353"/>
                </a:lnTo>
                <a:lnTo>
                  <a:pt x="1703502" y="38777"/>
                </a:lnTo>
                <a:lnTo>
                  <a:pt x="1702769" y="39219"/>
                </a:lnTo>
                <a:lnTo>
                  <a:pt x="1702047" y="39672"/>
                </a:lnTo>
                <a:lnTo>
                  <a:pt x="1701336" y="40128"/>
                </a:lnTo>
                <a:lnTo>
                  <a:pt x="1700636" y="40588"/>
                </a:lnTo>
                <a:lnTo>
                  <a:pt x="1699945" y="41050"/>
                </a:lnTo>
                <a:lnTo>
                  <a:pt x="1699266" y="41516"/>
                </a:lnTo>
                <a:lnTo>
                  <a:pt x="1698596" y="41984"/>
                </a:lnTo>
                <a:lnTo>
                  <a:pt x="1697937" y="42456"/>
                </a:lnTo>
                <a:lnTo>
                  <a:pt x="1697289" y="42931"/>
                </a:lnTo>
                <a:lnTo>
                  <a:pt x="1696651" y="43408"/>
                </a:lnTo>
                <a:lnTo>
                  <a:pt x="1696023" y="43889"/>
                </a:lnTo>
                <a:lnTo>
                  <a:pt x="1695406" y="44373"/>
                </a:lnTo>
                <a:lnTo>
                  <a:pt x="1694799" y="44860"/>
                </a:lnTo>
                <a:lnTo>
                  <a:pt x="1694203" y="45351"/>
                </a:lnTo>
                <a:lnTo>
                  <a:pt x="1693617" y="45844"/>
                </a:lnTo>
                <a:lnTo>
                  <a:pt x="1693042" y="46340"/>
                </a:lnTo>
                <a:lnTo>
                  <a:pt x="1692477" y="46839"/>
                </a:lnTo>
                <a:lnTo>
                  <a:pt x="1691922" y="47342"/>
                </a:lnTo>
                <a:lnTo>
                  <a:pt x="1691378" y="47847"/>
                </a:lnTo>
                <a:lnTo>
                  <a:pt x="1690845" y="48356"/>
                </a:lnTo>
                <a:lnTo>
                  <a:pt x="1690321" y="48868"/>
                </a:lnTo>
                <a:lnTo>
                  <a:pt x="1689809" y="49382"/>
                </a:lnTo>
                <a:lnTo>
                  <a:pt x="1689306" y="49900"/>
                </a:lnTo>
                <a:lnTo>
                  <a:pt x="1688814" y="50421"/>
                </a:lnTo>
                <a:lnTo>
                  <a:pt x="1688339" y="50939"/>
                </a:lnTo>
                <a:lnTo>
                  <a:pt x="1688278" y="50772"/>
                </a:lnTo>
                <a:lnTo>
                  <a:pt x="1687877" y="49767"/>
                </a:lnTo>
                <a:lnTo>
                  <a:pt x="1687452" y="48788"/>
                </a:lnTo>
                <a:lnTo>
                  <a:pt x="1687003" y="47836"/>
                </a:lnTo>
                <a:close/>
                <a:moveTo>
                  <a:pt x="1272942" y="135916"/>
                </a:moveTo>
                <a:lnTo>
                  <a:pt x="1274061" y="135799"/>
                </a:lnTo>
                <a:lnTo>
                  <a:pt x="1275165" y="135660"/>
                </a:lnTo>
                <a:lnTo>
                  <a:pt x="1276255" y="135501"/>
                </a:lnTo>
                <a:lnTo>
                  <a:pt x="1277330" y="135320"/>
                </a:lnTo>
                <a:lnTo>
                  <a:pt x="1278391" y="135117"/>
                </a:lnTo>
                <a:lnTo>
                  <a:pt x="1279437" y="134893"/>
                </a:lnTo>
                <a:lnTo>
                  <a:pt x="1280469" y="134648"/>
                </a:lnTo>
                <a:lnTo>
                  <a:pt x="1281486" y="134382"/>
                </a:lnTo>
                <a:lnTo>
                  <a:pt x="1282488" y="134094"/>
                </a:lnTo>
                <a:lnTo>
                  <a:pt x="1283477" y="133785"/>
                </a:lnTo>
                <a:lnTo>
                  <a:pt x="1284450" y="133455"/>
                </a:lnTo>
                <a:lnTo>
                  <a:pt x="1285409" y="133103"/>
                </a:lnTo>
                <a:lnTo>
                  <a:pt x="1286353" y="132730"/>
                </a:lnTo>
                <a:lnTo>
                  <a:pt x="1287283" y="132336"/>
                </a:lnTo>
                <a:lnTo>
                  <a:pt x="1288199" y="131921"/>
                </a:lnTo>
                <a:lnTo>
                  <a:pt x="1289099" y="131484"/>
                </a:lnTo>
                <a:lnTo>
                  <a:pt x="1289986" y="131026"/>
                </a:lnTo>
                <a:lnTo>
                  <a:pt x="1290857" y="130546"/>
                </a:lnTo>
                <a:lnTo>
                  <a:pt x="1291715" y="130045"/>
                </a:lnTo>
                <a:lnTo>
                  <a:pt x="1292556" y="129525"/>
                </a:lnTo>
                <a:lnTo>
                  <a:pt x="1293382" y="128985"/>
                </a:lnTo>
                <a:lnTo>
                  <a:pt x="1294190" y="128428"/>
                </a:lnTo>
                <a:lnTo>
                  <a:pt x="1294983" y="127852"/>
                </a:lnTo>
                <a:lnTo>
                  <a:pt x="1295759" y="127258"/>
                </a:lnTo>
                <a:lnTo>
                  <a:pt x="1296518" y="126646"/>
                </a:lnTo>
                <a:lnTo>
                  <a:pt x="1297262" y="126015"/>
                </a:lnTo>
                <a:lnTo>
                  <a:pt x="1297988" y="125366"/>
                </a:lnTo>
                <a:lnTo>
                  <a:pt x="1298699" y="124698"/>
                </a:lnTo>
                <a:lnTo>
                  <a:pt x="1299393" y="124013"/>
                </a:lnTo>
                <a:lnTo>
                  <a:pt x="1300070" y="123309"/>
                </a:lnTo>
                <a:lnTo>
                  <a:pt x="1300731" y="122586"/>
                </a:lnTo>
                <a:lnTo>
                  <a:pt x="1301376" y="121846"/>
                </a:lnTo>
                <a:lnTo>
                  <a:pt x="1302004" y="121087"/>
                </a:lnTo>
                <a:lnTo>
                  <a:pt x="1302616" y="120309"/>
                </a:lnTo>
                <a:lnTo>
                  <a:pt x="1303211" y="119514"/>
                </a:lnTo>
                <a:lnTo>
                  <a:pt x="1303790" y="118700"/>
                </a:lnTo>
                <a:lnTo>
                  <a:pt x="1304352" y="117868"/>
                </a:lnTo>
                <a:lnTo>
                  <a:pt x="1304899" y="117017"/>
                </a:lnTo>
                <a:lnTo>
                  <a:pt x="1305428" y="116148"/>
                </a:lnTo>
                <a:lnTo>
                  <a:pt x="1305941" y="115261"/>
                </a:lnTo>
                <a:lnTo>
                  <a:pt x="1306438" y="114356"/>
                </a:lnTo>
                <a:lnTo>
                  <a:pt x="1306919" y="113432"/>
                </a:lnTo>
                <a:lnTo>
                  <a:pt x="1307383" y="112490"/>
                </a:lnTo>
                <a:lnTo>
                  <a:pt x="1307829" y="111531"/>
                </a:lnTo>
                <a:lnTo>
                  <a:pt x="1308256" y="110557"/>
                </a:lnTo>
                <a:lnTo>
                  <a:pt x="1308664" y="109569"/>
                </a:lnTo>
                <a:lnTo>
                  <a:pt x="1309054" y="108565"/>
                </a:lnTo>
                <a:lnTo>
                  <a:pt x="1309424" y="107546"/>
                </a:lnTo>
                <a:lnTo>
                  <a:pt x="1309775" y="106513"/>
                </a:lnTo>
                <a:lnTo>
                  <a:pt x="1310108" y="105464"/>
                </a:lnTo>
                <a:lnTo>
                  <a:pt x="1310421" y="104400"/>
                </a:lnTo>
                <a:lnTo>
                  <a:pt x="1310715" y="103322"/>
                </a:lnTo>
                <a:lnTo>
                  <a:pt x="1310991" y="102228"/>
                </a:lnTo>
                <a:lnTo>
                  <a:pt x="1311247" y="101120"/>
                </a:lnTo>
                <a:lnTo>
                  <a:pt x="1311484" y="99996"/>
                </a:lnTo>
                <a:lnTo>
                  <a:pt x="1311703" y="98857"/>
                </a:lnTo>
                <a:lnTo>
                  <a:pt x="1311902" y="97704"/>
                </a:lnTo>
                <a:lnTo>
                  <a:pt x="1312082" y="96535"/>
                </a:lnTo>
                <a:lnTo>
                  <a:pt x="1312244" y="95352"/>
                </a:lnTo>
                <a:lnTo>
                  <a:pt x="1312386" y="94154"/>
                </a:lnTo>
                <a:lnTo>
                  <a:pt x="1312510" y="92940"/>
                </a:lnTo>
                <a:lnTo>
                  <a:pt x="1312614" y="91712"/>
                </a:lnTo>
                <a:lnTo>
                  <a:pt x="1312700" y="90468"/>
                </a:lnTo>
                <a:lnTo>
                  <a:pt x="1312766" y="89210"/>
                </a:lnTo>
                <a:lnTo>
                  <a:pt x="1312814" y="87937"/>
                </a:lnTo>
                <a:lnTo>
                  <a:pt x="1312842" y="86648"/>
                </a:lnTo>
                <a:lnTo>
                  <a:pt x="1312852" y="85345"/>
                </a:lnTo>
                <a:lnTo>
                  <a:pt x="1312842" y="84009"/>
                </a:lnTo>
                <a:lnTo>
                  <a:pt x="1312814" y="82688"/>
                </a:lnTo>
                <a:lnTo>
                  <a:pt x="1312766" y="81384"/>
                </a:lnTo>
                <a:lnTo>
                  <a:pt x="1312700" y="80096"/>
                </a:lnTo>
                <a:lnTo>
                  <a:pt x="1312614" y="78823"/>
                </a:lnTo>
                <a:lnTo>
                  <a:pt x="1312510" y="77567"/>
                </a:lnTo>
                <a:lnTo>
                  <a:pt x="1312386" y="76327"/>
                </a:lnTo>
                <a:lnTo>
                  <a:pt x="1312244" y="75103"/>
                </a:lnTo>
                <a:lnTo>
                  <a:pt x="1312082" y="73895"/>
                </a:lnTo>
                <a:lnTo>
                  <a:pt x="1311902" y="72702"/>
                </a:lnTo>
                <a:lnTo>
                  <a:pt x="1311703" y="71526"/>
                </a:lnTo>
                <a:lnTo>
                  <a:pt x="1311484" y="70366"/>
                </a:lnTo>
                <a:lnTo>
                  <a:pt x="1311247" y="69222"/>
                </a:lnTo>
                <a:lnTo>
                  <a:pt x="1310991" y="68094"/>
                </a:lnTo>
                <a:lnTo>
                  <a:pt x="1310715" y="66982"/>
                </a:lnTo>
                <a:lnTo>
                  <a:pt x="1310421" y="65886"/>
                </a:lnTo>
                <a:lnTo>
                  <a:pt x="1310108" y="64806"/>
                </a:lnTo>
                <a:lnTo>
                  <a:pt x="1309775" y="63742"/>
                </a:lnTo>
                <a:lnTo>
                  <a:pt x="1309424" y="62694"/>
                </a:lnTo>
                <a:lnTo>
                  <a:pt x="1309054" y="61662"/>
                </a:lnTo>
                <a:lnTo>
                  <a:pt x="1308664" y="60647"/>
                </a:lnTo>
                <a:lnTo>
                  <a:pt x="1308256" y="59647"/>
                </a:lnTo>
                <a:lnTo>
                  <a:pt x="1307829" y="58663"/>
                </a:lnTo>
                <a:lnTo>
                  <a:pt x="1307383" y="57695"/>
                </a:lnTo>
                <a:lnTo>
                  <a:pt x="1306919" y="56745"/>
                </a:lnTo>
                <a:lnTo>
                  <a:pt x="1306438" y="55813"/>
                </a:lnTo>
                <a:lnTo>
                  <a:pt x="1305941" y="54899"/>
                </a:lnTo>
                <a:lnTo>
                  <a:pt x="1305428" y="54004"/>
                </a:lnTo>
                <a:lnTo>
                  <a:pt x="1304899" y="53128"/>
                </a:lnTo>
                <a:lnTo>
                  <a:pt x="1304352" y="52270"/>
                </a:lnTo>
                <a:lnTo>
                  <a:pt x="1303790" y="51430"/>
                </a:lnTo>
                <a:lnTo>
                  <a:pt x="1303211" y="50609"/>
                </a:lnTo>
                <a:lnTo>
                  <a:pt x="1302616" y="49807"/>
                </a:lnTo>
                <a:lnTo>
                  <a:pt x="1302004" y="49023"/>
                </a:lnTo>
                <a:lnTo>
                  <a:pt x="1301376" y="48257"/>
                </a:lnTo>
                <a:lnTo>
                  <a:pt x="1300731" y="47510"/>
                </a:lnTo>
                <a:lnTo>
                  <a:pt x="1300070" y="46782"/>
                </a:lnTo>
                <a:lnTo>
                  <a:pt x="1299393" y="46072"/>
                </a:lnTo>
                <a:lnTo>
                  <a:pt x="1298699" y="45380"/>
                </a:lnTo>
                <a:lnTo>
                  <a:pt x="1297988" y="44707"/>
                </a:lnTo>
                <a:lnTo>
                  <a:pt x="1297262" y="44053"/>
                </a:lnTo>
                <a:lnTo>
                  <a:pt x="1296518" y="43417"/>
                </a:lnTo>
                <a:lnTo>
                  <a:pt x="1295759" y="42799"/>
                </a:lnTo>
                <a:lnTo>
                  <a:pt x="1294983" y="42200"/>
                </a:lnTo>
                <a:lnTo>
                  <a:pt x="1294190" y="41619"/>
                </a:lnTo>
                <a:lnTo>
                  <a:pt x="1293382" y="41057"/>
                </a:lnTo>
                <a:lnTo>
                  <a:pt x="1292556" y="40514"/>
                </a:lnTo>
                <a:lnTo>
                  <a:pt x="1291715" y="39989"/>
                </a:lnTo>
                <a:lnTo>
                  <a:pt x="1290857" y="39484"/>
                </a:lnTo>
                <a:lnTo>
                  <a:pt x="1289986" y="39000"/>
                </a:lnTo>
                <a:lnTo>
                  <a:pt x="1289099" y="38538"/>
                </a:lnTo>
                <a:lnTo>
                  <a:pt x="1288199" y="38098"/>
                </a:lnTo>
                <a:lnTo>
                  <a:pt x="1287283" y="37679"/>
                </a:lnTo>
                <a:lnTo>
                  <a:pt x="1286353" y="37281"/>
                </a:lnTo>
                <a:lnTo>
                  <a:pt x="1285409" y="36905"/>
                </a:lnTo>
                <a:lnTo>
                  <a:pt x="1284450" y="36550"/>
                </a:lnTo>
                <a:lnTo>
                  <a:pt x="1283477" y="36217"/>
                </a:lnTo>
                <a:lnTo>
                  <a:pt x="1282488" y="35905"/>
                </a:lnTo>
                <a:lnTo>
                  <a:pt x="1281486" y="35615"/>
                </a:lnTo>
                <a:lnTo>
                  <a:pt x="1280469" y="35347"/>
                </a:lnTo>
                <a:lnTo>
                  <a:pt x="1279437" y="35100"/>
                </a:lnTo>
                <a:lnTo>
                  <a:pt x="1278391" y="34874"/>
                </a:lnTo>
                <a:lnTo>
                  <a:pt x="1277330" y="34670"/>
                </a:lnTo>
                <a:lnTo>
                  <a:pt x="1276255" y="34487"/>
                </a:lnTo>
                <a:lnTo>
                  <a:pt x="1275165" y="34326"/>
                </a:lnTo>
                <a:lnTo>
                  <a:pt x="1274061" y="34186"/>
                </a:lnTo>
                <a:lnTo>
                  <a:pt x="1272942" y="34068"/>
                </a:lnTo>
                <a:lnTo>
                  <a:pt x="1271808" y="33971"/>
                </a:lnTo>
                <a:lnTo>
                  <a:pt x="1270660" y="33896"/>
                </a:lnTo>
                <a:lnTo>
                  <a:pt x="1269498" y="33842"/>
                </a:lnTo>
                <a:lnTo>
                  <a:pt x="1268321" y="33810"/>
                </a:lnTo>
                <a:lnTo>
                  <a:pt x="1267129" y="33799"/>
                </a:lnTo>
                <a:lnTo>
                  <a:pt x="1265962" y="33810"/>
                </a:lnTo>
                <a:lnTo>
                  <a:pt x="1264808" y="33842"/>
                </a:lnTo>
                <a:lnTo>
                  <a:pt x="1263669" y="33896"/>
                </a:lnTo>
                <a:lnTo>
                  <a:pt x="1262544" y="33971"/>
                </a:lnTo>
                <a:lnTo>
                  <a:pt x="1261433" y="34068"/>
                </a:lnTo>
                <a:lnTo>
                  <a:pt x="1260336" y="34186"/>
                </a:lnTo>
                <a:lnTo>
                  <a:pt x="1259253" y="34326"/>
                </a:lnTo>
                <a:lnTo>
                  <a:pt x="1258184" y="34487"/>
                </a:lnTo>
                <a:lnTo>
                  <a:pt x="1257129" y="34670"/>
                </a:lnTo>
                <a:lnTo>
                  <a:pt x="1256088" y="34874"/>
                </a:lnTo>
                <a:lnTo>
                  <a:pt x="1255061" y="35100"/>
                </a:lnTo>
                <a:lnTo>
                  <a:pt x="1254048" y="35347"/>
                </a:lnTo>
                <a:lnTo>
                  <a:pt x="1253049" y="35615"/>
                </a:lnTo>
                <a:lnTo>
                  <a:pt x="1252064" y="35905"/>
                </a:lnTo>
                <a:lnTo>
                  <a:pt x="1251093" y="36217"/>
                </a:lnTo>
                <a:lnTo>
                  <a:pt x="1250136" y="36550"/>
                </a:lnTo>
                <a:lnTo>
                  <a:pt x="1249193" y="36905"/>
                </a:lnTo>
                <a:lnTo>
                  <a:pt x="1248265" y="37281"/>
                </a:lnTo>
                <a:lnTo>
                  <a:pt x="1247350" y="37679"/>
                </a:lnTo>
                <a:lnTo>
                  <a:pt x="1246449" y="38098"/>
                </a:lnTo>
                <a:lnTo>
                  <a:pt x="1245562" y="38538"/>
                </a:lnTo>
                <a:lnTo>
                  <a:pt x="1244690" y="39000"/>
                </a:lnTo>
                <a:lnTo>
                  <a:pt x="1243831" y="39484"/>
                </a:lnTo>
                <a:lnTo>
                  <a:pt x="1242987" y="39989"/>
                </a:lnTo>
                <a:lnTo>
                  <a:pt x="1242157" y="40514"/>
                </a:lnTo>
                <a:lnTo>
                  <a:pt x="1241345" y="41057"/>
                </a:lnTo>
                <a:lnTo>
                  <a:pt x="1240548" y="41619"/>
                </a:lnTo>
                <a:lnTo>
                  <a:pt x="1239769" y="42200"/>
                </a:lnTo>
                <a:lnTo>
                  <a:pt x="1239006" y="42799"/>
                </a:lnTo>
                <a:lnTo>
                  <a:pt x="1238260" y="43417"/>
                </a:lnTo>
                <a:lnTo>
                  <a:pt x="1237530" y="44053"/>
                </a:lnTo>
                <a:lnTo>
                  <a:pt x="1236817" y="44707"/>
                </a:lnTo>
                <a:lnTo>
                  <a:pt x="1236120" y="45380"/>
                </a:lnTo>
                <a:lnTo>
                  <a:pt x="1235440" y="46072"/>
                </a:lnTo>
                <a:lnTo>
                  <a:pt x="1234777" y="46782"/>
                </a:lnTo>
                <a:lnTo>
                  <a:pt x="1234130" y="47510"/>
                </a:lnTo>
                <a:lnTo>
                  <a:pt x="1233500" y="48257"/>
                </a:lnTo>
                <a:lnTo>
                  <a:pt x="1232886" y="49023"/>
                </a:lnTo>
                <a:lnTo>
                  <a:pt x="1232290" y="49807"/>
                </a:lnTo>
                <a:lnTo>
                  <a:pt x="1231709" y="50609"/>
                </a:lnTo>
                <a:lnTo>
                  <a:pt x="1231145" y="51430"/>
                </a:lnTo>
                <a:lnTo>
                  <a:pt x="1230598" y="52270"/>
                </a:lnTo>
                <a:lnTo>
                  <a:pt x="1230068" y="53128"/>
                </a:lnTo>
                <a:lnTo>
                  <a:pt x="1229554" y="54004"/>
                </a:lnTo>
                <a:lnTo>
                  <a:pt x="1229056" y="54899"/>
                </a:lnTo>
                <a:lnTo>
                  <a:pt x="1228575" y="55813"/>
                </a:lnTo>
                <a:lnTo>
                  <a:pt x="1228111" y="56745"/>
                </a:lnTo>
                <a:lnTo>
                  <a:pt x="1227664" y="57695"/>
                </a:lnTo>
                <a:lnTo>
                  <a:pt x="1227233" y="58663"/>
                </a:lnTo>
                <a:lnTo>
                  <a:pt x="1226821" y="59647"/>
                </a:lnTo>
                <a:lnTo>
                  <a:pt x="1226428" y="60647"/>
                </a:lnTo>
                <a:lnTo>
                  <a:pt x="1226053" y="61662"/>
                </a:lnTo>
                <a:lnTo>
                  <a:pt x="1225696" y="62694"/>
                </a:lnTo>
                <a:lnTo>
                  <a:pt x="1225357" y="63742"/>
                </a:lnTo>
                <a:lnTo>
                  <a:pt x="1225037" y="64806"/>
                </a:lnTo>
                <a:lnTo>
                  <a:pt x="1224735" y="65886"/>
                </a:lnTo>
                <a:lnTo>
                  <a:pt x="1224451" y="66982"/>
                </a:lnTo>
                <a:lnTo>
                  <a:pt x="1224186" y="68094"/>
                </a:lnTo>
                <a:lnTo>
                  <a:pt x="1223938" y="69222"/>
                </a:lnTo>
                <a:lnTo>
                  <a:pt x="1223710" y="70366"/>
                </a:lnTo>
                <a:lnTo>
                  <a:pt x="1223499" y="71526"/>
                </a:lnTo>
                <a:lnTo>
                  <a:pt x="1223307" y="72702"/>
                </a:lnTo>
                <a:lnTo>
                  <a:pt x="1223133" y="73895"/>
                </a:lnTo>
                <a:lnTo>
                  <a:pt x="1222977" y="75103"/>
                </a:lnTo>
                <a:lnTo>
                  <a:pt x="1222840" y="76327"/>
                </a:lnTo>
                <a:lnTo>
                  <a:pt x="1222721" y="77567"/>
                </a:lnTo>
                <a:lnTo>
                  <a:pt x="1222620" y="78823"/>
                </a:lnTo>
                <a:lnTo>
                  <a:pt x="1222538" y="80096"/>
                </a:lnTo>
                <a:lnTo>
                  <a:pt x="1222474" y="81384"/>
                </a:lnTo>
                <a:lnTo>
                  <a:pt x="1222428" y="82688"/>
                </a:lnTo>
                <a:lnTo>
                  <a:pt x="1222401" y="84009"/>
                </a:lnTo>
                <a:lnTo>
                  <a:pt x="1222392" y="85345"/>
                </a:lnTo>
                <a:lnTo>
                  <a:pt x="1222401" y="86648"/>
                </a:lnTo>
                <a:lnTo>
                  <a:pt x="1222428" y="87937"/>
                </a:lnTo>
                <a:lnTo>
                  <a:pt x="1222474" y="89210"/>
                </a:lnTo>
                <a:lnTo>
                  <a:pt x="1222538" y="90468"/>
                </a:lnTo>
                <a:lnTo>
                  <a:pt x="1222620" y="91712"/>
                </a:lnTo>
                <a:lnTo>
                  <a:pt x="1222721" y="92940"/>
                </a:lnTo>
                <a:lnTo>
                  <a:pt x="1222840" y="94154"/>
                </a:lnTo>
                <a:lnTo>
                  <a:pt x="1222977" y="95352"/>
                </a:lnTo>
                <a:lnTo>
                  <a:pt x="1223133" y="96535"/>
                </a:lnTo>
                <a:lnTo>
                  <a:pt x="1223307" y="97704"/>
                </a:lnTo>
                <a:lnTo>
                  <a:pt x="1223499" y="98857"/>
                </a:lnTo>
                <a:lnTo>
                  <a:pt x="1223710" y="99996"/>
                </a:lnTo>
                <a:lnTo>
                  <a:pt x="1223938" y="101120"/>
                </a:lnTo>
                <a:lnTo>
                  <a:pt x="1224186" y="102228"/>
                </a:lnTo>
                <a:lnTo>
                  <a:pt x="1224451" y="103322"/>
                </a:lnTo>
                <a:lnTo>
                  <a:pt x="1224735" y="104400"/>
                </a:lnTo>
                <a:lnTo>
                  <a:pt x="1225037" y="105464"/>
                </a:lnTo>
                <a:lnTo>
                  <a:pt x="1225357" y="106513"/>
                </a:lnTo>
                <a:lnTo>
                  <a:pt x="1225696" y="107546"/>
                </a:lnTo>
                <a:lnTo>
                  <a:pt x="1226053" y="108565"/>
                </a:lnTo>
                <a:lnTo>
                  <a:pt x="1226428" y="109569"/>
                </a:lnTo>
                <a:lnTo>
                  <a:pt x="1226821" y="110557"/>
                </a:lnTo>
                <a:lnTo>
                  <a:pt x="1227233" y="111531"/>
                </a:lnTo>
                <a:lnTo>
                  <a:pt x="1227664" y="112490"/>
                </a:lnTo>
                <a:lnTo>
                  <a:pt x="1228111" y="113432"/>
                </a:lnTo>
                <a:lnTo>
                  <a:pt x="1228575" y="114356"/>
                </a:lnTo>
                <a:lnTo>
                  <a:pt x="1229056" y="115261"/>
                </a:lnTo>
                <a:lnTo>
                  <a:pt x="1229554" y="116148"/>
                </a:lnTo>
                <a:lnTo>
                  <a:pt x="1230068" y="117017"/>
                </a:lnTo>
                <a:lnTo>
                  <a:pt x="1230598" y="117868"/>
                </a:lnTo>
                <a:lnTo>
                  <a:pt x="1231145" y="118700"/>
                </a:lnTo>
                <a:lnTo>
                  <a:pt x="1231709" y="119514"/>
                </a:lnTo>
                <a:lnTo>
                  <a:pt x="1232290" y="120309"/>
                </a:lnTo>
                <a:lnTo>
                  <a:pt x="1232886" y="121087"/>
                </a:lnTo>
                <a:lnTo>
                  <a:pt x="1233500" y="121846"/>
                </a:lnTo>
                <a:lnTo>
                  <a:pt x="1234130" y="122586"/>
                </a:lnTo>
                <a:lnTo>
                  <a:pt x="1234777" y="123309"/>
                </a:lnTo>
                <a:lnTo>
                  <a:pt x="1235440" y="124013"/>
                </a:lnTo>
                <a:lnTo>
                  <a:pt x="1236120" y="124698"/>
                </a:lnTo>
                <a:lnTo>
                  <a:pt x="1236817" y="125366"/>
                </a:lnTo>
                <a:lnTo>
                  <a:pt x="1237530" y="126015"/>
                </a:lnTo>
                <a:lnTo>
                  <a:pt x="1238260" y="126646"/>
                </a:lnTo>
                <a:lnTo>
                  <a:pt x="1239006" y="127258"/>
                </a:lnTo>
                <a:lnTo>
                  <a:pt x="1239769" y="127852"/>
                </a:lnTo>
                <a:lnTo>
                  <a:pt x="1240548" y="128428"/>
                </a:lnTo>
                <a:lnTo>
                  <a:pt x="1241345" y="128985"/>
                </a:lnTo>
                <a:lnTo>
                  <a:pt x="1242157" y="129525"/>
                </a:lnTo>
                <a:lnTo>
                  <a:pt x="1242987" y="130045"/>
                </a:lnTo>
                <a:lnTo>
                  <a:pt x="1243831" y="130546"/>
                </a:lnTo>
                <a:lnTo>
                  <a:pt x="1244690" y="131026"/>
                </a:lnTo>
                <a:lnTo>
                  <a:pt x="1245562" y="131484"/>
                </a:lnTo>
                <a:lnTo>
                  <a:pt x="1246449" y="131921"/>
                </a:lnTo>
                <a:lnTo>
                  <a:pt x="1247350" y="132336"/>
                </a:lnTo>
                <a:lnTo>
                  <a:pt x="1248265" y="132730"/>
                </a:lnTo>
                <a:lnTo>
                  <a:pt x="1249193" y="133103"/>
                </a:lnTo>
                <a:lnTo>
                  <a:pt x="1250136" y="133455"/>
                </a:lnTo>
                <a:lnTo>
                  <a:pt x="1251093" y="133785"/>
                </a:lnTo>
                <a:lnTo>
                  <a:pt x="1252064" y="134094"/>
                </a:lnTo>
                <a:lnTo>
                  <a:pt x="1253049" y="134382"/>
                </a:lnTo>
                <a:lnTo>
                  <a:pt x="1254048" y="134648"/>
                </a:lnTo>
                <a:lnTo>
                  <a:pt x="1255061" y="134893"/>
                </a:lnTo>
                <a:lnTo>
                  <a:pt x="1256088" y="135117"/>
                </a:lnTo>
                <a:lnTo>
                  <a:pt x="1257129" y="135320"/>
                </a:lnTo>
                <a:lnTo>
                  <a:pt x="1258184" y="135501"/>
                </a:lnTo>
                <a:lnTo>
                  <a:pt x="1259253" y="135660"/>
                </a:lnTo>
                <a:lnTo>
                  <a:pt x="1260336" y="135799"/>
                </a:lnTo>
                <a:lnTo>
                  <a:pt x="1261433" y="135916"/>
                </a:lnTo>
                <a:lnTo>
                  <a:pt x="1262544" y="136012"/>
                </a:lnTo>
                <a:lnTo>
                  <a:pt x="1263669" y="136087"/>
                </a:lnTo>
                <a:lnTo>
                  <a:pt x="1264808" y="136140"/>
                </a:lnTo>
                <a:lnTo>
                  <a:pt x="1265962" y="136172"/>
                </a:lnTo>
                <a:lnTo>
                  <a:pt x="1267129" y="136183"/>
                </a:lnTo>
                <a:lnTo>
                  <a:pt x="1268321" y="136172"/>
                </a:lnTo>
                <a:lnTo>
                  <a:pt x="1269498" y="136140"/>
                </a:lnTo>
                <a:lnTo>
                  <a:pt x="1270660" y="136087"/>
                </a:lnTo>
                <a:lnTo>
                  <a:pt x="1271808" y="136012"/>
                </a:lnTo>
                <a:lnTo>
                  <a:pt x="1272942" y="135916"/>
                </a:lnTo>
                <a:close/>
                <a:moveTo>
                  <a:pt x="1263004" y="122865"/>
                </a:moveTo>
                <a:lnTo>
                  <a:pt x="1262223" y="122772"/>
                </a:lnTo>
                <a:lnTo>
                  <a:pt x="1261458" y="122663"/>
                </a:lnTo>
                <a:lnTo>
                  <a:pt x="1260707" y="122536"/>
                </a:lnTo>
                <a:lnTo>
                  <a:pt x="1259972" y="122392"/>
                </a:lnTo>
                <a:lnTo>
                  <a:pt x="1259251" y="122232"/>
                </a:lnTo>
                <a:lnTo>
                  <a:pt x="1258545" y="122054"/>
                </a:lnTo>
                <a:lnTo>
                  <a:pt x="1257854" y="121860"/>
                </a:lnTo>
                <a:lnTo>
                  <a:pt x="1257178" y="121648"/>
                </a:lnTo>
                <a:lnTo>
                  <a:pt x="1256516" y="121420"/>
                </a:lnTo>
                <a:lnTo>
                  <a:pt x="1255870" y="121175"/>
                </a:lnTo>
                <a:lnTo>
                  <a:pt x="1255238" y="120913"/>
                </a:lnTo>
                <a:lnTo>
                  <a:pt x="1254622" y="120634"/>
                </a:lnTo>
                <a:lnTo>
                  <a:pt x="1254020" y="120338"/>
                </a:lnTo>
                <a:lnTo>
                  <a:pt x="1253433" y="120025"/>
                </a:lnTo>
                <a:lnTo>
                  <a:pt x="1252861" y="119696"/>
                </a:lnTo>
                <a:lnTo>
                  <a:pt x="1252304" y="119349"/>
                </a:lnTo>
                <a:lnTo>
                  <a:pt x="1251762" y="118986"/>
                </a:lnTo>
                <a:lnTo>
                  <a:pt x="1251234" y="118605"/>
                </a:lnTo>
                <a:lnTo>
                  <a:pt x="1250722" y="118208"/>
                </a:lnTo>
                <a:lnTo>
                  <a:pt x="1250223" y="117796"/>
                </a:lnTo>
                <a:lnTo>
                  <a:pt x="1249735" y="117371"/>
                </a:lnTo>
                <a:lnTo>
                  <a:pt x="1249260" y="116933"/>
                </a:lnTo>
                <a:lnTo>
                  <a:pt x="1248796" y="116482"/>
                </a:lnTo>
                <a:lnTo>
                  <a:pt x="1248344" y="116018"/>
                </a:lnTo>
                <a:lnTo>
                  <a:pt x="1247904" y="115542"/>
                </a:lnTo>
                <a:lnTo>
                  <a:pt x="1247476" y="115053"/>
                </a:lnTo>
                <a:lnTo>
                  <a:pt x="1247060" y="114551"/>
                </a:lnTo>
                <a:lnTo>
                  <a:pt x="1246655" y="114036"/>
                </a:lnTo>
                <a:lnTo>
                  <a:pt x="1246262" y="113508"/>
                </a:lnTo>
                <a:lnTo>
                  <a:pt x="1245881" y="112968"/>
                </a:lnTo>
                <a:lnTo>
                  <a:pt x="1245512" y="112414"/>
                </a:lnTo>
                <a:lnTo>
                  <a:pt x="1245154" y="111848"/>
                </a:lnTo>
                <a:lnTo>
                  <a:pt x="1244808" y="111269"/>
                </a:lnTo>
                <a:lnTo>
                  <a:pt x="1244475" y="110678"/>
                </a:lnTo>
                <a:lnTo>
                  <a:pt x="1244153" y="110073"/>
                </a:lnTo>
                <a:lnTo>
                  <a:pt x="1243842" y="109456"/>
                </a:lnTo>
                <a:lnTo>
                  <a:pt x="1243544" y="108826"/>
                </a:lnTo>
                <a:lnTo>
                  <a:pt x="1243257" y="108183"/>
                </a:lnTo>
                <a:lnTo>
                  <a:pt x="1242982" y="107527"/>
                </a:lnTo>
                <a:lnTo>
                  <a:pt x="1242719" y="106858"/>
                </a:lnTo>
                <a:lnTo>
                  <a:pt x="1242468" y="106177"/>
                </a:lnTo>
                <a:lnTo>
                  <a:pt x="1242229" y="105483"/>
                </a:lnTo>
                <a:lnTo>
                  <a:pt x="1242001" y="104776"/>
                </a:lnTo>
                <a:lnTo>
                  <a:pt x="1241784" y="104059"/>
                </a:lnTo>
                <a:lnTo>
                  <a:pt x="1241576" y="103333"/>
                </a:lnTo>
                <a:lnTo>
                  <a:pt x="1241378" y="102600"/>
                </a:lnTo>
                <a:lnTo>
                  <a:pt x="1241188" y="101858"/>
                </a:lnTo>
                <a:lnTo>
                  <a:pt x="1241008" y="101109"/>
                </a:lnTo>
                <a:lnTo>
                  <a:pt x="1240837" y="100352"/>
                </a:lnTo>
                <a:lnTo>
                  <a:pt x="1240675" y="99586"/>
                </a:lnTo>
                <a:lnTo>
                  <a:pt x="1240523" y="98813"/>
                </a:lnTo>
                <a:lnTo>
                  <a:pt x="1240380" y="98032"/>
                </a:lnTo>
                <a:lnTo>
                  <a:pt x="1240246" y="97242"/>
                </a:lnTo>
                <a:lnTo>
                  <a:pt x="1240121" y="96445"/>
                </a:lnTo>
                <a:lnTo>
                  <a:pt x="1240006" y="95639"/>
                </a:lnTo>
                <a:lnTo>
                  <a:pt x="1239899" y="94826"/>
                </a:lnTo>
                <a:lnTo>
                  <a:pt x="1239802" y="94005"/>
                </a:lnTo>
                <a:lnTo>
                  <a:pt x="1239715" y="93175"/>
                </a:lnTo>
                <a:lnTo>
                  <a:pt x="1239636" y="92338"/>
                </a:lnTo>
                <a:lnTo>
                  <a:pt x="1239567" y="91493"/>
                </a:lnTo>
                <a:lnTo>
                  <a:pt x="1239507" y="90639"/>
                </a:lnTo>
                <a:lnTo>
                  <a:pt x="1239456" y="89778"/>
                </a:lnTo>
                <a:lnTo>
                  <a:pt x="1239414" y="88909"/>
                </a:lnTo>
                <a:lnTo>
                  <a:pt x="1239382" y="88031"/>
                </a:lnTo>
                <a:lnTo>
                  <a:pt x="1239359" y="87146"/>
                </a:lnTo>
                <a:lnTo>
                  <a:pt x="1239345" y="86253"/>
                </a:lnTo>
                <a:lnTo>
                  <a:pt x="1239341" y="85351"/>
                </a:lnTo>
                <a:lnTo>
                  <a:pt x="1239345" y="84433"/>
                </a:lnTo>
                <a:lnTo>
                  <a:pt x="1239359" y="83522"/>
                </a:lnTo>
                <a:lnTo>
                  <a:pt x="1239382" y="82620"/>
                </a:lnTo>
                <a:lnTo>
                  <a:pt x="1239414" y="81726"/>
                </a:lnTo>
                <a:lnTo>
                  <a:pt x="1239456" y="80840"/>
                </a:lnTo>
                <a:lnTo>
                  <a:pt x="1239507" y="79962"/>
                </a:lnTo>
                <a:lnTo>
                  <a:pt x="1239567" y="79092"/>
                </a:lnTo>
                <a:lnTo>
                  <a:pt x="1239636" y="78231"/>
                </a:lnTo>
                <a:lnTo>
                  <a:pt x="1239715" y="77378"/>
                </a:lnTo>
                <a:lnTo>
                  <a:pt x="1239802" y="76533"/>
                </a:lnTo>
                <a:lnTo>
                  <a:pt x="1239899" y="75696"/>
                </a:lnTo>
                <a:lnTo>
                  <a:pt x="1240006" y="74867"/>
                </a:lnTo>
                <a:lnTo>
                  <a:pt x="1240121" y="74047"/>
                </a:lnTo>
                <a:lnTo>
                  <a:pt x="1240246" y="73235"/>
                </a:lnTo>
                <a:lnTo>
                  <a:pt x="1240380" y="72431"/>
                </a:lnTo>
                <a:lnTo>
                  <a:pt x="1240523" y="71635"/>
                </a:lnTo>
                <a:lnTo>
                  <a:pt x="1240675" y="70847"/>
                </a:lnTo>
                <a:lnTo>
                  <a:pt x="1240837" y="70068"/>
                </a:lnTo>
                <a:lnTo>
                  <a:pt x="1241008" y="69297"/>
                </a:lnTo>
                <a:lnTo>
                  <a:pt x="1241188" y="68534"/>
                </a:lnTo>
                <a:lnTo>
                  <a:pt x="1241378" y="67779"/>
                </a:lnTo>
                <a:lnTo>
                  <a:pt x="1241576" y="67032"/>
                </a:lnTo>
                <a:lnTo>
                  <a:pt x="1241784" y="66293"/>
                </a:lnTo>
                <a:lnTo>
                  <a:pt x="1242001" y="65563"/>
                </a:lnTo>
                <a:lnTo>
                  <a:pt x="1242229" y="64843"/>
                </a:lnTo>
                <a:lnTo>
                  <a:pt x="1242468" y="64137"/>
                </a:lnTo>
                <a:lnTo>
                  <a:pt x="1242719" y="63443"/>
                </a:lnTo>
                <a:lnTo>
                  <a:pt x="1242982" y="62762"/>
                </a:lnTo>
                <a:lnTo>
                  <a:pt x="1243257" y="62095"/>
                </a:lnTo>
                <a:lnTo>
                  <a:pt x="1243544" y="61440"/>
                </a:lnTo>
                <a:lnTo>
                  <a:pt x="1243842" y="60798"/>
                </a:lnTo>
                <a:lnTo>
                  <a:pt x="1244153" y="60169"/>
                </a:lnTo>
                <a:lnTo>
                  <a:pt x="1244475" y="59554"/>
                </a:lnTo>
                <a:lnTo>
                  <a:pt x="1244808" y="58951"/>
                </a:lnTo>
                <a:lnTo>
                  <a:pt x="1245154" y="58361"/>
                </a:lnTo>
                <a:lnTo>
                  <a:pt x="1245512" y="57785"/>
                </a:lnTo>
                <a:lnTo>
                  <a:pt x="1245881" y="57221"/>
                </a:lnTo>
                <a:lnTo>
                  <a:pt x="1246262" y="56670"/>
                </a:lnTo>
                <a:lnTo>
                  <a:pt x="1246655" y="56133"/>
                </a:lnTo>
                <a:lnTo>
                  <a:pt x="1247060" y="55608"/>
                </a:lnTo>
                <a:lnTo>
                  <a:pt x="1247476" y="55096"/>
                </a:lnTo>
                <a:lnTo>
                  <a:pt x="1247904" y="54597"/>
                </a:lnTo>
                <a:lnTo>
                  <a:pt x="1248344" y="54112"/>
                </a:lnTo>
                <a:lnTo>
                  <a:pt x="1248796" y="53639"/>
                </a:lnTo>
                <a:lnTo>
                  <a:pt x="1249260" y="53179"/>
                </a:lnTo>
                <a:lnTo>
                  <a:pt x="1249735" y="52733"/>
                </a:lnTo>
                <a:lnTo>
                  <a:pt x="1250223" y="52299"/>
                </a:lnTo>
                <a:lnTo>
                  <a:pt x="1250722" y="51878"/>
                </a:lnTo>
                <a:lnTo>
                  <a:pt x="1251234" y="51473"/>
                </a:lnTo>
                <a:lnTo>
                  <a:pt x="1251762" y="51084"/>
                </a:lnTo>
                <a:lnTo>
                  <a:pt x="1252304" y="50713"/>
                </a:lnTo>
                <a:lnTo>
                  <a:pt x="1252861" y="50359"/>
                </a:lnTo>
                <a:lnTo>
                  <a:pt x="1253433" y="50022"/>
                </a:lnTo>
                <a:lnTo>
                  <a:pt x="1254020" y="49703"/>
                </a:lnTo>
                <a:lnTo>
                  <a:pt x="1254622" y="49400"/>
                </a:lnTo>
                <a:lnTo>
                  <a:pt x="1255238" y="49115"/>
                </a:lnTo>
                <a:lnTo>
                  <a:pt x="1255870" y="48848"/>
                </a:lnTo>
                <a:lnTo>
                  <a:pt x="1256516" y="48597"/>
                </a:lnTo>
                <a:lnTo>
                  <a:pt x="1257178" y="48364"/>
                </a:lnTo>
                <a:lnTo>
                  <a:pt x="1257854" y="48148"/>
                </a:lnTo>
                <a:lnTo>
                  <a:pt x="1258545" y="47950"/>
                </a:lnTo>
                <a:lnTo>
                  <a:pt x="1259251" y="47769"/>
                </a:lnTo>
                <a:lnTo>
                  <a:pt x="1259972" y="47604"/>
                </a:lnTo>
                <a:lnTo>
                  <a:pt x="1260707" y="47458"/>
                </a:lnTo>
                <a:lnTo>
                  <a:pt x="1261458" y="47328"/>
                </a:lnTo>
                <a:lnTo>
                  <a:pt x="1262223" y="47216"/>
                </a:lnTo>
                <a:lnTo>
                  <a:pt x="1263004" y="47121"/>
                </a:lnTo>
                <a:lnTo>
                  <a:pt x="1263799" y="47043"/>
                </a:lnTo>
                <a:lnTo>
                  <a:pt x="1264609" y="46983"/>
                </a:lnTo>
                <a:lnTo>
                  <a:pt x="1265434" y="46940"/>
                </a:lnTo>
                <a:lnTo>
                  <a:pt x="1266274" y="46914"/>
                </a:lnTo>
                <a:lnTo>
                  <a:pt x="1267129" y="46905"/>
                </a:lnTo>
                <a:lnTo>
                  <a:pt x="1268008" y="46914"/>
                </a:lnTo>
                <a:lnTo>
                  <a:pt x="1268872" y="46940"/>
                </a:lnTo>
                <a:lnTo>
                  <a:pt x="1269722" y="46983"/>
                </a:lnTo>
                <a:lnTo>
                  <a:pt x="1270556" y="47043"/>
                </a:lnTo>
                <a:lnTo>
                  <a:pt x="1271375" y="47121"/>
                </a:lnTo>
                <a:lnTo>
                  <a:pt x="1272179" y="47216"/>
                </a:lnTo>
                <a:lnTo>
                  <a:pt x="1272968" y="47328"/>
                </a:lnTo>
                <a:lnTo>
                  <a:pt x="1273742" y="47458"/>
                </a:lnTo>
                <a:lnTo>
                  <a:pt x="1274501" y="47604"/>
                </a:lnTo>
                <a:lnTo>
                  <a:pt x="1275245" y="47769"/>
                </a:lnTo>
                <a:lnTo>
                  <a:pt x="1275974" y="47950"/>
                </a:lnTo>
                <a:lnTo>
                  <a:pt x="1276687" y="48148"/>
                </a:lnTo>
                <a:lnTo>
                  <a:pt x="1277386" y="48364"/>
                </a:lnTo>
                <a:lnTo>
                  <a:pt x="1278070" y="48597"/>
                </a:lnTo>
                <a:lnTo>
                  <a:pt x="1278738" y="48848"/>
                </a:lnTo>
                <a:lnTo>
                  <a:pt x="1279392" y="49115"/>
                </a:lnTo>
                <a:lnTo>
                  <a:pt x="1280030" y="49400"/>
                </a:lnTo>
                <a:lnTo>
                  <a:pt x="1280654" y="49703"/>
                </a:lnTo>
                <a:lnTo>
                  <a:pt x="1281262" y="50022"/>
                </a:lnTo>
                <a:lnTo>
                  <a:pt x="1281855" y="50359"/>
                </a:lnTo>
                <a:lnTo>
                  <a:pt x="1282433" y="50713"/>
                </a:lnTo>
                <a:lnTo>
                  <a:pt x="1282997" y="51084"/>
                </a:lnTo>
                <a:lnTo>
                  <a:pt x="1283545" y="51473"/>
                </a:lnTo>
                <a:lnTo>
                  <a:pt x="1284078" y="51878"/>
                </a:lnTo>
                <a:lnTo>
                  <a:pt x="1284597" y="52299"/>
                </a:lnTo>
                <a:lnTo>
                  <a:pt x="1285104" y="52733"/>
                </a:lnTo>
                <a:lnTo>
                  <a:pt x="1285599" y="53179"/>
                </a:lnTo>
                <a:lnTo>
                  <a:pt x="1286081" y="53639"/>
                </a:lnTo>
                <a:lnTo>
                  <a:pt x="1286552" y="54112"/>
                </a:lnTo>
                <a:lnTo>
                  <a:pt x="1287009" y="54597"/>
                </a:lnTo>
                <a:lnTo>
                  <a:pt x="1287455" y="55096"/>
                </a:lnTo>
                <a:lnTo>
                  <a:pt x="1287888" y="55608"/>
                </a:lnTo>
                <a:lnTo>
                  <a:pt x="1288309" y="56133"/>
                </a:lnTo>
                <a:lnTo>
                  <a:pt x="1288717" y="56670"/>
                </a:lnTo>
                <a:lnTo>
                  <a:pt x="1289114" y="57221"/>
                </a:lnTo>
                <a:lnTo>
                  <a:pt x="1289498" y="57785"/>
                </a:lnTo>
                <a:lnTo>
                  <a:pt x="1289869" y="58361"/>
                </a:lnTo>
                <a:lnTo>
                  <a:pt x="1290228" y="58951"/>
                </a:lnTo>
                <a:lnTo>
                  <a:pt x="1290575" y="59554"/>
                </a:lnTo>
                <a:lnTo>
                  <a:pt x="1290910" y="60169"/>
                </a:lnTo>
                <a:lnTo>
                  <a:pt x="1291232" y="60798"/>
                </a:lnTo>
                <a:lnTo>
                  <a:pt x="1291542" y="61440"/>
                </a:lnTo>
                <a:lnTo>
                  <a:pt x="1291840" y="62095"/>
                </a:lnTo>
                <a:lnTo>
                  <a:pt x="1292125" y="62762"/>
                </a:lnTo>
                <a:lnTo>
                  <a:pt x="1292398" y="63443"/>
                </a:lnTo>
                <a:lnTo>
                  <a:pt x="1292659" y="64137"/>
                </a:lnTo>
                <a:lnTo>
                  <a:pt x="1292907" y="64843"/>
                </a:lnTo>
                <a:lnTo>
                  <a:pt x="1293143" y="65563"/>
                </a:lnTo>
                <a:lnTo>
                  <a:pt x="1293369" y="66293"/>
                </a:lnTo>
                <a:lnTo>
                  <a:pt x="1293584" y="67032"/>
                </a:lnTo>
                <a:lnTo>
                  <a:pt x="1293790" y="67779"/>
                </a:lnTo>
                <a:lnTo>
                  <a:pt x="1293987" y="68534"/>
                </a:lnTo>
                <a:lnTo>
                  <a:pt x="1294173" y="69297"/>
                </a:lnTo>
                <a:lnTo>
                  <a:pt x="1294351" y="70068"/>
                </a:lnTo>
                <a:lnTo>
                  <a:pt x="1294518" y="70847"/>
                </a:lnTo>
                <a:lnTo>
                  <a:pt x="1294676" y="71635"/>
                </a:lnTo>
                <a:lnTo>
                  <a:pt x="1294825" y="72431"/>
                </a:lnTo>
                <a:lnTo>
                  <a:pt x="1294964" y="73235"/>
                </a:lnTo>
                <a:lnTo>
                  <a:pt x="1295093" y="74047"/>
                </a:lnTo>
                <a:lnTo>
                  <a:pt x="1295213" y="74867"/>
                </a:lnTo>
                <a:lnTo>
                  <a:pt x="1295323" y="75696"/>
                </a:lnTo>
                <a:lnTo>
                  <a:pt x="1295424" y="76533"/>
                </a:lnTo>
                <a:lnTo>
                  <a:pt x="1295515" y="77378"/>
                </a:lnTo>
                <a:lnTo>
                  <a:pt x="1295596" y="78231"/>
                </a:lnTo>
                <a:lnTo>
                  <a:pt x="1295668" y="79092"/>
                </a:lnTo>
                <a:lnTo>
                  <a:pt x="1295730" y="79962"/>
                </a:lnTo>
                <a:lnTo>
                  <a:pt x="1295783" y="80840"/>
                </a:lnTo>
                <a:lnTo>
                  <a:pt x="1295826" y="81726"/>
                </a:lnTo>
                <a:lnTo>
                  <a:pt x="1295860" y="82620"/>
                </a:lnTo>
                <a:lnTo>
                  <a:pt x="1295883" y="83522"/>
                </a:lnTo>
                <a:lnTo>
                  <a:pt x="1295898" y="84433"/>
                </a:lnTo>
                <a:lnTo>
                  <a:pt x="1295903" y="85351"/>
                </a:lnTo>
                <a:lnTo>
                  <a:pt x="1295898" y="86253"/>
                </a:lnTo>
                <a:lnTo>
                  <a:pt x="1295883" y="87146"/>
                </a:lnTo>
                <a:lnTo>
                  <a:pt x="1295860" y="88031"/>
                </a:lnTo>
                <a:lnTo>
                  <a:pt x="1295826" y="88909"/>
                </a:lnTo>
                <a:lnTo>
                  <a:pt x="1295783" y="89778"/>
                </a:lnTo>
                <a:lnTo>
                  <a:pt x="1295730" y="90639"/>
                </a:lnTo>
                <a:lnTo>
                  <a:pt x="1295668" y="91493"/>
                </a:lnTo>
                <a:lnTo>
                  <a:pt x="1295596" y="92338"/>
                </a:lnTo>
                <a:lnTo>
                  <a:pt x="1295515" y="93175"/>
                </a:lnTo>
                <a:lnTo>
                  <a:pt x="1295424" y="94005"/>
                </a:lnTo>
                <a:lnTo>
                  <a:pt x="1295323" y="94826"/>
                </a:lnTo>
                <a:lnTo>
                  <a:pt x="1295213" y="95639"/>
                </a:lnTo>
                <a:lnTo>
                  <a:pt x="1295093" y="96445"/>
                </a:lnTo>
                <a:lnTo>
                  <a:pt x="1294964" y="97242"/>
                </a:lnTo>
                <a:lnTo>
                  <a:pt x="1294825" y="98032"/>
                </a:lnTo>
                <a:lnTo>
                  <a:pt x="1294676" y="98813"/>
                </a:lnTo>
                <a:lnTo>
                  <a:pt x="1294518" y="99586"/>
                </a:lnTo>
                <a:lnTo>
                  <a:pt x="1294351" y="100352"/>
                </a:lnTo>
                <a:lnTo>
                  <a:pt x="1294173" y="101109"/>
                </a:lnTo>
                <a:lnTo>
                  <a:pt x="1293987" y="101858"/>
                </a:lnTo>
                <a:lnTo>
                  <a:pt x="1293790" y="102600"/>
                </a:lnTo>
                <a:lnTo>
                  <a:pt x="1293584" y="103333"/>
                </a:lnTo>
                <a:lnTo>
                  <a:pt x="1293369" y="104059"/>
                </a:lnTo>
                <a:lnTo>
                  <a:pt x="1293143" y="104776"/>
                </a:lnTo>
                <a:lnTo>
                  <a:pt x="1292907" y="105483"/>
                </a:lnTo>
                <a:lnTo>
                  <a:pt x="1292659" y="106177"/>
                </a:lnTo>
                <a:lnTo>
                  <a:pt x="1292398" y="106858"/>
                </a:lnTo>
                <a:lnTo>
                  <a:pt x="1292125" y="107527"/>
                </a:lnTo>
                <a:lnTo>
                  <a:pt x="1291840" y="108183"/>
                </a:lnTo>
                <a:lnTo>
                  <a:pt x="1291542" y="108826"/>
                </a:lnTo>
                <a:lnTo>
                  <a:pt x="1291232" y="109456"/>
                </a:lnTo>
                <a:lnTo>
                  <a:pt x="1290910" y="110073"/>
                </a:lnTo>
                <a:lnTo>
                  <a:pt x="1290575" y="110678"/>
                </a:lnTo>
                <a:lnTo>
                  <a:pt x="1290228" y="111269"/>
                </a:lnTo>
                <a:lnTo>
                  <a:pt x="1289869" y="111848"/>
                </a:lnTo>
                <a:lnTo>
                  <a:pt x="1289498" y="112414"/>
                </a:lnTo>
                <a:lnTo>
                  <a:pt x="1289114" y="112968"/>
                </a:lnTo>
                <a:lnTo>
                  <a:pt x="1288717" y="113508"/>
                </a:lnTo>
                <a:lnTo>
                  <a:pt x="1288309" y="114036"/>
                </a:lnTo>
                <a:lnTo>
                  <a:pt x="1287888" y="114551"/>
                </a:lnTo>
                <a:lnTo>
                  <a:pt x="1287455" y="115053"/>
                </a:lnTo>
                <a:lnTo>
                  <a:pt x="1287009" y="115542"/>
                </a:lnTo>
                <a:lnTo>
                  <a:pt x="1286552" y="116018"/>
                </a:lnTo>
                <a:lnTo>
                  <a:pt x="1286081" y="116482"/>
                </a:lnTo>
                <a:lnTo>
                  <a:pt x="1285599" y="116933"/>
                </a:lnTo>
                <a:lnTo>
                  <a:pt x="1285104" y="117371"/>
                </a:lnTo>
                <a:lnTo>
                  <a:pt x="1284597" y="117796"/>
                </a:lnTo>
                <a:lnTo>
                  <a:pt x="1284078" y="118208"/>
                </a:lnTo>
                <a:lnTo>
                  <a:pt x="1283545" y="118605"/>
                </a:lnTo>
                <a:lnTo>
                  <a:pt x="1282997" y="118986"/>
                </a:lnTo>
                <a:lnTo>
                  <a:pt x="1282433" y="119349"/>
                </a:lnTo>
                <a:lnTo>
                  <a:pt x="1281855" y="119696"/>
                </a:lnTo>
                <a:lnTo>
                  <a:pt x="1281262" y="120025"/>
                </a:lnTo>
                <a:lnTo>
                  <a:pt x="1280654" y="120338"/>
                </a:lnTo>
                <a:lnTo>
                  <a:pt x="1280030" y="120634"/>
                </a:lnTo>
                <a:lnTo>
                  <a:pt x="1279392" y="120913"/>
                </a:lnTo>
                <a:lnTo>
                  <a:pt x="1278738" y="121175"/>
                </a:lnTo>
                <a:lnTo>
                  <a:pt x="1278070" y="121420"/>
                </a:lnTo>
                <a:lnTo>
                  <a:pt x="1277386" y="121648"/>
                </a:lnTo>
                <a:lnTo>
                  <a:pt x="1276687" y="121860"/>
                </a:lnTo>
                <a:lnTo>
                  <a:pt x="1275974" y="122054"/>
                </a:lnTo>
                <a:lnTo>
                  <a:pt x="1275245" y="122232"/>
                </a:lnTo>
                <a:lnTo>
                  <a:pt x="1274501" y="122392"/>
                </a:lnTo>
                <a:lnTo>
                  <a:pt x="1273742" y="122536"/>
                </a:lnTo>
                <a:lnTo>
                  <a:pt x="1272968" y="122663"/>
                </a:lnTo>
                <a:lnTo>
                  <a:pt x="1272179" y="122772"/>
                </a:lnTo>
                <a:lnTo>
                  <a:pt x="1271375" y="122865"/>
                </a:lnTo>
                <a:lnTo>
                  <a:pt x="1270556" y="122941"/>
                </a:lnTo>
                <a:lnTo>
                  <a:pt x="1269722" y="123001"/>
                </a:lnTo>
                <a:lnTo>
                  <a:pt x="1268872" y="123043"/>
                </a:lnTo>
                <a:lnTo>
                  <a:pt x="1268008" y="123068"/>
                </a:lnTo>
                <a:lnTo>
                  <a:pt x="1267129" y="123077"/>
                </a:lnTo>
                <a:lnTo>
                  <a:pt x="1266274" y="123068"/>
                </a:lnTo>
                <a:lnTo>
                  <a:pt x="1265434" y="123043"/>
                </a:lnTo>
                <a:lnTo>
                  <a:pt x="1264609" y="123001"/>
                </a:lnTo>
                <a:lnTo>
                  <a:pt x="1263799" y="122941"/>
                </a:lnTo>
                <a:lnTo>
                  <a:pt x="1263004" y="122865"/>
                </a:lnTo>
                <a:close/>
                <a:moveTo>
                  <a:pt x="1550118" y="136004"/>
                </a:moveTo>
                <a:lnTo>
                  <a:pt x="1551066" y="135925"/>
                </a:lnTo>
                <a:lnTo>
                  <a:pt x="1552003" y="135833"/>
                </a:lnTo>
                <a:lnTo>
                  <a:pt x="1552928" y="135725"/>
                </a:lnTo>
                <a:lnTo>
                  <a:pt x="1553842" y="135604"/>
                </a:lnTo>
                <a:lnTo>
                  <a:pt x="1554745" y="135468"/>
                </a:lnTo>
                <a:lnTo>
                  <a:pt x="1555637" y="135318"/>
                </a:lnTo>
                <a:lnTo>
                  <a:pt x="1556517" y="135154"/>
                </a:lnTo>
                <a:lnTo>
                  <a:pt x="1557386" y="134976"/>
                </a:lnTo>
                <a:lnTo>
                  <a:pt x="1558243" y="134783"/>
                </a:lnTo>
                <a:lnTo>
                  <a:pt x="1559090" y="134576"/>
                </a:lnTo>
                <a:lnTo>
                  <a:pt x="1559925" y="134354"/>
                </a:lnTo>
                <a:lnTo>
                  <a:pt x="1560748" y="134118"/>
                </a:lnTo>
                <a:lnTo>
                  <a:pt x="1561561" y="133868"/>
                </a:lnTo>
                <a:lnTo>
                  <a:pt x="1562362" y="133604"/>
                </a:lnTo>
                <a:lnTo>
                  <a:pt x="1563152" y="133326"/>
                </a:lnTo>
                <a:lnTo>
                  <a:pt x="1563930" y="133033"/>
                </a:lnTo>
                <a:lnTo>
                  <a:pt x="1564698" y="132726"/>
                </a:lnTo>
                <a:lnTo>
                  <a:pt x="1565454" y="132404"/>
                </a:lnTo>
                <a:lnTo>
                  <a:pt x="1566198" y="132069"/>
                </a:lnTo>
                <a:lnTo>
                  <a:pt x="1566931" y="131719"/>
                </a:lnTo>
                <a:lnTo>
                  <a:pt x="1567649" y="131358"/>
                </a:lnTo>
                <a:lnTo>
                  <a:pt x="1568354" y="130985"/>
                </a:lnTo>
                <a:lnTo>
                  <a:pt x="1569045" y="130600"/>
                </a:lnTo>
                <a:lnTo>
                  <a:pt x="1569723" y="130203"/>
                </a:lnTo>
                <a:lnTo>
                  <a:pt x="1570386" y="129794"/>
                </a:lnTo>
                <a:lnTo>
                  <a:pt x="1571036" y="129373"/>
                </a:lnTo>
                <a:lnTo>
                  <a:pt x="1571673" y="128940"/>
                </a:lnTo>
                <a:lnTo>
                  <a:pt x="1572296" y="128495"/>
                </a:lnTo>
                <a:lnTo>
                  <a:pt x="1572905" y="128038"/>
                </a:lnTo>
                <a:lnTo>
                  <a:pt x="1573500" y="127569"/>
                </a:lnTo>
                <a:lnTo>
                  <a:pt x="1574082" y="127088"/>
                </a:lnTo>
                <a:lnTo>
                  <a:pt x="1574650" y="126595"/>
                </a:lnTo>
                <a:lnTo>
                  <a:pt x="1575204" y="126090"/>
                </a:lnTo>
                <a:lnTo>
                  <a:pt x="1575745" y="125572"/>
                </a:lnTo>
                <a:lnTo>
                  <a:pt x="1576271" y="125043"/>
                </a:lnTo>
                <a:lnTo>
                  <a:pt x="1576785" y="124502"/>
                </a:lnTo>
                <a:lnTo>
                  <a:pt x="1577284" y="123949"/>
                </a:lnTo>
                <a:lnTo>
                  <a:pt x="1577770" y="123384"/>
                </a:lnTo>
                <a:lnTo>
                  <a:pt x="1578242" y="122807"/>
                </a:lnTo>
                <a:lnTo>
                  <a:pt x="1578701" y="122218"/>
                </a:lnTo>
                <a:lnTo>
                  <a:pt x="1579146" y="121617"/>
                </a:lnTo>
                <a:lnTo>
                  <a:pt x="1579577" y="121004"/>
                </a:lnTo>
                <a:lnTo>
                  <a:pt x="1579994" y="120379"/>
                </a:lnTo>
                <a:lnTo>
                  <a:pt x="1580397" y="119743"/>
                </a:lnTo>
                <a:lnTo>
                  <a:pt x="1580783" y="119097"/>
                </a:lnTo>
                <a:lnTo>
                  <a:pt x="1581153" y="118441"/>
                </a:lnTo>
                <a:lnTo>
                  <a:pt x="1581508" y="117775"/>
                </a:lnTo>
                <a:lnTo>
                  <a:pt x="1581846" y="117098"/>
                </a:lnTo>
                <a:lnTo>
                  <a:pt x="1582168" y="116412"/>
                </a:lnTo>
                <a:lnTo>
                  <a:pt x="1582474" y="115716"/>
                </a:lnTo>
                <a:lnTo>
                  <a:pt x="1582764" y="115009"/>
                </a:lnTo>
                <a:lnTo>
                  <a:pt x="1583038" y="114293"/>
                </a:lnTo>
                <a:lnTo>
                  <a:pt x="1583296" y="113566"/>
                </a:lnTo>
                <a:lnTo>
                  <a:pt x="1583538" y="112830"/>
                </a:lnTo>
                <a:lnTo>
                  <a:pt x="1583763" y="112083"/>
                </a:lnTo>
                <a:lnTo>
                  <a:pt x="1583973" y="111327"/>
                </a:lnTo>
                <a:lnTo>
                  <a:pt x="1584166" y="110560"/>
                </a:lnTo>
                <a:lnTo>
                  <a:pt x="1584344" y="109783"/>
                </a:lnTo>
                <a:lnTo>
                  <a:pt x="1584505" y="108996"/>
                </a:lnTo>
                <a:lnTo>
                  <a:pt x="1584650" y="108200"/>
                </a:lnTo>
                <a:lnTo>
                  <a:pt x="1584779" y="107393"/>
                </a:lnTo>
                <a:lnTo>
                  <a:pt x="1584893" y="106576"/>
                </a:lnTo>
                <a:lnTo>
                  <a:pt x="1584990" y="105749"/>
                </a:lnTo>
                <a:lnTo>
                  <a:pt x="1585070" y="104912"/>
                </a:lnTo>
                <a:lnTo>
                  <a:pt x="1585135" y="104065"/>
                </a:lnTo>
                <a:lnTo>
                  <a:pt x="1585184" y="103207"/>
                </a:lnTo>
                <a:lnTo>
                  <a:pt x="1585217" y="102340"/>
                </a:lnTo>
                <a:lnTo>
                  <a:pt x="1568958" y="102340"/>
                </a:lnTo>
                <a:lnTo>
                  <a:pt x="1568923" y="103186"/>
                </a:lnTo>
                <a:lnTo>
                  <a:pt x="1568867" y="104016"/>
                </a:lnTo>
                <a:lnTo>
                  <a:pt x="1568791" y="104829"/>
                </a:lnTo>
                <a:lnTo>
                  <a:pt x="1568695" y="105625"/>
                </a:lnTo>
                <a:lnTo>
                  <a:pt x="1568578" y="106404"/>
                </a:lnTo>
                <a:lnTo>
                  <a:pt x="1568440" y="107166"/>
                </a:lnTo>
                <a:lnTo>
                  <a:pt x="1568282" y="107912"/>
                </a:lnTo>
                <a:lnTo>
                  <a:pt x="1568104" y="108641"/>
                </a:lnTo>
                <a:lnTo>
                  <a:pt x="1567904" y="109354"/>
                </a:lnTo>
                <a:lnTo>
                  <a:pt x="1567685" y="110049"/>
                </a:lnTo>
                <a:lnTo>
                  <a:pt x="1567445" y="110728"/>
                </a:lnTo>
                <a:lnTo>
                  <a:pt x="1567184" y="111390"/>
                </a:lnTo>
                <a:lnTo>
                  <a:pt x="1566903" y="112036"/>
                </a:lnTo>
                <a:lnTo>
                  <a:pt x="1566601" y="112665"/>
                </a:lnTo>
                <a:lnTo>
                  <a:pt x="1566278" y="113277"/>
                </a:lnTo>
                <a:lnTo>
                  <a:pt x="1565936" y="113872"/>
                </a:lnTo>
                <a:lnTo>
                  <a:pt x="1565572" y="114451"/>
                </a:lnTo>
                <a:lnTo>
                  <a:pt x="1565188" y="115013"/>
                </a:lnTo>
                <a:lnTo>
                  <a:pt x="1564784" y="115558"/>
                </a:lnTo>
                <a:lnTo>
                  <a:pt x="1564359" y="116086"/>
                </a:lnTo>
                <a:lnTo>
                  <a:pt x="1563914" y="116598"/>
                </a:lnTo>
                <a:lnTo>
                  <a:pt x="1563448" y="117093"/>
                </a:lnTo>
                <a:lnTo>
                  <a:pt x="1562961" y="117571"/>
                </a:lnTo>
                <a:lnTo>
                  <a:pt x="1562454" y="118033"/>
                </a:lnTo>
                <a:lnTo>
                  <a:pt x="1561928" y="118476"/>
                </a:lnTo>
                <a:lnTo>
                  <a:pt x="1561386" y="118901"/>
                </a:lnTo>
                <a:lnTo>
                  <a:pt x="1560826" y="119307"/>
                </a:lnTo>
                <a:lnTo>
                  <a:pt x="1560250" y="119694"/>
                </a:lnTo>
                <a:lnTo>
                  <a:pt x="1559658" y="120063"/>
                </a:lnTo>
                <a:lnTo>
                  <a:pt x="1559048" y="120412"/>
                </a:lnTo>
                <a:lnTo>
                  <a:pt x="1558422" y="120742"/>
                </a:lnTo>
                <a:lnTo>
                  <a:pt x="1557779" y="121054"/>
                </a:lnTo>
                <a:lnTo>
                  <a:pt x="1557119" y="121347"/>
                </a:lnTo>
                <a:lnTo>
                  <a:pt x="1556442" y="121620"/>
                </a:lnTo>
                <a:lnTo>
                  <a:pt x="1555749" y="121875"/>
                </a:lnTo>
                <a:lnTo>
                  <a:pt x="1555039" y="122111"/>
                </a:lnTo>
                <a:lnTo>
                  <a:pt x="1554312" y="122328"/>
                </a:lnTo>
                <a:lnTo>
                  <a:pt x="1553568" y="122527"/>
                </a:lnTo>
                <a:lnTo>
                  <a:pt x="1552808" y="122706"/>
                </a:lnTo>
                <a:lnTo>
                  <a:pt x="1552031" y="122867"/>
                </a:lnTo>
                <a:lnTo>
                  <a:pt x="1551237" y="123008"/>
                </a:lnTo>
                <a:lnTo>
                  <a:pt x="1550426" y="123131"/>
                </a:lnTo>
                <a:lnTo>
                  <a:pt x="1549598" y="123235"/>
                </a:lnTo>
                <a:lnTo>
                  <a:pt x="1548754" y="123320"/>
                </a:lnTo>
                <a:lnTo>
                  <a:pt x="1547893" y="123386"/>
                </a:lnTo>
                <a:lnTo>
                  <a:pt x="1547015" y="123433"/>
                </a:lnTo>
                <a:lnTo>
                  <a:pt x="1546121" y="123461"/>
                </a:lnTo>
                <a:lnTo>
                  <a:pt x="1545209" y="123471"/>
                </a:lnTo>
                <a:lnTo>
                  <a:pt x="1544354" y="123462"/>
                </a:lnTo>
                <a:lnTo>
                  <a:pt x="1543513" y="123437"/>
                </a:lnTo>
                <a:lnTo>
                  <a:pt x="1542686" y="123394"/>
                </a:lnTo>
                <a:lnTo>
                  <a:pt x="1541873" y="123334"/>
                </a:lnTo>
                <a:lnTo>
                  <a:pt x="1541074" y="123257"/>
                </a:lnTo>
                <a:lnTo>
                  <a:pt x="1540289" y="123163"/>
                </a:lnTo>
                <a:lnTo>
                  <a:pt x="1539517" y="123051"/>
                </a:lnTo>
                <a:lnTo>
                  <a:pt x="1538760" y="122923"/>
                </a:lnTo>
                <a:lnTo>
                  <a:pt x="1538017" y="122777"/>
                </a:lnTo>
                <a:lnTo>
                  <a:pt x="1537289" y="122614"/>
                </a:lnTo>
                <a:lnTo>
                  <a:pt x="1536574" y="122435"/>
                </a:lnTo>
                <a:lnTo>
                  <a:pt x="1535873" y="122238"/>
                </a:lnTo>
                <a:lnTo>
                  <a:pt x="1535186" y="122023"/>
                </a:lnTo>
                <a:lnTo>
                  <a:pt x="1534513" y="121792"/>
                </a:lnTo>
                <a:lnTo>
                  <a:pt x="1533854" y="121544"/>
                </a:lnTo>
                <a:lnTo>
                  <a:pt x="1533209" y="121278"/>
                </a:lnTo>
                <a:lnTo>
                  <a:pt x="1532579" y="120996"/>
                </a:lnTo>
                <a:lnTo>
                  <a:pt x="1531962" y="120696"/>
                </a:lnTo>
                <a:lnTo>
                  <a:pt x="1531359" y="120379"/>
                </a:lnTo>
                <a:lnTo>
                  <a:pt x="1530770" y="120045"/>
                </a:lnTo>
                <a:lnTo>
                  <a:pt x="1530196" y="119694"/>
                </a:lnTo>
                <a:lnTo>
                  <a:pt x="1529635" y="119326"/>
                </a:lnTo>
                <a:lnTo>
                  <a:pt x="1529089" y="118940"/>
                </a:lnTo>
                <a:lnTo>
                  <a:pt x="1528556" y="118538"/>
                </a:lnTo>
                <a:lnTo>
                  <a:pt x="1528036" y="118121"/>
                </a:lnTo>
                <a:lnTo>
                  <a:pt x="1527529" y="117693"/>
                </a:lnTo>
                <a:lnTo>
                  <a:pt x="1527033" y="117254"/>
                </a:lnTo>
                <a:lnTo>
                  <a:pt x="1526548" y="116803"/>
                </a:lnTo>
                <a:lnTo>
                  <a:pt x="1526076" y="116342"/>
                </a:lnTo>
                <a:lnTo>
                  <a:pt x="1525615" y="115869"/>
                </a:lnTo>
                <a:lnTo>
                  <a:pt x="1525166" y="115385"/>
                </a:lnTo>
                <a:lnTo>
                  <a:pt x="1524729" y="114889"/>
                </a:lnTo>
                <a:lnTo>
                  <a:pt x="1524304" y="114383"/>
                </a:lnTo>
                <a:lnTo>
                  <a:pt x="1523891" y="113865"/>
                </a:lnTo>
                <a:lnTo>
                  <a:pt x="1523489" y="113336"/>
                </a:lnTo>
                <a:lnTo>
                  <a:pt x="1523099" y="112795"/>
                </a:lnTo>
                <a:lnTo>
                  <a:pt x="1522721" y="112244"/>
                </a:lnTo>
                <a:lnTo>
                  <a:pt x="1522355" y="111681"/>
                </a:lnTo>
                <a:lnTo>
                  <a:pt x="1522001" y="111107"/>
                </a:lnTo>
                <a:lnTo>
                  <a:pt x="1521658" y="110522"/>
                </a:lnTo>
                <a:lnTo>
                  <a:pt x="1521327" y="109925"/>
                </a:lnTo>
                <a:lnTo>
                  <a:pt x="1521009" y="109317"/>
                </a:lnTo>
                <a:lnTo>
                  <a:pt x="1520701" y="108698"/>
                </a:lnTo>
                <a:lnTo>
                  <a:pt x="1520406" y="108068"/>
                </a:lnTo>
                <a:lnTo>
                  <a:pt x="1520122" y="107427"/>
                </a:lnTo>
                <a:lnTo>
                  <a:pt x="1519851" y="106774"/>
                </a:lnTo>
                <a:lnTo>
                  <a:pt x="1519591" y="106110"/>
                </a:lnTo>
                <a:lnTo>
                  <a:pt x="1519343" y="105435"/>
                </a:lnTo>
                <a:lnTo>
                  <a:pt x="1519105" y="104751"/>
                </a:lnTo>
                <a:lnTo>
                  <a:pt x="1518878" y="104062"/>
                </a:lnTo>
                <a:lnTo>
                  <a:pt x="1518660" y="103368"/>
                </a:lnTo>
                <a:lnTo>
                  <a:pt x="1518452" y="102668"/>
                </a:lnTo>
                <a:lnTo>
                  <a:pt x="1518253" y="101962"/>
                </a:lnTo>
                <a:lnTo>
                  <a:pt x="1518065" y="101251"/>
                </a:lnTo>
                <a:lnTo>
                  <a:pt x="1517886" y="100534"/>
                </a:lnTo>
                <a:lnTo>
                  <a:pt x="1517717" y="99812"/>
                </a:lnTo>
                <a:lnTo>
                  <a:pt x="1517557" y="99084"/>
                </a:lnTo>
                <a:lnTo>
                  <a:pt x="1517408" y="98351"/>
                </a:lnTo>
                <a:lnTo>
                  <a:pt x="1517268" y="97612"/>
                </a:lnTo>
                <a:lnTo>
                  <a:pt x="1517138" y="96867"/>
                </a:lnTo>
                <a:lnTo>
                  <a:pt x="1517017" y="96117"/>
                </a:lnTo>
                <a:lnTo>
                  <a:pt x="1516907" y="95362"/>
                </a:lnTo>
                <a:lnTo>
                  <a:pt x="1516806" y="94601"/>
                </a:lnTo>
                <a:lnTo>
                  <a:pt x="1516715" y="93835"/>
                </a:lnTo>
                <a:lnTo>
                  <a:pt x="1516633" y="93063"/>
                </a:lnTo>
                <a:lnTo>
                  <a:pt x="1516562" y="92285"/>
                </a:lnTo>
                <a:lnTo>
                  <a:pt x="1516500" y="91502"/>
                </a:lnTo>
                <a:lnTo>
                  <a:pt x="1516448" y="90713"/>
                </a:lnTo>
                <a:lnTo>
                  <a:pt x="1516406" y="89919"/>
                </a:lnTo>
                <a:lnTo>
                  <a:pt x="1516373" y="89120"/>
                </a:lnTo>
                <a:lnTo>
                  <a:pt x="1516350" y="88314"/>
                </a:lnTo>
                <a:lnTo>
                  <a:pt x="1516337" y="87504"/>
                </a:lnTo>
                <a:lnTo>
                  <a:pt x="1584724" y="87504"/>
                </a:lnTo>
                <a:lnTo>
                  <a:pt x="1584740" y="87426"/>
                </a:lnTo>
                <a:lnTo>
                  <a:pt x="1584756" y="87344"/>
                </a:lnTo>
                <a:lnTo>
                  <a:pt x="1584772" y="87258"/>
                </a:lnTo>
                <a:lnTo>
                  <a:pt x="1584787" y="87168"/>
                </a:lnTo>
                <a:lnTo>
                  <a:pt x="1584802" y="87073"/>
                </a:lnTo>
                <a:lnTo>
                  <a:pt x="1584816" y="86975"/>
                </a:lnTo>
                <a:lnTo>
                  <a:pt x="1584831" y="86873"/>
                </a:lnTo>
                <a:lnTo>
                  <a:pt x="1584844" y="86767"/>
                </a:lnTo>
                <a:lnTo>
                  <a:pt x="1584858" y="86656"/>
                </a:lnTo>
                <a:lnTo>
                  <a:pt x="1584871" y="86542"/>
                </a:lnTo>
                <a:lnTo>
                  <a:pt x="1584884" y="86424"/>
                </a:lnTo>
                <a:lnTo>
                  <a:pt x="1584896" y="86301"/>
                </a:lnTo>
                <a:lnTo>
                  <a:pt x="1584909" y="86175"/>
                </a:lnTo>
                <a:lnTo>
                  <a:pt x="1584920" y="86044"/>
                </a:lnTo>
                <a:lnTo>
                  <a:pt x="1584932" y="85910"/>
                </a:lnTo>
                <a:lnTo>
                  <a:pt x="1584943" y="85771"/>
                </a:lnTo>
                <a:lnTo>
                  <a:pt x="1584954" y="85628"/>
                </a:lnTo>
                <a:lnTo>
                  <a:pt x="1584964" y="85482"/>
                </a:lnTo>
                <a:lnTo>
                  <a:pt x="1584974" y="85331"/>
                </a:lnTo>
                <a:lnTo>
                  <a:pt x="1584984" y="85176"/>
                </a:lnTo>
                <a:lnTo>
                  <a:pt x="1584993" y="85017"/>
                </a:lnTo>
                <a:lnTo>
                  <a:pt x="1585003" y="84855"/>
                </a:lnTo>
                <a:lnTo>
                  <a:pt x="1585011" y="84688"/>
                </a:lnTo>
                <a:lnTo>
                  <a:pt x="1585020" y="84517"/>
                </a:lnTo>
                <a:lnTo>
                  <a:pt x="1585028" y="84344"/>
                </a:lnTo>
                <a:lnTo>
                  <a:pt x="1585035" y="84174"/>
                </a:lnTo>
                <a:lnTo>
                  <a:pt x="1585043" y="84006"/>
                </a:lnTo>
                <a:lnTo>
                  <a:pt x="1585050" y="83839"/>
                </a:lnTo>
                <a:lnTo>
                  <a:pt x="1585056" y="83675"/>
                </a:lnTo>
                <a:lnTo>
                  <a:pt x="1585063" y="83512"/>
                </a:lnTo>
                <a:lnTo>
                  <a:pt x="1585069" y="83352"/>
                </a:lnTo>
                <a:lnTo>
                  <a:pt x="1585074" y="83193"/>
                </a:lnTo>
                <a:lnTo>
                  <a:pt x="1585080" y="83036"/>
                </a:lnTo>
                <a:lnTo>
                  <a:pt x="1585085" y="82881"/>
                </a:lnTo>
                <a:lnTo>
                  <a:pt x="1585089" y="82728"/>
                </a:lnTo>
                <a:lnTo>
                  <a:pt x="1585094" y="82577"/>
                </a:lnTo>
                <a:lnTo>
                  <a:pt x="1585097" y="82428"/>
                </a:lnTo>
                <a:lnTo>
                  <a:pt x="1585101" y="82281"/>
                </a:lnTo>
                <a:lnTo>
                  <a:pt x="1585104" y="82136"/>
                </a:lnTo>
                <a:lnTo>
                  <a:pt x="1585107" y="81993"/>
                </a:lnTo>
                <a:lnTo>
                  <a:pt x="1585110" y="81852"/>
                </a:lnTo>
                <a:lnTo>
                  <a:pt x="1585112" y="81712"/>
                </a:lnTo>
                <a:lnTo>
                  <a:pt x="1585114" y="81575"/>
                </a:lnTo>
                <a:lnTo>
                  <a:pt x="1585115" y="81439"/>
                </a:lnTo>
                <a:lnTo>
                  <a:pt x="1585117" y="81306"/>
                </a:lnTo>
                <a:lnTo>
                  <a:pt x="1585117" y="81174"/>
                </a:lnTo>
                <a:lnTo>
                  <a:pt x="1585118" y="81045"/>
                </a:lnTo>
                <a:lnTo>
                  <a:pt x="1585118" y="80917"/>
                </a:lnTo>
                <a:lnTo>
                  <a:pt x="1585099" y="79035"/>
                </a:lnTo>
                <a:lnTo>
                  <a:pt x="1585041" y="77191"/>
                </a:lnTo>
                <a:lnTo>
                  <a:pt x="1584944" y="75383"/>
                </a:lnTo>
                <a:lnTo>
                  <a:pt x="1584809" y="73613"/>
                </a:lnTo>
                <a:lnTo>
                  <a:pt x="1584635" y="71879"/>
                </a:lnTo>
                <a:lnTo>
                  <a:pt x="1584422" y="70182"/>
                </a:lnTo>
                <a:lnTo>
                  <a:pt x="1584171" y="68522"/>
                </a:lnTo>
                <a:lnTo>
                  <a:pt x="1583881" y="66900"/>
                </a:lnTo>
                <a:lnTo>
                  <a:pt x="1583552" y="65314"/>
                </a:lnTo>
                <a:lnTo>
                  <a:pt x="1583185" y="63765"/>
                </a:lnTo>
                <a:lnTo>
                  <a:pt x="1582779" y="62253"/>
                </a:lnTo>
                <a:lnTo>
                  <a:pt x="1582334" y="60778"/>
                </a:lnTo>
                <a:lnTo>
                  <a:pt x="1581851" y="59340"/>
                </a:lnTo>
                <a:lnTo>
                  <a:pt x="1581329" y="57939"/>
                </a:lnTo>
                <a:lnTo>
                  <a:pt x="1580769" y="56574"/>
                </a:lnTo>
                <a:lnTo>
                  <a:pt x="1580169" y="55247"/>
                </a:lnTo>
                <a:lnTo>
                  <a:pt x="1579531" y="53957"/>
                </a:lnTo>
                <a:lnTo>
                  <a:pt x="1578855" y="52704"/>
                </a:lnTo>
                <a:lnTo>
                  <a:pt x="1578139" y="51487"/>
                </a:lnTo>
                <a:lnTo>
                  <a:pt x="1577385" y="50308"/>
                </a:lnTo>
                <a:lnTo>
                  <a:pt x="1576593" y="49165"/>
                </a:lnTo>
                <a:lnTo>
                  <a:pt x="1575762" y="48060"/>
                </a:lnTo>
                <a:lnTo>
                  <a:pt x="1574892" y="46991"/>
                </a:lnTo>
                <a:lnTo>
                  <a:pt x="1573983" y="45960"/>
                </a:lnTo>
                <a:lnTo>
                  <a:pt x="1573040" y="44968"/>
                </a:lnTo>
                <a:lnTo>
                  <a:pt x="1572068" y="44017"/>
                </a:lnTo>
                <a:lnTo>
                  <a:pt x="1571067" y="43110"/>
                </a:lnTo>
                <a:lnTo>
                  <a:pt x="1570036" y="42244"/>
                </a:lnTo>
                <a:lnTo>
                  <a:pt x="1568976" y="41421"/>
                </a:lnTo>
                <a:lnTo>
                  <a:pt x="1567886" y="40640"/>
                </a:lnTo>
                <a:lnTo>
                  <a:pt x="1566767" y="39901"/>
                </a:lnTo>
                <a:lnTo>
                  <a:pt x="1565618" y="39204"/>
                </a:lnTo>
                <a:lnTo>
                  <a:pt x="1564440" y="38549"/>
                </a:lnTo>
                <a:lnTo>
                  <a:pt x="1563233" y="37937"/>
                </a:lnTo>
                <a:lnTo>
                  <a:pt x="1561996" y="37367"/>
                </a:lnTo>
                <a:lnTo>
                  <a:pt x="1560729" y="36839"/>
                </a:lnTo>
                <a:lnTo>
                  <a:pt x="1559434" y="36354"/>
                </a:lnTo>
                <a:lnTo>
                  <a:pt x="1558109" y="35910"/>
                </a:lnTo>
                <a:lnTo>
                  <a:pt x="1556754" y="35509"/>
                </a:lnTo>
                <a:lnTo>
                  <a:pt x="1555370" y="35150"/>
                </a:lnTo>
                <a:lnTo>
                  <a:pt x="1553957" y="34834"/>
                </a:lnTo>
                <a:lnTo>
                  <a:pt x="1552514" y="34559"/>
                </a:lnTo>
                <a:lnTo>
                  <a:pt x="1551041" y="34327"/>
                </a:lnTo>
                <a:lnTo>
                  <a:pt x="1549540" y="34137"/>
                </a:lnTo>
                <a:lnTo>
                  <a:pt x="1548009" y="33989"/>
                </a:lnTo>
                <a:lnTo>
                  <a:pt x="1546448" y="33884"/>
                </a:lnTo>
                <a:lnTo>
                  <a:pt x="1544858" y="33820"/>
                </a:lnTo>
                <a:lnTo>
                  <a:pt x="1543239" y="33799"/>
                </a:lnTo>
                <a:lnTo>
                  <a:pt x="1542016" y="33811"/>
                </a:lnTo>
                <a:lnTo>
                  <a:pt x="1540811" y="33844"/>
                </a:lnTo>
                <a:lnTo>
                  <a:pt x="1539624" y="33901"/>
                </a:lnTo>
                <a:lnTo>
                  <a:pt x="1538455" y="33980"/>
                </a:lnTo>
                <a:lnTo>
                  <a:pt x="1537304" y="34081"/>
                </a:lnTo>
                <a:lnTo>
                  <a:pt x="1536171" y="34205"/>
                </a:lnTo>
                <a:lnTo>
                  <a:pt x="1535056" y="34352"/>
                </a:lnTo>
                <a:lnTo>
                  <a:pt x="1533959" y="34521"/>
                </a:lnTo>
                <a:lnTo>
                  <a:pt x="1532880" y="34713"/>
                </a:lnTo>
                <a:lnTo>
                  <a:pt x="1531819" y="34927"/>
                </a:lnTo>
                <a:lnTo>
                  <a:pt x="1530776" y="35164"/>
                </a:lnTo>
                <a:lnTo>
                  <a:pt x="1529751" y="35423"/>
                </a:lnTo>
                <a:lnTo>
                  <a:pt x="1528744" y="35705"/>
                </a:lnTo>
                <a:lnTo>
                  <a:pt x="1527754" y="36009"/>
                </a:lnTo>
                <a:lnTo>
                  <a:pt x="1526783" y="36336"/>
                </a:lnTo>
                <a:lnTo>
                  <a:pt x="1525830" y="36686"/>
                </a:lnTo>
                <a:lnTo>
                  <a:pt x="1524894" y="37058"/>
                </a:lnTo>
                <a:lnTo>
                  <a:pt x="1523977" y="37452"/>
                </a:lnTo>
                <a:lnTo>
                  <a:pt x="1523078" y="37870"/>
                </a:lnTo>
                <a:lnTo>
                  <a:pt x="1522196" y="38309"/>
                </a:lnTo>
                <a:lnTo>
                  <a:pt x="1521333" y="38772"/>
                </a:lnTo>
                <a:lnTo>
                  <a:pt x="1520487" y="39256"/>
                </a:lnTo>
                <a:lnTo>
                  <a:pt x="1519659" y="39764"/>
                </a:lnTo>
                <a:lnTo>
                  <a:pt x="1518850" y="40294"/>
                </a:lnTo>
                <a:lnTo>
                  <a:pt x="1518058" y="40844"/>
                </a:lnTo>
                <a:lnTo>
                  <a:pt x="1517283" y="41411"/>
                </a:lnTo>
                <a:lnTo>
                  <a:pt x="1516525" y="41996"/>
                </a:lnTo>
                <a:lnTo>
                  <a:pt x="1515784" y="42598"/>
                </a:lnTo>
                <a:lnTo>
                  <a:pt x="1515061" y="43218"/>
                </a:lnTo>
                <a:lnTo>
                  <a:pt x="1514354" y="43855"/>
                </a:lnTo>
                <a:lnTo>
                  <a:pt x="1513665" y="44509"/>
                </a:lnTo>
                <a:lnTo>
                  <a:pt x="1512992" y="45181"/>
                </a:lnTo>
                <a:lnTo>
                  <a:pt x="1512337" y="45871"/>
                </a:lnTo>
                <a:lnTo>
                  <a:pt x="1511699" y="46578"/>
                </a:lnTo>
                <a:lnTo>
                  <a:pt x="1511078" y="47302"/>
                </a:lnTo>
                <a:lnTo>
                  <a:pt x="1510474" y="48044"/>
                </a:lnTo>
                <a:lnTo>
                  <a:pt x="1509887" y="48803"/>
                </a:lnTo>
                <a:lnTo>
                  <a:pt x="1509317" y="49580"/>
                </a:lnTo>
                <a:lnTo>
                  <a:pt x="1508765" y="50374"/>
                </a:lnTo>
                <a:lnTo>
                  <a:pt x="1508229" y="51185"/>
                </a:lnTo>
                <a:lnTo>
                  <a:pt x="1507711" y="52014"/>
                </a:lnTo>
                <a:lnTo>
                  <a:pt x="1507210" y="52860"/>
                </a:lnTo>
                <a:lnTo>
                  <a:pt x="1506726" y="53724"/>
                </a:lnTo>
                <a:lnTo>
                  <a:pt x="1506259" y="54606"/>
                </a:lnTo>
                <a:lnTo>
                  <a:pt x="1505809" y="55504"/>
                </a:lnTo>
                <a:lnTo>
                  <a:pt x="1505376" y="56420"/>
                </a:lnTo>
                <a:lnTo>
                  <a:pt x="1504960" y="57354"/>
                </a:lnTo>
                <a:lnTo>
                  <a:pt x="1504562" y="58305"/>
                </a:lnTo>
                <a:lnTo>
                  <a:pt x="1504180" y="59271"/>
                </a:lnTo>
                <a:lnTo>
                  <a:pt x="1503814" y="60250"/>
                </a:lnTo>
                <a:lnTo>
                  <a:pt x="1503464" y="61241"/>
                </a:lnTo>
                <a:lnTo>
                  <a:pt x="1503131" y="62244"/>
                </a:lnTo>
                <a:lnTo>
                  <a:pt x="1502814" y="63260"/>
                </a:lnTo>
                <a:lnTo>
                  <a:pt x="1502514" y="64289"/>
                </a:lnTo>
                <a:lnTo>
                  <a:pt x="1502229" y="65330"/>
                </a:lnTo>
                <a:lnTo>
                  <a:pt x="1501961" y="66383"/>
                </a:lnTo>
                <a:lnTo>
                  <a:pt x="1501709" y="67449"/>
                </a:lnTo>
                <a:lnTo>
                  <a:pt x="1501474" y="68528"/>
                </a:lnTo>
                <a:lnTo>
                  <a:pt x="1501254" y="69619"/>
                </a:lnTo>
                <a:lnTo>
                  <a:pt x="1501051" y="70723"/>
                </a:lnTo>
                <a:lnTo>
                  <a:pt x="1500864" y="71839"/>
                </a:lnTo>
                <a:lnTo>
                  <a:pt x="1500693" y="72967"/>
                </a:lnTo>
                <a:lnTo>
                  <a:pt x="1500539" y="74108"/>
                </a:lnTo>
                <a:lnTo>
                  <a:pt x="1500401" y="75262"/>
                </a:lnTo>
                <a:lnTo>
                  <a:pt x="1500279" y="76428"/>
                </a:lnTo>
                <a:lnTo>
                  <a:pt x="1500173" y="77607"/>
                </a:lnTo>
                <a:lnTo>
                  <a:pt x="1500084" y="78798"/>
                </a:lnTo>
                <a:lnTo>
                  <a:pt x="1500011" y="80002"/>
                </a:lnTo>
                <a:lnTo>
                  <a:pt x="1499954" y="81218"/>
                </a:lnTo>
                <a:lnTo>
                  <a:pt x="1499913" y="82447"/>
                </a:lnTo>
                <a:lnTo>
                  <a:pt x="1499889" y="83688"/>
                </a:lnTo>
                <a:lnTo>
                  <a:pt x="1499881" y="84942"/>
                </a:lnTo>
                <a:lnTo>
                  <a:pt x="1499889" y="86146"/>
                </a:lnTo>
                <a:lnTo>
                  <a:pt x="1499914" y="87340"/>
                </a:lnTo>
                <a:lnTo>
                  <a:pt x="1499956" y="88524"/>
                </a:lnTo>
                <a:lnTo>
                  <a:pt x="1500015" y="89698"/>
                </a:lnTo>
                <a:lnTo>
                  <a:pt x="1500090" y="90862"/>
                </a:lnTo>
                <a:lnTo>
                  <a:pt x="1500183" y="92016"/>
                </a:lnTo>
                <a:lnTo>
                  <a:pt x="1500292" y="93160"/>
                </a:lnTo>
                <a:lnTo>
                  <a:pt x="1500417" y="94294"/>
                </a:lnTo>
                <a:lnTo>
                  <a:pt x="1500560" y="95418"/>
                </a:lnTo>
                <a:lnTo>
                  <a:pt x="1500719" y="96531"/>
                </a:lnTo>
                <a:lnTo>
                  <a:pt x="1500895" y="97635"/>
                </a:lnTo>
                <a:lnTo>
                  <a:pt x="1501088" y="98729"/>
                </a:lnTo>
                <a:lnTo>
                  <a:pt x="1501298" y="99812"/>
                </a:lnTo>
                <a:lnTo>
                  <a:pt x="1501524" y="100886"/>
                </a:lnTo>
                <a:lnTo>
                  <a:pt x="1501767" y="101950"/>
                </a:lnTo>
                <a:lnTo>
                  <a:pt x="1502027" y="103003"/>
                </a:lnTo>
                <a:lnTo>
                  <a:pt x="1502303" y="104047"/>
                </a:lnTo>
                <a:lnTo>
                  <a:pt x="1502597" y="105080"/>
                </a:lnTo>
                <a:lnTo>
                  <a:pt x="1502907" y="106104"/>
                </a:lnTo>
                <a:lnTo>
                  <a:pt x="1503234" y="107117"/>
                </a:lnTo>
                <a:lnTo>
                  <a:pt x="1503578" y="108120"/>
                </a:lnTo>
                <a:lnTo>
                  <a:pt x="1503938" y="109114"/>
                </a:lnTo>
                <a:lnTo>
                  <a:pt x="1504315" y="110097"/>
                </a:lnTo>
                <a:lnTo>
                  <a:pt x="1504709" y="111070"/>
                </a:lnTo>
                <a:lnTo>
                  <a:pt x="1505121" y="112030"/>
                </a:lnTo>
                <a:lnTo>
                  <a:pt x="1505550" y="112972"/>
                </a:lnTo>
                <a:lnTo>
                  <a:pt x="1505997" y="113898"/>
                </a:lnTo>
                <a:lnTo>
                  <a:pt x="1506463" y="114807"/>
                </a:lnTo>
                <a:lnTo>
                  <a:pt x="1506946" y="115699"/>
                </a:lnTo>
                <a:lnTo>
                  <a:pt x="1507447" y="116574"/>
                </a:lnTo>
                <a:lnTo>
                  <a:pt x="1507966" y="117432"/>
                </a:lnTo>
                <a:lnTo>
                  <a:pt x="1508503" y="118273"/>
                </a:lnTo>
                <a:lnTo>
                  <a:pt x="1509058" y="119098"/>
                </a:lnTo>
                <a:lnTo>
                  <a:pt x="1509631" y="119905"/>
                </a:lnTo>
                <a:lnTo>
                  <a:pt x="1510222" y="120696"/>
                </a:lnTo>
                <a:lnTo>
                  <a:pt x="1510831" y="121469"/>
                </a:lnTo>
                <a:lnTo>
                  <a:pt x="1511458" y="122226"/>
                </a:lnTo>
                <a:lnTo>
                  <a:pt x="1512103" y="122966"/>
                </a:lnTo>
                <a:lnTo>
                  <a:pt x="1512766" y="123689"/>
                </a:lnTo>
                <a:lnTo>
                  <a:pt x="1513447" y="124395"/>
                </a:lnTo>
                <a:lnTo>
                  <a:pt x="1514145" y="125084"/>
                </a:lnTo>
                <a:lnTo>
                  <a:pt x="1514862" y="125757"/>
                </a:lnTo>
                <a:lnTo>
                  <a:pt x="1515597" y="126412"/>
                </a:lnTo>
                <a:lnTo>
                  <a:pt x="1516349" y="127050"/>
                </a:lnTo>
                <a:lnTo>
                  <a:pt x="1517120" y="127672"/>
                </a:lnTo>
                <a:lnTo>
                  <a:pt x="1517909" y="128277"/>
                </a:lnTo>
                <a:lnTo>
                  <a:pt x="1518715" y="128865"/>
                </a:lnTo>
                <a:lnTo>
                  <a:pt x="1519540" y="129436"/>
                </a:lnTo>
                <a:lnTo>
                  <a:pt x="1520383" y="129986"/>
                </a:lnTo>
                <a:lnTo>
                  <a:pt x="1521246" y="130513"/>
                </a:lnTo>
                <a:lnTo>
                  <a:pt x="1522129" y="131017"/>
                </a:lnTo>
                <a:lnTo>
                  <a:pt x="1523031" y="131497"/>
                </a:lnTo>
                <a:lnTo>
                  <a:pt x="1523953" y="131954"/>
                </a:lnTo>
                <a:lnTo>
                  <a:pt x="1524895" y="132387"/>
                </a:lnTo>
                <a:lnTo>
                  <a:pt x="1525856" y="132797"/>
                </a:lnTo>
                <a:lnTo>
                  <a:pt x="1526837" y="133184"/>
                </a:lnTo>
                <a:lnTo>
                  <a:pt x="1527838" y="133547"/>
                </a:lnTo>
                <a:lnTo>
                  <a:pt x="1528858" y="133887"/>
                </a:lnTo>
                <a:lnTo>
                  <a:pt x="1529898" y="134203"/>
                </a:lnTo>
                <a:lnTo>
                  <a:pt x="1530958" y="134496"/>
                </a:lnTo>
                <a:lnTo>
                  <a:pt x="1532037" y="134765"/>
                </a:lnTo>
                <a:lnTo>
                  <a:pt x="1533136" y="135011"/>
                </a:lnTo>
                <a:lnTo>
                  <a:pt x="1534255" y="135234"/>
                </a:lnTo>
                <a:lnTo>
                  <a:pt x="1535394" y="135433"/>
                </a:lnTo>
                <a:lnTo>
                  <a:pt x="1536552" y="135609"/>
                </a:lnTo>
                <a:lnTo>
                  <a:pt x="1537730" y="135761"/>
                </a:lnTo>
                <a:lnTo>
                  <a:pt x="1538927" y="135890"/>
                </a:lnTo>
                <a:lnTo>
                  <a:pt x="1540144" y="135995"/>
                </a:lnTo>
                <a:lnTo>
                  <a:pt x="1541381" y="136077"/>
                </a:lnTo>
                <a:lnTo>
                  <a:pt x="1542637" y="136136"/>
                </a:lnTo>
                <a:lnTo>
                  <a:pt x="1543914" y="136171"/>
                </a:lnTo>
                <a:lnTo>
                  <a:pt x="1545209" y="136183"/>
                </a:lnTo>
                <a:lnTo>
                  <a:pt x="1546214" y="136175"/>
                </a:lnTo>
                <a:lnTo>
                  <a:pt x="1547207" y="136154"/>
                </a:lnTo>
                <a:lnTo>
                  <a:pt x="1548189" y="136118"/>
                </a:lnTo>
                <a:lnTo>
                  <a:pt x="1549159" y="136068"/>
                </a:lnTo>
                <a:lnTo>
                  <a:pt x="1550118" y="136004"/>
                </a:lnTo>
                <a:close/>
                <a:moveTo>
                  <a:pt x="1517137" y="69851"/>
                </a:moveTo>
                <a:lnTo>
                  <a:pt x="1517338" y="68795"/>
                </a:lnTo>
                <a:lnTo>
                  <a:pt x="1517558" y="67763"/>
                </a:lnTo>
                <a:lnTo>
                  <a:pt x="1517799" y="66755"/>
                </a:lnTo>
                <a:lnTo>
                  <a:pt x="1518059" y="65771"/>
                </a:lnTo>
                <a:lnTo>
                  <a:pt x="1518340" y="64810"/>
                </a:lnTo>
                <a:lnTo>
                  <a:pt x="1518640" y="63872"/>
                </a:lnTo>
                <a:lnTo>
                  <a:pt x="1518961" y="62959"/>
                </a:lnTo>
                <a:lnTo>
                  <a:pt x="1519301" y="62069"/>
                </a:lnTo>
                <a:lnTo>
                  <a:pt x="1519662" y="61202"/>
                </a:lnTo>
                <a:lnTo>
                  <a:pt x="1520042" y="60359"/>
                </a:lnTo>
                <a:lnTo>
                  <a:pt x="1520443" y="59540"/>
                </a:lnTo>
                <a:lnTo>
                  <a:pt x="1520864" y="58745"/>
                </a:lnTo>
                <a:lnTo>
                  <a:pt x="1521304" y="57973"/>
                </a:lnTo>
                <a:lnTo>
                  <a:pt x="1521765" y="57224"/>
                </a:lnTo>
                <a:lnTo>
                  <a:pt x="1522245" y="56500"/>
                </a:lnTo>
                <a:lnTo>
                  <a:pt x="1522746" y="55798"/>
                </a:lnTo>
                <a:lnTo>
                  <a:pt x="1523267" y="55121"/>
                </a:lnTo>
                <a:lnTo>
                  <a:pt x="1523807" y="54467"/>
                </a:lnTo>
                <a:lnTo>
                  <a:pt x="1524368" y="53837"/>
                </a:lnTo>
                <a:lnTo>
                  <a:pt x="1524948" y="53231"/>
                </a:lnTo>
                <a:lnTo>
                  <a:pt x="1525545" y="52651"/>
                </a:lnTo>
                <a:lnTo>
                  <a:pt x="1526161" y="52097"/>
                </a:lnTo>
                <a:lnTo>
                  <a:pt x="1526795" y="51568"/>
                </a:lnTo>
                <a:lnTo>
                  <a:pt x="1527446" y="51066"/>
                </a:lnTo>
                <a:lnTo>
                  <a:pt x="1528116" y="50589"/>
                </a:lnTo>
                <a:lnTo>
                  <a:pt x="1528803" y="50138"/>
                </a:lnTo>
                <a:lnTo>
                  <a:pt x="1529509" y="49712"/>
                </a:lnTo>
                <a:lnTo>
                  <a:pt x="1530232" y="49313"/>
                </a:lnTo>
                <a:lnTo>
                  <a:pt x="1530973" y="48939"/>
                </a:lnTo>
                <a:lnTo>
                  <a:pt x="1531733" y="48591"/>
                </a:lnTo>
                <a:lnTo>
                  <a:pt x="1532510" y="48269"/>
                </a:lnTo>
                <a:lnTo>
                  <a:pt x="1533305" y="47972"/>
                </a:lnTo>
                <a:lnTo>
                  <a:pt x="1534118" y="47701"/>
                </a:lnTo>
                <a:lnTo>
                  <a:pt x="1534950" y="47456"/>
                </a:lnTo>
                <a:lnTo>
                  <a:pt x="1535799" y="47237"/>
                </a:lnTo>
                <a:lnTo>
                  <a:pt x="1536666" y="47044"/>
                </a:lnTo>
                <a:lnTo>
                  <a:pt x="1537551" y="46876"/>
                </a:lnTo>
                <a:lnTo>
                  <a:pt x="1538454" y="46735"/>
                </a:lnTo>
                <a:lnTo>
                  <a:pt x="1539375" y="46619"/>
                </a:lnTo>
                <a:lnTo>
                  <a:pt x="1540314" y="46528"/>
                </a:lnTo>
                <a:lnTo>
                  <a:pt x="1541271" y="46464"/>
                </a:lnTo>
                <a:lnTo>
                  <a:pt x="1542246" y="46425"/>
                </a:lnTo>
                <a:lnTo>
                  <a:pt x="1543239" y="46412"/>
                </a:lnTo>
                <a:lnTo>
                  <a:pt x="1544223" y="46425"/>
                </a:lnTo>
                <a:lnTo>
                  <a:pt x="1545190" y="46464"/>
                </a:lnTo>
                <a:lnTo>
                  <a:pt x="1546138" y="46529"/>
                </a:lnTo>
                <a:lnTo>
                  <a:pt x="1547068" y="46620"/>
                </a:lnTo>
                <a:lnTo>
                  <a:pt x="1547980" y="46737"/>
                </a:lnTo>
                <a:lnTo>
                  <a:pt x="1548874" y="46880"/>
                </a:lnTo>
                <a:lnTo>
                  <a:pt x="1549750" y="47048"/>
                </a:lnTo>
                <a:lnTo>
                  <a:pt x="1550607" y="47243"/>
                </a:lnTo>
                <a:lnTo>
                  <a:pt x="1551447" y="47464"/>
                </a:lnTo>
                <a:lnTo>
                  <a:pt x="1552268" y="47710"/>
                </a:lnTo>
                <a:lnTo>
                  <a:pt x="1553071" y="47983"/>
                </a:lnTo>
                <a:lnTo>
                  <a:pt x="1553856" y="48282"/>
                </a:lnTo>
                <a:lnTo>
                  <a:pt x="1554623" y="48606"/>
                </a:lnTo>
                <a:lnTo>
                  <a:pt x="1555372" y="48957"/>
                </a:lnTo>
                <a:lnTo>
                  <a:pt x="1556103" y="49333"/>
                </a:lnTo>
                <a:lnTo>
                  <a:pt x="1556815" y="49735"/>
                </a:lnTo>
                <a:lnTo>
                  <a:pt x="1557510" y="50164"/>
                </a:lnTo>
                <a:lnTo>
                  <a:pt x="1558186" y="50618"/>
                </a:lnTo>
                <a:lnTo>
                  <a:pt x="1558844" y="51098"/>
                </a:lnTo>
                <a:lnTo>
                  <a:pt x="1559484" y="51605"/>
                </a:lnTo>
                <a:lnTo>
                  <a:pt x="1560106" y="52137"/>
                </a:lnTo>
                <a:lnTo>
                  <a:pt x="1560710" y="52695"/>
                </a:lnTo>
                <a:lnTo>
                  <a:pt x="1561295" y="53279"/>
                </a:lnTo>
                <a:lnTo>
                  <a:pt x="1561863" y="53889"/>
                </a:lnTo>
                <a:lnTo>
                  <a:pt x="1562410" y="54524"/>
                </a:lnTo>
                <a:lnTo>
                  <a:pt x="1562935" y="55181"/>
                </a:lnTo>
                <a:lnTo>
                  <a:pt x="1563438" y="55861"/>
                </a:lnTo>
                <a:lnTo>
                  <a:pt x="1563918" y="56565"/>
                </a:lnTo>
                <a:lnTo>
                  <a:pt x="1564377" y="57292"/>
                </a:lnTo>
                <a:lnTo>
                  <a:pt x="1564813" y="58041"/>
                </a:lnTo>
                <a:lnTo>
                  <a:pt x="1565227" y="58814"/>
                </a:lnTo>
                <a:lnTo>
                  <a:pt x="1565618" y="59610"/>
                </a:lnTo>
                <a:lnTo>
                  <a:pt x="1565987" y="60429"/>
                </a:lnTo>
                <a:lnTo>
                  <a:pt x="1566335" y="61271"/>
                </a:lnTo>
                <a:lnTo>
                  <a:pt x="1566659" y="62136"/>
                </a:lnTo>
                <a:lnTo>
                  <a:pt x="1566962" y="63024"/>
                </a:lnTo>
                <a:lnTo>
                  <a:pt x="1567243" y="63935"/>
                </a:lnTo>
                <a:lnTo>
                  <a:pt x="1567501" y="64870"/>
                </a:lnTo>
                <a:lnTo>
                  <a:pt x="1567737" y="65827"/>
                </a:lnTo>
                <a:lnTo>
                  <a:pt x="1567950" y="66808"/>
                </a:lnTo>
                <a:lnTo>
                  <a:pt x="1568142" y="67811"/>
                </a:lnTo>
                <a:lnTo>
                  <a:pt x="1568311" y="68838"/>
                </a:lnTo>
                <a:lnTo>
                  <a:pt x="1568458" y="69887"/>
                </a:lnTo>
                <a:lnTo>
                  <a:pt x="1568583" y="70960"/>
                </a:lnTo>
                <a:lnTo>
                  <a:pt x="1568685" y="72056"/>
                </a:lnTo>
                <a:lnTo>
                  <a:pt x="1568765" y="73175"/>
                </a:lnTo>
                <a:lnTo>
                  <a:pt x="1568823" y="74317"/>
                </a:lnTo>
                <a:lnTo>
                  <a:pt x="1568859" y="75482"/>
                </a:lnTo>
                <a:lnTo>
                  <a:pt x="1516436" y="75482"/>
                </a:lnTo>
                <a:lnTo>
                  <a:pt x="1516536" y="74308"/>
                </a:lnTo>
                <a:lnTo>
                  <a:pt x="1516656" y="73158"/>
                </a:lnTo>
                <a:lnTo>
                  <a:pt x="1516797" y="72032"/>
                </a:lnTo>
                <a:lnTo>
                  <a:pt x="1516957" y="70930"/>
                </a:lnTo>
                <a:lnTo>
                  <a:pt x="1517137" y="698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" name="Text #CodeFormat">
            <a:extLst xmlns:a="http://schemas.openxmlformats.org/drawingml/2006/main">
              <a:ext uri="{FF2B5EF4-FFF2-40B4-BE49-F238E27FC236}">
                <a16:creationId xmlns:a16="http://schemas.microsoft.com/office/drawing/2014/main" id="{A3EC7869-8CF1-4E09-98B5-002F94297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0197" y="2258008"/>
            <a:ext cx="1276881" cy="136324"/>
          </a:xfrm>
          <a:custGeom xmlns:a="http://schemas.openxmlformats.org/drawingml/2006/main">
            <a:pathLst>
              <a:path w="1276881" h="136324">
                <a:moveTo>
                  <a:pt x="750497" y="73390"/>
                </a:moveTo>
                <a:lnTo>
                  <a:pt x="750497" y="58890"/>
                </a:lnTo>
                <a:lnTo>
                  <a:pt x="691706" y="58890"/>
                </a:lnTo>
                <a:lnTo>
                  <a:pt x="691706" y="16572"/>
                </a:lnTo>
                <a:lnTo>
                  <a:pt x="756613" y="16572"/>
                </a:lnTo>
                <a:lnTo>
                  <a:pt x="756613" y="1776"/>
                </a:lnTo>
                <a:lnTo>
                  <a:pt x="673950" y="1776"/>
                </a:lnTo>
                <a:lnTo>
                  <a:pt x="673950" y="134549"/>
                </a:lnTo>
                <a:lnTo>
                  <a:pt x="691706" y="134549"/>
                </a:lnTo>
                <a:lnTo>
                  <a:pt x="691706" y="73390"/>
                </a:lnTo>
                <a:lnTo>
                  <a:pt x="750497" y="73390"/>
                </a:lnTo>
                <a:close/>
                <a:moveTo>
                  <a:pt x="224982" y="136182"/>
                </a:moveTo>
                <a:lnTo>
                  <a:pt x="226185" y="136102"/>
                </a:lnTo>
                <a:lnTo>
                  <a:pt x="227378" y="136004"/>
                </a:lnTo>
                <a:lnTo>
                  <a:pt x="228561" y="135888"/>
                </a:lnTo>
                <a:lnTo>
                  <a:pt x="229733" y="135754"/>
                </a:lnTo>
                <a:lnTo>
                  <a:pt x="230896" y="135603"/>
                </a:lnTo>
                <a:lnTo>
                  <a:pt x="232047" y="135434"/>
                </a:lnTo>
                <a:lnTo>
                  <a:pt x="233189" y="135247"/>
                </a:lnTo>
                <a:lnTo>
                  <a:pt x="234320" y="135042"/>
                </a:lnTo>
                <a:lnTo>
                  <a:pt x="235441" y="134819"/>
                </a:lnTo>
                <a:lnTo>
                  <a:pt x="236552" y="134579"/>
                </a:lnTo>
                <a:lnTo>
                  <a:pt x="237653" y="134321"/>
                </a:lnTo>
                <a:lnTo>
                  <a:pt x="238743" y="134045"/>
                </a:lnTo>
                <a:lnTo>
                  <a:pt x="239823" y="133751"/>
                </a:lnTo>
                <a:lnTo>
                  <a:pt x="240892" y="133439"/>
                </a:lnTo>
                <a:lnTo>
                  <a:pt x="241952" y="133110"/>
                </a:lnTo>
                <a:lnTo>
                  <a:pt x="243001" y="132762"/>
                </a:lnTo>
                <a:lnTo>
                  <a:pt x="244040" y="132397"/>
                </a:lnTo>
                <a:lnTo>
                  <a:pt x="245068" y="132014"/>
                </a:lnTo>
                <a:lnTo>
                  <a:pt x="246087" y="131614"/>
                </a:lnTo>
                <a:lnTo>
                  <a:pt x="247095" y="131195"/>
                </a:lnTo>
                <a:lnTo>
                  <a:pt x="248090" y="130759"/>
                </a:lnTo>
                <a:lnTo>
                  <a:pt x="249069" y="130304"/>
                </a:lnTo>
                <a:lnTo>
                  <a:pt x="250034" y="129832"/>
                </a:lnTo>
                <a:lnTo>
                  <a:pt x="250983" y="129341"/>
                </a:lnTo>
                <a:lnTo>
                  <a:pt x="251916" y="128833"/>
                </a:lnTo>
                <a:lnTo>
                  <a:pt x="252834" y="128307"/>
                </a:lnTo>
                <a:lnTo>
                  <a:pt x="253737" y="127762"/>
                </a:lnTo>
                <a:lnTo>
                  <a:pt x="254624" y="127200"/>
                </a:lnTo>
                <a:lnTo>
                  <a:pt x="255496" y="126620"/>
                </a:lnTo>
                <a:lnTo>
                  <a:pt x="256353" y="126021"/>
                </a:lnTo>
                <a:lnTo>
                  <a:pt x="257194" y="125405"/>
                </a:lnTo>
                <a:lnTo>
                  <a:pt x="258019" y="124771"/>
                </a:lnTo>
                <a:lnTo>
                  <a:pt x="258829" y="124119"/>
                </a:lnTo>
                <a:lnTo>
                  <a:pt x="259624" y="123448"/>
                </a:lnTo>
                <a:lnTo>
                  <a:pt x="260404" y="122760"/>
                </a:lnTo>
                <a:lnTo>
                  <a:pt x="261168" y="122054"/>
                </a:lnTo>
                <a:lnTo>
                  <a:pt x="261916" y="121330"/>
                </a:lnTo>
                <a:lnTo>
                  <a:pt x="262649" y="120588"/>
                </a:lnTo>
                <a:lnTo>
                  <a:pt x="263367" y="119828"/>
                </a:lnTo>
                <a:lnTo>
                  <a:pt x="264069" y="119050"/>
                </a:lnTo>
                <a:lnTo>
                  <a:pt x="264756" y="118254"/>
                </a:lnTo>
                <a:lnTo>
                  <a:pt x="265428" y="117439"/>
                </a:lnTo>
                <a:lnTo>
                  <a:pt x="266084" y="116607"/>
                </a:lnTo>
                <a:lnTo>
                  <a:pt x="266724" y="115757"/>
                </a:lnTo>
                <a:lnTo>
                  <a:pt x="267347" y="114889"/>
                </a:lnTo>
                <a:lnTo>
                  <a:pt x="267949" y="114002"/>
                </a:lnTo>
                <a:lnTo>
                  <a:pt x="268529" y="113096"/>
                </a:lnTo>
                <a:lnTo>
                  <a:pt x="269089" y="112172"/>
                </a:lnTo>
                <a:lnTo>
                  <a:pt x="269628" y="111229"/>
                </a:lnTo>
                <a:lnTo>
                  <a:pt x="270146" y="110267"/>
                </a:lnTo>
                <a:lnTo>
                  <a:pt x="270643" y="109287"/>
                </a:lnTo>
                <a:lnTo>
                  <a:pt x="271120" y="108288"/>
                </a:lnTo>
                <a:lnTo>
                  <a:pt x="271575" y="107270"/>
                </a:lnTo>
                <a:lnTo>
                  <a:pt x="272009" y="106234"/>
                </a:lnTo>
                <a:lnTo>
                  <a:pt x="272423" y="105179"/>
                </a:lnTo>
                <a:lnTo>
                  <a:pt x="272816" y="104105"/>
                </a:lnTo>
                <a:lnTo>
                  <a:pt x="273187" y="103013"/>
                </a:lnTo>
                <a:lnTo>
                  <a:pt x="273538" y="101902"/>
                </a:lnTo>
                <a:lnTo>
                  <a:pt x="273868" y="100772"/>
                </a:lnTo>
                <a:lnTo>
                  <a:pt x="274178" y="99624"/>
                </a:lnTo>
                <a:lnTo>
                  <a:pt x="274466" y="98457"/>
                </a:lnTo>
                <a:lnTo>
                  <a:pt x="274733" y="97271"/>
                </a:lnTo>
                <a:lnTo>
                  <a:pt x="274979" y="96067"/>
                </a:lnTo>
                <a:lnTo>
                  <a:pt x="275205" y="94844"/>
                </a:lnTo>
                <a:lnTo>
                  <a:pt x="275410" y="93602"/>
                </a:lnTo>
                <a:lnTo>
                  <a:pt x="275593" y="92342"/>
                </a:lnTo>
                <a:lnTo>
                  <a:pt x="275756" y="91063"/>
                </a:lnTo>
                <a:lnTo>
                  <a:pt x="275898" y="89765"/>
                </a:lnTo>
                <a:lnTo>
                  <a:pt x="257945" y="89765"/>
                </a:lnTo>
                <a:lnTo>
                  <a:pt x="257799" y="91075"/>
                </a:lnTo>
                <a:lnTo>
                  <a:pt x="257623" y="92357"/>
                </a:lnTo>
                <a:lnTo>
                  <a:pt x="257418" y="93612"/>
                </a:lnTo>
                <a:lnTo>
                  <a:pt x="257184" y="94840"/>
                </a:lnTo>
                <a:lnTo>
                  <a:pt x="256919" y="96040"/>
                </a:lnTo>
                <a:lnTo>
                  <a:pt x="256626" y="97213"/>
                </a:lnTo>
                <a:lnTo>
                  <a:pt x="256303" y="98358"/>
                </a:lnTo>
                <a:lnTo>
                  <a:pt x="255951" y="99476"/>
                </a:lnTo>
                <a:lnTo>
                  <a:pt x="255569" y="100566"/>
                </a:lnTo>
                <a:lnTo>
                  <a:pt x="255157" y="101630"/>
                </a:lnTo>
                <a:lnTo>
                  <a:pt x="254716" y="102665"/>
                </a:lnTo>
                <a:lnTo>
                  <a:pt x="254246" y="103674"/>
                </a:lnTo>
                <a:lnTo>
                  <a:pt x="253746" y="104655"/>
                </a:lnTo>
                <a:lnTo>
                  <a:pt x="253217" y="105608"/>
                </a:lnTo>
                <a:lnTo>
                  <a:pt x="252659" y="106534"/>
                </a:lnTo>
                <a:lnTo>
                  <a:pt x="252071" y="107433"/>
                </a:lnTo>
                <a:lnTo>
                  <a:pt x="251453" y="108304"/>
                </a:lnTo>
                <a:lnTo>
                  <a:pt x="250806" y="109148"/>
                </a:lnTo>
                <a:lnTo>
                  <a:pt x="250130" y="109965"/>
                </a:lnTo>
                <a:lnTo>
                  <a:pt x="249424" y="110754"/>
                </a:lnTo>
                <a:lnTo>
                  <a:pt x="248688" y="111516"/>
                </a:lnTo>
                <a:lnTo>
                  <a:pt x="247923" y="112250"/>
                </a:lnTo>
                <a:lnTo>
                  <a:pt x="247129" y="112957"/>
                </a:lnTo>
                <a:lnTo>
                  <a:pt x="246305" y="113637"/>
                </a:lnTo>
                <a:lnTo>
                  <a:pt x="245456" y="114289"/>
                </a:lnTo>
                <a:lnTo>
                  <a:pt x="244586" y="114913"/>
                </a:lnTo>
                <a:lnTo>
                  <a:pt x="243694" y="115509"/>
                </a:lnTo>
                <a:lnTo>
                  <a:pt x="242782" y="116078"/>
                </a:lnTo>
                <a:lnTo>
                  <a:pt x="241848" y="116619"/>
                </a:lnTo>
                <a:lnTo>
                  <a:pt x="240892" y="117132"/>
                </a:lnTo>
                <a:lnTo>
                  <a:pt x="239916" y="117618"/>
                </a:lnTo>
                <a:lnTo>
                  <a:pt x="238918" y="118076"/>
                </a:lnTo>
                <a:lnTo>
                  <a:pt x="237899" y="118506"/>
                </a:lnTo>
                <a:lnTo>
                  <a:pt x="236859" y="118908"/>
                </a:lnTo>
                <a:lnTo>
                  <a:pt x="235798" y="119282"/>
                </a:lnTo>
                <a:lnTo>
                  <a:pt x="234715" y="119629"/>
                </a:lnTo>
                <a:lnTo>
                  <a:pt x="233611" y="119948"/>
                </a:lnTo>
                <a:lnTo>
                  <a:pt x="232486" y="120239"/>
                </a:lnTo>
                <a:lnTo>
                  <a:pt x="231339" y="120503"/>
                </a:lnTo>
                <a:lnTo>
                  <a:pt x="230172" y="120739"/>
                </a:lnTo>
                <a:lnTo>
                  <a:pt x="228983" y="120947"/>
                </a:lnTo>
                <a:lnTo>
                  <a:pt x="227773" y="121127"/>
                </a:lnTo>
                <a:lnTo>
                  <a:pt x="226542" y="121280"/>
                </a:lnTo>
                <a:lnTo>
                  <a:pt x="225289" y="121405"/>
                </a:lnTo>
                <a:lnTo>
                  <a:pt x="224015" y="121502"/>
                </a:lnTo>
                <a:lnTo>
                  <a:pt x="222720" y="121571"/>
                </a:lnTo>
                <a:lnTo>
                  <a:pt x="221404" y="121613"/>
                </a:lnTo>
                <a:lnTo>
                  <a:pt x="220066" y="121627"/>
                </a:lnTo>
                <a:lnTo>
                  <a:pt x="218745" y="121614"/>
                </a:lnTo>
                <a:lnTo>
                  <a:pt x="217445" y="121577"/>
                </a:lnTo>
                <a:lnTo>
                  <a:pt x="216166" y="121515"/>
                </a:lnTo>
                <a:lnTo>
                  <a:pt x="214908" y="121428"/>
                </a:lnTo>
                <a:lnTo>
                  <a:pt x="213671" y="121316"/>
                </a:lnTo>
                <a:lnTo>
                  <a:pt x="212456" y="121180"/>
                </a:lnTo>
                <a:lnTo>
                  <a:pt x="211261" y="121018"/>
                </a:lnTo>
                <a:lnTo>
                  <a:pt x="210087" y="120832"/>
                </a:lnTo>
                <a:lnTo>
                  <a:pt x="208934" y="120621"/>
                </a:lnTo>
                <a:lnTo>
                  <a:pt x="207803" y="120385"/>
                </a:lnTo>
                <a:lnTo>
                  <a:pt x="206692" y="120124"/>
                </a:lnTo>
                <a:lnTo>
                  <a:pt x="205603" y="119839"/>
                </a:lnTo>
                <a:lnTo>
                  <a:pt x="204535" y="119528"/>
                </a:lnTo>
                <a:lnTo>
                  <a:pt x="203487" y="119193"/>
                </a:lnTo>
                <a:lnTo>
                  <a:pt x="202461" y="118833"/>
                </a:lnTo>
                <a:lnTo>
                  <a:pt x="201456" y="118448"/>
                </a:lnTo>
                <a:lnTo>
                  <a:pt x="200472" y="118038"/>
                </a:lnTo>
                <a:lnTo>
                  <a:pt x="199509" y="117604"/>
                </a:lnTo>
                <a:lnTo>
                  <a:pt x="198567" y="117144"/>
                </a:lnTo>
                <a:lnTo>
                  <a:pt x="197646" y="116660"/>
                </a:lnTo>
                <a:lnTo>
                  <a:pt x="196746" y="116151"/>
                </a:lnTo>
                <a:lnTo>
                  <a:pt x="195867" y="115617"/>
                </a:lnTo>
                <a:lnTo>
                  <a:pt x="195009" y="115059"/>
                </a:lnTo>
                <a:lnTo>
                  <a:pt x="194173" y="114475"/>
                </a:lnTo>
                <a:lnTo>
                  <a:pt x="193356" y="113870"/>
                </a:lnTo>
                <a:lnTo>
                  <a:pt x="192558" y="113249"/>
                </a:lnTo>
                <a:lnTo>
                  <a:pt x="191778" y="112609"/>
                </a:lnTo>
                <a:lnTo>
                  <a:pt x="191017" y="111953"/>
                </a:lnTo>
                <a:lnTo>
                  <a:pt x="190275" y="111279"/>
                </a:lnTo>
                <a:lnTo>
                  <a:pt x="189552" y="110588"/>
                </a:lnTo>
                <a:lnTo>
                  <a:pt x="188847" y="109879"/>
                </a:lnTo>
                <a:lnTo>
                  <a:pt x="188161" y="109154"/>
                </a:lnTo>
                <a:lnTo>
                  <a:pt x="187493" y="108411"/>
                </a:lnTo>
                <a:lnTo>
                  <a:pt x="186845" y="107651"/>
                </a:lnTo>
                <a:lnTo>
                  <a:pt x="186215" y="106873"/>
                </a:lnTo>
                <a:lnTo>
                  <a:pt x="185603" y="106078"/>
                </a:lnTo>
                <a:lnTo>
                  <a:pt x="185010" y="105266"/>
                </a:lnTo>
                <a:lnTo>
                  <a:pt x="184436" y="104436"/>
                </a:lnTo>
                <a:lnTo>
                  <a:pt x="183881" y="103590"/>
                </a:lnTo>
                <a:lnTo>
                  <a:pt x="183344" y="102726"/>
                </a:lnTo>
                <a:lnTo>
                  <a:pt x="182826" y="101844"/>
                </a:lnTo>
                <a:lnTo>
                  <a:pt x="182326" y="100946"/>
                </a:lnTo>
                <a:lnTo>
                  <a:pt x="181845" y="100030"/>
                </a:lnTo>
                <a:lnTo>
                  <a:pt x="181383" y="99096"/>
                </a:lnTo>
                <a:lnTo>
                  <a:pt x="180940" y="98146"/>
                </a:lnTo>
                <a:lnTo>
                  <a:pt x="180515" y="97178"/>
                </a:lnTo>
                <a:lnTo>
                  <a:pt x="180109" y="96193"/>
                </a:lnTo>
                <a:lnTo>
                  <a:pt x="179721" y="95190"/>
                </a:lnTo>
                <a:lnTo>
                  <a:pt x="179351" y="94175"/>
                </a:lnTo>
                <a:lnTo>
                  <a:pt x="178997" y="93150"/>
                </a:lnTo>
                <a:lnTo>
                  <a:pt x="178658" y="92115"/>
                </a:lnTo>
                <a:lnTo>
                  <a:pt x="178335" y="91072"/>
                </a:lnTo>
                <a:lnTo>
                  <a:pt x="178028" y="90019"/>
                </a:lnTo>
                <a:lnTo>
                  <a:pt x="177736" y="88957"/>
                </a:lnTo>
                <a:lnTo>
                  <a:pt x="177461" y="87886"/>
                </a:lnTo>
                <a:lnTo>
                  <a:pt x="177201" y="86806"/>
                </a:lnTo>
                <a:lnTo>
                  <a:pt x="176956" y="85716"/>
                </a:lnTo>
                <a:lnTo>
                  <a:pt x="176728" y="84617"/>
                </a:lnTo>
                <a:lnTo>
                  <a:pt x="176515" y="83509"/>
                </a:lnTo>
                <a:lnTo>
                  <a:pt x="176318" y="82391"/>
                </a:lnTo>
                <a:lnTo>
                  <a:pt x="176137" y="81265"/>
                </a:lnTo>
                <a:lnTo>
                  <a:pt x="175972" y="80129"/>
                </a:lnTo>
                <a:lnTo>
                  <a:pt x="175822" y="78984"/>
                </a:lnTo>
                <a:lnTo>
                  <a:pt x="175688" y="77829"/>
                </a:lnTo>
                <a:lnTo>
                  <a:pt x="175570" y="76666"/>
                </a:lnTo>
                <a:lnTo>
                  <a:pt x="175468" y="75493"/>
                </a:lnTo>
                <a:lnTo>
                  <a:pt x="175381" y="74310"/>
                </a:lnTo>
                <a:lnTo>
                  <a:pt x="175310" y="73119"/>
                </a:lnTo>
                <a:lnTo>
                  <a:pt x="175255" y="71918"/>
                </a:lnTo>
                <a:lnTo>
                  <a:pt x="175215" y="70708"/>
                </a:lnTo>
                <a:lnTo>
                  <a:pt x="175192" y="69489"/>
                </a:lnTo>
                <a:lnTo>
                  <a:pt x="175184" y="68261"/>
                </a:lnTo>
                <a:lnTo>
                  <a:pt x="175192" y="67024"/>
                </a:lnTo>
                <a:lnTo>
                  <a:pt x="175215" y="65798"/>
                </a:lnTo>
                <a:lnTo>
                  <a:pt x="175255" y="64580"/>
                </a:lnTo>
                <a:lnTo>
                  <a:pt x="175310" y="63373"/>
                </a:lnTo>
                <a:lnTo>
                  <a:pt x="175381" y="62174"/>
                </a:lnTo>
                <a:lnTo>
                  <a:pt x="175468" y="60986"/>
                </a:lnTo>
                <a:lnTo>
                  <a:pt x="175570" y="59807"/>
                </a:lnTo>
                <a:lnTo>
                  <a:pt x="175688" y="58638"/>
                </a:lnTo>
                <a:lnTo>
                  <a:pt x="175822" y="57478"/>
                </a:lnTo>
                <a:lnTo>
                  <a:pt x="175972" y="56328"/>
                </a:lnTo>
                <a:lnTo>
                  <a:pt x="176137" y="55187"/>
                </a:lnTo>
                <a:lnTo>
                  <a:pt x="176318" y="54056"/>
                </a:lnTo>
                <a:lnTo>
                  <a:pt x="176515" y="52935"/>
                </a:lnTo>
                <a:lnTo>
                  <a:pt x="176728" y="51823"/>
                </a:lnTo>
                <a:lnTo>
                  <a:pt x="176956" y="50721"/>
                </a:lnTo>
                <a:lnTo>
                  <a:pt x="177201" y="49628"/>
                </a:lnTo>
                <a:lnTo>
                  <a:pt x="177461" y="48545"/>
                </a:lnTo>
                <a:lnTo>
                  <a:pt x="177736" y="47472"/>
                </a:lnTo>
                <a:lnTo>
                  <a:pt x="178028" y="46408"/>
                </a:lnTo>
                <a:lnTo>
                  <a:pt x="178335" y="45354"/>
                </a:lnTo>
                <a:lnTo>
                  <a:pt x="178658" y="44309"/>
                </a:lnTo>
                <a:lnTo>
                  <a:pt x="178997" y="43274"/>
                </a:lnTo>
                <a:lnTo>
                  <a:pt x="179351" y="42249"/>
                </a:lnTo>
                <a:lnTo>
                  <a:pt x="179721" y="41233"/>
                </a:lnTo>
                <a:lnTo>
                  <a:pt x="180109" y="40230"/>
                </a:lnTo>
                <a:lnTo>
                  <a:pt x="180515" y="39244"/>
                </a:lnTo>
                <a:lnTo>
                  <a:pt x="180940" y="38275"/>
                </a:lnTo>
                <a:lnTo>
                  <a:pt x="181383" y="37323"/>
                </a:lnTo>
                <a:lnTo>
                  <a:pt x="181845" y="36387"/>
                </a:lnTo>
                <a:lnTo>
                  <a:pt x="182326" y="35468"/>
                </a:lnTo>
                <a:lnTo>
                  <a:pt x="182826" y="34566"/>
                </a:lnTo>
                <a:lnTo>
                  <a:pt x="183344" y="33681"/>
                </a:lnTo>
                <a:lnTo>
                  <a:pt x="183881" y="32813"/>
                </a:lnTo>
                <a:lnTo>
                  <a:pt x="184436" y="31961"/>
                </a:lnTo>
                <a:lnTo>
                  <a:pt x="185010" y="31126"/>
                </a:lnTo>
                <a:lnTo>
                  <a:pt x="185603" y="30308"/>
                </a:lnTo>
                <a:lnTo>
                  <a:pt x="186215" y="29507"/>
                </a:lnTo>
                <a:lnTo>
                  <a:pt x="186845" y="28722"/>
                </a:lnTo>
                <a:lnTo>
                  <a:pt x="187493" y="27954"/>
                </a:lnTo>
                <a:lnTo>
                  <a:pt x="188161" y="27204"/>
                </a:lnTo>
                <a:lnTo>
                  <a:pt x="188847" y="26469"/>
                </a:lnTo>
                <a:lnTo>
                  <a:pt x="189552" y="25752"/>
                </a:lnTo>
                <a:lnTo>
                  <a:pt x="190275" y="25051"/>
                </a:lnTo>
                <a:lnTo>
                  <a:pt x="191017" y="24368"/>
                </a:lnTo>
                <a:lnTo>
                  <a:pt x="191778" y="23700"/>
                </a:lnTo>
                <a:lnTo>
                  <a:pt x="192558" y="23050"/>
                </a:lnTo>
                <a:lnTo>
                  <a:pt x="193356" y="22417"/>
                </a:lnTo>
                <a:lnTo>
                  <a:pt x="194173" y="21800"/>
                </a:lnTo>
                <a:lnTo>
                  <a:pt x="195009" y="21204"/>
                </a:lnTo>
                <a:lnTo>
                  <a:pt x="195867" y="20634"/>
                </a:lnTo>
                <a:lnTo>
                  <a:pt x="196746" y="20089"/>
                </a:lnTo>
                <a:lnTo>
                  <a:pt x="197646" y="19570"/>
                </a:lnTo>
                <a:lnTo>
                  <a:pt x="198567" y="19075"/>
                </a:lnTo>
                <a:lnTo>
                  <a:pt x="199509" y="18606"/>
                </a:lnTo>
                <a:lnTo>
                  <a:pt x="200472" y="18163"/>
                </a:lnTo>
                <a:lnTo>
                  <a:pt x="201456" y="17745"/>
                </a:lnTo>
                <a:lnTo>
                  <a:pt x="202461" y="17352"/>
                </a:lnTo>
                <a:lnTo>
                  <a:pt x="203487" y="16984"/>
                </a:lnTo>
                <a:lnTo>
                  <a:pt x="204535" y="16642"/>
                </a:lnTo>
                <a:lnTo>
                  <a:pt x="205603" y="16325"/>
                </a:lnTo>
                <a:lnTo>
                  <a:pt x="206692" y="16034"/>
                </a:lnTo>
                <a:lnTo>
                  <a:pt x="207803" y="15768"/>
                </a:lnTo>
                <a:lnTo>
                  <a:pt x="208934" y="15527"/>
                </a:lnTo>
                <a:lnTo>
                  <a:pt x="210087" y="15312"/>
                </a:lnTo>
                <a:lnTo>
                  <a:pt x="211261" y="15121"/>
                </a:lnTo>
                <a:lnTo>
                  <a:pt x="212456" y="14957"/>
                </a:lnTo>
                <a:lnTo>
                  <a:pt x="213671" y="14817"/>
                </a:lnTo>
                <a:lnTo>
                  <a:pt x="214908" y="14703"/>
                </a:lnTo>
                <a:lnTo>
                  <a:pt x="216166" y="14615"/>
                </a:lnTo>
                <a:lnTo>
                  <a:pt x="217445" y="14551"/>
                </a:lnTo>
                <a:lnTo>
                  <a:pt x="218745" y="14513"/>
                </a:lnTo>
                <a:lnTo>
                  <a:pt x="220066" y="14500"/>
                </a:lnTo>
                <a:lnTo>
                  <a:pt x="220829" y="14506"/>
                </a:lnTo>
                <a:lnTo>
                  <a:pt x="221588" y="14522"/>
                </a:lnTo>
                <a:lnTo>
                  <a:pt x="222342" y="14550"/>
                </a:lnTo>
                <a:lnTo>
                  <a:pt x="223093" y="14588"/>
                </a:lnTo>
                <a:lnTo>
                  <a:pt x="223840" y="14637"/>
                </a:lnTo>
                <a:lnTo>
                  <a:pt x="224582" y="14698"/>
                </a:lnTo>
                <a:lnTo>
                  <a:pt x="225321" y="14769"/>
                </a:lnTo>
                <a:lnTo>
                  <a:pt x="226056" y="14851"/>
                </a:lnTo>
                <a:lnTo>
                  <a:pt x="226787" y="14944"/>
                </a:lnTo>
                <a:lnTo>
                  <a:pt x="227514" y="15049"/>
                </a:lnTo>
                <a:lnTo>
                  <a:pt x="228237" y="15164"/>
                </a:lnTo>
                <a:lnTo>
                  <a:pt x="228957" y="15290"/>
                </a:lnTo>
                <a:lnTo>
                  <a:pt x="229672" y="15427"/>
                </a:lnTo>
                <a:lnTo>
                  <a:pt x="230383" y="15575"/>
                </a:lnTo>
                <a:lnTo>
                  <a:pt x="231091" y="15734"/>
                </a:lnTo>
                <a:lnTo>
                  <a:pt x="231794" y="15903"/>
                </a:lnTo>
                <a:lnTo>
                  <a:pt x="232493" y="16084"/>
                </a:lnTo>
                <a:lnTo>
                  <a:pt x="233189" y="16276"/>
                </a:lnTo>
                <a:lnTo>
                  <a:pt x="233881" y="16479"/>
                </a:lnTo>
                <a:lnTo>
                  <a:pt x="234568" y="16693"/>
                </a:lnTo>
                <a:lnTo>
                  <a:pt x="235252" y="16917"/>
                </a:lnTo>
                <a:lnTo>
                  <a:pt x="235932" y="17153"/>
                </a:lnTo>
                <a:lnTo>
                  <a:pt x="236608" y="17399"/>
                </a:lnTo>
                <a:lnTo>
                  <a:pt x="237280" y="17657"/>
                </a:lnTo>
                <a:lnTo>
                  <a:pt x="237945" y="17926"/>
                </a:lnTo>
                <a:lnTo>
                  <a:pt x="238602" y="18206"/>
                </a:lnTo>
                <a:lnTo>
                  <a:pt x="239249" y="18498"/>
                </a:lnTo>
                <a:lnTo>
                  <a:pt x="239888" y="18801"/>
                </a:lnTo>
                <a:lnTo>
                  <a:pt x="240518" y="19116"/>
                </a:lnTo>
                <a:lnTo>
                  <a:pt x="241139" y="19442"/>
                </a:lnTo>
                <a:lnTo>
                  <a:pt x="241751" y="19780"/>
                </a:lnTo>
                <a:lnTo>
                  <a:pt x="242354" y="20129"/>
                </a:lnTo>
                <a:lnTo>
                  <a:pt x="242948" y="20489"/>
                </a:lnTo>
                <a:lnTo>
                  <a:pt x="243534" y="20861"/>
                </a:lnTo>
                <a:lnTo>
                  <a:pt x="244110" y="21245"/>
                </a:lnTo>
                <a:lnTo>
                  <a:pt x="244678" y="21640"/>
                </a:lnTo>
                <a:lnTo>
                  <a:pt x="245236" y="22046"/>
                </a:lnTo>
                <a:lnTo>
                  <a:pt x="245786" y="22464"/>
                </a:lnTo>
                <a:lnTo>
                  <a:pt x="246327" y="22894"/>
                </a:lnTo>
                <a:lnTo>
                  <a:pt x="246859" y="23335"/>
                </a:lnTo>
                <a:lnTo>
                  <a:pt x="247382" y="23787"/>
                </a:lnTo>
                <a:lnTo>
                  <a:pt x="247896" y="24251"/>
                </a:lnTo>
                <a:lnTo>
                  <a:pt x="248401" y="24726"/>
                </a:lnTo>
                <a:lnTo>
                  <a:pt x="248898" y="25213"/>
                </a:lnTo>
                <a:lnTo>
                  <a:pt x="249385" y="25711"/>
                </a:lnTo>
                <a:lnTo>
                  <a:pt x="249863" y="26221"/>
                </a:lnTo>
                <a:lnTo>
                  <a:pt x="250333" y="26742"/>
                </a:lnTo>
                <a:lnTo>
                  <a:pt x="250794" y="27275"/>
                </a:lnTo>
                <a:lnTo>
                  <a:pt x="251242" y="27819"/>
                </a:lnTo>
                <a:lnTo>
                  <a:pt x="251676" y="28376"/>
                </a:lnTo>
                <a:lnTo>
                  <a:pt x="252095" y="28945"/>
                </a:lnTo>
                <a:lnTo>
                  <a:pt x="252499" y="29526"/>
                </a:lnTo>
                <a:lnTo>
                  <a:pt x="252889" y="30119"/>
                </a:lnTo>
                <a:lnTo>
                  <a:pt x="253263" y="30724"/>
                </a:lnTo>
                <a:lnTo>
                  <a:pt x="253622" y="31342"/>
                </a:lnTo>
                <a:lnTo>
                  <a:pt x="253967" y="31971"/>
                </a:lnTo>
                <a:lnTo>
                  <a:pt x="254296" y="32613"/>
                </a:lnTo>
                <a:lnTo>
                  <a:pt x="254611" y="33267"/>
                </a:lnTo>
                <a:lnTo>
                  <a:pt x="254911" y="33933"/>
                </a:lnTo>
                <a:lnTo>
                  <a:pt x="255196" y="34611"/>
                </a:lnTo>
                <a:lnTo>
                  <a:pt x="255466" y="35302"/>
                </a:lnTo>
                <a:lnTo>
                  <a:pt x="255721" y="36004"/>
                </a:lnTo>
                <a:lnTo>
                  <a:pt x="255961" y="36719"/>
                </a:lnTo>
                <a:lnTo>
                  <a:pt x="256186" y="37446"/>
                </a:lnTo>
                <a:lnTo>
                  <a:pt x="256397" y="38185"/>
                </a:lnTo>
                <a:lnTo>
                  <a:pt x="256592" y="38936"/>
                </a:lnTo>
                <a:lnTo>
                  <a:pt x="256773" y="39700"/>
                </a:lnTo>
                <a:lnTo>
                  <a:pt x="256938" y="40475"/>
                </a:lnTo>
                <a:lnTo>
                  <a:pt x="257089" y="41263"/>
                </a:lnTo>
                <a:lnTo>
                  <a:pt x="257225" y="42063"/>
                </a:lnTo>
                <a:lnTo>
                  <a:pt x="257346" y="42875"/>
                </a:lnTo>
                <a:lnTo>
                  <a:pt x="257452" y="43699"/>
                </a:lnTo>
                <a:lnTo>
                  <a:pt x="275306" y="43699"/>
                </a:lnTo>
                <a:lnTo>
                  <a:pt x="275180" y="42475"/>
                </a:lnTo>
                <a:lnTo>
                  <a:pt x="275030" y="41268"/>
                </a:lnTo>
                <a:lnTo>
                  <a:pt x="274857" y="40079"/>
                </a:lnTo>
                <a:lnTo>
                  <a:pt x="274661" y="38908"/>
                </a:lnTo>
                <a:lnTo>
                  <a:pt x="274442" y="37754"/>
                </a:lnTo>
                <a:lnTo>
                  <a:pt x="274200" y="36618"/>
                </a:lnTo>
                <a:lnTo>
                  <a:pt x="273934" y="35500"/>
                </a:lnTo>
                <a:lnTo>
                  <a:pt x="273646" y="34399"/>
                </a:lnTo>
                <a:lnTo>
                  <a:pt x="273334" y="33316"/>
                </a:lnTo>
                <a:lnTo>
                  <a:pt x="273000" y="32250"/>
                </a:lnTo>
                <a:lnTo>
                  <a:pt x="272642" y="31203"/>
                </a:lnTo>
                <a:lnTo>
                  <a:pt x="272261" y="30172"/>
                </a:lnTo>
                <a:lnTo>
                  <a:pt x="271857" y="29160"/>
                </a:lnTo>
                <a:lnTo>
                  <a:pt x="271430" y="28165"/>
                </a:lnTo>
                <a:lnTo>
                  <a:pt x="270979" y="27188"/>
                </a:lnTo>
                <a:lnTo>
                  <a:pt x="270506" y="26228"/>
                </a:lnTo>
                <a:lnTo>
                  <a:pt x="270009" y="25286"/>
                </a:lnTo>
                <a:lnTo>
                  <a:pt x="269490" y="24362"/>
                </a:lnTo>
                <a:lnTo>
                  <a:pt x="268947" y="23455"/>
                </a:lnTo>
                <a:lnTo>
                  <a:pt x="268381" y="22566"/>
                </a:lnTo>
                <a:lnTo>
                  <a:pt x="267792" y="21694"/>
                </a:lnTo>
                <a:lnTo>
                  <a:pt x="267180" y="20841"/>
                </a:lnTo>
                <a:lnTo>
                  <a:pt x="266544" y="20005"/>
                </a:lnTo>
                <a:lnTo>
                  <a:pt x="265886" y="19186"/>
                </a:lnTo>
                <a:lnTo>
                  <a:pt x="265209" y="18385"/>
                </a:lnTo>
                <a:lnTo>
                  <a:pt x="264518" y="17601"/>
                </a:lnTo>
                <a:lnTo>
                  <a:pt x="263813" y="16835"/>
                </a:lnTo>
                <a:lnTo>
                  <a:pt x="263094" y="16086"/>
                </a:lnTo>
                <a:lnTo>
                  <a:pt x="262361" y="15354"/>
                </a:lnTo>
                <a:lnTo>
                  <a:pt x="261614" y="14639"/>
                </a:lnTo>
                <a:lnTo>
                  <a:pt x="260852" y="13942"/>
                </a:lnTo>
                <a:lnTo>
                  <a:pt x="260077" y="13262"/>
                </a:lnTo>
                <a:lnTo>
                  <a:pt x="259288" y="12599"/>
                </a:lnTo>
                <a:lnTo>
                  <a:pt x="258484" y="11954"/>
                </a:lnTo>
                <a:lnTo>
                  <a:pt x="257667" y="11326"/>
                </a:lnTo>
                <a:lnTo>
                  <a:pt x="256836" y="10715"/>
                </a:lnTo>
                <a:lnTo>
                  <a:pt x="255990" y="10122"/>
                </a:lnTo>
                <a:lnTo>
                  <a:pt x="255131" y="9545"/>
                </a:lnTo>
                <a:lnTo>
                  <a:pt x="254257" y="8987"/>
                </a:lnTo>
                <a:lnTo>
                  <a:pt x="253369" y="8445"/>
                </a:lnTo>
                <a:lnTo>
                  <a:pt x="252468" y="7921"/>
                </a:lnTo>
                <a:lnTo>
                  <a:pt x="251552" y="7414"/>
                </a:lnTo>
                <a:lnTo>
                  <a:pt x="250622" y="6924"/>
                </a:lnTo>
                <a:lnTo>
                  <a:pt x="249678" y="6452"/>
                </a:lnTo>
                <a:lnTo>
                  <a:pt x="248721" y="5996"/>
                </a:lnTo>
                <a:lnTo>
                  <a:pt x="247749" y="5559"/>
                </a:lnTo>
                <a:lnTo>
                  <a:pt x="246763" y="5138"/>
                </a:lnTo>
                <a:lnTo>
                  <a:pt x="245763" y="4735"/>
                </a:lnTo>
                <a:lnTo>
                  <a:pt x="244753" y="4349"/>
                </a:lnTo>
                <a:lnTo>
                  <a:pt x="243738" y="3979"/>
                </a:lnTo>
                <a:lnTo>
                  <a:pt x="242718" y="3625"/>
                </a:lnTo>
                <a:lnTo>
                  <a:pt x="241692" y="3288"/>
                </a:lnTo>
                <a:lnTo>
                  <a:pt x="240662" y="2968"/>
                </a:lnTo>
                <a:lnTo>
                  <a:pt x="239625" y="2663"/>
                </a:lnTo>
                <a:lnTo>
                  <a:pt x="238584" y="2376"/>
                </a:lnTo>
                <a:lnTo>
                  <a:pt x="237537" y="2104"/>
                </a:lnTo>
                <a:lnTo>
                  <a:pt x="236485" y="1850"/>
                </a:lnTo>
                <a:lnTo>
                  <a:pt x="235428" y="1611"/>
                </a:lnTo>
                <a:lnTo>
                  <a:pt x="234365" y="1389"/>
                </a:lnTo>
                <a:lnTo>
                  <a:pt x="233297" y="1184"/>
                </a:lnTo>
                <a:lnTo>
                  <a:pt x="232224" y="995"/>
                </a:lnTo>
                <a:lnTo>
                  <a:pt x="231145" y="822"/>
                </a:lnTo>
                <a:lnTo>
                  <a:pt x="230061" y="666"/>
                </a:lnTo>
                <a:lnTo>
                  <a:pt x="228972" y="526"/>
                </a:lnTo>
                <a:lnTo>
                  <a:pt x="227877" y="403"/>
                </a:lnTo>
                <a:lnTo>
                  <a:pt x="226777" y="296"/>
                </a:lnTo>
                <a:lnTo>
                  <a:pt x="225672" y="206"/>
                </a:lnTo>
                <a:lnTo>
                  <a:pt x="224562" y="132"/>
                </a:lnTo>
                <a:lnTo>
                  <a:pt x="223446" y="74"/>
                </a:lnTo>
                <a:lnTo>
                  <a:pt x="222325" y="33"/>
                </a:lnTo>
                <a:lnTo>
                  <a:pt x="221198" y="8"/>
                </a:lnTo>
                <a:lnTo>
                  <a:pt x="220066" y="0"/>
                </a:lnTo>
                <a:lnTo>
                  <a:pt x="218360" y="15"/>
                </a:lnTo>
                <a:lnTo>
                  <a:pt x="216676" y="60"/>
                </a:lnTo>
                <a:lnTo>
                  <a:pt x="215014" y="136"/>
                </a:lnTo>
                <a:lnTo>
                  <a:pt x="213375" y="241"/>
                </a:lnTo>
                <a:lnTo>
                  <a:pt x="211759" y="377"/>
                </a:lnTo>
                <a:lnTo>
                  <a:pt x="210165" y="543"/>
                </a:lnTo>
                <a:lnTo>
                  <a:pt x="208594" y="738"/>
                </a:lnTo>
                <a:lnTo>
                  <a:pt x="207046" y="965"/>
                </a:lnTo>
                <a:lnTo>
                  <a:pt x="205520" y="1221"/>
                </a:lnTo>
                <a:lnTo>
                  <a:pt x="204016" y="1507"/>
                </a:lnTo>
                <a:lnTo>
                  <a:pt x="202536" y="1824"/>
                </a:lnTo>
                <a:lnTo>
                  <a:pt x="201078" y="2170"/>
                </a:lnTo>
                <a:lnTo>
                  <a:pt x="199642" y="2547"/>
                </a:lnTo>
                <a:lnTo>
                  <a:pt x="198229" y="2954"/>
                </a:lnTo>
                <a:lnTo>
                  <a:pt x="196839" y="3391"/>
                </a:lnTo>
                <a:lnTo>
                  <a:pt x="195471" y="3858"/>
                </a:lnTo>
                <a:lnTo>
                  <a:pt x="194126" y="4355"/>
                </a:lnTo>
                <a:lnTo>
                  <a:pt x="192804" y="4883"/>
                </a:lnTo>
                <a:lnTo>
                  <a:pt x="191504" y="5440"/>
                </a:lnTo>
                <a:lnTo>
                  <a:pt x="190227" y="6028"/>
                </a:lnTo>
                <a:lnTo>
                  <a:pt x="188972" y="6646"/>
                </a:lnTo>
                <a:lnTo>
                  <a:pt x="187740" y="7294"/>
                </a:lnTo>
                <a:lnTo>
                  <a:pt x="186531" y="7972"/>
                </a:lnTo>
                <a:lnTo>
                  <a:pt x="185344" y="8681"/>
                </a:lnTo>
                <a:lnTo>
                  <a:pt x="184181" y="9416"/>
                </a:lnTo>
                <a:lnTo>
                  <a:pt x="183041" y="10174"/>
                </a:lnTo>
                <a:lnTo>
                  <a:pt x="181925" y="10956"/>
                </a:lnTo>
                <a:lnTo>
                  <a:pt x="180833" y="11760"/>
                </a:lnTo>
                <a:lnTo>
                  <a:pt x="179764" y="12589"/>
                </a:lnTo>
                <a:lnTo>
                  <a:pt x="178720" y="13440"/>
                </a:lnTo>
                <a:lnTo>
                  <a:pt x="177699" y="14315"/>
                </a:lnTo>
                <a:lnTo>
                  <a:pt x="176702" y="15213"/>
                </a:lnTo>
                <a:lnTo>
                  <a:pt x="175729" y="16134"/>
                </a:lnTo>
                <a:lnTo>
                  <a:pt x="174779" y="17079"/>
                </a:lnTo>
                <a:lnTo>
                  <a:pt x="173854" y="18047"/>
                </a:lnTo>
                <a:lnTo>
                  <a:pt x="172952" y="19038"/>
                </a:lnTo>
                <a:lnTo>
                  <a:pt x="172074" y="20053"/>
                </a:lnTo>
                <a:lnTo>
                  <a:pt x="171220" y="21090"/>
                </a:lnTo>
                <a:lnTo>
                  <a:pt x="170390" y="22151"/>
                </a:lnTo>
                <a:lnTo>
                  <a:pt x="169583" y="23236"/>
                </a:lnTo>
                <a:lnTo>
                  <a:pt x="168800" y="24344"/>
                </a:lnTo>
                <a:lnTo>
                  <a:pt x="168042" y="25475"/>
                </a:lnTo>
                <a:lnTo>
                  <a:pt x="167306" y="26629"/>
                </a:lnTo>
                <a:lnTo>
                  <a:pt x="166595" y="27806"/>
                </a:lnTo>
                <a:lnTo>
                  <a:pt x="165908" y="29007"/>
                </a:lnTo>
                <a:lnTo>
                  <a:pt x="165244" y="30231"/>
                </a:lnTo>
                <a:lnTo>
                  <a:pt x="164604" y="31479"/>
                </a:lnTo>
                <a:lnTo>
                  <a:pt x="163988" y="32749"/>
                </a:lnTo>
                <a:lnTo>
                  <a:pt x="163396" y="34040"/>
                </a:lnTo>
                <a:lnTo>
                  <a:pt x="162830" y="35347"/>
                </a:lnTo>
                <a:lnTo>
                  <a:pt x="162289" y="36670"/>
                </a:lnTo>
                <a:lnTo>
                  <a:pt x="161773" y="38010"/>
                </a:lnTo>
                <a:lnTo>
                  <a:pt x="161282" y="39367"/>
                </a:lnTo>
                <a:lnTo>
                  <a:pt x="160816" y="40739"/>
                </a:lnTo>
                <a:lnTo>
                  <a:pt x="160375" y="42129"/>
                </a:lnTo>
                <a:lnTo>
                  <a:pt x="159960" y="43534"/>
                </a:lnTo>
                <a:lnTo>
                  <a:pt x="159570" y="44956"/>
                </a:lnTo>
                <a:lnTo>
                  <a:pt x="159205" y="46395"/>
                </a:lnTo>
                <a:lnTo>
                  <a:pt x="158865" y="47850"/>
                </a:lnTo>
                <a:lnTo>
                  <a:pt x="158550" y="49321"/>
                </a:lnTo>
                <a:lnTo>
                  <a:pt x="158261" y="50809"/>
                </a:lnTo>
                <a:lnTo>
                  <a:pt x="157996" y="52314"/>
                </a:lnTo>
                <a:lnTo>
                  <a:pt x="157757" y="53834"/>
                </a:lnTo>
                <a:lnTo>
                  <a:pt x="157543" y="55372"/>
                </a:lnTo>
                <a:lnTo>
                  <a:pt x="157354" y="56925"/>
                </a:lnTo>
                <a:lnTo>
                  <a:pt x="157191" y="58495"/>
                </a:lnTo>
                <a:lnTo>
                  <a:pt x="157052" y="60082"/>
                </a:lnTo>
                <a:lnTo>
                  <a:pt x="156939" y="61685"/>
                </a:lnTo>
                <a:lnTo>
                  <a:pt x="156851" y="63304"/>
                </a:lnTo>
                <a:lnTo>
                  <a:pt x="156788" y="64940"/>
                </a:lnTo>
                <a:lnTo>
                  <a:pt x="156750" y="66592"/>
                </a:lnTo>
                <a:lnTo>
                  <a:pt x="156738" y="68261"/>
                </a:lnTo>
                <a:lnTo>
                  <a:pt x="156750" y="69929"/>
                </a:lnTo>
                <a:lnTo>
                  <a:pt x="156788" y="71581"/>
                </a:lnTo>
                <a:lnTo>
                  <a:pt x="156851" y="73216"/>
                </a:lnTo>
                <a:lnTo>
                  <a:pt x="156939" y="74834"/>
                </a:lnTo>
                <a:lnTo>
                  <a:pt x="157052" y="76436"/>
                </a:lnTo>
                <a:lnTo>
                  <a:pt x="157191" y="78020"/>
                </a:lnTo>
                <a:lnTo>
                  <a:pt x="157354" y="79588"/>
                </a:lnTo>
                <a:lnTo>
                  <a:pt x="157543" y="81139"/>
                </a:lnTo>
                <a:lnTo>
                  <a:pt x="157757" y="82674"/>
                </a:lnTo>
                <a:lnTo>
                  <a:pt x="157996" y="84191"/>
                </a:lnTo>
                <a:lnTo>
                  <a:pt x="158261" y="85692"/>
                </a:lnTo>
                <a:lnTo>
                  <a:pt x="158550" y="87176"/>
                </a:lnTo>
                <a:lnTo>
                  <a:pt x="158865" y="88643"/>
                </a:lnTo>
                <a:lnTo>
                  <a:pt x="159205" y="90093"/>
                </a:lnTo>
                <a:lnTo>
                  <a:pt x="159570" y="91527"/>
                </a:lnTo>
                <a:lnTo>
                  <a:pt x="159960" y="92943"/>
                </a:lnTo>
                <a:lnTo>
                  <a:pt x="160375" y="94344"/>
                </a:lnTo>
                <a:lnTo>
                  <a:pt x="160816" y="95727"/>
                </a:lnTo>
                <a:lnTo>
                  <a:pt x="161282" y="97093"/>
                </a:lnTo>
                <a:lnTo>
                  <a:pt x="161773" y="98443"/>
                </a:lnTo>
                <a:lnTo>
                  <a:pt x="162289" y="99776"/>
                </a:lnTo>
                <a:lnTo>
                  <a:pt x="162830" y="101092"/>
                </a:lnTo>
                <a:lnTo>
                  <a:pt x="163396" y="102391"/>
                </a:lnTo>
                <a:lnTo>
                  <a:pt x="163988" y="103674"/>
                </a:lnTo>
                <a:lnTo>
                  <a:pt x="164604" y="104936"/>
                </a:lnTo>
                <a:lnTo>
                  <a:pt x="165244" y="106176"/>
                </a:lnTo>
                <a:lnTo>
                  <a:pt x="165908" y="107393"/>
                </a:lnTo>
                <a:lnTo>
                  <a:pt x="166595" y="108587"/>
                </a:lnTo>
                <a:lnTo>
                  <a:pt x="167306" y="109757"/>
                </a:lnTo>
                <a:lnTo>
                  <a:pt x="168042" y="110905"/>
                </a:lnTo>
                <a:lnTo>
                  <a:pt x="168800" y="112030"/>
                </a:lnTo>
                <a:lnTo>
                  <a:pt x="169583" y="113132"/>
                </a:lnTo>
                <a:lnTo>
                  <a:pt x="170390" y="114211"/>
                </a:lnTo>
                <a:lnTo>
                  <a:pt x="171220" y="115268"/>
                </a:lnTo>
                <a:lnTo>
                  <a:pt x="172074" y="116301"/>
                </a:lnTo>
                <a:lnTo>
                  <a:pt x="172952" y="117311"/>
                </a:lnTo>
                <a:lnTo>
                  <a:pt x="173854" y="118298"/>
                </a:lnTo>
                <a:lnTo>
                  <a:pt x="174779" y="119263"/>
                </a:lnTo>
                <a:lnTo>
                  <a:pt x="175729" y="120204"/>
                </a:lnTo>
                <a:lnTo>
                  <a:pt x="176702" y="121122"/>
                </a:lnTo>
                <a:lnTo>
                  <a:pt x="177699" y="122018"/>
                </a:lnTo>
                <a:lnTo>
                  <a:pt x="178720" y="122891"/>
                </a:lnTo>
                <a:lnTo>
                  <a:pt x="179764" y="123740"/>
                </a:lnTo>
                <a:lnTo>
                  <a:pt x="180833" y="124567"/>
                </a:lnTo>
                <a:lnTo>
                  <a:pt x="181925" y="125370"/>
                </a:lnTo>
                <a:lnTo>
                  <a:pt x="183041" y="126151"/>
                </a:lnTo>
                <a:lnTo>
                  <a:pt x="184181" y="126909"/>
                </a:lnTo>
                <a:lnTo>
                  <a:pt x="185344" y="127644"/>
                </a:lnTo>
                <a:lnTo>
                  <a:pt x="186531" y="128352"/>
                </a:lnTo>
                <a:lnTo>
                  <a:pt x="187740" y="129030"/>
                </a:lnTo>
                <a:lnTo>
                  <a:pt x="188972" y="129678"/>
                </a:lnTo>
                <a:lnTo>
                  <a:pt x="190227" y="130296"/>
                </a:lnTo>
                <a:lnTo>
                  <a:pt x="191504" y="130884"/>
                </a:lnTo>
                <a:lnTo>
                  <a:pt x="192804" y="131442"/>
                </a:lnTo>
                <a:lnTo>
                  <a:pt x="194126" y="131969"/>
                </a:lnTo>
                <a:lnTo>
                  <a:pt x="195471" y="132466"/>
                </a:lnTo>
                <a:lnTo>
                  <a:pt x="196839" y="132934"/>
                </a:lnTo>
                <a:lnTo>
                  <a:pt x="198229" y="133371"/>
                </a:lnTo>
                <a:lnTo>
                  <a:pt x="199642" y="133778"/>
                </a:lnTo>
                <a:lnTo>
                  <a:pt x="201078" y="134154"/>
                </a:lnTo>
                <a:lnTo>
                  <a:pt x="202536" y="134501"/>
                </a:lnTo>
                <a:lnTo>
                  <a:pt x="204016" y="134817"/>
                </a:lnTo>
                <a:lnTo>
                  <a:pt x="205520" y="135104"/>
                </a:lnTo>
                <a:lnTo>
                  <a:pt x="207046" y="135360"/>
                </a:lnTo>
                <a:lnTo>
                  <a:pt x="208594" y="135586"/>
                </a:lnTo>
                <a:lnTo>
                  <a:pt x="210165" y="135782"/>
                </a:lnTo>
                <a:lnTo>
                  <a:pt x="211759" y="135948"/>
                </a:lnTo>
                <a:lnTo>
                  <a:pt x="213375" y="136083"/>
                </a:lnTo>
                <a:lnTo>
                  <a:pt x="215014" y="136189"/>
                </a:lnTo>
                <a:lnTo>
                  <a:pt x="216676" y="136264"/>
                </a:lnTo>
                <a:lnTo>
                  <a:pt x="218360" y="136309"/>
                </a:lnTo>
                <a:lnTo>
                  <a:pt x="220066" y="136324"/>
                </a:lnTo>
                <a:lnTo>
                  <a:pt x="221311" y="136316"/>
                </a:lnTo>
                <a:lnTo>
                  <a:pt x="222545" y="136289"/>
                </a:lnTo>
                <a:lnTo>
                  <a:pt x="223769" y="136244"/>
                </a:lnTo>
                <a:lnTo>
                  <a:pt x="224982" y="136182"/>
                </a:lnTo>
                <a:close/>
                <a:moveTo>
                  <a:pt x="450505" y="136203"/>
                </a:moveTo>
                <a:lnTo>
                  <a:pt x="451373" y="136134"/>
                </a:lnTo>
                <a:lnTo>
                  <a:pt x="452231" y="136050"/>
                </a:lnTo>
                <a:lnTo>
                  <a:pt x="453079" y="135951"/>
                </a:lnTo>
                <a:lnTo>
                  <a:pt x="453917" y="135837"/>
                </a:lnTo>
                <a:lnTo>
                  <a:pt x="454745" y="135707"/>
                </a:lnTo>
                <a:lnTo>
                  <a:pt x="455563" y="135562"/>
                </a:lnTo>
                <a:lnTo>
                  <a:pt x="456371" y="135402"/>
                </a:lnTo>
                <a:lnTo>
                  <a:pt x="457169" y="135227"/>
                </a:lnTo>
                <a:lnTo>
                  <a:pt x="457957" y="135037"/>
                </a:lnTo>
                <a:lnTo>
                  <a:pt x="458736" y="134831"/>
                </a:lnTo>
                <a:lnTo>
                  <a:pt x="459504" y="134610"/>
                </a:lnTo>
                <a:lnTo>
                  <a:pt x="460263" y="134373"/>
                </a:lnTo>
                <a:lnTo>
                  <a:pt x="461011" y="134122"/>
                </a:lnTo>
                <a:lnTo>
                  <a:pt x="461750" y="133855"/>
                </a:lnTo>
                <a:lnTo>
                  <a:pt x="462478" y="133573"/>
                </a:lnTo>
                <a:lnTo>
                  <a:pt x="463197" y="133276"/>
                </a:lnTo>
                <a:lnTo>
                  <a:pt x="463906" y="132964"/>
                </a:lnTo>
                <a:lnTo>
                  <a:pt x="464605" y="132636"/>
                </a:lnTo>
                <a:lnTo>
                  <a:pt x="465294" y="132293"/>
                </a:lnTo>
                <a:lnTo>
                  <a:pt x="465973" y="131935"/>
                </a:lnTo>
                <a:lnTo>
                  <a:pt x="466642" y="131564"/>
                </a:lnTo>
                <a:lnTo>
                  <a:pt x="467300" y="131185"/>
                </a:lnTo>
                <a:lnTo>
                  <a:pt x="467949" y="130797"/>
                </a:lnTo>
                <a:lnTo>
                  <a:pt x="468587" y="130399"/>
                </a:lnTo>
                <a:lnTo>
                  <a:pt x="469215" y="129992"/>
                </a:lnTo>
                <a:lnTo>
                  <a:pt x="469832" y="129577"/>
                </a:lnTo>
                <a:lnTo>
                  <a:pt x="470440" y="129152"/>
                </a:lnTo>
                <a:lnTo>
                  <a:pt x="471037" y="128718"/>
                </a:lnTo>
                <a:lnTo>
                  <a:pt x="471623" y="128275"/>
                </a:lnTo>
                <a:lnTo>
                  <a:pt x="472200" y="127823"/>
                </a:lnTo>
                <a:lnTo>
                  <a:pt x="472766" y="127362"/>
                </a:lnTo>
                <a:lnTo>
                  <a:pt x="473322" y="126892"/>
                </a:lnTo>
                <a:lnTo>
                  <a:pt x="473867" y="126412"/>
                </a:lnTo>
                <a:lnTo>
                  <a:pt x="474403" y="125924"/>
                </a:lnTo>
                <a:lnTo>
                  <a:pt x="474928" y="125427"/>
                </a:lnTo>
                <a:lnTo>
                  <a:pt x="475443" y="124920"/>
                </a:lnTo>
                <a:lnTo>
                  <a:pt x="475947" y="124405"/>
                </a:lnTo>
                <a:lnTo>
                  <a:pt x="476441" y="123880"/>
                </a:lnTo>
                <a:lnTo>
                  <a:pt x="476925" y="123346"/>
                </a:lnTo>
                <a:lnTo>
                  <a:pt x="477399" y="122804"/>
                </a:lnTo>
                <a:lnTo>
                  <a:pt x="477862" y="122252"/>
                </a:lnTo>
                <a:lnTo>
                  <a:pt x="478316" y="121691"/>
                </a:lnTo>
                <a:lnTo>
                  <a:pt x="478758" y="121121"/>
                </a:lnTo>
                <a:lnTo>
                  <a:pt x="479191" y="120542"/>
                </a:lnTo>
                <a:lnTo>
                  <a:pt x="480079" y="134549"/>
                </a:lnTo>
                <a:lnTo>
                  <a:pt x="495664" y="134549"/>
                </a:lnTo>
                <a:lnTo>
                  <a:pt x="495664" y="1776"/>
                </a:lnTo>
                <a:lnTo>
                  <a:pt x="479191" y="1776"/>
                </a:lnTo>
                <a:lnTo>
                  <a:pt x="479191" y="50505"/>
                </a:lnTo>
                <a:lnTo>
                  <a:pt x="478800" y="49870"/>
                </a:lnTo>
                <a:lnTo>
                  <a:pt x="478398" y="49245"/>
                </a:lnTo>
                <a:lnTo>
                  <a:pt x="477986" y="48632"/>
                </a:lnTo>
                <a:lnTo>
                  <a:pt x="477563" y="48029"/>
                </a:lnTo>
                <a:lnTo>
                  <a:pt x="477131" y="47438"/>
                </a:lnTo>
                <a:lnTo>
                  <a:pt x="476688" y="46858"/>
                </a:lnTo>
                <a:lnTo>
                  <a:pt x="476235" y="46290"/>
                </a:lnTo>
                <a:lnTo>
                  <a:pt x="475771" y="45732"/>
                </a:lnTo>
                <a:lnTo>
                  <a:pt x="475298" y="45185"/>
                </a:lnTo>
                <a:lnTo>
                  <a:pt x="474814" y="44650"/>
                </a:lnTo>
                <a:lnTo>
                  <a:pt x="474319" y="44126"/>
                </a:lnTo>
                <a:lnTo>
                  <a:pt x="473815" y="43612"/>
                </a:lnTo>
                <a:lnTo>
                  <a:pt x="473300" y="43110"/>
                </a:lnTo>
                <a:lnTo>
                  <a:pt x="472775" y="42620"/>
                </a:lnTo>
                <a:lnTo>
                  <a:pt x="472240" y="42140"/>
                </a:lnTo>
                <a:lnTo>
                  <a:pt x="471694" y="41671"/>
                </a:lnTo>
                <a:lnTo>
                  <a:pt x="471138" y="41214"/>
                </a:lnTo>
                <a:lnTo>
                  <a:pt x="470572" y="40767"/>
                </a:lnTo>
                <a:lnTo>
                  <a:pt x="469996" y="40332"/>
                </a:lnTo>
                <a:lnTo>
                  <a:pt x="469409" y="39908"/>
                </a:lnTo>
                <a:lnTo>
                  <a:pt x="468812" y="39495"/>
                </a:lnTo>
                <a:lnTo>
                  <a:pt x="468205" y="39093"/>
                </a:lnTo>
                <a:lnTo>
                  <a:pt x="467587" y="38702"/>
                </a:lnTo>
                <a:lnTo>
                  <a:pt x="466959" y="38323"/>
                </a:lnTo>
                <a:lnTo>
                  <a:pt x="466322" y="37957"/>
                </a:lnTo>
                <a:lnTo>
                  <a:pt x="465675" y="37606"/>
                </a:lnTo>
                <a:lnTo>
                  <a:pt x="465019" y="37271"/>
                </a:lnTo>
                <a:lnTo>
                  <a:pt x="464353" y="36951"/>
                </a:lnTo>
                <a:lnTo>
                  <a:pt x="463679" y="36647"/>
                </a:lnTo>
                <a:lnTo>
                  <a:pt x="462995" y="36359"/>
                </a:lnTo>
                <a:lnTo>
                  <a:pt x="462302" y="36086"/>
                </a:lnTo>
                <a:lnTo>
                  <a:pt x="461600" y="35829"/>
                </a:lnTo>
                <a:lnTo>
                  <a:pt x="460888" y="35588"/>
                </a:lnTo>
                <a:lnTo>
                  <a:pt x="460167" y="35362"/>
                </a:lnTo>
                <a:lnTo>
                  <a:pt x="459437" y="35151"/>
                </a:lnTo>
                <a:lnTo>
                  <a:pt x="458698" y="34957"/>
                </a:lnTo>
                <a:lnTo>
                  <a:pt x="457949" y="34777"/>
                </a:lnTo>
                <a:lnTo>
                  <a:pt x="457192" y="34614"/>
                </a:lnTo>
                <a:lnTo>
                  <a:pt x="456425" y="34466"/>
                </a:lnTo>
                <a:lnTo>
                  <a:pt x="455648" y="34333"/>
                </a:lnTo>
                <a:lnTo>
                  <a:pt x="454863" y="34216"/>
                </a:lnTo>
                <a:lnTo>
                  <a:pt x="454068" y="34115"/>
                </a:lnTo>
                <a:lnTo>
                  <a:pt x="453264" y="34029"/>
                </a:lnTo>
                <a:lnTo>
                  <a:pt x="452451" y="33959"/>
                </a:lnTo>
                <a:lnTo>
                  <a:pt x="451628" y="33905"/>
                </a:lnTo>
                <a:lnTo>
                  <a:pt x="450796" y="33866"/>
                </a:lnTo>
                <a:lnTo>
                  <a:pt x="449955" y="33842"/>
                </a:lnTo>
                <a:lnTo>
                  <a:pt x="449105" y="33834"/>
                </a:lnTo>
                <a:lnTo>
                  <a:pt x="448083" y="33844"/>
                </a:lnTo>
                <a:lnTo>
                  <a:pt x="447072" y="33874"/>
                </a:lnTo>
                <a:lnTo>
                  <a:pt x="446073" y="33924"/>
                </a:lnTo>
                <a:lnTo>
                  <a:pt x="445085" y="33994"/>
                </a:lnTo>
                <a:lnTo>
                  <a:pt x="444109" y="34084"/>
                </a:lnTo>
                <a:lnTo>
                  <a:pt x="443143" y="34193"/>
                </a:lnTo>
                <a:lnTo>
                  <a:pt x="442189" y="34323"/>
                </a:lnTo>
                <a:lnTo>
                  <a:pt x="441246" y="34472"/>
                </a:lnTo>
                <a:lnTo>
                  <a:pt x="440315" y="34642"/>
                </a:lnTo>
                <a:lnTo>
                  <a:pt x="439395" y="34831"/>
                </a:lnTo>
                <a:lnTo>
                  <a:pt x="438486" y="35040"/>
                </a:lnTo>
                <a:lnTo>
                  <a:pt x="437588" y="35269"/>
                </a:lnTo>
                <a:lnTo>
                  <a:pt x="436702" y="35519"/>
                </a:lnTo>
                <a:lnTo>
                  <a:pt x="435827" y="35788"/>
                </a:lnTo>
                <a:lnTo>
                  <a:pt x="434964" y="36077"/>
                </a:lnTo>
                <a:lnTo>
                  <a:pt x="434111" y="36386"/>
                </a:lnTo>
                <a:lnTo>
                  <a:pt x="433270" y="36714"/>
                </a:lnTo>
                <a:lnTo>
                  <a:pt x="432440" y="37063"/>
                </a:lnTo>
                <a:lnTo>
                  <a:pt x="431622" y="37432"/>
                </a:lnTo>
                <a:lnTo>
                  <a:pt x="430815" y="37820"/>
                </a:lnTo>
                <a:lnTo>
                  <a:pt x="430019" y="38229"/>
                </a:lnTo>
                <a:lnTo>
                  <a:pt x="429235" y="38658"/>
                </a:lnTo>
                <a:lnTo>
                  <a:pt x="428461" y="39106"/>
                </a:lnTo>
                <a:lnTo>
                  <a:pt x="427699" y="39574"/>
                </a:lnTo>
                <a:lnTo>
                  <a:pt x="426950" y="40062"/>
                </a:lnTo>
                <a:lnTo>
                  <a:pt x="426215" y="40569"/>
                </a:lnTo>
                <a:lnTo>
                  <a:pt x="425495" y="41096"/>
                </a:lnTo>
                <a:lnTo>
                  <a:pt x="424788" y="41641"/>
                </a:lnTo>
                <a:lnTo>
                  <a:pt x="424096" y="42206"/>
                </a:lnTo>
                <a:lnTo>
                  <a:pt x="423418" y="42790"/>
                </a:lnTo>
                <a:lnTo>
                  <a:pt x="422754" y="43393"/>
                </a:lnTo>
                <a:lnTo>
                  <a:pt x="422104" y="44016"/>
                </a:lnTo>
                <a:lnTo>
                  <a:pt x="421469" y="44658"/>
                </a:lnTo>
                <a:lnTo>
                  <a:pt x="420848" y="45319"/>
                </a:lnTo>
                <a:lnTo>
                  <a:pt x="420241" y="45999"/>
                </a:lnTo>
                <a:lnTo>
                  <a:pt x="419648" y="46698"/>
                </a:lnTo>
                <a:lnTo>
                  <a:pt x="419069" y="47417"/>
                </a:lnTo>
                <a:lnTo>
                  <a:pt x="418505" y="48155"/>
                </a:lnTo>
                <a:lnTo>
                  <a:pt x="417955" y="48912"/>
                </a:lnTo>
                <a:lnTo>
                  <a:pt x="417419" y="49688"/>
                </a:lnTo>
                <a:lnTo>
                  <a:pt x="416897" y="50483"/>
                </a:lnTo>
                <a:lnTo>
                  <a:pt x="416389" y="51298"/>
                </a:lnTo>
                <a:lnTo>
                  <a:pt x="415896" y="52132"/>
                </a:lnTo>
                <a:lnTo>
                  <a:pt x="415417" y="52985"/>
                </a:lnTo>
                <a:lnTo>
                  <a:pt x="414952" y="53858"/>
                </a:lnTo>
                <a:lnTo>
                  <a:pt x="414501" y="54749"/>
                </a:lnTo>
                <a:lnTo>
                  <a:pt x="414065" y="55660"/>
                </a:lnTo>
                <a:lnTo>
                  <a:pt x="413643" y="56590"/>
                </a:lnTo>
                <a:lnTo>
                  <a:pt x="413236" y="57539"/>
                </a:lnTo>
                <a:lnTo>
                  <a:pt x="412847" y="58508"/>
                </a:lnTo>
                <a:lnTo>
                  <a:pt x="412475" y="59496"/>
                </a:lnTo>
                <a:lnTo>
                  <a:pt x="412121" y="60503"/>
                </a:lnTo>
                <a:lnTo>
                  <a:pt x="411783" y="61530"/>
                </a:lnTo>
                <a:lnTo>
                  <a:pt x="411463" y="62576"/>
                </a:lnTo>
                <a:lnTo>
                  <a:pt x="411161" y="63642"/>
                </a:lnTo>
                <a:lnTo>
                  <a:pt x="410875" y="64726"/>
                </a:lnTo>
                <a:lnTo>
                  <a:pt x="410607" y="65831"/>
                </a:lnTo>
                <a:lnTo>
                  <a:pt x="410356" y="66955"/>
                </a:lnTo>
                <a:lnTo>
                  <a:pt x="410123" y="68098"/>
                </a:lnTo>
                <a:lnTo>
                  <a:pt x="409907" y="69260"/>
                </a:lnTo>
                <a:lnTo>
                  <a:pt x="409708" y="70442"/>
                </a:lnTo>
                <a:lnTo>
                  <a:pt x="409526" y="71644"/>
                </a:lnTo>
                <a:lnTo>
                  <a:pt x="409362" y="72865"/>
                </a:lnTo>
                <a:lnTo>
                  <a:pt x="409215" y="74105"/>
                </a:lnTo>
                <a:lnTo>
                  <a:pt x="409085" y="75364"/>
                </a:lnTo>
                <a:lnTo>
                  <a:pt x="408973" y="76643"/>
                </a:lnTo>
                <a:lnTo>
                  <a:pt x="408878" y="77942"/>
                </a:lnTo>
                <a:lnTo>
                  <a:pt x="408800" y="79260"/>
                </a:lnTo>
                <a:lnTo>
                  <a:pt x="408739" y="80597"/>
                </a:lnTo>
                <a:lnTo>
                  <a:pt x="408696" y="81953"/>
                </a:lnTo>
                <a:lnTo>
                  <a:pt x="408670" y="83330"/>
                </a:lnTo>
                <a:lnTo>
                  <a:pt x="408661" y="84725"/>
                </a:lnTo>
                <a:lnTo>
                  <a:pt x="408669" y="86129"/>
                </a:lnTo>
                <a:lnTo>
                  <a:pt x="408694" y="87514"/>
                </a:lnTo>
                <a:lnTo>
                  <a:pt x="408735" y="88881"/>
                </a:lnTo>
                <a:lnTo>
                  <a:pt x="408792" y="90229"/>
                </a:lnTo>
                <a:lnTo>
                  <a:pt x="408865" y="91557"/>
                </a:lnTo>
                <a:lnTo>
                  <a:pt x="408954" y="92867"/>
                </a:lnTo>
                <a:lnTo>
                  <a:pt x="409060" y="94158"/>
                </a:lnTo>
                <a:lnTo>
                  <a:pt x="409182" y="95430"/>
                </a:lnTo>
                <a:lnTo>
                  <a:pt x="409320" y="96683"/>
                </a:lnTo>
                <a:lnTo>
                  <a:pt x="409475" y="97918"/>
                </a:lnTo>
                <a:lnTo>
                  <a:pt x="409646" y="99133"/>
                </a:lnTo>
                <a:lnTo>
                  <a:pt x="409833" y="100330"/>
                </a:lnTo>
                <a:lnTo>
                  <a:pt x="410036" y="101508"/>
                </a:lnTo>
                <a:lnTo>
                  <a:pt x="410256" y="102666"/>
                </a:lnTo>
                <a:lnTo>
                  <a:pt x="410492" y="103806"/>
                </a:lnTo>
                <a:lnTo>
                  <a:pt x="410744" y="104928"/>
                </a:lnTo>
                <a:lnTo>
                  <a:pt x="411012" y="106030"/>
                </a:lnTo>
                <a:lnTo>
                  <a:pt x="411297" y="107113"/>
                </a:lnTo>
                <a:lnTo>
                  <a:pt x="411598" y="108178"/>
                </a:lnTo>
                <a:lnTo>
                  <a:pt x="411915" y="109223"/>
                </a:lnTo>
                <a:lnTo>
                  <a:pt x="412249" y="110250"/>
                </a:lnTo>
                <a:lnTo>
                  <a:pt x="412599" y="111258"/>
                </a:lnTo>
                <a:lnTo>
                  <a:pt x="412965" y="112247"/>
                </a:lnTo>
                <a:lnTo>
                  <a:pt x="413347" y="113217"/>
                </a:lnTo>
                <a:lnTo>
                  <a:pt x="413744" y="114168"/>
                </a:lnTo>
                <a:lnTo>
                  <a:pt x="414155" y="115099"/>
                </a:lnTo>
                <a:lnTo>
                  <a:pt x="414579" y="116010"/>
                </a:lnTo>
                <a:lnTo>
                  <a:pt x="415017" y="116901"/>
                </a:lnTo>
                <a:lnTo>
                  <a:pt x="415468" y="117772"/>
                </a:lnTo>
                <a:lnTo>
                  <a:pt x="415933" y="118623"/>
                </a:lnTo>
                <a:lnTo>
                  <a:pt x="416412" y="119454"/>
                </a:lnTo>
                <a:lnTo>
                  <a:pt x="416904" y="120266"/>
                </a:lnTo>
                <a:lnTo>
                  <a:pt x="417409" y="121057"/>
                </a:lnTo>
                <a:lnTo>
                  <a:pt x="417928" y="121828"/>
                </a:lnTo>
                <a:lnTo>
                  <a:pt x="418460" y="122580"/>
                </a:lnTo>
                <a:lnTo>
                  <a:pt x="419007" y="123311"/>
                </a:lnTo>
                <a:lnTo>
                  <a:pt x="419566" y="124023"/>
                </a:lnTo>
                <a:lnTo>
                  <a:pt x="420139" y="124715"/>
                </a:lnTo>
                <a:lnTo>
                  <a:pt x="420726" y="125386"/>
                </a:lnTo>
                <a:lnTo>
                  <a:pt x="421326" y="126038"/>
                </a:lnTo>
                <a:lnTo>
                  <a:pt x="421940" y="126670"/>
                </a:lnTo>
                <a:lnTo>
                  <a:pt x="422567" y="127282"/>
                </a:lnTo>
                <a:lnTo>
                  <a:pt x="423208" y="127874"/>
                </a:lnTo>
                <a:lnTo>
                  <a:pt x="423862" y="128446"/>
                </a:lnTo>
                <a:lnTo>
                  <a:pt x="424530" y="128998"/>
                </a:lnTo>
                <a:lnTo>
                  <a:pt x="425211" y="129531"/>
                </a:lnTo>
                <a:lnTo>
                  <a:pt x="425906" y="130043"/>
                </a:lnTo>
                <a:lnTo>
                  <a:pt x="426614" y="130535"/>
                </a:lnTo>
                <a:lnTo>
                  <a:pt x="427335" y="131008"/>
                </a:lnTo>
                <a:lnTo>
                  <a:pt x="428067" y="131460"/>
                </a:lnTo>
                <a:lnTo>
                  <a:pt x="428809" y="131892"/>
                </a:lnTo>
                <a:lnTo>
                  <a:pt x="429563" y="132304"/>
                </a:lnTo>
                <a:lnTo>
                  <a:pt x="430327" y="132696"/>
                </a:lnTo>
                <a:lnTo>
                  <a:pt x="431103" y="133068"/>
                </a:lnTo>
                <a:lnTo>
                  <a:pt x="431889" y="133420"/>
                </a:lnTo>
                <a:lnTo>
                  <a:pt x="432686" y="133751"/>
                </a:lnTo>
                <a:lnTo>
                  <a:pt x="433495" y="134063"/>
                </a:lnTo>
                <a:lnTo>
                  <a:pt x="434314" y="134355"/>
                </a:lnTo>
                <a:lnTo>
                  <a:pt x="435144" y="134626"/>
                </a:lnTo>
                <a:lnTo>
                  <a:pt x="435985" y="134877"/>
                </a:lnTo>
                <a:lnTo>
                  <a:pt x="436838" y="135108"/>
                </a:lnTo>
                <a:lnTo>
                  <a:pt x="437701" y="135319"/>
                </a:lnTo>
                <a:lnTo>
                  <a:pt x="438575" y="135510"/>
                </a:lnTo>
                <a:lnTo>
                  <a:pt x="439460" y="135681"/>
                </a:lnTo>
                <a:lnTo>
                  <a:pt x="440356" y="135832"/>
                </a:lnTo>
                <a:lnTo>
                  <a:pt x="441263" y="135963"/>
                </a:lnTo>
                <a:lnTo>
                  <a:pt x="442181" y="136073"/>
                </a:lnTo>
                <a:lnTo>
                  <a:pt x="443110" y="136164"/>
                </a:lnTo>
                <a:lnTo>
                  <a:pt x="444049" y="136234"/>
                </a:lnTo>
                <a:lnTo>
                  <a:pt x="445000" y="136284"/>
                </a:lnTo>
                <a:lnTo>
                  <a:pt x="445962" y="136314"/>
                </a:lnTo>
                <a:lnTo>
                  <a:pt x="446935" y="136324"/>
                </a:lnTo>
                <a:lnTo>
                  <a:pt x="447842" y="136317"/>
                </a:lnTo>
                <a:lnTo>
                  <a:pt x="448740" y="136294"/>
                </a:lnTo>
                <a:lnTo>
                  <a:pt x="449627" y="136256"/>
                </a:lnTo>
                <a:lnTo>
                  <a:pt x="450505" y="136203"/>
                </a:lnTo>
                <a:close/>
                <a:moveTo>
                  <a:pt x="446407" y="122539"/>
                </a:moveTo>
                <a:lnTo>
                  <a:pt x="445488" y="122387"/>
                </a:lnTo>
                <a:lnTo>
                  <a:pt x="444589" y="122201"/>
                </a:lnTo>
                <a:lnTo>
                  <a:pt x="443710" y="121981"/>
                </a:lnTo>
                <a:lnTo>
                  <a:pt x="442852" y="121727"/>
                </a:lnTo>
                <a:lnTo>
                  <a:pt x="442014" y="121439"/>
                </a:lnTo>
                <a:lnTo>
                  <a:pt x="441197" y="121117"/>
                </a:lnTo>
                <a:lnTo>
                  <a:pt x="440400" y="120761"/>
                </a:lnTo>
                <a:lnTo>
                  <a:pt x="439623" y="120372"/>
                </a:lnTo>
                <a:lnTo>
                  <a:pt x="438867" y="119949"/>
                </a:lnTo>
                <a:lnTo>
                  <a:pt x="438131" y="119492"/>
                </a:lnTo>
                <a:lnTo>
                  <a:pt x="437415" y="119000"/>
                </a:lnTo>
                <a:lnTo>
                  <a:pt x="436720" y="118476"/>
                </a:lnTo>
                <a:lnTo>
                  <a:pt x="436045" y="117917"/>
                </a:lnTo>
                <a:lnTo>
                  <a:pt x="435390" y="117324"/>
                </a:lnTo>
                <a:lnTo>
                  <a:pt x="434756" y="116698"/>
                </a:lnTo>
                <a:lnTo>
                  <a:pt x="434143" y="116037"/>
                </a:lnTo>
                <a:lnTo>
                  <a:pt x="433549" y="115343"/>
                </a:lnTo>
                <a:lnTo>
                  <a:pt x="432976" y="114615"/>
                </a:lnTo>
                <a:lnTo>
                  <a:pt x="432424" y="113853"/>
                </a:lnTo>
                <a:lnTo>
                  <a:pt x="431892" y="113057"/>
                </a:lnTo>
                <a:lnTo>
                  <a:pt x="431381" y="112229"/>
                </a:lnTo>
                <a:lnTo>
                  <a:pt x="430891" y="111370"/>
                </a:lnTo>
                <a:lnTo>
                  <a:pt x="430424" y="110481"/>
                </a:lnTo>
                <a:lnTo>
                  <a:pt x="429978" y="109561"/>
                </a:lnTo>
                <a:lnTo>
                  <a:pt x="429554" y="108610"/>
                </a:lnTo>
                <a:lnTo>
                  <a:pt x="429151" y="107629"/>
                </a:lnTo>
                <a:lnTo>
                  <a:pt x="428771" y="106617"/>
                </a:lnTo>
                <a:lnTo>
                  <a:pt x="428412" y="105574"/>
                </a:lnTo>
                <a:lnTo>
                  <a:pt x="428075" y="104501"/>
                </a:lnTo>
                <a:lnTo>
                  <a:pt x="427759" y="103397"/>
                </a:lnTo>
                <a:lnTo>
                  <a:pt x="427466" y="102262"/>
                </a:lnTo>
                <a:lnTo>
                  <a:pt x="427194" y="101097"/>
                </a:lnTo>
                <a:lnTo>
                  <a:pt x="426944" y="99901"/>
                </a:lnTo>
                <a:lnTo>
                  <a:pt x="426715" y="98674"/>
                </a:lnTo>
                <a:lnTo>
                  <a:pt x="426509" y="97417"/>
                </a:lnTo>
                <a:lnTo>
                  <a:pt x="426324" y="96129"/>
                </a:lnTo>
                <a:lnTo>
                  <a:pt x="426161" y="94810"/>
                </a:lnTo>
                <a:lnTo>
                  <a:pt x="426019" y="93461"/>
                </a:lnTo>
                <a:lnTo>
                  <a:pt x="425900" y="92081"/>
                </a:lnTo>
                <a:lnTo>
                  <a:pt x="425802" y="90671"/>
                </a:lnTo>
                <a:lnTo>
                  <a:pt x="425726" y="89229"/>
                </a:lnTo>
                <a:lnTo>
                  <a:pt x="425671" y="87758"/>
                </a:lnTo>
                <a:lnTo>
                  <a:pt x="425639" y="86255"/>
                </a:lnTo>
                <a:lnTo>
                  <a:pt x="425628" y="84722"/>
                </a:lnTo>
                <a:lnTo>
                  <a:pt x="425639" y="83239"/>
                </a:lnTo>
                <a:lnTo>
                  <a:pt x="425674" y="81785"/>
                </a:lnTo>
                <a:lnTo>
                  <a:pt x="425732" y="80359"/>
                </a:lnTo>
                <a:lnTo>
                  <a:pt x="425813" y="78962"/>
                </a:lnTo>
                <a:lnTo>
                  <a:pt x="425917" y="77593"/>
                </a:lnTo>
                <a:lnTo>
                  <a:pt x="426044" y="76252"/>
                </a:lnTo>
                <a:lnTo>
                  <a:pt x="426194" y="74941"/>
                </a:lnTo>
                <a:lnTo>
                  <a:pt x="426368" y="73657"/>
                </a:lnTo>
                <a:lnTo>
                  <a:pt x="426564" y="72403"/>
                </a:lnTo>
                <a:lnTo>
                  <a:pt x="426784" y="71176"/>
                </a:lnTo>
                <a:lnTo>
                  <a:pt x="427027" y="69979"/>
                </a:lnTo>
                <a:lnTo>
                  <a:pt x="427293" y="68810"/>
                </a:lnTo>
                <a:lnTo>
                  <a:pt x="427582" y="67669"/>
                </a:lnTo>
                <a:lnTo>
                  <a:pt x="427894" y="66557"/>
                </a:lnTo>
                <a:lnTo>
                  <a:pt x="428229" y="65473"/>
                </a:lnTo>
                <a:lnTo>
                  <a:pt x="428587" y="64418"/>
                </a:lnTo>
                <a:lnTo>
                  <a:pt x="428969" y="63391"/>
                </a:lnTo>
                <a:lnTo>
                  <a:pt x="429373" y="62393"/>
                </a:lnTo>
                <a:lnTo>
                  <a:pt x="429801" y="61424"/>
                </a:lnTo>
                <a:lnTo>
                  <a:pt x="430252" y="60482"/>
                </a:lnTo>
                <a:lnTo>
                  <a:pt x="430726" y="59570"/>
                </a:lnTo>
                <a:lnTo>
                  <a:pt x="431223" y="58686"/>
                </a:lnTo>
                <a:lnTo>
                  <a:pt x="431743" y="57830"/>
                </a:lnTo>
                <a:lnTo>
                  <a:pt x="432286" y="57003"/>
                </a:lnTo>
                <a:lnTo>
                  <a:pt x="432852" y="56207"/>
                </a:lnTo>
                <a:lnTo>
                  <a:pt x="433441" y="55445"/>
                </a:lnTo>
                <a:lnTo>
                  <a:pt x="434052" y="54717"/>
                </a:lnTo>
                <a:lnTo>
                  <a:pt x="434685" y="54023"/>
                </a:lnTo>
                <a:lnTo>
                  <a:pt x="435341" y="53363"/>
                </a:lnTo>
                <a:lnTo>
                  <a:pt x="436019" y="52736"/>
                </a:lnTo>
                <a:lnTo>
                  <a:pt x="436720" y="52144"/>
                </a:lnTo>
                <a:lnTo>
                  <a:pt x="437443" y="51585"/>
                </a:lnTo>
                <a:lnTo>
                  <a:pt x="438189" y="51060"/>
                </a:lnTo>
                <a:lnTo>
                  <a:pt x="438957" y="50569"/>
                </a:lnTo>
                <a:lnTo>
                  <a:pt x="439747" y="50112"/>
                </a:lnTo>
                <a:lnTo>
                  <a:pt x="440560" y="49688"/>
                </a:lnTo>
                <a:lnTo>
                  <a:pt x="441395" y="49299"/>
                </a:lnTo>
                <a:lnTo>
                  <a:pt x="442253" y="48943"/>
                </a:lnTo>
                <a:lnTo>
                  <a:pt x="443133" y="48621"/>
                </a:lnTo>
                <a:lnTo>
                  <a:pt x="444036" y="48334"/>
                </a:lnTo>
                <a:lnTo>
                  <a:pt x="444961" y="48080"/>
                </a:lnTo>
                <a:lnTo>
                  <a:pt x="445908" y="47860"/>
                </a:lnTo>
                <a:lnTo>
                  <a:pt x="446878" y="47673"/>
                </a:lnTo>
                <a:lnTo>
                  <a:pt x="447871" y="47521"/>
                </a:lnTo>
                <a:lnTo>
                  <a:pt x="448885" y="47402"/>
                </a:lnTo>
                <a:lnTo>
                  <a:pt x="449922" y="47318"/>
                </a:lnTo>
                <a:lnTo>
                  <a:pt x="450982" y="47267"/>
                </a:lnTo>
                <a:lnTo>
                  <a:pt x="452064" y="47250"/>
                </a:lnTo>
                <a:lnTo>
                  <a:pt x="452889" y="47259"/>
                </a:lnTo>
                <a:lnTo>
                  <a:pt x="453701" y="47288"/>
                </a:lnTo>
                <a:lnTo>
                  <a:pt x="454502" y="47336"/>
                </a:lnTo>
                <a:lnTo>
                  <a:pt x="455291" y="47403"/>
                </a:lnTo>
                <a:lnTo>
                  <a:pt x="456068" y="47488"/>
                </a:lnTo>
                <a:lnTo>
                  <a:pt x="456833" y="47593"/>
                </a:lnTo>
                <a:lnTo>
                  <a:pt x="457586" y="47717"/>
                </a:lnTo>
                <a:lnTo>
                  <a:pt x="458328" y="47860"/>
                </a:lnTo>
                <a:lnTo>
                  <a:pt x="459058" y="48022"/>
                </a:lnTo>
                <a:lnTo>
                  <a:pt x="459776" y="48204"/>
                </a:lnTo>
                <a:lnTo>
                  <a:pt x="460482" y="48404"/>
                </a:lnTo>
                <a:lnTo>
                  <a:pt x="461176" y="48623"/>
                </a:lnTo>
                <a:lnTo>
                  <a:pt x="461859" y="48862"/>
                </a:lnTo>
                <a:lnTo>
                  <a:pt x="462530" y="49119"/>
                </a:lnTo>
                <a:lnTo>
                  <a:pt x="463189" y="49396"/>
                </a:lnTo>
                <a:lnTo>
                  <a:pt x="463836" y="49691"/>
                </a:lnTo>
                <a:lnTo>
                  <a:pt x="464471" y="50006"/>
                </a:lnTo>
                <a:lnTo>
                  <a:pt x="465094" y="50340"/>
                </a:lnTo>
                <a:lnTo>
                  <a:pt x="465706" y="50693"/>
                </a:lnTo>
                <a:lnTo>
                  <a:pt x="466306" y="51065"/>
                </a:lnTo>
                <a:lnTo>
                  <a:pt x="466894" y="51456"/>
                </a:lnTo>
                <a:lnTo>
                  <a:pt x="467470" y="51866"/>
                </a:lnTo>
                <a:lnTo>
                  <a:pt x="468034" y="52295"/>
                </a:lnTo>
                <a:lnTo>
                  <a:pt x="468587" y="52743"/>
                </a:lnTo>
                <a:lnTo>
                  <a:pt x="469129" y="53206"/>
                </a:lnTo>
                <a:lnTo>
                  <a:pt x="469663" y="53679"/>
                </a:lnTo>
                <a:lnTo>
                  <a:pt x="470188" y="54162"/>
                </a:lnTo>
                <a:lnTo>
                  <a:pt x="470704" y="54655"/>
                </a:lnTo>
                <a:lnTo>
                  <a:pt x="471211" y="55159"/>
                </a:lnTo>
                <a:lnTo>
                  <a:pt x="471710" y="55673"/>
                </a:lnTo>
                <a:lnTo>
                  <a:pt x="472199" y="56196"/>
                </a:lnTo>
                <a:lnTo>
                  <a:pt x="472681" y="56730"/>
                </a:lnTo>
                <a:lnTo>
                  <a:pt x="473153" y="57274"/>
                </a:lnTo>
                <a:lnTo>
                  <a:pt x="473617" y="57829"/>
                </a:lnTo>
                <a:lnTo>
                  <a:pt x="474072" y="58393"/>
                </a:lnTo>
                <a:lnTo>
                  <a:pt x="474518" y="58968"/>
                </a:lnTo>
                <a:lnTo>
                  <a:pt x="474955" y="59552"/>
                </a:lnTo>
                <a:lnTo>
                  <a:pt x="475384" y="60147"/>
                </a:lnTo>
                <a:lnTo>
                  <a:pt x="475804" y="60752"/>
                </a:lnTo>
                <a:lnTo>
                  <a:pt x="476215" y="61368"/>
                </a:lnTo>
                <a:lnTo>
                  <a:pt x="476618" y="61993"/>
                </a:lnTo>
                <a:lnTo>
                  <a:pt x="477012" y="62628"/>
                </a:lnTo>
                <a:lnTo>
                  <a:pt x="477397" y="63274"/>
                </a:lnTo>
                <a:lnTo>
                  <a:pt x="477773" y="63930"/>
                </a:lnTo>
                <a:lnTo>
                  <a:pt x="478141" y="64596"/>
                </a:lnTo>
                <a:lnTo>
                  <a:pt x="478499" y="65272"/>
                </a:lnTo>
                <a:lnTo>
                  <a:pt x="478850" y="65958"/>
                </a:lnTo>
                <a:lnTo>
                  <a:pt x="479191" y="66655"/>
                </a:lnTo>
                <a:lnTo>
                  <a:pt x="479191" y="105153"/>
                </a:lnTo>
                <a:lnTo>
                  <a:pt x="478825" y="105757"/>
                </a:lnTo>
                <a:lnTo>
                  <a:pt x="478449" y="106353"/>
                </a:lnTo>
                <a:lnTo>
                  <a:pt x="478064" y="106942"/>
                </a:lnTo>
                <a:lnTo>
                  <a:pt x="477670" y="107524"/>
                </a:lnTo>
                <a:lnTo>
                  <a:pt x="477267" y="108098"/>
                </a:lnTo>
                <a:lnTo>
                  <a:pt x="476854" y="108666"/>
                </a:lnTo>
                <a:lnTo>
                  <a:pt x="476433" y="109225"/>
                </a:lnTo>
                <a:lnTo>
                  <a:pt x="476002" y="109778"/>
                </a:lnTo>
                <a:lnTo>
                  <a:pt x="475561" y="110323"/>
                </a:lnTo>
                <a:lnTo>
                  <a:pt x="475112" y="110861"/>
                </a:lnTo>
                <a:lnTo>
                  <a:pt x="474653" y="111392"/>
                </a:lnTo>
                <a:lnTo>
                  <a:pt x="474185" y="111915"/>
                </a:lnTo>
                <a:lnTo>
                  <a:pt x="473708" y="112431"/>
                </a:lnTo>
                <a:lnTo>
                  <a:pt x="473221" y="112940"/>
                </a:lnTo>
                <a:lnTo>
                  <a:pt x="472725" y="113441"/>
                </a:lnTo>
                <a:lnTo>
                  <a:pt x="472220" y="113935"/>
                </a:lnTo>
                <a:lnTo>
                  <a:pt x="471706" y="114422"/>
                </a:lnTo>
                <a:lnTo>
                  <a:pt x="471182" y="114902"/>
                </a:lnTo>
                <a:lnTo>
                  <a:pt x="470650" y="115374"/>
                </a:lnTo>
                <a:lnTo>
                  <a:pt x="470108" y="115839"/>
                </a:lnTo>
                <a:lnTo>
                  <a:pt x="469556" y="116296"/>
                </a:lnTo>
                <a:lnTo>
                  <a:pt x="468996" y="116747"/>
                </a:lnTo>
                <a:lnTo>
                  <a:pt x="468426" y="117190"/>
                </a:lnTo>
                <a:lnTo>
                  <a:pt x="467847" y="117625"/>
                </a:lnTo>
                <a:lnTo>
                  <a:pt x="467257" y="118049"/>
                </a:lnTo>
                <a:lnTo>
                  <a:pt x="466655" y="118454"/>
                </a:lnTo>
                <a:lnTo>
                  <a:pt x="466041" y="118841"/>
                </a:lnTo>
                <a:lnTo>
                  <a:pt x="465414" y="119210"/>
                </a:lnTo>
                <a:lnTo>
                  <a:pt x="464775" y="119561"/>
                </a:lnTo>
                <a:lnTo>
                  <a:pt x="464123" y="119894"/>
                </a:lnTo>
                <a:lnTo>
                  <a:pt x="463460" y="120209"/>
                </a:lnTo>
                <a:lnTo>
                  <a:pt x="462783" y="120506"/>
                </a:lnTo>
                <a:lnTo>
                  <a:pt x="462095" y="120785"/>
                </a:lnTo>
                <a:lnTo>
                  <a:pt x="461394" y="121046"/>
                </a:lnTo>
                <a:lnTo>
                  <a:pt x="460681" y="121289"/>
                </a:lnTo>
                <a:lnTo>
                  <a:pt x="459956" y="121514"/>
                </a:lnTo>
                <a:lnTo>
                  <a:pt x="459218" y="121721"/>
                </a:lnTo>
                <a:lnTo>
                  <a:pt x="458468" y="121910"/>
                </a:lnTo>
                <a:lnTo>
                  <a:pt x="457705" y="122081"/>
                </a:lnTo>
                <a:lnTo>
                  <a:pt x="456931" y="122234"/>
                </a:lnTo>
                <a:lnTo>
                  <a:pt x="456144" y="122369"/>
                </a:lnTo>
                <a:lnTo>
                  <a:pt x="455344" y="122486"/>
                </a:lnTo>
                <a:lnTo>
                  <a:pt x="454532" y="122585"/>
                </a:lnTo>
                <a:lnTo>
                  <a:pt x="453708" y="122666"/>
                </a:lnTo>
                <a:lnTo>
                  <a:pt x="452872" y="122729"/>
                </a:lnTo>
                <a:lnTo>
                  <a:pt x="452023" y="122774"/>
                </a:lnTo>
                <a:lnTo>
                  <a:pt x="451162" y="122801"/>
                </a:lnTo>
                <a:lnTo>
                  <a:pt x="450289" y="122810"/>
                </a:lnTo>
                <a:lnTo>
                  <a:pt x="449288" y="122793"/>
                </a:lnTo>
                <a:lnTo>
                  <a:pt x="448307" y="122743"/>
                </a:lnTo>
                <a:lnTo>
                  <a:pt x="447347" y="122658"/>
                </a:lnTo>
                <a:lnTo>
                  <a:pt x="446407" y="122539"/>
                </a:lnTo>
                <a:close/>
                <a:moveTo>
                  <a:pt x="59778" y="94599"/>
                </a:moveTo>
                <a:lnTo>
                  <a:pt x="54352" y="134549"/>
                </a:lnTo>
                <a:lnTo>
                  <a:pt x="66485" y="134549"/>
                </a:lnTo>
                <a:lnTo>
                  <a:pt x="72009" y="94599"/>
                </a:lnTo>
                <a:lnTo>
                  <a:pt x="92626" y="94599"/>
                </a:lnTo>
                <a:lnTo>
                  <a:pt x="92626" y="83452"/>
                </a:lnTo>
                <a:lnTo>
                  <a:pt x="73588" y="83452"/>
                </a:lnTo>
                <a:lnTo>
                  <a:pt x="77237" y="56424"/>
                </a:lnTo>
                <a:lnTo>
                  <a:pt x="97952" y="56424"/>
                </a:lnTo>
                <a:lnTo>
                  <a:pt x="97952" y="45474"/>
                </a:lnTo>
                <a:lnTo>
                  <a:pt x="78717" y="45474"/>
                </a:lnTo>
                <a:lnTo>
                  <a:pt x="84340" y="5820"/>
                </a:lnTo>
                <a:lnTo>
                  <a:pt x="72108" y="5820"/>
                </a:lnTo>
                <a:lnTo>
                  <a:pt x="66584" y="45474"/>
                </a:lnTo>
                <a:lnTo>
                  <a:pt x="38865" y="45474"/>
                </a:lnTo>
                <a:lnTo>
                  <a:pt x="44488" y="5820"/>
                </a:lnTo>
                <a:lnTo>
                  <a:pt x="32355" y="5820"/>
                </a:lnTo>
                <a:lnTo>
                  <a:pt x="26634" y="45474"/>
                </a:lnTo>
                <a:lnTo>
                  <a:pt x="5129" y="45474"/>
                </a:lnTo>
                <a:lnTo>
                  <a:pt x="5129" y="56424"/>
                </a:lnTo>
                <a:lnTo>
                  <a:pt x="25253" y="56424"/>
                </a:lnTo>
                <a:lnTo>
                  <a:pt x="21307" y="83452"/>
                </a:lnTo>
                <a:lnTo>
                  <a:pt x="0" y="83452"/>
                </a:lnTo>
                <a:lnTo>
                  <a:pt x="0" y="94599"/>
                </a:lnTo>
                <a:lnTo>
                  <a:pt x="19926" y="94599"/>
                </a:lnTo>
                <a:lnTo>
                  <a:pt x="14205" y="134549"/>
                </a:lnTo>
                <a:lnTo>
                  <a:pt x="26436" y="134549"/>
                </a:lnTo>
                <a:lnTo>
                  <a:pt x="32059" y="94599"/>
                </a:lnTo>
                <a:lnTo>
                  <a:pt x="59778" y="94599"/>
                </a:lnTo>
                <a:close/>
                <a:moveTo>
                  <a:pt x="61455" y="83452"/>
                </a:moveTo>
                <a:lnTo>
                  <a:pt x="33539" y="83452"/>
                </a:lnTo>
                <a:lnTo>
                  <a:pt x="37386" y="56424"/>
                </a:lnTo>
                <a:lnTo>
                  <a:pt x="65104" y="56424"/>
                </a:lnTo>
                <a:lnTo>
                  <a:pt x="61455" y="83452"/>
                </a:lnTo>
                <a:close/>
                <a:moveTo>
                  <a:pt x="344796" y="136154"/>
                </a:moveTo>
                <a:lnTo>
                  <a:pt x="345931" y="136058"/>
                </a:lnTo>
                <a:lnTo>
                  <a:pt x="347051" y="135940"/>
                </a:lnTo>
                <a:lnTo>
                  <a:pt x="348156" y="135802"/>
                </a:lnTo>
                <a:lnTo>
                  <a:pt x="349247" y="135642"/>
                </a:lnTo>
                <a:lnTo>
                  <a:pt x="350324" y="135460"/>
                </a:lnTo>
                <a:lnTo>
                  <a:pt x="351386" y="135258"/>
                </a:lnTo>
                <a:lnTo>
                  <a:pt x="352433" y="135034"/>
                </a:lnTo>
                <a:lnTo>
                  <a:pt x="353466" y="134789"/>
                </a:lnTo>
                <a:lnTo>
                  <a:pt x="354484" y="134522"/>
                </a:lnTo>
                <a:lnTo>
                  <a:pt x="355488" y="134234"/>
                </a:lnTo>
                <a:lnTo>
                  <a:pt x="356477" y="133925"/>
                </a:lnTo>
                <a:lnTo>
                  <a:pt x="357451" y="133594"/>
                </a:lnTo>
                <a:lnTo>
                  <a:pt x="358411" y="133242"/>
                </a:lnTo>
                <a:lnTo>
                  <a:pt x="359357" y="132869"/>
                </a:lnTo>
                <a:lnTo>
                  <a:pt x="360287" y="132474"/>
                </a:lnTo>
                <a:lnTo>
                  <a:pt x="361204" y="132058"/>
                </a:lnTo>
                <a:lnTo>
                  <a:pt x="362105" y="131621"/>
                </a:lnTo>
                <a:lnTo>
                  <a:pt x="362993" y="131162"/>
                </a:lnTo>
                <a:lnTo>
                  <a:pt x="363865" y="130682"/>
                </a:lnTo>
                <a:lnTo>
                  <a:pt x="364723" y="130181"/>
                </a:lnTo>
                <a:lnTo>
                  <a:pt x="365566" y="129659"/>
                </a:lnTo>
                <a:lnTo>
                  <a:pt x="366392" y="129120"/>
                </a:lnTo>
                <a:lnTo>
                  <a:pt x="367202" y="128562"/>
                </a:lnTo>
                <a:lnTo>
                  <a:pt x="367995" y="127985"/>
                </a:lnTo>
                <a:lnTo>
                  <a:pt x="368772" y="127391"/>
                </a:lnTo>
                <a:lnTo>
                  <a:pt x="369532" y="126777"/>
                </a:lnTo>
                <a:lnTo>
                  <a:pt x="370276" y="126146"/>
                </a:lnTo>
                <a:lnTo>
                  <a:pt x="371004" y="125496"/>
                </a:lnTo>
                <a:lnTo>
                  <a:pt x="371715" y="124828"/>
                </a:lnTo>
                <a:lnTo>
                  <a:pt x="372409" y="124142"/>
                </a:lnTo>
                <a:lnTo>
                  <a:pt x="373087" y="123437"/>
                </a:lnTo>
                <a:lnTo>
                  <a:pt x="373749" y="122714"/>
                </a:lnTo>
                <a:lnTo>
                  <a:pt x="374394" y="121973"/>
                </a:lnTo>
                <a:lnTo>
                  <a:pt x="375023" y="121213"/>
                </a:lnTo>
                <a:lnTo>
                  <a:pt x="375636" y="120435"/>
                </a:lnTo>
                <a:lnTo>
                  <a:pt x="376232" y="119638"/>
                </a:lnTo>
                <a:lnTo>
                  <a:pt x="376811" y="118824"/>
                </a:lnTo>
                <a:lnTo>
                  <a:pt x="377374" y="117991"/>
                </a:lnTo>
                <a:lnTo>
                  <a:pt x="377921" y="117139"/>
                </a:lnTo>
                <a:lnTo>
                  <a:pt x="378451" y="116269"/>
                </a:lnTo>
                <a:lnTo>
                  <a:pt x="378965" y="115381"/>
                </a:lnTo>
                <a:lnTo>
                  <a:pt x="379462" y="114475"/>
                </a:lnTo>
                <a:lnTo>
                  <a:pt x="379943" y="113550"/>
                </a:lnTo>
                <a:lnTo>
                  <a:pt x="380408" y="112607"/>
                </a:lnTo>
                <a:lnTo>
                  <a:pt x="380854" y="111647"/>
                </a:lnTo>
                <a:lnTo>
                  <a:pt x="381282" y="110672"/>
                </a:lnTo>
                <a:lnTo>
                  <a:pt x="381691" y="109683"/>
                </a:lnTo>
                <a:lnTo>
                  <a:pt x="382080" y="108678"/>
                </a:lnTo>
                <a:lnTo>
                  <a:pt x="382451" y="107658"/>
                </a:lnTo>
                <a:lnTo>
                  <a:pt x="382803" y="106623"/>
                </a:lnTo>
                <a:lnTo>
                  <a:pt x="383135" y="105574"/>
                </a:lnTo>
                <a:lnTo>
                  <a:pt x="383449" y="104509"/>
                </a:lnTo>
                <a:lnTo>
                  <a:pt x="383744" y="103429"/>
                </a:lnTo>
                <a:lnTo>
                  <a:pt x="384019" y="102335"/>
                </a:lnTo>
                <a:lnTo>
                  <a:pt x="384276" y="101225"/>
                </a:lnTo>
                <a:lnTo>
                  <a:pt x="384514" y="100100"/>
                </a:lnTo>
                <a:lnTo>
                  <a:pt x="384732" y="98960"/>
                </a:lnTo>
                <a:lnTo>
                  <a:pt x="384932" y="97806"/>
                </a:lnTo>
                <a:lnTo>
                  <a:pt x="385112" y="96636"/>
                </a:lnTo>
                <a:lnTo>
                  <a:pt x="385274" y="95451"/>
                </a:lnTo>
                <a:lnTo>
                  <a:pt x="385416" y="94252"/>
                </a:lnTo>
                <a:lnTo>
                  <a:pt x="385540" y="93037"/>
                </a:lnTo>
                <a:lnTo>
                  <a:pt x="385645" y="91807"/>
                </a:lnTo>
                <a:lnTo>
                  <a:pt x="385730" y="90563"/>
                </a:lnTo>
                <a:lnTo>
                  <a:pt x="385797" y="89303"/>
                </a:lnTo>
                <a:lnTo>
                  <a:pt x="385844" y="88028"/>
                </a:lnTo>
                <a:lnTo>
                  <a:pt x="385873" y="86739"/>
                </a:lnTo>
                <a:lnTo>
                  <a:pt x="385882" y="85434"/>
                </a:lnTo>
                <a:lnTo>
                  <a:pt x="385873" y="84096"/>
                </a:lnTo>
                <a:lnTo>
                  <a:pt x="385844" y="82774"/>
                </a:lnTo>
                <a:lnTo>
                  <a:pt x="385797" y="81469"/>
                </a:lnTo>
                <a:lnTo>
                  <a:pt x="385730" y="80179"/>
                </a:lnTo>
                <a:lnTo>
                  <a:pt x="385645" y="78905"/>
                </a:lnTo>
                <a:lnTo>
                  <a:pt x="385540" y="77648"/>
                </a:lnTo>
                <a:lnTo>
                  <a:pt x="385416" y="76406"/>
                </a:lnTo>
                <a:lnTo>
                  <a:pt x="385274" y="75181"/>
                </a:lnTo>
                <a:lnTo>
                  <a:pt x="385112" y="73971"/>
                </a:lnTo>
                <a:lnTo>
                  <a:pt x="384932" y="72778"/>
                </a:lnTo>
                <a:lnTo>
                  <a:pt x="384732" y="71601"/>
                </a:lnTo>
                <a:lnTo>
                  <a:pt x="384514" y="70439"/>
                </a:lnTo>
                <a:lnTo>
                  <a:pt x="384276" y="69294"/>
                </a:lnTo>
                <a:lnTo>
                  <a:pt x="384019" y="68165"/>
                </a:lnTo>
                <a:lnTo>
                  <a:pt x="383744" y="67052"/>
                </a:lnTo>
                <a:lnTo>
                  <a:pt x="383449" y="65955"/>
                </a:lnTo>
                <a:lnTo>
                  <a:pt x="383135" y="64874"/>
                </a:lnTo>
                <a:lnTo>
                  <a:pt x="382803" y="63809"/>
                </a:lnTo>
                <a:lnTo>
                  <a:pt x="382451" y="62760"/>
                </a:lnTo>
                <a:lnTo>
                  <a:pt x="382080" y="61727"/>
                </a:lnTo>
                <a:lnTo>
                  <a:pt x="381691" y="60710"/>
                </a:lnTo>
                <a:lnTo>
                  <a:pt x="381282" y="59709"/>
                </a:lnTo>
                <a:lnTo>
                  <a:pt x="380854" y="58724"/>
                </a:lnTo>
                <a:lnTo>
                  <a:pt x="380408" y="57755"/>
                </a:lnTo>
                <a:lnTo>
                  <a:pt x="379943" y="56804"/>
                </a:lnTo>
                <a:lnTo>
                  <a:pt x="379462" y="55871"/>
                </a:lnTo>
                <a:lnTo>
                  <a:pt x="378965" y="54956"/>
                </a:lnTo>
                <a:lnTo>
                  <a:pt x="378451" y="54061"/>
                </a:lnTo>
                <a:lnTo>
                  <a:pt x="377921" y="53183"/>
                </a:lnTo>
                <a:lnTo>
                  <a:pt x="377374" y="52324"/>
                </a:lnTo>
                <a:lnTo>
                  <a:pt x="376811" y="51484"/>
                </a:lnTo>
                <a:lnTo>
                  <a:pt x="376232" y="50662"/>
                </a:lnTo>
                <a:lnTo>
                  <a:pt x="375636" y="49859"/>
                </a:lnTo>
                <a:lnTo>
                  <a:pt x="375023" y="49074"/>
                </a:lnTo>
                <a:lnTo>
                  <a:pt x="374394" y="48308"/>
                </a:lnTo>
                <a:lnTo>
                  <a:pt x="373749" y="47560"/>
                </a:lnTo>
                <a:lnTo>
                  <a:pt x="373087" y="46830"/>
                </a:lnTo>
                <a:lnTo>
                  <a:pt x="372409" y="46120"/>
                </a:lnTo>
                <a:lnTo>
                  <a:pt x="371715" y="45427"/>
                </a:lnTo>
                <a:lnTo>
                  <a:pt x="371004" y="44754"/>
                </a:lnTo>
                <a:lnTo>
                  <a:pt x="370276" y="44099"/>
                </a:lnTo>
                <a:lnTo>
                  <a:pt x="369532" y="43462"/>
                </a:lnTo>
                <a:lnTo>
                  <a:pt x="368772" y="42844"/>
                </a:lnTo>
                <a:lnTo>
                  <a:pt x="367995" y="42244"/>
                </a:lnTo>
                <a:lnTo>
                  <a:pt x="367202" y="41663"/>
                </a:lnTo>
                <a:lnTo>
                  <a:pt x="366392" y="41100"/>
                </a:lnTo>
                <a:lnTo>
                  <a:pt x="365566" y="40556"/>
                </a:lnTo>
                <a:lnTo>
                  <a:pt x="364723" y="40031"/>
                </a:lnTo>
                <a:lnTo>
                  <a:pt x="363865" y="39525"/>
                </a:lnTo>
                <a:lnTo>
                  <a:pt x="362993" y="39041"/>
                </a:lnTo>
                <a:lnTo>
                  <a:pt x="362105" y="38578"/>
                </a:lnTo>
                <a:lnTo>
                  <a:pt x="361204" y="38137"/>
                </a:lnTo>
                <a:lnTo>
                  <a:pt x="360287" y="37718"/>
                </a:lnTo>
                <a:lnTo>
                  <a:pt x="359357" y="37320"/>
                </a:lnTo>
                <a:lnTo>
                  <a:pt x="358411" y="36943"/>
                </a:lnTo>
                <a:lnTo>
                  <a:pt x="357451" y="36588"/>
                </a:lnTo>
                <a:lnTo>
                  <a:pt x="356477" y="36255"/>
                </a:lnTo>
                <a:lnTo>
                  <a:pt x="355488" y="35943"/>
                </a:lnTo>
                <a:lnTo>
                  <a:pt x="354484" y="35652"/>
                </a:lnTo>
                <a:lnTo>
                  <a:pt x="353466" y="35383"/>
                </a:lnTo>
                <a:lnTo>
                  <a:pt x="352433" y="35136"/>
                </a:lnTo>
                <a:lnTo>
                  <a:pt x="351386" y="34910"/>
                </a:lnTo>
                <a:lnTo>
                  <a:pt x="350324" y="34706"/>
                </a:lnTo>
                <a:lnTo>
                  <a:pt x="349247" y="34523"/>
                </a:lnTo>
                <a:lnTo>
                  <a:pt x="348156" y="34362"/>
                </a:lnTo>
                <a:lnTo>
                  <a:pt x="347051" y="34222"/>
                </a:lnTo>
                <a:lnTo>
                  <a:pt x="345931" y="34103"/>
                </a:lnTo>
                <a:lnTo>
                  <a:pt x="344796" y="34007"/>
                </a:lnTo>
                <a:lnTo>
                  <a:pt x="343647" y="33931"/>
                </a:lnTo>
                <a:lnTo>
                  <a:pt x="342483" y="33878"/>
                </a:lnTo>
                <a:lnTo>
                  <a:pt x="341305" y="33845"/>
                </a:lnTo>
                <a:lnTo>
                  <a:pt x="340112" y="33834"/>
                </a:lnTo>
                <a:lnTo>
                  <a:pt x="338943" y="33845"/>
                </a:lnTo>
                <a:lnTo>
                  <a:pt x="337789" y="33878"/>
                </a:lnTo>
                <a:lnTo>
                  <a:pt x="336649" y="33931"/>
                </a:lnTo>
                <a:lnTo>
                  <a:pt x="335522" y="34007"/>
                </a:lnTo>
                <a:lnTo>
                  <a:pt x="334410" y="34103"/>
                </a:lnTo>
                <a:lnTo>
                  <a:pt x="333312" y="34222"/>
                </a:lnTo>
                <a:lnTo>
                  <a:pt x="332227" y="34362"/>
                </a:lnTo>
                <a:lnTo>
                  <a:pt x="331157" y="34523"/>
                </a:lnTo>
                <a:lnTo>
                  <a:pt x="330101" y="34706"/>
                </a:lnTo>
                <a:lnTo>
                  <a:pt x="329059" y="34910"/>
                </a:lnTo>
                <a:lnTo>
                  <a:pt x="328031" y="35136"/>
                </a:lnTo>
                <a:lnTo>
                  <a:pt x="327017" y="35383"/>
                </a:lnTo>
                <a:lnTo>
                  <a:pt x="326017" y="35652"/>
                </a:lnTo>
                <a:lnTo>
                  <a:pt x="325031" y="35943"/>
                </a:lnTo>
                <a:lnTo>
                  <a:pt x="324059" y="36255"/>
                </a:lnTo>
                <a:lnTo>
                  <a:pt x="323101" y="36588"/>
                </a:lnTo>
                <a:lnTo>
                  <a:pt x="322158" y="36943"/>
                </a:lnTo>
                <a:lnTo>
                  <a:pt x="321228" y="37320"/>
                </a:lnTo>
                <a:lnTo>
                  <a:pt x="320312" y="37718"/>
                </a:lnTo>
                <a:lnTo>
                  <a:pt x="319411" y="38137"/>
                </a:lnTo>
                <a:lnTo>
                  <a:pt x="318523" y="38578"/>
                </a:lnTo>
                <a:lnTo>
                  <a:pt x="317649" y="39041"/>
                </a:lnTo>
                <a:lnTo>
                  <a:pt x="316790" y="39525"/>
                </a:lnTo>
                <a:lnTo>
                  <a:pt x="315944" y="40031"/>
                </a:lnTo>
                <a:lnTo>
                  <a:pt x="315114" y="40556"/>
                </a:lnTo>
                <a:lnTo>
                  <a:pt x="314301" y="41100"/>
                </a:lnTo>
                <a:lnTo>
                  <a:pt x="313504" y="41663"/>
                </a:lnTo>
                <a:lnTo>
                  <a:pt x="312723" y="42244"/>
                </a:lnTo>
                <a:lnTo>
                  <a:pt x="311960" y="42844"/>
                </a:lnTo>
                <a:lnTo>
                  <a:pt x="311213" y="43462"/>
                </a:lnTo>
                <a:lnTo>
                  <a:pt x="310482" y="44099"/>
                </a:lnTo>
                <a:lnTo>
                  <a:pt x="309768" y="44754"/>
                </a:lnTo>
                <a:lnTo>
                  <a:pt x="309071" y="45427"/>
                </a:lnTo>
                <a:lnTo>
                  <a:pt x="308390" y="46120"/>
                </a:lnTo>
                <a:lnTo>
                  <a:pt x="307726" y="46830"/>
                </a:lnTo>
                <a:lnTo>
                  <a:pt x="307079" y="47560"/>
                </a:lnTo>
                <a:lnTo>
                  <a:pt x="306448" y="48308"/>
                </a:lnTo>
                <a:lnTo>
                  <a:pt x="305834" y="49074"/>
                </a:lnTo>
                <a:lnTo>
                  <a:pt x="305236" y="49859"/>
                </a:lnTo>
                <a:lnTo>
                  <a:pt x="304655" y="50662"/>
                </a:lnTo>
                <a:lnTo>
                  <a:pt x="304091" y="51484"/>
                </a:lnTo>
                <a:lnTo>
                  <a:pt x="303543" y="52324"/>
                </a:lnTo>
                <a:lnTo>
                  <a:pt x="303012" y="53183"/>
                </a:lnTo>
                <a:lnTo>
                  <a:pt x="302497" y="54061"/>
                </a:lnTo>
                <a:lnTo>
                  <a:pt x="302000" y="54956"/>
                </a:lnTo>
                <a:lnTo>
                  <a:pt x="301518" y="55871"/>
                </a:lnTo>
                <a:lnTo>
                  <a:pt x="301054" y="56804"/>
                </a:lnTo>
                <a:lnTo>
                  <a:pt x="300605" y="57755"/>
                </a:lnTo>
                <a:lnTo>
                  <a:pt x="300175" y="58724"/>
                </a:lnTo>
                <a:lnTo>
                  <a:pt x="299763" y="59709"/>
                </a:lnTo>
                <a:lnTo>
                  <a:pt x="299369" y="60710"/>
                </a:lnTo>
                <a:lnTo>
                  <a:pt x="298993" y="61727"/>
                </a:lnTo>
                <a:lnTo>
                  <a:pt x="298636" y="62760"/>
                </a:lnTo>
                <a:lnTo>
                  <a:pt x="298297" y="63809"/>
                </a:lnTo>
                <a:lnTo>
                  <a:pt x="297976" y="64874"/>
                </a:lnTo>
                <a:lnTo>
                  <a:pt x="297674" y="65955"/>
                </a:lnTo>
                <a:lnTo>
                  <a:pt x="297390" y="67052"/>
                </a:lnTo>
                <a:lnTo>
                  <a:pt x="297124" y="68165"/>
                </a:lnTo>
                <a:lnTo>
                  <a:pt x="296876" y="69294"/>
                </a:lnTo>
                <a:lnTo>
                  <a:pt x="296647" y="70439"/>
                </a:lnTo>
                <a:lnTo>
                  <a:pt x="296437" y="71601"/>
                </a:lnTo>
                <a:lnTo>
                  <a:pt x="296244" y="72778"/>
                </a:lnTo>
                <a:lnTo>
                  <a:pt x="296070" y="73971"/>
                </a:lnTo>
                <a:lnTo>
                  <a:pt x="295914" y="75181"/>
                </a:lnTo>
                <a:lnTo>
                  <a:pt x="295777" y="76406"/>
                </a:lnTo>
                <a:lnTo>
                  <a:pt x="295658" y="77648"/>
                </a:lnTo>
                <a:lnTo>
                  <a:pt x="295557" y="78905"/>
                </a:lnTo>
                <a:lnTo>
                  <a:pt x="295475" y="80179"/>
                </a:lnTo>
                <a:lnTo>
                  <a:pt x="295411" y="81469"/>
                </a:lnTo>
                <a:lnTo>
                  <a:pt x="295365" y="82774"/>
                </a:lnTo>
                <a:lnTo>
                  <a:pt x="295337" y="84096"/>
                </a:lnTo>
                <a:lnTo>
                  <a:pt x="295328" y="85434"/>
                </a:lnTo>
                <a:lnTo>
                  <a:pt x="295337" y="86739"/>
                </a:lnTo>
                <a:lnTo>
                  <a:pt x="295365" y="88028"/>
                </a:lnTo>
                <a:lnTo>
                  <a:pt x="295411" y="89303"/>
                </a:lnTo>
                <a:lnTo>
                  <a:pt x="295475" y="90563"/>
                </a:lnTo>
                <a:lnTo>
                  <a:pt x="295557" y="91807"/>
                </a:lnTo>
                <a:lnTo>
                  <a:pt x="295658" y="93037"/>
                </a:lnTo>
                <a:lnTo>
                  <a:pt x="295777" y="94252"/>
                </a:lnTo>
                <a:lnTo>
                  <a:pt x="295914" y="95451"/>
                </a:lnTo>
                <a:lnTo>
                  <a:pt x="296070" y="96636"/>
                </a:lnTo>
                <a:lnTo>
                  <a:pt x="296244" y="97806"/>
                </a:lnTo>
                <a:lnTo>
                  <a:pt x="296437" y="98960"/>
                </a:lnTo>
                <a:lnTo>
                  <a:pt x="296647" y="100100"/>
                </a:lnTo>
                <a:lnTo>
                  <a:pt x="296876" y="101225"/>
                </a:lnTo>
                <a:lnTo>
                  <a:pt x="297124" y="102335"/>
                </a:lnTo>
                <a:lnTo>
                  <a:pt x="297390" y="103429"/>
                </a:lnTo>
                <a:lnTo>
                  <a:pt x="297674" y="104509"/>
                </a:lnTo>
                <a:lnTo>
                  <a:pt x="297976" y="105574"/>
                </a:lnTo>
                <a:lnTo>
                  <a:pt x="298297" y="106623"/>
                </a:lnTo>
                <a:lnTo>
                  <a:pt x="298636" y="107658"/>
                </a:lnTo>
                <a:lnTo>
                  <a:pt x="298993" y="108678"/>
                </a:lnTo>
                <a:lnTo>
                  <a:pt x="299369" y="109683"/>
                </a:lnTo>
                <a:lnTo>
                  <a:pt x="299763" y="110672"/>
                </a:lnTo>
                <a:lnTo>
                  <a:pt x="300175" y="111647"/>
                </a:lnTo>
                <a:lnTo>
                  <a:pt x="300605" y="112607"/>
                </a:lnTo>
                <a:lnTo>
                  <a:pt x="301054" y="113550"/>
                </a:lnTo>
                <a:lnTo>
                  <a:pt x="301518" y="114475"/>
                </a:lnTo>
                <a:lnTo>
                  <a:pt x="302000" y="115381"/>
                </a:lnTo>
                <a:lnTo>
                  <a:pt x="302497" y="116269"/>
                </a:lnTo>
                <a:lnTo>
                  <a:pt x="303012" y="117139"/>
                </a:lnTo>
                <a:lnTo>
                  <a:pt x="303543" y="117991"/>
                </a:lnTo>
                <a:lnTo>
                  <a:pt x="304091" y="118824"/>
                </a:lnTo>
                <a:lnTo>
                  <a:pt x="304655" y="119638"/>
                </a:lnTo>
                <a:lnTo>
                  <a:pt x="305236" y="120435"/>
                </a:lnTo>
                <a:lnTo>
                  <a:pt x="305834" y="121213"/>
                </a:lnTo>
                <a:lnTo>
                  <a:pt x="306448" y="121973"/>
                </a:lnTo>
                <a:lnTo>
                  <a:pt x="307079" y="122714"/>
                </a:lnTo>
                <a:lnTo>
                  <a:pt x="307726" y="123437"/>
                </a:lnTo>
                <a:lnTo>
                  <a:pt x="308390" y="124142"/>
                </a:lnTo>
                <a:lnTo>
                  <a:pt x="309071" y="124828"/>
                </a:lnTo>
                <a:lnTo>
                  <a:pt x="309768" y="125496"/>
                </a:lnTo>
                <a:lnTo>
                  <a:pt x="310482" y="126146"/>
                </a:lnTo>
                <a:lnTo>
                  <a:pt x="311213" y="126777"/>
                </a:lnTo>
                <a:lnTo>
                  <a:pt x="311960" y="127391"/>
                </a:lnTo>
                <a:lnTo>
                  <a:pt x="312723" y="127985"/>
                </a:lnTo>
                <a:lnTo>
                  <a:pt x="313504" y="128562"/>
                </a:lnTo>
                <a:lnTo>
                  <a:pt x="314301" y="129120"/>
                </a:lnTo>
                <a:lnTo>
                  <a:pt x="315114" y="129659"/>
                </a:lnTo>
                <a:lnTo>
                  <a:pt x="315944" y="130181"/>
                </a:lnTo>
                <a:lnTo>
                  <a:pt x="316790" y="130682"/>
                </a:lnTo>
                <a:lnTo>
                  <a:pt x="317649" y="131162"/>
                </a:lnTo>
                <a:lnTo>
                  <a:pt x="318523" y="131621"/>
                </a:lnTo>
                <a:lnTo>
                  <a:pt x="319411" y="132058"/>
                </a:lnTo>
                <a:lnTo>
                  <a:pt x="320312" y="132474"/>
                </a:lnTo>
                <a:lnTo>
                  <a:pt x="321228" y="132869"/>
                </a:lnTo>
                <a:lnTo>
                  <a:pt x="322158" y="133242"/>
                </a:lnTo>
                <a:lnTo>
                  <a:pt x="323101" y="133594"/>
                </a:lnTo>
                <a:lnTo>
                  <a:pt x="324059" y="133925"/>
                </a:lnTo>
                <a:lnTo>
                  <a:pt x="325031" y="134234"/>
                </a:lnTo>
                <a:lnTo>
                  <a:pt x="326017" y="134522"/>
                </a:lnTo>
                <a:lnTo>
                  <a:pt x="327017" y="134789"/>
                </a:lnTo>
                <a:lnTo>
                  <a:pt x="328031" y="135034"/>
                </a:lnTo>
                <a:lnTo>
                  <a:pt x="329059" y="135258"/>
                </a:lnTo>
                <a:lnTo>
                  <a:pt x="330101" y="135460"/>
                </a:lnTo>
                <a:lnTo>
                  <a:pt x="331157" y="135642"/>
                </a:lnTo>
                <a:lnTo>
                  <a:pt x="332227" y="135802"/>
                </a:lnTo>
                <a:lnTo>
                  <a:pt x="333312" y="135940"/>
                </a:lnTo>
                <a:lnTo>
                  <a:pt x="334410" y="136058"/>
                </a:lnTo>
                <a:lnTo>
                  <a:pt x="335522" y="136154"/>
                </a:lnTo>
                <a:lnTo>
                  <a:pt x="336649" y="136228"/>
                </a:lnTo>
                <a:lnTo>
                  <a:pt x="337789" y="136282"/>
                </a:lnTo>
                <a:lnTo>
                  <a:pt x="338943" y="136314"/>
                </a:lnTo>
                <a:lnTo>
                  <a:pt x="340112" y="136324"/>
                </a:lnTo>
                <a:lnTo>
                  <a:pt x="341305" y="136314"/>
                </a:lnTo>
                <a:lnTo>
                  <a:pt x="342483" y="136282"/>
                </a:lnTo>
                <a:lnTo>
                  <a:pt x="343647" y="136228"/>
                </a:lnTo>
                <a:lnTo>
                  <a:pt x="344796" y="136154"/>
                </a:lnTo>
                <a:close/>
                <a:moveTo>
                  <a:pt x="336779" y="123070"/>
                </a:moveTo>
                <a:lnTo>
                  <a:pt x="335983" y="122993"/>
                </a:lnTo>
                <a:lnTo>
                  <a:pt x="335201" y="122900"/>
                </a:lnTo>
                <a:lnTo>
                  <a:pt x="334435" y="122790"/>
                </a:lnTo>
                <a:lnTo>
                  <a:pt x="333684" y="122663"/>
                </a:lnTo>
                <a:lnTo>
                  <a:pt x="332947" y="122520"/>
                </a:lnTo>
                <a:lnTo>
                  <a:pt x="332226" y="122359"/>
                </a:lnTo>
                <a:lnTo>
                  <a:pt x="331519" y="122181"/>
                </a:lnTo>
                <a:lnTo>
                  <a:pt x="330827" y="121987"/>
                </a:lnTo>
                <a:lnTo>
                  <a:pt x="330150" y="121775"/>
                </a:lnTo>
                <a:lnTo>
                  <a:pt x="329488" y="121547"/>
                </a:lnTo>
                <a:lnTo>
                  <a:pt x="328841" y="121301"/>
                </a:lnTo>
                <a:lnTo>
                  <a:pt x="328209" y="121039"/>
                </a:lnTo>
                <a:lnTo>
                  <a:pt x="327592" y="120760"/>
                </a:lnTo>
                <a:lnTo>
                  <a:pt x="326989" y="120464"/>
                </a:lnTo>
                <a:lnTo>
                  <a:pt x="326402" y="120150"/>
                </a:lnTo>
                <a:lnTo>
                  <a:pt x="325829" y="119821"/>
                </a:lnTo>
                <a:lnTo>
                  <a:pt x="325272" y="119474"/>
                </a:lnTo>
                <a:lnTo>
                  <a:pt x="324729" y="119110"/>
                </a:lnTo>
                <a:lnTo>
                  <a:pt x="324201" y="118729"/>
                </a:lnTo>
                <a:lnTo>
                  <a:pt x="323688" y="118331"/>
                </a:lnTo>
                <a:lnTo>
                  <a:pt x="323188" y="117919"/>
                </a:lnTo>
                <a:lnTo>
                  <a:pt x="322700" y="117493"/>
                </a:lnTo>
                <a:lnTo>
                  <a:pt x="322224" y="117054"/>
                </a:lnTo>
                <a:lnTo>
                  <a:pt x="321760" y="116603"/>
                </a:lnTo>
                <a:lnTo>
                  <a:pt x="321308" y="116139"/>
                </a:lnTo>
                <a:lnTo>
                  <a:pt x="320867" y="115662"/>
                </a:lnTo>
                <a:lnTo>
                  <a:pt x="320439" y="115172"/>
                </a:lnTo>
                <a:lnTo>
                  <a:pt x="320022" y="114670"/>
                </a:lnTo>
                <a:lnTo>
                  <a:pt x="319617" y="114155"/>
                </a:lnTo>
                <a:lnTo>
                  <a:pt x="319223" y="113626"/>
                </a:lnTo>
                <a:lnTo>
                  <a:pt x="318842" y="113085"/>
                </a:lnTo>
                <a:lnTo>
                  <a:pt x="318472" y="112531"/>
                </a:lnTo>
                <a:lnTo>
                  <a:pt x="318114" y="111965"/>
                </a:lnTo>
                <a:lnTo>
                  <a:pt x="317768" y="111385"/>
                </a:lnTo>
                <a:lnTo>
                  <a:pt x="317434" y="110793"/>
                </a:lnTo>
                <a:lnTo>
                  <a:pt x="317112" y="110188"/>
                </a:lnTo>
                <a:lnTo>
                  <a:pt x="316801" y="109570"/>
                </a:lnTo>
                <a:lnTo>
                  <a:pt x="316502" y="108939"/>
                </a:lnTo>
                <a:lnTo>
                  <a:pt x="316215" y="108295"/>
                </a:lnTo>
                <a:lnTo>
                  <a:pt x="315940" y="107639"/>
                </a:lnTo>
                <a:lnTo>
                  <a:pt x="315677" y="106970"/>
                </a:lnTo>
                <a:lnTo>
                  <a:pt x="315426" y="106288"/>
                </a:lnTo>
                <a:lnTo>
                  <a:pt x="315186" y="105593"/>
                </a:lnTo>
                <a:lnTo>
                  <a:pt x="314958" y="104885"/>
                </a:lnTo>
                <a:lnTo>
                  <a:pt x="314741" y="104167"/>
                </a:lnTo>
                <a:lnTo>
                  <a:pt x="314533" y="103441"/>
                </a:lnTo>
                <a:lnTo>
                  <a:pt x="314334" y="102707"/>
                </a:lnTo>
                <a:lnTo>
                  <a:pt x="314144" y="101965"/>
                </a:lnTo>
                <a:lnTo>
                  <a:pt x="313964" y="101214"/>
                </a:lnTo>
                <a:lnTo>
                  <a:pt x="313793" y="100456"/>
                </a:lnTo>
                <a:lnTo>
                  <a:pt x="313631" y="99690"/>
                </a:lnTo>
                <a:lnTo>
                  <a:pt x="313478" y="98916"/>
                </a:lnTo>
                <a:lnTo>
                  <a:pt x="313335" y="98134"/>
                </a:lnTo>
                <a:lnTo>
                  <a:pt x="313201" y="97343"/>
                </a:lnTo>
                <a:lnTo>
                  <a:pt x="313076" y="96545"/>
                </a:lnTo>
                <a:lnTo>
                  <a:pt x="312960" y="95739"/>
                </a:lnTo>
                <a:lnTo>
                  <a:pt x="312854" y="94925"/>
                </a:lnTo>
                <a:lnTo>
                  <a:pt x="312757" y="94103"/>
                </a:lnTo>
                <a:lnTo>
                  <a:pt x="312669" y="93272"/>
                </a:lnTo>
                <a:lnTo>
                  <a:pt x="312591" y="92434"/>
                </a:lnTo>
                <a:lnTo>
                  <a:pt x="312521" y="91588"/>
                </a:lnTo>
                <a:lnTo>
                  <a:pt x="312461" y="90734"/>
                </a:lnTo>
                <a:lnTo>
                  <a:pt x="312410" y="89871"/>
                </a:lnTo>
                <a:lnTo>
                  <a:pt x="312369" y="89001"/>
                </a:lnTo>
                <a:lnTo>
                  <a:pt x="312336" y="88123"/>
                </a:lnTo>
                <a:lnTo>
                  <a:pt x="312313" y="87237"/>
                </a:lnTo>
                <a:lnTo>
                  <a:pt x="312299" y="86342"/>
                </a:lnTo>
                <a:lnTo>
                  <a:pt x="312295" y="85440"/>
                </a:lnTo>
                <a:lnTo>
                  <a:pt x="312299" y="84520"/>
                </a:lnTo>
                <a:lnTo>
                  <a:pt x="312313" y="83609"/>
                </a:lnTo>
                <a:lnTo>
                  <a:pt x="312336" y="82706"/>
                </a:lnTo>
                <a:lnTo>
                  <a:pt x="312369" y="81811"/>
                </a:lnTo>
                <a:lnTo>
                  <a:pt x="312410" y="80924"/>
                </a:lnTo>
                <a:lnTo>
                  <a:pt x="312461" y="80045"/>
                </a:lnTo>
                <a:lnTo>
                  <a:pt x="312521" y="79175"/>
                </a:lnTo>
                <a:lnTo>
                  <a:pt x="312591" y="78312"/>
                </a:lnTo>
                <a:lnTo>
                  <a:pt x="312669" y="77458"/>
                </a:lnTo>
                <a:lnTo>
                  <a:pt x="312757" y="76613"/>
                </a:lnTo>
                <a:lnTo>
                  <a:pt x="312854" y="75775"/>
                </a:lnTo>
                <a:lnTo>
                  <a:pt x="312960" y="74945"/>
                </a:lnTo>
                <a:lnTo>
                  <a:pt x="313076" y="74124"/>
                </a:lnTo>
                <a:lnTo>
                  <a:pt x="313201" y="73311"/>
                </a:lnTo>
                <a:lnTo>
                  <a:pt x="313335" y="72506"/>
                </a:lnTo>
                <a:lnTo>
                  <a:pt x="313478" y="71710"/>
                </a:lnTo>
                <a:lnTo>
                  <a:pt x="313631" y="70921"/>
                </a:lnTo>
                <a:lnTo>
                  <a:pt x="313793" y="70141"/>
                </a:lnTo>
                <a:lnTo>
                  <a:pt x="313964" y="69369"/>
                </a:lnTo>
                <a:lnTo>
                  <a:pt x="314144" y="68605"/>
                </a:lnTo>
                <a:lnTo>
                  <a:pt x="314334" y="67849"/>
                </a:lnTo>
                <a:lnTo>
                  <a:pt x="314533" y="67102"/>
                </a:lnTo>
                <a:lnTo>
                  <a:pt x="314741" y="66362"/>
                </a:lnTo>
                <a:lnTo>
                  <a:pt x="314958" y="65631"/>
                </a:lnTo>
                <a:lnTo>
                  <a:pt x="315186" y="64911"/>
                </a:lnTo>
                <a:lnTo>
                  <a:pt x="315426" y="64203"/>
                </a:lnTo>
                <a:lnTo>
                  <a:pt x="315677" y="63509"/>
                </a:lnTo>
                <a:lnTo>
                  <a:pt x="315940" y="62828"/>
                </a:lnTo>
                <a:lnTo>
                  <a:pt x="316215" y="62159"/>
                </a:lnTo>
                <a:lnTo>
                  <a:pt x="316502" y="61504"/>
                </a:lnTo>
                <a:lnTo>
                  <a:pt x="316801" y="60861"/>
                </a:lnTo>
                <a:lnTo>
                  <a:pt x="317112" y="60232"/>
                </a:lnTo>
                <a:lnTo>
                  <a:pt x="317434" y="59616"/>
                </a:lnTo>
                <a:lnTo>
                  <a:pt x="317768" y="59012"/>
                </a:lnTo>
                <a:lnTo>
                  <a:pt x="318114" y="58422"/>
                </a:lnTo>
                <a:lnTo>
                  <a:pt x="318472" y="57845"/>
                </a:lnTo>
                <a:lnTo>
                  <a:pt x="318842" y="57281"/>
                </a:lnTo>
                <a:lnTo>
                  <a:pt x="319223" y="56729"/>
                </a:lnTo>
                <a:lnTo>
                  <a:pt x="319617" y="56191"/>
                </a:lnTo>
                <a:lnTo>
                  <a:pt x="320022" y="55666"/>
                </a:lnTo>
                <a:lnTo>
                  <a:pt x="320439" y="55154"/>
                </a:lnTo>
                <a:lnTo>
                  <a:pt x="320867" y="54654"/>
                </a:lnTo>
                <a:lnTo>
                  <a:pt x="321308" y="54168"/>
                </a:lnTo>
                <a:lnTo>
                  <a:pt x="321760" y="53695"/>
                </a:lnTo>
                <a:lnTo>
                  <a:pt x="322224" y="53235"/>
                </a:lnTo>
                <a:lnTo>
                  <a:pt x="322700" y="52788"/>
                </a:lnTo>
                <a:lnTo>
                  <a:pt x="323188" y="52353"/>
                </a:lnTo>
                <a:lnTo>
                  <a:pt x="323688" y="51932"/>
                </a:lnTo>
                <a:lnTo>
                  <a:pt x="324201" y="51526"/>
                </a:lnTo>
                <a:lnTo>
                  <a:pt x="324729" y="51137"/>
                </a:lnTo>
                <a:lnTo>
                  <a:pt x="325272" y="50766"/>
                </a:lnTo>
                <a:lnTo>
                  <a:pt x="325829" y="50411"/>
                </a:lnTo>
                <a:lnTo>
                  <a:pt x="326402" y="50074"/>
                </a:lnTo>
                <a:lnTo>
                  <a:pt x="326989" y="49754"/>
                </a:lnTo>
                <a:lnTo>
                  <a:pt x="327592" y="49452"/>
                </a:lnTo>
                <a:lnTo>
                  <a:pt x="328209" y="49167"/>
                </a:lnTo>
                <a:lnTo>
                  <a:pt x="328841" y="48899"/>
                </a:lnTo>
                <a:lnTo>
                  <a:pt x="329488" y="48648"/>
                </a:lnTo>
                <a:lnTo>
                  <a:pt x="330150" y="48415"/>
                </a:lnTo>
                <a:lnTo>
                  <a:pt x="330827" y="48199"/>
                </a:lnTo>
                <a:lnTo>
                  <a:pt x="331519" y="48000"/>
                </a:lnTo>
                <a:lnTo>
                  <a:pt x="332226" y="47818"/>
                </a:lnTo>
                <a:lnTo>
                  <a:pt x="332947" y="47654"/>
                </a:lnTo>
                <a:lnTo>
                  <a:pt x="333684" y="47507"/>
                </a:lnTo>
                <a:lnTo>
                  <a:pt x="334435" y="47378"/>
                </a:lnTo>
                <a:lnTo>
                  <a:pt x="335201" y="47265"/>
                </a:lnTo>
                <a:lnTo>
                  <a:pt x="335983" y="47170"/>
                </a:lnTo>
                <a:lnTo>
                  <a:pt x="336779" y="47092"/>
                </a:lnTo>
                <a:lnTo>
                  <a:pt x="337590" y="47032"/>
                </a:lnTo>
                <a:lnTo>
                  <a:pt x="338415" y="46989"/>
                </a:lnTo>
                <a:lnTo>
                  <a:pt x="339256" y="46963"/>
                </a:lnTo>
                <a:lnTo>
                  <a:pt x="340112" y="46954"/>
                </a:lnTo>
                <a:lnTo>
                  <a:pt x="340992" y="46963"/>
                </a:lnTo>
                <a:lnTo>
                  <a:pt x="341857" y="46989"/>
                </a:lnTo>
                <a:lnTo>
                  <a:pt x="342707" y="47032"/>
                </a:lnTo>
                <a:lnTo>
                  <a:pt x="343542" y="47092"/>
                </a:lnTo>
                <a:lnTo>
                  <a:pt x="344362" y="47170"/>
                </a:lnTo>
                <a:lnTo>
                  <a:pt x="345167" y="47265"/>
                </a:lnTo>
                <a:lnTo>
                  <a:pt x="345957" y="47378"/>
                </a:lnTo>
                <a:lnTo>
                  <a:pt x="346732" y="47507"/>
                </a:lnTo>
                <a:lnTo>
                  <a:pt x="347492" y="47654"/>
                </a:lnTo>
                <a:lnTo>
                  <a:pt x="348236" y="47818"/>
                </a:lnTo>
                <a:lnTo>
                  <a:pt x="348966" y="48000"/>
                </a:lnTo>
                <a:lnTo>
                  <a:pt x="349680" y="48199"/>
                </a:lnTo>
                <a:lnTo>
                  <a:pt x="350380" y="48415"/>
                </a:lnTo>
                <a:lnTo>
                  <a:pt x="351064" y="48648"/>
                </a:lnTo>
                <a:lnTo>
                  <a:pt x="351733" y="48899"/>
                </a:lnTo>
                <a:lnTo>
                  <a:pt x="352387" y="49167"/>
                </a:lnTo>
                <a:lnTo>
                  <a:pt x="353027" y="49452"/>
                </a:lnTo>
                <a:lnTo>
                  <a:pt x="353651" y="49754"/>
                </a:lnTo>
                <a:lnTo>
                  <a:pt x="354260" y="50074"/>
                </a:lnTo>
                <a:lnTo>
                  <a:pt x="354854" y="50411"/>
                </a:lnTo>
                <a:lnTo>
                  <a:pt x="355432" y="50766"/>
                </a:lnTo>
                <a:lnTo>
                  <a:pt x="355996" y="51137"/>
                </a:lnTo>
                <a:lnTo>
                  <a:pt x="356545" y="51526"/>
                </a:lnTo>
                <a:lnTo>
                  <a:pt x="357078" y="51932"/>
                </a:lnTo>
                <a:lnTo>
                  <a:pt x="357598" y="52353"/>
                </a:lnTo>
                <a:lnTo>
                  <a:pt x="358106" y="52788"/>
                </a:lnTo>
                <a:lnTo>
                  <a:pt x="358601" y="53235"/>
                </a:lnTo>
                <a:lnTo>
                  <a:pt x="359084" y="53695"/>
                </a:lnTo>
                <a:lnTo>
                  <a:pt x="359555" y="54168"/>
                </a:lnTo>
                <a:lnTo>
                  <a:pt x="360013" y="54654"/>
                </a:lnTo>
                <a:lnTo>
                  <a:pt x="360459" y="55154"/>
                </a:lnTo>
                <a:lnTo>
                  <a:pt x="360893" y="55666"/>
                </a:lnTo>
                <a:lnTo>
                  <a:pt x="361314" y="56191"/>
                </a:lnTo>
                <a:lnTo>
                  <a:pt x="361723" y="56729"/>
                </a:lnTo>
                <a:lnTo>
                  <a:pt x="362120" y="57281"/>
                </a:lnTo>
                <a:lnTo>
                  <a:pt x="362504" y="57845"/>
                </a:lnTo>
                <a:lnTo>
                  <a:pt x="362876" y="58422"/>
                </a:lnTo>
                <a:lnTo>
                  <a:pt x="363235" y="59012"/>
                </a:lnTo>
                <a:lnTo>
                  <a:pt x="363583" y="59616"/>
                </a:lnTo>
                <a:lnTo>
                  <a:pt x="363918" y="60232"/>
                </a:lnTo>
                <a:lnTo>
                  <a:pt x="364240" y="60861"/>
                </a:lnTo>
                <a:lnTo>
                  <a:pt x="364551" y="61504"/>
                </a:lnTo>
                <a:lnTo>
                  <a:pt x="364849" y="62159"/>
                </a:lnTo>
                <a:lnTo>
                  <a:pt x="365134" y="62828"/>
                </a:lnTo>
                <a:lnTo>
                  <a:pt x="365408" y="63509"/>
                </a:lnTo>
                <a:lnTo>
                  <a:pt x="365669" y="64203"/>
                </a:lnTo>
                <a:lnTo>
                  <a:pt x="365917" y="64911"/>
                </a:lnTo>
                <a:lnTo>
                  <a:pt x="366154" y="65631"/>
                </a:lnTo>
                <a:lnTo>
                  <a:pt x="366379" y="66362"/>
                </a:lnTo>
                <a:lnTo>
                  <a:pt x="366595" y="67102"/>
                </a:lnTo>
                <a:lnTo>
                  <a:pt x="366801" y="67849"/>
                </a:lnTo>
                <a:lnTo>
                  <a:pt x="366998" y="68605"/>
                </a:lnTo>
                <a:lnTo>
                  <a:pt x="367185" y="69369"/>
                </a:lnTo>
                <a:lnTo>
                  <a:pt x="367362" y="70141"/>
                </a:lnTo>
                <a:lnTo>
                  <a:pt x="367530" y="70921"/>
                </a:lnTo>
                <a:lnTo>
                  <a:pt x="367688" y="71710"/>
                </a:lnTo>
                <a:lnTo>
                  <a:pt x="367837" y="72506"/>
                </a:lnTo>
                <a:lnTo>
                  <a:pt x="367976" y="73311"/>
                </a:lnTo>
                <a:lnTo>
                  <a:pt x="368105" y="74124"/>
                </a:lnTo>
                <a:lnTo>
                  <a:pt x="368225" y="74945"/>
                </a:lnTo>
                <a:lnTo>
                  <a:pt x="368335" y="75775"/>
                </a:lnTo>
                <a:lnTo>
                  <a:pt x="368436" y="76613"/>
                </a:lnTo>
                <a:lnTo>
                  <a:pt x="368527" y="77458"/>
                </a:lnTo>
                <a:lnTo>
                  <a:pt x="368609" y="78312"/>
                </a:lnTo>
                <a:lnTo>
                  <a:pt x="368681" y="79175"/>
                </a:lnTo>
                <a:lnTo>
                  <a:pt x="368743" y="80045"/>
                </a:lnTo>
                <a:lnTo>
                  <a:pt x="368796" y="80924"/>
                </a:lnTo>
                <a:lnTo>
                  <a:pt x="368839" y="81811"/>
                </a:lnTo>
                <a:lnTo>
                  <a:pt x="368872" y="82706"/>
                </a:lnTo>
                <a:lnTo>
                  <a:pt x="368896" y="83609"/>
                </a:lnTo>
                <a:lnTo>
                  <a:pt x="368911" y="84520"/>
                </a:lnTo>
                <a:lnTo>
                  <a:pt x="368916" y="85440"/>
                </a:lnTo>
                <a:lnTo>
                  <a:pt x="368911" y="86342"/>
                </a:lnTo>
                <a:lnTo>
                  <a:pt x="368896" y="87237"/>
                </a:lnTo>
                <a:lnTo>
                  <a:pt x="368872" y="88123"/>
                </a:lnTo>
                <a:lnTo>
                  <a:pt x="368839" y="89001"/>
                </a:lnTo>
                <a:lnTo>
                  <a:pt x="368796" y="89871"/>
                </a:lnTo>
                <a:lnTo>
                  <a:pt x="368743" y="90734"/>
                </a:lnTo>
                <a:lnTo>
                  <a:pt x="368681" y="91588"/>
                </a:lnTo>
                <a:lnTo>
                  <a:pt x="368609" y="92434"/>
                </a:lnTo>
                <a:lnTo>
                  <a:pt x="368527" y="93272"/>
                </a:lnTo>
                <a:lnTo>
                  <a:pt x="368436" y="94103"/>
                </a:lnTo>
                <a:lnTo>
                  <a:pt x="368335" y="94925"/>
                </a:lnTo>
                <a:lnTo>
                  <a:pt x="368225" y="95739"/>
                </a:lnTo>
                <a:lnTo>
                  <a:pt x="368105" y="96545"/>
                </a:lnTo>
                <a:lnTo>
                  <a:pt x="367976" y="97343"/>
                </a:lnTo>
                <a:lnTo>
                  <a:pt x="367837" y="98134"/>
                </a:lnTo>
                <a:lnTo>
                  <a:pt x="367688" y="98916"/>
                </a:lnTo>
                <a:lnTo>
                  <a:pt x="367530" y="99690"/>
                </a:lnTo>
                <a:lnTo>
                  <a:pt x="367362" y="100456"/>
                </a:lnTo>
                <a:lnTo>
                  <a:pt x="367185" y="101214"/>
                </a:lnTo>
                <a:lnTo>
                  <a:pt x="366998" y="101965"/>
                </a:lnTo>
                <a:lnTo>
                  <a:pt x="366801" y="102707"/>
                </a:lnTo>
                <a:lnTo>
                  <a:pt x="366595" y="103441"/>
                </a:lnTo>
                <a:lnTo>
                  <a:pt x="366379" y="104167"/>
                </a:lnTo>
                <a:lnTo>
                  <a:pt x="366154" y="104885"/>
                </a:lnTo>
                <a:lnTo>
                  <a:pt x="365917" y="105593"/>
                </a:lnTo>
                <a:lnTo>
                  <a:pt x="365669" y="106288"/>
                </a:lnTo>
                <a:lnTo>
                  <a:pt x="365408" y="106970"/>
                </a:lnTo>
                <a:lnTo>
                  <a:pt x="365134" y="107639"/>
                </a:lnTo>
                <a:lnTo>
                  <a:pt x="364849" y="108295"/>
                </a:lnTo>
                <a:lnTo>
                  <a:pt x="364551" y="108939"/>
                </a:lnTo>
                <a:lnTo>
                  <a:pt x="364240" y="109570"/>
                </a:lnTo>
                <a:lnTo>
                  <a:pt x="363918" y="110188"/>
                </a:lnTo>
                <a:lnTo>
                  <a:pt x="363583" y="110793"/>
                </a:lnTo>
                <a:lnTo>
                  <a:pt x="363235" y="111385"/>
                </a:lnTo>
                <a:lnTo>
                  <a:pt x="362876" y="111965"/>
                </a:lnTo>
                <a:lnTo>
                  <a:pt x="362504" y="112531"/>
                </a:lnTo>
                <a:lnTo>
                  <a:pt x="362120" y="113085"/>
                </a:lnTo>
                <a:lnTo>
                  <a:pt x="361723" y="113626"/>
                </a:lnTo>
                <a:lnTo>
                  <a:pt x="361314" y="114155"/>
                </a:lnTo>
                <a:lnTo>
                  <a:pt x="360893" y="114670"/>
                </a:lnTo>
                <a:lnTo>
                  <a:pt x="360459" y="115172"/>
                </a:lnTo>
                <a:lnTo>
                  <a:pt x="360013" y="115662"/>
                </a:lnTo>
                <a:lnTo>
                  <a:pt x="359555" y="116139"/>
                </a:lnTo>
                <a:lnTo>
                  <a:pt x="359084" y="116603"/>
                </a:lnTo>
                <a:lnTo>
                  <a:pt x="358601" y="117054"/>
                </a:lnTo>
                <a:lnTo>
                  <a:pt x="358106" y="117493"/>
                </a:lnTo>
                <a:lnTo>
                  <a:pt x="357598" y="117919"/>
                </a:lnTo>
                <a:lnTo>
                  <a:pt x="357078" y="118331"/>
                </a:lnTo>
                <a:lnTo>
                  <a:pt x="356545" y="118729"/>
                </a:lnTo>
                <a:lnTo>
                  <a:pt x="355996" y="119110"/>
                </a:lnTo>
                <a:lnTo>
                  <a:pt x="355432" y="119474"/>
                </a:lnTo>
                <a:lnTo>
                  <a:pt x="354854" y="119821"/>
                </a:lnTo>
                <a:lnTo>
                  <a:pt x="354260" y="120150"/>
                </a:lnTo>
                <a:lnTo>
                  <a:pt x="353651" y="120464"/>
                </a:lnTo>
                <a:lnTo>
                  <a:pt x="353027" y="120760"/>
                </a:lnTo>
                <a:lnTo>
                  <a:pt x="352387" y="121039"/>
                </a:lnTo>
                <a:lnTo>
                  <a:pt x="351733" y="121301"/>
                </a:lnTo>
                <a:lnTo>
                  <a:pt x="351064" y="121547"/>
                </a:lnTo>
                <a:lnTo>
                  <a:pt x="350380" y="121775"/>
                </a:lnTo>
                <a:lnTo>
                  <a:pt x="349680" y="121987"/>
                </a:lnTo>
                <a:lnTo>
                  <a:pt x="348966" y="122181"/>
                </a:lnTo>
                <a:lnTo>
                  <a:pt x="348236" y="122359"/>
                </a:lnTo>
                <a:lnTo>
                  <a:pt x="347492" y="122520"/>
                </a:lnTo>
                <a:lnTo>
                  <a:pt x="346732" y="122663"/>
                </a:lnTo>
                <a:lnTo>
                  <a:pt x="345957" y="122790"/>
                </a:lnTo>
                <a:lnTo>
                  <a:pt x="345167" y="122900"/>
                </a:lnTo>
                <a:lnTo>
                  <a:pt x="344362" y="122993"/>
                </a:lnTo>
                <a:lnTo>
                  <a:pt x="343542" y="123070"/>
                </a:lnTo>
                <a:lnTo>
                  <a:pt x="342707" y="123129"/>
                </a:lnTo>
                <a:lnTo>
                  <a:pt x="341857" y="123171"/>
                </a:lnTo>
                <a:lnTo>
                  <a:pt x="340992" y="123196"/>
                </a:lnTo>
                <a:lnTo>
                  <a:pt x="340112" y="123205"/>
                </a:lnTo>
                <a:lnTo>
                  <a:pt x="339256" y="123196"/>
                </a:lnTo>
                <a:lnTo>
                  <a:pt x="338415" y="123171"/>
                </a:lnTo>
                <a:lnTo>
                  <a:pt x="337590" y="123129"/>
                </a:lnTo>
                <a:lnTo>
                  <a:pt x="336779" y="123070"/>
                </a:lnTo>
                <a:close/>
                <a:moveTo>
                  <a:pt x="571325" y="136210"/>
                </a:moveTo>
                <a:lnTo>
                  <a:pt x="572285" y="136146"/>
                </a:lnTo>
                <a:lnTo>
                  <a:pt x="573234" y="136067"/>
                </a:lnTo>
                <a:lnTo>
                  <a:pt x="574172" y="135974"/>
                </a:lnTo>
                <a:lnTo>
                  <a:pt x="575098" y="135867"/>
                </a:lnTo>
                <a:lnTo>
                  <a:pt x="576013" y="135745"/>
                </a:lnTo>
                <a:lnTo>
                  <a:pt x="576917" y="135609"/>
                </a:lnTo>
                <a:lnTo>
                  <a:pt x="577809" y="135459"/>
                </a:lnTo>
                <a:lnTo>
                  <a:pt x="578691" y="135295"/>
                </a:lnTo>
                <a:lnTo>
                  <a:pt x="579560" y="135116"/>
                </a:lnTo>
                <a:lnTo>
                  <a:pt x="580419" y="134923"/>
                </a:lnTo>
                <a:lnTo>
                  <a:pt x="581266" y="134716"/>
                </a:lnTo>
                <a:lnTo>
                  <a:pt x="582102" y="134494"/>
                </a:lnTo>
                <a:lnTo>
                  <a:pt x="582926" y="134258"/>
                </a:lnTo>
                <a:lnTo>
                  <a:pt x="583740" y="134008"/>
                </a:lnTo>
                <a:lnTo>
                  <a:pt x="584542" y="133743"/>
                </a:lnTo>
                <a:lnTo>
                  <a:pt x="585332" y="133464"/>
                </a:lnTo>
                <a:lnTo>
                  <a:pt x="586112" y="133171"/>
                </a:lnTo>
                <a:lnTo>
                  <a:pt x="586880" y="132864"/>
                </a:lnTo>
                <a:lnTo>
                  <a:pt x="587637" y="132542"/>
                </a:lnTo>
                <a:lnTo>
                  <a:pt x="588382" y="132206"/>
                </a:lnTo>
                <a:lnTo>
                  <a:pt x="589115" y="131857"/>
                </a:lnTo>
                <a:lnTo>
                  <a:pt x="589834" y="131495"/>
                </a:lnTo>
                <a:lnTo>
                  <a:pt x="590540" y="131122"/>
                </a:lnTo>
                <a:lnTo>
                  <a:pt x="591232" y="130736"/>
                </a:lnTo>
                <a:lnTo>
                  <a:pt x="591910" y="130339"/>
                </a:lnTo>
                <a:lnTo>
                  <a:pt x="592574" y="129929"/>
                </a:lnTo>
                <a:lnTo>
                  <a:pt x="593225" y="129508"/>
                </a:lnTo>
                <a:lnTo>
                  <a:pt x="593862" y="129074"/>
                </a:lnTo>
                <a:lnTo>
                  <a:pt x="594486" y="128629"/>
                </a:lnTo>
                <a:lnTo>
                  <a:pt x="595095" y="128171"/>
                </a:lnTo>
                <a:lnTo>
                  <a:pt x="595691" y="127702"/>
                </a:lnTo>
                <a:lnTo>
                  <a:pt x="596274" y="127220"/>
                </a:lnTo>
                <a:lnTo>
                  <a:pt x="596842" y="126726"/>
                </a:lnTo>
                <a:lnTo>
                  <a:pt x="597397" y="126221"/>
                </a:lnTo>
                <a:lnTo>
                  <a:pt x="597938" y="125703"/>
                </a:lnTo>
                <a:lnTo>
                  <a:pt x="598466" y="125174"/>
                </a:lnTo>
                <a:lnTo>
                  <a:pt x="598979" y="124632"/>
                </a:lnTo>
                <a:lnTo>
                  <a:pt x="599479" y="124078"/>
                </a:lnTo>
                <a:lnTo>
                  <a:pt x="599966" y="123513"/>
                </a:lnTo>
                <a:lnTo>
                  <a:pt x="600439" y="122935"/>
                </a:lnTo>
                <a:lnTo>
                  <a:pt x="600897" y="122346"/>
                </a:lnTo>
                <a:lnTo>
                  <a:pt x="601343" y="121744"/>
                </a:lnTo>
                <a:lnTo>
                  <a:pt x="601774" y="121130"/>
                </a:lnTo>
                <a:lnTo>
                  <a:pt x="602192" y="120505"/>
                </a:lnTo>
                <a:lnTo>
                  <a:pt x="602595" y="119868"/>
                </a:lnTo>
                <a:lnTo>
                  <a:pt x="602982" y="119221"/>
                </a:lnTo>
                <a:lnTo>
                  <a:pt x="603353" y="118564"/>
                </a:lnTo>
                <a:lnTo>
                  <a:pt x="603707" y="117897"/>
                </a:lnTo>
                <a:lnTo>
                  <a:pt x="604046" y="117220"/>
                </a:lnTo>
                <a:lnTo>
                  <a:pt x="604368" y="116533"/>
                </a:lnTo>
                <a:lnTo>
                  <a:pt x="604675" y="115836"/>
                </a:lnTo>
                <a:lnTo>
                  <a:pt x="604965" y="115129"/>
                </a:lnTo>
                <a:lnTo>
                  <a:pt x="605239" y="114412"/>
                </a:lnTo>
                <a:lnTo>
                  <a:pt x="605497" y="113685"/>
                </a:lnTo>
                <a:lnTo>
                  <a:pt x="605739" y="112947"/>
                </a:lnTo>
                <a:lnTo>
                  <a:pt x="605965" y="112200"/>
                </a:lnTo>
                <a:lnTo>
                  <a:pt x="606175" y="111443"/>
                </a:lnTo>
                <a:lnTo>
                  <a:pt x="606369" y="110675"/>
                </a:lnTo>
                <a:lnTo>
                  <a:pt x="606546" y="109898"/>
                </a:lnTo>
                <a:lnTo>
                  <a:pt x="606708" y="109110"/>
                </a:lnTo>
                <a:lnTo>
                  <a:pt x="606853" y="108312"/>
                </a:lnTo>
                <a:lnTo>
                  <a:pt x="606983" y="107505"/>
                </a:lnTo>
                <a:lnTo>
                  <a:pt x="607096" y="106687"/>
                </a:lnTo>
                <a:lnTo>
                  <a:pt x="607193" y="105859"/>
                </a:lnTo>
                <a:lnTo>
                  <a:pt x="607274" y="105021"/>
                </a:lnTo>
                <a:lnTo>
                  <a:pt x="607339" y="104173"/>
                </a:lnTo>
                <a:lnTo>
                  <a:pt x="607388" y="103315"/>
                </a:lnTo>
                <a:lnTo>
                  <a:pt x="607420" y="102447"/>
                </a:lnTo>
                <a:lnTo>
                  <a:pt x="591144" y="102447"/>
                </a:lnTo>
                <a:lnTo>
                  <a:pt x="591109" y="103294"/>
                </a:lnTo>
                <a:lnTo>
                  <a:pt x="591054" y="104124"/>
                </a:lnTo>
                <a:lnTo>
                  <a:pt x="590978" y="104938"/>
                </a:lnTo>
                <a:lnTo>
                  <a:pt x="590881" y="105735"/>
                </a:lnTo>
                <a:lnTo>
                  <a:pt x="590764" y="106515"/>
                </a:lnTo>
                <a:lnTo>
                  <a:pt x="590626" y="107278"/>
                </a:lnTo>
                <a:lnTo>
                  <a:pt x="590468" y="108025"/>
                </a:lnTo>
                <a:lnTo>
                  <a:pt x="590289" y="108754"/>
                </a:lnTo>
                <a:lnTo>
                  <a:pt x="590090" y="109468"/>
                </a:lnTo>
                <a:lnTo>
                  <a:pt x="589870" y="110164"/>
                </a:lnTo>
                <a:lnTo>
                  <a:pt x="589630" y="110844"/>
                </a:lnTo>
                <a:lnTo>
                  <a:pt x="589369" y="111507"/>
                </a:lnTo>
                <a:lnTo>
                  <a:pt x="589087" y="112153"/>
                </a:lnTo>
                <a:lnTo>
                  <a:pt x="588785" y="112782"/>
                </a:lnTo>
                <a:lnTo>
                  <a:pt x="588462" y="113395"/>
                </a:lnTo>
                <a:lnTo>
                  <a:pt x="588119" y="113991"/>
                </a:lnTo>
                <a:lnTo>
                  <a:pt x="587755" y="114570"/>
                </a:lnTo>
                <a:lnTo>
                  <a:pt x="587371" y="115132"/>
                </a:lnTo>
                <a:lnTo>
                  <a:pt x="586966" y="115678"/>
                </a:lnTo>
                <a:lnTo>
                  <a:pt x="586541" y="116207"/>
                </a:lnTo>
                <a:lnTo>
                  <a:pt x="586095" y="116719"/>
                </a:lnTo>
                <a:lnTo>
                  <a:pt x="585628" y="117215"/>
                </a:lnTo>
                <a:lnTo>
                  <a:pt x="585141" y="117694"/>
                </a:lnTo>
                <a:lnTo>
                  <a:pt x="584634" y="118156"/>
                </a:lnTo>
                <a:lnTo>
                  <a:pt x="584107" y="118600"/>
                </a:lnTo>
                <a:lnTo>
                  <a:pt x="583564" y="119025"/>
                </a:lnTo>
                <a:lnTo>
                  <a:pt x="583005" y="119432"/>
                </a:lnTo>
                <a:lnTo>
                  <a:pt x="582428" y="119819"/>
                </a:lnTo>
                <a:lnTo>
                  <a:pt x="581835" y="120188"/>
                </a:lnTo>
                <a:lnTo>
                  <a:pt x="581224" y="120537"/>
                </a:lnTo>
                <a:lnTo>
                  <a:pt x="580597" y="120868"/>
                </a:lnTo>
                <a:lnTo>
                  <a:pt x="579954" y="121180"/>
                </a:lnTo>
                <a:lnTo>
                  <a:pt x="579293" y="121473"/>
                </a:lnTo>
                <a:lnTo>
                  <a:pt x="578616" y="121747"/>
                </a:lnTo>
                <a:lnTo>
                  <a:pt x="577922" y="122002"/>
                </a:lnTo>
                <a:lnTo>
                  <a:pt x="577211" y="122239"/>
                </a:lnTo>
                <a:lnTo>
                  <a:pt x="576483" y="122456"/>
                </a:lnTo>
                <a:lnTo>
                  <a:pt x="575739" y="122654"/>
                </a:lnTo>
                <a:lnTo>
                  <a:pt x="574978" y="122834"/>
                </a:lnTo>
                <a:lnTo>
                  <a:pt x="574200" y="122995"/>
                </a:lnTo>
                <a:lnTo>
                  <a:pt x="573405" y="123136"/>
                </a:lnTo>
                <a:lnTo>
                  <a:pt x="572593" y="123259"/>
                </a:lnTo>
                <a:lnTo>
                  <a:pt x="571765" y="123363"/>
                </a:lnTo>
                <a:lnTo>
                  <a:pt x="570920" y="123448"/>
                </a:lnTo>
                <a:lnTo>
                  <a:pt x="570058" y="123514"/>
                </a:lnTo>
                <a:lnTo>
                  <a:pt x="569179" y="123562"/>
                </a:lnTo>
                <a:lnTo>
                  <a:pt x="568284" y="123590"/>
                </a:lnTo>
                <a:lnTo>
                  <a:pt x="567371" y="123600"/>
                </a:lnTo>
                <a:lnTo>
                  <a:pt x="566515" y="123591"/>
                </a:lnTo>
                <a:lnTo>
                  <a:pt x="565673" y="123565"/>
                </a:lnTo>
                <a:lnTo>
                  <a:pt x="564845" y="123522"/>
                </a:lnTo>
                <a:lnTo>
                  <a:pt x="564031" y="123462"/>
                </a:lnTo>
                <a:lnTo>
                  <a:pt x="563231" y="123385"/>
                </a:lnTo>
                <a:lnTo>
                  <a:pt x="562445" y="123291"/>
                </a:lnTo>
                <a:lnTo>
                  <a:pt x="561673" y="123179"/>
                </a:lnTo>
                <a:lnTo>
                  <a:pt x="560916" y="123051"/>
                </a:lnTo>
                <a:lnTo>
                  <a:pt x="560172" y="122905"/>
                </a:lnTo>
                <a:lnTo>
                  <a:pt x="559442" y="122742"/>
                </a:lnTo>
                <a:lnTo>
                  <a:pt x="558726" y="122562"/>
                </a:lnTo>
                <a:lnTo>
                  <a:pt x="558025" y="122365"/>
                </a:lnTo>
                <a:lnTo>
                  <a:pt x="557337" y="122151"/>
                </a:lnTo>
                <a:lnTo>
                  <a:pt x="556664" y="121919"/>
                </a:lnTo>
                <a:lnTo>
                  <a:pt x="556004" y="121670"/>
                </a:lnTo>
                <a:lnTo>
                  <a:pt x="555359" y="121405"/>
                </a:lnTo>
                <a:lnTo>
                  <a:pt x="554727" y="121122"/>
                </a:lnTo>
                <a:lnTo>
                  <a:pt x="554110" y="120822"/>
                </a:lnTo>
                <a:lnTo>
                  <a:pt x="553507" y="120504"/>
                </a:lnTo>
                <a:lnTo>
                  <a:pt x="552917" y="120170"/>
                </a:lnTo>
                <a:lnTo>
                  <a:pt x="552342" y="119819"/>
                </a:lnTo>
                <a:lnTo>
                  <a:pt x="551781" y="119450"/>
                </a:lnTo>
                <a:lnTo>
                  <a:pt x="551234" y="119064"/>
                </a:lnTo>
                <a:lnTo>
                  <a:pt x="550701" y="118661"/>
                </a:lnTo>
                <a:lnTo>
                  <a:pt x="550180" y="118244"/>
                </a:lnTo>
                <a:lnTo>
                  <a:pt x="549672" y="117816"/>
                </a:lnTo>
                <a:lnTo>
                  <a:pt x="549175" y="117376"/>
                </a:lnTo>
                <a:lnTo>
                  <a:pt x="548691" y="116925"/>
                </a:lnTo>
                <a:lnTo>
                  <a:pt x="548218" y="116463"/>
                </a:lnTo>
                <a:lnTo>
                  <a:pt x="547757" y="115990"/>
                </a:lnTo>
                <a:lnTo>
                  <a:pt x="547307" y="115505"/>
                </a:lnTo>
                <a:lnTo>
                  <a:pt x="546870" y="115009"/>
                </a:lnTo>
                <a:lnTo>
                  <a:pt x="546444" y="114502"/>
                </a:lnTo>
                <a:lnTo>
                  <a:pt x="546030" y="113983"/>
                </a:lnTo>
                <a:lnTo>
                  <a:pt x="545628" y="113454"/>
                </a:lnTo>
                <a:lnTo>
                  <a:pt x="545238" y="112913"/>
                </a:lnTo>
                <a:lnTo>
                  <a:pt x="544860" y="112361"/>
                </a:lnTo>
                <a:lnTo>
                  <a:pt x="544493" y="111797"/>
                </a:lnTo>
                <a:lnTo>
                  <a:pt x="544139" y="111223"/>
                </a:lnTo>
                <a:lnTo>
                  <a:pt x="543796" y="110637"/>
                </a:lnTo>
                <a:lnTo>
                  <a:pt x="543464" y="110040"/>
                </a:lnTo>
                <a:lnTo>
                  <a:pt x="543145" y="109431"/>
                </a:lnTo>
                <a:lnTo>
                  <a:pt x="542838" y="108812"/>
                </a:lnTo>
                <a:lnTo>
                  <a:pt x="542542" y="108181"/>
                </a:lnTo>
                <a:lnTo>
                  <a:pt x="542258" y="107539"/>
                </a:lnTo>
                <a:lnTo>
                  <a:pt x="541986" y="106885"/>
                </a:lnTo>
                <a:lnTo>
                  <a:pt x="541726" y="106221"/>
                </a:lnTo>
                <a:lnTo>
                  <a:pt x="541477" y="105545"/>
                </a:lnTo>
                <a:lnTo>
                  <a:pt x="541240" y="104861"/>
                </a:lnTo>
                <a:lnTo>
                  <a:pt x="541012" y="104171"/>
                </a:lnTo>
                <a:lnTo>
                  <a:pt x="540794" y="103475"/>
                </a:lnTo>
                <a:lnTo>
                  <a:pt x="540586" y="102774"/>
                </a:lnTo>
                <a:lnTo>
                  <a:pt x="540387" y="102068"/>
                </a:lnTo>
                <a:lnTo>
                  <a:pt x="540198" y="101356"/>
                </a:lnTo>
                <a:lnTo>
                  <a:pt x="540019" y="100639"/>
                </a:lnTo>
                <a:lnTo>
                  <a:pt x="539850" y="99916"/>
                </a:lnTo>
                <a:lnTo>
                  <a:pt x="539690" y="99187"/>
                </a:lnTo>
                <a:lnTo>
                  <a:pt x="539541" y="98453"/>
                </a:lnTo>
                <a:lnTo>
                  <a:pt x="539401" y="97713"/>
                </a:lnTo>
                <a:lnTo>
                  <a:pt x="539270" y="96968"/>
                </a:lnTo>
                <a:lnTo>
                  <a:pt x="539150" y="96218"/>
                </a:lnTo>
                <a:lnTo>
                  <a:pt x="539039" y="95461"/>
                </a:lnTo>
                <a:lnTo>
                  <a:pt x="538938" y="94700"/>
                </a:lnTo>
                <a:lnTo>
                  <a:pt x="538847" y="93932"/>
                </a:lnTo>
                <a:lnTo>
                  <a:pt x="538766" y="93160"/>
                </a:lnTo>
                <a:lnTo>
                  <a:pt x="538694" y="92381"/>
                </a:lnTo>
                <a:lnTo>
                  <a:pt x="538632" y="91597"/>
                </a:lnTo>
                <a:lnTo>
                  <a:pt x="538580" y="90808"/>
                </a:lnTo>
                <a:lnTo>
                  <a:pt x="538537" y="90013"/>
                </a:lnTo>
                <a:lnTo>
                  <a:pt x="538505" y="89212"/>
                </a:lnTo>
                <a:lnTo>
                  <a:pt x="538482" y="88406"/>
                </a:lnTo>
                <a:lnTo>
                  <a:pt x="538469" y="87595"/>
                </a:lnTo>
                <a:lnTo>
                  <a:pt x="606927" y="87595"/>
                </a:lnTo>
                <a:lnTo>
                  <a:pt x="606943" y="87517"/>
                </a:lnTo>
                <a:lnTo>
                  <a:pt x="606959" y="87435"/>
                </a:lnTo>
                <a:lnTo>
                  <a:pt x="606975" y="87349"/>
                </a:lnTo>
                <a:lnTo>
                  <a:pt x="606990" y="87258"/>
                </a:lnTo>
                <a:lnTo>
                  <a:pt x="607005" y="87164"/>
                </a:lnTo>
                <a:lnTo>
                  <a:pt x="607020" y="87066"/>
                </a:lnTo>
                <a:lnTo>
                  <a:pt x="607034" y="86963"/>
                </a:lnTo>
                <a:lnTo>
                  <a:pt x="607048" y="86857"/>
                </a:lnTo>
                <a:lnTo>
                  <a:pt x="607061" y="86747"/>
                </a:lnTo>
                <a:lnTo>
                  <a:pt x="607074" y="86632"/>
                </a:lnTo>
                <a:lnTo>
                  <a:pt x="607087" y="86514"/>
                </a:lnTo>
                <a:lnTo>
                  <a:pt x="607100" y="86391"/>
                </a:lnTo>
                <a:lnTo>
                  <a:pt x="607112" y="86264"/>
                </a:lnTo>
                <a:lnTo>
                  <a:pt x="607124" y="86134"/>
                </a:lnTo>
                <a:lnTo>
                  <a:pt x="607135" y="85999"/>
                </a:lnTo>
                <a:lnTo>
                  <a:pt x="607146" y="85860"/>
                </a:lnTo>
                <a:lnTo>
                  <a:pt x="607157" y="85718"/>
                </a:lnTo>
                <a:lnTo>
                  <a:pt x="607167" y="85571"/>
                </a:lnTo>
                <a:lnTo>
                  <a:pt x="607178" y="85420"/>
                </a:lnTo>
                <a:lnTo>
                  <a:pt x="607187" y="85265"/>
                </a:lnTo>
                <a:lnTo>
                  <a:pt x="607197" y="85106"/>
                </a:lnTo>
                <a:lnTo>
                  <a:pt x="607206" y="84943"/>
                </a:lnTo>
                <a:lnTo>
                  <a:pt x="607215" y="84776"/>
                </a:lnTo>
                <a:lnTo>
                  <a:pt x="607223" y="84605"/>
                </a:lnTo>
                <a:lnTo>
                  <a:pt x="607231" y="84432"/>
                </a:lnTo>
                <a:lnTo>
                  <a:pt x="607239" y="84262"/>
                </a:lnTo>
                <a:lnTo>
                  <a:pt x="607246" y="84093"/>
                </a:lnTo>
                <a:lnTo>
                  <a:pt x="607253" y="83927"/>
                </a:lnTo>
                <a:lnTo>
                  <a:pt x="607260" y="83762"/>
                </a:lnTo>
                <a:lnTo>
                  <a:pt x="607266" y="83599"/>
                </a:lnTo>
                <a:lnTo>
                  <a:pt x="607272" y="83438"/>
                </a:lnTo>
                <a:lnTo>
                  <a:pt x="607278" y="83280"/>
                </a:lnTo>
                <a:lnTo>
                  <a:pt x="607283" y="83123"/>
                </a:lnTo>
                <a:lnTo>
                  <a:pt x="607288" y="82968"/>
                </a:lnTo>
                <a:lnTo>
                  <a:pt x="607293" y="82815"/>
                </a:lnTo>
                <a:lnTo>
                  <a:pt x="607297" y="82663"/>
                </a:lnTo>
                <a:lnTo>
                  <a:pt x="607301" y="82514"/>
                </a:lnTo>
                <a:lnTo>
                  <a:pt x="607304" y="82367"/>
                </a:lnTo>
                <a:lnTo>
                  <a:pt x="607308" y="82222"/>
                </a:lnTo>
                <a:lnTo>
                  <a:pt x="607311" y="82078"/>
                </a:lnTo>
                <a:lnTo>
                  <a:pt x="607313" y="81937"/>
                </a:lnTo>
                <a:lnTo>
                  <a:pt x="607315" y="81797"/>
                </a:lnTo>
                <a:lnTo>
                  <a:pt x="607317" y="81660"/>
                </a:lnTo>
                <a:lnTo>
                  <a:pt x="607319" y="81524"/>
                </a:lnTo>
                <a:lnTo>
                  <a:pt x="607320" y="81391"/>
                </a:lnTo>
                <a:lnTo>
                  <a:pt x="607321" y="81259"/>
                </a:lnTo>
                <a:lnTo>
                  <a:pt x="607321" y="81129"/>
                </a:lnTo>
                <a:lnTo>
                  <a:pt x="607322" y="81001"/>
                </a:lnTo>
                <a:lnTo>
                  <a:pt x="607302" y="79118"/>
                </a:lnTo>
                <a:lnTo>
                  <a:pt x="607244" y="77271"/>
                </a:lnTo>
                <a:lnTo>
                  <a:pt x="607147" y="75462"/>
                </a:lnTo>
                <a:lnTo>
                  <a:pt x="607012" y="73689"/>
                </a:lnTo>
                <a:lnTo>
                  <a:pt x="606838" y="71954"/>
                </a:lnTo>
                <a:lnTo>
                  <a:pt x="606625" y="70255"/>
                </a:lnTo>
                <a:lnTo>
                  <a:pt x="606373" y="68594"/>
                </a:lnTo>
                <a:lnTo>
                  <a:pt x="606083" y="66969"/>
                </a:lnTo>
                <a:lnTo>
                  <a:pt x="605754" y="65382"/>
                </a:lnTo>
                <a:lnTo>
                  <a:pt x="605386" y="63831"/>
                </a:lnTo>
                <a:lnTo>
                  <a:pt x="604980" y="62318"/>
                </a:lnTo>
                <a:lnTo>
                  <a:pt x="604535" y="60841"/>
                </a:lnTo>
                <a:lnTo>
                  <a:pt x="604051" y="59401"/>
                </a:lnTo>
                <a:lnTo>
                  <a:pt x="603529" y="57999"/>
                </a:lnTo>
                <a:lnTo>
                  <a:pt x="602967" y="56633"/>
                </a:lnTo>
                <a:lnTo>
                  <a:pt x="602368" y="55305"/>
                </a:lnTo>
                <a:lnTo>
                  <a:pt x="601729" y="54013"/>
                </a:lnTo>
                <a:lnTo>
                  <a:pt x="601052" y="52759"/>
                </a:lnTo>
                <a:lnTo>
                  <a:pt x="600336" y="51541"/>
                </a:lnTo>
                <a:lnTo>
                  <a:pt x="599581" y="50360"/>
                </a:lnTo>
                <a:lnTo>
                  <a:pt x="598787" y="49217"/>
                </a:lnTo>
                <a:lnTo>
                  <a:pt x="597955" y="48110"/>
                </a:lnTo>
                <a:lnTo>
                  <a:pt x="597084" y="47040"/>
                </a:lnTo>
                <a:lnTo>
                  <a:pt x="596175" y="46008"/>
                </a:lnTo>
                <a:lnTo>
                  <a:pt x="595231" y="45014"/>
                </a:lnTo>
                <a:lnTo>
                  <a:pt x="594258" y="44063"/>
                </a:lnTo>
                <a:lnTo>
                  <a:pt x="593256" y="43155"/>
                </a:lnTo>
                <a:lnTo>
                  <a:pt x="592224" y="42288"/>
                </a:lnTo>
                <a:lnTo>
                  <a:pt x="591162" y="41464"/>
                </a:lnTo>
                <a:lnTo>
                  <a:pt x="590071" y="40682"/>
                </a:lnTo>
                <a:lnTo>
                  <a:pt x="588951" y="39942"/>
                </a:lnTo>
                <a:lnTo>
                  <a:pt x="587801" y="39245"/>
                </a:lnTo>
                <a:lnTo>
                  <a:pt x="586622" y="38590"/>
                </a:lnTo>
                <a:lnTo>
                  <a:pt x="585413" y="37977"/>
                </a:lnTo>
                <a:lnTo>
                  <a:pt x="584175" y="37406"/>
                </a:lnTo>
                <a:lnTo>
                  <a:pt x="582907" y="36878"/>
                </a:lnTo>
                <a:lnTo>
                  <a:pt x="581610" y="36392"/>
                </a:lnTo>
                <a:lnTo>
                  <a:pt x="580284" y="35948"/>
                </a:lnTo>
                <a:lnTo>
                  <a:pt x="578928" y="35546"/>
                </a:lnTo>
                <a:lnTo>
                  <a:pt x="577542" y="35187"/>
                </a:lnTo>
                <a:lnTo>
                  <a:pt x="576128" y="34870"/>
                </a:lnTo>
                <a:lnTo>
                  <a:pt x="574683" y="34595"/>
                </a:lnTo>
                <a:lnTo>
                  <a:pt x="573209" y="34363"/>
                </a:lnTo>
                <a:lnTo>
                  <a:pt x="571706" y="34173"/>
                </a:lnTo>
                <a:lnTo>
                  <a:pt x="570173" y="34025"/>
                </a:lnTo>
                <a:lnTo>
                  <a:pt x="568611" y="33919"/>
                </a:lnTo>
                <a:lnTo>
                  <a:pt x="567019" y="33856"/>
                </a:lnTo>
                <a:lnTo>
                  <a:pt x="565398" y="33834"/>
                </a:lnTo>
                <a:lnTo>
                  <a:pt x="564174" y="33846"/>
                </a:lnTo>
                <a:lnTo>
                  <a:pt x="562968" y="33880"/>
                </a:lnTo>
                <a:lnTo>
                  <a:pt x="561780" y="33936"/>
                </a:lnTo>
                <a:lnTo>
                  <a:pt x="560610" y="34015"/>
                </a:lnTo>
                <a:lnTo>
                  <a:pt x="559458" y="34117"/>
                </a:lnTo>
                <a:lnTo>
                  <a:pt x="558324" y="34241"/>
                </a:lnTo>
                <a:lnTo>
                  <a:pt x="557208" y="34388"/>
                </a:lnTo>
                <a:lnTo>
                  <a:pt x="556110" y="34557"/>
                </a:lnTo>
                <a:lnTo>
                  <a:pt x="555029" y="34749"/>
                </a:lnTo>
                <a:lnTo>
                  <a:pt x="553967" y="34963"/>
                </a:lnTo>
                <a:lnTo>
                  <a:pt x="552923" y="35200"/>
                </a:lnTo>
                <a:lnTo>
                  <a:pt x="551897" y="35460"/>
                </a:lnTo>
                <a:lnTo>
                  <a:pt x="550888" y="35742"/>
                </a:lnTo>
                <a:lnTo>
                  <a:pt x="549898" y="36047"/>
                </a:lnTo>
                <a:lnTo>
                  <a:pt x="548926" y="36374"/>
                </a:lnTo>
                <a:lnTo>
                  <a:pt x="547971" y="36724"/>
                </a:lnTo>
                <a:lnTo>
                  <a:pt x="547035" y="37096"/>
                </a:lnTo>
                <a:lnTo>
                  <a:pt x="546117" y="37491"/>
                </a:lnTo>
                <a:lnTo>
                  <a:pt x="545216" y="37909"/>
                </a:lnTo>
                <a:lnTo>
                  <a:pt x="544334" y="38349"/>
                </a:lnTo>
                <a:lnTo>
                  <a:pt x="543470" y="38812"/>
                </a:lnTo>
                <a:lnTo>
                  <a:pt x="542623" y="39297"/>
                </a:lnTo>
                <a:lnTo>
                  <a:pt x="541795" y="39805"/>
                </a:lnTo>
                <a:lnTo>
                  <a:pt x="540984" y="40336"/>
                </a:lnTo>
                <a:lnTo>
                  <a:pt x="540191" y="40886"/>
                </a:lnTo>
                <a:lnTo>
                  <a:pt x="539416" y="41454"/>
                </a:lnTo>
                <a:lnTo>
                  <a:pt x="538657" y="42040"/>
                </a:lnTo>
                <a:lnTo>
                  <a:pt x="537915" y="42642"/>
                </a:lnTo>
                <a:lnTo>
                  <a:pt x="537191" y="43263"/>
                </a:lnTo>
                <a:lnTo>
                  <a:pt x="536484" y="43901"/>
                </a:lnTo>
                <a:lnTo>
                  <a:pt x="535794" y="44556"/>
                </a:lnTo>
                <a:lnTo>
                  <a:pt x="535120" y="45228"/>
                </a:lnTo>
                <a:lnTo>
                  <a:pt x="534465" y="45919"/>
                </a:lnTo>
                <a:lnTo>
                  <a:pt x="533826" y="46626"/>
                </a:lnTo>
                <a:lnTo>
                  <a:pt x="533204" y="47351"/>
                </a:lnTo>
                <a:lnTo>
                  <a:pt x="532600" y="48094"/>
                </a:lnTo>
                <a:lnTo>
                  <a:pt x="532012" y="48854"/>
                </a:lnTo>
                <a:lnTo>
                  <a:pt x="531442" y="49631"/>
                </a:lnTo>
                <a:lnTo>
                  <a:pt x="530889" y="50426"/>
                </a:lnTo>
                <a:lnTo>
                  <a:pt x="530353" y="51238"/>
                </a:lnTo>
                <a:lnTo>
                  <a:pt x="529834" y="52068"/>
                </a:lnTo>
                <a:lnTo>
                  <a:pt x="529332" y="52916"/>
                </a:lnTo>
                <a:lnTo>
                  <a:pt x="528847" y="53780"/>
                </a:lnTo>
                <a:lnTo>
                  <a:pt x="528380" y="54662"/>
                </a:lnTo>
                <a:lnTo>
                  <a:pt x="527930" y="55562"/>
                </a:lnTo>
                <a:lnTo>
                  <a:pt x="527496" y="56479"/>
                </a:lnTo>
                <a:lnTo>
                  <a:pt x="527080" y="57414"/>
                </a:lnTo>
                <a:lnTo>
                  <a:pt x="526681" y="58366"/>
                </a:lnTo>
                <a:lnTo>
                  <a:pt x="526299" y="59333"/>
                </a:lnTo>
                <a:lnTo>
                  <a:pt x="525933" y="60312"/>
                </a:lnTo>
                <a:lnTo>
                  <a:pt x="525583" y="61304"/>
                </a:lnTo>
                <a:lnTo>
                  <a:pt x="525249" y="62309"/>
                </a:lnTo>
                <a:lnTo>
                  <a:pt x="524932" y="63326"/>
                </a:lnTo>
                <a:lnTo>
                  <a:pt x="524631" y="64356"/>
                </a:lnTo>
                <a:lnTo>
                  <a:pt x="524346" y="65398"/>
                </a:lnTo>
                <a:lnTo>
                  <a:pt x="524078" y="66452"/>
                </a:lnTo>
                <a:lnTo>
                  <a:pt x="523826" y="67520"/>
                </a:lnTo>
                <a:lnTo>
                  <a:pt x="523590" y="68599"/>
                </a:lnTo>
                <a:lnTo>
                  <a:pt x="523370" y="69692"/>
                </a:lnTo>
                <a:lnTo>
                  <a:pt x="523167" y="70796"/>
                </a:lnTo>
                <a:lnTo>
                  <a:pt x="522980" y="71914"/>
                </a:lnTo>
                <a:lnTo>
                  <a:pt x="522809" y="73043"/>
                </a:lnTo>
                <a:lnTo>
                  <a:pt x="522654" y="74186"/>
                </a:lnTo>
                <a:lnTo>
                  <a:pt x="522516" y="75341"/>
                </a:lnTo>
                <a:lnTo>
                  <a:pt x="522394" y="76508"/>
                </a:lnTo>
                <a:lnTo>
                  <a:pt x="522288" y="77688"/>
                </a:lnTo>
                <a:lnTo>
                  <a:pt x="522199" y="78880"/>
                </a:lnTo>
                <a:lnTo>
                  <a:pt x="522126" y="80085"/>
                </a:lnTo>
                <a:lnTo>
                  <a:pt x="522069" y="81303"/>
                </a:lnTo>
                <a:lnTo>
                  <a:pt x="522028" y="82533"/>
                </a:lnTo>
                <a:lnTo>
                  <a:pt x="522004" y="83775"/>
                </a:lnTo>
                <a:lnTo>
                  <a:pt x="521996" y="85030"/>
                </a:lnTo>
                <a:lnTo>
                  <a:pt x="522004" y="86236"/>
                </a:lnTo>
                <a:lnTo>
                  <a:pt x="522029" y="87431"/>
                </a:lnTo>
                <a:lnTo>
                  <a:pt x="522071" y="88616"/>
                </a:lnTo>
                <a:lnTo>
                  <a:pt x="522130" y="89791"/>
                </a:lnTo>
                <a:lnTo>
                  <a:pt x="522205" y="90957"/>
                </a:lnTo>
                <a:lnTo>
                  <a:pt x="522298" y="92112"/>
                </a:lnTo>
                <a:lnTo>
                  <a:pt x="522407" y="93257"/>
                </a:lnTo>
                <a:lnTo>
                  <a:pt x="522533" y="94392"/>
                </a:lnTo>
                <a:lnTo>
                  <a:pt x="522675" y="95517"/>
                </a:lnTo>
                <a:lnTo>
                  <a:pt x="522835" y="96632"/>
                </a:lnTo>
                <a:lnTo>
                  <a:pt x="523011" y="97737"/>
                </a:lnTo>
                <a:lnTo>
                  <a:pt x="523204" y="98832"/>
                </a:lnTo>
                <a:lnTo>
                  <a:pt x="523414" y="99916"/>
                </a:lnTo>
                <a:lnTo>
                  <a:pt x="523640" y="100991"/>
                </a:lnTo>
                <a:lnTo>
                  <a:pt x="523884" y="102056"/>
                </a:lnTo>
                <a:lnTo>
                  <a:pt x="524144" y="103111"/>
                </a:lnTo>
                <a:lnTo>
                  <a:pt x="524421" y="104155"/>
                </a:lnTo>
                <a:lnTo>
                  <a:pt x="524714" y="105190"/>
                </a:lnTo>
                <a:lnTo>
                  <a:pt x="525025" y="106214"/>
                </a:lnTo>
                <a:lnTo>
                  <a:pt x="525352" y="107229"/>
                </a:lnTo>
                <a:lnTo>
                  <a:pt x="525696" y="108233"/>
                </a:lnTo>
                <a:lnTo>
                  <a:pt x="526057" y="109227"/>
                </a:lnTo>
                <a:lnTo>
                  <a:pt x="526435" y="110212"/>
                </a:lnTo>
                <a:lnTo>
                  <a:pt x="526829" y="111186"/>
                </a:lnTo>
                <a:lnTo>
                  <a:pt x="527241" y="112146"/>
                </a:lnTo>
                <a:lnTo>
                  <a:pt x="527671" y="113090"/>
                </a:lnTo>
                <a:lnTo>
                  <a:pt x="528118" y="114017"/>
                </a:lnTo>
                <a:lnTo>
                  <a:pt x="528584" y="114926"/>
                </a:lnTo>
                <a:lnTo>
                  <a:pt x="529068" y="115819"/>
                </a:lnTo>
                <a:lnTo>
                  <a:pt x="529569" y="116695"/>
                </a:lnTo>
                <a:lnTo>
                  <a:pt x="530089" y="117554"/>
                </a:lnTo>
                <a:lnTo>
                  <a:pt x="530627" y="118396"/>
                </a:lnTo>
                <a:lnTo>
                  <a:pt x="531182" y="119222"/>
                </a:lnTo>
                <a:lnTo>
                  <a:pt x="531756" y="120030"/>
                </a:lnTo>
                <a:lnTo>
                  <a:pt x="532348" y="120821"/>
                </a:lnTo>
                <a:lnTo>
                  <a:pt x="532957" y="121596"/>
                </a:lnTo>
                <a:lnTo>
                  <a:pt x="533585" y="122353"/>
                </a:lnTo>
                <a:lnTo>
                  <a:pt x="534230" y="123094"/>
                </a:lnTo>
                <a:lnTo>
                  <a:pt x="534894" y="123818"/>
                </a:lnTo>
                <a:lnTo>
                  <a:pt x="535575" y="124525"/>
                </a:lnTo>
                <a:lnTo>
                  <a:pt x="536275" y="125215"/>
                </a:lnTo>
                <a:lnTo>
                  <a:pt x="536992" y="125888"/>
                </a:lnTo>
                <a:lnTo>
                  <a:pt x="537728" y="126544"/>
                </a:lnTo>
                <a:lnTo>
                  <a:pt x="538481" y="127183"/>
                </a:lnTo>
                <a:lnTo>
                  <a:pt x="539253" y="127805"/>
                </a:lnTo>
                <a:lnTo>
                  <a:pt x="540042" y="128410"/>
                </a:lnTo>
                <a:lnTo>
                  <a:pt x="540849" y="128999"/>
                </a:lnTo>
                <a:lnTo>
                  <a:pt x="541675" y="129570"/>
                </a:lnTo>
                <a:lnTo>
                  <a:pt x="542519" y="130122"/>
                </a:lnTo>
                <a:lnTo>
                  <a:pt x="543383" y="130649"/>
                </a:lnTo>
                <a:lnTo>
                  <a:pt x="544266" y="131153"/>
                </a:lnTo>
                <a:lnTo>
                  <a:pt x="545170" y="131634"/>
                </a:lnTo>
                <a:lnTo>
                  <a:pt x="546093" y="132091"/>
                </a:lnTo>
                <a:lnTo>
                  <a:pt x="547035" y="132525"/>
                </a:lnTo>
                <a:lnTo>
                  <a:pt x="547998" y="132936"/>
                </a:lnTo>
                <a:lnTo>
                  <a:pt x="548980" y="133323"/>
                </a:lnTo>
                <a:lnTo>
                  <a:pt x="549982" y="133686"/>
                </a:lnTo>
                <a:lnTo>
                  <a:pt x="551003" y="134026"/>
                </a:lnTo>
                <a:lnTo>
                  <a:pt x="552044" y="134343"/>
                </a:lnTo>
                <a:lnTo>
                  <a:pt x="553105" y="134636"/>
                </a:lnTo>
                <a:lnTo>
                  <a:pt x="554186" y="134906"/>
                </a:lnTo>
                <a:lnTo>
                  <a:pt x="555286" y="135152"/>
                </a:lnTo>
                <a:lnTo>
                  <a:pt x="556406" y="135375"/>
                </a:lnTo>
                <a:lnTo>
                  <a:pt x="557545" y="135574"/>
                </a:lnTo>
                <a:lnTo>
                  <a:pt x="558705" y="135750"/>
                </a:lnTo>
                <a:lnTo>
                  <a:pt x="559884" y="135902"/>
                </a:lnTo>
                <a:lnTo>
                  <a:pt x="561082" y="136031"/>
                </a:lnTo>
                <a:lnTo>
                  <a:pt x="562301" y="136137"/>
                </a:lnTo>
                <a:lnTo>
                  <a:pt x="563539" y="136219"/>
                </a:lnTo>
                <a:lnTo>
                  <a:pt x="564797" y="136278"/>
                </a:lnTo>
                <a:lnTo>
                  <a:pt x="566074" y="136313"/>
                </a:lnTo>
                <a:lnTo>
                  <a:pt x="567371" y="136324"/>
                </a:lnTo>
                <a:lnTo>
                  <a:pt x="568377" y="136317"/>
                </a:lnTo>
                <a:lnTo>
                  <a:pt x="569371" y="136296"/>
                </a:lnTo>
                <a:lnTo>
                  <a:pt x="570354" y="136260"/>
                </a:lnTo>
                <a:lnTo>
                  <a:pt x="571325" y="136210"/>
                </a:lnTo>
                <a:close/>
                <a:moveTo>
                  <a:pt x="539090" y="71003"/>
                </a:moveTo>
                <a:lnTo>
                  <a:pt x="539270" y="69923"/>
                </a:lnTo>
                <a:lnTo>
                  <a:pt x="539471" y="68867"/>
                </a:lnTo>
                <a:lnTo>
                  <a:pt x="539691" y="67834"/>
                </a:lnTo>
                <a:lnTo>
                  <a:pt x="539932" y="66825"/>
                </a:lnTo>
                <a:lnTo>
                  <a:pt x="540193" y="65839"/>
                </a:lnTo>
                <a:lnTo>
                  <a:pt x="540474" y="64877"/>
                </a:lnTo>
                <a:lnTo>
                  <a:pt x="540774" y="63939"/>
                </a:lnTo>
                <a:lnTo>
                  <a:pt x="541095" y="63024"/>
                </a:lnTo>
                <a:lnTo>
                  <a:pt x="541436" y="62133"/>
                </a:lnTo>
                <a:lnTo>
                  <a:pt x="541797" y="61266"/>
                </a:lnTo>
                <a:lnTo>
                  <a:pt x="542178" y="60422"/>
                </a:lnTo>
                <a:lnTo>
                  <a:pt x="542579" y="59602"/>
                </a:lnTo>
                <a:lnTo>
                  <a:pt x="543000" y="58806"/>
                </a:lnTo>
                <a:lnTo>
                  <a:pt x="543441" y="58033"/>
                </a:lnTo>
                <a:lnTo>
                  <a:pt x="543902" y="57284"/>
                </a:lnTo>
                <a:lnTo>
                  <a:pt x="544383" y="56558"/>
                </a:lnTo>
                <a:lnTo>
                  <a:pt x="544885" y="55857"/>
                </a:lnTo>
                <a:lnTo>
                  <a:pt x="545406" y="55178"/>
                </a:lnTo>
                <a:lnTo>
                  <a:pt x="545947" y="54524"/>
                </a:lnTo>
                <a:lnTo>
                  <a:pt x="546508" y="53893"/>
                </a:lnTo>
                <a:lnTo>
                  <a:pt x="547089" y="53286"/>
                </a:lnTo>
                <a:lnTo>
                  <a:pt x="547687" y="52706"/>
                </a:lnTo>
                <a:lnTo>
                  <a:pt x="548303" y="52151"/>
                </a:lnTo>
                <a:lnTo>
                  <a:pt x="548937" y="51622"/>
                </a:lnTo>
                <a:lnTo>
                  <a:pt x="549590" y="51119"/>
                </a:lnTo>
                <a:lnTo>
                  <a:pt x="550260" y="50641"/>
                </a:lnTo>
                <a:lnTo>
                  <a:pt x="550948" y="50190"/>
                </a:lnTo>
                <a:lnTo>
                  <a:pt x="551654" y="49764"/>
                </a:lnTo>
                <a:lnTo>
                  <a:pt x="552378" y="49364"/>
                </a:lnTo>
                <a:lnTo>
                  <a:pt x="553120" y="48990"/>
                </a:lnTo>
                <a:lnTo>
                  <a:pt x="553881" y="48641"/>
                </a:lnTo>
                <a:lnTo>
                  <a:pt x="554659" y="48319"/>
                </a:lnTo>
                <a:lnTo>
                  <a:pt x="555455" y="48022"/>
                </a:lnTo>
                <a:lnTo>
                  <a:pt x="556269" y="47751"/>
                </a:lnTo>
                <a:lnTo>
                  <a:pt x="557101" y="47506"/>
                </a:lnTo>
                <a:lnTo>
                  <a:pt x="557951" y="47287"/>
                </a:lnTo>
                <a:lnTo>
                  <a:pt x="558819" y="47093"/>
                </a:lnTo>
                <a:lnTo>
                  <a:pt x="559705" y="46925"/>
                </a:lnTo>
                <a:lnTo>
                  <a:pt x="560609" y="46783"/>
                </a:lnTo>
                <a:lnTo>
                  <a:pt x="561531" y="46667"/>
                </a:lnTo>
                <a:lnTo>
                  <a:pt x="562471" y="46577"/>
                </a:lnTo>
                <a:lnTo>
                  <a:pt x="563429" y="46512"/>
                </a:lnTo>
                <a:lnTo>
                  <a:pt x="564405" y="46474"/>
                </a:lnTo>
                <a:lnTo>
                  <a:pt x="565398" y="46461"/>
                </a:lnTo>
                <a:lnTo>
                  <a:pt x="566384" y="46474"/>
                </a:lnTo>
                <a:lnTo>
                  <a:pt x="567351" y="46513"/>
                </a:lnTo>
                <a:lnTo>
                  <a:pt x="568301" y="46578"/>
                </a:lnTo>
                <a:lnTo>
                  <a:pt x="569232" y="46669"/>
                </a:lnTo>
                <a:lnTo>
                  <a:pt x="570145" y="46786"/>
                </a:lnTo>
                <a:lnTo>
                  <a:pt x="571040" y="46929"/>
                </a:lnTo>
                <a:lnTo>
                  <a:pt x="571916" y="47097"/>
                </a:lnTo>
                <a:lnTo>
                  <a:pt x="572775" y="47292"/>
                </a:lnTo>
                <a:lnTo>
                  <a:pt x="573615" y="47513"/>
                </a:lnTo>
                <a:lnTo>
                  <a:pt x="574437" y="47760"/>
                </a:lnTo>
                <a:lnTo>
                  <a:pt x="575241" y="48033"/>
                </a:lnTo>
                <a:lnTo>
                  <a:pt x="576027" y="48332"/>
                </a:lnTo>
                <a:lnTo>
                  <a:pt x="576795" y="48657"/>
                </a:lnTo>
                <a:lnTo>
                  <a:pt x="577544" y="49008"/>
                </a:lnTo>
                <a:lnTo>
                  <a:pt x="578276" y="49384"/>
                </a:lnTo>
                <a:lnTo>
                  <a:pt x="578989" y="49787"/>
                </a:lnTo>
                <a:lnTo>
                  <a:pt x="579684" y="50216"/>
                </a:lnTo>
                <a:lnTo>
                  <a:pt x="580361" y="50671"/>
                </a:lnTo>
                <a:lnTo>
                  <a:pt x="581020" y="51152"/>
                </a:lnTo>
                <a:lnTo>
                  <a:pt x="581661" y="51658"/>
                </a:lnTo>
                <a:lnTo>
                  <a:pt x="582283" y="52191"/>
                </a:lnTo>
                <a:lnTo>
                  <a:pt x="582888" y="52750"/>
                </a:lnTo>
                <a:lnTo>
                  <a:pt x="583474" y="53335"/>
                </a:lnTo>
                <a:lnTo>
                  <a:pt x="584042" y="53945"/>
                </a:lnTo>
                <a:lnTo>
                  <a:pt x="584590" y="54580"/>
                </a:lnTo>
                <a:lnTo>
                  <a:pt x="585115" y="55238"/>
                </a:lnTo>
                <a:lnTo>
                  <a:pt x="585619" y="55920"/>
                </a:lnTo>
                <a:lnTo>
                  <a:pt x="586100" y="56624"/>
                </a:lnTo>
                <a:lnTo>
                  <a:pt x="586558" y="57351"/>
                </a:lnTo>
                <a:lnTo>
                  <a:pt x="586995" y="58102"/>
                </a:lnTo>
                <a:lnTo>
                  <a:pt x="587409" y="58875"/>
                </a:lnTo>
                <a:lnTo>
                  <a:pt x="587801" y="59672"/>
                </a:lnTo>
                <a:lnTo>
                  <a:pt x="588171" y="60492"/>
                </a:lnTo>
                <a:lnTo>
                  <a:pt x="588518" y="61335"/>
                </a:lnTo>
                <a:lnTo>
                  <a:pt x="588844" y="62201"/>
                </a:lnTo>
                <a:lnTo>
                  <a:pt x="589147" y="63090"/>
                </a:lnTo>
                <a:lnTo>
                  <a:pt x="589427" y="64002"/>
                </a:lnTo>
                <a:lnTo>
                  <a:pt x="589686" y="64937"/>
                </a:lnTo>
                <a:lnTo>
                  <a:pt x="589922" y="65896"/>
                </a:lnTo>
                <a:lnTo>
                  <a:pt x="590136" y="66877"/>
                </a:lnTo>
                <a:lnTo>
                  <a:pt x="590327" y="67882"/>
                </a:lnTo>
                <a:lnTo>
                  <a:pt x="590497" y="68909"/>
                </a:lnTo>
                <a:lnTo>
                  <a:pt x="590644" y="69960"/>
                </a:lnTo>
                <a:lnTo>
                  <a:pt x="590769" y="71034"/>
                </a:lnTo>
                <a:lnTo>
                  <a:pt x="590871" y="72131"/>
                </a:lnTo>
                <a:lnTo>
                  <a:pt x="590952" y="73251"/>
                </a:lnTo>
                <a:lnTo>
                  <a:pt x="591010" y="74394"/>
                </a:lnTo>
                <a:lnTo>
                  <a:pt x="591046" y="75560"/>
                </a:lnTo>
                <a:lnTo>
                  <a:pt x="538568" y="75560"/>
                </a:lnTo>
                <a:lnTo>
                  <a:pt x="538668" y="74386"/>
                </a:lnTo>
                <a:lnTo>
                  <a:pt x="538788" y="73235"/>
                </a:lnTo>
                <a:lnTo>
                  <a:pt x="538929" y="72107"/>
                </a:lnTo>
                <a:lnTo>
                  <a:pt x="539090" y="71003"/>
                </a:lnTo>
                <a:close/>
                <a:moveTo>
                  <a:pt x="816173" y="136228"/>
                </a:moveTo>
                <a:lnTo>
                  <a:pt x="817322" y="136154"/>
                </a:lnTo>
                <a:lnTo>
                  <a:pt x="818457" y="136058"/>
                </a:lnTo>
                <a:lnTo>
                  <a:pt x="819577" y="135940"/>
                </a:lnTo>
                <a:lnTo>
                  <a:pt x="820683" y="135802"/>
                </a:lnTo>
                <a:lnTo>
                  <a:pt x="821774" y="135642"/>
                </a:lnTo>
                <a:lnTo>
                  <a:pt x="822850" y="135460"/>
                </a:lnTo>
                <a:lnTo>
                  <a:pt x="823912" y="135258"/>
                </a:lnTo>
                <a:lnTo>
                  <a:pt x="824959" y="135034"/>
                </a:lnTo>
                <a:lnTo>
                  <a:pt x="825992" y="134789"/>
                </a:lnTo>
                <a:lnTo>
                  <a:pt x="827010" y="134522"/>
                </a:lnTo>
                <a:lnTo>
                  <a:pt x="828014" y="134234"/>
                </a:lnTo>
                <a:lnTo>
                  <a:pt x="829003" y="133925"/>
                </a:lnTo>
                <a:lnTo>
                  <a:pt x="829977" y="133594"/>
                </a:lnTo>
                <a:lnTo>
                  <a:pt x="830937" y="133242"/>
                </a:lnTo>
                <a:lnTo>
                  <a:pt x="831883" y="132869"/>
                </a:lnTo>
                <a:lnTo>
                  <a:pt x="832814" y="132474"/>
                </a:lnTo>
                <a:lnTo>
                  <a:pt x="833730" y="132058"/>
                </a:lnTo>
                <a:lnTo>
                  <a:pt x="834632" y="131621"/>
                </a:lnTo>
                <a:lnTo>
                  <a:pt x="835519" y="131162"/>
                </a:lnTo>
                <a:lnTo>
                  <a:pt x="836391" y="130682"/>
                </a:lnTo>
                <a:lnTo>
                  <a:pt x="837250" y="130181"/>
                </a:lnTo>
                <a:lnTo>
                  <a:pt x="838092" y="129659"/>
                </a:lnTo>
                <a:lnTo>
                  <a:pt x="838918" y="129120"/>
                </a:lnTo>
                <a:lnTo>
                  <a:pt x="839728" y="128562"/>
                </a:lnTo>
                <a:lnTo>
                  <a:pt x="840521" y="127985"/>
                </a:lnTo>
                <a:lnTo>
                  <a:pt x="841298" y="127391"/>
                </a:lnTo>
                <a:lnTo>
                  <a:pt x="842058" y="126777"/>
                </a:lnTo>
                <a:lnTo>
                  <a:pt x="842802" y="126146"/>
                </a:lnTo>
                <a:lnTo>
                  <a:pt x="843530" y="125496"/>
                </a:lnTo>
                <a:lnTo>
                  <a:pt x="844241" y="124828"/>
                </a:lnTo>
                <a:lnTo>
                  <a:pt x="844935" y="124142"/>
                </a:lnTo>
                <a:lnTo>
                  <a:pt x="845614" y="123437"/>
                </a:lnTo>
                <a:lnTo>
                  <a:pt x="846275" y="122714"/>
                </a:lnTo>
                <a:lnTo>
                  <a:pt x="846921" y="121973"/>
                </a:lnTo>
                <a:lnTo>
                  <a:pt x="847549" y="121213"/>
                </a:lnTo>
                <a:lnTo>
                  <a:pt x="848162" y="120435"/>
                </a:lnTo>
                <a:lnTo>
                  <a:pt x="848758" y="119638"/>
                </a:lnTo>
                <a:lnTo>
                  <a:pt x="849337" y="118824"/>
                </a:lnTo>
                <a:lnTo>
                  <a:pt x="849900" y="117991"/>
                </a:lnTo>
                <a:lnTo>
                  <a:pt x="850447" y="117139"/>
                </a:lnTo>
                <a:lnTo>
                  <a:pt x="850977" y="116269"/>
                </a:lnTo>
                <a:lnTo>
                  <a:pt x="851491" y="115381"/>
                </a:lnTo>
                <a:lnTo>
                  <a:pt x="851988" y="114475"/>
                </a:lnTo>
                <a:lnTo>
                  <a:pt x="852469" y="113550"/>
                </a:lnTo>
                <a:lnTo>
                  <a:pt x="852934" y="112607"/>
                </a:lnTo>
                <a:lnTo>
                  <a:pt x="853380" y="111647"/>
                </a:lnTo>
                <a:lnTo>
                  <a:pt x="853808" y="110672"/>
                </a:lnTo>
                <a:lnTo>
                  <a:pt x="854217" y="109683"/>
                </a:lnTo>
                <a:lnTo>
                  <a:pt x="854607" y="108678"/>
                </a:lnTo>
                <a:lnTo>
                  <a:pt x="854977" y="107658"/>
                </a:lnTo>
                <a:lnTo>
                  <a:pt x="855329" y="106623"/>
                </a:lnTo>
                <a:lnTo>
                  <a:pt x="855662" y="105574"/>
                </a:lnTo>
                <a:lnTo>
                  <a:pt x="855975" y="104509"/>
                </a:lnTo>
                <a:lnTo>
                  <a:pt x="856270" y="103429"/>
                </a:lnTo>
                <a:lnTo>
                  <a:pt x="856545" y="102335"/>
                </a:lnTo>
                <a:lnTo>
                  <a:pt x="856802" y="101225"/>
                </a:lnTo>
                <a:lnTo>
                  <a:pt x="857040" y="100100"/>
                </a:lnTo>
                <a:lnTo>
                  <a:pt x="857258" y="98960"/>
                </a:lnTo>
                <a:lnTo>
                  <a:pt x="857458" y="97806"/>
                </a:lnTo>
                <a:lnTo>
                  <a:pt x="857639" y="96636"/>
                </a:lnTo>
                <a:lnTo>
                  <a:pt x="857800" y="95451"/>
                </a:lnTo>
                <a:lnTo>
                  <a:pt x="857943" y="94252"/>
                </a:lnTo>
                <a:lnTo>
                  <a:pt x="858066" y="93037"/>
                </a:lnTo>
                <a:lnTo>
                  <a:pt x="858171" y="91807"/>
                </a:lnTo>
                <a:lnTo>
                  <a:pt x="858256" y="90563"/>
                </a:lnTo>
                <a:lnTo>
                  <a:pt x="858323" y="89303"/>
                </a:lnTo>
                <a:lnTo>
                  <a:pt x="858370" y="88028"/>
                </a:lnTo>
                <a:lnTo>
                  <a:pt x="858399" y="86739"/>
                </a:lnTo>
                <a:lnTo>
                  <a:pt x="858408" y="85434"/>
                </a:lnTo>
                <a:lnTo>
                  <a:pt x="858399" y="84096"/>
                </a:lnTo>
                <a:lnTo>
                  <a:pt x="858370" y="82774"/>
                </a:lnTo>
                <a:lnTo>
                  <a:pt x="858323" y="81469"/>
                </a:lnTo>
                <a:lnTo>
                  <a:pt x="858256" y="80179"/>
                </a:lnTo>
                <a:lnTo>
                  <a:pt x="858171" y="78905"/>
                </a:lnTo>
                <a:lnTo>
                  <a:pt x="858066" y="77648"/>
                </a:lnTo>
                <a:lnTo>
                  <a:pt x="857943" y="76406"/>
                </a:lnTo>
                <a:lnTo>
                  <a:pt x="857800" y="75181"/>
                </a:lnTo>
                <a:lnTo>
                  <a:pt x="857639" y="73971"/>
                </a:lnTo>
                <a:lnTo>
                  <a:pt x="857458" y="72778"/>
                </a:lnTo>
                <a:lnTo>
                  <a:pt x="857258" y="71601"/>
                </a:lnTo>
                <a:lnTo>
                  <a:pt x="857040" y="70439"/>
                </a:lnTo>
                <a:lnTo>
                  <a:pt x="856802" y="69294"/>
                </a:lnTo>
                <a:lnTo>
                  <a:pt x="856545" y="68165"/>
                </a:lnTo>
                <a:lnTo>
                  <a:pt x="856270" y="67052"/>
                </a:lnTo>
                <a:lnTo>
                  <a:pt x="855975" y="65955"/>
                </a:lnTo>
                <a:lnTo>
                  <a:pt x="855662" y="64874"/>
                </a:lnTo>
                <a:lnTo>
                  <a:pt x="855329" y="63809"/>
                </a:lnTo>
                <a:lnTo>
                  <a:pt x="854977" y="62760"/>
                </a:lnTo>
                <a:lnTo>
                  <a:pt x="854607" y="61727"/>
                </a:lnTo>
                <a:lnTo>
                  <a:pt x="854217" y="60710"/>
                </a:lnTo>
                <a:lnTo>
                  <a:pt x="853808" y="59709"/>
                </a:lnTo>
                <a:lnTo>
                  <a:pt x="853380" y="58724"/>
                </a:lnTo>
                <a:lnTo>
                  <a:pt x="852934" y="57755"/>
                </a:lnTo>
                <a:lnTo>
                  <a:pt x="852469" y="56804"/>
                </a:lnTo>
                <a:lnTo>
                  <a:pt x="851988" y="55871"/>
                </a:lnTo>
                <a:lnTo>
                  <a:pt x="851491" y="54956"/>
                </a:lnTo>
                <a:lnTo>
                  <a:pt x="850977" y="54061"/>
                </a:lnTo>
                <a:lnTo>
                  <a:pt x="850447" y="53183"/>
                </a:lnTo>
                <a:lnTo>
                  <a:pt x="849900" y="52324"/>
                </a:lnTo>
                <a:lnTo>
                  <a:pt x="849337" y="51484"/>
                </a:lnTo>
                <a:lnTo>
                  <a:pt x="848758" y="50662"/>
                </a:lnTo>
                <a:lnTo>
                  <a:pt x="848162" y="49859"/>
                </a:lnTo>
                <a:lnTo>
                  <a:pt x="847549" y="49074"/>
                </a:lnTo>
                <a:lnTo>
                  <a:pt x="846921" y="48308"/>
                </a:lnTo>
                <a:lnTo>
                  <a:pt x="846275" y="47560"/>
                </a:lnTo>
                <a:lnTo>
                  <a:pt x="845614" y="46830"/>
                </a:lnTo>
                <a:lnTo>
                  <a:pt x="844935" y="46120"/>
                </a:lnTo>
                <a:lnTo>
                  <a:pt x="844241" y="45427"/>
                </a:lnTo>
                <a:lnTo>
                  <a:pt x="843530" y="44754"/>
                </a:lnTo>
                <a:lnTo>
                  <a:pt x="842802" y="44099"/>
                </a:lnTo>
                <a:lnTo>
                  <a:pt x="842058" y="43462"/>
                </a:lnTo>
                <a:lnTo>
                  <a:pt x="841298" y="42844"/>
                </a:lnTo>
                <a:lnTo>
                  <a:pt x="840521" y="42244"/>
                </a:lnTo>
                <a:lnTo>
                  <a:pt x="839728" y="41663"/>
                </a:lnTo>
                <a:lnTo>
                  <a:pt x="838918" y="41100"/>
                </a:lnTo>
                <a:lnTo>
                  <a:pt x="838092" y="40556"/>
                </a:lnTo>
                <a:lnTo>
                  <a:pt x="837250" y="40031"/>
                </a:lnTo>
                <a:lnTo>
                  <a:pt x="836391" y="39525"/>
                </a:lnTo>
                <a:lnTo>
                  <a:pt x="835519" y="39041"/>
                </a:lnTo>
                <a:lnTo>
                  <a:pt x="834632" y="38578"/>
                </a:lnTo>
                <a:lnTo>
                  <a:pt x="833730" y="38137"/>
                </a:lnTo>
                <a:lnTo>
                  <a:pt x="832814" y="37718"/>
                </a:lnTo>
                <a:lnTo>
                  <a:pt x="831883" y="37320"/>
                </a:lnTo>
                <a:lnTo>
                  <a:pt x="830937" y="36943"/>
                </a:lnTo>
                <a:lnTo>
                  <a:pt x="829977" y="36588"/>
                </a:lnTo>
                <a:lnTo>
                  <a:pt x="829003" y="36255"/>
                </a:lnTo>
                <a:lnTo>
                  <a:pt x="828014" y="35943"/>
                </a:lnTo>
                <a:lnTo>
                  <a:pt x="827010" y="35652"/>
                </a:lnTo>
                <a:lnTo>
                  <a:pt x="825992" y="35383"/>
                </a:lnTo>
                <a:lnTo>
                  <a:pt x="824959" y="35136"/>
                </a:lnTo>
                <a:lnTo>
                  <a:pt x="823912" y="34910"/>
                </a:lnTo>
                <a:lnTo>
                  <a:pt x="822850" y="34706"/>
                </a:lnTo>
                <a:lnTo>
                  <a:pt x="821774" y="34523"/>
                </a:lnTo>
                <a:lnTo>
                  <a:pt x="820683" y="34362"/>
                </a:lnTo>
                <a:lnTo>
                  <a:pt x="819577" y="34222"/>
                </a:lnTo>
                <a:lnTo>
                  <a:pt x="818457" y="34103"/>
                </a:lnTo>
                <a:lnTo>
                  <a:pt x="817322" y="34007"/>
                </a:lnTo>
                <a:lnTo>
                  <a:pt x="816173" y="33931"/>
                </a:lnTo>
                <a:lnTo>
                  <a:pt x="815009" y="33878"/>
                </a:lnTo>
                <a:lnTo>
                  <a:pt x="813831" y="33845"/>
                </a:lnTo>
                <a:lnTo>
                  <a:pt x="812638" y="33834"/>
                </a:lnTo>
                <a:lnTo>
                  <a:pt x="811470" y="33845"/>
                </a:lnTo>
                <a:lnTo>
                  <a:pt x="810315" y="33878"/>
                </a:lnTo>
                <a:lnTo>
                  <a:pt x="809175" y="33931"/>
                </a:lnTo>
                <a:lnTo>
                  <a:pt x="808048" y="34007"/>
                </a:lnTo>
                <a:lnTo>
                  <a:pt x="806936" y="34103"/>
                </a:lnTo>
                <a:lnTo>
                  <a:pt x="805838" y="34222"/>
                </a:lnTo>
                <a:lnTo>
                  <a:pt x="804754" y="34362"/>
                </a:lnTo>
                <a:lnTo>
                  <a:pt x="803684" y="34523"/>
                </a:lnTo>
                <a:lnTo>
                  <a:pt x="802627" y="34706"/>
                </a:lnTo>
                <a:lnTo>
                  <a:pt x="801585" y="34910"/>
                </a:lnTo>
                <a:lnTo>
                  <a:pt x="800557" y="35136"/>
                </a:lnTo>
                <a:lnTo>
                  <a:pt x="799543" y="35383"/>
                </a:lnTo>
                <a:lnTo>
                  <a:pt x="798543" y="35652"/>
                </a:lnTo>
                <a:lnTo>
                  <a:pt x="797557" y="35943"/>
                </a:lnTo>
                <a:lnTo>
                  <a:pt x="796586" y="36255"/>
                </a:lnTo>
                <a:lnTo>
                  <a:pt x="795628" y="36588"/>
                </a:lnTo>
                <a:lnTo>
                  <a:pt x="794684" y="36943"/>
                </a:lnTo>
                <a:lnTo>
                  <a:pt x="793754" y="37320"/>
                </a:lnTo>
                <a:lnTo>
                  <a:pt x="792838" y="37718"/>
                </a:lnTo>
                <a:lnTo>
                  <a:pt x="791937" y="38137"/>
                </a:lnTo>
                <a:lnTo>
                  <a:pt x="791049" y="38578"/>
                </a:lnTo>
                <a:lnTo>
                  <a:pt x="790176" y="39041"/>
                </a:lnTo>
                <a:lnTo>
                  <a:pt x="789316" y="39525"/>
                </a:lnTo>
                <a:lnTo>
                  <a:pt x="788471" y="40031"/>
                </a:lnTo>
                <a:lnTo>
                  <a:pt x="787640" y="40556"/>
                </a:lnTo>
                <a:lnTo>
                  <a:pt x="786827" y="41100"/>
                </a:lnTo>
                <a:lnTo>
                  <a:pt x="786030" y="41663"/>
                </a:lnTo>
                <a:lnTo>
                  <a:pt x="785250" y="42244"/>
                </a:lnTo>
                <a:lnTo>
                  <a:pt x="784486" y="42844"/>
                </a:lnTo>
                <a:lnTo>
                  <a:pt x="783739" y="43462"/>
                </a:lnTo>
                <a:lnTo>
                  <a:pt x="783008" y="44099"/>
                </a:lnTo>
                <a:lnTo>
                  <a:pt x="782294" y="44754"/>
                </a:lnTo>
                <a:lnTo>
                  <a:pt x="781597" y="45427"/>
                </a:lnTo>
                <a:lnTo>
                  <a:pt x="780917" y="46120"/>
                </a:lnTo>
                <a:lnTo>
                  <a:pt x="780253" y="46830"/>
                </a:lnTo>
                <a:lnTo>
                  <a:pt x="779605" y="47560"/>
                </a:lnTo>
                <a:lnTo>
                  <a:pt x="778974" y="48308"/>
                </a:lnTo>
                <a:lnTo>
                  <a:pt x="778360" y="49074"/>
                </a:lnTo>
                <a:lnTo>
                  <a:pt x="777762" y="49859"/>
                </a:lnTo>
                <a:lnTo>
                  <a:pt x="777181" y="50662"/>
                </a:lnTo>
                <a:lnTo>
                  <a:pt x="776617" y="51484"/>
                </a:lnTo>
                <a:lnTo>
                  <a:pt x="776069" y="52324"/>
                </a:lnTo>
                <a:lnTo>
                  <a:pt x="775538" y="53183"/>
                </a:lnTo>
                <a:lnTo>
                  <a:pt x="775024" y="54061"/>
                </a:lnTo>
                <a:lnTo>
                  <a:pt x="774526" y="54956"/>
                </a:lnTo>
                <a:lnTo>
                  <a:pt x="774044" y="55871"/>
                </a:lnTo>
                <a:lnTo>
                  <a:pt x="773580" y="56804"/>
                </a:lnTo>
                <a:lnTo>
                  <a:pt x="773132" y="57755"/>
                </a:lnTo>
                <a:lnTo>
                  <a:pt x="772701" y="58724"/>
                </a:lnTo>
                <a:lnTo>
                  <a:pt x="772289" y="59709"/>
                </a:lnTo>
                <a:lnTo>
                  <a:pt x="771895" y="60710"/>
                </a:lnTo>
                <a:lnTo>
                  <a:pt x="771519" y="61727"/>
                </a:lnTo>
                <a:lnTo>
                  <a:pt x="771162" y="62760"/>
                </a:lnTo>
                <a:lnTo>
                  <a:pt x="770823" y="63809"/>
                </a:lnTo>
                <a:lnTo>
                  <a:pt x="770502" y="64874"/>
                </a:lnTo>
                <a:lnTo>
                  <a:pt x="770200" y="65955"/>
                </a:lnTo>
                <a:lnTo>
                  <a:pt x="769916" y="67052"/>
                </a:lnTo>
                <a:lnTo>
                  <a:pt x="769650" y="68165"/>
                </a:lnTo>
                <a:lnTo>
                  <a:pt x="769403" y="69294"/>
                </a:lnTo>
                <a:lnTo>
                  <a:pt x="769174" y="70439"/>
                </a:lnTo>
                <a:lnTo>
                  <a:pt x="768963" y="71601"/>
                </a:lnTo>
                <a:lnTo>
                  <a:pt x="768770" y="72778"/>
                </a:lnTo>
                <a:lnTo>
                  <a:pt x="768596" y="73971"/>
                </a:lnTo>
                <a:lnTo>
                  <a:pt x="768441" y="75181"/>
                </a:lnTo>
                <a:lnTo>
                  <a:pt x="768303" y="76406"/>
                </a:lnTo>
                <a:lnTo>
                  <a:pt x="768184" y="77648"/>
                </a:lnTo>
                <a:lnTo>
                  <a:pt x="768083" y="78905"/>
                </a:lnTo>
                <a:lnTo>
                  <a:pt x="768001" y="80179"/>
                </a:lnTo>
                <a:lnTo>
                  <a:pt x="767937" y="81469"/>
                </a:lnTo>
                <a:lnTo>
                  <a:pt x="767891" y="82774"/>
                </a:lnTo>
                <a:lnTo>
                  <a:pt x="767863" y="84096"/>
                </a:lnTo>
                <a:lnTo>
                  <a:pt x="767854" y="85434"/>
                </a:lnTo>
                <a:lnTo>
                  <a:pt x="767863" y="86739"/>
                </a:lnTo>
                <a:lnTo>
                  <a:pt x="767891" y="88028"/>
                </a:lnTo>
                <a:lnTo>
                  <a:pt x="767937" y="89303"/>
                </a:lnTo>
                <a:lnTo>
                  <a:pt x="768001" y="90563"/>
                </a:lnTo>
                <a:lnTo>
                  <a:pt x="768083" y="91807"/>
                </a:lnTo>
                <a:lnTo>
                  <a:pt x="768184" y="93037"/>
                </a:lnTo>
                <a:lnTo>
                  <a:pt x="768303" y="94252"/>
                </a:lnTo>
                <a:lnTo>
                  <a:pt x="768441" y="95451"/>
                </a:lnTo>
                <a:lnTo>
                  <a:pt x="768596" y="96636"/>
                </a:lnTo>
                <a:lnTo>
                  <a:pt x="768770" y="97806"/>
                </a:lnTo>
                <a:lnTo>
                  <a:pt x="768963" y="98960"/>
                </a:lnTo>
                <a:lnTo>
                  <a:pt x="769174" y="100100"/>
                </a:lnTo>
                <a:lnTo>
                  <a:pt x="769403" y="101225"/>
                </a:lnTo>
                <a:lnTo>
                  <a:pt x="769650" y="102335"/>
                </a:lnTo>
                <a:lnTo>
                  <a:pt x="769916" y="103429"/>
                </a:lnTo>
                <a:lnTo>
                  <a:pt x="770200" y="104509"/>
                </a:lnTo>
                <a:lnTo>
                  <a:pt x="770502" y="105574"/>
                </a:lnTo>
                <a:lnTo>
                  <a:pt x="770823" y="106623"/>
                </a:lnTo>
                <a:lnTo>
                  <a:pt x="771162" y="107658"/>
                </a:lnTo>
                <a:lnTo>
                  <a:pt x="771519" y="108678"/>
                </a:lnTo>
                <a:lnTo>
                  <a:pt x="771895" y="109683"/>
                </a:lnTo>
                <a:lnTo>
                  <a:pt x="772289" y="110672"/>
                </a:lnTo>
                <a:lnTo>
                  <a:pt x="772701" y="111647"/>
                </a:lnTo>
                <a:lnTo>
                  <a:pt x="773132" y="112607"/>
                </a:lnTo>
                <a:lnTo>
                  <a:pt x="773580" y="113550"/>
                </a:lnTo>
                <a:lnTo>
                  <a:pt x="774044" y="114475"/>
                </a:lnTo>
                <a:lnTo>
                  <a:pt x="774526" y="115381"/>
                </a:lnTo>
                <a:lnTo>
                  <a:pt x="775024" y="116269"/>
                </a:lnTo>
                <a:lnTo>
                  <a:pt x="775538" y="117139"/>
                </a:lnTo>
                <a:lnTo>
                  <a:pt x="776069" y="117991"/>
                </a:lnTo>
                <a:lnTo>
                  <a:pt x="776617" y="118824"/>
                </a:lnTo>
                <a:lnTo>
                  <a:pt x="777181" y="119638"/>
                </a:lnTo>
                <a:lnTo>
                  <a:pt x="777762" y="120435"/>
                </a:lnTo>
                <a:lnTo>
                  <a:pt x="778360" y="121213"/>
                </a:lnTo>
                <a:lnTo>
                  <a:pt x="778974" y="121973"/>
                </a:lnTo>
                <a:lnTo>
                  <a:pt x="779605" y="122714"/>
                </a:lnTo>
                <a:lnTo>
                  <a:pt x="780253" y="123437"/>
                </a:lnTo>
                <a:lnTo>
                  <a:pt x="780917" y="124142"/>
                </a:lnTo>
                <a:lnTo>
                  <a:pt x="781597" y="124828"/>
                </a:lnTo>
                <a:lnTo>
                  <a:pt x="782294" y="125496"/>
                </a:lnTo>
                <a:lnTo>
                  <a:pt x="783008" y="126146"/>
                </a:lnTo>
                <a:lnTo>
                  <a:pt x="783739" y="126777"/>
                </a:lnTo>
                <a:lnTo>
                  <a:pt x="784486" y="127391"/>
                </a:lnTo>
                <a:lnTo>
                  <a:pt x="785250" y="127985"/>
                </a:lnTo>
                <a:lnTo>
                  <a:pt x="786030" y="128562"/>
                </a:lnTo>
                <a:lnTo>
                  <a:pt x="786827" y="129120"/>
                </a:lnTo>
                <a:lnTo>
                  <a:pt x="787640" y="129659"/>
                </a:lnTo>
                <a:lnTo>
                  <a:pt x="788471" y="130181"/>
                </a:lnTo>
                <a:lnTo>
                  <a:pt x="789316" y="130682"/>
                </a:lnTo>
                <a:lnTo>
                  <a:pt x="790176" y="131162"/>
                </a:lnTo>
                <a:lnTo>
                  <a:pt x="791049" y="131621"/>
                </a:lnTo>
                <a:lnTo>
                  <a:pt x="791937" y="132058"/>
                </a:lnTo>
                <a:lnTo>
                  <a:pt x="792838" y="132474"/>
                </a:lnTo>
                <a:lnTo>
                  <a:pt x="793754" y="132869"/>
                </a:lnTo>
                <a:lnTo>
                  <a:pt x="794684" y="133242"/>
                </a:lnTo>
                <a:lnTo>
                  <a:pt x="795628" y="133594"/>
                </a:lnTo>
                <a:lnTo>
                  <a:pt x="796586" y="133925"/>
                </a:lnTo>
                <a:lnTo>
                  <a:pt x="797557" y="134234"/>
                </a:lnTo>
                <a:lnTo>
                  <a:pt x="798543" y="134522"/>
                </a:lnTo>
                <a:lnTo>
                  <a:pt x="799543" y="134789"/>
                </a:lnTo>
                <a:lnTo>
                  <a:pt x="800557" y="135034"/>
                </a:lnTo>
                <a:lnTo>
                  <a:pt x="801585" y="135258"/>
                </a:lnTo>
                <a:lnTo>
                  <a:pt x="802627" y="135460"/>
                </a:lnTo>
                <a:lnTo>
                  <a:pt x="803684" y="135642"/>
                </a:lnTo>
                <a:lnTo>
                  <a:pt x="804754" y="135802"/>
                </a:lnTo>
                <a:lnTo>
                  <a:pt x="805838" y="135940"/>
                </a:lnTo>
                <a:lnTo>
                  <a:pt x="806936" y="136058"/>
                </a:lnTo>
                <a:lnTo>
                  <a:pt x="808048" y="136154"/>
                </a:lnTo>
                <a:lnTo>
                  <a:pt x="809175" y="136228"/>
                </a:lnTo>
                <a:lnTo>
                  <a:pt x="810315" y="136282"/>
                </a:lnTo>
                <a:lnTo>
                  <a:pt x="811470" y="136314"/>
                </a:lnTo>
                <a:lnTo>
                  <a:pt x="812638" y="136324"/>
                </a:lnTo>
                <a:lnTo>
                  <a:pt x="813831" y="136314"/>
                </a:lnTo>
                <a:lnTo>
                  <a:pt x="815009" y="136282"/>
                </a:lnTo>
                <a:lnTo>
                  <a:pt x="816173" y="136228"/>
                </a:lnTo>
                <a:close/>
                <a:moveTo>
                  <a:pt x="810116" y="123129"/>
                </a:moveTo>
                <a:lnTo>
                  <a:pt x="809305" y="123070"/>
                </a:lnTo>
                <a:lnTo>
                  <a:pt x="808509" y="122993"/>
                </a:lnTo>
                <a:lnTo>
                  <a:pt x="807728" y="122900"/>
                </a:lnTo>
                <a:lnTo>
                  <a:pt x="806961" y="122790"/>
                </a:lnTo>
                <a:lnTo>
                  <a:pt x="806210" y="122663"/>
                </a:lnTo>
                <a:lnTo>
                  <a:pt x="805473" y="122520"/>
                </a:lnTo>
                <a:lnTo>
                  <a:pt x="804752" y="122359"/>
                </a:lnTo>
                <a:lnTo>
                  <a:pt x="804045" y="122181"/>
                </a:lnTo>
                <a:lnTo>
                  <a:pt x="803353" y="121987"/>
                </a:lnTo>
                <a:lnTo>
                  <a:pt x="802676" y="121775"/>
                </a:lnTo>
                <a:lnTo>
                  <a:pt x="802014" y="121547"/>
                </a:lnTo>
                <a:lnTo>
                  <a:pt x="801367" y="121301"/>
                </a:lnTo>
                <a:lnTo>
                  <a:pt x="800735" y="121039"/>
                </a:lnTo>
                <a:lnTo>
                  <a:pt x="800118" y="120760"/>
                </a:lnTo>
                <a:lnTo>
                  <a:pt x="799516" y="120464"/>
                </a:lnTo>
                <a:lnTo>
                  <a:pt x="798928" y="120150"/>
                </a:lnTo>
                <a:lnTo>
                  <a:pt x="798355" y="119821"/>
                </a:lnTo>
                <a:lnTo>
                  <a:pt x="797798" y="119474"/>
                </a:lnTo>
                <a:lnTo>
                  <a:pt x="797255" y="119110"/>
                </a:lnTo>
                <a:lnTo>
                  <a:pt x="796727" y="118729"/>
                </a:lnTo>
                <a:lnTo>
                  <a:pt x="796214" y="118331"/>
                </a:lnTo>
                <a:lnTo>
                  <a:pt x="795714" y="117919"/>
                </a:lnTo>
                <a:lnTo>
                  <a:pt x="795227" y="117493"/>
                </a:lnTo>
                <a:lnTo>
                  <a:pt x="794751" y="117054"/>
                </a:lnTo>
                <a:lnTo>
                  <a:pt x="794286" y="116603"/>
                </a:lnTo>
                <a:lnTo>
                  <a:pt x="793834" y="116139"/>
                </a:lnTo>
                <a:lnTo>
                  <a:pt x="793393" y="115662"/>
                </a:lnTo>
                <a:lnTo>
                  <a:pt x="792965" y="115172"/>
                </a:lnTo>
                <a:lnTo>
                  <a:pt x="792548" y="114670"/>
                </a:lnTo>
                <a:lnTo>
                  <a:pt x="792143" y="114155"/>
                </a:lnTo>
                <a:lnTo>
                  <a:pt x="791749" y="113626"/>
                </a:lnTo>
                <a:lnTo>
                  <a:pt x="791368" y="113085"/>
                </a:lnTo>
                <a:lnTo>
                  <a:pt x="790998" y="112531"/>
                </a:lnTo>
                <a:lnTo>
                  <a:pt x="790640" y="111965"/>
                </a:lnTo>
                <a:lnTo>
                  <a:pt x="790294" y="111385"/>
                </a:lnTo>
                <a:lnTo>
                  <a:pt x="789960" y="110793"/>
                </a:lnTo>
                <a:lnTo>
                  <a:pt x="789638" y="110188"/>
                </a:lnTo>
                <a:lnTo>
                  <a:pt x="789327" y="109570"/>
                </a:lnTo>
                <a:lnTo>
                  <a:pt x="789029" y="108939"/>
                </a:lnTo>
                <a:lnTo>
                  <a:pt x="788742" y="108295"/>
                </a:lnTo>
                <a:lnTo>
                  <a:pt x="788466" y="107639"/>
                </a:lnTo>
                <a:lnTo>
                  <a:pt x="788203" y="106970"/>
                </a:lnTo>
                <a:lnTo>
                  <a:pt x="787952" y="106288"/>
                </a:lnTo>
                <a:lnTo>
                  <a:pt x="787712" y="105593"/>
                </a:lnTo>
                <a:lnTo>
                  <a:pt x="787484" y="104885"/>
                </a:lnTo>
                <a:lnTo>
                  <a:pt x="787267" y="104167"/>
                </a:lnTo>
                <a:lnTo>
                  <a:pt x="787059" y="103441"/>
                </a:lnTo>
                <a:lnTo>
                  <a:pt x="786860" y="102707"/>
                </a:lnTo>
                <a:lnTo>
                  <a:pt x="786670" y="101965"/>
                </a:lnTo>
                <a:lnTo>
                  <a:pt x="786490" y="101214"/>
                </a:lnTo>
                <a:lnTo>
                  <a:pt x="786319" y="100456"/>
                </a:lnTo>
                <a:lnTo>
                  <a:pt x="786157" y="99690"/>
                </a:lnTo>
                <a:lnTo>
                  <a:pt x="786005" y="98916"/>
                </a:lnTo>
                <a:lnTo>
                  <a:pt x="785861" y="98134"/>
                </a:lnTo>
                <a:lnTo>
                  <a:pt x="785727" y="97343"/>
                </a:lnTo>
                <a:lnTo>
                  <a:pt x="785602" y="96545"/>
                </a:lnTo>
                <a:lnTo>
                  <a:pt x="785487" y="95739"/>
                </a:lnTo>
                <a:lnTo>
                  <a:pt x="785380" y="94925"/>
                </a:lnTo>
                <a:lnTo>
                  <a:pt x="785283" y="94103"/>
                </a:lnTo>
                <a:lnTo>
                  <a:pt x="785195" y="93272"/>
                </a:lnTo>
                <a:lnTo>
                  <a:pt x="785117" y="92434"/>
                </a:lnTo>
                <a:lnTo>
                  <a:pt x="785047" y="91588"/>
                </a:lnTo>
                <a:lnTo>
                  <a:pt x="784987" y="90734"/>
                </a:lnTo>
                <a:lnTo>
                  <a:pt x="784936" y="89871"/>
                </a:lnTo>
                <a:lnTo>
                  <a:pt x="784895" y="89001"/>
                </a:lnTo>
                <a:lnTo>
                  <a:pt x="784862" y="88123"/>
                </a:lnTo>
                <a:lnTo>
                  <a:pt x="784839" y="87237"/>
                </a:lnTo>
                <a:lnTo>
                  <a:pt x="784825" y="86342"/>
                </a:lnTo>
                <a:lnTo>
                  <a:pt x="784821" y="85440"/>
                </a:lnTo>
                <a:lnTo>
                  <a:pt x="784825" y="84520"/>
                </a:lnTo>
                <a:lnTo>
                  <a:pt x="784839" y="83609"/>
                </a:lnTo>
                <a:lnTo>
                  <a:pt x="784862" y="82706"/>
                </a:lnTo>
                <a:lnTo>
                  <a:pt x="784895" y="81811"/>
                </a:lnTo>
                <a:lnTo>
                  <a:pt x="784936" y="80924"/>
                </a:lnTo>
                <a:lnTo>
                  <a:pt x="784987" y="80045"/>
                </a:lnTo>
                <a:lnTo>
                  <a:pt x="785047" y="79175"/>
                </a:lnTo>
                <a:lnTo>
                  <a:pt x="785117" y="78312"/>
                </a:lnTo>
                <a:lnTo>
                  <a:pt x="785195" y="77458"/>
                </a:lnTo>
                <a:lnTo>
                  <a:pt x="785283" y="76613"/>
                </a:lnTo>
                <a:lnTo>
                  <a:pt x="785380" y="75775"/>
                </a:lnTo>
                <a:lnTo>
                  <a:pt x="785487" y="74945"/>
                </a:lnTo>
                <a:lnTo>
                  <a:pt x="785602" y="74124"/>
                </a:lnTo>
                <a:lnTo>
                  <a:pt x="785727" y="73311"/>
                </a:lnTo>
                <a:lnTo>
                  <a:pt x="785861" y="72506"/>
                </a:lnTo>
                <a:lnTo>
                  <a:pt x="786005" y="71710"/>
                </a:lnTo>
                <a:lnTo>
                  <a:pt x="786157" y="70921"/>
                </a:lnTo>
                <a:lnTo>
                  <a:pt x="786319" y="70141"/>
                </a:lnTo>
                <a:lnTo>
                  <a:pt x="786490" y="69369"/>
                </a:lnTo>
                <a:lnTo>
                  <a:pt x="786670" y="68605"/>
                </a:lnTo>
                <a:lnTo>
                  <a:pt x="786860" y="67849"/>
                </a:lnTo>
                <a:lnTo>
                  <a:pt x="787059" y="67102"/>
                </a:lnTo>
                <a:lnTo>
                  <a:pt x="787267" y="66362"/>
                </a:lnTo>
                <a:lnTo>
                  <a:pt x="787484" y="65631"/>
                </a:lnTo>
                <a:lnTo>
                  <a:pt x="787712" y="64911"/>
                </a:lnTo>
                <a:lnTo>
                  <a:pt x="787952" y="64203"/>
                </a:lnTo>
                <a:lnTo>
                  <a:pt x="788203" y="63509"/>
                </a:lnTo>
                <a:lnTo>
                  <a:pt x="788466" y="62828"/>
                </a:lnTo>
                <a:lnTo>
                  <a:pt x="788742" y="62159"/>
                </a:lnTo>
                <a:lnTo>
                  <a:pt x="789029" y="61504"/>
                </a:lnTo>
                <a:lnTo>
                  <a:pt x="789327" y="60861"/>
                </a:lnTo>
                <a:lnTo>
                  <a:pt x="789638" y="60232"/>
                </a:lnTo>
                <a:lnTo>
                  <a:pt x="789960" y="59616"/>
                </a:lnTo>
                <a:lnTo>
                  <a:pt x="790294" y="59012"/>
                </a:lnTo>
                <a:lnTo>
                  <a:pt x="790640" y="58422"/>
                </a:lnTo>
                <a:lnTo>
                  <a:pt x="790998" y="57845"/>
                </a:lnTo>
                <a:lnTo>
                  <a:pt x="791368" y="57281"/>
                </a:lnTo>
                <a:lnTo>
                  <a:pt x="791749" y="56729"/>
                </a:lnTo>
                <a:lnTo>
                  <a:pt x="792143" y="56191"/>
                </a:lnTo>
                <a:lnTo>
                  <a:pt x="792548" y="55666"/>
                </a:lnTo>
                <a:lnTo>
                  <a:pt x="792965" y="55154"/>
                </a:lnTo>
                <a:lnTo>
                  <a:pt x="793393" y="54654"/>
                </a:lnTo>
                <a:lnTo>
                  <a:pt x="793834" y="54168"/>
                </a:lnTo>
                <a:lnTo>
                  <a:pt x="794286" y="53695"/>
                </a:lnTo>
                <a:lnTo>
                  <a:pt x="794751" y="53235"/>
                </a:lnTo>
                <a:lnTo>
                  <a:pt x="795227" y="52788"/>
                </a:lnTo>
                <a:lnTo>
                  <a:pt x="795714" y="52353"/>
                </a:lnTo>
                <a:lnTo>
                  <a:pt x="796214" y="51932"/>
                </a:lnTo>
                <a:lnTo>
                  <a:pt x="796727" y="51526"/>
                </a:lnTo>
                <a:lnTo>
                  <a:pt x="797255" y="51137"/>
                </a:lnTo>
                <a:lnTo>
                  <a:pt x="797798" y="50766"/>
                </a:lnTo>
                <a:lnTo>
                  <a:pt x="798355" y="50411"/>
                </a:lnTo>
                <a:lnTo>
                  <a:pt x="798928" y="50074"/>
                </a:lnTo>
                <a:lnTo>
                  <a:pt x="799516" y="49754"/>
                </a:lnTo>
                <a:lnTo>
                  <a:pt x="800118" y="49452"/>
                </a:lnTo>
                <a:lnTo>
                  <a:pt x="800735" y="49167"/>
                </a:lnTo>
                <a:lnTo>
                  <a:pt x="801367" y="48899"/>
                </a:lnTo>
                <a:lnTo>
                  <a:pt x="802014" y="48648"/>
                </a:lnTo>
                <a:lnTo>
                  <a:pt x="802676" y="48415"/>
                </a:lnTo>
                <a:lnTo>
                  <a:pt x="803353" y="48199"/>
                </a:lnTo>
                <a:lnTo>
                  <a:pt x="804045" y="48000"/>
                </a:lnTo>
                <a:lnTo>
                  <a:pt x="804752" y="47818"/>
                </a:lnTo>
                <a:lnTo>
                  <a:pt x="805473" y="47654"/>
                </a:lnTo>
                <a:lnTo>
                  <a:pt x="806210" y="47507"/>
                </a:lnTo>
                <a:lnTo>
                  <a:pt x="806961" y="47378"/>
                </a:lnTo>
                <a:lnTo>
                  <a:pt x="807728" y="47265"/>
                </a:lnTo>
                <a:lnTo>
                  <a:pt x="808509" y="47170"/>
                </a:lnTo>
                <a:lnTo>
                  <a:pt x="809305" y="47092"/>
                </a:lnTo>
                <a:lnTo>
                  <a:pt x="810116" y="47032"/>
                </a:lnTo>
                <a:lnTo>
                  <a:pt x="810942" y="46989"/>
                </a:lnTo>
                <a:lnTo>
                  <a:pt x="811782" y="46963"/>
                </a:lnTo>
                <a:lnTo>
                  <a:pt x="812638" y="46954"/>
                </a:lnTo>
                <a:lnTo>
                  <a:pt x="813518" y="46963"/>
                </a:lnTo>
                <a:lnTo>
                  <a:pt x="814384" y="46989"/>
                </a:lnTo>
                <a:lnTo>
                  <a:pt x="815234" y="47032"/>
                </a:lnTo>
                <a:lnTo>
                  <a:pt x="816069" y="47092"/>
                </a:lnTo>
                <a:lnTo>
                  <a:pt x="816889" y="47170"/>
                </a:lnTo>
                <a:lnTo>
                  <a:pt x="817694" y="47265"/>
                </a:lnTo>
                <a:lnTo>
                  <a:pt x="818483" y="47378"/>
                </a:lnTo>
                <a:lnTo>
                  <a:pt x="819258" y="47507"/>
                </a:lnTo>
                <a:lnTo>
                  <a:pt x="820018" y="47654"/>
                </a:lnTo>
                <a:lnTo>
                  <a:pt x="820762" y="47818"/>
                </a:lnTo>
                <a:lnTo>
                  <a:pt x="821492" y="48000"/>
                </a:lnTo>
                <a:lnTo>
                  <a:pt x="822206" y="48199"/>
                </a:lnTo>
                <a:lnTo>
                  <a:pt x="822906" y="48415"/>
                </a:lnTo>
                <a:lnTo>
                  <a:pt x="823590" y="48648"/>
                </a:lnTo>
                <a:lnTo>
                  <a:pt x="824259" y="48899"/>
                </a:lnTo>
                <a:lnTo>
                  <a:pt x="824914" y="49167"/>
                </a:lnTo>
                <a:lnTo>
                  <a:pt x="825553" y="49452"/>
                </a:lnTo>
                <a:lnTo>
                  <a:pt x="826177" y="49754"/>
                </a:lnTo>
                <a:lnTo>
                  <a:pt x="826786" y="50074"/>
                </a:lnTo>
                <a:lnTo>
                  <a:pt x="827380" y="50411"/>
                </a:lnTo>
                <a:lnTo>
                  <a:pt x="827959" y="50766"/>
                </a:lnTo>
                <a:lnTo>
                  <a:pt x="828522" y="51137"/>
                </a:lnTo>
                <a:lnTo>
                  <a:pt x="829071" y="51526"/>
                </a:lnTo>
                <a:lnTo>
                  <a:pt x="829605" y="51932"/>
                </a:lnTo>
                <a:lnTo>
                  <a:pt x="830125" y="52353"/>
                </a:lnTo>
                <a:lnTo>
                  <a:pt x="830632" y="52788"/>
                </a:lnTo>
                <a:lnTo>
                  <a:pt x="831127" y="53235"/>
                </a:lnTo>
                <a:lnTo>
                  <a:pt x="831610" y="53695"/>
                </a:lnTo>
                <a:lnTo>
                  <a:pt x="832081" y="54168"/>
                </a:lnTo>
                <a:lnTo>
                  <a:pt x="832539" y="54654"/>
                </a:lnTo>
                <a:lnTo>
                  <a:pt x="832985" y="55154"/>
                </a:lnTo>
                <a:lnTo>
                  <a:pt x="833419" y="55666"/>
                </a:lnTo>
                <a:lnTo>
                  <a:pt x="833840" y="56191"/>
                </a:lnTo>
                <a:lnTo>
                  <a:pt x="834249" y="56729"/>
                </a:lnTo>
                <a:lnTo>
                  <a:pt x="834646" y="57281"/>
                </a:lnTo>
                <a:lnTo>
                  <a:pt x="835030" y="57845"/>
                </a:lnTo>
                <a:lnTo>
                  <a:pt x="835402" y="58422"/>
                </a:lnTo>
                <a:lnTo>
                  <a:pt x="835762" y="59012"/>
                </a:lnTo>
                <a:lnTo>
                  <a:pt x="836109" y="59616"/>
                </a:lnTo>
                <a:lnTo>
                  <a:pt x="836444" y="60232"/>
                </a:lnTo>
                <a:lnTo>
                  <a:pt x="836767" y="60861"/>
                </a:lnTo>
                <a:lnTo>
                  <a:pt x="837077" y="61504"/>
                </a:lnTo>
                <a:lnTo>
                  <a:pt x="837375" y="62159"/>
                </a:lnTo>
                <a:lnTo>
                  <a:pt x="837661" y="62828"/>
                </a:lnTo>
                <a:lnTo>
                  <a:pt x="837934" y="63509"/>
                </a:lnTo>
                <a:lnTo>
                  <a:pt x="838195" y="64203"/>
                </a:lnTo>
                <a:lnTo>
                  <a:pt x="838443" y="64911"/>
                </a:lnTo>
                <a:lnTo>
                  <a:pt x="838680" y="65631"/>
                </a:lnTo>
                <a:lnTo>
                  <a:pt x="838905" y="66362"/>
                </a:lnTo>
                <a:lnTo>
                  <a:pt x="839121" y="67102"/>
                </a:lnTo>
                <a:lnTo>
                  <a:pt x="839327" y="67849"/>
                </a:lnTo>
                <a:lnTo>
                  <a:pt x="839524" y="68605"/>
                </a:lnTo>
                <a:lnTo>
                  <a:pt x="839711" y="69369"/>
                </a:lnTo>
                <a:lnTo>
                  <a:pt x="839888" y="70141"/>
                </a:lnTo>
                <a:lnTo>
                  <a:pt x="840056" y="70921"/>
                </a:lnTo>
                <a:lnTo>
                  <a:pt x="840214" y="71710"/>
                </a:lnTo>
                <a:lnTo>
                  <a:pt x="840363" y="72506"/>
                </a:lnTo>
                <a:lnTo>
                  <a:pt x="840502" y="73311"/>
                </a:lnTo>
                <a:lnTo>
                  <a:pt x="840631" y="74124"/>
                </a:lnTo>
                <a:lnTo>
                  <a:pt x="840751" y="74945"/>
                </a:lnTo>
                <a:lnTo>
                  <a:pt x="840862" y="75775"/>
                </a:lnTo>
                <a:lnTo>
                  <a:pt x="840962" y="76613"/>
                </a:lnTo>
                <a:lnTo>
                  <a:pt x="841053" y="77458"/>
                </a:lnTo>
                <a:lnTo>
                  <a:pt x="841135" y="78312"/>
                </a:lnTo>
                <a:lnTo>
                  <a:pt x="841207" y="79175"/>
                </a:lnTo>
                <a:lnTo>
                  <a:pt x="841269" y="80045"/>
                </a:lnTo>
                <a:lnTo>
                  <a:pt x="841322" y="80924"/>
                </a:lnTo>
                <a:lnTo>
                  <a:pt x="841365" y="81811"/>
                </a:lnTo>
                <a:lnTo>
                  <a:pt x="841399" y="82706"/>
                </a:lnTo>
                <a:lnTo>
                  <a:pt x="841423" y="83609"/>
                </a:lnTo>
                <a:lnTo>
                  <a:pt x="841437" y="84520"/>
                </a:lnTo>
                <a:lnTo>
                  <a:pt x="841442" y="85440"/>
                </a:lnTo>
                <a:lnTo>
                  <a:pt x="841437" y="86342"/>
                </a:lnTo>
                <a:lnTo>
                  <a:pt x="841423" y="87237"/>
                </a:lnTo>
                <a:lnTo>
                  <a:pt x="841399" y="88123"/>
                </a:lnTo>
                <a:lnTo>
                  <a:pt x="841365" y="89001"/>
                </a:lnTo>
                <a:lnTo>
                  <a:pt x="841322" y="89871"/>
                </a:lnTo>
                <a:lnTo>
                  <a:pt x="841269" y="90734"/>
                </a:lnTo>
                <a:lnTo>
                  <a:pt x="841207" y="91588"/>
                </a:lnTo>
                <a:lnTo>
                  <a:pt x="841135" y="92434"/>
                </a:lnTo>
                <a:lnTo>
                  <a:pt x="841053" y="93272"/>
                </a:lnTo>
                <a:lnTo>
                  <a:pt x="840962" y="94103"/>
                </a:lnTo>
                <a:lnTo>
                  <a:pt x="840862" y="94925"/>
                </a:lnTo>
                <a:lnTo>
                  <a:pt x="840751" y="95739"/>
                </a:lnTo>
                <a:lnTo>
                  <a:pt x="840631" y="96545"/>
                </a:lnTo>
                <a:lnTo>
                  <a:pt x="840502" y="97343"/>
                </a:lnTo>
                <a:lnTo>
                  <a:pt x="840363" y="98134"/>
                </a:lnTo>
                <a:lnTo>
                  <a:pt x="840214" y="98916"/>
                </a:lnTo>
                <a:lnTo>
                  <a:pt x="840056" y="99690"/>
                </a:lnTo>
                <a:lnTo>
                  <a:pt x="839888" y="100456"/>
                </a:lnTo>
                <a:lnTo>
                  <a:pt x="839711" y="101214"/>
                </a:lnTo>
                <a:lnTo>
                  <a:pt x="839524" y="101965"/>
                </a:lnTo>
                <a:lnTo>
                  <a:pt x="839327" y="102707"/>
                </a:lnTo>
                <a:lnTo>
                  <a:pt x="839121" y="103441"/>
                </a:lnTo>
                <a:lnTo>
                  <a:pt x="838905" y="104167"/>
                </a:lnTo>
                <a:lnTo>
                  <a:pt x="838680" y="104885"/>
                </a:lnTo>
                <a:lnTo>
                  <a:pt x="838443" y="105593"/>
                </a:lnTo>
                <a:lnTo>
                  <a:pt x="838195" y="106288"/>
                </a:lnTo>
                <a:lnTo>
                  <a:pt x="837934" y="106970"/>
                </a:lnTo>
                <a:lnTo>
                  <a:pt x="837661" y="107639"/>
                </a:lnTo>
                <a:lnTo>
                  <a:pt x="837375" y="108295"/>
                </a:lnTo>
                <a:lnTo>
                  <a:pt x="837077" y="108939"/>
                </a:lnTo>
                <a:lnTo>
                  <a:pt x="836767" y="109570"/>
                </a:lnTo>
                <a:lnTo>
                  <a:pt x="836444" y="110188"/>
                </a:lnTo>
                <a:lnTo>
                  <a:pt x="836109" y="110793"/>
                </a:lnTo>
                <a:lnTo>
                  <a:pt x="835762" y="111385"/>
                </a:lnTo>
                <a:lnTo>
                  <a:pt x="835402" y="111965"/>
                </a:lnTo>
                <a:lnTo>
                  <a:pt x="835030" y="112531"/>
                </a:lnTo>
                <a:lnTo>
                  <a:pt x="834646" y="113085"/>
                </a:lnTo>
                <a:lnTo>
                  <a:pt x="834249" y="113626"/>
                </a:lnTo>
                <a:lnTo>
                  <a:pt x="833840" y="114155"/>
                </a:lnTo>
                <a:lnTo>
                  <a:pt x="833419" y="114670"/>
                </a:lnTo>
                <a:lnTo>
                  <a:pt x="832985" y="115172"/>
                </a:lnTo>
                <a:lnTo>
                  <a:pt x="832539" y="115662"/>
                </a:lnTo>
                <a:lnTo>
                  <a:pt x="832081" y="116139"/>
                </a:lnTo>
                <a:lnTo>
                  <a:pt x="831610" y="116603"/>
                </a:lnTo>
                <a:lnTo>
                  <a:pt x="831127" y="117054"/>
                </a:lnTo>
                <a:lnTo>
                  <a:pt x="830632" y="117493"/>
                </a:lnTo>
                <a:lnTo>
                  <a:pt x="830125" y="117919"/>
                </a:lnTo>
                <a:lnTo>
                  <a:pt x="829605" y="118331"/>
                </a:lnTo>
                <a:lnTo>
                  <a:pt x="829071" y="118729"/>
                </a:lnTo>
                <a:lnTo>
                  <a:pt x="828522" y="119110"/>
                </a:lnTo>
                <a:lnTo>
                  <a:pt x="827959" y="119474"/>
                </a:lnTo>
                <a:lnTo>
                  <a:pt x="827380" y="119821"/>
                </a:lnTo>
                <a:lnTo>
                  <a:pt x="826786" y="120150"/>
                </a:lnTo>
                <a:lnTo>
                  <a:pt x="826177" y="120464"/>
                </a:lnTo>
                <a:lnTo>
                  <a:pt x="825553" y="120760"/>
                </a:lnTo>
                <a:lnTo>
                  <a:pt x="824914" y="121039"/>
                </a:lnTo>
                <a:lnTo>
                  <a:pt x="824259" y="121301"/>
                </a:lnTo>
                <a:lnTo>
                  <a:pt x="823590" y="121547"/>
                </a:lnTo>
                <a:lnTo>
                  <a:pt x="822906" y="121775"/>
                </a:lnTo>
                <a:lnTo>
                  <a:pt x="822206" y="121987"/>
                </a:lnTo>
                <a:lnTo>
                  <a:pt x="821492" y="122181"/>
                </a:lnTo>
                <a:lnTo>
                  <a:pt x="820762" y="122359"/>
                </a:lnTo>
                <a:lnTo>
                  <a:pt x="820018" y="122520"/>
                </a:lnTo>
                <a:lnTo>
                  <a:pt x="819258" y="122663"/>
                </a:lnTo>
                <a:lnTo>
                  <a:pt x="818483" y="122790"/>
                </a:lnTo>
                <a:lnTo>
                  <a:pt x="817694" y="122900"/>
                </a:lnTo>
                <a:lnTo>
                  <a:pt x="816889" y="122993"/>
                </a:lnTo>
                <a:lnTo>
                  <a:pt x="816069" y="123070"/>
                </a:lnTo>
                <a:lnTo>
                  <a:pt x="815234" y="123129"/>
                </a:lnTo>
                <a:lnTo>
                  <a:pt x="814384" y="123171"/>
                </a:lnTo>
                <a:lnTo>
                  <a:pt x="813518" y="123196"/>
                </a:lnTo>
                <a:lnTo>
                  <a:pt x="812638" y="123205"/>
                </a:lnTo>
                <a:lnTo>
                  <a:pt x="811782" y="123196"/>
                </a:lnTo>
                <a:lnTo>
                  <a:pt x="810942" y="123171"/>
                </a:lnTo>
                <a:lnTo>
                  <a:pt x="810116" y="123129"/>
                </a:lnTo>
                <a:close/>
                <a:moveTo>
                  <a:pt x="1265704" y="121223"/>
                </a:moveTo>
                <a:lnTo>
                  <a:pt x="1265006" y="121197"/>
                </a:lnTo>
                <a:lnTo>
                  <a:pt x="1264331" y="121154"/>
                </a:lnTo>
                <a:lnTo>
                  <a:pt x="1263678" y="121094"/>
                </a:lnTo>
                <a:lnTo>
                  <a:pt x="1263047" y="121016"/>
                </a:lnTo>
                <a:lnTo>
                  <a:pt x="1262439" y="120920"/>
                </a:lnTo>
                <a:lnTo>
                  <a:pt x="1261853" y="120808"/>
                </a:lnTo>
                <a:lnTo>
                  <a:pt x="1261290" y="120678"/>
                </a:lnTo>
                <a:lnTo>
                  <a:pt x="1260749" y="120531"/>
                </a:lnTo>
                <a:lnTo>
                  <a:pt x="1260230" y="120366"/>
                </a:lnTo>
                <a:lnTo>
                  <a:pt x="1259734" y="120184"/>
                </a:lnTo>
                <a:lnTo>
                  <a:pt x="1259261" y="119985"/>
                </a:lnTo>
                <a:lnTo>
                  <a:pt x="1258809" y="119769"/>
                </a:lnTo>
                <a:lnTo>
                  <a:pt x="1258381" y="119535"/>
                </a:lnTo>
                <a:lnTo>
                  <a:pt x="1257974" y="119284"/>
                </a:lnTo>
                <a:lnTo>
                  <a:pt x="1257591" y="119015"/>
                </a:lnTo>
                <a:lnTo>
                  <a:pt x="1257229" y="118730"/>
                </a:lnTo>
                <a:lnTo>
                  <a:pt x="1256890" y="118427"/>
                </a:lnTo>
                <a:lnTo>
                  <a:pt x="1256574" y="118106"/>
                </a:lnTo>
                <a:lnTo>
                  <a:pt x="1256279" y="117768"/>
                </a:lnTo>
                <a:lnTo>
                  <a:pt x="1256008" y="117413"/>
                </a:lnTo>
                <a:lnTo>
                  <a:pt x="1255758" y="117041"/>
                </a:lnTo>
                <a:lnTo>
                  <a:pt x="1255532" y="116651"/>
                </a:lnTo>
                <a:lnTo>
                  <a:pt x="1255327" y="116244"/>
                </a:lnTo>
                <a:lnTo>
                  <a:pt x="1255138" y="115821"/>
                </a:lnTo>
                <a:lnTo>
                  <a:pt x="1254957" y="115383"/>
                </a:lnTo>
                <a:lnTo>
                  <a:pt x="1254784" y="114929"/>
                </a:lnTo>
                <a:lnTo>
                  <a:pt x="1254619" y="114460"/>
                </a:lnTo>
                <a:lnTo>
                  <a:pt x="1254462" y="113977"/>
                </a:lnTo>
                <a:lnTo>
                  <a:pt x="1254313" y="113477"/>
                </a:lnTo>
                <a:lnTo>
                  <a:pt x="1254172" y="112963"/>
                </a:lnTo>
                <a:lnTo>
                  <a:pt x="1254039" y="112434"/>
                </a:lnTo>
                <a:lnTo>
                  <a:pt x="1253915" y="111889"/>
                </a:lnTo>
                <a:lnTo>
                  <a:pt x="1253798" y="111329"/>
                </a:lnTo>
                <a:lnTo>
                  <a:pt x="1253689" y="110754"/>
                </a:lnTo>
                <a:lnTo>
                  <a:pt x="1253589" y="110164"/>
                </a:lnTo>
                <a:lnTo>
                  <a:pt x="1253496" y="109559"/>
                </a:lnTo>
                <a:lnTo>
                  <a:pt x="1253412" y="108938"/>
                </a:lnTo>
                <a:lnTo>
                  <a:pt x="1253335" y="108302"/>
                </a:lnTo>
                <a:lnTo>
                  <a:pt x="1253267" y="107652"/>
                </a:lnTo>
                <a:lnTo>
                  <a:pt x="1253206" y="106985"/>
                </a:lnTo>
                <a:lnTo>
                  <a:pt x="1253154" y="106304"/>
                </a:lnTo>
                <a:lnTo>
                  <a:pt x="1253110" y="105608"/>
                </a:lnTo>
                <a:lnTo>
                  <a:pt x="1253073" y="104896"/>
                </a:lnTo>
                <a:lnTo>
                  <a:pt x="1253045" y="104169"/>
                </a:lnTo>
                <a:lnTo>
                  <a:pt x="1253025" y="103428"/>
                </a:lnTo>
                <a:lnTo>
                  <a:pt x="1253013" y="102670"/>
                </a:lnTo>
                <a:lnTo>
                  <a:pt x="1253009" y="101898"/>
                </a:lnTo>
                <a:lnTo>
                  <a:pt x="1253009" y="48828"/>
                </a:lnTo>
                <a:lnTo>
                  <a:pt x="1276683" y="48828"/>
                </a:lnTo>
                <a:lnTo>
                  <a:pt x="1276683" y="35511"/>
                </a:lnTo>
                <a:lnTo>
                  <a:pt x="1253009" y="35511"/>
                </a:lnTo>
                <a:lnTo>
                  <a:pt x="1253009" y="13514"/>
                </a:lnTo>
                <a:lnTo>
                  <a:pt x="1236634" y="13514"/>
                </a:lnTo>
                <a:lnTo>
                  <a:pt x="1236634" y="35511"/>
                </a:lnTo>
                <a:lnTo>
                  <a:pt x="1220556" y="35511"/>
                </a:lnTo>
                <a:lnTo>
                  <a:pt x="1220556" y="48828"/>
                </a:lnTo>
                <a:lnTo>
                  <a:pt x="1236634" y="48828"/>
                </a:lnTo>
                <a:lnTo>
                  <a:pt x="1236634" y="102367"/>
                </a:lnTo>
                <a:lnTo>
                  <a:pt x="1236638" y="103204"/>
                </a:lnTo>
                <a:lnTo>
                  <a:pt x="1236650" y="104032"/>
                </a:lnTo>
                <a:lnTo>
                  <a:pt x="1236671" y="104850"/>
                </a:lnTo>
                <a:lnTo>
                  <a:pt x="1236699" y="105657"/>
                </a:lnTo>
                <a:lnTo>
                  <a:pt x="1236735" y="106454"/>
                </a:lnTo>
                <a:lnTo>
                  <a:pt x="1236779" y="107242"/>
                </a:lnTo>
                <a:lnTo>
                  <a:pt x="1236832" y="108019"/>
                </a:lnTo>
                <a:lnTo>
                  <a:pt x="1236892" y="108786"/>
                </a:lnTo>
                <a:lnTo>
                  <a:pt x="1236960" y="109543"/>
                </a:lnTo>
                <a:lnTo>
                  <a:pt x="1237037" y="110290"/>
                </a:lnTo>
                <a:lnTo>
                  <a:pt x="1237121" y="111026"/>
                </a:lnTo>
                <a:lnTo>
                  <a:pt x="1237214" y="111753"/>
                </a:lnTo>
                <a:lnTo>
                  <a:pt x="1237315" y="112470"/>
                </a:lnTo>
                <a:lnTo>
                  <a:pt x="1237423" y="113176"/>
                </a:lnTo>
                <a:lnTo>
                  <a:pt x="1237540" y="113872"/>
                </a:lnTo>
                <a:lnTo>
                  <a:pt x="1237665" y="114559"/>
                </a:lnTo>
                <a:lnTo>
                  <a:pt x="1237797" y="115235"/>
                </a:lnTo>
                <a:lnTo>
                  <a:pt x="1237938" y="115901"/>
                </a:lnTo>
                <a:lnTo>
                  <a:pt x="1238087" y="116557"/>
                </a:lnTo>
                <a:lnTo>
                  <a:pt x="1238244" y="117202"/>
                </a:lnTo>
                <a:lnTo>
                  <a:pt x="1238409" y="117838"/>
                </a:lnTo>
                <a:lnTo>
                  <a:pt x="1238582" y="118464"/>
                </a:lnTo>
                <a:lnTo>
                  <a:pt x="1238763" y="119079"/>
                </a:lnTo>
                <a:lnTo>
                  <a:pt x="1238952" y="119685"/>
                </a:lnTo>
                <a:lnTo>
                  <a:pt x="1239152" y="120279"/>
                </a:lnTo>
                <a:lnTo>
                  <a:pt x="1239366" y="120861"/>
                </a:lnTo>
                <a:lnTo>
                  <a:pt x="1239593" y="121432"/>
                </a:lnTo>
                <a:lnTo>
                  <a:pt x="1239833" y="121991"/>
                </a:lnTo>
                <a:lnTo>
                  <a:pt x="1240087" y="122539"/>
                </a:lnTo>
                <a:lnTo>
                  <a:pt x="1240355" y="123075"/>
                </a:lnTo>
                <a:lnTo>
                  <a:pt x="1240636" y="123599"/>
                </a:lnTo>
                <a:lnTo>
                  <a:pt x="1240931" y="124111"/>
                </a:lnTo>
                <a:lnTo>
                  <a:pt x="1241239" y="124612"/>
                </a:lnTo>
                <a:lnTo>
                  <a:pt x="1241561" y="125100"/>
                </a:lnTo>
                <a:lnTo>
                  <a:pt x="1241896" y="125578"/>
                </a:lnTo>
                <a:lnTo>
                  <a:pt x="1242245" y="126043"/>
                </a:lnTo>
                <a:lnTo>
                  <a:pt x="1242607" y="126497"/>
                </a:lnTo>
                <a:lnTo>
                  <a:pt x="1242983" y="126939"/>
                </a:lnTo>
                <a:lnTo>
                  <a:pt x="1243372" y="127370"/>
                </a:lnTo>
                <a:lnTo>
                  <a:pt x="1243775" y="127788"/>
                </a:lnTo>
                <a:lnTo>
                  <a:pt x="1244191" y="128195"/>
                </a:lnTo>
                <a:lnTo>
                  <a:pt x="1244621" y="128591"/>
                </a:lnTo>
                <a:lnTo>
                  <a:pt x="1245065" y="128974"/>
                </a:lnTo>
                <a:lnTo>
                  <a:pt x="1245522" y="129346"/>
                </a:lnTo>
                <a:lnTo>
                  <a:pt x="1245992" y="129707"/>
                </a:lnTo>
                <a:lnTo>
                  <a:pt x="1246476" y="130055"/>
                </a:lnTo>
                <a:lnTo>
                  <a:pt x="1246974" y="130392"/>
                </a:lnTo>
                <a:lnTo>
                  <a:pt x="1247485" y="130717"/>
                </a:lnTo>
                <a:lnTo>
                  <a:pt x="1248012" y="131030"/>
                </a:lnTo>
                <a:lnTo>
                  <a:pt x="1248559" y="131329"/>
                </a:lnTo>
                <a:lnTo>
                  <a:pt x="1249123" y="131615"/>
                </a:lnTo>
                <a:lnTo>
                  <a:pt x="1249707" y="131888"/>
                </a:lnTo>
                <a:lnTo>
                  <a:pt x="1250310" y="132147"/>
                </a:lnTo>
                <a:lnTo>
                  <a:pt x="1250931" y="132394"/>
                </a:lnTo>
                <a:lnTo>
                  <a:pt x="1251572" y="132626"/>
                </a:lnTo>
                <a:lnTo>
                  <a:pt x="1252231" y="132846"/>
                </a:lnTo>
                <a:lnTo>
                  <a:pt x="1252909" y="133052"/>
                </a:lnTo>
                <a:lnTo>
                  <a:pt x="1253606" y="133245"/>
                </a:lnTo>
                <a:lnTo>
                  <a:pt x="1254321" y="133425"/>
                </a:lnTo>
                <a:lnTo>
                  <a:pt x="1255056" y="133591"/>
                </a:lnTo>
                <a:lnTo>
                  <a:pt x="1255809" y="133744"/>
                </a:lnTo>
                <a:lnTo>
                  <a:pt x="1256581" y="133884"/>
                </a:lnTo>
                <a:lnTo>
                  <a:pt x="1257373" y="134010"/>
                </a:lnTo>
                <a:lnTo>
                  <a:pt x="1258182" y="134123"/>
                </a:lnTo>
                <a:lnTo>
                  <a:pt x="1259011" y="134223"/>
                </a:lnTo>
                <a:lnTo>
                  <a:pt x="1259859" y="134309"/>
                </a:lnTo>
                <a:lnTo>
                  <a:pt x="1260725" y="134383"/>
                </a:lnTo>
                <a:lnTo>
                  <a:pt x="1261610" y="134442"/>
                </a:lnTo>
                <a:lnTo>
                  <a:pt x="1262514" y="134489"/>
                </a:lnTo>
                <a:lnTo>
                  <a:pt x="1263437" y="134522"/>
                </a:lnTo>
                <a:lnTo>
                  <a:pt x="1264379" y="134542"/>
                </a:lnTo>
                <a:lnTo>
                  <a:pt x="1265339" y="134549"/>
                </a:lnTo>
                <a:lnTo>
                  <a:pt x="1276881" y="134549"/>
                </a:lnTo>
                <a:lnTo>
                  <a:pt x="1276881" y="121232"/>
                </a:lnTo>
                <a:lnTo>
                  <a:pt x="1266425" y="121232"/>
                </a:lnTo>
                <a:lnTo>
                  <a:pt x="1265704" y="121223"/>
                </a:lnTo>
                <a:close/>
                <a:moveTo>
                  <a:pt x="903619" y="63495"/>
                </a:moveTo>
                <a:lnTo>
                  <a:pt x="903890" y="63127"/>
                </a:lnTo>
                <a:lnTo>
                  <a:pt x="904164" y="62764"/>
                </a:lnTo>
                <a:lnTo>
                  <a:pt x="904441" y="62404"/>
                </a:lnTo>
                <a:lnTo>
                  <a:pt x="904721" y="62048"/>
                </a:lnTo>
                <a:lnTo>
                  <a:pt x="905004" y="61695"/>
                </a:lnTo>
                <a:lnTo>
                  <a:pt x="905290" y="61346"/>
                </a:lnTo>
                <a:lnTo>
                  <a:pt x="905579" y="61001"/>
                </a:lnTo>
                <a:lnTo>
                  <a:pt x="905871" y="60660"/>
                </a:lnTo>
                <a:lnTo>
                  <a:pt x="906167" y="60322"/>
                </a:lnTo>
                <a:lnTo>
                  <a:pt x="906465" y="59989"/>
                </a:lnTo>
                <a:lnTo>
                  <a:pt x="906767" y="59659"/>
                </a:lnTo>
                <a:lnTo>
                  <a:pt x="907072" y="59332"/>
                </a:lnTo>
                <a:lnTo>
                  <a:pt x="907379" y="59010"/>
                </a:lnTo>
                <a:lnTo>
                  <a:pt x="907690" y="58691"/>
                </a:lnTo>
                <a:lnTo>
                  <a:pt x="908004" y="58376"/>
                </a:lnTo>
                <a:lnTo>
                  <a:pt x="908321" y="58065"/>
                </a:lnTo>
                <a:lnTo>
                  <a:pt x="908641" y="57757"/>
                </a:lnTo>
                <a:lnTo>
                  <a:pt x="908964" y="57453"/>
                </a:lnTo>
                <a:lnTo>
                  <a:pt x="909291" y="57153"/>
                </a:lnTo>
                <a:lnTo>
                  <a:pt x="909620" y="56857"/>
                </a:lnTo>
                <a:lnTo>
                  <a:pt x="909952" y="56565"/>
                </a:lnTo>
                <a:lnTo>
                  <a:pt x="910288" y="56276"/>
                </a:lnTo>
                <a:lnTo>
                  <a:pt x="910627" y="55991"/>
                </a:lnTo>
                <a:lnTo>
                  <a:pt x="910971" y="55712"/>
                </a:lnTo>
                <a:lnTo>
                  <a:pt x="911320" y="55438"/>
                </a:lnTo>
                <a:lnTo>
                  <a:pt x="911674" y="55169"/>
                </a:lnTo>
                <a:lnTo>
                  <a:pt x="912033" y="54906"/>
                </a:lnTo>
                <a:lnTo>
                  <a:pt x="912396" y="54647"/>
                </a:lnTo>
                <a:lnTo>
                  <a:pt x="912764" y="54394"/>
                </a:lnTo>
                <a:lnTo>
                  <a:pt x="913137" y="54146"/>
                </a:lnTo>
                <a:lnTo>
                  <a:pt x="913515" y="53903"/>
                </a:lnTo>
                <a:lnTo>
                  <a:pt x="913898" y="53665"/>
                </a:lnTo>
                <a:lnTo>
                  <a:pt x="914285" y="53433"/>
                </a:lnTo>
                <a:lnTo>
                  <a:pt x="914677" y="53205"/>
                </a:lnTo>
                <a:lnTo>
                  <a:pt x="915074" y="52983"/>
                </a:lnTo>
                <a:lnTo>
                  <a:pt x="915476" y="52766"/>
                </a:lnTo>
                <a:lnTo>
                  <a:pt x="915883" y="52554"/>
                </a:lnTo>
                <a:lnTo>
                  <a:pt x="916294" y="52348"/>
                </a:lnTo>
                <a:lnTo>
                  <a:pt x="916710" y="52146"/>
                </a:lnTo>
                <a:lnTo>
                  <a:pt x="917131" y="51950"/>
                </a:lnTo>
                <a:lnTo>
                  <a:pt x="917557" y="51759"/>
                </a:lnTo>
                <a:lnTo>
                  <a:pt x="917987" y="51573"/>
                </a:lnTo>
                <a:lnTo>
                  <a:pt x="918423" y="51392"/>
                </a:lnTo>
                <a:lnTo>
                  <a:pt x="918863" y="51217"/>
                </a:lnTo>
                <a:lnTo>
                  <a:pt x="919308" y="51046"/>
                </a:lnTo>
                <a:lnTo>
                  <a:pt x="919757" y="50881"/>
                </a:lnTo>
                <a:lnTo>
                  <a:pt x="920213" y="50722"/>
                </a:lnTo>
                <a:lnTo>
                  <a:pt x="920674" y="50569"/>
                </a:lnTo>
                <a:lnTo>
                  <a:pt x="921142" y="50423"/>
                </a:lnTo>
                <a:lnTo>
                  <a:pt x="921615" y="50284"/>
                </a:lnTo>
                <a:lnTo>
                  <a:pt x="922095" y="50152"/>
                </a:lnTo>
                <a:lnTo>
                  <a:pt x="922581" y="50026"/>
                </a:lnTo>
                <a:lnTo>
                  <a:pt x="923073" y="49907"/>
                </a:lnTo>
                <a:lnTo>
                  <a:pt x="923572" y="49795"/>
                </a:lnTo>
                <a:lnTo>
                  <a:pt x="924076" y="49690"/>
                </a:lnTo>
                <a:lnTo>
                  <a:pt x="924587" y="49592"/>
                </a:lnTo>
                <a:lnTo>
                  <a:pt x="925104" y="49500"/>
                </a:lnTo>
                <a:lnTo>
                  <a:pt x="925627" y="49415"/>
                </a:lnTo>
                <a:lnTo>
                  <a:pt x="926156" y="49337"/>
                </a:lnTo>
                <a:lnTo>
                  <a:pt x="926691" y="49266"/>
                </a:lnTo>
                <a:lnTo>
                  <a:pt x="927233" y="49202"/>
                </a:lnTo>
                <a:lnTo>
                  <a:pt x="927780" y="49144"/>
                </a:lnTo>
                <a:lnTo>
                  <a:pt x="928334" y="49093"/>
                </a:lnTo>
                <a:lnTo>
                  <a:pt x="928894" y="49049"/>
                </a:lnTo>
                <a:lnTo>
                  <a:pt x="929460" y="49012"/>
                </a:lnTo>
                <a:lnTo>
                  <a:pt x="930033" y="48981"/>
                </a:lnTo>
                <a:lnTo>
                  <a:pt x="930611" y="48957"/>
                </a:lnTo>
                <a:lnTo>
                  <a:pt x="931196" y="48940"/>
                </a:lnTo>
                <a:lnTo>
                  <a:pt x="931787" y="48930"/>
                </a:lnTo>
                <a:lnTo>
                  <a:pt x="932384" y="48927"/>
                </a:lnTo>
                <a:lnTo>
                  <a:pt x="934653" y="48927"/>
                </a:lnTo>
                <a:lnTo>
                  <a:pt x="934653" y="33834"/>
                </a:lnTo>
                <a:lnTo>
                  <a:pt x="932680" y="33834"/>
                </a:lnTo>
                <a:lnTo>
                  <a:pt x="931725" y="33843"/>
                </a:lnTo>
                <a:lnTo>
                  <a:pt x="930786" y="33869"/>
                </a:lnTo>
                <a:lnTo>
                  <a:pt x="929862" y="33913"/>
                </a:lnTo>
                <a:lnTo>
                  <a:pt x="928953" y="33974"/>
                </a:lnTo>
                <a:lnTo>
                  <a:pt x="928059" y="34053"/>
                </a:lnTo>
                <a:lnTo>
                  <a:pt x="927180" y="34149"/>
                </a:lnTo>
                <a:lnTo>
                  <a:pt x="926317" y="34262"/>
                </a:lnTo>
                <a:lnTo>
                  <a:pt x="925468" y="34393"/>
                </a:lnTo>
                <a:lnTo>
                  <a:pt x="924634" y="34542"/>
                </a:lnTo>
                <a:lnTo>
                  <a:pt x="923816" y="34708"/>
                </a:lnTo>
                <a:lnTo>
                  <a:pt x="923012" y="34891"/>
                </a:lnTo>
                <a:lnTo>
                  <a:pt x="922224" y="35092"/>
                </a:lnTo>
                <a:lnTo>
                  <a:pt x="921450" y="35311"/>
                </a:lnTo>
                <a:lnTo>
                  <a:pt x="920692" y="35546"/>
                </a:lnTo>
                <a:lnTo>
                  <a:pt x="919949" y="35800"/>
                </a:lnTo>
                <a:lnTo>
                  <a:pt x="919220" y="36070"/>
                </a:lnTo>
                <a:lnTo>
                  <a:pt x="918507" y="36359"/>
                </a:lnTo>
                <a:lnTo>
                  <a:pt x="917809" y="36664"/>
                </a:lnTo>
                <a:lnTo>
                  <a:pt x="917126" y="36987"/>
                </a:lnTo>
                <a:lnTo>
                  <a:pt x="916458" y="37328"/>
                </a:lnTo>
                <a:lnTo>
                  <a:pt x="915806" y="37686"/>
                </a:lnTo>
                <a:lnTo>
                  <a:pt x="915168" y="38062"/>
                </a:lnTo>
                <a:lnTo>
                  <a:pt x="914545" y="38455"/>
                </a:lnTo>
                <a:lnTo>
                  <a:pt x="913938" y="38865"/>
                </a:lnTo>
                <a:lnTo>
                  <a:pt x="913343" y="39289"/>
                </a:lnTo>
                <a:lnTo>
                  <a:pt x="912759" y="39721"/>
                </a:lnTo>
                <a:lnTo>
                  <a:pt x="912187" y="40162"/>
                </a:lnTo>
                <a:lnTo>
                  <a:pt x="911625" y="40611"/>
                </a:lnTo>
                <a:lnTo>
                  <a:pt x="911074" y="41068"/>
                </a:lnTo>
                <a:lnTo>
                  <a:pt x="910534" y="41535"/>
                </a:lnTo>
                <a:lnTo>
                  <a:pt x="910006" y="42010"/>
                </a:lnTo>
                <a:lnTo>
                  <a:pt x="909488" y="42493"/>
                </a:lnTo>
                <a:lnTo>
                  <a:pt x="908981" y="42985"/>
                </a:lnTo>
                <a:lnTo>
                  <a:pt x="908485" y="43486"/>
                </a:lnTo>
                <a:lnTo>
                  <a:pt x="908000" y="43995"/>
                </a:lnTo>
                <a:lnTo>
                  <a:pt x="907526" y="44513"/>
                </a:lnTo>
                <a:lnTo>
                  <a:pt x="907063" y="45039"/>
                </a:lnTo>
                <a:lnTo>
                  <a:pt x="906611" y="45574"/>
                </a:lnTo>
                <a:lnTo>
                  <a:pt x="906169" y="46117"/>
                </a:lnTo>
                <a:lnTo>
                  <a:pt x="905739" y="46669"/>
                </a:lnTo>
                <a:lnTo>
                  <a:pt x="905320" y="47230"/>
                </a:lnTo>
                <a:lnTo>
                  <a:pt x="904912" y="47799"/>
                </a:lnTo>
                <a:lnTo>
                  <a:pt x="904514" y="48376"/>
                </a:lnTo>
                <a:lnTo>
                  <a:pt x="904128" y="48962"/>
                </a:lnTo>
                <a:lnTo>
                  <a:pt x="903753" y="49557"/>
                </a:lnTo>
                <a:lnTo>
                  <a:pt x="903388" y="50161"/>
                </a:lnTo>
                <a:lnTo>
                  <a:pt x="903035" y="50772"/>
                </a:lnTo>
                <a:lnTo>
                  <a:pt x="902692" y="51393"/>
                </a:lnTo>
                <a:lnTo>
                  <a:pt x="902100" y="35511"/>
                </a:lnTo>
                <a:lnTo>
                  <a:pt x="886613" y="35511"/>
                </a:lnTo>
                <a:lnTo>
                  <a:pt x="886613" y="134549"/>
                </a:lnTo>
                <a:lnTo>
                  <a:pt x="903087" y="134549"/>
                </a:lnTo>
                <a:lnTo>
                  <a:pt x="903087" y="64241"/>
                </a:lnTo>
                <a:lnTo>
                  <a:pt x="903351" y="63866"/>
                </a:lnTo>
                <a:lnTo>
                  <a:pt x="903619" y="63495"/>
                </a:lnTo>
                <a:close/>
                <a:moveTo>
                  <a:pt x="1030525" y="47886"/>
                </a:moveTo>
                <a:lnTo>
                  <a:pt x="1030051" y="46960"/>
                </a:lnTo>
                <a:lnTo>
                  <a:pt x="1029552" y="46060"/>
                </a:lnTo>
                <a:lnTo>
                  <a:pt x="1029029" y="45187"/>
                </a:lnTo>
                <a:lnTo>
                  <a:pt x="1028482" y="44340"/>
                </a:lnTo>
                <a:lnTo>
                  <a:pt x="1027911" y="43520"/>
                </a:lnTo>
                <a:lnTo>
                  <a:pt x="1027311" y="42730"/>
                </a:lnTo>
                <a:lnTo>
                  <a:pt x="1026681" y="41973"/>
                </a:lnTo>
                <a:lnTo>
                  <a:pt x="1026020" y="41250"/>
                </a:lnTo>
                <a:lnTo>
                  <a:pt x="1025327" y="40561"/>
                </a:lnTo>
                <a:lnTo>
                  <a:pt x="1024603" y="39905"/>
                </a:lnTo>
                <a:lnTo>
                  <a:pt x="1023848" y="39283"/>
                </a:lnTo>
                <a:lnTo>
                  <a:pt x="1023062" y="38694"/>
                </a:lnTo>
                <a:lnTo>
                  <a:pt x="1022244" y="38139"/>
                </a:lnTo>
                <a:lnTo>
                  <a:pt x="1021396" y="37618"/>
                </a:lnTo>
                <a:lnTo>
                  <a:pt x="1020516" y="37130"/>
                </a:lnTo>
                <a:lnTo>
                  <a:pt x="1019605" y="36676"/>
                </a:lnTo>
                <a:lnTo>
                  <a:pt x="1018663" y="36256"/>
                </a:lnTo>
                <a:lnTo>
                  <a:pt x="1017690" y="35869"/>
                </a:lnTo>
                <a:lnTo>
                  <a:pt x="1016685" y="35516"/>
                </a:lnTo>
                <a:lnTo>
                  <a:pt x="1015650" y="35197"/>
                </a:lnTo>
                <a:lnTo>
                  <a:pt x="1014583" y="34911"/>
                </a:lnTo>
                <a:lnTo>
                  <a:pt x="1013485" y="34658"/>
                </a:lnTo>
                <a:lnTo>
                  <a:pt x="1012356" y="34440"/>
                </a:lnTo>
                <a:lnTo>
                  <a:pt x="1011196" y="34255"/>
                </a:lnTo>
                <a:lnTo>
                  <a:pt x="1010004" y="34104"/>
                </a:lnTo>
                <a:lnTo>
                  <a:pt x="1008782" y="33986"/>
                </a:lnTo>
                <a:lnTo>
                  <a:pt x="1007528" y="33902"/>
                </a:lnTo>
                <a:lnTo>
                  <a:pt x="1006243" y="33851"/>
                </a:lnTo>
                <a:lnTo>
                  <a:pt x="1004927" y="33834"/>
                </a:lnTo>
                <a:lnTo>
                  <a:pt x="1003915" y="33843"/>
                </a:lnTo>
                <a:lnTo>
                  <a:pt x="1002916" y="33870"/>
                </a:lnTo>
                <a:lnTo>
                  <a:pt x="1001932" y="33915"/>
                </a:lnTo>
                <a:lnTo>
                  <a:pt x="1000962" y="33978"/>
                </a:lnTo>
                <a:lnTo>
                  <a:pt x="1000006" y="34059"/>
                </a:lnTo>
                <a:lnTo>
                  <a:pt x="999064" y="34158"/>
                </a:lnTo>
                <a:lnTo>
                  <a:pt x="998136" y="34275"/>
                </a:lnTo>
                <a:lnTo>
                  <a:pt x="997222" y="34410"/>
                </a:lnTo>
                <a:lnTo>
                  <a:pt x="996322" y="34563"/>
                </a:lnTo>
                <a:lnTo>
                  <a:pt x="995436" y="34734"/>
                </a:lnTo>
                <a:lnTo>
                  <a:pt x="994564" y="34922"/>
                </a:lnTo>
                <a:lnTo>
                  <a:pt x="993706" y="35129"/>
                </a:lnTo>
                <a:lnTo>
                  <a:pt x="992863" y="35354"/>
                </a:lnTo>
                <a:lnTo>
                  <a:pt x="992033" y="35597"/>
                </a:lnTo>
                <a:lnTo>
                  <a:pt x="991217" y="35857"/>
                </a:lnTo>
                <a:lnTo>
                  <a:pt x="990415" y="36136"/>
                </a:lnTo>
                <a:lnTo>
                  <a:pt x="989628" y="36433"/>
                </a:lnTo>
                <a:lnTo>
                  <a:pt x="988854" y="36748"/>
                </a:lnTo>
                <a:lnTo>
                  <a:pt x="988095" y="37080"/>
                </a:lnTo>
                <a:lnTo>
                  <a:pt x="987349" y="37431"/>
                </a:lnTo>
                <a:lnTo>
                  <a:pt x="986618" y="37799"/>
                </a:lnTo>
                <a:lnTo>
                  <a:pt x="985900" y="38186"/>
                </a:lnTo>
                <a:lnTo>
                  <a:pt x="985197" y="38591"/>
                </a:lnTo>
                <a:lnTo>
                  <a:pt x="984508" y="39013"/>
                </a:lnTo>
                <a:lnTo>
                  <a:pt x="983832" y="39446"/>
                </a:lnTo>
                <a:lnTo>
                  <a:pt x="983171" y="39881"/>
                </a:lnTo>
                <a:lnTo>
                  <a:pt x="982523" y="40318"/>
                </a:lnTo>
                <a:lnTo>
                  <a:pt x="981888" y="40757"/>
                </a:lnTo>
                <a:lnTo>
                  <a:pt x="981268" y="41199"/>
                </a:lnTo>
                <a:lnTo>
                  <a:pt x="980661" y="41643"/>
                </a:lnTo>
                <a:lnTo>
                  <a:pt x="980068" y="42089"/>
                </a:lnTo>
                <a:lnTo>
                  <a:pt x="979488" y="42537"/>
                </a:lnTo>
                <a:lnTo>
                  <a:pt x="978922" y="42987"/>
                </a:lnTo>
                <a:lnTo>
                  <a:pt x="978370" y="43440"/>
                </a:lnTo>
                <a:lnTo>
                  <a:pt x="977832" y="43895"/>
                </a:lnTo>
                <a:lnTo>
                  <a:pt x="977307" y="44352"/>
                </a:lnTo>
                <a:lnTo>
                  <a:pt x="976796" y="44812"/>
                </a:lnTo>
                <a:lnTo>
                  <a:pt x="976299" y="45273"/>
                </a:lnTo>
                <a:lnTo>
                  <a:pt x="975815" y="45737"/>
                </a:lnTo>
                <a:lnTo>
                  <a:pt x="975345" y="46203"/>
                </a:lnTo>
                <a:lnTo>
                  <a:pt x="974889" y="46672"/>
                </a:lnTo>
                <a:lnTo>
                  <a:pt x="974446" y="47142"/>
                </a:lnTo>
                <a:lnTo>
                  <a:pt x="974017" y="47615"/>
                </a:lnTo>
                <a:lnTo>
                  <a:pt x="973602" y="48090"/>
                </a:lnTo>
                <a:lnTo>
                  <a:pt x="973201" y="48567"/>
                </a:lnTo>
                <a:lnTo>
                  <a:pt x="972813" y="49046"/>
                </a:lnTo>
                <a:lnTo>
                  <a:pt x="972439" y="49528"/>
                </a:lnTo>
                <a:lnTo>
                  <a:pt x="972079" y="50012"/>
                </a:lnTo>
                <a:lnTo>
                  <a:pt x="971487" y="35511"/>
                </a:lnTo>
                <a:lnTo>
                  <a:pt x="955704" y="35511"/>
                </a:lnTo>
                <a:lnTo>
                  <a:pt x="955704" y="134549"/>
                </a:lnTo>
                <a:lnTo>
                  <a:pt x="972177" y="134549"/>
                </a:lnTo>
                <a:lnTo>
                  <a:pt x="972177" y="63837"/>
                </a:lnTo>
                <a:lnTo>
                  <a:pt x="972536" y="63335"/>
                </a:lnTo>
                <a:lnTo>
                  <a:pt x="972904" y="62836"/>
                </a:lnTo>
                <a:lnTo>
                  <a:pt x="973281" y="62341"/>
                </a:lnTo>
                <a:lnTo>
                  <a:pt x="973668" y="61848"/>
                </a:lnTo>
                <a:lnTo>
                  <a:pt x="974065" y="61360"/>
                </a:lnTo>
                <a:lnTo>
                  <a:pt x="974471" y="60874"/>
                </a:lnTo>
                <a:lnTo>
                  <a:pt x="974887" y="60392"/>
                </a:lnTo>
                <a:lnTo>
                  <a:pt x="975312" y="59914"/>
                </a:lnTo>
                <a:lnTo>
                  <a:pt x="975747" y="59439"/>
                </a:lnTo>
                <a:lnTo>
                  <a:pt x="976192" y="58967"/>
                </a:lnTo>
                <a:lnTo>
                  <a:pt x="976646" y="58499"/>
                </a:lnTo>
                <a:lnTo>
                  <a:pt x="977110" y="58034"/>
                </a:lnTo>
                <a:lnTo>
                  <a:pt x="977583" y="57572"/>
                </a:lnTo>
                <a:lnTo>
                  <a:pt x="978066" y="57114"/>
                </a:lnTo>
                <a:lnTo>
                  <a:pt x="978558" y="56659"/>
                </a:lnTo>
                <a:lnTo>
                  <a:pt x="979061" y="56208"/>
                </a:lnTo>
                <a:lnTo>
                  <a:pt x="979572" y="55760"/>
                </a:lnTo>
                <a:lnTo>
                  <a:pt x="980094" y="55315"/>
                </a:lnTo>
                <a:lnTo>
                  <a:pt x="980624" y="54874"/>
                </a:lnTo>
                <a:lnTo>
                  <a:pt x="981165" y="54436"/>
                </a:lnTo>
                <a:lnTo>
                  <a:pt x="981715" y="54001"/>
                </a:lnTo>
                <a:lnTo>
                  <a:pt x="982275" y="53570"/>
                </a:lnTo>
                <a:lnTo>
                  <a:pt x="982844" y="53143"/>
                </a:lnTo>
                <a:lnTo>
                  <a:pt x="983423" y="52718"/>
                </a:lnTo>
                <a:lnTo>
                  <a:pt x="984012" y="52304"/>
                </a:lnTo>
                <a:lnTo>
                  <a:pt x="984612" y="51908"/>
                </a:lnTo>
                <a:lnTo>
                  <a:pt x="985223" y="51529"/>
                </a:lnTo>
                <a:lnTo>
                  <a:pt x="985845" y="51168"/>
                </a:lnTo>
                <a:lnTo>
                  <a:pt x="986478" y="50825"/>
                </a:lnTo>
                <a:lnTo>
                  <a:pt x="987122" y="50499"/>
                </a:lnTo>
                <a:lnTo>
                  <a:pt x="987777" y="50190"/>
                </a:lnTo>
                <a:lnTo>
                  <a:pt x="988443" y="49900"/>
                </a:lnTo>
                <a:lnTo>
                  <a:pt x="989119" y="49627"/>
                </a:lnTo>
                <a:lnTo>
                  <a:pt x="989807" y="49371"/>
                </a:lnTo>
                <a:lnTo>
                  <a:pt x="990506" y="49133"/>
                </a:lnTo>
                <a:lnTo>
                  <a:pt x="991216" y="48913"/>
                </a:lnTo>
                <a:lnTo>
                  <a:pt x="991936" y="48710"/>
                </a:lnTo>
                <a:lnTo>
                  <a:pt x="992668" y="48525"/>
                </a:lnTo>
                <a:lnTo>
                  <a:pt x="993410" y="48358"/>
                </a:lnTo>
                <a:lnTo>
                  <a:pt x="994164" y="48208"/>
                </a:lnTo>
                <a:lnTo>
                  <a:pt x="994928" y="48076"/>
                </a:lnTo>
                <a:lnTo>
                  <a:pt x="995704" y="47962"/>
                </a:lnTo>
                <a:lnTo>
                  <a:pt x="996490" y="47865"/>
                </a:lnTo>
                <a:lnTo>
                  <a:pt x="997288" y="47785"/>
                </a:lnTo>
                <a:lnTo>
                  <a:pt x="998096" y="47724"/>
                </a:lnTo>
                <a:lnTo>
                  <a:pt x="998915" y="47680"/>
                </a:lnTo>
                <a:lnTo>
                  <a:pt x="999745" y="47653"/>
                </a:lnTo>
                <a:lnTo>
                  <a:pt x="1000587" y="47644"/>
                </a:lnTo>
                <a:lnTo>
                  <a:pt x="1001181" y="47650"/>
                </a:lnTo>
                <a:lnTo>
                  <a:pt x="1001763" y="47667"/>
                </a:lnTo>
                <a:lnTo>
                  <a:pt x="1002334" y="47695"/>
                </a:lnTo>
                <a:lnTo>
                  <a:pt x="1002894" y="47734"/>
                </a:lnTo>
                <a:lnTo>
                  <a:pt x="1003441" y="47785"/>
                </a:lnTo>
                <a:lnTo>
                  <a:pt x="1003977" y="47846"/>
                </a:lnTo>
                <a:lnTo>
                  <a:pt x="1004502" y="47919"/>
                </a:lnTo>
                <a:lnTo>
                  <a:pt x="1005015" y="48003"/>
                </a:lnTo>
                <a:lnTo>
                  <a:pt x="1005516" y="48098"/>
                </a:lnTo>
                <a:lnTo>
                  <a:pt x="1006005" y="48205"/>
                </a:lnTo>
                <a:lnTo>
                  <a:pt x="1006483" y="48322"/>
                </a:lnTo>
                <a:lnTo>
                  <a:pt x="1006949" y="48451"/>
                </a:lnTo>
                <a:lnTo>
                  <a:pt x="1007404" y="48591"/>
                </a:lnTo>
                <a:lnTo>
                  <a:pt x="1007846" y="48743"/>
                </a:lnTo>
                <a:lnTo>
                  <a:pt x="1008278" y="48905"/>
                </a:lnTo>
                <a:lnTo>
                  <a:pt x="1008697" y="49079"/>
                </a:lnTo>
                <a:lnTo>
                  <a:pt x="1009105" y="49264"/>
                </a:lnTo>
                <a:lnTo>
                  <a:pt x="1009501" y="49460"/>
                </a:lnTo>
                <a:lnTo>
                  <a:pt x="1009886" y="49667"/>
                </a:lnTo>
                <a:lnTo>
                  <a:pt x="1010259" y="49886"/>
                </a:lnTo>
                <a:lnTo>
                  <a:pt x="1010620" y="50116"/>
                </a:lnTo>
                <a:lnTo>
                  <a:pt x="1010970" y="50356"/>
                </a:lnTo>
                <a:lnTo>
                  <a:pt x="1011308" y="50609"/>
                </a:lnTo>
                <a:lnTo>
                  <a:pt x="1011635" y="50872"/>
                </a:lnTo>
                <a:lnTo>
                  <a:pt x="1011951" y="51145"/>
                </a:lnTo>
                <a:lnTo>
                  <a:pt x="1012259" y="51427"/>
                </a:lnTo>
                <a:lnTo>
                  <a:pt x="1012559" y="51717"/>
                </a:lnTo>
                <a:lnTo>
                  <a:pt x="1012850" y="52015"/>
                </a:lnTo>
                <a:lnTo>
                  <a:pt x="1013133" y="52321"/>
                </a:lnTo>
                <a:lnTo>
                  <a:pt x="1013407" y="52636"/>
                </a:lnTo>
                <a:lnTo>
                  <a:pt x="1013673" y="52960"/>
                </a:lnTo>
                <a:lnTo>
                  <a:pt x="1013931" y="53291"/>
                </a:lnTo>
                <a:lnTo>
                  <a:pt x="1014180" y="53632"/>
                </a:lnTo>
                <a:lnTo>
                  <a:pt x="1014421" y="53980"/>
                </a:lnTo>
                <a:lnTo>
                  <a:pt x="1014653" y="54337"/>
                </a:lnTo>
                <a:lnTo>
                  <a:pt x="1014878" y="54702"/>
                </a:lnTo>
                <a:lnTo>
                  <a:pt x="1015093" y="55076"/>
                </a:lnTo>
                <a:lnTo>
                  <a:pt x="1015301" y="55458"/>
                </a:lnTo>
                <a:lnTo>
                  <a:pt x="1015499" y="55848"/>
                </a:lnTo>
                <a:lnTo>
                  <a:pt x="1015690" y="56247"/>
                </a:lnTo>
                <a:lnTo>
                  <a:pt x="1015872" y="56654"/>
                </a:lnTo>
                <a:lnTo>
                  <a:pt x="1016046" y="57069"/>
                </a:lnTo>
                <a:lnTo>
                  <a:pt x="1016211" y="57493"/>
                </a:lnTo>
                <a:lnTo>
                  <a:pt x="1016368" y="57925"/>
                </a:lnTo>
                <a:lnTo>
                  <a:pt x="1016517" y="58366"/>
                </a:lnTo>
                <a:lnTo>
                  <a:pt x="1016657" y="58815"/>
                </a:lnTo>
                <a:lnTo>
                  <a:pt x="1016789" y="59272"/>
                </a:lnTo>
                <a:lnTo>
                  <a:pt x="1016912" y="59737"/>
                </a:lnTo>
                <a:lnTo>
                  <a:pt x="1017029" y="60210"/>
                </a:lnTo>
                <a:lnTo>
                  <a:pt x="1017140" y="60688"/>
                </a:lnTo>
                <a:lnTo>
                  <a:pt x="1017247" y="61172"/>
                </a:lnTo>
                <a:lnTo>
                  <a:pt x="1017349" y="61661"/>
                </a:lnTo>
                <a:lnTo>
                  <a:pt x="1017446" y="62157"/>
                </a:lnTo>
                <a:lnTo>
                  <a:pt x="1017538" y="62658"/>
                </a:lnTo>
                <a:lnTo>
                  <a:pt x="1017625" y="63164"/>
                </a:lnTo>
                <a:lnTo>
                  <a:pt x="1017707" y="63677"/>
                </a:lnTo>
                <a:lnTo>
                  <a:pt x="1017784" y="64195"/>
                </a:lnTo>
                <a:lnTo>
                  <a:pt x="1017856" y="64719"/>
                </a:lnTo>
                <a:lnTo>
                  <a:pt x="1017923" y="65248"/>
                </a:lnTo>
                <a:lnTo>
                  <a:pt x="1017985" y="65783"/>
                </a:lnTo>
                <a:lnTo>
                  <a:pt x="1018042" y="66324"/>
                </a:lnTo>
                <a:lnTo>
                  <a:pt x="1018094" y="66871"/>
                </a:lnTo>
                <a:lnTo>
                  <a:pt x="1018141" y="67423"/>
                </a:lnTo>
                <a:lnTo>
                  <a:pt x="1018183" y="67981"/>
                </a:lnTo>
                <a:lnTo>
                  <a:pt x="1018221" y="68545"/>
                </a:lnTo>
                <a:lnTo>
                  <a:pt x="1018253" y="69114"/>
                </a:lnTo>
                <a:lnTo>
                  <a:pt x="1018280" y="69689"/>
                </a:lnTo>
                <a:lnTo>
                  <a:pt x="1018303" y="70270"/>
                </a:lnTo>
                <a:lnTo>
                  <a:pt x="1018320" y="70857"/>
                </a:lnTo>
                <a:lnTo>
                  <a:pt x="1018332" y="71449"/>
                </a:lnTo>
                <a:lnTo>
                  <a:pt x="1018340" y="72047"/>
                </a:lnTo>
                <a:lnTo>
                  <a:pt x="1018342" y="72650"/>
                </a:lnTo>
                <a:lnTo>
                  <a:pt x="1018342" y="134549"/>
                </a:lnTo>
                <a:lnTo>
                  <a:pt x="1034914" y="134549"/>
                </a:lnTo>
                <a:lnTo>
                  <a:pt x="1034914" y="70533"/>
                </a:lnTo>
                <a:lnTo>
                  <a:pt x="1034902" y="69102"/>
                </a:lnTo>
                <a:lnTo>
                  <a:pt x="1034866" y="67697"/>
                </a:lnTo>
                <a:lnTo>
                  <a:pt x="1034805" y="66320"/>
                </a:lnTo>
                <a:lnTo>
                  <a:pt x="1034720" y="64968"/>
                </a:lnTo>
                <a:lnTo>
                  <a:pt x="1034610" y="63644"/>
                </a:lnTo>
                <a:lnTo>
                  <a:pt x="1034522" y="62781"/>
                </a:lnTo>
                <a:lnTo>
                  <a:pt x="1034705" y="62550"/>
                </a:lnTo>
                <a:lnTo>
                  <a:pt x="1035096" y="62070"/>
                </a:lnTo>
                <a:lnTo>
                  <a:pt x="1035495" y="61594"/>
                </a:lnTo>
                <a:lnTo>
                  <a:pt x="1035904" y="61122"/>
                </a:lnTo>
                <a:lnTo>
                  <a:pt x="1036320" y="60653"/>
                </a:lnTo>
                <a:lnTo>
                  <a:pt x="1036745" y="60188"/>
                </a:lnTo>
                <a:lnTo>
                  <a:pt x="1037179" y="59726"/>
                </a:lnTo>
                <a:lnTo>
                  <a:pt x="1037622" y="59268"/>
                </a:lnTo>
                <a:lnTo>
                  <a:pt x="1038072" y="58813"/>
                </a:lnTo>
                <a:lnTo>
                  <a:pt x="1038532" y="58363"/>
                </a:lnTo>
                <a:lnTo>
                  <a:pt x="1039000" y="57915"/>
                </a:lnTo>
                <a:lnTo>
                  <a:pt x="1039477" y="57472"/>
                </a:lnTo>
                <a:lnTo>
                  <a:pt x="1039962" y="57032"/>
                </a:lnTo>
                <a:lnTo>
                  <a:pt x="1040455" y="56595"/>
                </a:lnTo>
                <a:lnTo>
                  <a:pt x="1040958" y="56162"/>
                </a:lnTo>
                <a:lnTo>
                  <a:pt x="1041469" y="55733"/>
                </a:lnTo>
                <a:lnTo>
                  <a:pt x="1041988" y="55308"/>
                </a:lnTo>
                <a:lnTo>
                  <a:pt x="1042516" y="54885"/>
                </a:lnTo>
                <a:lnTo>
                  <a:pt x="1043053" y="54467"/>
                </a:lnTo>
                <a:lnTo>
                  <a:pt x="1043598" y="54052"/>
                </a:lnTo>
                <a:lnTo>
                  <a:pt x="1044151" y="53641"/>
                </a:lnTo>
                <a:lnTo>
                  <a:pt x="1044714" y="53233"/>
                </a:lnTo>
                <a:lnTo>
                  <a:pt x="1045284" y="52829"/>
                </a:lnTo>
                <a:lnTo>
                  <a:pt x="1045864" y="52429"/>
                </a:lnTo>
                <a:lnTo>
                  <a:pt x="1046453" y="52038"/>
                </a:lnTo>
                <a:lnTo>
                  <a:pt x="1047054" y="51665"/>
                </a:lnTo>
                <a:lnTo>
                  <a:pt x="1047665" y="51307"/>
                </a:lnTo>
                <a:lnTo>
                  <a:pt x="1048289" y="50967"/>
                </a:lnTo>
                <a:lnTo>
                  <a:pt x="1048923" y="50643"/>
                </a:lnTo>
                <a:lnTo>
                  <a:pt x="1049569" y="50336"/>
                </a:lnTo>
                <a:lnTo>
                  <a:pt x="1050226" y="50045"/>
                </a:lnTo>
                <a:lnTo>
                  <a:pt x="1050894" y="49771"/>
                </a:lnTo>
                <a:lnTo>
                  <a:pt x="1051574" y="49513"/>
                </a:lnTo>
                <a:lnTo>
                  <a:pt x="1052265" y="49272"/>
                </a:lnTo>
                <a:lnTo>
                  <a:pt x="1052968" y="49048"/>
                </a:lnTo>
                <a:lnTo>
                  <a:pt x="1053681" y="48841"/>
                </a:lnTo>
                <a:lnTo>
                  <a:pt x="1054406" y="48650"/>
                </a:lnTo>
                <a:lnTo>
                  <a:pt x="1055142" y="48475"/>
                </a:lnTo>
                <a:lnTo>
                  <a:pt x="1055890" y="48317"/>
                </a:lnTo>
                <a:lnTo>
                  <a:pt x="1056649" y="48176"/>
                </a:lnTo>
                <a:lnTo>
                  <a:pt x="1057419" y="48051"/>
                </a:lnTo>
                <a:lnTo>
                  <a:pt x="1058200" y="47944"/>
                </a:lnTo>
                <a:lnTo>
                  <a:pt x="1058993" y="47852"/>
                </a:lnTo>
                <a:lnTo>
                  <a:pt x="1059797" y="47777"/>
                </a:lnTo>
                <a:lnTo>
                  <a:pt x="1060612" y="47719"/>
                </a:lnTo>
                <a:lnTo>
                  <a:pt x="1061439" y="47678"/>
                </a:lnTo>
                <a:lnTo>
                  <a:pt x="1062277" y="47653"/>
                </a:lnTo>
                <a:lnTo>
                  <a:pt x="1063126" y="47644"/>
                </a:lnTo>
                <a:lnTo>
                  <a:pt x="1063712" y="47650"/>
                </a:lnTo>
                <a:lnTo>
                  <a:pt x="1064287" y="47667"/>
                </a:lnTo>
                <a:lnTo>
                  <a:pt x="1064851" y="47695"/>
                </a:lnTo>
                <a:lnTo>
                  <a:pt x="1065403" y="47734"/>
                </a:lnTo>
                <a:lnTo>
                  <a:pt x="1065944" y="47785"/>
                </a:lnTo>
                <a:lnTo>
                  <a:pt x="1066474" y="47846"/>
                </a:lnTo>
                <a:lnTo>
                  <a:pt x="1066992" y="47919"/>
                </a:lnTo>
                <a:lnTo>
                  <a:pt x="1067499" y="48003"/>
                </a:lnTo>
                <a:lnTo>
                  <a:pt x="1067995" y="48098"/>
                </a:lnTo>
                <a:lnTo>
                  <a:pt x="1068480" y="48205"/>
                </a:lnTo>
                <a:lnTo>
                  <a:pt x="1068953" y="48322"/>
                </a:lnTo>
                <a:lnTo>
                  <a:pt x="1069415" y="48451"/>
                </a:lnTo>
                <a:lnTo>
                  <a:pt x="1069865" y="48591"/>
                </a:lnTo>
                <a:lnTo>
                  <a:pt x="1070305" y="48743"/>
                </a:lnTo>
                <a:lnTo>
                  <a:pt x="1070732" y="48905"/>
                </a:lnTo>
                <a:lnTo>
                  <a:pt x="1071149" y="49079"/>
                </a:lnTo>
                <a:lnTo>
                  <a:pt x="1071555" y="49264"/>
                </a:lnTo>
                <a:lnTo>
                  <a:pt x="1071949" y="49460"/>
                </a:lnTo>
                <a:lnTo>
                  <a:pt x="1072331" y="49667"/>
                </a:lnTo>
                <a:lnTo>
                  <a:pt x="1072703" y="49886"/>
                </a:lnTo>
                <a:lnTo>
                  <a:pt x="1073063" y="50116"/>
                </a:lnTo>
                <a:lnTo>
                  <a:pt x="1073412" y="50356"/>
                </a:lnTo>
                <a:lnTo>
                  <a:pt x="1073749" y="50609"/>
                </a:lnTo>
                <a:lnTo>
                  <a:pt x="1074076" y="50872"/>
                </a:lnTo>
                <a:lnTo>
                  <a:pt x="1074392" y="51145"/>
                </a:lnTo>
                <a:lnTo>
                  <a:pt x="1074700" y="51427"/>
                </a:lnTo>
                <a:lnTo>
                  <a:pt x="1075000" y="51717"/>
                </a:lnTo>
                <a:lnTo>
                  <a:pt x="1075291" y="52015"/>
                </a:lnTo>
                <a:lnTo>
                  <a:pt x="1075574" y="52321"/>
                </a:lnTo>
                <a:lnTo>
                  <a:pt x="1075848" y="52636"/>
                </a:lnTo>
                <a:lnTo>
                  <a:pt x="1076114" y="52960"/>
                </a:lnTo>
                <a:lnTo>
                  <a:pt x="1076372" y="53291"/>
                </a:lnTo>
                <a:lnTo>
                  <a:pt x="1076621" y="53632"/>
                </a:lnTo>
                <a:lnTo>
                  <a:pt x="1076862" y="53980"/>
                </a:lnTo>
                <a:lnTo>
                  <a:pt x="1077094" y="54337"/>
                </a:lnTo>
                <a:lnTo>
                  <a:pt x="1077318" y="54702"/>
                </a:lnTo>
                <a:lnTo>
                  <a:pt x="1077534" y="55076"/>
                </a:lnTo>
                <a:lnTo>
                  <a:pt x="1077741" y="55458"/>
                </a:lnTo>
                <a:lnTo>
                  <a:pt x="1077940" y="55848"/>
                </a:lnTo>
                <a:lnTo>
                  <a:pt x="1078131" y="56247"/>
                </a:lnTo>
                <a:lnTo>
                  <a:pt x="1078313" y="56654"/>
                </a:lnTo>
                <a:lnTo>
                  <a:pt x="1078487" y="57069"/>
                </a:lnTo>
                <a:lnTo>
                  <a:pt x="1078652" y="57493"/>
                </a:lnTo>
                <a:lnTo>
                  <a:pt x="1078809" y="57925"/>
                </a:lnTo>
                <a:lnTo>
                  <a:pt x="1078958" y="58366"/>
                </a:lnTo>
                <a:lnTo>
                  <a:pt x="1079098" y="58815"/>
                </a:lnTo>
                <a:lnTo>
                  <a:pt x="1079230" y="59272"/>
                </a:lnTo>
                <a:lnTo>
                  <a:pt x="1079353" y="59737"/>
                </a:lnTo>
                <a:lnTo>
                  <a:pt x="1079470" y="60210"/>
                </a:lnTo>
                <a:lnTo>
                  <a:pt x="1079581" y="60688"/>
                </a:lnTo>
                <a:lnTo>
                  <a:pt x="1079688" y="61172"/>
                </a:lnTo>
                <a:lnTo>
                  <a:pt x="1079790" y="61661"/>
                </a:lnTo>
                <a:lnTo>
                  <a:pt x="1079887" y="62157"/>
                </a:lnTo>
                <a:lnTo>
                  <a:pt x="1079979" y="62658"/>
                </a:lnTo>
                <a:lnTo>
                  <a:pt x="1080066" y="63164"/>
                </a:lnTo>
                <a:lnTo>
                  <a:pt x="1080148" y="63677"/>
                </a:lnTo>
                <a:lnTo>
                  <a:pt x="1080225" y="64195"/>
                </a:lnTo>
                <a:lnTo>
                  <a:pt x="1080297" y="64719"/>
                </a:lnTo>
                <a:lnTo>
                  <a:pt x="1080364" y="65248"/>
                </a:lnTo>
                <a:lnTo>
                  <a:pt x="1080426" y="65783"/>
                </a:lnTo>
                <a:lnTo>
                  <a:pt x="1080483" y="66324"/>
                </a:lnTo>
                <a:lnTo>
                  <a:pt x="1080535" y="66871"/>
                </a:lnTo>
                <a:lnTo>
                  <a:pt x="1080582" y="67423"/>
                </a:lnTo>
                <a:lnTo>
                  <a:pt x="1080624" y="67981"/>
                </a:lnTo>
                <a:lnTo>
                  <a:pt x="1080662" y="68545"/>
                </a:lnTo>
                <a:lnTo>
                  <a:pt x="1080694" y="69114"/>
                </a:lnTo>
                <a:lnTo>
                  <a:pt x="1080721" y="69689"/>
                </a:lnTo>
                <a:lnTo>
                  <a:pt x="1080744" y="70270"/>
                </a:lnTo>
                <a:lnTo>
                  <a:pt x="1080761" y="70857"/>
                </a:lnTo>
                <a:lnTo>
                  <a:pt x="1080773" y="71449"/>
                </a:lnTo>
                <a:lnTo>
                  <a:pt x="1080781" y="72047"/>
                </a:lnTo>
                <a:lnTo>
                  <a:pt x="1080783" y="72650"/>
                </a:lnTo>
                <a:lnTo>
                  <a:pt x="1080783" y="134549"/>
                </a:lnTo>
                <a:lnTo>
                  <a:pt x="1097257" y="134549"/>
                </a:lnTo>
                <a:lnTo>
                  <a:pt x="1097257" y="70533"/>
                </a:lnTo>
                <a:lnTo>
                  <a:pt x="1097244" y="69102"/>
                </a:lnTo>
                <a:lnTo>
                  <a:pt x="1097208" y="67697"/>
                </a:lnTo>
                <a:lnTo>
                  <a:pt x="1097147" y="66320"/>
                </a:lnTo>
                <a:lnTo>
                  <a:pt x="1097062" y="64968"/>
                </a:lnTo>
                <a:lnTo>
                  <a:pt x="1096953" y="63644"/>
                </a:lnTo>
                <a:lnTo>
                  <a:pt x="1096819" y="62346"/>
                </a:lnTo>
                <a:lnTo>
                  <a:pt x="1096661" y="61074"/>
                </a:lnTo>
                <a:lnTo>
                  <a:pt x="1096478" y="59829"/>
                </a:lnTo>
                <a:lnTo>
                  <a:pt x="1096272" y="58610"/>
                </a:lnTo>
                <a:lnTo>
                  <a:pt x="1096041" y="57419"/>
                </a:lnTo>
                <a:lnTo>
                  <a:pt x="1095785" y="56253"/>
                </a:lnTo>
                <a:lnTo>
                  <a:pt x="1095506" y="55114"/>
                </a:lnTo>
                <a:lnTo>
                  <a:pt x="1095202" y="54002"/>
                </a:lnTo>
                <a:lnTo>
                  <a:pt x="1094873" y="52916"/>
                </a:lnTo>
                <a:lnTo>
                  <a:pt x="1094521" y="51857"/>
                </a:lnTo>
                <a:lnTo>
                  <a:pt x="1094144" y="50825"/>
                </a:lnTo>
                <a:lnTo>
                  <a:pt x="1093743" y="49819"/>
                </a:lnTo>
                <a:lnTo>
                  <a:pt x="1093317" y="48839"/>
                </a:lnTo>
                <a:lnTo>
                  <a:pt x="1092867" y="47886"/>
                </a:lnTo>
                <a:lnTo>
                  <a:pt x="1092393" y="46960"/>
                </a:lnTo>
                <a:lnTo>
                  <a:pt x="1091894" y="46060"/>
                </a:lnTo>
                <a:lnTo>
                  <a:pt x="1091372" y="45187"/>
                </a:lnTo>
                <a:lnTo>
                  <a:pt x="1090824" y="44340"/>
                </a:lnTo>
                <a:lnTo>
                  <a:pt x="1090253" y="43520"/>
                </a:lnTo>
                <a:lnTo>
                  <a:pt x="1089654" y="42730"/>
                </a:lnTo>
                <a:lnTo>
                  <a:pt x="1089023" y="41973"/>
                </a:lnTo>
                <a:lnTo>
                  <a:pt x="1088362" y="41250"/>
                </a:lnTo>
                <a:lnTo>
                  <a:pt x="1087669" y="40561"/>
                </a:lnTo>
                <a:lnTo>
                  <a:pt x="1086945" y="39905"/>
                </a:lnTo>
                <a:lnTo>
                  <a:pt x="1086190" y="39283"/>
                </a:lnTo>
                <a:lnTo>
                  <a:pt x="1085404" y="38694"/>
                </a:lnTo>
                <a:lnTo>
                  <a:pt x="1084586" y="38139"/>
                </a:lnTo>
                <a:lnTo>
                  <a:pt x="1083738" y="37618"/>
                </a:lnTo>
                <a:lnTo>
                  <a:pt x="1082858" y="37130"/>
                </a:lnTo>
                <a:lnTo>
                  <a:pt x="1081947" y="36676"/>
                </a:lnTo>
                <a:lnTo>
                  <a:pt x="1081005" y="36256"/>
                </a:lnTo>
                <a:lnTo>
                  <a:pt x="1080032" y="35869"/>
                </a:lnTo>
                <a:lnTo>
                  <a:pt x="1079028" y="35516"/>
                </a:lnTo>
                <a:lnTo>
                  <a:pt x="1077992" y="35197"/>
                </a:lnTo>
                <a:lnTo>
                  <a:pt x="1076925" y="34911"/>
                </a:lnTo>
                <a:lnTo>
                  <a:pt x="1075827" y="34658"/>
                </a:lnTo>
                <a:lnTo>
                  <a:pt x="1074698" y="34440"/>
                </a:lnTo>
                <a:lnTo>
                  <a:pt x="1073538" y="34255"/>
                </a:lnTo>
                <a:lnTo>
                  <a:pt x="1072347" y="34104"/>
                </a:lnTo>
                <a:lnTo>
                  <a:pt x="1071124" y="33986"/>
                </a:lnTo>
                <a:lnTo>
                  <a:pt x="1069870" y="33902"/>
                </a:lnTo>
                <a:lnTo>
                  <a:pt x="1068585" y="33851"/>
                </a:lnTo>
                <a:lnTo>
                  <a:pt x="1067269" y="33834"/>
                </a:lnTo>
                <a:lnTo>
                  <a:pt x="1066256" y="33844"/>
                </a:lnTo>
                <a:lnTo>
                  <a:pt x="1065255" y="33872"/>
                </a:lnTo>
                <a:lnTo>
                  <a:pt x="1064266" y="33919"/>
                </a:lnTo>
                <a:lnTo>
                  <a:pt x="1063289" y="33985"/>
                </a:lnTo>
                <a:lnTo>
                  <a:pt x="1062325" y="34070"/>
                </a:lnTo>
                <a:lnTo>
                  <a:pt x="1061372" y="34174"/>
                </a:lnTo>
                <a:lnTo>
                  <a:pt x="1060432" y="34296"/>
                </a:lnTo>
                <a:lnTo>
                  <a:pt x="1059504" y="34437"/>
                </a:lnTo>
                <a:lnTo>
                  <a:pt x="1058588" y="34597"/>
                </a:lnTo>
                <a:lnTo>
                  <a:pt x="1057684" y="34776"/>
                </a:lnTo>
                <a:lnTo>
                  <a:pt x="1056792" y="34974"/>
                </a:lnTo>
                <a:lnTo>
                  <a:pt x="1055913" y="35191"/>
                </a:lnTo>
                <a:lnTo>
                  <a:pt x="1055046" y="35426"/>
                </a:lnTo>
                <a:lnTo>
                  <a:pt x="1054190" y="35681"/>
                </a:lnTo>
                <a:lnTo>
                  <a:pt x="1053347" y="35954"/>
                </a:lnTo>
                <a:lnTo>
                  <a:pt x="1052517" y="36246"/>
                </a:lnTo>
                <a:lnTo>
                  <a:pt x="1051698" y="36557"/>
                </a:lnTo>
                <a:lnTo>
                  <a:pt x="1050891" y="36886"/>
                </a:lnTo>
                <a:lnTo>
                  <a:pt x="1050097" y="37235"/>
                </a:lnTo>
                <a:lnTo>
                  <a:pt x="1049315" y="37602"/>
                </a:lnTo>
                <a:lnTo>
                  <a:pt x="1048545" y="37988"/>
                </a:lnTo>
                <a:lnTo>
                  <a:pt x="1047787" y="38393"/>
                </a:lnTo>
                <a:lnTo>
                  <a:pt x="1047041" y="38817"/>
                </a:lnTo>
                <a:lnTo>
                  <a:pt x="1046308" y="39260"/>
                </a:lnTo>
                <a:lnTo>
                  <a:pt x="1045585" y="39714"/>
                </a:lnTo>
                <a:lnTo>
                  <a:pt x="1044873" y="40170"/>
                </a:lnTo>
                <a:lnTo>
                  <a:pt x="1044172" y="40630"/>
                </a:lnTo>
                <a:lnTo>
                  <a:pt x="1043481" y="41093"/>
                </a:lnTo>
                <a:lnTo>
                  <a:pt x="1042801" y="41559"/>
                </a:lnTo>
                <a:lnTo>
                  <a:pt x="1042131" y="42028"/>
                </a:lnTo>
                <a:lnTo>
                  <a:pt x="1041471" y="42500"/>
                </a:lnTo>
                <a:lnTo>
                  <a:pt x="1040822" y="42975"/>
                </a:lnTo>
                <a:lnTo>
                  <a:pt x="1040183" y="43454"/>
                </a:lnTo>
                <a:lnTo>
                  <a:pt x="1039555" y="43935"/>
                </a:lnTo>
                <a:lnTo>
                  <a:pt x="1038937" y="44420"/>
                </a:lnTo>
                <a:lnTo>
                  <a:pt x="1038330" y="44907"/>
                </a:lnTo>
                <a:lnTo>
                  <a:pt x="1037733" y="45398"/>
                </a:lnTo>
                <a:lnTo>
                  <a:pt x="1037146" y="45892"/>
                </a:lnTo>
                <a:lnTo>
                  <a:pt x="1036570" y="46388"/>
                </a:lnTo>
                <a:lnTo>
                  <a:pt x="1036005" y="46888"/>
                </a:lnTo>
                <a:lnTo>
                  <a:pt x="1035450" y="47391"/>
                </a:lnTo>
                <a:lnTo>
                  <a:pt x="1034905" y="47897"/>
                </a:lnTo>
                <a:lnTo>
                  <a:pt x="1034371" y="48406"/>
                </a:lnTo>
                <a:lnTo>
                  <a:pt x="1033847" y="48919"/>
                </a:lnTo>
                <a:lnTo>
                  <a:pt x="1033334" y="49434"/>
                </a:lnTo>
                <a:lnTo>
                  <a:pt x="1032831" y="49952"/>
                </a:lnTo>
                <a:lnTo>
                  <a:pt x="1032338" y="50474"/>
                </a:lnTo>
                <a:lnTo>
                  <a:pt x="1031863" y="50992"/>
                </a:lnTo>
                <a:lnTo>
                  <a:pt x="1031802" y="50825"/>
                </a:lnTo>
                <a:lnTo>
                  <a:pt x="1031400" y="49819"/>
                </a:lnTo>
                <a:lnTo>
                  <a:pt x="1030975" y="48839"/>
                </a:lnTo>
                <a:lnTo>
                  <a:pt x="1030525" y="47886"/>
                </a:lnTo>
                <a:close/>
                <a:moveTo>
                  <a:pt x="1154566" y="136200"/>
                </a:moveTo>
                <a:lnTo>
                  <a:pt x="1155490" y="136130"/>
                </a:lnTo>
                <a:lnTo>
                  <a:pt x="1156405" y="136044"/>
                </a:lnTo>
                <a:lnTo>
                  <a:pt x="1157309" y="135943"/>
                </a:lnTo>
                <a:lnTo>
                  <a:pt x="1158203" y="135826"/>
                </a:lnTo>
                <a:lnTo>
                  <a:pt x="1159087" y="135693"/>
                </a:lnTo>
                <a:lnTo>
                  <a:pt x="1159961" y="135545"/>
                </a:lnTo>
                <a:lnTo>
                  <a:pt x="1160825" y="135382"/>
                </a:lnTo>
                <a:lnTo>
                  <a:pt x="1161679" y="135202"/>
                </a:lnTo>
                <a:lnTo>
                  <a:pt x="1162523" y="135008"/>
                </a:lnTo>
                <a:lnTo>
                  <a:pt x="1163356" y="134797"/>
                </a:lnTo>
                <a:lnTo>
                  <a:pt x="1164180" y="134571"/>
                </a:lnTo>
                <a:lnTo>
                  <a:pt x="1164993" y="134330"/>
                </a:lnTo>
                <a:lnTo>
                  <a:pt x="1165796" y="134073"/>
                </a:lnTo>
                <a:lnTo>
                  <a:pt x="1166589" y="133800"/>
                </a:lnTo>
                <a:lnTo>
                  <a:pt x="1167372" y="133511"/>
                </a:lnTo>
                <a:lnTo>
                  <a:pt x="1168145" y="133208"/>
                </a:lnTo>
                <a:lnTo>
                  <a:pt x="1168908" y="132888"/>
                </a:lnTo>
                <a:lnTo>
                  <a:pt x="1169661" y="132553"/>
                </a:lnTo>
                <a:lnTo>
                  <a:pt x="1170404" y="132202"/>
                </a:lnTo>
                <a:lnTo>
                  <a:pt x="1171136" y="131836"/>
                </a:lnTo>
                <a:lnTo>
                  <a:pt x="1171860" y="131457"/>
                </a:lnTo>
                <a:lnTo>
                  <a:pt x="1172576" y="131068"/>
                </a:lnTo>
                <a:lnTo>
                  <a:pt x="1173286" y="130669"/>
                </a:lnTo>
                <a:lnTo>
                  <a:pt x="1173987" y="130259"/>
                </a:lnTo>
                <a:lnTo>
                  <a:pt x="1174682" y="129840"/>
                </a:lnTo>
                <a:lnTo>
                  <a:pt x="1175369" y="129410"/>
                </a:lnTo>
                <a:lnTo>
                  <a:pt x="1176048" y="128970"/>
                </a:lnTo>
                <a:lnTo>
                  <a:pt x="1176721" y="128521"/>
                </a:lnTo>
                <a:lnTo>
                  <a:pt x="1177385" y="128061"/>
                </a:lnTo>
                <a:lnTo>
                  <a:pt x="1178043" y="127591"/>
                </a:lnTo>
                <a:lnTo>
                  <a:pt x="1178693" y="127111"/>
                </a:lnTo>
                <a:lnTo>
                  <a:pt x="1179336" y="126620"/>
                </a:lnTo>
                <a:lnTo>
                  <a:pt x="1179971" y="126120"/>
                </a:lnTo>
                <a:lnTo>
                  <a:pt x="1180599" y="125610"/>
                </a:lnTo>
                <a:lnTo>
                  <a:pt x="1181220" y="125089"/>
                </a:lnTo>
                <a:lnTo>
                  <a:pt x="1181833" y="124559"/>
                </a:lnTo>
                <a:lnTo>
                  <a:pt x="1182439" y="124018"/>
                </a:lnTo>
                <a:lnTo>
                  <a:pt x="1183038" y="123467"/>
                </a:lnTo>
                <a:lnTo>
                  <a:pt x="1183629" y="122906"/>
                </a:lnTo>
                <a:lnTo>
                  <a:pt x="1184213" y="122335"/>
                </a:lnTo>
                <a:lnTo>
                  <a:pt x="1184790" y="121754"/>
                </a:lnTo>
                <a:lnTo>
                  <a:pt x="1185359" y="121163"/>
                </a:lnTo>
                <a:lnTo>
                  <a:pt x="1185921" y="120561"/>
                </a:lnTo>
                <a:lnTo>
                  <a:pt x="1186475" y="119950"/>
                </a:lnTo>
                <a:lnTo>
                  <a:pt x="1187166" y="134549"/>
                </a:lnTo>
                <a:lnTo>
                  <a:pt x="1202554" y="134549"/>
                </a:lnTo>
                <a:lnTo>
                  <a:pt x="1202554" y="68387"/>
                </a:lnTo>
                <a:lnTo>
                  <a:pt x="1202549" y="67505"/>
                </a:lnTo>
                <a:lnTo>
                  <a:pt x="1202532" y="66636"/>
                </a:lnTo>
                <a:lnTo>
                  <a:pt x="1202505" y="65781"/>
                </a:lnTo>
                <a:lnTo>
                  <a:pt x="1202466" y="64940"/>
                </a:lnTo>
                <a:lnTo>
                  <a:pt x="1202417" y="64112"/>
                </a:lnTo>
                <a:lnTo>
                  <a:pt x="1202357" y="63297"/>
                </a:lnTo>
                <a:lnTo>
                  <a:pt x="1202285" y="62497"/>
                </a:lnTo>
                <a:lnTo>
                  <a:pt x="1202203" y="61709"/>
                </a:lnTo>
                <a:lnTo>
                  <a:pt x="1202110" y="60936"/>
                </a:lnTo>
                <a:lnTo>
                  <a:pt x="1202006" y="60176"/>
                </a:lnTo>
                <a:lnTo>
                  <a:pt x="1201891" y="59429"/>
                </a:lnTo>
                <a:lnTo>
                  <a:pt x="1201765" y="58696"/>
                </a:lnTo>
                <a:lnTo>
                  <a:pt x="1201628" y="57977"/>
                </a:lnTo>
                <a:lnTo>
                  <a:pt x="1201480" y="57271"/>
                </a:lnTo>
                <a:lnTo>
                  <a:pt x="1201321" y="56579"/>
                </a:lnTo>
                <a:lnTo>
                  <a:pt x="1201151" y="55901"/>
                </a:lnTo>
                <a:lnTo>
                  <a:pt x="1200970" y="55236"/>
                </a:lnTo>
                <a:lnTo>
                  <a:pt x="1200778" y="54584"/>
                </a:lnTo>
                <a:lnTo>
                  <a:pt x="1200576" y="53947"/>
                </a:lnTo>
                <a:lnTo>
                  <a:pt x="1200362" y="53322"/>
                </a:lnTo>
                <a:lnTo>
                  <a:pt x="1200137" y="52712"/>
                </a:lnTo>
                <a:lnTo>
                  <a:pt x="1199902" y="52115"/>
                </a:lnTo>
                <a:lnTo>
                  <a:pt x="1199655" y="51531"/>
                </a:lnTo>
                <a:lnTo>
                  <a:pt x="1199397" y="50961"/>
                </a:lnTo>
                <a:lnTo>
                  <a:pt x="1199131" y="50403"/>
                </a:lnTo>
                <a:lnTo>
                  <a:pt x="1198856" y="49856"/>
                </a:lnTo>
                <a:lnTo>
                  <a:pt x="1198574" y="49318"/>
                </a:lnTo>
                <a:lnTo>
                  <a:pt x="1198284" y="48791"/>
                </a:lnTo>
                <a:lnTo>
                  <a:pt x="1197986" y="48275"/>
                </a:lnTo>
                <a:lnTo>
                  <a:pt x="1197680" y="47769"/>
                </a:lnTo>
                <a:lnTo>
                  <a:pt x="1197367" y="47273"/>
                </a:lnTo>
                <a:lnTo>
                  <a:pt x="1197046" y="46788"/>
                </a:lnTo>
                <a:lnTo>
                  <a:pt x="1196718" y="46313"/>
                </a:lnTo>
                <a:lnTo>
                  <a:pt x="1196382" y="45849"/>
                </a:lnTo>
                <a:lnTo>
                  <a:pt x="1196038" y="45395"/>
                </a:lnTo>
                <a:lnTo>
                  <a:pt x="1195686" y="44951"/>
                </a:lnTo>
                <a:lnTo>
                  <a:pt x="1195327" y="44518"/>
                </a:lnTo>
                <a:lnTo>
                  <a:pt x="1194960" y="44095"/>
                </a:lnTo>
                <a:lnTo>
                  <a:pt x="1194585" y="43683"/>
                </a:lnTo>
                <a:lnTo>
                  <a:pt x="1194202" y="43281"/>
                </a:lnTo>
                <a:lnTo>
                  <a:pt x="1193812" y="42889"/>
                </a:lnTo>
                <a:lnTo>
                  <a:pt x="1193414" y="42508"/>
                </a:lnTo>
                <a:lnTo>
                  <a:pt x="1193008" y="42138"/>
                </a:lnTo>
                <a:lnTo>
                  <a:pt x="1192595" y="41777"/>
                </a:lnTo>
                <a:lnTo>
                  <a:pt x="1192174" y="41428"/>
                </a:lnTo>
                <a:lnTo>
                  <a:pt x="1191745" y="41088"/>
                </a:lnTo>
                <a:lnTo>
                  <a:pt x="1191309" y="40759"/>
                </a:lnTo>
                <a:lnTo>
                  <a:pt x="1190865" y="40440"/>
                </a:lnTo>
                <a:lnTo>
                  <a:pt x="1190414" y="40131"/>
                </a:lnTo>
                <a:lnTo>
                  <a:pt x="1189959" y="39830"/>
                </a:lnTo>
                <a:lnTo>
                  <a:pt x="1189499" y="39537"/>
                </a:lnTo>
                <a:lnTo>
                  <a:pt x="1189034" y="39252"/>
                </a:lnTo>
                <a:lnTo>
                  <a:pt x="1188565" y="38975"/>
                </a:lnTo>
                <a:lnTo>
                  <a:pt x="1188090" y="38706"/>
                </a:lnTo>
                <a:lnTo>
                  <a:pt x="1187611" y="38446"/>
                </a:lnTo>
                <a:lnTo>
                  <a:pt x="1187127" y="38193"/>
                </a:lnTo>
                <a:lnTo>
                  <a:pt x="1186639" y="37949"/>
                </a:lnTo>
                <a:lnTo>
                  <a:pt x="1186145" y="37713"/>
                </a:lnTo>
                <a:lnTo>
                  <a:pt x="1185647" y="37485"/>
                </a:lnTo>
                <a:lnTo>
                  <a:pt x="1185144" y="37265"/>
                </a:lnTo>
                <a:lnTo>
                  <a:pt x="1184636" y="37053"/>
                </a:lnTo>
                <a:lnTo>
                  <a:pt x="1184123" y="36849"/>
                </a:lnTo>
                <a:lnTo>
                  <a:pt x="1183605" y="36653"/>
                </a:lnTo>
                <a:lnTo>
                  <a:pt x="1183083" y="36466"/>
                </a:lnTo>
                <a:lnTo>
                  <a:pt x="1182556" y="36287"/>
                </a:lnTo>
                <a:lnTo>
                  <a:pt x="1182024" y="36115"/>
                </a:lnTo>
                <a:lnTo>
                  <a:pt x="1181487" y="35952"/>
                </a:lnTo>
                <a:lnTo>
                  <a:pt x="1180946" y="35797"/>
                </a:lnTo>
                <a:lnTo>
                  <a:pt x="1180399" y="35650"/>
                </a:lnTo>
                <a:lnTo>
                  <a:pt x="1179848" y="35512"/>
                </a:lnTo>
                <a:lnTo>
                  <a:pt x="1179292" y="35381"/>
                </a:lnTo>
                <a:lnTo>
                  <a:pt x="1178732" y="35259"/>
                </a:lnTo>
                <a:lnTo>
                  <a:pt x="1178168" y="35142"/>
                </a:lnTo>
                <a:lnTo>
                  <a:pt x="1177601" y="35031"/>
                </a:lnTo>
                <a:lnTo>
                  <a:pt x="1177032" y="34925"/>
                </a:lnTo>
                <a:lnTo>
                  <a:pt x="1176462" y="34823"/>
                </a:lnTo>
                <a:lnTo>
                  <a:pt x="1175888" y="34727"/>
                </a:lnTo>
                <a:lnTo>
                  <a:pt x="1175313" y="34636"/>
                </a:lnTo>
                <a:lnTo>
                  <a:pt x="1174736" y="34549"/>
                </a:lnTo>
                <a:lnTo>
                  <a:pt x="1174156" y="34467"/>
                </a:lnTo>
                <a:lnTo>
                  <a:pt x="1173574" y="34391"/>
                </a:lnTo>
                <a:lnTo>
                  <a:pt x="1172990" y="34319"/>
                </a:lnTo>
                <a:lnTo>
                  <a:pt x="1172403" y="34252"/>
                </a:lnTo>
                <a:lnTo>
                  <a:pt x="1171814" y="34191"/>
                </a:lnTo>
                <a:lnTo>
                  <a:pt x="1171223" y="34134"/>
                </a:lnTo>
                <a:lnTo>
                  <a:pt x="1170630" y="34082"/>
                </a:lnTo>
                <a:lnTo>
                  <a:pt x="1170035" y="34035"/>
                </a:lnTo>
                <a:lnTo>
                  <a:pt x="1169437" y="33993"/>
                </a:lnTo>
                <a:lnTo>
                  <a:pt x="1168838" y="33956"/>
                </a:lnTo>
                <a:lnTo>
                  <a:pt x="1168236" y="33924"/>
                </a:lnTo>
                <a:lnTo>
                  <a:pt x="1167631" y="33896"/>
                </a:lnTo>
                <a:lnTo>
                  <a:pt x="1167025" y="33874"/>
                </a:lnTo>
                <a:lnTo>
                  <a:pt x="1166416" y="33857"/>
                </a:lnTo>
                <a:lnTo>
                  <a:pt x="1165805" y="33844"/>
                </a:lnTo>
                <a:lnTo>
                  <a:pt x="1165192" y="33837"/>
                </a:lnTo>
                <a:lnTo>
                  <a:pt x="1164576" y="33834"/>
                </a:lnTo>
                <a:lnTo>
                  <a:pt x="1163619" y="33840"/>
                </a:lnTo>
                <a:lnTo>
                  <a:pt x="1162671" y="33858"/>
                </a:lnTo>
                <a:lnTo>
                  <a:pt x="1161732" y="33888"/>
                </a:lnTo>
                <a:lnTo>
                  <a:pt x="1160802" y="33930"/>
                </a:lnTo>
                <a:lnTo>
                  <a:pt x="1159881" y="33984"/>
                </a:lnTo>
                <a:lnTo>
                  <a:pt x="1158969" y="34050"/>
                </a:lnTo>
                <a:lnTo>
                  <a:pt x="1158066" y="34128"/>
                </a:lnTo>
                <a:lnTo>
                  <a:pt x="1157173" y="34218"/>
                </a:lnTo>
                <a:lnTo>
                  <a:pt x="1156288" y="34320"/>
                </a:lnTo>
                <a:lnTo>
                  <a:pt x="1155413" y="34434"/>
                </a:lnTo>
                <a:lnTo>
                  <a:pt x="1154546" y="34560"/>
                </a:lnTo>
                <a:lnTo>
                  <a:pt x="1153689" y="34698"/>
                </a:lnTo>
                <a:lnTo>
                  <a:pt x="1152840" y="34848"/>
                </a:lnTo>
                <a:lnTo>
                  <a:pt x="1152001" y="35010"/>
                </a:lnTo>
                <a:lnTo>
                  <a:pt x="1151171" y="35184"/>
                </a:lnTo>
                <a:lnTo>
                  <a:pt x="1150350" y="35370"/>
                </a:lnTo>
                <a:lnTo>
                  <a:pt x="1149538" y="35568"/>
                </a:lnTo>
                <a:lnTo>
                  <a:pt x="1148735" y="35778"/>
                </a:lnTo>
                <a:lnTo>
                  <a:pt x="1147941" y="36000"/>
                </a:lnTo>
                <a:lnTo>
                  <a:pt x="1147156" y="36234"/>
                </a:lnTo>
                <a:lnTo>
                  <a:pt x="1146381" y="36480"/>
                </a:lnTo>
                <a:lnTo>
                  <a:pt x="1145614" y="36738"/>
                </a:lnTo>
                <a:lnTo>
                  <a:pt x="1144857" y="37008"/>
                </a:lnTo>
                <a:lnTo>
                  <a:pt x="1144108" y="37290"/>
                </a:lnTo>
                <a:lnTo>
                  <a:pt x="1143371" y="37585"/>
                </a:lnTo>
                <a:lnTo>
                  <a:pt x="1142647" y="37894"/>
                </a:lnTo>
                <a:lnTo>
                  <a:pt x="1141936" y="38217"/>
                </a:lnTo>
                <a:lnTo>
                  <a:pt x="1141239" y="38554"/>
                </a:lnTo>
                <a:lnTo>
                  <a:pt x="1140555" y="38905"/>
                </a:lnTo>
                <a:lnTo>
                  <a:pt x="1139885" y="39270"/>
                </a:lnTo>
                <a:lnTo>
                  <a:pt x="1139228" y="39650"/>
                </a:lnTo>
                <a:lnTo>
                  <a:pt x="1138584" y="40044"/>
                </a:lnTo>
                <a:lnTo>
                  <a:pt x="1137954" y="40451"/>
                </a:lnTo>
                <a:lnTo>
                  <a:pt x="1137337" y="40873"/>
                </a:lnTo>
                <a:lnTo>
                  <a:pt x="1136733" y="41309"/>
                </a:lnTo>
                <a:lnTo>
                  <a:pt x="1136143" y="41759"/>
                </a:lnTo>
                <a:lnTo>
                  <a:pt x="1135566" y="42223"/>
                </a:lnTo>
                <a:lnTo>
                  <a:pt x="1135002" y="42702"/>
                </a:lnTo>
                <a:lnTo>
                  <a:pt x="1134452" y="43194"/>
                </a:lnTo>
                <a:lnTo>
                  <a:pt x="1133915" y="43700"/>
                </a:lnTo>
                <a:lnTo>
                  <a:pt x="1133391" y="44221"/>
                </a:lnTo>
                <a:lnTo>
                  <a:pt x="1132881" y="44756"/>
                </a:lnTo>
                <a:lnTo>
                  <a:pt x="1132384" y="45305"/>
                </a:lnTo>
                <a:lnTo>
                  <a:pt x="1131901" y="45868"/>
                </a:lnTo>
                <a:lnTo>
                  <a:pt x="1131431" y="46445"/>
                </a:lnTo>
                <a:lnTo>
                  <a:pt x="1130974" y="47036"/>
                </a:lnTo>
                <a:lnTo>
                  <a:pt x="1130531" y="47642"/>
                </a:lnTo>
                <a:lnTo>
                  <a:pt x="1130101" y="48261"/>
                </a:lnTo>
                <a:lnTo>
                  <a:pt x="1129686" y="48895"/>
                </a:lnTo>
                <a:lnTo>
                  <a:pt x="1129289" y="49546"/>
                </a:lnTo>
                <a:lnTo>
                  <a:pt x="1128910" y="50213"/>
                </a:lnTo>
                <a:lnTo>
                  <a:pt x="1128549" y="50896"/>
                </a:lnTo>
                <a:lnTo>
                  <a:pt x="1128205" y="51595"/>
                </a:lnTo>
                <a:lnTo>
                  <a:pt x="1127878" y="52311"/>
                </a:lnTo>
                <a:lnTo>
                  <a:pt x="1127570" y="53043"/>
                </a:lnTo>
                <a:lnTo>
                  <a:pt x="1127279" y="53790"/>
                </a:lnTo>
                <a:lnTo>
                  <a:pt x="1127005" y="54555"/>
                </a:lnTo>
                <a:lnTo>
                  <a:pt x="1126749" y="55335"/>
                </a:lnTo>
                <a:lnTo>
                  <a:pt x="1126511" y="56132"/>
                </a:lnTo>
                <a:lnTo>
                  <a:pt x="1126291" y="56945"/>
                </a:lnTo>
                <a:lnTo>
                  <a:pt x="1126088" y="57774"/>
                </a:lnTo>
                <a:lnTo>
                  <a:pt x="1125903" y="58619"/>
                </a:lnTo>
                <a:lnTo>
                  <a:pt x="1125735" y="59481"/>
                </a:lnTo>
                <a:lnTo>
                  <a:pt x="1125585" y="60358"/>
                </a:lnTo>
                <a:lnTo>
                  <a:pt x="1125453" y="61252"/>
                </a:lnTo>
                <a:lnTo>
                  <a:pt x="1125338" y="62163"/>
                </a:lnTo>
                <a:lnTo>
                  <a:pt x="1125241" y="63089"/>
                </a:lnTo>
                <a:lnTo>
                  <a:pt x="1125162" y="64032"/>
                </a:lnTo>
                <a:lnTo>
                  <a:pt x="1125100" y="64991"/>
                </a:lnTo>
                <a:lnTo>
                  <a:pt x="1125056" y="65966"/>
                </a:lnTo>
                <a:lnTo>
                  <a:pt x="1125030" y="66957"/>
                </a:lnTo>
                <a:lnTo>
                  <a:pt x="1125021" y="67965"/>
                </a:lnTo>
                <a:lnTo>
                  <a:pt x="1141001" y="67965"/>
                </a:lnTo>
                <a:lnTo>
                  <a:pt x="1141013" y="67029"/>
                </a:lnTo>
                <a:lnTo>
                  <a:pt x="1141048" y="66114"/>
                </a:lnTo>
                <a:lnTo>
                  <a:pt x="1141107" y="65220"/>
                </a:lnTo>
                <a:lnTo>
                  <a:pt x="1141190" y="64347"/>
                </a:lnTo>
                <a:lnTo>
                  <a:pt x="1141296" y="63495"/>
                </a:lnTo>
                <a:lnTo>
                  <a:pt x="1141426" y="62665"/>
                </a:lnTo>
                <a:lnTo>
                  <a:pt x="1141580" y="61855"/>
                </a:lnTo>
                <a:lnTo>
                  <a:pt x="1141757" y="61067"/>
                </a:lnTo>
                <a:lnTo>
                  <a:pt x="1141958" y="60300"/>
                </a:lnTo>
                <a:lnTo>
                  <a:pt x="1142182" y="59554"/>
                </a:lnTo>
                <a:lnTo>
                  <a:pt x="1142431" y="58830"/>
                </a:lnTo>
                <a:lnTo>
                  <a:pt x="1142702" y="58126"/>
                </a:lnTo>
                <a:lnTo>
                  <a:pt x="1142998" y="57444"/>
                </a:lnTo>
                <a:lnTo>
                  <a:pt x="1143317" y="56783"/>
                </a:lnTo>
                <a:lnTo>
                  <a:pt x="1143660" y="56142"/>
                </a:lnTo>
                <a:lnTo>
                  <a:pt x="1144026" y="55524"/>
                </a:lnTo>
                <a:lnTo>
                  <a:pt x="1144416" y="54926"/>
                </a:lnTo>
                <a:lnTo>
                  <a:pt x="1144829" y="54349"/>
                </a:lnTo>
                <a:lnTo>
                  <a:pt x="1145267" y="53794"/>
                </a:lnTo>
                <a:lnTo>
                  <a:pt x="1145727" y="53260"/>
                </a:lnTo>
                <a:lnTo>
                  <a:pt x="1146212" y="52747"/>
                </a:lnTo>
                <a:lnTo>
                  <a:pt x="1146720" y="52255"/>
                </a:lnTo>
                <a:lnTo>
                  <a:pt x="1147252" y="51784"/>
                </a:lnTo>
                <a:lnTo>
                  <a:pt x="1147807" y="51334"/>
                </a:lnTo>
                <a:lnTo>
                  <a:pt x="1148380" y="50904"/>
                </a:lnTo>
                <a:lnTo>
                  <a:pt x="1148964" y="50493"/>
                </a:lnTo>
                <a:lnTo>
                  <a:pt x="1149558" y="50100"/>
                </a:lnTo>
                <a:lnTo>
                  <a:pt x="1150164" y="49725"/>
                </a:lnTo>
                <a:lnTo>
                  <a:pt x="1150780" y="49368"/>
                </a:lnTo>
                <a:lnTo>
                  <a:pt x="1151408" y="49030"/>
                </a:lnTo>
                <a:lnTo>
                  <a:pt x="1152046" y="48709"/>
                </a:lnTo>
                <a:lnTo>
                  <a:pt x="1152695" y="48408"/>
                </a:lnTo>
                <a:lnTo>
                  <a:pt x="1153356" y="48124"/>
                </a:lnTo>
                <a:lnTo>
                  <a:pt x="1154027" y="47859"/>
                </a:lnTo>
                <a:lnTo>
                  <a:pt x="1154709" y="47612"/>
                </a:lnTo>
                <a:lnTo>
                  <a:pt x="1155403" y="47383"/>
                </a:lnTo>
                <a:lnTo>
                  <a:pt x="1156107" y="47173"/>
                </a:lnTo>
                <a:lnTo>
                  <a:pt x="1156822" y="46981"/>
                </a:lnTo>
                <a:lnTo>
                  <a:pt x="1157548" y="46807"/>
                </a:lnTo>
                <a:lnTo>
                  <a:pt x="1158285" y="46652"/>
                </a:lnTo>
                <a:lnTo>
                  <a:pt x="1159033" y="46514"/>
                </a:lnTo>
                <a:lnTo>
                  <a:pt x="1159792" y="46395"/>
                </a:lnTo>
                <a:lnTo>
                  <a:pt x="1160562" y="46295"/>
                </a:lnTo>
                <a:lnTo>
                  <a:pt x="1161343" y="46213"/>
                </a:lnTo>
                <a:lnTo>
                  <a:pt x="1162135" y="46149"/>
                </a:lnTo>
                <a:lnTo>
                  <a:pt x="1162938" y="46103"/>
                </a:lnTo>
                <a:lnTo>
                  <a:pt x="1163752" y="46075"/>
                </a:lnTo>
                <a:lnTo>
                  <a:pt x="1164576" y="46066"/>
                </a:lnTo>
                <a:lnTo>
                  <a:pt x="1165352" y="46075"/>
                </a:lnTo>
                <a:lnTo>
                  <a:pt x="1166116" y="46100"/>
                </a:lnTo>
                <a:lnTo>
                  <a:pt x="1166868" y="46142"/>
                </a:lnTo>
                <a:lnTo>
                  <a:pt x="1167610" y="46200"/>
                </a:lnTo>
                <a:lnTo>
                  <a:pt x="1168340" y="46276"/>
                </a:lnTo>
                <a:lnTo>
                  <a:pt x="1169059" y="46368"/>
                </a:lnTo>
                <a:lnTo>
                  <a:pt x="1169766" y="46477"/>
                </a:lnTo>
                <a:lnTo>
                  <a:pt x="1170462" y="46603"/>
                </a:lnTo>
                <a:lnTo>
                  <a:pt x="1171147" y="46746"/>
                </a:lnTo>
                <a:lnTo>
                  <a:pt x="1171821" y="46905"/>
                </a:lnTo>
                <a:lnTo>
                  <a:pt x="1172483" y="47082"/>
                </a:lnTo>
                <a:lnTo>
                  <a:pt x="1173134" y="47275"/>
                </a:lnTo>
                <a:lnTo>
                  <a:pt x="1173773" y="47484"/>
                </a:lnTo>
                <a:lnTo>
                  <a:pt x="1174402" y="47711"/>
                </a:lnTo>
                <a:lnTo>
                  <a:pt x="1175019" y="47954"/>
                </a:lnTo>
                <a:lnTo>
                  <a:pt x="1175624" y="48214"/>
                </a:lnTo>
                <a:lnTo>
                  <a:pt x="1176219" y="48491"/>
                </a:lnTo>
                <a:lnTo>
                  <a:pt x="1176802" y="48785"/>
                </a:lnTo>
                <a:lnTo>
                  <a:pt x="1177374" y="49096"/>
                </a:lnTo>
                <a:lnTo>
                  <a:pt x="1177934" y="49423"/>
                </a:lnTo>
                <a:lnTo>
                  <a:pt x="1178484" y="49767"/>
                </a:lnTo>
                <a:lnTo>
                  <a:pt x="1179021" y="50128"/>
                </a:lnTo>
                <a:lnTo>
                  <a:pt x="1179548" y="50505"/>
                </a:lnTo>
                <a:lnTo>
                  <a:pt x="1180063" y="50900"/>
                </a:lnTo>
                <a:lnTo>
                  <a:pt x="1180562" y="51317"/>
                </a:lnTo>
                <a:lnTo>
                  <a:pt x="1181040" y="51762"/>
                </a:lnTo>
                <a:lnTo>
                  <a:pt x="1181497" y="52236"/>
                </a:lnTo>
                <a:lnTo>
                  <a:pt x="1181932" y="52738"/>
                </a:lnTo>
                <a:lnTo>
                  <a:pt x="1182346" y="53268"/>
                </a:lnTo>
                <a:lnTo>
                  <a:pt x="1182739" y="53826"/>
                </a:lnTo>
                <a:lnTo>
                  <a:pt x="1183111" y="54413"/>
                </a:lnTo>
                <a:lnTo>
                  <a:pt x="1183461" y="55029"/>
                </a:lnTo>
                <a:lnTo>
                  <a:pt x="1183790" y="55672"/>
                </a:lnTo>
                <a:lnTo>
                  <a:pt x="1184098" y="56344"/>
                </a:lnTo>
                <a:lnTo>
                  <a:pt x="1184385" y="57045"/>
                </a:lnTo>
                <a:lnTo>
                  <a:pt x="1184650" y="57773"/>
                </a:lnTo>
                <a:lnTo>
                  <a:pt x="1184895" y="58530"/>
                </a:lnTo>
                <a:lnTo>
                  <a:pt x="1185117" y="59315"/>
                </a:lnTo>
                <a:lnTo>
                  <a:pt x="1185319" y="60129"/>
                </a:lnTo>
                <a:lnTo>
                  <a:pt x="1185500" y="60971"/>
                </a:lnTo>
                <a:lnTo>
                  <a:pt x="1185659" y="61841"/>
                </a:lnTo>
                <a:lnTo>
                  <a:pt x="1185797" y="62740"/>
                </a:lnTo>
                <a:lnTo>
                  <a:pt x="1185914" y="63667"/>
                </a:lnTo>
                <a:lnTo>
                  <a:pt x="1186009" y="64622"/>
                </a:lnTo>
                <a:lnTo>
                  <a:pt x="1186084" y="65606"/>
                </a:lnTo>
                <a:lnTo>
                  <a:pt x="1186137" y="66617"/>
                </a:lnTo>
                <a:lnTo>
                  <a:pt x="1186169" y="67658"/>
                </a:lnTo>
                <a:lnTo>
                  <a:pt x="1186179" y="68726"/>
                </a:lnTo>
                <a:lnTo>
                  <a:pt x="1186179" y="75795"/>
                </a:lnTo>
                <a:lnTo>
                  <a:pt x="1184536" y="75816"/>
                </a:lnTo>
                <a:lnTo>
                  <a:pt x="1182910" y="75844"/>
                </a:lnTo>
                <a:lnTo>
                  <a:pt x="1181301" y="75881"/>
                </a:lnTo>
                <a:lnTo>
                  <a:pt x="1179710" y="75926"/>
                </a:lnTo>
                <a:lnTo>
                  <a:pt x="1178136" y="75978"/>
                </a:lnTo>
                <a:lnTo>
                  <a:pt x="1176580" y="76038"/>
                </a:lnTo>
                <a:lnTo>
                  <a:pt x="1175041" y="76107"/>
                </a:lnTo>
                <a:lnTo>
                  <a:pt x="1173520" y="76183"/>
                </a:lnTo>
                <a:lnTo>
                  <a:pt x="1172016" y="76267"/>
                </a:lnTo>
                <a:lnTo>
                  <a:pt x="1170530" y="76359"/>
                </a:lnTo>
                <a:lnTo>
                  <a:pt x="1169061" y="76458"/>
                </a:lnTo>
                <a:lnTo>
                  <a:pt x="1167610" y="76566"/>
                </a:lnTo>
                <a:lnTo>
                  <a:pt x="1166176" y="76682"/>
                </a:lnTo>
                <a:lnTo>
                  <a:pt x="1164759" y="76805"/>
                </a:lnTo>
                <a:lnTo>
                  <a:pt x="1163360" y="76936"/>
                </a:lnTo>
                <a:lnTo>
                  <a:pt x="1161979" y="77076"/>
                </a:lnTo>
                <a:lnTo>
                  <a:pt x="1160615" y="77223"/>
                </a:lnTo>
                <a:lnTo>
                  <a:pt x="1159268" y="77378"/>
                </a:lnTo>
                <a:lnTo>
                  <a:pt x="1157939" y="77541"/>
                </a:lnTo>
                <a:lnTo>
                  <a:pt x="1156628" y="77711"/>
                </a:lnTo>
                <a:lnTo>
                  <a:pt x="1155333" y="77890"/>
                </a:lnTo>
                <a:lnTo>
                  <a:pt x="1154057" y="78077"/>
                </a:lnTo>
                <a:lnTo>
                  <a:pt x="1152797" y="78271"/>
                </a:lnTo>
                <a:lnTo>
                  <a:pt x="1151556" y="78473"/>
                </a:lnTo>
                <a:lnTo>
                  <a:pt x="1150334" y="78687"/>
                </a:lnTo>
                <a:lnTo>
                  <a:pt x="1149136" y="78917"/>
                </a:lnTo>
                <a:lnTo>
                  <a:pt x="1147961" y="79161"/>
                </a:lnTo>
                <a:lnTo>
                  <a:pt x="1146810" y="79421"/>
                </a:lnTo>
                <a:lnTo>
                  <a:pt x="1145682" y="79696"/>
                </a:lnTo>
                <a:lnTo>
                  <a:pt x="1144577" y="79986"/>
                </a:lnTo>
                <a:lnTo>
                  <a:pt x="1143495" y="80291"/>
                </a:lnTo>
                <a:lnTo>
                  <a:pt x="1142437" y="80612"/>
                </a:lnTo>
                <a:lnTo>
                  <a:pt x="1141402" y="80948"/>
                </a:lnTo>
                <a:lnTo>
                  <a:pt x="1140390" y="81299"/>
                </a:lnTo>
                <a:lnTo>
                  <a:pt x="1139401" y="81666"/>
                </a:lnTo>
                <a:lnTo>
                  <a:pt x="1138436" y="82048"/>
                </a:lnTo>
                <a:lnTo>
                  <a:pt x="1137494" y="82445"/>
                </a:lnTo>
                <a:lnTo>
                  <a:pt x="1136576" y="82857"/>
                </a:lnTo>
                <a:lnTo>
                  <a:pt x="1135680" y="83285"/>
                </a:lnTo>
                <a:lnTo>
                  <a:pt x="1134808" y="83728"/>
                </a:lnTo>
                <a:lnTo>
                  <a:pt x="1133960" y="84186"/>
                </a:lnTo>
                <a:lnTo>
                  <a:pt x="1133134" y="84659"/>
                </a:lnTo>
                <a:lnTo>
                  <a:pt x="1132332" y="85148"/>
                </a:lnTo>
                <a:lnTo>
                  <a:pt x="1131553" y="85652"/>
                </a:lnTo>
                <a:lnTo>
                  <a:pt x="1130797" y="86171"/>
                </a:lnTo>
                <a:lnTo>
                  <a:pt x="1130065" y="86705"/>
                </a:lnTo>
                <a:lnTo>
                  <a:pt x="1129356" y="87255"/>
                </a:lnTo>
                <a:lnTo>
                  <a:pt x="1128670" y="87820"/>
                </a:lnTo>
                <a:lnTo>
                  <a:pt x="1128010" y="88404"/>
                </a:lnTo>
                <a:lnTo>
                  <a:pt x="1127379" y="89009"/>
                </a:lnTo>
                <a:lnTo>
                  <a:pt x="1126775" y="89637"/>
                </a:lnTo>
                <a:lnTo>
                  <a:pt x="1126199" y="90287"/>
                </a:lnTo>
                <a:lnTo>
                  <a:pt x="1125651" y="90959"/>
                </a:lnTo>
                <a:lnTo>
                  <a:pt x="1125132" y="91653"/>
                </a:lnTo>
                <a:lnTo>
                  <a:pt x="1124640" y="92370"/>
                </a:lnTo>
                <a:lnTo>
                  <a:pt x="1124177" y="93108"/>
                </a:lnTo>
                <a:lnTo>
                  <a:pt x="1123741" y="93868"/>
                </a:lnTo>
                <a:lnTo>
                  <a:pt x="1123334" y="94651"/>
                </a:lnTo>
                <a:lnTo>
                  <a:pt x="1122955" y="95456"/>
                </a:lnTo>
                <a:lnTo>
                  <a:pt x="1122604" y="96282"/>
                </a:lnTo>
                <a:lnTo>
                  <a:pt x="1122281" y="97131"/>
                </a:lnTo>
                <a:lnTo>
                  <a:pt x="1121986" y="98002"/>
                </a:lnTo>
                <a:lnTo>
                  <a:pt x="1121719" y="98895"/>
                </a:lnTo>
                <a:lnTo>
                  <a:pt x="1121481" y="99810"/>
                </a:lnTo>
                <a:lnTo>
                  <a:pt x="1121270" y="100748"/>
                </a:lnTo>
                <a:lnTo>
                  <a:pt x="1121087" y="101707"/>
                </a:lnTo>
                <a:lnTo>
                  <a:pt x="1120933" y="102689"/>
                </a:lnTo>
                <a:lnTo>
                  <a:pt x="1120806" y="103692"/>
                </a:lnTo>
                <a:lnTo>
                  <a:pt x="1120708" y="104718"/>
                </a:lnTo>
                <a:lnTo>
                  <a:pt x="1120638" y="105766"/>
                </a:lnTo>
                <a:lnTo>
                  <a:pt x="1120596" y="106836"/>
                </a:lnTo>
                <a:lnTo>
                  <a:pt x="1120582" y="107928"/>
                </a:lnTo>
                <a:lnTo>
                  <a:pt x="1120589" y="108697"/>
                </a:lnTo>
                <a:lnTo>
                  <a:pt x="1120610" y="109456"/>
                </a:lnTo>
                <a:lnTo>
                  <a:pt x="1120646" y="110205"/>
                </a:lnTo>
                <a:lnTo>
                  <a:pt x="1120695" y="110944"/>
                </a:lnTo>
                <a:lnTo>
                  <a:pt x="1120759" y="111672"/>
                </a:lnTo>
                <a:lnTo>
                  <a:pt x="1120838" y="112390"/>
                </a:lnTo>
                <a:lnTo>
                  <a:pt x="1120930" y="113097"/>
                </a:lnTo>
                <a:lnTo>
                  <a:pt x="1121037" y="113794"/>
                </a:lnTo>
                <a:lnTo>
                  <a:pt x="1121157" y="114481"/>
                </a:lnTo>
                <a:lnTo>
                  <a:pt x="1121292" y="115158"/>
                </a:lnTo>
                <a:lnTo>
                  <a:pt x="1121442" y="115824"/>
                </a:lnTo>
                <a:lnTo>
                  <a:pt x="1121605" y="116479"/>
                </a:lnTo>
                <a:lnTo>
                  <a:pt x="1121783" y="117125"/>
                </a:lnTo>
                <a:lnTo>
                  <a:pt x="1121975" y="117760"/>
                </a:lnTo>
                <a:lnTo>
                  <a:pt x="1122181" y="118385"/>
                </a:lnTo>
                <a:lnTo>
                  <a:pt x="1122401" y="118999"/>
                </a:lnTo>
                <a:lnTo>
                  <a:pt x="1122636" y="119603"/>
                </a:lnTo>
                <a:lnTo>
                  <a:pt x="1122884" y="120197"/>
                </a:lnTo>
                <a:lnTo>
                  <a:pt x="1123147" y="120780"/>
                </a:lnTo>
                <a:lnTo>
                  <a:pt x="1123425" y="121353"/>
                </a:lnTo>
                <a:lnTo>
                  <a:pt x="1123716" y="121915"/>
                </a:lnTo>
                <a:lnTo>
                  <a:pt x="1124022" y="122468"/>
                </a:lnTo>
                <a:lnTo>
                  <a:pt x="1124341" y="123009"/>
                </a:lnTo>
                <a:lnTo>
                  <a:pt x="1124675" y="123541"/>
                </a:lnTo>
                <a:lnTo>
                  <a:pt x="1125021" y="124062"/>
                </a:lnTo>
                <a:lnTo>
                  <a:pt x="1125377" y="124572"/>
                </a:lnTo>
                <a:lnTo>
                  <a:pt x="1125742" y="125072"/>
                </a:lnTo>
                <a:lnTo>
                  <a:pt x="1126117" y="125561"/>
                </a:lnTo>
                <a:lnTo>
                  <a:pt x="1126501" y="126039"/>
                </a:lnTo>
                <a:lnTo>
                  <a:pt x="1126895" y="126506"/>
                </a:lnTo>
                <a:lnTo>
                  <a:pt x="1127298" y="126963"/>
                </a:lnTo>
                <a:lnTo>
                  <a:pt x="1127711" y="127409"/>
                </a:lnTo>
                <a:lnTo>
                  <a:pt x="1128134" y="127845"/>
                </a:lnTo>
                <a:lnTo>
                  <a:pt x="1128566" y="128269"/>
                </a:lnTo>
                <a:lnTo>
                  <a:pt x="1129008" y="128683"/>
                </a:lnTo>
                <a:lnTo>
                  <a:pt x="1129460" y="129087"/>
                </a:lnTo>
                <a:lnTo>
                  <a:pt x="1129921" y="129479"/>
                </a:lnTo>
                <a:lnTo>
                  <a:pt x="1130391" y="129861"/>
                </a:lnTo>
                <a:lnTo>
                  <a:pt x="1130871" y="130232"/>
                </a:lnTo>
                <a:lnTo>
                  <a:pt x="1131361" y="130593"/>
                </a:lnTo>
                <a:lnTo>
                  <a:pt x="1131861" y="130942"/>
                </a:lnTo>
                <a:lnTo>
                  <a:pt x="1132370" y="131281"/>
                </a:lnTo>
                <a:lnTo>
                  <a:pt x="1132888" y="131610"/>
                </a:lnTo>
                <a:lnTo>
                  <a:pt x="1133416" y="131927"/>
                </a:lnTo>
                <a:lnTo>
                  <a:pt x="1133954" y="132234"/>
                </a:lnTo>
                <a:lnTo>
                  <a:pt x="1134501" y="132530"/>
                </a:lnTo>
                <a:lnTo>
                  <a:pt x="1135058" y="132816"/>
                </a:lnTo>
                <a:lnTo>
                  <a:pt x="1135625" y="133091"/>
                </a:lnTo>
                <a:lnTo>
                  <a:pt x="1136199" y="133355"/>
                </a:lnTo>
                <a:lnTo>
                  <a:pt x="1136777" y="133607"/>
                </a:lnTo>
                <a:lnTo>
                  <a:pt x="1137361" y="133849"/>
                </a:lnTo>
                <a:lnTo>
                  <a:pt x="1137950" y="134079"/>
                </a:lnTo>
                <a:lnTo>
                  <a:pt x="1138543" y="134298"/>
                </a:lnTo>
                <a:lnTo>
                  <a:pt x="1139142" y="134506"/>
                </a:lnTo>
                <a:lnTo>
                  <a:pt x="1139746" y="134702"/>
                </a:lnTo>
                <a:lnTo>
                  <a:pt x="1140354" y="134887"/>
                </a:lnTo>
                <a:lnTo>
                  <a:pt x="1140968" y="135061"/>
                </a:lnTo>
                <a:lnTo>
                  <a:pt x="1141586" y="135224"/>
                </a:lnTo>
                <a:lnTo>
                  <a:pt x="1142210" y="135376"/>
                </a:lnTo>
                <a:lnTo>
                  <a:pt x="1142838" y="135516"/>
                </a:lnTo>
                <a:lnTo>
                  <a:pt x="1143471" y="135645"/>
                </a:lnTo>
                <a:lnTo>
                  <a:pt x="1144110" y="135763"/>
                </a:lnTo>
                <a:lnTo>
                  <a:pt x="1144753" y="135870"/>
                </a:lnTo>
                <a:lnTo>
                  <a:pt x="1145401" y="135965"/>
                </a:lnTo>
                <a:lnTo>
                  <a:pt x="1146055" y="136049"/>
                </a:lnTo>
                <a:lnTo>
                  <a:pt x="1146713" y="136122"/>
                </a:lnTo>
                <a:lnTo>
                  <a:pt x="1147376" y="136184"/>
                </a:lnTo>
                <a:lnTo>
                  <a:pt x="1148044" y="136235"/>
                </a:lnTo>
                <a:lnTo>
                  <a:pt x="1148717" y="136274"/>
                </a:lnTo>
                <a:lnTo>
                  <a:pt x="1149395" y="136302"/>
                </a:lnTo>
                <a:lnTo>
                  <a:pt x="1150078" y="136319"/>
                </a:lnTo>
                <a:lnTo>
                  <a:pt x="1150766" y="136324"/>
                </a:lnTo>
                <a:lnTo>
                  <a:pt x="1151731" y="136317"/>
                </a:lnTo>
                <a:lnTo>
                  <a:pt x="1152686" y="136293"/>
                </a:lnTo>
                <a:lnTo>
                  <a:pt x="1153631" y="136254"/>
                </a:lnTo>
                <a:lnTo>
                  <a:pt x="1154566" y="136200"/>
                </a:lnTo>
                <a:close/>
                <a:moveTo>
                  <a:pt x="1152267" y="123574"/>
                </a:moveTo>
                <a:lnTo>
                  <a:pt x="1151594" y="123504"/>
                </a:lnTo>
                <a:lnTo>
                  <a:pt x="1150936" y="123419"/>
                </a:lnTo>
                <a:lnTo>
                  <a:pt x="1150293" y="123318"/>
                </a:lnTo>
                <a:lnTo>
                  <a:pt x="1149665" y="123202"/>
                </a:lnTo>
                <a:lnTo>
                  <a:pt x="1149052" y="123070"/>
                </a:lnTo>
                <a:lnTo>
                  <a:pt x="1148454" y="122923"/>
                </a:lnTo>
                <a:lnTo>
                  <a:pt x="1147870" y="122760"/>
                </a:lnTo>
                <a:lnTo>
                  <a:pt x="1147302" y="122582"/>
                </a:lnTo>
                <a:lnTo>
                  <a:pt x="1146748" y="122389"/>
                </a:lnTo>
                <a:lnTo>
                  <a:pt x="1146209" y="122179"/>
                </a:lnTo>
                <a:lnTo>
                  <a:pt x="1145686" y="121955"/>
                </a:lnTo>
                <a:lnTo>
                  <a:pt x="1145177" y="121714"/>
                </a:lnTo>
                <a:lnTo>
                  <a:pt x="1144683" y="121459"/>
                </a:lnTo>
                <a:lnTo>
                  <a:pt x="1144204" y="121187"/>
                </a:lnTo>
                <a:lnTo>
                  <a:pt x="1143739" y="120901"/>
                </a:lnTo>
                <a:lnTo>
                  <a:pt x="1143290" y="120598"/>
                </a:lnTo>
                <a:lnTo>
                  <a:pt x="1142856" y="120281"/>
                </a:lnTo>
                <a:lnTo>
                  <a:pt x="1142436" y="119947"/>
                </a:lnTo>
                <a:lnTo>
                  <a:pt x="1142032" y="119599"/>
                </a:lnTo>
                <a:lnTo>
                  <a:pt x="1141642" y="119235"/>
                </a:lnTo>
                <a:lnTo>
                  <a:pt x="1141268" y="118857"/>
                </a:lnTo>
                <a:lnTo>
                  <a:pt x="1140909" y="118470"/>
                </a:lnTo>
                <a:lnTo>
                  <a:pt x="1140567" y="118071"/>
                </a:lnTo>
                <a:lnTo>
                  <a:pt x="1140240" y="117663"/>
                </a:lnTo>
                <a:lnTo>
                  <a:pt x="1139930" y="117243"/>
                </a:lnTo>
                <a:lnTo>
                  <a:pt x="1139635" y="116814"/>
                </a:lnTo>
                <a:lnTo>
                  <a:pt x="1139357" y="116373"/>
                </a:lnTo>
                <a:lnTo>
                  <a:pt x="1139094" y="115922"/>
                </a:lnTo>
                <a:lnTo>
                  <a:pt x="1138847" y="115461"/>
                </a:lnTo>
                <a:lnTo>
                  <a:pt x="1138616" y="114989"/>
                </a:lnTo>
                <a:lnTo>
                  <a:pt x="1138401" y="114507"/>
                </a:lnTo>
                <a:lnTo>
                  <a:pt x="1138202" y="114014"/>
                </a:lnTo>
                <a:lnTo>
                  <a:pt x="1138019" y="113511"/>
                </a:lnTo>
                <a:lnTo>
                  <a:pt x="1137851" y="112997"/>
                </a:lnTo>
                <a:lnTo>
                  <a:pt x="1137700" y="112473"/>
                </a:lnTo>
                <a:lnTo>
                  <a:pt x="1137565" y="111938"/>
                </a:lnTo>
                <a:lnTo>
                  <a:pt x="1137445" y="111392"/>
                </a:lnTo>
                <a:lnTo>
                  <a:pt x="1137342" y="110836"/>
                </a:lnTo>
                <a:lnTo>
                  <a:pt x="1137254" y="110270"/>
                </a:lnTo>
                <a:lnTo>
                  <a:pt x="1137183" y="109693"/>
                </a:lnTo>
                <a:lnTo>
                  <a:pt x="1137127" y="109106"/>
                </a:lnTo>
                <a:lnTo>
                  <a:pt x="1137087" y="108508"/>
                </a:lnTo>
                <a:lnTo>
                  <a:pt x="1137063" y="107899"/>
                </a:lnTo>
                <a:lnTo>
                  <a:pt x="1137055" y="107280"/>
                </a:lnTo>
                <a:lnTo>
                  <a:pt x="1137075" y="106376"/>
                </a:lnTo>
                <a:lnTo>
                  <a:pt x="1137134" y="105494"/>
                </a:lnTo>
                <a:lnTo>
                  <a:pt x="1137233" y="104632"/>
                </a:lnTo>
                <a:lnTo>
                  <a:pt x="1137372" y="103792"/>
                </a:lnTo>
                <a:lnTo>
                  <a:pt x="1137550" y="102974"/>
                </a:lnTo>
                <a:lnTo>
                  <a:pt x="1137767" y="102176"/>
                </a:lnTo>
                <a:lnTo>
                  <a:pt x="1138024" y="101401"/>
                </a:lnTo>
                <a:lnTo>
                  <a:pt x="1138321" y="100646"/>
                </a:lnTo>
                <a:lnTo>
                  <a:pt x="1138657" y="99913"/>
                </a:lnTo>
                <a:lnTo>
                  <a:pt x="1139033" y="99201"/>
                </a:lnTo>
                <a:lnTo>
                  <a:pt x="1139448" y="98511"/>
                </a:lnTo>
                <a:lnTo>
                  <a:pt x="1139903" y="97842"/>
                </a:lnTo>
                <a:lnTo>
                  <a:pt x="1140398" y="97195"/>
                </a:lnTo>
                <a:lnTo>
                  <a:pt x="1140932" y="96568"/>
                </a:lnTo>
                <a:lnTo>
                  <a:pt x="1141506" y="95964"/>
                </a:lnTo>
                <a:lnTo>
                  <a:pt x="1142119" y="95380"/>
                </a:lnTo>
                <a:lnTo>
                  <a:pt x="1142772" y="94818"/>
                </a:lnTo>
                <a:lnTo>
                  <a:pt x="1143464" y="94277"/>
                </a:lnTo>
                <a:lnTo>
                  <a:pt x="1144196" y="93758"/>
                </a:lnTo>
                <a:lnTo>
                  <a:pt x="1144967" y="93260"/>
                </a:lnTo>
                <a:lnTo>
                  <a:pt x="1145778" y="92783"/>
                </a:lnTo>
                <a:lnTo>
                  <a:pt x="1146629" y="92328"/>
                </a:lnTo>
                <a:lnTo>
                  <a:pt x="1147519" y="91894"/>
                </a:lnTo>
                <a:lnTo>
                  <a:pt x="1148448" y="91482"/>
                </a:lnTo>
                <a:lnTo>
                  <a:pt x="1149424" y="91088"/>
                </a:lnTo>
                <a:lnTo>
                  <a:pt x="1150450" y="90709"/>
                </a:lnTo>
                <a:lnTo>
                  <a:pt x="1151529" y="90347"/>
                </a:lnTo>
                <a:lnTo>
                  <a:pt x="1152659" y="89999"/>
                </a:lnTo>
                <a:lnTo>
                  <a:pt x="1153840" y="89668"/>
                </a:lnTo>
                <a:lnTo>
                  <a:pt x="1155073" y="89352"/>
                </a:lnTo>
                <a:lnTo>
                  <a:pt x="1156357" y="89052"/>
                </a:lnTo>
                <a:lnTo>
                  <a:pt x="1157693" y="88768"/>
                </a:lnTo>
                <a:lnTo>
                  <a:pt x="1159081" y="88499"/>
                </a:lnTo>
                <a:lnTo>
                  <a:pt x="1160520" y="88246"/>
                </a:lnTo>
                <a:lnTo>
                  <a:pt x="1162011" y="88008"/>
                </a:lnTo>
                <a:lnTo>
                  <a:pt x="1163553" y="87787"/>
                </a:lnTo>
                <a:lnTo>
                  <a:pt x="1165147" y="87581"/>
                </a:lnTo>
                <a:lnTo>
                  <a:pt x="1166792" y="87390"/>
                </a:lnTo>
                <a:lnTo>
                  <a:pt x="1168489" y="87216"/>
                </a:lnTo>
                <a:lnTo>
                  <a:pt x="1170237" y="87057"/>
                </a:lnTo>
                <a:lnTo>
                  <a:pt x="1172037" y="86913"/>
                </a:lnTo>
                <a:lnTo>
                  <a:pt x="1173889" y="86786"/>
                </a:lnTo>
                <a:lnTo>
                  <a:pt x="1175792" y="86674"/>
                </a:lnTo>
                <a:lnTo>
                  <a:pt x="1177747" y="86578"/>
                </a:lnTo>
                <a:lnTo>
                  <a:pt x="1179753" y="86497"/>
                </a:lnTo>
                <a:lnTo>
                  <a:pt x="1181811" y="86432"/>
                </a:lnTo>
                <a:lnTo>
                  <a:pt x="1183920" y="86383"/>
                </a:lnTo>
                <a:lnTo>
                  <a:pt x="1186081" y="86349"/>
                </a:lnTo>
                <a:lnTo>
                  <a:pt x="1186081" y="106667"/>
                </a:lnTo>
                <a:lnTo>
                  <a:pt x="1185632" y="107278"/>
                </a:lnTo>
                <a:lnTo>
                  <a:pt x="1185175" y="107880"/>
                </a:lnTo>
                <a:lnTo>
                  <a:pt x="1184709" y="108473"/>
                </a:lnTo>
                <a:lnTo>
                  <a:pt x="1184234" y="109058"/>
                </a:lnTo>
                <a:lnTo>
                  <a:pt x="1183750" y="109633"/>
                </a:lnTo>
                <a:lnTo>
                  <a:pt x="1183257" y="110200"/>
                </a:lnTo>
                <a:lnTo>
                  <a:pt x="1182755" y="110757"/>
                </a:lnTo>
                <a:lnTo>
                  <a:pt x="1182245" y="111306"/>
                </a:lnTo>
                <a:lnTo>
                  <a:pt x="1181725" y="111846"/>
                </a:lnTo>
                <a:lnTo>
                  <a:pt x="1181196" y="112377"/>
                </a:lnTo>
                <a:lnTo>
                  <a:pt x="1180659" y="112899"/>
                </a:lnTo>
                <a:lnTo>
                  <a:pt x="1180113" y="113412"/>
                </a:lnTo>
                <a:lnTo>
                  <a:pt x="1179558" y="113917"/>
                </a:lnTo>
                <a:lnTo>
                  <a:pt x="1178993" y="114412"/>
                </a:lnTo>
                <a:lnTo>
                  <a:pt x="1178420" y="114899"/>
                </a:lnTo>
                <a:lnTo>
                  <a:pt x="1177838" y="115376"/>
                </a:lnTo>
                <a:lnTo>
                  <a:pt x="1177248" y="115845"/>
                </a:lnTo>
                <a:lnTo>
                  <a:pt x="1176648" y="116305"/>
                </a:lnTo>
                <a:lnTo>
                  <a:pt x="1176039" y="116756"/>
                </a:lnTo>
                <a:lnTo>
                  <a:pt x="1175422" y="117198"/>
                </a:lnTo>
                <a:lnTo>
                  <a:pt x="1174795" y="117631"/>
                </a:lnTo>
                <a:lnTo>
                  <a:pt x="1174160" y="118055"/>
                </a:lnTo>
                <a:lnTo>
                  <a:pt x="1173516" y="118471"/>
                </a:lnTo>
                <a:lnTo>
                  <a:pt x="1172862" y="118877"/>
                </a:lnTo>
                <a:lnTo>
                  <a:pt x="1172201" y="119270"/>
                </a:lnTo>
                <a:lnTo>
                  <a:pt x="1171534" y="119647"/>
                </a:lnTo>
                <a:lnTo>
                  <a:pt x="1170859" y="120007"/>
                </a:lnTo>
                <a:lnTo>
                  <a:pt x="1170177" y="120350"/>
                </a:lnTo>
                <a:lnTo>
                  <a:pt x="1169489" y="120677"/>
                </a:lnTo>
                <a:lnTo>
                  <a:pt x="1168793" y="120986"/>
                </a:lnTo>
                <a:lnTo>
                  <a:pt x="1168091" y="121279"/>
                </a:lnTo>
                <a:lnTo>
                  <a:pt x="1167382" y="121555"/>
                </a:lnTo>
                <a:lnTo>
                  <a:pt x="1166666" y="121815"/>
                </a:lnTo>
                <a:lnTo>
                  <a:pt x="1165944" y="122058"/>
                </a:lnTo>
                <a:lnTo>
                  <a:pt x="1165214" y="122284"/>
                </a:lnTo>
                <a:lnTo>
                  <a:pt x="1164478" y="122493"/>
                </a:lnTo>
                <a:lnTo>
                  <a:pt x="1163735" y="122685"/>
                </a:lnTo>
                <a:lnTo>
                  <a:pt x="1162984" y="122861"/>
                </a:lnTo>
                <a:lnTo>
                  <a:pt x="1162228" y="123020"/>
                </a:lnTo>
                <a:lnTo>
                  <a:pt x="1161464" y="123162"/>
                </a:lnTo>
                <a:lnTo>
                  <a:pt x="1160693" y="123288"/>
                </a:lnTo>
                <a:lnTo>
                  <a:pt x="1159916" y="123397"/>
                </a:lnTo>
                <a:lnTo>
                  <a:pt x="1159131" y="123489"/>
                </a:lnTo>
                <a:lnTo>
                  <a:pt x="1158340" y="123564"/>
                </a:lnTo>
                <a:lnTo>
                  <a:pt x="1157542" y="123623"/>
                </a:lnTo>
                <a:lnTo>
                  <a:pt x="1156737" y="123665"/>
                </a:lnTo>
                <a:lnTo>
                  <a:pt x="1155925" y="123690"/>
                </a:lnTo>
                <a:lnTo>
                  <a:pt x="1155107" y="123698"/>
                </a:lnTo>
                <a:lnTo>
                  <a:pt x="1154374" y="123690"/>
                </a:lnTo>
                <a:lnTo>
                  <a:pt x="1153657" y="123667"/>
                </a:lnTo>
                <a:lnTo>
                  <a:pt x="1152954" y="123628"/>
                </a:lnTo>
                <a:lnTo>
                  <a:pt x="1152267" y="12357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" name="Text Requirement">
            <a:extLst xmlns:a="http://schemas.openxmlformats.org/drawingml/2006/main">
              <a:ext uri="{FF2B5EF4-FFF2-40B4-BE49-F238E27FC236}">
                <a16:creationId xmlns:a16="http://schemas.microsoft.com/office/drawing/2014/main" id="{3B979E74-2BBA-44B5-A19A-5E5E22F49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2331" y="2470908"/>
            <a:ext cx="1106967" cy="171639"/>
          </a:xfrm>
          <a:custGeom xmlns:a="http://schemas.openxmlformats.org/drawingml/2006/main">
            <a:pathLst>
              <a:path w="1106967" h="171639">
                <a:moveTo>
                  <a:pt x="461576" y="19094"/>
                </a:moveTo>
                <a:lnTo>
                  <a:pt x="461941" y="19061"/>
                </a:lnTo>
                <a:lnTo>
                  <a:pt x="462299" y="19019"/>
                </a:lnTo>
                <a:lnTo>
                  <a:pt x="462652" y="18967"/>
                </a:lnTo>
                <a:lnTo>
                  <a:pt x="462998" y="18906"/>
                </a:lnTo>
                <a:lnTo>
                  <a:pt x="463338" y="18835"/>
                </a:lnTo>
                <a:lnTo>
                  <a:pt x="463672" y="18755"/>
                </a:lnTo>
                <a:lnTo>
                  <a:pt x="464000" y="18666"/>
                </a:lnTo>
                <a:lnTo>
                  <a:pt x="464321" y="18567"/>
                </a:lnTo>
                <a:lnTo>
                  <a:pt x="464637" y="18459"/>
                </a:lnTo>
                <a:lnTo>
                  <a:pt x="464946" y="18341"/>
                </a:lnTo>
                <a:lnTo>
                  <a:pt x="465249" y="18214"/>
                </a:lnTo>
                <a:lnTo>
                  <a:pt x="465546" y="18077"/>
                </a:lnTo>
                <a:lnTo>
                  <a:pt x="465837" y="17931"/>
                </a:lnTo>
                <a:lnTo>
                  <a:pt x="466122" y="17776"/>
                </a:lnTo>
                <a:lnTo>
                  <a:pt x="466400" y="17611"/>
                </a:lnTo>
                <a:lnTo>
                  <a:pt x="466672" y="17437"/>
                </a:lnTo>
                <a:lnTo>
                  <a:pt x="466938" y="17253"/>
                </a:lnTo>
                <a:lnTo>
                  <a:pt x="467198" y="17060"/>
                </a:lnTo>
                <a:lnTo>
                  <a:pt x="467452" y="16857"/>
                </a:lnTo>
                <a:lnTo>
                  <a:pt x="467700" y="16645"/>
                </a:lnTo>
                <a:lnTo>
                  <a:pt x="467941" y="16424"/>
                </a:lnTo>
                <a:lnTo>
                  <a:pt x="468175" y="16195"/>
                </a:lnTo>
                <a:lnTo>
                  <a:pt x="468398" y="15962"/>
                </a:lnTo>
                <a:lnTo>
                  <a:pt x="468612" y="15724"/>
                </a:lnTo>
                <a:lnTo>
                  <a:pt x="468815" y="15480"/>
                </a:lnTo>
                <a:lnTo>
                  <a:pt x="469009" y="15232"/>
                </a:lnTo>
                <a:lnTo>
                  <a:pt x="469193" y="14978"/>
                </a:lnTo>
                <a:lnTo>
                  <a:pt x="469367" y="14720"/>
                </a:lnTo>
                <a:lnTo>
                  <a:pt x="469531" y="14457"/>
                </a:lnTo>
                <a:lnTo>
                  <a:pt x="469684" y="14188"/>
                </a:lnTo>
                <a:lnTo>
                  <a:pt x="469829" y="13915"/>
                </a:lnTo>
                <a:lnTo>
                  <a:pt x="469963" y="13637"/>
                </a:lnTo>
                <a:lnTo>
                  <a:pt x="470087" y="13354"/>
                </a:lnTo>
                <a:lnTo>
                  <a:pt x="470201" y="13066"/>
                </a:lnTo>
                <a:lnTo>
                  <a:pt x="470305" y="12773"/>
                </a:lnTo>
                <a:lnTo>
                  <a:pt x="470400" y="12474"/>
                </a:lnTo>
                <a:lnTo>
                  <a:pt x="470484" y="12171"/>
                </a:lnTo>
                <a:lnTo>
                  <a:pt x="470559" y="11863"/>
                </a:lnTo>
                <a:lnTo>
                  <a:pt x="470623" y="11550"/>
                </a:lnTo>
                <a:lnTo>
                  <a:pt x="470678" y="11233"/>
                </a:lnTo>
                <a:lnTo>
                  <a:pt x="470722" y="10910"/>
                </a:lnTo>
                <a:lnTo>
                  <a:pt x="470757" y="10582"/>
                </a:lnTo>
                <a:lnTo>
                  <a:pt x="470782" y="10249"/>
                </a:lnTo>
                <a:lnTo>
                  <a:pt x="470797" y="9911"/>
                </a:lnTo>
                <a:lnTo>
                  <a:pt x="470802" y="9568"/>
                </a:lnTo>
                <a:lnTo>
                  <a:pt x="470797" y="9226"/>
                </a:lnTo>
                <a:lnTo>
                  <a:pt x="470782" y="8888"/>
                </a:lnTo>
                <a:lnTo>
                  <a:pt x="470757" y="8555"/>
                </a:lnTo>
                <a:lnTo>
                  <a:pt x="470722" y="8227"/>
                </a:lnTo>
                <a:lnTo>
                  <a:pt x="470678" y="7904"/>
                </a:lnTo>
                <a:lnTo>
                  <a:pt x="470623" y="7586"/>
                </a:lnTo>
                <a:lnTo>
                  <a:pt x="470559" y="7273"/>
                </a:lnTo>
                <a:lnTo>
                  <a:pt x="470484" y="6965"/>
                </a:lnTo>
                <a:lnTo>
                  <a:pt x="470400" y="6662"/>
                </a:lnTo>
                <a:lnTo>
                  <a:pt x="470305" y="6364"/>
                </a:lnTo>
                <a:lnTo>
                  <a:pt x="470201" y="6071"/>
                </a:lnTo>
                <a:lnTo>
                  <a:pt x="470087" y="5783"/>
                </a:lnTo>
                <a:lnTo>
                  <a:pt x="469963" y="5500"/>
                </a:lnTo>
                <a:lnTo>
                  <a:pt x="469829" y="5222"/>
                </a:lnTo>
                <a:lnTo>
                  <a:pt x="469684" y="4948"/>
                </a:lnTo>
                <a:lnTo>
                  <a:pt x="469531" y="4680"/>
                </a:lnTo>
                <a:lnTo>
                  <a:pt x="469367" y="4417"/>
                </a:lnTo>
                <a:lnTo>
                  <a:pt x="469193" y="4158"/>
                </a:lnTo>
                <a:lnTo>
                  <a:pt x="469009" y="3905"/>
                </a:lnTo>
                <a:lnTo>
                  <a:pt x="468815" y="3657"/>
                </a:lnTo>
                <a:lnTo>
                  <a:pt x="468612" y="3413"/>
                </a:lnTo>
                <a:lnTo>
                  <a:pt x="468398" y="3175"/>
                </a:lnTo>
                <a:lnTo>
                  <a:pt x="468175" y="2941"/>
                </a:lnTo>
                <a:lnTo>
                  <a:pt x="467941" y="2713"/>
                </a:lnTo>
                <a:lnTo>
                  <a:pt x="467700" y="2491"/>
                </a:lnTo>
                <a:lnTo>
                  <a:pt x="467452" y="2279"/>
                </a:lnTo>
                <a:lnTo>
                  <a:pt x="467198" y="2077"/>
                </a:lnTo>
                <a:lnTo>
                  <a:pt x="466938" y="1884"/>
                </a:lnTo>
                <a:lnTo>
                  <a:pt x="466672" y="1700"/>
                </a:lnTo>
                <a:lnTo>
                  <a:pt x="466400" y="1526"/>
                </a:lnTo>
                <a:lnTo>
                  <a:pt x="466122" y="1361"/>
                </a:lnTo>
                <a:lnTo>
                  <a:pt x="465837" y="1206"/>
                </a:lnTo>
                <a:lnTo>
                  <a:pt x="465546" y="1060"/>
                </a:lnTo>
                <a:lnTo>
                  <a:pt x="465249" y="923"/>
                </a:lnTo>
                <a:lnTo>
                  <a:pt x="464946" y="796"/>
                </a:lnTo>
                <a:lnTo>
                  <a:pt x="464637" y="678"/>
                </a:lnTo>
                <a:lnTo>
                  <a:pt x="464321" y="570"/>
                </a:lnTo>
                <a:lnTo>
                  <a:pt x="464000" y="471"/>
                </a:lnTo>
                <a:lnTo>
                  <a:pt x="463672" y="381"/>
                </a:lnTo>
                <a:lnTo>
                  <a:pt x="463338" y="301"/>
                </a:lnTo>
                <a:lnTo>
                  <a:pt x="462998" y="231"/>
                </a:lnTo>
                <a:lnTo>
                  <a:pt x="462652" y="170"/>
                </a:lnTo>
                <a:lnTo>
                  <a:pt x="462299" y="118"/>
                </a:lnTo>
                <a:lnTo>
                  <a:pt x="461941" y="75"/>
                </a:lnTo>
                <a:lnTo>
                  <a:pt x="461576" y="42"/>
                </a:lnTo>
                <a:lnTo>
                  <a:pt x="461205" y="19"/>
                </a:lnTo>
                <a:lnTo>
                  <a:pt x="460828" y="5"/>
                </a:lnTo>
                <a:lnTo>
                  <a:pt x="460444" y="0"/>
                </a:lnTo>
                <a:lnTo>
                  <a:pt x="460061" y="5"/>
                </a:lnTo>
                <a:lnTo>
                  <a:pt x="459684" y="19"/>
                </a:lnTo>
                <a:lnTo>
                  <a:pt x="459314" y="42"/>
                </a:lnTo>
                <a:lnTo>
                  <a:pt x="458950" y="75"/>
                </a:lnTo>
                <a:lnTo>
                  <a:pt x="458592" y="118"/>
                </a:lnTo>
                <a:lnTo>
                  <a:pt x="458240" y="170"/>
                </a:lnTo>
                <a:lnTo>
                  <a:pt x="457895" y="231"/>
                </a:lnTo>
                <a:lnTo>
                  <a:pt x="457556" y="301"/>
                </a:lnTo>
                <a:lnTo>
                  <a:pt x="457224" y="381"/>
                </a:lnTo>
                <a:lnTo>
                  <a:pt x="456898" y="471"/>
                </a:lnTo>
                <a:lnTo>
                  <a:pt x="456578" y="570"/>
                </a:lnTo>
                <a:lnTo>
                  <a:pt x="456264" y="678"/>
                </a:lnTo>
                <a:lnTo>
                  <a:pt x="455957" y="796"/>
                </a:lnTo>
                <a:lnTo>
                  <a:pt x="455656" y="923"/>
                </a:lnTo>
                <a:lnTo>
                  <a:pt x="455362" y="1060"/>
                </a:lnTo>
                <a:lnTo>
                  <a:pt x="455074" y="1206"/>
                </a:lnTo>
                <a:lnTo>
                  <a:pt x="454792" y="1361"/>
                </a:lnTo>
                <a:lnTo>
                  <a:pt x="454517" y="1526"/>
                </a:lnTo>
                <a:lnTo>
                  <a:pt x="454247" y="1700"/>
                </a:lnTo>
                <a:lnTo>
                  <a:pt x="453985" y="1884"/>
                </a:lnTo>
                <a:lnTo>
                  <a:pt x="453728" y="2077"/>
                </a:lnTo>
                <a:lnTo>
                  <a:pt x="453478" y="2279"/>
                </a:lnTo>
                <a:lnTo>
                  <a:pt x="453234" y="2491"/>
                </a:lnTo>
                <a:lnTo>
                  <a:pt x="452997" y="2713"/>
                </a:lnTo>
                <a:lnTo>
                  <a:pt x="452767" y="2941"/>
                </a:lnTo>
                <a:lnTo>
                  <a:pt x="452548" y="3175"/>
                </a:lnTo>
                <a:lnTo>
                  <a:pt x="452338" y="3413"/>
                </a:lnTo>
                <a:lnTo>
                  <a:pt x="452138" y="3657"/>
                </a:lnTo>
                <a:lnTo>
                  <a:pt x="451948" y="3905"/>
                </a:lnTo>
                <a:lnTo>
                  <a:pt x="451767" y="4158"/>
                </a:lnTo>
                <a:lnTo>
                  <a:pt x="451596" y="4417"/>
                </a:lnTo>
                <a:lnTo>
                  <a:pt x="451435" y="4680"/>
                </a:lnTo>
                <a:lnTo>
                  <a:pt x="451284" y="4948"/>
                </a:lnTo>
                <a:lnTo>
                  <a:pt x="451142" y="5222"/>
                </a:lnTo>
                <a:lnTo>
                  <a:pt x="451010" y="5500"/>
                </a:lnTo>
                <a:lnTo>
                  <a:pt x="450888" y="5783"/>
                </a:lnTo>
                <a:lnTo>
                  <a:pt x="450776" y="6071"/>
                </a:lnTo>
                <a:lnTo>
                  <a:pt x="450674" y="6364"/>
                </a:lnTo>
                <a:lnTo>
                  <a:pt x="450581" y="6662"/>
                </a:lnTo>
                <a:lnTo>
                  <a:pt x="450498" y="6965"/>
                </a:lnTo>
                <a:lnTo>
                  <a:pt x="450425" y="7273"/>
                </a:lnTo>
                <a:lnTo>
                  <a:pt x="450361" y="7586"/>
                </a:lnTo>
                <a:lnTo>
                  <a:pt x="450308" y="7904"/>
                </a:lnTo>
                <a:lnTo>
                  <a:pt x="450264" y="8227"/>
                </a:lnTo>
                <a:lnTo>
                  <a:pt x="450229" y="8555"/>
                </a:lnTo>
                <a:lnTo>
                  <a:pt x="450205" y="8888"/>
                </a:lnTo>
                <a:lnTo>
                  <a:pt x="450190" y="9226"/>
                </a:lnTo>
                <a:lnTo>
                  <a:pt x="450186" y="9568"/>
                </a:lnTo>
                <a:lnTo>
                  <a:pt x="450190" y="9911"/>
                </a:lnTo>
                <a:lnTo>
                  <a:pt x="450205" y="10249"/>
                </a:lnTo>
                <a:lnTo>
                  <a:pt x="450229" y="10582"/>
                </a:lnTo>
                <a:lnTo>
                  <a:pt x="450264" y="10910"/>
                </a:lnTo>
                <a:lnTo>
                  <a:pt x="450308" y="11233"/>
                </a:lnTo>
                <a:lnTo>
                  <a:pt x="450361" y="11550"/>
                </a:lnTo>
                <a:lnTo>
                  <a:pt x="450425" y="11863"/>
                </a:lnTo>
                <a:lnTo>
                  <a:pt x="450498" y="12171"/>
                </a:lnTo>
                <a:lnTo>
                  <a:pt x="450581" y="12474"/>
                </a:lnTo>
                <a:lnTo>
                  <a:pt x="450674" y="12773"/>
                </a:lnTo>
                <a:lnTo>
                  <a:pt x="450776" y="13066"/>
                </a:lnTo>
                <a:lnTo>
                  <a:pt x="450888" y="13354"/>
                </a:lnTo>
                <a:lnTo>
                  <a:pt x="451010" y="13637"/>
                </a:lnTo>
                <a:lnTo>
                  <a:pt x="451142" y="13915"/>
                </a:lnTo>
                <a:lnTo>
                  <a:pt x="451284" y="14188"/>
                </a:lnTo>
                <a:lnTo>
                  <a:pt x="451435" y="14457"/>
                </a:lnTo>
                <a:lnTo>
                  <a:pt x="451596" y="14720"/>
                </a:lnTo>
                <a:lnTo>
                  <a:pt x="451767" y="14978"/>
                </a:lnTo>
                <a:lnTo>
                  <a:pt x="451948" y="15232"/>
                </a:lnTo>
                <a:lnTo>
                  <a:pt x="452138" y="15480"/>
                </a:lnTo>
                <a:lnTo>
                  <a:pt x="452338" y="15724"/>
                </a:lnTo>
                <a:lnTo>
                  <a:pt x="452548" y="15962"/>
                </a:lnTo>
                <a:lnTo>
                  <a:pt x="452767" y="16195"/>
                </a:lnTo>
                <a:lnTo>
                  <a:pt x="452997" y="16424"/>
                </a:lnTo>
                <a:lnTo>
                  <a:pt x="453234" y="16645"/>
                </a:lnTo>
                <a:lnTo>
                  <a:pt x="453478" y="16857"/>
                </a:lnTo>
                <a:lnTo>
                  <a:pt x="453728" y="17060"/>
                </a:lnTo>
                <a:lnTo>
                  <a:pt x="453985" y="17253"/>
                </a:lnTo>
                <a:lnTo>
                  <a:pt x="454247" y="17437"/>
                </a:lnTo>
                <a:lnTo>
                  <a:pt x="454517" y="17611"/>
                </a:lnTo>
                <a:lnTo>
                  <a:pt x="454792" y="17776"/>
                </a:lnTo>
                <a:lnTo>
                  <a:pt x="455074" y="17931"/>
                </a:lnTo>
                <a:lnTo>
                  <a:pt x="455362" y="18077"/>
                </a:lnTo>
                <a:lnTo>
                  <a:pt x="455656" y="18214"/>
                </a:lnTo>
                <a:lnTo>
                  <a:pt x="455957" y="18341"/>
                </a:lnTo>
                <a:lnTo>
                  <a:pt x="456264" y="18459"/>
                </a:lnTo>
                <a:lnTo>
                  <a:pt x="456578" y="18567"/>
                </a:lnTo>
                <a:lnTo>
                  <a:pt x="456898" y="18666"/>
                </a:lnTo>
                <a:lnTo>
                  <a:pt x="457224" y="18755"/>
                </a:lnTo>
                <a:lnTo>
                  <a:pt x="457556" y="18835"/>
                </a:lnTo>
                <a:lnTo>
                  <a:pt x="457895" y="18906"/>
                </a:lnTo>
                <a:lnTo>
                  <a:pt x="458240" y="18967"/>
                </a:lnTo>
                <a:lnTo>
                  <a:pt x="458592" y="19019"/>
                </a:lnTo>
                <a:lnTo>
                  <a:pt x="458950" y="19061"/>
                </a:lnTo>
                <a:lnTo>
                  <a:pt x="459314" y="19094"/>
                </a:lnTo>
                <a:lnTo>
                  <a:pt x="459684" y="19118"/>
                </a:lnTo>
                <a:lnTo>
                  <a:pt x="460061" y="19132"/>
                </a:lnTo>
                <a:lnTo>
                  <a:pt x="460444" y="19137"/>
                </a:lnTo>
                <a:lnTo>
                  <a:pt x="460828" y="19132"/>
                </a:lnTo>
                <a:lnTo>
                  <a:pt x="461205" y="19118"/>
                </a:lnTo>
                <a:lnTo>
                  <a:pt x="461576" y="19094"/>
                </a:lnTo>
                <a:close/>
                <a:moveTo>
                  <a:pt x="49555" y="80103"/>
                </a:moveTo>
                <a:lnTo>
                  <a:pt x="50172" y="80119"/>
                </a:lnTo>
                <a:lnTo>
                  <a:pt x="50778" y="80145"/>
                </a:lnTo>
                <a:lnTo>
                  <a:pt x="51374" y="80182"/>
                </a:lnTo>
                <a:lnTo>
                  <a:pt x="51959" y="80229"/>
                </a:lnTo>
                <a:lnTo>
                  <a:pt x="52533" y="80286"/>
                </a:lnTo>
                <a:lnTo>
                  <a:pt x="53097" y="80354"/>
                </a:lnTo>
                <a:lnTo>
                  <a:pt x="53651" y="80432"/>
                </a:lnTo>
                <a:lnTo>
                  <a:pt x="54193" y="80521"/>
                </a:lnTo>
                <a:lnTo>
                  <a:pt x="54726" y="80620"/>
                </a:lnTo>
                <a:lnTo>
                  <a:pt x="55247" y="80730"/>
                </a:lnTo>
                <a:lnTo>
                  <a:pt x="55758" y="80850"/>
                </a:lnTo>
                <a:lnTo>
                  <a:pt x="56258" y="80981"/>
                </a:lnTo>
                <a:lnTo>
                  <a:pt x="56748" y="81122"/>
                </a:lnTo>
                <a:lnTo>
                  <a:pt x="57227" y="81273"/>
                </a:lnTo>
                <a:lnTo>
                  <a:pt x="57695" y="81435"/>
                </a:lnTo>
                <a:lnTo>
                  <a:pt x="58153" y="81608"/>
                </a:lnTo>
                <a:lnTo>
                  <a:pt x="58600" y="81790"/>
                </a:lnTo>
                <a:lnTo>
                  <a:pt x="59037" y="81984"/>
                </a:lnTo>
                <a:lnTo>
                  <a:pt x="59462" y="82187"/>
                </a:lnTo>
                <a:lnTo>
                  <a:pt x="59878" y="82401"/>
                </a:lnTo>
                <a:lnTo>
                  <a:pt x="60282" y="82626"/>
                </a:lnTo>
                <a:lnTo>
                  <a:pt x="60676" y="82861"/>
                </a:lnTo>
                <a:lnTo>
                  <a:pt x="61060" y="83107"/>
                </a:lnTo>
                <a:lnTo>
                  <a:pt x="61435" y="83362"/>
                </a:lnTo>
                <a:lnTo>
                  <a:pt x="61804" y="83627"/>
                </a:lnTo>
                <a:lnTo>
                  <a:pt x="62166" y="83902"/>
                </a:lnTo>
                <a:lnTo>
                  <a:pt x="62522" y="84186"/>
                </a:lnTo>
                <a:lnTo>
                  <a:pt x="62871" y="84480"/>
                </a:lnTo>
                <a:lnTo>
                  <a:pt x="63215" y="84784"/>
                </a:lnTo>
                <a:lnTo>
                  <a:pt x="63552" y="85097"/>
                </a:lnTo>
                <a:lnTo>
                  <a:pt x="63882" y="85419"/>
                </a:lnTo>
                <a:lnTo>
                  <a:pt x="64206" y="85751"/>
                </a:lnTo>
                <a:lnTo>
                  <a:pt x="64524" y="86093"/>
                </a:lnTo>
                <a:lnTo>
                  <a:pt x="64836" y="86445"/>
                </a:lnTo>
                <a:lnTo>
                  <a:pt x="65141" y="86806"/>
                </a:lnTo>
                <a:lnTo>
                  <a:pt x="65440" y="87176"/>
                </a:lnTo>
                <a:lnTo>
                  <a:pt x="65733" y="87557"/>
                </a:lnTo>
                <a:lnTo>
                  <a:pt x="66019" y="87946"/>
                </a:lnTo>
                <a:lnTo>
                  <a:pt x="66299" y="88346"/>
                </a:lnTo>
                <a:lnTo>
                  <a:pt x="66573" y="88755"/>
                </a:lnTo>
                <a:lnTo>
                  <a:pt x="66840" y="89173"/>
                </a:lnTo>
                <a:lnTo>
                  <a:pt x="67101" y="89601"/>
                </a:lnTo>
                <a:lnTo>
                  <a:pt x="67355" y="90039"/>
                </a:lnTo>
                <a:lnTo>
                  <a:pt x="67604" y="90486"/>
                </a:lnTo>
                <a:lnTo>
                  <a:pt x="67845" y="90943"/>
                </a:lnTo>
                <a:lnTo>
                  <a:pt x="68081" y="91410"/>
                </a:lnTo>
                <a:lnTo>
                  <a:pt x="68310" y="91886"/>
                </a:lnTo>
                <a:lnTo>
                  <a:pt x="68535" y="92371"/>
                </a:lnTo>
                <a:lnTo>
                  <a:pt x="68757" y="92864"/>
                </a:lnTo>
                <a:lnTo>
                  <a:pt x="68977" y="93366"/>
                </a:lnTo>
                <a:lnTo>
                  <a:pt x="69194" y="93876"/>
                </a:lnTo>
                <a:lnTo>
                  <a:pt x="69408" y="94395"/>
                </a:lnTo>
                <a:lnTo>
                  <a:pt x="69620" y="94922"/>
                </a:lnTo>
                <a:lnTo>
                  <a:pt x="69830" y="95458"/>
                </a:lnTo>
                <a:lnTo>
                  <a:pt x="70036" y="96001"/>
                </a:lnTo>
                <a:lnTo>
                  <a:pt x="70241" y="96554"/>
                </a:lnTo>
                <a:lnTo>
                  <a:pt x="70442" y="97114"/>
                </a:lnTo>
                <a:lnTo>
                  <a:pt x="70641" y="97683"/>
                </a:lnTo>
                <a:lnTo>
                  <a:pt x="70838" y="98261"/>
                </a:lnTo>
                <a:lnTo>
                  <a:pt x="71032" y="98846"/>
                </a:lnTo>
                <a:lnTo>
                  <a:pt x="71223" y="99441"/>
                </a:lnTo>
                <a:lnTo>
                  <a:pt x="71412" y="100043"/>
                </a:lnTo>
                <a:lnTo>
                  <a:pt x="71598" y="100654"/>
                </a:lnTo>
                <a:lnTo>
                  <a:pt x="71782" y="101273"/>
                </a:lnTo>
                <a:lnTo>
                  <a:pt x="71963" y="101901"/>
                </a:lnTo>
                <a:lnTo>
                  <a:pt x="72142" y="102537"/>
                </a:lnTo>
                <a:lnTo>
                  <a:pt x="72318" y="103182"/>
                </a:lnTo>
                <a:lnTo>
                  <a:pt x="72491" y="103835"/>
                </a:lnTo>
                <a:lnTo>
                  <a:pt x="72662" y="104496"/>
                </a:lnTo>
                <a:lnTo>
                  <a:pt x="72830" y="105166"/>
                </a:lnTo>
                <a:lnTo>
                  <a:pt x="72996" y="105844"/>
                </a:lnTo>
                <a:lnTo>
                  <a:pt x="80591" y="136324"/>
                </a:lnTo>
                <a:lnTo>
                  <a:pt x="98742" y="136324"/>
                </a:lnTo>
                <a:lnTo>
                  <a:pt x="90061" y="103082"/>
                </a:lnTo>
                <a:lnTo>
                  <a:pt x="89862" y="102306"/>
                </a:lnTo>
                <a:lnTo>
                  <a:pt x="89661" y="101541"/>
                </a:lnTo>
                <a:lnTo>
                  <a:pt x="89456" y="100786"/>
                </a:lnTo>
                <a:lnTo>
                  <a:pt x="89249" y="100042"/>
                </a:lnTo>
                <a:lnTo>
                  <a:pt x="89038" y="99308"/>
                </a:lnTo>
                <a:lnTo>
                  <a:pt x="88825" y="98584"/>
                </a:lnTo>
                <a:lnTo>
                  <a:pt x="88609" y="97871"/>
                </a:lnTo>
                <a:lnTo>
                  <a:pt x="88389" y="97169"/>
                </a:lnTo>
                <a:lnTo>
                  <a:pt x="88167" y="96477"/>
                </a:lnTo>
                <a:lnTo>
                  <a:pt x="87943" y="95795"/>
                </a:lnTo>
                <a:lnTo>
                  <a:pt x="87715" y="95124"/>
                </a:lnTo>
                <a:lnTo>
                  <a:pt x="87484" y="94463"/>
                </a:lnTo>
                <a:lnTo>
                  <a:pt x="87250" y="93813"/>
                </a:lnTo>
                <a:lnTo>
                  <a:pt x="87014" y="93173"/>
                </a:lnTo>
                <a:lnTo>
                  <a:pt x="86774" y="92543"/>
                </a:lnTo>
                <a:lnTo>
                  <a:pt x="86532" y="91924"/>
                </a:lnTo>
                <a:lnTo>
                  <a:pt x="86286" y="91316"/>
                </a:lnTo>
                <a:lnTo>
                  <a:pt x="86038" y="90718"/>
                </a:lnTo>
                <a:lnTo>
                  <a:pt x="85787" y="90130"/>
                </a:lnTo>
                <a:lnTo>
                  <a:pt x="85533" y="89553"/>
                </a:lnTo>
                <a:lnTo>
                  <a:pt x="85276" y="88986"/>
                </a:lnTo>
                <a:lnTo>
                  <a:pt x="85016" y="88430"/>
                </a:lnTo>
                <a:lnTo>
                  <a:pt x="84753" y="87884"/>
                </a:lnTo>
                <a:lnTo>
                  <a:pt x="84488" y="87348"/>
                </a:lnTo>
                <a:lnTo>
                  <a:pt x="84218" y="86823"/>
                </a:lnTo>
                <a:lnTo>
                  <a:pt x="83942" y="86306"/>
                </a:lnTo>
                <a:lnTo>
                  <a:pt x="83661" y="85798"/>
                </a:lnTo>
                <a:lnTo>
                  <a:pt x="83374" y="85300"/>
                </a:lnTo>
                <a:lnTo>
                  <a:pt x="83081" y="84811"/>
                </a:lnTo>
                <a:lnTo>
                  <a:pt x="82783" y="84330"/>
                </a:lnTo>
                <a:lnTo>
                  <a:pt x="82479" y="83859"/>
                </a:lnTo>
                <a:lnTo>
                  <a:pt x="82170" y="83397"/>
                </a:lnTo>
                <a:lnTo>
                  <a:pt x="81854" y="82944"/>
                </a:lnTo>
                <a:lnTo>
                  <a:pt x="81533" y="82500"/>
                </a:lnTo>
                <a:lnTo>
                  <a:pt x="81207" y="82065"/>
                </a:lnTo>
                <a:lnTo>
                  <a:pt x="80875" y="81639"/>
                </a:lnTo>
                <a:lnTo>
                  <a:pt x="80537" y="81223"/>
                </a:lnTo>
                <a:lnTo>
                  <a:pt x="80194" y="80815"/>
                </a:lnTo>
                <a:lnTo>
                  <a:pt x="79844" y="80416"/>
                </a:lnTo>
                <a:lnTo>
                  <a:pt x="79490" y="80027"/>
                </a:lnTo>
                <a:lnTo>
                  <a:pt x="79129" y="79646"/>
                </a:lnTo>
                <a:lnTo>
                  <a:pt x="78763" y="79275"/>
                </a:lnTo>
                <a:lnTo>
                  <a:pt x="78392" y="78913"/>
                </a:lnTo>
                <a:lnTo>
                  <a:pt x="78014" y="78559"/>
                </a:lnTo>
                <a:lnTo>
                  <a:pt x="77631" y="78215"/>
                </a:lnTo>
                <a:lnTo>
                  <a:pt x="77243" y="77880"/>
                </a:lnTo>
                <a:lnTo>
                  <a:pt x="76848" y="77554"/>
                </a:lnTo>
                <a:lnTo>
                  <a:pt x="76448" y="77237"/>
                </a:lnTo>
                <a:lnTo>
                  <a:pt x="76041" y="76930"/>
                </a:lnTo>
                <a:lnTo>
                  <a:pt x="75624" y="76631"/>
                </a:lnTo>
                <a:lnTo>
                  <a:pt x="75198" y="76342"/>
                </a:lnTo>
                <a:lnTo>
                  <a:pt x="74763" y="76062"/>
                </a:lnTo>
                <a:lnTo>
                  <a:pt x="74319" y="75791"/>
                </a:lnTo>
                <a:lnTo>
                  <a:pt x="73865" y="75530"/>
                </a:lnTo>
                <a:lnTo>
                  <a:pt x="73402" y="75277"/>
                </a:lnTo>
                <a:lnTo>
                  <a:pt x="72930" y="75034"/>
                </a:lnTo>
                <a:lnTo>
                  <a:pt x="72449" y="74801"/>
                </a:lnTo>
                <a:lnTo>
                  <a:pt x="71958" y="74576"/>
                </a:lnTo>
                <a:lnTo>
                  <a:pt x="71458" y="74361"/>
                </a:lnTo>
                <a:lnTo>
                  <a:pt x="70949" y="74155"/>
                </a:lnTo>
                <a:lnTo>
                  <a:pt x="70430" y="73958"/>
                </a:lnTo>
                <a:lnTo>
                  <a:pt x="69903" y="73770"/>
                </a:lnTo>
                <a:lnTo>
                  <a:pt x="69366" y="73592"/>
                </a:lnTo>
                <a:lnTo>
                  <a:pt x="68820" y="73423"/>
                </a:lnTo>
                <a:lnTo>
                  <a:pt x="68264" y="73263"/>
                </a:lnTo>
                <a:lnTo>
                  <a:pt x="67700" y="73113"/>
                </a:lnTo>
                <a:lnTo>
                  <a:pt x="67126" y="72972"/>
                </a:lnTo>
                <a:lnTo>
                  <a:pt x="66543" y="72840"/>
                </a:lnTo>
                <a:lnTo>
                  <a:pt x="65950" y="72717"/>
                </a:lnTo>
                <a:lnTo>
                  <a:pt x="65349" y="72603"/>
                </a:lnTo>
                <a:lnTo>
                  <a:pt x="64738" y="72499"/>
                </a:lnTo>
                <a:lnTo>
                  <a:pt x="64118" y="72404"/>
                </a:lnTo>
                <a:lnTo>
                  <a:pt x="65241" y="72131"/>
                </a:lnTo>
                <a:lnTo>
                  <a:pt x="66341" y="71838"/>
                </a:lnTo>
                <a:lnTo>
                  <a:pt x="67419" y="71525"/>
                </a:lnTo>
                <a:lnTo>
                  <a:pt x="68473" y="71193"/>
                </a:lnTo>
                <a:lnTo>
                  <a:pt x="69505" y="70840"/>
                </a:lnTo>
                <a:lnTo>
                  <a:pt x="70514" y="70468"/>
                </a:lnTo>
                <a:lnTo>
                  <a:pt x="71501" y="70076"/>
                </a:lnTo>
                <a:lnTo>
                  <a:pt x="72464" y="69664"/>
                </a:lnTo>
                <a:lnTo>
                  <a:pt x="73405" y="69232"/>
                </a:lnTo>
                <a:lnTo>
                  <a:pt x="74323" y="68780"/>
                </a:lnTo>
                <a:lnTo>
                  <a:pt x="75218" y="68308"/>
                </a:lnTo>
                <a:lnTo>
                  <a:pt x="76091" y="67817"/>
                </a:lnTo>
                <a:lnTo>
                  <a:pt x="76940" y="67306"/>
                </a:lnTo>
                <a:lnTo>
                  <a:pt x="77767" y="66774"/>
                </a:lnTo>
                <a:lnTo>
                  <a:pt x="78571" y="66223"/>
                </a:lnTo>
                <a:lnTo>
                  <a:pt x="79353" y="65652"/>
                </a:lnTo>
                <a:lnTo>
                  <a:pt x="80111" y="65061"/>
                </a:lnTo>
                <a:lnTo>
                  <a:pt x="80847" y="64451"/>
                </a:lnTo>
                <a:lnTo>
                  <a:pt x="81560" y="63820"/>
                </a:lnTo>
                <a:lnTo>
                  <a:pt x="82250" y="63170"/>
                </a:lnTo>
                <a:lnTo>
                  <a:pt x="82918" y="62500"/>
                </a:lnTo>
                <a:lnTo>
                  <a:pt x="83562" y="61809"/>
                </a:lnTo>
                <a:lnTo>
                  <a:pt x="84184" y="61099"/>
                </a:lnTo>
                <a:lnTo>
                  <a:pt x="84784" y="60369"/>
                </a:lnTo>
                <a:lnTo>
                  <a:pt x="85359" y="59623"/>
                </a:lnTo>
                <a:lnTo>
                  <a:pt x="85910" y="58864"/>
                </a:lnTo>
                <a:lnTo>
                  <a:pt x="86437" y="58091"/>
                </a:lnTo>
                <a:lnTo>
                  <a:pt x="86939" y="57306"/>
                </a:lnTo>
                <a:lnTo>
                  <a:pt x="87416" y="56508"/>
                </a:lnTo>
                <a:lnTo>
                  <a:pt x="87869" y="55696"/>
                </a:lnTo>
                <a:lnTo>
                  <a:pt x="88298" y="54872"/>
                </a:lnTo>
                <a:lnTo>
                  <a:pt x="88702" y="54034"/>
                </a:lnTo>
                <a:lnTo>
                  <a:pt x="89081" y="53184"/>
                </a:lnTo>
                <a:lnTo>
                  <a:pt x="89437" y="52320"/>
                </a:lnTo>
                <a:lnTo>
                  <a:pt x="89767" y="51444"/>
                </a:lnTo>
                <a:lnTo>
                  <a:pt x="90073" y="50554"/>
                </a:lnTo>
                <a:lnTo>
                  <a:pt x="90355" y="49652"/>
                </a:lnTo>
                <a:lnTo>
                  <a:pt x="90612" y="48736"/>
                </a:lnTo>
                <a:lnTo>
                  <a:pt x="90845" y="47808"/>
                </a:lnTo>
                <a:lnTo>
                  <a:pt x="91053" y="46866"/>
                </a:lnTo>
                <a:lnTo>
                  <a:pt x="91237" y="45912"/>
                </a:lnTo>
                <a:lnTo>
                  <a:pt x="91396" y="44944"/>
                </a:lnTo>
                <a:lnTo>
                  <a:pt x="91530" y="43964"/>
                </a:lnTo>
                <a:lnTo>
                  <a:pt x="91641" y="42970"/>
                </a:lnTo>
                <a:lnTo>
                  <a:pt x="91726" y="41963"/>
                </a:lnTo>
                <a:lnTo>
                  <a:pt x="91788" y="40944"/>
                </a:lnTo>
                <a:lnTo>
                  <a:pt x="91824" y="39911"/>
                </a:lnTo>
                <a:lnTo>
                  <a:pt x="91837" y="38865"/>
                </a:lnTo>
                <a:lnTo>
                  <a:pt x="91827" y="37838"/>
                </a:lnTo>
                <a:lnTo>
                  <a:pt x="91797" y="36826"/>
                </a:lnTo>
                <a:lnTo>
                  <a:pt x="91749" y="35830"/>
                </a:lnTo>
                <a:lnTo>
                  <a:pt x="91680" y="34851"/>
                </a:lnTo>
                <a:lnTo>
                  <a:pt x="91592" y="33888"/>
                </a:lnTo>
                <a:lnTo>
                  <a:pt x="91485" y="32941"/>
                </a:lnTo>
                <a:lnTo>
                  <a:pt x="91358" y="32009"/>
                </a:lnTo>
                <a:lnTo>
                  <a:pt x="91212" y="31094"/>
                </a:lnTo>
                <a:lnTo>
                  <a:pt x="91046" y="30196"/>
                </a:lnTo>
                <a:lnTo>
                  <a:pt x="90860" y="29313"/>
                </a:lnTo>
                <a:lnTo>
                  <a:pt x="90655" y="28446"/>
                </a:lnTo>
                <a:lnTo>
                  <a:pt x="90431" y="27595"/>
                </a:lnTo>
                <a:lnTo>
                  <a:pt x="90187" y="26761"/>
                </a:lnTo>
                <a:lnTo>
                  <a:pt x="89923" y="25942"/>
                </a:lnTo>
                <a:lnTo>
                  <a:pt x="89640" y="25140"/>
                </a:lnTo>
                <a:lnTo>
                  <a:pt x="89338" y="24354"/>
                </a:lnTo>
                <a:lnTo>
                  <a:pt x="89015" y="23584"/>
                </a:lnTo>
                <a:lnTo>
                  <a:pt x="88674" y="22830"/>
                </a:lnTo>
                <a:lnTo>
                  <a:pt x="88313" y="22092"/>
                </a:lnTo>
                <a:lnTo>
                  <a:pt x="87932" y="21370"/>
                </a:lnTo>
                <a:lnTo>
                  <a:pt x="87532" y="20664"/>
                </a:lnTo>
                <a:lnTo>
                  <a:pt x="87112" y="19974"/>
                </a:lnTo>
                <a:lnTo>
                  <a:pt x="86673" y="19301"/>
                </a:lnTo>
                <a:lnTo>
                  <a:pt x="86214" y="18643"/>
                </a:lnTo>
                <a:lnTo>
                  <a:pt x="85739" y="18001"/>
                </a:lnTo>
                <a:lnTo>
                  <a:pt x="85250" y="17373"/>
                </a:lnTo>
                <a:lnTo>
                  <a:pt x="84749" y="16760"/>
                </a:lnTo>
                <a:lnTo>
                  <a:pt x="84234" y="16161"/>
                </a:lnTo>
                <a:lnTo>
                  <a:pt x="83706" y="15576"/>
                </a:lnTo>
                <a:lnTo>
                  <a:pt x="83165" y="15006"/>
                </a:lnTo>
                <a:lnTo>
                  <a:pt x="82611" y="14450"/>
                </a:lnTo>
                <a:lnTo>
                  <a:pt x="82043" y="13909"/>
                </a:lnTo>
                <a:lnTo>
                  <a:pt x="81463" y="13382"/>
                </a:lnTo>
                <a:lnTo>
                  <a:pt x="80869" y="12869"/>
                </a:lnTo>
                <a:lnTo>
                  <a:pt x="80262" y="12370"/>
                </a:lnTo>
                <a:lnTo>
                  <a:pt x="79642" y="11886"/>
                </a:lnTo>
                <a:lnTo>
                  <a:pt x="79008" y="11417"/>
                </a:lnTo>
                <a:lnTo>
                  <a:pt x="78362" y="10962"/>
                </a:lnTo>
                <a:lnTo>
                  <a:pt x="77702" y="10521"/>
                </a:lnTo>
                <a:lnTo>
                  <a:pt x="77029" y="10094"/>
                </a:lnTo>
                <a:lnTo>
                  <a:pt x="76343" y="9682"/>
                </a:lnTo>
                <a:lnTo>
                  <a:pt x="75644" y="9285"/>
                </a:lnTo>
                <a:lnTo>
                  <a:pt x="74931" y="8901"/>
                </a:lnTo>
                <a:lnTo>
                  <a:pt x="74205" y="8533"/>
                </a:lnTo>
                <a:lnTo>
                  <a:pt x="73467" y="8178"/>
                </a:lnTo>
                <a:lnTo>
                  <a:pt x="72715" y="7838"/>
                </a:lnTo>
                <a:lnTo>
                  <a:pt x="71949" y="7512"/>
                </a:lnTo>
                <a:lnTo>
                  <a:pt x="71171" y="7201"/>
                </a:lnTo>
                <a:lnTo>
                  <a:pt x="70382" y="6903"/>
                </a:lnTo>
                <a:lnTo>
                  <a:pt x="69586" y="6618"/>
                </a:lnTo>
                <a:lnTo>
                  <a:pt x="68783" y="6346"/>
                </a:lnTo>
                <a:lnTo>
                  <a:pt x="67972" y="6086"/>
                </a:lnTo>
                <a:lnTo>
                  <a:pt x="67154" y="5839"/>
                </a:lnTo>
                <a:lnTo>
                  <a:pt x="66328" y="5604"/>
                </a:lnTo>
                <a:lnTo>
                  <a:pt x="65495" y="5382"/>
                </a:lnTo>
                <a:lnTo>
                  <a:pt x="64655" y="5173"/>
                </a:lnTo>
                <a:lnTo>
                  <a:pt x="63807" y="4977"/>
                </a:lnTo>
                <a:lnTo>
                  <a:pt x="62952" y="4793"/>
                </a:lnTo>
                <a:lnTo>
                  <a:pt x="62090" y="4622"/>
                </a:lnTo>
                <a:lnTo>
                  <a:pt x="61220" y="4464"/>
                </a:lnTo>
                <a:lnTo>
                  <a:pt x="60343" y="4318"/>
                </a:lnTo>
                <a:lnTo>
                  <a:pt x="59459" y="4185"/>
                </a:lnTo>
                <a:lnTo>
                  <a:pt x="58567" y="4064"/>
                </a:lnTo>
                <a:lnTo>
                  <a:pt x="57668" y="3957"/>
                </a:lnTo>
                <a:lnTo>
                  <a:pt x="56761" y="3862"/>
                </a:lnTo>
                <a:lnTo>
                  <a:pt x="55847" y="3779"/>
                </a:lnTo>
                <a:lnTo>
                  <a:pt x="54926" y="3710"/>
                </a:lnTo>
                <a:lnTo>
                  <a:pt x="53997" y="3653"/>
                </a:lnTo>
                <a:lnTo>
                  <a:pt x="53061" y="3608"/>
                </a:lnTo>
                <a:lnTo>
                  <a:pt x="52118" y="3576"/>
                </a:lnTo>
                <a:lnTo>
                  <a:pt x="51167" y="3557"/>
                </a:lnTo>
                <a:lnTo>
                  <a:pt x="50209" y="3551"/>
                </a:lnTo>
                <a:lnTo>
                  <a:pt x="0" y="3551"/>
                </a:lnTo>
                <a:lnTo>
                  <a:pt x="0" y="136324"/>
                </a:lnTo>
                <a:lnTo>
                  <a:pt x="17756" y="136324"/>
                </a:lnTo>
                <a:lnTo>
                  <a:pt x="17756" y="80098"/>
                </a:lnTo>
                <a:lnTo>
                  <a:pt x="48927" y="80098"/>
                </a:lnTo>
                <a:lnTo>
                  <a:pt x="49555" y="80103"/>
                </a:lnTo>
                <a:close/>
                <a:moveTo>
                  <a:pt x="50480" y="18391"/>
                </a:moveTo>
                <a:lnTo>
                  <a:pt x="51472" y="18445"/>
                </a:lnTo>
                <a:lnTo>
                  <a:pt x="52444" y="18520"/>
                </a:lnTo>
                <a:lnTo>
                  <a:pt x="53394" y="18617"/>
                </a:lnTo>
                <a:lnTo>
                  <a:pt x="54324" y="18736"/>
                </a:lnTo>
                <a:lnTo>
                  <a:pt x="55234" y="18876"/>
                </a:lnTo>
                <a:lnTo>
                  <a:pt x="56122" y="19038"/>
                </a:lnTo>
                <a:lnTo>
                  <a:pt x="56990" y="19221"/>
                </a:lnTo>
                <a:lnTo>
                  <a:pt x="57837" y="19426"/>
                </a:lnTo>
                <a:lnTo>
                  <a:pt x="58664" y="19653"/>
                </a:lnTo>
                <a:lnTo>
                  <a:pt x="59469" y="19901"/>
                </a:lnTo>
                <a:lnTo>
                  <a:pt x="60254" y="20171"/>
                </a:lnTo>
                <a:lnTo>
                  <a:pt x="61018" y="20462"/>
                </a:lnTo>
                <a:lnTo>
                  <a:pt x="61762" y="20775"/>
                </a:lnTo>
                <a:lnTo>
                  <a:pt x="62485" y="21110"/>
                </a:lnTo>
                <a:lnTo>
                  <a:pt x="63187" y="21466"/>
                </a:lnTo>
                <a:lnTo>
                  <a:pt x="63868" y="21843"/>
                </a:lnTo>
                <a:lnTo>
                  <a:pt x="64529" y="22242"/>
                </a:lnTo>
                <a:lnTo>
                  <a:pt x="65169" y="22663"/>
                </a:lnTo>
                <a:lnTo>
                  <a:pt x="65788" y="23106"/>
                </a:lnTo>
                <a:lnTo>
                  <a:pt x="66386" y="23569"/>
                </a:lnTo>
                <a:lnTo>
                  <a:pt x="66964" y="24055"/>
                </a:lnTo>
                <a:lnTo>
                  <a:pt x="67521" y="24562"/>
                </a:lnTo>
                <a:lnTo>
                  <a:pt x="68056" y="25089"/>
                </a:lnTo>
                <a:lnTo>
                  <a:pt x="68569" y="25632"/>
                </a:lnTo>
                <a:lnTo>
                  <a:pt x="69058" y="26193"/>
                </a:lnTo>
                <a:lnTo>
                  <a:pt x="69525" y="26771"/>
                </a:lnTo>
                <a:lnTo>
                  <a:pt x="69970" y="27366"/>
                </a:lnTo>
                <a:lnTo>
                  <a:pt x="70391" y="27978"/>
                </a:lnTo>
                <a:lnTo>
                  <a:pt x="70790" y="28607"/>
                </a:lnTo>
                <a:lnTo>
                  <a:pt x="71165" y="29253"/>
                </a:lnTo>
                <a:lnTo>
                  <a:pt x="71518" y="29917"/>
                </a:lnTo>
                <a:lnTo>
                  <a:pt x="71849" y="30597"/>
                </a:lnTo>
                <a:lnTo>
                  <a:pt x="72156" y="31295"/>
                </a:lnTo>
                <a:lnTo>
                  <a:pt x="72441" y="32010"/>
                </a:lnTo>
                <a:lnTo>
                  <a:pt x="72703" y="32742"/>
                </a:lnTo>
                <a:lnTo>
                  <a:pt x="72942" y="33491"/>
                </a:lnTo>
                <a:lnTo>
                  <a:pt x="73158" y="34257"/>
                </a:lnTo>
                <a:lnTo>
                  <a:pt x="73352" y="35040"/>
                </a:lnTo>
                <a:lnTo>
                  <a:pt x="73523" y="35841"/>
                </a:lnTo>
                <a:lnTo>
                  <a:pt x="73671" y="36658"/>
                </a:lnTo>
                <a:lnTo>
                  <a:pt x="73796" y="37493"/>
                </a:lnTo>
                <a:lnTo>
                  <a:pt x="73899" y="38345"/>
                </a:lnTo>
                <a:lnTo>
                  <a:pt x="73978" y="39214"/>
                </a:lnTo>
                <a:lnTo>
                  <a:pt x="74035" y="40100"/>
                </a:lnTo>
                <a:lnTo>
                  <a:pt x="74069" y="41003"/>
                </a:lnTo>
                <a:lnTo>
                  <a:pt x="74081" y="41923"/>
                </a:lnTo>
                <a:lnTo>
                  <a:pt x="74075" y="42536"/>
                </a:lnTo>
                <a:lnTo>
                  <a:pt x="74056" y="43141"/>
                </a:lnTo>
                <a:lnTo>
                  <a:pt x="74026" y="43739"/>
                </a:lnTo>
                <a:lnTo>
                  <a:pt x="73984" y="44329"/>
                </a:lnTo>
                <a:lnTo>
                  <a:pt x="73929" y="44912"/>
                </a:lnTo>
                <a:lnTo>
                  <a:pt x="73862" y="45487"/>
                </a:lnTo>
                <a:lnTo>
                  <a:pt x="73783" y="46054"/>
                </a:lnTo>
                <a:lnTo>
                  <a:pt x="73692" y="46614"/>
                </a:lnTo>
                <a:lnTo>
                  <a:pt x="73588" y="47167"/>
                </a:lnTo>
                <a:lnTo>
                  <a:pt x="73473" y="47712"/>
                </a:lnTo>
                <a:lnTo>
                  <a:pt x="73345" y="48249"/>
                </a:lnTo>
                <a:lnTo>
                  <a:pt x="73205" y="48779"/>
                </a:lnTo>
                <a:lnTo>
                  <a:pt x="73053" y="49301"/>
                </a:lnTo>
                <a:lnTo>
                  <a:pt x="72889" y="49816"/>
                </a:lnTo>
                <a:lnTo>
                  <a:pt x="72713" y="50323"/>
                </a:lnTo>
                <a:lnTo>
                  <a:pt x="72524" y="50823"/>
                </a:lnTo>
                <a:lnTo>
                  <a:pt x="72324" y="51315"/>
                </a:lnTo>
                <a:lnTo>
                  <a:pt x="72111" y="51800"/>
                </a:lnTo>
                <a:lnTo>
                  <a:pt x="71886" y="52277"/>
                </a:lnTo>
                <a:lnTo>
                  <a:pt x="71649" y="52747"/>
                </a:lnTo>
                <a:lnTo>
                  <a:pt x="71400" y="53209"/>
                </a:lnTo>
                <a:lnTo>
                  <a:pt x="71138" y="53663"/>
                </a:lnTo>
                <a:lnTo>
                  <a:pt x="70865" y="54110"/>
                </a:lnTo>
                <a:lnTo>
                  <a:pt x="70579" y="54550"/>
                </a:lnTo>
                <a:lnTo>
                  <a:pt x="70283" y="54981"/>
                </a:lnTo>
                <a:lnTo>
                  <a:pt x="69979" y="55404"/>
                </a:lnTo>
                <a:lnTo>
                  <a:pt x="69666" y="55818"/>
                </a:lnTo>
                <a:lnTo>
                  <a:pt x="69345" y="56224"/>
                </a:lnTo>
                <a:lnTo>
                  <a:pt x="69015" y="56621"/>
                </a:lnTo>
                <a:lnTo>
                  <a:pt x="68677" y="57009"/>
                </a:lnTo>
                <a:lnTo>
                  <a:pt x="68331" y="57389"/>
                </a:lnTo>
                <a:lnTo>
                  <a:pt x="67976" y="57761"/>
                </a:lnTo>
                <a:lnTo>
                  <a:pt x="67613" y="58124"/>
                </a:lnTo>
                <a:lnTo>
                  <a:pt x="67241" y="58478"/>
                </a:lnTo>
                <a:lnTo>
                  <a:pt x="66861" y="58824"/>
                </a:lnTo>
                <a:lnTo>
                  <a:pt x="66473" y="59161"/>
                </a:lnTo>
                <a:lnTo>
                  <a:pt x="66076" y="59490"/>
                </a:lnTo>
                <a:lnTo>
                  <a:pt x="65671" y="59810"/>
                </a:lnTo>
                <a:lnTo>
                  <a:pt x="65258" y="60121"/>
                </a:lnTo>
                <a:lnTo>
                  <a:pt x="64836" y="60424"/>
                </a:lnTo>
                <a:lnTo>
                  <a:pt x="64405" y="60719"/>
                </a:lnTo>
                <a:lnTo>
                  <a:pt x="63967" y="61004"/>
                </a:lnTo>
                <a:lnTo>
                  <a:pt x="63520" y="61282"/>
                </a:lnTo>
                <a:lnTo>
                  <a:pt x="63064" y="61550"/>
                </a:lnTo>
                <a:lnTo>
                  <a:pt x="62600" y="61811"/>
                </a:lnTo>
                <a:lnTo>
                  <a:pt x="62128" y="62062"/>
                </a:lnTo>
                <a:lnTo>
                  <a:pt x="61648" y="62305"/>
                </a:lnTo>
                <a:lnTo>
                  <a:pt x="61159" y="62540"/>
                </a:lnTo>
                <a:lnTo>
                  <a:pt x="60663" y="62765"/>
                </a:lnTo>
                <a:lnTo>
                  <a:pt x="60163" y="62981"/>
                </a:lnTo>
                <a:lnTo>
                  <a:pt x="59657" y="63187"/>
                </a:lnTo>
                <a:lnTo>
                  <a:pt x="59147" y="63384"/>
                </a:lnTo>
                <a:lnTo>
                  <a:pt x="58633" y="63571"/>
                </a:lnTo>
                <a:lnTo>
                  <a:pt x="58113" y="63748"/>
                </a:lnTo>
                <a:lnTo>
                  <a:pt x="57589" y="63916"/>
                </a:lnTo>
                <a:lnTo>
                  <a:pt x="57059" y="64074"/>
                </a:lnTo>
                <a:lnTo>
                  <a:pt x="56525" y="64223"/>
                </a:lnTo>
                <a:lnTo>
                  <a:pt x="55987" y="64362"/>
                </a:lnTo>
                <a:lnTo>
                  <a:pt x="55443" y="64491"/>
                </a:lnTo>
                <a:lnTo>
                  <a:pt x="54895" y="64611"/>
                </a:lnTo>
                <a:lnTo>
                  <a:pt x="54342" y="64721"/>
                </a:lnTo>
                <a:lnTo>
                  <a:pt x="53784" y="64822"/>
                </a:lnTo>
                <a:lnTo>
                  <a:pt x="53221" y="64913"/>
                </a:lnTo>
                <a:lnTo>
                  <a:pt x="52653" y="64995"/>
                </a:lnTo>
                <a:lnTo>
                  <a:pt x="52081" y="65067"/>
                </a:lnTo>
                <a:lnTo>
                  <a:pt x="51504" y="65129"/>
                </a:lnTo>
                <a:lnTo>
                  <a:pt x="50922" y="65182"/>
                </a:lnTo>
                <a:lnTo>
                  <a:pt x="50335" y="65225"/>
                </a:lnTo>
                <a:lnTo>
                  <a:pt x="49744" y="65258"/>
                </a:lnTo>
                <a:lnTo>
                  <a:pt x="49147" y="65282"/>
                </a:lnTo>
                <a:lnTo>
                  <a:pt x="48546" y="65297"/>
                </a:lnTo>
                <a:lnTo>
                  <a:pt x="47940" y="65302"/>
                </a:lnTo>
                <a:lnTo>
                  <a:pt x="17756" y="65302"/>
                </a:lnTo>
                <a:lnTo>
                  <a:pt x="17756" y="18348"/>
                </a:lnTo>
                <a:lnTo>
                  <a:pt x="48434" y="18348"/>
                </a:lnTo>
                <a:lnTo>
                  <a:pt x="49467" y="18358"/>
                </a:lnTo>
                <a:lnTo>
                  <a:pt x="50480" y="18391"/>
                </a:lnTo>
                <a:close/>
                <a:moveTo>
                  <a:pt x="519565" y="65271"/>
                </a:moveTo>
                <a:lnTo>
                  <a:pt x="519836" y="64903"/>
                </a:lnTo>
                <a:lnTo>
                  <a:pt x="520110" y="64539"/>
                </a:lnTo>
                <a:lnTo>
                  <a:pt x="520387" y="64179"/>
                </a:lnTo>
                <a:lnTo>
                  <a:pt x="520667" y="63823"/>
                </a:lnTo>
                <a:lnTo>
                  <a:pt x="520950" y="63471"/>
                </a:lnTo>
                <a:lnTo>
                  <a:pt x="521236" y="63122"/>
                </a:lnTo>
                <a:lnTo>
                  <a:pt x="521525" y="62777"/>
                </a:lnTo>
                <a:lnTo>
                  <a:pt x="521818" y="62436"/>
                </a:lnTo>
                <a:lnTo>
                  <a:pt x="522113" y="62098"/>
                </a:lnTo>
                <a:lnTo>
                  <a:pt x="522412" y="61764"/>
                </a:lnTo>
                <a:lnTo>
                  <a:pt x="522713" y="61434"/>
                </a:lnTo>
                <a:lnTo>
                  <a:pt x="523018" y="61108"/>
                </a:lnTo>
                <a:lnTo>
                  <a:pt x="523326" y="60785"/>
                </a:lnTo>
                <a:lnTo>
                  <a:pt x="523636" y="60467"/>
                </a:lnTo>
                <a:lnTo>
                  <a:pt x="523950" y="60152"/>
                </a:lnTo>
                <a:lnTo>
                  <a:pt x="524267" y="59840"/>
                </a:lnTo>
                <a:lnTo>
                  <a:pt x="524587" y="59533"/>
                </a:lnTo>
                <a:lnTo>
                  <a:pt x="524910" y="59229"/>
                </a:lnTo>
                <a:lnTo>
                  <a:pt x="525237" y="58929"/>
                </a:lnTo>
                <a:lnTo>
                  <a:pt x="525566" y="58633"/>
                </a:lnTo>
                <a:lnTo>
                  <a:pt x="525898" y="58340"/>
                </a:lnTo>
                <a:lnTo>
                  <a:pt x="526234" y="58051"/>
                </a:lnTo>
                <a:lnTo>
                  <a:pt x="526573" y="57767"/>
                </a:lnTo>
                <a:lnTo>
                  <a:pt x="526918" y="57488"/>
                </a:lnTo>
                <a:lnTo>
                  <a:pt x="527267" y="57214"/>
                </a:lnTo>
                <a:lnTo>
                  <a:pt x="527620" y="56945"/>
                </a:lnTo>
                <a:lnTo>
                  <a:pt x="527979" y="56681"/>
                </a:lnTo>
                <a:lnTo>
                  <a:pt x="528342" y="56423"/>
                </a:lnTo>
                <a:lnTo>
                  <a:pt x="528711" y="56170"/>
                </a:lnTo>
                <a:lnTo>
                  <a:pt x="529084" y="55922"/>
                </a:lnTo>
                <a:lnTo>
                  <a:pt x="529461" y="55679"/>
                </a:lnTo>
                <a:lnTo>
                  <a:pt x="529844" y="55441"/>
                </a:lnTo>
                <a:lnTo>
                  <a:pt x="530231" y="55208"/>
                </a:lnTo>
                <a:lnTo>
                  <a:pt x="530624" y="54981"/>
                </a:lnTo>
                <a:lnTo>
                  <a:pt x="531021" y="54759"/>
                </a:lnTo>
                <a:lnTo>
                  <a:pt x="531422" y="54542"/>
                </a:lnTo>
                <a:lnTo>
                  <a:pt x="531829" y="54330"/>
                </a:lnTo>
                <a:lnTo>
                  <a:pt x="532240" y="54123"/>
                </a:lnTo>
                <a:lnTo>
                  <a:pt x="532656" y="53922"/>
                </a:lnTo>
                <a:lnTo>
                  <a:pt x="533077" y="53726"/>
                </a:lnTo>
                <a:lnTo>
                  <a:pt x="533503" y="53535"/>
                </a:lnTo>
                <a:lnTo>
                  <a:pt x="533934" y="53349"/>
                </a:lnTo>
                <a:lnTo>
                  <a:pt x="534369" y="53168"/>
                </a:lnTo>
                <a:lnTo>
                  <a:pt x="534809" y="52992"/>
                </a:lnTo>
                <a:lnTo>
                  <a:pt x="535254" y="52822"/>
                </a:lnTo>
                <a:lnTo>
                  <a:pt x="535704" y="52657"/>
                </a:lnTo>
                <a:lnTo>
                  <a:pt x="536159" y="52497"/>
                </a:lnTo>
                <a:lnTo>
                  <a:pt x="536620" y="52345"/>
                </a:lnTo>
                <a:lnTo>
                  <a:pt x="537088" y="52199"/>
                </a:lnTo>
                <a:lnTo>
                  <a:pt x="537561" y="52060"/>
                </a:lnTo>
                <a:lnTo>
                  <a:pt x="538041" y="51927"/>
                </a:lnTo>
                <a:lnTo>
                  <a:pt x="538527" y="51802"/>
                </a:lnTo>
                <a:lnTo>
                  <a:pt x="539019" y="51683"/>
                </a:lnTo>
                <a:lnTo>
                  <a:pt x="539518" y="51571"/>
                </a:lnTo>
                <a:lnTo>
                  <a:pt x="540022" y="51466"/>
                </a:lnTo>
                <a:lnTo>
                  <a:pt x="540533" y="51367"/>
                </a:lnTo>
                <a:lnTo>
                  <a:pt x="541050" y="51276"/>
                </a:lnTo>
                <a:lnTo>
                  <a:pt x="541573" y="51191"/>
                </a:lnTo>
                <a:lnTo>
                  <a:pt x="542102" y="51113"/>
                </a:lnTo>
                <a:lnTo>
                  <a:pt x="542637" y="51042"/>
                </a:lnTo>
                <a:lnTo>
                  <a:pt x="543179" y="50977"/>
                </a:lnTo>
                <a:lnTo>
                  <a:pt x="543727" y="50920"/>
                </a:lnTo>
                <a:lnTo>
                  <a:pt x="544280" y="50869"/>
                </a:lnTo>
                <a:lnTo>
                  <a:pt x="544840" y="50825"/>
                </a:lnTo>
                <a:lnTo>
                  <a:pt x="545407" y="50787"/>
                </a:lnTo>
                <a:lnTo>
                  <a:pt x="545979" y="50757"/>
                </a:lnTo>
                <a:lnTo>
                  <a:pt x="546557" y="50733"/>
                </a:lnTo>
                <a:lnTo>
                  <a:pt x="547142" y="50716"/>
                </a:lnTo>
                <a:lnTo>
                  <a:pt x="547733" y="50706"/>
                </a:lnTo>
                <a:lnTo>
                  <a:pt x="548330" y="50702"/>
                </a:lnTo>
                <a:lnTo>
                  <a:pt x="550599" y="50702"/>
                </a:lnTo>
                <a:lnTo>
                  <a:pt x="550599" y="35610"/>
                </a:lnTo>
                <a:lnTo>
                  <a:pt x="548626" y="35610"/>
                </a:lnTo>
                <a:lnTo>
                  <a:pt x="547672" y="35619"/>
                </a:lnTo>
                <a:lnTo>
                  <a:pt x="546732" y="35645"/>
                </a:lnTo>
                <a:lnTo>
                  <a:pt x="545808" y="35689"/>
                </a:lnTo>
                <a:lnTo>
                  <a:pt x="544899" y="35750"/>
                </a:lnTo>
                <a:lnTo>
                  <a:pt x="544005" y="35828"/>
                </a:lnTo>
                <a:lnTo>
                  <a:pt x="543127" y="35924"/>
                </a:lnTo>
                <a:lnTo>
                  <a:pt x="542263" y="36038"/>
                </a:lnTo>
                <a:lnTo>
                  <a:pt x="541414" y="36169"/>
                </a:lnTo>
                <a:lnTo>
                  <a:pt x="540580" y="36318"/>
                </a:lnTo>
                <a:lnTo>
                  <a:pt x="539762" y="36483"/>
                </a:lnTo>
                <a:lnTo>
                  <a:pt x="538958" y="36667"/>
                </a:lnTo>
                <a:lnTo>
                  <a:pt x="538170" y="36868"/>
                </a:lnTo>
                <a:lnTo>
                  <a:pt x="537396" y="37086"/>
                </a:lnTo>
                <a:lnTo>
                  <a:pt x="536638" y="37322"/>
                </a:lnTo>
                <a:lnTo>
                  <a:pt x="535895" y="37575"/>
                </a:lnTo>
                <a:lnTo>
                  <a:pt x="535167" y="37846"/>
                </a:lnTo>
                <a:lnTo>
                  <a:pt x="534453" y="38134"/>
                </a:lnTo>
                <a:lnTo>
                  <a:pt x="533755" y="38440"/>
                </a:lnTo>
                <a:lnTo>
                  <a:pt x="533072" y="38763"/>
                </a:lnTo>
                <a:lnTo>
                  <a:pt x="532405" y="39104"/>
                </a:lnTo>
                <a:lnTo>
                  <a:pt x="531752" y="39462"/>
                </a:lnTo>
                <a:lnTo>
                  <a:pt x="531114" y="39837"/>
                </a:lnTo>
                <a:lnTo>
                  <a:pt x="530491" y="40230"/>
                </a:lnTo>
                <a:lnTo>
                  <a:pt x="529884" y="40641"/>
                </a:lnTo>
                <a:lnTo>
                  <a:pt x="529289" y="41064"/>
                </a:lnTo>
                <a:lnTo>
                  <a:pt x="528705" y="41496"/>
                </a:lnTo>
                <a:lnTo>
                  <a:pt x="528133" y="41937"/>
                </a:lnTo>
                <a:lnTo>
                  <a:pt x="527571" y="42386"/>
                </a:lnTo>
                <a:lnTo>
                  <a:pt x="527020" y="42844"/>
                </a:lnTo>
                <a:lnTo>
                  <a:pt x="526481" y="43310"/>
                </a:lnTo>
                <a:lnTo>
                  <a:pt x="525952" y="43785"/>
                </a:lnTo>
                <a:lnTo>
                  <a:pt x="525434" y="44269"/>
                </a:lnTo>
                <a:lnTo>
                  <a:pt x="524927" y="44761"/>
                </a:lnTo>
                <a:lnTo>
                  <a:pt x="524431" y="45261"/>
                </a:lnTo>
                <a:lnTo>
                  <a:pt x="523946" y="45770"/>
                </a:lnTo>
                <a:lnTo>
                  <a:pt x="523472" y="46288"/>
                </a:lnTo>
                <a:lnTo>
                  <a:pt x="523009" y="46814"/>
                </a:lnTo>
                <a:lnTo>
                  <a:pt x="522557" y="47349"/>
                </a:lnTo>
                <a:lnTo>
                  <a:pt x="522116" y="47893"/>
                </a:lnTo>
                <a:lnTo>
                  <a:pt x="521685" y="48445"/>
                </a:lnTo>
                <a:lnTo>
                  <a:pt x="521266" y="49005"/>
                </a:lnTo>
                <a:lnTo>
                  <a:pt x="520858" y="49574"/>
                </a:lnTo>
                <a:lnTo>
                  <a:pt x="520461" y="50152"/>
                </a:lnTo>
                <a:lnTo>
                  <a:pt x="520074" y="50738"/>
                </a:lnTo>
                <a:lnTo>
                  <a:pt x="519699" y="51333"/>
                </a:lnTo>
                <a:lnTo>
                  <a:pt x="519334" y="51936"/>
                </a:lnTo>
                <a:lnTo>
                  <a:pt x="518981" y="52548"/>
                </a:lnTo>
                <a:lnTo>
                  <a:pt x="518638" y="53169"/>
                </a:lnTo>
                <a:lnTo>
                  <a:pt x="518047" y="37287"/>
                </a:lnTo>
                <a:lnTo>
                  <a:pt x="502560" y="37287"/>
                </a:lnTo>
                <a:lnTo>
                  <a:pt x="502560" y="136324"/>
                </a:lnTo>
                <a:lnTo>
                  <a:pt x="519033" y="136324"/>
                </a:lnTo>
                <a:lnTo>
                  <a:pt x="519033" y="66017"/>
                </a:lnTo>
                <a:lnTo>
                  <a:pt x="519298" y="65642"/>
                </a:lnTo>
                <a:lnTo>
                  <a:pt x="519565" y="65271"/>
                </a:lnTo>
                <a:close/>
                <a:moveTo>
                  <a:pt x="452257" y="136324"/>
                </a:moveTo>
                <a:lnTo>
                  <a:pt x="468730" y="136324"/>
                </a:lnTo>
                <a:lnTo>
                  <a:pt x="468730" y="37287"/>
                </a:lnTo>
                <a:lnTo>
                  <a:pt x="452257" y="37287"/>
                </a:lnTo>
                <a:lnTo>
                  <a:pt x="452257" y="136324"/>
                </a:lnTo>
                <a:close/>
                <a:moveTo>
                  <a:pt x="162223" y="137986"/>
                </a:moveTo>
                <a:lnTo>
                  <a:pt x="163184" y="137921"/>
                </a:lnTo>
                <a:lnTo>
                  <a:pt x="164132" y="137843"/>
                </a:lnTo>
                <a:lnTo>
                  <a:pt x="165070" y="137750"/>
                </a:lnTo>
                <a:lnTo>
                  <a:pt x="165996" y="137642"/>
                </a:lnTo>
                <a:lnTo>
                  <a:pt x="166911" y="137521"/>
                </a:lnTo>
                <a:lnTo>
                  <a:pt x="167815" y="137385"/>
                </a:lnTo>
                <a:lnTo>
                  <a:pt x="168708" y="137235"/>
                </a:lnTo>
                <a:lnTo>
                  <a:pt x="169589" y="137070"/>
                </a:lnTo>
                <a:lnTo>
                  <a:pt x="170458" y="136892"/>
                </a:lnTo>
                <a:lnTo>
                  <a:pt x="171317" y="136699"/>
                </a:lnTo>
                <a:lnTo>
                  <a:pt x="172164" y="136491"/>
                </a:lnTo>
                <a:lnTo>
                  <a:pt x="173000" y="136270"/>
                </a:lnTo>
                <a:lnTo>
                  <a:pt x="173825" y="136034"/>
                </a:lnTo>
                <a:lnTo>
                  <a:pt x="174638" y="135783"/>
                </a:lnTo>
                <a:lnTo>
                  <a:pt x="175440" y="135519"/>
                </a:lnTo>
                <a:lnTo>
                  <a:pt x="176231" y="135240"/>
                </a:lnTo>
                <a:lnTo>
                  <a:pt x="177010" y="134947"/>
                </a:lnTo>
                <a:lnTo>
                  <a:pt x="177778" y="134639"/>
                </a:lnTo>
                <a:lnTo>
                  <a:pt x="178535" y="134318"/>
                </a:lnTo>
                <a:lnTo>
                  <a:pt x="179280" y="133982"/>
                </a:lnTo>
                <a:lnTo>
                  <a:pt x="180013" y="133632"/>
                </a:lnTo>
                <a:lnTo>
                  <a:pt x="180733" y="133271"/>
                </a:lnTo>
                <a:lnTo>
                  <a:pt x="181438" y="132897"/>
                </a:lnTo>
                <a:lnTo>
                  <a:pt x="182130" y="132512"/>
                </a:lnTo>
                <a:lnTo>
                  <a:pt x="182808" y="132114"/>
                </a:lnTo>
                <a:lnTo>
                  <a:pt x="183473" y="131705"/>
                </a:lnTo>
                <a:lnTo>
                  <a:pt x="184123" y="131283"/>
                </a:lnTo>
                <a:lnTo>
                  <a:pt x="184760" y="130850"/>
                </a:lnTo>
                <a:lnTo>
                  <a:pt x="185384" y="130404"/>
                </a:lnTo>
                <a:lnTo>
                  <a:pt x="185994" y="129947"/>
                </a:lnTo>
                <a:lnTo>
                  <a:pt x="186589" y="129477"/>
                </a:lnTo>
                <a:lnTo>
                  <a:pt x="187172" y="128996"/>
                </a:lnTo>
                <a:lnTo>
                  <a:pt x="187740" y="128502"/>
                </a:lnTo>
                <a:lnTo>
                  <a:pt x="188295" y="127996"/>
                </a:lnTo>
                <a:lnTo>
                  <a:pt x="188836" y="127479"/>
                </a:lnTo>
                <a:lnTo>
                  <a:pt x="189364" y="126949"/>
                </a:lnTo>
                <a:lnTo>
                  <a:pt x="189878" y="126408"/>
                </a:lnTo>
                <a:lnTo>
                  <a:pt x="190378" y="125854"/>
                </a:lnTo>
                <a:lnTo>
                  <a:pt x="190864" y="125288"/>
                </a:lnTo>
                <a:lnTo>
                  <a:pt x="191337" y="124711"/>
                </a:lnTo>
                <a:lnTo>
                  <a:pt x="191796" y="124121"/>
                </a:lnTo>
                <a:lnTo>
                  <a:pt x="192241" y="123519"/>
                </a:lnTo>
                <a:lnTo>
                  <a:pt x="192672" y="122906"/>
                </a:lnTo>
                <a:lnTo>
                  <a:pt x="193090" y="122280"/>
                </a:lnTo>
                <a:lnTo>
                  <a:pt x="193493" y="121643"/>
                </a:lnTo>
                <a:lnTo>
                  <a:pt x="193880" y="120997"/>
                </a:lnTo>
                <a:lnTo>
                  <a:pt x="194251" y="120340"/>
                </a:lnTo>
                <a:lnTo>
                  <a:pt x="194606" y="119673"/>
                </a:lnTo>
                <a:lnTo>
                  <a:pt x="194944" y="118996"/>
                </a:lnTo>
                <a:lnTo>
                  <a:pt x="195267" y="118309"/>
                </a:lnTo>
                <a:lnTo>
                  <a:pt x="195573" y="117612"/>
                </a:lnTo>
                <a:lnTo>
                  <a:pt x="195863" y="116905"/>
                </a:lnTo>
                <a:lnTo>
                  <a:pt x="196137" y="116188"/>
                </a:lnTo>
                <a:lnTo>
                  <a:pt x="196396" y="115460"/>
                </a:lnTo>
                <a:lnTo>
                  <a:pt x="196638" y="114723"/>
                </a:lnTo>
                <a:lnTo>
                  <a:pt x="196863" y="113976"/>
                </a:lnTo>
                <a:lnTo>
                  <a:pt x="197073" y="113218"/>
                </a:lnTo>
                <a:lnTo>
                  <a:pt x="197267" y="112451"/>
                </a:lnTo>
                <a:lnTo>
                  <a:pt x="197444" y="111673"/>
                </a:lnTo>
                <a:lnTo>
                  <a:pt x="197606" y="110886"/>
                </a:lnTo>
                <a:lnTo>
                  <a:pt x="197751" y="110088"/>
                </a:lnTo>
                <a:lnTo>
                  <a:pt x="197881" y="109280"/>
                </a:lnTo>
                <a:lnTo>
                  <a:pt x="197994" y="108462"/>
                </a:lnTo>
                <a:lnTo>
                  <a:pt x="198091" y="107634"/>
                </a:lnTo>
                <a:lnTo>
                  <a:pt x="198172" y="106797"/>
                </a:lnTo>
                <a:lnTo>
                  <a:pt x="198237" y="105949"/>
                </a:lnTo>
                <a:lnTo>
                  <a:pt x="198286" y="105090"/>
                </a:lnTo>
                <a:lnTo>
                  <a:pt x="198318" y="104222"/>
                </a:lnTo>
                <a:lnTo>
                  <a:pt x="182042" y="104222"/>
                </a:lnTo>
                <a:lnTo>
                  <a:pt x="182007" y="105069"/>
                </a:lnTo>
                <a:lnTo>
                  <a:pt x="181952" y="105900"/>
                </a:lnTo>
                <a:lnTo>
                  <a:pt x="181876" y="106713"/>
                </a:lnTo>
                <a:lnTo>
                  <a:pt x="181779" y="107510"/>
                </a:lnTo>
                <a:lnTo>
                  <a:pt x="181662" y="108290"/>
                </a:lnTo>
                <a:lnTo>
                  <a:pt x="181524" y="109054"/>
                </a:lnTo>
                <a:lnTo>
                  <a:pt x="181366" y="109800"/>
                </a:lnTo>
                <a:lnTo>
                  <a:pt x="181187" y="110530"/>
                </a:lnTo>
                <a:lnTo>
                  <a:pt x="180988" y="111243"/>
                </a:lnTo>
                <a:lnTo>
                  <a:pt x="180768" y="111940"/>
                </a:lnTo>
                <a:lnTo>
                  <a:pt x="180528" y="112619"/>
                </a:lnTo>
                <a:lnTo>
                  <a:pt x="180267" y="113282"/>
                </a:lnTo>
                <a:lnTo>
                  <a:pt x="179985" y="113928"/>
                </a:lnTo>
                <a:lnTo>
                  <a:pt x="179683" y="114558"/>
                </a:lnTo>
                <a:lnTo>
                  <a:pt x="179360" y="115170"/>
                </a:lnTo>
                <a:lnTo>
                  <a:pt x="179017" y="115766"/>
                </a:lnTo>
                <a:lnTo>
                  <a:pt x="178654" y="116346"/>
                </a:lnTo>
                <a:lnTo>
                  <a:pt x="178269" y="116908"/>
                </a:lnTo>
                <a:lnTo>
                  <a:pt x="177864" y="117454"/>
                </a:lnTo>
                <a:lnTo>
                  <a:pt x="177439" y="117983"/>
                </a:lnTo>
                <a:lnTo>
                  <a:pt x="176993" y="118495"/>
                </a:lnTo>
                <a:lnTo>
                  <a:pt x="176527" y="118990"/>
                </a:lnTo>
                <a:lnTo>
                  <a:pt x="176040" y="119469"/>
                </a:lnTo>
                <a:lnTo>
                  <a:pt x="175532" y="119931"/>
                </a:lnTo>
                <a:lnTo>
                  <a:pt x="175006" y="120375"/>
                </a:lnTo>
                <a:lnTo>
                  <a:pt x="174463" y="120801"/>
                </a:lnTo>
                <a:lnTo>
                  <a:pt x="173903" y="121207"/>
                </a:lnTo>
                <a:lnTo>
                  <a:pt x="173326" y="121595"/>
                </a:lnTo>
                <a:lnTo>
                  <a:pt x="172733" y="121963"/>
                </a:lnTo>
                <a:lnTo>
                  <a:pt x="172123" y="122313"/>
                </a:lnTo>
                <a:lnTo>
                  <a:pt x="171496" y="122644"/>
                </a:lnTo>
                <a:lnTo>
                  <a:pt x="170852" y="122956"/>
                </a:lnTo>
                <a:lnTo>
                  <a:pt x="170191" y="123249"/>
                </a:lnTo>
                <a:lnTo>
                  <a:pt x="169514" y="123523"/>
                </a:lnTo>
                <a:lnTo>
                  <a:pt x="168820" y="123778"/>
                </a:lnTo>
                <a:lnTo>
                  <a:pt x="168109" y="124014"/>
                </a:lnTo>
                <a:lnTo>
                  <a:pt x="167381" y="124231"/>
                </a:lnTo>
                <a:lnTo>
                  <a:pt x="166637" y="124430"/>
                </a:lnTo>
                <a:lnTo>
                  <a:pt x="165876" y="124610"/>
                </a:lnTo>
                <a:lnTo>
                  <a:pt x="165098" y="124770"/>
                </a:lnTo>
                <a:lnTo>
                  <a:pt x="164303" y="124912"/>
                </a:lnTo>
                <a:lnTo>
                  <a:pt x="163491" y="125035"/>
                </a:lnTo>
                <a:lnTo>
                  <a:pt x="162663" y="125139"/>
                </a:lnTo>
                <a:lnTo>
                  <a:pt x="161818" y="125224"/>
                </a:lnTo>
                <a:lnTo>
                  <a:pt x="160956" y="125290"/>
                </a:lnTo>
                <a:lnTo>
                  <a:pt x="160077" y="125337"/>
                </a:lnTo>
                <a:lnTo>
                  <a:pt x="159182" y="125366"/>
                </a:lnTo>
                <a:lnTo>
                  <a:pt x="158269" y="125375"/>
                </a:lnTo>
                <a:lnTo>
                  <a:pt x="157413" y="125367"/>
                </a:lnTo>
                <a:lnTo>
                  <a:pt x="156571" y="125341"/>
                </a:lnTo>
                <a:lnTo>
                  <a:pt x="155743" y="125298"/>
                </a:lnTo>
                <a:lnTo>
                  <a:pt x="154929" y="125238"/>
                </a:lnTo>
                <a:lnTo>
                  <a:pt x="154129" y="125161"/>
                </a:lnTo>
                <a:lnTo>
                  <a:pt x="153343" y="125066"/>
                </a:lnTo>
                <a:lnTo>
                  <a:pt x="152572" y="124955"/>
                </a:lnTo>
                <a:lnTo>
                  <a:pt x="151814" y="124826"/>
                </a:lnTo>
                <a:lnTo>
                  <a:pt x="151070" y="124681"/>
                </a:lnTo>
                <a:lnTo>
                  <a:pt x="150340" y="124518"/>
                </a:lnTo>
                <a:lnTo>
                  <a:pt x="149625" y="124338"/>
                </a:lnTo>
                <a:lnTo>
                  <a:pt x="148923" y="124141"/>
                </a:lnTo>
                <a:lnTo>
                  <a:pt x="148235" y="123926"/>
                </a:lnTo>
                <a:lnTo>
                  <a:pt x="147562" y="123695"/>
                </a:lnTo>
                <a:lnTo>
                  <a:pt x="146902" y="123446"/>
                </a:lnTo>
                <a:lnTo>
                  <a:pt x="146257" y="123180"/>
                </a:lnTo>
                <a:lnTo>
                  <a:pt x="145625" y="122897"/>
                </a:lnTo>
                <a:lnTo>
                  <a:pt x="145008" y="122597"/>
                </a:lnTo>
                <a:lnTo>
                  <a:pt x="144405" y="122280"/>
                </a:lnTo>
                <a:lnTo>
                  <a:pt x="143815" y="121946"/>
                </a:lnTo>
                <a:lnTo>
                  <a:pt x="143240" y="121594"/>
                </a:lnTo>
                <a:lnTo>
                  <a:pt x="142679" y="121226"/>
                </a:lnTo>
                <a:lnTo>
                  <a:pt x="142132" y="120840"/>
                </a:lnTo>
                <a:lnTo>
                  <a:pt x="141599" y="120437"/>
                </a:lnTo>
                <a:lnTo>
                  <a:pt x="141079" y="120020"/>
                </a:lnTo>
                <a:lnTo>
                  <a:pt x="140570" y="119591"/>
                </a:lnTo>
                <a:lnTo>
                  <a:pt x="140074" y="119152"/>
                </a:lnTo>
                <a:lnTo>
                  <a:pt x="139589" y="118701"/>
                </a:lnTo>
                <a:lnTo>
                  <a:pt x="139116" y="118239"/>
                </a:lnTo>
                <a:lnTo>
                  <a:pt x="138655" y="117765"/>
                </a:lnTo>
                <a:lnTo>
                  <a:pt x="138206" y="117280"/>
                </a:lnTo>
                <a:lnTo>
                  <a:pt x="137768" y="116785"/>
                </a:lnTo>
                <a:lnTo>
                  <a:pt x="137342" y="116277"/>
                </a:lnTo>
                <a:lnTo>
                  <a:pt x="136929" y="115759"/>
                </a:lnTo>
                <a:lnTo>
                  <a:pt x="136527" y="115229"/>
                </a:lnTo>
                <a:lnTo>
                  <a:pt x="136136" y="114689"/>
                </a:lnTo>
                <a:lnTo>
                  <a:pt x="135758" y="114136"/>
                </a:lnTo>
                <a:lnTo>
                  <a:pt x="135391" y="113573"/>
                </a:lnTo>
                <a:lnTo>
                  <a:pt x="135037" y="112998"/>
                </a:lnTo>
                <a:lnTo>
                  <a:pt x="134694" y="112412"/>
                </a:lnTo>
                <a:lnTo>
                  <a:pt x="134363" y="111815"/>
                </a:lnTo>
                <a:lnTo>
                  <a:pt x="134043" y="111207"/>
                </a:lnTo>
                <a:lnTo>
                  <a:pt x="133736" y="110587"/>
                </a:lnTo>
                <a:lnTo>
                  <a:pt x="133440" y="109956"/>
                </a:lnTo>
                <a:lnTo>
                  <a:pt x="133156" y="109314"/>
                </a:lnTo>
                <a:lnTo>
                  <a:pt x="132884" y="108661"/>
                </a:lnTo>
                <a:lnTo>
                  <a:pt x="132624" y="107996"/>
                </a:lnTo>
                <a:lnTo>
                  <a:pt x="132376" y="107320"/>
                </a:lnTo>
                <a:lnTo>
                  <a:pt x="132138" y="106636"/>
                </a:lnTo>
                <a:lnTo>
                  <a:pt x="131910" y="105946"/>
                </a:lnTo>
                <a:lnTo>
                  <a:pt x="131692" y="105251"/>
                </a:lnTo>
                <a:lnTo>
                  <a:pt x="131484" y="104550"/>
                </a:lnTo>
                <a:lnTo>
                  <a:pt x="131285" y="103844"/>
                </a:lnTo>
                <a:lnTo>
                  <a:pt x="131096" y="103132"/>
                </a:lnTo>
                <a:lnTo>
                  <a:pt x="130917" y="102414"/>
                </a:lnTo>
                <a:lnTo>
                  <a:pt x="130748" y="101691"/>
                </a:lnTo>
                <a:lnTo>
                  <a:pt x="130589" y="100963"/>
                </a:lnTo>
                <a:lnTo>
                  <a:pt x="130439" y="100229"/>
                </a:lnTo>
                <a:lnTo>
                  <a:pt x="130299" y="99489"/>
                </a:lnTo>
                <a:lnTo>
                  <a:pt x="130169" y="98744"/>
                </a:lnTo>
                <a:lnTo>
                  <a:pt x="130048" y="97993"/>
                </a:lnTo>
                <a:lnTo>
                  <a:pt x="129937" y="97237"/>
                </a:lnTo>
                <a:lnTo>
                  <a:pt x="129836" y="96475"/>
                </a:lnTo>
                <a:lnTo>
                  <a:pt x="129745" y="95708"/>
                </a:lnTo>
                <a:lnTo>
                  <a:pt x="129664" y="94935"/>
                </a:lnTo>
                <a:lnTo>
                  <a:pt x="129592" y="94157"/>
                </a:lnTo>
                <a:lnTo>
                  <a:pt x="129530" y="93373"/>
                </a:lnTo>
                <a:lnTo>
                  <a:pt x="129478" y="92583"/>
                </a:lnTo>
                <a:lnTo>
                  <a:pt x="129436" y="91788"/>
                </a:lnTo>
                <a:lnTo>
                  <a:pt x="129403" y="90988"/>
                </a:lnTo>
                <a:lnTo>
                  <a:pt x="129380" y="90182"/>
                </a:lnTo>
                <a:lnTo>
                  <a:pt x="129367" y="89370"/>
                </a:lnTo>
                <a:lnTo>
                  <a:pt x="197825" y="89370"/>
                </a:lnTo>
                <a:lnTo>
                  <a:pt x="197841" y="89292"/>
                </a:lnTo>
                <a:lnTo>
                  <a:pt x="197857" y="89210"/>
                </a:lnTo>
                <a:lnTo>
                  <a:pt x="197873" y="89124"/>
                </a:lnTo>
                <a:lnTo>
                  <a:pt x="197888" y="89034"/>
                </a:lnTo>
                <a:lnTo>
                  <a:pt x="197903" y="88940"/>
                </a:lnTo>
                <a:lnTo>
                  <a:pt x="197918" y="88841"/>
                </a:lnTo>
                <a:lnTo>
                  <a:pt x="197932" y="88739"/>
                </a:lnTo>
                <a:lnTo>
                  <a:pt x="197946" y="88633"/>
                </a:lnTo>
                <a:lnTo>
                  <a:pt x="197959" y="88522"/>
                </a:lnTo>
                <a:lnTo>
                  <a:pt x="197972" y="88408"/>
                </a:lnTo>
                <a:lnTo>
                  <a:pt x="197985" y="88289"/>
                </a:lnTo>
                <a:lnTo>
                  <a:pt x="197998" y="88167"/>
                </a:lnTo>
                <a:lnTo>
                  <a:pt x="198010" y="88040"/>
                </a:lnTo>
                <a:lnTo>
                  <a:pt x="198022" y="87909"/>
                </a:lnTo>
                <a:lnTo>
                  <a:pt x="198033" y="87775"/>
                </a:lnTo>
                <a:lnTo>
                  <a:pt x="198044" y="87636"/>
                </a:lnTo>
                <a:lnTo>
                  <a:pt x="198055" y="87493"/>
                </a:lnTo>
                <a:lnTo>
                  <a:pt x="198066" y="87346"/>
                </a:lnTo>
                <a:lnTo>
                  <a:pt x="198076" y="87195"/>
                </a:lnTo>
                <a:lnTo>
                  <a:pt x="198085" y="87041"/>
                </a:lnTo>
                <a:lnTo>
                  <a:pt x="198095" y="86882"/>
                </a:lnTo>
                <a:lnTo>
                  <a:pt x="198104" y="86719"/>
                </a:lnTo>
                <a:lnTo>
                  <a:pt x="198113" y="86551"/>
                </a:lnTo>
                <a:lnTo>
                  <a:pt x="198121" y="86380"/>
                </a:lnTo>
                <a:lnTo>
                  <a:pt x="198129" y="86208"/>
                </a:lnTo>
                <a:lnTo>
                  <a:pt x="198137" y="86037"/>
                </a:lnTo>
                <a:lnTo>
                  <a:pt x="198144" y="85869"/>
                </a:lnTo>
                <a:lnTo>
                  <a:pt x="198151" y="85702"/>
                </a:lnTo>
                <a:lnTo>
                  <a:pt x="198158" y="85538"/>
                </a:lnTo>
                <a:lnTo>
                  <a:pt x="198164" y="85375"/>
                </a:lnTo>
                <a:lnTo>
                  <a:pt x="198170" y="85214"/>
                </a:lnTo>
                <a:lnTo>
                  <a:pt x="198176" y="85055"/>
                </a:lnTo>
                <a:lnTo>
                  <a:pt x="198181" y="84898"/>
                </a:lnTo>
                <a:lnTo>
                  <a:pt x="198186" y="84743"/>
                </a:lnTo>
                <a:lnTo>
                  <a:pt x="198191" y="84590"/>
                </a:lnTo>
                <a:lnTo>
                  <a:pt x="198195" y="84439"/>
                </a:lnTo>
                <a:lnTo>
                  <a:pt x="198199" y="84290"/>
                </a:lnTo>
                <a:lnTo>
                  <a:pt x="198203" y="84143"/>
                </a:lnTo>
                <a:lnTo>
                  <a:pt x="198206" y="83997"/>
                </a:lnTo>
                <a:lnTo>
                  <a:pt x="198209" y="83854"/>
                </a:lnTo>
                <a:lnTo>
                  <a:pt x="198211" y="83713"/>
                </a:lnTo>
                <a:lnTo>
                  <a:pt x="198214" y="83573"/>
                </a:lnTo>
                <a:lnTo>
                  <a:pt x="198215" y="83435"/>
                </a:lnTo>
                <a:lnTo>
                  <a:pt x="198217" y="83300"/>
                </a:lnTo>
                <a:lnTo>
                  <a:pt x="198218" y="83166"/>
                </a:lnTo>
                <a:lnTo>
                  <a:pt x="198219" y="83034"/>
                </a:lnTo>
                <a:lnTo>
                  <a:pt x="198220" y="82905"/>
                </a:lnTo>
                <a:lnTo>
                  <a:pt x="198220" y="82777"/>
                </a:lnTo>
                <a:lnTo>
                  <a:pt x="198200" y="80893"/>
                </a:lnTo>
                <a:lnTo>
                  <a:pt x="198142" y="79047"/>
                </a:lnTo>
                <a:lnTo>
                  <a:pt x="198046" y="77237"/>
                </a:lnTo>
                <a:lnTo>
                  <a:pt x="197910" y="75465"/>
                </a:lnTo>
                <a:lnTo>
                  <a:pt x="197736" y="73729"/>
                </a:lnTo>
                <a:lnTo>
                  <a:pt x="197523" y="72031"/>
                </a:lnTo>
                <a:lnTo>
                  <a:pt x="197272" y="70369"/>
                </a:lnTo>
                <a:lnTo>
                  <a:pt x="196981" y="68745"/>
                </a:lnTo>
                <a:lnTo>
                  <a:pt x="196652" y="67157"/>
                </a:lnTo>
                <a:lnTo>
                  <a:pt x="196285" y="65607"/>
                </a:lnTo>
                <a:lnTo>
                  <a:pt x="195878" y="64093"/>
                </a:lnTo>
                <a:lnTo>
                  <a:pt x="195433" y="62617"/>
                </a:lnTo>
                <a:lnTo>
                  <a:pt x="194949" y="61177"/>
                </a:lnTo>
                <a:lnTo>
                  <a:pt x="194427" y="59774"/>
                </a:lnTo>
                <a:lnTo>
                  <a:pt x="193866" y="58409"/>
                </a:lnTo>
                <a:lnTo>
                  <a:pt x="193266" y="57080"/>
                </a:lnTo>
                <a:lnTo>
                  <a:pt x="192627" y="55789"/>
                </a:lnTo>
                <a:lnTo>
                  <a:pt x="191950" y="54534"/>
                </a:lnTo>
                <a:lnTo>
                  <a:pt x="191234" y="53316"/>
                </a:lnTo>
                <a:lnTo>
                  <a:pt x="190479" y="52136"/>
                </a:lnTo>
                <a:lnTo>
                  <a:pt x="189686" y="50992"/>
                </a:lnTo>
                <a:lnTo>
                  <a:pt x="188853" y="49886"/>
                </a:lnTo>
                <a:lnTo>
                  <a:pt x="187983" y="48816"/>
                </a:lnTo>
                <a:lnTo>
                  <a:pt x="187073" y="47783"/>
                </a:lnTo>
                <a:lnTo>
                  <a:pt x="186130" y="46790"/>
                </a:lnTo>
                <a:lnTo>
                  <a:pt x="185156" y="45839"/>
                </a:lnTo>
                <a:lnTo>
                  <a:pt x="184154" y="44930"/>
                </a:lnTo>
                <a:lnTo>
                  <a:pt x="183122" y="44064"/>
                </a:lnTo>
                <a:lnTo>
                  <a:pt x="182060" y="43239"/>
                </a:lnTo>
                <a:lnTo>
                  <a:pt x="180970" y="42457"/>
                </a:lnTo>
                <a:lnTo>
                  <a:pt x="179849" y="41718"/>
                </a:lnTo>
                <a:lnTo>
                  <a:pt x="178699" y="41020"/>
                </a:lnTo>
                <a:lnTo>
                  <a:pt x="177520" y="40365"/>
                </a:lnTo>
                <a:lnTo>
                  <a:pt x="176311" y="39752"/>
                </a:lnTo>
                <a:lnTo>
                  <a:pt x="175073" y="39182"/>
                </a:lnTo>
                <a:lnTo>
                  <a:pt x="173806" y="38653"/>
                </a:lnTo>
                <a:lnTo>
                  <a:pt x="172509" y="38167"/>
                </a:lnTo>
                <a:lnTo>
                  <a:pt x="171182" y="37723"/>
                </a:lnTo>
                <a:lnTo>
                  <a:pt x="169826" y="37322"/>
                </a:lnTo>
                <a:lnTo>
                  <a:pt x="168441" y="36963"/>
                </a:lnTo>
                <a:lnTo>
                  <a:pt x="167026" y="36646"/>
                </a:lnTo>
                <a:lnTo>
                  <a:pt x="165581" y="36371"/>
                </a:lnTo>
                <a:lnTo>
                  <a:pt x="164107" y="36138"/>
                </a:lnTo>
                <a:lnTo>
                  <a:pt x="162604" y="35948"/>
                </a:lnTo>
                <a:lnTo>
                  <a:pt x="161071" y="35800"/>
                </a:lnTo>
                <a:lnTo>
                  <a:pt x="159509" y="35695"/>
                </a:lnTo>
                <a:lnTo>
                  <a:pt x="157918" y="35631"/>
                </a:lnTo>
                <a:lnTo>
                  <a:pt x="156297" y="35610"/>
                </a:lnTo>
                <a:lnTo>
                  <a:pt x="155073" y="35621"/>
                </a:lnTo>
                <a:lnTo>
                  <a:pt x="153866" y="35655"/>
                </a:lnTo>
                <a:lnTo>
                  <a:pt x="152678" y="35712"/>
                </a:lnTo>
                <a:lnTo>
                  <a:pt x="151508" y="35791"/>
                </a:lnTo>
                <a:lnTo>
                  <a:pt x="150356" y="35892"/>
                </a:lnTo>
                <a:lnTo>
                  <a:pt x="149222" y="36016"/>
                </a:lnTo>
                <a:lnTo>
                  <a:pt x="148106" y="36163"/>
                </a:lnTo>
                <a:lnTo>
                  <a:pt x="147008" y="36332"/>
                </a:lnTo>
                <a:lnTo>
                  <a:pt x="145927" y="36524"/>
                </a:lnTo>
                <a:lnTo>
                  <a:pt x="144865" y="36739"/>
                </a:lnTo>
                <a:lnTo>
                  <a:pt x="143821" y="36976"/>
                </a:lnTo>
                <a:lnTo>
                  <a:pt x="142795" y="37235"/>
                </a:lnTo>
                <a:lnTo>
                  <a:pt x="141787" y="37518"/>
                </a:lnTo>
                <a:lnTo>
                  <a:pt x="140796" y="37822"/>
                </a:lnTo>
                <a:lnTo>
                  <a:pt x="139824" y="38150"/>
                </a:lnTo>
                <a:lnTo>
                  <a:pt x="138870" y="38499"/>
                </a:lnTo>
                <a:lnTo>
                  <a:pt x="137933" y="38872"/>
                </a:lnTo>
                <a:lnTo>
                  <a:pt x="137015" y="39267"/>
                </a:lnTo>
                <a:lnTo>
                  <a:pt x="136115" y="39685"/>
                </a:lnTo>
                <a:lnTo>
                  <a:pt x="135232" y="40125"/>
                </a:lnTo>
                <a:lnTo>
                  <a:pt x="134368" y="40588"/>
                </a:lnTo>
                <a:lnTo>
                  <a:pt x="133521" y="41073"/>
                </a:lnTo>
                <a:lnTo>
                  <a:pt x="132693" y="41581"/>
                </a:lnTo>
                <a:lnTo>
                  <a:pt x="131882" y="42111"/>
                </a:lnTo>
                <a:lnTo>
                  <a:pt x="131090" y="42662"/>
                </a:lnTo>
                <a:lnTo>
                  <a:pt x="130314" y="43230"/>
                </a:lnTo>
                <a:lnTo>
                  <a:pt x="129555" y="43815"/>
                </a:lnTo>
                <a:lnTo>
                  <a:pt x="128814" y="44418"/>
                </a:lnTo>
                <a:lnTo>
                  <a:pt x="128089" y="45038"/>
                </a:lnTo>
                <a:lnTo>
                  <a:pt x="127382" y="45676"/>
                </a:lnTo>
                <a:lnTo>
                  <a:pt x="126692" y="46331"/>
                </a:lnTo>
                <a:lnTo>
                  <a:pt x="126019" y="47004"/>
                </a:lnTo>
                <a:lnTo>
                  <a:pt x="125363" y="47694"/>
                </a:lnTo>
                <a:lnTo>
                  <a:pt x="124724" y="48402"/>
                </a:lnTo>
                <a:lnTo>
                  <a:pt x="124102" y="49127"/>
                </a:lnTo>
                <a:lnTo>
                  <a:pt x="123498" y="49869"/>
                </a:lnTo>
                <a:lnTo>
                  <a:pt x="122910" y="50629"/>
                </a:lnTo>
                <a:lnTo>
                  <a:pt x="122340" y="51407"/>
                </a:lnTo>
                <a:lnTo>
                  <a:pt x="121787" y="52202"/>
                </a:lnTo>
                <a:lnTo>
                  <a:pt x="121251" y="53014"/>
                </a:lnTo>
                <a:lnTo>
                  <a:pt x="120732" y="53844"/>
                </a:lnTo>
                <a:lnTo>
                  <a:pt x="120230" y="54691"/>
                </a:lnTo>
                <a:lnTo>
                  <a:pt x="119746" y="55556"/>
                </a:lnTo>
                <a:lnTo>
                  <a:pt x="119278" y="56438"/>
                </a:lnTo>
                <a:lnTo>
                  <a:pt x="118828" y="57338"/>
                </a:lnTo>
                <a:lnTo>
                  <a:pt x="118394" y="58255"/>
                </a:lnTo>
                <a:lnTo>
                  <a:pt x="117978" y="59189"/>
                </a:lnTo>
                <a:lnTo>
                  <a:pt x="117579" y="60141"/>
                </a:lnTo>
                <a:lnTo>
                  <a:pt x="117197" y="61108"/>
                </a:lnTo>
                <a:lnTo>
                  <a:pt x="116831" y="62088"/>
                </a:lnTo>
                <a:lnTo>
                  <a:pt x="116481" y="63080"/>
                </a:lnTo>
                <a:lnTo>
                  <a:pt x="116148" y="64084"/>
                </a:lnTo>
                <a:lnTo>
                  <a:pt x="115830" y="65102"/>
                </a:lnTo>
                <a:lnTo>
                  <a:pt x="115529" y="66131"/>
                </a:lnTo>
                <a:lnTo>
                  <a:pt x="115245" y="67173"/>
                </a:lnTo>
                <a:lnTo>
                  <a:pt x="114976" y="68228"/>
                </a:lnTo>
                <a:lnTo>
                  <a:pt x="114724" y="69295"/>
                </a:lnTo>
                <a:lnTo>
                  <a:pt x="114488" y="70375"/>
                </a:lnTo>
                <a:lnTo>
                  <a:pt x="114268" y="71467"/>
                </a:lnTo>
                <a:lnTo>
                  <a:pt x="114065" y="72572"/>
                </a:lnTo>
                <a:lnTo>
                  <a:pt x="113878" y="73689"/>
                </a:lnTo>
                <a:lnTo>
                  <a:pt x="113707" y="74819"/>
                </a:lnTo>
                <a:lnTo>
                  <a:pt x="113553" y="75961"/>
                </a:lnTo>
                <a:lnTo>
                  <a:pt x="113414" y="77116"/>
                </a:lnTo>
                <a:lnTo>
                  <a:pt x="113292" y="78283"/>
                </a:lnTo>
                <a:lnTo>
                  <a:pt x="113187" y="79463"/>
                </a:lnTo>
                <a:lnTo>
                  <a:pt x="113097" y="80656"/>
                </a:lnTo>
                <a:lnTo>
                  <a:pt x="113024" y="81861"/>
                </a:lnTo>
                <a:lnTo>
                  <a:pt x="112967" y="83078"/>
                </a:lnTo>
                <a:lnTo>
                  <a:pt x="112926" y="84308"/>
                </a:lnTo>
                <a:lnTo>
                  <a:pt x="112902" y="85551"/>
                </a:lnTo>
                <a:lnTo>
                  <a:pt x="112894" y="86806"/>
                </a:lnTo>
                <a:lnTo>
                  <a:pt x="112902" y="88011"/>
                </a:lnTo>
                <a:lnTo>
                  <a:pt x="112927" y="89206"/>
                </a:lnTo>
                <a:lnTo>
                  <a:pt x="112969" y="90392"/>
                </a:lnTo>
                <a:lnTo>
                  <a:pt x="113028" y="91567"/>
                </a:lnTo>
                <a:lnTo>
                  <a:pt x="113103" y="92732"/>
                </a:lnTo>
                <a:lnTo>
                  <a:pt x="113196" y="93887"/>
                </a:lnTo>
                <a:lnTo>
                  <a:pt x="113305" y="95032"/>
                </a:lnTo>
                <a:lnTo>
                  <a:pt x="113431" y="96168"/>
                </a:lnTo>
                <a:lnTo>
                  <a:pt x="113573" y="97293"/>
                </a:lnTo>
                <a:lnTo>
                  <a:pt x="113733" y="98407"/>
                </a:lnTo>
                <a:lnTo>
                  <a:pt x="113909" y="99512"/>
                </a:lnTo>
                <a:lnTo>
                  <a:pt x="114102" y="100607"/>
                </a:lnTo>
                <a:lnTo>
                  <a:pt x="114312" y="101692"/>
                </a:lnTo>
                <a:lnTo>
                  <a:pt x="114538" y="102767"/>
                </a:lnTo>
                <a:lnTo>
                  <a:pt x="114782" y="103831"/>
                </a:lnTo>
                <a:lnTo>
                  <a:pt x="115042" y="104886"/>
                </a:lnTo>
                <a:lnTo>
                  <a:pt x="115319" y="105931"/>
                </a:lnTo>
                <a:lnTo>
                  <a:pt x="115613" y="106965"/>
                </a:lnTo>
                <a:lnTo>
                  <a:pt x="115923" y="107990"/>
                </a:lnTo>
                <a:lnTo>
                  <a:pt x="116250" y="109004"/>
                </a:lnTo>
                <a:lnTo>
                  <a:pt x="116594" y="110009"/>
                </a:lnTo>
                <a:lnTo>
                  <a:pt x="116955" y="111003"/>
                </a:lnTo>
                <a:lnTo>
                  <a:pt x="117333" y="111987"/>
                </a:lnTo>
                <a:lnTo>
                  <a:pt x="117727" y="112961"/>
                </a:lnTo>
                <a:lnTo>
                  <a:pt x="118139" y="113922"/>
                </a:lnTo>
                <a:lnTo>
                  <a:pt x="118569" y="114866"/>
                </a:lnTo>
                <a:lnTo>
                  <a:pt x="119016" y="115792"/>
                </a:lnTo>
                <a:lnTo>
                  <a:pt x="119482" y="116702"/>
                </a:lnTo>
                <a:lnTo>
                  <a:pt x="119966" y="117595"/>
                </a:lnTo>
                <a:lnTo>
                  <a:pt x="120468" y="118471"/>
                </a:lnTo>
                <a:lnTo>
                  <a:pt x="120987" y="119330"/>
                </a:lnTo>
                <a:lnTo>
                  <a:pt x="121525" y="120172"/>
                </a:lnTo>
                <a:lnTo>
                  <a:pt x="122081" y="120997"/>
                </a:lnTo>
                <a:lnTo>
                  <a:pt x="122654" y="121806"/>
                </a:lnTo>
                <a:lnTo>
                  <a:pt x="123246" y="122597"/>
                </a:lnTo>
                <a:lnTo>
                  <a:pt x="123855" y="123371"/>
                </a:lnTo>
                <a:lnTo>
                  <a:pt x="124483" y="124129"/>
                </a:lnTo>
                <a:lnTo>
                  <a:pt x="125128" y="124870"/>
                </a:lnTo>
                <a:lnTo>
                  <a:pt x="125792" y="125593"/>
                </a:lnTo>
                <a:lnTo>
                  <a:pt x="126474" y="126300"/>
                </a:lnTo>
                <a:lnTo>
                  <a:pt x="127173" y="126990"/>
                </a:lnTo>
                <a:lnTo>
                  <a:pt x="127890" y="127663"/>
                </a:lnTo>
                <a:lnTo>
                  <a:pt x="128626" y="128319"/>
                </a:lnTo>
                <a:lnTo>
                  <a:pt x="129379" y="128958"/>
                </a:lnTo>
                <a:lnTo>
                  <a:pt x="130151" y="129581"/>
                </a:lnTo>
                <a:lnTo>
                  <a:pt x="130940" y="130186"/>
                </a:lnTo>
                <a:lnTo>
                  <a:pt x="131748" y="130775"/>
                </a:lnTo>
                <a:lnTo>
                  <a:pt x="132573" y="131346"/>
                </a:lnTo>
                <a:lnTo>
                  <a:pt x="133417" y="131897"/>
                </a:lnTo>
                <a:lnTo>
                  <a:pt x="134281" y="132425"/>
                </a:lnTo>
                <a:lnTo>
                  <a:pt x="135165" y="132929"/>
                </a:lnTo>
                <a:lnTo>
                  <a:pt x="136068" y="133410"/>
                </a:lnTo>
                <a:lnTo>
                  <a:pt x="136991" y="133867"/>
                </a:lnTo>
                <a:lnTo>
                  <a:pt x="137934" y="134301"/>
                </a:lnTo>
                <a:lnTo>
                  <a:pt x="138896" y="134711"/>
                </a:lnTo>
                <a:lnTo>
                  <a:pt x="139878" y="135098"/>
                </a:lnTo>
                <a:lnTo>
                  <a:pt x="140880" y="135462"/>
                </a:lnTo>
                <a:lnTo>
                  <a:pt x="141901" y="135802"/>
                </a:lnTo>
                <a:lnTo>
                  <a:pt x="142942" y="136118"/>
                </a:lnTo>
                <a:lnTo>
                  <a:pt x="144003" y="136412"/>
                </a:lnTo>
                <a:lnTo>
                  <a:pt x="145084" y="136681"/>
                </a:lnTo>
                <a:lnTo>
                  <a:pt x="146184" y="136927"/>
                </a:lnTo>
                <a:lnTo>
                  <a:pt x="147304" y="137150"/>
                </a:lnTo>
                <a:lnTo>
                  <a:pt x="148443" y="137350"/>
                </a:lnTo>
                <a:lnTo>
                  <a:pt x="149603" y="137525"/>
                </a:lnTo>
                <a:lnTo>
                  <a:pt x="150782" y="137678"/>
                </a:lnTo>
                <a:lnTo>
                  <a:pt x="151980" y="137807"/>
                </a:lnTo>
                <a:lnTo>
                  <a:pt x="153199" y="137912"/>
                </a:lnTo>
                <a:lnTo>
                  <a:pt x="154437" y="137994"/>
                </a:lnTo>
                <a:lnTo>
                  <a:pt x="155695" y="138053"/>
                </a:lnTo>
                <a:lnTo>
                  <a:pt x="156972" y="138088"/>
                </a:lnTo>
                <a:lnTo>
                  <a:pt x="158269" y="138100"/>
                </a:lnTo>
                <a:lnTo>
                  <a:pt x="159275" y="138093"/>
                </a:lnTo>
                <a:lnTo>
                  <a:pt x="160269" y="138071"/>
                </a:lnTo>
                <a:lnTo>
                  <a:pt x="161252" y="138036"/>
                </a:lnTo>
                <a:lnTo>
                  <a:pt x="162223" y="137986"/>
                </a:lnTo>
                <a:close/>
                <a:moveTo>
                  <a:pt x="129988" y="72779"/>
                </a:moveTo>
                <a:lnTo>
                  <a:pt x="130168" y="71699"/>
                </a:lnTo>
                <a:lnTo>
                  <a:pt x="130369" y="70642"/>
                </a:lnTo>
                <a:lnTo>
                  <a:pt x="130590" y="69609"/>
                </a:lnTo>
                <a:lnTo>
                  <a:pt x="130830" y="68600"/>
                </a:lnTo>
                <a:lnTo>
                  <a:pt x="131091" y="67615"/>
                </a:lnTo>
                <a:lnTo>
                  <a:pt x="131372" y="66653"/>
                </a:lnTo>
                <a:lnTo>
                  <a:pt x="131673" y="65715"/>
                </a:lnTo>
                <a:lnTo>
                  <a:pt x="131993" y="64800"/>
                </a:lnTo>
                <a:lnTo>
                  <a:pt x="132334" y="63909"/>
                </a:lnTo>
                <a:lnTo>
                  <a:pt x="132695" y="63042"/>
                </a:lnTo>
                <a:lnTo>
                  <a:pt x="133076" y="62198"/>
                </a:lnTo>
                <a:lnTo>
                  <a:pt x="133477" y="61378"/>
                </a:lnTo>
                <a:lnTo>
                  <a:pt x="133898" y="60581"/>
                </a:lnTo>
                <a:lnTo>
                  <a:pt x="134339" y="59809"/>
                </a:lnTo>
                <a:lnTo>
                  <a:pt x="134800" y="59059"/>
                </a:lnTo>
                <a:lnTo>
                  <a:pt x="135282" y="58334"/>
                </a:lnTo>
                <a:lnTo>
                  <a:pt x="135783" y="57632"/>
                </a:lnTo>
                <a:lnTo>
                  <a:pt x="136304" y="56954"/>
                </a:lnTo>
                <a:lnTo>
                  <a:pt x="136845" y="56299"/>
                </a:lnTo>
                <a:lnTo>
                  <a:pt x="137406" y="55668"/>
                </a:lnTo>
                <a:lnTo>
                  <a:pt x="137987" y="55062"/>
                </a:lnTo>
                <a:lnTo>
                  <a:pt x="138585" y="54481"/>
                </a:lnTo>
                <a:lnTo>
                  <a:pt x="139201" y="53927"/>
                </a:lnTo>
                <a:lnTo>
                  <a:pt x="139836" y="53398"/>
                </a:lnTo>
                <a:lnTo>
                  <a:pt x="140488" y="52894"/>
                </a:lnTo>
                <a:lnTo>
                  <a:pt x="141158" y="52417"/>
                </a:lnTo>
                <a:lnTo>
                  <a:pt x="141846" y="51965"/>
                </a:lnTo>
                <a:lnTo>
                  <a:pt x="142552" y="51540"/>
                </a:lnTo>
                <a:lnTo>
                  <a:pt x="143276" y="51140"/>
                </a:lnTo>
                <a:lnTo>
                  <a:pt x="144019" y="50765"/>
                </a:lnTo>
                <a:lnTo>
                  <a:pt x="144779" y="50417"/>
                </a:lnTo>
                <a:lnTo>
                  <a:pt x="145557" y="50094"/>
                </a:lnTo>
                <a:lnTo>
                  <a:pt x="146353" y="49798"/>
                </a:lnTo>
                <a:lnTo>
                  <a:pt x="147167" y="49527"/>
                </a:lnTo>
                <a:lnTo>
                  <a:pt x="147999" y="49282"/>
                </a:lnTo>
                <a:lnTo>
                  <a:pt x="148849" y="49062"/>
                </a:lnTo>
                <a:lnTo>
                  <a:pt x="149717" y="48869"/>
                </a:lnTo>
                <a:lnTo>
                  <a:pt x="150603" y="48701"/>
                </a:lnTo>
                <a:lnTo>
                  <a:pt x="151507" y="48559"/>
                </a:lnTo>
                <a:lnTo>
                  <a:pt x="152429" y="48443"/>
                </a:lnTo>
                <a:lnTo>
                  <a:pt x="153369" y="48352"/>
                </a:lnTo>
                <a:lnTo>
                  <a:pt x="154327" y="48288"/>
                </a:lnTo>
                <a:lnTo>
                  <a:pt x="155303" y="48249"/>
                </a:lnTo>
                <a:lnTo>
                  <a:pt x="156297" y="48236"/>
                </a:lnTo>
                <a:lnTo>
                  <a:pt x="157282" y="48249"/>
                </a:lnTo>
                <a:lnTo>
                  <a:pt x="158250" y="48288"/>
                </a:lnTo>
                <a:lnTo>
                  <a:pt x="159199" y="48353"/>
                </a:lnTo>
                <a:lnTo>
                  <a:pt x="160130" y="48444"/>
                </a:lnTo>
                <a:lnTo>
                  <a:pt x="161043" y="48561"/>
                </a:lnTo>
                <a:lnTo>
                  <a:pt x="161938" y="48704"/>
                </a:lnTo>
                <a:lnTo>
                  <a:pt x="162814" y="48873"/>
                </a:lnTo>
                <a:lnTo>
                  <a:pt x="163673" y="49068"/>
                </a:lnTo>
                <a:lnTo>
                  <a:pt x="164513" y="49289"/>
                </a:lnTo>
                <a:lnTo>
                  <a:pt x="165335" y="49536"/>
                </a:lnTo>
                <a:lnTo>
                  <a:pt x="166139" y="49809"/>
                </a:lnTo>
                <a:lnTo>
                  <a:pt x="166925" y="50107"/>
                </a:lnTo>
                <a:lnTo>
                  <a:pt x="167693" y="50432"/>
                </a:lnTo>
                <a:lnTo>
                  <a:pt x="168443" y="50783"/>
                </a:lnTo>
                <a:lnTo>
                  <a:pt x="169174" y="51160"/>
                </a:lnTo>
                <a:lnTo>
                  <a:pt x="169887" y="51563"/>
                </a:lnTo>
                <a:lnTo>
                  <a:pt x="170582" y="51992"/>
                </a:lnTo>
                <a:lnTo>
                  <a:pt x="171259" y="52446"/>
                </a:lnTo>
                <a:lnTo>
                  <a:pt x="171918" y="52927"/>
                </a:lnTo>
                <a:lnTo>
                  <a:pt x="172559" y="53434"/>
                </a:lnTo>
                <a:lnTo>
                  <a:pt x="173181" y="53967"/>
                </a:lnTo>
                <a:lnTo>
                  <a:pt x="173786" y="54525"/>
                </a:lnTo>
                <a:lnTo>
                  <a:pt x="174372" y="55110"/>
                </a:lnTo>
                <a:lnTo>
                  <a:pt x="174940" y="55721"/>
                </a:lnTo>
                <a:lnTo>
                  <a:pt x="175488" y="56356"/>
                </a:lnTo>
                <a:lnTo>
                  <a:pt x="176013" y="57014"/>
                </a:lnTo>
                <a:lnTo>
                  <a:pt x="176517" y="57695"/>
                </a:lnTo>
                <a:lnTo>
                  <a:pt x="176998" y="58399"/>
                </a:lnTo>
                <a:lnTo>
                  <a:pt x="177457" y="59127"/>
                </a:lnTo>
                <a:lnTo>
                  <a:pt x="177893" y="59877"/>
                </a:lnTo>
                <a:lnTo>
                  <a:pt x="178307" y="60651"/>
                </a:lnTo>
                <a:lnTo>
                  <a:pt x="178699" y="61448"/>
                </a:lnTo>
                <a:lnTo>
                  <a:pt x="179069" y="62267"/>
                </a:lnTo>
                <a:lnTo>
                  <a:pt x="179417" y="63110"/>
                </a:lnTo>
                <a:lnTo>
                  <a:pt x="179742" y="63976"/>
                </a:lnTo>
                <a:lnTo>
                  <a:pt x="180045" y="64865"/>
                </a:lnTo>
                <a:lnTo>
                  <a:pt x="180326" y="65778"/>
                </a:lnTo>
                <a:lnTo>
                  <a:pt x="180584" y="66713"/>
                </a:lnTo>
                <a:lnTo>
                  <a:pt x="180820" y="67671"/>
                </a:lnTo>
                <a:lnTo>
                  <a:pt x="181034" y="68653"/>
                </a:lnTo>
                <a:lnTo>
                  <a:pt x="181226" y="69657"/>
                </a:lnTo>
                <a:lnTo>
                  <a:pt x="181395" y="70685"/>
                </a:lnTo>
                <a:lnTo>
                  <a:pt x="181542" y="71736"/>
                </a:lnTo>
                <a:lnTo>
                  <a:pt x="181667" y="72810"/>
                </a:lnTo>
                <a:lnTo>
                  <a:pt x="181770" y="73907"/>
                </a:lnTo>
                <a:lnTo>
                  <a:pt x="181850" y="75027"/>
                </a:lnTo>
                <a:lnTo>
                  <a:pt x="181908" y="76170"/>
                </a:lnTo>
                <a:lnTo>
                  <a:pt x="181944" y="77336"/>
                </a:lnTo>
                <a:lnTo>
                  <a:pt x="129466" y="77336"/>
                </a:lnTo>
                <a:lnTo>
                  <a:pt x="129566" y="76161"/>
                </a:lnTo>
                <a:lnTo>
                  <a:pt x="129687" y="75010"/>
                </a:lnTo>
                <a:lnTo>
                  <a:pt x="129827" y="73883"/>
                </a:lnTo>
                <a:lnTo>
                  <a:pt x="129988" y="72779"/>
                </a:lnTo>
                <a:close/>
                <a:moveTo>
                  <a:pt x="373326" y="137953"/>
                </a:moveTo>
                <a:lnTo>
                  <a:pt x="374319" y="137871"/>
                </a:lnTo>
                <a:lnTo>
                  <a:pt x="375298" y="137770"/>
                </a:lnTo>
                <a:lnTo>
                  <a:pt x="376261" y="137651"/>
                </a:lnTo>
                <a:lnTo>
                  <a:pt x="377210" y="137514"/>
                </a:lnTo>
                <a:lnTo>
                  <a:pt x="378144" y="137358"/>
                </a:lnTo>
                <a:lnTo>
                  <a:pt x="379062" y="137184"/>
                </a:lnTo>
                <a:lnTo>
                  <a:pt x="379966" y="136991"/>
                </a:lnTo>
                <a:lnTo>
                  <a:pt x="380855" y="136781"/>
                </a:lnTo>
                <a:lnTo>
                  <a:pt x="381730" y="136552"/>
                </a:lnTo>
                <a:lnTo>
                  <a:pt x="382589" y="136304"/>
                </a:lnTo>
                <a:lnTo>
                  <a:pt x="383433" y="136039"/>
                </a:lnTo>
                <a:lnTo>
                  <a:pt x="384263" y="135755"/>
                </a:lnTo>
                <a:lnTo>
                  <a:pt x="385077" y="135452"/>
                </a:lnTo>
                <a:lnTo>
                  <a:pt x="385877" y="135131"/>
                </a:lnTo>
                <a:lnTo>
                  <a:pt x="386662" y="134792"/>
                </a:lnTo>
                <a:lnTo>
                  <a:pt x="387432" y="134435"/>
                </a:lnTo>
                <a:lnTo>
                  <a:pt x="388187" y="134060"/>
                </a:lnTo>
                <a:lnTo>
                  <a:pt x="388927" y="133666"/>
                </a:lnTo>
                <a:lnTo>
                  <a:pt x="389652" y="133253"/>
                </a:lnTo>
                <a:lnTo>
                  <a:pt x="390362" y="132823"/>
                </a:lnTo>
                <a:lnTo>
                  <a:pt x="391058" y="132382"/>
                </a:lnTo>
                <a:lnTo>
                  <a:pt x="391741" y="131940"/>
                </a:lnTo>
                <a:lnTo>
                  <a:pt x="392411" y="131496"/>
                </a:lnTo>
                <a:lnTo>
                  <a:pt x="393068" y="131051"/>
                </a:lnTo>
                <a:lnTo>
                  <a:pt x="393711" y="130604"/>
                </a:lnTo>
                <a:lnTo>
                  <a:pt x="394342" y="130156"/>
                </a:lnTo>
                <a:lnTo>
                  <a:pt x="394959" y="129706"/>
                </a:lnTo>
                <a:lnTo>
                  <a:pt x="395563" y="129255"/>
                </a:lnTo>
                <a:lnTo>
                  <a:pt x="396154" y="128802"/>
                </a:lnTo>
                <a:lnTo>
                  <a:pt x="396731" y="128348"/>
                </a:lnTo>
                <a:lnTo>
                  <a:pt x="397295" y="127892"/>
                </a:lnTo>
                <a:lnTo>
                  <a:pt x="397847" y="127434"/>
                </a:lnTo>
                <a:lnTo>
                  <a:pt x="398385" y="126975"/>
                </a:lnTo>
                <a:lnTo>
                  <a:pt x="398909" y="126515"/>
                </a:lnTo>
                <a:lnTo>
                  <a:pt x="399421" y="126052"/>
                </a:lnTo>
                <a:lnTo>
                  <a:pt x="399920" y="125589"/>
                </a:lnTo>
                <a:lnTo>
                  <a:pt x="400405" y="125124"/>
                </a:lnTo>
                <a:lnTo>
                  <a:pt x="400877" y="124657"/>
                </a:lnTo>
                <a:lnTo>
                  <a:pt x="401336" y="124189"/>
                </a:lnTo>
                <a:lnTo>
                  <a:pt x="401781" y="123719"/>
                </a:lnTo>
                <a:lnTo>
                  <a:pt x="402214" y="123247"/>
                </a:lnTo>
                <a:lnTo>
                  <a:pt x="402633" y="122774"/>
                </a:lnTo>
                <a:lnTo>
                  <a:pt x="403039" y="122300"/>
                </a:lnTo>
                <a:lnTo>
                  <a:pt x="403432" y="121824"/>
                </a:lnTo>
                <a:lnTo>
                  <a:pt x="403926" y="136324"/>
                </a:lnTo>
                <a:lnTo>
                  <a:pt x="419807" y="136324"/>
                </a:lnTo>
                <a:lnTo>
                  <a:pt x="419807" y="37287"/>
                </a:lnTo>
                <a:lnTo>
                  <a:pt x="403235" y="37287"/>
                </a:lnTo>
                <a:lnTo>
                  <a:pt x="403235" y="108020"/>
                </a:lnTo>
                <a:lnTo>
                  <a:pt x="402860" y="108530"/>
                </a:lnTo>
                <a:lnTo>
                  <a:pt x="402475" y="109035"/>
                </a:lnTo>
                <a:lnTo>
                  <a:pt x="402081" y="109535"/>
                </a:lnTo>
                <a:lnTo>
                  <a:pt x="401676" y="110030"/>
                </a:lnTo>
                <a:lnTo>
                  <a:pt x="401261" y="110519"/>
                </a:lnTo>
                <a:lnTo>
                  <a:pt x="400837" y="111003"/>
                </a:lnTo>
                <a:lnTo>
                  <a:pt x="400402" y="111483"/>
                </a:lnTo>
                <a:lnTo>
                  <a:pt x="399958" y="111957"/>
                </a:lnTo>
                <a:lnTo>
                  <a:pt x="399504" y="112425"/>
                </a:lnTo>
                <a:lnTo>
                  <a:pt x="399039" y="112889"/>
                </a:lnTo>
                <a:lnTo>
                  <a:pt x="398565" y="113347"/>
                </a:lnTo>
                <a:lnTo>
                  <a:pt x="398081" y="113801"/>
                </a:lnTo>
                <a:lnTo>
                  <a:pt x="397587" y="114249"/>
                </a:lnTo>
                <a:lnTo>
                  <a:pt x="397083" y="114692"/>
                </a:lnTo>
                <a:lnTo>
                  <a:pt x="396569" y="115130"/>
                </a:lnTo>
                <a:lnTo>
                  <a:pt x="396045" y="115562"/>
                </a:lnTo>
                <a:lnTo>
                  <a:pt x="395511" y="115990"/>
                </a:lnTo>
                <a:lnTo>
                  <a:pt x="394968" y="116412"/>
                </a:lnTo>
                <a:lnTo>
                  <a:pt x="394414" y="116829"/>
                </a:lnTo>
                <a:lnTo>
                  <a:pt x="393850" y="117241"/>
                </a:lnTo>
                <a:lnTo>
                  <a:pt x="393277" y="117648"/>
                </a:lnTo>
                <a:lnTo>
                  <a:pt x="392693" y="118049"/>
                </a:lnTo>
                <a:lnTo>
                  <a:pt x="392100" y="118446"/>
                </a:lnTo>
                <a:lnTo>
                  <a:pt x="391497" y="118837"/>
                </a:lnTo>
                <a:lnTo>
                  <a:pt x="390882" y="119217"/>
                </a:lnTo>
                <a:lnTo>
                  <a:pt x="390255" y="119582"/>
                </a:lnTo>
                <a:lnTo>
                  <a:pt x="389616" y="119930"/>
                </a:lnTo>
                <a:lnTo>
                  <a:pt x="388965" y="120262"/>
                </a:lnTo>
                <a:lnTo>
                  <a:pt x="388301" y="120578"/>
                </a:lnTo>
                <a:lnTo>
                  <a:pt x="387625" y="120877"/>
                </a:lnTo>
                <a:lnTo>
                  <a:pt x="386936" y="121161"/>
                </a:lnTo>
                <a:lnTo>
                  <a:pt x="386236" y="121428"/>
                </a:lnTo>
                <a:lnTo>
                  <a:pt x="385522" y="121679"/>
                </a:lnTo>
                <a:lnTo>
                  <a:pt x="384797" y="121914"/>
                </a:lnTo>
                <a:lnTo>
                  <a:pt x="384059" y="122132"/>
                </a:lnTo>
                <a:lnTo>
                  <a:pt x="383309" y="122335"/>
                </a:lnTo>
                <a:lnTo>
                  <a:pt x="382547" y="122521"/>
                </a:lnTo>
                <a:lnTo>
                  <a:pt x="381772" y="122691"/>
                </a:lnTo>
                <a:lnTo>
                  <a:pt x="380985" y="122845"/>
                </a:lnTo>
                <a:lnTo>
                  <a:pt x="380185" y="122983"/>
                </a:lnTo>
                <a:lnTo>
                  <a:pt x="379374" y="123104"/>
                </a:lnTo>
                <a:lnTo>
                  <a:pt x="378550" y="123209"/>
                </a:lnTo>
                <a:lnTo>
                  <a:pt x="377713" y="123298"/>
                </a:lnTo>
                <a:lnTo>
                  <a:pt x="376864" y="123371"/>
                </a:lnTo>
                <a:lnTo>
                  <a:pt x="376003" y="123428"/>
                </a:lnTo>
                <a:lnTo>
                  <a:pt x="375130" y="123468"/>
                </a:lnTo>
                <a:lnTo>
                  <a:pt x="374244" y="123493"/>
                </a:lnTo>
                <a:lnTo>
                  <a:pt x="373346" y="123501"/>
                </a:lnTo>
                <a:lnTo>
                  <a:pt x="372703" y="123496"/>
                </a:lnTo>
                <a:lnTo>
                  <a:pt x="372073" y="123480"/>
                </a:lnTo>
                <a:lnTo>
                  <a:pt x="371455" y="123454"/>
                </a:lnTo>
                <a:lnTo>
                  <a:pt x="370850" y="123418"/>
                </a:lnTo>
                <a:lnTo>
                  <a:pt x="370258" y="123372"/>
                </a:lnTo>
                <a:lnTo>
                  <a:pt x="369678" y="123315"/>
                </a:lnTo>
                <a:lnTo>
                  <a:pt x="369111" y="123248"/>
                </a:lnTo>
                <a:lnTo>
                  <a:pt x="368557" y="123171"/>
                </a:lnTo>
                <a:lnTo>
                  <a:pt x="368015" y="123083"/>
                </a:lnTo>
                <a:lnTo>
                  <a:pt x="367486" y="122985"/>
                </a:lnTo>
                <a:lnTo>
                  <a:pt x="366970" y="122877"/>
                </a:lnTo>
                <a:lnTo>
                  <a:pt x="366466" y="122758"/>
                </a:lnTo>
                <a:lnTo>
                  <a:pt x="365975" y="122629"/>
                </a:lnTo>
                <a:lnTo>
                  <a:pt x="365497" y="122490"/>
                </a:lnTo>
                <a:lnTo>
                  <a:pt x="365031" y="122340"/>
                </a:lnTo>
                <a:lnTo>
                  <a:pt x="364578" y="122180"/>
                </a:lnTo>
                <a:lnTo>
                  <a:pt x="364138" y="122010"/>
                </a:lnTo>
                <a:lnTo>
                  <a:pt x="363710" y="121829"/>
                </a:lnTo>
                <a:lnTo>
                  <a:pt x="363295" y="121638"/>
                </a:lnTo>
                <a:lnTo>
                  <a:pt x="362893" y="121437"/>
                </a:lnTo>
                <a:lnTo>
                  <a:pt x="362503" y="121226"/>
                </a:lnTo>
                <a:lnTo>
                  <a:pt x="362126" y="121004"/>
                </a:lnTo>
                <a:lnTo>
                  <a:pt x="361762" y="120772"/>
                </a:lnTo>
                <a:lnTo>
                  <a:pt x="361410" y="120529"/>
                </a:lnTo>
                <a:lnTo>
                  <a:pt x="361070" y="120277"/>
                </a:lnTo>
                <a:lnTo>
                  <a:pt x="360738" y="120017"/>
                </a:lnTo>
                <a:lnTo>
                  <a:pt x="360416" y="119749"/>
                </a:lnTo>
                <a:lnTo>
                  <a:pt x="360103" y="119472"/>
                </a:lnTo>
                <a:lnTo>
                  <a:pt x="359800" y="119188"/>
                </a:lnTo>
                <a:lnTo>
                  <a:pt x="359505" y="118895"/>
                </a:lnTo>
                <a:lnTo>
                  <a:pt x="359220" y="118594"/>
                </a:lnTo>
                <a:lnTo>
                  <a:pt x="358944" y="118284"/>
                </a:lnTo>
                <a:lnTo>
                  <a:pt x="358678" y="117967"/>
                </a:lnTo>
                <a:lnTo>
                  <a:pt x="358420" y="117641"/>
                </a:lnTo>
                <a:lnTo>
                  <a:pt x="358172" y="117308"/>
                </a:lnTo>
                <a:lnTo>
                  <a:pt x="357933" y="116966"/>
                </a:lnTo>
                <a:lnTo>
                  <a:pt x="357704" y="116616"/>
                </a:lnTo>
                <a:lnTo>
                  <a:pt x="357483" y="116257"/>
                </a:lnTo>
                <a:lnTo>
                  <a:pt x="357272" y="115891"/>
                </a:lnTo>
                <a:lnTo>
                  <a:pt x="357070" y="115516"/>
                </a:lnTo>
                <a:lnTo>
                  <a:pt x="356878" y="115133"/>
                </a:lnTo>
                <a:lnTo>
                  <a:pt x="356694" y="114742"/>
                </a:lnTo>
                <a:lnTo>
                  <a:pt x="356520" y="114343"/>
                </a:lnTo>
                <a:lnTo>
                  <a:pt x="356355" y="113936"/>
                </a:lnTo>
                <a:lnTo>
                  <a:pt x="356199" y="113520"/>
                </a:lnTo>
                <a:lnTo>
                  <a:pt x="356053" y="113097"/>
                </a:lnTo>
                <a:lnTo>
                  <a:pt x="355916" y="112665"/>
                </a:lnTo>
                <a:lnTo>
                  <a:pt x="355788" y="112225"/>
                </a:lnTo>
                <a:lnTo>
                  <a:pt x="355667" y="111778"/>
                </a:lnTo>
                <a:lnTo>
                  <a:pt x="355551" y="111326"/>
                </a:lnTo>
                <a:lnTo>
                  <a:pt x="355441" y="110870"/>
                </a:lnTo>
                <a:lnTo>
                  <a:pt x="355336" y="110408"/>
                </a:lnTo>
                <a:lnTo>
                  <a:pt x="355236" y="109942"/>
                </a:lnTo>
                <a:lnTo>
                  <a:pt x="355140" y="109470"/>
                </a:lnTo>
                <a:lnTo>
                  <a:pt x="355051" y="108994"/>
                </a:lnTo>
                <a:lnTo>
                  <a:pt x="354966" y="108512"/>
                </a:lnTo>
                <a:lnTo>
                  <a:pt x="354886" y="108025"/>
                </a:lnTo>
                <a:lnTo>
                  <a:pt x="354812" y="107534"/>
                </a:lnTo>
                <a:lnTo>
                  <a:pt x="354742" y="107037"/>
                </a:lnTo>
                <a:lnTo>
                  <a:pt x="354678" y="106536"/>
                </a:lnTo>
                <a:lnTo>
                  <a:pt x="354619" y="106029"/>
                </a:lnTo>
                <a:lnTo>
                  <a:pt x="354565" y="105518"/>
                </a:lnTo>
                <a:lnTo>
                  <a:pt x="354516" y="105001"/>
                </a:lnTo>
                <a:lnTo>
                  <a:pt x="354473" y="104480"/>
                </a:lnTo>
                <a:lnTo>
                  <a:pt x="354434" y="103953"/>
                </a:lnTo>
                <a:lnTo>
                  <a:pt x="354401" y="103422"/>
                </a:lnTo>
                <a:lnTo>
                  <a:pt x="354372" y="102886"/>
                </a:lnTo>
                <a:lnTo>
                  <a:pt x="354349" y="102344"/>
                </a:lnTo>
                <a:lnTo>
                  <a:pt x="354331" y="101798"/>
                </a:lnTo>
                <a:lnTo>
                  <a:pt x="354318" y="101246"/>
                </a:lnTo>
                <a:lnTo>
                  <a:pt x="354311" y="100690"/>
                </a:lnTo>
                <a:lnTo>
                  <a:pt x="354308" y="100129"/>
                </a:lnTo>
                <a:lnTo>
                  <a:pt x="354308" y="37287"/>
                </a:lnTo>
                <a:lnTo>
                  <a:pt x="337736" y="37287"/>
                </a:lnTo>
                <a:lnTo>
                  <a:pt x="337736" y="102117"/>
                </a:lnTo>
                <a:lnTo>
                  <a:pt x="337749" y="103506"/>
                </a:lnTo>
                <a:lnTo>
                  <a:pt x="337788" y="104870"/>
                </a:lnTo>
                <a:lnTo>
                  <a:pt x="337852" y="106209"/>
                </a:lnTo>
                <a:lnTo>
                  <a:pt x="337942" y="107522"/>
                </a:lnTo>
                <a:lnTo>
                  <a:pt x="338057" y="108811"/>
                </a:lnTo>
                <a:lnTo>
                  <a:pt x="338199" y="110074"/>
                </a:lnTo>
                <a:lnTo>
                  <a:pt x="338366" y="111312"/>
                </a:lnTo>
                <a:lnTo>
                  <a:pt x="338558" y="112525"/>
                </a:lnTo>
                <a:lnTo>
                  <a:pt x="338777" y="113714"/>
                </a:lnTo>
                <a:lnTo>
                  <a:pt x="339021" y="114876"/>
                </a:lnTo>
                <a:lnTo>
                  <a:pt x="339290" y="116014"/>
                </a:lnTo>
                <a:lnTo>
                  <a:pt x="339586" y="117127"/>
                </a:lnTo>
                <a:lnTo>
                  <a:pt x="339907" y="118214"/>
                </a:lnTo>
                <a:lnTo>
                  <a:pt x="340254" y="119277"/>
                </a:lnTo>
                <a:lnTo>
                  <a:pt x="340626" y="120314"/>
                </a:lnTo>
                <a:lnTo>
                  <a:pt x="341024" y="121326"/>
                </a:lnTo>
                <a:lnTo>
                  <a:pt x="341448" y="122313"/>
                </a:lnTo>
                <a:lnTo>
                  <a:pt x="341898" y="123275"/>
                </a:lnTo>
                <a:lnTo>
                  <a:pt x="342373" y="124212"/>
                </a:lnTo>
                <a:lnTo>
                  <a:pt x="342874" y="125124"/>
                </a:lnTo>
                <a:lnTo>
                  <a:pt x="343400" y="126010"/>
                </a:lnTo>
                <a:lnTo>
                  <a:pt x="343953" y="126872"/>
                </a:lnTo>
                <a:lnTo>
                  <a:pt x="344531" y="127708"/>
                </a:lnTo>
                <a:lnTo>
                  <a:pt x="345134" y="128519"/>
                </a:lnTo>
                <a:lnTo>
                  <a:pt x="345767" y="129301"/>
                </a:lnTo>
                <a:lnTo>
                  <a:pt x="346432" y="130050"/>
                </a:lnTo>
                <a:lnTo>
                  <a:pt x="347129" y="130765"/>
                </a:lnTo>
                <a:lnTo>
                  <a:pt x="347858" y="131447"/>
                </a:lnTo>
                <a:lnTo>
                  <a:pt x="348619" y="132095"/>
                </a:lnTo>
                <a:lnTo>
                  <a:pt x="349413" y="132711"/>
                </a:lnTo>
                <a:lnTo>
                  <a:pt x="350239" y="133293"/>
                </a:lnTo>
                <a:lnTo>
                  <a:pt x="351097" y="133842"/>
                </a:lnTo>
                <a:lnTo>
                  <a:pt x="351987" y="134358"/>
                </a:lnTo>
                <a:lnTo>
                  <a:pt x="352909" y="134840"/>
                </a:lnTo>
                <a:lnTo>
                  <a:pt x="353864" y="135289"/>
                </a:lnTo>
                <a:lnTo>
                  <a:pt x="354851" y="135705"/>
                </a:lnTo>
                <a:lnTo>
                  <a:pt x="355870" y="136087"/>
                </a:lnTo>
                <a:lnTo>
                  <a:pt x="356921" y="136437"/>
                </a:lnTo>
                <a:lnTo>
                  <a:pt x="358004" y="136753"/>
                </a:lnTo>
                <a:lnTo>
                  <a:pt x="359120" y="137035"/>
                </a:lnTo>
                <a:lnTo>
                  <a:pt x="360267" y="137285"/>
                </a:lnTo>
                <a:lnTo>
                  <a:pt x="361447" y="137501"/>
                </a:lnTo>
                <a:lnTo>
                  <a:pt x="362660" y="137684"/>
                </a:lnTo>
                <a:lnTo>
                  <a:pt x="363904" y="137834"/>
                </a:lnTo>
                <a:lnTo>
                  <a:pt x="365180" y="137950"/>
                </a:lnTo>
                <a:lnTo>
                  <a:pt x="366489" y="138033"/>
                </a:lnTo>
                <a:lnTo>
                  <a:pt x="367830" y="138083"/>
                </a:lnTo>
                <a:lnTo>
                  <a:pt x="369203" y="138100"/>
                </a:lnTo>
                <a:lnTo>
                  <a:pt x="370256" y="138091"/>
                </a:lnTo>
                <a:lnTo>
                  <a:pt x="371294" y="138063"/>
                </a:lnTo>
                <a:lnTo>
                  <a:pt x="372317" y="138018"/>
                </a:lnTo>
                <a:lnTo>
                  <a:pt x="373326" y="137953"/>
                </a:lnTo>
                <a:close/>
                <a:moveTo>
                  <a:pt x="290493" y="52281"/>
                </a:moveTo>
                <a:lnTo>
                  <a:pt x="290102" y="51661"/>
                </a:lnTo>
                <a:lnTo>
                  <a:pt x="289700" y="51051"/>
                </a:lnTo>
                <a:lnTo>
                  <a:pt x="289289" y="50452"/>
                </a:lnTo>
                <a:lnTo>
                  <a:pt x="288868" y="49863"/>
                </a:lnTo>
                <a:lnTo>
                  <a:pt x="288437" y="49283"/>
                </a:lnTo>
                <a:lnTo>
                  <a:pt x="287996" y="48714"/>
                </a:lnTo>
                <a:lnTo>
                  <a:pt x="287545" y="48155"/>
                </a:lnTo>
                <a:lnTo>
                  <a:pt x="287084" y="47606"/>
                </a:lnTo>
                <a:lnTo>
                  <a:pt x="286614" y="47067"/>
                </a:lnTo>
                <a:lnTo>
                  <a:pt x="286133" y="46539"/>
                </a:lnTo>
                <a:lnTo>
                  <a:pt x="285642" y="46020"/>
                </a:lnTo>
                <a:lnTo>
                  <a:pt x="285142" y="45511"/>
                </a:lnTo>
                <a:lnTo>
                  <a:pt x="284631" y="45013"/>
                </a:lnTo>
                <a:lnTo>
                  <a:pt x="284111" y="44525"/>
                </a:lnTo>
                <a:lnTo>
                  <a:pt x="283580" y="44046"/>
                </a:lnTo>
                <a:lnTo>
                  <a:pt x="283040" y="43578"/>
                </a:lnTo>
                <a:lnTo>
                  <a:pt x="282490" y="43120"/>
                </a:lnTo>
                <a:lnTo>
                  <a:pt x="281930" y="42672"/>
                </a:lnTo>
                <a:lnTo>
                  <a:pt x="281359" y="42234"/>
                </a:lnTo>
                <a:lnTo>
                  <a:pt x="280779" y="41807"/>
                </a:lnTo>
                <a:lnTo>
                  <a:pt x="280189" y="41389"/>
                </a:lnTo>
                <a:lnTo>
                  <a:pt x="279590" y="40982"/>
                </a:lnTo>
                <a:lnTo>
                  <a:pt x="278980" y="40584"/>
                </a:lnTo>
                <a:lnTo>
                  <a:pt x="278360" y="40197"/>
                </a:lnTo>
                <a:lnTo>
                  <a:pt x="277730" y="39823"/>
                </a:lnTo>
                <a:lnTo>
                  <a:pt x="277089" y="39464"/>
                </a:lnTo>
                <a:lnTo>
                  <a:pt x="276436" y="39122"/>
                </a:lnTo>
                <a:lnTo>
                  <a:pt x="275773" y="38795"/>
                </a:lnTo>
                <a:lnTo>
                  <a:pt x="275099" y="38485"/>
                </a:lnTo>
                <a:lnTo>
                  <a:pt x="274414" y="38190"/>
                </a:lnTo>
                <a:lnTo>
                  <a:pt x="273718" y="37911"/>
                </a:lnTo>
                <a:lnTo>
                  <a:pt x="273011" y="37649"/>
                </a:lnTo>
                <a:lnTo>
                  <a:pt x="272293" y="37402"/>
                </a:lnTo>
                <a:lnTo>
                  <a:pt x="271565" y="37171"/>
                </a:lnTo>
                <a:lnTo>
                  <a:pt x="270825" y="36956"/>
                </a:lnTo>
                <a:lnTo>
                  <a:pt x="270074" y="36757"/>
                </a:lnTo>
                <a:lnTo>
                  <a:pt x="269312" y="36574"/>
                </a:lnTo>
                <a:lnTo>
                  <a:pt x="268539" y="36406"/>
                </a:lnTo>
                <a:lnTo>
                  <a:pt x="267756" y="36255"/>
                </a:lnTo>
                <a:lnTo>
                  <a:pt x="266961" y="36120"/>
                </a:lnTo>
                <a:lnTo>
                  <a:pt x="266156" y="36000"/>
                </a:lnTo>
                <a:lnTo>
                  <a:pt x="265339" y="35897"/>
                </a:lnTo>
                <a:lnTo>
                  <a:pt x="264512" y="35809"/>
                </a:lnTo>
                <a:lnTo>
                  <a:pt x="263673" y="35737"/>
                </a:lnTo>
                <a:lnTo>
                  <a:pt x="262824" y="35682"/>
                </a:lnTo>
                <a:lnTo>
                  <a:pt x="261963" y="35642"/>
                </a:lnTo>
                <a:lnTo>
                  <a:pt x="261092" y="35618"/>
                </a:lnTo>
                <a:lnTo>
                  <a:pt x="260210" y="35610"/>
                </a:lnTo>
                <a:lnTo>
                  <a:pt x="259196" y="35620"/>
                </a:lnTo>
                <a:lnTo>
                  <a:pt x="258193" y="35650"/>
                </a:lnTo>
                <a:lnTo>
                  <a:pt x="257202" y="35700"/>
                </a:lnTo>
                <a:lnTo>
                  <a:pt x="256221" y="35771"/>
                </a:lnTo>
                <a:lnTo>
                  <a:pt x="255252" y="35861"/>
                </a:lnTo>
                <a:lnTo>
                  <a:pt x="254294" y="35972"/>
                </a:lnTo>
                <a:lnTo>
                  <a:pt x="253347" y="36102"/>
                </a:lnTo>
                <a:lnTo>
                  <a:pt x="252411" y="36253"/>
                </a:lnTo>
                <a:lnTo>
                  <a:pt x="251487" y="36424"/>
                </a:lnTo>
                <a:lnTo>
                  <a:pt x="250573" y="36615"/>
                </a:lnTo>
                <a:lnTo>
                  <a:pt x="249671" y="36826"/>
                </a:lnTo>
                <a:lnTo>
                  <a:pt x="248779" y="37057"/>
                </a:lnTo>
                <a:lnTo>
                  <a:pt x="247899" y="37308"/>
                </a:lnTo>
                <a:lnTo>
                  <a:pt x="247030" y="37579"/>
                </a:lnTo>
                <a:lnTo>
                  <a:pt x="246172" y="37870"/>
                </a:lnTo>
                <a:lnTo>
                  <a:pt x="245326" y="38182"/>
                </a:lnTo>
                <a:lnTo>
                  <a:pt x="244490" y="38513"/>
                </a:lnTo>
                <a:lnTo>
                  <a:pt x="243665" y="38865"/>
                </a:lnTo>
                <a:lnTo>
                  <a:pt x="242852" y="39236"/>
                </a:lnTo>
                <a:lnTo>
                  <a:pt x="242050" y="39628"/>
                </a:lnTo>
                <a:lnTo>
                  <a:pt x="241259" y="40040"/>
                </a:lnTo>
                <a:lnTo>
                  <a:pt x="240479" y="40472"/>
                </a:lnTo>
                <a:lnTo>
                  <a:pt x="239710" y="40924"/>
                </a:lnTo>
                <a:lnTo>
                  <a:pt x="238952" y="41396"/>
                </a:lnTo>
                <a:lnTo>
                  <a:pt x="238207" y="41888"/>
                </a:lnTo>
                <a:lnTo>
                  <a:pt x="237476" y="42398"/>
                </a:lnTo>
                <a:lnTo>
                  <a:pt x="236759" y="42927"/>
                </a:lnTo>
                <a:lnTo>
                  <a:pt x="236056" y="43476"/>
                </a:lnTo>
                <a:lnTo>
                  <a:pt x="235367" y="44044"/>
                </a:lnTo>
                <a:lnTo>
                  <a:pt x="234692" y="44630"/>
                </a:lnTo>
                <a:lnTo>
                  <a:pt x="234031" y="45236"/>
                </a:lnTo>
                <a:lnTo>
                  <a:pt x="233384" y="45860"/>
                </a:lnTo>
                <a:lnTo>
                  <a:pt x="232751" y="46504"/>
                </a:lnTo>
                <a:lnTo>
                  <a:pt x="232133" y="47167"/>
                </a:lnTo>
                <a:lnTo>
                  <a:pt x="231528" y="47848"/>
                </a:lnTo>
                <a:lnTo>
                  <a:pt x="230937" y="48549"/>
                </a:lnTo>
                <a:lnTo>
                  <a:pt x="230361" y="49269"/>
                </a:lnTo>
                <a:lnTo>
                  <a:pt x="229798" y="50008"/>
                </a:lnTo>
                <a:lnTo>
                  <a:pt x="229250" y="50766"/>
                </a:lnTo>
                <a:lnTo>
                  <a:pt x="228715" y="51543"/>
                </a:lnTo>
                <a:lnTo>
                  <a:pt x="228195" y="52339"/>
                </a:lnTo>
                <a:lnTo>
                  <a:pt x="227688" y="53153"/>
                </a:lnTo>
                <a:lnTo>
                  <a:pt x="227196" y="53987"/>
                </a:lnTo>
                <a:lnTo>
                  <a:pt x="226718" y="54840"/>
                </a:lnTo>
                <a:lnTo>
                  <a:pt x="226253" y="55713"/>
                </a:lnTo>
                <a:lnTo>
                  <a:pt x="225803" y="56604"/>
                </a:lnTo>
                <a:lnTo>
                  <a:pt x="225367" y="57514"/>
                </a:lnTo>
                <a:lnTo>
                  <a:pt x="224945" y="58443"/>
                </a:lnTo>
                <a:lnTo>
                  <a:pt x="224538" y="59391"/>
                </a:lnTo>
                <a:lnTo>
                  <a:pt x="224149" y="60358"/>
                </a:lnTo>
                <a:lnTo>
                  <a:pt x="223777" y="61344"/>
                </a:lnTo>
                <a:lnTo>
                  <a:pt x="223423" y="62350"/>
                </a:lnTo>
                <a:lnTo>
                  <a:pt x="223085" y="63374"/>
                </a:lnTo>
                <a:lnTo>
                  <a:pt x="222765" y="64417"/>
                </a:lnTo>
                <a:lnTo>
                  <a:pt x="222463" y="65479"/>
                </a:lnTo>
                <a:lnTo>
                  <a:pt x="222177" y="66561"/>
                </a:lnTo>
                <a:lnTo>
                  <a:pt x="221909" y="67661"/>
                </a:lnTo>
                <a:lnTo>
                  <a:pt x="221658" y="68780"/>
                </a:lnTo>
                <a:lnTo>
                  <a:pt x="221425" y="69919"/>
                </a:lnTo>
                <a:lnTo>
                  <a:pt x="221209" y="71076"/>
                </a:lnTo>
                <a:lnTo>
                  <a:pt x="221010" y="72252"/>
                </a:lnTo>
                <a:lnTo>
                  <a:pt x="220828" y="73448"/>
                </a:lnTo>
                <a:lnTo>
                  <a:pt x="220664" y="74662"/>
                </a:lnTo>
                <a:lnTo>
                  <a:pt x="220517" y="75896"/>
                </a:lnTo>
                <a:lnTo>
                  <a:pt x="220387" y="77148"/>
                </a:lnTo>
                <a:lnTo>
                  <a:pt x="220275" y="78420"/>
                </a:lnTo>
                <a:lnTo>
                  <a:pt x="220180" y="79710"/>
                </a:lnTo>
                <a:lnTo>
                  <a:pt x="220102" y="81020"/>
                </a:lnTo>
                <a:lnTo>
                  <a:pt x="220041" y="82348"/>
                </a:lnTo>
                <a:lnTo>
                  <a:pt x="219998" y="83696"/>
                </a:lnTo>
                <a:lnTo>
                  <a:pt x="219972" y="85063"/>
                </a:lnTo>
                <a:lnTo>
                  <a:pt x="219963" y="86448"/>
                </a:lnTo>
                <a:lnTo>
                  <a:pt x="219971" y="87851"/>
                </a:lnTo>
                <a:lnTo>
                  <a:pt x="219995" y="89235"/>
                </a:lnTo>
                <a:lnTo>
                  <a:pt x="220035" y="90601"/>
                </a:lnTo>
                <a:lnTo>
                  <a:pt x="220091" y="91948"/>
                </a:lnTo>
                <a:lnTo>
                  <a:pt x="220162" y="93276"/>
                </a:lnTo>
                <a:lnTo>
                  <a:pt x="220250" y="94586"/>
                </a:lnTo>
                <a:lnTo>
                  <a:pt x="220354" y="95877"/>
                </a:lnTo>
                <a:lnTo>
                  <a:pt x="220473" y="97149"/>
                </a:lnTo>
                <a:lnTo>
                  <a:pt x="220608" y="98403"/>
                </a:lnTo>
                <a:lnTo>
                  <a:pt x="220760" y="99638"/>
                </a:lnTo>
                <a:lnTo>
                  <a:pt x="220927" y="100854"/>
                </a:lnTo>
                <a:lnTo>
                  <a:pt x="221110" y="102051"/>
                </a:lnTo>
                <a:lnTo>
                  <a:pt x="221309" y="103230"/>
                </a:lnTo>
                <a:lnTo>
                  <a:pt x="221524" y="104391"/>
                </a:lnTo>
                <a:lnTo>
                  <a:pt x="221755" y="105532"/>
                </a:lnTo>
                <a:lnTo>
                  <a:pt x="222002" y="106655"/>
                </a:lnTo>
                <a:lnTo>
                  <a:pt x="222265" y="107759"/>
                </a:lnTo>
                <a:lnTo>
                  <a:pt x="222543" y="108845"/>
                </a:lnTo>
                <a:lnTo>
                  <a:pt x="222838" y="109911"/>
                </a:lnTo>
                <a:lnTo>
                  <a:pt x="223149" y="110959"/>
                </a:lnTo>
                <a:lnTo>
                  <a:pt x="223475" y="111989"/>
                </a:lnTo>
                <a:lnTo>
                  <a:pt x="223818" y="113000"/>
                </a:lnTo>
                <a:lnTo>
                  <a:pt x="224176" y="113992"/>
                </a:lnTo>
                <a:lnTo>
                  <a:pt x="224550" y="114965"/>
                </a:lnTo>
                <a:lnTo>
                  <a:pt x="224940" y="115919"/>
                </a:lnTo>
                <a:lnTo>
                  <a:pt x="225343" y="116853"/>
                </a:lnTo>
                <a:lnTo>
                  <a:pt x="225760" y="117766"/>
                </a:lnTo>
                <a:lnTo>
                  <a:pt x="226192" y="118660"/>
                </a:lnTo>
                <a:lnTo>
                  <a:pt x="226637" y="119533"/>
                </a:lnTo>
                <a:lnTo>
                  <a:pt x="227096" y="120387"/>
                </a:lnTo>
                <a:lnTo>
                  <a:pt x="227570" y="121220"/>
                </a:lnTo>
                <a:lnTo>
                  <a:pt x="228058" y="122034"/>
                </a:lnTo>
                <a:lnTo>
                  <a:pt x="228559" y="122827"/>
                </a:lnTo>
                <a:lnTo>
                  <a:pt x="229075" y="123600"/>
                </a:lnTo>
                <a:lnTo>
                  <a:pt x="229604" y="124353"/>
                </a:lnTo>
                <a:lnTo>
                  <a:pt x="230148" y="125086"/>
                </a:lnTo>
                <a:lnTo>
                  <a:pt x="230706" y="125799"/>
                </a:lnTo>
                <a:lnTo>
                  <a:pt x="231278" y="126492"/>
                </a:lnTo>
                <a:lnTo>
                  <a:pt x="231864" y="127165"/>
                </a:lnTo>
                <a:lnTo>
                  <a:pt x="232464" y="127818"/>
                </a:lnTo>
                <a:lnTo>
                  <a:pt x="233078" y="128450"/>
                </a:lnTo>
                <a:lnTo>
                  <a:pt x="233706" y="129063"/>
                </a:lnTo>
                <a:lnTo>
                  <a:pt x="234348" y="129655"/>
                </a:lnTo>
                <a:lnTo>
                  <a:pt x="235004" y="130228"/>
                </a:lnTo>
                <a:lnTo>
                  <a:pt x="235674" y="130780"/>
                </a:lnTo>
                <a:lnTo>
                  <a:pt x="236358" y="131313"/>
                </a:lnTo>
                <a:lnTo>
                  <a:pt x="237056" y="131825"/>
                </a:lnTo>
                <a:lnTo>
                  <a:pt x="237768" y="132317"/>
                </a:lnTo>
                <a:lnTo>
                  <a:pt x="238493" y="132789"/>
                </a:lnTo>
                <a:lnTo>
                  <a:pt x="239230" y="133241"/>
                </a:lnTo>
                <a:lnTo>
                  <a:pt x="239978" y="133672"/>
                </a:lnTo>
                <a:lnTo>
                  <a:pt x="240737" y="134084"/>
                </a:lnTo>
                <a:lnTo>
                  <a:pt x="241508" y="134476"/>
                </a:lnTo>
                <a:lnTo>
                  <a:pt x="242291" y="134847"/>
                </a:lnTo>
                <a:lnTo>
                  <a:pt x="243084" y="135199"/>
                </a:lnTo>
                <a:lnTo>
                  <a:pt x="243890" y="135530"/>
                </a:lnTo>
                <a:lnTo>
                  <a:pt x="244707" y="135841"/>
                </a:lnTo>
                <a:lnTo>
                  <a:pt x="245535" y="136132"/>
                </a:lnTo>
                <a:lnTo>
                  <a:pt x="246375" y="136403"/>
                </a:lnTo>
                <a:lnTo>
                  <a:pt x="247226" y="136654"/>
                </a:lnTo>
                <a:lnTo>
                  <a:pt x="248088" y="136885"/>
                </a:lnTo>
                <a:lnTo>
                  <a:pt x="248963" y="137096"/>
                </a:lnTo>
                <a:lnTo>
                  <a:pt x="249848" y="137287"/>
                </a:lnTo>
                <a:lnTo>
                  <a:pt x="250745" y="137457"/>
                </a:lnTo>
                <a:lnTo>
                  <a:pt x="251654" y="137608"/>
                </a:lnTo>
                <a:lnTo>
                  <a:pt x="252574" y="137739"/>
                </a:lnTo>
                <a:lnTo>
                  <a:pt x="253506" y="137849"/>
                </a:lnTo>
                <a:lnTo>
                  <a:pt x="254449" y="137939"/>
                </a:lnTo>
                <a:lnTo>
                  <a:pt x="255403" y="138010"/>
                </a:lnTo>
                <a:lnTo>
                  <a:pt x="256369" y="138060"/>
                </a:lnTo>
                <a:lnTo>
                  <a:pt x="257347" y="138090"/>
                </a:lnTo>
                <a:lnTo>
                  <a:pt x="258335" y="138100"/>
                </a:lnTo>
                <a:lnTo>
                  <a:pt x="259227" y="138092"/>
                </a:lnTo>
                <a:lnTo>
                  <a:pt x="260109" y="138069"/>
                </a:lnTo>
                <a:lnTo>
                  <a:pt x="260983" y="138031"/>
                </a:lnTo>
                <a:lnTo>
                  <a:pt x="261847" y="137977"/>
                </a:lnTo>
                <a:lnTo>
                  <a:pt x="262702" y="137907"/>
                </a:lnTo>
                <a:lnTo>
                  <a:pt x="263548" y="137823"/>
                </a:lnTo>
                <a:lnTo>
                  <a:pt x="264385" y="137722"/>
                </a:lnTo>
                <a:lnTo>
                  <a:pt x="265213" y="137607"/>
                </a:lnTo>
                <a:lnTo>
                  <a:pt x="266032" y="137476"/>
                </a:lnTo>
                <a:lnTo>
                  <a:pt x="266842" y="137329"/>
                </a:lnTo>
                <a:lnTo>
                  <a:pt x="267642" y="137168"/>
                </a:lnTo>
                <a:lnTo>
                  <a:pt x="268434" y="136990"/>
                </a:lnTo>
                <a:lnTo>
                  <a:pt x="269217" y="136798"/>
                </a:lnTo>
                <a:lnTo>
                  <a:pt x="269990" y="136590"/>
                </a:lnTo>
                <a:lnTo>
                  <a:pt x="270754" y="136366"/>
                </a:lnTo>
                <a:lnTo>
                  <a:pt x="271510" y="136127"/>
                </a:lnTo>
                <a:lnTo>
                  <a:pt x="272256" y="135873"/>
                </a:lnTo>
                <a:lnTo>
                  <a:pt x="272993" y="135603"/>
                </a:lnTo>
                <a:lnTo>
                  <a:pt x="273721" y="135318"/>
                </a:lnTo>
                <a:lnTo>
                  <a:pt x="274440" y="135017"/>
                </a:lnTo>
                <a:lnTo>
                  <a:pt x="275150" y="134701"/>
                </a:lnTo>
                <a:lnTo>
                  <a:pt x="275851" y="134370"/>
                </a:lnTo>
                <a:lnTo>
                  <a:pt x="276543" y="134023"/>
                </a:lnTo>
                <a:lnTo>
                  <a:pt x="277226" y="133661"/>
                </a:lnTo>
                <a:lnTo>
                  <a:pt x="277898" y="133286"/>
                </a:lnTo>
                <a:lnTo>
                  <a:pt x="278561" y="132901"/>
                </a:lnTo>
                <a:lnTo>
                  <a:pt x="279213" y="132505"/>
                </a:lnTo>
                <a:lnTo>
                  <a:pt x="279855" y="132099"/>
                </a:lnTo>
                <a:lnTo>
                  <a:pt x="280486" y="131683"/>
                </a:lnTo>
                <a:lnTo>
                  <a:pt x="281107" y="131257"/>
                </a:lnTo>
                <a:lnTo>
                  <a:pt x="281717" y="130820"/>
                </a:lnTo>
                <a:lnTo>
                  <a:pt x="282317" y="130373"/>
                </a:lnTo>
                <a:lnTo>
                  <a:pt x="282906" y="129916"/>
                </a:lnTo>
                <a:lnTo>
                  <a:pt x="283485" y="129448"/>
                </a:lnTo>
                <a:lnTo>
                  <a:pt x="284053" y="128970"/>
                </a:lnTo>
                <a:lnTo>
                  <a:pt x="284611" y="128482"/>
                </a:lnTo>
                <a:lnTo>
                  <a:pt x="285159" y="127984"/>
                </a:lnTo>
                <a:lnTo>
                  <a:pt x="285696" y="127475"/>
                </a:lnTo>
                <a:lnTo>
                  <a:pt x="286223" y="126956"/>
                </a:lnTo>
                <a:lnTo>
                  <a:pt x="286739" y="126427"/>
                </a:lnTo>
                <a:lnTo>
                  <a:pt x="287245" y="125888"/>
                </a:lnTo>
                <a:lnTo>
                  <a:pt x="287740" y="125338"/>
                </a:lnTo>
                <a:lnTo>
                  <a:pt x="288225" y="124778"/>
                </a:lnTo>
                <a:lnTo>
                  <a:pt x="288700" y="124208"/>
                </a:lnTo>
                <a:lnTo>
                  <a:pt x="289164" y="123627"/>
                </a:lnTo>
                <a:lnTo>
                  <a:pt x="289617" y="123036"/>
                </a:lnTo>
                <a:lnTo>
                  <a:pt x="290060" y="122435"/>
                </a:lnTo>
                <a:lnTo>
                  <a:pt x="290493" y="121824"/>
                </a:lnTo>
                <a:lnTo>
                  <a:pt x="290493" y="171639"/>
                </a:lnTo>
                <a:lnTo>
                  <a:pt x="306966" y="171639"/>
                </a:lnTo>
                <a:lnTo>
                  <a:pt x="306966" y="37287"/>
                </a:lnTo>
                <a:lnTo>
                  <a:pt x="291085" y="37287"/>
                </a:lnTo>
                <a:lnTo>
                  <a:pt x="290493" y="52281"/>
                </a:lnTo>
                <a:close/>
                <a:moveTo>
                  <a:pt x="257498" y="124315"/>
                </a:moveTo>
                <a:lnTo>
                  <a:pt x="256596" y="124163"/>
                </a:lnTo>
                <a:lnTo>
                  <a:pt x="255712" y="123977"/>
                </a:lnTo>
                <a:lnTo>
                  <a:pt x="254847" y="123758"/>
                </a:lnTo>
                <a:lnTo>
                  <a:pt x="254001" y="123504"/>
                </a:lnTo>
                <a:lnTo>
                  <a:pt x="253173" y="123217"/>
                </a:lnTo>
                <a:lnTo>
                  <a:pt x="252364" y="122895"/>
                </a:lnTo>
                <a:lnTo>
                  <a:pt x="251573" y="122540"/>
                </a:lnTo>
                <a:lnTo>
                  <a:pt x="250802" y="122151"/>
                </a:lnTo>
                <a:lnTo>
                  <a:pt x="250048" y="121729"/>
                </a:lnTo>
                <a:lnTo>
                  <a:pt x="249314" y="121272"/>
                </a:lnTo>
                <a:lnTo>
                  <a:pt x="248598" y="120782"/>
                </a:lnTo>
                <a:lnTo>
                  <a:pt x="247901" y="120258"/>
                </a:lnTo>
                <a:lnTo>
                  <a:pt x="247223" y="119700"/>
                </a:lnTo>
                <a:lnTo>
                  <a:pt x="246563" y="119108"/>
                </a:lnTo>
                <a:lnTo>
                  <a:pt x="245922" y="118483"/>
                </a:lnTo>
                <a:lnTo>
                  <a:pt x="245300" y="117824"/>
                </a:lnTo>
                <a:lnTo>
                  <a:pt x="244696" y="117130"/>
                </a:lnTo>
                <a:lnTo>
                  <a:pt x="244111" y="116403"/>
                </a:lnTo>
                <a:lnTo>
                  <a:pt x="243544" y="115643"/>
                </a:lnTo>
                <a:lnTo>
                  <a:pt x="242996" y="114848"/>
                </a:lnTo>
                <a:lnTo>
                  <a:pt x="242469" y="114021"/>
                </a:lnTo>
                <a:lnTo>
                  <a:pt x="241964" y="113163"/>
                </a:lnTo>
                <a:lnTo>
                  <a:pt x="241482" y="112273"/>
                </a:lnTo>
                <a:lnTo>
                  <a:pt x="241022" y="111353"/>
                </a:lnTo>
                <a:lnTo>
                  <a:pt x="240585" y="110402"/>
                </a:lnTo>
                <a:lnTo>
                  <a:pt x="240170" y="109420"/>
                </a:lnTo>
                <a:lnTo>
                  <a:pt x="239777" y="108407"/>
                </a:lnTo>
                <a:lnTo>
                  <a:pt x="239407" y="107363"/>
                </a:lnTo>
                <a:lnTo>
                  <a:pt x="239059" y="106288"/>
                </a:lnTo>
                <a:lnTo>
                  <a:pt x="238734" y="105182"/>
                </a:lnTo>
                <a:lnTo>
                  <a:pt x="238431" y="104045"/>
                </a:lnTo>
                <a:lnTo>
                  <a:pt x="238151" y="102878"/>
                </a:lnTo>
                <a:lnTo>
                  <a:pt x="237893" y="101679"/>
                </a:lnTo>
                <a:lnTo>
                  <a:pt x="237657" y="100449"/>
                </a:lnTo>
                <a:lnTo>
                  <a:pt x="237444" y="99188"/>
                </a:lnTo>
                <a:lnTo>
                  <a:pt x="237253" y="97897"/>
                </a:lnTo>
                <a:lnTo>
                  <a:pt x="237085" y="96574"/>
                </a:lnTo>
                <a:lnTo>
                  <a:pt x="236939" y="95220"/>
                </a:lnTo>
                <a:lnTo>
                  <a:pt x="236816" y="93836"/>
                </a:lnTo>
                <a:lnTo>
                  <a:pt x="236715" y="92420"/>
                </a:lnTo>
                <a:lnTo>
                  <a:pt x="236636" y="90974"/>
                </a:lnTo>
                <a:lnTo>
                  <a:pt x="236580" y="89496"/>
                </a:lnTo>
                <a:lnTo>
                  <a:pt x="236547" y="87988"/>
                </a:lnTo>
                <a:lnTo>
                  <a:pt x="236535" y="86448"/>
                </a:lnTo>
                <a:lnTo>
                  <a:pt x="236547" y="84976"/>
                </a:lnTo>
                <a:lnTo>
                  <a:pt x="236583" y="83531"/>
                </a:lnTo>
                <a:lnTo>
                  <a:pt x="236642" y="82114"/>
                </a:lnTo>
                <a:lnTo>
                  <a:pt x="236726" y="80725"/>
                </a:lnTo>
                <a:lnTo>
                  <a:pt x="236833" y="79365"/>
                </a:lnTo>
                <a:lnTo>
                  <a:pt x="236964" y="78032"/>
                </a:lnTo>
                <a:lnTo>
                  <a:pt x="237119" y="76727"/>
                </a:lnTo>
                <a:lnTo>
                  <a:pt x="237297" y="75450"/>
                </a:lnTo>
                <a:lnTo>
                  <a:pt x="237499" y="74201"/>
                </a:lnTo>
                <a:lnTo>
                  <a:pt x="237726" y="72980"/>
                </a:lnTo>
                <a:lnTo>
                  <a:pt x="237976" y="71787"/>
                </a:lnTo>
                <a:lnTo>
                  <a:pt x="238249" y="70621"/>
                </a:lnTo>
                <a:lnTo>
                  <a:pt x="238547" y="69484"/>
                </a:lnTo>
                <a:lnTo>
                  <a:pt x="238868" y="68375"/>
                </a:lnTo>
                <a:lnTo>
                  <a:pt x="239213" y="67293"/>
                </a:lnTo>
                <a:lnTo>
                  <a:pt x="239582" y="66240"/>
                </a:lnTo>
                <a:lnTo>
                  <a:pt x="239975" y="65215"/>
                </a:lnTo>
                <a:lnTo>
                  <a:pt x="240392" y="64217"/>
                </a:lnTo>
                <a:lnTo>
                  <a:pt x="240832" y="63248"/>
                </a:lnTo>
                <a:lnTo>
                  <a:pt x="241296" y="62306"/>
                </a:lnTo>
                <a:lnTo>
                  <a:pt x="241784" y="61392"/>
                </a:lnTo>
                <a:lnTo>
                  <a:pt x="242296" y="60507"/>
                </a:lnTo>
                <a:lnTo>
                  <a:pt x="242832" y="59649"/>
                </a:lnTo>
                <a:lnTo>
                  <a:pt x="243391" y="58819"/>
                </a:lnTo>
                <a:lnTo>
                  <a:pt x="243973" y="58020"/>
                </a:lnTo>
                <a:lnTo>
                  <a:pt x="244577" y="57255"/>
                </a:lnTo>
                <a:lnTo>
                  <a:pt x="245203" y="56524"/>
                </a:lnTo>
                <a:lnTo>
                  <a:pt x="245850" y="55826"/>
                </a:lnTo>
                <a:lnTo>
                  <a:pt x="246519" y="55163"/>
                </a:lnTo>
                <a:lnTo>
                  <a:pt x="247210" y="54534"/>
                </a:lnTo>
                <a:lnTo>
                  <a:pt x="247923" y="53939"/>
                </a:lnTo>
                <a:lnTo>
                  <a:pt x="248657" y="53378"/>
                </a:lnTo>
                <a:lnTo>
                  <a:pt x="249414" y="52851"/>
                </a:lnTo>
                <a:lnTo>
                  <a:pt x="250192" y="52358"/>
                </a:lnTo>
                <a:lnTo>
                  <a:pt x="250991" y="51899"/>
                </a:lnTo>
                <a:lnTo>
                  <a:pt x="251813" y="51474"/>
                </a:lnTo>
                <a:lnTo>
                  <a:pt x="252656" y="51083"/>
                </a:lnTo>
                <a:lnTo>
                  <a:pt x="253521" y="50726"/>
                </a:lnTo>
                <a:lnTo>
                  <a:pt x="254407" y="50403"/>
                </a:lnTo>
                <a:lnTo>
                  <a:pt x="255316" y="50114"/>
                </a:lnTo>
                <a:lnTo>
                  <a:pt x="256246" y="49859"/>
                </a:lnTo>
                <a:lnTo>
                  <a:pt x="257198" y="49638"/>
                </a:lnTo>
                <a:lnTo>
                  <a:pt x="258172" y="49451"/>
                </a:lnTo>
                <a:lnTo>
                  <a:pt x="259167" y="49298"/>
                </a:lnTo>
                <a:lnTo>
                  <a:pt x="260184" y="49179"/>
                </a:lnTo>
                <a:lnTo>
                  <a:pt x="261223" y="49094"/>
                </a:lnTo>
                <a:lnTo>
                  <a:pt x="262284" y="49043"/>
                </a:lnTo>
                <a:lnTo>
                  <a:pt x="263366" y="49026"/>
                </a:lnTo>
                <a:lnTo>
                  <a:pt x="264199" y="49043"/>
                </a:lnTo>
                <a:lnTo>
                  <a:pt x="265018" y="49080"/>
                </a:lnTo>
                <a:lnTo>
                  <a:pt x="265826" y="49136"/>
                </a:lnTo>
                <a:lnTo>
                  <a:pt x="266621" y="49210"/>
                </a:lnTo>
                <a:lnTo>
                  <a:pt x="267404" y="49304"/>
                </a:lnTo>
                <a:lnTo>
                  <a:pt x="268175" y="49416"/>
                </a:lnTo>
                <a:lnTo>
                  <a:pt x="268933" y="49547"/>
                </a:lnTo>
                <a:lnTo>
                  <a:pt x="269679" y="49697"/>
                </a:lnTo>
                <a:lnTo>
                  <a:pt x="270413" y="49866"/>
                </a:lnTo>
                <a:lnTo>
                  <a:pt x="271134" y="50054"/>
                </a:lnTo>
                <a:lnTo>
                  <a:pt x="271843" y="50260"/>
                </a:lnTo>
                <a:lnTo>
                  <a:pt x="272540" y="50486"/>
                </a:lnTo>
                <a:lnTo>
                  <a:pt x="273224" y="50730"/>
                </a:lnTo>
                <a:lnTo>
                  <a:pt x="273896" y="50993"/>
                </a:lnTo>
                <a:lnTo>
                  <a:pt x="274556" y="51276"/>
                </a:lnTo>
                <a:lnTo>
                  <a:pt x="275203" y="51577"/>
                </a:lnTo>
                <a:lnTo>
                  <a:pt x="275838" y="51896"/>
                </a:lnTo>
                <a:lnTo>
                  <a:pt x="276461" y="52235"/>
                </a:lnTo>
                <a:lnTo>
                  <a:pt x="277071" y="52593"/>
                </a:lnTo>
                <a:lnTo>
                  <a:pt x="277669" y="52969"/>
                </a:lnTo>
                <a:lnTo>
                  <a:pt x="278255" y="53364"/>
                </a:lnTo>
                <a:lnTo>
                  <a:pt x="278828" y="53779"/>
                </a:lnTo>
                <a:lnTo>
                  <a:pt x="279390" y="54212"/>
                </a:lnTo>
                <a:lnTo>
                  <a:pt x="279938" y="54664"/>
                </a:lnTo>
                <a:lnTo>
                  <a:pt x="280476" y="55129"/>
                </a:lnTo>
                <a:lnTo>
                  <a:pt x="281006" y="55604"/>
                </a:lnTo>
                <a:lnTo>
                  <a:pt x="281527" y="56088"/>
                </a:lnTo>
                <a:lnTo>
                  <a:pt x="282040" y="56580"/>
                </a:lnTo>
                <a:lnTo>
                  <a:pt x="282544" y="57082"/>
                </a:lnTo>
                <a:lnTo>
                  <a:pt x="283039" y="57592"/>
                </a:lnTo>
                <a:lnTo>
                  <a:pt x="283526" y="58111"/>
                </a:lnTo>
                <a:lnTo>
                  <a:pt x="284004" y="58639"/>
                </a:lnTo>
                <a:lnTo>
                  <a:pt x="284474" y="59176"/>
                </a:lnTo>
                <a:lnTo>
                  <a:pt x="284935" y="59722"/>
                </a:lnTo>
                <a:lnTo>
                  <a:pt x="285388" y="60277"/>
                </a:lnTo>
                <a:lnTo>
                  <a:pt x="285832" y="60841"/>
                </a:lnTo>
                <a:lnTo>
                  <a:pt x="286268" y="61414"/>
                </a:lnTo>
                <a:lnTo>
                  <a:pt x="286695" y="61995"/>
                </a:lnTo>
                <a:lnTo>
                  <a:pt x="287113" y="62586"/>
                </a:lnTo>
                <a:lnTo>
                  <a:pt x="287523" y="63185"/>
                </a:lnTo>
                <a:lnTo>
                  <a:pt x="287924" y="63794"/>
                </a:lnTo>
                <a:lnTo>
                  <a:pt x="288317" y="64411"/>
                </a:lnTo>
                <a:lnTo>
                  <a:pt x="288701" y="65037"/>
                </a:lnTo>
                <a:lnTo>
                  <a:pt x="289076" y="65672"/>
                </a:lnTo>
                <a:lnTo>
                  <a:pt x="289443" y="66316"/>
                </a:lnTo>
                <a:lnTo>
                  <a:pt x="289802" y="66969"/>
                </a:lnTo>
                <a:lnTo>
                  <a:pt x="290152" y="67630"/>
                </a:lnTo>
                <a:lnTo>
                  <a:pt x="290493" y="68301"/>
                </a:lnTo>
                <a:lnTo>
                  <a:pt x="290493" y="106439"/>
                </a:lnTo>
                <a:lnTo>
                  <a:pt x="290127" y="107067"/>
                </a:lnTo>
                <a:lnTo>
                  <a:pt x="289751" y="107687"/>
                </a:lnTo>
                <a:lnTo>
                  <a:pt x="289366" y="108299"/>
                </a:lnTo>
                <a:lnTo>
                  <a:pt x="288971" y="108903"/>
                </a:lnTo>
                <a:lnTo>
                  <a:pt x="288567" y="109500"/>
                </a:lnTo>
                <a:lnTo>
                  <a:pt x="288153" y="110088"/>
                </a:lnTo>
                <a:lnTo>
                  <a:pt x="287730" y="110668"/>
                </a:lnTo>
                <a:lnTo>
                  <a:pt x="287298" y="111240"/>
                </a:lnTo>
                <a:lnTo>
                  <a:pt x="286856" y="111804"/>
                </a:lnTo>
                <a:lnTo>
                  <a:pt x="286405" y="112360"/>
                </a:lnTo>
                <a:lnTo>
                  <a:pt x="285945" y="112908"/>
                </a:lnTo>
                <a:lnTo>
                  <a:pt x="285475" y="113449"/>
                </a:lnTo>
                <a:lnTo>
                  <a:pt x="284995" y="113981"/>
                </a:lnTo>
                <a:lnTo>
                  <a:pt x="284506" y="114505"/>
                </a:lnTo>
                <a:lnTo>
                  <a:pt x="284008" y="115021"/>
                </a:lnTo>
                <a:lnTo>
                  <a:pt x="283500" y="115529"/>
                </a:lnTo>
                <a:lnTo>
                  <a:pt x="282983" y="116029"/>
                </a:lnTo>
                <a:lnTo>
                  <a:pt x="282457" y="116521"/>
                </a:lnTo>
                <a:lnTo>
                  <a:pt x="281921" y="117005"/>
                </a:lnTo>
                <a:lnTo>
                  <a:pt x="281375" y="117481"/>
                </a:lnTo>
                <a:lnTo>
                  <a:pt x="280821" y="117949"/>
                </a:lnTo>
                <a:lnTo>
                  <a:pt x="280256" y="118409"/>
                </a:lnTo>
                <a:lnTo>
                  <a:pt x="279683" y="118861"/>
                </a:lnTo>
                <a:lnTo>
                  <a:pt x="279100" y="119305"/>
                </a:lnTo>
                <a:lnTo>
                  <a:pt x="278506" y="119736"/>
                </a:lnTo>
                <a:lnTo>
                  <a:pt x="277899" y="120149"/>
                </a:lnTo>
                <a:lnTo>
                  <a:pt x="277279" y="120543"/>
                </a:lnTo>
                <a:lnTo>
                  <a:pt x="276646" y="120919"/>
                </a:lnTo>
                <a:lnTo>
                  <a:pt x="276000" y="121276"/>
                </a:lnTo>
                <a:lnTo>
                  <a:pt x="275342" y="121616"/>
                </a:lnTo>
                <a:lnTo>
                  <a:pt x="274671" y="121937"/>
                </a:lnTo>
                <a:lnTo>
                  <a:pt x="273987" y="122239"/>
                </a:lnTo>
                <a:lnTo>
                  <a:pt x="273290" y="122523"/>
                </a:lnTo>
                <a:lnTo>
                  <a:pt x="272580" y="122789"/>
                </a:lnTo>
                <a:lnTo>
                  <a:pt x="271857" y="123037"/>
                </a:lnTo>
                <a:lnTo>
                  <a:pt x="271122" y="123266"/>
                </a:lnTo>
                <a:lnTo>
                  <a:pt x="270374" y="123477"/>
                </a:lnTo>
                <a:lnTo>
                  <a:pt x="269613" y="123669"/>
                </a:lnTo>
                <a:lnTo>
                  <a:pt x="268839" y="123843"/>
                </a:lnTo>
                <a:lnTo>
                  <a:pt x="268052" y="123999"/>
                </a:lnTo>
                <a:lnTo>
                  <a:pt x="267252" y="124137"/>
                </a:lnTo>
                <a:lnTo>
                  <a:pt x="266440" y="124256"/>
                </a:lnTo>
                <a:lnTo>
                  <a:pt x="265614" y="124357"/>
                </a:lnTo>
                <a:lnTo>
                  <a:pt x="264776" y="124439"/>
                </a:lnTo>
                <a:lnTo>
                  <a:pt x="263925" y="124503"/>
                </a:lnTo>
                <a:lnTo>
                  <a:pt x="263061" y="124549"/>
                </a:lnTo>
                <a:lnTo>
                  <a:pt x="262184" y="124577"/>
                </a:lnTo>
                <a:lnTo>
                  <a:pt x="261295" y="124586"/>
                </a:lnTo>
                <a:lnTo>
                  <a:pt x="260318" y="124569"/>
                </a:lnTo>
                <a:lnTo>
                  <a:pt x="259359" y="124518"/>
                </a:lnTo>
                <a:lnTo>
                  <a:pt x="258419" y="124434"/>
                </a:lnTo>
                <a:lnTo>
                  <a:pt x="257498" y="124315"/>
                </a:lnTo>
                <a:close/>
                <a:moveTo>
                  <a:pt x="748356" y="51594"/>
                </a:moveTo>
                <a:lnTo>
                  <a:pt x="747930" y="50615"/>
                </a:lnTo>
                <a:lnTo>
                  <a:pt x="747481" y="49662"/>
                </a:lnTo>
                <a:lnTo>
                  <a:pt x="747006" y="48735"/>
                </a:lnTo>
                <a:lnTo>
                  <a:pt x="746508" y="47836"/>
                </a:lnTo>
                <a:lnTo>
                  <a:pt x="745985" y="46962"/>
                </a:lnTo>
                <a:lnTo>
                  <a:pt x="745438" y="46116"/>
                </a:lnTo>
                <a:lnTo>
                  <a:pt x="744866" y="45296"/>
                </a:lnTo>
                <a:lnTo>
                  <a:pt x="744267" y="44505"/>
                </a:lnTo>
                <a:lnTo>
                  <a:pt x="743637" y="43749"/>
                </a:lnTo>
                <a:lnTo>
                  <a:pt x="742975" y="43026"/>
                </a:lnTo>
                <a:lnTo>
                  <a:pt x="742282" y="42336"/>
                </a:lnTo>
                <a:lnTo>
                  <a:pt x="741559" y="41680"/>
                </a:lnTo>
                <a:lnTo>
                  <a:pt x="740803" y="41058"/>
                </a:lnTo>
                <a:lnTo>
                  <a:pt x="740017" y="40470"/>
                </a:lnTo>
                <a:lnTo>
                  <a:pt x="739200" y="39915"/>
                </a:lnTo>
                <a:lnTo>
                  <a:pt x="738351" y="39393"/>
                </a:lnTo>
                <a:lnTo>
                  <a:pt x="737472" y="38906"/>
                </a:lnTo>
                <a:lnTo>
                  <a:pt x="736561" y="38452"/>
                </a:lnTo>
                <a:lnTo>
                  <a:pt x="735619" y="38031"/>
                </a:lnTo>
                <a:lnTo>
                  <a:pt x="734645" y="37645"/>
                </a:lnTo>
                <a:lnTo>
                  <a:pt x="733641" y="37292"/>
                </a:lnTo>
                <a:lnTo>
                  <a:pt x="732605" y="36972"/>
                </a:lnTo>
                <a:lnTo>
                  <a:pt x="731539" y="36686"/>
                </a:lnTo>
                <a:lnTo>
                  <a:pt x="730441" y="36434"/>
                </a:lnTo>
                <a:lnTo>
                  <a:pt x="729312" y="36215"/>
                </a:lnTo>
                <a:lnTo>
                  <a:pt x="728151" y="36030"/>
                </a:lnTo>
                <a:lnTo>
                  <a:pt x="726960" y="35879"/>
                </a:lnTo>
                <a:lnTo>
                  <a:pt x="725737" y="35761"/>
                </a:lnTo>
                <a:lnTo>
                  <a:pt x="724484" y="35677"/>
                </a:lnTo>
                <a:lnTo>
                  <a:pt x="723199" y="35627"/>
                </a:lnTo>
                <a:lnTo>
                  <a:pt x="721883" y="35610"/>
                </a:lnTo>
                <a:lnTo>
                  <a:pt x="720870" y="35619"/>
                </a:lnTo>
                <a:lnTo>
                  <a:pt x="719872" y="35646"/>
                </a:lnTo>
                <a:lnTo>
                  <a:pt x="718888" y="35691"/>
                </a:lnTo>
                <a:lnTo>
                  <a:pt x="717918" y="35754"/>
                </a:lnTo>
                <a:lnTo>
                  <a:pt x="716962" y="35835"/>
                </a:lnTo>
                <a:lnTo>
                  <a:pt x="716019" y="35934"/>
                </a:lnTo>
                <a:lnTo>
                  <a:pt x="715091" y="36051"/>
                </a:lnTo>
                <a:lnTo>
                  <a:pt x="714177" y="36185"/>
                </a:lnTo>
                <a:lnTo>
                  <a:pt x="713277" y="36338"/>
                </a:lnTo>
                <a:lnTo>
                  <a:pt x="712392" y="36509"/>
                </a:lnTo>
                <a:lnTo>
                  <a:pt x="711520" y="36698"/>
                </a:lnTo>
                <a:lnTo>
                  <a:pt x="710662" y="36905"/>
                </a:lnTo>
                <a:lnTo>
                  <a:pt x="709818" y="37130"/>
                </a:lnTo>
                <a:lnTo>
                  <a:pt x="708988" y="37372"/>
                </a:lnTo>
                <a:lnTo>
                  <a:pt x="708173" y="37633"/>
                </a:lnTo>
                <a:lnTo>
                  <a:pt x="707371" y="37912"/>
                </a:lnTo>
                <a:lnTo>
                  <a:pt x="706583" y="38208"/>
                </a:lnTo>
                <a:lnTo>
                  <a:pt x="705810" y="38523"/>
                </a:lnTo>
                <a:lnTo>
                  <a:pt x="705050" y="38856"/>
                </a:lnTo>
                <a:lnTo>
                  <a:pt x="704305" y="39206"/>
                </a:lnTo>
                <a:lnTo>
                  <a:pt x="703574" y="39575"/>
                </a:lnTo>
                <a:lnTo>
                  <a:pt x="702856" y="39962"/>
                </a:lnTo>
                <a:lnTo>
                  <a:pt x="702153" y="40366"/>
                </a:lnTo>
                <a:lnTo>
                  <a:pt x="701463" y="40789"/>
                </a:lnTo>
                <a:lnTo>
                  <a:pt x="700788" y="41222"/>
                </a:lnTo>
                <a:lnTo>
                  <a:pt x="700126" y="41656"/>
                </a:lnTo>
                <a:lnTo>
                  <a:pt x="699478" y="42094"/>
                </a:lnTo>
                <a:lnTo>
                  <a:pt x="698844" y="42533"/>
                </a:lnTo>
                <a:lnTo>
                  <a:pt x="698223" y="42974"/>
                </a:lnTo>
                <a:lnTo>
                  <a:pt x="697616" y="43418"/>
                </a:lnTo>
                <a:lnTo>
                  <a:pt x="697023" y="43864"/>
                </a:lnTo>
                <a:lnTo>
                  <a:pt x="696444" y="44313"/>
                </a:lnTo>
                <a:lnTo>
                  <a:pt x="695878" y="44763"/>
                </a:lnTo>
                <a:lnTo>
                  <a:pt x="695326" y="45216"/>
                </a:lnTo>
                <a:lnTo>
                  <a:pt x="694787" y="45671"/>
                </a:lnTo>
                <a:lnTo>
                  <a:pt x="694263" y="46128"/>
                </a:lnTo>
                <a:lnTo>
                  <a:pt x="693752" y="46587"/>
                </a:lnTo>
                <a:lnTo>
                  <a:pt x="693254" y="47049"/>
                </a:lnTo>
                <a:lnTo>
                  <a:pt x="692771" y="47513"/>
                </a:lnTo>
                <a:lnTo>
                  <a:pt x="692301" y="47979"/>
                </a:lnTo>
                <a:lnTo>
                  <a:pt x="691844" y="48447"/>
                </a:lnTo>
                <a:lnTo>
                  <a:pt x="691402" y="48918"/>
                </a:lnTo>
                <a:lnTo>
                  <a:pt x="690973" y="49390"/>
                </a:lnTo>
                <a:lnTo>
                  <a:pt x="690558" y="49865"/>
                </a:lnTo>
                <a:lnTo>
                  <a:pt x="690157" y="50343"/>
                </a:lnTo>
                <a:lnTo>
                  <a:pt x="689769" y="50822"/>
                </a:lnTo>
                <a:lnTo>
                  <a:pt x="689395" y="51304"/>
                </a:lnTo>
                <a:lnTo>
                  <a:pt x="689034" y="51788"/>
                </a:lnTo>
                <a:lnTo>
                  <a:pt x="688443" y="37287"/>
                </a:lnTo>
                <a:lnTo>
                  <a:pt x="672660" y="37287"/>
                </a:lnTo>
                <a:lnTo>
                  <a:pt x="672660" y="136324"/>
                </a:lnTo>
                <a:lnTo>
                  <a:pt x="689133" y="136324"/>
                </a:lnTo>
                <a:lnTo>
                  <a:pt x="689133" y="65613"/>
                </a:lnTo>
                <a:lnTo>
                  <a:pt x="689491" y="65111"/>
                </a:lnTo>
                <a:lnTo>
                  <a:pt x="689859" y="64612"/>
                </a:lnTo>
                <a:lnTo>
                  <a:pt x="690237" y="64116"/>
                </a:lnTo>
                <a:lnTo>
                  <a:pt x="690624" y="63624"/>
                </a:lnTo>
                <a:lnTo>
                  <a:pt x="691020" y="63135"/>
                </a:lnTo>
                <a:lnTo>
                  <a:pt x="691427" y="62650"/>
                </a:lnTo>
                <a:lnTo>
                  <a:pt x="691842" y="62168"/>
                </a:lnTo>
                <a:lnTo>
                  <a:pt x="692268" y="61689"/>
                </a:lnTo>
                <a:lnTo>
                  <a:pt x="692703" y="61214"/>
                </a:lnTo>
                <a:lnTo>
                  <a:pt x="693147" y="60743"/>
                </a:lnTo>
                <a:lnTo>
                  <a:pt x="693601" y="60274"/>
                </a:lnTo>
                <a:lnTo>
                  <a:pt x="694065" y="59809"/>
                </a:lnTo>
                <a:lnTo>
                  <a:pt x="694539" y="59348"/>
                </a:lnTo>
                <a:lnTo>
                  <a:pt x="695022" y="58889"/>
                </a:lnTo>
                <a:lnTo>
                  <a:pt x="695514" y="58435"/>
                </a:lnTo>
                <a:lnTo>
                  <a:pt x="696016" y="57983"/>
                </a:lnTo>
                <a:lnTo>
                  <a:pt x="696528" y="57535"/>
                </a:lnTo>
                <a:lnTo>
                  <a:pt x="697049" y="57091"/>
                </a:lnTo>
                <a:lnTo>
                  <a:pt x="697580" y="56649"/>
                </a:lnTo>
                <a:lnTo>
                  <a:pt x="698121" y="56211"/>
                </a:lnTo>
                <a:lnTo>
                  <a:pt x="698671" y="55777"/>
                </a:lnTo>
                <a:lnTo>
                  <a:pt x="699230" y="55346"/>
                </a:lnTo>
                <a:lnTo>
                  <a:pt x="699800" y="54918"/>
                </a:lnTo>
                <a:lnTo>
                  <a:pt x="700378" y="54494"/>
                </a:lnTo>
                <a:lnTo>
                  <a:pt x="700968" y="54080"/>
                </a:lnTo>
                <a:lnTo>
                  <a:pt x="701568" y="53684"/>
                </a:lnTo>
                <a:lnTo>
                  <a:pt x="702179" y="53305"/>
                </a:lnTo>
                <a:lnTo>
                  <a:pt x="702801" y="52944"/>
                </a:lnTo>
                <a:lnTo>
                  <a:pt x="703434" y="52600"/>
                </a:lnTo>
                <a:lnTo>
                  <a:pt x="704078" y="52274"/>
                </a:lnTo>
                <a:lnTo>
                  <a:pt x="704732" y="51966"/>
                </a:lnTo>
                <a:lnTo>
                  <a:pt x="705398" y="51675"/>
                </a:lnTo>
                <a:lnTo>
                  <a:pt x="706075" y="51402"/>
                </a:lnTo>
                <a:lnTo>
                  <a:pt x="706763" y="51147"/>
                </a:lnTo>
                <a:lnTo>
                  <a:pt x="707462" y="50909"/>
                </a:lnTo>
                <a:lnTo>
                  <a:pt x="708171" y="50689"/>
                </a:lnTo>
                <a:lnTo>
                  <a:pt x="708892" y="50486"/>
                </a:lnTo>
                <a:lnTo>
                  <a:pt x="709623" y="50301"/>
                </a:lnTo>
                <a:lnTo>
                  <a:pt x="710366" y="50134"/>
                </a:lnTo>
                <a:lnTo>
                  <a:pt x="711120" y="49984"/>
                </a:lnTo>
                <a:lnTo>
                  <a:pt x="711884" y="49852"/>
                </a:lnTo>
                <a:lnTo>
                  <a:pt x="712659" y="49737"/>
                </a:lnTo>
                <a:lnTo>
                  <a:pt x="713446" y="49640"/>
                </a:lnTo>
                <a:lnTo>
                  <a:pt x="714243" y="49561"/>
                </a:lnTo>
                <a:lnTo>
                  <a:pt x="715052" y="49499"/>
                </a:lnTo>
                <a:lnTo>
                  <a:pt x="715871" y="49455"/>
                </a:lnTo>
                <a:lnTo>
                  <a:pt x="716701" y="49429"/>
                </a:lnTo>
                <a:lnTo>
                  <a:pt x="717542" y="49420"/>
                </a:lnTo>
                <a:lnTo>
                  <a:pt x="718137" y="49426"/>
                </a:lnTo>
                <a:lnTo>
                  <a:pt x="718719" y="49442"/>
                </a:lnTo>
                <a:lnTo>
                  <a:pt x="719290" y="49471"/>
                </a:lnTo>
                <a:lnTo>
                  <a:pt x="719849" y="49510"/>
                </a:lnTo>
                <a:lnTo>
                  <a:pt x="720397" y="49560"/>
                </a:lnTo>
                <a:lnTo>
                  <a:pt x="720933" y="49622"/>
                </a:lnTo>
                <a:lnTo>
                  <a:pt x="721457" y="49695"/>
                </a:lnTo>
                <a:lnTo>
                  <a:pt x="721970" y="49779"/>
                </a:lnTo>
                <a:lnTo>
                  <a:pt x="722471" y="49874"/>
                </a:lnTo>
                <a:lnTo>
                  <a:pt x="722961" y="49980"/>
                </a:lnTo>
                <a:lnTo>
                  <a:pt x="723439" y="50098"/>
                </a:lnTo>
                <a:lnTo>
                  <a:pt x="723905" y="50227"/>
                </a:lnTo>
                <a:lnTo>
                  <a:pt x="724359" y="50367"/>
                </a:lnTo>
                <a:lnTo>
                  <a:pt x="724802" y="50518"/>
                </a:lnTo>
                <a:lnTo>
                  <a:pt x="725233" y="50681"/>
                </a:lnTo>
                <a:lnTo>
                  <a:pt x="725653" y="50855"/>
                </a:lnTo>
                <a:lnTo>
                  <a:pt x="726061" y="51039"/>
                </a:lnTo>
                <a:lnTo>
                  <a:pt x="726457" y="51236"/>
                </a:lnTo>
                <a:lnTo>
                  <a:pt x="726842" y="51443"/>
                </a:lnTo>
                <a:lnTo>
                  <a:pt x="727215" y="51661"/>
                </a:lnTo>
                <a:lnTo>
                  <a:pt x="727576" y="51891"/>
                </a:lnTo>
                <a:lnTo>
                  <a:pt x="727926" y="52132"/>
                </a:lnTo>
                <a:lnTo>
                  <a:pt x="728264" y="52384"/>
                </a:lnTo>
                <a:lnTo>
                  <a:pt x="728590" y="52648"/>
                </a:lnTo>
                <a:lnTo>
                  <a:pt x="728907" y="52921"/>
                </a:lnTo>
                <a:lnTo>
                  <a:pt x="729215" y="53202"/>
                </a:lnTo>
                <a:lnTo>
                  <a:pt x="729514" y="53492"/>
                </a:lnTo>
                <a:lnTo>
                  <a:pt x="729805" y="53790"/>
                </a:lnTo>
                <a:lnTo>
                  <a:pt x="730088" y="54097"/>
                </a:lnTo>
                <a:lnTo>
                  <a:pt x="730363" y="54412"/>
                </a:lnTo>
                <a:lnTo>
                  <a:pt x="730629" y="54735"/>
                </a:lnTo>
                <a:lnTo>
                  <a:pt x="730886" y="55067"/>
                </a:lnTo>
                <a:lnTo>
                  <a:pt x="731136" y="55407"/>
                </a:lnTo>
                <a:lnTo>
                  <a:pt x="731377" y="55756"/>
                </a:lnTo>
                <a:lnTo>
                  <a:pt x="731609" y="56112"/>
                </a:lnTo>
                <a:lnTo>
                  <a:pt x="731833" y="56478"/>
                </a:lnTo>
                <a:lnTo>
                  <a:pt x="732049" y="56851"/>
                </a:lnTo>
                <a:lnTo>
                  <a:pt x="732256" y="57233"/>
                </a:lnTo>
                <a:lnTo>
                  <a:pt x="732455" y="57624"/>
                </a:lnTo>
                <a:lnTo>
                  <a:pt x="732646" y="58022"/>
                </a:lnTo>
                <a:lnTo>
                  <a:pt x="732828" y="58429"/>
                </a:lnTo>
                <a:lnTo>
                  <a:pt x="733001" y="58845"/>
                </a:lnTo>
                <a:lnTo>
                  <a:pt x="733167" y="59269"/>
                </a:lnTo>
                <a:lnTo>
                  <a:pt x="733324" y="59701"/>
                </a:lnTo>
                <a:lnTo>
                  <a:pt x="733472" y="60141"/>
                </a:lnTo>
                <a:lnTo>
                  <a:pt x="733612" y="60590"/>
                </a:lnTo>
                <a:lnTo>
                  <a:pt x="733744" y="61047"/>
                </a:lnTo>
                <a:lnTo>
                  <a:pt x="733868" y="61513"/>
                </a:lnTo>
                <a:lnTo>
                  <a:pt x="733984" y="61986"/>
                </a:lnTo>
                <a:lnTo>
                  <a:pt x="734096" y="62464"/>
                </a:lnTo>
                <a:lnTo>
                  <a:pt x="734203" y="62947"/>
                </a:lnTo>
                <a:lnTo>
                  <a:pt x="734305" y="63437"/>
                </a:lnTo>
                <a:lnTo>
                  <a:pt x="734402" y="63932"/>
                </a:lnTo>
                <a:lnTo>
                  <a:pt x="734493" y="64433"/>
                </a:lnTo>
                <a:lnTo>
                  <a:pt x="734580" y="64940"/>
                </a:lnTo>
                <a:lnTo>
                  <a:pt x="734662" y="65452"/>
                </a:lnTo>
                <a:lnTo>
                  <a:pt x="734739" y="65970"/>
                </a:lnTo>
                <a:lnTo>
                  <a:pt x="734811" y="66494"/>
                </a:lnTo>
                <a:lnTo>
                  <a:pt x="734878" y="67024"/>
                </a:lnTo>
                <a:lnTo>
                  <a:pt x="734940" y="67559"/>
                </a:lnTo>
                <a:lnTo>
                  <a:pt x="734998" y="68100"/>
                </a:lnTo>
                <a:lnTo>
                  <a:pt x="735050" y="68646"/>
                </a:lnTo>
                <a:lnTo>
                  <a:pt x="735097" y="69199"/>
                </a:lnTo>
                <a:lnTo>
                  <a:pt x="735139" y="69757"/>
                </a:lnTo>
                <a:lnTo>
                  <a:pt x="735176" y="70320"/>
                </a:lnTo>
                <a:lnTo>
                  <a:pt x="735209" y="70890"/>
                </a:lnTo>
                <a:lnTo>
                  <a:pt x="735236" y="71465"/>
                </a:lnTo>
                <a:lnTo>
                  <a:pt x="735258" y="72046"/>
                </a:lnTo>
                <a:lnTo>
                  <a:pt x="735276" y="72632"/>
                </a:lnTo>
                <a:lnTo>
                  <a:pt x="735288" y="73224"/>
                </a:lnTo>
                <a:lnTo>
                  <a:pt x="735295" y="73822"/>
                </a:lnTo>
                <a:lnTo>
                  <a:pt x="735298" y="74426"/>
                </a:lnTo>
                <a:lnTo>
                  <a:pt x="735298" y="136324"/>
                </a:lnTo>
                <a:lnTo>
                  <a:pt x="751870" y="136324"/>
                </a:lnTo>
                <a:lnTo>
                  <a:pt x="751870" y="72308"/>
                </a:lnTo>
                <a:lnTo>
                  <a:pt x="751858" y="70877"/>
                </a:lnTo>
                <a:lnTo>
                  <a:pt x="751821" y="69473"/>
                </a:lnTo>
                <a:lnTo>
                  <a:pt x="751761" y="68095"/>
                </a:lnTo>
                <a:lnTo>
                  <a:pt x="751675" y="66744"/>
                </a:lnTo>
                <a:lnTo>
                  <a:pt x="751566" y="65419"/>
                </a:lnTo>
                <a:lnTo>
                  <a:pt x="751477" y="64557"/>
                </a:lnTo>
                <a:lnTo>
                  <a:pt x="751661" y="64325"/>
                </a:lnTo>
                <a:lnTo>
                  <a:pt x="752052" y="63846"/>
                </a:lnTo>
                <a:lnTo>
                  <a:pt x="752451" y="63370"/>
                </a:lnTo>
                <a:lnTo>
                  <a:pt x="752859" y="62897"/>
                </a:lnTo>
                <a:lnTo>
                  <a:pt x="753276" y="62428"/>
                </a:lnTo>
                <a:lnTo>
                  <a:pt x="753701" y="61963"/>
                </a:lnTo>
                <a:lnTo>
                  <a:pt x="754135" y="61502"/>
                </a:lnTo>
                <a:lnTo>
                  <a:pt x="754577" y="61043"/>
                </a:lnTo>
                <a:lnTo>
                  <a:pt x="755028" y="60589"/>
                </a:lnTo>
                <a:lnTo>
                  <a:pt x="755488" y="60138"/>
                </a:lnTo>
                <a:lnTo>
                  <a:pt x="755956" y="59691"/>
                </a:lnTo>
                <a:lnTo>
                  <a:pt x="756432" y="59247"/>
                </a:lnTo>
                <a:lnTo>
                  <a:pt x="756917" y="58807"/>
                </a:lnTo>
                <a:lnTo>
                  <a:pt x="757411" y="58371"/>
                </a:lnTo>
                <a:lnTo>
                  <a:pt x="757913" y="57938"/>
                </a:lnTo>
                <a:lnTo>
                  <a:pt x="758424" y="57509"/>
                </a:lnTo>
                <a:lnTo>
                  <a:pt x="758944" y="57083"/>
                </a:lnTo>
                <a:lnTo>
                  <a:pt x="759472" y="56661"/>
                </a:lnTo>
                <a:lnTo>
                  <a:pt x="760008" y="56243"/>
                </a:lnTo>
                <a:lnTo>
                  <a:pt x="760553" y="55828"/>
                </a:lnTo>
                <a:lnTo>
                  <a:pt x="761107" y="55416"/>
                </a:lnTo>
                <a:lnTo>
                  <a:pt x="761669" y="55009"/>
                </a:lnTo>
                <a:lnTo>
                  <a:pt x="762240" y="54605"/>
                </a:lnTo>
                <a:lnTo>
                  <a:pt x="762819" y="54204"/>
                </a:lnTo>
                <a:lnTo>
                  <a:pt x="763409" y="53814"/>
                </a:lnTo>
                <a:lnTo>
                  <a:pt x="764009" y="53440"/>
                </a:lnTo>
                <a:lnTo>
                  <a:pt x="764621" y="53083"/>
                </a:lnTo>
                <a:lnTo>
                  <a:pt x="765244" y="52742"/>
                </a:lnTo>
                <a:lnTo>
                  <a:pt x="765879" y="52418"/>
                </a:lnTo>
                <a:lnTo>
                  <a:pt x="766525" y="52111"/>
                </a:lnTo>
                <a:lnTo>
                  <a:pt x="767182" y="51820"/>
                </a:lnTo>
                <a:lnTo>
                  <a:pt x="767850" y="51546"/>
                </a:lnTo>
                <a:lnTo>
                  <a:pt x="768530" y="51289"/>
                </a:lnTo>
                <a:lnTo>
                  <a:pt x="769221" y="51048"/>
                </a:lnTo>
                <a:lnTo>
                  <a:pt x="769923" y="50824"/>
                </a:lnTo>
                <a:lnTo>
                  <a:pt x="770637" y="50616"/>
                </a:lnTo>
                <a:lnTo>
                  <a:pt x="771362" y="50425"/>
                </a:lnTo>
                <a:lnTo>
                  <a:pt x="772098" y="50251"/>
                </a:lnTo>
                <a:lnTo>
                  <a:pt x="772845" y="50093"/>
                </a:lnTo>
                <a:lnTo>
                  <a:pt x="773604" y="49952"/>
                </a:lnTo>
                <a:lnTo>
                  <a:pt x="774374" y="49827"/>
                </a:lnTo>
                <a:lnTo>
                  <a:pt x="775156" y="49719"/>
                </a:lnTo>
                <a:lnTo>
                  <a:pt x="775949" y="49628"/>
                </a:lnTo>
                <a:lnTo>
                  <a:pt x="776753" y="49553"/>
                </a:lnTo>
                <a:lnTo>
                  <a:pt x="777568" y="49495"/>
                </a:lnTo>
                <a:lnTo>
                  <a:pt x="778395" y="49453"/>
                </a:lnTo>
                <a:lnTo>
                  <a:pt x="779233" y="49428"/>
                </a:lnTo>
                <a:lnTo>
                  <a:pt x="780082" y="49420"/>
                </a:lnTo>
                <a:lnTo>
                  <a:pt x="780668" y="49426"/>
                </a:lnTo>
                <a:lnTo>
                  <a:pt x="781243" y="49442"/>
                </a:lnTo>
                <a:lnTo>
                  <a:pt x="781807" y="49471"/>
                </a:lnTo>
                <a:lnTo>
                  <a:pt x="782359" y="49510"/>
                </a:lnTo>
                <a:lnTo>
                  <a:pt x="782900" y="49560"/>
                </a:lnTo>
                <a:lnTo>
                  <a:pt x="783430" y="49622"/>
                </a:lnTo>
                <a:lnTo>
                  <a:pt x="783948" y="49695"/>
                </a:lnTo>
                <a:lnTo>
                  <a:pt x="784455" y="49779"/>
                </a:lnTo>
                <a:lnTo>
                  <a:pt x="784951" y="49874"/>
                </a:lnTo>
                <a:lnTo>
                  <a:pt x="785435" y="49980"/>
                </a:lnTo>
                <a:lnTo>
                  <a:pt x="785908" y="50098"/>
                </a:lnTo>
                <a:lnTo>
                  <a:pt x="786370" y="50227"/>
                </a:lnTo>
                <a:lnTo>
                  <a:pt x="786821" y="50367"/>
                </a:lnTo>
                <a:lnTo>
                  <a:pt x="787260" y="50518"/>
                </a:lnTo>
                <a:lnTo>
                  <a:pt x="787688" y="50681"/>
                </a:lnTo>
                <a:lnTo>
                  <a:pt x="788105" y="50855"/>
                </a:lnTo>
                <a:lnTo>
                  <a:pt x="788510" y="51039"/>
                </a:lnTo>
                <a:lnTo>
                  <a:pt x="788904" y="51236"/>
                </a:lnTo>
                <a:lnTo>
                  <a:pt x="789287" y="51443"/>
                </a:lnTo>
                <a:lnTo>
                  <a:pt x="789658" y="51661"/>
                </a:lnTo>
                <a:lnTo>
                  <a:pt x="790019" y="51891"/>
                </a:lnTo>
                <a:lnTo>
                  <a:pt x="790367" y="52132"/>
                </a:lnTo>
                <a:lnTo>
                  <a:pt x="790705" y="52384"/>
                </a:lnTo>
                <a:lnTo>
                  <a:pt x="791031" y="52648"/>
                </a:lnTo>
                <a:lnTo>
                  <a:pt x="791348" y="52921"/>
                </a:lnTo>
                <a:lnTo>
                  <a:pt x="791656" y="53202"/>
                </a:lnTo>
                <a:lnTo>
                  <a:pt x="791955" y="53492"/>
                </a:lnTo>
                <a:lnTo>
                  <a:pt x="792246" y="53790"/>
                </a:lnTo>
                <a:lnTo>
                  <a:pt x="792529" y="54097"/>
                </a:lnTo>
                <a:lnTo>
                  <a:pt x="792804" y="54412"/>
                </a:lnTo>
                <a:lnTo>
                  <a:pt x="793070" y="54735"/>
                </a:lnTo>
                <a:lnTo>
                  <a:pt x="793327" y="55067"/>
                </a:lnTo>
                <a:lnTo>
                  <a:pt x="793577" y="55407"/>
                </a:lnTo>
                <a:lnTo>
                  <a:pt x="793818" y="55756"/>
                </a:lnTo>
                <a:lnTo>
                  <a:pt x="794050" y="56112"/>
                </a:lnTo>
                <a:lnTo>
                  <a:pt x="794274" y="56478"/>
                </a:lnTo>
                <a:lnTo>
                  <a:pt x="794490" y="56851"/>
                </a:lnTo>
                <a:lnTo>
                  <a:pt x="794697" y="57233"/>
                </a:lnTo>
                <a:lnTo>
                  <a:pt x="794896" y="57624"/>
                </a:lnTo>
                <a:lnTo>
                  <a:pt x="795087" y="58022"/>
                </a:lnTo>
                <a:lnTo>
                  <a:pt x="795269" y="58429"/>
                </a:lnTo>
                <a:lnTo>
                  <a:pt x="795442" y="58845"/>
                </a:lnTo>
                <a:lnTo>
                  <a:pt x="795608" y="59269"/>
                </a:lnTo>
                <a:lnTo>
                  <a:pt x="795765" y="59701"/>
                </a:lnTo>
                <a:lnTo>
                  <a:pt x="795913" y="60141"/>
                </a:lnTo>
                <a:lnTo>
                  <a:pt x="796053" y="60590"/>
                </a:lnTo>
                <a:lnTo>
                  <a:pt x="796185" y="61047"/>
                </a:lnTo>
                <a:lnTo>
                  <a:pt x="796309" y="61513"/>
                </a:lnTo>
                <a:lnTo>
                  <a:pt x="796425" y="61986"/>
                </a:lnTo>
                <a:lnTo>
                  <a:pt x="796537" y="62464"/>
                </a:lnTo>
                <a:lnTo>
                  <a:pt x="796644" y="62947"/>
                </a:lnTo>
                <a:lnTo>
                  <a:pt x="796746" y="63437"/>
                </a:lnTo>
                <a:lnTo>
                  <a:pt x="796842" y="63932"/>
                </a:lnTo>
                <a:lnTo>
                  <a:pt x="796934" y="64433"/>
                </a:lnTo>
                <a:lnTo>
                  <a:pt x="797021" y="64940"/>
                </a:lnTo>
                <a:lnTo>
                  <a:pt x="797103" y="65452"/>
                </a:lnTo>
                <a:lnTo>
                  <a:pt x="797180" y="65970"/>
                </a:lnTo>
                <a:lnTo>
                  <a:pt x="797252" y="66494"/>
                </a:lnTo>
                <a:lnTo>
                  <a:pt x="797319" y="67024"/>
                </a:lnTo>
                <a:lnTo>
                  <a:pt x="797381" y="67559"/>
                </a:lnTo>
                <a:lnTo>
                  <a:pt x="797438" y="68100"/>
                </a:lnTo>
                <a:lnTo>
                  <a:pt x="797491" y="68646"/>
                </a:lnTo>
                <a:lnTo>
                  <a:pt x="797538" y="69199"/>
                </a:lnTo>
                <a:lnTo>
                  <a:pt x="797580" y="69757"/>
                </a:lnTo>
                <a:lnTo>
                  <a:pt x="797617" y="70320"/>
                </a:lnTo>
                <a:lnTo>
                  <a:pt x="797650" y="70890"/>
                </a:lnTo>
                <a:lnTo>
                  <a:pt x="797677" y="71465"/>
                </a:lnTo>
                <a:lnTo>
                  <a:pt x="797699" y="72046"/>
                </a:lnTo>
                <a:lnTo>
                  <a:pt x="797717" y="72632"/>
                </a:lnTo>
                <a:lnTo>
                  <a:pt x="797729" y="73224"/>
                </a:lnTo>
                <a:lnTo>
                  <a:pt x="797736" y="73822"/>
                </a:lnTo>
                <a:lnTo>
                  <a:pt x="797739" y="74426"/>
                </a:lnTo>
                <a:lnTo>
                  <a:pt x="797739" y="136324"/>
                </a:lnTo>
                <a:lnTo>
                  <a:pt x="814212" y="136324"/>
                </a:lnTo>
                <a:lnTo>
                  <a:pt x="814212" y="72308"/>
                </a:lnTo>
                <a:lnTo>
                  <a:pt x="814200" y="70877"/>
                </a:lnTo>
                <a:lnTo>
                  <a:pt x="814164" y="69473"/>
                </a:lnTo>
                <a:lnTo>
                  <a:pt x="814103" y="68095"/>
                </a:lnTo>
                <a:lnTo>
                  <a:pt x="814018" y="66744"/>
                </a:lnTo>
                <a:lnTo>
                  <a:pt x="813908" y="65419"/>
                </a:lnTo>
                <a:lnTo>
                  <a:pt x="813775" y="64121"/>
                </a:lnTo>
                <a:lnTo>
                  <a:pt x="813616" y="62850"/>
                </a:lnTo>
                <a:lnTo>
                  <a:pt x="813434" y="61605"/>
                </a:lnTo>
                <a:lnTo>
                  <a:pt x="813227" y="60386"/>
                </a:lnTo>
                <a:lnTo>
                  <a:pt x="812996" y="59194"/>
                </a:lnTo>
                <a:lnTo>
                  <a:pt x="812741" y="58029"/>
                </a:lnTo>
                <a:lnTo>
                  <a:pt x="812461" y="56890"/>
                </a:lnTo>
                <a:lnTo>
                  <a:pt x="812157" y="55778"/>
                </a:lnTo>
                <a:lnTo>
                  <a:pt x="811829" y="54692"/>
                </a:lnTo>
                <a:lnTo>
                  <a:pt x="811476" y="53633"/>
                </a:lnTo>
                <a:lnTo>
                  <a:pt x="811100" y="52600"/>
                </a:lnTo>
                <a:lnTo>
                  <a:pt x="810698" y="51594"/>
                </a:lnTo>
                <a:lnTo>
                  <a:pt x="810273" y="50615"/>
                </a:lnTo>
                <a:lnTo>
                  <a:pt x="809823" y="49662"/>
                </a:lnTo>
                <a:lnTo>
                  <a:pt x="809349" y="48735"/>
                </a:lnTo>
                <a:lnTo>
                  <a:pt x="808850" y="47836"/>
                </a:lnTo>
                <a:lnTo>
                  <a:pt x="808327" y="46962"/>
                </a:lnTo>
                <a:lnTo>
                  <a:pt x="807780" y="46116"/>
                </a:lnTo>
                <a:lnTo>
                  <a:pt x="807209" y="45296"/>
                </a:lnTo>
                <a:lnTo>
                  <a:pt x="806609" y="44505"/>
                </a:lnTo>
                <a:lnTo>
                  <a:pt x="805979" y="43749"/>
                </a:lnTo>
                <a:lnTo>
                  <a:pt x="805317" y="43026"/>
                </a:lnTo>
                <a:lnTo>
                  <a:pt x="804625" y="42336"/>
                </a:lnTo>
                <a:lnTo>
                  <a:pt x="803901" y="41680"/>
                </a:lnTo>
                <a:lnTo>
                  <a:pt x="803146" y="41058"/>
                </a:lnTo>
                <a:lnTo>
                  <a:pt x="802360" y="40470"/>
                </a:lnTo>
                <a:lnTo>
                  <a:pt x="801542" y="39915"/>
                </a:lnTo>
                <a:lnTo>
                  <a:pt x="800694" y="39393"/>
                </a:lnTo>
                <a:lnTo>
                  <a:pt x="799814" y="38906"/>
                </a:lnTo>
                <a:lnTo>
                  <a:pt x="798903" y="38452"/>
                </a:lnTo>
                <a:lnTo>
                  <a:pt x="797961" y="38031"/>
                </a:lnTo>
                <a:lnTo>
                  <a:pt x="796988" y="37645"/>
                </a:lnTo>
                <a:lnTo>
                  <a:pt x="795983" y="37292"/>
                </a:lnTo>
                <a:lnTo>
                  <a:pt x="794948" y="36972"/>
                </a:lnTo>
                <a:lnTo>
                  <a:pt x="793881" y="36686"/>
                </a:lnTo>
                <a:lnTo>
                  <a:pt x="792783" y="36434"/>
                </a:lnTo>
                <a:lnTo>
                  <a:pt x="791654" y="36215"/>
                </a:lnTo>
                <a:lnTo>
                  <a:pt x="790494" y="36030"/>
                </a:lnTo>
                <a:lnTo>
                  <a:pt x="789302" y="35879"/>
                </a:lnTo>
                <a:lnTo>
                  <a:pt x="788080" y="35761"/>
                </a:lnTo>
                <a:lnTo>
                  <a:pt x="786826" y="35677"/>
                </a:lnTo>
                <a:lnTo>
                  <a:pt x="785541" y="35627"/>
                </a:lnTo>
                <a:lnTo>
                  <a:pt x="784225" y="35610"/>
                </a:lnTo>
                <a:lnTo>
                  <a:pt x="783212" y="35619"/>
                </a:lnTo>
                <a:lnTo>
                  <a:pt x="782211" y="35648"/>
                </a:lnTo>
                <a:lnTo>
                  <a:pt x="781222" y="35695"/>
                </a:lnTo>
                <a:lnTo>
                  <a:pt x="780245" y="35761"/>
                </a:lnTo>
                <a:lnTo>
                  <a:pt x="779280" y="35846"/>
                </a:lnTo>
                <a:lnTo>
                  <a:pt x="778328" y="35949"/>
                </a:lnTo>
                <a:lnTo>
                  <a:pt x="777388" y="36072"/>
                </a:lnTo>
                <a:lnTo>
                  <a:pt x="776459" y="36213"/>
                </a:lnTo>
                <a:lnTo>
                  <a:pt x="775543" y="36373"/>
                </a:lnTo>
                <a:lnTo>
                  <a:pt x="774640" y="36552"/>
                </a:lnTo>
                <a:lnTo>
                  <a:pt x="773748" y="36750"/>
                </a:lnTo>
                <a:lnTo>
                  <a:pt x="772869" y="36966"/>
                </a:lnTo>
                <a:lnTo>
                  <a:pt x="772001" y="37202"/>
                </a:lnTo>
                <a:lnTo>
                  <a:pt x="771146" y="37456"/>
                </a:lnTo>
                <a:lnTo>
                  <a:pt x="770303" y="37729"/>
                </a:lnTo>
                <a:lnTo>
                  <a:pt x="769472" y="38021"/>
                </a:lnTo>
                <a:lnTo>
                  <a:pt x="768654" y="38332"/>
                </a:lnTo>
                <a:lnTo>
                  <a:pt x="767847" y="38662"/>
                </a:lnTo>
                <a:lnTo>
                  <a:pt x="767053" y="39010"/>
                </a:lnTo>
                <a:lnTo>
                  <a:pt x="766270" y="39378"/>
                </a:lnTo>
                <a:lnTo>
                  <a:pt x="765500" y="39764"/>
                </a:lnTo>
                <a:lnTo>
                  <a:pt x="764743" y="40169"/>
                </a:lnTo>
                <a:lnTo>
                  <a:pt x="763997" y="40593"/>
                </a:lnTo>
                <a:lnTo>
                  <a:pt x="763263" y="41035"/>
                </a:lnTo>
                <a:lnTo>
                  <a:pt x="762541" y="41489"/>
                </a:lnTo>
                <a:lnTo>
                  <a:pt x="761829" y="41946"/>
                </a:lnTo>
                <a:lnTo>
                  <a:pt x="761128" y="42406"/>
                </a:lnTo>
                <a:lnTo>
                  <a:pt x="760437" y="42869"/>
                </a:lnTo>
                <a:lnTo>
                  <a:pt x="759756" y="43335"/>
                </a:lnTo>
                <a:lnTo>
                  <a:pt x="759086" y="43804"/>
                </a:lnTo>
                <a:lnTo>
                  <a:pt x="758427" y="44276"/>
                </a:lnTo>
                <a:lnTo>
                  <a:pt x="757778" y="44751"/>
                </a:lnTo>
                <a:lnTo>
                  <a:pt x="757139" y="45229"/>
                </a:lnTo>
                <a:lnTo>
                  <a:pt x="756511" y="45711"/>
                </a:lnTo>
                <a:lnTo>
                  <a:pt x="755893" y="46195"/>
                </a:lnTo>
                <a:lnTo>
                  <a:pt x="755285" y="46683"/>
                </a:lnTo>
                <a:lnTo>
                  <a:pt x="754689" y="47173"/>
                </a:lnTo>
                <a:lnTo>
                  <a:pt x="754102" y="47667"/>
                </a:lnTo>
                <a:lnTo>
                  <a:pt x="753526" y="48164"/>
                </a:lnTo>
                <a:lnTo>
                  <a:pt x="752961" y="48664"/>
                </a:lnTo>
                <a:lnTo>
                  <a:pt x="752405" y="49167"/>
                </a:lnTo>
                <a:lnTo>
                  <a:pt x="751861" y="49673"/>
                </a:lnTo>
                <a:lnTo>
                  <a:pt x="751327" y="50182"/>
                </a:lnTo>
                <a:lnTo>
                  <a:pt x="750803" y="50694"/>
                </a:lnTo>
                <a:lnTo>
                  <a:pt x="750289" y="51210"/>
                </a:lnTo>
                <a:lnTo>
                  <a:pt x="749786" y="51728"/>
                </a:lnTo>
                <a:lnTo>
                  <a:pt x="749294" y="52249"/>
                </a:lnTo>
                <a:lnTo>
                  <a:pt x="748818" y="52767"/>
                </a:lnTo>
                <a:lnTo>
                  <a:pt x="748757" y="52600"/>
                </a:lnTo>
                <a:lnTo>
                  <a:pt x="748356" y="51594"/>
                </a:lnTo>
                <a:close/>
                <a:moveTo>
                  <a:pt x="1095790" y="122999"/>
                </a:moveTo>
                <a:lnTo>
                  <a:pt x="1095093" y="122973"/>
                </a:lnTo>
                <a:lnTo>
                  <a:pt x="1094417" y="122930"/>
                </a:lnTo>
                <a:lnTo>
                  <a:pt x="1093764" y="122869"/>
                </a:lnTo>
                <a:lnTo>
                  <a:pt x="1093133" y="122791"/>
                </a:lnTo>
                <a:lnTo>
                  <a:pt x="1092525" y="122696"/>
                </a:lnTo>
                <a:lnTo>
                  <a:pt x="1091939" y="122583"/>
                </a:lnTo>
                <a:lnTo>
                  <a:pt x="1091376" y="122453"/>
                </a:lnTo>
                <a:lnTo>
                  <a:pt x="1090835" y="122306"/>
                </a:lnTo>
                <a:lnTo>
                  <a:pt x="1090317" y="122142"/>
                </a:lnTo>
                <a:lnTo>
                  <a:pt x="1089821" y="121960"/>
                </a:lnTo>
                <a:lnTo>
                  <a:pt x="1089347" y="121761"/>
                </a:lnTo>
                <a:lnTo>
                  <a:pt x="1088896" y="121544"/>
                </a:lnTo>
                <a:lnTo>
                  <a:pt x="1088467" y="121310"/>
                </a:lnTo>
                <a:lnTo>
                  <a:pt x="1088061" y="121059"/>
                </a:lnTo>
                <a:lnTo>
                  <a:pt x="1087677" y="120791"/>
                </a:lnTo>
                <a:lnTo>
                  <a:pt x="1087315" y="120505"/>
                </a:lnTo>
                <a:lnTo>
                  <a:pt x="1086976" y="120202"/>
                </a:lnTo>
                <a:lnTo>
                  <a:pt x="1086660" y="119882"/>
                </a:lnTo>
                <a:lnTo>
                  <a:pt x="1086366" y="119544"/>
                </a:lnTo>
                <a:lnTo>
                  <a:pt x="1086094" y="119189"/>
                </a:lnTo>
                <a:lnTo>
                  <a:pt x="1085845" y="118817"/>
                </a:lnTo>
                <a:lnTo>
                  <a:pt x="1085618" y="118427"/>
                </a:lnTo>
                <a:lnTo>
                  <a:pt x="1085414" y="118020"/>
                </a:lnTo>
                <a:lnTo>
                  <a:pt x="1085224" y="117597"/>
                </a:lnTo>
                <a:lnTo>
                  <a:pt x="1085043" y="117158"/>
                </a:lnTo>
                <a:lnTo>
                  <a:pt x="1084870" y="116705"/>
                </a:lnTo>
                <a:lnTo>
                  <a:pt x="1084705" y="116236"/>
                </a:lnTo>
                <a:lnTo>
                  <a:pt x="1084548" y="115752"/>
                </a:lnTo>
                <a:lnTo>
                  <a:pt x="1084399" y="115253"/>
                </a:lnTo>
                <a:lnTo>
                  <a:pt x="1084259" y="114739"/>
                </a:lnTo>
                <a:lnTo>
                  <a:pt x="1084126" y="114209"/>
                </a:lnTo>
                <a:lnTo>
                  <a:pt x="1084001" y="113665"/>
                </a:lnTo>
                <a:lnTo>
                  <a:pt x="1083884" y="113105"/>
                </a:lnTo>
                <a:lnTo>
                  <a:pt x="1083776" y="112530"/>
                </a:lnTo>
                <a:lnTo>
                  <a:pt x="1083675" y="111940"/>
                </a:lnTo>
                <a:lnTo>
                  <a:pt x="1083582" y="111334"/>
                </a:lnTo>
                <a:lnTo>
                  <a:pt x="1083498" y="110714"/>
                </a:lnTo>
                <a:lnTo>
                  <a:pt x="1083421" y="110078"/>
                </a:lnTo>
                <a:lnTo>
                  <a:pt x="1083353" y="109427"/>
                </a:lnTo>
                <a:lnTo>
                  <a:pt x="1083293" y="108761"/>
                </a:lnTo>
                <a:lnTo>
                  <a:pt x="1083240" y="108080"/>
                </a:lnTo>
                <a:lnTo>
                  <a:pt x="1083196" y="107383"/>
                </a:lnTo>
                <a:lnTo>
                  <a:pt x="1083160" y="106672"/>
                </a:lnTo>
                <a:lnTo>
                  <a:pt x="1083132" y="105945"/>
                </a:lnTo>
                <a:lnTo>
                  <a:pt x="1083112" y="105203"/>
                </a:lnTo>
                <a:lnTo>
                  <a:pt x="1083099" y="104446"/>
                </a:lnTo>
                <a:lnTo>
                  <a:pt x="1083095" y="103674"/>
                </a:lnTo>
                <a:lnTo>
                  <a:pt x="1083095" y="50604"/>
                </a:lnTo>
                <a:lnTo>
                  <a:pt x="1106770" y="50604"/>
                </a:lnTo>
                <a:lnTo>
                  <a:pt x="1106770" y="37287"/>
                </a:lnTo>
                <a:lnTo>
                  <a:pt x="1083095" y="37287"/>
                </a:lnTo>
                <a:lnTo>
                  <a:pt x="1083095" y="15290"/>
                </a:lnTo>
                <a:lnTo>
                  <a:pt x="1066721" y="15290"/>
                </a:lnTo>
                <a:lnTo>
                  <a:pt x="1066721" y="37287"/>
                </a:lnTo>
                <a:lnTo>
                  <a:pt x="1050642" y="37287"/>
                </a:lnTo>
                <a:lnTo>
                  <a:pt x="1050642" y="50604"/>
                </a:lnTo>
                <a:lnTo>
                  <a:pt x="1066721" y="50604"/>
                </a:lnTo>
                <a:lnTo>
                  <a:pt x="1066721" y="104142"/>
                </a:lnTo>
                <a:lnTo>
                  <a:pt x="1066725" y="104980"/>
                </a:lnTo>
                <a:lnTo>
                  <a:pt x="1066737" y="105808"/>
                </a:lnTo>
                <a:lnTo>
                  <a:pt x="1066757" y="106625"/>
                </a:lnTo>
                <a:lnTo>
                  <a:pt x="1066785" y="107433"/>
                </a:lnTo>
                <a:lnTo>
                  <a:pt x="1066821" y="108230"/>
                </a:lnTo>
                <a:lnTo>
                  <a:pt x="1066866" y="109017"/>
                </a:lnTo>
                <a:lnTo>
                  <a:pt x="1066918" y="109794"/>
                </a:lnTo>
                <a:lnTo>
                  <a:pt x="1066978" y="110562"/>
                </a:lnTo>
                <a:lnTo>
                  <a:pt x="1067047" y="111318"/>
                </a:lnTo>
                <a:lnTo>
                  <a:pt x="1067123" y="112065"/>
                </a:lnTo>
                <a:lnTo>
                  <a:pt x="1067208" y="112802"/>
                </a:lnTo>
                <a:lnTo>
                  <a:pt x="1067300" y="113529"/>
                </a:lnTo>
                <a:lnTo>
                  <a:pt x="1067401" y="114245"/>
                </a:lnTo>
                <a:lnTo>
                  <a:pt x="1067510" y="114952"/>
                </a:lnTo>
                <a:lnTo>
                  <a:pt x="1067626" y="115648"/>
                </a:lnTo>
                <a:lnTo>
                  <a:pt x="1067751" y="116334"/>
                </a:lnTo>
                <a:lnTo>
                  <a:pt x="1067884" y="117010"/>
                </a:lnTo>
                <a:lnTo>
                  <a:pt x="1068025" y="117676"/>
                </a:lnTo>
                <a:lnTo>
                  <a:pt x="1068174" y="118332"/>
                </a:lnTo>
                <a:lnTo>
                  <a:pt x="1068331" y="118978"/>
                </a:lnTo>
                <a:lnTo>
                  <a:pt x="1068496" y="119614"/>
                </a:lnTo>
                <a:lnTo>
                  <a:pt x="1068669" y="120239"/>
                </a:lnTo>
                <a:lnTo>
                  <a:pt x="1068850" y="120855"/>
                </a:lnTo>
                <a:lnTo>
                  <a:pt x="1069039" y="121460"/>
                </a:lnTo>
                <a:lnTo>
                  <a:pt x="1069239" y="122054"/>
                </a:lnTo>
                <a:lnTo>
                  <a:pt x="1069452" y="122637"/>
                </a:lnTo>
                <a:lnTo>
                  <a:pt x="1069679" y="123208"/>
                </a:lnTo>
                <a:lnTo>
                  <a:pt x="1069920" y="123767"/>
                </a:lnTo>
                <a:lnTo>
                  <a:pt x="1070174" y="124314"/>
                </a:lnTo>
                <a:lnTo>
                  <a:pt x="1070441" y="124850"/>
                </a:lnTo>
                <a:lnTo>
                  <a:pt x="1070723" y="125374"/>
                </a:lnTo>
                <a:lnTo>
                  <a:pt x="1071017" y="125886"/>
                </a:lnTo>
                <a:lnTo>
                  <a:pt x="1071325" y="126387"/>
                </a:lnTo>
                <a:lnTo>
                  <a:pt x="1071647" y="126876"/>
                </a:lnTo>
                <a:lnTo>
                  <a:pt x="1071982" y="127353"/>
                </a:lnTo>
                <a:lnTo>
                  <a:pt x="1072331" y="127819"/>
                </a:lnTo>
                <a:lnTo>
                  <a:pt x="1072693" y="128273"/>
                </a:lnTo>
                <a:lnTo>
                  <a:pt x="1073069" y="128715"/>
                </a:lnTo>
                <a:lnTo>
                  <a:pt x="1073459" y="129145"/>
                </a:lnTo>
                <a:lnTo>
                  <a:pt x="1073861" y="129564"/>
                </a:lnTo>
                <a:lnTo>
                  <a:pt x="1074278" y="129971"/>
                </a:lnTo>
                <a:lnTo>
                  <a:pt x="1074708" y="130366"/>
                </a:lnTo>
                <a:lnTo>
                  <a:pt x="1075151" y="130750"/>
                </a:lnTo>
                <a:lnTo>
                  <a:pt x="1075608" y="131122"/>
                </a:lnTo>
                <a:lnTo>
                  <a:pt x="1076079" y="131482"/>
                </a:lnTo>
                <a:lnTo>
                  <a:pt x="1076563" y="131831"/>
                </a:lnTo>
                <a:lnTo>
                  <a:pt x="1077060" y="132168"/>
                </a:lnTo>
                <a:lnTo>
                  <a:pt x="1077571" y="132493"/>
                </a:lnTo>
                <a:lnTo>
                  <a:pt x="1078099" y="132805"/>
                </a:lnTo>
                <a:lnTo>
                  <a:pt x="1078645" y="133105"/>
                </a:lnTo>
                <a:lnTo>
                  <a:pt x="1079210" y="133391"/>
                </a:lnTo>
                <a:lnTo>
                  <a:pt x="1079794" y="133664"/>
                </a:lnTo>
                <a:lnTo>
                  <a:pt x="1080396" y="133923"/>
                </a:lnTo>
                <a:lnTo>
                  <a:pt x="1081018" y="134169"/>
                </a:lnTo>
                <a:lnTo>
                  <a:pt x="1081658" y="134402"/>
                </a:lnTo>
                <a:lnTo>
                  <a:pt x="1082317" y="134621"/>
                </a:lnTo>
                <a:lnTo>
                  <a:pt x="1082995" y="134828"/>
                </a:lnTo>
                <a:lnTo>
                  <a:pt x="1083692" y="135021"/>
                </a:lnTo>
                <a:lnTo>
                  <a:pt x="1084408" y="135200"/>
                </a:lnTo>
                <a:lnTo>
                  <a:pt x="1085142" y="135367"/>
                </a:lnTo>
                <a:lnTo>
                  <a:pt x="1085896" y="135520"/>
                </a:lnTo>
                <a:lnTo>
                  <a:pt x="1086668" y="135659"/>
                </a:lnTo>
                <a:lnTo>
                  <a:pt x="1087459" y="135786"/>
                </a:lnTo>
                <a:lnTo>
                  <a:pt x="1088269" y="135899"/>
                </a:lnTo>
                <a:lnTo>
                  <a:pt x="1089097" y="135998"/>
                </a:lnTo>
                <a:lnTo>
                  <a:pt x="1089945" y="136085"/>
                </a:lnTo>
                <a:lnTo>
                  <a:pt x="1090811" y="136158"/>
                </a:lnTo>
                <a:lnTo>
                  <a:pt x="1091697" y="136218"/>
                </a:lnTo>
                <a:lnTo>
                  <a:pt x="1092601" y="136265"/>
                </a:lnTo>
                <a:lnTo>
                  <a:pt x="1093524" y="136298"/>
                </a:lnTo>
                <a:lnTo>
                  <a:pt x="1094465" y="136318"/>
                </a:lnTo>
                <a:lnTo>
                  <a:pt x="1095426" y="136324"/>
                </a:lnTo>
                <a:lnTo>
                  <a:pt x="1106967" y="136324"/>
                </a:lnTo>
                <a:lnTo>
                  <a:pt x="1106967" y="123008"/>
                </a:lnTo>
                <a:lnTo>
                  <a:pt x="1096511" y="123008"/>
                </a:lnTo>
                <a:lnTo>
                  <a:pt x="1095790" y="122999"/>
                </a:lnTo>
                <a:close/>
                <a:moveTo>
                  <a:pt x="967266" y="64612"/>
                </a:moveTo>
                <a:lnTo>
                  <a:pt x="967661" y="64116"/>
                </a:lnTo>
                <a:lnTo>
                  <a:pt x="968065" y="63624"/>
                </a:lnTo>
                <a:lnTo>
                  <a:pt x="968480" y="63135"/>
                </a:lnTo>
                <a:lnTo>
                  <a:pt x="968905" y="62650"/>
                </a:lnTo>
                <a:lnTo>
                  <a:pt x="969339" y="62168"/>
                </a:lnTo>
                <a:lnTo>
                  <a:pt x="969783" y="61689"/>
                </a:lnTo>
                <a:lnTo>
                  <a:pt x="970238" y="61214"/>
                </a:lnTo>
                <a:lnTo>
                  <a:pt x="970702" y="60743"/>
                </a:lnTo>
                <a:lnTo>
                  <a:pt x="971176" y="60274"/>
                </a:lnTo>
                <a:lnTo>
                  <a:pt x="971660" y="59809"/>
                </a:lnTo>
                <a:lnTo>
                  <a:pt x="972155" y="59348"/>
                </a:lnTo>
                <a:lnTo>
                  <a:pt x="972659" y="58889"/>
                </a:lnTo>
                <a:lnTo>
                  <a:pt x="973172" y="58435"/>
                </a:lnTo>
                <a:lnTo>
                  <a:pt x="973696" y="57983"/>
                </a:lnTo>
                <a:lnTo>
                  <a:pt x="974230" y="57535"/>
                </a:lnTo>
                <a:lnTo>
                  <a:pt x="974774" y="57091"/>
                </a:lnTo>
                <a:lnTo>
                  <a:pt x="975328" y="56649"/>
                </a:lnTo>
                <a:lnTo>
                  <a:pt x="975891" y="56211"/>
                </a:lnTo>
                <a:lnTo>
                  <a:pt x="976465" y="55777"/>
                </a:lnTo>
                <a:lnTo>
                  <a:pt x="977048" y="55346"/>
                </a:lnTo>
                <a:lnTo>
                  <a:pt x="977642" y="54918"/>
                </a:lnTo>
                <a:lnTo>
                  <a:pt x="978245" y="54494"/>
                </a:lnTo>
                <a:lnTo>
                  <a:pt x="978859" y="54080"/>
                </a:lnTo>
                <a:lnTo>
                  <a:pt x="979485" y="53684"/>
                </a:lnTo>
                <a:lnTo>
                  <a:pt x="980124" y="53305"/>
                </a:lnTo>
                <a:lnTo>
                  <a:pt x="980774" y="52944"/>
                </a:lnTo>
                <a:lnTo>
                  <a:pt x="981436" y="52600"/>
                </a:lnTo>
                <a:lnTo>
                  <a:pt x="982110" y="52274"/>
                </a:lnTo>
                <a:lnTo>
                  <a:pt x="982797" y="51966"/>
                </a:lnTo>
                <a:lnTo>
                  <a:pt x="983495" y="51675"/>
                </a:lnTo>
                <a:lnTo>
                  <a:pt x="984205" y="51402"/>
                </a:lnTo>
                <a:lnTo>
                  <a:pt x="984927" y="51147"/>
                </a:lnTo>
                <a:lnTo>
                  <a:pt x="985661" y="50909"/>
                </a:lnTo>
                <a:lnTo>
                  <a:pt x="986408" y="50689"/>
                </a:lnTo>
                <a:lnTo>
                  <a:pt x="987166" y="50486"/>
                </a:lnTo>
                <a:lnTo>
                  <a:pt x="987936" y="50301"/>
                </a:lnTo>
                <a:lnTo>
                  <a:pt x="988718" y="50134"/>
                </a:lnTo>
                <a:lnTo>
                  <a:pt x="989512" y="49984"/>
                </a:lnTo>
                <a:lnTo>
                  <a:pt x="990318" y="49852"/>
                </a:lnTo>
                <a:lnTo>
                  <a:pt x="991136" y="49737"/>
                </a:lnTo>
                <a:lnTo>
                  <a:pt x="991966" y="49640"/>
                </a:lnTo>
                <a:lnTo>
                  <a:pt x="992808" y="49561"/>
                </a:lnTo>
                <a:lnTo>
                  <a:pt x="993662" y="49499"/>
                </a:lnTo>
                <a:lnTo>
                  <a:pt x="994528" y="49455"/>
                </a:lnTo>
                <a:lnTo>
                  <a:pt x="995406" y="49429"/>
                </a:lnTo>
                <a:lnTo>
                  <a:pt x="996297" y="49420"/>
                </a:lnTo>
                <a:lnTo>
                  <a:pt x="996891" y="49426"/>
                </a:lnTo>
                <a:lnTo>
                  <a:pt x="997473" y="49442"/>
                </a:lnTo>
                <a:lnTo>
                  <a:pt x="998044" y="49471"/>
                </a:lnTo>
                <a:lnTo>
                  <a:pt x="998602" y="49510"/>
                </a:lnTo>
                <a:lnTo>
                  <a:pt x="999149" y="49560"/>
                </a:lnTo>
                <a:lnTo>
                  <a:pt x="999684" y="49622"/>
                </a:lnTo>
                <a:lnTo>
                  <a:pt x="1000208" y="49695"/>
                </a:lnTo>
                <a:lnTo>
                  <a:pt x="1000719" y="49779"/>
                </a:lnTo>
                <a:lnTo>
                  <a:pt x="1001219" y="49874"/>
                </a:lnTo>
                <a:lnTo>
                  <a:pt x="1001706" y="49980"/>
                </a:lnTo>
                <a:lnTo>
                  <a:pt x="1002182" y="50098"/>
                </a:lnTo>
                <a:lnTo>
                  <a:pt x="1002647" y="50227"/>
                </a:lnTo>
                <a:lnTo>
                  <a:pt x="1003099" y="50367"/>
                </a:lnTo>
                <a:lnTo>
                  <a:pt x="1003540" y="50518"/>
                </a:lnTo>
                <a:lnTo>
                  <a:pt x="1003968" y="50681"/>
                </a:lnTo>
                <a:lnTo>
                  <a:pt x="1004385" y="50855"/>
                </a:lnTo>
                <a:lnTo>
                  <a:pt x="1004790" y="51039"/>
                </a:lnTo>
                <a:lnTo>
                  <a:pt x="1005184" y="51236"/>
                </a:lnTo>
                <a:lnTo>
                  <a:pt x="1005565" y="51443"/>
                </a:lnTo>
                <a:lnTo>
                  <a:pt x="1005935" y="51661"/>
                </a:lnTo>
                <a:lnTo>
                  <a:pt x="1006293" y="51891"/>
                </a:lnTo>
                <a:lnTo>
                  <a:pt x="1006639" y="52132"/>
                </a:lnTo>
                <a:lnTo>
                  <a:pt x="1006973" y="52384"/>
                </a:lnTo>
                <a:lnTo>
                  <a:pt x="1007295" y="52648"/>
                </a:lnTo>
                <a:lnTo>
                  <a:pt x="1007608" y="52921"/>
                </a:lnTo>
                <a:lnTo>
                  <a:pt x="1007912" y="53202"/>
                </a:lnTo>
                <a:lnTo>
                  <a:pt x="1008208" y="53492"/>
                </a:lnTo>
                <a:lnTo>
                  <a:pt x="1008497" y="53790"/>
                </a:lnTo>
                <a:lnTo>
                  <a:pt x="1008777" y="54097"/>
                </a:lnTo>
                <a:lnTo>
                  <a:pt x="1009049" y="54412"/>
                </a:lnTo>
                <a:lnTo>
                  <a:pt x="1009313" y="54735"/>
                </a:lnTo>
                <a:lnTo>
                  <a:pt x="1009569" y="55067"/>
                </a:lnTo>
                <a:lnTo>
                  <a:pt x="1009818" y="55407"/>
                </a:lnTo>
                <a:lnTo>
                  <a:pt x="1010058" y="55756"/>
                </a:lnTo>
                <a:lnTo>
                  <a:pt x="1010289" y="56112"/>
                </a:lnTo>
                <a:lnTo>
                  <a:pt x="1010513" y="56478"/>
                </a:lnTo>
                <a:lnTo>
                  <a:pt x="1010729" y="56851"/>
                </a:lnTo>
                <a:lnTo>
                  <a:pt x="1010937" y="57233"/>
                </a:lnTo>
                <a:lnTo>
                  <a:pt x="1011137" y="57624"/>
                </a:lnTo>
                <a:lnTo>
                  <a:pt x="1011329" y="58022"/>
                </a:lnTo>
                <a:lnTo>
                  <a:pt x="1011512" y="58429"/>
                </a:lnTo>
                <a:lnTo>
                  <a:pt x="1011688" y="58845"/>
                </a:lnTo>
                <a:lnTo>
                  <a:pt x="1011855" y="59269"/>
                </a:lnTo>
                <a:lnTo>
                  <a:pt x="1012015" y="59701"/>
                </a:lnTo>
                <a:lnTo>
                  <a:pt x="1012166" y="60141"/>
                </a:lnTo>
                <a:lnTo>
                  <a:pt x="1012310" y="60590"/>
                </a:lnTo>
                <a:lnTo>
                  <a:pt x="1012445" y="61047"/>
                </a:lnTo>
                <a:lnTo>
                  <a:pt x="1012573" y="61513"/>
                </a:lnTo>
                <a:lnTo>
                  <a:pt x="1012693" y="61986"/>
                </a:lnTo>
                <a:lnTo>
                  <a:pt x="1012809" y="62464"/>
                </a:lnTo>
                <a:lnTo>
                  <a:pt x="1012919" y="62947"/>
                </a:lnTo>
                <a:lnTo>
                  <a:pt x="1013025" y="63437"/>
                </a:lnTo>
                <a:lnTo>
                  <a:pt x="1013125" y="63932"/>
                </a:lnTo>
                <a:lnTo>
                  <a:pt x="1013220" y="64433"/>
                </a:lnTo>
                <a:lnTo>
                  <a:pt x="1013310" y="64940"/>
                </a:lnTo>
                <a:lnTo>
                  <a:pt x="1013395" y="65452"/>
                </a:lnTo>
                <a:lnTo>
                  <a:pt x="1013474" y="65970"/>
                </a:lnTo>
                <a:lnTo>
                  <a:pt x="1013549" y="66494"/>
                </a:lnTo>
                <a:lnTo>
                  <a:pt x="1013618" y="67024"/>
                </a:lnTo>
                <a:lnTo>
                  <a:pt x="1013682" y="67559"/>
                </a:lnTo>
                <a:lnTo>
                  <a:pt x="1013741" y="68100"/>
                </a:lnTo>
                <a:lnTo>
                  <a:pt x="1013795" y="68646"/>
                </a:lnTo>
                <a:lnTo>
                  <a:pt x="1013844" y="69199"/>
                </a:lnTo>
                <a:lnTo>
                  <a:pt x="1013888" y="69757"/>
                </a:lnTo>
                <a:lnTo>
                  <a:pt x="1013926" y="70320"/>
                </a:lnTo>
                <a:lnTo>
                  <a:pt x="1013960" y="70890"/>
                </a:lnTo>
                <a:lnTo>
                  <a:pt x="1013988" y="71465"/>
                </a:lnTo>
                <a:lnTo>
                  <a:pt x="1014011" y="72046"/>
                </a:lnTo>
                <a:lnTo>
                  <a:pt x="1014029" y="72632"/>
                </a:lnTo>
                <a:lnTo>
                  <a:pt x="1014042" y="73224"/>
                </a:lnTo>
                <a:lnTo>
                  <a:pt x="1014050" y="73822"/>
                </a:lnTo>
                <a:lnTo>
                  <a:pt x="1014052" y="74426"/>
                </a:lnTo>
                <a:lnTo>
                  <a:pt x="1014052" y="136324"/>
                </a:lnTo>
                <a:lnTo>
                  <a:pt x="1030526" y="136324"/>
                </a:lnTo>
                <a:lnTo>
                  <a:pt x="1030526" y="72308"/>
                </a:lnTo>
                <a:lnTo>
                  <a:pt x="1030513" y="70869"/>
                </a:lnTo>
                <a:lnTo>
                  <a:pt x="1030476" y="69457"/>
                </a:lnTo>
                <a:lnTo>
                  <a:pt x="1030413" y="68072"/>
                </a:lnTo>
                <a:lnTo>
                  <a:pt x="1030326" y="66714"/>
                </a:lnTo>
                <a:lnTo>
                  <a:pt x="1030213" y="65383"/>
                </a:lnTo>
                <a:lnTo>
                  <a:pt x="1030076" y="64080"/>
                </a:lnTo>
                <a:lnTo>
                  <a:pt x="1029913" y="62803"/>
                </a:lnTo>
                <a:lnTo>
                  <a:pt x="1029725" y="61553"/>
                </a:lnTo>
                <a:lnTo>
                  <a:pt x="1029513" y="60331"/>
                </a:lnTo>
                <a:lnTo>
                  <a:pt x="1029275" y="59136"/>
                </a:lnTo>
                <a:lnTo>
                  <a:pt x="1029013" y="57967"/>
                </a:lnTo>
                <a:lnTo>
                  <a:pt x="1028725" y="56826"/>
                </a:lnTo>
                <a:lnTo>
                  <a:pt x="1028413" y="55712"/>
                </a:lnTo>
                <a:lnTo>
                  <a:pt x="1028075" y="54625"/>
                </a:lnTo>
                <a:lnTo>
                  <a:pt x="1027713" y="53565"/>
                </a:lnTo>
                <a:lnTo>
                  <a:pt x="1027325" y="52532"/>
                </a:lnTo>
                <a:lnTo>
                  <a:pt x="1026913" y="51526"/>
                </a:lnTo>
                <a:lnTo>
                  <a:pt x="1026475" y="50547"/>
                </a:lnTo>
                <a:lnTo>
                  <a:pt x="1026012" y="49595"/>
                </a:lnTo>
                <a:lnTo>
                  <a:pt x="1025525" y="48671"/>
                </a:lnTo>
                <a:lnTo>
                  <a:pt x="1025012" y="47773"/>
                </a:lnTo>
                <a:lnTo>
                  <a:pt x="1024475" y="46903"/>
                </a:lnTo>
                <a:lnTo>
                  <a:pt x="1023912" y="46059"/>
                </a:lnTo>
                <a:lnTo>
                  <a:pt x="1023325" y="45243"/>
                </a:lnTo>
                <a:lnTo>
                  <a:pt x="1022710" y="44457"/>
                </a:lnTo>
                <a:lnTo>
                  <a:pt x="1022065" y="43705"/>
                </a:lnTo>
                <a:lnTo>
                  <a:pt x="1021390" y="42985"/>
                </a:lnTo>
                <a:lnTo>
                  <a:pt x="1020686" y="42300"/>
                </a:lnTo>
                <a:lnTo>
                  <a:pt x="1019952" y="41647"/>
                </a:lnTo>
                <a:lnTo>
                  <a:pt x="1019188" y="41029"/>
                </a:lnTo>
                <a:lnTo>
                  <a:pt x="1018394" y="40443"/>
                </a:lnTo>
                <a:lnTo>
                  <a:pt x="1017570" y="39891"/>
                </a:lnTo>
                <a:lnTo>
                  <a:pt x="1016717" y="39373"/>
                </a:lnTo>
                <a:lnTo>
                  <a:pt x="1015834" y="38888"/>
                </a:lnTo>
                <a:lnTo>
                  <a:pt x="1014921" y="38436"/>
                </a:lnTo>
                <a:lnTo>
                  <a:pt x="1013978" y="38018"/>
                </a:lnTo>
                <a:lnTo>
                  <a:pt x="1013006" y="37634"/>
                </a:lnTo>
                <a:lnTo>
                  <a:pt x="1012003" y="37282"/>
                </a:lnTo>
                <a:lnTo>
                  <a:pt x="1010971" y="36965"/>
                </a:lnTo>
                <a:lnTo>
                  <a:pt x="1009909" y="36680"/>
                </a:lnTo>
                <a:lnTo>
                  <a:pt x="1008817" y="36430"/>
                </a:lnTo>
                <a:lnTo>
                  <a:pt x="1007696" y="36212"/>
                </a:lnTo>
                <a:lnTo>
                  <a:pt x="1006545" y="36028"/>
                </a:lnTo>
                <a:lnTo>
                  <a:pt x="1005363" y="35878"/>
                </a:lnTo>
                <a:lnTo>
                  <a:pt x="1004152" y="35761"/>
                </a:lnTo>
                <a:lnTo>
                  <a:pt x="1002912" y="35677"/>
                </a:lnTo>
                <a:lnTo>
                  <a:pt x="1001641" y="35627"/>
                </a:lnTo>
                <a:lnTo>
                  <a:pt x="1000341" y="35610"/>
                </a:lnTo>
                <a:lnTo>
                  <a:pt x="999272" y="35619"/>
                </a:lnTo>
                <a:lnTo>
                  <a:pt x="998219" y="35646"/>
                </a:lnTo>
                <a:lnTo>
                  <a:pt x="997183" y="35691"/>
                </a:lnTo>
                <a:lnTo>
                  <a:pt x="996162" y="35754"/>
                </a:lnTo>
                <a:lnTo>
                  <a:pt x="995158" y="35835"/>
                </a:lnTo>
                <a:lnTo>
                  <a:pt x="994170" y="35934"/>
                </a:lnTo>
                <a:lnTo>
                  <a:pt x="993197" y="36051"/>
                </a:lnTo>
                <a:lnTo>
                  <a:pt x="992241" y="36185"/>
                </a:lnTo>
                <a:lnTo>
                  <a:pt x="991301" y="36338"/>
                </a:lnTo>
                <a:lnTo>
                  <a:pt x="990377" y="36509"/>
                </a:lnTo>
                <a:lnTo>
                  <a:pt x="989469" y="36698"/>
                </a:lnTo>
                <a:lnTo>
                  <a:pt x="988578" y="36905"/>
                </a:lnTo>
                <a:lnTo>
                  <a:pt x="987702" y="37130"/>
                </a:lnTo>
                <a:lnTo>
                  <a:pt x="986843" y="37372"/>
                </a:lnTo>
                <a:lnTo>
                  <a:pt x="985999" y="37633"/>
                </a:lnTo>
                <a:lnTo>
                  <a:pt x="985172" y="37912"/>
                </a:lnTo>
                <a:lnTo>
                  <a:pt x="984361" y="38208"/>
                </a:lnTo>
                <a:lnTo>
                  <a:pt x="983565" y="38523"/>
                </a:lnTo>
                <a:lnTo>
                  <a:pt x="982786" y="38856"/>
                </a:lnTo>
                <a:lnTo>
                  <a:pt x="982023" y="39206"/>
                </a:lnTo>
                <a:lnTo>
                  <a:pt x="981277" y="39575"/>
                </a:lnTo>
                <a:lnTo>
                  <a:pt x="980546" y="39962"/>
                </a:lnTo>
                <a:lnTo>
                  <a:pt x="979831" y="40366"/>
                </a:lnTo>
                <a:lnTo>
                  <a:pt x="979133" y="40789"/>
                </a:lnTo>
                <a:lnTo>
                  <a:pt x="978449" y="41222"/>
                </a:lnTo>
                <a:lnTo>
                  <a:pt x="977778" y="41656"/>
                </a:lnTo>
                <a:lnTo>
                  <a:pt x="977121" y="42094"/>
                </a:lnTo>
                <a:lnTo>
                  <a:pt x="976478" y="42533"/>
                </a:lnTo>
                <a:lnTo>
                  <a:pt x="975847" y="42974"/>
                </a:lnTo>
                <a:lnTo>
                  <a:pt x="975230" y="43418"/>
                </a:lnTo>
                <a:lnTo>
                  <a:pt x="974626" y="43864"/>
                </a:lnTo>
                <a:lnTo>
                  <a:pt x="974036" y="44313"/>
                </a:lnTo>
                <a:lnTo>
                  <a:pt x="973459" y="44763"/>
                </a:lnTo>
                <a:lnTo>
                  <a:pt x="972896" y="45216"/>
                </a:lnTo>
                <a:lnTo>
                  <a:pt x="972345" y="45671"/>
                </a:lnTo>
                <a:lnTo>
                  <a:pt x="971808" y="46128"/>
                </a:lnTo>
                <a:lnTo>
                  <a:pt x="971285" y="46587"/>
                </a:lnTo>
                <a:lnTo>
                  <a:pt x="970775" y="47049"/>
                </a:lnTo>
                <a:lnTo>
                  <a:pt x="970278" y="47513"/>
                </a:lnTo>
                <a:lnTo>
                  <a:pt x="969794" y="47979"/>
                </a:lnTo>
                <a:lnTo>
                  <a:pt x="969324" y="48447"/>
                </a:lnTo>
                <a:lnTo>
                  <a:pt x="968868" y="48918"/>
                </a:lnTo>
                <a:lnTo>
                  <a:pt x="968424" y="49390"/>
                </a:lnTo>
                <a:lnTo>
                  <a:pt x="967994" y="49865"/>
                </a:lnTo>
                <a:lnTo>
                  <a:pt x="967578" y="50343"/>
                </a:lnTo>
                <a:lnTo>
                  <a:pt x="967174" y="50822"/>
                </a:lnTo>
                <a:lnTo>
                  <a:pt x="966784" y="51304"/>
                </a:lnTo>
                <a:lnTo>
                  <a:pt x="966408" y="51788"/>
                </a:lnTo>
                <a:lnTo>
                  <a:pt x="965816" y="37287"/>
                </a:lnTo>
                <a:lnTo>
                  <a:pt x="950033" y="37287"/>
                </a:lnTo>
                <a:lnTo>
                  <a:pt x="950033" y="136324"/>
                </a:lnTo>
                <a:lnTo>
                  <a:pt x="966506" y="136324"/>
                </a:lnTo>
                <a:lnTo>
                  <a:pt x="966506" y="65613"/>
                </a:lnTo>
                <a:lnTo>
                  <a:pt x="966881" y="65111"/>
                </a:lnTo>
                <a:lnTo>
                  <a:pt x="967266" y="64612"/>
                </a:lnTo>
                <a:close/>
                <a:moveTo>
                  <a:pt x="609494" y="137986"/>
                </a:moveTo>
                <a:lnTo>
                  <a:pt x="610454" y="137921"/>
                </a:lnTo>
                <a:lnTo>
                  <a:pt x="611403" y="137843"/>
                </a:lnTo>
                <a:lnTo>
                  <a:pt x="612341" y="137750"/>
                </a:lnTo>
                <a:lnTo>
                  <a:pt x="613267" y="137642"/>
                </a:lnTo>
                <a:lnTo>
                  <a:pt x="614182" y="137521"/>
                </a:lnTo>
                <a:lnTo>
                  <a:pt x="615086" y="137385"/>
                </a:lnTo>
                <a:lnTo>
                  <a:pt x="615978" y="137235"/>
                </a:lnTo>
                <a:lnTo>
                  <a:pt x="616859" y="137070"/>
                </a:lnTo>
                <a:lnTo>
                  <a:pt x="617729" y="136892"/>
                </a:lnTo>
                <a:lnTo>
                  <a:pt x="618588" y="136699"/>
                </a:lnTo>
                <a:lnTo>
                  <a:pt x="619435" y="136491"/>
                </a:lnTo>
                <a:lnTo>
                  <a:pt x="620271" y="136270"/>
                </a:lnTo>
                <a:lnTo>
                  <a:pt x="621095" y="136034"/>
                </a:lnTo>
                <a:lnTo>
                  <a:pt x="621909" y="135783"/>
                </a:lnTo>
                <a:lnTo>
                  <a:pt x="622711" y="135519"/>
                </a:lnTo>
                <a:lnTo>
                  <a:pt x="623501" y="135240"/>
                </a:lnTo>
                <a:lnTo>
                  <a:pt x="624281" y="134947"/>
                </a:lnTo>
                <a:lnTo>
                  <a:pt x="625049" y="134639"/>
                </a:lnTo>
                <a:lnTo>
                  <a:pt x="625806" y="134318"/>
                </a:lnTo>
                <a:lnTo>
                  <a:pt x="626551" y="133982"/>
                </a:lnTo>
                <a:lnTo>
                  <a:pt x="627284" y="133632"/>
                </a:lnTo>
                <a:lnTo>
                  <a:pt x="628003" y="133271"/>
                </a:lnTo>
                <a:lnTo>
                  <a:pt x="628709" y="132897"/>
                </a:lnTo>
                <a:lnTo>
                  <a:pt x="629401" y="132512"/>
                </a:lnTo>
                <a:lnTo>
                  <a:pt x="630079" y="132114"/>
                </a:lnTo>
                <a:lnTo>
                  <a:pt x="630743" y="131705"/>
                </a:lnTo>
                <a:lnTo>
                  <a:pt x="631394" y="131283"/>
                </a:lnTo>
                <a:lnTo>
                  <a:pt x="632031" y="130850"/>
                </a:lnTo>
                <a:lnTo>
                  <a:pt x="632655" y="130404"/>
                </a:lnTo>
                <a:lnTo>
                  <a:pt x="633264" y="129947"/>
                </a:lnTo>
                <a:lnTo>
                  <a:pt x="633860" y="129477"/>
                </a:lnTo>
                <a:lnTo>
                  <a:pt x="634443" y="128996"/>
                </a:lnTo>
                <a:lnTo>
                  <a:pt x="635011" y="128502"/>
                </a:lnTo>
                <a:lnTo>
                  <a:pt x="635566" y="127996"/>
                </a:lnTo>
                <a:lnTo>
                  <a:pt x="636107" y="127479"/>
                </a:lnTo>
                <a:lnTo>
                  <a:pt x="636635" y="126949"/>
                </a:lnTo>
                <a:lnTo>
                  <a:pt x="637148" y="126408"/>
                </a:lnTo>
                <a:lnTo>
                  <a:pt x="637648" y="125854"/>
                </a:lnTo>
                <a:lnTo>
                  <a:pt x="638135" y="125288"/>
                </a:lnTo>
                <a:lnTo>
                  <a:pt x="638607" y="124711"/>
                </a:lnTo>
                <a:lnTo>
                  <a:pt x="639066" y="124121"/>
                </a:lnTo>
                <a:lnTo>
                  <a:pt x="639512" y="123519"/>
                </a:lnTo>
                <a:lnTo>
                  <a:pt x="639943" y="122906"/>
                </a:lnTo>
                <a:lnTo>
                  <a:pt x="640361" y="122280"/>
                </a:lnTo>
                <a:lnTo>
                  <a:pt x="640764" y="121643"/>
                </a:lnTo>
                <a:lnTo>
                  <a:pt x="641151" y="120997"/>
                </a:lnTo>
                <a:lnTo>
                  <a:pt x="641522" y="120340"/>
                </a:lnTo>
                <a:lnTo>
                  <a:pt x="641876" y="119673"/>
                </a:lnTo>
                <a:lnTo>
                  <a:pt x="642215" y="118996"/>
                </a:lnTo>
                <a:lnTo>
                  <a:pt x="642537" y="118309"/>
                </a:lnTo>
                <a:lnTo>
                  <a:pt x="642844" y="117612"/>
                </a:lnTo>
                <a:lnTo>
                  <a:pt x="643134" y="116905"/>
                </a:lnTo>
                <a:lnTo>
                  <a:pt x="643408" y="116188"/>
                </a:lnTo>
                <a:lnTo>
                  <a:pt x="643666" y="115460"/>
                </a:lnTo>
                <a:lnTo>
                  <a:pt x="643908" y="114723"/>
                </a:lnTo>
                <a:lnTo>
                  <a:pt x="644134" y="113976"/>
                </a:lnTo>
                <a:lnTo>
                  <a:pt x="644344" y="113218"/>
                </a:lnTo>
                <a:lnTo>
                  <a:pt x="644538" y="112451"/>
                </a:lnTo>
                <a:lnTo>
                  <a:pt x="644715" y="111673"/>
                </a:lnTo>
                <a:lnTo>
                  <a:pt x="644877" y="110886"/>
                </a:lnTo>
                <a:lnTo>
                  <a:pt x="645022" y="110088"/>
                </a:lnTo>
                <a:lnTo>
                  <a:pt x="645151" y="109280"/>
                </a:lnTo>
                <a:lnTo>
                  <a:pt x="645265" y="108462"/>
                </a:lnTo>
                <a:lnTo>
                  <a:pt x="645362" y="107634"/>
                </a:lnTo>
                <a:lnTo>
                  <a:pt x="645443" y="106797"/>
                </a:lnTo>
                <a:lnTo>
                  <a:pt x="645508" y="105949"/>
                </a:lnTo>
                <a:lnTo>
                  <a:pt x="645556" y="105090"/>
                </a:lnTo>
                <a:lnTo>
                  <a:pt x="645589" y="104222"/>
                </a:lnTo>
                <a:lnTo>
                  <a:pt x="629313" y="104222"/>
                </a:lnTo>
                <a:lnTo>
                  <a:pt x="629278" y="105069"/>
                </a:lnTo>
                <a:lnTo>
                  <a:pt x="629223" y="105900"/>
                </a:lnTo>
                <a:lnTo>
                  <a:pt x="629147" y="106713"/>
                </a:lnTo>
                <a:lnTo>
                  <a:pt x="629050" y="107510"/>
                </a:lnTo>
                <a:lnTo>
                  <a:pt x="628933" y="108290"/>
                </a:lnTo>
                <a:lnTo>
                  <a:pt x="628795" y="109054"/>
                </a:lnTo>
                <a:lnTo>
                  <a:pt x="628637" y="109800"/>
                </a:lnTo>
                <a:lnTo>
                  <a:pt x="628458" y="110530"/>
                </a:lnTo>
                <a:lnTo>
                  <a:pt x="628259" y="111243"/>
                </a:lnTo>
                <a:lnTo>
                  <a:pt x="628039" y="111940"/>
                </a:lnTo>
                <a:lnTo>
                  <a:pt x="627799" y="112619"/>
                </a:lnTo>
                <a:lnTo>
                  <a:pt x="627538" y="113282"/>
                </a:lnTo>
                <a:lnTo>
                  <a:pt x="627256" y="113928"/>
                </a:lnTo>
                <a:lnTo>
                  <a:pt x="626954" y="114558"/>
                </a:lnTo>
                <a:lnTo>
                  <a:pt x="626631" y="115170"/>
                </a:lnTo>
                <a:lnTo>
                  <a:pt x="626288" y="115766"/>
                </a:lnTo>
                <a:lnTo>
                  <a:pt x="625924" y="116346"/>
                </a:lnTo>
                <a:lnTo>
                  <a:pt x="625540" y="116908"/>
                </a:lnTo>
                <a:lnTo>
                  <a:pt x="625135" y="117454"/>
                </a:lnTo>
                <a:lnTo>
                  <a:pt x="624710" y="117983"/>
                </a:lnTo>
                <a:lnTo>
                  <a:pt x="624264" y="118495"/>
                </a:lnTo>
                <a:lnTo>
                  <a:pt x="623797" y="118990"/>
                </a:lnTo>
                <a:lnTo>
                  <a:pt x="623310" y="119469"/>
                </a:lnTo>
                <a:lnTo>
                  <a:pt x="622803" y="119931"/>
                </a:lnTo>
                <a:lnTo>
                  <a:pt x="622276" y="120375"/>
                </a:lnTo>
                <a:lnTo>
                  <a:pt x="621733" y="120801"/>
                </a:lnTo>
                <a:lnTo>
                  <a:pt x="621174" y="121207"/>
                </a:lnTo>
                <a:lnTo>
                  <a:pt x="620597" y="121595"/>
                </a:lnTo>
                <a:lnTo>
                  <a:pt x="620004" y="121963"/>
                </a:lnTo>
                <a:lnTo>
                  <a:pt x="619393" y="122313"/>
                </a:lnTo>
                <a:lnTo>
                  <a:pt x="618766" y="122644"/>
                </a:lnTo>
                <a:lnTo>
                  <a:pt x="618123" y="122956"/>
                </a:lnTo>
                <a:lnTo>
                  <a:pt x="617462" y="123249"/>
                </a:lnTo>
                <a:lnTo>
                  <a:pt x="616785" y="123523"/>
                </a:lnTo>
                <a:lnTo>
                  <a:pt x="616091" y="123778"/>
                </a:lnTo>
                <a:lnTo>
                  <a:pt x="615380" y="124014"/>
                </a:lnTo>
                <a:lnTo>
                  <a:pt x="614652" y="124231"/>
                </a:lnTo>
                <a:lnTo>
                  <a:pt x="613908" y="124430"/>
                </a:lnTo>
                <a:lnTo>
                  <a:pt x="613146" y="124610"/>
                </a:lnTo>
                <a:lnTo>
                  <a:pt x="612368" y="124770"/>
                </a:lnTo>
                <a:lnTo>
                  <a:pt x="611574" y="124912"/>
                </a:lnTo>
                <a:lnTo>
                  <a:pt x="610762" y="125035"/>
                </a:lnTo>
                <a:lnTo>
                  <a:pt x="609934" y="125139"/>
                </a:lnTo>
                <a:lnTo>
                  <a:pt x="609089" y="125224"/>
                </a:lnTo>
                <a:lnTo>
                  <a:pt x="608227" y="125290"/>
                </a:lnTo>
                <a:lnTo>
                  <a:pt x="607348" y="125337"/>
                </a:lnTo>
                <a:lnTo>
                  <a:pt x="606452" y="125366"/>
                </a:lnTo>
                <a:lnTo>
                  <a:pt x="605540" y="125375"/>
                </a:lnTo>
                <a:lnTo>
                  <a:pt x="604684" y="125367"/>
                </a:lnTo>
                <a:lnTo>
                  <a:pt x="603842" y="125341"/>
                </a:lnTo>
                <a:lnTo>
                  <a:pt x="603014" y="125298"/>
                </a:lnTo>
                <a:lnTo>
                  <a:pt x="602200" y="125238"/>
                </a:lnTo>
                <a:lnTo>
                  <a:pt x="601400" y="125161"/>
                </a:lnTo>
                <a:lnTo>
                  <a:pt x="600614" y="125066"/>
                </a:lnTo>
                <a:lnTo>
                  <a:pt x="599842" y="124955"/>
                </a:lnTo>
                <a:lnTo>
                  <a:pt x="599085" y="124826"/>
                </a:lnTo>
                <a:lnTo>
                  <a:pt x="598341" y="124681"/>
                </a:lnTo>
                <a:lnTo>
                  <a:pt x="597611" y="124518"/>
                </a:lnTo>
                <a:lnTo>
                  <a:pt x="596895" y="124338"/>
                </a:lnTo>
                <a:lnTo>
                  <a:pt x="596194" y="124141"/>
                </a:lnTo>
                <a:lnTo>
                  <a:pt x="595506" y="123926"/>
                </a:lnTo>
                <a:lnTo>
                  <a:pt x="594833" y="123695"/>
                </a:lnTo>
                <a:lnTo>
                  <a:pt x="594173" y="123446"/>
                </a:lnTo>
                <a:lnTo>
                  <a:pt x="593528" y="123180"/>
                </a:lnTo>
                <a:lnTo>
                  <a:pt x="592896" y="122897"/>
                </a:lnTo>
                <a:lnTo>
                  <a:pt x="592279" y="122597"/>
                </a:lnTo>
                <a:lnTo>
                  <a:pt x="591676" y="122280"/>
                </a:lnTo>
                <a:lnTo>
                  <a:pt x="591086" y="121946"/>
                </a:lnTo>
                <a:lnTo>
                  <a:pt x="590511" y="121594"/>
                </a:lnTo>
                <a:lnTo>
                  <a:pt x="589950" y="121226"/>
                </a:lnTo>
                <a:lnTo>
                  <a:pt x="589403" y="120840"/>
                </a:lnTo>
                <a:lnTo>
                  <a:pt x="588870" y="120437"/>
                </a:lnTo>
                <a:lnTo>
                  <a:pt x="588349" y="120020"/>
                </a:lnTo>
                <a:lnTo>
                  <a:pt x="587841" y="119591"/>
                </a:lnTo>
                <a:lnTo>
                  <a:pt x="587344" y="119152"/>
                </a:lnTo>
                <a:lnTo>
                  <a:pt x="586860" y="118701"/>
                </a:lnTo>
                <a:lnTo>
                  <a:pt x="586387" y="118239"/>
                </a:lnTo>
                <a:lnTo>
                  <a:pt x="585926" y="117765"/>
                </a:lnTo>
                <a:lnTo>
                  <a:pt x="585476" y="117280"/>
                </a:lnTo>
                <a:lnTo>
                  <a:pt x="585039" y="116785"/>
                </a:lnTo>
                <a:lnTo>
                  <a:pt x="584613" y="116277"/>
                </a:lnTo>
                <a:lnTo>
                  <a:pt x="584199" y="115759"/>
                </a:lnTo>
                <a:lnTo>
                  <a:pt x="583797" y="115229"/>
                </a:lnTo>
                <a:lnTo>
                  <a:pt x="583407" y="114689"/>
                </a:lnTo>
                <a:lnTo>
                  <a:pt x="583029" y="114136"/>
                </a:lnTo>
                <a:lnTo>
                  <a:pt x="582662" y="113573"/>
                </a:lnTo>
                <a:lnTo>
                  <a:pt x="582307" y="112998"/>
                </a:lnTo>
                <a:lnTo>
                  <a:pt x="581965" y="112412"/>
                </a:lnTo>
                <a:lnTo>
                  <a:pt x="581633" y="111815"/>
                </a:lnTo>
                <a:lnTo>
                  <a:pt x="581314" y="111207"/>
                </a:lnTo>
                <a:lnTo>
                  <a:pt x="581007" y="110587"/>
                </a:lnTo>
                <a:lnTo>
                  <a:pt x="580711" y="109956"/>
                </a:lnTo>
                <a:lnTo>
                  <a:pt x="580427" y="109314"/>
                </a:lnTo>
                <a:lnTo>
                  <a:pt x="580155" y="108661"/>
                </a:lnTo>
                <a:lnTo>
                  <a:pt x="579895" y="107996"/>
                </a:lnTo>
                <a:lnTo>
                  <a:pt x="579646" y="107320"/>
                </a:lnTo>
                <a:lnTo>
                  <a:pt x="579409" y="106636"/>
                </a:lnTo>
                <a:lnTo>
                  <a:pt x="579181" y="105946"/>
                </a:lnTo>
                <a:lnTo>
                  <a:pt x="578963" y="105251"/>
                </a:lnTo>
                <a:lnTo>
                  <a:pt x="578755" y="104550"/>
                </a:lnTo>
                <a:lnTo>
                  <a:pt x="578556" y="103844"/>
                </a:lnTo>
                <a:lnTo>
                  <a:pt x="578367" y="103132"/>
                </a:lnTo>
                <a:lnTo>
                  <a:pt x="578188" y="102414"/>
                </a:lnTo>
                <a:lnTo>
                  <a:pt x="578019" y="101691"/>
                </a:lnTo>
                <a:lnTo>
                  <a:pt x="577859" y="100963"/>
                </a:lnTo>
                <a:lnTo>
                  <a:pt x="577710" y="100229"/>
                </a:lnTo>
                <a:lnTo>
                  <a:pt x="577570" y="99489"/>
                </a:lnTo>
                <a:lnTo>
                  <a:pt x="577439" y="98744"/>
                </a:lnTo>
                <a:lnTo>
                  <a:pt x="577319" y="97993"/>
                </a:lnTo>
                <a:lnTo>
                  <a:pt x="577208" y="97237"/>
                </a:lnTo>
                <a:lnTo>
                  <a:pt x="577107" y="96475"/>
                </a:lnTo>
                <a:lnTo>
                  <a:pt x="577016" y="95708"/>
                </a:lnTo>
                <a:lnTo>
                  <a:pt x="576935" y="94935"/>
                </a:lnTo>
                <a:lnTo>
                  <a:pt x="576863" y="94157"/>
                </a:lnTo>
                <a:lnTo>
                  <a:pt x="576801" y="93373"/>
                </a:lnTo>
                <a:lnTo>
                  <a:pt x="576749" y="92583"/>
                </a:lnTo>
                <a:lnTo>
                  <a:pt x="576706" y="91788"/>
                </a:lnTo>
                <a:lnTo>
                  <a:pt x="576674" y="90988"/>
                </a:lnTo>
                <a:lnTo>
                  <a:pt x="576651" y="90182"/>
                </a:lnTo>
                <a:lnTo>
                  <a:pt x="576638" y="89370"/>
                </a:lnTo>
                <a:lnTo>
                  <a:pt x="645096" y="89370"/>
                </a:lnTo>
                <a:lnTo>
                  <a:pt x="645112" y="89292"/>
                </a:lnTo>
                <a:lnTo>
                  <a:pt x="645128" y="89210"/>
                </a:lnTo>
                <a:lnTo>
                  <a:pt x="645144" y="89124"/>
                </a:lnTo>
                <a:lnTo>
                  <a:pt x="645159" y="89034"/>
                </a:lnTo>
                <a:lnTo>
                  <a:pt x="645174" y="88940"/>
                </a:lnTo>
                <a:lnTo>
                  <a:pt x="645188" y="88841"/>
                </a:lnTo>
                <a:lnTo>
                  <a:pt x="645203" y="88739"/>
                </a:lnTo>
                <a:lnTo>
                  <a:pt x="645217" y="88633"/>
                </a:lnTo>
                <a:lnTo>
                  <a:pt x="645230" y="88522"/>
                </a:lnTo>
                <a:lnTo>
                  <a:pt x="645243" y="88408"/>
                </a:lnTo>
                <a:lnTo>
                  <a:pt x="645256" y="88289"/>
                </a:lnTo>
                <a:lnTo>
                  <a:pt x="645269" y="88167"/>
                </a:lnTo>
                <a:lnTo>
                  <a:pt x="645281" y="88040"/>
                </a:lnTo>
                <a:lnTo>
                  <a:pt x="645293" y="87909"/>
                </a:lnTo>
                <a:lnTo>
                  <a:pt x="645304" y="87775"/>
                </a:lnTo>
                <a:lnTo>
                  <a:pt x="645315" y="87636"/>
                </a:lnTo>
                <a:lnTo>
                  <a:pt x="645326" y="87493"/>
                </a:lnTo>
                <a:lnTo>
                  <a:pt x="645336" y="87346"/>
                </a:lnTo>
                <a:lnTo>
                  <a:pt x="645346" y="87195"/>
                </a:lnTo>
                <a:lnTo>
                  <a:pt x="645356" y="87041"/>
                </a:lnTo>
                <a:lnTo>
                  <a:pt x="645366" y="86882"/>
                </a:lnTo>
                <a:lnTo>
                  <a:pt x="645375" y="86719"/>
                </a:lnTo>
                <a:lnTo>
                  <a:pt x="645383" y="86551"/>
                </a:lnTo>
                <a:lnTo>
                  <a:pt x="645392" y="86380"/>
                </a:lnTo>
                <a:lnTo>
                  <a:pt x="645400" y="86208"/>
                </a:lnTo>
                <a:lnTo>
                  <a:pt x="645408" y="86037"/>
                </a:lnTo>
                <a:lnTo>
                  <a:pt x="645415" y="85869"/>
                </a:lnTo>
                <a:lnTo>
                  <a:pt x="645422" y="85702"/>
                </a:lnTo>
                <a:lnTo>
                  <a:pt x="645429" y="85538"/>
                </a:lnTo>
                <a:lnTo>
                  <a:pt x="645435" y="85375"/>
                </a:lnTo>
                <a:lnTo>
                  <a:pt x="645441" y="85214"/>
                </a:lnTo>
                <a:lnTo>
                  <a:pt x="645447" y="85055"/>
                </a:lnTo>
                <a:lnTo>
                  <a:pt x="645452" y="84898"/>
                </a:lnTo>
                <a:lnTo>
                  <a:pt x="645457" y="84743"/>
                </a:lnTo>
                <a:lnTo>
                  <a:pt x="645462" y="84590"/>
                </a:lnTo>
                <a:lnTo>
                  <a:pt x="645466" y="84439"/>
                </a:lnTo>
                <a:lnTo>
                  <a:pt x="645470" y="84290"/>
                </a:lnTo>
                <a:lnTo>
                  <a:pt x="645473" y="84143"/>
                </a:lnTo>
                <a:lnTo>
                  <a:pt x="645477" y="83997"/>
                </a:lnTo>
                <a:lnTo>
                  <a:pt x="645480" y="83854"/>
                </a:lnTo>
                <a:lnTo>
                  <a:pt x="645482" y="83713"/>
                </a:lnTo>
                <a:lnTo>
                  <a:pt x="645484" y="83573"/>
                </a:lnTo>
                <a:lnTo>
                  <a:pt x="645486" y="83435"/>
                </a:lnTo>
                <a:lnTo>
                  <a:pt x="645488" y="83300"/>
                </a:lnTo>
                <a:lnTo>
                  <a:pt x="645489" y="83166"/>
                </a:lnTo>
                <a:lnTo>
                  <a:pt x="645490" y="83034"/>
                </a:lnTo>
                <a:lnTo>
                  <a:pt x="645490" y="82905"/>
                </a:lnTo>
                <a:lnTo>
                  <a:pt x="645491" y="82777"/>
                </a:lnTo>
                <a:lnTo>
                  <a:pt x="645471" y="80893"/>
                </a:lnTo>
                <a:lnTo>
                  <a:pt x="645413" y="79047"/>
                </a:lnTo>
                <a:lnTo>
                  <a:pt x="645316" y="77237"/>
                </a:lnTo>
                <a:lnTo>
                  <a:pt x="645181" y="75465"/>
                </a:lnTo>
                <a:lnTo>
                  <a:pt x="645007" y="73729"/>
                </a:lnTo>
                <a:lnTo>
                  <a:pt x="644794" y="72031"/>
                </a:lnTo>
                <a:lnTo>
                  <a:pt x="644542" y="70369"/>
                </a:lnTo>
                <a:lnTo>
                  <a:pt x="644252" y="68745"/>
                </a:lnTo>
                <a:lnTo>
                  <a:pt x="643923" y="67157"/>
                </a:lnTo>
                <a:lnTo>
                  <a:pt x="643555" y="65607"/>
                </a:lnTo>
                <a:lnTo>
                  <a:pt x="643149" y="64093"/>
                </a:lnTo>
                <a:lnTo>
                  <a:pt x="642704" y="62617"/>
                </a:lnTo>
                <a:lnTo>
                  <a:pt x="642220" y="61177"/>
                </a:lnTo>
                <a:lnTo>
                  <a:pt x="641698" y="59774"/>
                </a:lnTo>
                <a:lnTo>
                  <a:pt x="641136" y="58409"/>
                </a:lnTo>
                <a:lnTo>
                  <a:pt x="640536" y="57080"/>
                </a:lnTo>
                <a:lnTo>
                  <a:pt x="639898" y="55789"/>
                </a:lnTo>
                <a:lnTo>
                  <a:pt x="639221" y="54534"/>
                </a:lnTo>
                <a:lnTo>
                  <a:pt x="638505" y="53316"/>
                </a:lnTo>
                <a:lnTo>
                  <a:pt x="637750" y="52136"/>
                </a:lnTo>
                <a:lnTo>
                  <a:pt x="636956" y="50992"/>
                </a:lnTo>
                <a:lnTo>
                  <a:pt x="636124" y="49886"/>
                </a:lnTo>
                <a:lnTo>
                  <a:pt x="635253" y="48816"/>
                </a:lnTo>
                <a:lnTo>
                  <a:pt x="634344" y="47783"/>
                </a:lnTo>
                <a:lnTo>
                  <a:pt x="633400" y="46790"/>
                </a:lnTo>
                <a:lnTo>
                  <a:pt x="632427" y="45839"/>
                </a:lnTo>
                <a:lnTo>
                  <a:pt x="631425" y="44930"/>
                </a:lnTo>
                <a:lnTo>
                  <a:pt x="630393" y="44064"/>
                </a:lnTo>
                <a:lnTo>
                  <a:pt x="629331" y="43239"/>
                </a:lnTo>
                <a:lnTo>
                  <a:pt x="628240" y="42457"/>
                </a:lnTo>
                <a:lnTo>
                  <a:pt x="627120" y="41718"/>
                </a:lnTo>
                <a:lnTo>
                  <a:pt x="625970" y="41020"/>
                </a:lnTo>
                <a:lnTo>
                  <a:pt x="624791" y="40365"/>
                </a:lnTo>
                <a:lnTo>
                  <a:pt x="623582" y="39752"/>
                </a:lnTo>
                <a:lnTo>
                  <a:pt x="622344" y="39182"/>
                </a:lnTo>
                <a:lnTo>
                  <a:pt x="621076" y="38653"/>
                </a:lnTo>
                <a:lnTo>
                  <a:pt x="619779" y="38167"/>
                </a:lnTo>
                <a:lnTo>
                  <a:pt x="618453" y="37723"/>
                </a:lnTo>
                <a:lnTo>
                  <a:pt x="617097" y="37322"/>
                </a:lnTo>
                <a:lnTo>
                  <a:pt x="615711" y="36963"/>
                </a:lnTo>
                <a:lnTo>
                  <a:pt x="614296" y="36646"/>
                </a:lnTo>
                <a:lnTo>
                  <a:pt x="612852" y="36371"/>
                </a:lnTo>
                <a:lnTo>
                  <a:pt x="611378" y="36138"/>
                </a:lnTo>
                <a:lnTo>
                  <a:pt x="609875" y="35948"/>
                </a:lnTo>
                <a:lnTo>
                  <a:pt x="608342" y="35800"/>
                </a:lnTo>
                <a:lnTo>
                  <a:pt x="606780" y="35695"/>
                </a:lnTo>
                <a:lnTo>
                  <a:pt x="605188" y="35631"/>
                </a:lnTo>
                <a:lnTo>
                  <a:pt x="603567" y="35610"/>
                </a:lnTo>
                <a:lnTo>
                  <a:pt x="602343" y="35621"/>
                </a:lnTo>
                <a:lnTo>
                  <a:pt x="601137" y="35655"/>
                </a:lnTo>
                <a:lnTo>
                  <a:pt x="599949" y="35712"/>
                </a:lnTo>
                <a:lnTo>
                  <a:pt x="598779" y="35791"/>
                </a:lnTo>
                <a:lnTo>
                  <a:pt x="597627" y="35892"/>
                </a:lnTo>
                <a:lnTo>
                  <a:pt x="596493" y="36016"/>
                </a:lnTo>
                <a:lnTo>
                  <a:pt x="595377" y="36163"/>
                </a:lnTo>
                <a:lnTo>
                  <a:pt x="594278" y="36332"/>
                </a:lnTo>
                <a:lnTo>
                  <a:pt x="593198" y="36524"/>
                </a:lnTo>
                <a:lnTo>
                  <a:pt x="592136" y="36739"/>
                </a:lnTo>
                <a:lnTo>
                  <a:pt x="591092" y="36976"/>
                </a:lnTo>
                <a:lnTo>
                  <a:pt x="590066" y="37235"/>
                </a:lnTo>
                <a:lnTo>
                  <a:pt x="589057" y="37518"/>
                </a:lnTo>
                <a:lnTo>
                  <a:pt x="588067" y="37822"/>
                </a:lnTo>
                <a:lnTo>
                  <a:pt x="587095" y="38150"/>
                </a:lnTo>
                <a:lnTo>
                  <a:pt x="586140" y="38499"/>
                </a:lnTo>
                <a:lnTo>
                  <a:pt x="585204" y="38872"/>
                </a:lnTo>
                <a:lnTo>
                  <a:pt x="584286" y="39267"/>
                </a:lnTo>
                <a:lnTo>
                  <a:pt x="583385" y="39685"/>
                </a:lnTo>
                <a:lnTo>
                  <a:pt x="582503" y="40125"/>
                </a:lnTo>
                <a:lnTo>
                  <a:pt x="581639" y="40588"/>
                </a:lnTo>
                <a:lnTo>
                  <a:pt x="580792" y="41073"/>
                </a:lnTo>
                <a:lnTo>
                  <a:pt x="579964" y="41581"/>
                </a:lnTo>
                <a:lnTo>
                  <a:pt x="579153" y="42111"/>
                </a:lnTo>
                <a:lnTo>
                  <a:pt x="578360" y="42662"/>
                </a:lnTo>
                <a:lnTo>
                  <a:pt x="577585" y="43230"/>
                </a:lnTo>
                <a:lnTo>
                  <a:pt x="576826" y="43815"/>
                </a:lnTo>
                <a:lnTo>
                  <a:pt x="576084" y="44418"/>
                </a:lnTo>
                <a:lnTo>
                  <a:pt x="575360" y="45038"/>
                </a:lnTo>
                <a:lnTo>
                  <a:pt x="574653" y="45676"/>
                </a:lnTo>
                <a:lnTo>
                  <a:pt x="573962" y="46331"/>
                </a:lnTo>
                <a:lnTo>
                  <a:pt x="573289" y="47004"/>
                </a:lnTo>
                <a:lnTo>
                  <a:pt x="572634" y="47694"/>
                </a:lnTo>
                <a:lnTo>
                  <a:pt x="571995" y="48402"/>
                </a:lnTo>
                <a:lnTo>
                  <a:pt x="571373" y="49127"/>
                </a:lnTo>
                <a:lnTo>
                  <a:pt x="570769" y="49869"/>
                </a:lnTo>
                <a:lnTo>
                  <a:pt x="570181" y="50629"/>
                </a:lnTo>
                <a:lnTo>
                  <a:pt x="569611" y="51407"/>
                </a:lnTo>
                <a:lnTo>
                  <a:pt x="569058" y="52202"/>
                </a:lnTo>
                <a:lnTo>
                  <a:pt x="568522" y="53014"/>
                </a:lnTo>
                <a:lnTo>
                  <a:pt x="568003" y="53844"/>
                </a:lnTo>
                <a:lnTo>
                  <a:pt x="567501" y="54691"/>
                </a:lnTo>
                <a:lnTo>
                  <a:pt x="567016" y="55556"/>
                </a:lnTo>
                <a:lnTo>
                  <a:pt x="566549" y="56438"/>
                </a:lnTo>
                <a:lnTo>
                  <a:pt x="566098" y="57338"/>
                </a:lnTo>
                <a:lnTo>
                  <a:pt x="565665" y="58255"/>
                </a:lnTo>
                <a:lnTo>
                  <a:pt x="565249" y="59189"/>
                </a:lnTo>
                <a:lnTo>
                  <a:pt x="564850" y="60141"/>
                </a:lnTo>
                <a:lnTo>
                  <a:pt x="564468" y="61108"/>
                </a:lnTo>
                <a:lnTo>
                  <a:pt x="564102" y="62088"/>
                </a:lnTo>
                <a:lnTo>
                  <a:pt x="563752" y="63080"/>
                </a:lnTo>
                <a:lnTo>
                  <a:pt x="563418" y="64084"/>
                </a:lnTo>
                <a:lnTo>
                  <a:pt x="563101" y="65102"/>
                </a:lnTo>
                <a:lnTo>
                  <a:pt x="562800" y="66131"/>
                </a:lnTo>
                <a:lnTo>
                  <a:pt x="562515" y="67173"/>
                </a:lnTo>
                <a:lnTo>
                  <a:pt x="562247" y="68228"/>
                </a:lnTo>
                <a:lnTo>
                  <a:pt x="561995" y="69295"/>
                </a:lnTo>
                <a:lnTo>
                  <a:pt x="561759" y="70375"/>
                </a:lnTo>
                <a:lnTo>
                  <a:pt x="561539" y="71467"/>
                </a:lnTo>
                <a:lnTo>
                  <a:pt x="561336" y="72572"/>
                </a:lnTo>
                <a:lnTo>
                  <a:pt x="561149" y="73689"/>
                </a:lnTo>
                <a:lnTo>
                  <a:pt x="560978" y="74819"/>
                </a:lnTo>
                <a:lnTo>
                  <a:pt x="560823" y="75961"/>
                </a:lnTo>
                <a:lnTo>
                  <a:pt x="560685" y="77116"/>
                </a:lnTo>
                <a:lnTo>
                  <a:pt x="560563" y="78283"/>
                </a:lnTo>
                <a:lnTo>
                  <a:pt x="560457" y="79463"/>
                </a:lnTo>
                <a:lnTo>
                  <a:pt x="560368" y="80656"/>
                </a:lnTo>
                <a:lnTo>
                  <a:pt x="560295" y="81861"/>
                </a:lnTo>
                <a:lnTo>
                  <a:pt x="560238" y="83078"/>
                </a:lnTo>
                <a:lnTo>
                  <a:pt x="560197" y="84308"/>
                </a:lnTo>
                <a:lnTo>
                  <a:pt x="560173" y="85551"/>
                </a:lnTo>
                <a:lnTo>
                  <a:pt x="560164" y="86806"/>
                </a:lnTo>
                <a:lnTo>
                  <a:pt x="560173" y="88011"/>
                </a:lnTo>
                <a:lnTo>
                  <a:pt x="560198" y="89206"/>
                </a:lnTo>
                <a:lnTo>
                  <a:pt x="560240" y="90392"/>
                </a:lnTo>
                <a:lnTo>
                  <a:pt x="560299" y="91567"/>
                </a:lnTo>
                <a:lnTo>
                  <a:pt x="560374" y="92732"/>
                </a:lnTo>
                <a:lnTo>
                  <a:pt x="560467" y="93887"/>
                </a:lnTo>
                <a:lnTo>
                  <a:pt x="560576" y="95032"/>
                </a:lnTo>
                <a:lnTo>
                  <a:pt x="560702" y="96168"/>
                </a:lnTo>
                <a:lnTo>
                  <a:pt x="560844" y="97293"/>
                </a:lnTo>
                <a:lnTo>
                  <a:pt x="561004" y="98407"/>
                </a:lnTo>
                <a:lnTo>
                  <a:pt x="561180" y="99512"/>
                </a:lnTo>
                <a:lnTo>
                  <a:pt x="561373" y="100607"/>
                </a:lnTo>
                <a:lnTo>
                  <a:pt x="561583" y="101692"/>
                </a:lnTo>
                <a:lnTo>
                  <a:pt x="561809" y="102767"/>
                </a:lnTo>
                <a:lnTo>
                  <a:pt x="562053" y="103831"/>
                </a:lnTo>
                <a:lnTo>
                  <a:pt x="562313" y="104886"/>
                </a:lnTo>
                <a:lnTo>
                  <a:pt x="562590" y="105931"/>
                </a:lnTo>
                <a:lnTo>
                  <a:pt x="562883" y="106965"/>
                </a:lnTo>
                <a:lnTo>
                  <a:pt x="563194" y="107990"/>
                </a:lnTo>
                <a:lnTo>
                  <a:pt x="563521" y="109004"/>
                </a:lnTo>
                <a:lnTo>
                  <a:pt x="563865" y="110009"/>
                </a:lnTo>
                <a:lnTo>
                  <a:pt x="564226" y="111003"/>
                </a:lnTo>
                <a:lnTo>
                  <a:pt x="564604" y="111987"/>
                </a:lnTo>
                <a:lnTo>
                  <a:pt x="564998" y="112961"/>
                </a:lnTo>
                <a:lnTo>
                  <a:pt x="565410" y="113922"/>
                </a:lnTo>
                <a:lnTo>
                  <a:pt x="565839" y="114866"/>
                </a:lnTo>
                <a:lnTo>
                  <a:pt x="566287" y="115792"/>
                </a:lnTo>
                <a:lnTo>
                  <a:pt x="566753" y="116702"/>
                </a:lnTo>
                <a:lnTo>
                  <a:pt x="567237" y="117595"/>
                </a:lnTo>
                <a:lnTo>
                  <a:pt x="567738" y="118471"/>
                </a:lnTo>
                <a:lnTo>
                  <a:pt x="568258" y="119330"/>
                </a:lnTo>
                <a:lnTo>
                  <a:pt x="568796" y="120172"/>
                </a:lnTo>
                <a:lnTo>
                  <a:pt x="569351" y="120997"/>
                </a:lnTo>
                <a:lnTo>
                  <a:pt x="569925" y="121806"/>
                </a:lnTo>
                <a:lnTo>
                  <a:pt x="570517" y="122597"/>
                </a:lnTo>
                <a:lnTo>
                  <a:pt x="571126" y="123371"/>
                </a:lnTo>
                <a:lnTo>
                  <a:pt x="571754" y="124129"/>
                </a:lnTo>
                <a:lnTo>
                  <a:pt x="572399" y="124870"/>
                </a:lnTo>
                <a:lnTo>
                  <a:pt x="573063" y="125593"/>
                </a:lnTo>
                <a:lnTo>
                  <a:pt x="573744" y="126300"/>
                </a:lnTo>
                <a:lnTo>
                  <a:pt x="574444" y="126990"/>
                </a:lnTo>
                <a:lnTo>
                  <a:pt x="575161" y="127663"/>
                </a:lnTo>
                <a:lnTo>
                  <a:pt x="575897" y="128319"/>
                </a:lnTo>
                <a:lnTo>
                  <a:pt x="576650" y="128958"/>
                </a:lnTo>
                <a:lnTo>
                  <a:pt x="577422" y="129581"/>
                </a:lnTo>
                <a:lnTo>
                  <a:pt x="578211" y="130186"/>
                </a:lnTo>
                <a:lnTo>
                  <a:pt x="579018" y="130775"/>
                </a:lnTo>
                <a:lnTo>
                  <a:pt x="579844" y="131346"/>
                </a:lnTo>
                <a:lnTo>
                  <a:pt x="580688" y="131897"/>
                </a:lnTo>
                <a:lnTo>
                  <a:pt x="581552" y="132425"/>
                </a:lnTo>
                <a:lnTo>
                  <a:pt x="582435" y="132929"/>
                </a:lnTo>
                <a:lnTo>
                  <a:pt x="583339" y="133410"/>
                </a:lnTo>
                <a:lnTo>
                  <a:pt x="584262" y="133867"/>
                </a:lnTo>
                <a:lnTo>
                  <a:pt x="585204" y="134301"/>
                </a:lnTo>
                <a:lnTo>
                  <a:pt x="586167" y="134711"/>
                </a:lnTo>
                <a:lnTo>
                  <a:pt x="587149" y="135098"/>
                </a:lnTo>
                <a:lnTo>
                  <a:pt x="588151" y="135462"/>
                </a:lnTo>
                <a:lnTo>
                  <a:pt x="589172" y="135802"/>
                </a:lnTo>
                <a:lnTo>
                  <a:pt x="590213" y="136118"/>
                </a:lnTo>
                <a:lnTo>
                  <a:pt x="591274" y="136412"/>
                </a:lnTo>
                <a:lnTo>
                  <a:pt x="592354" y="136681"/>
                </a:lnTo>
                <a:lnTo>
                  <a:pt x="593455" y="136927"/>
                </a:lnTo>
                <a:lnTo>
                  <a:pt x="594575" y="137150"/>
                </a:lnTo>
                <a:lnTo>
                  <a:pt x="595714" y="137350"/>
                </a:lnTo>
                <a:lnTo>
                  <a:pt x="596874" y="137525"/>
                </a:lnTo>
                <a:lnTo>
                  <a:pt x="598053" y="137678"/>
                </a:lnTo>
                <a:lnTo>
                  <a:pt x="599251" y="137807"/>
                </a:lnTo>
                <a:lnTo>
                  <a:pt x="600470" y="137912"/>
                </a:lnTo>
                <a:lnTo>
                  <a:pt x="601708" y="137994"/>
                </a:lnTo>
                <a:lnTo>
                  <a:pt x="602966" y="138053"/>
                </a:lnTo>
                <a:lnTo>
                  <a:pt x="604243" y="138088"/>
                </a:lnTo>
                <a:lnTo>
                  <a:pt x="605540" y="138100"/>
                </a:lnTo>
                <a:lnTo>
                  <a:pt x="606546" y="138093"/>
                </a:lnTo>
                <a:lnTo>
                  <a:pt x="607540" y="138071"/>
                </a:lnTo>
                <a:lnTo>
                  <a:pt x="608523" y="138036"/>
                </a:lnTo>
                <a:lnTo>
                  <a:pt x="609494" y="137986"/>
                </a:lnTo>
                <a:close/>
                <a:moveTo>
                  <a:pt x="577258" y="72779"/>
                </a:moveTo>
                <a:lnTo>
                  <a:pt x="577439" y="71699"/>
                </a:lnTo>
                <a:lnTo>
                  <a:pt x="577640" y="70642"/>
                </a:lnTo>
                <a:lnTo>
                  <a:pt x="577860" y="69609"/>
                </a:lnTo>
                <a:lnTo>
                  <a:pt x="578101" y="68600"/>
                </a:lnTo>
                <a:lnTo>
                  <a:pt x="578362" y="67615"/>
                </a:lnTo>
                <a:lnTo>
                  <a:pt x="578643" y="66653"/>
                </a:lnTo>
                <a:lnTo>
                  <a:pt x="578943" y="65715"/>
                </a:lnTo>
                <a:lnTo>
                  <a:pt x="579264" y="64800"/>
                </a:lnTo>
                <a:lnTo>
                  <a:pt x="579605" y="63909"/>
                </a:lnTo>
                <a:lnTo>
                  <a:pt x="579966" y="63042"/>
                </a:lnTo>
                <a:lnTo>
                  <a:pt x="580347" y="62198"/>
                </a:lnTo>
                <a:lnTo>
                  <a:pt x="580748" y="61378"/>
                </a:lnTo>
                <a:lnTo>
                  <a:pt x="581169" y="60581"/>
                </a:lnTo>
                <a:lnTo>
                  <a:pt x="581610" y="59809"/>
                </a:lnTo>
                <a:lnTo>
                  <a:pt x="582071" y="59059"/>
                </a:lnTo>
                <a:lnTo>
                  <a:pt x="582552" y="58334"/>
                </a:lnTo>
                <a:lnTo>
                  <a:pt x="583053" y="57632"/>
                </a:lnTo>
                <a:lnTo>
                  <a:pt x="583575" y="56954"/>
                </a:lnTo>
                <a:lnTo>
                  <a:pt x="584116" y="56299"/>
                </a:lnTo>
                <a:lnTo>
                  <a:pt x="584677" y="55668"/>
                </a:lnTo>
                <a:lnTo>
                  <a:pt x="585257" y="55062"/>
                </a:lnTo>
                <a:lnTo>
                  <a:pt x="585856" y="54481"/>
                </a:lnTo>
                <a:lnTo>
                  <a:pt x="586472" y="53927"/>
                </a:lnTo>
                <a:lnTo>
                  <a:pt x="587106" y="53398"/>
                </a:lnTo>
                <a:lnTo>
                  <a:pt x="587759" y="52894"/>
                </a:lnTo>
                <a:lnTo>
                  <a:pt x="588429" y="52417"/>
                </a:lnTo>
                <a:lnTo>
                  <a:pt x="589117" y="51965"/>
                </a:lnTo>
                <a:lnTo>
                  <a:pt x="589823" y="51540"/>
                </a:lnTo>
                <a:lnTo>
                  <a:pt x="590547" y="51140"/>
                </a:lnTo>
                <a:lnTo>
                  <a:pt x="591289" y="50765"/>
                </a:lnTo>
                <a:lnTo>
                  <a:pt x="592049" y="50417"/>
                </a:lnTo>
                <a:lnTo>
                  <a:pt x="592828" y="50094"/>
                </a:lnTo>
                <a:lnTo>
                  <a:pt x="593624" y="49798"/>
                </a:lnTo>
                <a:lnTo>
                  <a:pt x="594438" y="49527"/>
                </a:lnTo>
                <a:lnTo>
                  <a:pt x="595270" y="49282"/>
                </a:lnTo>
                <a:lnTo>
                  <a:pt x="596120" y="49062"/>
                </a:lnTo>
                <a:lnTo>
                  <a:pt x="596988" y="48869"/>
                </a:lnTo>
                <a:lnTo>
                  <a:pt x="597874" y="48701"/>
                </a:lnTo>
                <a:lnTo>
                  <a:pt x="598778" y="48559"/>
                </a:lnTo>
                <a:lnTo>
                  <a:pt x="599700" y="48443"/>
                </a:lnTo>
                <a:lnTo>
                  <a:pt x="600640" y="48352"/>
                </a:lnTo>
                <a:lnTo>
                  <a:pt x="601598" y="48288"/>
                </a:lnTo>
                <a:lnTo>
                  <a:pt x="602573" y="48249"/>
                </a:lnTo>
                <a:lnTo>
                  <a:pt x="603567" y="48236"/>
                </a:lnTo>
                <a:lnTo>
                  <a:pt x="604553" y="48249"/>
                </a:lnTo>
                <a:lnTo>
                  <a:pt x="605520" y="48288"/>
                </a:lnTo>
                <a:lnTo>
                  <a:pt x="606470" y="48353"/>
                </a:lnTo>
                <a:lnTo>
                  <a:pt x="607401" y="48444"/>
                </a:lnTo>
                <a:lnTo>
                  <a:pt x="608314" y="48561"/>
                </a:lnTo>
                <a:lnTo>
                  <a:pt x="609208" y="48704"/>
                </a:lnTo>
                <a:lnTo>
                  <a:pt x="610085" y="48873"/>
                </a:lnTo>
                <a:lnTo>
                  <a:pt x="610944" y="49068"/>
                </a:lnTo>
                <a:lnTo>
                  <a:pt x="611784" y="49289"/>
                </a:lnTo>
                <a:lnTo>
                  <a:pt x="612606" y="49536"/>
                </a:lnTo>
                <a:lnTo>
                  <a:pt x="613410" y="49809"/>
                </a:lnTo>
                <a:lnTo>
                  <a:pt x="614196" y="50107"/>
                </a:lnTo>
                <a:lnTo>
                  <a:pt x="614964" y="50432"/>
                </a:lnTo>
                <a:lnTo>
                  <a:pt x="615713" y="50783"/>
                </a:lnTo>
                <a:lnTo>
                  <a:pt x="616445" y="51160"/>
                </a:lnTo>
                <a:lnTo>
                  <a:pt x="617158" y="51563"/>
                </a:lnTo>
                <a:lnTo>
                  <a:pt x="617853" y="51992"/>
                </a:lnTo>
                <a:lnTo>
                  <a:pt x="618530" y="52446"/>
                </a:lnTo>
                <a:lnTo>
                  <a:pt x="619189" y="52927"/>
                </a:lnTo>
                <a:lnTo>
                  <a:pt x="619830" y="53434"/>
                </a:lnTo>
                <a:lnTo>
                  <a:pt x="620452" y="53967"/>
                </a:lnTo>
                <a:lnTo>
                  <a:pt x="621057" y="54525"/>
                </a:lnTo>
                <a:lnTo>
                  <a:pt x="621643" y="55110"/>
                </a:lnTo>
                <a:lnTo>
                  <a:pt x="622211" y="55721"/>
                </a:lnTo>
                <a:lnTo>
                  <a:pt x="622759" y="56356"/>
                </a:lnTo>
                <a:lnTo>
                  <a:pt x="623284" y="57014"/>
                </a:lnTo>
                <a:lnTo>
                  <a:pt x="623788" y="57695"/>
                </a:lnTo>
                <a:lnTo>
                  <a:pt x="624269" y="58399"/>
                </a:lnTo>
                <a:lnTo>
                  <a:pt x="624727" y="59127"/>
                </a:lnTo>
                <a:lnTo>
                  <a:pt x="625164" y="59877"/>
                </a:lnTo>
                <a:lnTo>
                  <a:pt x="625578" y="60651"/>
                </a:lnTo>
                <a:lnTo>
                  <a:pt x="625970" y="61448"/>
                </a:lnTo>
                <a:lnTo>
                  <a:pt x="626340" y="62267"/>
                </a:lnTo>
                <a:lnTo>
                  <a:pt x="626687" y="63110"/>
                </a:lnTo>
                <a:lnTo>
                  <a:pt x="627013" y="63976"/>
                </a:lnTo>
                <a:lnTo>
                  <a:pt x="627316" y="64865"/>
                </a:lnTo>
                <a:lnTo>
                  <a:pt x="627596" y="65778"/>
                </a:lnTo>
                <a:lnTo>
                  <a:pt x="627855" y="66713"/>
                </a:lnTo>
                <a:lnTo>
                  <a:pt x="628091" y="67671"/>
                </a:lnTo>
                <a:lnTo>
                  <a:pt x="628305" y="68653"/>
                </a:lnTo>
                <a:lnTo>
                  <a:pt x="628496" y="69657"/>
                </a:lnTo>
                <a:lnTo>
                  <a:pt x="628666" y="70685"/>
                </a:lnTo>
                <a:lnTo>
                  <a:pt x="628813" y="71736"/>
                </a:lnTo>
                <a:lnTo>
                  <a:pt x="628938" y="72810"/>
                </a:lnTo>
                <a:lnTo>
                  <a:pt x="629040" y="73907"/>
                </a:lnTo>
                <a:lnTo>
                  <a:pt x="629121" y="75027"/>
                </a:lnTo>
                <a:lnTo>
                  <a:pt x="629179" y="76170"/>
                </a:lnTo>
                <a:lnTo>
                  <a:pt x="629214" y="77336"/>
                </a:lnTo>
                <a:lnTo>
                  <a:pt x="576736" y="77336"/>
                </a:lnTo>
                <a:lnTo>
                  <a:pt x="576837" y="76161"/>
                </a:lnTo>
                <a:lnTo>
                  <a:pt x="576957" y="75010"/>
                </a:lnTo>
                <a:lnTo>
                  <a:pt x="577098" y="73883"/>
                </a:lnTo>
                <a:lnTo>
                  <a:pt x="577258" y="72779"/>
                </a:lnTo>
                <a:close/>
                <a:moveTo>
                  <a:pt x="886867" y="137986"/>
                </a:moveTo>
                <a:lnTo>
                  <a:pt x="887828" y="137921"/>
                </a:lnTo>
                <a:lnTo>
                  <a:pt x="888776" y="137843"/>
                </a:lnTo>
                <a:lnTo>
                  <a:pt x="889714" y="137750"/>
                </a:lnTo>
                <a:lnTo>
                  <a:pt x="890640" y="137642"/>
                </a:lnTo>
                <a:lnTo>
                  <a:pt x="891555" y="137521"/>
                </a:lnTo>
                <a:lnTo>
                  <a:pt x="892459" y="137385"/>
                </a:lnTo>
                <a:lnTo>
                  <a:pt x="893352" y="137235"/>
                </a:lnTo>
                <a:lnTo>
                  <a:pt x="894233" y="137070"/>
                </a:lnTo>
                <a:lnTo>
                  <a:pt x="895102" y="136892"/>
                </a:lnTo>
                <a:lnTo>
                  <a:pt x="895961" y="136699"/>
                </a:lnTo>
                <a:lnTo>
                  <a:pt x="896808" y="136491"/>
                </a:lnTo>
                <a:lnTo>
                  <a:pt x="897644" y="136270"/>
                </a:lnTo>
                <a:lnTo>
                  <a:pt x="898469" y="136034"/>
                </a:lnTo>
                <a:lnTo>
                  <a:pt x="899282" y="135783"/>
                </a:lnTo>
                <a:lnTo>
                  <a:pt x="900084" y="135519"/>
                </a:lnTo>
                <a:lnTo>
                  <a:pt x="900875" y="135240"/>
                </a:lnTo>
                <a:lnTo>
                  <a:pt x="901654" y="134947"/>
                </a:lnTo>
                <a:lnTo>
                  <a:pt x="902422" y="134639"/>
                </a:lnTo>
                <a:lnTo>
                  <a:pt x="903179" y="134318"/>
                </a:lnTo>
                <a:lnTo>
                  <a:pt x="903924" y="133982"/>
                </a:lnTo>
                <a:lnTo>
                  <a:pt x="904657" y="133632"/>
                </a:lnTo>
                <a:lnTo>
                  <a:pt x="905377" y="133271"/>
                </a:lnTo>
                <a:lnTo>
                  <a:pt x="906082" y="132897"/>
                </a:lnTo>
                <a:lnTo>
                  <a:pt x="906774" y="132512"/>
                </a:lnTo>
                <a:lnTo>
                  <a:pt x="907452" y="132114"/>
                </a:lnTo>
                <a:lnTo>
                  <a:pt x="908117" y="131705"/>
                </a:lnTo>
                <a:lnTo>
                  <a:pt x="908767" y="131283"/>
                </a:lnTo>
                <a:lnTo>
                  <a:pt x="909404" y="130850"/>
                </a:lnTo>
                <a:lnTo>
                  <a:pt x="910028" y="130404"/>
                </a:lnTo>
                <a:lnTo>
                  <a:pt x="910638" y="129947"/>
                </a:lnTo>
                <a:lnTo>
                  <a:pt x="911233" y="129477"/>
                </a:lnTo>
                <a:lnTo>
                  <a:pt x="911816" y="128996"/>
                </a:lnTo>
                <a:lnTo>
                  <a:pt x="912384" y="128502"/>
                </a:lnTo>
                <a:lnTo>
                  <a:pt x="912939" y="127996"/>
                </a:lnTo>
                <a:lnTo>
                  <a:pt x="913480" y="127479"/>
                </a:lnTo>
                <a:lnTo>
                  <a:pt x="914008" y="126949"/>
                </a:lnTo>
                <a:lnTo>
                  <a:pt x="914522" y="126408"/>
                </a:lnTo>
                <a:lnTo>
                  <a:pt x="915022" y="125854"/>
                </a:lnTo>
                <a:lnTo>
                  <a:pt x="915508" y="125288"/>
                </a:lnTo>
                <a:lnTo>
                  <a:pt x="915981" y="124711"/>
                </a:lnTo>
                <a:lnTo>
                  <a:pt x="916440" y="124121"/>
                </a:lnTo>
                <a:lnTo>
                  <a:pt x="916885" y="123519"/>
                </a:lnTo>
                <a:lnTo>
                  <a:pt x="917316" y="122906"/>
                </a:lnTo>
                <a:lnTo>
                  <a:pt x="917734" y="122280"/>
                </a:lnTo>
                <a:lnTo>
                  <a:pt x="918137" y="121643"/>
                </a:lnTo>
                <a:lnTo>
                  <a:pt x="918524" y="120997"/>
                </a:lnTo>
                <a:lnTo>
                  <a:pt x="918895" y="120340"/>
                </a:lnTo>
                <a:lnTo>
                  <a:pt x="919250" y="119673"/>
                </a:lnTo>
                <a:lnTo>
                  <a:pt x="919588" y="118996"/>
                </a:lnTo>
                <a:lnTo>
                  <a:pt x="919911" y="118309"/>
                </a:lnTo>
                <a:lnTo>
                  <a:pt x="920217" y="117612"/>
                </a:lnTo>
                <a:lnTo>
                  <a:pt x="920507" y="116905"/>
                </a:lnTo>
                <a:lnTo>
                  <a:pt x="920781" y="116188"/>
                </a:lnTo>
                <a:lnTo>
                  <a:pt x="921040" y="115460"/>
                </a:lnTo>
                <a:lnTo>
                  <a:pt x="921282" y="114723"/>
                </a:lnTo>
                <a:lnTo>
                  <a:pt x="921507" y="113976"/>
                </a:lnTo>
                <a:lnTo>
                  <a:pt x="921717" y="113218"/>
                </a:lnTo>
                <a:lnTo>
                  <a:pt x="921911" y="112451"/>
                </a:lnTo>
                <a:lnTo>
                  <a:pt x="922088" y="111673"/>
                </a:lnTo>
                <a:lnTo>
                  <a:pt x="922250" y="110886"/>
                </a:lnTo>
                <a:lnTo>
                  <a:pt x="922395" y="110088"/>
                </a:lnTo>
                <a:lnTo>
                  <a:pt x="922525" y="109280"/>
                </a:lnTo>
                <a:lnTo>
                  <a:pt x="922638" y="108462"/>
                </a:lnTo>
                <a:lnTo>
                  <a:pt x="922735" y="107634"/>
                </a:lnTo>
                <a:lnTo>
                  <a:pt x="922816" y="106797"/>
                </a:lnTo>
                <a:lnTo>
                  <a:pt x="922881" y="105949"/>
                </a:lnTo>
                <a:lnTo>
                  <a:pt x="922930" y="105090"/>
                </a:lnTo>
                <a:lnTo>
                  <a:pt x="922962" y="104222"/>
                </a:lnTo>
                <a:lnTo>
                  <a:pt x="906686" y="104222"/>
                </a:lnTo>
                <a:lnTo>
                  <a:pt x="906651" y="105069"/>
                </a:lnTo>
                <a:lnTo>
                  <a:pt x="906596" y="105900"/>
                </a:lnTo>
                <a:lnTo>
                  <a:pt x="906520" y="106713"/>
                </a:lnTo>
                <a:lnTo>
                  <a:pt x="906423" y="107510"/>
                </a:lnTo>
                <a:lnTo>
                  <a:pt x="906306" y="108290"/>
                </a:lnTo>
                <a:lnTo>
                  <a:pt x="906168" y="109054"/>
                </a:lnTo>
                <a:lnTo>
                  <a:pt x="906010" y="109800"/>
                </a:lnTo>
                <a:lnTo>
                  <a:pt x="905831" y="110530"/>
                </a:lnTo>
                <a:lnTo>
                  <a:pt x="905632" y="111243"/>
                </a:lnTo>
                <a:lnTo>
                  <a:pt x="905412" y="111940"/>
                </a:lnTo>
                <a:lnTo>
                  <a:pt x="905172" y="112619"/>
                </a:lnTo>
                <a:lnTo>
                  <a:pt x="904911" y="113282"/>
                </a:lnTo>
                <a:lnTo>
                  <a:pt x="904629" y="113928"/>
                </a:lnTo>
                <a:lnTo>
                  <a:pt x="904327" y="114558"/>
                </a:lnTo>
                <a:lnTo>
                  <a:pt x="904004" y="115170"/>
                </a:lnTo>
                <a:lnTo>
                  <a:pt x="903661" y="115766"/>
                </a:lnTo>
                <a:lnTo>
                  <a:pt x="903298" y="116346"/>
                </a:lnTo>
                <a:lnTo>
                  <a:pt x="902913" y="116908"/>
                </a:lnTo>
                <a:lnTo>
                  <a:pt x="902508" y="117454"/>
                </a:lnTo>
                <a:lnTo>
                  <a:pt x="902083" y="117983"/>
                </a:lnTo>
                <a:lnTo>
                  <a:pt x="901637" y="118495"/>
                </a:lnTo>
                <a:lnTo>
                  <a:pt x="901171" y="118990"/>
                </a:lnTo>
                <a:lnTo>
                  <a:pt x="900684" y="119469"/>
                </a:lnTo>
                <a:lnTo>
                  <a:pt x="900176" y="119931"/>
                </a:lnTo>
                <a:lnTo>
                  <a:pt x="899650" y="120375"/>
                </a:lnTo>
                <a:lnTo>
                  <a:pt x="899107" y="120801"/>
                </a:lnTo>
                <a:lnTo>
                  <a:pt x="898547" y="121207"/>
                </a:lnTo>
                <a:lnTo>
                  <a:pt x="897970" y="121595"/>
                </a:lnTo>
                <a:lnTo>
                  <a:pt x="897377" y="121963"/>
                </a:lnTo>
                <a:lnTo>
                  <a:pt x="896767" y="122313"/>
                </a:lnTo>
                <a:lnTo>
                  <a:pt x="896140" y="122644"/>
                </a:lnTo>
                <a:lnTo>
                  <a:pt x="895496" y="122956"/>
                </a:lnTo>
                <a:lnTo>
                  <a:pt x="894835" y="123249"/>
                </a:lnTo>
                <a:lnTo>
                  <a:pt x="894158" y="123523"/>
                </a:lnTo>
                <a:lnTo>
                  <a:pt x="893464" y="123778"/>
                </a:lnTo>
                <a:lnTo>
                  <a:pt x="892753" y="124014"/>
                </a:lnTo>
                <a:lnTo>
                  <a:pt x="892025" y="124231"/>
                </a:lnTo>
                <a:lnTo>
                  <a:pt x="891281" y="124430"/>
                </a:lnTo>
                <a:lnTo>
                  <a:pt x="890520" y="124610"/>
                </a:lnTo>
                <a:lnTo>
                  <a:pt x="889742" y="124770"/>
                </a:lnTo>
                <a:lnTo>
                  <a:pt x="888947" y="124912"/>
                </a:lnTo>
                <a:lnTo>
                  <a:pt x="888135" y="125035"/>
                </a:lnTo>
                <a:lnTo>
                  <a:pt x="887307" y="125139"/>
                </a:lnTo>
                <a:lnTo>
                  <a:pt x="886462" y="125224"/>
                </a:lnTo>
                <a:lnTo>
                  <a:pt x="885600" y="125290"/>
                </a:lnTo>
                <a:lnTo>
                  <a:pt x="884721" y="125337"/>
                </a:lnTo>
                <a:lnTo>
                  <a:pt x="883826" y="125366"/>
                </a:lnTo>
                <a:lnTo>
                  <a:pt x="882913" y="125375"/>
                </a:lnTo>
                <a:lnTo>
                  <a:pt x="882057" y="125367"/>
                </a:lnTo>
                <a:lnTo>
                  <a:pt x="881215" y="125341"/>
                </a:lnTo>
                <a:lnTo>
                  <a:pt x="880387" y="125298"/>
                </a:lnTo>
                <a:lnTo>
                  <a:pt x="879573" y="125238"/>
                </a:lnTo>
                <a:lnTo>
                  <a:pt x="878773" y="125161"/>
                </a:lnTo>
                <a:lnTo>
                  <a:pt x="877987" y="125066"/>
                </a:lnTo>
                <a:lnTo>
                  <a:pt x="877216" y="124955"/>
                </a:lnTo>
                <a:lnTo>
                  <a:pt x="876458" y="124826"/>
                </a:lnTo>
                <a:lnTo>
                  <a:pt x="875714" y="124681"/>
                </a:lnTo>
                <a:lnTo>
                  <a:pt x="874984" y="124518"/>
                </a:lnTo>
                <a:lnTo>
                  <a:pt x="874269" y="124338"/>
                </a:lnTo>
                <a:lnTo>
                  <a:pt x="873567" y="124141"/>
                </a:lnTo>
                <a:lnTo>
                  <a:pt x="872879" y="123926"/>
                </a:lnTo>
                <a:lnTo>
                  <a:pt x="872206" y="123695"/>
                </a:lnTo>
                <a:lnTo>
                  <a:pt x="871546" y="123446"/>
                </a:lnTo>
                <a:lnTo>
                  <a:pt x="870901" y="123180"/>
                </a:lnTo>
                <a:lnTo>
                  <a:pt x="870269" y="122897"/>
                </a:lnTo>
                <a:lnTo>
                  <a:pt x="869652" y="122597"/>
                </a:lnTo>
                <a:lnTo>
                  <a:pt x="869049" y="122280"/>
                </a:lnTo>
                <a:lnTo>
                  <a:pt x="868459" y="121946"/>
                </a:lnTo>
                <a:lnTo>
                  <a:pt x="867884" y="121594"/>
                </a:lnTo>
                <a:lnTo>
                  <a:pt x="867323" y="121226"/>
                </a:lnTo>
                <a:lnTo>
                  <a:pt x="866776" y="120840"/>
                </a:lnTo>
                <a:lnTo>
                  <a:pt x="866243" y="120437"/>
                </a:lnTo>
                <a:lnTo>
                  <a:pt x="865723" y="120020"/>
                </a:lnTo>
                <a:lnTo>
                  <a:pt x="865214" y="119591"/>
                </a:lnTo>
                <a:lnTo>
                  <a:pt x="864718" y="119152"/>
                </a:lnTo>
                <a:lnTo>
                  <a:pt x="864233" y="118701"/>
                </a:lnTo>
                <a:lnTo>
                  <a:pt x="863760" y="118239"/>
                </a:lnTo>
                <a:lnTo>
                  <a:pt x="863299" y="117765"/>
                </a:lnTo>
                <a:lnTo>
                  <a:pt x="862850" y="117280"/>
                </a:lnTo>
                <a:lnTo>
                  <a:pt x="862412" y="116785"/>
                </a:lnTo>
                <a:lnTo>
                  <a:pt x="861986" y="116277"/>
                </a:lnTo>
                <a:lnTo>
                  <a:pt x="861573" y="115759"/>
                </a:lnTo>
                <a:lnTo>
                  <a:pt x="861171" y="115229"/>
                </a:lnTo>
                <a:lnTo>
                  <a:pt x="860780" y="114689"/>
                </a:lnTo>
                <a:lnTo>
                  <a:pt x="860402" y="114136"/>
                </a:lnTo>
                <a:lnTo>
                  <a:pt x="860035" y="113573"/>
                </a:lnTo>
                <a:lnTo>
                  <a:pt x="859681" y="112998"/>
                </a:lnTo>
                <a:lnTo>
                  <a:pt x="859338" y="112412"/>
                </a:lnTo>
                <a:lnTo>
                  <a:pt x="859007" y="111815"/>
                </a:lnTo>
                <a:lnTo>
                  <a:pt x="858687" y="111207"/>
                </a:lnTo>
                <a:lnTo>
                  <a:pt x="858380" y="110587"/>
                </a:lnTo>
                <a:lnTo>
                  <a:pt x="858084" y="109956"/>
                </a:lnTo>
                <a:lnTo>
                  <a:pt x="857800" y="109314"/>
                </a:lnTo>
                <a:lnTo>
                  <a:pt x="857528" y="108661"/>
                </a:lnTo>
                <a:lnTo>
                  <a:pt x="857268" y="107996"/>
                </a:lnTo>
                <a:lnTo>
                  <a:pt x="857020" y="107320"/>
                </a:lnTo>
                <a:lnTo>
                  <a:pt x="856782" y="106636"/>
                </a:lnTo>
                <a:lnTo>
                  <a:pt x="856554" y="105946"/>
                </a:lnTo>
                <a:lnTo>
                  <a:pt x="856336" y="105251"/>
                </a:lnTo>
                <a:lnTo>
                  <a:pt x="856128" y="104550"/>
                </a:lnTo>
                <a:lnTo>
                  <a:pt x="855929" y="103844"/>
                </a:lnTo>
                <a:lnTo>
                  <a:pt x="855740" y="103132"/>
                </a:lnTo>
                <a:lnTo>
                  <a:pt x="855561" y="102414"/>
                </a:lnTo>
                <a:lnTo>
                  <a:pt x="855392" y="101691"/>
                </a:lnTo>
                <a:lnTo>
                  <a:pt x="855233" y="100963"/>
                </a:lnTo>
                <a:lnTo>
                  <a:pt x="855083" y="100229"/>
                </a:lnTo>
                <a:lnTo>
                  <a:pt x="854943" y="99489"/>
                </a:lnTo>
                <a:lnTo>
                  <a:pt x="854813" y="98744"/>
                </a:lnTo>
                <a:lnTo>
                  <a:pt x="854692" y="97993"/>
                </a:lnTo>
                <a:lnTo>
                  <a:pt x="854581" y="97237"/>
                </a:lnTo>
                <a:lnTo>
                  <a:pt x="854480" y="96475"/>
                </a:lnTo>
                <a:lnTo>
                  <a:pt x="854389" y="95708"/>
                </a:lnTo>
                <a:lnTo>
                  <a:pt x="854308" y="94935"/>
                </a:lnTo>
                <a:lnTo>
                  <a:pt x="854236" y="94157"/>
                </a:lnTo>
                <a:lnTo>
                  <a:pt x="854174" y="93373"/>
                </a:lnTo>
                <a:lnTo>
                  <a:pt x="854122" y="92583"/>
                </a:lnTo>
                <a:lnTo>
                  <a:pt x="854080" y="91788"/>
                </a:lnTo>
                <a:lnTo>
                  <a:pt x="854047" y="90988"/>
                </a:lnTo>
                <a:lnTo>
                  <a:pt x="854024" y="90182"/>
                </a:lnTo>
                <a:lnTo>
                  <a:pt x="854011" y="89370"/>
                </a:lnTo>
                <a:lnTo>
                  <a:pt x="922469" y="89370"/>
                </a:lnTo>
                <a:lnTo>
                  <a:pt x="922485" y="89292"/>
                </a:lnTo>
                <a:lnTo>
                  <a:pt x="922501" y="89210"/>
                </a:lnTo>
                <a:lnTo>
                  <a:pt x="922517" y="89124"/>
                </a:lnTo>
                <a:lnTo>
                  <a:pt x="922532" y="89034"/>
                </a:lnTo>
                <a:lnTo>
                  <a:pt x="922547" y="88940"/>
                </a:lnTo>
                <a:lnTo>
                  <a:pt x="922562" y="88841"/>
                </a:lnTo>
                <a:lnTo>
                  <a:pt x="922576" y="88739"/>
                </a:lnTo>
                <a:lnTo>
                  <a:pt x="922590" y="88633"/>
                </a:lnTo>
                <a:lnTo>
                  <a:pt x="922603" y="88522"/>
                </a:lnTo>
                <a:lnTo>
                  <a:pt x="922616" y="88408"/>
                </a:lnTo>
                <a:lnTo>
                  <a:pt x="922629" y="88289"/>
                </a:lnTo>
                <a:lnTo>
                  <a:pt x="922642" y="88167"/>
                </a:lnTo>
                <a:lnTo>
                  <a:pt x="922654" y="88040"/>
                </a:lnTo>
                <a:lnTo>
                  <a:pt x="922666" y="87909"/>
                </a:lnTo>
                <a:lnTo>
                  <a:pt x="922677" y="87775"/>
                </a:lnTo>
                <a:lnTo>
                  <a:pt x="922688" y="87636"/>
                </a:lnTo>
                <a:lnTo>
                  <a:pt x="922699" y="87493"/>
                </a:lnTo>
                <a:lnTo>
                  <a:pt x="922710" y="87346"/>
                </a:lnTo>
                <a:lnTo>
                  <a:pt x="922720" y="87195"/>
                </a:lnTo>
                <a:lnTo>
                  <a:pt x="922729" y="87041"/>
                </a:lnTo>
                <a:lnTo>
                  <a:pt x="922739" y="86882"/>
                </a:lnTo>
                <a:lnTo>
                  <a:pt x="922748" y="86719"/>
                </a:lnTo>
                <a:lnTo>
                  <a:pt x="922757" y="86551"/>
                </a:lnTo>
                <a:lnTo>
                  <a:pt x="922765" y="86380"/>
                </a:lnTo>
                <a:lnTo>
                  <a:pt x="922773" y="86208"/>
                </a:lnTo>
                <a:lnTo>
                  <a:pt x="922781" y="86037"/>
                </a:lnTo>
                <a:lnTo>
                  <a:pt x="922788" y="85869"/>
                </a:lnTo>
                <a:lnTo>
                  <a:pt x="922795" y="85702"/>
                </a:lnTo>
                <a:lnTo>
                  <a:pt x="922802" y="85538"/>
                </a:lnTo>
                <a:lnTo>
                  <a:pt x="922808" y="85375"/>
                </a:lnTo>
                <a:lnTo>
                  <a:pt x="922814" y="85214"/>
                </a:lnTo>
                <a:lnTo>
                  <a:pt x="922820" y="85055"/>
                </a:lnTo>
                <a:lnTo>
                  <a:pt x="922825" y="84898"/>
                </a:lnTo>
                <a:lnTo>
                  <a:pt x="922830" y="84743"/>
                </a:lnTo>
                <a:lnTo>
                  <a:pt x="922835" y="84590"/>
                </a:lnTo>
                <a:lnTo>
                  <a:pt x="922839" y="84439"/>
                </a:lnTo>
                <a:lnTo>
                  <a:pt x="922843" y="84290"/>
                </a:lnTo>
                <a:lnTo>
                  <a:pt x="922847" y="84143"/>
                </a:lnTo>
                <a:lnTo>
                  <a:pt x="922850" y="83997"/>
                </a:lnTo>
                <a:lnTo>
                  <a:pt x="922853" y="83854"/>
                </a:lnTo>
                <a:lnTo>
                  <a:pt x="922855" y="83713"/>
                </a:lnTo>
                <a:lnTo>
                  <a:pt x="922858" y="83573"/>
                </a:lnTo>
                <a:lnTo>
                  <a:pt x="922859" y="83435"/>
                </a:lnTo>
                <a:lnTo>
                  <a:pt x="922861" y="83300"/>
                </a:lnTo>
                <a:lnTo>
                  <a:pt x="922862" y="83166"/>
                </a:lnTo>
                <a:lnTo>
                  <a:pt x="922863" y="83034"/>
                </a:lnTo>
                <a:lnTo>
                  <a:pt x="922864" y="82905"/>
                </a:lnTo>
                <a:lnTo>
                  <a:pt x="922864" y="82777"/>
                </a:lnTo>
                <a:lnTo>
                  <a:pt x="922844" y="80893"/>
                </a:lnTo>
                <a:lnTo>
                  <a:pt x="922786" y="79047"/>
                </a:lnTo>
                <a:lnTo>
                  <a:pt x="922690" y="77237"/>
                </a:lnTo>
                <a:lnTo>
                  <a:pt x="922554" y="75465"/>
                </a:lnTo>
                <a:lnTo>
                  <a:pt x="922380" y="73729"/>
                </a:lnTo>
                <a:lnTo>
                  <a:pt x="922167" y="72031"/>
                </a:lnTo>
                <a:lnTo>
                  <a:pt x="921916" y="70369"/>
                </a:lnTo>
                <a:lnTo>
                  <a:pt x="921625" y="68745"/>
                </a:lnTo>
                <a:lnTo>
                  <a:pt x="921296" y="67157"/>
                </a:lnTo>
                <a:lnTo>
                  <a:pt x="920929" y="65607"/>
                </a:lnTo>
                <a:lnTo>
                  <a:pt x="920522" y="64093"/>
                </a:lnTo>
                <a:lnTo>
                  <a:pt x="920077" y="62617"/>
                </a:lnTo>
                <a:lnTo>
                  <a:pt x="919593" y="61177"/>
                </a:lnTo>
                <a:lnTo>
                  <a:pt x="919071" y="59774"/>
                </a:lnTo>
                <a:lnTo>
                  <a:pt x="918510" y="58409"/>
                </a:lnTo>
                <a:lnTo>
                  <a:pt x="917910" y="57080"/>
                </a:lnTo>
                <a:lnTo>
                  <a:pt x="917271" y="55789"/>
                </a:lnTo>
                <a:lnTo>
                  <a:pt x="916594" y="54534"/>
                </a:lnTo>
                <a:lnTo>
                  <a:pt x="915878" y="53316"/>
                </a:lnTo>
                <a:lnTo>
                  <a:pt x="915123" y="52136"/>
                </a:lnTo>
                <a:lnTo>
                  <a:pt x="914330" y="50992"/>
                </a:lnTo>
                <a:lnTo>
                  <a:pt x="913497" y="49886"/>
                </a:lnTo>
                <a:lnTo>
                  <a:pt x="912627" y="48816"/>
                </a:lnTo>
                <a:lnTo>
                  <a:pt x="911717" y="47783"/>
                </a:lnTo>
                <a:lnTo>
                  <a:pt x="910774" y="46790"/>
                </a:lnTo>
                <a:lnTo>
                  <a:pt x="909800" y="45839"/>
                </a:lnTo>
                <a:lnTo>
                  <a:pt x="908798" y="44930"/>
                </a:lnTo>
                <a:lnTo>
                  <a:pt x="907766" y="44064"/>
                </a:lnTo>
                <a:lnTo>
                  <a:pt x="906704" y="43239"/>
                </a:lnTo>
                <a:lnTo>
                  <a:pt x="905614" y="42457"/>
                </a:lnTo>
                <a:lnTo>
                  <a:pt x="904493" y="41718"/>
                </a:lnTo>
                <a:lnTo>
                  <a:pt x="903343" y="41020"/>
                </a:lnTo>
                <a:lnTo>
                  <a:pt x="902164" y="40365"/>
                </a:lnTo>
                <a:lnTo>
                  <a:pt x="900955" y="39752"/>
                </a:lnTo>
                <a:lnTo>
                  <a:pt x="899717" y="39182"/>
                </a:lnTo>
                <a:lnTo>
                  <a:pt x="898450" y="38653"/>
                </a:lnTo>
                <a:lnTo>
                  <a:pt x="897153" y="38167"/>
                </a:lnTo>
                <a:lnTo>
                  <a:pt x="895826" y="37723"/>
                </a:lnTo>
                <a:lnTo>
                  <a:pt x="894470" y="37322"/>
                </a:lnTo>
                <a:lnTo>
                  <a:pt x="893085" y="36963"/>
                </a:lnTo>
                <a:lnTo>
                  <a:pt x="891670" y="36646"/>
                </a:lnTo>
                <a:lnTo>
                  <a:pt x="890225" y="36371"/>
                </a:lnTo>
                <a:lnTo>
                  <a:pt x="888751" y="36138"/>
                </a:lnTo>
                <a:lnTo>
                  <a:pt x="887248" y="35948"/>
                </a:lnTo>
                <a:lnTo>
                  <a:pt x="885715" y="35800"/>
                </a:lnTo>
                <a:lnTo>
                  <a:pt x="884153" y="35695"/>
                </a:lnTo>
                <a:lnTo>
                  <a:pt x="882562" y="35631"/>
                </a:lnTo>
                <a:lnTo>
                  <a:pt x="880941" y="35610"/>
                </a:lnTo>
                <a:lnTo>
                  <a:pt x="879717" y="35621"/>
                </a:lnTo>
                <a:lnTo>
                  <a:pt x="878510" y="35655"/>
                </a:lnTo>
                <a:lnTo>
                  <a:pt x="877322" y="35712"/>
                </a:lnTo>
                <a:lnTo>
                  <a:pt x="876152" y="35791"/>
                </a:lnTo>
                <a:lnTo>
                  <a:pt x="875000" y="35892"/>
                </a:lnTo>
                <a:lnTo>
                  <a:pt x="873866" y="36016"/>
                </a:lnTo>
                <a:lnTo>
                  <a:pt x="872750" y="36163"/>
                </a:lnTo>
                <a:lnTo>
                  <a:pt x="871652" y="36332"/>
                </a:lnTo>
                <a:lnTo>
                  <a:pt x="870571" y="36524"/>
                </a:lnTo>
                <a:lnTo>
                  <a:pt x="869509" y="36739"/>
                </a:lnTo>
                <a:lnTo>
                  <a:pt x="868465" y="36976"/>
                </a:lnTo>
                <a:lnTo>
                  <a:pt x="867439" y="37235"/>
                </a:lnTo>
                <a:lnTo>
                  <a:pt x="866431" y="37518"/>
                </a:lnTo>
                <a:lnTo>
                  <a:pt x="865440" y="37822"/>
                </a:lnTo>
                <a:lnTo>
                  <a:pt x="864468" y="38150"/>
                </a:lnTo>
                <a:lnTo>
                  <a:pt x="863514" y="38499"/>
                </a:lnTo>
                <a:lnTo>
                  <a:pt x="862577" y="38872"/>
                </a:lnTo>
                <a:lnTo>
                  <a:pt x="861659" y="39267"/>
                </a:lnTo>
                <a:lnTo>
                  <a:pt x="860759" y="39685"/>
                </a:lnTo>
                <a:lnTo>
                  <a:pt x="859876" y="40125"/>
                </a:lnTo>
                <a:lnTo>
                  <a:pt x="859012" y="40588"/>
                </a:lnTo>
                <a:lnTo>
                  <a:pt x="858165" y="41073"/>
                </a:lnTo>
                <a:lnTo>
                  <a:pt x="857337" y="41581"/>
                </a:lnTo>
                <a:lnTo>
                  <a:pt x="856526" y="42111"/>
                </a:lnTo>
                <a:lnTo>
                  <a:pt x="855734" y="42662"/>
                </a:lnTo>
                <a:lnTo>
                  <a:pt x="854958" y="43230"/>
                </a:lnTo>
                <a:lnTo>
                  <a:pt x="854199" y="43815"/>
                </a:lnTo>
                <a:lnTo>
                  <a:pt x="853458" y="44418"/>
                </a:lnTo>
                <a:lnTo>
                  <a:pt x="852733" y="45038"/>
                </a:lnTo>
                <a:lnTo>
                  <a:pt x="852026" y="45676"/>
                </a:lnTo>
                <a:lnTo>
                  <a:pt x="851336" y="46331"/>
                </a:lnTo>
                <a:lnTo>
                  <a:pt x="850663" y="47004"/>
                </a:lnTo>
                <a:lnTo>
                  <a:pt x="850007" y="47694"/>
                </a:lnTo>
                <a:lnTo>
                  <a:pt x="849368" y="48402"/>
                </a:lnTo>
                <a:lnTo>
                  <a:pt x="848746" y="49127"/>
                </a:lnTo>
                <a:lnTo>
                  <a:pt x="848142" y="49869"/>
                </a:lnTo>
                <a:lnTo>
                  <a:pt x="847554" y="50629"/>
                </a:lnTo>
                <a:lnTo>
                  <a:pt x="846984" y="51407"/>
                </a:lnTo>
                <a:lnTo>
                  <a:pt x="846431" y="52202"/>
                </a:lnTo>
                <a:lnTo>
                  <a:pt x="845895" y="53014"/>
                </a:lnTo>
                <a:lnTo>
                  <a:pt x="845376" y="53844"/>
                </a:lnTo>
                <a:lnTo>
                  <a:pt x="844874" y="54691"/>
                </a:lnTo>
                <a:lnTo>
                  <a:pt x="844390" y="55556"/>
                </a:lnTo>
                <a:lnTo>
                  <a:pt x="843922" y="56438"/>
                </a:lnTo>
                <a:lnTo>
                  <a:pt x="843472" y="57338"/>
                </a:lnTo>
                <a:lnTo>
                  <a:pt x="843038" y="58255"/>
                </a:lnTo>
                <a:lnTo>
                  <a:pt x="842622" y="59189"/>
                </a:lnTo>
                <a:lnTo>
                  <a:pt x="842223" y="60141"/>
                </a:lnTo>
                <a:lnTo>
                  <a:pt x="841841" y="61108"/>
                </a:lnTo>
                <a:lnTo>
                  <a:pt x="841475" y="62088"/>
                </a:lnTo>
                <a:lnTo>
                  <a:pt x="841125" y="63080"/>
                </a:lnTo>
                <a:lnTo>
                  <a:pt x="840792" y="64084"/>
                </a:lnTo>
                <a:lnTo>
                  <a:pt x="840474" y="65102"/>
                </a:lnTo>
                <a:lnTo>
                  <a:pt x="840173" y="66131"/>
                </a:lnTo>
                <a:lnTo>
                  <a:pt x="839889" y="67173"/>
                </a:lnTo>
                <a:lnTo>
                  <a:pt x="839620" y="68228"/>
                </a:lnTo>
                <a:lnTo>
                  <a:pt x="839368" y="69295"/>
                </a:lnTo>
                <a:lnTo>
                  <a:pt x="839132" y="70375"/>
                </a:lnTo>
                <a:lnTo>
                  <a:pt x="838912" y="71467"/>
                </a:lnTo>
                <a:lnTo>
                  <a:pt x="838709" y="72572"/>
                </a:lnTo>
                <a:lnTo>
                  <a:pt x="838522" y="73689"/>
                </a:lnTo>
                <a:lnTo>
                  <a:pt x="838351" y="74819"/>
                </a:lnTo>
                <a:lnTo>
                  <a:pt x="838197" y="75961"/>
                </a:lnTo>
                <a:lnTo>
                  <a:pt x="838058" y="77116"/>
                </a:lnTo>
                <a:lnTo>
                  <a:pt x="837936" y="78283"/>
                </a:lnTo>
                <a:lnTo>
                  <a:pt x="837831" y="79463"/>
                </a:lnTo>
                <a:lnTo>
                  <a:pt x="837741" y="80656"/>
                </a:lnTo>
                <a:lnTo>
                  <a:pt x="837668" y="81861"/>
                </a:lnTo>
                <a:lnTo>
                  <a:pt x="837611" y="83078"/>
                </a:lnTo>
                <a:lnTo>
                  <a:pt x="837570" y="84308"/>
                </a:lnTo>
                <a:lnTo>
                  <a:pt x="837546" y="85551"/>
                </a:lnTo>
                <a:lnTo>
                  <a:pt x="837538" y="86806"/>
                </a:lnTo>
                <a:lnTo>
                  <a:pt x="837546" y="88011"/>
                </a:lnTo>
                <a:lnTo>
                  <a:pt x="837571" y="89206"/>
                </a:lnTo>
                <a:lnTo>
                  <a:pt x="837613" y="90392"/>
                </a:lnTo>
                <a:lnTo>
                  <a:pt x="837672" y="91567"/>
                </a:lnTo>
                <a:lnTo>
                  <a:pt x="837747" y="92732"/>
                </a:lnTo>
                <a:lnTo>
                  <a:pt x="837840" y="93887"/>
                </a:lnTo>
                <a:lnTo>
                  <a:pt x="837949" y="95032"/>
                </a:lnTo>
                <a:lnTo>
                  <a:pt x="838075" y="96168"/>
                </a:lnTo>
                <a:lnTo>
                  <a:pt x="838217" y="97293"/>
                </a:lnTo>
                <a:lnTo>
                  <a:pt x="838377" y="98407"/>
                </a:lnTo>
                <a:lnTo>
                  <a:pt x="838553" y="99512"/>
                </a:lnTo>
                <a:lnTo>
                  <a:pt x="838746" y="100607"/>
                </a:lnTo>
                <a:lnTo>
                  <a:pt x="838956" y="101692"/>
                </a:lnTo>
                <a:lnTo>
                  <a:pt x="839182" y="102767"/>
                </a:lnTo>
                <a:lnTo>
                  <a:pt x="839426" y="103831"/>
                </a:lnTo>
                <a:lnTo>
                  <a:pt x="839686" y="104886"/>
                </a:lnTo>
                <a:lnTo>
                  <a:pt x="839963" y="105931"/>
                </a:lnTo>
                <a:lnTo>
                  <a:pt x="840257" y="106965"/>
                </a:lnTo>
                <a:lnTo>
                  <a:pt x="840567" y="107990"/>
                </a:lnTo>
                <a:lnTo>
                  <a:pt x="840894" y="109004"/>
                </a:lnTo>
                <a:lnTo>
                  <a:pt x="841238" y="110009"/>
                </a:lnTo>
                <a:lnTo>
                  <a:pt x="841599" y="111003"/>
                </a:lnTo>
                <a:lnTo>
                  <a:pt x="841977" y="111987"/>
                </a:lnTo>
                <a:lnTo>
                  <a:pt x="842371" y="112961"/>
                </a:lnTo>
                <a:lnTo>
                  <a:pt x="842783" y="113922"/>
                </a:lnTo>
                <a:lnTo>
                  <a:pt x="843213" y="114866"/>
                </a:lnTo>
                <a:lnTo>
                  <a:pt x="843660" y="115792"/>
                </a:lnTo>
                <a:lnTo>
                  <a:pt x="844126" y="116702"/>
                </a:lnTo>
                <a:lnTo>
                  <a:pt x="844610" y="117595"/>
                </a:lnTo>
                <a:lnTo>
                  <a:pt x="845112" y="118471"/>
                </a:lnTo>
                <a:lnTo>
                  <a:pt x="845631" y="119330"/>
                </a:lnTo>
                <a:lnTo>
                  <a:pt x="846169" y="120172"/>
                </a:lnTo>
                <a:lnTo>
                  <a:pt x="846725" y="120997"/>
                </a:lnTo>
                <a:lnTo>
                  <a:pt x="847298" y="121806"/>
                </a:lnTo>
                <a:lnTo>
                  <a:pt x="847890" y="122597"/>
                </a:lnTo>
                <a:lnTo>
                  <a:pt x="848499" y="123371"/>
                </a:lnTo>
                <a:lnTo>
                  <a:pt x="849127" y="124129"/>
                </a:lnTo>
                <a:lnTo>
                  <a:pt x="849772" y="124870"/>
                </a:lnTo>
                <a:lnTo>
                  <a:pt x="850436" y="125593"/>
                </a:lnTo>
                <a:lnTo>
                  <a:pt x="851118" y="126300"/>
                </a:lnTo>
                <a:lnTo>
                  <a:pt x="851817" y="126990"/>
                </a:lnTo>
                <a:lnTo>
                  <a:pt x="852534" y="127663"/>
                </a:lnTo>
                <a:lnTo>
                  <a:pt x="853270" y="128319"/>
                </a:lnTo>
                <a:lnTo>
                  <a:pt x="854023" y="128958"/>
                </a:lnTo>
                <a:lnTo>
                  <a:pt x="854795" y="129581"/>
                </a:lnTo>
                <a:lnTo>
                  <a:pt x="855584" y="130186"/>
                </a:lnTo>
                <a:lnTo>
                  <a:pt x="856392" y="130775"/>
                </a:lnTo>
                <a:lnTo>
                  <a:pt x="857217" y="131346"/>
                </a:lnTo>
                <a:lnTo>
                  <a:pt x="858061" y="131897"/>
                </a:lnTo>
                <a:lnTo>
                  <a:pt x="858925" y="132425"/>
                </a:lnTo>
                <a:lnTo>
                  <a:pt x="859809" y="132929"/>
                </a:lnTo>
                <a:lnTo>
                  <a:pt x="860712" y="133410"/>
                </a:lnTo>
                <a:lnTo>
                  <a:pt x="861635" y="133867"/>
                </a:lnTo>
                <a:lnTo>
                  <a:pt x="862578" y="134301"/>
                </a:lnTo>
                <a:lnTo>
                  <a:pt x="863540" y="134711"/>
                </a:lnTo>
                <a:lnTo>
                  <a:pt x="864522" y="135098"/>
                </a:lnTo>
                <a:lnTo>
                  <a:pt x="865524" y="135462"/>
                </a:lnTo>
                <a:lnTo>
                  <a:pt x="866545" y="135802"/>
                </a:lnTo>
                <a:lnTo>
                  <a:pt x="867586" y="136118"/>
                </a:lnTo>
                <a:lnTo>
                  <a:pt x="868647" y="136412"/>
                </a:lnTo>
                <a:lnTo>
                  <a:pt x="869728" y="136681"/>
                </a:lnTo>
                <a:lnTo>
                  <a:pt x="870828" y="136927"/>
                </a:lnTo>
                <a:lnTo>
                  <a:pt x="871948" y="137150"/>
                </a:lnTo>
                <a:lnTo>
                  <a:pt x="873087" y="137350"/>
                </a:lnTo>
                <a:lnTo>
                  <a:pt x="874247" y="137525"/>
                </a:lnTo>
                <a:lnTo>
                  <a:pt x="875426" y="137678"/>
                </a:lnTo>
                <a:lnTo>
                  <a:pt x="876624" y="137807"/>
                </a:lnTo>
                <a:lnTo>
                  <a:pt x="877843" y="137912"/>
                </a:lnTo>
                <a:lnTo>
                  <a:pt x="879081" y="137994"/>
                </a:lnTo>
                <a:lnTo>
                  <a:pt x="880339" y="138053"/>
                </a:lnTo>
                <a:lnTo>
                  <a:pt x="881616" y="138088"/>
                </a:lnTo>
                <a:lnTo>
                  <a:pt x="882913" y="138100"/>
                </a:lnTo>
                <a:lnTo>
                  <a:pt x="883919" y="138093"/>
                </a:lnTo>
                <a:lnTo>
                  <a:pt x="884913" y="138071"/>
                </a:lnTo>
                <a:lnTo>
                  <a:pt x="885896" y="138036"/>
                </a:lnTo>
                <a:lnTo>
                  <a:pt x="886867" y="137986"/>
                </a:lnTo>
                <a:close/>
                <a:moveTo>
                  <a:pt x="854632" y="72779"/>
                </a:moveTo>
                <a:lnTo>
                  <a:pt x="854812" y="71699"/>
                </a:lnTo>
                <a:lnTo>
                  <a:pt x="855013" y="70642"/>
                </a:lnTo>
                <a:lnTo>
                  <a:pt x="855234" y="69609"/>
                </a:lnTo>
                <a:lnTo>
                  <a:pt x="855474" y="68600"/>
                </a:lnTo>
                <a:lnTo>
                  <a:pt x="855735" y="67615"/>
                </a:lnTo>
                <a:lnTo>
                  <a:pt x="856016" y="66653"/>
                </a:lnTo>
                <a:lnTo>
                  <a:pt x="856317" y="65715"/>
                </a:lnTo>
                <a:lnTo>
                  <a:pt x="856637" y="64800"/>
                </a:lnTo>
                <a:lnTo>
                  <a:pt x="856978" y="63909"/>
                </a:lnTo>
                <a:lnTo>
                  <a:pt x="857339" y="63042"/>
                </a:lnTo>
                <a:lnTo>
                  <a:pt x="857720" y="62198"/>
                </a:lnTo>
                <a:lnTo>
                  <a:pt x="858121" y="61378"/>
                </a:lnTo>
                <a:lnTo>
                  <a:pt x="858542" y="60581"/>
                </a:lnTo>
                <a:lnTo>
                  <a:pt x="858983" y="59809"/>
                </a:lnTo>
                <a:lnTo>
                  <a:pt x="859444" y="59059"/>
                </a:lnTo>
                <a:lnTo>
                  <a:pt x="859926" y="58334"/>
                </a:lnTo>
                <a:lnTo>
                  <a:pt x="860427" y="57632"/>
                </a:lnTo>
                <a:lnTo>
                  <a:pt x="860948" y="56954"/>
                </a:lnTo>
                <a:lnTo>
                  <a:pt x="861489" y="56299"/>
                </a:lnTo>
                <a:lnTo>
                  <a:pt x="862050" y="55668"/>
                </a:lnTo>
                <a:lnTo>
                  <a:pt x="862631" y="55062"/>
                </a:lnTo>
                <a:lnTo>
                  <a:pt x="863229" y="54481"/>
                </a:lnTo>
                <a:lnTo>
                  <a:pt x="863845" y="53927"/>
                </a:lnTo>
                <a:lnTo>
                  <a:pt x="864480" y="53398"/>
                </a:lnTo>
                <a:lnTo>
                  <a:pt x="865132" y="52894"/>
                </a:lnTo>
                <a:lnTo>
                  <a:pt x="865802" y="52417"/>
                </a:lnTo>
                <a:lnTo>
                  <a:pt x="866490" y="51965"/>
                </a:lnTo>
                <a:lnTo>
                  <a:pt x="867196" y="51540"/>
                </a:lnTo>
                <a:lnTo>
                  <a:pt x="867920" y="51140"/>
                </a:lnTo>
                <a:lnTo>
                  <a:pt x="868663" y="50765"/>
                </a:lnTo>
                <a:lnTo>
                  <a:pt x="869423" y="50417"/>
                </a:lnTo>
                <a:lnTo>
                  <a:pt x="870201" y="50094"/>
                </a:lnTo>
                <a:lnTo>
                  <a:pt x="870997" y="49798"/>
                </a:lnTo>
                <a:lnTo>
                  <a:pt x="871811" y="49527"/>
                </a:lnTo>
                <a:lnTo>
                  <a:pt x="872643" y="49282"/>
                </a:lnTo>
                <a:lnTo>
                  <a:pt x="873493" y="49062"/>
                </a:lnTo>
                <a:lnTo>
                  <a:pt x="874361" y="48869"/>
                </a:lnTo>
                <a:lnTo>
                  <a:pt x="875247" y="48701"/>
                </a:lnTo>
                <a:lnTo>
                  <a:pt x="876151" y="48559"/>
                </a:lnTo>
                <a:lnTo>
                  <a:pt x="877073" y="48443"/>
                </a:lnTo>
                <a:lnTo>
                  <a:pt x="878013" y="48352"/>
                </a:lnTo>
                <a:lnTo>
                  <a:pt x="878971" y="48288"/>
                </a:lnTo>
                <a:lnTo>
                  <a:pt x="879947" y="48249"/>
                </a:lnTo>
                <a:lnTo>
                  <a:pt x="880941" y="48236"/>
                </a:lnTo>
                <a:lnTo>
                  <a:pt x="881926" y="48249"/>
                </a:lnTo>
                <a:lnTo>
                  <a:pt x="882894" y="48288"/>
                </a:lnTo>
                <a:lnTo>
                  <a:pt x="883843" y="48353"/>
                </a:lnTo>
                <a:lnTo>
                  <a:pt x="884774" y="48444"/>
                </a:lnTo>
                <a:lnTo>
                  <a:pt x="885687" y="48561"/>
                </a:lnTo>
                <a:lnTo>
                  <a:pt x="886582" y="48704"/>
                </a:lnTo>
                <a:lnTo>
                  <a:pt x="887458" y="48873"/>
                </a:lnTo>
                <a:lnTo>
                  <a:pt x="888317" y="49068"/>
                </a:lnTo>
                <a:lnTo>
                  <a:pt x="889157" y="49289"/>
                </a:lnTo>
                <a:lnTo>
                  <a:pt x="889979" y="49536"/>
                </a:lnTo>
                <a:lnTo>
                  <a:pt x="890783" y="49809"/>
                </a:lnTo>
                <a:lnTo>
                  <a:pt x="891569" y="50107"/>
                </a:lnTo>
                <a:lnTo>
                  <a:pt x="892337" y="50432"/>
                </a:lnTo>
                <a:lnTo>
                  <a:pt x="893087" y="50783"/>
                </a:lnTo>
                <a:lnTo>
                  <a:pt x="893818" y="51160"/>
                </a:lnTo>
                <a:lnTo>
                  <a:pt x="894531" y="51563"/>
                </a:lnTo>
                <a:lnTo>
                  <a:pt x="895226" y="51992"/>
                </a:lnTo>
                <a:lnTo>
                  <a:pt x="895903" y="52446"/>
                </a:lnTo>
                <a:lnTo>
                  <a:pt x="896562" y="52927"/>
                </a:lnTo>
                <a:lnTo>
                  <a:pt x="897203" y="53434"/>
                </a:lnTo>
                <a:lnTo>
                  <a:pt x="897825" y="53967"/>
                </a:lnTo>
                <a:lnTo>
                  <a:pt x="898430" y="54525"/>
                </a:lnTo>
                <a:lnTo>
                  <a:pt x="899016" y="55110"/>
                </a:lnTo>
                <a:lnTo>
                  <a:pt x="899584" y="55721"/>
                </a:lnTo>
                <a:lnTo>
                  <a:pt x="900132" y="56356"/>
                </a:lnTo>
                <a:lnTo>
                  <a:pt x="900657" y="57014"/>
                </a:lnTo>
                <a:lnTo>
                  <a:pt x="901161" y="57695"/>
                </a:lnTo>
                <a:lnTo>
                  <a:pt x="901642" y="58399"/>
                </a:lnTo>
                <a:lnTo>
                  <a:pt x="902101" y="59127"/>
                </a:lnTo>
                <a:lnTo>
                  <a:pt x="902537" y="59877"/>
                </a:lnTo>
                <a:lnTo>
                  <a:pt x="902951" y="60651"/>
                </a:lnTo>
                <a:lnTo>
                  <a:pt x="903343" y="61448"/>
                </a:lnTo>
                <a:lnTo>
                  <a:pt x="903713" y="62267"/>
                </a:lnTo>
                <a:lnTo>
                  <a:pt x="904061" y="63110"/>
                </a:lnTo>
                <a:lnTo>
                  <a:pt x="904386" y="63976"/>
                </a:lnTo>
                <a:lnTo>
                  <a:pt x="904689" y="64865"/>
                </a:lnTo>
                <a:lnTo>
                  <a:pt x="904970" y="65778"/>
                </a:lnTo>
                <a:lnTo>
                  <a:pt x="905228" y="66713"/>
                </a:lnTo>
                <a:lnTo>
                  <a:pt x="905464" y="67671"/>
                </a:lnTo>
                <a:lnTo>
                  <a:pt x="905678" y="68653"/>
                </a:lnTo>
                <a:lnTo>
                  <a:pt x="905870" y="69657"/>
                </a:lnTo>
                <a:lnTo>
                  <a:pt x="906039" y="70685"/>
                </a:lnTo>
                <a:lnTo>
                  <a:pt x="906186" y="71736"/>
                </a:lnTo>
                <a:lnTo>
                  <a:pt x="906311" y="72810"/>
                </a:lnTo>
                <a:lnTo>
                  <a:pt x="906414" y="73907"/>
                </a:lnTo>
                <a:lnTo>
                  <a:pt x="906494" y="75027"/>
                </a:lnTo>
                <a:lnTo>
                  <a:pt x="906552" y="76170"/>
                </a:lnTo>
                <a:lnTo>
                  <a:pt x="906588" y="77336"/>
                </a:lnTo>
                <a:lnTo>
                  <a:pt x="854110" y="77336"/>
                </a:lnTo>
                <a:lnTo>
                  <a:pt x="854210" y="76161"/>
                </a:lnTo>
                <a:lnTo>
                  <a:pt x="854331" y="75010"/>
                </a:lnTo>
                <a:lnTo>
                  <a:pt x="854471" y="73883"/>
                </a:lnTo>
                <a:lnTo>
                  <a:pt x="854632" y="7277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0C872-ACFB-42F4-B07F-B9DDF1DFC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7970" y="2204620"/>
            <a:ext cx="1387446" cy="447767"/>
          </a:xfrm>
          <a:custGeom xmlns:a="http://schemas.openxmlformats.org/drawingml/2006/main">
            <a:pathLst>
              <a:path w="1387446" h="447767" fill="none">
                <a:moveTo>
                  <a:pt x="0" y="373097"/>
                </a:moveTo>
                <a:cubicBezTo>
                  <a:pt x="0" y="414384"/>
                  <a:pt x="33383" y="447767"/>
                  <a:pt x="74670" y="447767"/>
                </a:cubicBezTo>
                <a:lnTo>
                  <a:pt x="1312776" y="447767"/>
                </a:lnTo>
                <a:cubicBezTo>
                  <a:pt x="1354063" y="447767"/>
                  <a:pt x="1387446" y="414384"/>
                  <a:pt x="1387446" y="373097"/>
                </a:cubicBezTo>
                <a:lnTo>
                  <a:pt x="1387446" y="74586"/>
                </a:lnTo>
                <a:cubicBezTo>
                  <a:pt x="1387446" y="33383"/>
                  <a:pt x="1354063" y="0"/>
                  <a:pt x="1312776" y="0"/>
                </a:cubicBezTo>
                <a:lnTo>
                  <a:pt x="74670" y="0"/>
                </a:lnTo>
                <a:cubicBezTo>
                  <a:pt x="33383" y="0"/>
                  <a:pt x="0" y="33383"/>
                  <a:pt x="0" y="74586"/>
                </a:cubicBezTo>
                <a:lnTo>
                  <a:pt x="0" y="37309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7334" cap="flat">
            <a:solidFill>
              <a:srgbClr val="215F9A"/>
            </a:solidFill>
            <a:custDash>
              <a:ds d="300003" sp="100000"/>
            </a:custDash>
            <a:miter/>
          </a:ln>
        </p:spPr>
      </p:sp>
      <p:sp>
        <p:nvSpPr>
          <p:cNvPr id="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EA342-74B5-4A14-8A89-F44FC43A1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6190" y="2655582"/>
            <a:ext cx="2059223" cy="237632"/>
          </a:xfrm>
          <a:custGeom xmlns:a="http://schemas.openxmlformats.org/drawingml/2006/main">
            <a:pathLst>
              <a:path w="2059223" h="237632">
                <a:moveTo>
                  <a:pt x="38933" y="108305"/>
                </a:moveTo>
                <a:lnTo>
                  <a:pt x="38933" y="129327"/>
                </a:lnTo>
                <a:lnTo>
                  <a:pt x="123020" y="129327"/>
                </a:lnTo>
                <a:lnTo>
                  <a:pt x="123020" y="108305"/>
                </a:lnTo>
                <a:lnTo>
                  <a:pt x="38933" y="108305"/>
                </a:lnTo>
                <a:close/>
                <a:moveTo>
                  <a:pt x="186086" y="108305"/>
                </a:moveTo>
                <a:lnTo>
                  <a:pt x="186086" y="129327"/>
                </a:lnTo>
                <a:lnTo>
                  <a:pt x="270174" y="129327"/>
                </a:lnTo>
                <a:lnTo>
                  <a:pt x="270174" y="108305"/>
                </a:lnTo>
                <a:lnTo>
                  <a:pt x="186086" y="108305"/>
                </a:lnTo>
                <a:close/>
                <a:moveTo>
                  <a:pt x="333239" y="108305"/>
                </a:moveTo>
                <a:lnTo>
                  <a:pt x="333239" y="129327"/>
                </a:lnTo>
                <a:lnTo>
                  <a:pt x="417327" y="129327"/>
                </a:lnTo>
                <a:lnTo>
                  <a:pt x="417327" y="108305"/>
                </a:lnTo>
                <a:lnTo>
                  <a:pt x="333239" y="108305"/>
                </a:lnTo>
                <a:close/>
                <a:moveTo>
                  <a:pt x="480477" y="108305"/>
                </a:moveTo>
                <a:lnTo>
                  <a:pt x="480477" y="129327"/>
                </a:lnTo>
                <a:lnTo>
                  <a:pt x="564564" y="129327"/>
                </a:lnTo>
                <a:lnTo>
                  <a:pt x="564564" y="108305"/>
                </a:lnTo>
                <a:lnTo>
                  <a:pt x="480477" y="108305"/>
                </a:lnTo>
                <a:close/>
                <a:moveTo>
                  <a:pt x="627630" y="108305"/>
                </a:moveTo>
                <a:lnTo>
                  <a:pt x="627630" y="129327"/>
                </a:lnTo>
                <a:lnTo>
                  <a:pt x="711718" y="129327"/>
                </a:lnTo>
                <a:lnTo>
                  <a:pt x="711718" y="108305"/>
                </a:lnTo>
                <a:lnTo>
                  <a:pt x="627630" y="108305"/>
                </a:lnTo>
                <a:close/>
                <a:moveTo>
                  <a:pt x="774784" y="108305"/>
                </a:moveTo>
                <a:lnTo>
                  <a:pt x="774784" y="129327"/>
                </a:lnTo>
                <a:lnTo>
                  <a:pt x="858871" y="129327"/>
                </a:lnTo>
                <a:lnTo>
                  <a:pt x="858871" y="108305"/>
                </a:lnTo>
                <a:lnTo>
                  <a:pt x="774784" y="108305"/>
                </a:lnTo>
                <a:close/>
                <a:moveTo>
                  <a:pt x="921937" y="108305"/>
                </a:moveTo>
                <a:lnTo>
                  <a:pt x="921937" y="129327"/>
                </a:lnTo>
                <a:lnTo>
                  <a:pt x="1006025" y="129327"/>
                </a:lnTo>
                <a:lnTo>
                  <a:pt x="1006025" y="108305"/>
                </a:lnTo>
                <a:lnTo>
                  <a:pt x="921937" y="108305"/>
                </a:lnTo>
                <a:close/>
                <a:moveTo>
                  <a:pt x="1069175" y="108305"/>
                </a:moveTo>
                <a:lnTo>
                  <a:pt x="1069175" y="129327"/>
                </a:lnTo>
                <a:lnTo>
                  <a:pt x="1153262" y="129327"/>
                </a:lnTo>
                <a:lnTo>
                  <a:pt x="1153262" y="108305"/>
                </a:lnTo>
                <a:lnTo>
                  <a:pt x="1069175" y="108305"/>
                </a:lnTo>
                <a:close/>
                <a:moveTo>
                  <a:pt x="0" y="237632"/>
                </a:moveTo>
                <a:lnTo>
                  <a:pt x="21022" y="237632"/>
                </a:lnTo>
                <a:lnTo>
                  <a:pt x="21022" y="153460"/>
                </a:lnTo>
                <a:lnTo>
                  <a:pt x="0" y="153460"/>
                </a:lnTo>
                <a:lnTo>
                  <a:pt x="0" y="237632"/>
                </a:lnTo>
                <a:close/>
                <a:moveTo>
                  <a:pt x="2059223" y="63066"/>
                </a:moveTo>
                <a:lnTo>
                  <a:pt x="2027690" y="0"/>
                </a:lnTo>
                <a:lnTo>
                  <a:pt x="1996157" y="63066"/>
                </a:lnTo>
                <a:lnTo>
                  <a:pt x="2059223" y="63066"/>
                </a:lnTo>
                <a:close/>
                <a:moveTo>
                  <a:pt x="1216328" y="108305"/>
                </a:moveTo>
                <a:lnTo>
                  <a:pt x="1216328" y="129327"/>
                </a:lnTo>
                <a:lnTo>
                  <a:pt x="1300416" y="129327"/>
                </a:lnTo>
                <a:lnTo>
                  <a:pt x="1300416" y="108305"/>
                </a:lnTo>
                <a:lnTo>
                  <a:pt x="1216328" y="108305"/>
                </a:lnTo>
                <a:close/>
                <a:moveTo>
                  <a:pt x="1363481" y="108305"/>
                </a:moveTo>
                <a:lnTo>
                  <a:pt x="1363481" y="129327"/>
                </a:lnTo>
                <a:lnTo>
                  <a:pt x="1447569" y="129327"/>
                </a:lnTo>
                <a:lnTo>
                  <a:pt x="1447569" y="108305"/>
                </a:lnTo>
                <a:lnTo>
                  <a:pt x="1363481" y="108305"/>
                </a:lnTo>
                <a:close/>
                <a:moveTo>
                  <a:pt x="1510635" y="108305"/>
                </a:moveTo>
                <a:lnTo>
                  <a:pt x="1510635" y="129327"/>
                </a:lnTo>
                <a:lnTo>
                  <a:pt x="1594722" y="129327"/>
                </a:lnTo>
                <a:lnTo>
                  <a:pt x="1594722" y="108305"/>
                </a:lnTo>
                <a:lnTo>
                  <a:pt x="1510635" y="108305"/>
                </a:lnTo>
                <a:close/>
                <a:moveTo>
                  <a:pt x="1657872" y="108305"/>
                </a:moveTo>
                <a:lnTo>
                  <a:pt x="1657872" y="129327"/>
                </a:lnTo>
                <a:lnTo>
                  <a:pt x="1741960" y="129327"/>
                </a:lnTo>
                <a:lnTo>
                  <a:pt x="1741960" y="108305"/>
                </a:lnTo>
                <a:lnTo>
                  <a:pt x="1657872" y="108305"/>
                </a:lnTo>
                <a:close/>
                <a:moveTo>
                  <a:pt x="1805026" y="129327"/>
                </a:moveTo>
                <a:lnTo>
                  <a:pt x="1889113" y="129327"/>
                </a:lnTo>
                <a:lnTo>
                  <a:pt x="1889113" y="108305"/>
                </a:lnTo>
                <a:lnTo>
                  <a:pt x="1805026" y="108305"/>
                </a:lnTo>
                <a:lnTo>
                  <a:pt x="1805026" y="129327"/>
                </a:lnTo>
                <a:close/>
                <a:moveTo>
                  <a:pt x="2038201" y="110155"/>
                </a:moveTo>
                <a:lnTo>
                  <a:pt x="2025840" y="110155"/>
                </a:lnTo>
                <a:lnTo>
                  <a:pt x="2027690" y="108305"/>
                </a:lnTo>
                <a:lnTo>
                  <a:pt x="1952179" y="108305"/>
                </a:lnTo>
                <a:lnTo>
                  <a:pt x="1952179" y="129327"/>
                </a:lnTo>
                <a:lnTo>
                  <a:pt x="2038201" y="129327"/>
                </a:lnTo>
                <a:lnTo>
                  <a:pt x="2038201" y="110155"/>
                </a:lnTo>
                <a:close/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366EA-0F27-42E5-A679-1BF8CFD02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3503" y="3338795"/>
            <a:ext cx="2212178" cy="1096587"/>
          </a:xfrm>
          <a:custGeom xmlns:a="http://schemas.openxmlformats.org/drawingml/2006/main">
            <a:pathLst>
              <a:path w="2212178" h="1096587">
                <a:moveTo>
                  <a:pt x="0" y="0"/>
                </a:moveTo>
                <a:lnTo>
                  <a:pt x="84172" y="0"/>
                </a:lnTo>
                <a:lnTo>
                  <a:pt x="84172" y="21022"/>
                </a:lnTo>
                <a:lnTo>
                  <a:pt x="0" y="21022"/>
                </a:lnTo>
                <a:lnTo>
                  <a:pt x="0" y="0"/>
                </a:lnTo>
                <a:close/>
                <a:moveTo>
                  <a:pt x="147237" y="0"/>
                </a:moveTo>
                <a:lnTo>
                  <a:pt x="231325" y="0"/>
                </a:lnTo>
                <a:lnTo>
                  <a:pt x="231325" y="21022"/>
                </a:lnTo>
                <a:lnTo>
                  <a:pt x="147237" y="21022"/>
                </a:lnTo>
                <a:lnTo>
                  <a:pt x="147237" y="0"/>
                </a:lnTo>
                <a:close/>
                <a:moveTo>
                  <a:pt x="242004" y="73409"/>
                </a:moveTo>
                <a:lnTo>
                  <a:pt x="242004" y="157496"/>
                </a:lnTo>
                <a:lnTo>
                  <a:pt x="220982" y="157496"/>
                </a:lnTo>
                <a:lnTo>
                  <a:pt x="220982" y="73409"/>
                </a:lnTo>
                <a:lnTo>
                  <a:pt x="242004" y="73409"/>
                </a:lnTo>
                <a:close/>
                <a:moveTo>
                  <a:pt x="242004" y="220646"/>
                </a:moveTo>
                <a:lnTo>
                  <a:pt x="242004" y="304734"/>
                </a:lnTo>
                <a:lnTo>
                  <a:pt x="220982" y="304734"/>
                </a:lnTo>
                <a:lnTo>
                  <a:pt x="220982" y="220646"/>
                </a:lnTo>
                <a:lnTo>
                  <a:pt x="242004" y="220646"/>
                </a:lnTo>
                <a:close/>
                <a:moveTo>
                  <a:pt x="242004" y="367799"/>
                </a:moveTo>
                <a:lnTo>
                  <a:pt x="242004" y="451887"/>
                </a:lnTo>
                <a:lnTo>
                  <a:pt x="220982" y="451887"/>
                </a:lnTo>
                <a:lnTo>
                  <a:pt x="220982" y="367799"/>
                </a:lnTo>
                <a:lnTo>
                  <a:pt x="242004" y="367799"/>
                </a:lnTo>
                <a:close/>
                <a:moveTo>
                  <a:pt x="242004" y="514953"/>
                </a:moveTo>
                <a:lnTo>
                  <a:pt x="242004" y="599040"/>
                </a:lnTo>
                <a:lnTo>
                  <a:pt x="220982" y="599040"/>
                </a:lnTo>
                <a:lnTo>
                  <a:pt x="220982" y="514953"/>
                </a:lnTo>
                <a:lnTo>
                  <a:pt x="242004" y="514953"/>
                </a:lnTo>
                <a:close/>
                <a:moveTo>
                  <a:pt x="242004" y="662190"/>
                </a:moveTo>
                <a:lnTo>
                  <a:pt x="242004" y="746278"/>
                </a:lnTo>
                <a:lnTo>
                  <a:pt x="220982" y="746278"/>
                </a:lnTo>
                <a:lnTo>
                  <a:pt x="220982" y="662190"/>
                </a:lnTo>
                <a:lnTo>
                  <a:pt x="242004" y="662190"/>
                </a:lnTo>
                <a:close/>
                <a:moveTo>
                  <a:pt x="242004" y="809344"/>
                </a:moveTo>
                <a:lnTo>
                  <a:pt x="242004" y="893431"/>
                </a:lnTo>
                <a:lnTo>
                  <a:pt x="220982" y="893431"/>
                </a:lnTo>
                <a:lnTo>
                  <a:pt x="220982" y="809344"/>
                </a:lnTo>
                <a:lnTo>
                  <a:pt x="242004" y="809344"/>
                </a:lnTo>
                <a:close/>
                <a:moveTo>
                  <a:pt x="242004" y="956497"/>
                </a:moveTo>
                <a:lnTo>
                  <a:pt x="242004" y="1040585"/>
                </a:lnTo>
                <a:lnTo>
                  <a:pt x="220982" y="1040585"/>
                </a:lnTo>
                <a:lnTo>
                  <a:pt x="220982" y="956497"/>
                </a:lnTo>
                <a:lnTo>
                  <a:pt x="242004" y="956497"/>
                </a:lnTo>
                <a:close/>
                <a:moveTo>
                  <a:pt x="270174" y="1054543"/>
                </a:moveTo>
                <a:lnTo>
                  <a:pt x="354261" y="1054543"/>
                </a:lnTo>
                <a:lnTo>
                  <a:pt x="354261" y="1075565"/>
                </a:lnTo>
                <a:lnTo>
                  <a:pt x="270174" y="1075565"/>
                </a:lnTo>
                <a:lnTo>
                  <a:pt x="270174" y="1054543"/>
                </a:lnTo>
                <a:close/>
                <a:moveTo>
                  <a:pt x="417327" y="1054543"/>
                </a:moveTo>
                <a:lnTo>
                  <a:pt x="501415" y="1054543"/>
                </a:lnTo>
                <a:lnTo>
                  <a:pt x="501415" y="1075565"/>
                </a:lnTo>
                <a:lnTo>
                  <a:pt x="417327" y="1075565"/>
                </a:lnTo>
                <a:lnTo>
                  <a:pt x="417327" y="1054543"/>
                </a:lnTo>
                <a:close/>
                <a:moveTo>
                  <a:pt x="564480" y="1054543"/>
                </a:moveTo>
                <a:lnTo>
                  <a:pt x="648568" y="1054543"/>
                </a:lnTo>
                <a:lnTo>
                  <a:pt x="648568" y="1075565"/>
                </a:lnTo>
                <a:lnTo>
                  <a:pt x="564480" y="1075565"/>
                </a:lnTo>
                <a:lnTo>
                  <a:pt x="564480" y="1054543"/>
                </a:lnTo>
                <a:close/>
                <a:moveTo>
                  <a:pt x="711634" y="1054543"/>
                </a:moveTo>
                <a:lnTo>
                  <a:pt x="795806" y="1054543"/>
                </a:lnTo>
                <a:lnTo>
                  <a:pt x="795806" y="1075565"/>
                </a:lnTo>
                <a:lnTo>
                  <a:pt x="711634" y="1075565"/>
                </a:lnTo>
                <a:lnTo>
                  <a:pt x="711634" y="1054543"/>
                </a:lnTo>
                <a:close/>
                <a:moveTo>
                  <a:pt x="858871" y="1054543"/>
                </a:moveTo>
                <a:lnTo>
                  <a:pt x="942959" y="1054543"/>
                </a:lnTo>
                <a:lnTo>
                  <a:pt x="942959" y="1075565"/>
                </a:lnTo>
                <a:lnTo>
                  <a:pt x="858871" y="1075565"/>
                </a:lnTo>
                <a:lnTo>
                  <a:pt x="858871" y="1054543"/>
                </a:lnTo>
                <a:close/>
                <a:moveTo>
                  <a:pt x="1006025" y="1054543"/>
                </a:moveTo>
                <a:lnTo>
                  <a:pt x="1090112" y="1054543"/>
                </a:lnTo>
                <a:lnTo>
                  <a:pt x="1090112" y="1075565"/>
                </a:lnTo>
                <a:lnTo>
                  <a:pt x="1006025" y="1075565"/>
                </a:lnTo>
                <a:lnTo>
                  <a:pt x="1006025" y="1054543"/>
                </a:lnTo>
                <a:close/>
                <a:moveTo>
                  <a:pt x="1153178" y="1054543"/>
                </a:moveTo>
                <a:lnTo>
                  <a:pt x="1237266" y="1054543"/>
                </a:lnTo>
                <a:lnTo>
                  <a:pt x="1237266" y="1075565"/>
                </a:lnTo>
                <a:lnTo>
                  <a:pt x="1153178" y="1075565"/>
                </a:lnTo>
                <a:lnTo>
                  <a:pt x="1153178" y="1054543"/>
                </a:lnTo>
                <a:close/>
                <a:moveTo>
                  <a:pt x="1300331" y="1054543"/>
                </a:moveTo>
                <a:lnTo>
                  <a:pt x="1384503" y="1054543"/>
                </a:lnTo>
                <a:lnTo>
                  <a:pt x="1384503" y="1075565"/>
                </a:lnTo>
                <a:lnTo>
                  <a:pt x="1300331" y="1075565"/>
                </a:lnTo>
                <a:lnTo>
                  <a:pt x="1300331" y="1054543"/>
                </a:lnTo>
                <a:close/>
                <a:moveTo>
                  <a:pt x="1447569" y="1054543"/>
                </a:moveTo>
                <a:lnTo>
                  <a:pt x="1531657" y="1054543"/>
                </a:lnTo>
                <a:lnTo>
                  <a:pt x="1531657" y="1075565"/>
                </a:lnTo>
                <a:lnTo>
                  <a:pt x="1447569" y="1075565"/>
                </a:lnTo>
                <a:lnTo>
                  <a:pt x="1447569" y="1054543"/>
                </a:lnTo>
                <a:close/>
                <a:moveTo>
                  <a:pt x="1594722" y="1054543"/>
                </a:moveTo>
                <a:lnTo>
                  <a:pt x="1678810" y="1054543"/>
                </a:lnTo>
                <a:lnTo>
                  <a:pt x="1678810" y="1075565"/>
                </a:lnTo>
                <a:lnTo>
                  <a:pt x="1594722" y="1075565"/>
                </a:lnTo>
                <a:lnTo>
                  <a:pt x="1594722" y="1054543"/>
                </a:lnTo>
                <a:close/>
                <a:moveTo>
                  <a:pt x="1741876" y="1054543"/>
                </a:moveTo>
                <a:lnTo>
                  <a:pt x="1825963" y="1054543"/>
                </a:lnTo>
                <a:lnTo>
                  <a:pt x="1825963" y="1075565"/>
                </a:lnTo>
                <a:lnTo>
                  <a:pt x="1741876" y="1075565"/>
                </a:lnTo>
                <a:lnTo>
                  <a:pt x="1741876" y="1054543"/>
                </a:lnTo>
                <a:close/>
                <a:moveTo>
                  <a:pt x="1889029" y="1054543"/>
                </a:moveTo>
                <a:lnTo>
                  <a:pt x="1973201" y="1054543"/>
                </a:lnTo>
                <a:lnTo>
                  <a:pt x="1973201" y="1075565"/>
                </a:lnTo>
                <a:lnTo>
                  <a:pt x="1889029" y="1075565"/>
                </a:lnTo>
                <a:lnTo>
                  <a:pt x="1889029" y="1054543"/>
                </a:lnTo>
                <a:close/>
                <a:moveTo>
                  <a:pt x="2036267" y="1054543"/>
                </a:moveTo>
                <a:lnTo>
                  <a:pt x="2120354" y="1054543"/>
                </a:lnTo>
                <a:lnTo>
                  <a:pt x="2120354" y="1075565"/>
                </a:lnTo>
                <a:lnTo>
                  <a:pt x="2036267" y="1075565"/>
                </a:lnTo>
                <a:lnTo>
                  <a:pt x="2036267" y="1054543"/>
                </a:lnTo>
                <a:close/>
                <a:moveTo>
                  <a:pt x="2149112" y="1033521"/>
                </a:moveTo>
                <a:lnTo>
                  <a:pt x="2212178" y="1065054"/>
                </a:lnTo>
                <a:lnTo>
                  <a:pt x="2149112" y="1096587"/>
                </a:lnTo>
                <a:lnTo>
                  <a:pt x="2149112" y="1033521"/>
                </a:lnTo>
                <a:close/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7587E1-3BBD-43ED-A9CC-131B3323B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0806" y="3317689"/>
            <a:ext cx="502256" cy="63066"/>
          </a:xfrm>
          <a:custGeom xmlns:a="http://schemas.openxmlformats.org/drawingml/2006/main">
            <a:pathLst>
              <a:path w="502256" h="63066">
                <a:moveTo>
                  <a:pt x="252" y="14799"/>
                </a:moveTo>
                <a:lnTo>
                  <a:pt x="84340" y="15977"/>
                </a:lnTo>
                <a:lnTo>
                  <a:pt x="84088" y="36999"/>
                </a:lnTo>
                <a:lnTo>
                  <a:pt x="0" y="35821"/>
                </a:lnTo>
                <a:lnTo>
                  <a:pt x="252" y="14799"/>
                </a:lnTo>
                <a:close/>
                <a:moveTo>
                  <a:pt x="147406" y="16902"/>
                </a:moveTo>
                <a:lnTo>
                  <a:pt x="231493" y="18079"/>
                </a:lnTo>
                <a:lnTo>
                  <a:pt x="231241" y="39101"/>
                </a:lnTo>
                <a:lnTo>
                  <a:pt x="147153" y="37924"/>
                </a:lnTo>
                <a:lnTo>
                  <a:pt x="147406" y="16902"/>
                </a:lnTo>
                <a:close/>
                <a:moveTo>
                  <a:pt x="294559" y="19004"/>
                </a:moveTo>
                <a:lnTo>
                  <a:pt x="378647" y="20181"/>
                </a:lnTo>
                <a:lnTo>
                  <a:pt x="378394" y="41203"/>
                </a:lnTo>
                <a:lnTo>
                  <a:pt x="294307" y="40026"/>
                </a:lnTo>
                <a:lnTo>
                  <a:pt x="294559" y="19004"/>
                </a:lnTo>
                <a:close/>
                <a:moveTo>
                  <a:pt x="441712" y="21106"/>
                </a:moveTo>
                <a:lnTo>
                  <a:pt x="449785" y="21190"/>
                </a:lnTo>
                <a:lnTo>
                  <a:pt x="449533" y="42212"/>
                </a:lnTo>
                <a:lnTo>
                  <a:pt x="441460" y="42128"/>
                </a:lnTo>
                <a:lnTo>
                  <a:pt x="441712" y="21106"/>
                </a:lnTo>
                <a:close/>
                <a:moveTo>
                  <a:pt x="439610" y="0"/>
                </a:moveTo>
                <a:lnTo>
                  <a:pt x="502256" y="32458"/>
                </a:lnTo>
                <a:lnTo>
                  <a:pt x="438685" y="63066"/>
                </a:lnTo>
                <a:lnTo>
                  <a:pt x="439610" y="0"/>
                </a:lnTo>
                <a:close/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0AE2E5-EF13-4526-878A-B487EBFBF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8364" y="5430559"/>
            <a:ext cx="193738" cy="2054093"/>
          </a:xfrm>
          <a:custGeom xmlns:a="http://schemas.openxmlformats.org/drawingml/2006/main">
            <a:pathLst>
              <a:path w="193738" h="2054093">
                <a:moveTo>
                  <a:pt x="63066" y="42044"/>
                </a:moveTo>
                <a:lnTo>
                  <a:pt x="138913" y="42044"/>
                </a:lnTo>
                <a:lnTo>
                  <a:pt x="138913" y="21022"/>
                </a:lnTo>
                <a:lnTo>
                  <a:pt x="63066" y="21022"/>
                </a:lnTo>
                <a:lnTo>
                  <a:pt x="63066" y="0"/>
                </a:lnTo>
                <a:lnTo>
                  <a:pt x="0" y="31533"/>
                </a:lnTo>
                <a:lnTo>
                  <a:pt x="63066" y="63066"/>
                </a:lnTo>
                <a:lnTo>
                  <a:pt x="63066" y="42044"/>
                </a:lnTo>
                <a:close/>
                <a:moveTo>
                  <a:pt x="172632" y="1459089"/>
                </a:moveTo>
                <a:lnTo>
                  <a:pt x="193738" y="1459089"/>
                </a:lnTo>
                <a:lnTo>
                  <a:pt x="193738" y="1375001"/>
                </a:lnTo>
                <a:lnTo>
                  <a:pt x="172632" y="1375001"/>
                </a:lnTo>
                <a:lnTo>
                  <a:pt x="172632" y="1459089"/>
                </a:lnTo>
                <a:close/>
                <a:moveTo>
                  <a:pt x="172632" y="1606242"/>
                </a:moveTo>
                <a:lnTo>
                  <a:pt x="193738" y="1606242"/>
                </a:lnTo>
                <a:lnTo>
                  <a:pt x="193738" y="1522155"/>
                </a:lnTo>
                <a:lnTo>
                  <a:pt x="172632" y="1522155"/>
                </a:lnTo>
                <a:lnTo>
                  <a:pt x="172632" y="1606242"/>
                </a:lnTo>
                <a:close/>
                <a:moveTo>
                  <a:pt x="172632" y="1753480"/>
                </a:moveTo>
                <a:lnTo>
                  <a:pt x="193738" y="1753480"/>
                </a:lnTo>
                <a:lnTo>
                  <a:pt x="193738" y="1669308"/>
                </a:lnTo>
                <a:lnTo>
                  <a:pt x="172632" y="1669308"/>
                </a:lnTo>
                <a:lnTo>
                  <a:pt x="172632" y="1753480"/>
                </a:lnTo>
                <a:close/>
                <a:moveTo>
                  <a:pt x="172632" y="1900633"/>
                </a:moveTo>
                <a:lnTo>
                  <a:pt x="193738" y="1900633"/>
                </a:lnTo>
                <a:lnTo>
                  <a:pt x="193738" y="1816546"/>
                </a:lnTo>
                <a:lnTo>
                  <a:pt x="172632" y="1816546"/>
                </a:lnTo>
                <a:lnTo>
                  <a:pt x="172632" y="1900633"/>
                </a:lnTo>
                <a:close/>
                <a:moveTo>
                  <a:pt x="172632" y="2043582"/>
                </a:moveTo>
                <a:lnTo>
                  <a:pt x="178939" y="2037326"/>
                </a:lnTo>
                <a:lnTo>
                  <a:pt x="178939" y="2054093"/>
                </a:lnTo>
                <a:lnTo>
                  <a:pt x="193738" y="2054093"/>
                </a:lnTo>
                <a:lnTo>
                  <a:pt x="193738" y="1963699"/>
                </a:lnTo>
                <a:lnTo>
                  <a:pt x="172632" y="1963699"/>
                </a:lnTo>
                <a:lnTo>
                  <a:pt x="172632" y="2043582"/>
                </a:lnTo>
                <a:close/>
                <a:moveTo>
                  <a:pt x="31785" y="2033071"/>
                </a:moveTo>
                <a:lnTo>
                  <a:pt x="31785" y="2054093"/>
                </a:lnTo>
                <a:lnTo>
                  <a:pt x="115873" y="2054093"/>
                </a:lnTo>
                <a:lnTo>
                  <a:pt x="115873" y="2033071"/>
                </a:lnTo>
                <a:lnTo>
                  <a:pt x="31785" y="2033071"/>
                </a:lnTo>
                <a:close/>
                <a:moveTo>
                  <a:pt x="172632" y="134456"/>
                </a:moveTo>
                <a:lnTo>
                  <a:pt x="193738" y="134456"/>
                </a:lnTo>
                <a:lnTo>
                  <a:pt x="193738" y="50369"/>
                </a:lnTo>
                <a:lnTo>
                  <a:pt x="172632" y="50369"/>
                </a:lnTo>
                <a:lnTo>
                  <a:pt x="172632" y="134456"/>
                </a:lnTo>
                <a:close/>
                <a:moveTo>
                  <a:pt x="172632" y="281610"/>
                </a:moveTo>
                <a:lnTo>
                  <a:pt x="193738" y="281610"/>
                </a:lnTo>
                <a:lnTo>
                  <a:pt x="193738" y="197522"/>
                </a:lnTo>
                <a:lnTo>
                  <a:pt x="172632" y="197522"/>
                </a:lnTo>
                <a:lnTo>
                  <a:pt x="172632" y="281610"/>
                </a:lnTo>
                <a:close/>
                <a:moveTo>
                  <a:pt x="193738" y="428847"/>
                </a:moveTo>
                <a:lnTo>
                  <a:pt x="193738" y="344675"/>
                </a:lnTo>
                <a:lnTo>
                  <a:pt x="172632" y="344675"/>
                </a:lnTo>
                <a:lnTo>
                  <a:pt x="172632" y="428847"/>
                </a:lnTo>
                <a:lnTo>
                  <a:pt x="193738" y="428847"/>
                </a:lnTo>
                <a:close/>
                <a:moveTo>
                  <a:pt x="193738" y="576000"/>
                </a:moveTo>
                <a:lnTo>
                  <a:pt x="193738" y="491913"/>
                </a:lnTo>
                <a:lnTo>
                  <a:pt x="172632" y="491913"/>
                </a:lnTo>
                <a:lnTo>
                  <a:pt x="172632" y="576000"/>
                </a:lnTo>
                <a:lnTo>
                  <a:pt x="193738" y="576000"/>
                </a:lnTo>
                <a:close/>
                <a:moveTo>
                  <a:pt x="172632" y="723154"/>
                </a:moveTo>
                <a:lnTo>
                  <a:pt x="193738" y="723154"/>
                </a:lnTo>
                <a:lnTo>
                  <a:pt x="193738" y="639066"/>
                </a:lnTo>
                <a:lnTo>
                  <a:pt x="172632" y="639066"/>
                </a:lnTo>
                <a:lnTo>
                  <a:pt x="172632" y="723154"/>
                </a:lnTo>
                <a:close/>
                <a:moveTo>
                  <a:pt x="172632" y="870391"/>
                </a:moveTo>
                <a:lnTo>
                  <a:pt x="193738" y="870391"/>
                </a:lnTo>
                <a:lnTo>
                  <a:pt x="193738" y="786220"/>
                </a:lnTo>
                <a:lnTo>
                  <a:pt x="172632" y="786220"/>
                </a:lnTo>
                <a:lnTo>
                  <a:pt x="172632" y="870391"/>
                </a:lnTo>
                <a:close/>
                <a:moveTo>
                  <a:pt x="172632" y="1017545"/>
                </a:moveTo>
                <a:lnTo>
                  <a:pt x="193738" y="1017545"/>
                </a:lnTo>
                <a:lnTo>
                  <a:pt x="193738" y="933457"/>
                </a:lnTo>
                <a:lnTo>
                  <a:pt x="172632" y="933457"/>
                </a:lnTo>
                <a:lnTo>
                  <a:pt x="172632" y="1017545"/>
                </a:lnTo>
                <a:close/>
                <a:moveTo>
                  <a:pt x="193738" y="1164698"/>
                </a:moveTo>
                <a:lnTo>
                  <a:pt x="193738" y="1080610"/>
                </a:lnTo>
                <a:lnTo>
                  <a:pt x="172632" y="1080610"/>
                </a:lnTo>
                <a:lnTo>
                  <a:pt x="172632" y="1164698"/>
                </a:lnTo>
                <a:lnTo>
                  <a:pt x="193738" y="1164698"/>
                </a:lnTo>
                <a:close/>
                <a:moveTo>
                  <a:pt x="193738" y="1311936"/>
                </a:moveTo>
                <a:lnTo>
                  <a:pt x="193738" y="1227764"/>
                </a:lnTo>
                <a:lnTo>
                  <a:pt x="172632" y="1227764"/>
                </a:lnTo>
                <a:lnTo>
                  <a:pt x="172632" y="1311936"/>
                </a:lnTo>
                <a:lnTo>
                  <a:pt x="193738" y="1311936"/>
                </a:lnTo>
                <a:close/>
              </a:path>
            </a:pathLst>
          </a:custGeom>
          <a:solidFill xmlns:a="http://schemas.openxmlformats.org/drawingml/2006/main">
            <a:srgbClr val="215F9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A2D922-6E35-4404-8E43-F4E172238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2913" y="5235055"/>
            <a:ext cx="1873052" cy="2497571"/>
          </a:xfrm>
          <a:custGeom xmlns:a="http://schemas.openxmlformats.org/drawingml/2006/main">
            <a:pathLst>
              <a:path w="1873052" h="2497571" fill="none">
                <a:moveTo>
                  <a:pt x="0" y="312217"/>
                </a:moveTo>
                <a:cubicBezTo>
                  <a:pt x="0" y="139754"/>
                  <a:pt x="139754" y="0"/>
                  <a:pt x="312133" y="0"/>
                </a:cubicBezTo>
                <a:lnTo>
                  <a:pt x="1560835" y="0"/>
                </a:lnTo>
                <a:cubicBezTo>
                  <a:pt x="1733215" y="0"/>
                  <a:pt x="1873052" y="139754"/>
                  <a:pt x="1873052" y="312217"/>
                </a:cubicBezTo>
                <a:lnTo>
                  <a:pt x="1873052" y="2185354"/>
                </a:lnTo>
                <a:cubicBezTo>
                  <a:pt x="1873052" y="2357734"/>
                  <a:pt x="1733215" y="2497571"/>
                  <a:pt x="1560835" y="2497571"/>
                </a:cubicBezTo>
                <a:lnTo>
                  <a:pt x="312133" y="2497571"/>
                </a:lnTo>
                <a:cubicBezTo>
                  <a:pt x="139754" y="2497571"/>
                  <a:pt x="0" y="2357734"/>
                  <a:pt x="0" y="2185354"/>
                </a:cubicBezTo>
                <a:lnTo>
                  <a:pt x="0" y="31221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  <p:sp>
        <p:nvSpPr>
          <p:cNvPr id="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2E917C-EF9E-4167-B104-5093545B6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40" y="5235055"/>
            <a:ext cx="1879317" cy="2497571"/>
          </a:xfrm>
          <a:custGeom xmlns:a="http://schemas.openxmlformats.org/drawingml/2006/main">
            <a:pathLst>
              <a:path w="1879317" h="2497571" fill="none">
                <a:moveTo>
                  <a:pt x="0" y="313227"/>
                </a:moveTo>
                <a:cubicBezTo>
                  <a:pt x="0" y="140258"/>
                  <a:pt x="140216" y="0"/>
                  <a:pt x="313269" y="0"/>
                </a:cubicBezTo>
                <a:lnTo>
                  <a:pt x="1566090" y="0"/>
                </a:lnTo>
                <a:cubicBezTo>
                  <a:pt x="1739143" y="0"/>
                  <a:pt x="1879317" y="140258"/>
                  <a:pt x="1879317" y="313227"/>
                </a:cubicBezTo>
                <a:lnTo>
                  <a:pt x="1879317" y="2184261"/>
                </a:lnTo>
                <a:cubicBezTo>
                  <a:pt x="1879317" y="2357313"/>
                  <a:pt x="1739143" y="2497571"/>
                  <a:pt x="1566090" y="2497571"/>
                </a:cubicBezTo>
                <a:lnTo>
                  <a:pt x="313269" y="2497571"/>
                </a:lnTo>
                <a:cubicBezTo>
                  <a:pt x="140216" y="2497571"/>
                  <a:pt x="0" y="2357313"/>
                  <a:pt x="0" y="2184261"/>
                </a:cubicBezTo>
                <a:lnTo>
                  <a:pt x="0" y="31322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  <p:sp>
        <p:nvSpPr>
          <p:cNvPr id="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EACF8-8B62-4C47-98C6-992A026AA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2272" y="5235055"/>
            <a:ext cx="1879275" cy="2497571"/>
          </a:xfrm>
          <a:custGeom xmlns:a="http://schemas.openxmlformats.org/drawingml/2006/main">
            <a:pathLst>
              <a:path w="1879275" h="2497571" fill="none">
                <a:moveTo>
                  <a:pt x="0" y="313227"/>
                </a:moveTo>
                <a:cubicBezTo>
                  <a:pt x="0" y="140258"/>
                  <a:pt x="140174" y="0"/>
                  <a:pt x="313227" y="0"/>
                </a:cubicBezTo>
                <a:lnTo>
                  <a:pt x="1566048" y="0"/>
                </a:lnTo>
                <a:cubicBezTo>
                  <a:pt x="1739101" y="0"/>
                  <a:pt x="1879275" y="140258"/>
                  <a:pt x="1879275" y="313227"/>
                </a:cubicBezTo>
                <a:lnTo>
                  <a:pt x="1879275" y="2184261"/>
                </a:lnTo>
                <a:cubicBezTo>
                  <a:pt x="1879275" y="2357313"/>
                  <a:pt x="1739101" y="2497571"/>
                  <a:pt x="1566048" y="2497571"/>
                </a:cubicBezTo>
                <a:lnTo>
                  <a:pt x="313227" y="2497571"/>
                </a:lnTo>
                <a:cubicBezTo>
                  <a:pt x="140174" y="2497571"/>
                  <a:pt x="0" y="2357313"/>
                  <a:pt x="0" y="2184261"/>
                </a:cubicBezTo>
                <a:lnTo>
                  <a:pt x="0" y="31322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6821" cap="flat">
            <a:solidFill>
              <a:srgbClr val="000000"/>
            </a:solidFill>
            <a:miter/>
          </a:ln>
        </p:spPr>
      </p:sp>
    </p:spTree>
    <p:extLst>
      <p:ext uri="{BB962C8B-B14F-4D97-AF65-F5344CB8AC3E}">
        <p14:creationId xmlns:p14="http://schemas.microsoft.com/office/powerpoint/2010/main" val="456999532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2026-09-05T08:53:56.2690000Z</dcterms:created>
  <dcterms:modified xsi:type="dcterms:W3CDTF">2026-09-05T08:53:56.2690000Z</dcterms:modified>
</coreProperties>
</file>